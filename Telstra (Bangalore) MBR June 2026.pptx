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handoutMasterIdLst>
    <p:handoutMasterId r:id="rId14"/>
  </p:handoutMasterIdLst>
  <p:sldIdLst>
    <p:sldId id="281" r:id="rId2"/>
    <p:sldId id="448" r:id="rId3"/>
    <p:sldId id="446" r:id="rId4"/>
    <p:sldId id="444" r:id="rId5"/>
    <p:sldId id="454" r:id="rId6"/>
    <p:sldId id="447" r:id="rId7"/>
    <p:sldId id="455" r:id="rId8"/>
    <p:sldId id="459" r:id="rId9"/>
    <p:sldId id="460" r:id="rId10"/>
    <p:sldId id="461" r:id="rId11"/>
    <p:sldId id="368"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anjay.Gawade" initials="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991696E-4838-4C94-A707-C06C46F8A784}" v="92" dt="2026-07-06T13:56:36.435"/>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浅色样式 1 - 强调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9300" autoAdjust="0"/>
  </p:normalViewPr>
  <p:slideViewPr>
    <p:cSldViewPr snapToGrid="0">
      <p:cViewPr varScale="1">
        <p:scale>
          <a:sx n="70" d="100"/>
          <a:sy n="70" d="100"/>
        </p:scale>
        <p:origin x="418" y="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manthkumar S" userId="e4ec8c6b-5fd3-4a13-a5c4-535f8d9817a2" providerId="ADAL" clId="{5B937277-7CD5-4884-B252-3917F9191E5C}"/>
    <pc:docChg chg="undo custSel addSld delSld modSld">
      <pc:chgData name="Hemanthkumar S" userId="e4ec8c6b-5fd3-4a13-a5c4-535f8d9817a2" providerId="ADAL" clId="{5B937277-7CD5-4884-B252-3917F9191E5C}" dt="2026-07-06T13:57:59.862" v="527" actId="20577"/>
      <pc:docMkLst>
        <pc:docMk/>
      </pc:docMkLst>
      <pc:sldChg chg="modSp mod">
        <pc:chgData name="Hemanthkumar S" userId="e4ec8c6b-5fd3-4a13-a5c4-535f8d9817a2" providerId="ADAL" clId="{5B937277-7CD5-4884-B252-3917F9191E5C}" dt="2026-07-06T08:10:08.719" v="6" actId="20577"/>
        <pc:sldMkLst>
          <pc:docMk/>
          <pc:sldMk cId="0" sldId="281"/>
        </pc:sldMkLst>
        <pc:spChg chg="mod">
          <ac:chgData name="Hemanthkumar S" userId="e4ec8c6b-5fd3-4a13-a5c4-535f8d9817a2" providerId="ADAL" clId="{5B937277-7CD5-4884-B252-3917F9191E5C}" dt="2026-07-06T08:10:08.719" v="6" actId="20577"/>
          <ac:spMkLst>
            <pc:docMk/>
            <pc:sldMk cId="0" sldId="281"/>
            <ac:spMk id="18" creationId="{00000000-0000-0000-0000-000000000000}"/>
          </ac:spMkLst>
        </pc:spChg>
      </pc:sldChg>
      <pc:sldChg chg="modSp mod">
        <pc:chgData name="Hemanthkumar S" userId="e4ec8c6b-5fd3-4a13-a5c4-535f8d9817a2" providerId="ADAL" clId="{5B937277-7CD5-4884-B252-3917F9191E5C}" dt="2026-07-06T13:57:59.862" v="527" actId="20577"/>
        <pc:sldMkLst>
          <pc:docMk/>
          <pc:sldMk cId="0" sldId="446"/>
        </pc:sldMkLst>
        <pc:spChg chg="mod">
          <ac:chgData name="Hemanthkumar S" userId="e4ec8c6b-5fd3-4a13-a5c4-535f8d9817a2" providerId="ADAL" clId="{5B937277-7CD5-4884-B252-3917F9191E5C}" dt="2026-07-06T13:57:59.862" v="527" actId="20577"/>
          <ac:spMkLst>
            <pc:docMk/>
            <pc:sldMk cId="0" sldId="446"/>
            <ac:spMk id="3" creationId="{B408F62A-2937-CC25-F02A-A64B71C78576}"/>
          </ac:spMkLst>
        </pc:spChg>
        <pc:graphicFrameChg chg="mod">
          <ac:chgData name="Hemanthkumar S" userId="e4ec8c6b-5fd3-4a13-a5c4-535f8d9817a2" providerId="ADAL" clId="{5B937277-7CD5-4884-B252-3917F9191E5C}" dt="2026-07-06T13:56:36.435" v="505" actId="20577"/>
          <ac:graphicFrameMkLst>
            <pc:docMk/>
            <pc:sldMk cId="0" sldId="446"/>
            <ac:graphicFrameMk id="4" creationId="{B193D047-92BD-4739-B652-8AB721466A56}"/>
          </ac:graphicFrameMkLst>
        </pc:graphicFrameChg>
        <pc:graphicFrameChg chg="mod">
          <ac:chgData name="Hemanthkumar S" userId="e4ec8c6b-5fd3-4a13-a5c4-535f8d9817a2" providerId="ADAL" clId="{5B937277-7CD5-4884-B252-3917F9191E5C}" dt="2026-07-06T13:54:13.545" v="486" actId="20577"/>
          <ac:graphicFrameMkLst>
            <pc:docMk/>
            <pc:sldMk cId="0" sldId="446"/>
            <ac:graphicFrameMk id="7" creationId="{00000000-0000-0000-0000-000000000000}"/>
          </ac:graphicFrameMkLst>
        </pc:graphicFrameChg>
      </pc:sldChg>
      <pc:sldChg chg="addSp delSp modSp mod">
        <pc:chgData name="Hemanthkumar S" userId="e4ec8c6b-5fd3-4a13-a5c4-535f8d9817a2" providerId="ADAL" clId="{5B937277-7CD5-4884-B252-3917F9191E5C}" dt="2026-07-06T08:26:03.460" v="12" actId="14100"/>
        <pc:sldMkLst>
          <pc:docMk/>
          <pc:sldMk cId="0" sldId="447"/>
        </pc:sldMkLst>
        <pc:picChg chg="add mod">
          <ac:chgData name="Hemanthkumar S" userId="e4ec8c6b-5fd3-4a13-a5c4-535f8d9817a2" providerId="ADAL" clId="{5B937277-7CD5-4884-B252-3917F9191E5C}" dt="2026-07-06T08:26:03.460" v="12" actId="14100"/>
          <ac:picMkLst>
            <pc:docMk/>
            <pc:sldMk cId="0" sldId="447"/>
            <ac:picMk id="3" creationId="{4CB7FCAD-951C-FE82-00ED-02018BEB8E7A}"/>
          </ac:picMkLst>
        </pc:picChg>
        <pc:picChg chg="del">
          <ac:chgData name="Hemanthkumar S" userId="e4ec8c6b-5fd3-4a13-a5c4-535f8d9817a2" providerId="ADAL" clId="{5B937277-7CD5-4884-B252-3917F9191E5C}" dt="2026-07-06T08:25:48.408" v="7" actId="478"/>
          <ac:picMkLst>
            <pc:docMk/>
            <pc:sldMk cId="0" sldId="447"/>
            <ac:picMk id="4" creationId="{52477D65-1534-EF03-A309-207357F82946}"/>
          </ac:picMkLst>
        </pc:picChg>
      </pc:sldChg>
      <pc:sldChg chg="modSp mod">
        <pc:chgData name="Hemanthkumar S" userId="e4ec8c6b-5fd3-4a13-a5c4-535f8d9817a2" providerId="ADAL" clId="{5B937277-7CD5-4884-B252-3917F9191E5C}" dt="2026-07-06T13:50:28.997" v="466" actId="20577"/>
        <pc:sldMkLst>
          <pc:docMk/>
          <pc:sldMk cId="0" sldId="448"/>
        </pc:sldMkLst>
        <pc:spChg chg="mod">
          <ac:chgData name="Hemanthkumar S" userId="e4ec8c6b-5fd3-4a13-a5c4-535f8d9817a2" providerId="ADAL" clId="{5B937277-7CD5-4884-B252-3917F9191E5C}" dt="2026-07-06T13:45:09.836" v="395" actId="20577"/>
          <ac:spMkLst>
            <pc:docMk/>
            <pc:sldMk cId="0" sldId="448"/>
            <ac:spMk id="2" creationId="{00000000-0000-0000-0000-000000000000}"/>
          </ac:spMkLst>
        </pc:spChg>
        <pc:spChg chg="mod">
          <ac:chgData name="Hemanthkumar S" userId="e4ec8c6b-5fd3-4a13-a5c4-535f8d9817a2" providerId="ADAL" clId="{5B937277-7CD5-4884-B252-3917F9191E5C}" dt="2026-07-06T13:48:46.910" v="454" actId="20577"/>
          <ac:spMkLst>
            <pc:docMk/>
            <pc:sldMk cId="0" sldId="448"/>
            <ac:spMk id="3" creationId="{C4E02AB6-6936-20F6-153A-1918BACF72C5}"/>
          </ac:spMkLst>
        </pc:spChg>
        <pc:graphicFrameChg chg="mod">
          <ac:chgData name="Hemanthkumar S" userId="e4ec8c6b-5fd3-4a13-a5c4-535f8d9817a2" providerId="ADAL" clId="{5B937277-7CD5-4884-B252-3917F9191E5C}" dt="2026-07-06T13:42:02.337" v="357" actId="20577"/>
          <ac:graphicFrameMkLst>
            <pc:docMk/>
            <pc:sldMk cId="0" sldId="448"/>
            <ac:graphicFrameMk id="5" creationId="{00000000-0000-0000-0000-000000000000}"/>
          </ac:graphicFrameMkLst>
        </pc:graphicFrameChg>
        <pc:graphicFrameChg chg="mod">
          <ac:chgData name="Hemanthkumar S" userId="e4ec8c6b-5fd3-4a13-a5c4-535f8d9817a2" providerId="ADAL" clId="{5B937277-7CD5-4884-B252-3917F9191E5C}" dt="2026-07-06T13:43:55.385" v="367" actId="20577"/>
          <ac:graphicFrameMkLst>
            <pc:docMk/>
            <pc:sldMk cId="0" sldId="448"/>
            <ac:graphicFrameMk id="6" creationId="{00000000-0000-0000-0000-000000000000}"/>
          </ac:graphicFrameMkLst>
        </pc:graphicFrameChg>
        <pc:graphicFrameChg chg="mod">
          <ac:chgData name="Hemanthkumar S" userId="e4ec8c6b-5fd3-4a13-a5c4-535f8d9817a2" providerId="ADAL" clId="{5B937277-7CD5-4884-B252-3917F9191E5C}" dt="2026-07-06T13:50:28.997" v="466" actId="20577"/>
          <ac:graphicFrameMkLst>
            <pc:docMk/>
            <pc:sldMk cId="0" sldId="448"/>
            <ac:graphicFrameMk id="8" creationId="{00000000-0000-0000-0000-000000000000}"/>
          </ac:graphicFrameMkLst>
        </pc:graphicFrameChg>
      </pc:sldChg>
      <pc:sldChg chg="addSp delSp modSp mod">
        <pc:chgData name="Hemanthkumar S" userId="e4ec8c6b-5fd3-4a13-a5c4-535f8d9817a2" providerId="ADAL" clId="{5B937277-7CD5-4884-B252-3917F9191E5C}" dt="2026-07-06T08:29:08.221" v="29" actId="14100"/>
        <pc:sldMkLst>
          <pc:docMk/>
          <pc:sldMk cId="4212649839" sldId="455"/>
        </pc:sldMkLst>
        <pc:spChg chg="mod">
          <ac:chgData name="Hemanthkumar S" userId="e4ec8c6b-5fd3-4a13-a5c4-535f8d9817a2" providerId="ADAL" clId="{5B937277-7CD5-4884-B252-3917F9191E5C}" dt="2026-07-06T08:26:47.356" v="22" actId="20577"/>
          <ac:spMkLst>
            <pc:docMk/>
            <pc:sldMk cId="4212649839" sldId="455"/>
            <ac:spMk id="2" creationId="{D97B6D77-D3EE-5C12-F4BA-BC9751F483D9}"/>
          </ac:spMkLst>
        </pc:spChg>
        <pc:spChg chg="add del mod">
          <ac:chgData name="Hemanthkumar S" userId="e4ec8c6b-5fd3-4a13-a5c4-535f8d9817a2" providerId="ADAL" clId="{5B937277-7CD5-4884-B252-3917F9191E5C}" dt="2026-07-06T08:28:57.329" v="25"/>
          <ac:spMkLst>
            <pc:docMk/>
            <pc:sldMk cId="4212649839" sldId="455"/>
            <ac:spMk id="4" creationId="{6F373B3C-55CF-EBC1-A193-B3E98BBC0127}"/>
          </ac:spMkLst>
        </pc:spChg>
        <pc:graphicFrameChg chg="del modGraphic">
          <ac:chgData name="Hemanthkumar S" userId="e4ec8c6b-5fd3-4a13-a5c4-535f8d9817a2" providerId="ADAL" clId="{5B937277-7CD5-4884-B252-3917F9191E5C}" dt="2026-07-06T08:26:37.828" v="15" actId="478"/>
          <ac:graphicFrameMkLst>
            <pc:docMk/>
            <pc:sldMk cId="4212649839" sldId="455"/>
            <ac:graphicFrameMk id="5" creationId="{05B657CF-3507-8C35-2391-BF6B4D6366D5}"/>
          </ac:graphicFrameMkLst>
        </pc:graphicFrameChg>
        <pc:graphicFrameChg chg="add mod">
          <ac:chgData name="Hemanthkumar S" userId="e4ec8c6b-5fd3-4a13-a5c4-535f8d9817a2" providerId="ADAL" clId="{5B937277-7CD5-4884-B252-3917F9191E5C}" dt="2026-07-06T08:28:54.090" v="24"/>
          <ac:graphicFrameMkLst>
            <pc:docMk/>
            <pc:sldMk cId="4212649839" sldId="455"/>
            <ac:graphicFrameMk id="6" creationId="{EC536672-546D-9C60-08C0-4F1B43408B04}"/>
          </ac:graphicFrameMkLst>
        </pc:graphicFrameChg>
        <pc:picChg chg="add mod">
          <ac:chgData name="Hemanthkumar S" userId="e4ec8c6b-5fd3-4a13-a5c4-535f8d9817a2" providerId="ADAL" clId="{5B937277-7CD5-4884-B252-3917F9191E5C}" dt="2026-07-06T08:29:08.221" v="29" actId="14100"/>
          <ac:picMkLst>
            <pc:docMk/>
            <pc:sldMk cId="4212649839" sldId="455"/>
            <ac:picMk id="7" creationId="{4B3C3447-0B04-678E-5B42-98F9565C4B21}"/>
          </ac:picMkLst>
        </pc:picChg>
      </pc:sldChg>
      <pc:sldChg chg="addSp delSp modSp del mod">
        <pc:chgData name="Hemanthkumar S" userId="e4ec8c6b-5fd3-4a13-a5c4-535f8d9817a2" providerId="ADAL" clId="{5B937277-7CD5-4884-B252-3917F9191E5C}" dt="2026-07-06T08:50:58.099" v="340" actId="2696"/>
        <pc:sldMkLst>
          <pc:docMk/>
          <pc:sldMk cId="1547730288" sldId="458"/>
        </pc:sldMkLst>
        <pc:spChg chg="add mod">
          <ac:chgData name="Hemanthkumar S" userId="e4ec8c6b-5fd3-4a13-a5c4-535f8d9817a2" providerId="ADAL" clId="{5B937277-7CD5-4884-B252-3917F9191E5C}" dt="2026-07-06T08:48:47.014" v="326" actId="20577"/>
          <ac:spMkLst>
            <pc:docMk/>
            <pc:sldMk cId="1547730288" sldId="458"/>
            <ac:spMk id="4" creationId="{AEB4B840-9398-6A63-18B2-0DDDC6D694C7}"/>
          </ac:spMkLst>
        </pc:spChg>
        <pc:picChg chg="del">
          <ac:chgData name="Hemanthkumar S" userId="e4ec8c6b-5fd3-4a13-a5c4-535f8d9817a2" providerId="ADAL" clId="{5B937277-7CD5-4884-B252-3917F9191E5C}" dt="2026-07-06T08:43:40.629" v="319" actId="21"/>
          <ac:picMkLst>
            <pc:docMk/>
            <pc:sldMk cId="1547730288" sldId="458"/>
            <ac:picMk id="8" creationId="{4949C430-FF18-56FD-2276-D097421BFF91}"/>
          </ac:picMkLst>
        </pc:picChg>
      </pc:sldChg>
      <pc:sldChg chg="addSp delSp modSp add mod">
        <pc:chgData name="Hemanthkumar S" userId="e4ec8c6b-5fd3-4a13-a5c4-535f8d9817a2" providerId="ADAL" clId="{5B937277-7CD5-4884-B252-3917F9191E5C}" dt="2026-07-06T08:41:05.749" v="228" actId="1076"/>
        <pc:sldMkLst>
          <pc:docMk/>
          <pc:sldMk cId="2345982526" sldId="459"/>
        </pc:sldMkLst>
        <pc:spChg chg="mod">
          <ac:chgData name="Hemanthkumar S" userId="e4ec8c6b-5fd3-4a13-a5c4-535f8d9817a2" providerId="ADAL" clId="{5B937277-7CD5-4884-B252-3917F9191E5C}" dt="2026-07-06T08:35:51.352" v="116" actId="20577"/>
          <ac:spMkLst>
            <pc:docMk/>
            <pc:sldMk cId="2345982526" sldId="459"/>
            <ac:spMk id="2" creationId="{D0F26698-B15B-F827-3276-473102C17B80}"/>
          </ac:spMkLst>
        </pc:spChg>
        <pc:spChg chg="add del mod">
          <ac:chgData name="Hemanthkumar S" userId="e4ec8c6b-5fd3-4a13-a5c4-535f8d9817a2" providerId="ADAL" clId="{5B937277-7CD5-4884-B252-3917F9191E5C}" dt="2026-07-06T08:32:38.192" v="36"/>
          <ac:spMkLst>
            <pc:docMk/>
            <pc:sldMk cId="2345982526" sldId="459"/>
            <ac:spMk id="4" creationId="{D2247961-39DB-0A1D-81D9-6DBB7FC1620E}"/>
          </ac:spMkLst>
        </pc:spChg>
        <pc:spChg chg="add mod">
          <ac:chgData name="Hemanthkumar S" userId="e4ec8c6b-5fd3-4a13-a5c4-535f8d9817a2" providerId="ADAL" clId="{5B937277-7CD5-4884-B252-3917F9191E5C}" dt="2026-07-06T08:37:42.601" v="185"/>
          <ac:spMkLst>
            <pc:docMk/>
            <pc:sldMk cId="2345982526" sldId="459"/>
            <ac:spMk id="8" creationId="{A365B489-5D4F-4FD6-C519-C7DC2C32166D}"/>
          </ac:spMkLst>
        </pc:spChg>
        <pc:spChg chg="add del">
          <ac:chgData name="Hemanthkumar S" userId="e4ec8c6b-5fd3-4a13-a5c4-535f8d9817a2" providerId="ADAL" clId="{5B937277-7CD5-4884-B252-3917F9191E5C}" dt="2026-07-06T08:34:23.914" v="77" actId="11529"/>
          <ac:spMkLst>
            <pc:docMk/>
            <pc:sldMk cId="2345982526" sldId="459"/>
            <ac:spMk id="9" creationId="{28724DAD-73E8-1A6F-C58F-00BA7CC923C5}"/>
          </ac:spMkLst>
        </pc:spChg>
        <pc:graphicFrameChg chg="add del mod modGraphic">
          <ac:chgData name="Hemanthkumar S" userId="e4ec8c6b-5fd3-4a13-a5c4-535f8d9817a2" providerId="ADAL" clId="{5B937277-7CD5-4884-B252-3917F9191E5C}" dt="2026-07-06T08:32:52.822" v="38" actId="478"/>
          <ac:graphicFrameMkLst>
            <pc:docMk/>
            <pc:sldMk cId="2345982526" sldId="459"/>
            <ac:graphicFrameMk id="5" creationId="{546CF2CD-6A0B-C19A-5A7D-4196CF34FDA1}"/>
          </ac:graphicFrameMkLst>
        </pc:graphicFrameChg>
        <pc:picChg chg="del">
          <ac:chgData name="Hemanthkumar S" userId="e4ec8c6b-5fd3-4a13-a5c4-535f8d9817a2" providerId="ADAL" clId="{5B937277-7CD5-4884-B252-3917F9191E5C}" dt="2026-07-06T08:29:19.388" v="31" actId="478"/>
          <ac:picMkLst>
            <pc:docMk/>
            <pc:sldMk cId="2345982526" sldId="459"/>
            <ac:picMk id="7" creationId="{3AD31DB0-6EE2-7808-8BBE-09396B946732}"/>
          </ac:picMkLst>
        </pc:picChg>
        <pc:picChg chg="add del mod">
          <ac:chgData name="Hemanthkumar S" userId="e4ec8c6b-5fd3-4a13-a5c4-535f8d9817a2" providerId="ADAL" clId="{5B937277-7CD5-4884-B252-3917F9191E5C}" dt="2026-07-06T08:39:51.797" v="208" actId="478"/>
          <ac:picMkLst>
            <pc:docMk/>
            <pc:sldMk cId="2345982526" sldId="459"/>
            <ac:picMk id="11" creationId="{B97802B5-3ABF-E724-E668-FF966442E730}"/>
          </ac:picMkLst>
        </pc:picChg>
        <pc:picChg chg="add del mod">
          <ac:chgData name="Hemanthkumar S" userId="e4ec8c6b-5fd3-4a13-a5c4-535f8d9817a2" providerId="ADAL" clId="{5B937277-7CD5-4884-B252-3917F9191E5C}" dt="2026-07-06T08:40:41.752" v="220" actId="478"/>
          <ac:picMkLst>
            <pc:docMk/>
            <pc:sldMk cId="2345982526" sldId="459"/>
            <ac:picMk id="13" creationId="{682087CE-F6C5-0D04-10CD-4905E2CCBAEB}"/>
          </ac:picMkLst>
        </pc:picChg>
        <pc:picChg chg="add mod">
          <ac:chgData name="Hemanthkumar S" userId="e4ec8c6b-5fd3-4a13-a5c4-535f8d9817a2" providerId="ADAL" clId="{5B937277-7CD5-4884-B252-3917F9191E5C}" dt="2026-07-06T08:41:05.749" v="228" actId="1076"/>
          <ac:picMkLst>
            <pc:docMk/>
            <pc:sldMk cId="2345982526" sldId="459"/>
            <ac:picMk id="15" creationId="{DF6F5486-7D95-EE61-10A5-4FD8D2309C8D}"/>
          </ac:picMkLst>
        </pc:picChg>
        <pc:picChg chg="add mod">
          <ac:chgData name="Hemanthkumar S" userId="e4ec8c6b-5fd3-4a13-a5c4-535f8d9817a2" providerId="ADAL" clId="{5B937277-7CD5-4884-B252-3917F9191E5C}" dt="2026-07-06T08:41:02.626" v="227" actId="14100"/>
          <ac:picMkLst>
            <pc:docMk/>
            <pc:sldMk cId="2345982526" sldId="459"/>
            <ac:picMk id="17" creationId="{D3E25997-17E2-B35E-3028-DF39236AFF3E}"/>
          </ac:picMkLst>
        </pc:picChg>
      </pc:sldChg>
      <pc:sldChg chg="add">
        <pc:chgData name="Hemanthkumar S" userId="e4ec8c6b-5fd3-4a13-a5c4-535f8d9817a2" providerId="ADAL" clId="{5B937277-7CD5-4884-B252-3917F9191E5C}" dt="2026-07-06T08:39:30.812" v="207" actId="2890"/>
        <pc:sldMkLst>
          <pc:docMk/>
          <pc:sldMk cId="2861665985" sldId="460"/>
        </pc:sldMkLst>
      </pc:sldChg>
      <pc:sldChg chg="addSp delSp modSp new mod">
        <pc:chgData name="Hemanthkumar S" userId="e4ec8c6b-5fd3-4a13-a5c4-535f8d9817a2" providerId="ADAL" clId="{5B937277-7CD5-4884-B252-3917F9191E5C}" dt="2026-07-06T08:50:53.261" v="339" actId="1076"/>
        <pc:sldMkLst>
          <pc:docMk/>
          <pc:sldMk cId="2470763157" sldId="461"/>
        </pc:sldMkLst>
        <pc:spChg chg="mod">
          <ac:chgData name="Hemanthkumar S" userId="e4ec8c6b-5fd3-4a13-a5c4-535f8d9817a2" providerId="ADAL" clId="{5B937277-7CD5-4884-B252-3917F9191E5C}" dt="2026-07-06T08:49:55.967" v="330" actId="120"/>
          <ac:spMkLst>
            <pc:docMk/>
            <pc:sldMk cId="2470763157" sldId="461"/>
            <ac:spMk id="2" creationId="{DCBE381B-EA11-5689-1FCC-68A771CB0C0E}"/>
          </ac:spMkLst>
        </pc:spChg>
        <pc:spChg chg="add del">
          <ac:chgData name="Hemanthkumar S" userId="e4ec8c6b-5fd3-4a13-a5c4-535f8d9817a2" providerId="ADAL" clId="{5B937277-7CD5-4884-B252-3917F9191E5C}" dt="2026-07-06T08:50:36.032" v="333"/>
          <ac:spMkLst>
            <pc:docMk/>
            <pc:sldMk cId="2470763157" sldId="461"/>
            <ac:spMk id="3" creationId="{345947D4-0671-B640-008F-3C5D72EB4488}"/>
          </ac:spMkLst>
        </pc:spChg>
        <pc:graphicFrameChg chg="add mod">
          <ac:chgData name="Hemanthkumar S" userId="e4ec8c6b-5fd3-4a13-a5c4-535f8d9817a2" providerId="ADAL" clId="{5B937277-7CD5-4884-B252-3917F9191E5C}" dt="2026-07-06T08:50:33.880" v="332"/>
          <ac:graphicFrameMkLst>
            <pc:docMk/>
            <pc:sldMk cId="2470763157" sldId="461"/>
            <ac:graphicFrameMk id="4" creationId="{111F5C6A-1DC9-E57F-A7CA-92AC436B40F0}"/>
          </ac:graphicFrameMkLst>
        </pc:graphicFrameChg>
        <pc:picChg chg="add mod">
          <ac:chgData name="Hemanthkumar S" userId="e4ec8c6b-5fd3-4a13-a5c4-535f8d9817a2" providerId="ADAL" clId="{5B937277-7CD5-4884-B252-3917F9191E5C}" dt="2026-07-06T08:50:53.261" v="339" actId="1076"/>
          <ac:picMkLst>
            <pc:docMk/>
            <pc:sldMk cId="2470763157" sldId="461"/>
            <ac:picMk id="5" creationId="{252C1128-DF4B-F38A-516B-C5C951C9FBFD}"/>
          </ac:picMkLst>
        </pc:picChg>
      </pc:sldChg>
      <pc:sldChg chg="modSp new del mod">
        <pc:chgData name="Hemanthkumar S" userId="e4ec8c6b-5fd3-4a13-a5c4-535f8d9817a2" providerId="ADAL" clId="{5B937277-7CD5-4884-B252-3917F9191E5C}" dt="2026-07-06T08:43:25.958" v="318" actId="2696"/>
        <pc:sldMkLst>
          <pc:docMk/>
          <pc:sldMk cId="2624009905" sldId="461"/>
        </pc:sldMkLst>
        <pc:spChg chg="mod">
          <ac:chgData name="Hemanthkumar S" userId="e4ec8c6b-5fd3-4a13-a5c4-535f8d9817a2" providerId="ADAL" clId="{5B937277-7CD5-4884-B252-3917F9191E5C}" dt="2026-07-06T08:42:52.616" v="317" actId="20577"/>
          <ac:spMkLst>
            <pc:docMk/>
            <pc:sldMk cId="2624009905" sldId="461"/>
            <ac:spMk id="2" creationId="{663F8282-0BEE-853A-B46A-2FACC352275D}"/>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n-US" sz="1860" b="0" i="0" u="none" strike="noStrike" kern="1200" spc="0" baseline="0">
                <a:solidFill>
                  <a:schemeClr val="tx1"/>
                </a:solidFill>
                <a:latin typeface="+mn-lt"/>
                <a:ea typeface="+mn-ea"/>
                <a:cs typeface="+mn-cs"/>
              </a:defRPr>
            </a:pPr>
            <a:r>
              <a:rPr lang="en-US" dirty="0"/>
              <a:t>Orders </a:t>
            </a:r>
            <a:r>
              <a:rPr lang="en-US" sz="1600" i="1" dirty="0"/>
              <a:t>(in thousands)</a:t>
            </a:r>
            <a:endParaRPr lang="en-US" i="1" dirty="0"/>
          </a:p>
        </c:rich>
      </c:tx>
      <c:overlay val="0"/>
      <c:spPr>
        <a:noFill/>
        <a:ln>
          <a:noFill/>
        </a:ln>
        <a:effectLst/>
      </c:spPr>
      <c:txPr>
        <a:bodyPr rot="0" spcFirstLastPara="1" vertOverflow="ellipsis" vert="horz" wrap="square" anchor="ctr" anchorCtr="1"/>
        <a:lstStyle/>
        <a:p>
          <a:pPr>
            <a:defRPr lang="en-US" sz="1860" b="0"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8.6875043075271594E-2"/>
          <c:y val="0.28141417780162897"/>
          <c:w val="0.88394863965681802"/>
          <c:h val="0.58402286318335095"/>
        </c:manualLayout>
      </c:layout>
      <c:barChart>
        <c:barDir val="col"/>
        <c:grouping val="clustered"/>
        <c:varyColors val="0"/>
        <c:ser>
          <c:idx val="0"/>
          <c:order val="0"/>
          <c:tx>
            <c:strRef>
              <c:f>Sheet1!$B$1</c:f>
              <c:strCache>
                <c:ptCount val="1"/>
                <c:pt idx="0">
                  <c:v>February</c:v>
                </c:pt>
              </c:strCache>
            </c:strRef>
          </c:tx>
          <c:spPr>
            <a:solidFill>
              <a:schemeClr val="accent1"/>
            </a:solidFill>
            <a:ln>
              <a:noFill/>
            </a:ln>
            <a:effectLst/>
          </c:spPr>
          <c:invertIfNegative val="0"/>
          <c:dLbls>
            <c:dLbl>
              <c:idx val="0"/>
              <c:tx>
                <c:rich>
                  <a:bodyPr/>
                  <a:lstStyle/>
                  <a:p>
                    <a:r>
                      <a:rPr lang="en-US" dirty="0"/>
                      <a:t>3.2</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5237-45F7-8811-833AF916691A}"/>
                </c:ext>
              </c:extLst>
            </c:dLbl>
            <c:dLbl>
              <c:idx val="1"/>
              <c:tx>
                <c:rich>
                  <a:bodyPr/>
                  <a:lstStyle/>
                  <a:p>
                    <a:r>
                      <a:rPr lang="en-US" dirty="0"/>
                      <a:t>3.7</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5237-45F7-8811-833AF916691A}"/>
                </c:ext>
              </c:extLst>
            </c:dLbl>
            <c:spPr>
              <a:noFill/>
              <a:ln>
                <a:noFill/>
              </a:ln>
              <a:effectLst/>
            </c:spPr>
            <c:txPr>
              <a:bodyPr rot="0" spcFirstLastPara="1" vertOverflow="ellipsis" vert="horz" wrap="square" lIns="38100" tIns="19050" rIns="38100" bIns="19050" anchor="ctr" anchorCtr="1">
                <a:spAutoFit/>
              </a:bodyPr>
              <a:lstStyle/>
              <a:p>
                <a:pPr>
                  <a:defRPr lang="en-US" sz="1195"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Meal Counter</c:v>
                </c:pt>
                <c:pt idx="1">
                  <c:v>Tuckshop</c:v>
                </c:pt>
              </c:strCache>
            </c:strRef>
          </c:cat>
          <c:val>
            <c:numRef>
              <c:f>Sheet1!$B$2:$B$3</c:f>
              <c:numCache>
                <c:formatCode>0.00</c:formatCode>
                <c:ptCount val="2"/>
                <c:pt idx="0" formatCode="General">
                  <c:v>2.7</c:v>
                </c:pt>
                <c:pt idx="1">
                  <c:v>3.3</c:v>
                </c:pt>
              </c:numCache>
            </c:numRef>
          </c:val>
          <c:extLst>
            <c:ext xmlns:c16="http://schemas.microsoft.com/office/drawing/2014/chart" uri="{C3380CC4-5D6E-409C-BE32-E72D297353CC}">
              <c16:uniqueId val="{00000000-59EF-4E8E-B709-1429E22D8F2A}"/>
            </c:ext>
          </c:extLst>
        </c:ser>
        <c:dLbls>
          <c:showLegendKey val="0"/>
          <c:showVal val="1"/>
          <c:showCatName val="0"/>
          <c:showSerName val="0"/>
          <c:showPercent val="0"/>
          <c:showBubbleSize val="0"/>
        </c:dLbls>
        <c:gapWidth val="219"/>
        <c:overlap val="-27"/>
        <c:axId val="291671328"/>
        <c:axId val="291670544"/>
      </c:barChart>
      <c:catAx>
        <c:axId val="2916713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US" sz="1195" b="0" i="0" u="none" strike="noStrike" kern="1200" baseline="0">
                <a:solidFill>
                  <a:schemeClr val="tx1"/>
                </a:solidFill>
                <a:latin typeface="+mn-lt"/>
                <a:ea typeface="+mn-ea"/>
                <a:cs typeface="+mn-cs"/>
              </a:defRPr>
            </a:pPr>
            <a:endParaRPr lang="en-US"/>
          </a:p>
        </c:txPr>
        <c:crossAx val="291670544"/>
        <c:crosses val="autoZero"/>
        <c:auto val="1"/>
        <c:lblAlgn val="ctr"/>
        <c:lblOffset val="100"/>
        <c:noMultiLvlLbl val="0"/>
      </c:catAx>
      <c:valAx>
        <c:axId val="291670544"/>
        <c:scaling>
          <c:orientation val="minMax"/>
          <c:max val="4"/>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en-US" sz="1195" b="0" i="0" u="none" strike="noStrike" kern="1200" baseline="0">
                <a:solidFill>
                  <a:schemeClr val="tx1"/>
                </a:solidFill>
                <a:latin typeface="+mn-lt"/>
                <a:ea typeface="+mn-ea"/>
                <a:cs typeface="+mn-cs"/>
              </a:defRPr>
            </a:pPr>
            <a:endParaRPr lang="en-US"/>
          </a:p>
        </c:txPr>
        <c:crossAx val="291671328"/>
        <c:crosses val="autoZero"/>
        <c:crossBetween val="between"/>
        <c:majorUnit val="2"/>
      </c:valAx>
      <c:spPr>
        <a:noFill/>
        <a:ln>
          <a:noFill/>
        </a:ln>
        <a:effectLst/>
      </c:spPr>
    </c:plotArea>
    <c:plotVisOnly val="1"/>
    <c:dispBlanksAs val="gap"/>
    <c:showDLblsOverMax val="0"/>
    <c:extLst>
      <c:ext uri="{0b15fc19-7d7d-44ad-8c2d-2c3a37ce22c3}">
        <chartProps xmlns="https://web.wps.cn/et/2018/main" chartId="{8efca55a-0ceb-444c-8542-2fe2087baa9e}"/>
      </c:ext>
    </c:extLst>
  </c:chart>
  <c:spPr>
    <a:noFill/>
    <a:ln>
      <a:noFill/>
    </a:ln>
    <a:effectLst/>
  </c:spPr>
  <c:txPr>
    <a:bodyPr/>
    <a:lstStyle/>
    <a:p>
      <a:pPr>
        <a:defRPr lang="en-US">
          <a:solidFill>
            <a:schemeClr val="tx1"/>
          </a:solidFill>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n-US" sz="1860" b="0" i="0" u="none" strike="noStrike" kern="1200" spc="0" baseline="0">
                <a:solidFill>
                  <a:schemeClr val="tx1"/>
                </a:solidFill>
                <a:latin typeface="+mn-lt"/>
                <a:ea typeface="+mn-ea"/>
                <a:cs typeface="+mn-cs"/>
              </a:defRPr>
            </a:pPr>
            <a:r>
              <a:rPr lang="en-US" dirty="0"/>
              <a:t>Sales </a:t>
            </a:r>
            <a:r>
              <a:rPr lang="en-US" sz="1600" i="1" dirty="0"/>
              <a:t>(in lakhs)</a:t>
            </a:r>
            <a:endParaRPr lang="en-US" i="1" dirty="0"/>
          </a:p>
        </c:rich>
      </c:tx>
      <c:overlay val="0"/>
      <c:spPr>
        <a:noFill/>
        <a:ln>
          <a:noFill/>
        </a:ln>
        <a:effectLst/>
      </c:spPr>
      <c:txPr>
        <a:bodyPr rot="0" spcFirstLastPara="1" vertOverflow="ellipsis" vert="horz" wrap="square" anchor="ctr" anchorCtr="1"/>
        <a:lstStyle/>
        <a:p>
          <a:pPr>
            <a:defRPr lang="en-US" sz="1860" b="0"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9.4951682598425693E-2"/>
          <c:y val="0.30016417318795002"/>
          <c:w val="0.87587200013366395"/>
          <c:h val="0.56527286779703101"/>
        </c:manualLayout>
      </c:layout>
      <c:barChart>
        <c:barDir val="col"/>
        <c:grouping val="clustered"/>
        <c:varyColors val="0"/>
        <c:ser>
          <c:idx val="0"/>
          <c:order val="0"/>
          <c:tx>
            <c:strRef>
              <c:f>Sheet1!$B$1</c:f>
              <c:strCache>
                <c:ptCount val="1"/>
                <c:pt idx="0">
                  <c:v>September</c:v>
                </c:pt>
              </c:strCache>
            </c:strRef>
          </c:tx>
          <c:spPr>
            <a:solidFill>
              <a:schemeClr val="accent1"/>
            </a:solidFill>
            <a:ln>
              <a:noFill/>
            </a:ln>
            <a:effectLst/>
          </c:spPr>
          <c:invertIfNegative val="0"/>
          <c:dLbls>
            <c:dLbl>
              <c:idx val="0"/>
              <c:tx>
                <c:rich>
                  <a:bodyPr/>
                  <a:lstStyle/>
                  <a:p>
                    <a:r>
                      <a:rPr lang="en-US"/>
                      <a:t>1.67</a:t>
                    </a:r>
                    <a:endParaRPr lang="en-US" dirty="0"/>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D3DE-4717-892B-1EB850BA517D}"/>
                </c:ext>
              </c:extLst>
            </c:dLbl>
            <c:dLbl>
              <c:idx val="1"/>
              <c:tx>
                <c:rich>
                  <a:bodyPr/>
                  <a:lstStyle/>
                  <a:p>
                    <a:r>
                      <a:rPr lang="en-US"/>
                      <a:t>1.20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D3DE-4717-892B-1EB850BA517D}"/>
                </c:ext>
              </c:extLst>
            </c:dLbl>
            <c:spPr>
              <a:noFill/>
              <a:ln>
                <a:noFill/>
              </a:ln>
              <a:effectLst/>
            </c:spPr>
            <c:txPr>
              <a:bodyPr rot="0" spcFirstLastPara="1" vertOverflow="ellipsis" vert="horz" wrap="square" lIns="38100" tIns="19050" rIns="38100" bIns="19050" anchor="ctr" anchorCtr="1">
                <a:spAutoFit/>
              </a:bodyPr>
              <a:lstStyle/>
              <a:p>
                <a:pPr>
                  <a:defRPr lang="en-US" sz="1195"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Meal Counter</c:v>
                </c:pt>
                <c:pt idx="1">
                  <c:v>Tuckshop</c:v>
                </c:pt>
              </c:strCache>
            </c:strRef>
          </c:cat>
          <c:val>
            <c:numRef>
              <c:f>Sheet1!$B$2:$B$3</c:f>
              <c:numCache>
                <c:formatCode>General</c:formatCode>
                <c:ptCount val="2"/>
                <c:pt idx="0">
                  <c:v>1.53</c:v>
                </c:pt>
                <c:pt idx="1">
                  <c:v>1.27</c:v>
                </c:pt>
              </c:numCache>
            </c:numRef>
          </c:val>
          <c:extLst>
            <c:ext xmlns:c16="http://schemas.microsoft.com/office/drawing/2014/chart" uri="{C3380CC4-5D6E-409C-BE32-E72D297353CC}">
              <c16:uniqueId val="{00000000-D5B7-41F1-8E7F-545D7C59E96F}"/>
            </c:ext>
          </c:extLst>
        </c:ser>
        <c:dLbls>
          <c:showLegendKey val="0"/>
          <c:showVal val="1"/>
          <c:showCatName val="0"/>
          <c:showSerName val="0"/>
          <c:showPercent val="0"/>
          <c:showBubbleSize val="0"/>
        </c:dLbls>
        <c:gapWidth val="219"/>
        <c:overlap val="-27"/>
        <c:axId val="291671720"/>
        <c:axId val="291672896"/>
      </c:barChart>
      <c:catAx>
        <c:axId val="2916717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US" sz="1195" b="0" i="0" u="none" strike="noStrike" kern="1200" baseline="0">
                <a:solidFill>
                  <a:schemeClr val="tx1"/>
                </a:solidFill>
                <a:latin typeface="+mn-lt"/>
                <a:ea typeface="+mn-ea"/>
                <a:cs typeface="+mn-cs"/>
              </a:defRPr>
            </a:pPr>
            <a:endParaRPr lang="en-US"/>
          </a:p>
        </c:txPr>
        <c:crossAx val="291672896"/>
        <c:crosses val="autoZero"/>
        <c:auto val="1"/>
        <c:lblAlgn val="ctr"/>
        <c:lblOffset val="100"/>
        <c:noMultiLvlLbl val="0"/>
      </c:catAx>
      <c:valAx>
        <c:axId val="291672896"/>
        <c:scaling>
          <c:orientation val="minMax"/>
          <c:max val="2"/>
          <c:min val="0"/>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en-US" sz="1195" b="0" i="0" u="none" strike="noStrike" kern="1200" baseline="0">
                <a:solidFill>
                  <a:schemeClr val="tx1"/>
                </a:solidFill>
                <a:latin typeface="+mn-lt"/>
                <a:ea typeface="+mn-ea"/>
                <a:cs typeface="+mn-cs"/>
              </a:defRPr>
            </a:pPr>
            <a:endParaRPr lang="en-US"/>
          </a:p>
        </c:txPr>
        <c:crossAx val="291671720"/>
        <c:crosses val="autoZero"/>
        <c:crossBetween val="between"/>
        <c:majorUnit val="0.5"/>
      </c:valAx>
      <c:spPr>
        <a:noFill/>
        <a:ln>
          <a:noFill/>
        </a:ln>
        <a:effectLst/>
      </c:spPr>
    </c:plotArea>
    <c:plotVisOnly val="1"/>
    <c:dispBlanksAs val="gap"/>
    <c:showDLblsOverMax val="0"/>
    <c:extLst>
      <c:ext uri="{0b15fc19-7d7d-44ad-8c2d-2c3a37ce22c3}">
        <chartProps xmlns="https://web.wps.cn/et/2018/main" chartId="{aedc1359-9d4d-48ee-9653-7efd4fd519c3}"/>
      </c:ext>
    </c:extLst>
  </c:chart>
  <c:spPr>
    <a:noFill/>
    <a:ln>
      <a:noFill/>
    </a:ln>
    <a:effectLst/>
  </c:spPr>
  <c:txPr>
    <a:bodyPr/>
    <a:lstStyle/>
    <a:p>
      <a:pPr>
        <a:defRPr lang="en-US">
          <a:solidFill>
            <a:schemeClr val="tx1"/>
          </a:solidFill>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n-US" sz="1860" b="0" i="0" u="none" strike="noStrike" kern="1200" spc="0" baseline="0">
                <a:solidFill>
                  <a:schemeClr val="tx1"/>
                </a:solidFill>
                <a:latin typeface="+mn-lt"/>
                <a:ea typeface="+mn-ea"/>
                <a:cs typeface="+mn-cs"/>
              </a:defRPr>
            </a:pPr>
            <a:r>
              <a:rPr lang="en-US" dirty="0"/>
              <a:t>Ratings: 146 </a:t>
            </a:r>
          </a:p>
        </c:rich>
      </c:tx>
      <c:overlay val="0"/>
      <c:spPr>
        <a:solidFill>
          <a:schemeClr val="bg1"/>
        </a:solidFill>
        <a:ln>
          <a:noFill/>
        </a:ln>
        <a:effectLst/>
      </c:spPr>
      <c:txPr>
        <a:bodyPr rot="0" spcFirstLastPara="1" vertOverflow="ellipsis" vert="horz" wrap="square" anchor="ctr" anchorCtr="1"/>
        <a:lstStyle/>
        <a:p>
          <a:pPr>
            <a:defRPr lang="en-US" sz="1860" b="0" i="0" u="none" strike="noStrike" kern="1200" spc="0" baseline="0">
              <a:solidFill>
                <a:schemeClr val="tx1"/>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Ratings </c:v>
                </c:pt>
              </c:strCache>
            </c:strRef>
          </c:tx>
          <c:spPr>
            <a:solidFill>
              <a:schemeClr val="accent1"/>
            </a:solidFill>
            <a:ln>
              <a:noFill/>
            </a:ln>
            <a:effectLst/>
          </c:spPr>
          <c:invertIfNegative val="0"/>
          <c:dLbls>
            <c:dLbl>
              <c:idx val="0"/>
              <c:tx>
                <c:rich>
                  <a:bodyPr/>
                  <a:lstStyle/>
                  <a:p>
                    <a:r>
                      <a:rPr lang="en-US"/>
                      <a:t>5</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B8CD-478E-AFAC-9507AB160FF8}"/>
                </c:ext>
              </c:extLst>
            </c:dLbl>
            <c:dLbl>
              <c:idx val="1"/>
              <c:tx>
                <c:rich>
                  <a:bodyPr/>
                  <a:lstStyle/>
                  <a:p>
                    <a:r>
                      <a:rPr lang="en-US"/>
                      <a:t>0</a:t>
                    </a:r>
                    <a:endParaRPr lang="en-US" dirty="0"/>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B8CD-478E-AFAC-9507AB160FF8}"/>
                </c:ext>
              </c:extLst>
            </c:dLbl>
            <c:dLbl>
              <c:idx val="2"/>
              <c:tx>
                <c:rich>
                  <a:bodyPr/>
                  <a:lstStyle/>
                  <a:p>
                    <a:r>
                      <a:rPr lang="en-US"/>
                      <a:t>15</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B8CD-478E-AFAC-9507AB160FF8}"/>
                </c:ext>
              </c:extLst>
            </c:dLbl>
            <c:dLbl>
              <c:idx val="3"/>
              <c:tx>
                <c:rich>
                  <a:bodyPr/>
                  <a:lstStyle/>
                  <a:p>
                    <a:r>
                      <a:rPr lang="en-US"/>
                      <a:t>44</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B8CD-478E-AFAC-9507AB160FF8}"/>
                </c:ext>
              </c:extLst>
            </c:dLbl>
            <c:dLbl>
              <c:idx val="4"/>
              <c:tx>
                <c:rich>
                  <a:bodyPr/>
                  <a:lstStyle/>
                  <a:p>
                    <a:r>
                      <a:rPr lang="en-US"/>
                      <a:t>104</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B8CD-478E-AFAC-9507AB160FF8}"/>
                </c:ext>
              </c:extLst>
            </c:dLbl>
            <c:spPr>
              <a:noFill/>
              <a:ln>
                <a:noFill/>
              </a:ln>
              <a:effectLst/>
            </c:spPr>
            <c:txPr>
              <a:bodyPr rot="0" spcFirstLastPara="1" vertOverflow="ellipsis" vert="horz" wrap="square" lIns="38100" tIns="19050" rIns="38100" bIns="19050" anchor="ctr" anchorCtr="1"/>
              <a:lstStyle/>
              <a:p>
                <a:pPr>
                  <a:defRPr lang="en-US" sz="1195"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1*</c:v>
                </c:pt>
                <c:pt idx="1">
                  <c:v>2*</c:v>
                </c:pt>
                <c:pt idx="2">
                  <c:v>3*</c:v>
                </c:pt>
                <c:pt idx="3">
                  <c:v>4*</c:v>
                </c:pt>
                <c:pt idx="4">
                  <c:v>5*</c:v>
                </c:pt>
              </c:strCache>
            </c:strRef>
          </c:cat>
          <c:val>
            <c:numRef>
              <c:f>Sheet1!$B$2:$B$6</c:f>
              <c:numCache>
                <c:formatCode>General</c:formatCode>
                <c:ptCount val="5"/>
                <c:pt idx="0">
                  <c:v>7</c:v>
                </c:pt>
                <c:pt idx="1">
                  <c:v>2</c:v>
                </c:pt>
                <c:pt idx="2">
                  <c:v>21</c:v>
                </c:pt>
                <c:pt idx="3">
                  <c:v>45</c:v>
                </c:pt>
                <c:pt idx="4">
                  <c:v>71</c:v>
                </c:pt>
              </c:numCache>
            </c:numRef>
          </c:val>
          <c:extLst>
            <c:ext xmlns:c16="http://schemas.microsoft.com/office/drawing/2014/chart" uri="{C3380CC4-5D6E-409C-BE32-E72D297353CC}">
              <c16:uniqueId val="{00000000-AD73-4BA0-9B95-7903F061FFE1}"/>
            </c:ext>
          </c:extLst>
        </c:ser>
        <c:dLbls>
          <c:showLegendKey val="0"/>
          <c:showVal val="1"/>
          <c:showCatName val="0"/>
          <c:showSerName val="0"/>
          <c:showPercent val="0"/>
          <c:showBubbleSize val="0"/>
        </c:dLbls>
        <c:gapWidth val="219"/>
        <c:overlap val="-27"/>
        <c:axId val="291668584"/>
        <c:axId val="286161872"/>
      </c:barChart>
      <c:catAx>
        <c:axId val="2916685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US" sz="1195" b="0" i="0" u="none" strike="noStrike" kern="1200" baseline="0">
                <a:solidFill>
                  <a:schemeClr val="tx1"/>
                </a:solidFill>
                <a:latin typeface="+mn-lt"/>
                <a:ea typeface="+mn-ea"/>
                <a:cs typeface="+mn-cs"/>
              </a:defRPr>
            </a:pPr>
            <a:endParaRPr lang="en-US"/>
          </a:p>
        </c:txPr>
        <c:crossAx val="286161872"/>
        <c:crosses val="autoZero"/>
        <c:auto val="1"/>
        <c:lblAlgn val="ctr"/>
        <c:lblOffset val="100"/>
        <c:noMultiLvlLbl val="0"/>
      </c:catAx>
      <c:valAx>
        <c:axId val="286161872"/>
        <c:scaling>
          <c:orientation val="minMax"/>
        </c:scaling>
        <c:delete val="1"/>
        <c:axPos val="l"/>
        <c:numFmt formatCode="General" sourceLinked="1"/>
        <c:majorTickMark val="none"/>
        <c:minorTickMark val="none"/>
        <c:tickLblPos val="nextTo"/>
        <c:crossAx val="291668584"/>
        <c:crosses val="autoZero"/>
        <c:crossBetween val="between"/>
        <c:majorUnit val="5"/>
      </c:valAx>
      <c:spPr>
        <a:solidFill>
          <a:schemeClr val="bg1"/>
        </a:solidFill>
        <a:ln>
          <a:noFill/>
        </a:ln>
        <a:effectLst/>
      </c:spPr>
    </c:plotArea>
    <c:plotVisOnly val="1"/>
    <c:dispBlanksAs val="gap"/>
    <c:showDLblsOverMax val="0"/>
    <c:extLst>
      <c:ext uri="{0b15fc19-7d7d-44ad-8c2d-2c3a37ce22c3}">
        <chartProps xmlns="https://web.wps.cn/et/2018/main" chartId="{b46191c4-1ac4-456a-9b1c-b79d16c5469b}"/>
      </c:ext>
    </c:extLst>
  </c:chart>
  <c:spPr>
    <a:solidFill>
      <a:schemeClr val="bg1"/>
    </a:solidFill>
    <a:ln>
      <a:noFill/>
    </a:ln>
    <a:effectLst/>
  </c:spPr>
  <c:txPr>
    <a:bodyPr/>
    <a:lstStyle/>
    <a:p>
      <a:pPr>
        <a:defRPr lang="en-US">
          <a:solidFill>
            <a:schemeClr val="tx1"/>
          </a:solidFill>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n-US" sz="1400" b="0" i="0" u="none" strike="noStrike" kern="1200" spc="0" baseline="0">
                <a:solidFill>
                  <a:schemeClr val="dk1"/>
                </a:solidFill>
                <a:latin typeface="+mn-lt"/>
                <a:ea typeface="+mn-ea"/>
                <a:cs typeface="+mn-cs"/>
              </a:defRPr>
            </a:pPr>
            <a:r>
              <a:rPr lang="en-US" sz="1400" dirty="0"/>
              <a:t>Day</a:t>
            </a:r>
            <a:r>
              <a:rPr lang="en-US" sz="1400" baseline="0" dirty="0"/>
              <a:t> wise total mea</a:t>
            </a:r>
            <a:r>
              <a:rPr lang="en-US" sz="1400" dirty="0"/>
              <a:t>ls</a:t>
            </a:r>
          </a:p>
        </c:rich>
      </c:tx>
      <c:overlay val="0"/>
      <c:spPr>
        <a:noFill/>
        <a:ln>
          <a:noFill/>
        </a:ln>
        <a:effectLst/>
      </c:spPr>
      <c:txPr>
        <a:bodyPr rot="0" spcFirstLastPara="1" vertOverflow="ellipsis" vert="horz" wrap="square" anchor="ctr" anchorCtr="1"/>
        <a:lstStyle/>
        <a:p>
          <a:pPr>
            <a:defRPr lang="en-US" sz="1400" b="0" i="0" u="none" strike="noStrike" kern="1200" spc="0" baseline="0">
              <a:solidFill>
                <a:schemeClr val="dk1"/>
              </a:solidFill>
              <a:latin typeface="+mn-lt"/>
              <a:ea typeface="+mn-ea"/>
              <a:cs typeface="+mn-cs"/>
            </a:defRPr>
          </a:pPr>
          <a:endParaRPr lang="en-US"/>
        </a:p>
      </c:txPr>
    </c:title>
    <c:autoTitleDeleted val="0"/>
    <c:plotArea>
      <c:layout>
        <c:manualLayout>
          <c:layoutTarget val="inner"/>
          <c:xMode val="edge"/>
          <c:yMode val="edge"/>
          <c:x val="3.58005135299563E-2"/>
          <c:y val="0.222358896213073"/>
          <c:w val="0.95074887676618602"/>
          <c:h val="0.65792655766651598"/>
        </c:manualLayout>
      </c:layout>
      <c:barChart>
        <c:barDir val="col"/>
        <c:grouping val="clustered"/>
        <c:varyColors val="0"/>
        <c:ser>
          <c:idx val="0"/>
          <c:order val="0"/>
          <c:tx>
            <c:strRef>
              <c:f>Sheet1!$B$1</c:f>
              <c:strCache>
                <c:ptCount val="1"/>
                <c:pt idx="0">
                  <c:v>Meal Counter</c:v>
                </c:pt>
              </c:strCache>
            </c:strRef>
          </c:tx>
          <c:spPr>
            <a:solidFill>
              <a:schemeClr val="accent1"/>
            </a:solidFill>
            <a:ln>
              <a:noFill/>
            </a:ln>
            <a:effectLst/>
            <a:sp3d/>
          </c:spPr>
          <c:invertIfNegative val="0"/>
          <c:dLbls>
            <c:dLbl>
              <c:idx val="0"/>
              <c:tx>
                <c:rich>
                  <a:bodyPr/>
                  <a:lstStyle/>
                  <a:p>
                    <a:r>
                      <a:rPr lang="en-US"/>
                      <a:t>504</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E781-4473-8312-1FBFA5A541CC}"/>
                </c:ext>
              </c:extLst>
            </c:dLbl>
            <c:dLbl>
              <c:idx val="1"/>
              <c:tx>
                <c:rich>
                  <a:bodyPr/>
                  <a:lstStyle/>
                  <a:p>
                    <a:r>
                      <a:rPr lang="en-US"/>
                      <a:t>771</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E781-4473-8312-1FBFA5A541CC}"/>
                </c:ext>
              </c:extLst>
            </c:dLbl>
            <c:dLbl>
              <c:idx val="2"/>
              <c:tx>
                <c:rich>
                  <a:bodyPr/>
                  <a:lstStyle/>
                  <a:p>
                    <a:r>
                      <a:rPr lang="en-US"/>
                      <a:t>790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E781-4473-8312-1FBFA5A541CC}"/>
                </c:ext>
              </c:extLst>
            </c:dLbl>
            <c:dLbl>
              <c:idx val="3"/>
              <c:tx>
                <c:rich>
                  <a:bodyPr/>
                  <a:lstStyle/>
                  <a:p>
                    <a:r>
                      <a:rPr lang="en-US"/>
                      <a:t>682</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E781-4473-8312-1FBFA5A541CC}"/>
                </c:ext>
              </c:extLst>
            </c:dLbl>
            <c:dLbl>
              <c:idx val="4"/>
              <c:tx>
                <c:rich>
                  <a:bodyPr/>
                  <a:lstStyle/>
                  <a:p>
                    <a:r>
                      <a:rPr lang="en-US"/>
                      <a:t>346</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E781-4473-8312-1FBFA5A541CC}"/>
                </c:ext>
              </c:extLst>
            </c:dLbl>
            <c:dLbl>
              <c:idx val="5"/>
              <c:tx>
                <c:rich>
                  <a:bodyPr/>
                  <a:lstStyle/>
                  <a:p>
                    <a:r>
                      <a:rPr lang="en-US"/>
                      <a:t>88</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E781-4473-8312-1FBFA5A541CC}"/>
                </c:ext>
              </c:extLst>
            </c:dLbl>
            <c:dLbl>
              <c:idx val="6"/>
              <c:tx>
                <c:rich>
                  <a:bodyPr/>
                  <a:lstStyle/>
                  <a:p>
                    <a:r>
                      <a:rPr lang="en-US"/>
                      <a:t>66</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E781-4473-8312-1FBFA5A541CC}"/>
                </c:ext>
              </c:extLst>
            </c:dLbl>
            <c:spPr>
              <a:noFill/>
              <a:ln>
                <a:noFill/>
              </a:ln>
              <a:effectLst/>
            </c:spPr>
            <c:txPr>
              <a:bodyPr rot="0" spcFirstLastPara="1" vertOverflow="ellipsis" vert="horz" wrap="square" lIns="38100" tIns="19050" rIns="38100" bIns="19050" anchor="ctr" anchorCtr="1"/>
              <a:lstStyle/>
              <a:p>
                <a:pPr>
                  <a:defRPr lang="en-US" sz="1195" b="0" i="0" u="none" strike="noStrike" kern="1200" baseline="0">
                    <a:solidFill>
                      <a:schemeClr val="dk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7"/>
                <c:pt idx="0">
                  <c:v>Monday</c:v>
                </c:pt>
                <c:pt idx="1">
                  <c:v>Tuesday</c:v>
                </c:pt>
                <c:pt idx="2">
                  <c:v>Wednesday</c:v>
                </c:pt>
                <c:pt idx="3">
                  <c:v>Thursday</c:v>
                </c:pt>
                <c:pt idx="4">
                  <c:v>Friday</c:v>
                </c:pt>
                <c:pt idx="5">
                  <c:v>Saturday </c:v>
                </c:pt>
                <c:pt idx="6">
                  <c:v>Sunday</c:v>
                </c:pt>
              </c:strCache>
            </c:strRef>
          </c:cat>
          <c:val>
            <c:numRef>
              <c:f>Sheet1!$B$2:$B$9</c:f>
              <c:numCache>
                <c:formatCode>General</c:formatCode>
                <c:ptCount val="8"/>
                <c:pt idx="0">
                  <c:v>508</c:v>
                </c:pt>
                <c:pt idx="1">
                  <c:v>796</c:v>
                </c:pt>
                <c:pt idx="2">
                  <c:v>582</c:v>
                </c:pt>
                <c:pt idx="3">
                  <c:v>588</c:v>
                </c:pt>
                <c:pt idx="4">
                  <c:v>407</c:v>
                </c:pt>
                <c:pt idx="5">
                  <c:v>81</c:v>
                </c:pt>
                <c:pt idx="6" formatCode="_ * #,##0_ ;_ * \-#,##0_ ;_ * &quot;-&quot;??_ ;_ @_ ">
                  <c:v>86</c:v>
                </c:pt>
              </c:numCache>
            </c:numRef>
          </c:val>
          <c:extLst>
            <c:ext xmlns:c16="http://schemas.microsoft.com/office/drawing/2014/chart" uri="{C3380CC4-5D6E-409C-BE32-E72D297353CC}">
              <c16:uniqueId val="{00000000-558E-4F6F-B91A-1996A392176D}"/>
            </c:ext>
          </c:extLst>
        </c:ser>
        <c:dLbls>
          <c:showLegendKey val="0"/>
          <c:showVal val="1"/>
          <c:showCatName val="0"/>
          <c:showSerName val="0"/>
          <c:showPercent val="0"/>
          <c:showBubbleSize val="0"/>
        </c:dLbls>
        <c:gapWidth val="219"/>
        <c:axId val="349680352"/>
        <c:axId val="349682704"/>
      </c:barChart>
      <c:catAx>
        <c:axId val="3496803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US" sz="1000" b="0" i="0" u="none" strike="noStrike" kern="1200" baseline="0">
                <a:solidFill>
                  <a:schemeClr val="dk1"/>
                </a:solidFill>
                <a:latin typeface="+mn-lt"/>
                <a:ea typeface="+mn-ea"/>
                <a:cs typeface="+mn-cs"/>
              </a:defRPr>
            </a:pPr>
            <a:endParaRPr lang="en-US"/>
          </a:p>
        </c:txPr>
        <c:crossAx val="349682704"/>
        <c:crosses val="autoZero"/>
        <c:auto val="1"/>
        <c:lblAlgn val="ctr"/>
        <c:lblOffset val="100"/>
        <c:noMultiLvlLbl val="0"/>
      </c:catAx>
      <c:valAx>
        <c:axId val="349682704"/>
        <c:scaling>
          <c:orientation val="minMax"/>
        </c:scaling>
        <c:delete val="1"/>
        <c:axPos val="l"/>
        <c:numFmt formatCode="General" sourceLinked="1"/>
        <c:majorTickMark val="none"/>
        <c:minorTickMark val="none"/>
        <c:tickLblPos val="nextTo"/>
        <c:crossAx val="349680352"/>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lang="en-US" sz="1195" b="0" i="0" u="none" strike="noStrike" kern="1200" baseline="0">
              <a:solidFill>
                <a:schemeClr val="dk1"/>
              </a:solidFill>
              <a:latin typeface="+mn-lt"/>
              <a:ea typeface="+mn-ea"/>
              <a:cs typeface="+mn-cs"/>
            </a:defRPr>
          </a:pPr>
          <a:endParaRPr lang="en-US"/>
        </a:p>
      </c:txPr>
    </c:legend>
    <c:plotVisOnly val="1"/>
    <c:dispBlanksAs val="gap"/>
    <c:showDLblsOverMax val="0"/>
  </c:chart>
  <c:spPr>
    <a:solidFill>
      <a:schemeClr val="lt1"/>
    </a:solidFill>
    <a:ln w="12700" cap="flat" cmpd="sng" algn="ctr">
      <a:solidFill>
        <a:schemeClr val="accent1"/>
      </a:solidFill>
      <a:prstDash val="solid"/>
      <a:miter lim="800000"/>
    </a:ln>
    <a:effectLst/>
  </c:spPr>
  <c:txPr>
    <a:bodyPr/>
    <a:lstStyle/>
    <a:p>
      <a:pPr>
        <a:defRPr lang="en-US">
          <a:solidFill>
            <a:schemeClr val="dk1"/>
          </a:solidFill>
          <a:latin typeface="+mn-lt"/>
          <a:ea typeface="+mn-ea"/>
          <a:cs typeface="+mn-cs"/>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lang="en-US" sz="1860" b="0"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8.8595774483483103E-2"/>
          <c:y val="0.245750716259372"/>
          <c:w val="0.88418092252505198"/>
          <c:h val="0.64233201096898296"/>
        </c:manualLayout>
      </c:layout>
      <c:barChart>
        <c:barDir val="col"/>
        <c:grouping val="clustered"/>
        <c:varyColors val="0"/>
        <c:ser>
          <c:idx val="0"/>
          <c:order val="0"/>
          <c:tx>
            <c:strRef>
              <c:f>Sheet1!$B$1</c:f>
              <c:strCache>
                <c:ptCount val="1"/>
                <c:pt idx="0">
                  <c:v>TuckShop</c:v>
                </c:pt>
              </c:strCache>
            </c:strRef>
          </c:tx>
          <c:spPr>
            <a:solidFill>
              <a:schemeClr val="accent1"/>
            </a:solidFill>
            <a:ln>
              <a:noFill/>
            </a:ln>
            <a:effectLst/>
          </c:spPr>
          <c:invertIfNegative val="0"/>
          <c:dLbls>
            <c:dLbl>
              <c:idx val="0"/>
              <c:tx>
                <c:rich>
                  <a:bodyPr/>
                  <a:lstStyle/>
                  <a:p>
                    <a:r>
                      <a:rPr lang="en-US"/>
                      <a:t>548</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B05E-428E-9676-81252780BBA3}"/>
                </c:ext>
              </c:extLst>
            </c:dLbl>
            <c:dLbl>
              <c:idx val="1"/>
              <c:tx>
                <c:rich>
                  <a:bodyPr/>
                  <a:lstStyle/>
                  <a:p>
                    <a:r>
                      <a:rPr lang="en-US"/>
                      <a:t>941</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B05E-428E-9676-81252780BBA3}"/>
                </c:ext>
              </c:extLst>
            </c:dLbl>
            <c:dLbl>
              <c:idx val="2"/>
              <c:tx>
                <c:rich>
                  <a:bodyPr/>
                  <a:lstStyle/>
                  <a:p>
                    <a:r>
                      <a:rPr lang="en-US"/>
                      <a:t>854</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B05E-428E-9676-81252780BBA3}"/>
                </c:ext>
              </c:extLst>
            </c:dLbl>
            <c:dLbl>
              <c:idx val="3"/>
              <c:tx>
                <c:rich>
                  <a:bodyPr/>
                  <a:lstStyle/>
                  <a:p>
                    <a:r>
                      <a:rPr lang="en-US"/>
                      <a:t>877</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B05E-428E-9676-81252780BBA3}"/>
                </c:ext>
              </c:extLst>
            </c:dLbl>
            <c:dLbl>
              <c:idx val="4"/>
              <c:tx>
                <c:rich>
                  <a:bodyPr/>
                  <a:lstStyle/>
                  <a:p>
                    <a:r>
                      <a:rPr lang="en-US"/>
                      <a:t>354</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B05E-428E-9676-81252780BBA3}"/>
                </c:ext>
              </c:extLst>
            </c:dLbl>
            <c:dLbl>
              <c:idx val="5"/>
              <c:tx>
                <c:rich>
                  <a:bodyPr/>
                  <a:lstStyle/>
                  <a:p>
                    <a:r>
                      <a:rPr lang="en-US"/>
                      <a:t>81</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B05E-428E-9676-81252780BBA3}"/>
                </c:ext>
              </c:extLst>
            </c:dLbl>
            <c:dLbl>
              <c:idx val="6"/>
              <c:tx>
                <c:rich>
                  <a:bodyPr/>
                  <a:lstStyle/>
                  <a:p>
                    <a:r>
                      <a:rPr lang="en-US"/>
                      <a:t>52</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B05E-428E-9676-81252780BBA3}"/>
                </c:ext>
              </c:extLst>
            </c:dLbl>
            <c:spPr>
              <a:noFill/>
              <a:ln>
                <a:noFill/>
              </a:ln>
              <a:effectLst/>
            </c:spPr>
            <c:txPr>
              <a:bodyPr rot="0" spcFirstLastPara="1" vertOverflow="ellipsis" vert="horz" wrap="square" lIns="38100" tIns="19050" rIns="38100" bIns="19050" anchor="ctr" anchorCtr="1"/>
              <a:lstStyle/>
              <a:p>
                <a:pPr>
                  <a:defRPr lang="en-US" sz="1195"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Monday</c:v>
                </c:pt>
                <c:pt idx="1">
                  <c:v>Tuesday</c:v>
                </c:pt>
                <c:pt idx="2">
                  <c:v>Wednesday</c:v>
                </c:pt>
                <c:pt idx="3">
                  <c:v>Thursday</c:v>
                </c:pt>
                <c:pt idx="4">
                  <c:v>Friday</c:v>
                </c:pt>
                <c:pt idx="5">
                  <c:v>Saturday </c:v>
                </c:pt>
                <c:pt idx="6">
                  <c:v>Sunday</c:v>
                </c:pt>
              </c:strCache>
            </c:strRef>
          </c:cat>
          <c:val>
            <c:numRef>
              <c:f>Sheet1!$B$2:$B$8</c:f>
              <c:numCache>
                <c:formatCode>General</c:formatCode>
                <c:ptCount val="7"/>
                <c:pt idx="0">
                  <c:v>581</c:v>
                </c:pt>
                <c:pt idx="1">
                  <c:v>1044</c:v>
                </c:pt>
                <c:pt idx="2">
                  <c:v>779</c:v>
                </c:pt>
                <c:pt idx="3">
                  <c:v>970</c:v>
                </c:pt>
                <c:pt idx="4">
                  <c:v>493</c:v>
                </c:pt>
                <c:pt idx="5">
                  <c:v>120</c:v>
                </c:pt>
                <c:pt idx="6">
                  <c:v>138</c:v>
                </c:pt>
              </c:numCache>
            </c:numRef>
          </c:val>
          <c:extLst>
            <c:ext xmlns:c16="http://schemas.microsoft.com/office/drawing/2014/chart" uri="{C3380CC4-5D6E-409C-BE32-E72D297353CC}">
              <c16:uniqueId val="{00000000-82FD-4B4D-8C36-E3A28201319C}"/>
            </c:ext>
          </c:extLst>
        </c:ser>
        <c:dLbls>
          <c:showLegendKey val="0"/>
          <c:showVal val="1"/>
          <c:showCatName val="0"/>
          <c:showSerName val="0"/>
          <c:showPercent val="0"/>
          <c:showBubbleSize val="0"/>
        </c:dLbls>
        <c:gapWidth val="219"/>
        <c:overlap val="-27"/>
        <c:axId val="349683096"/>
        <c:axId val="349680744"/>
      </c:barChart>
      <c:catAx>
        <c:axId val="3496830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US" sz="1000" b="0" i="0" u="none" strike="noStrike" kern="1200" baseline="0">
                <a:solidFill>
                  <a:schemeClr val="tx1"/>
                </a:solidFill>
                <a:latin typeface="+mn-lt"/>
                <a:ea typeface="+mn-ea"/>
                <a:cs typeface="+mn-cs"/>
              </a:defRPr>
            </a:pPr>
            <a:endParaRPr lang="en-US"/>
          </a:p>
        </c:txPr>
        <c:crossAx val="349680744"/>
        <c:crosses val="autoZero"/>
        <c:auto val="1"/>
        <c:lblAlgn val="ctr"/>
        <c:lblOffset val="100"/>
        <c:noMultiLvlLbl val="0"/>
      </c:catAx>
      <c:valAx>
        <c:axId val="349680744"/>
        <c:scaling>
          <c:orientation val="minMax"/>
        </c:scaling>
        <c:delete val="1"/>
        <c:axPos val="l"/>
        <c:numFmt formatCode="General" sourceLinked="1"/>
        <c:majorTickMark val="none"/>
        <c:minorTickMark val="none"/>
        <c:tickLblPos val="nextTo"/>
        <c:crossAx val="349683096"/>
        <c:crosses val="autoZero"/>
        <c:crossBetween val="between"/>
        <c:majorUnit val="200"/>
      </c:valAx>
      <c:spPr>
        <a:noFill/>
        <a:ln>
          <a:noFill/>
        </a:ln>
        <a:effectLst/>
      </c:spPr>
    </c:plotArea>
    <c:plotVisOnly val="1"/>
    <c:dispBlanksAs val="gap"/>
    <c:showDLblsOverMax val="0"/>
    <c:extLst>
      <c:ext uri="{0b15fc19-7d7d-44ad-8c2d-2c3a37ce22c3}">
        <chartProps xmlns="https://web.wps.cn/et/2018/main" chartId="{39ee35e9-284c-4057-b22f-eb50855eea85}"/>
      </c:ext>
    </c:extLst>
  </c:chart>
  <c:spPr>
    <a:solidFill>
      <a:schemeClr val="bg1"/>
    </a:solidFill>
    <a:ln>
      <a:solidFill>
        <a:srgbClr val="FFC000"/>
      </a:solidFill>
    </a:ln>
    <a:effectLst>
      <a:softEdge rad="12700"/>
    </a:effectLst>
  </c:spPr>
  <c:txPr>
    <a:bodyPr/>
    <a:lstStyle/>
    <a:p>
      <a:pPr>
        <a:defRPr lang="en-US">
          <a:solidFill>
            <a:schemeClr val="tx1"/>
          </a:solidFill>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75C3C2B-4726-4E40-85F6-2F9F12CC171D}" type="datetimeFigureOut">
              <a:rPr lang="en-IN" smtClean="0"/>
              <a:t>06-07-2026</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9A60005-ED0E-42E9-88A1-3A3A8FDABB98}" type="slidenum">
              <a:rPr lang="en-IN" smtClean="0"/>
              <a:t>‹#›</a:t>
            </a:fld>
            <a:endParaRPr lang="en-IN"/>
          </a:p>
        </p:txBody>
      </p:sp>
    </p:spTree>
    <p:extLst>
      <p:ext uri="{BB962C8B-B14F-4D97-AF65-F5344CB8AC3E}">
        <p14:creationId xmlns:p14="http://schemas.microsoft.com/office/powerpoint/2010/main" val="394635162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68DA39-3740-4F48-9186-18787786DEE9}" type="datetimeFigureOut">
              <a:rPr lang="en-IN" smtClean="0"/>
              <a:t>06-07-2026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BCA6FD-B3A8-4473-AE14-3C0A06E908C1}" type="slidenum">
              <a:rPr lang="en-IN" smtClean="0"/>
              <a:t>‹#›</a:t>
            </a:fld>
            <a:endParaRPr lang="en-IN"/>
          </a:p>
        </p:txBody>
      </p:sp>
    </p:spTree>
    <p:extLst>
      <p:ext uri="{BB962C8B-B14F-4D97-AF65-F5344CB8AC3E}">
        <p14:creationId xmlns:p14="http://schemas.microsoft.com/office/powerpoint/2010/main" val="2043432628"/>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3BCA6FD-B3A8-4473-AE14-3C0A06E908C1}" type="slidenum">
              <a:rPr lang="en-IN" smtClean="0"/>
              <a:t>2</a:t>
            </a:fld>
            <a:endParaRPr lang="en-IN"/>
          </a:p>
        </p:txBody>
      </p:sp>
    </p:spTree>
    <p:extLst>
      <p:ext uri="{BB962C8B-B14F-4D97-AF65-F5344CB8AC3E}">
        <p14:creationId xmlns:p14="http://schemas.microsoft.com/office/powerpoint/2010/main" val="22063801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3BCA6FD-B3A8-4473-AE14-3C0A06E908C1}" type="slidenum">
              <a:rPr lang="en-IN" smtClean="0"/>
              <a:t>4</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15" name="Google Shape;14;p2"/>
          <p:cNvPicPr preferRelativeResize="0"/>
          <p:nvPr userDrawn="1"/>
        </p:nvPicPr>
        <p:blipFill>
          <a:blip r:embed="rId2">
            <a:extLst>
              <a:ext uri="{28A0092B-C50C-407E-A947-70E740481C1C}">
                <a14:useLocalDpi xmlns:a14="http://schemas.microsoft.com/office/drawing/2010/main" val="0"/>
              </a:ext>
            </a:extLst>
          </a:blip>
          <a:srcRect/>
          <a:stretch>
            <a:fillRect/>
          </a:stretch>
        </p:blipFill>
        <p:spPr>
          <a:xfrm>
            <a:off x="5885873" y="1963431"/>
            <a:ext cx="6306100" cy="4419463"/>
          </a:xfrm>
          <a:prstGeom prst="rect">
            <a:avLst/>
          </a:prstGeom>
          <a:noFill/>
          <a:ln>
            <a:noFill/>
          </a:ln>
        </p:spPr>
      </p:pic>
      <p:sp>
        <p:nvSpPr>
          <p:cNvPr id="16" name="Google Shape;15;p2"/>
          <p:cNvSpPr/>
          <p:nvPr userDrawn="1"/>
        </p:nvSpPr>
        <p:spPr>
          <a:xfrm>
            <a:off x="0" y="6164493"/>
            <a:ext cx="5522393" cy="693599"/>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6;p2"/>
          <p:cNvSpPr/>
          <p:nvPr userDrawn="1"/>
        </p:nvSpPr>
        <p:spPr>
          <a:xfrm>
            <a:off x="7578424" y="0"/>
            <a:ext cx="4613576" cy="3756262"/>
          </a:xfrm>
          <a:custGeom>
            <a:avLst/>
            <a:gdLst/>
            <a:ahLst/>
            <a:cxnLst/>
            <a:rect l="l" t="t" r="r" b="b"/>
            <a:pathLst>
              <a:path w="4613582" h="3384024" extrusionOk="0">
                <a:moveTo>
                  <a:pt x="107568" y="0"/>
                </a:moveTo>
                <a:lnTo>
                  <a:pt x="4613582" y="0"/>
                </a:lnTo>
                <a:lnTo>
                  <a:pt x="4613582" y="3384024"/>
                </a:lnTo>
                <a:lnTo>
                  <a:pt x="4600024" y="3313266"/>
                </a:lnTo>
                <a:cubicBezTo>
                  <a:pt x="4380776" y="2269491"/>
                  <a:pt x="4003207" y="1713035"/>
                  <a:pt x="3392621" y="1560744"/>
                </a:cubicBezTo>
                <a:cubicBezTo>
                  <a:pt x="2641131" y="1373309"/>
                  <a:pt x="2220717" y="1919847"/>
                  <a:pt x="1416676" y="1791972"/>
                </a:cubicBezTo>
                <a:cubicBezTo>
                  <a:pt x="612635" y="1664097"/>
                  <a:pt x="101131" y="839034"/>
                  <a:pt x="18800" y="478179"/>
                </a:cubicBezTo>
                <a:cubicBezTo>
                  <a:pt x="-12074" y="342859"/>
                  <a:pt x="-7722" y="206060"/>
                  <a:pt x="52918" y="81639"/>
                </a:cubicBezTo>
                <a:close/>
              </a:path>
            </a:pathLst>
          </a:custGeom>
          <a:solidFill>
            <a:srgbClr val="FFF9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18" name="Google Shape;17;p2"/>
          <p:cNvSpPr/>
          <p:nvPr userDrawn="1"/>
        </p:nvSpPr>
        <p:spPr>
          <a:xfrm>
            <a:off x="10741559" y="683171"/>
            <a:ext cx="1293312" cy="5593405"/>
          </a:xfrm>
          <a:custGeom>
            <a:avLst/>
            <a:gdLst/>
            <a:ahLst/>
            <a:cxnLst/>
            <a:rect l="l" t="t" r="r" b="b"/>
            <a:pathLst>
              <a:path w="1293313" h="5519815" extrusionOk="0">
                <a:moveTo>
                  <a:pt x="0" y="0"/>
                </a:moveTo>
                <a:lnTo>
                  <a:pt x="66952" y="12392"/>
                </a:lnTo>
                <a:cubicBezTo>
                  <a:pt x="295021" y="67050"/>
                  <a:pt x="511359" y="186691"/>
                  <a:pt x="691937" y="440691"/>
                </a:cubicBezTo>
                <a:cubicBezTo>
                  <a:pt x="1251729" y="1228091"/>
                  <a:pt x="1813508" y="4129065"/>
                  <a:pt x="425966" y="5448832"/>
                </a:cubicBezTo>
                <a:lnTo>
                  <a:pt x="344699" y="5519815"/>
                </a:lnTo>
                <a:lnTo>
                  <a:pt x="318419" y="5519815"/>
                </a:lnTo>
                <a:lnTo>
                  <a:pt x="399686" y="5448832"/>
                </a:lnTo>
                <a:cubicBezTo>
                  <a:pt x="1787228" y="4129065"/>
                  <a:pt x="1225449" y="1228091"/>
                  <a:pt x="665657" y="440691"/>
                </a:cubicBezTo>
                <a:cubicBezTo>
                  <a:pt x="503136" y="212091"/>
                  <a:pt x="311651" y="92322"/>
                  <a:pt x="108716" y="30809"/>
                </a:cubicBezTo>
                <a:lnTo>
                  <a:pt x="0" y="7616"/>
                </a:lnTo>
                <a:close/>
              </a:path>
            </a:pathLst>
          </a:custGeom>
          <a:solidFill>
            <a:srgbClr val="ED694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19" name="Google Shape;18;p2"/>
          <p:cNvSpPr/>
          <p:nvPr userDrawn="1"/>
        </p:nvSpPr>
        <p:spPr>
          <a:xfrm>
            <a:off x="8657531" y="0"/>
            <a:ext cx="3534454" cy="6856543"/>
          </a:xfrm>
          <a:custGeom>
            <a:avLst/>
            <a:gdLst/>
            <a:ahLst/>
            <a:cxnLst/>
            <a:rect l="l" t="t" r="r" b="b"/>
            <a:pathLst>
              <a:path w="3534459" h="6856550" extrusionOk="0">
                <a:moveTo>
                  <a:pt x="0" y="0"/>
                </a:moveTo>
                <a:lnTo>
                  <a:pt x="3534459" y="0"/>
                </a:lnTo>
                <a:lnTo>
                  <a:pt x="3534459" y="6856550"/>
                </a:lnTo>
                <a:lnTo>
                  <a:pt x="2807903" y="6856550"/>
                </a:lnTo>
                <a:lnTo>
                  <a:pt x="2760340" y="6840671"/>
                </a:lnTo>
                <a:cubicBezTo>
                  <a:pt x="2359727" y="6683271"/>
                  <a:pt x="2165597" y="6475085"/>
                  <a:pt x="2416861" y="6273801"/>
                </a:cubicBezTo>
                <a:cubicBezTo>
                  <a:pt x="3981078" y="5020734"/>
                  <a:pt x="3401111" y="1955801"/>
                  <a:pt x="2823261" y="1143001"/>
                </a:cubicBezTo>
                <a:cubicBezTo>
                  <a:pt x="2245411" y="330201"/>
                  <a:pt x="1301378" y="893234"/>
                  <a:pt x="778561" y="558801"/>
                </a:cubicBezTo>
                <a:cubicBezTo>
                  <a:pt x="582505" y="433389"/>
                  <a:pt x="272744" y="223442"/>
                  <a:pt x="2311" y="1961"/>
                </a:cubicBezTo>
                <a:close/>
              </a:path>
            </a:pathLst>
          </a:custGeom>
          <a:solidFill>
            <a:srgbClr val="3F99A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20" name="Google Shape;19;p2"/>
          <p:cNvSpPr/>
          <p:nvPr userDrawn="1"/>
        </p:nvSpPr>
        <p:spPr>
          <a:xfrm>
            <a:off x="1" y="725"/>
            <a:ext cx="12191984" cy="6856543"/>
          </a:xfrm>
          <a:custGeom>
            <a:avLst/>
            <a:gdLst/>
            <a:ahLst/>
            <a:cxnLst/>
            <a:rect l="l" t="t" r="r" b="b"/>
            <a:pathLst>
              <a:path w="12191998" h="6856550" extrusionOk="0">
                <a:moveTo>
                  <a:pt x="6011231" y="0"/>
                </a:moveTo>
                <a:lnTo>
                  <a:pt x="12191998" y="0"/>
                </a:lnTo>
                <a:lnTo>
                  <a:pt x="12191998" y="6856550"/>
                </a:lnTo>
                <a:lnTo>
                  <a:pt x="0" y="6856550"/>
                </a:lnTo>
                <a:lnTo>
                  <a:pt x="0" y="6421141"/>
                </a:lnTo>
                <a:cubicBezTo>
                  <a:pt x="195171" y="6294076"/>
                  <a:pt x="411362" y="6198542"/>
                  <a:pt x="774699" y="6197601"/>
                </a:cubicBezTo>
                <a:cubicBezTo>
                  <a:pt x="1207057" y="6196481"/>
                  <a:pt x="1783474" y="6591593"/>
                  <a:pt x="2709041" y="6577287"/>
                </a:cubicBezTo>
                <a:cubicBezTo>
                  <a:pt x="3634608" y="6562981"/>
                  <a:pt x="3908388" y="5817551"/>
                  <a:pt x="5760545" y="6174827"/>
                </a:cubicBezTo>
                <a:cubicBezTo>
                  <a:pt x="7612702" y="6532103"/>
                  <a:pt x="10756242" y="6751876"/>
                  <a:pt x="11677868" y="5820105"/>
                </a:cubicBezTo>
                <a:cubicBezTo>
                  <a:pt x="12599494" y="4888334"/>
                  <a:pt x="12007849" y="1437218"/>
                  <a:pt x="11290299" y="584201"/>
                </a:cubicBezTo>
                <a:cubicBezTo>
                  <a:pt x="10572749" y="-268816"/>
                  <a:pt x="8286749" y="1026584"/>
                  <a:pt x="7404099" y="901701"/>
                </a:cubicBezTo>
                <a:cubicBezTo>
                  <a:pt x="6686946" y="800234"/>
                  <a:pt x="6145857" y="321486"/>
                  <a:pt x="6015845" y="13825"/>
                </a:cubicBezTo>
                <a:lnTo>
                  <a:pt x="6011231" y="0"/>
                </a:lnTo>
                <a:close/>
              </a:path>
            </a:pathLst>
          </a:custGeom>
          <a:solidFill>
            <a:srgbClr val="FCC52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panose="020F0502020204030204"/>
              <a:ea typeface="Calibri" panose="020F0502020204030204"/>
              <a:cs typeface="Calibri" panose="020F0502020204030204"/>
              <a:sym typeface="Calibri" panose="020F0502020204030204"/>
            </a:endParaRPr>
          </a:p>
        </p:txBody>
      </p:sp>
      <p:pic>
        <p:nvPicPr>
          <p:cNvPr id="21" name="Google Shape;22;p2"/>
          <p:cNvPicPr preferRelativeResize="0"/>
          <p:nvPr userDrawn="1"/>
        </p:nvPicPr>
        <p:blipFill>
          <a:blip r:embed="rId3"/>
          <a:stretch>
            <a:fillRect/>
          </a:stretch>
        </p:blipFill>
        <p:spPr>
          <a:xfrm>
            <a:off x="511214" y="680930"/>
            <a:ext cx="1509817" cy="440834"/>
          </a:xfrm>
          <a:prstGeom prst="rect">
            <a:avLst/>
          </a:prstGeom>
          <a:noFill/>
          <a:ln>
            <a:noFill/>
          </a:ln>
        </p:spPr>
      </p:pic>
      <p:pic>
        <p:nvPicPr>
          <p:cNvPr id="22" name="Google Shape;23;p2"/>
          <p:cNvPicPr preferRelativeResize="0"/>
          <p:nvPr userDrawn="1"/>
        </p:nvPicPr>
        <p:blipFill rotWithShape="1">
          <a:blip r:embed="rId4"/>
          <a:srcRect t="3183" b="3183"/>
          <a:stretch>
            <a:fillRect/>
          </a:stretch>
        </p:blipFill>
        <p:spPr>
          <a:xfrm>
            <a:off x="2189868" y="675302"/>
            <a:ext cx="1123227" cy="440849"/>
          </a:xfrm>
          <a:prstGeom prst="rect">
            <a:avLst/>
          </a:prstGeom>
          <a:noFill/>
          <a:ln>
            <a:noFill/>
          </a:ln>
        </p:spPr>
      </p:pic>
      <p:cxnSp>
        <p:nvCxnSpPr>
          <p:cNvPr id="23" name="Google Shape;24;p2"/>
          <p:cNvCxnSpPr/>
          <p:nvPr userDrawn="1"/>
        </p:nvCxnSpPr>
        <p:spPr>
          <a:xfrm>
            <a:off x="2105449" y="680930"/>
            <a:ext cx="0" cy="440799"/>
          </a:xfrm>
          <a:prstGeom prst="straightConnector1">
            <a:avLst/>
          </a:prstGeom>
          <a:noFill/>
          <a:ln w="9525" cap="flat" cmpd="sng">
            <a:solidFill>
              <a:srgbClr val="D9D9D9"/>
            </a:solidFill>
            <a:prstDash val="solid"/>
            <a:round/>
            <a:headEnd type="none" w="med" len="med"/>
            <a:tailEnd type="none" w="med" len="med"/>
          </a:ln>
        </p:spPr>
      </p:cxnSp>
      <p:sp>
        <p:nvSpPr>
          <p:cNvPr id="2" name="Title 1"/>
          <p:cNvSpPr>
            <a:spLocks noGrp="1"/>
          </p:cNvSpPr>
          <p:nvPr userDrawn="1">
            <p:ph type="ctrTitle"/>
          </p:nvPr>
        </p:nvSpPr>
        <p:spPr>
          <a:xfrm>
            <a:off x="457199" y="1122363"/>
            <a:ext cx="5638801" cy="2387600"/>
          </a:xfrm>
        </p:spPr>
        <p:txBody>
          <a:bodyPr anchor="b"/>
          <a:lstStyle>
            <a:lvl1pPr algn="l">
              <a:defRPr sz="4800"/>
            </a:lvl1pPr>
          </a:lstStyle>
          <a:p>
            <a:r>
              <a:rPr lang="en-US"/>
              <a:t>Click to edit Master title style</a:t>
            </a:r>
            <a:endParaRPr lang="en-IN"/>
          </a:p>
        </p:txBody>
      </p:sp>
      <p:sp>
        <p:nvSpPr>
          <p:cNvPr id="3" name="Subtitle 2"/>
          <p:cNvSpPr>
            <a:spLocks noGrp="1"/>
          </p:cNvSpPr>
          <p:nvPr userDrawn="1">
            <p:ph type="subTitle" idx="1"/>
          </p:nvPr>
        </p:nvSpPr>
        <p:spPr>
          <a:xfrm>
            <a:off x="457199" y="3602038"/>
            <a:ext cx="5638801" cy="1188185"/>
          </a:xfrm>
        </p:spPr>
        <p:txBody>
          <a:bodyPr>
            <a:normAutofit/>
          </a:bodyPr>
          <a:lstStyle>
            <a:lvl1pPr marL="0" indent="0" algn="l">
              <a:buNone/>
              <a:defRPr sz="180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5" name="Footer Placeholder 4"/>
          <p:cNvSpPr>
            <a:spLocks noGrp="1"/>
          </p:cNvSpPr>
          <p:nvPr userDrawn="1">
            <p:ph type="ftr" sz="quarter" idx="11"/>
          </p:nvPr>
        </p:nvSpPr>
        <p:spPr/>
        <p:txBody>
          <a:bodyPr/>
          <a:lstStyle/>
          <a:p>
            <a:endParaRPr lang="en-IN"/>
          </a:p>
        </p:txBody>
      </p:sp>
      <p:sp>
        <p:nvSpPr>
          <p:cNvPr id="6" name="Slide Number Placeholder 5"/>
          <p:cNvSpPr>
            <a:spLocks noGrp="1"/>
          </p:cNvSpPr>
          <p:nvPr userDrawn="1">
            <p:ph type="sldNum" sz="quarter" idx="12"/>
          </p:nvPr>
        </p:nvSpPr>
        <p:spPr/>
        <p:txBody>
          <a:bodyPr/>
          <a:lstStyle/>
          <a:p>
            <a:fld id="{A91DAE1B-196F-4C9F-B380-CF4EC06462EC}" type="slidenum">
              <a:rPr lang="en-IN" smtClean="0"/>
              <a:t>‹#›</a:t>
            </a:fld>
            <a:endParaRPr lang="en-IN"/>
          </a:p>
        </p:txBody>
      </p:sp>
      <p:sp>
        <p:nvSpPr>
          <p:cNvPr id="26" name="Text Placeholder 25"/>
          <p:cNvSpPr>
            <a:spLocks noGrp="1"/>
          </p:cNvSpPr>
          <p:nvPr>
            <p:ph type="body" sz="quarter" idx="13"/>
          </p:nvPr>
        </p:nvSpPr>
        <p:spPr>
          <a:xfrm>
            <a:off x="457199" y="4882299"/>
            <a:ext cx="5638800" cy="1567696"/>
          </a:xfrm>
        </p:spPr>
        <p:txBody>
          <a:bodyPr>
            <a:normAutofit/>
          </a:bodyPr>
          <a:lstStyle>
            <a:lvl1pPr marL="0" indent="0">
              <a:buNone/>
              <a:defRPr sz="14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chorCtr="0"/>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91DAE1B-196F-4C9F-B380-CF4EC06462EC}"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7" name="Google Shape;94;p16"/>
          <p:cNvSpPr/>
          <p:nvPr userDrawn="1"/>
        </p:nvSpPr>
        <p:spPr>
          <a:xfrm>
            <a:off x="6485567" y="0"/>
            <a:ext cx="5706434" cy="6858000"/>
          </a:xfrm>
          <a:custGeom>
            <a:avLst/>
            <a:gdLst/>
            <a:ahLst/>
            <a:cxnLst/>
            <a:rect l="l" t="t" r="r" b="b"/>
            <a:pathLst>
              <a:path w="5703007" h="6853881" extrusionOk="0">
                <a:moveTo>
                  <a:pt x="1785561" y="378"/>
                </a:moveTo>
                <a:lnTo>
                  <a:pt x="5703007" y="0"/>
                </a:lnTo>
                <a:lnTo>
                  <a:pt x="5703007" y="6853881"/>
                </a:lnTo>
                <a:lnTo>
                  <a:pt x="718503" y="6853881"/>
                </a:lnTo>
                <a:lnTo>
                  <a:pt x="594521" y="6725674"/>
                </a:lnTo>
                <a:cubicBezTo>
                  <a:pt x="154599" y="6226242"/>
                  <a:pt x="-12387" y="5528470"/>
                  <a:pt x="710" y="4838701"/>
                </a:cubicBezTo>
                <a:cubicBezTo>
                  <a:pt x="19760" y="3835401"/>
                  <a:pt x="641002" y="3461148"/>
                  <a:pt x="1191335" y="2473326"/>
                </a:cubicBezTo>
                <a:cubicBezTo>
                  <a:pt x="1741668" y="1485504"/>
                  <a:pt x="1143404" y="685404"/>
                  <a:pt x="1785561" y="378"/>
                </a:cubicBezTo>
                <a:close/>
              </a:path>
            </a:pathLst>
          </a:cu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8" name="Google Shape;6;p1"/>
          <p:cNvSpPr/>
          <p:nvPr userDrawn="1"/>
        </p:nvSpPr>
        <p:spPr>
          <a:xfrm>
            <a:off x="11464354" y="6450819"/>
            <a:ext cx="270446" cy="270446"/>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Title 1"/>
          <p:cNvSpPr>
            <a:spLocks noGrp="1"/>
          </p:cNvSpPr>
          <p:nvPr>
            <p:ph type="title"/>
          </p:nvPr>
        </p:nvSpPr>
        <p:spPr/>
        <p:txBody>
          <a:bodyPr anchor="ctr" anchorCtr="0"/>
          <a:lstStyle>
            <a:lvl1pPr algn="l">
              <a:defRPr/>
            </a:lvl1pPr>
          </a:lstStyle>
          <a:p>
            <a:r>
              <a:rPr lang="en-US"/>
              <a:t>Click to edit Master title style</a:t>
            </a:r>
            <a:endParaRPr lang="en-IN"/>
          </a:p>
        </p:txBody>
      </p:sp>
      <p:sp>
        <p:nvSpPr>
          <p:cNvPr id="3" name="Content Placeholder 2"/>
          <p:cNvSpPr>
            <a:spLocks noGrp="1"/>
          </p:cNvSpPr>
          <p:nvPr>
            <p:ph idx="1"/>
          </p:nvPr>
        </p:nvSpPr>
        <p:spPr>
          <a:xfrm>
            <a:off x="457200" y="1420349"/>
            <a:ext cx="5638800" cy="47988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91DAE1B-196F-4C9F-B380-CF4EC06462EC}"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sp>
        <p:nvSpPr>
          <p:cNvPr id="9" name="Google Shape;100;p17"/>
          <p:cNvSpPr/>
          <p:nvPr userDrawn="1"/>
        </p:nvSpPr>
        <p:spPr>
          <a:xfrm flipH="1">
            <a:off x="7070066" y="0"/>
            <a:ext cx="5121934" cy="6858000"/>
          </a:xfrm>
          <a:custGeom>
            <a:avLst/>
            <a:gdLst/>
            <a:ahLst/>
            <a:cxnLst/>
            <a:rect l="l" t="t" r="r" b="b"/>
            <a:pathLst>
              <a:path w="3852451" h="5158230" extrusionOk="0">
                <a:moveTo>
                  <a:pt x="2599716" y="0"/>
                </a:moveTo>
                <a:lnTo>
                  <a:pt x="0" y="0"/>
                </a:lnTo>
                <a:lnTo>
                  <a:pt x="0" y="5158230"/>
                </a:lnTo>
                <a:lnTo>
                  <a:pt x="3728748" y="5158230"/>
                </a:lnTo>
                <a:lnTo>
                  <a:pt x="3761848" y="5078897"/>
                </a:lnTo>
                <a:cubicBezTo>
                  <a:pt x="4131237" y="4019390"/>
                  <a:pt x="3296742" y="1052508"/>
                  <a:pt x="2599795" y="113"/>
                </a:cubicBezTo>
                <a:close/>
              </a:path>
            </a:pathLst>
          </a:cu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8" name="Google Shape;6;p1"/>
          <p:cNvSpPr/>
          <p:nvPr userDrawn="1"/>
        </p:nvSpPr>
        <p:spPr>
          <a:xfrm>
            <a:off x="11464354" y="6450819"/>
            <a:ext cx="270446" cy="270446"/>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Title 1"/>
          <p:cNvSpPr>
            <a:spLocks noGrp="1"/>
          </p:cNvSpPr>
          <p:nvPr>
            <p:ph type="title"/>
          </p:nvPr>
        </p:nvSpPr>
        <p:spPr/>
        <p:txBody>
          <a:bodyPr anchor="ctr" anchorCtr="0"/>
          <a:lstStyle>
            <a:lvl1pPr algn="l">
              <a:defRPr/>
            </a:lvl1pPr>
          </a:lstStyle>
          <a:p>
            <a:r>
              <a:rPr lang="en-US"/>
              <a:t>Click to edit Master title style</a:t>
            </a:r>
            <a:endParaRPr lang="en-IN"/>
          </a:p>
        </p:txBody>
      </p:sp>
      <p:sp>
        <p:nvSpPr>
          <p:cNvPr id="3" name="Content Placeholder 2"/>
          <p:cNvSpPr>
            <a:spLocks noGrp="1"/>
          </p:cNvSpPr>
          <p:nvPr>
            <p:ph idx="1"/>
          </p:nvPr>
        </p:nvSpPr>
        <p:spPr>
          <a:xfrm>
            <a:off x="457200" y="1420349"/>
            <a:ext cx="5638800" cy="47988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91DAE1B-196F-4C9F-B380-CF4EC06462EC}"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3_Title and Content">
    <p:spTree>
      <p:nvGrpSpPr>
        <p:cNvPr id="1" name=""/>
        <p:cNvGrpSpPr/>
        <p:nvPr/>
      </p:nvGrpSpPr>
      <p:grpSpPr>
        <a:xfrm>
          <a:off x="0" y="0"/>
          <a:ext cx="0" cy="0"/>
          <a:chOff x="0" y="0"/>
          <a:chExt cx="0" cy="0"/>
        </a:xfrm>
      </p:grpSpPr>
      <p:sp>
        <p:nvSpPr>
          <p:cNvPr id="7" name="Google Shape;179;p27"/>
          <p:cNvSpPr/>
          <p:nvPr userDrawn="1"/>
        </p:nvSpPr>
        <p:spPr>
          <a:xfrm flipH="1">
            <a:off x="-1" y="0"/>
            <a:ext cx="5706434" cy="6858000"/>
          </a:xfrm>
          <a:custGeom>
            <a:avLst/>
            <a:gdLst/>
            <a:ahLst/>
            <a:cxnLst/>
            <a:rect l="l" t="t" r="r" b="b"/>
            <a:pathLst>
              <a:path w="5703007" h="6853881" extrusionOk="0">
                <a:moveTo>
                  <a:pt x="1785561" y="378"/>
                </a:moveTo>
                <a:lnTo>
                  <a:pt x="5703007" y="0"/>
                </a:lnTo>
                <a:lnTo>
                  <a:pt x="5703007" y="6853881"/>
                </a:lnTo>
                <a:lnTo>
                  <a:pt x="718503" y="6853881"/>
                </a:lnTo>
                <a:lnTo>
                  <a:pt x="594521" y="6725674"/>
                </a:lnTo>
                <a:cubicBezTo>
                  <a:pt x="154599" y="6226242"/>
                  <a:pt x="-12387" y="5528470"/>
                  <a:pt x="710" y="4838701"/>
                </a:cubicBezTo>
                <a:cubicBezTo>
                  <a:pt x="19760" y="3835401"/>
                  <a:pt x="641002" y="3461148"/>
                  <a:pt x="1191335" y="2473326"/>
                </a:cubicBezTo>
                <a:cubicBezTo>
                  <a:pt x="1741668" y="1485504"/>
                  <a:pt x="1143404" y="685404"/>
                  <a:pt x="1785561" y="378"/>
                </a:cubicBezTo>
                <a:close/>
              </a:path>
            </a:pathLst>
          </a:cu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2" name="Title 1"/>
          <p:cNvSpPr>
            <a:spLocks noGrp="1"/>
          </p:cNvSpPr>
          <p:nvPr>
            <p:ph type="title"/>
          </p:nvPr>
        </p:nvSpPr>
        <p:spPr>
          <a:xfrm>
            <a:off x="6096000" y="274319"/>
            <a:ext cx="5638800" cy="914400"/>
          </a:xfrm>
        </p:spPr>
        <p:txBody>
          <a:bodyPr anchor="ctr" anchorCtr="0"/>
          <a:lstStyle/>
          <a:p>
            <a:r>
              <a:rPr lang="en-US"/>
              <a:t>Click to edit Master title style</a:t>
            </a:r>
            <a:endParaRPr lang="en-IN"/>
          </a:p>
        </p:txBody>
      </p:sp>
      <p:sp>
        <p:nvSpPr>
          <p:cNvPr id="3" name="Content Placeholder 2"/>
          <p:cNvSpPr>
            <a:spLocks noGrp="1"/>
          </p:cNvSpPr>
          <p:nvPr>
            <p:ph idx="1"/>
          </p:nvPr>
        </p:nvSpPr>
        <p:spPr>
          <a:xfrm>
            <a:off x="6096000" y="1420349"/>
            <a:ext cx="5638800" cy="47988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91DAE1B-196F-4C9F-B380-CF4EC06462EC}" type="slidenum">
              <a:rPr lang="en-IN" smtClean="0"/>
              <a:t>‹#›</a:t>
            </a:fld>
            <a:endParaRPr lang="en-IN"/>
          </a:p>
        </p:txBody>
      </p:sp>
      <p:pic>
        <p:nvPicPr>
          <p:cNvPr id="8" name="Google Shape;10;p1"/>
          <p:cNvPicPr preferRelativeResize="0"/>
          <p:nvPr userDrawn="1"/>
        </p:nvPicPr>
        <p:blipFill>
          <a:blip r:embed="rId2"/>
          <a:stretch>
            <a:fillRect/>
          </a:stretch>
        </p:blipFill>
        <p:spPr>
          <a:xfrm>
            <a:off x="419143" y="6450730"/>
            <a:ext cx="926773" cy="270625"/>
          </a:xfrm>
          <a:prstGeom prst="rect">
            <a:avLst/>
          </a:prstGeom>
          <a:noFill/>
          <a:ln>
            <a:noFill/>
          </a:ln>
        </p:spPr>
      </p:pic>
      <p:pic>
        <p:nvPicPr>
          <p:cNvPr id="9" name="Google Shape;11;p1"/>
          <p:cNvPicPr preferRelativeResize="0"/>
          <p:nvPr userDrawn="1"/>
        </p:nvPicPr>
        <p:blipFill rotWithShape="1">
          <a:blip r:embed="rId3"/>
          <a:srcRect t="3183" b="3183"/>
          <a:stretch>
            <a:fillRect/>
          </a:stretch>
        </p:blipFill>
        <p:spPr>
          <a:xfrm>
            <a:off x="1449550" y="6450725"/>
            <a:ext cx="689473" cy="270634"/>
          </a:xfrm>
          <a:prstGeom prst="rect">
            <a:avLst/>
          </a:prstGeom>
          <a:noFill/>
          <a:ln>
            <a:noFill/>
          </a:ln>
        </p:spPr>
      </p:pic>
      <p:cxnSp>
        <p:nvCxnSpPr>
          <p:cNvPr id="10" name="Google Shape;12;p1"/>
          <p:cNvCxnSpPr/>
          <p:nvPr userDrawn="1"/>
        </p:nvCxnSpPr>
        <p:spPr>
          <a:xfrm>
            <a:off x="1397732" y="6450610"/>
            <a:ext cx="0" cy="270865"/>
          </a:xfrm>
          <a:prstGeom prst="straightConnector1">
            <a:avLst/>
          </a:prstGeom>
          <a:noFill/>
          <a:ln w="9525" cap="flat" cmpd="sng">
            <a:solidFill>
              <a:srgbClr val="D9D9D9"/>
            </a:solidFill>
            <a:prstDash val="solid"/>
            <a:round/>
            <a:headEnd type="none" w="med" len="med"/>
            <a:tailEnd type="none" w="med" len="med"/>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4_Title and Content">
    <p:spTree>
      <p:nvGrpSpPr>
        <p:cNvPr id="1" name=""/>
        <p:cNvGrpSpPr/>
        <p:nvPr/>
      </p:nvGrpSpPr>
      <p:grpSpPr>
        <a:xfrm>
          <a:off x="0" y="0"/>
          <a:ext cx="0" cy="0"/>
          <a:chOff x="0" y="0"/>
          <a:chExt cx="0" cy="0"/>
        </a:xfrm>
      </p:grpSpPr>
      <p:sp>
        <p:nvSpPr>
          <p:cNvPr id="11" name="Google Shape;172;p26"/>
          <p:cNvSpPr/>
          <p:nvPr userDrawn="1"/>
        </p:nvSpPr>
        <p:spPr>
          <a:xfrm>
            <a:off x="0" y="0"/>
            <a:ext cx="5121933" cy="6858000"/>
          </a:xfrm>
          <a:custGeom>
            <a:avLst/>
            <a:gdLst/>
            <a:ahLst/>
            <a:cxnLst/>
            <a:rect l="l" t="t" r="r" b="b"/>
            <a:pathLst>
              <a:path w="3852451" h="5158230" extrusionOk="0">
                <a:moveTo>
                  <a:pt x="2599716" y="0"/>
                </a:moveTo>
                <a:lnTo>
                  <a:pt x="0" y="0"/>
                </a:lnTo>
                <a:lnTo>
                  <a:pt x="0" y="5158230"/>
                </a:lnTo>
                <a:lnTo>
                  <a:pt x="3728748" y="5158230"/>
                </a:lnTo>
                <a:lnTo>
                  <a:pt x="3761848" y="5078897"/>
                </a:lnTo>
                <a:cubicBezTo>
                  <a:pt x="4131237" y="4019390"/>
                  <a:pt x="3296742" y="1052508"/>
                  <a:pt x="2599795" y="113"/>
                </a:cubicBezTo>
                <a:close/>
              </a:path>
            </a:pathLst>
          </a:cu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2" name="Title 1"/>
          <p:cNvSpPr>
            <a:spLocks noGrp="1"/>
          </p:cNvSpPr>
          <p:nvPr>
            <p:ph type="title"/>
          </p:nvPr>
        </p:nvSpPr>
        <p:spPr>
          <a:xfrm>
            <a:off x="6096000" y="274319"/>
            <a:ext cx="5638800" cy="914400"/>
          </a:xfrm>
        </p:spPr>
        <p:txBody>
          <a:bodyPr anchor="ctr" anchorCtr="0"/>
          <a:lstStyle/>
          <a:p>
            <a:r>
              <a:rPr lang="en-US"/>
              <a:t>Click to edit Master title style</a:t>
            </a:r>
            <a:endParaRPr lang="en-IN"/>
          </a:p>
        </p:txBody>
      </p:sp>
      <p:sp>
        <p:nvSpPr>
          <p:cNvPr id="3" name="Content Placeholder 2"/>
          <p:cNvSpPr>
            <a:spLocks noGrp="1"/>
          </p:cNvSpPr>
          <p:nvPr>
            <p:ph idx="1"/>
          </p:nvPr>
        </p:nvSpPr>
        <p:spPr>
          <a:xfrm>
            <a:off x="6096000" y="1420349"/>
            <a:ext cx="5638800" cy="47988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91DAE1B-196F-4C9F-B380-CF4EC06462EC}" type="slidenum">
              <a:rPr lang="en-IN" smtClean="0"/>
              <a:t>‹#›</a:t>
            </a:fld>
            <a:endParaRPr lang="en-IN"/>
          </a:p>
        </p:txBody>
      </p:sp>
      <p:pic>
        <p:nvPicPr>
          <p:cNvPr id="8" name="Google Shape;10;p1"/>
          <p:cNvPicPr preferRelativeResize="0"/>
          <p:nvPr userDrawn="1"/>
        </p:nvPicPr>
        <p:blipFill>
          <a:blip r:embed="rId2"/>
          <a:stretch>
            <a:fillRect/>
          </a:stretch>
        </p:blipFill>
        <p:spPr>
          <a:xfrm>
            <a:off x="419143" y="6450730"/>
            <a:ext cx="926773" cy="270625"/>
          </a:xfrm>
          <a:prstGeom prst="rect">
            <a:avLst/>
          </a:prstGeom>
          <a:noFill/>
          <a:ln>
            <a:noFill/>
          </a:ln>
        </p:spPr>
      </p:pic>
      <p:pic>
        <p:nvPicPr>
          <p:cNvPr id="9" name="Google Shape;11;p1"/>
          <p:cNvPicPr preferRelativeResize="0"/>
          <p:nvPr userDrawn="1"/>
        </p:nvPicPr>
        <p:blipFill rotWithShape="1">
          <a:blip r:embed="rId3"/>
          <a:srcRect t="3183" b="3183"/>
          <a:stretch>
            <a:fillRect/>
          </a:stretch>
        </p:blipFill>
        <p:spPr>
          <a:xfrm>
            <a:off x="1449550" y="6450725"/>
            <a:ext cx="689473" cy="270634"/>
          </a:xfrm>
          <a:prstGeom prst="rect">
            <a:avLst/>
          </a:prstGeom>
          <a:noFill/>
          <a:ln>
            <a:noFill/>
          </a:ln>
        </p:spPr>
      </p:pic>
      <p:cxnSp>
        <p:nvCxnSpPr>
          <p:cNvPr id="10" name="Google Shape;12;p1"/>
          <p:cNvCxnSpPr/>
          <p:nvPr userDrawn="1"/>
        </p:nvCxnSpPr>
        <p:spPr>
          <a:xfrm>
            <a:off x="1397732" y="6450610"/>
            <a:ext cx="0" cy="270865"/>
          </a:xfrm>
          <a:prstGeom prst="straightConnector1">
            <a:avLst/>
          </a:prstGeom>
          <a:noFill/>
          <a:ln w="9525" cap="flat" cmpd="sng">
            <a:solidFill>
              <a:srgbClr val="D9D9D9"/>
            </a:solidFill>
            <a:prstDash val="solid"/>
            <a:round/>
            <a:headEnd type="none" w="med" len="med"/>
            <a:tailEnd type="none" w="med" len="med"/>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57199" y="1709738"/>
            <a:ext cx="11277599" cy="2742565"/>
          </a:xfrm>
        </p:spPr>
        <p:txBody>
          <a:bodyPr anchor="b">
            <a:normAutofit/>
          </a:bodyPr>
          <a:lstStyle>
            <a:lvl1pPr algn="l">
              <a:defRPr sz="4800"/>
            </a:lvl1pPr>
          </a:lstStyle>
          <a:p>
            <a:r>
              <a:rPr lang="en-US"/>
              <a:t>Click to edit Master title style</a:t>
            </a:r>
            <a:endParaRPr lang="en-IN"/>
          </a:p>
        </p:txBody>
      </p:sp>
      <p:sp>
        <p:nvSpPr>
          <p:cNvPr id="3" name="Text Placeholder 2"/>
          <p:cNvSpPr>
            <a:spLocks noGrp="1"/>
          </p:cNvSpPr>
          <p:nvPr>
            <p:ph type="body" idx="1"/>
          </p:nvPr>
        </p:nvSpPr>
        <p:spPr>
          <a:xfrm>
            <a:off x="457199" y="4589463"/>
            <a:ext cx="11277599" cy="1629727"/>
          </a:xfrm>
        </p:spPr>
        <p:txBody>
          <a:bodyPr>
            <a:normAutofit/>
          </a:bodyPr>
          <a:lstStyle>
            <a:lvl1pPr marL="0" indent="0" algn="l">
              <a:buNone/>
              <a:defRPr sz="18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91DAE1B-196F-4C9F-B380-CF4EC06462EC}"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19"/>
            <a:ext cx="11277600" cy="928221"/>
          </a:xfrm>
        </p:spPr>
        <p:txBody>
          <a:bodyPr anchor="ctr" anchorCtr="0"/>
          <a:lstStyle/>
          <a:p>
            <a:r>
              <a:rPr lang="en-US"/>
              <a:t>Click to edit Master title style</a:t>
            </a:r>
            <a:endParaRPr lang="en-IN"/>
          </a:p>
        </p:txBody>
      </p:sp>
      <p:sp>
        <p:nvSpPr>
          <p:cNvPr id="3" name="Content Placeholder 2"/>
          <p:cNvSpPr>
            <a:spLocks noGrp="1"/>
          </p:cNvSpPr>
          <p:nvPr>
            <p:ph sz="half" idx="1"/>
          </p:nvPr>
        </p:nvSpPr>
        <p:spPr>
          <a:xfrm>
            <a:off x="457200" y="1420348"/>
            <a:ext cx="5181600" cy="47988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553200" y="1420348"/>
            <a:ext cx="5181600" cy="47988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91DAE1B-196F-4C9F-B380-CF4EC06462EC}"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199" y="274321"/>
            <a:ext cx="11277599" cy="928638"/>
          </a:xfrm>
        </p:spPr>
        <p:txBody>
          <a:bodyPr anchor="ctr" anchorCtr="0"/>
          <a:lstStyle/>
          <a:p>
            <a:r>
              <a:rPr lang="en-US"/>
              <a:t>Click to edit Master title style</a:t>
            </a:r>
            <a:endParaRPr lang="en-IN"/>
          </a:p>
        </p:txBody>
      </p:sp>
      <p:sp>
        <p:nvSpPr>
          <p:cNvPr id="3" name="Text Placeholder 2"/>
          <p:cNvSpPr>
            <a:spLocks noGrp="1"/>
          </p:cNvSpPr>
          <p:nvPr>
            <p:ph type="body" idx="1"/>
          </p:nvPr>
        </p:nvSpPr>
        <p:spPr>
          <a:xfrm>
            <a:off x="457199" y="1420347"/>
            <a:ext cx="5157787" cy="74368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199" y="2164030"/>
            <a:ext cx="5157787" cy="40551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551610" y="1420347"/>
            <a:ext cx="5183188" cy="74368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51610" y="2164030"/>
            <a:ext cx="5183188" cy="40551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91DAE1B-196F-4C9F-B380-CF4EC06462EC}"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chorCtr="0"/>
          <a:lstStyle/>
          <a:p>
            <a:r>
              <a:rPr lang="en-US"/>
              <a:t>Click to edit Master title style</a:t>
            </a:r>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91DAE1B-196F-4C9F-B380-CF4EC06462EC}"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chorCtr="0"/>
          <a:lstStyle/>
          <a:p>
            <a:r>
              <a:rPr lang="en-US"/>
              <a:t>Click to edit Master title style</a:t>
            </a:r>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91DAE1B-196F-4C9F-B380-CF4EC06462EC}" type="slidenum">
              <a:rPr lang="en-IN" smtClean="0"/>
              <a:t>‹#›</a:t>
            </a:fld>
            <a:endParaRPr lang="en-IN"/>
          </a:p>
        </p:txBody>
      </p:sp>
      <p:sp>
        <p:nvSpPr>
          <p:cNvPr id="6" name="Google Shape;45;p7"/>
          <p:cNvSpPr/>
          <p:nvPr userDrawn="1"/>
        </p:nvSpPr>
        <p:spPr>
          <a:xfrm>
            <a:off x="-10974" y="1454161"/>
            <a:ext cx="12202974" cy="4714774"/>
          </a:xfrm>
          <a:custGeom>
            <a:avLst/>
            <a:gdLst/>
            <a:ahLst/>
            <a:cxnLst/>
            <a:rect l="l" t="t" r="r" b="b"/>
            <a:pathLst>
              <a:path w="10000" h="10067" extrusionOk="0">
                <a:moveTo>
                  <a:pt x="12" y="178"/>
                </a:moveTo>
                <a:cubicBezTo>
                  <a:pt x="463" y="-81"/>
                  <a:pt x="1530" y="687"/>
                  <a:pt x="2973" y="845"/>
                </a:cubicBezTo>
                <a:cubicBezTo>
                  <a:pt x="4416" y="1003"/>
                  <a:pt x="6358" y="61"/>
                  <a:pt x="7527" y="7"/>
                </a:cubicBezTo>
                <a:cubicBezTo>
                  <a:pt x="8696" y="-47"/>
                  <a:pt x="9583" y="252"/>
                  <a:pt x="9988" y="518"/>
                </a:cubicBezTo>
                <a:lnTo>
                  <a:pt x="10000" y="8978"/>
                </a:lnTo>
                <a:cubicBezTo>
                  <a:pt x="9631" y="9237"/>
                  <a:pt x="8630" y="9678"/>
                  <a:pt x="7598" y="9706"/>
                </a:cubicBezTo>
                <a:cubicBezTo>
                  <a:pt x="6566" y="9734"/>
                  <a:pt x="4822" y="9130"/>
                  <a:pt x="3805" y="9149"/>
                </a:cubicBezTo>
                <a:cubicBezTo>
                  <a:pt x="2788" y="9168"/>
                  <a:pt x="1473" y="10359"/>
                  <a:pt x="0" y="10000"/>
                </a:cubicBezTo>
                <a:lnTo>
                  <a:pt x="12" y="178"/>
                </a:lnTo>
                <a:close/>
              </a:path>
            </a:pathLst>
          </a:custGeom>
          <a:solidFill>
            <a:srgbClr val="F3F3F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2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chorCtr="0"/>
          <a:lstStyle/>
          <a:p>
            <a:r>
              <a:rPr lang="en-US"/>
              <a:t>Click to edit Master title style</a:t>
            </a:r>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91DAE1B-196F-4C9F-B380-CF4EC06462EC}" type="slidenum">
              <a:rPr lang="en-IN" smtClean="0"/>
              <a:t>‹#›</a:t>
            </a:fld>
            <a:endParaRPr lang="en-IN"/>
          </a:p>
        </p:txBody>
      </p:sp>
      <p:sp>
        <p:nvSpPr>
          <p:cNvPr id="7" name="Google Shape;49;p8"/>
          <p:cNvSpPr/>
          <p:nvPr userDrawn="1"/>
        </p:nvSpPr>
        <p:spPr>
          <a:xfrm>
            <a:off x="0" y="1273660"/>
            <a:ext cx="12192000" cy="4783319"/>
          </a:xfrm>
          <a:custGeom>
            <a:avLst/>
            <a:gdLst/>
            <a:ahLst/>
            <a:cxnLst/>
            <a:rect l="l" t="t" r="r" b="b"/>
            <a:pathLst>
              <a:path w="9144000" h="3587489" extrusionOk="0">
                <a:moveTo>
                  <a:pt x="9107047" y="1215"/>
                </a:moveTo>
                <a:lnTo>
                  <a:pt x="9144000" y="4500"/>
                </a:lnTo>
                <a:lnTo>
                  <a:pt x="9144000" y="2158104"/>
                </a:lnTo>
                <a:lnTo>
                  <a:pt x="9055359" y="2193726"/>
                </a:lnTo>
                <a:cubicBezTo>
                  <a:pt x="8397831" y="2431485"/>
                  <a:pt x="7545399" y="2633447"/>
                  <a:pt x="6631172" y="2659934"/>
                </a:cubicBezTo>
                <a:cubicBezTo>
                  <a:pt x="5716945" y="2686421"/>
                  <a:pt x="3479470" y="2519536"/>
                  <a:pt x="2251393" y="2697076"/>
                </a:cubicBezTo>
                <a:cubicBezTo>
                  <a:pt x="1407091" y="2819136"/>
                  <a:pt x="664388" y="3312267"/>
                  <a:pt x="39754" y="3572140"/>
                </a:cubicBezTo>
                <a:lnTo>
                  <a:pt x="0" y="3587489"/>
                </a:lnTo>
                <a:lnTo>
                  <a:pt x="0" y="1160742"/>
                </a:lnTo>
                <a:lnTo>
                  <a:pt x="128593" y="1118584"/>
                </a:lnTo>
                <a:cubicBezTo>
                  <a:pt x="2070181" y="546261"/>
                  <a:pt x="3358607" y="1325493"/>
                  <a:pt x="4947996" y="1179033"/>
                </a:cubicBezTo>
                <a:cubicBezTo>
                  <a:pt x="6239375" y="1060034"/>
                  <a:pt x="8086122" y="-41587"/>
                  <a:pt x="9107047" y="1215"/>
                </a:cubicBezTo>
                <a:close/>
              </a:path>
            </a:pathLst>
          </a:custGeom>
          <a:solidFill>
            <a:srgbClr val="F3F3F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3_Title Only">
    <p:spTree>
      <p:nvGrpSpPr>
        <p:cNvPr id="1" name=""/>
        <p:cNvGrpSpPr/>
        <p:nvPr/>
      </p:nvGrpSpPr>
      <p:grpSpPr>
        <a:xfrm>
          <a:off x="0" y="0"/>
          <a:ext cx="0" cy="0"/>
          <a:chOff x="0" y="0"/>
          <a:chExt cx="0" cy="0"/>
        </a:xfrm>
      </p:grpSpPr>
      <p:sp>
        <p:nvSpPr>
          <p:cNvPr id="6" name="Google Shape;51;p9"/>
          <p:cNvSpPr/>
          <p:nvPr userDrawn="1"/>
        </p:nvSpPr>
        <p:spPr>
          <a:xfrm>
            <a:off x="-13400" y="3024565"/>
            <a:ext cx="12205400" cy="3833435"/>
          </a:xfrm>
          <a:custGeom>
            <a:avLst/>
            <a:gdLst/>
            <a:ahLst/>
            <a:cxnLst/>
            <a:rect l="l" t="t" r="r" b="b"/>
            <a:pathLst>
              <a:path w="12180720" h="4172213" extrusionOk="0">
                <a:moveTo>
                  <a:pt x="1402524" y="928"/>
                </a:moveTo>
                <a:cubicBezTo>
                  <a:pt x="1850416" y="6949"/>
                  <a:pt x="2337034" y="41279"/>
                  <a:pt x="2844240" y="74616"/>
                </a:cubicBezTo>
                <a:cubicBezTo>
                  <a:pt x="4467301" y="181296"/>
                  <a:pt x="7324800" y="1243016"/>
                  <a:pt x="8940240" y="1324296"/>
                </a:cubicBezTo>
                <a:cubicBezTo>
                  <a:pt x="10252785" y="1390336"/>
                  <a:pt x="11248415" y="700141"/>
                  <a:pt x="12029311" y="557525"/>
                </a:cubicBezTo>
                <a:lnTo>
                  <a:pt x="12180720" y="538133"/>
                </a:lnTo>
                <a:lnTo>
                  <a:pt x="12180720" y="4172213"/>
                </a:lnTo>
                <a:lnTo>
                  <a:pt x="0" y="4172213"/>
                </a:lnTo>
                <a:lnTo>
                  <a:pt x="0" y="149143"/>
                </a:lnTo>
                <a:lnTo>
                  <a:pt x="193165" y="97089"/>
                </a:lnTo>
                <a:cubicBezTo>
                  <a:pt x="545466" y="17193"/>
                  <a:pt x="954632" y="-5094"/>
                  <a:pt x="1402524" y="928"/>
                </a:cubicBezTo>
                <a:close/>
              </a:path>
            </a:pathLst>
          </a:custGeom>
          <a:solidFill>
            <a:srgbClr val="F3F3F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8" name="Google Shape;6;p1"/>
          <p:cNvSpPr/>
          <p:nvPr userDrawn="1"/>
        </p:nvSpPr>
        <p:spPr>
          <a:xfrm>
            <a:off x="11464354" y="6450819"/>
            <a:ext cx="270446" cy="270446"/>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Title 1"/>
          <p:cNvSpPr>
            <a:spLocks noGrp="1"/>
          </p:cNvSpPr>
          <p:nvPr>
            <p:ph type="title"/>
          </p:nvPr>
        </p:nvSpPr>
        <p:spPr/>
        <p:txBody>
          <a:bodyPr anchor="ctr" anchorCtr="0"/>
          <a:lstStyle/>
          <a:p>
            <a:r>
              <a:rPr lang="en-US"/>
              <a:t>Click to edit Master title style</a:t>
            </a:r>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91DAE1B-196F-4C9F-B380-CF4EC06462EC}" type="slidenum">
              <a:rPr lang="en-IN" smtClean="0"/>
              <a:t>‹#›</a:t>
            </a:fld>
            <a:endParaRPr lang="en-IN"/>
          </a:p>
        </p:txBody>
      </p:sp>
      <p:pic>
        <p:nvPicPr>
          <p:cNvPr id="9" name="Google Shape;10;p1"/>
          <p:cNvPicPr preferRelativeResize="0"/>
          <p:nvPr userDrawn="1"/>
        </p:nvPicPr>
        <p:blipFill>
          <a:blip r:embed="rId2"/>
          <a:stretch>
            <a:fillRect/>
          </a:stretch>
        </p:blipFill>
        <p:spPr>
          <a:xfrm>
            <a:off x="419143" y="6450730"/>
            <a:ext cx="926773" cy="270625"/>
          </a:xfrm>
          <a:prstGeom prst="rect">
            <a:avLst/>
          </a:prstGeom>
          <a:noFill/>
          <a:ln>
            <a:noFill/>
          </a:ln>
        </p:spPr>
      </p:pic>
      <p:pic>
        <p:nvPicPr>
          <p:cNvPr id="10" name="Google Shape;11;p1"/>
          <p:cNvPicPr preferRelativeResize="0"/>
          <p:nvPr userDrawn="1"/>
        </p:nvPicPr>
        <p:blipFill rotWithShape="1">
          <a:blip r:embed="rId3"/>
          <a:srcRect t="3183" b="3183"/>
          <a:stretch>
            <a:fillRect/>
          </a:stretch>
        </p:blipFill>
        <p:spPr>
          <a:xfrm>
            <a:off x="1449550" y="6450725"/>
            <a:ext cx="689473" cy="270634"/>
          </a:xfrm>
          <a:prstGeom prst="rect">
            <a:avLst/>
          </a:prstGeom>
          <a:noFill/>
          <a:ln>
            <a:noFill/>
          </a:ln>
        </p:spPr>
      </p:pic>
      <p:cxnSp>
        <p:nvCxnSpPr>
          <p:cNvPr id="11" name="Google Shape;12;p1"/>
          <p:cNvCxnSpPr/>
          <p:nvPr userDrawn="1"/>
        </p:nvCxnSpPr>
        <p:spPr>
          <a:xfrm>
            <a:off x="1397732" y="6450610"/>
            <a:ext cx="0" cy="270865"/>
          </a:xfrm>
          <a:prstGeom prst="straightConnector1">
            <a:avLst/>
          </a:prstGeom>
          <a:noFill/>
          <a:ln w="9525" cap="flat" cmpd="sng">
            <a:solidFill>
              <a:srgbClr val="D9D9D9"/>
            </a:solidFill>
            <a:prstDash val="solid"/>
            <a:round/>
            <a:headEnd type="none" w="med" len="med"/>
            <a:tailEnd type="none" w="med" len="med"/>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4_Title Only">
    <p:spTree>
      <p:nvGrpSpPr>
        <p:cNvPr id="1" name=""/>
        <p:cNvGrpSpPr/>
        <p:nvPr/>
      </p:nvGrpSpPr>
      <p:grpSpPr>
        <a:xfrm>
          <a:off x="0" y="0"/>
          <a:ext cx="0" cy="0"/>
          <a:chOff x="0" y="0"/>
          <a:chExt cx="0" cy="0"/>
        </a:xfrm>
      </p:grpSpPr>
      <p:sp>
        <p:nvSpPr>
          <p:cNvPr id="7" name="Google Shape;59;p10"/>
          <p:cNvSpPr/>
          <p:nvPr userDrawn="1"/>
        </p:nvSpPr>
        <p:spPr>
          <a:xfrm>
            <a:off x="-10996" y="3553713"/>
            <a:ext cx="12202996" cy="3304287"/>
          </a:xfrm>
          <a:custGeom>
            <a:avLst/>
            <a:gdLst/>
            <a:ahLst/>
            <a:cxnLst/>
            <a:rect l="l" t="t" r="r" b="b"/>
            <a:pathLst>
              <a:path w="12180720" h="3298255" extrusionOk="0">
                <a:moveTo>
                  <a:pt x="11816381" y="521"/>
                </a:moveTo>
                <a:cubicBezTo>
                  <a:pt x="11899834" y="2168"/>
                  <a:pt x="11983776" y="7769"/>
                  <a:pt x="12068133" y="17982"/>
                </a:cubicBezTo>
                <a:lnTo>
                  <a:pt x="12180720" y="34724"/>
                </a:lnTo>
                <a:lnTo>
                  <a:pt x="12180720" y="3298255"/>
                </a:lnTo>
                <a:lnTo>
                  <a:pt x="0" y="3298255"/>
                </a:lnTo>
                <a:lnTo>
                  <a:pt x="0" y="545261"/>
                </a:lnTo>
                <a:lnTo>
                  <a:pt x="85522" y="491682"/>
                </a:lnTo>
                <a:cubicBezTo>
                  <a:pt x="579700" y="215379"/>
                  <a:pt x="1140881" y="60449"/>
                  <a:pt x="1650468" y="54099"/>
                </a:cubicBezTo>
                <a:cubicBezTo>
                  <a:pt x="3281148" y="33779"/>
                  <a:pt x="3479268" y="549399"/>
                  <a:pt x="4363189" y="557019"/>
                </a:cubicBezTo>
                <a:cubicBezTo>
                  <a:pt x="5247109" y="564639"/>
                  <a:pt x="6156428" y="107439"/>
                  <a:pt x="6953988" y="99819"/>
                </a:cubicBezTo>
                <a:cubicBezTo>
                  <a:pt x="7751548" y="92199"/>
                  <a:pt x="8168108" y="485899"/>
                  <a:pt x="9148548" y="511299"/>
                </a:cubicBezTo>
                <a:cubicBezTo>
                  <a:pt x="9883878" y="530349"/>
                  <a:pt x="10814947" y="-19244"/>
                  <a:pt x="11816381" y="521"/>
                </a:cubicBezTo>
                <a:close/>
              </a:path>
            </a:pathLst>
          </a:custGeom>
          <a:solidFill>
            <a:srgbClr val="F3F3F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8" name="Google Shape;6;p1"/>
          <p:cNvSpPr/>
          <p:nvPr userDrawn="1"/>
        </p:nvSpPr>
        <p:spPr>
          <a:xfrm>
            <a:off x="11464354" y="6450819"/>
            <a:ext cx="270446" cy="270446"/>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Title 1"/>
          <p:cNvSpPr>
            <a:spLocks noGrp="1"/>
          </p:cNvSpPr>
          <p:nvPr>
            <p:ph type="title"/>
          </p:nvPr>
        </p:nvSpPr>
        <p:spPr/>
        <p:txBody>
          <a:bodyPr anchor="ctr" anchorCtr="0"/>
          <a:lstStyle/>
          <a:p>
            <a:r>
              <a:rPr lang="en-US"/>
              <a:t>Click to edit Master title style</a:t>
            </a:r>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91DAE1B-196F-4C9F-B380-CF4EC06462EC}" type="slidenum">
              <a:rPr lang="en-IN" smtClean="0"/>
              <a:t>‹#›</a:t>
            </a:fld>
            <a:endParaRPr lang="en-IN"/>
          </a:p>
        </p:txBody>
      </p:sp>
      <p:pic>
        <p:nvPicPr>
          <p:cNvPr id="9" name="Google Shape;10;p1"/>
          <p:cNvPicPr preferRelativeResize="0"/>
          <p:nvPr userDrawn="1"/>
        </p:nvPicPr>
        <p:blipFill>
          <a:blip r:embed="rId2"/>
          <a:stretch>
            <a:fillRect/>
          </a:stretch>
        </p:blipFill>
        <p:spPr>
          <a:xfrm>
            <a:off x="419143" y="6450730"/>
            <a:ext cx="926773" cy="270625"/>
          </a:xfrm>
          <a:prstGeom prst="rect">
            <a:avLst/>
          </a:prstGeom>
          <a:noFill/>
          <a:ln>
            <a:noFill/>
          </a:ln>
        </p:spPr>
      </p:pic>
      <p:pic>
        <p:nvPicPr>
          <p:cNvPr id="10" name="Google Shape;11;p1"/>
          <p:cNvPicPr preferRelativeResize="0"/>
          <p:nvPr userDrawn="1"/>
        </p:nvPicPr>
        <p:blipFill rotWithShape="1">
          <a:blip r:embed="rId3"/>
          <a:srcRect t="3183" b="3183"/>
          <a:stretch>
            <a:fillRect/>
          </a:stretch>
        </p:blipFill>
        <p:spPr>
          <a:xfrm>
            <a:off x="1449550" y="6450725"/>
            <a:ext cx="689473" cy="270634"/>
          </a:xfrm>
          <a:prstGeom prst="rect">
            <a:avLst/>
          </a:prstGeom>
          <a:noFill/>
          <a:ln>
            <a:noFill/>
          </a:ln>
        </p:spPr>
      </p:pic>
      <p:cxnSp>
        <p:nvCxnSpPr>
          <p:cNvPr id="11" name="Google Shape;12;p1"/>
          <p:cNvCxnSpPr/>
          <p:nvPr userDrawn="1"/>
        </p:nvCxnSpPr>
        <p:spPr>
          <a:xfrm>
            <a:off x="1397732" y="6450610"/>
            <a:ext cx="0" cy="270865"/>
          </a:xfrm>
          <a:prstGeom prst="straightConnector1">
            <a:avLst/>
          </a:prstGeom>
          <a:noFill/>
          <a:ln w="9525" cap="flat" cmpd="sng">
            <a:solidFill>
              <a:srgbClr val="D9D9D9"/>
            </a:solidFill>
            <a:prstDash val="solid"/>
            <a:round/>
            <a:headEnd type="none" w="med" len="med"/>
            <a:tailEnd type="none" w="med" len="med"/>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91DAE1B-196F-4C9F-B380-CF4EC06462EC}" type="slidenum">
              <a:rPr lang="en-IN" smtClean="0"/>
              <a:t>‹#›</a:t>
            </a:fld>
            <a:endParaRPr lang="en-I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blank" preserve="1">
  <p:cSld name="2_Blank">
    <p:spTree>
      <p:nvGrpSpPr>
        <p:cNvPr id="1" name=""/>
        <p:cNvGrpSpPr/>
        <p:nvPr/>
      </p:nvGrpSpPr>
      <p:grpSpPr>
        <a:xfrm>
          <a:off x="0" y="0"/>
          <a:ext cx="0" cy="0"/>
          <a:chOff x="0" y="0"/>
          <a:chExt cx="0" cy="0"/>
        </a:xfrm>
      </p:grpSpPr>
      <p:grpSp>
        <p:nvGrpSpPr>
          <p:cNvPr id="1361" name="Group 1360"/>
          <p:cNvGrpSpPr/>
          <p:nvPr userDrawn="1"/>
        </p:nvGrpSpPr>
        <p:grpSpPr>
          <a:xfrm>
            <a:off x="-496944" y="-404052"/>
            <a:ext cx="13431710" cy="8103157"/>
            <a:chOff x="-496944" y="-404052"/>
            <a:chExt cx="13431710" cy="8103157"/>
          </a:xfrm>
          <a:solidFill>
            <a:schemeClr val="bg1">
              <a:lumMod val="95000"/>
            </a:schemeClr>
          </a:solidFill>
        </p:grpSpPr>
        <p:sp>
          <p:nvSpPr>
            <p:cNvPr id="1362" name="Freeform: Shape 1361"/>
            <p:cNvSpPr/>
            <p:nvPr/>
          </p:nvSpPr>
          <p:spPr>
            <a:xfrm>
              <a:off x="5173191" y="1802909"/>
              <a:ext cx="296449" cy="754540"/>
            </a:xfrm>
            <a:custGeom>
              <a:avLst/>
              <a:gdLst>
                <a:gd name="connsiteX0" fmla="*/ 220178 w 296449"/>
                <a:gd name="connsiteY0" fmla="*/ 134427 h 754540"/>
                <a:gd name="connsiteX1" fmla="*/ 236926 w 296449"/>
                <a:gd name="connsiteY1" fmla="*/ 53351 h 754540"/>
                <a:gd name="connsiteX2" fmla="*/ 239926 w 296449"/>
                <a:gd name="connsiteY2" fmla="*/ 14437 h 754540"/>
                <a:gd name="connsiteX3" fmla="*/ 215095 w 296449"/>
                <a:gd name="connsiteY3" fmla="*/ 4938 h 754540"/>
                <a:gd name="connsiteX4" fmla="*/ 191430 w 296449"/>
                <a:gd name="connsiteY4" fmla="*/ 3522 h 754540"/>
                <a:gd name="connsiteX5" fmla="*/ 189764 w 296449"/>
                <a:gd name="connsiteY5" fmla="*/ 11854 h 754540"/>
                <a:gd name="connsiteX6" fmla="*/ 186764 w 296449"/>
                <a:gd name="connsiteY6" fmla="*/ 44351 h 754540"/>
                <a:gd name="connsiteX7" fmla="*/ 181681 w 296449"/>
                <a:gd name="connsiteY7" fmla="*/ 95930 h 754540"/>
                <a:gd name="connsiteX8" fmla="*/ 180848 w 296449"/>
                <a:gd name="connsiteY8" fmla="*/ 111179 h 754540"/>
                <a:gd name="connsiteX9" fmla="*/ 143018 w 296449"/>
                <a:gd name="connsiteY9" fmla="*/ 80348 h 754540"/>
                <a:gd name="connsiteX10" fmla="*/ 62609 w 296449"/>
                <a:gd name="connsiteY10" fmla="*/ 82015 h 754540"/>
                <a:gd name="connsiteX11" fmla="*/ 13030 w 296449"/>
                <a:gd name="connsiteY11" fmla="*/ 149842 h 754540"/>
                <a:gd name="connsiteX12" fmla="*/ 30695 w 296449"/>
                <a:gd name="connsiteY12" fmla="*/ 215169 h 754540"/>
                <a:gd name="connsiteX13" fmla="*/ 10947 w 296449"/>
                <a:gd name="connsiteY13" fmla="*/ 239417 h 754540"/>
                <a:gd name="connsiteX14" fmla="*/ 8447 w 296449"/>
                <a:gd name="connsiteY14" fmla="*/ 330492 h 754540"/>
                <a:gd name="connsiteX15" fmla="*/ 31695 w 296449"/>
                <a:gd name="connsiteY15" fmla="*/ 365073 h 754540"/>
                <a:gd name="connsiteX16" fmla="*/ 63525 w 296449"/>
                <a:gd name="connsiteY16" fmla="*/ 374155 h 754540"/>
                <a:gd name="connsiteX17" fmla="*/ 78857 w 296449"/>
                <a:gd name="connsiteY17" fmla="*/ 409652 h 754540"/>
                <a:gd name="connsiteX18" fmla="*/ 100772 w 296449"/>
                <a:gd name="connsiteY18" fmla="*/ 453815 h 754540"/>
                <a:gd name="connsiteX19" fmla="*/ 138935 w 296449"/>
                <a:gd name="connsiteY19" fmla="*/ 536141 h 754540"/>
                <a:gd name="connsiteX20" fmla="*/ 180681 w 296449"/>
                <a:gd name="connsiteY20" fmla="*/ 628465 h 754540"/>
                <a:gd name="connsiteX21" fmla="*/ 224760 w 296449"/>
                <a:gd name="connsiteY21" fmla="*/ 711791 h 754540"/>
                <a:gd name="connsiteX22" fmla="*/ 276423 w 296449"/>
                <a:gd name="connsiteY22" fmla="*/ 752704 h 754540"/>
                <a:gd name="connsiteX23" fmla="*/ 292421 w 296449"/>
                <a:gd name="connsiteY23" fmla="*/ 684544 h 754540"/>
                <a:gd name="connsiteX24" fmla="*/ 292504 w 296449"/>
                <a:gd name="connsiteY24" fmla="*/ 485728 h 754540"/>
                <a:gd name="connsiteX25" fmla="*/ 291838 w 296449"/>
                <a:gd name="connsiteY25" fmla="*/ 371905 h 754540"/>
                <a:gd name="connsiteX26" fmla="*/ 289921 w 296449"/>
                <a:gd name="connsiteY26" fmla="*/ 317910 h 754540"/>
                <a:gd name="connsiteX27" fmla="*/ 285505 w 296449"/>
                <a:gd name="connsiteY27" fmla="*/ 266665 h 754540"/>
                <a:gd name="connsiteX28" fmla="*/ 296421 w 296449"/>
                <a:gd name="connsiteY28" fmla="*/ 234668 h 754540"/>
                <a:gd name="connsiteX29" fmla="*/ 288338 w 296449"/>
                <a:gd name="connsiteY29" fmla="*/ 178589 h 754540"/>
                <a:gd name="connsiteX30" fmla="*/ 256008 w 296449"/>
                <a:gd name="connsiteY30" fmla="*/ 139843 h 754540"/>
                <a:gd name="connsiteX31" fmla="*/ 220178 w 296449"/>
                <a:gd name="connsiteY31" fmla="*/ 134427 h 754540"/>
                <a:gd name="connsiteX32" fmla="*/ 220178 w 296449"/>
                <a:gd name="connsiteY32" fmla="*/ 134427 h 754540"/>
                <a:gd name="connsiteX33" fmla="*/ 189681 w 296449"/>
                <a:gd name="connsiteY33" fmla="*/ 112345 h 754540"/>
                <a:gd name="connsiteX34" fmla="*/ 193430 w 296449"/>
                <a:gd name="connsiteY34" fmla="*/ 73016 h 754540"/>
                <a:gd name="connsiteX35" fmla="*/ 196180 w 296449"/>
                <a:gd name="connsiteY35" fmla="*/ 33853 h 754540"/>
                <a:gd name="connsiteX36" fmla="*/ 197596 w 296449"/>
                <a:gd name="connsiteY36" fmla="*/ 11438 h 754540"/>
                <a:gd name="connsiteX37" fmla="*/ 213428 w 296449"/>
                <a:gd name="connsiteY37" fmla="*/ 12188 h 754540"/>
                <a:gd name="connsiteX38" fmla="*/ 228760 w 296449"/>
                <a:gd name="connsiteY38" fmla="*/ 15021 h 754540"/>
                <a:gd name="connsiteX39" fmla="*/ 229927 w 296449"/>
                <a:gd name="connsiteY39" fmla="*/ 40685 h 754540"/>
                <a:gd name="connsiteX40" fmla="*/ 222344 w 296449"/>
                <a:gd name="connsiteY40" fmla="*/ 77015 h 754540"/>
                <a:gd name="connsiteX41" fmla="*/ 210095 w 296449"/>
                <a:gd name="connsiteY41" fmla="*/ 136927 h 754540"/>
                <a:gd name="connsiteX42" fmla="*/ 197346 w 296449"/>
                <a:gd name="connsiteY42" fmla="*/ 142176 h 754540"/>
                <a:gd name="connsiteX43" fmla="*/ 189181 w 296449"/>
                <a:gd name="connsiteY43" fmla="*/ 123094 h 754540"/>
                <a:gd name="connsiteX44" fmla="*/ 189681 w 296449"/>
                <a:gd name="connsiteY44" fmla="*/ 112345 h 754540"/>
                <a:gd name="connsiteX45" fmla="*/ 189681 w 296449"/>
                <a:gd name="connsiteY45" fmla="*/ 112345 h 754540"/>
                <a:gd name="connsiteX46" fmla="*/ 27195 w 296449"/>
                <a:gd name="connsiteY46" fmla="*/ 150592 h 754540"/>
                <a:gd name="connsiteX47" fmla="*/ 66775 w 296449"/>
                <a:gd name="connsiteY47" fmla="*/ 89597 h 754540"/>
                <a:gd name="connsiteX48" fmla="*/ 138435 w 296449"/>
                <a:gd name="connsiteY48" fmla="*/ 88847 h 754540"/>
                <a:gd name="connsiteX49" fmla="*/ 183514 w 296449"/>
                <a:gd name="connsiteY49" fmla="*/ 149925 h 754540"/>
                <a:gd name="connsiteX50" fmla="*/ 150351 w 296449"/>
                <a:gd name="connsiteY50" fmla="*/ 190672 h 754540"/>
                <a:gd name="connsiteX51" fmla="*/ 104521 w 296449"/>
                <a:gd name="connsiteY51" fmla="*/ 177840 h 754540"/>
                <a:gd name="connsiteX52" fmla="*/ 41860 w 296449"/>
                <a:gd name="connsiteY52" fmla="*/ 206003 h 754540"/>
                <a:gd name="connsiteX53" fmla="*/ 36777 w 296449"/>
                <a:gd name="connsiteY53" fmla="*/ 209920 h 754540"/>
                <a:gd name="connsiteX54" fmla="*/ 27195 w 296449"/>
                <a:gd name="connsiteY54" fmla="*/ 150592 h 754540"/>
                <a:gd name="connsiteX55" fmla="*/ 27195 w 296449"/>
                <a:gd name="connsiteY55" fmla="*/ 150592 h 754540"/>
                <a:gd name="connsiteX56" fmla="*/ 40277 w 296449"/>
                <a:gd name="connsiteY56" fmla="*/ 353574 h 754540"/>
                <a:gd name="connsiteX57" fmla="*/ 16362 w 296449"/>
                <a:gd name="connsiteY57" fmla="*/ 305161 h 754540"/>
                <a:gd name="connsiteX58" fmla="*/ 17529 w 296449"/>
                <a:gd name="connsiteY58" fmla="*/ 253999 h 754540"/>
                <a:gd name="connsiteX59" fmla="*/ 52526 w 296449"/>
                <a:gd name="connsiteY59" fmla="*/ 207170 h 754540"/>
                <a:gd name="connsiteX60" fmla="*/ 103022 w 296449"/>
                <a:gd name="connsiteY60" fmla="*/ 190755 h 754540"/>
                <a:gd name="connsiteX61" fmla="*/ 178348 w 296449"/>
                <a:gd name="connsiteY61" fmla="*/ 232084 h 754540"/>
                <a:gd name="connsiteX62" fmla="*/ 196263 w 296449"/>
                <a:gd name="connsiteY62" fmla="*/ 276914 h 754540"/>
                <a:gd name="connsiteX63" fmla="*/ 198930 w 296449"/>
                <a:gd name="connsiteY63" fmla="*/ 297579 h 754540"/>
                <a:gd name="connsiteX64" fmla="*/ 185597 w 296449"/>
                <a:gd name="connsiteY64" fmla="*/ 326493 h 754540"/>
                <a:gd name="connsiteX65" fmla="*/ 184597 w 296449"/>
                <a:gd name="connsiteY65" fmla="*/ 385154 h 754540"/>
                <a:gd name="connsiteX66" fmla="*/ 197346 w 296449"/>
                <a:gd name="connsiteY66" fmla="*/ 422984 h 754540"/>
                <a:gd name="connsiteX67" fmla="*/ 194763 w 296449"/>
                <a:gd name="connsiteY67" fmla="*/ 442066 h 754540"/>
                <a:gd name="connsiteX68" fmla="*/ 176181 w 296449"/>
                <a:gd name="connsiteY68" fmla="*/ 425817 h 754540"/>
                <a:gd name="connsiteX69" fmla="*/ 148767 w 296449"/>
                <a:gd name="connsiteY69" fmla="*/ 385654 h 754540"/>
                <a:gd name="connsiteX70" fmla="*/ 131353 w 296449"/>
                <a:gd name="connsiteY70" fmla="*/ 402902 h 754540"/>
                <a:gd name="connsiteX71" fmla="*/ 97022 w 296449"/>
                <a:gd name="connsiteY71" fmla="*/ 375572 h 754540"/>
                <a:gd name="connsiteX72" fmla="*/ 40277 w 296449"/>
                <a:gd name="connsiteY72" fmla="*/ 353574 h 754540"/>
                <a:gd name="connsiteX73" fmla="*/ 40277 w 296449"/>
                <a:gd name="connsiteY73" fmla="*/ 353574 h 754540"/>
                <a:gd name="connsiteX74" fmla="*/ 227760 w 296449"/>
                <a:gd name="connsiteY74" fmla="*/ 535724 h 754540"/>
                <a:gd name="connsiteX75" fmla="*/ 233343 w 296449"/>
                <a:gd name="connsiteY75" fmla="*/ 548306 h 754540"/>
                <a:gd name="connsiteX76" fmla="*/ 244509 w 296449"/>
                <a:gd name="connsiteY76" fmla="*/ 575054 h 754540"/>
                <a:gd name="connsiteX77" fmla="*/ 218011 w 296449"/>
                <a:gd name="connsiteY77" fmla="*/ 592052 h 754540"/>
                <a:gd name="connsiteX78" fmla="*/ 205762 w 296449"/>
                <a:gd name="connsiteY78" fmla="*/ 565221 h 754540"/>
                <a:gd name="connsiteX79" fmla="*/ 197596 w 296449"/>
                <a:gd name="connsiteY79" fmla="*/ 548889 h 754540"/>
                <a:gd name="connsiteX80" fmla="*/ 227760 w 296449"/>
                <a:gd name="connsiteY80" fmla="*/ 535724 h 754540"/>
                <a:gd name="connsiteX81" fmla="*/ 227760 w 296449"/>
                <a:gd name="connsiteY81" fmla="*/ 535724 h 754540"/>
                <a:gd name="connsiteX82" fmla="*/ 196513 w 296449"/>
                <a:gd name="connsiteY82" fmla="*/ 546889 h 754540"/>
                <a:gd name="connsiteX83" fmla="*/ 176265 w 296449"/>
                <a:gd name="connsiteY83" fmla="*/ 510476 h 754540"/>
                <a:gd name="connsiteX84" fmla="*/ 206012 w 296449"/>
                <a:gd name="connsiteY84" fmla="*/ 495144 h 754540"/>
                <a:gd name="connsiteX85" fmla="*/ 207846 w 296449"/>
                <a:gd name="connsiteY85" fmla="*/ 493978 h 754540"/>
                <a:gd name="connsiteX86" fmla="*/ 224760 w 296449"/>
                <a:gd name="connsiteY86" fmla="*/ 528891 h 754540"/>
                <a:gd name="connsiteX87" fmla="*/ 196513 w 296449"/>
                <a:gd name="connsiteY87" fmla="*/ 546889 h 754540"/>
                <a:gd name="connsiteX88" fmla="*/ 196513 w 296449"/>
                <a:gd name="connsiteY88" fmla="*/ 546889 h 754540"/>
                <a:gd name="connsiteX89" fmla="*/ 248092 w 296449"/>
                <a:gd name="connsiteY89" fmla="*/ 583220 h 754540"/>
                <a:gd name="connsiteX90" fmla="*/ 263591 w 296449"/>
                <a:gd name="connsiteY90" fmla="*/ 611300 h 754540"/>
                <a:gd name="connsiteX91" fmla="*/ 264674 w 296449"/>
                <a:gd name="connsiteY91" fmla="*/ 611967 h 754540"/>
                <a:gd name="connsiteX92" fmla="*/ 254424 w 296449"/>
                <a:gd name="connsiteY92" fmla="*/ 620799 h 754540"/>
                <a:gd name="connsiteX93" fmla="*/ 234593 w 296449"/>
                <a:gd name="connsiteY93" fmla="*/ 630299 h 754540"/>
                <a:gd name="connsiteX94" fmla="*/ 233593 w 296449"/>
                <a:gd name="connsiteY94" fmla="*/ 627882 h 754540"/>
                <a:gd name="connsiteX95" fmla="*/ 221344 w 296449"/>
                <a:gd name="connsiteY95" fmla="*/ 599718 h 754540"/>
                <a:gd name="connsiteX96" fmla="*/ 248092 w 296449"/>
                <a:gd name="connsiteY96" fmla="*/ 583220 h 754540"/>
                <a:gd name="connsiteX97" fmla="*/ 248092 w 296449"/>
                <a:gd name="connsiteY97" fmla="*/ 583220 h 754540"/>
                <a:gd name="connsiteX98" fmla="*/ 229343 w 296449"/>
                <a:gd name="connsiteY98" fmla="*/ 525142 h 754540"/>
                <a:gd name="connsiteX99" fmla="*/ 210345 w 296449"/>
                <a:gd name="connsiteY99" fmla="*/ 492478 h 754540"/>
                <a:gd name="connsiteX100" fmla="*/ 246092 w 296449"/>
                <a:gd name="connsiteY100" fmla="*/ 461480 h 754540"/>
                <a:gd name="connsiteX101" fmla="*/ 260757 w 296449"/>
                <a:gd name="connsiteY101" fmla="*/ 494561 h 754540"/>
                <a:gd name="connsiteX102" fmla="*/ 245092 w 296449"/>
                <a:gd name="connsiteY102" fmla="*/ 510476 h 754540"/>
                <a:gd name="connsiteX103" fmla="*/ 229343 w 296449"/>
                <a:gd name="connsiteY103" fmla="*/ 525142 h 754540"/>
                <a:gd name="connsiteX104" fmla="*/ 229343 w 296449"/>
                <a:gd name="connsiteY104" fmla="*/ 525142 h 754540"/>
                <a:gd name="connsiteX105" fmla="*/ 205345 w 296449"/>
                <a:gd name="connsiteY105" fmla="*/ 484562 h 754540"/>
                <a:gd name="connsiteX106" fmla="*/ 197596 w 296449"/>
                <a:gd name="connsiteY106" fmla="*/ 472480 h 754540"/>
                <a:gd name="connsiteX107" fmla="*/ 196930 w 296449"/>
                <a:gd name="connsiteY107" fmla="*/ 472896 h 754540"/>
                <a:gd name="connsiteX108" fmla="*/ 203596 w 296449"/>
                <a:gd name="connsiteY108" fmla="*/ 485562 h 754540"/>
                <a:gd name="connsiteX109" fmla="*/ 171349 w 296449"/>
                <a:gd name="connsiteY109" fmla="*/ 501644 h 754540"/>
                <a:gd name="connsiteX110" fmla="*/ 153017 w 296449"/>
                <a:gd name="connsiteY110" fmla="*/ 468480 h 754540"/>
                <a:gd name="connsiteX111" fmla="*/ 180098 w 296449"/>
                <a:gd name="connsiteY111" fmla="*/ 453815 h 754540"/>
                <a:gd name="connsiteX112" fmla="*/ 213012 w 296449"/>
                <a:gd name="connsiteY112" fmla="*/ 430650 h 754540"/>
                <a:gd name="connsiteX113" fmla="*/ 224677 w 296449"/>
                <a:gd name="connsiteY113" fmla="*/ 424317 h 754540"/>
                <a:gd name="connsiteX114" fmla="*/ 229510 w 296449"/>
                <a:gd name="connsiteY114" fmla="*/ 420567 h 754540"/>
                <a:gd name="connsiteX115" fmla="*/ 238259 w 296449"/>
                <a:gd name="connsiteY115" fmla="*/ 441066 h 754540"/>
                <a:gd name="connsiteX116" fmla="*/ 243509 w 296449"/>
                <a:gd name="connsiteY116" fmla="*/ 454231 h 754540"/>
                <a:gd name="connsiteX117" fmla="*/ 205345 w 296449"/>
                <a:gd name="connsiteY117" fmla="*/ 484562 h 754540"/>
                <a:gd name="connsiteX118" fmla="*/ 205345 w 296449"/>
                <a:gd name="connsiteY118" fmla="*/ 484562 h 754540"/>
                <a:gd name="connsiteX119" fmla="*/ 113021 w 296449"/>
                <a:gd name="connsiteY119" fmla="*/ 452815 h 754540"/>
                <a:gd name="connsiteX120" fmla="*/ 87940 w 296449"/>
                <a:gd name="connsiteY120" fmla="*/ 405236 h 754540"/>
                <a:gd name="connsiteX121" fmla="*/ 78357 w 296449"/>
                <a:gd name="connsiteY121" fmla="*/ 384737 h 754540"/>
                <a:gd name="connsiteX122" fmla="*/ 72274 w 296449"/>
                <a:gd name="connsiteY122" fmla="*/ 375572 h 754540"/>
                <a:gd name="connsiteX123" fmla="*/ 77024 w 296449"/>
                <a:gd name="connsiteY123" fmla="*/ 376821 h 754540"/>
                <a:gd name="connsiteX124" fmla="*/ 106271 w 296449"/>
                <a:gd name="connsiteY124" fmla="*/ 414985 h 754540"/>
                <a:gd name="connsiteX125" fmla="*/ 134935 w 296449"/>
                <a:gd name="connsiteY125" fmla="*/ 413735 h 754540"/>
                <a:gd name="connsiteX126" fmla="*/ 145184 w 296449"/>
                <a:gd name="connsiteY126" fmla="*/ 401819 h 754540"/>
                <a:gd name="connsiteX127" fmla="*/ 156267 w 296449"/>
                <a:gd name="connsiteY127" fmla="*/ 402902 h 754540"/>
                <a:gd name="connsiteX128" fmla="*/ 159350 w 296449"/>
                <a:gd name="connsiteY128" fmla="*/ 411318 h 754540"/>
                <a:gd name="connsiteX129" fmla="*/ 174015 w 296449"/>
                <a:gd name="connsiteY129" fmla="*/ 447482 h 754540"/>
                <a:gd name="connsiteX130" fmla="*/ 160599 w 296449"/>
                <a:gd name="connsiteY130" fmla="*/ 456981 h 754540"/>
                <a:gd name="connsiteX131" fmla="*/ 150101 w 296449"/>
                <a:gd name="connsiteY131" fmla="*/ 463314 h 754540"/>
                <a:gd name="connsiteX132" fmla="*/ 143101 w 296449"/>
                <a:gd name="connsiteY132" fmla="*/ 449232 h 754540"/>
                <a:gd name="connsiteX133" fmla="*/ 142851 w 296449"/>
                <a:gd name="connsiteY133" fmla="*/ 449398 h 754540"/>
                <a:gd name="connsiteX134" fmla="*/ 149767 w 296449"/>
                <a:gd name="connsiteY134" fmla="*/ 463480 h 754540"/>
                <a:gd name="connsiteX135" fmla="*/ 131353 w 296449"/>
                <a:gd name="connsiteY135" fmla="*/ 471646 h 754540"/>
                <a:gd name="connsiteX136" fmla="*/ 131519 w 296449"/>
                <a:gd name="connsiteY136" fmla="*/ 472480 h 754540"/>
                <a:gd name="connsiteX137" fmla="*/ 152434 w 296449"/>
                <a:gd name="connsiteY137" fmla="*/ 468897 h 754540"/>
                <a:gd name="connsiteX138" fmla="*/ 168516 w 296449"/>
                <a:gd name="connsiteY138" fmla="*/ 503060 h 754540"/>
                <a:gd name="connsiteX139" fmla="*/ 141601 w 296449"/>
                <a:gd name="connsiteY139" fmla="*/ 512309 h 754540"/>
                <a:gd name="connsiteX140" fmla="*/ 113021 w 296449"/>
                <a:gd name="connsiteY140" fmla="*/ 452815 h 754540"/>
                <a:gd name="connsiteX141" fmla="*/ 113021 w 296449"/>
                <a:gd name="connsiteY141" fmla="*/ 452815 h 754540"/>
                <a:gd name="connsiteX142" fmla="*/ 151767 w 296449"/>
                <a:gd name="connsiteY142" fmla="*/ 534224 h 754540"/>
                <a:gd name="connsiteX143" fmla="*/ 144434 w 296449"/>
                <a:gd name="connsiteY143" fmla="*/ 518475 h 754540"/>
                <a:gd name="connsiteX144" fmla="*/ 172598 w 296449"/>
                <a:gd name="connsiteY144" fmla="*/ 511976 h 754540"/>
                <a:gd name="connsiteX145" fmla="*/ 199679 w 296449"/>
                <a:gd name="connsiteY145" fmla="*/ 573720 h 754540"/>
                <a:gd name="connsiteX146" fmla="*/ 209429 w 296449"/>
                <a:gd name="connsiteY146" fmla="*/ 595968 h 754540"/>
                <a:gd name="connsiteX147" fmla="*/ 181514 w 296449"/>
                <a:gd name="connsiteY147" fmla="*/ 600635 h 754540"/>
                <a:gd name="connsiteX148" fmla="*/ 151767 w 296449"/>
                <a:gd name="connsiteY148" fmla="*/ 534224 h 754540"/>
                <a:gd name="connsiteX149" fmla="*/ 151767 w 296449"/>
                <a:gd name="connsiteY149" fmla="*/ 534224 h 754540"/>
                <a:gd name="connsiteX150" fmla="*/ 226011 w 296449"/>
                <a:gd name="connsiteY150" fmla="*/ 688460 h 754540"/>
                <a:gd name="connsiteX151" fmla="*/ 182848 w 296449"/>
                <a:gd name="connsiteY151" fmla="*/ 603551 h 754540"/>
                <a:gd name="connsiteX152" fmla="*/ 212512 w 296449"/>
                <a:gd name="connsiteY152" fmla="*/ 602884 h 754540"/>
                <a:gd name="connsiteX153" fmla="*/ 226427 w 296449"/>
                <a:gd name="connsiteY153" fmla="*/ 632215 h 754540"/>
                <a:gd name="connsiteX154" fmla="*/ 222677 w 296449"/>
                <a:gd name="connsiteY154" fmla="*/ 632882 h 754540"/>
                <a:gd name="connsiteX155" fmla="*/ 222677 w 296449"/>
                <a:gd name="connsiteY155" fmla="*/ 634048 h 754540"/>
                <a:gd name="connsiteX156" fmla="*/ 227260 w 296449"/>
                <a:gd name="connsiteY156" fmla="*/ 633882 h 754540"/>
                <a:gd name="connsiteX157" fmla="*/ 252008 w 296449"/>
                <a:gd name="connsiteY157" fmla="*/ 679127 h 754540"/>
                <a:gd name="connsiteX158" fmla="*/ 227760 w 296449"/>
                <a:gd name="connsiteY158" fmla="*/ 691376 h 754540"/>
                <a:gd name="connsiteX159" fmla="*/ 226011 w 296449"/>
                <a:gd name="connsiteY159" fmla="*/ 688460 h 754540"/>
                <a:gd name="connsiteX160" fmla="*/ 226011 w 296449"/>
                <a:gd name="connsiteY160" fmla="*/ 688460 h 754540"/>
                <a:gd name="connsiteX161" fmla="*/ 276423 w 296449"/>
                <a:gd name="connsiteY161" fmla="*/ 625716 h 754540"/>
                <a:gd name="connsiteX162" fmla="*/ 275423 w 296449"/>
                <a:gd name="connsiteY162" fmla="*/ 708958 h 754540"/>
                <a:gd name="connsiteX163" fmla="*/ 272756 w 296449"/>
                <a:gd name="connsiteY163" fmla="*/ 730290 h 754540"/>
                <a:gd name="connsiteX164" fmla="*/ 251675 w 296449"/>
                <a:gd name="connsiteY164" fmla="*/ 724707 h 754540"/>
                <a:gd name="connsiteX165" fmla="*/ 229927 w 296449"/>
                <a:gd name="connsiteY165" fmla="*/ 694626 h 754540"/>
                <a:gd name="connsiteX166" fmla="*/ 245759 w 296449"/>
                <a:gd name="connsiteY166" fmla="*/ 689627 h 754540"/>
                <a:gd name="connsiteX167" fmla="*/ 255091 w 296449"/>
                <a:gd name="connsiteY167" fmla="*/ 683961 h 754540"/>
                <a:gd name="connsiteX168" fmla="*/ 263840 w 296449"/>
                <a:gd name="connsiteY168" fmla="*/ 697626 h 754540"/>
                <a:gd name="connsiteX169" fmla="*/ 266090 w 296449"/>
                <a:gd name="connsiteY169" fmla="*/ 696209 h 754540"/>
                <a:gd name="connsiteX170" fmla="*/ 258091 w 296449"/>
                <a:gd name="connsiteY170" fmla="*/ 681794 h 754540"/>
                <a:gd name="connsiteX171" fmla="*/ 269590 w 296449"/>
                <a:gd name="connsiteY171" fmla="*/ 670545 h 754540"/>
                <a:gd name="connsiteX172" fmla="*/ 266590 w 296449"/>
                <a:gd name="connsiteY172" fmla="*/ 667795 h 754540"/>
                <a:gd name="connsiteX173" fmla="*/ 255424 w 296449"/>
                <a:gd name="connsiteY173" fmla="*/ 676378 h 754540"/>
                <a:gd name="connsiteX174" fmla="*/ 236093 w 296449"/>
                <a:gd name="connsiteY174" fmla="*/ 633215 h 754540"/>
                <a:gd name="connsiteX175" fmla="*/ 256258 w 296449"/>
                <a:gd name="connsiteY175" fmla="*/ 627549 h 754540"/>
                <a:gd name="connsiteX176" fmla="*/ 276839 w 296449"/>
                <a:gd name="connsiteY176" fmla="*/ 611384 h 754540"/>
                <a:gd name="connsiteX177" fmla="*/ 276423 w 296449"/>
                <a:gd name="connsiteY177" fmla="*/ 625716 h 754540"/>
                <a:gd name="connsiteX178" fmla="*/ 276423 w 296449"/>
                <a:gd name="connsiteY178" fmla="*/ 625716 h 754540"/>
                <a:gd name="connsiteX179" fmla="*/ 277006 w 296449"/>
                <a:gd name="connsiteY179" fmla="*/ 599968 h 754540"/>
                <a:gd name="connsiteX180" fmla="*/ 266757 w 296449"/>
                <a:gd name="connsiteY180" fmla="*/ 609967 h 754540"/>
                <a:gd name="connsiteX181" fmla="*/ 257424 w 296449"/>
                <a:gd name="connsiteY181" fmla="*/ 584136 h 754540"/>
                <a:gd name="connsiteX182" fmla="*/ 254424 w 296449"/>
                <a:gd name="connsiteY182" fmla="*/ 577637 h 754540"/>
                <a:gd name="connsiteX183" fmla="*/ 267174 w 296449"/>
                <a:gd name="connsiteY183" fmla="*/ 564638 h 754540"/>
                <a:gd name="connsiteX184" fmla="*/ 264507 w 296449"/>
                <a:gd name="connsiteY184" fmla="*/ 561471 h 754540"/>
                <a:gd name="connsiteX185" fmla="*/ 251092 w 296449"/>
                <a:gd name="connsiteY185" fmla="*/ 570304 h 754540"/>
                <a:gd name="connsiteX186" fmla="*/ 239676 w 296449"/>
                <a:gd name="connsiteY186" fmla="*/ 545223 h 754540"/>
                <a:gd name="connsiteX187" fmla="*/ 233010 w 296449"/>
                <a:gd name="connsiteY187" fmla="*/ 532141 h 754540"/>
                <a:gd name="connsiteX188" fmla="*/ 244509 w 296449"/>
                <a:gd name="connsiteY188" fmla="*/ 523308 h 754540"/>
                <a:gd name="connsiteX189" fmla="*/ 280256 w 296449"/>
                <a:gd name="connsiteY189" fmla="*/ 488811 h 754540"/>
                <a:gd name="connsiteX190" fmla="*/ 277006 w 296449"/>
                <a:gd name="connsiteY190" fmla="*/ 599968 h 754540"/>
                <a:gd name="connsiteX191" fmla="*/ 277006 w 296449"/>
                <a:gd name="connsiteY191" fmla="*/ 599968 h 754540"/>
                <a:gd name="connsiteX192" fmla="*/ 277089 w 296449"/>
                <a:gd name="connsiteY192" fmla="*/ 312744 h 754540"/>
                <a:gd name="connsiteX193" fmla="*/ 279339 w 296449"/>
                <a:gd name="connsiteY193" fmla="*/ 357657 h 754540"/>
                <a:gd name="connsiteX194" fmla="*/ 280505 w 296449"/>
                <a:gd name="connsiteY194" fmla="*/ 435566 h 754540"/>
                <a:gd name="connsiteX195" fmla="*/ 256424 w 296449"/>
                <a:gd name="connsiteY195" fmla="*/ 392237 h 754540"/>
                <a:gd name="connsiteX196" fmla="*/ 256008 w 296449"/>
                <a:gd name="connsiteY196" fmla="*/ 392487 h 754540"/>
                <a:gd name="connsiteX197" fmla="*/ 276673 w 296449"/>
                <a:gd name="connsiteY197" fmla="*/ 437649 h 754540"/>
                <a:gd name="connsiteX198" fmla="*/ 280505 w 296449"/>
                <a:gd name="connsiteY198" fmla="*/ 437399 h 754540"/>
                <a:gd name="connsiteX199" fmla="*/ 280589 w 296449"/>
                <a:gd name="connsiteY199" fmla="*/ 445815 h 754540"/>
                <a:gd name="connsiteX200" fmla="*/ 280505 w 296449"/>
                <a:gd name="connsiteY200" fmla="*/ 477979 h 754540"/>
                <a:gd name="connsiteX201" fmla="*/ 267673 w 296449"/>
                <a:gd name="connsiteY201" fmla="*/ 488395 h 754540"/>
                <a:gd name="connsiteX202" fmla="*/ 253008 w 296449"/>
                <a:gd name="connsiteY202" fmla="*/ 453731 h 754540"/>
                <a:gd name="connsiteX203" fmla="*/ 268923 w 296449"/>
                <a:gd name="connsiteY203" fmla="*/ 432400 h 754540"/>
                <a:gd name="connsiteX204" fmla="*/ 267007 w 296449"/>
                <a:gd name="connsiteY204" fmla="*/ 431067 h 754540"/>
                <a:gd name="connsiteX205" fmla="*/ 250008 w 296449"/>
                <a:gd name="connsiteY205" fmla="*/ 448149 h 754540"/>
                <a:gd name="connsiteX206" fmla="*/ 245842 w 296449"/>
                <a:gd name="connsiteY206" fmla="*/ 440566 h 754540"/>
                <a:gd name="connsiteX207" fmla="*/ 233343 w 296449"/>
                <a:gd name="connsiteY207" fmla="*/ 417401 h 754540"/>
                <a:gd name="connsiteX208" fmla="*/ 240176 w 296449"/>
                <a:gd name="connsiteY208" fmla="*/ 410152 h 754540"/>
                <a:gd name="connsiteX209" fmla="*/ 238509 w 296449"/>
                <a:gd name="connsiteY209" fmla="*/ 407569 h 754540"/>
                <a:gd name="connsiteX210" fmla="*/ 230177 w 296449"/>
                <a:gd name="connsiteY210" fmla="*/ 411652 h 754540"/>
                <a:gd name="connsiteX211" fmla="*/ 214095 w 296449"/>
                <a:gd name="connsiteY211" fmla="*/ 381988 h 754540"/>
                <a:gd name="connsiteX212" fmla="*/ 239342 w 296449"/>
                <a:gd name="connsiteY212" fmla="*/ 363573 h 754540"/>
                <a:gd name="connsiteX213" fmla="*/ 236259 w 296449"/>
                <a:gd name="connsiteY213" fmla="*/ 359906 h 754540"/>
                <a:gd name="connsiteX214" fmla="*/ 213095 w 296449"/>
                <a:gd name="connsiteY214" fmla="*/ 380155 h 754540"/>
                <a:gd name="connsiteX215" fmla="*/ 211845 w 296449"/>
                <a:gd name="connsiteY215" fmla="*/ 377738 h 754540"/>
                <a:gd name="connsiteX216" fmla="*/ 211095 w 296449"/>
                <a:gd name="connsiteY216" fmla="*/ 378071 h 754540"/>
                <a:gd name="connsiteX217" fmla="*/ 212345 w 296449"/>
                <a:gd name="connsiteY217" fmla="*/ 380905 h 754540"/>
                <a:gd name="connsiteX218" fmla="*/ 211512 w 296449"/>
                <a:gd name="connsiteY218" fmla="*/ 381738 h 754540"/>
                <a:gd name="connsiteX219" fmla="*/ 212845 w 296449"/>
                <a:gd name="connsiteY219" fmla="*/ 382988 h 754540"/>
                <a:gd name="connsiteX220" fmla="*/ 213095 w 296449"/>
                <a:gd name="connsiteY220" fmla="*/ 382821 h 754540"/>
                <a:gd name="connsiteX221" fmla="*/ 226594 w 296449"/>
                <a:gd name="connsiteY221" fmla="*/ 414235 h 754540"/>
                <a:gd name="connsiteX222" fmla="*/ 222677 w 296449"/>
                <a:gd name="connsiteY222" fmla="*/ 417151 h 754540"/>
                <a:gd name="connsiteX223" fmla="*/ 213178 w 296449"/>
                <a:gd name="connsiteY223" fmla="*/ 423651 h 754540"/>
                <a:gd name="connsiteX224" fmla="*/ 213095 w 296449"/>
                <a:gd name="connsiteY224" fmla="*/ 422734 h 754540"/>
                <a:gd name="connsiteX225" fmla="*/ 200096 w 296449"/>
                <a:gd name="connsiteY225" fmla="*/ 382821 h 754540"/>
                <a:gd name="connsiteX226" fmla="*/ 190014 w 296449"/>
                <a:gd name="connsiteY226" fmla="*/ 354324 h 754540"/>
                <a:gd name="connsiteX227" fmla="*/ 195263 w 296449"/>
                <a:gd name="connsiteY227" fmla="*/ 334909 h 754540"/>
                <a:gd name="connsiteX228" fmla="*/ 221511 w 296449"/>
                <a:gd name="connsiteY228" fmla="*/ 344741 h 754540"/>
                <a:gd name="connsiteX229" fmla="*/ 235343 w 296449"/>
                <a:gd name="connsiteY229" fmla="*/ 341825 h 754540"/>
                <a:gd name="connsiteX230" fmla="*/ 241926 w 296449"/>
                <a:gd name="connsiteY230" fmla="*/ 367822 h 754540"/>
                <a:gd name="connsiteX231" fmla="*/ 247342 w 296449"/>
                <a:gd name="connsiteY231" fmla="*/ 387404 h 754540"/>
                <a:gd name="connsiteX232" fmla="*/ 254091 w 296449"/>
                <a:gd name="connsiteY232" fmla="*/ 388904 h 754540"/>
                <a:gd name="connsiteX233" fmla="*/ 266590 w 296449"/>
                <a:gd name="connsiteY233" fmla="*/ 349907 h 754540"/>
                <a:gd name="connsiteX234" fmla="*/ 262840 w 296449"/>
                <a:gd name="connsiteY234" fmla="*/ 324660 h 754540"/>
                <a:gd name="connsiteX235" fmla="*/ 273423 w 296449"/>
                <a:gd name="connsiteY235" fmla="*/ 283330 h 754540"/>
                <a:gd name="connsiteX236" fmla="*/ 275590 w 296449"/>
                <a:gd name="connsiteY236" fmla="*/ 280580 h 754540"/>
                <a:gd name="connsiteX237" fmla="*/ 277089 w 296449"/>
                <a:gd name="connsiteY237" fmla="*/ 312744 h 754540"/>
                <a:gd name="connsiteX238" fmla="*/ 277089 w 296449"/>
                <a:gd name="connsiteY238" fmla="*/ 312744 h 754540"/>
                <a:gd name="connsiteX239" fmla="*/ 275839 w 296449"/>
                <a:gd name="connsiteY239" fmla="*/ 208587 h 754540"/>
                <a:gd name="connsiteX240" fmla="*/ 273589 w 296449"/>
                <a:gd name="connsiteY240" fmla="*/ 256166 h 754540"/>
                <a:gd name="connsiteX241" fmla="*/ 253675 w 296449"/>
                <a:gd name="connsiteY241" fmla="*/ 292413 h 754540"/>
                <a:gd name="connsiteX242" fmla="*/ 254424 w 296449"/>
                <a:gd name="connsiteY242" fmla="*/ 327076 h 754540"/>
                <a:gd name="connsiteX243" fmla="*/ 252591 w 296449"/>
                <a:gd name="connsiteY243" fmla="*/ 376238 h 754540"/>
                <a:gd name="connsiteX244" fmla="*/ 248675 w 296449"/>
                <a:gd name="connsiteY244" fmla="*/ 346991 h 754540"/>
                <a:gd name="connsiteX245" fmla="*/ 237426 w 296449"/>
                <a:gd name="connsiteY245" fmla="*/ 326743 h 754540"/>
                <a:gd name="connsiteX246" fmla="*/ 224094 w 296449"/>
                <a:gd name="connsiteY246" fmla="*/ 326493 h 754540"/>
                <a:gd name="connsiteX247" fmla="*/ 208929 w 296449"/>
                <a:gd name="connsiteY247" fmla="*/ 331742 h 754540"/>
                <a:gd name="connsiteX248" fmla="*/ 201429 w 296449"/>
                <a:gd name="connsiteY248" fmla="*/ 324076 h 754540"/>
                <a:gd name="connsiteX249" fmla="*/ 201680 w 296449"/>
                <a:gd name="connsiteY249" fmla="*/ 323660 h 754540"/>
                <a:gd name="connsiteX250" fmla="*/ 188347 w 296449"/>
                <a:gd name="connsiteY250" fmla="*/ 229335 h 754540"/>
                <a:gd name="connsiteX251" fmla="*/ 157350 w 296449"/>
                <a:gd name="connsiteY251" fmla="*/ 195171 h 754540"/>
                <a:gd name="connsiteX252" fmla="*/ 225177 w 296449"/>
                <a:gd name="connsiteY252" fmla="*/ 146759 h 754540"/>
                <a:gd name="connsiteX253" fmla="*/ 266674 w 296449"/>
                <a:gd name="connsiteY253" fmla="*/ 168257 h 754540"/>
                <a:gd name="connsiteX254" fmla="*/ 275839 w 296449"/>
                <a:gd name="connsiteY254" fmla="*/ 208587 h 754540"/>
                <a:gd name="connsiteX255" fmla="*/ 275839 w 296449"/>
                <a:gd name="connsiteY255" fmla="*/ 208587 h 754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Lst>
              <a:rect l="l" t="t" r="r" b="b"/>
              <a:pathLst>
                <a:path w="296449" h="754540">
                  <a:moveTo>
                    <a:pt x="220178" y="134427"/>
                  </a:moveTo>
                  <a:cubicBezTo>
                    <a:pt x="226094" y="107513"/>
                    <a:pt x="232343" y="80515"/>
                    <a:pt x="236926" y="53351"/>
                  </a:cubicBezTo>
                  <a:cubicBezTo>
                    <a:pt x="238593" y="43352"/>
                    <a:pt x="244259" y="24353"/>
                    <a:pt x="239926" y="14437"/>
                  </a:cubicBezTo>
                  <a:cubicBezTo>
                    <a:pt x="235926" y="5188"/>
                    <a:pt x="223427" y="6855"/>
                    <a:pt x="215095" y="4938"/>
                  </a:cubicBezTo>
                  <a:cubicBezTo>
                    <a:pt x="207846" y="3272"/>
                    <a:pt x="197013" y="-4394"/>
                    <a:pt x="191430" y="3522"/>
                  </a:cubicBezTo>
                  <a:cubicBezTo>
                    <a:pt x="189764" y="5938"/>
                    <a:pt x="190014" y="9021"/>
                    <a:pt x="189764" y="11854"/>
                  </a:cubicBezTo>
                  <a:cubicBezTo>
                    <a:pt x="188597" y="22687"/>
                    <a:pt x="187847" y="33519"/>
                    <a:pt x="186764" y="44351"/>
                  </a:cubicBezTo>
                  <a:cubicBezTo>
                    <a:pt x="185014" y="61517"/>
                    <a:pt x="182848" y="78682"/>
                    <a:pt x="181681" y="95930"/>
                  </a:cubicBezTo>
                  <a:cubicBezTo>
                    <a:pt x="181348" y="100763"/>
                    <a:pt x="180848" y="106012"/>
                    <a:pt x="180848" y="111179"/>
                  </a:cubicBezTo>
                  <a:cubicBezTo>
                    <a:pt x="170765" y="98263"/>
                    <a:pt x="157516" y="87514"/>
                    <a:pt x="143018" y="80348"/>
                  </a:cubicBezTo>
                  <a:cubicBezTo>
                    <a:pt x="117020" y="67433"/>
                    <a:pt x="88273" y="69349"/>
                    <a:pt x="62609" y="82015"/>
                  </a:cubicBezTo>
                  <a:cubicBezTo>
                    <a:pt x="37111" y="94514"/>
                    <a:pt x="17529" y="122178"/>
                    <a:pt x="13030" y="149842"/>
                  </a:cubicBezTo>
                  <a:cubicBezTo>
                    <a:pt x="9863" y="169257"/>
                    <a:pt x="13030" y="202254"/>
                    <a:pt x="30695" y="215169"/>
                  </a:cubicBezTo>
                  <a:cubicBezTo>
                    <a:pt x="23029" y="222252"/>
                    <a:pt x="16280" y="230418"/>
                    <a:pt x="10947" y="239417"/>
                  </a:cubicBezTo>
                  <a:cubicBezTo>
                    <a:pt x="-5302" y="267165"/>
                    <a:pt x="-1136" y="301162"/>
                    <a:pt x="8447" y="330492"/>
                  </a:cubicBezTo>
                  <a:cubicBezTo>
                    <a:pt x="12696" y="343574"/>
                    <a:pt x="19945" y="357323"/>
                    <a:pt x="31695" y="365073"/>
                  </a:cubicBezTo>
                  <a:cubicBezTo>
                    <a:pt x="41694" y="371739"/>
                    <a:pt x="52526" y="372572"/>
                    <a:pt x="63525" y="374155"/>
                  </a:cubicBezTo>
                  <a:cubicBezTo>
                    <a:pt x="66941" y="386154"/>
                    <a:pt x="73774" y="398570"/>
                    <a:pt x="78857" y="409652"/>
                  </a:cubicBezTo>
                  <a:cubicBezTo>
                    <a:pt x="85690" y="424651"/>
                    <a:pt x="93356" y="439149"/>
                    <a:pt x="100772" y="453815"/>
                  </a:cubicBezTo>
                  <a:cubicBezTo>
                    <a:pt x="114521" y="480896"/>
                    <a:pt x="126103" y="508726"/>
                    <a:pt x="138935" y="536141"/>
                  </a:cubicBezTo>
                  <a:cubicBezTo>
                    <a:pt x="153267" y="566888"/>
                    <a:pt x="167183" y="597385"/>
                    <a:pt x="180681" y="628465"/>
                  </a:cubicBezTo>
                  <a:cubicBezTo>
                    <a:pt x="193180" y="657130"/>
                    <a:pt x="207679" y="685544"/>
                    <a:pt x="224760" y="711791"/>
                  </a:cubicBezTo>
                  <a:cubicBezTo>
                    <a:pt x="233843" y="725873"/>
                    <a:pt x="254258" y="763203"/>
                    <a:pt x="276423" y="752704"/>
                  </a:cubicBezTo>
                  <a:cubicBezTo>
                    <a:pt x="296671" y="743122"/>
                    <a:pt x="292255" y="702209"/>
                    <a:pt x="292421" y="684544"/>
                  </a:cubicBezTo>
                  <a:cubicBezTo>
                    <a:pt x="293004" y="618300"/>
                    <a:pt x="291588" y="551972"/>
                    <a:pt x="292504" y="485728"/>
                  </a:cubicBezTo>
                  <a:cubicBezTo>
                    <a:pt x="293004" y="447815"/>
                    <a:pt x="292838" y="409819"/>
                    <a:pt x="291838" y="371905"/>
                  </a:cubicBezTo>
                  <a:cubicBezTo>
                    <a:pt x="291338" y="353907"/>
                    <a:pt x="291005" y="335909"/>
                    <a:pt x="289921" y="317910"/>
                  </a:cubicBezTo>
                  <a:cubicBezTo>
                    <a:pt x="288921" y="300995"/>
                    <a:pt x="289505" y="283247"/>
                    <a:pt x="285505" y="266665"/>
                  </a:cubicBezTo>
                  <a:cubicBezTo>
                    <a:pt x="291671" y="257082"/>
                    <a:pt x="296171" y="246667"/>
                    <a:pt x="296421" y="234668"/>
                  </a:cubicBezTo>
                  <a:cubicBezTo>
                    <a:pt x="296837" y="216503"/>
                    <a:pt x="292671" y="196171"/>
                    <a:pt x="288338" y="178589"/>
                  </a:cubicBezTo>
                  <a:cubicBezTo>
                    <a:pt x="284088" y="161508"/>
                    <a:pt x="269590" y="150009"/>
                    <a:pt x="256008" y="139843"/>
                  </a:cubicBezTo>
                  <a:cubicBezTo>
                    <a:pt x="245592" y="132094"/>
                    <a:pt x="232593" y="131927"/>
                    <a:pt x="220178" y="134427"/>
                  </a:cubicBezTo>
                  <a:lnTo>
                    <a:pt x="220178" y="134427"/>
                  </a:lnTo>
                  <a:close/>
                  <a:moveTo>
                    <a:pt x="189681" y="112345"/>
                  </a:moveTo>
                  <a:cubicBezTo>
                    <a:pt x="190763" y="99263"/>
                    <a:pt x="192430" y="86181"/>
                    <a:pt x="193430" y="73016"/>
                  </a:cubicBezTo>
                  <a:cubicBezTo>
                    <a:pt x="194430" y="59933"/>
                    <a:pt x="195347" y="46934"/>
                    <a:pt x="196180" y="33853"/>
                  </a:cubicBezTo>
                  <a:cubicBezTo>
                    <a:pt x="196430" y="29769"/>
                    <a:pt x="195013" y="14354"/>
                    <a:pt x="197596" y="11438"/>
                  </a:cubicBezTo>
                  <a:cubicBezTo>
                    <a:pt x="202429" y="5938"/>
                    <a:pt x="207595" y="10688"/>
                    <a:pt x="213428" y="12188"/>
                  </a:cubicBezTo>
                  <a:cubicBezTo>
                    <a:pt x="217344" y="13188"/>
                    <a:pt x="225594" y="12604"/>
                    <a:pt x="228760" y="15021"/>
                  </a:cubicBezTo>
                  <a:cubicBezTo>
                    <a:pt x="235010" y="19770"/>
                    <a:pt x="230926" y="34436"/>
                    <a:pt x="229927" y="40685"/>
                  </a:cubicBezTo>
                  <a:cubicBezTo>
                    <a:pt x="227927" y="52934"/>
                    <a:pt x="225011" y="64933"/>
                    <a:pt x="222344" y="77015"/>
                  </a:cubicBezTo>
                  <a:cubicBezTo>
                    <a:pt x="217928" y="96847"/>
                    <a:pt x="213428" y="116928"/>
                    <a:pt x="210095" y="136927"/>
                  </a:cubicBezTo>
                  <a:cubicBezTo>
                    <a:pt x="206096" y="138260"/>
                    <a:pt x="201762" y="140010"/>
                    <a:pt x="197346" y="142176"/>
                  </a:cubicBezTo>
                  <a:cubicBezTo>
                    <a:pt x="195430" y="135510"/>
                    <a:pt x="192597" y="129177"/>
                    <a:pt x="189181" y="123094"/>
                  </a:cubicBezTo>
                  <a:cubicBezTo>
                    <a:pt x="189597" y="119345"/>
                    <a:pt x="189514" y="115178"/>
                    <a:pt x="189681" y="112345"/>
                  </a:cubicBezTo>
                  <a:lnTo>
                    <a:pt x="189681" y="112345"/>
                  </a:lnTo>
                  <a:close/>
                  <a:moveTo>
                    <a:pt x="27195" y="150592"/>
                  </a:moveTo>
                  <a:cubicBezTo>
                    <a:pt x="31195" y="127261"/>
                    <a:pt x="45693" y="101513"/>
                    <a:pt x="66775" y="89597"/>
                  </a:cubicBezTo>
                  <a:cubicBezTo>
                    <a:pt x="89523" y="76682"/>
                    <a:pt x="115854" y="74765"/>
                    <a:pt x="138435" y="88847"/>
                  </a:cubicBezTo>
                  <a:cubicBezTo>
                    <a:pt x="160266" y="102430"/>
                    <a:pt x="178098" y="124928"/>
                    <a:pt x="183514" y="149925"/>
                  </a:cubicBezTo>
                  <a:cubicBezTo>
                    <a:pt x="167432" y="160341"/>
                    <a:pt x="152850" y="174923"/>
                    <a:pt x="150351" y="190672"/>
                  </a:cubicBezTo>
                  <a:cubicBezTo>
                    <a:pt x="137019" y="182756"/>
                    <a:pt x="121686" y="178090"/>
                    <a:pt x="104521" y="177840"/>
                  </a:cubicBezTo>
                  <a:cubicBezTo>
                    <a:pt x="81107" y="177506"/>
                    <a:pt x="58859" y="189422"/>
                    <a:pt x="41860" y="206003"/>
                  </a:cubicBezTo>
                  <a:cubicBezTo>
                    <a:pt x="40111" y="207254"/>
                    <a:pt x="38444" y="208587"/>
                    <a:pt x="36777" y="209920"/>
                  </a:cubicBezTo>
                  <a:cubicBezTo>
                    <a:pt x="30944" y="190338"/>
                    <a:pt x="23612" y="171590"/>
                    <a:pt x="27195" y="150592"/>
                  </a:cubicBezTo>
                  <a:lnTo>
                    <a:pt x="27195" y="150592"/>
                  </a:lnTo>
                  <a:close/>
                  <a:moveTo>
                    <a:pt x="40277" y="353574"/>
                  </a:moveTo>
                  <a:cubicBezTo>
                    <a:pt x="24445" y="343908"/>
                    <a:pt x="20112" y="321827"/>
                    <a:pt x="16362" y="305161"/>
                  </a:cubicBezTo>
                  <a:cubicBezTo>
                    <a:pt x="12696" y="288829"/>
                    <a:pt x="11613" y="269998"/>
                    <a:pt x="17529" y="253999"/>
                  </a:cubicBezTo>
                  <a:cubicBezTo>
                    <a:pt x="24362" y="235501"/>
                    <a:pt x="36861" y="219169"/>
                    <a:pt x="52526" y="207170"/>
                  </a:cubicBezTo>
                  <a:cubicBezTo>
                    <a:pt x="67525" y="196921"/>
                    <a:pt x="85273" y="190505"/>
                    <a:pt x="103022" y="190755"/>
                  </a:cubicBezTo>
                  <a:cubicBezTo>
                    <a:pt x="133769" y="191171"/>
                    <a:pt x="161016" y="207170"/>
                    <a:pt x="178348" y="232084"/>
                  </a:cubicBezTo>
                  <a:cubicBezTo>
                    <a:pt x="187764" y="245667"/>
                    <a:pt x="193347" y="260749"/>
                    <a:pt x="196263" y="276914"/>
                  </a:cubicBezTo>
                  <a:cubicBezTo>
                    <a:pt x="197430" y="283413"/>
                    <a:pt x="199179" y="290913"/>
                    <a:pt x="198930" y="297579"/>
                  </a:cubicBezTo>
                  <a:cubicBezTo>
                    <a:pt x="198513" y="309328"/>
                    <a:pt x="191514" y="317243"/>
                    <a:pt x="185597" y="326493"/>
                  </a:cubicBezTo>
                  <a:cubicBezTo>
                    <a:pt x="173182" y="345908"/>
                    <a:pt x="175265" y="364739"/>
                    <a:pt x="184597" y="385154"/>
                  </a:cubicBezTo>
                  <a:cubicBezTo>
                    <a:pt x="190181" y="397320"/>
                    <a:pt x="196096" y="409485"/>
                    <a:pt x="197346" y="422984"/>
                  </a:cubicBezTo>
                  <a:cubicBezTo>
                    <a:pt x="197680" y="426734"/>
                    <a:pt x="198596" y="439399"/>
                    <a:pt x="194763" y="442066"/>
                  </a:cubicBezTo>
                  <a:cubicBezTo>
                    <a:pt x="186264" y="447982"/>
                    <a:pt x="178682" y="430817"/>
                    <a:pt x="176181" y="425817"/>
                  </a:cubicBezTo>
                  <a:cubicBezTo>
                    <a:pt x="171682" y="416485"/>
                    <a:pt x="164016" y="382988"/>
                    <a:pt x="148767" y="385654"/>
                  </a:cubicBezTo>
                  <a:cubicBezTo>
                    <a:pt x="140185" y="387154"/>
                    <a:pt x="137519" y="398153"/>
                    <a:pt x="131353" y="402902"/>
                  </a:cubicBezTo>
                  <a:cubicBezTo>
                    <a:pt x="108355" y="420651"/>
                    <a:pt x="105438" y="388654"/>
                    <a:pt x="97022" y="375572"/>
                  </a:cubicBezTo>
                  <a:cubicBezTo>
                    <a:pt x="84190" y="355490"/>
                    <a:pt x="58192" y="364489"/>
                    <a:pt x="40277" y="353574"/>
                  </a:cubicBezTo>
                  <a:lnTo>
                    <a:pt x="40277" y="353574"/>
                  </a:lnTo>
                  <a:close/>
                  <a:moveTo>
                    <a:pt x="227760" y="535724"/>
                  </a:moveTo>
                  <a:cubicBezTo>
                    <a:pt x="229593" y="539890"/>
                    <a:pt x="231510" y="544140"/>
                    <a:pt x="233343" y="548306"/>
                  </a:cubicBezTo>
                  <a:cubicBezTo>
                    <a:pt x="237093" y="557222"/>
                    <a:pt x="240676" y="566221"/>
                    <a:pt x="244509" y="575054"/>
                  </a:cubicBezTo>
                  <a:cubicBezTo>
                    <a:pt x="235843" y="581220"/>
                    <a:pt x="227177" y="587303"/>
                    <a:pt x="218011" y="592052"/>
                  </a:cubicBezTo>
                  <a:cubicBezTo>
                    <a:pt x="214012" y="583053"/>
                    <a:pt x="210012" y="574054"/>
                    <a:pt x="205762" y="565221"/>
                  </a:cubicBezTo>
                  <a:cubicBezTo>
                    <a:pt x="203179" y="559722"/>
                    <a:pt x="200429" y="554306"/>
                    <a:pt x="197596" y="548889"/>
                  </a:cubicBezTo>
                  <a:cubicBezTo>
                    <a:pt x="208512" y="545640"/>
                    <a:pt x="218345" y="541390"/>
                    <a:pt x="227760" y="535724"/>
                  </a:cubicBezTo>
                  <a:lnTo>
                    <a:pt x="227760" y="535724"/>
                  </a:lnTo>
                  <a:close/>
                  <a:moveTo>
                    <a:pt x="196513" y="546889"/>
                  </a:moveTo>
                  <a:cubicBezTo>
                    <a:pt x="190014" y="534641"/>
                    <a:pt x="183181" y="522558"/>
                    <a:pt x="176265" y="510476"/>
                  </a:cubicBezTo>
                  <a:cubicBezTo>
                    <a:pt x="186764" y="506060"/>
                    <a:pt x="196763" y="500477"/>
                    <a:pt x="206012" y="495144"/>
                  </a:cubicBezTo>
                  <a:cubicBezTo>
                    <a:pt x="206679" y="494811"/>
                    <a:pt x="207262" y="494394"/>
                    <a:pt x="207846" y="493978"/>
                  </a:cubicBezTo>
                  <a:cubicBezTo>
                    <a:pt x="213678" y="505476"/>
                    <a:pt x="219345" y="517142"/>
                    <a:pt x="224760" y="528891"/>
                  </a:cubicBezTo>
                  <a:cubicBezTo>
                    <a:pt x="216011" y="535807"/>
                    <a:pt x="206762" y="541890"/>
                    <a:pt x="196513" y="546889"/>
                  </a:cubicBezTo>
                  <a:lnTo>
                    <a:pt x="196513" y="546889"/>
                  </a:lnTo>
                  <a:close/>
                  <a:moveTo>
                    <a:pt x="248092" y="583220"/>
                  </a:moveTo>
                  <a:cubicBezTo>
                    <a:pt x="252508" y="592969"/>
                    <a:pt x="257507" y="602468"/>
                    <a:pt x="263591" y="611300"/>
                  </a:cubicBezTo>
                  <a:cubicBezTo>
                    <a:pt x="263840" y="611717"/>
                    <a:pt x="264257" y="611884"/>
                    <a:pt x="264674" y="611967"/>
                  </a:cubicBezTo>
                  <a:cubicBezTo>
                    <a:pt x="261424" y="615050"/>
                    <a:pt x="258091" y="618050"/>
                    <a:pt x="254424" y="620799"/>
                  </a:cubicBezTo>
                  <a:cubicBezTo>
                    <a:pt x="248342" y="625299"/>
                    <a:pt x="241676" y="628299"/>
                    <a:pt x="234593" y="630299"/>
                  </a:cubicBezTo>
                  <a:cubicBezTo>
                    <a:pt x="234260" y="629549"/>
                    <a:pt x="233927" y="628715"/>
                    <a:pt x="233593" y="627882"/>
                  </a:cubicBezTo>
                  <a:cubicBezTo>
                    <a:pt x="229510" y="618550"/>
                    <a:pt x="225511" y="609134"/>
                    <a:pt x="221344" y="599718"/>
                  </a:cubicBezTo>
                  <a:cubicBezTo>
                    <a:pt x="230926" y="595802"/>
                    <a:pt x="239926" y="589969"/>
                    <a:pt x="248092" y="583220"/>
                  </a:cubicBezTo>
                  <a:lnTo>
                    <a:pt x="248092" y="583220"/>
                  </a:lnTo>
                  <a:close/>
                  <a:moveTo>
                    <a:pt x="229343" y="525142"/>
                  </a:moveTo>
                  <a:cubicBezTo>
                    <a:pt x="223344" y="514059"/>
                    <a:pt x="216928" y="503227"/>
                    <a:pt x="210345" y="492478"/>
                  </a:cubicBezTo>
                  <a:cubicBezTo>
                    <a:pt x="223927" y="483979"/>
                    <a:pt x="235593" y="473313"/>
                    <a:pt x="246092" y="461480"/>
                  </a:cubicBezTo>
                  <a:cubicBezTo>
                    <a:pt x="250342" y="472896"/>
                    <a:pt x="254758" y="484312"/>
                    <a:pt x="260757" y="494561"/>
                  </a:cubicBezTo>
                  <a:cubicBezTo>
                    <a:pt x="255424" y="499894"/>
                    <a:pt x="250342" y="505310"/>
                    <a:pt x="245092" y="510476"/>
                  </a:cubicBezTo>
                  <a:cubicBezTo>
                    <a:pt x="240009" y="515726"/>
                    <a:pt x="234760" y="520642"/>
                    <a:pt x="229343" y="525142"/>
                  </a:cubicBezTo>
                  <a:lnTo>
                    <a:pt x="229343" y="525142"/>
                  </a:lnTo>
                  <a:close/>
                  <a:moveTo>
                    <a:pt x="205345" y="484562"/>
                  </a:moveTo>
                  <a:cubicBezTo>
                    <a:pt x="202762" y="480562"/>
                    <a:pt x="200179" y="476479"/>
                    <a:pt x="197596" y="472480"/>
                  </a:cubicBezTo>
                  <a:cubicBezTo>
                    <a:pt x="197263" y="472063"/>
                    <a:pt x="196680" y="472480"/>
                    <a:pt x="196930" y="472896"/>
                  </a:cubicBezTo>
                  <a:cubicBezTo>
                    <a:pt x="199179" y="477062"/>
                    <a:pt x="201346" y="481312"/>
                    <a:pt x="203596" y="485562"/>
                  </a:cubicBezTo>
                  <a:cubicBezTo>
                    <a:pt x="193013" y="491728"/>
                    <a:pt x="182264" y="497061"/>
                    <a:pt x="171349" y="501644"/>
                  </a:cubicBezTo>
                  <a:cubicBezTo>
                    <a:pt x="165099" y="490645"/>
                    <a:pt x="158850" y="479646"/>
                    <a:pt x="153017" y="468480"/>
                  </a:cubicBezTo>
                  <a:cubicBezTo>
                    <a:pt x="162933" y="465147"/>
                    <a:pt x="172598" y="459981"/>
                    <a:pt x="180098" y="453815"/>
                  </a:cubicBezTo>
                  <a:cubicBezTo>
                    <a:pt x="198013" y="469730"/>
                    <a:pt x="210929" y="449315"/>
                    <a:pt x="213012" y="430650"/>
                  </a:cubicBezTo>
                  <a:cubicBezTo>
                    <a:pt x="217261" y="429400"/>
                    <a:pt x="221511" y="426484"/>
                    <a:pt x="224677" y="424317"/>
                  </a:cubicBezTo>
                  <a:cubicBezTo>
                    <a:pt x="226427" y="423151"/>
                    <a:pt x="228010" y="421901"/>
                    <a:pt x="229510" y="420567"/>
                  </a:cubicBezTo>
                  <a:cubicBezTo>
                    <a:pt x="232426" y="427400"/>
                    <a:pt x="235343" y="434233"/>
                    <a:pt x="238259" y="441066"/>
                  </a:cubicBezTo>
                  <a:cubicBezTo>
                    <a:pt x="240093" y="445315"/>
                    <a:pt x="241759" y="449731"/>
                    <a:pt x="243509" y="454231"/>
                  </a:cubicBezTo>
                  <a:cubicBezTo>
                    <a:pt x="231760" y="465647"/>
                    <a:pt x="219511" y="476229"/>
                    <a:pt x="205345" y="484562"/>
                  </a:cubicBezTo>
                  <a:lnTo>
                    <a:pt x="205345" y="484562"/>
                  </a:lnTo>
                  <a:close/>
                  <a:moveTo>
                    <a:pt x="113021" y="452815"/>
                  </a:moveTo>
                  <a:cubicBezTo>
                    <a:pt x="104772" y="436900"/>
                    <a:pt x="95939" y="421234"/>
                    <a:pt x="87940" y="405236"/>
                  </a:cubicBezTo>
                  <a:cubicBezTo>
                    <a:pt x="84606" y="398486"/>
                    <a:pt x="81857" y="391403"/>
                    <a:pt x="78357" y="384737"/>
                  </a:cubicBezTo>
                  <a:cubicBezTo>
                    <a:pt x="76607" y="381488"/>
                    <a:pt x="74441" y="378571"/>
                    <a:pt x="72274" y="375572"/>
                  </a:cubicBezTo>
                  <a:cubicBezTo>
                    <a:pt x="73857" y="375905"/>
                    <a:pt x="75441" y="376321"/>
                    <a:pt x="77024" y="376821"/>
                  </a:cubicBezTo>
                  <a:cubicBezTo>
                    <a:pt x="95439" y="382321"/>
                    <a:pt x="92106" y="404486"/>
                    <a:pt x="106271" y="414985"/>
                  </a:cubicBezTo>
                  <a:cubicBezTo>
                    <a:pt x="114604" y="421151"/>
                    <a:pt x="126769" y="419651"/>
                    <a:pt x="134935" y="413735"/>
                  </a:cubicBezTo>
                  <a:cubicBezTo>
                    <a:pt x="139602" y="410402"/>
                    <a:pt x="141185" y="405402"/>
                    <a:pt x="145184" y="401819"/>
                  </a:cubicBezTo>
                  <a:cubicBezTo>
                    <a:pt x="150684" y="396820"/>
                    <a:pt x="151850" y="396820"/>
                    <a:pt x="156267" y="402902"/>
                  </a:cubicBezTo>
                  <a:cubicBezTo>
                    <a:pt x="157600" y="404736"/>
                    <a:pt x="158683" y="409402"/>
                    <a:pt x="159350" y="411318"/>
                  </a:cubicBezTo>
                  <a:cubicBezTo>
                    <a:pt x="163433" y="423401"/>
                    <a:pt x="166349" y="436983"/>
                    <a:pt x="174015" y="447482"/>
                  </a:cubicBezTo>
                  <a:cubicBezTo>
                    <a:pt x="169266" y="449981"/>
                    <a:pt x="165266" y="454148"/>
                    <a:pt x="160599" y="456981"/>
                  </a:cubicBezTo>
                  <a:cubicBezTo>
                    <a:pt x="157267" y="458981"/>
                    <a:pt x="153767" y="461147"/>
                    <a:pt x="150101" y="463314"/>
                  </a:cubicBezTo>
                  <a:cubicBezTo>
                    <a:pt x="147684" y="458647"/>
                    <a:pt x="145351" y="453981"/>
                    <a:pt x="143101" y="449232"/>
                  </a:cubicBezTo>
                  <a:cubicBezTo>
                    <a:pt x="143018" y="449065"/>
                    <a:pt x="142768" y="449232"/>
                    <a:pt x="142851" y="449398"/>
                  </a:cubicBezTo>
                  <a:cubicBezTo>
                    <a:pt x="145184" y="454065"/>
                    <a:pt x="147518" y="458731"/>
                    <a:pt x="149767" y="463480"/>
                  </a:cubicBezTo>
                  <a:cubicBezTo>
                    <a:pt x="143768" y="466897"/>
                    <a:pt x="137435" y="470063"/>
                    <a:pt x="131353" y="471646"/>
                  </a:cubicBezTo>
                  <a:cubicBezTo>
                    <a:pt x="130853" y="471813"/>
                    <a:pt x="131019" y="472480"/>
                    <a:pt x="131519" y="472480"/>
                  </a:cubicBezTo>
                  <a:cubicBezTo>
                    <a:pt x="138185" y="472563"/>
                    <a:pt x="145351" y="471146"/>
                    <a:pt x="152434" y="468897"/>
                  </a:cubicBezTo>
                  <a:cubicBezTo>
                    <a:pt x="157933" y="480229"/>
                    <a:pt x="163266" y="491561"/>
                    <a:pt x="168516" y="503060"/>
                  </a:cubicBezTo>
                  <a:cubicBezTo>
                    <a:pt x="159766" y="506643"/>
                    <a:pt x="150850" y="509726"/>
                    <a:pt x="141601" y="512309"/>
                  </a:cubicBezTo>
                  <a:cubicBezTo>
                    <a:pt x="132352" y="492228"/>
                    <a:pt x="123186" y="472313"/>
                    <a:pt x="113021" y="452815"/>
                  </a:cubicBezTo>
                  <a:lnTo>
                    <a:pt x="113021" y="452815"/>
                  </a:lnTo>
                  <a:close/>
                  <a:moveTo>
                    <a:pt x="151767" y="534224"/>
                  </a:moveTo>
                  <a:cubicBezTo>
                    <a:pt x="149351" y="528974"/>
                    <a:pt x="146851" y="523725"/>
                    <a:pt x="144434" y="518475"/>
                  </a:cubicBezTo>
                  <a:cubicBezTo>
                    <a:pt x="153933" y="517975"/>
                    <a:pt x="163433" y="515476"/>
                    <a:pt x="172598" y="511976"/>
                  </a:cubicBezTo>
                  <a:cubicBezTo>
                    <a:pt x="181848" y="532474"/>
                    <a:pt x="190847" y="553139"/>
                    <a:pt x="199679" y="573720"/>
                  </a:cubicBezTo>
                  <a:cubicBezTo>
                    <a:pt x="202846" y="581136"/>
                    <a:pt x="206096" y="588552"/>
                    <a:pt x="209429" y="595968"/>
                  </a:cubicBezTo>
                  <a:cubicBezTo>
                    <a:pt x="200763" y="599385"/>
                    <a:pt x="191597" y="601301"/>
                    <a:pt x="181514" y="600635"/>
                  </a:cubicBezTo>
                  <a:cubicBezTo>
                    <a:pt x="171599" y="578387"/>
                    <a:pt x="161933" y="556139"/>
                    <a:pt x="151767" y="534224"/>
                  </a:cubicBezTo>
                  <a:lnTo>
                    <a:pt x="151767" y="534224"/>
                  </a:lnTo>
                  <a:close/>
                  <a:moveTo>
                    <a:pt x="226011" y="688460"/>
                  </a:moveTo>
                  <a:cubicBezTo>
                    <a:pt x="209595" y="661296"/>
                    <a:pt x="195847" y="632465"/>
                    <a:pt x="182848" y="603551"/>
                  </a:cubicBezTo>
                  <a:cubicBezTo>
                    <a:pt x="192930" y="606051"/>
                    <a:pt x="202929" y="605551"/>
                    <a:pt x="212512" y="602884"/>
                  </a:cubicBezTo>
                  <a:cubicBezTo>
                    <a:pt x="217011" y="612717"/>
                    <a:pt x="221594" y="622549"/>
                    <a:pt x="226427" y="632215"/>
                  </a:cubicBezTo>
                  <a:cubicBezTo>
                    <a:pt x="225177" y="632465"/>
                    <a:pt x="223927" y="632632"/>
                    <a:pt x="222677" y="632882"/>
                  </a:cubicBezTo>
                  <a:cubicBezTo>
                    <a:pt x="221928" y="632965"/>
                    <a:pt x="221928" y="634048"/>
                    <a:pt x="222677" y="634048"/>
                  </a:cubicBezTo>
                  <a:cubicBezTo>
                    <a:pt x="224261" y="633965"/>
                    <a:pt x="225760" y="633882"/>
                    <a:pt x="227260" y="633882"/>
                  </a:cubicBezTo>
                  <a:cubicBezTo>
                    <a:pt x="234926" y="649297"/>
                    <a:pt x="243176" y="664462"/>
                    <a:pt x="252008" y="679127"/>
                  </a:cubicBezTo>
                  <a:cubicBezTo>
                    <a:pt x="244592" y="684710"/>
                    <a:pt x="236843" y="689710"/>
                    <a:pt x="227760" y="691376"/>
                  </a:cubicBezTo>
                  <a:cubicBezTo>
                    <a:pt x="227177" y="690377"/>
                    <a:pt x="226594" y="689460"/>
                    <a:pt x="226011" y="688460"/>
                  </a:cubicBezTo>
                  <a:lnTo>
                    <a:pt x="226011" y="688460"/>
                  </a:lnTo>
                  <a:close/>
                  <a:moveTo>
                    <a:pt x="276423" y="625716"/>
                  </a:moveTo>
                  <a:cubicBezTo>
                    <a:pt x="276006" y="653463"/>
                    <a:pt x="276923" y="681377"/>
                    <a:pt x="275423" y="708958"/>
                  </a:cubicBezTo>
                  <a:cubicBezTo>
                    <a:pt x="275090" y="715374"/>
                    <a:pt x="276006" y="724540"/>
                    <a:pt x="272756" y="730290"/>
                  </a:cubicBezTo>
                  <a:cubicBezTo>
                    <a:pt x="265174" y="743622"/>
                    <a:pt x="256758" y="730706"/>
                    <a:pt x="251675" y="724707"/>
                  </a:cubicBezTo>
                  <a:cubicBezTo>
                    <a:pt x="243592" y="715208"/>
                    <a:pt x="236510" y="705125"/>
                    <a:pt x="229927" y="694626"/>
                  </a:cubicBezTo>
                  <a:cubicBezTo>
                    <a:pt x="235260" y="694460"/>
                    <a:pt x="239926" y="692960"/>
                    <a:pt x="245759" y="689627"/>
                  </a:cubicBezTo>
                  <a:cubicBezTo>
                    <a:pt x="248842" y="687877"/>
                    <a:pt x="252008" y="686044"/>
                    <a:pt x="255091" y="683961"/>
                  </a:cubicBezTo>
                  <a:cubicBezTo>
                    <a:pt x="257924" y="688543"/>
                    <a:pt x="260841" y="693126"/>
                    <a:pt x="263840" y="697626"/>
                  </a:cubicBezTo>
                  <a:cubicBezTo>
                    <a:pt x="264757" y="699042"/>
                    <a:pt x="267007" y="697626"/>
                    <a:pt x="266090" y="696209"/>
                  </a:cubicBezTo>
                  <a:cubicBezTo>
                    <a:pt x="263257" y="691543"/>
                    <a:pt x="260674" y="686710"/>
                    <a:pt x="258091" y="681794"/>
                  </a:cubicBezTo>
                  <a:cubicBezTo>
                    <a:pt x="262507" y="678544"/>
                    <a:pt x="266590" y="674878"/>
                    <a:pt x="269590" y="670545"/>
                  </a:cubicBezTo>
                  <a:cubicBezTo>
                    <a:pt x="270840" y="668795"/>
                    <a:pt x="268257" y="666629"/>
                    <a:pt x="266590" y="667795"/>
                  </a:cubicBezTo>
                  <a:cubicBezTo>
                    <a:pt x="262840" y="670545"/>
                    <a:pt x="259091" y="673461"/>
                    <a:pt x="255424" y="676378"/>
                  </a:cubicBezTo>
                  <a:cubicBezTo>
                    <a:pt x="248425" y="662296"/>
                    <a:pt x="242259" y="647630"/>
                    <a:pt x="236093" y="633215"/>
                  </a:cubicBezTo>
                  <a:cubicBezTo>
                    <a:pt x="242925" y="632632"/>
                    <a:pt x="249508" y="631382"/>
                    <a:pt x="256258" y="627549"/>
                  </a:cubicBezTo>
                  <a:cubicBezTo>
                    <a:pt x="263924" y="623216"/>
                    <a:pt x="271006" y="617883"/>
                    <a:pt x="276839" y="611384"/>
                  </a:cubicBezTo>
                  <a:cubicBezTo>
                    <a:pt x="276673" y="616300"/>
                    <a:pt x="276506" y="620966"/>
                    <a:pt x="276423" y="625716"/>
                  </a:cubicBezTo>
                  <a:lnTo>
                    <a:pt x="276423" y="625716"/>
                  </a:lnTo>
                  <a:close/>
                  <a:moveTo>
                    <a:pt x="277006" y="599968"/>
                  </a:moveTo>
                  <a:cubicBezTo>
                    <a:pt x="273506" y="603218"/>
                    <a:pt x="270173" y="606634"/>
                    <a:pt x="266757" y="609967"/>
                  </a:cubicBezTo>
                  <a:cubicBezTo>
                    <a:pt x="265674" y="601051"/>
                    <a:pt x="261341" y="592136"/>
                    <a:pt x="257424" y="584136"/>
                  </a:cubicBezTo>
                  <a:cubicBezTo>
                    <a:pt x="256341" y="581970"/>
                    <a:pt x="255424" y="579803"/>
                    <a:pt x="254424" y="577637"/>
                  </a:cubicBezTo>
                  <a:cubicBezTo>
                    <a:pt x="259007" y="573470"/>
                    <a:pt x="263257" y="569054"/>
                    <a:pt x="267174" y="564638"/>
                  </a:cubicBezTo>
                  <a:cubicBezTo>
                    <a:pt x="268757" y="562888"/>
                    <a:pt x="266507" y="560222"/>
                    <a:pt x="264507" y="561471"/>
                  </a:cubicBezTo>
                  <a:cubicBezTo>
                    <a:pt x="260008" y="564221"/>
                    <a:pt x="255508" y="567221"/>
                    <a:pt x="251092" y="570304"/>
                  </a:cubicBezTo>
                  <a:cubicBezTo>
                    <a:pt x="247342" y="561888"/>
                    <a:pt x="243759" y="553472"/>
                    <a:pt x="239676" y="545223"/>
                  </a:cubicBezTo>
                  <a:cubicBezTo>
                    <a:pt x="237510" y="540807"/>
                    <a:pt x="235260" y="536474"/>
                    <a:pt x="233010" y="532141"/>
                  </a:cubicBezTo>
                  <a:cubicBezTo>
                    <a:pt x="236926" y="529474"/>
                    <a:pt x="240676" y="526558"/>
                    <a:pt x="244509" y="523308"/>
                  </a:cubicBezTo>
                  <a:cubicBezTo>
                    <a:pt x="255758" y="513643"/>
                    <a:pt x="270756" y="501977"/>
                    <a:pt x="280256" y="488811"/>
                  </a:cubicBezTo>
                  <a:cubicBezTo>
                    <a:pt x="279672" y="525975"/>
                    <a:pt x="278006" y="562972"/>
                    <a:pt x="277006" y="599968"/>
                  </a:cubicBezTo>
                  <a:lnTo>
                    <a:pt x="277006" y="599968"/>
                  </a:lnTo>
                  <a:close/>
                  <a:moveTo>
                    <a:pt x="277089" y="312744"/>
                  </a:moveTo>
                  <a:cubicBezTo>
                    <a:pt x="278173" y="327659"/>
                    <a:pt x="278756" y="342658"/>
                    <a:pt x="279339" y="357657"/>
                  </a:cubicBezTo>
                  <a:cubicBezTo>
                    <a:pt x="280339" y="383654"/>
                    <a:pt x="280339" y="409652"/>
                    <a:pt x="280505" y="435566"/>
                  </a:cubicBezTo>
                  <a:cubicBezTo>
                    <a:pt x="274506" y="420317"/>
                    <a:pt x="264007" y="406736"/>
                    <a:pt x="256424" y="392237"/>
                  </a:cubicBezTo>
                  <a:cubicBezTo>
                    <a:pt x="256258" y="391987"/>
                    <a:pt x="255841" y="392154"/>
                    <a:pt x="256008" y="392487"/>
                  </a:cubicBezTo>
                  <a:cubicBezTo>
                    <a:pt x="262091" y="407569"/>
                    <a:pt x="268340" y="423567"/>
                    <a:pt x="276673" y="437649"/>
                  </a:cubicBezTo>
                  <a:cubicBezTo>
                    <a:pt x="277589" y="439233"/>
                    <a:pt x="279839" y="438733"/>
                    <a:pt x="280505" y="437399"/>
                  </a:cubicBezTo>
                  <a:cubicBezTo>
                    <a:pt x="280505" y="440232"/>
                    <a:pt x="280505" y="442982"/>
                    <a:pt x="280589" y="445815"/>
                  </a:cubicBezTo>
                  <a:cubicBezTo>
                    <a:pt x="280672" y="456564"/>
                    <a:pt x="280589" y="467230"/>
                    <a:pt x="280505" y="477979"/>
                  </a:cubicBezTo>
                  <a:cubicBezTo>
                    <a:pt x="276006" y="481062"/>
                    <a:pt x="271756" y="484645"/>
                    <a:pt x="267673" y="488395"/>
                  </a:cubicBezTo>
                  <a:cubicBezTo>
                    <a:pt x="264507" y="476562"/>
                    <a:pt x="258841" y="464814"/>
                    <a:pt x="253008" y="453731"/>
                  </a:cubicBezTo>
                  <a:cubicBezTo>
                    <a:pt x="258591" y="446898"/>
                    <a:pt x="263840" y="439733"/>
                    <a:pt x="268923" y="432400"/>
                  </a:cubicBezTo>
                  <a:cubicBezTo>
                    <a:pt x="269673" y="431233"/>
                    <a:pt x="267923" y="430150"/>
                    <a:pt x="267007" y="431067"/>
                  </a:cubicBezTo>
                  <a:cubicBezTo>
                    <a:pt x="261257" y="436733"/>
                    <a:pt x="255675" y="442482"/>
                    <a:pt x="250008" y="448149"/>
                  </a:cubicBezTo>
                  <a:cubicBezTo>
                    <a:pt x="248592" y="445565"/>
                    <a:pt x="247175" y="443066"/>
                    <a:pt x="245842" y="440566"/>
                  </a:cubicBezTo>
                  <a:cubicBezTo>
                    <a:pt x="241676" y="432816"/>
                    <a:pt x="237510" y="425151"/>
                    <a:pt x="233343" y="417401"/>
                  </a:cubicBezTo>
                  <a:cubicBezTo>
                    <a:pt x="235676" y="415068"/>
                    <a:pt x="237843" y="412652"/>
                    <a:pt x="240176" y="410152"/>
                  </a:cubicBezTo>
                  <a:cubicBezTo>
                    <a:pt x="241259" y="408902"/>
                    <a:pt x="240009" y="407236"/>
                    <a:pt x="238509" y="407569"/>
                  </a:cubicBezTo>
                  <a:cubicBezTo>
                    <a:pt x="235760" y="408235"/>
                    <a:pt x="232927" y="409819"/>
                    <a:pt x="230177" y="411652"/>
                  </a:cubicBezTo>
                  <a:cubicBezTo>
                    <a:pt x="224844" y="401736"/>
                    <a:pt x="219427" y="391820"/>
                    <a:pt x="214095" y="381988"/>
                  </a:cubicBezTo>
                  <a:cubicBezTo>
                    <a:pt x="222094" y="375322"/>
                    <a:pt x="231926" y="371155"/>
                    <a:pt x="239342" y="363573"/>
                  </a:cubicBezTo>
                  <a:cubicBezTo>
                    <a:pt x="241426" y="361489"/>
                    <a:pt x="238593" y="358740"/>
                    <a:pt x="236259" y="359906"/>
                  </a:cubicBezTo>
                  <a:cubicBezTo>
                    <a:pt x="227427" y="364323"/>
                    <a:pt x="220094" y="372988"/>
                    <a:pt x="213095" y="380155"/>
                  </a:cubicBezTo>
                  <a:cubicBezTo>
                    <a:pt x="212678" y="379321"/>
                    <a:pt x="212262" y="378571"/>
                    <a:pt x="211845" y="377738"/>
                  </a:cubicBezTo>
                  <a:cubicBezTo>
                    <a:pt x="211595" y="377322"/>
                    <a:pt x="210929" y="377655"/>
                    <a:pt x="211095" y="378071"/>
                  </a:cubicBezTo>
                  <a:cubicBezTo>
                    <a:pt x="211512" y="378988"/>
                    <a:pt x="211928" y="379988"/>
                    <a:pt x="212345" y="380905"/>
                  </a:cubicBezTo>
                  <a:cubicBezTo>
                    <a:pt x="212095" y="381155"/>
                    <a:pt x="211845" y="381488"/>
                    <a:pt x="211512" y="381738"/>
                  </a:cubicBezTo>
                  <a:cubicBezTo>
                    <a:pt x="210678" y="382571"/>
                    <a:pt x="212012" y="383738"/>
                    <a:pt x="212845" y="382988"/>
                  </a:cubicBezTo>
                  <a:cubicBezTo>
                    <a:pt x="212928" y="382904"/>
                    <a:pt x="213012" y="382821"/>
                    <a:pt x="213095" y="382821"/>
                  </a:cubicBezTo>
                  <a:cubicBezTo>
                    <a:pt x="217595" y="393320"/>
                    <a:pt x="222094" y="403819"/>
                    <a:pt x="226594" y="414235"/>
                  </a:cubicBezTo>
                  <a:cubicBezTo>
                    <a:pt x="225260" y="415235"/>
                    <a:pt x="223927" y="416235"/>
                    <a:pt x="222677" y="417151"/>
                  </a:cubicBezTo>
                  <a:cubicBezTo>
                    <a:pt x="219678" y="419401"/>
                    <a:pt x="216262" y="421401"/>
                    <a:pt x="213178" y="423651"/>
                  </a:cubicBezTo>
                  <a:cubicBezTo>
                    <a:pt x="213178" y="423317"/>
                    <a:pt x="213178" y="422984"/>
                    <a:pt x="213095" y="422734"/>
                  </a:cubicBezTo>
                  <a:cubicBezTo>
                    <a:pt x="211928" y="408235"/>
                    <a:pt x="206429" y="395653"/>
                    <a:pt x="200096" y="382821"/>
                  </a:cubicBezTo>
                  <a:cubicBezTo>
                    <a:pt x="195596" y="373822"/>
                    <a:pt x="190347" y="364656"/>
                    <a:pt x="190014" y="354324"/>
                  </a:cubicBezTo>
                  <a:cubicBezTo>
                    <a:pt x="189764" y="346907"/>
                    <a:pt x="192097" y="340825"/>
                    <a:pt x="195263" y="334909"/>
                  </a:cubicBezTo>
                  <a:cubicBezTo>
                    <a:pt x="202262" y="343574"/>
                    <a:pt x="209345" y="352990"/>
                    <a:pt x="221511" y="344741"/>
                  </a:cubicBezTo>
                  <a:cubicBezTo>
                    <a:pt x="226094" y="341658"/>
                    <a:pt x="229010" y="336242"/>
                    <a:pt x="235343" y="341825"/>
                  </a:cubicBezTo>
                  <a:cubicBezTo>
                    <a:pt x="241176" y="347074"/>
                    <a:pt x="240926" y="360490"/>
                    <a:pt x="241926" y="367822"/>
                  </a:cubicBezTo>
                  <a:cubicBezTo>
                    <a:pt x="242842" y="374405"/>
                    <a:pt x="243092" y="381988"/>
                    <a:pt x="247342" y="387404"/>
                  </a:cubicBezTo>
                  <a:cubicBezTo>
                    <a:pt x="248842" y="389237"/>
                    <a:pt x="251925" y="390737"/>
                    <a:pt x="254091" y="388904"/>
                  </a:cubicBezTo>
                  <a:cubicBezTo>
                    <a:pt x="265674" y="379155"/>
                    <a:pt x="267174" y="364323"/>
                    <a:pt x="266590" y="349907"/>
                  </a:cubicBezTo>
                  <a:cubicBezTo>
                    <a:pt x="266257" y="341158"/>
                    <a:pt x="265174" y="333159"/>
                    <a:pt x="262840" y="324660"/>
                  </a:cubicBezTo>
                  <a:cubicBezTo>
                    <a:pt x="258174" y="307245"/>
                    <a:pt x="262924" y="296495"/>
                    <a:pt x="273423" y="283330"/>
                  </a:cubicBezTo>
                  <a:cubicBezTo>
                    <a:pt x="274173" y="282413"/>
                    <a:pt x="274839" y="281497"/>
                    <a:pt x="275590" y="280580"/>
                  </a:cubicBezTo>
                  <a:cubicBezTo>
                    <a:pt x="276506" y="291162"/>
                    <a:pt x="276339" y="302245"/>
                    <a:pt x="277089" y="312744"/>
                  </a:cubicBezTo>
                  <a:lnTo>
                    <a:pt x="277089" y="312744"/>
                  </a:lnTo>
                  <a:close/>
                  <a:moveTo>
                    <a:pt x="275839" y="208587"/>
                  </a:moveTo>
                  <a:cubicBezTo>
                    <a:pt x="278422" y="224835"/>
                    <a:pt x="280589" y="240750"/>
                    <a:pt x="273589" y="256166"/>
                  </a:cubicBezTo>
                  <a:cubicBezTo>
                    <a:pt x="267840" y="268831"/>
                    <a:pt x="258507" y="279247"/>
                    <a:pt x="253675" y="292413"/>
                  </a:cubicBezTo>
                  <a:cubicBezTo>
                    <a:pt x="249091" y="304911"/>
                    <a:pt x="250758" y="314660"/>
                    <a:pt x="254424" y="327076"/>
                  </a:cubicBezTo>
                  <a:cubicBezTo>
                    <a:pt x="258174" y="339908"/>
                    <a:pt x="261090" y="363489"/>
                    <a:pt x="252591" y="376238"/>
                  </a:cubicBezTo>
                  <a:cubicBezTo>
                    <a:pt x="249758" y="367406"/>
                    <a:pt x="251092" y="355407"/>
                    <a:pt x="248675" y="346991"/>
                  </a:cubicBezTo>
                  <a:cubicBezTo>
                    <a:pt x="246759" y="340408"/>
                    <a:pt x="243425" y="330576"/>
                    <a:pt x="237426" y="326743"/>
                  </a:cubicBezTo>
                  <a:cubicBezTo>
                    <a:pt x="233093" y="323993"/>
                    <a:pt x="228594" y="324326"/>
                    <a:pt x="224094" y="326493"/>
                  </a:cubicBezTo>
                  <a:cubicBezTo>
                    <a:pt x="219011" y="328909"/>
                    <a:pt x="216262" y="335158"/>
                    <a:pt x="208929" y="331742"/>
                  </a:cubicBezTo>
                  <a:cubicBezTo>
                    <a:pt x="207262" y="330992"/>
                    <a:pt x="203929" y="326909"/>
                    <a:pt x="201429" y="324076"/>
                  </a:cubicBezTo>
                  <a:cubicBezTo>
                    <a:pt x="201513" y="323910"/>
                    <a:pt x="201596" y="323826"/>
                    <a:pt x="201680" y="323660"/>
                  </a:cubicBezTo>
                  <a:cubicBezTo>
                    <a:pt x="218594" y="294579"/>
                    <a:pt x="204679" y="256082"/>
                    <a:pt x="188347" y="229335"/>
                  </a:cubicBezTo>
                  <a:cubicBezTo>
                    <a:pt x="179931" y="215586"/>
                    <a:pt x="169599" y="203920"/>
                    <a:pt x="157350" y="195171"/>
                  </a:cubicBezTo>
                  <a:cubicBezTo>
                    <a:pt x="173349" y="172090"/>
                    <a:pt x="196347" y="150425"/>
                    <a:pt x="225177" y="146759"/>
                  </a:cubicBezTo>
                  <a:cubicBezTo>
                    <a:pt x="243425" y="144426"/>
                    <a:pt x="255924" y="154175"/>
                    <a:pt x="266674" y="168257"/>
                  </a:cubicBezTo>
                  <a:cubicBezTo>
                    <a:pt x="275590" y="179839"/>
                    <a:pt x="273673" y="194838"/>
                    <a:pt x="275839" y="208587"/>
                  </a:cubicBezTo>
                  <a:lnTo>
                    <a:pt x="275839" y="208587"/>
                  </a:lnTo>
                  <a:close/>
                </a:path>
              </a:pathLst>
            </a:custGeom>
            <a:grpFill/>
            <a:ln w="8332" cap="flat">
              <a:noFill/>
              <a:prstDash val="solid"/>
              <a:miter/>
            </a:ln>
          </p:spPr>
          <p:txBody>
            <a:bodyPr rtlCol="0" anchor="ctr"/>
            <a:lstStyle/>
            <a:p>
              <a:endParaRPr lang="en-US"/>
            </a:p>
          </p:txBody>
        </p:sp>
        <p:sp>
          <p:nvSpPr>
            <p:cNvPr id="1363" name="Freeform: Shape 1362"/>
            <p:cNvSpPr/>
            <p:nvPr/>
          </p:nvSpPr>
          <p:spPr>
            <a:xfrm>
              <a:off x="3995228" y="-279828"/>
              <a:ext cx="507919" cy="632568"/>
            </a:xfrm>
            <a:custGeom>
              <a:avLst/>
              <a:gdLst>
                <a:gd name="connsiteX0" fmla="*/ 408646 w 507919"/>
                <a:gd name="connsiteY0" fmla="*/ 152350 h 632568"/>
                <a:gd name="connsiteX1" fmla="*/ 477640 w 507919"/>
                <a:gd name="connsiteY1" fmla="*/ 106355 h 632568"/>
                <a:gd name="connsiteX2" fmla="*/ 507138 w 507919"/>
                <a:gd name="connsiteY2" fmla="*/ 80774 h 632568"/>
                <a:gd name="connsiteX3" fmla="*/ 496055 w 507919"/>
                <a:gd name="connsiteY3" fmla="*/ 56526 h 632568"/>
                <a:gd name="connsiteX4" fmla="*/ 480224 w 507919"/>
                <a:gd name="connsiteY4" fmla="*/ 38944 h 632568"/>
                <a:gd name="connsiteX5" fmla="*/ 473141 w 507919"/>
                <a:gd name="connsiteY5" fmla="*/ 43694 h 632568"/>
                <a:gd name="connsiteX6" fmla="*/ 448143 w 507919"/>
                <a:gd name="connsiteY6" fmla="*/ 64692 h 632568"/>
                <a:gd name="connsiteX7" fmla="*/ 408313 w 507919"/>
                <a:gd name="connsiteY7" fmla="*/ 97855 h 632568"/>
                <a:gd name="connsiteX8" fmla="*/ 397064 w 507919"/>
                <a:gd name="connsiteY8" fmla="*/ 108104 h 632568"/>
                <a:gd name="connsiteX9" fmla="*/ 391814 w 507919"/>
                <a:gd name="connsiteY9" fmla="*/ 59526 h 632568"/>
                <a:gd name="connsiteX10" fmla="*/ 333403 w 507919"/>
                <a:gd name="connsiteY10" fmla="*/ 4197 h 632568"/>
                <a:gd name="connsiteX11" fmla="*/ 250411 w 507919"/>
                <a:gd name="connsiteY11" fmla="*/ 17696 h 632568"/>
                <a:gd name="connsiteX12" fmla="*/ 217080 w 507919"/>
                <a:gd name="connsiteY12" fmla="*/ 76524 h 632568"/>
                <a:gd name="connsiteX13" fmla="*/ 186000 w 507919"/>
                <a:gd name="connsiteY13" fmla="*/ 79940 h 632568"/>
                <a:gd name="connsiteX14" fmla="*/ 120172 w 507919"/>
                <a:gd name="connsiteY14" fmla="*/ 142935 h 632568"/>
                <a:gd name="connsiteX15" fmla="*/ 112423 w 507919"/>
                <a:gd name="connsiteY15" fmla="*/ 183848 h 632568"/>
                <a:gd name="connsiteX16" fmla="*/ 128672 w 507919"/>
                <a:gd name="connsiteY16" fmla="*/ 212678 h 632568"/>
                <a:gd name="connsiteX17" fmla="*/ 114590 w 507919"/>
                <a:gd name="connsiteY17" fmla="*/ 248675 h 632568"/>
                <a:gd name="connsiteX18" fmla="*/ 99174 w 507919"/>
                <a:gd name="connsiteY18" fmla="*/ 295504 h 632568"/>
                <a:gd name="connsiteX19" fmla="*/ 68510 w 507919"/>
                <a:gd name="connsiteY19" fmla="*/ 380913 h 632568"/>
                <a:gd name="connsiteX20" fmla="*/ 33264 w 507919"/>
                <a:gd name="connsiteY20" fmla="*/ 475905 h 632568"/>
                <a:gd name="connsiteX21" fmla="*/ 6016 w 507919"/>
                <a:gd name="connsiteY21" fmla="*/ 566147 h 632568"/>
                <a:gd name="connsiteX22" fmla="*/ 14015 w 507919"/>
                <a:gd name="connsiteY22" fmla="*/ 631474 h 632568"/>
                <a:gd name="connsiteX23" fmla="*/ 73343 w 507919"/>
                <a:gd name="connsiteY23" fmla="*/ 594144 h 632568"/>
                <a:gd name="connsiteX24" fmla="*/ 213247 w 507919"/>
                <a:gd name="connsiteY24" fmla="*/ 452740 h 632568"/>
                <a:gd name="connsiteX25" fmla="*/ 292823 w 507919"/>
                <a:gd name="connsiteY25" fmla="*/ 371247 h 632568"/>
                <a:gd name="connsiteX26" fmla="*/ 329403 w 507919"/>
                <a:gd name="connsiteY26" fmla="*/ 331418 h 632568"/>
                <a:gd name="connsiteX27" fmla="*/ 362234 w 507919"/>
                <a:gd name="connsiteY27" fmla="*/ 291838 h 632568"/>
                <a:gd name="connsiteX28" fmla="*/ 392481 w 507919"/>
                <a:gd name="connsiteY28" fmla="*/ 276756 h 632568"/>
                <a:gd name="connsiteX29" fmla="*/ 426145 w 507919"/>
                <a:gd name="connsiteY29" fmla="*/ 231177 h 632568"/>
                <a:gd name="connsiteX30" fmla="*/ 430394 w 507919"/>
                <a:gd name="connsiteY30" fmla="*/ 180848 h 632568"/>
                <a:gd name="connsiteX31" fmla="*/ 408646 w 507919"/>
                <a:gd name="connsiteY31" fmla="*/ 152350 h 632568"/>
                <a:gd name="connsiteX32" fmla="*/ 408646 w 507919"/>
                <a:gd name="connsiteY32" fmla="*/ 152350 h 632568"/>
                <a:gd name="connsiteX33" fmla="*/ 402397 w 507919"/>
                <a:gd name="connsiteY33" fmla="*/ 115270 h 632568"/>
                <a:gd name="connsiteX34" fmla="*/ 432644 w 507919"/>
                <a:gd name="connsiteY34" fmla="*/ 89939 h 632568"/>
                <a:gd name="connsiteX35" fmla="*/ 462141 w 507919"/>
                <a:gd name="connsiteY35" fmla="*/ 64025 h 632568"/>
                <a:gd name="connsiteX36" fmla="*/ 478890 w 507919"/>
                <a:gd name="connsiteY36" fmla="*/ 49026 h 632568"/>
                <a:gd name="connsiteX37" fmla="*/ 489639 w 507919"/>
                <a:gd name="connsiteY37" fmla="*/ 60692 h 632568"/>
                <a:gd name="connsiteX38" fmla="*/ 498555 w 507919"/>
                <a:gd name="connsiteY38" fmla="*/ 73441 h 632568"/>
                <a:gd name="connsiteX39" fmla="*/ 481390 w 507919"/>
                <a:gd name="connsiteY39" fmla="*/ 92523 h 632568"/>
                <a:gd name="connsiteX40" fmla="*/ 450476 w 507919"/>
                <a:gd name="connsiteY40" fmla="*/ 113021 h 632568"/>
                <a:gd name="connsiteX41" fmla="*/ 399647 w 507919"/>
                <a:gd name="connsiteY41" fmla="*/ 147101 h 632568"/>
                <a:gd name="connsiteX42" fmla="*/ 386899 w 507919"/>
                <a:gd name="connsiteY42" fmla="*/ 141851 h 632568"/>
                <a:gd name="connsiteX43" fmla="*/ 394481 w 507919"/>
                <a:gd name="connsiteY43" fmla="*/ 122520 h 632568"/>
                <a:gd name="connsiteX44" fmla="*/ 402397 w 507919"/>
                <a:gd name="connsiteY44" fmla="*/ 115270 h 632568"/>
                <a:gd name="connsiteX45" fmla="*/ 402397 w 507919"/>
                <a:gd name="connsiteY45" fmla="*/ 115270 h 632568"/>
                <a:gd name="connsiteX46" fmla="*/ 259910 w 507919"/>
                <a:gd name="connsiteY46" fmla="*/ 28445 h 632568"/>
                <a:gd name="connsiteX47" fmla="*/ 330987 w 507919"/>
                <a:gd name="connsiteY47" fmla="*/ 12780 h 632568"/>
                <a:gd name="connsiteX48" fmla="*/ 382482 w 507919"/>
                <a:gd name="connsiteY48" fmla="*/ 62609 h 632568"/>
                <a:gd name="connsiteX49" fmla="*/ 371650 w 507919"/>
                <a:gd name="connsiteY49" fmla="*/ 137685 h 632568"/>
                <a:gd name="connsiteX50" fmla="*/ 319488 w 507919"/>
                <a:gd name="connsiteY50" fmla="*/ 143351 h 632568"/>
                <a:gd name="connsiteX51" fmla="*/ 295823 w 507919"/>
                <a:gd name="connsiteY51" fmla="*/ 102022 h 632568"/>
                <a:gd name="connsiteX52" fmla="*/ 231496 w 507919"/>
                <a:gd name="connsiteY52" fmla="*/ 78024 h 632568"/>
                <a:gd name="connsiteX53" fmla="*/ 225163 w 507919"/>
                <a:gd name="connsiteY53" fmla="*/ 77191 h 632568"/>
                <a:gd name="connsiteX54" fmla="*/ 259910 w 507919"/>
                <a:gd name="connsiteY54" fmla="*/ 28445 h 632568"/>
                <a:gd name="connsiteX55" fmla="*/ 259910 w 507919"/>
                <a:gd name="connsiteY55" fmla="*/ 28445 h 632568"/>
                <a:gd name="connsiteX56" fmla="*/ 126505 w 507919"/>
                <a:gd name="connsiteY56" fmla="*/ 182181 h 632568"/>
                <a:gd name="connsiteX57" fmla="*/ 143504 w 507919"/>
                <a:gd name="connsiteY57" fmla="*/ 130936 h 632568"/>
                <a:gd name="connsiteX58" fmla="*/ 180251 w 507919"/>
                <a:gd name="connsiteY58" fmla="*/ 95272 h 632568"/>
                <a:gd name="connsiteX59" fmla="*/ 238079 w 507919"/>
                <a:gd name="connsiteY59" fmla="*/ 86440 h 632568"/>
                <a:gd name="connsiteX60" fmla="*/ 285574 w 507919"/>
                <a:gd name="connsiteY60" fmla="*/ 110271 h 632568"/>
                <a:gd name="connsiteX61" fmla="*/ 310155 w 507919"/>
                <a:gd name="connsiteY61" fmla="*/ 192514 h 632568"/>
                <a:gd name="connsiteX62" fmla="*/ 291407 w 507919"/>
                <a:gd name="connsiteY62" fmla="*/ 237010 h 632568"/>
                <a:gd name="connsiteX63" fmla="*/ 278741 w 507919"/>
                <a:gd name="connsiteY63" fmla="*/ 253591 h 632568"/>
                <a:gd name="connsiteX64" fmla="*/ 248994 w 507919"/>
                <a:gd name="connsiteY64" fmla="*/ 264840 h 632568"/>
                <a:gd name="connsiteX65" fmla="*/ 207081 w 507919"/>
                <a:gd name="connsiteY65" fmla="*/ 305920 h 632568"/>
                <a:gd name="connsiteX66" fmla="*/ 189583 w 507919"/>
                <a:gd name="connsiteY66" fmla="*/ 341833 h 632568"/>
                <a:gd name="connsiteX67" fmla="*/ 174334 w 507919"/>
                <a:gd name="connsiteY67" fmla="*/ 353582 h 632568"/>
                <a:gd name="connsiteX68" fmla="*/ 172584 w 507919"/>
                <a:gd name="connsiteY68" fmla="*/ 329001 h 632568"/>
                <a:gd name="connsiteX69" fmla="*/ 181250 w 507919"/>
                <a:gd name="connsiteY69" fmla="*/ 281089 h 632568"/>
                <a:gd name="connsiteX70" fmla="*/ 156753 w 507919"/>
                <a:gd name="connsiteY70" fmla="*/ 281172 h 632568"/>
                <a:gd name="connsiteX71" fmla="*/ 151503 w 507919"/>
                <a:gd name="connsiteY71" fmla="*/ 237676 h 632568"/>
                <a:gd name="connsiteX72" fmla="*/ 126505 w 507919"/>
                <a:gd name="connsiteY72" fmla="*/ 182181 h 632568"/>
                <a:gd name="connsiteX73" fmla="*/ 126505 w 507919"/>
                <a:gd name="connsiteY73" fmla="*/ 182181 h 632568"/>
                <a:gd name="connsiteX74" fmla="*/ 131921 w 507919"/>
                <a:gd name="connsiteY74" fmla="*/ 443324 h 632568"/>
                <a:gd name="connsiteX75" fmla="*/ 127005 w 507919"/>
                <a:gd name="connsiteY75" fmla="*/ 456240 h 632568"/>
                <a:gd name="connsiteX76" fmla="*/ 116173 w 507919"/>
                <a:gd name="connsiteY76" fmla="*/ 483154 h 632568"/>
                <a:gd name="connsiteX77" fmla="*/ 85426 w 507919"/>
                <a:gd name="connsiteY77" fmla="*/ 476655 h 632568"/>
                <a:gd name="connsiteX78" fmla="*/ 95591 w 507919"/>
                <a:gd name="connsiteY78" fmla="*/ 448907 h 632568"/>
                <a:gd name="connsiteX79" fmla="*/ 101257 w 507919"/>
                <a:gd name="connsiteY79" fmla="*/ 431492 h 632568"/>
                <a:gd name="connsiteX80" fmla="*/ 131921 w 507919"/>
                <a:gd name="connsiteY80" fmla="*/ 443324 h 632568"/>
                <a:gd name="connsiteX81" fmla="*/ 131921 w 507919"/>
                <a:gd name="connsiteY81" fmla="*/ 443324 h 632568"/>
                <a:gd name="connsiteX82" fmla="*/ 101757 w 507919"/>
                <a:gd name="connsiteY82" fmla="*/ 429242 h 632568"/>
                <a:gd name="connsiteX83" fmla="*/ 112923 w 507919"/>
                <a:gd name="connsiteY83" fmla="*/ 389079 h 632568"/>
                <a:gd name="connsiteX84" fmla="*/ 144837 w 507919"/>
                <a:gd name="connsiteY84" fmla="*/ 399078 h 632568"/>
                <a:gd name="connsiteX85" fmla="*/ 146920 w 507919"/>
                <a:gd name="connsiteY85" fmla="*/ 399578 h 632568"/>
                <a:gd name="connsiteX86" fmla="*/ 134421 w 507919"/>
                <a:gd name="connsiteY86" fmla="*/ 436242 h 632568"/>
                <a:gd name="connsiteX87" fmla="*/ 101757 w 507919"/>
                <a:gd name="connsiteY87" fmla="*/ 429242 h 632568"/>
                <a:gd name="connsiteX88" fmla="*/ 101757 w 507919"/>
                <a:gd name="connsiteY88" fmla="*/ 429242 h 632568"/>
                <a:gd name="connsiteX89" fmla="*/ 113007 w 507919"/>
                <a:gd name="connsiteY89" fmla="*/ 491403 h 632568"/>
                <a:gd name="connsiteX90" fmla="*/ 104340 w 507919"/>
                <a:gd name="connsiteY90" fmla="*/ 522317 h 632568"/>
                <a:gd name="connsiteX91" fmla="*/ 104674 w 507919"/>
                <a:gd name="connsiteY91" fmla="*/ 523567 h 632568"/>
                <a:gd name="connsiteX92" fmla="*/ 91175 w 507919"/>
                <a:gd name="connsiteY92" fmla="*/ 522650 h 632568"/>
                <a:gd name="connsiteX93" fmla="*/ 70344 w 507919"/>
                <a:gd name="connsiteY93" fmla="*/ 515484 h 632568"/>
                <a:gd name="connsiteX94" fmla="*/ 71260 w 507919"/>
                <a:gd name="connsiteY94" fmla="*/ 513068 h 632568"/>
                <a:gd name="connsiteX95" fmla="*/ 82343 w 507919"/>
                <a:gd name="connsiteY95" fmla="*/ 484487 h 632568"/>
                <a:gd name="connsiteX96" fmla="*/ 113007 w 507919"/>
                <a:gd name="connsiteY96" fmla="*/ 491403 h 632568"/>
                <a:gd name="connsiteX97" fmla="*/ 113007 w 507919"/>
                <a:gd name="connsiteY97" fmla="*/ 491403 h 632568"/>
                <a:gd name="connsiteX98" fmla="*/ 140421 w 507919"/>
                <a:gd name="connsiteY98" fmla="*/ 436908 h 632568"/>
                <a:gd name="connsiteX99" fmla="*/ 149836 w 507919"/>
                <a:gd name="connsiteY99" fmla="*/ 400328 h 632568"/>
                <a:gd name="connsiteX100" fmla="*/ 196999 w 507919"/>
                <a:gd name="connsiteY100" fmla="*/ 403411 h 632568"/>
                <a:gd name="connsiteX101" fmla="*/ 184167 w 507919"/>
                <a:gd name="connsiteY101" fmla="*/ 437325 h 632568"/>
                <a:gd name="connsiteX102" fmla="*/ 161835 w 507919"/>
                <a:gd name="connsiteY102" fmla="*/ 437658 h 632568"/>
                <a:gd name="connsiteX103" fmla="*/ 140421 w 507919"/>
                <a:gd name="connsiteY103" fmla="*/ 436908 h 632568"/>
                <a:gd name="connsiteX104" fmla="*/ 140421 w 507919"/>
                <a:gd name="connsiteY104" fmla="*/ 436908 h 632568"/>
                <a:gd name="connsiteX105" fmla="*/ 151836 w 507919"/>
                <a:gd name="connsiteY105" fmla="*/ 391162 h 632568"/>
                <a:gd name="connsiteX106" fmla="*/ 154836 w 507919"/>
                <a:gd name="connsiteY106" fmla="*/ 377080 h 632568"/>
                <a:gd name="connsiteX107" fmla="*/ 154003 w 507919"/>
                <a:gd name="connsiteY107" fmla="*/ 376914 h 632568"/>
                <a:gd name="connsiteX108" fmla="*/ 149836 w 507919"/>
                <a:gd name="connsiteY108" fmla="*/ 390579 h 632568"/>
                <a:gd name="connsiteX109" fmla="*/ 115590 w 507919"/>
                <a:gd name="connsiteY109" fmla="*/ 379330 h 632568"/>
                <a:gd name="connsiteX110" fmla="*/ 125839 w 507919"/>
                <a:gd name="connsiteY110" fmla="*/ 342833 h 632568"/>
                <a:gd name="connsiteX111" fmla="*/ 155336 w 507919"/>
                <a:gd name="connsiteY111" fmla="*/ 351416 h 632568"/>
                <a:gd name="connsiteX112" fmla="*/ 194999 w 507919"/>
                <a:gd name="connsiteY112" fmla="*/ 358082 h 632568"/>
                <a:gd name="connsiteX113" fmla="*/ 207748 w 507919"/>
                <a:gd name="connsiteY113" fmla="*/ 361832 h 632568"/>
                <a:gd name="connsiteX114" fmla="*/ 213831 w 507919"/>
                <a:gd name="connsiteY114" fmla="*/ 362582 h 632568"/>
                <a:gd name="connsiteX115" fmla="*/ 205665 w 507919"/>
                <a:gd name="connsiteY115" fmla="*/ 383330 h 632568"/>
                <a:gd name="connsiteX116" fmla="*/ 200165 w 507919"/>
                <a:gd name="connsiteY116" fmla="*/ 396329 h 632568"/>
                <a:gd name="connsiteX117" fmla="*/ 151836 w 507919"/>
                <a:gd name="connsiteY117" fmla="*/ 391162 h 632568"/>
                <a:gd name="connsiteX118" fmla="*/ 151836 w 507919"/>
                <a:gd name="connsiteY118" fmla="*/ 391162 h 632568"/>
                <a:gd name="connsiteX119" fmla="*/ 108507 w 507919"/>
                <a:gd name="connsiteY119" fmla="*/ 303837 h 632568"/>
                <a:gd name="connsiteX120" fmla="*/ 124089 w 507919"/>
                <a:gd name="connsiteY120" fmla="*/ 252341 h 632568"/>
                <a:gd name="connsiteX121" fmla="*/ 131671 w 507919"/>
                <a:gd name="connsiteY121" fmla="*/ 231010 h 632568"/>
                <a:gd name="connsiteX122" fmla="*/ 133755 w 507919"/>
                <a:gd name="connsiteY122" fmla="*/ 220178 h 632568"/>
                <a:gd name="connsiteX123" fmla="*/ 136254 w 507919"/>
                <a:gd name="connsiteY123" fmla="*/ 224344 h 632568"/>
                <a:gd name="connsiteX124" fmla="*/ 130338 w 507919"/>
                <a:gd name="connsiteY124" fmla="*/ 272006 h 632568"/>
                <a:gd name="connsiteX125" fmla="*/ 151586 w 507919"/>
                <a:gd name="connsiteY125" fmla="*/ 291255 h 632568"/>
                <a:gd name="connsiteX126" fmla="*/ 167252 w 507919"/>
                <a:gd name="connsiteY126" fmla="*/ 289921 h 632568"/>
                <a:gd name="connsiteX127" fmla="*/ 174334 w 507919"/>
                <a:gd name="connsiteY127" fmla="*/ 298504 h 632568"/>
                <a:gd name="connsiteX128" fmla="*/ 170668 w 507919"/>
                <a:gd name="connsiteY128" fmla="*/ 306587 h 632568"/>
                <a:gd name="connsiteX129" fmla="*/ 155669 w 507919"/>
                <a:gd name="connsiteY129" fmla="*/ 342583 h 632568"/>
                <a:gd name="connsiteX130" fmla="*/ 139421 w 507919"/>
                <a:gd name="connsiteY130" fmla="*/ 339917 h 632568"/>
                <a:gd name="connsiteX131" fmla="*/ 127505 w 507919"/>
                <a:gd name="connsiteY131" fmla="*/ 337001 h 632568"/>
                <a:gd name="connsiteX132" fmla="*/ 132421 w 507919"/>
                <a:gd name="connsiteY132" fmla="*/ 322085 h 632568"/>
                <a:gd name="connsiteX133" fmla="*/ 132088 w 507919"/>
                <a:gd name="connsiteY133" fmla="*/ 322002 h 632568"/>
                <a:gd name="connsiteX134" fmla="*/ 127172 w 507919"/>
                <a:gd name="connsiteY134" fmla="*/ 336917 h 632568"/>
                <a:gd name="connsiteX135" fmla="*/ 108340 w 507919"/>
                <a:gd name="connsiteY135" fmla="*/ 329835 h 632568"/>
                <a:gd name="connsiteX136" fmla="*/ 107840 w 507919"/>
                <a:gd name="connsiteY136" fmla="*/ 330501 h 632568"/>
                <a:gd name="connsiteX137" fmla="*/ 125255 w 507919"/>
                <a:gd name="connsiteY137" fmla="*/ 342583 h 632568"/>
                <a:gd name="connsiteX138" fmla="*/ 112673 w 507919"/>
                <a:gd name="connsiteY138" fmla="*/ 378163 h 632568"/>
                <a:gd name="connsiteX139" fmla="*/ 87009 w 507919"/>
                <a:gd name="connsiteY139" fmla="*/ 365831 h 632568"/>
                <a:gd name="connsiteX140" fmla="*/ 108507 w 507919"/>
                <a:gd name="connsiteY140" fmla="*/ 303837 h 632568"/>
                <a:gd name="connsiteX141" fmla="*/ 108507 w 507919"/>
                <a:gd name="connsiteY141" fmla="*/ 303837 h 632568"/>
                <a:gd name="connsiteX142" fmla="*/ 78759 w 507919"/>
                <a:gd name="connsiteY142" fmla="*/ 388829 h 632568"/>
                <a:gd name="connsiteX143" fmla="*/ 84676 w 507919"/>
                <a:gd name="connsiteY143" fmla="*/ 372497 h 632568"/>
                <a:gd name="connsiteX144" fmla="*/ 109257 w 507919"/>
                <a:gd name="connsiteY144" fmla="*/ 387579 h 632568"/>
                <a:gd name="connsiteX145" fmla="*/ 85092 w 507919"/>
                <a:gd name="connsiteY145" fmla="*/ 450490 h 632568"/>
                <a:gd name="connsiteX146" fmla="*/ 76426 w 507919"/>
                <a:gd name="connsiteY146" fmla="*/ 473155 h 632568"/>
                <a:gd name="connsiteX147" fmla="*/ 53262 w 507919"/>
                <a:gd name="connsiteY147" fmla="*/ 456906 h 632568"/>
                <a:gd name="connsiteX148" fmla="*/ 78759 w 507919"/>
                <a:gd name="connsiteY148" fmla="*/ 388829 h 632568"/>
                <a:gd name="connsiteX149" fmla="*/ 78759 w 507919"/>
                <a:gd name="connsiteY149" fmla="*/ 388829 h 632568"/>
                <a:gd name="connsiteX150" fmla="*/ 23098 w 507919"/>
                <a:gd name="connsiteY150" fmla="*/ 550815 h 632568"/>
                <a:gd name="connsiteX151" fmla="*/ 52095 w 507919"/>
                <a:gd name="connsiteY151" fmla="*/ 460073 h 632568"/>
                <a:gd name="connsiteX152" fmla="*/ 73677 w 507919"/>
                <a:gd name="connsiteY152" fmla="*/ 480488 h 632568"/>
                <a:gd name="connsiteX153" fmla="*/ 63011 w 507919"/>
                <a:gd name="connsiteY153" fmla="*/ 511151 h 632568"/>
                <a:gd name="connsiteX154" fmla="*/ 59845 w 507919"/>
                <a:gd name="connsiteY154" fmla="*/ 508985 h 632568"/>
                <a:gd name="connsiteX155" fmla="*/ 59011 w 507919"/>
                <a:gd name="connsiteY155" fmla="*/ 509818 h 632568"/>
                <a:gd name="connsiteX156" fmla="*/ 62344 w 507919"/>
                <a:gd name="connsiteY156" fmla="*/ 512901 h 632568"/>
                <a:gd name="connsiteX157" fmla="*/ 48179 w 507919"/>
                <a:gd name="connsiteY157" fmla="*/ 562564 h 632568"/>
                <a:gd name="connsiteX158" fmla="*/ 22348 w 507919"/>
                <a:gd name="connsiteY158" fmla="*/ 554314 h 632568"/>
                <a:gd name="connsiteX159" fmla="*/ 23098 w 507919"/>
                <a:gd name="connsiteY159" fmla="*/ 550815 h 632568"/>
                <a:gd name="connsiteX160" fmla="*/ 23098 w 507919"/>
                <a:gd name="connsiteY160" fmla="*/ 550815 h 632568"/>
                <a:gd name="connsiteX161" fmla="*/ 103257 w 507919"/>
                <a:gd name="connsiteY161" fmla="*/ 541482 h 632568"/>
                <a:gd name="connsiteX162" fmla="*/ 44013 w 507919"/>
                <a:gd name="connsiteY162" fmla="*/ 600143 h 632568"/>
                <a:gd name="connsiteX163" fmla="*/ 27098 w 507919"/>
                <a:gd name="connsiteY163" fmla="*/ 613476 h 632568"/>
                <a:gd name="connsiteX164" fmla="*/ 16015 w 507919"/>
                <a:gd name="connsiteY164" fmla="*/ 594644 h 632568"/>
                <a:gd name="connsiteX165" fmla="*/ 21598 w 507919"/>
                <a:gd name="connsiteY165" fmla="*/ 557981 h 632568"/>
                <a:gd name="connsiteX166" fmla="*/ 36347 w 507919"/>
                <a:gd name="connsiteY166" fmla="*/ 565563 h 632568"/>
                <a:gd name="connsiteX167" fmla="*/ 46929 w 507919"/>
                <a:gd name="connsiteY167" fmla="*/ 568063 h 632568"/>
                <a:gd name="connsiteX168" fmla="*/ 43596 w 507919"/>
                <a:gd name="connsiteY168" fmla="*/ 583978 h 632568"/>
                <a:gd name="connsiteX169" fmla="*/ 46179 w 507919"/>
                <a:gd name="connsiteY169" fmla="*/ 584562 h 632568"/>
                <a:gd name="connsiteX170" fmla="*/ 50596 w 507919"/>
                <a:gd name="connsiteY170" fmla="*/ 568730 h 632568"/>
                <a:gd name="connsiteX171" fmla="*/ 66594 w 507919"/>
                <a:gd name="connsiteY171" fmla="*/ 568813 h 632568"/>
                <a:gd name="connsiteX172" fmla="*/ 66427 w 507919"/>
                <a:gd name="connsiteY172" fmla="*/ 564813 h 632568"/>
                <a:gd name="connsiteX173" fmla="*/ 52429 w 507919"/>
                <a:gd name="connsiteY173" fmla="*/ 563064 h 632568"/>
                <a:gd name="connsiteX174" fmla="*/ 69010 w 507919"/>
                <a:gd name="connsiteY174" fmla="*/ 518734 h 632568"/>
                <a:gd name="connsiteX175" fmla="*/ 87342 w 507919"/>
                <a:gd name="connsiteY175" fmla="*/ 528817 h 632568"/>
                <a:gd name="connsiteX176" fmla="*/ 113340 w 507919"/>
                <a:gd name="connsiteY176" fmla="*/ 531816 h 632568"/>
                <a:gd name="connsiteX177" fmla="*/ 103257 w 507919"/>
                <a:gd name="connsiteY177" fmla="*/ 541482 h 632568"/>
                <a:gd name="connsiteX178" fmla="*/ 103257 w 507919"/>
                <a:gd name="connsiteY178" fmla="*/ 541482 h 632568"/>
                <a:gd name="connsiteX179" fmla="*/ 121756 w 507919"/>
                <a:gd name="connsiteY179" fmla="*/ 523650 h 632568"/>
                <a:gd name="connsiteX180" fmla="*/ 107423 w 507919"/>
                <a:gd name="connsiteY180" fmla="*/ 523567 h 632568"/>
                <a:gd name="connsiteX181" fmla="*/ 118922 w 507919"/>
                <a:gd name="connsiteY181" fmla="*/ 498653 h 632568"/>
                <a:gd name="connsiteX182" fmla="*/ 121339 w 507919"/>
                <a:gd name="connsiteY182" fmla="*/ 491903 h 632568"/>
                <a:gd name="connsiteX183" fmla="*/ 139588 w 507919"/>
                <a:gd name="connsiteY183" fmla="*/ 491570 h 632568"/>
                <a:gd name="connsiteX184" fmla="*/ 139921 w 507919"/>
                <a:gd name="connsiteY184" fmla="*/ 487487 h 632568"/>
                <a:gd name="connsiteX185" fmla="*/ 124172 w 507919"/>
                <a:gd name="connsiteY185" fmla="*/ 484404 h 632568"/>
                <a:gd name="connsiteX186" fmla="*/ 133671 w 507919"/>
                <a:gd name="connsiteY186" fmla="*/ 458573 h 632568"/>
                <a:gd name="connsiteX187" fmla="*/ 138171 w 507919"/>
                <a:gd name="connsiteY187" fmla="*/ 444574 h 632568"/>
                <a:gd name="connsiteX188" fmla="*/ 152586 w 507919"/>
                <a:gd name="connsiteY188" fmla="*/ 446324 h 632568"/>
                <a:gd name="connsiteX189" fmla="*/ 202248 w 507919"/>
                <a:gd name="connsiteY189" fmla="*/ 446907 h 632568"/>
                <a:gd name="connsiteX190" fmla="*/ 121756 w 507919"/>
                <a:gd name="connsiteY190" fmla="*/ 523650 h 632568"/>
                <a:gd name="connsiteX191" fmla="*/ 121756 w 507919"/>
                <a:gd name="connsiteY191" fmla="*/ 523650 h 632568"/>
                <a:gd name="connsiteX192" fmla="*/ 323821 w 507919"/>
                <a:gd name="connsiteY192" fmla="*/ 319252 h 632568"/>
                <a:gd name="connsiteX193" fmla="*/ 293907 w 507919"/>
                <a:gd name="connsiteY193" fmla="*/ 352749 h 632568"/>
                <a:gd name="connsiteX194" fmla="*/ 239995 w 507919"/>
                <a:gd name="connsiteY194" fmla="*/ 409077 h 632568"/>
                <a:gd name="connsiteX195" fmla="*/ 253327 w 507919"/>
                <a:gd name="connsiteY195" fmla="*/ 361332 h 632568"/>
                <a:gd name="connsiteX196" fmla="*/ 252827 w 507919"/>
                <a:gd name="connsiteY196" fmla="*/ 361165 h 632568"/>
                <a:gd name="connsiteX197" fmla="*/ 235829 w 507919"/>
                <a:gd name="connsiteY197" fmla="*/ 407827 h 632568"/>
                <a:gd name="connsiteX198" fmla="*/ 238745 w 507919"/>
                <a:gd name="connsiteY198" fmla="*/ 410327 h 632568"/>
                <a:gd name="connsiteX199" fmla="*/ 232912 w 507919"/>
                <a:gd name="connsiteY199" fmla="*/ 416327 h 632568"/>
                <a:gd name="connsiteX200" fmla="*/ 210248 w 507919"/>
                <a:gd name="connsiteY200" fmla="*/ 439158 h 632568"/>
                <a:gd name="connsiteX201" fmla="*/ 193749 w 507919"/>
                <a:gd name="connsiteY201" fmla="*/ 437575 h 632568"/>
                <a:gd name="connsiteX202" fmla="*/ 207581 w 507919"/>
                <a:gd name="connsiteY202" fmla="*/ 402578 h 632568"/>
                <a:gd name="connsiteX203" fmla="*/ 233912 w 507919"/>
                <a:gd name="connsiteY203" fmla="*/ 398578 h 632568"/>
                <a:gd name="connsiteX204" fmla="*/ 233495 w 507919"/>
                <a:gd name="connsiteY204" fmla="*/ 396329 h 632568"/>
                <a:gd name="connsiteX205" fmla="*/ 209415 w 507919"/>
                <a:gd name="connsiteY205" fmla="*/ 396578 h 632568"/>
                <a:gd name="connsiteX206" fmla="*/ 211831 w 507919"/>
                <a:gd name="connsiteY206" fmla="*/ 388246 h 632568"/>
                <a:gd name="connsiteX207" fmla="*/ 219164 w 507919"/>
                <a:gd name="connsiteY207" fmla="*/ 362998 h 632568"/>
                <a:gd name="connsiteX208" fmla="*/ 229079 w 507919"/>
                <a:gd name="connsiteY208" fmla="*/ 362582 h 632568"/>
                <a:gd name="connsiteX209" fmla="*/ 229746 w 507919"/>
                <a:gd name="connsiteY209" fmla="*/ 359582 h 632568"/>
                <a:gd name="connsiteX210" fmla="*/ 220997 w 507919"/>
                <a:gd name="connsiteY210" fmla="*/ 356665 h 632568"/>
                <a:gd name="connsiteX211" fmla="*/ 230412 w 507919"/>
                <a:gd name="connsiteY211" fmla="*/ 324252 h 632568"/>
                <a:gd name="connsiteX212" fmla="*/ 261326 w 507919"/>
                <a:gd name="connsiteY212" fmla="*/ 328918 h 632568"/>
                <a:gd name="connsiteX213" fmla="*/ 261743 w 507919"/>
                <a:gd name="connsiteY213" fmla="*/ 324168 h 632568"/>
                <a:gd name="connsiteX214" fmla="*/ 231079 w 507919"/>
                <a:gd name="connsiteY214" fmla="*/ 322335 h 632568"/>
                <a:gd name="connsiteX215" fmla="*/ 231829 w 507919"/>
                <a:gd name="connsiteY215" fmla="*/ 319752 h 632568"/>
                <a:gd name="connsiteX216" fmla="*/ 231079 w 507919"/>
                <a:gd name="connsiteY216" fmla="*/ 319502 h 632568"/>
                <a:gd name="connsiteX217" fmla="*/ 229912 w 507919"/>
                <a:gd name="connsiteY217" fmla="*/ 322418 h 632568"/>
                <a:gd name="connsiteX218" fmla="*/ 228746 w 507919"/>
                <a:gd name="connsiteY218" fmla="*/ 322418 h 632568"/>
                <a:gd name="connsiteX219" fmla="*/ 228829 w 507919"/>
                <a:gd name="connsiteY219" fmla="*/ 324252 h 632568"/>
                <a:gd name="connsiteX220" fmla="*/ 229163 w 507919"/>
                <a:gd name="connsiteY220" fmla="*/ 324252 h 632568"/>
                <a:gd name="connsiteX221" fmla="*/ 216664 w 507919"/>
                <a:gd name="connsiteY221" fmla="*/ 356082 h 632568"/>
                <a:gd name="connsiteX222" fmla="*/ 211831 w 507919"/>
                <a:gd name="connsiteY222" fmla="*/ 355416 h 632568"/>
                <a:gd name="connsiteX223" fmla="*/ 200499 w 507919"/>
                <a:gd name="connsiteY223" fmla="*/ 353332 h 632568"/>
                <a:gd name="connsiteX224" fmla="*/ 201165 w 507919"/>
                <a:gd name="connsiteY224" fmla="*/ 352582 h 632568"/>
                <a:gd name="connsiteX225" fmla="*/ 219913 w 507919"/>
                <a:gd name="connsiteY225" fmla="*/ 315086 h 632568"/>
                <a:gd name="connsiteX226" fmla="*/ 232746 w 507919"/>
                <a:gd name="connsiteY226" fmla="*/ 287672 h 632568"/>
                <a:gd name="connsiteX227" fmla="*/ 250077 w 507919"/>
                <a:gd name="connsiteY227" fmla="*/ 277506 h 632568"/>
                <a:gd name="connsiteX228" fmla="*/ 261826 w 507919"/>
                <a:gd name="connsiteY228" fmla="*/ 303004 h 632568"/>
                <a:gd name="connsiteX229" fmla="*/ 273658 w 507919"/>
                <a:gd name="connsiteY229" fmla="*/ 310670 h 632568"/>
                <a:gd name="connsiteX230" fmla="*/ 260076 w 507919"/>
                <a:gd name="connsiteY230" fmla="*/ 333834 h 632568"/>
                <a:gd name="connsiteX231" fmla="*/ 250161 w 507919"/>
                <a:gd name="connsiteY231" fmla="*/ 351583 h 632568"/>
                <a:gd name="connsiteX232" fmla="*/ 253910 w 507919"/>
                <a:gd name="connsiteY232" fmla="*/ 357415 h 632568"/>
                <a:gd name="connsiteX233" fmla="*/ 290240 w 507919"/>
                <a:gd name="connsiteY233" fmla="*/ 338417 h 632568"/>
                <a:gd name="connsiteX234" fmla="*/ 305322 w 507919"/>
                <a:gd name="connsiteY234" fmla="*/ 317836 h 632568"/>
                <a:gd name="connsiteX235" fmla="*/ 341902 w 507919"/>
                <a:gd name="connsiteY235" fmla="*/ 295838 h 632568"/>
                <a:gd name="connsiteX236" fmla="*/ 345402 w 507919"/>
                <a:gd name="connsiteY236" fmla="*/ 295421 h 632568"/>
                <a:gd name="connsiteX237" fmla="*/ 323821 w 507919"/>
                <a:gd name="connsiteY237" fmla="*/ 319252 h 632568"/>
                <a:gd name="connsiteX238" fmla="*/ 323821 w 507919"/>
                <a:gd name="connsiteY238" fmla="*/ 319252 h 632568"/>
                <a:gd name="connsiteX239" fmla="*/ 396148 w 507919"/>
                <a:gd name="connsiteY239" fmla="*/ 244259 h 632568"/>
                <a:gd name="connsiteX240" fmla="*/ 361067 w 507919"/>
                <a:gd name="connsiteY240" fmla="*/ 276589 h 632568"/>
                <a:gd name="connsiteX241" fmla="*/ 321487 w 507919"/>
                <a:gd name="connsiteY241" fmla="*/ 288338 h 632568"/>
                <a:gd name="connsiteX242" fmla="*/ 297656 w 507919"/>
                <a:gd name="connsiteY242" fmla="*/ 313503 h 632568"/>
                <a:gd name="connsiteX243" fmla="*/ 261826 w 507919"/>
                <a:gd name="connsiteY243" fmla="*/ 347166 h 632568"/>
                <a:gd name="connsiteX244" fmla="*/ 279575 w 507919"/>
                <a:gd name="connsiteY244" fmla="*/ 323585 h 632568"/>
                <a:gd name="connsiteX245" fmla="*/ 285824 w 507919"/>
                <a:gd name="connsiteY245" fmla="*/ 301254 h 632568"/>
                <a:gd name="connsiteX246" fmla="*/ 276492 w 507919"/>
                <a:gd name="connsiteY246" fmla="*/ 291671 h 632568"/>
                <a:gd name="connsiteX247" fmla="*/ 261993 w 507919"/>
                <a:gd name="connsiteY247" fmla="*/ 284755 h 632568"/>
                <a:gd name="connsiteX248" fmla="*/ 262076 w 507919"/>
                <a:gd name="connsiteY248" fmla="*/ 274090 h 632568"/>
                <a:gd name="connsiteX249" fmla="*/ 262576 w 507919"/>
                <a:gd name="connsiteY249" fmla="*/ 273923 h 632568"/>
                <a:gd name="connsiteX250" fmla="*/ 319404 w 507919"/>
                <a:gd name="connsiteY250" fmla="*/ 197430 h 632568"/>
                <a:gd name="connsiteX251" fmla="*/ 321321 w 507919"/>
                <a:gd name="connsiteY251" fmla="*/ 151351 h 632568"/>
                <a:gd name="connsiteX252" fmla="*/ 403564 w 507919"/>
                <a:gd name="connsiteY252" fmla="*/ 164516 h 632568"/>
                <a:gd name="connsiteX253" fmla="*/ 417979 w 507919"/>
                <a:gd name="connsiteY253" fmla="*/ 208929 h 632568"/>
                <a:gd name="connsiteX254" fmla="*/ 396148 w 507919"/>
                <a:gd name="connsiteY254" fmla="*/ 244259 h 632568"/>
                <a:gd name="connsiteX255" fmla="*/ 396148 w 507919"/>
                <a:gd name="connsiteY255" fmla="*/ 244259 h 632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Lst>
              <a:rect l="l" t="t" r="r" b="b"/>
              <a:pathLst>
                <a:path w="507919" h="632568">
                  <a:moveTo>
                    <a:pt x="408646" y="152350"/>
                  </a:moveTo>
                  <a:cubicBezTo>
                    <a:pt x="431811" y="137352"/>
                    <a:pt x="455142" y="122437"/>
                    <a:pt x="477640" y="106355"/>
                  </a:cubicBezTo>
                  <a:cubicBezTo>
                    <a:pt x="485890" y="100438"/>
                    <a:pt x="503221" y="90856"/>
                    <a:pt x="507138" y="80774"/>
                  </a:cubicBezTo>
                  <a:cubicBezTo>
                    <a:pt x="510804" y="71358"/>
                    <a:pt x="500638" y="63775"/>
                    <a:pt x="496055" y="56526"/>
                  </a:cubicBezTo>
                  <a:cubicBezTo>
                    <a:pt x="492056" y="50276"/>
                    <a:pt x="489722" y="37194"/>
                    <a:pt x="480224" y="38944"/>
                  </a:cubicBezTo>
                  <a:cubicBezTo>
                    <a:pt x="477307" y="39444"/>
                    <a:pt x="475391" y="41944"/>
                    <a:pt x="473141" y="43694"/>
                  </a:cubicBezTo>
                  <a:cubicBezTo>
                    <a:pt x="464725" y="50526"/>
                    <a:pt x="456559" y="57776"/>
                    <a:pt x="448143" y="64692"/>
                  </a:cubicBezTo>
                  <a:cubicBezTo>
                    <a:pt x="434811" y="75691"/>
                    <a:pt x="421229" y="86356"/>
                    <a:pt x="408313" y="97855"/>
                  </a:cubicBezTo>
                  <a:cubicBezTo>
                    <a:pt x="404730" y="101105"/>
                    <a:pt x="400647" y="104438"/>
                    <a:pt x="397064" y="108104"/>
                  </a:cubicBezTo>
                  <a:cubicBezTo>
                    <a:pt x="398981" y="91773"/>
                    <a:pt x="397064" y="74857"/>
                    <a:pt x="391814" y="59526"/>
                  </a:cubicBezTo>
                  <a:cubicBezTo>
                    <a:pt x="382399" y="32028"/>
                    <a:pt x="360567" y="13280"/>
                    <a:pt x="333403" y="4197"/>
                  </a:cubicBezTo>
                  <a:cubicBezTo>
                    <a:pt x="306489" y="-4802"/>
                    <a:pt x="273159" y="1114"/>
                    <a:pt x="250411" y="17696"/>
                  </a:cubicBezTo>
                  <a:cubicBezTo>
                    <a:pt x="234495" y="29278"/>
                    <a:pt x="213581" y="55026"/>
                    <a:pt x="217080" y="76524"/>
                  </a:cubicBezTo>
                  <a:cubicBezTo>
                    <a:pt x="206581" y="76191"/>
                    <a:pt x="196082" y="77191"/>
                    <a:pt x="186000" y="79940"/>
                  </a:cubicBezTo>
                  <a:cubicBezTo>
                    <a:pt x="154919" y="88356"/>
                    <a:pt x="134088" y="115354"/>
                    <a:pt x="120172" y="142935"/>
                  </a:cubicBezTo>
                  <a:cubicBezTo>
                    <a:pt x="114006" y="155267"/>
                    <a:pt x="109507" y="170099"/>
                    <a:pt x="112423" y="183848"/>
                  </a:cubicBezTo>
                  <a:cubicBezTo>
                    <a:pt x="114923" y="195680"/>
                    <a:pt x="122005" y="203846"/>
                    <a:pt x="128672" y="212678"/>
                  </a:cubicBezTo>
                  <a:cubicBezTo>
                    <a:pt x="122672" y="223594"/>
                    <a:pt x="118756" y="237260"/>
                    <a:pt x="114590" y="248675"/>
                  </a:cubicBezTo>
                  <a:cubicBezTo>
                    <a:pt x="108924" y="264090"/>
                    <a:pt x="104174" y="279839"/>
                    <a:pt x="99174" y="295504"/>
                  </a:cubicBezTo>
                  <a:cubicBezTo>
                    <a:pt x="89925" y="324418"/>
                    <a:pt x="78676" y="352416"/>
                    <a:pt x="68510" y="380913"/>
                  </a:cubicBezTo>
                  <a:cubicBezTo>
                    <a:pt x="57178" y="412827"/>
                    <a:pt x="45512" y="444324"/>
                    <a:pt x="33264" y="475905"/>
                  </a:cubicBezTo>
                  <a:cubicBezTo>
                    <a:pt x="22014" y="505069"/>
                    <a:pt x="12349" y="535566"/>
                    <a:pt x="6016" y="566147"/>
                  </a:cubicBezTo>
                  <a:cubicBezTo>
                    <a:pt x="2600" y="582562"/>
                    <a:pt x="-9149" y="623475"/>
                    <a:pt x="14015" y="631474"/>
                  </a:cubicBezTo>
                  <a:cubicBezTo>
                    <a:pt x="35180" y="638890"/>
                    <a:pt x="60761" y="606643"/>
                    <a:pt x="73343" y="594144"/>
                  </a:cubicBezTo>
                  <a:cubicBezTo>
                    <a:pt x="120339" y="547315"/>
                    <a:pt x="166002" y="499236"/>
                    <a:pt x="213247" y="452740"/>
                  </a:cubicBezTo>
                  <a:cubicBezTo>
                    <a:pt x="240245" y="426076"/>
                    <a:pt x="266909" y="398912"/>
                    <a:pt x="292823" y="371247"/>
                  </a:cubicBezTo>
                  <a:cubicBezTo>
                    <a:pt x="305156" y="358082"/>
                    <a:pt x="317488" y="345000"/>
                    <a:pt x="329403" y="331418"/>
                  </a:cubicBezTo>
                  <a:cubicBezTo>
                    <a:pt x="340569" y="318669"/>
                    <a:pt x="353485" y="306420"/>
                    <a:pt x="362234" y="291838"/>
                  </a:cubicBezTo>
                  <a:cubicBezTo>
                    <a:pt x="373316" y="289338"/>
                    <a:pt x="383816" y="285089"/>
                    <a:pt x="392481" y="276756"/>
                  </a:cubicBezTo>
                  <a:cubicBezTo>
                    <a:pt x="405563" y="264090"/>
                    <a:pt x="416896" y="246759"/>
                    <a:pt x="426145" y="231177"/>
                  </a:cubicBezTo>
                  <a:cubicBezTo>
                    <a:pt x="435144" y="216095"/>
                    <a:pt x="432894" y="197680"/>
                    <a:pt x="430394" y="180848"/>
                  </a:cubicBezTo>
                  <a:cubicBezTo>
                    <a:pt x="428395" y="168516"/>
                    <a:pt x="419229" y="159350"/>
                    <a:pt x="408646" y="152350"/>
                  </a:cubicBezTo>
                  <a:lnTo>
                    <a:pt x="408646" y="152350"/>
                  </a:lnTo>
                  <a:close/>
                  <a:moveTo>
                    <a:pt x="402397" y="115270"/>
                  </a:moveTo>
                  <a:cubicBezTo>
                    <a:pt x="412396" y="106688"/>
                    <a:pt x="422729" y="98522"/>
                    <a:pt x="432644" y="89939"/>
                  </a:cubicBezTo>
                  <a:cubicBezTo>
                    <a:pt x="442560" y="81357"/>
                    <a:pt x="452309" y="72691"/>
                    <a:pt x="462141" y="64025"/>
                  </a:cubicBezTo>
                  <a:cubicBezTo>
                    <a:pt x="465224" y="61359"/>
                    <a:pt x="475057" y="49360"/>
                    <a:pt x="478890" y="49026"/>
                  </a:cubicBezTo>
                  <a:cubicBezTo>
                    <a:pt x="486139" y="48443"/>
                    <a:pt x="486473" y="55526"/>
                    <a:pt x="489639" y="60692"/>
                  </a:cubicBezTo>
                  <a:cubicBezTo>
                    <a:pt x="491722" y="64192"/>
                    <a:pt x="498055" y="69608"/>
                    <a:pt x="498555" y="73441"/>
                  </a:cubicBezTo>
                  <a:cubicBezTo>
                    <a:pt x="499638" y="81190"/>
                    <a:pt x="486473" y="88773"/>
                    <a:pt x="481390" y="92523"/>
                  </a:cubicBezTo>
                  <a:cubicBezTo>
                    <a:pt x="471391" y="99855"/>
                    <a:pt x="460892" y="106355"/>
                    <a:pt x="450476" y="113021"/>
                  </a:cubicBezTo>
                  <a:cubicBezTo>
                    <a:pt x="433394" y="124020"/>
                    <a:pt x="416063" y="135185"/>
                    <a:pt x="399647" y="147101"/>
                  </a:cubicBezTo>
                  <a:cubicBezTo>
                    <a:pt x="395897" y="145268"/>
                    <a:pt x="391565" y="143435"/>
                    <a:pt x="386899" y="141851"/>
                  </a:cubicBezTo>
                  <a:cubicBezTo>
                    <a:pt x="390148" y="135769"/>
                    <a:pt x="392731" y="129269"/>
                    <a:pt x="394481" y="122520"/>
                  </a:cubicBezTo>
                  <a:cubicBezTo>
                    <a:pt x="397481" y="120103"/>
                    <a:pt x="400314" y="117104"/>
                    <a:pt x="402397" y="115270"/>
                  </a:cubicBezTo>
                  <a:lnTo>
                    <a:pt x="402397" y="115270"/>
                  </a:lnTo>
                  <a:close/>
                  <a:moveTo>
                    <a:pt x="259910" y="28445"/>
                  </a:moveTo>
                  <a:cubicBezTo>
                    <a:pt x="279158" y="14696"/>
                    <a:pt x="307572" y="6447"/>
                    <a:pt x="330987" y="12780"/>
                  </a:cubicBezTo>
                  <a:cubicBezTo>
                    <a:pt x="356235" y="19529"/>
                    <a:pt x="376316" y="36778"/>
                    <a:pt x="382482" y="62609"/>
                  </a:cubicBezTo>
                  <a:cubicBezTo>
                    <a:pt x="388482" y="87606"/>
                    <a:pt x="385399" y="116104"/>
                    <a:pt x="371650" y="137685"/>
                  </a:cubicBezTo>
                  <a:cubicBezTo>
                    <a:pt x="352901" y="133769"/>
                    <a:pt x="332237" y="133935"/>
                    <a:pt x="319488" y="143351"/>
                  </a:cubicBezTo>
                  <a:cubicBezTo>
                    <a:pt x="315572" y="128353"/>
                    <a:pt x="307905" y="114271"/>
                    <a:pt x="295823" y="102022"/>
                  </a:cubicBezTo>
                  <a:cubicBezTo>
                    <a:pt x="279408" y="85357"/>
                    <a:pt x="255244" y="78191"/>
                    <a:pt x="231496" y="78024"/>
                  </a:cubicBezTo>
                  <a:cubicBezTo>
                    <a:pt x="229412" y="77691"/>
                    <a:pt x="227246" y="77441"/>
                    <a:pt x="225163" y="77191"/>
                  </a:cubicBezTo>
                  <a:cubicBezTo>
                    <a:pt x="234662" y="59442"/>
                    <a:pt x="242578" y="40861"/>
                    <a:pt x="259910" y="28445"/>
                  </a:cubicBezTo>
                  <a:lnTo>
                    <a:pt x="259910" y="28445"/>
                  </a:lnTo>
                  <a:close/>
                  <a:moveTo>
                    <a:pt x="126505" y="182181"/>
                  </a:moveTo>
                  <a:cubicBezTo>
                    <a:pt x="122005" y="164183"/>
                    <a:pt x="134504" y="145434"/>
                    <a:pt x="143504" y="130936"/>
                  </a:cubicBezTo>
                  <a:cubicBezTo>
                    <a:pt x="152336" y="116687"/>
                    <a:pt x="164835" y="102522"/>
                    <a:pt x="180251" y="95272"/>
                  </a:cubicBezTo>
                  <a:cubicBezTo>
                    <a:pt x="198082" y="86940"/>
                    <a:pt x="218497" y="84023"/>
                    <a:pt x="238079" y="86440"/>
                  </a:cubicBezTo>
                  <a:cubicBezTo>
                    <a:pt x="255910" y="89689"/>
                    <a:pt x="273075" y="97605"/>
                    <a:pt x="285574" y="110271"/>
                  </a:cubicBezTo>
                  <a:cubicBezTo>
                    <a:pt x="307156" y="132102"/>
                    <a:pt x="315321" y="162683"/>
                    <a:pt x="310155" y="192514"/>
                  </a:cubicBezTo>
                  <a:cubicBezTo>
                    <a:pt x="307322" y="208845"/>
                    <a:pt x="300739" y="223427"/>
                    <a:pt x="291407" y="237010"/>
                  </a:cubicBezTo>
                  <a:cubicBezTo>
                    <a:pt x="287657" y="242509"/>
                    <a:pt x="283658" y="249008"/>
                    <a:pt x="278741" y="253591"/>
                  </a:cubicBezTo>
                  <a:cubicBezTo>
                    <a:pt x="270159" y="261674"/>
                    <a:pt x="259660" y="262341"/>
                    <a:pt x="248994" y="264840"/>
                  </a:cubicBezTo>
                  <a:cubicBezTo>
                    <a:pt x="226496" y="269923"/>
                    <a:pt x="214747" y="284839"/>
                    <a:pt x="207081" y="305920"/>
                  </a:cubicBezTo>
                  <a:cubicBezTo>
                    <a:pt x="202498" y="318502"/>
                    <a:pt x="198165" y="331334"/>
                    <a:pt x="189583" y="341833"/>
                  </a:cubicBezTo>
                  <a:cubicBezTo>
                    <a:pt x="187166" y="344750"/>
                    <a:pt x="178917" y="354416"/>
                    <a:pt x="174334" y="353582"/>
                  </a:cubicBezTo>
                  <a:cubicBezTo>
                    <a:pt x="164085" y="351833"/>
                    <a:pt x="170751" y="334251"/>
                    <a:pt x="172584" y="329001"/>
                  </a:cubicBezTo>
                  <a:cubicBezTo>
                    <a:pt x="175917" y="319169"/>
                    <a:pt x="194082" y="289921"/>
                    <a:pt x="181250" y="281089"/>
                  </a:cubicBezTo>
                  <a:cubicBezTo>
                    <a:pt x="174084" y="276089"/>
                    <a:pt x="164502" y="282089"/>
                    <a:pt x="156753" y="281172"/>
                  </a:cubicBezTo>
                  <a:cubicBezTo>
                    <a:pt x="127922" y="277589"/>
                    <a:pt x="148337" y="252841"/>
                    <a:pt x="151503" y="237676"/>
                  </a:cubicBezTo>
                  <a:cubicBezTo>
                    <a:pt x="156419" y="214262"/>
                    <a:pt x="131588" y="202513"/>
                    <a:pt x="126505" y="182181"/>
                  </a:cubicBezTo>
                  <a:lnTo>
                    <a:pt x="126505" y="182181"/>
                  </a:lnTo>
                  <a:close/>
                  <a:moveTo>
                    <a:pt x="131921" y="443324"/>
                  </a:moveTo>
                  <a:cubicBezTo>
                    <a:pt x="130338" y="447657"/>
                    <a:pt x="128672" y="451907"/>
                    <a:pt x="127005" y="456240"/>
                  </a:cubicBezTo>
                  <a:cubicBezTo>
                    <a:pt x="123422" y="465239"/>
                    <a:pt x="119673" y="474155"/>
                    <a:pt x="116173" y="483154"/>
                  </a:cubicBezTo>
                  <a:cubicBezTo>
                    <a:pt x="105674" y="481404"/>
                    <a:pt x="95258" y="479738"/>
                    <a:pt x="85426" y="476655"/>
                  </a:cubicBezTo>
                  <a:cubicBezTo>
                    <a:pt x="88925" y="467489"/>
                    <a:pt x="92341" y="458240"/>
                    <a:pt x="95591" y="448907"/>
                  </a:cubicBezTo>
                  <a:cubicBezTo>
                    <a:pt x="97591" y="443158"/>
                    <a:pt x="99424" y="437325"/>
                    <a:pt x="101257" y="431492"/>
                  </a:cubicBezTo>
                  <a:cubicBezTo>
                    <a:pt x="111173" y="436825"/>
                    <a:pt x="121172" y="440741"/>
                    <a:pt x="131921" y="443324"/>
                  </a:cubicBezTo>
                  <a:lnTo>
                    <a:pt x="131921" y="443324"/>
                  </a:lnTo>
                  <a:close/>
                  <a:moveTo>
                    <a:pt x="101757" y="429242"/>
                  </a:moveTo>
                  <a:cubicBezTo>
                    <a:pt x="105757" y="415993"/>
                    <a:pt x="109424" y="402578"/>
                    <a:pt x="112923" y="389079"/>
                  </a:cubicBezTo>
                  <a:cubicBezTo>
                    <a:pt x="123506" y="393329"/>
                    <a:pt x="134588" y="396329"/>
                    <a:pt x="144837" y="399078"/>
                  </a:cubicBezTo>
                  <a:cubicBezTo>
                    <a:pt x="145503" y="399245"/>
                    <a:pt x="146253" y="399412"/>
                    <a:pt x="146920" y="399578"/>
                  </a:cubicBezTo>
                  <a:cubicBezTo>
                    <a:pt x="143004" y="411910"/>
                    <a:pt x="138837" y="424159"/>
                    <a:pt x="134421" y="436242"/>
                  </a:cubicBezTo>
                  <a:cubicBezTo>
                    <a:pt x="123422" y="435075"/>
                    <a:pt x="112590" y="432909"/>
                    <a:pt x="101757" y="429242"/>
                  </a:cubicBezTo>
                  <a:lnTo>
                    <a:pt x="101757" y="429242"/>
                  </a:lnTo>
                  <a:close/>
                  <a:moveTo>
                    <a:pt x="113007" y="491403"/>
                  </a:moveTo>
                  <a:cubicBezTo>
                    <a:pt x="109340" y="501486"/>
                    <a:pt x="106174" y="511651"/>
                    <a:pt x="104340" y="522317"/>
                  </a:cubicBezTo>
                  <a:cubicBezTo>
                    <a:pt x="104257" y="522817"/>
                    <a:pt x="104424" y="523234"/>
                    <a:pt x="104674" y="523567"/>
                  </a:cubicBezTo>
                  <a:cubicBezTo>
                    <a:pt x="100174" y="523484"/>
                    <a:pt x="95675" y="523317"/>
                    <a:pt x="91175" y="522650"/>
                  </a:cubicBezTo>
                  <a:cubicBezTo>
                    <a:pt x="83676" y="521567"/>
                    <a:pt x="76843" y="518984"/>
                    <a:pt x="70344" y="515484"/>
                  </a:cubicBezTo>
                  <a:cubicBezTo>
                    <a:pt x="70677" y="514651"/>
                    <a:pt x="71010" y="513901"/>
                    <a:pt x="71260" y="513068"/>
                  </a:cubicBezTo>
                  <a:cubicBezTo>
                    <a:pt x="74927" y="503569"/>
                    <a:pt x="78676" y="493986"/>
                    <a:pt x="82343" y="484487"/>
                  </a:cubicBezTo>
                  <a:cubicBezTo>
                    <a:pt x="91758" y="488320"/>
                    <a:pt x="102424" y="490403"/>
                    <a:pt x="113007" y="491403"/>
                  </a:cubicBezTo>
                  <a:lnTo>
                    <a:pt x="113007" y="491403"/>
                  </a:lnTo>
                  <a:close/>
                  <a:moveTo>
                    <a:pt x="140421" y="436908"/>
                  </a:moveTo>
                  <a:cubicBezTo>
                    <a:pt x="143920" y="424826"/>
                    <a:pt x="147003" y="412577"/>
                    <a:pt x="149836" y="400328"/>
                  </a:cubicBezTo>
                  <a:cubicBezTo>
                    <a:pt x="165502" y="403828"/>
                    <a:pt x="181250" y="404411"/>
                    <a:pt x="196999" y="403411"/>
                  </a:cubicBezTo>
                  <a:cubicBezTo>
                    <a:pt x="191999" y="414494"/>
                    <a:pt x="187166" y="425743"/>
                    <a:pt x="184167" y="437325"/>
                  </a:cubicBezTo>
                  <a:cubicBezTo>
                    <a:pt x="176667" y="437325"/>
                    <a:pt x="169168" y="437658"/>
                    <a:pt x="161835" y="437658"/>
                  </a:cubicBezTo>
                  <a:cubicBezTo>
                    <a:pt x="154586" y="437658"/>
                    <a:pt x="147503" y="437491"/>
                    <a:pt x="140421" y="436908"/>
                  </a:cubicBezTo>
                  <a:lnTo>
                    <a:pt x="140421" y="436908"/>
                  </a:lnTo>
                  <a:close/>
                  <a:moveTo>
                    <a:pt x="151836" y="391162"/>
                  </a:moveTo>
                  <a:cubicBezTo>
                    <a:pt x="152836" y="386496"/>
                    <a:pt x="153836" y="381830"/>
                    <a:pt x="154836" y="377080"/>
                  </a:cubicBezTo>
                  <a:cubicBezTo>
                    <a:pt x="154919" y="376580"/>
                    <a:pt x="154170" y="376414"/>
                    <a:pt x="154003" y="376914"/>
                  </a:cubicBezTo>
                  <a:cubicBezTo>
                    <a:pt x="152670" y="381496"/>
                    <a:pt x="151253" y="386079"/>
                    <a:pt x="149836" y="390579"/>
                  </a:cubicBezTo>
                  <a:cubicBezTo>
                    <a:pt x="138004" y="387496"/>
                    <a:pt x="126589" y="383830"/>
                    <a:pt x="115590" y="379330"/>
                  </a:cubicBezTo>
                  <a:cubicBezTo>
                    <a:pt x="118839" y="367081"/>
                    <a:pt x="122172" y="354916"/>
                    <a:pt x="125839" y="342833"/>
                  </a:cubicBezTo>
                  <a:cubicBezTo>
                    <a:pt x="135254" y="347416"/>
                    <a:pt x="145754" y="350499"/>
                    <a:pt x="155336" y="351416"/>
                  </a:cubicBezTo>
                  <a:cubicBezTo>
                    <a:pt x="156919" y="375330"/>
                    <a:pt x="180417" y="369914"/>
                    <a:pt x="194999" y="358082"/>
                  </a:cubicBezTo>
                  <a:cubicBezTo>
                    <a:pt x="198832" y="360165"/>
                    <a:pt x="203998" y="361082"/>
                    <a:pt x="207748" y="361832"/>
                  </a:cubicBezTo>
                  <a:cubicBezTo>
                    <a:pt x="209831" y="362248"/>
                    <a:pt x="211831" y="362415"/>
                    <a:pt x="213831" y="362582"/>
                  </a:cubicBezTo>
                  <a:cubicBezTo>
                    <a:pt x="211081" y="369498"/>
                    <a:pt x="208414" y="376414"/>
                    <a:pt x="205665" y="383330"/>
                  </a:cubicBezTo>
                  <a:cubicBezTo>
                    <a:pt x="203915" y="387663"/>
                    <a:pt x="202082" y="391996"/>
                    <a:pt x="200165" y="396329"/>
                  </a:cubicBezTo>
                  <a:cubicBezTo>
                    <a:pt x="183917" y="396245"/>
                    <a:pt x="167835" y="395162"/>
                    <a:pt x="151836" y="391162"/>
                  </a:cubicBezTo>
                  <a:lnTo>
                    <a:pt x="151836" y="391162"/>
                  </a:lnTo>
                  <a:close/>
                  <a:moveTo>
                    <a:pt x="108507" y="303837"/>
                  </a:moveTo>
                  <a:cubicBezTo>
                    <a:pt x="113840" y="286755"/>
                    <a:pt x="118506" y="269423"/>
                    <a:pt x="124089" y="252341"/>
                  </a:cubicBezTo>
                  <a:cubicBezTo>
                    <a:pt x="126422" y="245175"/>
                    <a:pt x="129505" y="238176"/>
                    <a:pt x="131671" y="231010"/>
                  </a:cubicBezTo>
                  <a:cubicBezTo>
                    <a:pt x="132755" y="227510"/>
                    <a:pt x="133171" y="223844"/>
                    <a:pt x="133755" y="220178"/>
                  </a:cubicBezTo>
                  <a:cubicBezTo>
                    <a:pt x="134671" y="221511"/>
                    <a:pt x="135504" y="222927"/>
                    <a:pt x="136254" y="224344"/>
                  </a:cubicBezTo>
                  <a:cubicBezTo>
                    <a:pt x="145503" y="241176"/>
                    <a:pt x="127589" y="254675"/>
                    <a:pt x="130338" y="272006"/>
                  </a:cubicBezTo>
                  <a:cubicBezTo>
                    <a:pt x="131921" y="282255"/>
                    <a:pt x="141671" y="289671"/>
                    <a:pt x="151586" y="291255"/>
                  </a:cubicBezTo>
                  <a:cubicBezTo>
                    <a:pt x="157253" y="292171"/>
                    <a:pt x="161919" y="289671"/>
                    <a:pt x="167252" y="289921"/>
                  </a:cubicBezTo>
                  <a:cubicBezTo>
                    <a:pt x="174667" y="290255"/>
                    <a:pt x="175501" y="291088"/>
                    <a:pt x="174334" y="298504"/>
                  </a:cubicBezTo>
                  <a:cubicBezTo>
                    <a:pt x="174001" y="300754"/>
                    <a:pt x="171501" y="304837"/>
                    <a:pt x="170668" y="306587"/>
                  </a:cubicBezTo>
                  <a:cubicBezTo>
                    <a:pt x="165085" y="318086"/>
                    <a:pt x="157586" y="329751"/>
                    <a:pt x="155669" y="342583"/>
                  </a:cubicBezTo>
                  <a:cubicBezTo>
                    <a:pt x="150587" y="341083"/>
                    <a:pt x="144754" y="341167"/>
                    <a:pt x="139421" y="339917"/>
                  </a:cubicBezTo>
                  <a:cubicBezTo>
                    <a:pt x="135671" y="339000"/>
                    <a:pt x="131588" y="338084"/>
                    <a:pt x="127505" y="337001"/>
                  </a:cubicBezTo>
                  <a:cubicBezTo>
                    <a:pt x="129088" y="332001"/>
                    <a:pt x="130672" y="327001"/>
                    <a:pt x="132421" y="322085"/>
                  </a:cubicBezTo>
                  <a:cubicBezTo>
                    <a:pt x="132505" y="321919"/>
                    <a:pt x="132171" y="321835"/>
                    <a:pt x="132088" y="322002"/>
                  </a:cubicBezTo>
                  <a:cubicBezTo>
                    <a:pt x="130505" y="327001"/>
                    <a:pt x="128838" y="331918"/>
                    <a:pt x="127172" y="336917"/>
                  </a:cubicBezTo>
                  <a:cubicBezTo>
                    <a:pt x="120506" y="335167"/>
                    <a:pt x="113840" y="332918"/>
                    <a:pt x="108340" y="329835"/>
                  </a:cubicBezTo>
                  <a:cubicBezTo>
                    <a:pt x="107923" y="329585"/>
                    <a:pt x="107507" y="330168"/>
                    <a:pt x="107840" y="330501"/>
                  </a:cubicBezTo>
                  <a:cubicBezTo>
                    <a:pt x="112507" y="335251"/>
                    <a:pt x="118589" y="339250"/>
                    <a:pt x="125255" y="342583"/>
                  </a:cubicBezTo>
                  <a:cubicBezTo>
                    <a:pt x="121172" y="354499"/>
                    <a:pt x="117006" y="366331"/>
                    <a:pt x="112673" y="378163"/>
                  </a:cubicBezTo>
                  <a:cubicBezTo>
                    <a:pt x="103924" y="374497"/>
                    <a:pt x="95424" y="370497"/>
                    <a:pt x="87009" y="365831"/>
                  </a:cubicBezTo>
                  <a:cubicBezTo>
                    <a:pt x="94425" y="345333"/>
                    <a:pt x="102007" y="324835"/>
                    <a:pt x="108507" y="303837"/>
                  </a:cubicBezTo>
                  <a:lnTo>
                    <a:pt x="108507" y="303837"/>
                  </a:lnTo>
                  <a:close/>
                  <a:moveTo>
                    <a:pt x="78759" y="388829"/>
                  </a:moveTo>
                  <a:cubicBezTo>
                    <a:pt x="80676" y="383330"/>
                    <a:pt x="82676" y="377913"/>
                    <a:pt x="84676" y="372497"/>
                  </a:cubicBezTo>
                  <a:cubicBezTo>
                    <a:pt x="91758" y="378830"/>
                    <a:pt x="100257" y="383746"/>
                    <a:pt x="109257" y="387579"/>
                  </a:cubicBezTo>
                  <a:cubicBezTo>
                    <a:pt x="101424" y="408661"/>
                    <a:pt x="93341" y="429742"/>
                    <a:pt x="85092" y="450490"/>
                  </a:cubicBezTo>
                  <a:cubicBezTo>
                    <a:pt x="82176" y="457990"/>
                    <a:pt x="79259" y="465572"/>
                    <a:pt x="76426" y="473155"/>
                  </a:cubicBezTo>
                  <a:cubicBezTo>
                    <a:pt x="67844" y="469489"/>
                    <a:pt x="60011" y="464406"/>
                    <a:pt x="53262" y="456906"/>
                  </a:cubicBezTo>
                  <a:cubicBezTo>
                    <a:pt x="61761" y="434325"/>
                    <a:pt x="70593" y="411660"/>
                    <a:pt x="78759" y="388829"/>
                  </a:cubicBezTo>
                  <a:lnTo>
                    <a:pt x="78759" y="388829"/>
                  </a:lnTo>
                  <a:close/>
                  <a:moveTo>
                    <a:pt x="23098" y="550815"/>
                  </a:moveTo>
                  <a:cubicBezTo>
                    <a:pt x="30514" y="519901"/>
                    <a:pt x="40930" y="489820"/>
                    <a:pt x="52095" y="460073"/>
                  </a:cubicBezTo>
                  <a:cubicBezTo>
                    <a:pt x="57511" y="468989"/>
                    <a:pt x="65011" y="475571"/>
                    <a:pt x="73677" y="480488"/>
                  </a:cubicBezTo>
                  <a:cubicBezTo>
                    <a:pt x="69927" y="490653"/>
                    <a:pt x="66344" y="500819"/>
                    <a:pt x="63011" y="511151"/>
                  </a:cubicBezTo>
                  <a:cubicBezTo>
                    <a:pt x="61928" y="510402"/>
                    <a:pt x="60928" y="509735"/>
                    <a:pt x="59845" y="508985"/>
                  </a:cubicBezTo>
                  <a:cubicBezTo>
                    <a:pt x="59261" y="508568"/>
                    <a:pt x="58511" y="509318"/>
                    <a:pt x="59011" y="509818"/>
                  </a:cubicBezTo>
                  <a:cubicBezTo>
                    <a:pt x="60178" y="510818"/>
                    <a:pt x="61261" y="511901"/>
                    <a:pt x="62344" y="512901"/>
                  </a:cubicBezTo>
                  <a:cubicBezTo>
                    <a:pt x="57011" y="529317"/>
                    <a:pt x="52178" y="545898"/>
                    <a:pt x="48179" y="562564"/>
                  </a:cubicBezTo>
                  <a:cubicBezTo>
                    <a:pt x="38930" y="561314"/>
                    <a:pt x="29930" y="559397"/>
                    <a:pt x="22348" y="554314"/>
                  </a:cubicBezTo>
                  <a:cubicBezTo>
                    <a:pt x="22681" y="552981"/>
                    <a:pt x="22848" y="551898"/>
                    <a:pt x="23098" y="550815"/>
                  </a:cubicBezTo>
                  <a:lnTo>
                    <a:pt x="23098" y="550815"/>
                  </a:lnTo>
                  <a:close/>
                  <a:moveTo>
                    <a:pt x="103257" y="541482"/>
                  </a:moveTo>
                  <a:cubicBezTo>
                    <a:pt x="83509" y="560897"/>
                    <a:pt x="64511" y="581395"/>
                    <a:pt x="44013" y="600143"/>
                  </a:cubicBezTo>
                  <a:cubicBezTo>
                    <a:pt x="39263" y="604476"/>
                    <a:pt x="33513" y="611642"/>
                    <a:pt x="27098" y="613476"/>
                  </a:cubicBezTo>
                  <a:cubicBezTo>
                    <a:pt x="12265" y="617642"/>
                    <a:pt x="15432" y="602477"/>
                    <a:pt x="16015" y="594644"/>
                  </a:cubicBezTo>
                  <a:cubicBezTo>
                    <a:pt x="16932" y="582228"/>
                    <a:pt x="18931" y="570063"/>
                    <a:pt x="21598" y="557981"/>
                  </a:cubicBezTo>
                  <a:cubicBezTo>
                    <a:pt x="25431" y="561564"/>
                    <a:pt x="29847" y="563813"/>
                    <a:pt x="36347" y="565563"/>
                  </a:cubicBezTo>
                  <a:cubicBezTo>
                    <a:pt x="39763" y="566480"/>
                    <a:pt x="43346" y="567396"/>
                    <a:pt x="46929" y="568063"/>
                  </a:cubicBezTo>
                  <a:cubicBezTo>
                    <a:pt x="45679" y="573396"/>
                    <a:pt x="44596" y="578645"/>
                    <a:pt x="43596" y="583978"/>
                  </a:cubicBezTo>
                  <a:cubicBezTo>
                    <a:pt x="43263" y="585645"/>
                    <a:pt x="45763" y="586228"/>
                    <a:pt x="46179" y="584562"/>
                  </a:cubicBezTo>
                  <a:cubicBezTo>
                    <a:pt x="47512" y="579229"/>
                    <a:pt x="49012" y="573979"/>
                    <a:pt x="50596" y="568730"/>
                  </a:cubicBezTo>
                  <a:cubicBezTo>
                    <a:pt x="56011" y="569480"/>
                    <a:pt x="61511" y="569730"/>
                    <a:pt x="66594" y="568813"/>
                  </a:cubicBezTo>
                  <a:cubicBezTo>
                    <a:pt x="68677" y="568396"/>
                    <a:pt x="68344" y="565063"/>
                    <a:pt x="66427" y="564813"/>
                  </a:cubicBezTo>
                  <a:cubicBezTo>
                    <a:pt x="61844" y="564063"/>
                    <a:pt x="57095" y="563647"/>
                    <a:pt x="52429" y="563064"/>
                  </a:cubicBezTo>
                  <a:cubicBezTo>
                    <a:pt x="57345" y="548148"/>
                    <a:pt x="63261" y="533316"/>
                    <a:pt x="69010" y="518734"/>
                  </a:cubicBezTo>
                  <a:cubicBezTo>
                    <a:pt x="74260" y="523150"/>
                    <a:pt x="79843" y="526817"/>
                    <a:pt x="87342" y="528817"/>
                  </a:cubicBezTo>
                  <a:cubicBezTo>
                    <a:pt x="95841" y="531150"/>
                    <a:pt x="104591" y="532233"/>
                    <a:pt x="113340" y="531816"/>
                  </a:cubicBezTo>
                  <a:cubicBezTo>
                    <a:pt x="110090" y="534983"/>
                    <a:pt x="106674" y="538232"/>
                    <a:pt x="103257" y="541482"/>
                  </a:cubicBezTo>
                  <a:lnTo>
                    <a:pt x="103257" y="541482"/>
                  </a:lnTo>
                  <a:close/>
                  <a:moveTo>
                    <a:pt x="121756" y="523650"/>
                  </a:moveTo>
                  <a:cubicBezTo>
                    <a:pt x="117006" y="523484"/>
                    <a:pt x="112256" y="523567"/>
                    <a:pt x="107423" y="523567"/>
                  </a:cubicBezTo>
                  <a:cubicBezTo>
                    <a:pt x="112923" y="516484"/>
                    <a:pt x="116090" y="507069"/>
                    <a:pt x="118922" y="498653"/>
                  </a:cubicBezTo>
                  <a:cubicBezTo>
                    <a:pt x="119673" y="496403"/>
                    <a:pt x="120506" y="494153"/>
                    <a:pt x="121339" y="491903"/>
                  </a:cubicBezTo>
                  <a:cubicBezTo>
                    <a:pt x="127505" y="492153"/>
                    <a:pt x="133671" y="491987"/>
                    <a:pt x="139588" y="491570"/>
                  </a:cubicBezTo>
                  <a:cubicBezTo>
                    <a:pt x="141920" y="491403"/>
                    <a:pt x="142254" y="487987"/>
                    <a:pt x="139921" y="487487"/>
                  </a:cubicBezTo>
                  <a:cubicBezTo>
                    <a:pt x="134754" y="486237"/>
                    <a:pt x="129505" y="485237"/>
                    <a:pt x="124172" y="484404"/>
                  </a:cubicBezTo>
                  <a:cubicBezTo>
                    <a:pt x="127422" y="475821"/>
                    <a:pt x="130755" y="467239"/>
                    <a:pt x="133671" y="458573"/>
                  </a:cubicBezTo>
                  <a:cubicBezTo>
                    <a:pt x="135254" y="453907"/>
                    <a:pt x="136671" y="449240"/>
                    <a:pt x="138171" y="444574"/>
                  </a:cubicBezTo>
                  <a:cubicBezTo>
                    <a:pt x="142837" y="445407"/>
                    <a:pt x="147586" y="445991"/>
                    <a:pt x="152586" y="446324"/>
                  </a:cubicBezTo>
                  <a:cubicBezTo>
                    <a:pt x="167335" y="447324"/>
                    <a:pt x="186250" y="449574"/>
                    <a:pt x="202248" y="446907"/>
                  </a:cubicBezTo>
                  <a:cubicBezTo>
                    <a:pt x="175667" y="472738"/>
                    <a:pt x="148503" y="497986"/>
                    <a:pt x="121756" y="523650"/>
                  </a:cubicBezTo>
                  <a:lnTo>
                    <a:pt x="121756" y="523650"/>
                  </a:lnTo>
                  <a:close/>
                  <a:moveTo>
                    <a:pt x="323821" y="319252"/>
                  </a:moveTo>
                  <a:cubicBezTo>
                    <a:pt x="314072" y="330668"/>
                    <a:pt x="303989" y="341750"/>
                    <a:pt x="293907" y="352749"/>
                  </a:cubicBezTo>
                  <a:cubicBezTo>
                    <a:pt x="276325" y="371914"/>
                    <a:pt x="258077" y="390412"/>
                    <a:pt x="239995" y="409077"/>
                  </a:cubicBezTo>
                  <a:cubicBezTo>
                    <a:pt x="246494" y="393995"/>
                    <a:pt x="248494" y="376997"/>
                    <a:pt x="253327" y="361332"/>
                  </a:cubicBezTo>
                  <a:cubicBezTo>
                    <a:pt x="253410" y="361082"/>
                    <a:pt x="252994" y="360915"/>
                    <a:pt x="252827" y="361165"/>
                  </a:cubicBezTo>
                  <a:cubicBezTo>
                    <a:pt x="246494" y="376164"/>
                    <a:pt x="239828" y="391996"/>
                    <a:pt x="235829" y="407827"/>
                  </a:cubicBezTo>
                  <a:cubicBezTo>
                    <a:pt x="235412" y="409577"/>
                    <a:pt x="237329" y="410827"/>
                    <a:pt x="238745" y="410327"/>
                  </a:cubicBezTo>
                  <a:cubicBezTo>
                    <a:pt x="236829" y="412327"/>
                    <a:pt x="234829" y="414327"/>
                    <a:pt x="232912" y="416327"/>
                  </a:cubicBezTo>
                  <a:cubicBezTo>
                    <a:pt x="225496" y="423993"/>
                    <a:pt x="217913" y="431575"/>
                    <a:pt x="210248" y="439158"/>
                  </a:cubicBezTo>
                  <a:cubicBezTo>
                    <a:pt x="204831" y="438241"/>
                    <a:pt x="199332" y="437741"/>
                    <a:pt x="193749" y="437575"/>
                  </a:cubicBezTo>
                  <a:cubicBezTo>
                    <a:pt x="199832" y="426909"/>
                    <a:pt x="204082" y="414577"/>
                    <a:pt x="207581" y="402578"/>
                  </a:cubicBezTo>
                  <a:cubicBezTo>
                    <a:pt x="216330" y="401578"/>
                    <a:pt x="225163" y="400245"/>
                    <a:pt x="233912" y="398578"/>
                  </a:cubicBezTo>
                  <a:cubicBezTo>
                    <a:pt x="235245" y="398328"/>
                    <a:pt x="234745" y="396329"/>
                    <a:pt x="233495" y="396329"/>
                  </a:cubicBezTo>
                  <a:cubicBezTo>
                    <a:pt x="225413" y="396329"/>
                    <a:pt x="217414" y="396495"/>
                    <a:pt x="209415" y="396578"/>
                  </a:cubicBezTo>
                  <a:cubicBezTo>
                    <a:pt x="210248" y="393745"/>
                    <a:pt x="210998" y="390996"/>
                    <a:pt x="211831" y="388246"/>
                  </a:cubicBezTo>
                  <a:cubicBezTo>
                    <a:pt x="214247" y="379830"/>
                    <a:pt x="216747" y="371414"/>
                    <a:pt x="219164" y="362998"/>
                  </a:cubicBezTo>
                  <a:cubicBezTo>
                    <a:pt x="222413" y="362998"/>
                    <a:pt x="225663" y="362832"/>
                    <a:pt x="229079" y="362582"/>
                  </a:cubicBezTo>
                  <a:cubicBezTo>
                    <a:pt x="230746" y="362498"/>
                    <a:pt x="231079" y="360415"/>
                    <a:pt x="229746" y="359582"/>
                  </a:cubicBezTo>
                  <a:cubicBezTo>
                    <a:pt x="227329" y="358165"/>
                    <a:pt x="224163" y="357249"/>
                    <a:pt x="220997" y="356665"/>
                  </a:cubicBezTo>
                  <a:cubicBezTo>
                    <a:pt x="224163" y="345833"/>
                    <a:pt x="227246" y="335084"/>
                    <a:pt x="230412" y="324252"/>
                  </a:cubicBezTo>
                  <a:cubicBezTo>
                    <a:pt x="240828" y="325168"/>
                    <a:pt x="250744" y="329001"/>
                    <a:pt x="261326" y="328918"/>
                  </a:cubicBezTo>
                  <a:cubicBezTo>
                    <a:pt x="264243" y="328918"/>
                    <a:pt x="264159" y="324918"/>
                    <a:pt x="261743" y="324168"/>
                  </a:cubicBezTo>
                  <a:cubicBezTo>
                    <a:pt x="252327" y="321085"/>
                    <a:pt x="241078" y="322085"/>
                    <a:pt x="231079" y="322335"/>
                  </a:cubicBezTo>
                  <a:cubicBezTo>
                    <a:pt x="231329" y="321502"/>
                    <a:pt x="231579" y="320585"/>
                    <a:pt x="231829" y="319752"/>
                  </a:cubicBezTo>
                  <a:cubicBezTo>
                    <a:pt x="231996" y="319335"/>
                    <a:pt x="231246" y="319002"/>
                    <a:pt x="231079" y="319502"/>
                  </a:cubicBezTo>
                  <a:cubicBezTo>
                    <a:pt x="230663" y="320502"/>
                    <a:pt x="230329" y="321419"/>
                    <a:pt x="229912" y="322418"/>
                  </a:cubicBezTo>
                  <a:cubicBezTo>
                    <a:pt x="229579" y="322418"/>
                    <a:pt x="229163" y="322418"/>
                    <a:pt x="228746" y="322418"/>
                  </a:cubicBezTo>
                  <a:cubicBezTo>
                    <a:pt x="227580" y="322418"/>
                    <a:pt x="227663" y="324168"/>
                    <a:pt x="228829" y="324252"/>
                  </a:cubicBezTo>
                  <a:cubicBezTo>
                    <a:pt x="228913" y="324252"/>
                    <a:pt x="228996" y="324252"/>
                    <a:pt x="229163" y="324252"/>
                  </a:cubicBezTo>
                  <a:cubicBezTo>
                    <a:pt x="224996" y="334917"/>
                    <a:pt x="220830" y="345500"/>
                    <a:pt x="216664" y="356082"/>
                  </a:cubicBezTo>
                  <a:cubicBezTo>
                    <a:pt x="214997" y="355832"/>
                    <a:pt x="213331" y="355665"/>
                    <a:pt x="211831" y="355416"/>
                  </a:cubicBezTo>
                  <a:cubicBezTo>
                    <a:pt x="208081" y="354832"/>
                    <a:pt x="204331" y="353916"/>
                    <a:pt x="200499" y="353332"/>
                  </a:cubicBezTo>
                  <a:cubicBezTo>
                    <a:pt x="200748" y="353082"/>
                    <a:pt x="200915" y="352832"/>
                    <a:pt x="201165" y="352582"/>
                  </a:cubicBezTo>
                  <a:cubicBezTo>
                    <a:pt x="210581" y="341417"/>
                    <a:pt x="215497" y="328668"/>
                    <a:pt x="219913" y="315086"/>
                  </a:cubicBezTo>
                  <a:cubicBezTo>
                    <a:pt x="223080" y="305587"/>
                    <a:pt x="225746" y="295338"/>
                    <a:pt x="232746" y="287672"/>
                  </a:cubicBezTo>
                  <a:cubicBezTo>
                    <a:pt x="237745" y="282255"/>
                    <a:pt x="243745" y="279506"/>
                    <a:pt x="250077" y="277506"/>
                  </a:cubicBezTo>
                  <a:cubicBezTo>
                    <a:pt x="248994" y="288588"/>
                    <a:pt x="247411" y="300337"/>
                    <a:pt x="261826" y="303004"/>
                  </a:cubicBezTo>
                  <a:cubicBezTo>
                    <a:pt x="267326" y="304003"/>
                    <a:pt x="273159" y="302254"/>
                    <a:pt x="273658" y="310670"/>
                  </a:cubicBezTo>
                  <a:cubicBezTo>
                    <a:pt x="274158" y="318502"/>
                    <a:pt x="264493" y="327835"/>
                    <a:pt x="260076" y="333834"/>
                  </a:cubicBezTo>
                  <a:cubicBezTo>
                    <a:pt x="256077" y="339167"/>
                    <a:pt x="250911" y="344750"/>
                    <a:pt x="250161" y="351583"/>
                  </a:cubicBezTo>
                  <a:cubicBezTo>
                    <a:pt x="249911" y="353916"/>
                    <a:pt x="251078" y="357165"/>
                    <a:pt x="253910" y="357415"/>
                  </a:cubicBezTo>
                  <a:cubicBezTo>
                    <a:pt x="269076" y="358582"/>
                    <a:pt x="280491" y="349083"/>
                    <a:pt x="290240" y="338417"/>
                  </a:cubicBezTo>
                  <a:cubicBezTo>
                    <a:pt x="296157" y="331918"/>
                    <a:pt x="300990" y="325418"/>
                    <a:pt x="305322" y="317836"/>
                  </a:cubicBezTo>
                  <a:cubicBezTo>
                    <a:pt x="314238" y="302170"/>
                    <a:pt x="325154" y="297921"/>
                    <a:pt x="341902" y="295838"/>
                  </a:cubicBezTo>
                  <a:cubicBezTo>
                    <a:pt x="343069" y="295671"/>
                    <a:pt x="344236" y="295588"/>
                    <a:pt x="345402" y="295421"/>
                  </a:cubicBezTo>
                  <a:cubicBezTo>
                    <a:pt x="338570" y="303504"/>
                    <a:pt x="330654" y="311253"/>
                    <a:pt x="323821" y="319252"/>
                  </a:cubicBezTo>
                  <a:lnTo>
                    <a:pt x="323821" y="319252"/>
                  </a:lnTo>
                  <a:close/>
                  <a:moveTo>
                    <a:pt x="396148" y="244259"/>
                  </a:moveTo>
                  <a:cubicBezTo>
                    <a:pt x="386565" y="257591"/>
                    <a:pt x="376983" y="270507"/>
                    <a:pt x="361067" y="276589"/>
                  </a:cubicBezTo>
                  <a:cubicBezTo>
                    <a:pt x="348152" y="281589"/>
                    <a:pt x="334070" y="282422"/>
                    <a:pt x="321487" y="288338"/>
                  </a:cubicBezTo>
                  <a:cubicBezTo>
                    <a:pt x="309406" y="294004"/>
                    <a:pt x="303822" y="302170"/>
                    <a:pt x="297656" y="313503"/>
                  </a:cubicBezTo>
                  <a:cubicBezTo>
                    <a:pt x="291324" y="325252"/>
                    <a:pt x="276825" y="344083"/>
                    <a:pt x="261826" y="347166"/>
                  </a:cubicBezTo>
                  <a:cubicBezTo>
                    <a:pt x="265993" y="338834"/>
                    <a:pt x="275409" y="331334"/>
                    <a:pt x="279575" y="323585"/>
                  </a:cubicBezTo>
                  <a:cubicBezTo>
                    <a:pt x="282825" y="317586"/>
                    <a:pt x="287407" y="308170"/>
                    <a:pt x="285824" y="301254"/>
                  </a:cubicBezTo>
                  <a:cubicBezTo>
                    <a:pt x="284741" y="296254"/>
                    <a:pt x="281241" y="293338"/>
                    <a:pt x="276492" y="291671"/>
                  </a:cubicBezTo>
                  <a:cubicBezTo>
                    <a:pt x="271159" y="289838"/>
                    <a:pt x="264826" y="292338"/>
                    <a:pt x="261993" y="284755"/>
                  </a:cubicBezTo>
                  <a:cubicBezTo>
                    <a:pt x="261326" y="283089"/>
                    <a:pt x="261826" y="277839"/>
                    <a:pt x="262076" y="274090"/>
                  </a:cubicBezTo>
                  <a:cubicBezTo>
                    <a:pt x="262243" y="274006"/>
                    <a:pt x="262410" y="274006"/>
                    <a:pt x="262576" y="273923"/>
                  </a:cubicBezTo>
                  <a:cubicBezTo>
                    <a:pt x="295073" y="265090"/>
                    <a:pt x="312238" y="227844"/>
                    <a:pt x="319404" y="197430"/>
                  </a:cubicBezTo>
                  <a:cubicBezTo>
                    <a:pt x="323071" y="181765"/>
                    <a:pt x="323904" y="166183"/>
                    <a:pt x="321321" y="151351"/>
                  </a:cubicBezTo>
                  <a:cubicBezTo>
                    <a:pt x="348902" y="146184"/>
                    <a:pt x="380482" y="146851"/>
                    <a:pt x="403564" y="164516"/>
                  </a:cubicBezTo>
                  <a:cubicBezTo>
                    <a:pt x="418146" y="175682"/>
                    <a:pt x="420229" y="191430"/>
                    <a:pt x="417979" y="208929"/>
                  </a:cubicBezTo>
                  <a:cubicBezTo>
                    <a:pt x="416146" y="223511"/>
                    <a:pt x="404313" y="232843"/>
                    <a:pt x="396148" y="244259"/>
                  </a:cubicBezTo>
                  <a:lnTo>
                    <a:pt x="396148" y="244259"/>
                  </a:lnTo>
                  <a:close/>
                </a:path>
              </a:pathLst>
            </a:custGeom>
            <a:grpFill/>
            <a:ln w="8332" cap="flat">
              <a:noFill/>
              <a:prstDash val="solid"/>
              <a:miter/>
            </a:ln>
          </p:spPr>
          <p:txBody>
            <a:bodyPr rtlCol="0" anchor="ctr"/>
            <a:lstStyle/>
            <a:p>
              <a:endParaRPr lang="en-US"/>
            </a:p>
          </p:txBody>
        </p:sp>
        <p:sp>
          <p:nvSpPr>
            <p:cNvPr id="1364" name="Freeform: Shape 1363"/>
            <p:cNvSpPr/>
            <p:nvPr/>
          </p:nvSpPr>
          <p:spPr>
            <a:xfrm>
              <a:off x="1932197" y="2986852"/>
              <a:ext cx="424530" cy="802543"/>
            </a:xfrm>
            <a:custGeom>
              <a:avLst/>
              <a:gdLst>
                <a:gd name="connsiteX0" fmla="*/ 337619 w 424530"/>
                <a:gd name="connsiteY0" fmla="*/ 294862 h 802543"/>
                <a:gd name="connsiteX1" fmla="*/ 288624 w 424530"/>
                <a:gd name="connsiteY1" fmla="*/ 215619 h 802543"/>
                <a:gd name="connsiteX2" fmla="*/ 256793 w 424530"/>
                <a:gd name="connsiteY2" fmla="*/ 189038 h 802543"/>
                <a:gd name="connsiteX3" fmla="*/ 231879 w 424530"/>
                <a:gd name="connsiteY3" fmla="*/ 146042 h 802543"/>
                <a:gd name="connsiteX4" fmla="*/ 216630 w 424530"/>
                <a:gd name="connsiteY4" fmla="*/ 101380 h 802543"/>
                <a:gd name="connsiteX5" fmla="*/ 208547 w 424530"/>
                <a:gd name="connsiteY5" fmla="*/ 75715 h 802543"/>
                <a:gd name="connsiteX6" fmla="*/ 221130 w 424530"/>
                <a:gd name="connsiteY6" fmla="*/ 49551 h 802543"/>
                <a:gd name="connsiteX7" fmla="*/ 196382 w 424530"/>
                <a:gd name="connsiteY7" fmla="*/ 7471 h 802543"/>
                <a:gd name="connsiteX8" fmla="*/ 120889 w 424530"/>
                <a:gd name="connsiteY8" fmla="*/ 5555 h 802543"/>
                <a:gd name="connsiteX9" fmla="*/ 87642 w 424530"/>
                <a:gd name="connsiteY9" fmla="*/ 14804 h 802543"/>
                <a:gd name="connsiteX10" fmla="*/ 41146 w 424530"/>
                <a:gd name="connsiteY10" fmla="*/ 32303 h 802543"/>
                <a:gd name="connsiteX11" fmla="*/ 566 w 424530"/>
                <a:gd name="connsiteY11" fmla="*/ 81298 h 802543"/>
                <a:gd name="connsiteX12" fmla="*/ 26897 w 424530"/>
                <a:gd name="connsiteY12" fmla="*/ 119878 h 802543"/>
                <a:gd name="connsiteX13" fmla="*/ 28980 w 424530"/>
                <a:gd name="connsiteY13" fmla="*/ 120461 h 802543"/>
                <a:gd name="connsiteX14" fmla="*/ 37896 w 424530"/>
                <a:gd name="connsiteY14" fmla="*/ 152542 h 802543"/>
                <a:gd name="connsiteX15" fmla="*/ 47395 w 424530"/>
                <a:gd name="connsiteY15" fmla="*/ 198204 h 802543"/>
                <a:gd name="connsiteX16" fmla="*/ 26230 w 424530"/>
                <a:gd name="connsiteY16" fmla="*/ 281780 h 802543"/>
                <a:gd name="connsiteX17" fmla="*/ 40229 w 424530"/>
                <a:gd name="connsiteY17" fmla="*/ 441016 h 802543"/>
                <a:gd name="connsiteX18" fmla="*/ 63810 w 424530"/>
                <a:gd name="connsiteY18" fmla="*/ 523258 h 802543"/>
                <a:gd name="connsiteX19" fmla="*/ 87475 w 424530"/>
                <a:gd name="connsiteY19" fmla="*/ 610500 h 802543"/>
                <a:gd name="connsiteX20" fmla="*/ 114472 w 424530"/>
                <a:gd name="connsiteY20" fmla="*/ 695076 h 802543"/>
                <a:gd name="connsiteX21" fmla="*/ 148969 w 424530"/>
                <a:gd name="connsiteY21" fmla="*/ 770903 h 802543"/>
                <a:gd name="connsiteX22" fmla="*/ 291957 w 424530"/>
                <a:gd name="connsiteY22" fmla="*/ 797817 h 802543"/>
                <a:gd name="connsiteX23" fmla="*/ 370950 w 424530"/>
                <a:gd name="connsiteY23" fmla="*/ 773652 h 802543"/>
                <a:gd name="connsiteX24" fmla="*/ 418945 w 424530"/>
                <a:gd name="connsiteY24" fmla="*/ 727240 h 802543"/>
                <a:gd name="connsiteX25" fmla="*/ 421362 w 424530"/>
                <a:gd name="connsiteY25" fmla="*/ 655080 h 802543"/>
                <a:gd name="connsiteX26" fmla="*/ 407613 w 424530"/>
                <a:gd name="connsiteY26" fmla="*/ 569087 h 802543"/>
                <a:gd name="connsiteX27" fmla="*/ 366117 w 424530"/>
                <a:gd name="connsiteY27" fmla="*/ 388854 h 802543"/>
                <a:gd name="connsiteX28" fmla="*/ 337619 w 424530"/>
                <a:gd name="connsiteY28" fmla="*/ 294862 h 802543"/>
                <a:gd name="connsiteX29" fmla="*/ 337619 w 424530"/>
                <a:gd name="connsiteY29" fmla="*/ 294862 h 802543"/>
                <a:gd name="connsiteX30" fmla="*/ 18065 w 424530"/>
                <a:gd name="connsiteY30" fmla="*/ 69966 h 802543"/>
                <a:gd name="connsiteX31" fmla="*/ 45479 w 424530"/>
                <a:gd name="connsiteY31" fmla="*/ 45051 h 802543"/>
                <a:gd name="connsiteX32" fmla="*/ 106307 w 424530"/>
                <a:gd name="connsiteY32" fmla="*/ 19970 h 802543"/>
                <a:gd name="connsiteX33" fmla="*/ 113806 w 424530"/>
                <a:gd name="connsiteY33" fmla="*/ 18387 h 802543"/>
                <a:gd name="connsiteX34" fmla="*/ 188966 w 424530"/>
                <a:gd name="connsiteY34" fmla="*/ 19554 h 802543"/>
                <a:gd name="connsiteX35" fmla="*/ 207214 w 424530"/>
                <a:gd name="connsiteY35" fmla="*/ 45385 h 802543"/>
                <a:gd name="connsiteX36" fmla="*/ 195882 w 424530"/>
                <a:gd name="connsiteY36" fmla="*/ 71716 h 802543"/>
                <a:gd name="connsiteX37" fmla="*/ 194132 w 424530"/>
                <a:gd name="connsiteY37" fmla="*/ 73549 h 802543"/>
                <a:gd name="connsiteX38" fmla="*/ 189466 w 424530"/>
                <a:gd name="connsiteY38" fmla="*/ 77965 h 802543"/>
                <a:gd name="connsiteX39" fmla="*/ 113639 w 424530"/>
                <a:gd name="connsiteY39" fmla="*/ 109962 h 802543"/>
                <a:gd name="connsiteX40" fmla="*/ 29980 w 424530"/>
                <a:gd name="connsiteY40" fmla="*/ 110212 h 802543"/>
                <a:gd name="connsiteX41" fmla="*/ 18065 w 424530"/>
                <a:gd name="connsiteY41" fmla="*/ 69966 h 802543"/>
                <a:gd name="connsiteX42" fmla="*/ 18065 w 424530"/>
                <a:gd name="connsiteY42" fmla="*/ 69966 h 802543"/>
                <a:gd name="connsiteX43" fmla="*/ 61727 w 424530"/>
                <a:gd name="connsiteY43" fmla="*/ 198537 h 802543"/>
                <a:gd name="connsiteX44" fmla="*/ 52728 w 424530"/>
                <a:gd name="connsiteY44" fmla="*/ 160374 h 802543"/>
                <a:gd name="connsiteX45" fmla="*/ 45895 w 424530"/>
                <a:gd name="connsiteY45" fmla="*/ 136793 h 802543"/>
                <a:gd name="connsiteX46" fmla="*/ 39896 w 424530"/>
                <a:gd name="connsiteY46" fmla="*/ 122961 h 802543"/>
                <a:gd name="connsiteX47" fmla="*/ 104807 w 424530"/>
                <a:gd name="connsiteY47" fmla="*/ 120878 h 802543"/>
                <a:gd name="connsiteX48" fmla="*/ 181133 w 424530"/>
                <a:gd name="connsiteY48" fmla="*/ 96547 h 802543"/>
                <a:gd name="connsiteX49" fmla="*/ 196965 w 424530"/>
                <a:gd name="connsiteY49" fmla="*/ 86214 h 802543"/>
                <a:gd name="connsiteX50" fmla="*/ 201215 w 424530"/>
                <a:gd name="connsiteY50" fmla="*/ 102796 h 802543"/>
                <a:gd name="connsiteX51" fmla="*/ 212797 w 424530"/>
                <a:gd name="connsiteY51" fmla="*/ 139460 h 802543"/>
                <a:gd name="connsiteX52" fmla="*/ 245211 w 424530"/>
                <a:gd name="connsiteY52" fmla="*/ 200204 h 802543"/>
                <a:gd name="connsiteX53" fmla="*/ 255043 w 424530"/>
                <a:gd name="connsiteY53" fmla="*/ 208703 h 802543"/>
                <a:gd name="connsiteX54" fmla="*/ 235545 w 424530"/>
                <a:gd name="connsiteY54" fmla="*/ 224452 h 802543"/>
                <a:gd name="connsiteX55" fmla="*/ 196382 w 424530"/>
                <a:gd name="connsiteY55" fmla="*/ 237617 h 802543"/>
                <a:gd name="connsiteX56" fmla="*/ 154469 w 424530"/>
                <a:gd name="connsiteY56" fmla="*/ 239950 h 802543"/>
                <a:gd name="connsiteX57" fmla="*/ 119389 w 424530"/>
                <a:gd name="connsiteY57" fmla="*/ 237784 h 802543"/>
                <a:gd name="connsiteX58" fmla="*/ 60894 w 424530"/>
                <a:gd name="connsiteY58" fmla="*/ 261282 h 802543"/>
                <a:gd name="connsiteX59" fmla="*/ 46645 w 424530"/>
                <a:gd name="connsiteY59" fmla="*/ 271781 h 802543"/>
                <a:gd name="connsiteX60" fmla="*/ 61727 w 424530"/>
                <a:gd name="connsiteY60" fmla="*/ 198537 h 802543"/>
                <a:gd name="connsiteX61" fmla="*/ 61727 w 424530"/>
                <a:gd name="connsiteY61" fmla="*/ 198537 h 802543"/>
                <a:gd name="connsiteX62" fmla="*/ 58561 w 424530"/>
                <a:gd name="connsiteY62" fmla="*/ 274281 h 802543"/>
                <a:gd name="connsiteX63" fmla="*/ 90225 w 424530"/>
                <a:gd name="connsiteY63" fmla="*/ 254866 h 802543"/>
                <a:gd name="connsiteX64" fmla="*/ 158135 w 424530"/>
                <a:gd name="connsiteY64" fmla="*/ 247783 h 802543"/>
                <a:gd name="connsiteX65" fmla="*/ 225796 w 424530"/>
                <a:gd name="connsiteY65" fmla="*/ 239784 h 802543"/>
                <a:gd name="connsiteX66" fmla="*/ 259626 w 424530"/>
                <a:gd name="connsiteY66" fmla="*/ 219536 h 802543"/>
                <a:gd name="connsiteX67" fmla="*/ 254793 w 424530"/>
                <a:gd name="connsiteY67" fmla="*/ 235034 h 802543"/>
                <a:gd name="connsiteX68" fmla="*/ 235128 w 424530"/>
                <a:gd name="connsiteY68" fmla="*/ 257532 h 802543"/>
                <a:gd name="connsiteX69" fmla="*/ 175967 w 424530"/>
                <a:gd name="connsiteY69" fmla="*/ 294362 h 802543"/>
                <a:gd name="connsiteX70" fmla="*/ 99724 w 424530"/>
                <a:gd name="connsiteY70" fmla="*/ 306528 h 802543"/>
                <a:gd name="connsiteX71" fmla="*/ 62061 w 424530"/>
                <a:gd name="connsiteY71" fmla="*/ 301028 h 802543"/>
                <a:gd name="connsiteX72" fmla="*/ 40646 w 424530"/>
                <a:gd name="connsiteY72" fmla="*/ 290113 h 802543"/>
                <a:gd name="connsiteX73" fmla="*/ 41479 w 424530"/>
                <a:gd name="connsiteY73" fmla="*/ 287196 h 802543"/>
                <a:gd name="connsiteX74" fmla="*/ 58561 w 424530"/>
                <a:gd name="connsiteY74" fmla="*/ 274281 h 802543"/>
                <a:gd name="connsiteX75" fmla="*/ 58561 w 424530"/>
                <a:gd name="connsiteY75" fmla="*/ 274281 h 802543"/>
                <a:gd name="connsiteX76" fmla="*/ 354201 w 424530"/>
                <a:gd name="connsiteY76" fmla="*/ 411268 h 802543"/>
                <a:gd name="connsiteX77" fmla="*/ 374199 w 424530"/>
                <a:gd name="connsiteY77" fmla="*/ 492594 h 802543"/>
                <a:gd name="connsiteX78" fmla="*/ 405446 w 424530"/>
                <a:gd name="connsiteY78" fmla="*/ 663246 h 802543"/>
                <a:gd name="connsiteX79" fmla="*/ 394781 w 424530"/>
                <a:gd name="connsiteY79" fmla="*/ 734489 h 802543"/>
                <a:gd name="connsiteX80" fmla="*/ 324704 w 424530"/>
                <a:gd name="connsiteY80" fmla="*/ 774486 h 802543"/>
                <a:gd name="connsiteX81" fmla="*/ 241795 w 424530"/>
                <a:gd name="connsiteY81" fmla="*/ 785318 h 802543"/>
                <a:gd name="connsiteX82" fmla="*/ 166468 w 424530"/>
                <a:gd name="connsiteY82" fmla="*/ 767403 h 802543"/>
                <a:gd name="connsiteX83" fmla="*/ 124722 w 424530"/>
                <a:gd name="connsiteY83" fmla="*/ 686410 h 802543"/>
                <a:gd name="connsiteX84" fmla="*/ 100307 w 424530"/>
                <a:gd name="connsiteY84" fmla="*/ 610167 h 802543"/>
                <a:gd name="connsiteX85" fmla="*/ 57644 w 424530"/>
                <a:gd name="connsiteY85" fmla="*/ 453515 h 802543"/>
                <a:gd name="connsiteX86" fmla="*/ 40229 w 424530"/>
                <a:gd name="connsiteY86" fmla="*/ 366522 h 802543"/>
                <a:gd name="connsiteX87" fmla="*/ 38646 w 424530"/>
                <a:gd name="connsiteY87" fmla="*/ 298612 h 802543"/>
                <a:gd name="connsiteX88" fmla="*/ 97057 w 424530"/>
                <a:gd name="connsiteY88" fmla="*/ 317610 h 802543"/>
                <a:gd name="connsiteX89" fmla="*/ 185133 w 424530"/>
                <a:gd name="connsiteY89" fmla="*/ 304695 h 802543"/>
                <a:gd name="connsiteX90" fmla="*/ 247711 w 424530"/>
                <a:gd name="connsiteY90" fmla="*/ 263698 h 802543"/>
                <a:gd name="connsiteX91" fmla="*/ 269125 w 424530"/>
                <a:gd name="connsiteY91" fmla="*/ 236284 h 802543"/>
                <a:gd name="connsiteX92" fmla="*/ 271709 w 424530"/>
                <a:gd name="connsiteY92" fmla="*/ 222452 h 802543"/>
                <a:gd name="connsiteX93" fmla="*/ 299206 w 424530"/>
                <a:gd name="connsiteY93" fmla="*/ 252616 h 802543"/>
                <a:gd name="connsiteX94" fmla="*/ 334536 w 424530"/>
                <a:gd name="connsiteY94" fmla="*/ 333359 h 802543"/>
                <a:gd name="connsiteX95" fmla="*/ 354201 w 424530"/>
                <a:gd name="connsiteY95" fmla="*/ 411268 h 802543"/>
                <a:gd name="connsiteX96" fmla="*/ 354201 w 424530"/>
                <a:gd name="connsiteY96" fmla="*/ 411268 h 802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424530" h="802543">
                  <a:moveTo>
                    <a:pt x="337619" y="294862"/>
                  </a:moveTo>
                  <a:cubicBezTo>
                    <a:pt x="325454" y="265782"/>
                    <a:pt x="312538" y="236867"/>
                    <a:pt x="288624" y="215619"/>
                  </a:cubicBezTo>
                  <a:cubicBezTo>
                    <a:pt x="278291" y="206454"/>
                    <a:pt x="267042" y="198288"/>
                    <a:pt x="256793" y="189038"/>
                  </a:cubicBezTo>
                  <a:cubicBezTo>
                    <a:pt x="244044" y="177539"/>
                    <a:pt x="237711" y="161708"/>
                    <a:pt x="231879" y="146042"/>
                  </a:cubicBezTo>
                  <a:cubicBezTo>
                    <a:pt x="226379" y="131210"/>
                    <a:pt x="221796" y="116295"/>
                    <a:pt x="216630" y="101380"/>
                  </a:cubicBezTo>
                  <a:cubicBezTo>
                    <a:pt x="213964" y="93630"/>
                    <a:pt x="212464" y="83215"/>
                    <a:pt x="208547" y="75715"/>
                  </a:cubicBezTo>
                  <a:cubicBezTo>
                    <a:pt x="215214" y="68216"/>
                    <a:pt x="220046" y="59384"/>
                    <a:pt x="221130" y="49551"/>
                  </a:cubicBezTo>
                  <a:cubicBezTo>
                    <a:pt x="222963" y="31719"/>
                    <a:pt x="211880" y="15221"/>
                    <a:pt x="196382" y="7471"/>
                  </a:cubicBezTo>
                  <a:cubicBezTo>
                    <a:pt x="172384" y="-4527"/>
                    <a:pt x="145970" y="306"/>
                    <a:pt x="120889" y="5555"/>
                  </a:cubicBezTo>
                  <a:cubicBezTo>
                    <a:pt x="109223" y="7971"/>
                    <a:pt x="98224" y="11054"/>
                    <a:pt x="87642" y="14804"/>
                  </a:cubicBezTo>
                  <a:cubicBezTo>
                    <a:pt x="71227" y="18804"/>
                    <a:pt x="55394" y="24470"/>
                    <a:pt x="41146" y="32303"/>
                  </a:cubicBezTo>
                  <a:cubicBezTo>
                    <a:pt x="21064" y="43302"/>
                    <a:pt x="4399" y="57384"/>
                    <a:pt x="566" y="81298"/>
                  </a:cubicBezTo>
                  <a:cubicBezTo>
                    <a:pt x="-2684" y="101546"/>
                    <a:pt x="8315" y="114295"/>
                    <a:pt x="26897" y="119878"/>
                  </a:cubicBezTo>
                  <a:cubicBezTo>
                    <a:pt x="27564" y="120045"/>
                    <a:pt x="28314" y="120295"/>
                    <a:pt x="28980" y="120461"/>
                  </a:cubicBezTo>
                  <a:cubicBezTo>
                    <a:pt x="30480" y="131294"/>
                    <a:pt x="35563" y="141793"/>
                    <a:pt x="37896" y="152542"/>
                  </a:cubicBezTo>
                  <a:cubicBezTo>
                    <a:pt x="41146" y="167540"/>
                    <a:pt x="46395" y="182789"/>
                    <a:pt x="47395" y="198204"/>
                  </a:cubicBezTo>
                  <a:cubicBezTo>
                    <a:pt x="49312" y="228201"/>
                    <a:pt x="35146" y="254199"/>
                    <a:pt x="26230" y="281780"/>
                  </a:cubicBezTo>
                  <a:cubicBezTo>
                    <a:pt x="9399" y="333775"/>
                    <a:pt x="29397" y="389687"/>
                    <a:pt x="40229" y="441016"/>
                  </a:cubicBezTo>
                  <a:cubicBezTo>
                    <a:pt x="46145" y="468930"/>
                    <a:pt x="56395" y="495761"/>
                    <a:pt x="63810" y="523258"/>
                  </a:cubicBezTo>
                  <a:cubicBezTo>
                    <a:pt x="71560" y="552422"/>
                    <a:pt x="78976" y="581670"/>
                    <a:pt x="87475" y="610500"/>
                  </a:cubicBezTo>
                  <a:cubicBezTo>
                    <a:pt x="95808" y="638915"/>
                    <a:pt x="105807" y="666829"/>
                    <a:pt x="114472" y="695076"/>
                  </a:cubicBezTo>
                  <a:cubicBezTo>
                    <a:pt x="122805" y="722407"/>
                    <a:pt x="129305" y="749321"/>
                    <a:pt x="148969" y="770903"/>
                  </a:cubicBezTo>
                  <a:cubicBezTo>
                    <a:pt x="183300" y="808816"/>
                    <a:pt x="245711" y="805150"/>
                    <a:pt x="291957" y="797817"/>
                  </a:cubicBezTo>
                  <a:cubicBezTo>
                    <a:pt x="318954" y="793484"/>
                    <a:pt x="347535" y="788484"/>
                    <a:pt x="370950" y="773652"/>
                  </a:cubicBezTo>
                  <a:cubicBezTo>
                    <a:pt x="389281" y="761987"/>
                    <a:pt x="410279" y="748071"/>
                    <a:pt x="418945" y="727240"/>
                  </a:cubicBezTo>
                  <a:cubicBezTo>
                    <a:pt x="428194" y="704992"/>
                    <a:pt x="423695" y="678244"/>
                    <a:pt x="421362" y="655080"/>
                  </a:cubicBezTo>
                  <a:cubicBezTo>
                    <a:pt x="418445" y="626166"/>
                    <a:pt x="413362" y="597502"/>
                    <a:pt x="407613" y="569087"/>
                  </a:cubicBezTo>
                  <a:cubicBezTo>
                    <a:pt x="395364" y="508510"/>
                    <a:pt x="379949" y="449015"/>
                    <a:pt x="366117" y="388854"/>
                  </a:cubicBezTo>
                  <a:cubicBezTo>
                    <a:pt x="358534" y="357023"/>
                    <a:pt x="350285" y="325193"/>
                    <a:pt x="337619" y="294862"/>
                  </a:cubicBezTo>
                  <a:lnTo>
                    <a:pt x="337619" y="294862"/>
                  </a:lnTo>
                  <a:close/>
                  <a:moveTo>
                    <a:pt x="18065" y="69966"/>
                  </a:moveTo>
                  <a:cubicBezTo>
                    <a:pt x="24314" y="58217"/>
                    <a:pt x="34480" y="51634"/>
                    <a:pt x="45479" y="45051"/>
                  </a:cubicBezTo>
                  <a:cubicBezTo>
                    <a:pt x="63977" y="34052"/>
                    <a:pt x="84809" y="25720"/>
                    <a:pt x="106307" y="19970"/>
                  </a:cubicBezTo>
                  <a:cubicBezTo>
                    <a:pt x="108806" y="19387"/>
                    <a:pt x="111306" y="18887"/>
                    <a:pt x="113806" y="18387"/>
                  </a:cubicBezTo>
                  <a:cubicBezTo>
                    <a:pt x="138137" y="13804"/>
                    <a:pt x="165635" y="8305"/>
                    <a:pt x="188966" y="19554"/>
                  </a:cubicBezTo>
                  <a:cubicBezTo>
                    <a:pt x="198798" y="24303"/>
                    <a:pt x="206214" y="34302"/>
                    <a:pt x="207214" y="45385"/>
                  </a:cubicBezTo>
                  <a:cubicBezTo>
                    <a:pt x="208131" y="55384"/>
                    <a:pt x="202631" y="64383"/>
                    <a:pt x="195882" y="71716"/>
                  </a:cubicBezTo>
                  <a:cubicBezTo>
                    <a:pt x="195215" y="72216"/>
                    <a:pt x="194632" y="72882"/>
                    <a:pt x="194132" y="73549"/>
                  </a:cubicBezTo>
                  <a:cubicBezTo>
                    <a:pt x="192632" y="75132"/>
                    <a:pt x="191049" y="76549"/>
                    <a:pt x="189466" y="77965"/>
                  </a:cubicBezTo>
                  <a:cubicBezTo>
                    <a:pt x="169051" y="95880"/>
                    <a:pt x="139554" y="104046"/>
                    <a:pt x="113639" y="109962"/>
                  </a:cubicBezTo>
                  <a:cubicBezTo>
                    <a:pt x="87558" y="116045"/>
                    <a:pt x="55394" y="121878"/>
                    <a:pt x="29980" y="110212"/>
                  </a:cubicBezTo>
                  <a:cubicBezTo>
                    <a:pt x="12482" y="102130"/>
                    <a:pt x="9315" y="86548"/>
                    <a:pt x="18065" y="69966"/>
                  </a:cubicBezTo>
                  <a:lnTo>
                    <a:pt x="18065" y="69966"/>
                  </a:lnTo>
                  <a:close/>
                  <a:moveTo>
                    <a:pt x="61727" y="198537"/>
                  </a:moveTo>
                  <a:cubicBezTo>
                    <a:pt x="60478" y="185539"/>
                    <a:pt x="56311" y="172957"/>
                    <a:pt x="52728" y="160374"/>
                  </a:cubicBezTo>
                  <a:cubicBezTo>
                    <a:pt x="50562" y="152542"/>
                    <a:pt x="48729" y="144459"/>
                    <a:pt x="45895" y="136793"/>
                  </a:cubicBezTo>
                  <a:cubicBezTo>
                    <a:pt x="44229" y="132127"/>
                    <a:pt x="41562" y="127627"/>
                    <a:pt x="39896" y="122961"/>
                  </a:cubicBezTo>
                  <a:cubicBezTo>
                    <a:pt x="61227" y="126461"/>
                    <a:pt x="84059" y="124461"/>
                    <a:pt x="104807" y="120878"/>
                  </a:cubicBezTo>
                  <a:cubicBezTo>
                    <a:pt x="131304" y="116295"/>
                    <a:pt x="157385" y="109379"/>
                    <a:pt x="181133" y="96547"/>
                  </a:cubicBezTo>
                  <a:cubicBezTo>
                    <a:pt x="186383" y="93714"/>
                    <a:pt x="191799" y="90297"/>
                    <a:pt x="196965" y="86214"/>
                  </a:cubicBezTo>
                  <a:cubicBezTo>
                    <a:pt x="198715" y="91631"/>
                    <a:pt x="199715" y="98130"/>
                    <a:pt x="201215" y="102796"/>
                  </a:cubicBezTo>
                  <a:cubicBezTo>
                    <a:pt x="205131" y="115045"/>
                    <a:pt x="207964" y="127461"/>
                    <a:pt x="212797" y="139460"/>
                  </a:cubicBezTo>
                  <a:cubicBezTo>
                    <a:pt x="221380" y="161041"/>
                    <a:pt x="227463" y="184039"/>
                    <a:pt x="245211" y="200204"/>
                  </a:cubicBezTo>
                  <a:cubicBezTo>
                    <a:pt x="248461" y="203121"/>
                    <a:pt x="251710" y="205954"/>
                    <a:pt x="255043" y="208703"/>
                  </a:cubicBezTo>
                  <a:cubicBezTo>
                    <a:pt x="249127" y="214536"/>
                    <a:pt x="243378" y="220369"/>
                    <a:pt x="235545" y="224452"/>
                  </a:cubicBezTo>
                  <a:cubicBezTo>
                    <a:pt x="223213" y="230785"/>
                    <a:pt x="210047" y="235368"/>
                    <a:pt x="196382" y="237617"/>
                  </a:cubicBezTo>
                  <a:cubicBezTo>
                    <a:pt x="182633" y="239867"/>
                    <a:pt x="168301" y="239784"/>
                    <a:pt x="154469" y="239950"/>
                  </a:cubicBezTo>
                  <a:cubicBezTo>
                    <a:pt x="142720" y="240034"/>
                    <a:pt x="131138" y="237284"/>
                    <a:pt x="119389" y="237784"/>
                  </a:cubicBezTo>
                  <a:cubicBezTo>
                    <a:pt x="97891" y="238617"/>
                    <a:pt x="78059" y="248950"/>
                    <a:pt x="60894" y="261282"/>
                  </a:cubicBezTo>
                  <a:cubicBezTo>
                    <a:pt x="57894" y="263448"/>
                    <a:pt x="52145" y="267281"/>
                    <a:pt x="46645" y="271781"/>
                  </a:cubicBezTo>
                  <a:cubicBezTo>
                    <a:pt x="55394" y="247617"/>
                    <a:pt x="64227" y="225035"/>
                    <a:pt x="61727" y="198537"/>
                  </a:cubicBezTo>
                  <a:lnTo>
                    <a:pt x="61727" y="198537"/>
                  </a:lnTo>
                  <a:close/>
                  <a:moveTo>
                    <a:pt x="58561" y="274281"/>
                  </a:moveTo>
                  <a:cubicBezTo>
                    <a:pt x="68477" y="266865"/>
                    <a:pt x="78809" y="259865"/>
                    <a:pt x="90225" y="254866"/>
                  </a:cubicBezTo>
                  <a:cubicBezTo>
                    <a:pt x="113223" y="244783"/>
                    <a:pt x="134054" y="247367"/>
                    <a:pt x="158135" y="247783"/>
                  </a:cubicBezTo>
                  <a:cubicBezTo>
                    <a:pt x="180550" y="248200"/>
                    <a:pt x="204548" y="247367"/>
                    <a:pt x="225796" y="239784"/>
                  </a:cubicBezTo>
                  <a:cubicBezTo>
                    <a:pt x="240378" y="234618"/>
                    <a:pt x="250127" y="228535"/>
                    <a:pt x="259626" y="219536"/>
                  </a:cubicBezTo>
                  <a:cubicBezTo>
                    <a:pt x="258960" y="224868"/>
                    <a:pt x="257960" y="230118"/>
                    <a:pt x="254793" y="235034"/>
                  </a:cubicBezTo>
                  <a:cubicBezTo>
                    <a:pt x="249377" y="243367"/>
                    <a:pt x="242378" y="250783"/>
                    <a:pt x="235128" y="257532"/>
                  </a:cubicBezTo>
                  <a:cubicBezTo>
                    <a:pt x="218463" y="273114"/>
                    <a:pt x="198382" y="288780"/>
                    <a:pt x="175967" y="294362"/>
                  </a:cubicBezTo>
                  <a:cubicBezTo>
                    <a:pt x="150636" y="300612"/>
                    <a:pt x="126055" y="307194"/>
                    <a:pt x="99724" y="306528"/>
                  </a:cubicBezTo>
                  <a:cubicBezTo>
                    <a:pt x="86808" y="306195"/>
                    <a:pt x="74226" y="305778"/>
                    <a:pt x="62061" y="301028"/>
                  </a:cubicBezTo>
                  <a:cubicBezTo>
                    <a:pt x="54395" y="298029"/>
                    <a:pt x="47979" y="293029"/>
                    <a:pt x="40646" y="290113"/>
                  </a:cubicBezTo>
                  <a:cubicBezTo>
                    <a:pt x="40896" y="289113"/>
                    <a:pt x="41146" y="288113"/>
                    <a:pt x="41479" y="287196"/>
                  </a:cubicBezTo>
                  <a:cubicBezTo>
                    <a:pt x="46479" y="282197"/>
                    <a:pt x="54478" y="277281"/>
                    <a:pt x="58561" y="274281"/>
                  </a:cubicBezTo>
                  <a:lnTo>
                    <a:pt x="58561" y="274281"/>
                  </a:lnTo>
                  <a:close/>
                  <a:moveTo>
                    <a:pt x="354201" y="411268"/>
                  </a:moveTo>
                  <a:cubicBezTo>
                    <a:pt x="360534" y="438516"/>
                    <a:pt x="368283" y="465264"/>
                    <a:pt x="374199" y="492594"/>
                  </a:cubicBezTo>
                  <a:cubicBezTo>
                    <a:pt x="386365" y="549089"/>
                    <a:pt x="400530" y="605501"/>
                    <a:pt x="405446" y="663246"/>
                  </a:cubicBezTo>
                  <a:cubicBezTo>
                    <a:pt x="407530" y="687160"/>
                    <a:pt x="412279" y="715158"/>
                    <a:pt x="394781" y="734489"/>
                  </a:cubicBezTo>
                  <a:cubicBezTo>
                    <a:pt x="376616" y="754571"/>
                    <a:pt x="350535" y="768153"/>
                    <a:pt x="324704" y="774486"/>
                  </a:cubicBezTo>
                  <a:cubicBezTo>
                    <a:pt x="297123" y="781318"/>
                    <a:pt x="270125" y="783818"/>
                    <a:pt x="241795" y="785318"/>
                  </a:cubicBezTo>
                  <a:cubicBezTo>
                    <a:pt x="217047" y="786568"/>
                    <a:pt x="186133" y="783901"/>
                    <a:pt x="166468" y="767403"/>
                  </a:cubicBezTo>
                  <a:cubicBezTo>
                    <a:pt x="141887" y="746738"/>
                    <a:pt x="134554" y="715491"/>
                    <a:pt x="124722" y="686410"/>
                  </a:cubicBezTo>
                  <a:cubicBezTo>
                    <a:pt x="116139" y="661163"/>
                    <a:pt x="107973" y="635665"/>
                    <a:pt x="100307" y="610167"/>
                  </a:cubicBezTo>
                  <a:cubicBezTo>
                    <a:pt x="84809" y="558422"/>
                    <a:pt x="70977" y="505843"/>
                    <a:pt x="57644" y="453515"/>
                  </a:cubicBezTo>
                  <a:cubicBezTo>
                    <a:pt x="50395" y="424934"/>
                    <a:pt x="45895" y="395353"/>
                    <a:pt x="40229" y="366522"/>
                  </a:cubicBezTo>
                  <a:cubicBezTo>
                    <a:pt x="35563" y="342774"/>
                    <a:pt x="34063" y="320943"/>
                    <a:pt x="38646" y="298612"/>
                  </a:cubicBezTo>
                  <a:cubicBezTo>
                    <a:pt x="52561" y="313111"/>
                    <a:pt x="78976" y="316610"/>
                    <a:pt x="97057" y="317610"/>
                  </a:cubicBezTo>
                  <a:cubicBezTo>
                    <a:pt x="126638" y="319360"/>
                    <a:pt x="156802" y="312694"/>
                    <a:pt x="185133" y="304695"/>
                  </a:cubicBezTo>
                  <a:cubicBezTo>
                    <a:pt x="208547" y="298112"/>
                    <a:pt x="230212" y="279947"/>
                    <a:pt x="247711" y="263698"/>
                  </a:cubicBezTo>
                  <a:cubicBezTo>
                    <a:pt x="255626" y="256366"/>
                    <a:pt x="265042" y="246450"/>
                    <a:pt x="269125" y="236284"/>
                  </a:cubicBezTo>
                  <a:cubicBezTo>
                    <a:pt x="270875" y="231868"/>
                    <a:pt x="271292" y="227118"/>
                    <a:pt x="271709" y="222452"/>
                  </a:cubicBezTo>
                  <a:cubicBezTo>
                    <a:pt x="282041" y="231285"/>
                    <a:pt x="291707" y="240700"/>
                    <a:pt x="299206" y="252616"/>
                  </a:cubicBezTo>
                  <a:cubicBezTo>
                    <a:pt x="314538" y="277031"/>
                    <a:pt x="325953" y="305945"/>
                    <a:pt x="334536" y="333359"/>
                  </a:cubicBezTo>
                  <a:cubicBezTo>
                    <a:pt x="342452" y="358773"/>
                    <a:pt x="348118" y="385104"/>
                    <a:pt x="354201" y="411268"/>
                  </a:cubicBezTo>
                  <a:lnTo>
                    <a:pt x="354201" y="411268"/>
                  </a:lnTo>
                  <a:close/>
                </a:path>
              </a:pathLst>
            </a:custGeom>
            <a:grpFill/>
            <a:ln w="8332" cap="flat">
              <a:noFill/>
              <a:prstDash val="solid"/>
              <a:miter/>
            </a:ln>
          </p:spPr>
          <p:txBody>
            <a:bodyPr rtlCol="0" anchor="ctr"/>
            <a:lstStyle/>
            <a:p>
              <a:endParaRPr lang="en-US"/>
            </a:p>
          </p:txBody>
        </p:sp>
        <p:sp>
          <p:nvSpPr>
            <p:cNvPr id="1365" name="Freeform: Shape 1364"/>
            <p:cNvSpPr/>
            <p:nvPr/>
          </p:nvSpPr>
          <p:spPr>
            <a:xfrm>
              <a:off x="1963870" y="3014155"/>
              <a:ext cx="154072" cy="76175"/>
            </a:xfrm>
            <a:custGeom>
              <a:avLst/>
              <a:gdLst>
                <a:gd name="connsiteX0" fmla="*/ 131879 w 154072"/>
                <a:gd name="connsiteY0" fmla="*/ 6583 h 76175"/>
                <a:gd name="connsiteX1" fmla="*/ 131213 w 154072"/>
                <a:gd name="connsiteY1" fmla="*/ 11332 h 76175"/>
                <a:gd name="connsiteX2" fmla="*/ 142628 w 154072"/>
                <a:gd name="connsiteY2" fmla="*/ 16999 h 76175"/>
                <a:gd name="connsiteX3" fmla="*/ 139878 w 154072"/>
                <a:gd name="connsiteY3" fmla="*/ 30330 h 76175"/>
                <a:gd name="connsiteX4" fmla="*/ 138795 w 154072"/>
                <a:gd name="connsiteY4" fmla="*/ 31747 h 76175"/>
                <a:gd name="connsiteX5" fmla="*/ 138712 w 154072"/>
                <a:gd name="connsiteY5" fmla="*/ 31331 h 76175"/>
                <a:gd name="connsiteX6" fmla="*/ 81967 w 154072"/>
                <a:gd name="connsiteY6" fmla="*/ 19248 h 76175"/>
                <a:gd name="connsiteX7" fmla="*/ 13973 w 154072"/>
                <a:gd name="connsiteY7" fmla="*/ 59495 h 76175"/>
                <a:gd name="connsiteX8" fmla="*/ 11807 w 154072"/>
                <a:gd name="connsiteY8" fmla="*/ 56245 h 76175"/>
                <a:gd name="connsiteX9" fmla="*/ 13306 w 154072"/>
                <a:gd name="connsiteY9" fmla="*/ 41330 h 76175"/>
                <a:gd name="connsiteX10" fmla="*/ 22222 w 154072"/>
                <a:gd name="connsiteY10" fmla="*/ 34747 h 76175"/>
                <a:gd name="connsiteX11" fmla="*/ 47803 w 154072"/>
                <a:gd name="connsiteY11" fmla="*/ 20831 h 76175"/>
                <a:gd name="connsiteX12" fmla="*/ 117380 w 154072"/>
                <a:gd name="connsiteY12" fmla="*/ 2000 h 76175"/>
                <a:gd name="connsiteX13" fmla="*/ 117380 w 154072"/>
                <a:gd name="connsiteY13" fmla="*/ 0 h 76175"/>
                <a:gd name="connsiteX14" fmla="*/ 15056 w 154072"/>
                <a:gd name="connsiteY14" fmla="*/ 31997 h 76175"/>
                <a:gd name="connsiteX15" fmla="*/ 474 w 154072"/>
                <a:gd name="connsiteY15" fmla="*/ 57411 h 76175"/>
                <a:gd name="connsiteX16" fmla="*/ 28805 w 154072"/>
                <a:gd name="connsiteY16" fmla="*/ 74827 h 76175"/>
                <a:gd name="connsiteX17" fmla="*/ 130546 w 154072"/>
                <a:gd name="connsiteY17" fmla="*/ 49912 h 76175"/>
                <a:gd name="connsiteX18" fmla="*/ 153877 w 154072"/>
                <a:gd name="connsiteY18" fmla="*/ 20415 h 76175"/>
                <a:gd name="connsiteX19" fmla="*/ 131879 w 154072"/>
                <a:gd name="connsiteY19" fmla="*/ 6583 h 76175"/>
                <a:gd name="connsiteX20" fmla="*/ 131879 w 154072"/>
                <a:gd name="connsiteY20" fmla="*/ 6583 h 76175"/>
                <a:gd name="connsiteX21" fmla="*/ 125380 w 154072"/>
                <a:gd name="connsiteY21" fmla="*/ 40663 h 76175"/>
                <a:gd name="connsiteX22" fmla="*/ 94132 w 154072"/>
                <a:gd name="connsiteY22" fmla="*/ 56328 h 76175"/>
                <a:gd name="connsiteX23" fmla="*/ 26639 w 154072"/>
                <a:gd name="connsiteY23" fmla="*/ 65911 h 76175"/>
                <a:gd name="connsiteX24" fmla="*/ 15306 w 154072"/>
                <a:gd name="connsiteY24" fmla="*/ 61161 h 76175"/>
                <a:gd name="connsiteX25" fmla="*/ 38554 w 154072"/>
                <a:gd name="connsiteY25" fmla="*/ 47329 h 76175"/>
                <a:gd name="connsiteX26" fmla="*/ 74884 w 154072"/>
                <a:gd name="connsiteY26" fmla="*/ 31497 h 76175"/>
                <a:gd name="connsiteX27" fmla="*/ 112547 w 154072"/>
                <a:gd name="connsiteY27" fmla="*/ 27331 h 76175"/>
                <a:gd name="connsiteX28" fmla="*/ 135045 w 154072"/>
                <a:gd name="connsiteY28" fmla="*/ 34830 h 76175"/>
                <a:gd name="connsiteX29" fmla="*/ 125380 w 154072"/>
                <a:gd name="connsiteY29" fmla="*/ 40663 h 76175"/>
                <a:gd name="connsiteX30" fmla="*/ 125380 w 154072"/>
                <a:gd name="connsiteY30" fmla="*/ 40663 h 76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54072" h="76175">
                  <a:moveTo>
                    <a:pt x="131879" y="6583"/>
                  </a:moveTo>
                  <a:cubicBezTo>
                    <a:pt x="129046" y="6749"/>
                    <a:pt x="128629" y="10332"/>
                    <a:pt x="131213" y="11332"/>
                  </a:cubicBezTo>
                  <a:cubicBezTo>
                    <a:pt x="135295" y="12749"/>
                    <a:pt x="139045" y="14582"/>
                    <a:pt x="142628" y="16999"/>
                  </a:cubicBezTo>
                  <a:cubicBezTo>
                    <a:pt x="141711" y="21415"/>
                    <a:pt x="140795" y="25914"/>
                    <a:pt x="139878" y="30330"/>
                  </a:cubicBezTo>
                  <a:cubicBezTo>
                    <a:pt x="139545" y="30831"/>
                    <a:pt x="139212" y="31247"/>
                    <a:pt x="138795" y="31747"/>
                  </a:cubicBezTo>
                  <a:cubicBezTo>
                    <a:pt x="138795" y="31581"/>
                    <a:pt x="138795" y="31497"/>
                    <a:pt x="138712" y="31331"/>
                  </a:cubicBezTo>
                  <a:cubicBezTo>
                    <a:pt x="131629" y="13165"/>
                    <a:pt x="96716" y="16249"/>
                    <a:pt x="81967" y="19248"/>
                  </a:cubicBezTo>
                  <a:cubicBezTo>
                    <a:pt x="56719" y="24331"/>
                    <a:pt x="27055" y="36163"/>
                    <a:pt x="13973" y="59495"/>
                  </a:cubicBezTo>
                  <a:cubicBezTo>
                    <a:pt x="13306" y="58578"/>
                    <a:pt x="12640" y="57495"/>
                    <a:pt x="11807" y="56245"/>
                  </a:cubicBezTo>
                  <a:cubicBezTo>
                    <a:pt x="5640" y="51079"/>
                    <a:pt x="6140" y="46079"/>
                    <a:pt x="13306" y="41330"/>
                  </a:cubicBezTo>
                  <a:cubicBezTo>
                    <a:pt x="16139" y="38913"/>
                    <a:pt x="19056" y="36663"/>
                    <a:pt x="22222" y="34747"/>
                  </a:cubicBezTo>
                  <a:cubicBezTo>
                    <a:pt x="30305" y="29414"/>
                    <a:pt x="39054" y="24831"/>
                    <a:pt x="47803" y="20831"/>
                  </a:cubicBezTo>
                  <a:cubicBezTo>
                    <a:pt x="69551" y="10916"/>
                    <a:pt x="93466" y="4083"/>
                    <a:pt x="117380" y="2000"/>
                  </a:cubicBezTo>
                  <a:cubicBezTo>
                    <a:pt x="118630" y="1917"/>
                    <a:pt x="118714" y="0"/>
                    <a:pt x="117380" y="0"/>
                  </a:cubicBezTo>
                  <a:cubicBezTo>
                    <a:pt x="81634" y="916"/>
                    <a:pt x="44637" y="11332"/>
                    <a:pt x="15056" y="31997"/>
                  </a:cubicBezTo>
                  <a:cubicBezTo>
                    <a:pt x="6890" y="37747"/>
                    <a:pt x="-2192" y="46163"/>
                    <a:pt x="474" y="57411"/>
                  </a:cubicBezTo>
                  <a:cubicBezTo>
                    <a:pt x="3141" y="68827"/>
                    <a:pt x="18889" y="73160"/>
                    <a:pt x="28805" y="74827"/>
                  </a:cubicBezTo>
                  <a:cubicBezTo>
                    <a:pt x="61802" y="80409"/>
                    <a:pt x="103048" y="67994"/>
                    <a:pt x="130546" y="49912"/>
                  </a:cubicBezTo>
                  <a:cubicBezTo>
                    <a:pt x="139628" y="43913"/>
                    <a:pt x="156044" y="33414"/>
                    <a:pt x="153877" y="20415"/>
                  </a:cubicBezTo>
                  <a:cubicBezTo>
                    <a:pt x="152211" y="9749"/>
                    <a:pt x="141212" y="6083"/>
                    <a:pt x="131879" y="6583"/>
                  </a:cubicBezTo>
                  <a:lnTo>
                    <a:pt x="131879" y="6583"/>
                  </a:lnTo>
                  <a:close/>
                  <a:moveTo>
                    <a:pt x="125380" y="40663"/>
                  </a:moveTo>
                  <a:cubicBezTo>
                    <a:pt x="115547" y="46829"/>
                    <a:pt x="105048" y="52412"/>
                    <a:pt x="94132" y="56328"/>
                  </a:cubicBezTo>
                  <a:cubicBezTo>
                    <a:pt x="73884" y="63494"/>
                    <a:pt x="48053" y="69327"/>
                    <a:pt x="26639" y="65911"/>
                  </a:cubicBezTo>
                  <a:cubicBezTo>
                    <a:pt x="20639" y="64994"/>
                    <a:pt x="18139" y="64328"/>
                    <a:pt x="15306" y="61161"/>
                  </a:cubicBezTo>
                  <a:cubicBezTo>
                    <a:pt x="23555" y="58495"/>
                    <a:pt x="30888" y="51579"/>
                    <a:pt x="38554" y="47329"/>
                  </a:cubicBezTo>
                  <a:cubicBezTo>
                    <a:pt x="50136" y="40996"/>
                    <a:pt x="62219" y="35247"/>
                    <a:pt x="74884" y="31497"/>
                  </a:cubicBezTo>
                  <a:cubicBezTo>
                    <a:pt x="86966" y="27914"/>
                    <a:pt x="99882" y="25664"/>
                    <a:pt x="112547" y="27331"/>
                  </a:cubicBezTo>
                  <a:cubicBezTo>
                    <a:pt x="121047" y="28498"/>
                    <a:pt x="127129" y="33747"/>
                    <a:pt x="135045" y="34830"/>
                  </a:cubicBezTo>
                  <a:cubicBezTo>
                    <a:pt x="131879" y="37080"/>
                    <a:pt x="128046" y="38996"/>
                    <a:pt x="125380" y="40663"/>
                  </a:cubicBezTo>
                  <a:lnTo>
                    <a:pt x="125380" y="40663"/>
                  </a:lnTo>
                  <a:close/>
                </a:path>
              </a:pathLst>
            </a:custGeom>
            <a:grpFill/>
            <a:ln w="8332" cap="flat">
              <a:noFill/>
              <a:prstDash val="solid"/>
              <a:miter/>
            </a:ln>
          </p:spPr>
          <p:txBody>
            <a:bodyPr rtlCol="0" anchor="ctr"/>
            <a:lstStyle/>
            <a:p>
              <a:endParaRPr lang="en-US"/>
            </a:p>
          </p:txBody>
        </p:sp>
        <p:sp>
          <p:nvSpPr>
            <p:cNvPr id="1366" name="Freeform: Shape 1365"/>
            <p:cNvSpPr/>
            <p:nvPr/>
          </p:nvSpPr>
          <p:spPr>
            <a:xfrm>
              <a:off x="2069899" y="3405158"/>
              <a:ext cx="166486" cy="194006"/>
            </a:xfrm>
            <a:custGeom>
              <a:avLst/>
              <a:gdLst>
                <a:gd name="connsiteX0" fmla="*/ 119508 w 166486"/>
                <a:gd name="connsiteY0" fmla="*/ 16710 h 194006"/>
                <a:gd name="connsiteX1" fmla="*/ 44848 w 166486"/>
                <a:gd name="connsiteY1" fmla="*/ 4462 h 194006"/>
                <a:gd name="connsiteX2" fmla="*/ 4019 w 166486"/>
                <a:gd name="connsiteY2" fmla="*/ 55040 h 194006"/>
                <a:gd name="connsiteX3" fmla="*/ 17017 w 166486"/>
                <a:gd name="connsiteY3" fmla="*/ 144949 h 194006"/>
                <a:gd name="connsiteX4" fmla="*/ 34266 w 166486"/>
                <a:gd name="connsiteY4" fmla="*/ 164697 h 194006"/>
                <a:gd name="connsiteX5" fmla="*/ 84761 w 166486"/>
                <a:gd name="connsiteY5" fmla="*/ 193444 h 194006"/>
                <a:gd name="connsiteX6" fmla="*/ 146839 w 166486"/>
                <a:gd name="connsiteY6" fmla="*/ 168114 h 194006"/>
                <a:gd name="connsiteX7" fmla="*/ 119508 w 166486"/>
                <a:gd name="connsiteY7" fmla="*/ 16710 h 194006"/>
                <a:gd name="connsiteX8" fmla="*/ 119508 w 166486"/>
                <a:gd name="connsiteY8" fmla="*/ 16710 h 194006"/>
                <a:gd name="connsiteX9" fmla="*/ 134757 w 166486"/>
                <a:gd name="connsiteY9" fmla="*/ 164197 h 194006"/>
                <a:gd name="connsiteX10" fmla="*/ 58014 w 166486"/>
                <a:gd name="connsiteY10" fmla="*/ 170530 h 194006"/>
                <a:gd name="connsiteX11" fmla="*/ 13851 w 166486"/>
                <a:gd name="connsiteY11" fmla="*/ 100786 h 194006"/>
                <a:gd name="connsiteX12" fmla="*/ 15601 w 166486"/>
                <a:gd name="connsiteY12" fmla="*/ 50374 h 194006"/>
                <a:gd name="connsiteX13" fmla="*/ 17267 w 166486"/>
                <a:gd name="connsiteY13" fmla="*/ 46958 h 194006"/>
                <a:gd name="connsiteX14" fmla="*/ 87178 w 166486"/>
                <a:gd name="connsiteY14" fmla="*/ 12044 h 194006"/>
                <a:gd name="connsiteX15" fmla="*/ 150672 w 166486"/>
                <a:gd name="connsiteY15" fmla="*/ 73289 h 194006"/>
                <a:gd name="connsiteX16" fmla="*/ 134757 w 166486"/>
                <a:gd name="connsiteY16" fmla="*/ 164197 h 194006"/>
                <a:gd name="connsiteX17" fmla="*/ 134757 w 166486"/>
                <a:gd name="connsiteY17" fmla="*/ 164197 h 194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6486" h="194006">
                  <a:moveTo>
                    <a:pt x="119508" y="16710"/>
                  </a:moveTo>
                  <a:cubicBezTo>
                    <a:pt x="96677" y="1545"/>
                    <a:pt x="71513" y="-5121"/>
                    <a:pt x="44848" y="4462"/>
                  </a:cubicBezTo>
                  <a:cubicBezTo>
                    <a:pt x="24683" y="11711"/>
                    <a:pt x="9768" y="35209"/>
                    <a:pt x="4019" y="55040"/>
                  </a:cubicBezTo>
                  <a:cubicBezTo>
                    <a:pt x="-4064" y="82955"/>
                    <a:pt x="-64" y="120868"/>
                    <a:pt x="17017" y="144949"/>
                  </a:cubicBezTo>
                  <a:cubicBezTo>
                    <a:pt x="21517" y="151365"/>
                    <a:pt x="27517" y="158281"/>
                    <a:pt x="34266" y="164697"/>
                  </a:cubicBezTo>
                  <a:cubicBezTo>
                    <a:pt x="47348" y="179446"/>
                    <a:pt x="64680" y="190861"/>
                    <a:pt x="84761" y="193444"/>
                  </a:cubicBezTo>
                  <a:cubicBezTo>
                    <a:pt x="108342" y="196444"/>
                    <a:pt x="132757" y="187362"/>
                    <a:pt x="146839" y="168114"/>
                  </a:cubicBezTo>
                  <a:cubicBezTo>
                    <a:pt x="181919" y="120034"/>
                    <a:pt x="168337" y="49124"/>
                    <a:pt x="119508" y="16710"/>
                  </a:cubicBezTo>
                  <a:lnTo>
                    <a:pt x="119508" y="16710"/>
                  </a:lnTo>
                  <a:close/>
                  <a:moveTo>
                    <a:pt x="134757" y="164197"/>
                  </a:moveTo>
                  <a:cubicBezTo>
                    <a:pt x="115175" y="187945"/>
                    <a:pt x="82011" y="185029"/>
                    <a:pt x="58014" y="170530"/>
                  </a:cubicBezTo>
                  <a:cubicBezTo>
                    <a:pt x="33516" y="155781"/>
                    <a:pt x="18351" y="128534"/>
                    <a:pt x="13851" y="100786"/>
                  </a:cubicBezTo>
                  <a:cubicBezTo>
                    <a:pt x="11018" y="83205"/>
                    <a:pt x="10018" y="67456"/>
                    <a:pt x="15601" y="50374"/>
                  </a:cubicBezTo>
                  <a:cubicBezTo>
                    <a:pt x="16101" y="49207"/>
                    <a:pt x="16684" y="48041"/>
                    <a:pt x="17267" y="46958"/>
                  </a:cubicBezTo>
                  <a:cubicBezTo>
                    <a:pt x="31766" y="19710"/>
                    <a:pt x="55680" y="4378"/>
                    <a:pt x="87178" y="12044"/>
                  </a:cubicBezTo>
                  <a:cubicBezTo>
                    <a:pt x="115675" y="18960"/>
                    <a:pt x="141923" y="45875"/>
                    <a:pt x="150672" y="73289"/>
                  </a:cubicBezTo>
                  <a:cubicBezTo>
                    <a:pt x="159588" y="101286"/>
                    <a:pt x="153672" y="141283"/>
                    <a:pt x="134757" y="164197"/>
                  </a:cubicBezTo>
                  <a:lnTo>
                    <a:pt x="134757" y="164197"/>
                  </a:lnTo>
                  <a:close/>
                </a:path>
              </a:pathLst>
            </a:custGeom>
            <a:grpFill/>
            <a:ln w="8332" cap="flat">
              <a:noFill/>
              <a:prstDash val="solid"/>
              <a:miter/>
            </a:ln>
          </p:spPr>
          <p:txBody>
            <a:bodyPr rtlCol="0" anchor="ctr"/>
            <a:lstStyle/>
            <a:p>
              <a:endParaRPr lang="en-US"/>
            </a:p>
          </p:txBody>
        </p:sp>
        <p:sp>
          <p:nvSpPr>
            <p:cNvPr id="1367" name="Freeform: Shape 1366"/>
            <p:cNvSpPr/>
            <p:nvPr/>
          </p:nvSpPr>
          <p:spPr>
            <a:xfrm>
              <a:off x="5530713" y="1107591"/>
              <a:ext cx="378368" cy="812463"/>
            </a:xfrm>
            <a:custGeom>
              <a:avLst/>
              <a:gdLst>
                <a:gd name="connsiteX0" fmla="*/ 376026 w 378368"/>
                <a:gd name="connsiteY0" fmla="*/ 363037 h 812463"/>
                <a:gd name="connsiteX1" fmla="*/ 364777 w 378368"/>
                <a:gd name="connsiteY1" fmla="*/ 270545 h 812463"/>
                <a:gd name="connsiteX2" fmla="*/ 347029 w 378368"/>
                <a:gd name="connsiteY2" fmla="*/ 233049 h 812463"/>
                <a:gd name="connsiteX3" fmla="*/ 342446 w 378368"/>
                <a:gd name="connsiteY3" fmla="*/ 183553 h 812463"/>
                <a:gd name="connsiteX4" fmla="*/ 347279 w 378368"/>
                <a:gd name="connsiteY4" fmla="*/ 136641 h 812463"/>
                <a:gd name="connsiteX5" fmla="*/ 350695 w 378368"/>
                <a:gd name="connsiteY5" fmla="*/ 109977 h 812463"/>
                <a:gd name="connsiteX6" fmla="*/ 373027 w 378368"/>
                <a:gd name="connsiteY6" fmla="*/ 91478 h 812463"/>
                <a:gd name="connsiteX7" fmla="*/ 368194 w 378368"/>
                <a:gd name="connsiteY7" fmla="*/ 42899 h 812463"/>
                <a:gd name="connsiteX8" fmla="*/ 300450 w 378368"/>
                <a:gd name="connsiteY8" fmla="*/ 9486 h 812463"/>
                <a:gd name="connsiteX9" fmla="*/ 266370 w 378368"/>
                <a:gd name="connsiteY9" fmla="*/ 3986 h 812463"/>
                <a:gd name="connsiteX10" fmla="*/ 216874 w 378368"/>
                <a:gd name="connsiteY10" fmla="*/ 403 h 812463"/>
                <a:gd name="connsiteX11" fmla="*/ 159462 w 378368"/>
                <a:gd name="connsiteY11" fmla="*/ 27901 h 812463"/>
                <a:gd name="connsiteX12" fmla="*/ 167212 w 378368"/>
                <a:gd name="connsiteY12" fmla="*/ 73980 h 812463"/>
                <a:gd name="connsiteX13" fmla="*/ 168878 w 378368"/>
                <a:gd name="connsiteY13" fmla="*/ 75396 h 812463"/>
                <a:gd name="connsiteX14" fmla="*/ 163462 w 378368"/>
                <a:gd name="connsiteY14" fmla="*/ 108227 h 812463"/>
                <a:gd name="connsiteX15" fmla="*/ 152963 w 378368"/>
                <a:gd name="connsiteY15" fmla="*/ 153639 h 812463"/>
                <a:gd name="connsiteX16" fmla="*/ 98635 w 378368"/>
                <a:gd name="connsiteY16" fmla="*/ 220633 h 812463"/>
                <a:gd name="connsiteX17" fmla="*/ 44556 w 378368"/>
                <a:gd name="connsiteY17" fmla="*/ 371036 h 812463"/>
                <a:gd name="connsiteX18" fmla="*/ 31391 w 378368"/>
                <a:gd name="connsiteY18" fmla="*/ 455529 h 812463"/>
                <a:gd name="connsiteX19" fmla="*/ 16225 w 378368"/>
                <a:gd name="connsiteY19" fmla="*/ 544687 h 812463"/>
                <a:gd name="connsiteX20" fmla="*/ 5226 w 378368"/>
                <a:gd name="connsiteY20" fmla="*/ 632763 h 812463"/>
                <a:gd name="connsiteX21" fmla="*/ 4643 w 378368"/>
                <a:gd name="connsiteY21" fmla="*/ 716089 h 812463"/>
                <a:gd name="connsiteX22" fmla="*/ 123132 w 378368"/>
                <a:gd name="connsiteY22" fmla="*/ 800331 h 812463"/>
                <a:gd name="connsiteX23" fmla="*/ 204959 w 378368"/>
                <a:gd name="connsiteY23" fmla="*/ 811497 h 812463"/>
                <a:gd name="connsiteX24" fmla="*/ 267953 w 378368"/>
                <a:gd name="connsiteY24" fmla="*/ 789499 h 812463"/>
                <a:gd name="connsiteX25" fmla="*/ 300450 w 378368"/>
                <a:gd name="connsiteY25" fmla="*/ 724921 h 812463"/>
                <a:gd name="connsiteX26" fmla="*/ 324031 w 378368"/>
                <a:gd name="connsiteY26" fmla="*/ 641095 h 812463"/>
                <a:gd name="connsiteX27" fmla="*/ 361944 w 378368"/>
                <a:gd name="connsiteY27" fmla="*/ 460112 h 812463"/>
                <a:gd name="connsiteX28" fmla="*/ 376026 w 378368"/>
                <a:gd name="connsiteY28" fmla="*/ 363037 h 812463"/>
                <a:gd name="connsiteX29" fmla="*/ 376026 w 378368"/>
                <a:gd name="connsiteY29" fmla="*/ 363037 h 812463"/>
                <a:gd name="connsiteX30" fmla="*/ 180461 w 378368"/>
                <a:gd name="connsiteY30" fmla="*/ 24984 h 812463"/>
                <a:gd name="connsiteX31" fmla="*/ 215791 w 378368"/>
                <a:gd name="connsiteY31" fmla="*/ 13902 h 812463"/>
                <a:gd name="connsiteX32" fmla="*/ 281535 w 378368"/>
                <a:gd name="connsiteY32" fmla="*/ 16652 h 812463"/>
                <a:gd name="connsiteX33" fmla="*/ 289034 w 378368"/>
                <a:gd name="connsiteY33" fmla="*/ 18318 h 812463"/>
                <a:gd name="connsiteX34" fmla="*/ 356861 w 378368"/>
                <a:gd name="connsiteY34" fmla="*/ 50899 h 812463"/>
                <a:gd name="connsiteX35" fmla="*/ 362611 w 378368"/>
                <a:gd name="connsiteY35" fmla="*/ 81979 h 812463"/>
                <a:gd name="connsiteX36" fmla="*/ 341279 w 378368"/>
                <a:gd name="connsiteY36" fmla="*/ 101144 h 812463"/>
                <a:gd name="connsiteX37" fmla="*/ 338946 w 378368"/>
                <a:gd name="connsiteY37" fmla="*/ 102061 h 812463"/>
                <a:gd name="connsiteX38" fmla="*/ 332863 w 378368"/>
                <a:gd name="connsiteY38" fmla="*/ 104144 h 812463"/>
                <a:gd name="connsiteX39" fmla="*/ 250621 w 378368"/>
                <a:gd name="connsiteY39" fmla="*/ 101477 h 812463"/>
                <a:gd name="connsiteX40" fmla="*/ 174544 w 378368"/>
                <a:gd name="connsiteY40" fmla="*/ 66647 h 812463"/>
                <a:gd name="connsiteX41" fmla="*/ 180461 w 378368"/>
                <a:gd name="connsiteY41" fmla="*/ 24984 h 812463"/>
                <a:gd name="connsiteX42" fmla="*/ 180461 w 378368"/>
                <a:gd name="connsiteY42" fmla="*/ 24984 h 812463"/>
                <a:gd name="connsiteX43" fmla="*/ 166128 w 378368"/>
                <a:gd name="connsiteY43" fmla="*/ 159972 h 812463"/>
                <a:gd name="connsiteX44" fmla="*/ 173961 w 378368"/>
                <a:gd name="connsiteY44" fmla="*/ 121559 h 812463"/>
                <a:gd name="connsiteX45" fmla="*/ 177711 w 378368"/>
                <a:gd name="connsiteY45" fmla="*/ 97311 h 812463"/>
                <a:gd name="connsiteX46" fmla="*/ 178044 w 378368"/>
                <a:gd name="connsiteY46" fmla="*/ 82229 h 812463"/>
                <a:gd name="connsiteX47" fmla="*/ 237789 w 378368"/>
                <a:gd name="connsiteY47" fmla="*/ 107560 h 812463"/>
                <a:gd name="connsiteX48" fmla="*/ 317282 w 378368"/>
                <a:gd name="connsiteY48" fmla="*/ 117476 h 812463"/>
                <a:gd name="connsiteX49" fmla="*/ 336030 w 378368"/>
                <a:gd name="connsiteY49" fmla="*/ 114809 h 812463"/>
                <a:gd name="connsiteX50" fmla="*/ 332947 w 378368"/>
                <a:gd name="connsiteY50" fmla="*/ 131641 h 812463"/>
                <a:gd name="connsiteX51" fmla="*/ 328114 w 378368"/>
                <a:gd name="connsiteY51" fmla="*/ 169804 h 812463"/>
                <a:gd name="connsiteX52" fmla="*/ 332114 w 378368"/>
                <a:gd name="connsiteY52" fmla="*/ 238465 h 812463"/>
                <a:gd name="connsiteX53" fmla="*/ 337446 w 378368"/>
                <a:gd name="connsiteY53" fmla="*/ 250297 h 812463"/>
                <a:gd name="connsiteX54" fmla="*/ 313115 w 378368"/>
                <a:gd name="connsiteY54" fmla="*/ 256380 h 812463"/>
                <a:gd name="connsiteX55" fmla="*/ 272036 w 378368"/>
                <a:gd name="connsiteY55" fmla="*/ 251880 h 812463"/>
                <a:gd name="connsiteX56" fmla="*/ 232956 w 378368"/>
                <a:gd name="connsiteY56" fmla="*/ 236382 h 812463"/>
                <a:gd name="connsiteX57" fmla="*/ 202042 w 378368"/>
                <a:gd name="connsiteY57" fmla="*/ 219717 h 812463"/>
                <a:gd name="connsiteX58" fmla="*/ 139047 w 378368"/>
                <a:gd name="connsiteY58" fmla="*/ 216467 h 812463"/>
                <a:gd name="connsiteX59" fmla="*/ 121716 w 378368"/>
                <a:gd name="connsiteY59" fmla="*/ 220050 h 812463"/>
                <a:gd name="connsiteX60" fmla="*/ 166128 w 378368"/>
                <a:gd name="connsiteY60" fmla="*/ 159972 h 812463"/>
                <a:gd name="connsiteX61" fmla="*/ 166128 w 378368"/>
                <a:gd name="connsiteY61" fmla="*/ 159972 h 812463"/>
                <a:gd name="connsiteX62" fmla="*/ 131382 w 378368"/>
                <a:gd name="connsiteY62" fmla="*/ 227466 h 812463"/>
                <a:gd name="connsiteX63" fmla="*/ 168212 w 378368"/>
                <a:gd name="connsiteY63" fmla="*/ 223133 h 812463"/>
                <a:gd name="connsiteX64" fmla="*/ 232872 w 378368"/>
                <a:gd name="connsiteY64" fmla="*/ 245214 h 812463"/>
                <a:gd name="connsiteX65" fmla="*/ 297617 w 378368"/>
                <a:gd name="connsiteY65" fmla="*/ 266379 h 812463"/>
                <a:gd name="connsiteX66" fmla="*/ 336780 w 378368"/>
                <a:gd name="connsiteY66" fmla="*/ 262129 h 812463"/>
                <a:gd name="connsiteX67" fmla="*/ 325864 w 378368"/>
                <a:gd name="connsiteY67" fmla="*/ 274128 h 812463"/>
                <a:gd name="connsiteX68" fmla="*/ 298533 w 378368"/>
                <a:gd name="connsiteY68" fmla="*/ 286294 h 812463"/>
                <a:gd name="connsiteX69" fmla="*/ 229373 w 378368"/>
                <a:gd name="connsiteY69" fmla="*/ 294877 h 812463"/>
                <a:gd name="connsiteX70" fmla="*/ 155046 w 378368"/>
                <a:gd name="connsiteY70" fmla="*/ 273962 h 812463"/>
                <a:gd name="connsiteX71" fmla="*/ 123132 w 378368"/>
                <a:gd name="connsiteY71" fmla="*/ 253214 h 812463"/>
                <a:gd name="connsiteX72" fmla="*/ 108300 w 378368"/>
                <a:gd name="connsiteY72" fmla="*/ 234299 h 812463"/>
                <a:gd name="connsiteX73" fmla="*/ 110300 w 378368"/>
                <a:gd name="connsiteY73" fmla="*/ 231966 h 812463"/>
                <a:gd name="connsiteX74" fmla="*/ 131382 w 378368"/>
                <a:gd name="connsiteY74" fmla="*/ 227466 h 812463"/>
                <a:gd name="connsiteX75" fmla="*/ 131382 w 378368"/>
                <a:gd name="connsiteY75" fmla="*/ 227466 h 812463"/>
                <a:gd name="connsiteX76" fmla="*/ 342196 w 378368"/>
                <a:gd name="connsiteY76" fmla="*/ 475694 h 812463"/>
                <a:gd name="connsiteX77" fmla="*/ 326197 w 378368"/>
                <a:gd name="connsiteY77" fmla="*/ 557853 h 812463"/>
                <a:gd name="connsiteX78" fmla="*/ 283035 w 378368"/>
                <a:gd name="connsiteY78" fmla="*/ 725838 h 812463"/>
                <a:gd name="connsiteX79" fmla="*/ 243455 w 378368"/>
                <a:gd name="connsiteY79" fmla="*/ 786082 h 812463"/>
                <a:gd name="connsiteX80" fmla="*/ 163045 w 378368"/>
                <a:gd name="connsiteY80" fmla="*/ 792998 h 812463"/>
                <a:gd name="connsiteX81" fmla="*/ 83219 w 378368"/>
                <a:gd name="connsiteY81" fmla="*/ 768084 h 812463"/>
                <a:gd name="connsiteX82" fmla="*/ 22391 w 378368"/>
                <a:gd name="connsiteY82" fmla="*/ 720255 h 812463"/>
                <a:gd name="connsiteX83" fmla="*/ 18475 w 378368"/>
                <a:gd name="connsiteY83" fmla="*/ 629180 h 812463"/>
                <a:gd name="connsiteX84" fmla="*/ 28308 w 378368"/>
                <a:gd name="connsiteY84" fmla="*/ 549770 h 812463"/>
                <a:gd name="connsiteX85" fmla="*/ 55305 w 378368"/>
                <a:gd name="connsiteY85" fmla="*/ 389701 h 812463"/>
                <a:gd name="connsiteX86" fmla="*/ 76053 w 378368"/>
                <a:gd name="connsiteY86" fmla="*/ 303376 h 812463"/>
                <a:gd name="connsiteX87" fmla="*/ 103134 w 378368"/>
                <a:gd name="connsiteY87" fmla="*/ 240965 h 812463"/>
                <a:gd name="connsiteX88" fmla="*/ 148130 w 378368"/>
                <a:gd name="connsiteY88" fmla="*/ 282711 h 812463"/>
                <a:gd name="connsiteX89" fmla="*/ 233456 w 378368"/>
                <a:gd name="connsiteY89" fmla="*/ 307959 h 812463"/>
                <a:gd name="connsiteX90" fmla="*/ 307449 w 378368"/>
                <a:gd name="connsiteY90" fmla="*/ 297043 h 812463"/>
                <a:gd name="connsiteX91" fmla="*/ 338363 w 378368"/>
                <a:gd name="connsiteY91" fmla="*/ 281128 h 812463"/>
                <a:gd name="connsiteX92" fmla="*/ 346529 w 378368"/>
                <a:gd name="connsiteY92" fmla="*/ 269629 h 812463"/>
                <a:gd name="connsiteX93" fmla="*/ 358861 w 378368"/>
                <a:gd name="connsiteY93" fmla="*/ 308542 h 812463"/>
                <a:gd name="connsiteX94" fmla="*/ 357028 w 378368"/>
                <a:gd name="connsiteY94" fmla="*/ 396617 h 812463"/>
                <a:gd name="connsiteX95" fmla="*/ 342196 w 378368"/>
                <a:gd name="connsiteY95" fmla="*/ 475694 h 812463"/>
                <a:gd name="connsiteX96" fmla="*/ 342196 w 378368"/>
                <a:gd name="connsiteY96" fmla="*/ 475694 h 812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378368" h="812463">
                  <a:moveTo>
                    <a:pt x="376026" y="363037"/>
                  </a:moveTo>
                  <a:cubicBezTo>
                    <a:pt x="377193" y="331540"/>
                    <a:pt x="377526" y="299876"/>
                    <a:pt x="364777" y="270545"/>
                  </a:cubicBezTo>
                  <a:cubicBezTo>
                    <a:pt x="359278" y="257880"/>
                    <a:pt x="352445" y="245798"/>
                    <a:pt x="347029" y="233049"/>
                  </a:cubicBezTo>
                  <a:cubicBezTo>
                    <a:pt x="340280" y="217217"/>
                    <a:pt x="341196" y="200302"/>
                    <a:pt x="342446" y="183553"/>
                  </a:cubicBezTo>
                  <a:cubicBezTo>
                    <a:pt x="343696" y="167805"/>
                    <a:pt x="345779" y="152306"/>
                    <a:pt x="347279" y="136641"/>
                  </a:cubicBezTo>
                  <a:cubicBezTo>
                    <a:pt x="348112" y="128475"/>
                    <a:pt x="351112" y="118392"/>
                    <a:pt x="350695" y="109977"/>
                  </a:cubicBezTo>
                  <a:cubicBezTo>
                    <a:pt x="359861" y="105977"/>
                    <a:pt x="368027" y="100061"/>
                    <a:pt x="373027" y="91478"/>
                  </a:cubicBezTo>
                  <a:cubicBezTo>
                    <a:pt x="382109" y="76063"/>
                    <a:pt x="379026" y="56398"/>
                    <a:pt x="368194" y="42899"/>
                  </a:cubicBezTo>
                  <a:cubicBezTo>
                    <a:pt x="351445" y="21901"/>
                    <a:pt x="325447" y="15235"/>
                    <a:pt x="300450" y="9486"/>
                  </a:cubicBezTo>
                  <a:cubicBezTo>
                    <a:pt x="288868" y="6819"/>
                    <a:pt x="277618" y="4986"/>
                    <a:pt x="266370" y="3986"/>
                  </a:cubicBezTo>
                  <a:cubicBezTo>
                    <a:pt x="249788" y="653"/>
                    <a:pt x="233039" y="-763"/>
                    <a:pt x="216874" y="403"/>
                  </a:cubicBezTo>
                  <a:cubicBezTo>
                    <a:pt x="194043" y="1986"/>
                    <a:pt x="172961" y="7819"/>
                    <a:pt x="159462" y="27901"/>
                  </a:cubicBezTo>
                  <a:cubicBezTo>
                    <a:pt x="148047" y="44899"/>
                    <a:pt x="152630" y="61148"/>
                    <a:pt x="167212" y="73980"/>
                  </a:cubicBezTo>
                  <a:cubicBezTo>
                    <a:pt x="167795" y="74480"/>
                    <a:pt x="168295" y="74896"/>
                    <a:pt x="168878" y="75396"/>
                  </a:cubicBezTo>
                  <a:cubicBezTo>
                    <a:pt x="165712" y="85812"/>
                    <a:pt x="165879" y="97561"/>
                    <a:pt x="163462" y="108227"/>
                  </a:cubicBezTo>
                  <a:cubicBezTo>
                    <a:pt x="160129" y="123225"/>
                    <a:pt x="158546" y="139224"/>
                    <a:pt x="152963" y="153639"/>
                  </a:cubicBezTo>
                  <a:cubicBezTo>
                    <a:pt x="142131" y="181637"/>
                    <a:pt x="118383" y="199385"/>
                    <a:pt x="98635" y="220633"/>
                  </a:cubicBezTo>
                  <a:cubicBezTo>
                    <a:pt x="61555" y="260713"/>
                    <a:pt x="56222" y="319874"/>
                    <a:pt x="44556" y="371036"/>
                  </a:cubicBezTo>
                  <a:cubicBezTo>
                    <a:pt x="38223" y="398867"/>
                    <a:pt x="36307" y="427531"/>
                    <a:pt x="31391" y="455529"/>
                  </a:cubicBezTo>
                  <a:cubicBezTo>
                    <a:pt x="26225" y="485276"/>
                    <a:pt x="20642" y="514940"/>
                    <a:pt x="16225" y="544687"/>
                  </a:cubicBezTo>
                  <a:cubicBezTo>
                    <a:pt x="11892" y="574018"/>
                    <a:pt x="9226" y="603515"/>
                    <a:pt x="5226" y="632763"/>
                  </a:cubicBezTo>
                  <a:cubicBezTo>
                    <a:pt x="1394" y="661094"/>
                    <a:pt x="-4023" y="688258"/>
                    <a:pt x="4643" y="716089"/>
                  </a:cubicBezTo>
                  <a:cubicBezTo>
                    <a:pt x="19892" y="764917"/>
                    <a:pt x="78053" y="787666"/>
                    <a:pt x="123132" y="800331"/>
                  </a:cubicBezTo>
                  <a:cubicBezTo>
                    <a:pt x="149463" y="807747"/>
                    <a:pt x="177544" y="815163"/>
                    <a:pt x="204959" y="811497"/>
                  </a:cubicBezTo>
                  <a:cubicBezTo>
                    <a:pt x="226540" y="808580"/>
                    <a:pt x="251454" y="804831"/>
                    <a:pt x="267953" y="789499"/>
                  </a:cubicBezTo>
                  <a:cubicBezTo>
                    <a:pt x="285701" y="773167"/>
                    <a:pt x="292867" y="747002"/>
                    <a:pt x="300450" y="724921"/>
                  </a:cubicBezTo>
                  <a:cubicBezTo>
                    <a:pt x="309949" y="697423"/>
                    <a:pt x="317365" y="669260"/>
                    <a:pt x="324031" y="641095"/>
                  </a:cubicBezTo>
                  <a:cubicBezTo>
                    <a:pt x="338280" y="581017"/>
                    <a:pt x="349279" y="520440"/>
                    <a:pt x="361944" y="460112"/>
                  </a:cubicBezTo>
                  <a:cubicBezTo>
                    <a:pt x="368944" y="428198"/>
                    <a:pt x="374777" y="395867"/>
                    <a:pt x="376026" y="363037"/>
                  </a:cubicBezTo>
                  <a:lnTo>
                    <a:pt x="376026" y="363037"/>
                  </a:lnTo>
                  <a:close/>
                  <a:moveTo>
                    <a:pt x="180461" y="24984"/>
                  </a:moveTo>
                  <a:cubicBezTo>
                    <a:pt x="191043" y="16985"/>
                    <a:pt x="203042" y="15152"/>
                    <a:pt x="215791" y="13902"/>
                  </a:cubicBezTo>
                  <a:cubicBezTo>
                    <a:pt x="237206" y="11652"/>
                    <a:pt x="259537" y="12819"/>
                    <a:pt x="281535" y="16652"/>
                  </a:cubicBezTo>
                  <a:cubicBezTo>
                    <a:pt x="284035" y="17152"/>
                    <a:pt x="286534" y="17735"/>
                    <a:pt x="289034" y="18318"/>
                  </a:cubicBezTo>
                  <a:cubicBezTo>
                    <a:pt x="313032" y="24318"/>
                    <a:pt x="340363" y="30900"/>
                    <a:pt x="356861" y="50899"/>
                  </a:cubicBezTo>
                  <a:cubicBezTo>
                    <a:pt x="363778" y="59314"/>
                    <a:pt x="366361" y="71480"/>
                    <a:pt x="362611" y="81979"/>
                  </a:cubicBezTo>
                  <a:cubicBezTo>
                    <a:pt x="359195" y="91395"/>
                    <a:pt x="350528" y="97311"/>
                    <a:pt x="341279" y="101144"/>
                  </a:cubicBezTo>
                  <a:cubicBezTo>
                    <a:pt x="340446" y="101311"/>
                    <a:pt x="339613" y="101644"/>
                    <a:pt x="338946" y="102061"/>
                  </a:cubicBezTo>
                  <a:cubicBezTo>
                    <a:pt x="336863" y="102811"/>
                    <a:pt x="334863" y="103477"/>
                    <a:pt x="332863" y="104144"/>
                  </a:cubicBezTo>
                  <a:cubicBezTo>
                    <a:pt x="306782" y="111893"/>
                    <a:pt x="276619" y="106810"/>
                    <a:pt x="250621" y="101477"/>
                  </a:cubicBezTo>
                  <a:cubicBezTo>
                    <a:pt x="224373" y="95978"/>
                    <a:pt x="192709" y="87895"/>
                    <a:pt x="174544" y="66647"/>
                  </a:cubicBezTo>
                  <a:cubicBezTo>
                    <a:pt x="161796" y="51815"/>
                    <a:pt x="165462" y="36317"/>
                    <a:pt x="180461" y="24984"/>
                  </a:cubicBezTo>
                  <a:lnTo>
                    <a:pt x="180461" y="24984"/>
                  </a:lnTo>
                  <a:close/>
                  <a:moveTo>
                    <a:pt x="166128" y="159972"/>
                  </a:moveTo>
                  <a:cubicBezTo>
                    <a:pt x="170461" y="147640"/>
                    <a:pt x="171961" y="134391"/>
                    <a:pt x="173961" y="121559"/>
                  </a:cubicBezTo>
                  <a:cubicBezTo>
                    <a:pt x="175211" y="113476"/>
                    <a:pt x="176961" y="105394"/>
                    <a:pt x="177711" y="97311"/>
                  </a:cubicBezTo>
                  <a:cubicBezTo>
                    <a:pt x="178127" y="92312"/>
                    <a:pt x="177627" y="87229"/>
                    <a:pt x="178044" y="82229"/>
                  </a:cubicBezTo>
                  <a:cubicBezTo>
                    <a:pt x="195876" y="94395"/>
                    <a:pt x="217541" y="102144"/>
                    <a:pt x="237789" y="107560"/>
                  </a:cubicBezTo>
                  <a:cubicBezTo>
                    <a:pt x="263703" y="114560"/>
                    <a:pt x="290367" y="119142"/>
                    <a:pt x="317282" y="117476"/>
                  </a:cubicBezTo>
                  <a:cubicBezTo>
                    <a:pt x="323198" y="117143"/>
                    <a:pt x="329614" y="116226"/>
                    <a:pt x="336030" y="114809"/>
                  </a:cubicBezTo>
                  <a:cubicBezTo>
                    <a:pt x="335363" y="120476"/>
                    <a:pt x="333530" y="126808"/>
                    <a:pt x="332947" y="131641"/>
                  </a:cubicBezTo>
                  <a:cubicBezTo>
                    <a:pt x="331364" y="144473"/>
                    <a:pt x="328781" y="156806"/>
                    <a:pt x="328114" y="169804"/>
                  </a:cubicBezTo>
                  <a:cubicBezTo>
                    <a:pt x="326864" y="192969"/>
                    <a:pt x="322698" y="216467"/>
                    <a:pt x="332114" y="238465"/>
                  </a:cubicBezTo>
                  <a:cubicBezTo>
                    <a:pt x="333780" y="242465"/>
                    <a:pt x="335613" y="246381"/>
                    <a:pt x="337446" y="250297"/>
                  </a:cubicBezTo>
                  <a:cubicBezTo>
                    <a:pt x="329614" y="253130"/>
                    <a:pt x="321948" y="256047"/>
                    <a:pt x="313115" y="256380"/>
                  </a:cubicBezTo>
                  <a:cubicBezTo>
                    <a:pt x="299283" y="256963"/>
                    <a:pt x="285368" y="255547"/>
                    <a:pt x="272036" y="251880"/>
                  </a:cubicBezTo>
                  <a:cubicBezTo>
                    <a:pt x="258620" y="248131"/>
                    <a:pt x="245622" y="242048"/>
                    <a:pt x="232956" y="236382"/>
                  </a:cubicBezTo>
                  <a:cubicBezTo>
                    <a:pt x="222207" y="231549"/>
                    <a:pt x="212875" y="224133"/>
                    <a:pt x="202042" y="219717"/>
                  </a:cubicBezTo>
                  <a:cubicBezTo>
                    <a:pt x="182127" y="211467"/>
                    <a:pt x="159879" y="212551"/>
                    <a:pt x="139047" y="216467"/>
                  </a:cubicBezTo>
                  <a:cubicBezTo>
                    <a:pt x="135381" y="217134"/>
                    <a:pt x="128632" y="218217"/>
                    <a:pt x="121716" y="220050"/>
                  </a:cubicBezTo>
                  <a:cubicBezTo>
                    <a:pt x="139714" y="201885"/>
                    <a:pt x="157212" y="185053"/>
                    <a:pt x="166128" y="159972"/>
                  </a:cubicBezTo>
                  <a:lnTo>
                    <a:pt x="166128" y="159972"/>
                  </a:lnTo>
                  <a:close/>
                  <a:moveTo>
                    <a:pt x="131382" y="227466"/>
                  </a:moveTo>
                  <a:cubicBezTo>
                    <a:pt x="143547" y="224883"/>
                    <a:pt x="155796" y="222883"/>
                    <a:pt x="168212" y="223133"/>
                  </a:cubicBezTo>
                  <a:cubicBezTo>
                    <a:pt x="193293" y="223633"/>
                    <a:pt x="211125" y="234715"/>
                    <a:pt x="232872" y="245214"/>
                  </a:cubicBezTo>
                  <a:cubicBezTo>
                    <a:pt x="253037" y="254963"/>
                    <a:pt x="275119" y="264296"/>
                    <a:pt x="297617" y="266379"/>
                  </a:cubicBezTo>
                  <a:cubicBezTo>
                    <a:pt x="313032" y="267796"/>
                    <a:pt x="324447" y="266379"/>
                    <a:pt x="336780" y="262129"/>
                  </a:cubicBezTo>
                  <a:cubicBezTo>
                    <a:pt x="333947" y="266712"/>
                    <a:pt x="330864" y="271045"/>
                    <a:pt x="325864" y="274128"/>
                  </a:cubicBezTo>
                  <a:cubicBezTo>
                    <a:pt x="317448" y="279461"/>
                    <a:pt x="308033" y="283211"/>
                    <a:pt x="298533" y="286294"/>
                  </a:cubicBezTo>
                  <a:cubicBezTo>
                    <a:pt x="276869" y="293460"/>
                    <a:pt x="252121" y="299293"/>
                    <a:pt x="229373" y="294877"/>
                  </a:cubicBezTo>
                  <a:cubicBezTo>
                    <a:pt x="203792" y="289960"/>
                    <a:pt x="178711" y="285544"/>
                    <a:pt x="155046" y="273962"/>
                  </a:cubicBezTo>
                  <a:cubicBezTo>
                    <a:pt x="143464" y="268296"/>
                    <a:pt x="132215" y="262546"/>
                    <a:pt x="123132" y="253214"/>
                  </a:cubicBezTo>
                  <a:cubicBezTo>
                    <a:pt x="117466" y="247297"/>
                    <a:pt x="113717" y="240048"/>
                    <a:pt x="108300" y="234299"/>
                  </a:cubicBezTo>
                  <a:cubicBezTo>
                    <a:pt x="108967" y="233549"/>
                    <a:pt x="109550" y="232715"/>
                    <a:pt x="110300" y="231966"/>
                  </a:cubicBezTo>
                  <a:cubicBezTo>
                    <a:pt x="117133" y="229549"/>
                    <a:pt x="126465" y="228466"/>
                    <a:pt x="131382" y="227466"/>
                  </a:cubicBezTo>
                  <a:lnTo>
                    <a:pt x="131382" y="227466"/>
                  </a:lnTo>
                  <a:close/>
                  <a:moveTo>
                    <a:pt x="342196" y="475694"/>
                  </a:moveTo>
                  <a:cubicBezTo>
                    <a:pt x="336530" y="503024"/>
                    <a:pt x="332364" y="530605"/>
                    <a:pt x="326197" y="557853"/>
                  </a:cubicBezTo>
                  <a:cubicBezTo>
                    <a:pt x="313532" y="614181"/>
                    <a:pt x="302700" y="671426"/>
                    <a:pt x="283035" y="725838"/>
                  </a:cubicBezTo>
                  <a:cubicBezTo>
                    <a:pt x="274868" y="748419"/>
                    <a:pt x="267536" y="775833"/>
                    <a:pt x="243455" y="786082"/>
                  </a:cubicBezTo>
                  <a:cubicBezTo>
                    <a:pt x="218541" y="796748"/>
                    <a:pt x="189210" y="798081"/>
                    <a:pt x="163045" y="792998"/>
                  </a:cubicBezTo>
                  <a:cubicBezTo>
                    <a:pt x="135131" y="787582"/>
                    <a:pt x="109550" y="778583"/>
                    <a:pt x="83219" y="768084"/>
                  </a:cubicBezTo>
                  <a:cubicBezTo>
                    <a:pt x="60222" y="758835"/>
                    <a:pt x="33224" y="743503"/>
                    <a:pt x="22391" y="720255"/>
                  </a:cubicBezTo>
                  <a:cubicBezTo>
                    <a:pt x="8726" y="691174"/>
                    <a:pt x="15225" y="659760"/>
                    <a:pt x="18475" y="629180"/>
                  </a:cubicBezTo>
                  <a:cubicBezTo>
                    <a:pt x="21308" y="602682"/>
                    <a:pt x="24558" y="576101"/>
                    <a:pt x="28308" y="549770"/>
                  </a:cubicBezTo>
                  <a:cubicBezTo>
                    <a:pt x="35973" y="496358"/>
                    <a:pt x="45473" y="442780"/>
                    <a:pt x="55305" y="389701"/>
                  </a:cubicBezTo>
                  <a:cubicBezTo>
                    <a:pt x="60638" y="360704"/>
                    <a:pt x="68971" y="331957"/>
                    <a:pt x="76053" y="303376"/>
                  </a:cubicBezTo>
                  <a:cubicBezTo>
                    <a:pt x="81803" y="279878"/>
                    <a:pt x="89552" y="259463"/>
                    <a:pt x="103134" y="240965"/>
                  </a:cubicBezTo>
                  <a:cubicBezTo>
                    <a:pt x="109717" y="259963"/>
                    <a:pt x="132215" y="274212"/>
                    <a:pt x="148130" y="282711"/>
                  </a:cubicBezTo>
                  <a:cubicBezTo>
                    <a:pt x="174211" y="296710"/>
                    <a:pt x="204375" y="303292"/>
                    <a:pt x="233456" y="307959"/>
                  </a:cubicBezTo>
                  <a:cubicBezTo>
                    <a:pt x="257454" y="311792"/>
                    <a:pt x="284784" y="304376"/>
                    <a:pt x="307449" y="297043"/>
                  </a:cubicBezTo>
                  <a:cubicBezTo>
                    <a:pt x="317781" y="293710"/>
                    <a:pt x="330447" y="288627"/>
                    <a:pt x="338363" y="281128"/>
                  </a:cubicBezTo>
                  <a:cubicBezTo>
                    <a:pt x="341779" y="277878"/>
                    <a:pt x="344196" y="273712"/>
                    <a:pt x="346529" y="269629"/>
                  </a:cubicBezTo>
                  <a:cubicBezTo>
                    <a:pt x="352195" y="281961"/>
                    <a:pt x="357112" y="294627"/>
                    <a:pt x="358861" y="308542"/>
                  </a:cubicBezTo>
                  <a:cubicBezTo>
                    <a:pt x="362527" y="337206"/>
                    <a:pt x="360778" y="368203"/>
                    <a:pt x="357028" y="396617"/>
                  </a:cubicBezTo>
                  <a:cubicBezTo>
                    <a:pt x="353612" y="423115"/>
                    <a:pt x="347696" y="449363"/>
                    <a:pt x="342196" y="475694"/>
                  </a:cubicBezTo>
                  <a:lnTo>
                    <a:pt x="342196" y="475694"/>
                  </a:lnTo>
                  <a:close/>
                </a:path>
              </a:pathLst>
            </a:custGeom>
            <a:grpFill/>
            <a:ln w="8332" cap="flat">
              <a:noFill/>
              <a:prstDash val="solid"/>
              <a:miter/>
            </a:ln>
          </p:spPr>
          <p:txBody>
            <a:bodyPr rtlCol="0" anchor="ctr"/>
            <a:lstStyle/>
            <a:p>
              <a:endParaRPr lang="en-US"/>
            </a:p>
          </p:txBody>
        </p:sp>
        <p:sp>
          <p:nvSpPr>
            <p:cNvPr id="1368" name="Freeform: Shape 1367"/>
            <p:cNvSpPr/>
            <p:nvPr/>
          </p:nvSpPr>
          <p:spPr>
            <a:xfrm>
              <a:off x="5717302" y="1132358"/>
              <a:ext cx="155725" cy="68849"/>
            </a:xfrm>
            <a:custGeom>
              <a:avLst/>
              <a:gdLst>
                <a:gd name="connsiteX0" fmla="*/ 141024 w 155725"/>
                <a:gd name="connsiteY0" fmla="*/ 28381 h 68849"/>
                <a:gd name="connsiteX1" fmla="*/ 138358 w 155725"/>
                <a:gd name="connsiteY1" fmla="*/ 32381 h 68849"/>
                <a:gd name="connsiteX2" fmla="*/ 146357 w 155725"/>
                <a:gd name="connsiteY2" fmla="*/ 42297 h 68849"/>
                <a:gd name="connsiteX3" fmla="*/ 138192 w 155725"/>
                <a:gd name="connsiteY3" fmla="*/ 53296 h 68849"/>
                <a:gd name="connsiteX4" fmla="*/ 136608 w 155725"/>
                <a:gd name="connsiteY4" fmla="*/ 54129 h 68849"/>
                <a:gd name="connsiteX5" fmla="*/ 136692 w 155725"/>
                <a:gd name="connsiteY5" fmla="*/ 53796 h 68849"/>
                <a:gd name="connsiteX6" fmla="*/ 90279 w 155725"/>
                <a:gd name="connsiteY6" fmla="*/ 19049 h 68849"/>
                <a:gd name="connsiteX7" fmla="*/ 11703 w 155725"/>
                <a:gd name="connsiteY7" fmla="*/ 27048 h 68849"/>
                <a:gd name="connsiteX8" fmla="*/ 11120 w 155725"/>
                <a:gd name="connsiteY8" fmla="*/ 23215 h 68849"/>
                <a:gd name="connsiteX9" fmla="*/ 18702 w 155725"/>
                <a:gd name="connsiteY9" fmla="*/ 10300 h 68849"/>
                <a:gd name="connsiteX10" fmla="*/ 29534 w 155725"/>
                <a:gd name="connsiteY10" fmla="*/ 8050 h 68849"/>
                <a:gd name="connsiteX11" fmla="*/ 58615 w 155725"/>
                <a:gd name="connsiteY11" fmla="*/ 6133 h 68849"/>
                <a:gd name="connsiteX12" fmla="*/ 129692 w 155725"/>
                <a:gd name="connsiteY12" fmla="*/ 18216 h 68849"/>
                <a:gd name="connsiteX13" fmla="*/ 130525 w 155725"/>
                <a:gd name="connsiteY13" fmla="*/ 16383 h 68849"/>
                <a:gd name="connsiteX14" fmla="*/ 24202 w 155725"/>
                <a:gd name="connsiteY14" fmla="*/ 2550 h 68849"/>
                <a:gd name="connsiteX15" fmla="*/ 287 w 155725"/>
                <a:gd name="connsiteY15" fmla="*/ 19466 h 68849"/>
                <a:gd name="connsiteX16" fmla="*/ 18702 w 155725"/>
                <a:gd name="connsiteY16" fmla="*/ 47213 h 68849"/>
                <a:gd name="connsiteX17" fmla="*/ 121609 w 155725"/>
                <a:gd name="connsiteY17" fmla="*/ 67211 h 68849"/>
                <a:gd name="connsiteX18" fmla="*/ 155106 w 155725"/>
                <a:gd name="connsiteY18" fmla="*/ 50213 h 68849"/>
                <a:gd name="connsiteX19" fmla="*/ 141024 w 155725"/>
                <a:gd name="connsiteY19" fmla="*/ 28381 h 68849"/>
                <a:gd name="connsiteX20" fmla="*/ 141024 w 155725"/>
                <a:gd name="connsiteY20" fmla="*/ 28381 h 68849"/>
                <a:gd name="connsiteX21" fmla="*/ 120860 w 155725"/>
                <a:gd name="connsiteY21" fmla="*/ 56629 h 68849"/>
                <a:gd name="connsiteX22" fmla="*/ 85946 w 155725"/>
                <a:gd name="connsiteY22" fmla="*/ 57712 h 68849"/>
                <a:gd name="connsiteX23" fmla="*/ 20618 w 155725"/>
                <a:gd name="connsiteY23" fmla="*/ 38131 h 68849"/>
                <a:gd name="connsiteX24" fmla="*/ 12369 w 155725"/>
                <a:gd name="connsiteY24" fmla="*/ 29131 h 68849"/>
                <a:gd name="connsiteX25" fmla="*/ 39200 w 155725"/>
                <a:gd name="connsiteY25" fmla="*/ 26382 h 68849"/>
                <a:gd name="connsiteX26" fmla="*/ 78864 w 155725"/>
                <a:gd name="connsiteY26" fmla="*/ 27215 h 68849"/>
                <a:gd name="connsiteX27" fmla="*/ 114777 w 155725"/>
                <a:gd name="connsiteY27" fmla="*/ 39214 h 68849"/>
                <a:gd name="connsiteX28" fmla="*/ 132108 w 155725"/>
                <a:gd name="connsiteY28" fmla="*/ 55462 h 68849"/>
                <a:gd name="connsiteX29" fmla="*/ 120860 w 155725"/>
                <a:gd name="connsiteY29" fmla="*/ 56629 h 68849"/>
                <a:gd name="connsiteX30" fmla="*/ 120860 w 155725"/>
                <a:gd name="connsiteY30" fmla="*/ 56629 h 68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55725" h="68849">
                  <a:moveTo>
                    <a:pt x="141024" y="28381"/>
                  </a:moveTo>
                  <a:cubicBezTo>
                    <a:pt x="138441" y="27298"/>
                    <a:pt x="136525" y="30381"/>
                    <a:pt x="138358" y="32381"/>
                  </a:cubicBezTo>
                  <a:cubicBezTo>
                    <a:pt x="141441" y="35297"/>
                    <a:pt x="144107" y="38631"/>
                    <a:pt x="146357" y="42297"/>
                  </a:cubicBezTo>
                  <a:cubicBezTo>
                    <a:pt x="143607" y="45963"/>
                    <a:pt x="140941" y="49630"/>
                    <a:pt x="138192" y="53296"/>
                  </a:cubicBezTo>
                  <a:cubicBezTo>
                    <a:pt x="137692" y="53629"/>
                    <a:pt x="137192" y="53879"/>
                    <a:pt x="136608" y="54129"/>
                  </a:cubicBezTo>
                  <a:cubicBezTo>
                    <a:pt x="136608" y="54046"/>
                    <a:pt x="136692" y="53879"/>
                    <a:pt x="136692" y="53796"/>
                  </a:cubicBezTo>
                  <a:cubicBezTo>
                    <a:pt x="137858" y="34298"/>
                    <a:pt x="104861" y="22465"/>
                    <a:pt x="90279" y="19049"/>
                  </a:cubicBezTo>
                  <a:cubicBezTo>
                    <a:pt x="65281" y="13049"/>
                    <a:pt x="33367" y="11383"/>
                    <a:pt x="11703" y="27048"/>
                  </a:cubicBezTo>
                  <a:cubicBezTo>
                    <a:pt x="11453" y="25965"/>
                    <a:pt x="11286" y="24715"/>
                    <a:pt x="11120" y="23215"/>
                  </a:cubicBezTo>
                  <a:cubicBezTo>
                    <a:pt x="7703" y="15883"/>
                    <a:pt x="10203" y="11633"/>
                    <a:pt x="18702" y="10300"/>
                  </a:cubicBezTo>
                  <a:cubicBezTo>
                    <a:pt x="22285" y="9217"/>
                    <a:pt x="25868" y="8467"/>
                    <a:pt x="29534" y="8050"/>
                  </a:cubicBezTo>
                  <a:cubicBezTo>
                    <a:pt x="39034" y="6633"/>
                    <a:pt x="48949" y="6050"/>
                    <a:pt x="58615" y="6133"/>
                  </a:cubicBezTo>
                  <a:cubicBezTo>
                    <a:pt x="82530" y="6300"/>
                    <a:pt x="107111" y="10050"/>
                    <a:pt x="129692" y="18216"/>
                  </a:cubicBezTo>
                  <a:cubicBezTo>
                    <a:pt x="130859" y="18632"/>
                    <a:pt x="131775" y="16966"/>
                    <a:pt x="130525" y="16383"/>
                  </a:cubicBezTo>
                  <a:cubicBezTo>
                    <a:pt x="97695" y="2217"/>
                    <a:pt x="59698" y="-3866"/>
                    <a:pt x="24202" y="2550"/>
                  </a:cubicBezTo>
                  <a:cubicBezTo>
                    <a:pt x="14369" y="4300"/>
                    <a:pt x="2620" y="8133"/>
                    <a:pt x="287" y="19466"/>
                  </a:cubicBezTo>
                  <a:cubicBezTo>
                    <a:pt x="-2046" y="30965"/>
                    <a:pt x="10369" y="41464"/>
                    <a:pt x="18702" y="47213"/>
                  </a:cubicBezTo>
                  <a:cubicBezTo>
                    <a:pt x="46366" y="66128"/>
                    <a:pt x="88946" y="72127"/>
                    <a:pt x="121609" y="67211"/>
                  </a:cubicBezTo>
                  <a:cubicBezTo>
                    <a:pt x="132359" y="65545"/>
                    <a:pt x="151607" y="62962"/>
                    <a:pt x="155106" y="50213"/>
                  </a:cubicBezTo>
                  <a:cubicBezTo>
                    <a:pt x="158106" y="39797"/>
                    <a:pt x="149691" y="31881"/>
                    <a:pt x="141024" y="28381"/>
                  </a:cubicBezTo>
                  <a:lnTo>
                    <a:pt x="141024" y="28381"/>
                  </a:lnTo>
                  <a:close/>
                  <a:moveTo>
                    <a:pt x="120860" y="56629"/>
                  </a:moveTo>
                  <a:cubicBezTo>
                    <a:pt x="109361" y="58046"/>
                    <a:pt x="97445" y="58795"/>
                    <a:pt x="85946" y="57712"/>
                  </a:cubicBezTo>
                  <a:cubicBezTo>
                    <a:pt x="64615" y="55712"/>
                    <a:pt x="38617" y="50213"/>
                    <a:pt x="20618" y="38131"/>
                  </a:cubicBezTo>
                  <a:cubicBezTo>
                    <a:pt x="15619" y="34798"/>
                    <a:pt x="13536" y="33131"/>
                    <a:pt x="12369" y="29131"/>
                  </a:cubicBezTo>
                  <a:cubicBezTo>
                    <a:pt x="21035" y="30131"/>
                    <a:pt x="30618" y="26965"/>
                    <a:pt x="39200" y="26382"/>
                  </a:cubicBezTo>
                  <a:cubicBezTo>
                    <a:pt x="52366" y="25465"/>
                    <a:pt x="65698" y="25382"/>
                    <a:pt x="78864" y="27215"/>
                  </a:cubicBezTo>
                  <a:cubicBezTo>
                    <a:pt x="91362" y="29048"/>
                    <a:pt x="104028" y="32381"/>
                    <a:pt x="114777" y="39214"/>
                  </a:cubicBezTo>
                  <a:cubicBezTo>
                    <a:pt x="122026" y="43797"/>
                    <a:pt x="125276" y="51213"/>
                    <a:pt x="132108" y="55462"/>
                  </a:cubicBezTo>
                  <a:cubicBezTo>
                    <a:pt x="128192" y="56129"/>
                    <a:pt x="123943" y="56212"/>
                    <a:pt x="120860" y="56629"/>
                  </a:cubicBezTo>
                  <a:lnTo>
                    <a:pt x="120860" y="56629"/>
                  </a:lnTo>
                  <a:close/>
                </a:path>
              </a:pathLst>
            </a:custGeom>
            <a:grpFill/>
            <a:ln w="8332" cap="flat">
              <a:noFill/>
              <a:prstDash val="solid"/>
              <a:miter/>
            </a:ln>
          </p:spPr>
          <p:txBody>
            <a:bodyPr rtlCol="0" anchor="ctr"/>
            <a:lstStyle/>
            <a:p>
              <a:endParaRPr lang="en-US"/>
            </a:p>
          </p:txBody>
        </p:sp>
        <p:sp>
          <p:nvSpPr>
            <p:cNvPr id="1369" name="Freeform: Shape 1368"/>
            <p:cNvSpPr/>
            <p:nvPr/>
          </p:nvSpPr>
          <p:spPr>
            <a:xfrm>
              <a:off x="5626815" y="1521458"/>
              <a:ext cx="163236" cy="199084"/>
            </a:xfrm>
            <a:custGeom>
              <a:avLst/>
              <a:gdLst>
                <a:gd name="connsiteX0" fmla="*/ 148102 w 163236"/>
                <a:gd name="connsiteY0" fmla="*/ 42661 h 199084"/>
                <a:gd name="connsiteX1" fmla="*/ 85441 w 163236"/>
                <a:gd name="connsiteY1" fmla="*/ 165 h 199084"/>
                <a:gd name="connsiteX2" fmla="*/ 27197 w 163236"/>
                <a:gd name="connsiteY2" fmla="*/ 28913 h 199084"/>
                <a:gd name="connsiteX3" fmla="*/ 1282 w 163236"/>
                <a:gd name="connsiteY3" fmla="*/ 115988 h 199084"/>
                <a:gd name="connsiteX4" fmla="*/ 8615 w 163236"/>
                <a:gd name="connsiteY4" fmla="*/ 141152 h 199084"/>
                <a:gd name="connsiteX5" fmla="*/ 42362 w 163236"/>
                <a:gd name="connsiteY5" fmla="*/ 188398 h 199084"/>
                <a:gd name="connsiteX6" fmla="*/ 109272 w 163236"/>
                <a:gd name="connsiteY6" fmla="*/ 191398 h 199084"/>
                <a:gd name="connsiteX7" fmla="*/ 148102 w 163236"/>
                <a:gd name="connsiteY7" fmla="*/ 42661 h 199084"/>
                <a:gd name="connsiteX8" fmla="*/ 148102 w 163236"/>
                <a:gd name="connsiteY8" fmla="*/ 42661 h 199084"/>
                <a:gd name="connsiteX9" fmla="*/ 100023 w 163236"/>
                <a:gd name="connsiteY9" fmla="*/ 182899 h 199084"/>
                <a:gd name="connsiteX10" fmla="*/ 27697 w 163236"/>
                <a:gd name="connsiteY10" fmla="*/ 156484 h 199084"/>
                <a:gd name="connsiteX11" fmla="*/ 16864 w 163236"/>
                <a:gd name="connsiteY11" fmla="*/ 74658 h 199084"/>
                <a:gd name="connsiteX12" fmla="*/ 39612 w 163236"/>
                <a:gd name="connsiteY12" fmla="*/ 29662 h 199084"/>
                <a:gd name="connsiteX13" fmla="*/ 42528 w 163236"/>
                <a:gd name="connsiteY13" fmla="*/ 27246 h 199084"/>
                <a:gd name="connsiteX14" fmla="*/ 120688 w 163236"/>
                <a:gd name="connsiteY14" fmla="*/ 24913 h 199084"/>
                <a:gd name="connsiteX15" fmla="*/ 152602 w 163236"/>
                <a:gd name="connsiteY15" fmla="*/ 107155 h 199084"/>
                <a:gd name="connsiteX16" fmla="*/ 100023 w 163236"/>
                <a:gd name="connsiteY16" fmla="*/ 182899 h 199084"/>
                <a:gd name="connsiteX17" fmla="*/ 100023 w 163236"/>
                <a:gd name="connsiteY17" fmla="*/ 182899 h 199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3236" h="199084">
                  <a:moveTo>
                    <a:pt x="148102" y="42661"/>
                  </a:moveTo>
                  <a:cubicBezTo>
                    <a:pt x="133770" y="19330"/>
                    <a:pt x="113688" y="2748"/>
                    <a:pt x="85441" y="165"/>
                  </a:cubicBezTo>
                  <a:cubicBezTo>
                    <a:pt x="64110" y="-1751"/>
                    <a:pt x="40695" y="13331"/>
                    <a:pt x="27197" y="28913"/>
                  </a:cubicBezTo>
                  <a:cubicBezTo>
                    <a:pt x="8198" y="50827"/>
                    <a:pt x="-4134" y="87074"/>
                    <a:pt x="1282" y="115988"/>
                  </a:cubicBezTo>
                  <a:cubicBezTo>
                    <a:pt x="2699" y="123654"/>
                    <a:pt x="5199" y="132486"/>
                    <a:pt x="8615" y="141152"/>
                  </a:cubicBezTo>
                  <a:cubicBezTo>
                    <a:pt x="14281" y="160067"/>
                    <a:pt x="25280" y="177649"/>
                    <a:pt x="42362" y="188398"/>
                  </a:cubicBezTo>
                  <a:cubicBezTo>
                    <a:pt x="62527" y="201064"/>
                    <a:pt x="88441" y="202980"/>
                    <a:pt x="109272" y="191398"/>
                  </a:cubicBezTo>
                  <a:cubicBezTo>
                    <a:pt x="161351" y="162651"/>
                    <a:pt x="178766" y="92573"/>
                    <a:pt x="148102" y="42661"/>
                  </a:cubicBezTo>
                  <a:lnTo>
                    <a:pt x="148102" y="42661"/>
                  </a:lnTo>
                  <a:close/>
                  <a:moveTo>
                    <a:pt x="100023" y="182899"/>
                  </a:moveTo>
                  <a:cubicBezTo>
                    <a:pt x="72276" y="196231"/>
                    <a:pt x="43445" y="179649"/>
                    <a:pt x="27697" y="156484"/>
                  </a:cubicBezTo>
                  <a:cubicBezTo>
                    <a:pt x="11614" y="132820"/>
                    <a:pt x="9365" y="101656"/>
                    <a:pt x="16864" y="74658"/>
                  </a:cubicBezTo>
                  <a:cubicBezTo>
                    <a:pt x="21697" y="57493"/>
                    <a:pt x="27363" y="42745"/>
                    <a:pt x="39612" y="29662"/>
                  </a:cubicBezTo>
                  <a:cubicBezTo>
                    <a:pt x="40612" y="28829"/>
                    <a:pt x="41529" y="27996"/>
                    <a:pt x="42528" y="27246"/>
                  </a:cubicBezTo>
                  <a:cubicBezTo>
                    <a:pt x="67110" y="8581"/>
                    <a:pt x="95274" y="4665"/>
                    <a:pt x="120688" y="24913"/>
                  </a:cubicBezTo>
                  <a:cubicBezTo>
                    <a:pt x="143686" y="43161"/>
                    <a:pt x="156185" y="78575"/>
                    <a:pt x="152602" y="107155"/>
                  </a:cubicBezTo>
                  <a:cubicBezTo>
                    <a:pt x="148936" y="136236"/>
                    <a:pt x="126771" y="170067"/>
                    <a:pt x="100023" y="182899"/>
                  </a:cubicBezTo>
                  <a:lnTo>
                    <a:pt x="100023" y="182899"/>
                  </a:lnTo>
                  <a:close/>
                </a:path>
              </a:pathLst>
            </a:custGeom>
            <a:grpFill/>
            <a:ln w="8332" cap="flat">
              <a:noFill/>
              <a:prstDash val="solid"/>
              <a:miter/>
            </a:ln>
          </p:spPr>
          <p:txBody>
            <a:bodyPr rtlCol="0" anchor="ctr"/>
            <a:lstStyle/>
            <a:p>
              <a:endParaRPr lang="en-US"/>
            </a:p>
          </p:txBody>
        </p:sp>
        <p:sp>
          <p:nvSpPr>
            <p:cNvPr id="1370" name="Freeform: Shape 1369"/>
            <p:cNvSpPr/>
            <p:nvPr/>
          </p:nvSpPr>
          <p:spPr>
            <a:xfrm>
              <a:off x="4709300" y="2039941"/>
              <a:ext cx="468408" cy="888261"/>
            </a:xfrm>
            <a:custGeom>
              <a:avLst/>
              <a:gdLst>
                <a:gd name="connsiteX0" fmla="*/ 465088 w 468408"/>
                <a:gd name="connsiteY0" fmla="*/ 395600 h 888261"/>
                <a:gd name="connsiteX1" fmla="*/ 452423 w 468408"/>
                <a:gd name="connsiteY1" fmla="*/ 384018 h 888261"/>
                <a:gd name="connsiteX2" fmla="*/ 457339 w 468408"/>
                <a:gd name="connsiteY2" fmla="*/ 323940 h 888261"/>
                <a:gd name="connsiteX3" fmla="*/ 438174 w 468408"/>
                <a:gd name="connsiteY3" fmla="*/ 256113 h 888261"/>
                <a:gd name="connsiteX4" fmla="*/ 398095 w 468408"/>
                <a:gd name="connsiteY4" fmla="*/ 206784 h 888261"/>
                <a:gd name="connsiteX5" fmla="*/ 370597 w 468408"/>
                <a:gd name="connsiteY5" fmla="*/ 194201 h 888261"/>
                <a:gd name="connsiteX6" fmla="*/ 371181 w 468408"/>
                <a:gd name="connsiteY6" fmla="*/ 190118 h 888261"/>
                <a:gd name="connsiteX7" fmla="*/ 379763 w 468408"/>
                <a:gd name="connsiteY7" fmla="*/ 146956 h 888261"/>
                <a:gd name="connsiteX8" fmla="*/ 397428 w 468408"/>
                <a:gd name="connsiteY8" fmla="*/ 65547 h 888261"/>
                <a:gd name="connsiteX9" fmla="*/ 402761 w 468408"/>
                <a:gd name="connsiteY9" fmla="*/ 33549 h 888261"/>
                <a:gd name="connsiteX10" fmla="*/ 404177 w 468408"/>
                <a:gd name="connsiteY10" fmla="*/ 10135 h 888261"/>
                <a:gd name="connsiteX11" fmla="*/ 385263 w 468408"/>
                <a:gd name="connsiteY11" fmla="*/ 5302 h 888261"/>
                <a:gd name="connsiteX12" fmla="*/ 358765 w 468408"/>
                <a:gd name="connsiteY12" fmla="*/ 886 h 888261"/>
                <a:gd name="connsiteX13" fmla="*/ 352599 w 468408"/>
                <a:gd name="connsiteY13" fmla="*/ 14301 h 888261"/>
                <a:gd name="connsiteX14" fmla="*/ 347099 w 468408"/>
                <a:gd name="connsiteY14" fmla="*/ 51881 h 888261"/>
                <a:gd name="connsiteX15" fmla="*/ 339017 w 468408"/>
                <a:gd name="connsiteY15" fmla="*/ 123458 h 888261"/>
                <a:gd name="connsiteX16" fmla="*/ 331684 w 468408"/>
                <a:gd name="connsiteY16" fmla="*/ 166121 h 888261"/>
                <a:gd name="connsiteX17" fmla="*/ 328851 w 468408"/>
                <a:gd name="connsiteY17" fmla="*/ 182536 h 888261"/>
                <a:gd name="connsiteX18" fmla="*/ 294687 w 468408"/>
                <a:gd name="connsiteY18" fmla="*/ 183203 h 888261"/>
                <a:gd name="connsiteX19" fmla="*/ 224194 w 468408"/>
                <a:gd name="connsiteY19" fmla="*/ 204367 h 888261"/>
                <a:gd name="connsiteX20" fmla="*/ 151534 w 468408"/>
                <a:gd name="connsiteY20" fmla="*/ 283360 h 888261"/>
                <a:gd name="connsiteX21" fmla="*/ 116703 w 468408"/>
                <a:gd name="connsiteY21" fmla="*/ 285860 h 888261"/>
                <a:gd name="connsiteX22" fmla="*/ 112120 w 468408"/>
                <a:gd name="connsiteY22" fmla="*/ 346854 h 888261"/>
                <a:gd name="connsiteX23" fmla="*/ 99788 w 468408"/>
                <a:gd name="connsiteY23" fmla="*/ 393767 h 888261"/>
                <a:gd name="connsiteX24" fmla="*/ 79873 w 468408"/>
                <a:gd name="connsiteY24" fmla="*/ 452762 h 888261"/>
                <a:gd name="connsiteX25" fmla="*/ 46710 w 468408"/>
                <a:gd name="connsiteY25" fmla="*/ 570918 h 888261"/>
                <a:gd name="connsiteX26" fmla="*/ 14129 w 468408"/>
                <a:gd name="connsiteY26" fmla="*/ 688324 h 888261"/>
                <a:gd name="connsiteX27" fmla="*/ 8213 w 468408"/>
                <a:gd name="connsiteY27" fmla="*/ 788898 h 888261"/>
                <a:gd name="connsiteX28" fmla="*/ 34461 w 468408"/>
                <a:gd name="connsiteY28" fmla="*/ 818312 h 888261"/>
                <a:gd name="connsiteX29" fmla="*/ 87456 w 468408"/>
                <a:gd name="connsiteY29" fmla="*/ 854059 h 888261"/>
                <a:gd name="connsiteX30" fmla="*/ 193530 w 468408"/>
                <a:gd name="connsiteY30" fmla="*/ 888139 h 888261"/>
                <a:gd name="connsiteX31" fmla="*/ 221277 w 468408"/>
                <a:gd name="connsiteY31" fmla="*/ 872974 h 888261"/>
                <a:gd name="connsiteX32" fmla="*/ 256774 w 468408"/>
                <a:gd name="connsiteY32" fmla="*/ 818978 h 888261"/>
                <a:gd name="connsiteX33" fmla="*/ 311519 w 468408"/>
                <a:gd name="connsiteY33" fmla="*/ 716071 h 888261"/>
                <a:gd name="connsiteX34" fmla="*/ 369431 w 468408"/>
                <a:gd name="connsiteY34" fmla="*/ 591749 h 888261"/>
                <a:gd name="connsiteX35" fmla="*/ 429342 w 468408"/>
                <a:gd name="connsiteY35" fmla="*/ 469010 h 888261"/>
                <a:gd name="connsiteX36" fmla="*/ 429509 w 468408"/>
                <a:gd name="connsiteY36" fmla="*/ 468593 h 888261"/>
                <a:gd name="connsiteX37" fmla="*/ 433675 w 468408"/>
                <a:gd name="connsiteY37" fmla="*/ 465844 h 888261"/>
                <a:gd name="connsiteX38" fmla="*/ 465088 w 468408"/>
                <a:gd name="connsiteY38" fmla="*/ 395600 h 888261"/>
                <a:gd name="connsiteX39" fmla="*/ 465088 w 468408"/>
                <a:gd name="connsiteY39" fmla="*/ 395600 h 888261"/>
                <a:gd name="connsiteX40" fmla="*/ 354182 w 468408"/>
                <a:gd name="connsiteY40" fmla="*/ 87794 h 888261"/>
                <a:gd name="connsiteX41" fmla="*/ 359015 w 468408"/>
                <a:gd name="connsiteY41" fmla="*/ 45048 h 888261"/>
                <a:gd name="connsiteX42" fmla="*/ 363598 w 468408"/>
                <a:gd name="connsiteY42" fmla="*/ 12885 h 888261"/>
                <a:gd name="connsiteX43" fmla="*/ 390095 w 468408"/>
                <a:gd name="connsiteY43" fmla="*/ 15634 h 888261"/>
                <a:gd name="connsiteX44" fmla="*/ 394345 w 468408"/>
                <a:gd name="connsiteY44" fmla="*/ 27467 h 888261"/>
                <a:gd name="connsiteX45" fmla="*/ 392178 w 468408"/>
                <a:gd name="connsiteY45" fmla="*/ 42132 h 888261"/>
                <a:gd name="connsiteX46" fmla="*/ 375430 w 468408"/>
                <a:gd name="connsiteY46" fmla="*/ 118625 h 888261"/>
                <a:gd name="connsiteX47" fmla="*/ 367098 w 468408"/>
                <a:gd name="connsiteY47" fmla="*/ 156705 h 888261"/>
                <a:gd name="connsiteX48" fmla="*/ 358682 w 468408"/>
                <a:gd name="connsiteY48" fmla="*/ 198534 h 888261"/>
                <a:gd name="connsiteX49" fmla="*/ 345766 w 468408"/>
                <a:gd name="connsiteY49" fmla="*/ 210617 h 888261"/>
                <a:gd name="connsiteX50" fmla="*/ 336100 w 468408"/>
                <a:gd name="connsiteY50" fmla="*/ 201367 h 888261"/>
                <a:gd name="connsiteX51" fmla="*/ 340183 w 468408"/>
                <a:gd name="connsiteY51" fmla="*/ 190118 h 888261"/>
                <a:gd name="connsiteX52" fmla="*/ 345516 w 468408"/>
                <a:gd name="connsiteY52" fmla="*/ 158371 h 888261"/>
                <a:gd name="connsiteX53" fmla="*/ 354182 w 468408"/>
                <a:gd name="connsiteY53" fmla="*/ 87794 h 888261"/>
                <a:gd name="connsiteX54" fmla="*/ 354182 w 468408"/>
                <a:gd name="connsiteY54" fmla="*/ 87794 h 888261"/>
                <a:gd name="connsiteX55" fmla="*/ 222361 w 468408"/>
                <a:gd name="connsiteY55" fmla="*/ 219866 h 888261"/>
                <a:gd name="connsiteX56" fmla="*/ 280605 w 468408"/>
                <a:gd name="connsiteY56" fmla="*/ 196701 h 888261"/>
                <a:gd name="connsiteX57" fmla="*/ 309769 w 468408"/>
                <a:gd name="connsiteY57" fmla="*/ 191618 h 888261"/>
                <a:gd name="connsiteX58" fmla="*/ 327768 w 468408"/>
                <a:gd name="connsiteY58" fmla="*/ 189035 h 888261"/>
                <a:gd name="connsiteX59" fmla="*/ 326101 w 468408"/>
                <a:gd name="connsiteY59" fmla="*/ 197785 h 888261"/>
                <a:gd name="connsiteX60" fmla="*/ 326268 w 468408"/>
                <a:gd name="connsiteY60" fmla="*/ 216116 h 888261"/>
                <a:gd name="connsiteX61" fmla="*/ 363014 w 468408"/>
                <a:gd name="connsiteY61" fmla="*/ 214783 h 888261"/>
                <a:gd name="connsiteX62" fmla="*/ 369681 w 468408"/>
                <a:gd name="connsiteY62" fmla="*/ 200618 h 888261"/>
                <a:gd name="connsiteX63" fmla="*/ 399345 w 468408"/>
                <a:gd name="connsiteY63" fmla="*/ 224532 h 888261"/>
                <a:gd name="connsiteX64" fmla="*/ 431508 w 468408"/>
                <a:gd name="connsiteY64" fmla="*/ 272611 h 888261"/>
                <a:gd name="connsiteX65" fmla="*/ 444591 w 468408"/>
                <a:gd name="connsiteY65" fmla="*/ 326190 h 888261"/>
                <a:gd name="connsiteX66" fmla="*/ 441008 w 468408"/>
                <a:gd name="connsiteY66" fmla="*/ 371602 h 888261"/>
                <a:gd name="connsiteX67" fmla="*/ 425426 w 468408"/>
                <a:gd name="connsiteY67" fmla="*/ 333939 h 888261"/>
                <a:gd name="connsiteX68" fmla="*/ 392679 w 468408"/>
                <a:gd name="connsiteY68" fmla="*/ 253780 h 888261"/>
                <a:gd name="connsiteX69" fmla="*/ 387679 w 468408"/>
                <a:gd name="connsiteY69" fmla="*/ 249113 h 888261"/>
                <a:gd name="connsiteX70" fmla="*/ 372514 w 468408"/>
                <a:gd name="connsiteY70" fmla="*/ 255946 h 888261"/>
                <a:gd name="connsiteX71" fmla="*/ 338434 w 468408"/>
                <a:gd name="connsiteY71" fmla="*/ 248447 h 888261"/>
                <a:gd name="connsiteX72" fmla="*/ 305436 w 468408"/>
                <a:gd name="connsiteY72" fmla="*/ 222282 h 888261"/>
                <a:gd name="connsiteX73" fmla="*/ 263023 w 468408"/>
                <a:gd name="connsiteY73" fmla="*/ 240031 h 888261"/>
                <a:gd name="connsiteX74" fmla="*/ 236859 w 468408"/>
                <a:gd name="connsiteY74" fmla="*/ 233698 h 888261"/>
                <a:gd name="connsiteX75" fmla="*/ 193197 w 468408"/>
                <a:gd name="connsiteY75" fmla="*/ 242697 h 888261"/>
                <a:gd name="connsiteX76" fmla="*/ 222361 w 468408"/>
                <a:gd name="connsiteY76" fmla="*/ 219866 h 888261"/>
                <a:gd name="connsiteX77" fmla="*/ 222361 w 468408"/>
                <a:gd name="connsiteY77" fmla="*/ 219866 h 888261"/>
                <a:gd name="connsiteX78" fmla="*/ 166449 w 468408"/>
                <a:gd name="connsiteY78" fmla="*/ 284860 h 888261"/>
                <a:gd name="connsiteX79" fmla="*/ 262607 w 468408"/>
                <a:gd name="connsiteY79" fmla="*/ 248030 h 888261"/>
                <a:gd name="connsiteX80" fmla="*/ 295854 w 468408"/>
                <a:gd name="connsiteY80" fmla="*/ 284527 h 888261"/>
                <a:gd name="connsiteX81" fmla="*/ 331517 w 468408"/>
                <a:gd name="connsiteY81" fmla="*/ 301942 h 888261"/>
                <a:gd name="connsiteX82" fmla="*/ 332434 w 468408"/>
                <a:gd name="connsiteY82" fmla="*/ 297942 h 888261"/>
                <a:gd name="connsiteX83" fmla="*/ 281189 w 468408"/>
                <a:gd name="connsiteY83" fmla="*/ 254363 h 888261"/>
                <a:gd name="connsiteX84" fmla="*/ 268023 w 468408"/>
                <a:gd name="connsiteY84" fmla="*/ 242364 h 888261"/>
                <a:gd name="connsiteX85" fmla="*/ 283938 w 468408"/>
                <a:gd name="connsiteY85" fmla="*/ 231031 h 888261"/>
                <a:gd name="connsiteX86" fmla="*/ 315102 w 468408"/>
                <a:gd name="connsiteY86" fmla="*/ 237947 h 888261"/>
                <a:gd name="connsiteX87" fmla="*/ 340766 w 468408"/>
                <a:gd name="connsiteY87" fmla="*/ 261779 h 888261"/>
                <a:gd name="connsiteX88" fmla="*/ 384763 w 468408"/>
                <a:gd name="connsiteY88" fmla="*/ 261112 h 888261"/>
                <a:gd name="connsiteX89" fmla="*/ 384429 w 468408"/>
                <a:gd name="connsiteY89" fmla="*/ 265279 h 888261"/>
                <a:gd name="connsiteX90" fmla="*/ 387262 w 468408"/>
                <a:gd name="connsiteY90" fmla="*/ 276611 h 888261"/>
                <a:gd name="connsiteX91" fmla="*/ 406927 w 468408"/>
                <a:gd name="connsiteY91" fmla="*/ 312358 h 888261"/>
                <a:gd name="connsiteX92" fmla="*/ 422343 w 468408"/>
                <a:gd name="connsiteY92" fmla="*/ 350354 h 888261"/>
                <a:gd name="connsiteX93" fmla="*/ 430009 w 468408"/>
                <a:gd name="connsiteY93" fmla="*/ 378601 h 888261"/>
                <a:gd name="connsiteX94" fmla="*/ 423509 w 468408"/>
                <a:gd name="connsiteY94" fmla="*/ 377768 h 888261"/>
                <a:gd name="connsiteX95" fmla="*/ 349849 w 468408"/>
                <a:gd name="connsiteY95" fmla="*/ 361686 h 888261"/>
                <a:gd name="connsiteX96" fmla="*/ 216444 w 468408"/>
                <a:gd name="connsiteY96" fmla="*/ 317940 h 888261"/>
                <a:gd name="connsiteX97" fmla="*/ 204862 w 468408"/>
                <a:gd name="connsiteY97" fmla="*/ 312274 h 888261"/>
                <a:gd name="connsiteX98" fmla="*/ 163782 w 468408"/>
                <a:gd name="connsiteY98" fmla="*/ 289693 h 888261"/>
                <a:gd name="connsiteX99" fmla="*/ 163699 w 468408"/>
                <a:gd name="connsiteY99" fmla="*/ 288276 h 888261"/>
                <a:gd name="connsiteX100" fmla="*/ 164282 w 468408"/>
                <a:gd name="connsiteY100" fmla="*/ 286693 h 888261"/>
                <a:gd name="connsiteX101" fmla="*/ 166449 w 468408"/>
                <a:gd name="connsiteY101" fmla="*/ 284860 h 888261"/>
                <a:gd name="connsiteX102" fmla="*/ 166449 w 468408"/>
                <a:gd name="connsiteY102" fmla="*/ 284860 h 888261"/>
                <a:gd name="connsiteX103" fmla="*/ 215694 w 468408"/>
                <a:gd name="connsiteY103" fmla="*/ 853892 h 888261"/>
                <a:gd name="connsiteX104" fmla="*/ 196863 w 468408"/>
                <a:gd name="connsiteY104" fmla="*/ 872140 h 888261"/>
                <a:gd name="connsiteX105" fmla="*/ 169032 w 468408"/>
                <a:gd name="connsiteY105" fmla="*/ 869724 h 888261"/>
                <a:gd name="connsiteX106" fmla="*/ 115203 w 468408"/>
                <a:gd name="connsiteY106" fmla="*/ 850809 h 888261"/>
                <a:gd name="connsiteX107" fmla="*/ 28378 w 468408"/>
                <a:gd name="connsiteY107" fmla="*/ 789731 h 888261"/>
                <a:gd name="connsiteX108" fmla="*/ 16129 w 468408"/>
                <a:gd name="connsiteY108" fmla="*/ 759067 h 888261"/>
                <a:gd name="connsiteX109" fmla="*/ 51543 w 468408"/>
                <a:gd name="connsiteY109" fmla="*/ 754068 h 888261"/>
                <a:gd name="connsiteX110" fmla="*/ 143451 w 468408"/>
                <a:gd name="connsiteY110" fmla="*/ 752985 h 888261"/>
                <a:gd name="connsiteX111" fmla="*/ 179281 w 468408"/>
                <a:gd name="connsiteY111" fmla="*/ 814396 h 888261"/>
                <a:gd name="connsiteX112" fmla="*/ 220111 w 468408"/>
                <a:gd name="connsiteY112" fmla="*/ 847726 h 888261"/>
                <a:gd name="connsiteX113" fmla="*/ 215694 w 468408"/>
                <a:gd name="connsiteY113" fmla="*/ 853892 h 888261"/>
                <a:gd name="connsiteX114" fmla="*/ 215694 w 468408"/>
                <a:gd name="connsiteY114" fmla="*/ 853892 h 888261"/>
                <a:gd name="connsiteX115" fmla="*/ 227193 w 468408"/>
                <a:gd name="connsiteY115" fmla="*/ 837310 h 888261"/>
                <a:gd name="connsiteX116" fmla="*/ 197529 w 468408"/>
                <a:gd name="connsiteY116" fmla="*/ 821228 h 888261"/>
                <a:gd name="connsiteX117" fmla="*/ 178615 w 468408"/>
                <a:gd name="connsiteY117" fmla="*/ 794981 h 888261"/>
                <a:gd name="connsiteX118" fmla="*/ 169615 w 468408"/>
                <a:gd name="connsiteY118" fmla="*/ 780065 h 888261"/>
                <a:gd name="connsiteX119" fmla="*/ 162616 w 468408"/>
                <a:gd name="connsiteY119" fmla="*/ 763817 h 888261"/>
                <a:gd name="connsiteX120" fmla="*/ 143368 w 468408"/>
                <a:gd name="connsiteY120" fmla="*/ 744569 h 888261"/>
                <a:gd name="connsiteX121" fmla="*/ 83123 w 468408"/>
                <a:gd name="connsiteY121" fmla="*/ 737069 h 888261"/>
                <a:gd name="connsiteX122" fmla="*/ 45043 w 468408"/>
                <a:gd name="connsiteY122" fmla="*/ 747318 h 888261"/>
                <a:gd name="connsiteX123" fmla="*/ 15962 w 468408"/>
                <a:gd name="connsiteY123" fmla="*/ 752568 h 888261"/>
                <a:gd name="connsiteX124" fmla="*/ 31544 w 468408"/>
                <a:gd name="connsiteY124" fmla="*/ 683574 h 888261"/>
                <a:gd name="connsiteX125" fmla="*/ 37461 w 468408"/>
                <a:gd name="connsiteY125" fmla="*/ 662076 h 888261"/>
                <a:gd name="connsiteX126" fmla="*/ 69957 w 468408"/>
                <a:gd name="connsiteY126" fmla="*/ 688324 h 888261"/>
                <a:gd name="connsiteX127" fmla="*/ 161450 w 468408"/>
                <a:gd name="connsiteY127" fmla="*/ 691157 h 888261"/>
                <a:gd name="connsiteX128" fmla="*/ 216194 w 468408"/>
                <a:gd name="connsiteY128" fmla="*/ 684157 h 888261"/>
                <a:gd name="connsiteX129" fmla="*/ 235276 w 468408"/>
                <a:gd name="connsiteY129" fmla="*/ 732903 h 888261"/>
                <a:gd name="connsiteX130" fmla="*/ 257524 w 468408"/>
                <a:gd name="connsiteY130" fmla="*/ 758067 h 888261"/>
                <a:gd name="connsiteX131" fmla="*/ 270939 w 468408"/>
                <a:gd name="connsiteY131" fmla="*/ 764650 h 888261"/>
                <a:gd name="connsiteX132" fmla="*/ 227193 w 468408"/>
                <a:gd name="connsiteY132" fmla="*/ 837310 h 888261"/>
                <a:gd name="connsiteX133" fmla="*/ 227193 w 468408"/>
                <a:gd name="connsiteY133" fmla="*/ 837310 h 888261"/>
                <a:gd name="connsiteX134" fmla="*/ 275856 w 468408"/>
                <a:gd name="connsiteY134" fmla="*/ 755568 h 888261"/>
                <a:gd name="connsiteX135" fmla="*/ 275606 w 468408"/>
                <a:gd name="connsiteY135" fmla="*/ 755568 h 888261"/>
                <a:gd name="connsiteX136" fmla="*/ 257774 w 468408"/>
                <a:gd name="connsiteY136" fmla="*/ 745402 h 888261"/>
                <a:gd name="connsiteX137" fmla="*/ 242359 w 468408"/>
                <a:gd name="connsiteY137" fmla="*/ 725237 h 888261"/>
                <a:gd name="connsiteX138" fmla="*/ 239776 w 468408"/>
                <a:gd name="connsiteY138" fmla="*/ 707488 h 888261"/>
                <a:gd name="connsiteX139" fmla="*/ 230443 w 468408"/>
                <a:gd name="connsiteY139" fmla="*/ 684491 h 888261"/>
                <a:gd name="connsiteX140" fmla="*/ 199113 w 468408"/>
                <a:gd name="connsiteY140" fmla="*/ 677325 h 888261"/>
                <a:gd name="connsiteX141" fmla="*/ 162783 w 468408"/>
                <a:gd name="connsiteY141" fmla="*/ 683324 h 888261"/>
                <a:gd name="connsiteX142" fmla="*/ 116370 w 468408"/>
                <a:gd name="connsiteY142" fmla="*/ 686490 h 888261"/>
                <a:gd name="connsiteX143" fmla="*/ 40544 w 468408"/>
                <a:gd name="connsiteY143" fmla="*/ 650660 h 888261"/>
                <a:gd name="connsiteX144" fmla="*/ 60125 w 468408"/>
                <a:gd name="connsiteY144" fmla="*/ 576084 h 888261"/>
                <a:gd name="connsiteX145" fmla="*/ 72374 w 468408"/>
                <a:gd name="connsiteY145" fmla="*/ 527505 h 888261"/>
                <a:gd name="connsiteX146" fmla="*/ 75624 w 468408"/>
                <a:gd name="connsiteY146" fmla="*/ 546170 h 888261"/>
                <a:gd name="connsiteX147" fmla="*/ 103204 w 468408"/>
                <a:gd name="connsiteY147" fmla="*/ 574084 h 888261"/>
                <a:gd name="connsiteX148" fmla="*/ 191280 w 468408"/>
                <a:gd name="connsiteY148" fmla="*/ 592749 h 888261"/>
                <a:gd name="connsiteX149" fmla="*/ 244442 w 468408"/>
                <a:gd name="connsiteY149" fmla="*/ 587333 h 888261"/>
                <a:gd name="connsiteX150" fmla="*/ 273189 w 468408"/>
                <a:gd name="connsiteY150" fmla="*/ 599915 h 888261"/>
                <a:gd name="connsiteX151" fmla="*/ 281355 w 468408"/>
                <a:gd name="connsiteY151" fmla="*/ 622413 h 888261"/>
                <a:gd name="connsiteX152" fmla="*/ 298520 w 468408"/>
                <a:gd name="connsiteY152" fmla="*/ 655993 h 888261"/>
                <a:gd name="connsiteX153" fmla="*/ 317352 w 468408"/>
                <a:gd name="connsiteY153" fmla="*/ 671492 h 888261"/>
                <a:gd name="connsiteX154" fmla="*/ 275856 w 468408"/>
                <a:gd name="connsiteY154" fmla="*/ 755568 h 888261"/>
                <a:gd name="connsiteX155" fmla="*/ 275856 w 468408"/>
                <a:gd name="connsiteY155" fmla="*/ 755568 h 888261"/>
                <a:gd name="connsiteX156" fmla="*/ 325268 w 468408"/>
                <a:gd name="connsiteY156" fmla="*/ 654243 h 888261"/>
                <a:gd name="connsiteX157" fmla="*/ 321435 w 468408"/>
                <a:gd name="connsiteY157" fmla="*/ 662576 h 888261"/>
                <a:gd name="connsiteX158" fmla="*/ 307603 w 468408"/>
                <a:gd name="connsiteY158" fmla="*/ 652744 h 888261"/>
                <a:gd name="connsiteX159" fmla="*/ 292187 w 468408"/>
                <a:gd name="connsiteY159" fmla="*/ 630412 h 888261"/>
                <a:gd name="connsiteX160" fmla="*/ 281689 w 468408"/>
                <a:gd name="connsiteY160" fmla="*/ 599165 h 888261"/>
                <a:gd name="connsiteX161" fmla="*/ 229693 w 468408"/>
                <a:gd name="connsiteY161" fmla="*/ 577167 h 888261"/>
                <a:gd name="connsiteX162" fmla="*/ 186947 w 468408"/>
                <a:gd name="connsiteY162" fmla="*/ 582083 h 888261"/>
                <a:gd name="connsiteX163" fmla="*/ 133952 w 468408"/>
                <a:gd name="connsiteY163" fmla="*/ 576000 h 888261"/>
                <a:gd name="connsiteX164" fmla="*/ 91539 w 468408"/>
                <a:gd name="connsiteY164" fmla="*/ 552836 h 888261"/>
                <a:gd name="connsiteX165" fmla="*/ 76207 w 468408"/>
                <a:gd name="connsiteY165" fmla="*/ 513756 h 888261"/>
                <a:gd name="connsiteX166" fmla="*/ 91456 w 468408"/>
                <a:gd name="connsiteY166" fmla="*/ 460094 h 888261"/>
                <a:gd name="connsiteX167" fmla="*/ 91456 w 468408"/>
                <a:gd name="connsiteY167" fmla="*/ 460011 h 888261"/>
                <a:gd name="connsiteX168" fmla="*/ 117704 w 468408"/>
                <a:gd name="connsiteY168" fmla="*/ 494841 h 888261"/>
                <a:gd name="connsiteX169" fmla="*/ 209195 w 468408"/>
                <a:gd name="connsiteY169" fmla="*/ 505090 h 888261"/>
                <a:gd name="connsiteX170" fmla="*/ 270356 w 468408"/>
                <a:gd name="connsiteY170" fmla="*/ 503174 h 888261"/>
                <a:gd name="connsiteX171" fmla="*/ 312269 w 468408"/>
                <a:gd name="connsiteY171" fmla="*/ 543587 h 888261"/>
                <a:gd name="connsiteX172" fmla="*/ 346683 w 468408"/>
                <a:gd name="connsiteY172" fmla="*/ 566751 h 888261"/>
                <a:gd name="connsiteX173" fmla="*/ 362681 w 468408"/>
                <a:gd name="connsiteY173" fmla="*/ 572501 h 888261"/>
                <a:gd name="connsiteX174" fmla="*/ 325268 w 468408"/>
                <a:gd name="connsiteY174" fmla="*/ 654243 h 888261"/>
                <a:gd name="connsiteX175" fmla="*/ 325268 w 468408"/>
                <a:gd name="connsiteY175" fmla="*/ 654243 h 888261"/>
                <a:gd name="connsiteX176" fmla="*/ 367098 w 468408"/>
                <a:gd name="connsiteY176" fmla="*/ 562585 h 888261"/>
                <a:gd name="connsiteX177" fmla="*/ 344766 w 468408"/>
                <a:gd name="connsiteY177" fmla="*/ 556669 h 888261"/>
                <a:gd name="connsiteX178" fmla="*/ 306436 w 468408"/>
                <a:gd name="connsiteY178" fmla="*/ 522422 h 888261"/>
                <a:gd name="connsiteX179" fmla="*/ 246275 w 468408"/>
                <a:gd name="connsiteY179" fmla="*/ 492591 h 888261"/>
                <a:gd name="connsiteX180" fmla="*/ 150950 w 468408"/>
                <a:gd name="connsiteY180" fmla="*/ 499591 h 888261"/>
                <a:gd name="connsiteX181" fmla="*/ 106371 w 468408"/>
                <a:gd name="connsiteY181" fmla="*/ 474759 h 888261"/>
                <a:gd name="connsiteX182" fmla="*/ 95705 w 468408"/>
                <a:gd name="connsiteY182" fmla="*/ 445929 h 888261"/>
                <a:gd name="connsiteX183" fmla="*/ 110454 w 468408"/>
                <a:gd name="connsiteY183" fmla="*/ 400933 h 888261"/>
                <a:gd name="connsiteX184" fmla="*/ 120703 w 468408"/>
                <a:gd name="connsiteY184" fmla="*/ 356604 h 888261"/>
                <a:gd name="connsiteX185" fmla="*/ 215445 w 468408"/>
                <a:gd name="connsiteY185" fmla="*/ 420681 h 888261"/>
                <a:gd name="connsiteX186" fmla="*/ 329018 w 468408"/>
                <a:gd name="connsiteY186" fmla="*/ 467260 h 888261"/>
                <a:gd name="connsiteX187" fmla="*/ 385846 w 468408"/>
                <a:gd name="connsiteY187" fmla="*/ 475093 h 888261"/>
                <a:gd name="connsiteX188" fmla="*/ 409177 w 468408"/>
                <a:gd name="connsiteY188" fmla="*/ 475093 h 888261"/>
                <a:gd name="connsiteX189" fmla="*/ 367098 w 468408"/>
                <a:gd name="connsiteY189" fmla="*/ 562585 h 888261"/>
                <a:gd name="connsiteX190" fmla="*/ 367098 w 468408"/>
                <a:gd name="connsiteY190" fmla="*/ 562585 h 888261"/>
                <a:gd name="connsiteX191" fmla="*/ 434175 w 468408"/>
                <a:gd name="connsiteY191" fmla="*/ 445096 h 888261"/>
                <a:gd name="connsiteX192" fmla="*/ 387179 w 468408"/>
                <a:gd name="connsiteY192" fmla="*/ 461261 h 888261"/>
                <a:gd name="connsiteX193" fmla="*/ 331934 w 468408"/>
                <a:gd name="connsiteY193" fmla="*/ 455178 h 888261"/>
                <a:gd name="connsiteX194" fmla="*/ 236193 w 468408"/>
                <a:gd name="connsiteY194" fmla="*/ 417765 h 888261"/>
                <a:gd name="connsiteX195" fmla="*/ 150533 w 468408"/>
                <a:gd name="connsiteY195" fmla="*/ 366103 h 888261"/>
                <a:gd name="connsiteX196" fmla="*/ 115787 w 468408"/>
                <a:gd name="connsiteY196" fmla="*/ 328773 h 888261"/>
                <a:gd name="connsiteX197" fmla="*/ 120036 w 468408"/>
                <a:gd name="connsiteY197" fmla="*/ 300859 h 888261"/>
                <a:gd name="connsiteX198" fmla="*/ 153450 w 468408"/>
                <a:gd name="connsiteY198" fmla="*/ 298942 h 888261"/>
                <a:gd name="connsiteX199" fmla="*/ 235026 w 468408"/>
                <a:gd name="connsiteY199" fmla="*/ 338189 h 888261"/>
                <a:gd name="connsiteX200" fmla="*/ 346099 w 468408"/>
                <a:gd name="connsiteY200" fmla="*/ 376435 h 888261"/>
                <a:gd name="connsiteX201" fmla="*/ 424009 w 468408"/>
                <a:gd name="connsiteY201" fmla="*/ 390434 h 888261"/>
                <a:gd name="connsiteX202" fmla="*/ 428509 w 468408"/>
                <a:gd name="connsiteY202" fmla="*/ 391184 h 888261"/>
                <a:gd name="connsiteX203" fmla="*/ 436091 w 468408"/>
                <a:gd name="connsiteY203" fmla="*/ 392933 h 888261"/>
                <a:gd name="connsiteX204" fmla="*/ 438591 w 468408"/>
                <a:gd name="connsiteY204" fmla="*/ 393683 h 888261"/>
                <a:gd name="connsiteX205" fmla="*/ 443091 w 468408"/>
                <a:gd name="connsiteY205" fmla="*/ 395433 h 888261"/>
                <a:gd name="connsiteX206" fmla="*/ 452340 w 468408"/>
                <a:gd name="connsiteY206" fmla="*/ 404099 h 888261"/>
                <a:gd name="connsiteX207" fmla="*/ 434175 w 468408"/>
                <a:gd name="connsiteY207" fmla="*/ 445096 h 888261"/>
                <a:gd name="connsiteX208" fmla="*/ 434175 w 468408"/>
                <a:gd name="connsiteY208" fmla="*/ 445096 h 888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Lst>
              <a:rect l="l" t="t" r="r" b="b"/>
              <a:pathLst>
                <a:path w="468408" h="888261">
                  <a:moveTo>
                    <a:pt x="465088" y="395600"/>
                  </a:moveTo>
                  <a:cubicBezTo>
                    <a:pt x="462172" y="390100"/>
                    <a:pt x="457673" y="386434"/>
                    <a:pt x="452423" y="384018"/>
                  </a:cubicBezTo>
                  <a:cubicBezTo>
                    <a:pt x="459173" y="365519"/>
                    <a:pt x="461172" y="342188"/>
                    <a:pt x="457339" y="323940"/>
                  </a:cubicBezTo>
                  <a:cubicBezTo>
                    <a:pt x="452840" y="302025"/>
                    <a:pt x="448673" y="275944"/>
                    <a:pt x="438174" y="256113"/>
                  </a:cubicBezTo>
                  <a:cubicBezTo>
                    <a:pt x="428675" y="238114"/>
                    <a:pt x="413510" y="219949"/>
                    <a:pt x="398095" y="206784"/>
                  </a:cubicBezTo>
                  <a:cubicBezTo>
                    <a:pt x="392345" y="201867"/>
                    <a:pt x="379179" y="192535"/>
                    <a:pt x="370597" y="194201"/>
                  </a:cubicBezTo>
                  <a:cubicBezTo>
                    <a:pt x="370764" y="192785"/>
                    <a:pt x="370930" y="191452"/>
                    <a:pt x="371181" y="190118"/>
                  </a:cubicBezTo>
                  <a:cubicBezTo>
                    <a:pt x="373430" y="175620"/>
                    <a:pt x="376680" y="161288"/>
                    <a:pt x="379763" y="146956"/>
                  </a:cubicBezTo>
                  <a:cubicBezTo>
                    <a:pt x="385596" y="119875"/>
                    <a:pt x="392345" y="92711"/>
                    <a:pt x="397428" y="65547"/>
                  </a:cubicBezTo>
                  <a:cubicBezTo>
                    <a:pt x="399428" y="54881"/>
                    <a:pt x="401094" y="44215"/>
                    <a:pt x="402761" y="33549"/>
                  </a:cubicBezTo>
                  <a:cubicBezTo>
                    <a:pt x="403761" y="27383"/>
                    <a:pt x="408761" y="15968"/>
                    <a:pt x="404177" y="10135"/>
                  </a:cubicBezTo>
                  <a:cubicBezTo>
                    <a:pt x="400261" y="5135"/>
                    <a:pt x="390679" y="6135"/>
                    <a:pt x="385263" y="5302"/>
                  </a:cubicBezTo>
                  <a:cubicBezTo>
                    <a:pt x="378097" y="4302"/>
                    <a:pt x="365931" y="-2364"/>
                    <a:pt x="358765" y="886"/>
                  </a:cubicBezTo>
                  <a:cubicBezTo>
                    <a:pt x="353349" y="3302"/>
                    <a:pt x="353432" y="8968"/>
                    <a:pt x="352599" y="14301"/>
                  </a:cubicBezTo>
                  <a:cubicBezTo>
                    <a:pt x="350682" y="26800"/>
                    <a:pt x="348933" y="39299"/>
                    <a:pt x="347099" y="51881"/>
                  </a:cubicBezTo>
                  <a:cubicBezTo>
                    <a:pt x="343683" y="75629"/>
                    <a:pt x="341266" y="99627"/>
                    <a:pt x="339017" y="123458"/>
                  </a:cubicBezTo>
                  <a:cubicBezTo>
                    <a:pt x="336434" y="137706"/>
                    <a:pt x="334100" y="151955"/>
                    <a:pt x="331684" y="166121"/>
                  </a:cubicBezTo>
                  <a:cubicBezTo>
                    <a:pt x="330767" y="171704"/>
                    <a:pt x="329851" y="177120"/>
                    <a:pt x="328851" y="182536"/>
                  </a:cubicBezTo>
                  <a:cubicBezTo>
                    <a:pt x="318102" y="179619"/>
                    <a:pt x="303603" y="182203"/>
                    <a:pt x="294687" y="183203"/>
                  </a:cubicBezTo>
                  <a:cubicBezTo>
                    <a:pt x="270273" y="185869"/>
                    <a:pt x="245608" y="192035"/>
                    <a:pt x="224194" y="204367"/>
                  </a:cubicBezTo>
                  <a:cubicBezTo>
                    <a:pt x="195446" y="220949"/>
                    <a:pt x="157866" y="248197"/>
                    <a:pt x="151534" y="283360"/>
                  </a:cubicBezTo>
                  <a:cubicBezTo>
                    <a:pt x="140118" y="278860"/>
                    <a:pt x="127202" y="278194"/>
                    <a:pt x="116703" y="285860"/>
                  </a:cubicBezTo>
                  <a:cubicBezTo>
                    <a:pt x="94706" y="301858"/>
                    <a:pt x="98205" y="327939"/>
                    <a:pt x="112120" y="346854"/>
                  </a:cubicBezTo>
                  <a:cubicBezTo>
                    <a:pt x="107204" y="362186"/>
                    <a:pt x="104538" y="378351"/>
                    <a:pt x="99788" y="393767"/>
                  </a:cubicBezTo>
                  <a:cubicBezTo>
                    <a:pt x="93622" y="413598"/>
                    <a:pt x="86290" y="433097"/>
                    <a:pt x="79873" y="452762"/>
                  </a:cubicBezTo>
                  <a:cubicBezTo>
                    <a:pt x="67208" y="491675"/>
                    <a:pt x="56875" y="531338"/>
                    <a:pt x="46710" y="570918"/>
                  </a:cubicBezTo>
                  <a:cubicBezTo>
                    <a:pt x="36627" y="610247"/>
                    <a:pt x="25295" y="649327"/>
                    <a:pt x="14129" y="688324"/>
                  </a:cubicBezTo>
                  <a:cubicBezTo>
                    <a:pt x="4963" y="720404"/>
                    <a:pt x="-9119" y="757151"/>
                    <a:pt x="8213" y="788898"/>
                  </a:cubicBezTo>
                  <a:cubicBezTo>
                    <a:pt x="14546" y="800564"/>
                    <a:pt x="25045" y="809229"/>
                    <a:pt x="34461" y="818312"/>
                  </a:cubicBezTo>
                  <a:cubicBezTo>
                    <a:pt x="49709" y="832977"/>
                    <a:pt x="68958" y="843976"/>
                    <a:pt x="87456" y="854059"/>
                  </a:cubicBezTo>
                  <a:cubicBezTo>
                    <a:pt x="118203" y="870807"/>
                    <a:pt x="157533" y="889972"/>
                    <a:pt x="193530" y="888139"/>
                  </a:cubicBezTo>
                  <a:cubicBezTo>
                    <a:pt x="205612" y="887556"/>
                    <a:pt x="213695" y="882140"/>
                    <a:pt x="221277" y="872974"/>
                  </a:cubicBezTo>
                  <a:cubicBezTo>
                    <a:pt x="234860" y="856475"/>
                    <a:pt x="245858" y="837310"/>
                    <a:pt x="256774" y="818978"/>
                  </a:cubicBezTo>
                  <a:cubicBezTo>
                    <a:pt x="276605" y="785565"/>
                    <a:pt x="294604" y="751068"/>
                    <a:pt x="311519" y="716071"/>
                  </a:cubicBezTo>
                  <a:cubicBezTo>
                    <a:pt x="331434" y="674825"/>
                    <a:pt x="351182" y="633745"/>
                    <a:pt x="369431" y="591749"/>
                  </a:cubicBezTo>
                  <a:cubicBezTo>
                    <a:pt x="387679" y="549919"/>
                    <a:pt x="409010" y="509840"/>
                    <a:pt x="429342" y="469010"/>
                  </a:cubicBezTo>
                  <a:cubicBezTo>
                    <a:pt x="429425" y="468843"/>
                    <a:pt x="429425" y="468760"/>
                    <a:pt x="429509" y="468593"/>
                  </a:cubicBezTo>
                  <a:cubicBezTo>
                    <a:pt x="430925" y="467760"/>
                    <a:pt x="432341" y="466843"/>
                    <a:pt x="433675" y="465844"/>
                  </a:cubicBezTo>
                  <a:cubicBezTo>
                    <a:pt x="451340" y="452678"/>
                    <a:pt x="477754" y="419514"/>
                    <a:pt x="465088" y="395600"/>
                  </a:cubicBezTo>
                  <a:lnTo>
                    <a:pt x="465088" y="395600"/>
                  </a:lnTo>
                  <a:close/>
                  <a:moveTo>
                    <a:pt x="354182" y="87794"/>
                  </a:moveTo>
                  <a:cubicBezTo>
                    <a:pt x="355265" y="73462"/>
                    <a:pt x="356765" y="59297"/>
                    <a:pt x="359015" y="45048"/>
                  </a:cubicBezTo>
                  <a:cubicBezTo>
                    <a:pt x="360015" y="38966"/>
                    <a:pt x="359598" y="16051"/>
                    <a:pt x="363598" y="12885"/>
                  </a:cubicBezTo>
                  <a:cubicBezTo>
                    <a:pt x="367264" y="9968"/>
                    <a:pt x="385929" y="14134"/>
                    <a:pt x="390095" y="15634"/>
                  </a:cubicBezTo>
                  <a:cubicBezTo>
                    <a:pt x="397262" y="18217"/>
                    <a:pt x="395678" y="19717"/>
                    <a:pt x="394345" y="27467"/>
                  </a:cubicBezTo>
                  <a:cubicBezTo>
                    <a:pt x="393512" y="32383"/>
                    <a:pt x="393012" y="37299"/>
                    <a:pt x="392178" y="42132"/>
                  </a:cubicBezTo>
                  <a:cubicBezTo>
                    <a:pt x="387512" y="67880"/>
                    <a:pt x="381013" y="93210"/>
                    <a:pt x="375430" y="118625"/>
                  </a:cubicBezTo>
                  <a:cubicBezTo>
                    <a:pt x="372680" y="131290"/>
                    <a:pt x="369930" y="144039"/>
                    <a:pt x="367098" y="156705"/>
                  </a:cubicBezTo>
                  <a:cubicBezTo>
                    <a:pt x="364098" y="169954"/>
                    <a:pt x="363431" y="185952"/>
                    <a:pt x="358682" y="198534"/>
                  </a:cubicBezTo>
                  <a:cubicBezTo>
                    <a:pt x="356515" y="204201"/>
                    <a:pt x="352516" y="209450"/>
                    <a:pt x="345766" y="210617"/>
                  </a:cubicBezTo>
                  <a:cubicBezTo>
                    <a:pt x="335517" y="212450"/>
                    <a:pt x="335017" y="207534"/>
                    <a:pt x="336100" y="201367"/>
                  </a:cubicBezTo>
                  <a:cubicBezTo>
                    <a:pt x="337683" y="197618"/>
                    <a:pt x="339267" y="193785"/>
                    <a:pt x="340183" y="190118"/>
                  </a:cubicBezTo>
                  <a:cubicBezTo>
                    <a:pt x="342766" y="179703"/>
                    <a:pt x="343849" y="168954"/>
                    <a:pt x="345516" y="158371"/>
                  </a:cubicBezTo>
                  <a:cubicBezTo>
                    <a:pt x="349099" y="135207"/>
                    <a:pt x="352349" y="111292"/>
                    <a:pt x="354182" y="87794"/>
                  </a:cubicBezTo>
                  <a:lnTo>
                    <a:pt x="354182" y="87794"/>
                  </a:lnTo>
                  <a:close/>
                  <a:moveTo>
                    <a:pt x="222361" y="219866"/>
                  </a:moveTo>
                  <a:cubicBezTo>
                    <a:pt x="240442" y="208117"/>
                    <a:pt x="259440" y="200951"/>
                    <a:pt x="280605" y="196701"/>
                  </a:cubicBezTo>
                  <a:cubicBezTo>
                    <a:pt x="290271" y="194785"/>
                    <a:pt x="300020" y="193035"/>
                    <a:pt x="309769" y="191618"/>
                  </a:cubicBezTo>
                  <a:cubicBezTo>
                    <a:pt x="314685" y="190952"/>
                    <a:pt x="321602" y="189285"/>
                    <a:pt x="327768" y="189035"/>
                  </a:cubicBezTo>
                  <a:cubicBezTo>
                    <a:pt x="327268" y="191952"/>
                    <a:pt x="326684" y="194785"/>
                    <a:pt x="326101" y="197785"/>
                  </a:cubicBezTo>
                  <a:cubicBezTo>
                    <a:pt x="325018" y="203117"/>
                    <a:pt x="323685" y="211033"/>
                    <a:pt x="326268" y="216116"/>
                  </a:cubicBezTo>
                  <a:cubicBezTo>
                    <a:pt x="333350" y="229865"/>
                    <a:pt x="354349" y="222366"/>
                    <a:pt x="363014" y="214783"/>
                  </a:cubicBezTo>
                  <a:cubicBezTo>
                    <a:pt x="367098" y="211200"/>
                    <a:pt x="368681" y="205950"/>
                    <a:pt x="369681" y="200618"/>
                  </a:cubicBezTo>
                  <a:cubicBezTo>
                    <a:pt x="380513" y="206034"/>
                    <a:pt x="391512" y="215950"/>
                    <a:pt x="399345" y="224532"/>
                  </a:cubicBezTo>
                  <a:cubicBezTo>
                    <a:pt x="411927" y="238114"/>
                    <a:pt x="426175" y="254529"/>
                    <a:pt x="431508" y="272611"/>
                  </a:cubicBezTo>
                  <a:cubicBezTo>
                    <a:pt x="436758" y="290109"/>
                    <a:pt x="441591" y="308191"/>
                    <a:pt x="444591" y="326190"/>
                  </a:cubicBezTo>
                  <a:cubicBezTo>
                    <a:pt x="447090" y="341188"/>
                    <a:pt x="444757" y="356687"/>
                    <a:pt x="441008" y="371602"/>
                  </a:cubicBezTo>
                  <a:cubicBezTo>
                    <a:pt x="437174" y="358770"/>
                    <a:pt x="431008" y="346021"/>
                    <a:pt x="425426" y="333939"/>
                  </a:cubicBezTo>
                  <a:cubicBezTo>
                    <a:pt x="413760" y="308441"/>
                    <a:pt x="387012" y="283027"/>
                    <a:pt x="392679" y="253780"/>
                  </a:cubicBezTo>
                  <a:cubicBezTo>
                    <a:pt x="393179" y="250946"/>
                    <a:pt x="390179" y="248697"/>
                    <a:pt x="387679" y="249113"/>
                  </a:cubicBezTo>
                  <a:cubicBezTo>
                    <a:pt x="382013" y="250113"/>
                    <a:pt x="378180" y="254446"/>
                    <a:pt x="372514" y="255946"/>
                  </a:cubicBezTo>
                  <a:cubicBezTo>
                    <a:pt x="360931" y="258946"/>
                    <a:pt x="347766" y="255863"/>
                    <a:pt x="338434" y="248447"/>
                  </a:cubicBezTo>
                  <a:cubicBezTo>
                    <a:pt x="326684" y="239031"/>
                    <a:pt x="321102" y="226782"/>
                    <a:pt x="305436" y="222282"/>
                  </a:cubicBezTo>
                  <a:cubicBezTo>
                    <a:pt x="292438" y="218533"/>
                    <a:pt x="263107" y="224366"/>
                    <a:pt x="263023" y="240031"/>
                  </a:cubicBezTo>
                  <a:cubicBezTo>
                    <a:pt x="255024" y="236364"/>
                    <a:pt x="246108" y="234614"/>
                    <a:pt x="236859" y="233698"/>
                  </a:cubicBezTo>
                  <a:cubicBezTo>
                    <a:pt x="221861" y="232281"/>
                    <a:pt x="206862" y="236198"/>
                    <a:pt x="193197" y="242697"/>
                  </a:cubicBezTo>
                  <a:cubicBezTo>
                    <a:pt x="201946" y="234114"/>
                    <a:pt x="211862" y="226699"/>
                    <a:pt x="222361" y="219866"/>
                  </a:cubicBezTo>
                  <a:lnTo>
                    <a:pt x="222361" y="219866"/>
                  </a:lnTo>
                  <a:close/>
                  <a:moveTo>
                    <a:pt x="166449" y="284860"/>
                  </a:moveTo>
                  <a:cubicBezTo>
                    <a:pt x="181947" y="253446"/>
                    <a:pt x="229027" y="230448"/>
                    <a:pt x="262607" y="248030"/>
                  </a:cubicBezTo>
                  <a:cubicBezTo>
                    <a:pt x="277605" y="255863"/>
                    <a:pt x="283188" y="273528"/>
                    <a:pt x="295854" y="284527"/>
                  </a:cubicBezTo>
                  <a:cubicBezTo>
                    <a:pt x="306020" y="293359"/>
                    <a:pt x="317519" y="301608"/>
                    <a:pt x="331517" y="301942"/>
                  </a:cubicBezTo>
                  <a:cubicBezTo>
                    <a:pt x="333684" y="302025"/>
                    <a:pt x="334851" y="298609"/>
                    <a:pt x="332434" y="297942"/>
                  </a:cubicBezTo>
                  <a:cubicBezTo>
                    <a:pt x="308270" y="290859"/>
                    <a:pt x="295187" y="273778"/>
                    <a:pt x="281189" y="254363"/>
                  </a:cubicBezTo>
                  <a:cubicBezTo>
                    <a:pt x="277439" y="249196"/>
                    <a:pt x="273022" y="245364"/>
                    <a:pt x="268023" y="242364"/>
                  </a:cubicBezTo>
                  <a:cubicBezTo>
                    <a:pt x="270773" y="236531"/>
                    <a:pt x="277939" y="232948"/>
                    <a:pt x="283938" y="231031"/>
                  </a:cubicBezTo>
                  <a:cubicBezTo>
                    <a:pt x="295771" y="227282"/>
                    <a:pt x="305853" y="230615"/>
                    <a:pt x="315102" y="237947"/>
                  </a:cubicBezTo>
                  <a:cubicBezTo>
                    <a:pt x="324601" y="245447"/>
                    <a:pt x="329851" y="255863"/>
                    <a:pt x="340766" y="261779"/>
                  </a:cubicBezTo>
                  <a:cubicBezTo>
                    <a:pt x="355848" y="269945"/>
                    <a:pt x="371264" y="269361"/>
                    <a:pt x="384763" y="261112"/>
                  </a:cubicBezTo>
                  <a:cubicBezTo>
                    <a:pt x="384596" y="262612"/>
                    <a:pt x="384346" y="264112"/>
                    <a:pt x="384429" y="265279"/>
                  </a:cubicBezTo>
                  <a:cubicBezTo>
                    <a:pt x="384763" y="269278"/>
                    <a:pt x="386012" y="272861"/>
                    <a:pt x="387262" y="276611"/>
                  </a:cubicBezTo>
                  <a:cubicBezTo>
                    <a:pt x="391845" y="289859"/>
                    <a:pt x="400261" y="300192"/>
                    <a:pt x="406927" y="312358"/>
                  </a:cubicBezTo>
                  <a:cubicBezTo>
                    <a:pt x="413593" y="324523"/>
                    <a:pt x="418010" y="337355"/>
                    <a:pt x="422343" y="350354"/>
                  </a:cubicBezTo>
                  <a:cubicBezTo>
                    <a:pt x="425342" y="359270"/>
                    <a:pt x="430592" y="369186"/>
                    <a:pt x="430009" y="378601"/>
                  </a:cubicBezTo>
                  <a:cubicBezTo>
                    <a:pt x="427759" y="378268"/>
                    <a:pt x="425592" y="378018"/>
                    <a:pt x="423509" y="377768"/>
                  </a:cubicBezTo>
                  <a:cubicBezTo>
                    <a:pt x="398345" y="374435"/>
                    <a:pt x="374180" y="368686"/>
                    <a:pt x="349849" y="361686"/>
                  </a:cubicBezTo>
                  <a:cubicBezTo>
                    <a:pt x="304936" y="348604"/>
                    <a:pt x="260857" y="332689"/>
                    <a:pt x="216444" y="317940"/>
                  </a:cubicBezTo>
                  <a:cubicBezTo>
                    <a:pt x="212528" y="316107"/>
                    <a:pt x="208695" y="314191"/>
                    <a:pt x="204862" y="312274"/>
                  </a:cubicBezTo>
                  <a:cubicBezTo>
                    <a:pt x="190863" y="305358"/>
                    <a:pt x="177531" y="297109"/>
                    <a:pt x="163782" y="289693"/>
                  </a:cubicBezTo>
                  <a:cubicBezTo>
                    <a:pt x="163782" y="289193"/>
                    <a:pt x="163782" y="288693"/>
                    <a:pt x="163699" y="288276"/>
                  </a:cubicBezTo>
                  <a:cubicBezTo>
                    <a:pt x="163866" y="287693"/>
                    <a:pt x="164116" y="287193"/>
                    <a:pt x="164282" y="286693"/>
                  </a:cubicBezTo>
                  <a:cubicBezTo>
                    <a:pt x="165115" y="286443"/>
                    <a:pt x="165949" y="285943"/>
                    <a:pt x="166449" y="284860"/>
                  </a:cubicBezTo>
                  <a:lnTo>
                    <a:pt x="166449" y="284860"/>
                  </a:lnTo>
                  <a:close/>
                  <a:moveTo>
                    <a:pt x="215694" y="853892"/>
                  </a:moveTo>
                  <a:cubicBezTo>
                    <a:pt x="210778" y="860725"/>
                    <a:pt x="205612" y="869891"/>
                    <a:pt x="196863" y="872140"/>
                  </a:cubicBezTo>
                  <a:cubicBezTo>
                    <a:pt x="188447" y="874307"/>
                    <a:pt x="177031" y="871890"/>
                    <a:pt x="169032" y="869724"/>
                  </a:cubicBezTo>
                  <a:cubicBezTo>
                    <a:pt x="150867" y="864808"/>
                    <a:pt x="132119" y="858892"/>
                    <a:pt x="115203" y="850809"/>
                  </a:cubicBezTo>
                  <a:cubicBezTo>
                    <a:pt x="83790" y="835810"/>
                    <a:pt x="51209" y="816395"/>
                    <a:pt x="28378" y="789731"/>
                  </a:cubicBezTo>
                  <a:cubicBezTo>
                    <a:pt x="20629" y="780649"/>
                    <a:pt x="17046" y="770150"/>
                    <a:pt x="16129" y="759067"/>
                  </a:cubicBezTo>
                  <a:cubicBezTo>
                    <a:pt x="28045" y="760484"/>
                    <a:pt x="42460" y="756484"/>
                    <a:pt x="51543" y="754068"/>
                  </a:cubicBezTo>
                  <a:cubicBezTo>
                    <a:pt x="82040" y="745985"/>
                    <a:pt x="114954" y="731236"/>
                    <a:pt x="143451" y="752985"/>
                  </a:cubicBezTo>
                  <a:cubicBezTo>
                    <a:pt x="162949" y="767900"/>
                    <a:pt x="165115" y="795314"/>
                    <a:pt x="179281" y="814396"/>
                  </a:cubicBezTo>
                  <a:cubicBezTo>
                    <a:pt x="188030" y="826228"/>
                    <a:pt x="203446" y="844060"/>
                    <a:pt x="220111" y="847726"/>
                  </a:cubicBezTo>
                  <a:cubicBezTo>
                    <a:pt x="218611" y="849726"/>
                    <a:pt x="217194" y="851809"/>
                    <a:pt x="215694" y="853892"/>
                  </a:cubicBezTo>
                  <a:lnTo>
                    <a:pt x="215694" y="853892"/>
                  </a:lnTo>
                  <a:close/>
                  <a:moveTo>
                    <a:pt x="227193" y="837310"/>
                  </a:moveTo>
                  <a:cubicBezTo>
                    <a:pt x="217277" y="832144"/>
                    <a:pt x="206445" y="829811"/>
                    <a:pt x="197529" y="821228"/>
                  </a:cubicBezTo>
                  <a:cubicBezTo>
                    <a:pt x="189197" y="813146"/>
                    <a:pt x="183947" y="804980"/>
                    <a:pt x="178615" y="794981"/>
                  </a:cubicBezTo>
                  <a:cubicBezTo>
                    <a:pt x="175865" y="789814"/>
                    <a:pt x="172115" y="785398"/>
                    <a:pt x="169615" y="780065"/>
                  </a:cubicBezTo>
                  <a:cubicBezTo>
                    <a:pt x="167116" y="774732"/>
                    <a:pt x="165616" y="768983"/>
                    <a:pt x="162616" y="763817"/>
                  </a:cubicBezTo>
                  <a:cubicBezTo>
                    <a:pt x="158033" y="755901"/>
                    <a:pt x="150867" y="749651"/>
                    <a:pt x="143368" y="744569"/>
                  </a:cubicBezTo>
                  <a:cubicBezTo>
                    <a:pt x="125036" y="732153"/>
                    <a:pt x="104038" y="731903"/>
                    <a:pt x="83123" y="737069"/>
                  </a:cubicBezTo>
                  <a:cubicBezTo>
                    <a:pt x="70374" y="740236"/>
                    <a:pt x="57709" y="743819"/>
                    <a:pt x="45043" y="747318"/>
                  </a:cubicBezTo>
                  <a:cubicBezTo>
                    <a:pt x="38044" y="749235"/>
                    <a:pt x="25962" y="752985"/>
                    <a:pt x="15962" y="752568"/>
                  </a:cubicBezTo>
                  <a:cubicBezTo>
                    <a:pt x="16046" y="729320"/>
                    <a:pt x="25878" y="704072"/>
                    <a:pt x="31544" y="683574"/>
                  </a:cubicBezTo>
                  <a:cubicBezTo>
                    <a:pt x="33544" y="676408"/>
                    <a:pt x="35460" y="669242"/>
                    <a:pt x="37461" y="662076"/>
                  </a:cubicBezTo>
                  <a:cubicBezTo>
                    <a:pt x="43960" y="674158"/>
                    <a:pt x="57292" y="683157"/>
                    <a:pt x="69957" y="688324"/>
                  </a:cubicBezTo>
                  <a:cubicBezTo>
                    <a:pt x="97538" y="699573"/>
                    <a:pt x="132702" y="697406"/>
                    <a:pt x="161450" y="691157"/>
                  </a:cubicBezTo>
                  <a:cubicBezTo>
                    <a:pt x="178281" y="687490"/>
                    <a:pt x="198946" y="678074"/>
                    <a:pt x="216194" y="684157"/>
                  </a:cubicBezTo>
                  <a:cubicBezTo>
                    <a:pt x="239526" y="692407"/>
                    <a:pt x="230027" y="714821"/>
                    <a:pt x="235276" y="732903"/>
                  </a:cubicBezTo>
                  <a:cubicBezTo>
                    <a:pt x="238359" y="743402"/>
                    <a:pt x="249525" y="751318"/>
                    <a:pt x="257524" y="758067"/>
                  </a:cubicBezTo>
                  <a:cubicBezTo>
                    <a:pt x="261857" y="761817"/>
                    <a:pt x="266190" y="763650"/>
                    <a:pt x="270939" y="764650"/>
                  </a:cubicBezTo>
                  <a:cubicBezTo>
                    <a:pt x="257441" y="789648"/>
                    <a:pt x="242942" y="814062"/>
                    <a:pt x="227193" y="837310"/>
                  </a:cubicBezTo>
                  <a:lnTo>
                    <a:pt x="227193" y="837310"/>
                  </a:lnTo>
                  <a:close/>
                  <a:moveTo>
                    <a:pt x="275856" y="755568"/>
                  </a:moveTo>
                  <a:cubicBezTo>
                    <a:pt x="275772" y="755568"/>
                    <a:pt x="275689" y="755568"/>
                    <a:pt x="275606" y="755568"/>
                  </a:cubicBezTo>
                  <a:cubicBezTo>
                    <a:pt x="268107" y="753984"/>
                    <a:pt x="263440" y="750401"/>
                    <a:pt x="257774" y="745402"/>
                  </a:cubicBezTo>
                  <a:cubicBezTo>
                    <a:pt x="251275" y="739569"/>
                    <a:pt x="244525" y="734069"/>
                    <a:pt x="242359" y="725237"/>
                  </a:cubicBezTo>
                  <a:cubicBezTo>
                    <a:pt x="240942" y="719487"/>
                    <a:pt x="241026" y="713321"/>
                    <a:pt x="239776" y="707488"/>
                  </a:cubicBezTo>
                  <a:cubicBezTo>
                    <a:pt x="237943" y="699406"/>
                    <a:pt x="237026" y="690323"/>
                    <a:pt x="230443" y="684491"/>
                  </a:cubicBezTo>
                  <a:cubicBezTo>
                    <a:pt x="222527" y="677575"/>
                    <a:pt x="208945" y="677075"/>
                    <a:pt x="199113" y="677325"/>
                  </a:cubicBezTo>
                  <a:cubicBezTo>
                    <a:pt x="186697" y="677575"/>
                    <a:pt x="174865" y="680991"/>
                    <a:pt x="162783" y="683324"/>
                  </a:cubicBezTo>
                  <a:cubicBezTo>
                    <a:pt x="148034" y="686157"/>
                    <a:pt x="131369" y="686574"/>
                    <a:pt x="116370" y="686490"/>
                  </a:cubicBezTo>
                  <a:cubicBezTo>
                    <a:pt x="92955" y="686407"/>
                    <a:pt x="45293" y="679408"/>
                    <a:pt x="40544" y="650660"/>
                  </a:cubicBezTo>
                  <a:cubicBezTo>
                    <a:pt x="47293" y="625829"/>
                    <a:pt x="54042" y="600915"/>
                    <a:pt x="60125" y="576084"/>
                  </a:cubicBezTo>
                  <a:cubicBezTo>
                    <a:pt x="64042" y="559835"/>
                    <a:pt x="68208" y="543670"/>
                    <a:pt x="72374" y="527505"/>
                  </a:cubicBezTo>
                  <a:cubicBezTo>
                    <a:pt x="72374" y="534004"/>
                    <a:pt x="73040" y="540337"/>
                    <a:pt x="75624" y="546170"/>
                  </a:cubicBezTo>
                  <a:cubicBezTo>
                    <a:pt x="81040" y="558169"/>
                    <a:pt x="92289" y="567501"/>
                    <a:pt x="103204" y="574084"/>
                  </a:cubicBezTo>
                  <a:cubicBezTo>
                    <a:pt x="129619" y="589916"/>
                    <a:pt x="160783" y="595749"/>
                    <a:pt x="191280" y="592749"/>
                  </a:cubicBezTo>
                  <a:cubicBezTo>
                    <a:pt x="208945" y="590999"/>
                    <a:pt x="226527" y="585416"/>
                    <a:pt x="244442" y="587333"/>
                  </a:cubicBezTo>
                  <a:cubicBezTo>
                    <a:pt x="254274" y="588416"/>
                    <a:pt x="267190" y="590999"/>
                    <a:pt x="273189" y="599915"/>
                  </a:cubicBezTo>
                  <a:cubicBezTo>
                    <a:pt x="277356" y="605998"/>
                    <a:pt x="279272" y="615580"/>
                    <a:pt x="281355" y="622413"/>
                  </a:cubicBezTo>
                  <a:cubicBezTo>
                    <a:pt x="285021" y="634578"/>
                    <a:pt x="289854" y="646411"/>
                    <a:pt x="298520" y="655993"/>
                  </a:cubicBezTo>
                  <a:cubicBezTo>
                    <a:pt x="303186" y="661243"/>
                    <a:pt x="310103" y="668575"/>
                    <a:pt x="317352" y="671492"/>
                  </a:cubicBezTo>
                  <a:cubicBezTo>
                    <a:pt x="304353" y="699489"/>
                    <a:pt x="290605" y="727820"/>
                    <a:pt x="275856" y="755568"/>
                  </a:cubicBezTo>
                  <a:lnTo>
                    <a:pt x="275856" y="755568"/>
                  </a:lnTo>
                  <a:close/>
                  <a:moveTo>
                    <a:pt x="325268" y="654243"/>
                  </a:moveTo>
                  <a:cubicBezTo>
                    <a:pt x="324018" y="656993"/>
                    <a:pt x="322685" y="659826"/>
                    <a:pt x="321435" y="662576"/>
                  </a:cubicBezTo>
                  <a:cubicBezTo>
                    <a:pt x="316935" y="661326"/>
                    <a:pt x="310353" y="655160"/>
                    <a:pt x="307603" y="652744"/>
                  </a:cubicBezTo>
                  <a:cubicBezTo>
                    <a:pt x="300603" y="646577"/>
                    <a:pt x="295687" y="638911"/>
                    <a:pt x="292187" y="630412"/>
                  </a:cubicBezTo>
                  <a:cubicBezTo>
                    <a:pt x="288104" y="620413"/>
                    <a:pt x="286521" y="608747"/>
                    <a:pt x="281689" y="599165"/>
                  </a:cubicBezTo>
                  <a:cubicBezTo>
                    <a:pt x="272356" y="580583"/>
                    <a:pt x="248525" y="576500"/>
                    <a:pt x="229693" y="577167"/>
                  </a:cubicBezTo>
                  <a:cubicBezTo>
                    <a:pt x="215361" y="577667"/>
                    <a:pt x="201279" y="580917"/>
                    <a:pt x="186947" y="582083"/>
                  </a:cubicBezTo>
                  <a:cubicBezTo>
                    <a:pt x="168699" y="583583"/>
                    <a:pt x="151284" y="581416"/>
                    <a:pt x="133952" y="576000"/>
                  </a:cubicBezTo>
                  <a:cubicBezTo>
                    <a:pt x="118537" y="571168"/>
                    <a:pt x="102788" y="565085"/>
                    <a:pt x="91539" y="552836"/>
                  </a:cubicBezTo>
                  <a:cubicBezTo>
                    <a:pt x="81956" y="542420"/>
                    <a:pt x="78873" y="527755"/>
                    <a:pt x="76207" y="513756"/>
                  </a:cubicBezTo>
                  <a:cubicBezTo>
                    <a:pt x="81040" y="495758"/>
                    <a:pt x="86123" y="477843"/>
                    <a:pt x="91456" y="460094"/>
                  </a:cubicBezTo>
                  <a:lnTo>
                    <a:pt x="91456" y="460011"/>
                  </a:lnTo>
                  <a:cubicBezTo>
                    <a:pt x="95289" y="473926"/>
                    <a:pt x="105954" y="486592"/>
                    <a:pt x="117704" y="494841"/>
                  </a:cubicBezTo>
                  <a:cubicBezTo>
                    <a:pt x="144451" y="513756"/>
                    <a:pt x="178781" y="509923"/>
                    <a:pt x="209195" y="505090"/>
                  </a:cubicBezTo>
                  <a:cubicBezTo>
                    <a:pt x="227443" y="502174"/>
                    <a:pt x="252525" y="496508"/>
                    <a:pt x="270356" y="503174"/>
                  </a:cubicBezTo>
                  <a:cubicBezTo>
                    <a:pt x="288355" y="509923"/>
                    <a:pt x="300187" y="529755"/>
                    <a:pt x="312269" y="543587"/>
                  </a:cubicBezTo>
                  <a:cubicBezTo>
                    <a:pt x="321351" y="554086"/>
                    <a:pt x="334100" y="561252"/>
                    <a:pt x="346683" y="566751"/>
                  </a:cubicBezTo>
                  <a:cubicBezTo>
                    <a:pt x="350932" y="568584"/>
                    <a:pt x="356848" y="571251"/>
                    <a:pt x="362681" y="572501"/>
                  </a:cubicBezTo>
                  <a:cubicBezTo>
                    <a:pt x="350015" y="599582"/>
                    <a:pt x="337683" y="626913"/>
                    <a:pt x="325268" y="654243"/>
                  </a:cubicBezTo>
                  <a:lnTo>
                    <a:pt x="325268" y="654243"/>
                  </a:lnTo>
                  <a:close/>
                  <a:moveTo>
                    <a:pt x="367098" y="562585"/>
                  </a:moveTo>
                  <a:cubicBezTo>
                    <a:pt x="359598" y="561168"/>
                    <a:pt x="352099" y="560168"/>
                    <a:pt x="344766" y="556669"/>
                  </a:cubicBezTo>
                  <a:cubicBezTo>
                    <a:pt x="327684" y="548420"/>
                    <a:pt x="318268" y="536587"/>
                    <a:pt x="306436" y="522422"/>
                  </a:cubicBezTo>
                  <a:cubicBezTo>
                    <a:pt x="289854" y="502507"/>
                    <a:pt x="272689" y="490758"/>
                    <a:pt x="246275" y="492591"/>
                  </a:cubicBezTo>
                  <a:cubicBezTo>
                    <a:pt x="214528" y="494758"/>
                    <a:pt x="182864" y="504590"/>
                    <a:pt x="150950" y="499591"/>
                  </a:cubicBezTo>
                  <a:cubicBezTo>
                    <a:pt x="133035" y="496758"/>
                    <a:pt x="117870" y="489092"/>
                    <a:pt x="106371" y="474759"/>
                  </a:cubicBezTo>
                  <a:cubicBezTo>
                    <a:pt x="99288" y="465844"/>
                    <a:pt x="97038" y="456261"/>
                    <a:pt x="95705" y="445929"/>
                  </a:cubicBezTo>
                  <a:cubicBezTo>
                    <a:pt x="100621" y="430930"/>
                    <a:pt x="105787" y="416015"/>
                    <a:pt x="110454" y="400933"/>
                  </a:cubicBezTo>
                  <a:cubicBezTo>
                    <a:pt x="114870" y="386434"/>
                    <a:pt x="117620" y="371436"/>
                    <a:pt x="120703" y="356604"/>
                  </a:cubicBezTo>
                  <a:cubicBezTo>
                    <a:pt x="148617" y="382768"/>
                    <a:pt x="181781" y="402599"/>
                    <a:pt x="215445" y="420681"/>
                  </a:cubicBezTo>
                  <a:cubicBezTo>
                    <a:pt x="251108" y="439929"/>
                    <a:pt x="289438" y="457594"/>
                    <a:pt x="329018" y="467260"/>
                  </a:cubicBezTo>
                  <a:cubicBezTo>
                    <a:pt x="347683" y="471843"/>
                    <a:pt x="366598" y="474510"/>
                    <a:pt x="385846" y="475093"/>
                  </a:cubicBezTo>
                  <a:cubicBezTo>
                    <a:pt x="394179" y="475343"/>
                    <a:pt x="401844" y="475759"/>
                    <a:pt x="409177" y="475093"/>
                  </a:cubicBezTo>
                  <a:cubicBezTo>
                    <a:pt x="394512" y="503924"/>
                    <a:pt x="380680" y="533171"/>
                    <a:pt x="367098" y="562585"/>
                  </a:cubicBezTo>
                  <a:lnTo>
                    <a:pt x="367098" y="562585"/>
                  </a:lnTo>
                  <a:close/>
                  <a:moveTo>
                    <a:pt x="434175" y="445096"/>
                  </a:moveTo>
                  <a:cubicBezTo>
                    <a:pt x="420760" y="460761"/>
                    <a:pt x="406511" y="461344"/>
                    <a:pt x="387179" y="461261"/>
                  </a:cubicBezTo>
                  <a:cubicBezTo>
                    <a:pt x="368597" y="461177"/>
                    <a:pt x="350015" y="459178"/>
                    <a:pt x="331934" y="455178"/>
                  </a:cubicBezTo>
                  <a:cubicBezTo>
                    <a:pt x="298770" y="447762"/>
                    <a:pt x="266607" y="432847"/>
                    <a:pt x="236193" y="417765"/>
                  </a:cubicBezTo>
                  <a:cubicBezTo>
                    <a:pt x="206945" y="403266"/>
                    <a:pt x="176114" y="386767"/>
                    <a:pt x="150533" y="366103"/>
                  </a:cubicBezTo>
                  <a:cubicBezTo>
                    <a:pt x="137368" y="355437"/>
                    <a:pt x="122120" y="345105"/>
                    <a:pt x="115787" y="328773"/>
                  </a:cubicBezTo>
                  <a:cubicBezTo>
                    <a:pt x="111871" y="318690"/>
                    <a:pt x="112704" y="309608"/>
                    <a:pt x="120036" y="300859"/>
                  </a:cubicBezTo>
                  <a:cubicBezTo>
                    <a:pt x="129369" y="289859"/>
                    <a:pt x="142368" y="292859"/>
                    <a:pt x="153450" y="298942"/>
                  </a:cubicBezTo>
                  <a:cubicBezTo>
                    <a:pt x="180031" y="313524"/>
                    <a:pt x="206862" y="326940"/>
                    <a:pt x="235026" y="338189"/>
                  </a:cubicBezTo>
                  <a:cubicBezTo>
                    <a:pt x="271606" y="352771"/>
                    <a:pt x="307936" y="366186"/>
                    <a:pt x="346099" y="376435"/>
                  </a:cubicBezTo>
                  <a:cubicBezTo>
                    <a:pt x="371764" y="383434"/>
                    <a:pt x="397678" y="390017"/>
                    <a:pt x="424009" y="390434"/>
                  </a:cubicBezTo>
                  <a:cubicBezTo>
                    <a:pt x="425509" y="390684"/>
                    <a:pt x="427009" y="390934"/>
                    <a:pt x="428509" y="391184"/>
                  </a:cubicBezTo>
                  <a:cubicBezTo>
                    <a:pt x="430175" y="393433"/>
                    <a:pt x="433592" y="394600"/>
                    <a:pt x="436091" y="392933"/>
                  </a:cubicBezTo>
                  <a:cubicBezTo>
                    <a:pt x="436925" y="393183"/>
                    <a:pt x="437758" y="393433"/>
                    <a:pt x="438591" y="393683"/>
                  </a:cubicBezTo>
                  <a:cubicBezTo>
                    <a:pt x="439841" y="394767"/>
                    <a:pt x="441424" y="395433"/>
                    <a:pt x="443091" y="395433"/>
                  </a:cubicBezTo>
                  <a:cubicBezTo>
                    <a:pt x="447590" y="397517"/>
                    <a:pt x="451007" y="400266"/>
                    <a:pt x="452340" y="404099"/>
                  </a:cubicBezTo>
                  <a:cubicBezTo>
                    <a:pt x="457006" y="416931"/>
                    <a:pt x="441674" y="436346"/>
                    <a:pt x="434175" y="445096"/>
                  </a:cubicBezTo>
                  <a:lnTo>
                    <a:pt x="434175" y="445096"/>
                  </a:lnTo>
                  <a:close/>
                </a:path>
              </a:pathLst>
            </a:custGeom>
            <a:grpFill/>
            <a:ln w="8332" cap="flat">
              <a:noFill/>
              <a:prstDash val="solid"/>
              <a:miter/>
            </a:ln>
          </p:spPr>
          <p:txBody>
            <a:bodyPr rtlCol="0" anchor="ctr"/>
            <a:lstStyle/>
            <a:p>
              <a:endParaRPr lang="en-US"/>
            </a:p>
          </p:txBody>
        </p:sp>
        <p:sp>
          <p:nvSpPr>
            <p:cNvPr id="1371" name="Freeform: Shape 1370"/>
            <p:cNvSpPr/>
            <p:nvPr/>
          </p:nvSpPr>
          <p:spPr>
            <a:xfrm>
              <a:off x="4843760" y="2345579"/>
              <a:ext cx="273742" cy="114687"/>
            </a:xfrm>
            <a:custGeom>
              <a:avLst/>
              <a:gdLst>
                <a:gd name="connsiteX0" fmla="*/ 270551 w 273742"/>
                <a:gd name="connsiteY0" fmla="*/ 106877 h 114687"/>
                <a:gd name="connsiteX1" fmla="*/ 130063 w 273742"/>
                <a:gd name="connsiteY1" fmla="*/ 70797 h 114687"/>
                <a:gd name="connsiteX2" fmla="*/ 60403 w 273742"/>
                <a:gd name="connsiteY2" fmla="*/ 39466 h 114687"/>
                <a:gd name="connsiteX3" fmla="*/ 33322 w 273742"/>
                <a:gd name="connsiteY3" fmla="*/ 21218 h 114687"/>
                <a:gd name="connsiteX4" fmla="*/ 3325 w 273742"/>
                <a:gd name="connsiteY4" fmla="*/ 553 h 114687"/>
                <a:gd name="connsiteX5" fmla="*/ 242 w 273742"/>
                <a:gd name="connsiteY5" fmla="*/ 2469 h 114687"/>
                <a:gd name="connsiteX6" fmla="*/ 19490 w 273742"/>
                <a:gd name="connsiteY6" fmla="*/ 21051 h 114687"/>
                <a:gd name="connsiteX7" fmla="*/ 49737 w 273742"/>
                <a:gd name="connsiteY7" fmla="*/ 44716 h 114687"/>
                <a:gd name="connsiteX8" fmla="*/ 120481 w 273742"/>
                <a:gd name="connsiteY8" fmla="*/ 80212 h 114687"/>
                <a:gd name="connsiteX9" fmla="*/ 270800 w 273742"/>
                <a:gd name="connsiteY9" fmla="*/ 114209 h 114687"/>
                <a:gd name="connsiteX10" fmla="*/ 270551 w 273742"/>
                <a:gd name="connsiteY10" fmla="*/ 106877 h 114687"/>
                <a:gd name="connsiteX11" fmla="*/ 270551 w 273742"/>
                <a:gd name="connsiteY11" fmla="*/ 106877 h 114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3742" h="114687">
                  <a:moveTo>
                    <a:pt x="270551" y="106877"/>
                  </a:moveTo>
                  <a:cubicBezTo>
                    <a:pt x="222388" y="102210"/>
                    <a:pt x="175142" y="87712"/>
                    <a:pt x="130063" y="70797"/>
                  </a:cubicBezTo>
                  <a:cubicBezTo>
                    <a:pt x="106066" y="61797"/>
                    <a:pt x="82568" y="52631"/>
                    <a:pt x="60403" y="39466"/>
                  </a:cubicBezTo>
                  <a:cubicBezTo>
                    <a:pt x="51070" y="33883"/>
                    <a:pt x="42071" y="27717"/>
                    <a:pt x="33322" y="21218"/>
                  </a:cubicBezTo>
                  <a:cubicBezTo>
                    <a:pt x="24323" y="14552"/>
                    <a:pt x="11157" y="8469"/>
                    <a:pt x="3325" y="553"/>
                  </a:cubicBezTo>
                  <a:cubicBezTo>
                    <a:pt x="1992" y="-780"/>
                    <a:pt x="-842" y="470"/>
                    <a:pt x="242" y="2469"/>
                  </a:cubicBezTo>
                  <a:cubicBezTo>
                    <a:pt x="4658" y="10302"/>
                    <a:pt x="12824" y="15218"/>
                    <a:pt x="19490" y="21051"/>
                  </a:cubicBezTo>
                  <a:cubicBezTo>
                    <a:pt x="29239" y="29467"/>
                    <a:pt x="39071" y="37466"/>
                    <a:pt x="49737" y="44716"/>
                  </a:cubicBezTo>
                  <a:cubicBezTo>
                    <a:pt x="71902" y="59714"/>
                    <a:pt x="95483" y="70797"/>
                    <a:pt x="120481" y="80212"/>
                  </a:cubicBezTo>
                  <a:cubicBezTo>
                    <a:pt x="168060" y="98128"/>
                    <a:pt x="219222" y="118042"/>
                    <a:pt x="270800" y="114209"/>
                  </a:cubicBezTo>
                  <a:cubicBezTo>
                    <a:pt x="274967" y="113876"/>
                    <a:pt x="274550" y="107293"/>
                    <a:pt x="270551" y="106877"/>
                  </a:cubicBezTo>
                  <a:lnTo>
                    <a:pt x="270551" y="106877"/>
                  </a:lnTo>
                  <a:close/>
                </a:path>
              </a:pathLst>
            </a:custGeom>
            <a:grpFill/>
            <a:ln w="8332" cap="flat">
              <a:noFill/>
              <a:prstDash val="solid"/>
              <a:miter/>
            </a:ln>
          </p:spPr>
          <p:txBody>
            <a:bodyPr rtlCol="0" anchor="ctr"/>
            <a:lstStyle/>
            <a:p>
              <a:endParaRPr lang="en-US"/>
            </a:p>
          </p:txBody>
        </p:sp>
        <p:sp>
          <p:nvSpPr>
            <p:cNvPr id="1372" name="Freeform: Shape 1371"/>
            <p:cNvSpPr/>
            <p:nvPr/>
          </p:nvSpPr>
          <p:spPr>
            <a:xfrm>
              <a:off x="3381131" y="-279208"/>
              <a:ext cx="748057" cy="671205"/>
            </a:xfrm>
            <a:custGeom>
              <a:avLst/>
              <a:gdLst>
                <a:gd name="connsiteX0" fmla="*/ 596199 w 748057"/>
                <a:gd name="connsiteY0" fmla="*/ 391459 h 671205"/>
                <a:gd name="connsiteX1" fmla="*/ 591616 w 748057"/>
                <a:gd name="connsiteY1" fmla="*/ 374877 h 671205"/>
                <a:gd name="connsiteX2" fmla="*/ 627529 w 748057"/>
                <a:gd name="connsiteY2" fmla="*/ 326382 h 671205"/>
                <a:gd name="connsiteX3" fmla="*/ 647027 w 748057"/>
                <a:gd name="connsiteY3" fmla="*/ 258721 h 671205"/>
                <a:gd name="connsiteX4" fmla="*/ 639028 w 748057"/>
                <a:gd name="connsiteY4" fmla="*/ 195727 h 671205"/>
                <a:gd name="connsiteX5" fmla="*/ 622280 w 748057"/>
                <a:gd name="connsiteY5" fmla="*/ 170562 h 671205"/>
                <a:gd name="connsiteX6" fmla="*/ 624863 w 748057"/>
                <a:gd name="connsiteY6" fmla="*/ 167396 h 671205"/>
                <a:gd name="connsiteX7" fmla="*/ 654943 w 748057"/>
                <a:gd name="connsiteY7" fmla="*/ 135232 h 671205"/>
                <a:gd name="connsiteX8" fmla="*/ 712938 w 748057"/>
                <a:gd name="connsiteY8" fmla="*/ 75321 h 671205"/>
                <a:gd name="connsiteX9" fmla="*/ 734436 w 748057"/>
                <a:gd name="connsiteY9" fmla="*/ 50906 h 671205"/>
                <a:gd name="connsiteX10" fmla="*/ 748019 w 748057"/>
                <a:gd name="connsiteY10" fmla="*/ 31825 h 671205"/>
                <a:gd name="connsiteX11" fmla="*/ 734519 w 748057"/>
                <a:gd name="connsiteY11" fmla="*/ 17826 h 671205"/>
                <a:gd name="connsiteX12" fmla="*/ 714271 w 748057"/>
                <a:gd name="connsiteY12" fmla="*/ 78 h 671205"/>
                <a:gd name="connsiteX13" fmla="*/ 701939 w 748057"/>
                <a:gd name="connsiteY13" fmla="*/ 8244 h 671205"/>
                <a:gd name="connsiteX14" fmla="*/ 677441 w 748057"/>
                <a:gd name="connsiteY14" fmla="*/ 37241 h 671205"/>
                <a:gd name="connsiteX15" fmla="*/ 632779 w 748057"/>
                <a:gd name="connsiteY15" fmla="*/ 93902 h 671205"/>
                <a:gd name="connsiteX16" fmla="*/ 604115 w 748057"/>
                <a:gd name="connsiteY16" fmla="*/ 126233 h 671205"/>
                <a:gd name="connsiteX17" fmla="*/ 593032 w 748057"/>
                <a:gd name="connsiteY17" fmla="*/ 138648 h 671205"/>
                <a:gd name="connsiteX18" fmla="*/ 563619 w 748057"/>
                <a:gd name="connsiteY18" fmla="*/ 121150 h 671205"/>
                <a:gd name="connsiteX19" fmla="*/ 492625 w 748057"/>
                <a:gd name="connsiteY19" fmla="*/ 101985 h 671205"/>
                <a:gd name="connsiteX20" fmla="*/ 389051 w 748057"/>
                <a:gd name="connsiteY20" fmla="*/ 130816 h 671205"/>
                <a:gd name="connsiteX21" fmla="*/ 358137 w 748057"/>
                <a:gd name="connsiteY21" fmla="*/ 114567 h 671205"/>
                <a:gd name="connsiteX22" fmla="*/ 322057 w 748057"/>
                <a:gd name="connsiteY22" fmla="*/ 163979 h 671205"/>
                <a:gd name="connsiteX23" fmla="*/ 286810 w 748057"/>
                <a:gd name="connsiteY23" fmla="*/ 197310 h 671205"/>
                <a:gd name="connsiteX24" fmla="*/ 238731 w 748057"/>
                <a:gd name="connsiteY24" fmla="*/ 236973 h 671205"/>
                <a:gd name="connsiteX25" fmla="*/ 148073 w 748057"/>
                <a:gd name="connsiteY25" fmla="*/ 319882 h 671205"/>
                <a:gd name="connsiteX26" fmla="*/ 58247 w 748057"/>
                <a:gd name="connsiteY26" fmla="*/ 402375 h 671205"/>
                <a:gd name="connsiteX27" fmla="*/ 86 w 748057"/>
                <a:gd name="connsiteY27" fmla="*/ 484701 h 671205"/>
                <a:gd name="connsiteX28" fmla="*/ 6918 w 748057"/>
                <a:gd name="connsiteY28" fmla="*/ 523530 h 671205"/>
                <a:gd name="connsiteX29" fmla="*/ 32999 w 748057"/>
                <a:gd name="connsiteY29" fmla="*/ 581858 h 671205"/>
                <a:gd name="connsiteX30" fmla="*/ 105076 w 748057"/>
                <a:gd name="connsiteY30" fmla="*/ 666684 h 671205"/>
                <a:gd name="connsiteX31" fmla="*/ 136657 w 748057"/>
                <a:gd name="connsiteY31" fmla="*/ 668434 h 671205"/>
                <a:gd name="connsiteX32" fmla="*/ 195318 w 748057"/>
                <a:gd name="connsiteY32" fmla="*/ 641270 h 671205"/>
                <a:gd name="connsiteX33" fmla="*/ 296226 w 748057"/>
                <a:gd name="connsiteY33" fmla="*/ 582608 h 671205"/>
                <a:gd name="connsiteX34" fmla="*/ 411132 w 748057"/>
                <a:gd name="connsiteY34" fmla="*/ 507615 h 671205"/>
                <a:gd name="connsiteX35" fmla="*/ 526872 w 748057"/>
                <a:gd name="connsiteY35" fmla="*/ 434955 h 671205"/>
                <a:gd name="connsiteX36" fmla="*/ 527205 w 748057"/>
                <a:gd name="connsiteY36" fmla="*/ 434705 h 671205"/>
                <a:gd name="connsiteX37" fmla="*/ 532288 w 748057"/>
                <a:gd name="connsiteY37" fmla="*/ 434538 h 671205"/>
                <a:gd name="connsiteX38" fmla="*/ 596199 w 748057"/>
                <a:gd name="connsiteY38" fmla="*/ 391459 h 671205"/>
                <a:gd name="connsiteX39" fmla="*/ 596199 w 748057"/>
                <a:gd name="connsiteY39" fmla="*/ 391459 h 671205"/>
                <a:gd name="connsiteX40" fmla="*/ 664526 w 748057"/>
                <a:gd name="connsiteY40" fmla="*/ 71571 h 671205"/>
                <a:gd name="connsiteX41" fmla="*/ 691190 w 748057"/>
                <a:gd name="connsiteY41" fmla="*/ 37824 h 671205"/>
                <a:gd name="connsiteX42" fmla="*/ 712022 w 748057"/>
                <a:gd name="connsiteY42" fmla="*/ 12910 h 671205"/>
                <a:gd name="connsiteX43" fmla="*/ 733103 w 748057"/>
                <a:gd name="connsiteY43" fmla="*/ 29242 h 671205"/>
                <a:gd name="connsiteX44" fmla="*/ 730520 w 748057"/>
                <a:gd name="connsiteY44" fmla="*/ 41574 h 671205"/>
                <a:gd name="connsiteX45" fmla="*/ 720938 w 748057"/>
                <a:gd name="connsiteY45" fmla="*/ 52906 h 671205"/>
                <a:gd name="connsiteX46" fmla="*/ 666275 w 748057"/>
                <a:gd name="connsiteY46" fmla="*/ 109151 h 671205"/>
                <a:gd name="connsiteX47" fmla="*/ 639112 w 748057"/>
                <a:gd name="connsiteY47" fmla="*/ 137065 h 671205"/>
                <a:gd name="connsiteX48" fmla="*/ 609864 w 748057"/>
                <a:gd name="connsiteY48" fmla="*/ 168146 h 671205"/>
                <a:gd name="connsiteX49" fmla="*/ 592532 w 748057"/>
                <a:gd name="connsiteY49" fmla="*/ 171645 h 671205"/>
                <a:gd name="connsiteX50" fmla="*/ 589199 w 748057"/>
                <a:gd name="connsiteY50" fmla="*/ 158647 h 671205"/>
                <a:gd name="connsiteX51" fmla="*/ 598615 w 748057"/>
                <a:gd name="connsiteY51" fmla="*/ 151231 h 671205"/>
                <a:gd name="connsiteX52" fmla="*/ 619863 w 748057"/>
                <a:gd name="connsiteY52" fmla="*/ 127066 h 671205"/>
                <a:gd name="connsiteX53" fmla="*/ 664526 w 748057"/>
                <a:gd name="connsiteY53" fmla="*/ 71571 h 671205"/>
                <a:gd name="connsiteX54" fmla="*/ 664526 w 748057"/>
                <a:gd name="connsiteY54" fmla="*/ 71571 h 671205"/>
                <a:gd name="connsiteX55" fmla="*/ 482876 w 748057"/>
                <a:gd name="connsiteY55" fmla="*/ 114234 h 671205"/>
                <a:gd name="connsiteX56" fmla="*/ 544537 w 748057"/>
                <a:gd name="connsiteY56" fmla="*/ 125233 h 671205"/>
                <a:gd name="connsiteX57" fmla="*/ 571951 w 748057"/>
                <a:gd name="connsiteY57" fmla="*/ 136315 h 671205"/>
                <a:gd name="connsiteX58" fmla="*/ 588616 w 748057"/>
                <a:gd name="connsiteY58" fmla="*/ 143648 h 671205"/>
                <a:gd name="connsiteX59" fmla="*/ 582617 w 748057"/>
                <a:gd name="connsiteY59" fmla="*/ 150147 h 671205"/>
                <a:gd name="connsiteX60" fmla="*/ 573034 w 748057"/>
                <a:gd name="connsiteY60" fmla="*/ 165813 h 671205"/>
                <a:gd name="connsiteX61" fmla="*/ 604948 w 748057"/>
                <a:gd name="connsiteY61" fmla="*/ 184061 h 671205"/>
                <a:gd name="connsiteX62" fmla="*/ 618113 w 748057"/>
                <a:gd name="connsiteY62" fmla="*/ 175478 h 671205"/>
                <a:gd name="connsiteX63" fmla="*/ 630696 w 748057"/>
                <a:gd name="connsiteY63" fmla="*/ 211475 h 671205"/>
                <a:gd name="connsiteX64" fmla="*/ 632695 w 748057"/>
                <a:gd name="connsiteY64" fmla="*/ 269220 h 671205"/>
                <a:gd name="connsiteX65" fmla="*/ 615530 w 748057"/>
                <a:gd name="connsiteY65" fmla="*/ 321632 h 671205"/>
                <a:gd name="connsiteX66" fmla="*/ 588533 w 748057"/>
                <a:gd name="connsiteY66" fmla="*/ 358295 h 671205"/>
                <a:gd name="connsiteX67" fmla="*/ 595199 w 748057"/>
                <a:gd name="connsiteY67" fmla="*/ 318049 h 671205"/>
                <a:gd name="connsiteX68" fmla="*/ 609697 w 748057"/>
                <a:gd name="connsiteY68" fmla="*/ 232723 h 671205"/>
                <a:gd name="connsiteX69" fmla="*/ 607865 w 748057"/>
                <a:gd name="connsiteY69" fmla="*/ 226057 h 671205"/>
                <a:gd name="connsiteX70" fmla="*/ 591449 w 748057"/>
                <a:gd name="connsiteY70" fmla="*/ 223891 h 671205"/>
                <a:gd name="connsiteX71" fmla="*/ 566535 w 748057"/>
                <a:gd name="connsiteY71" fmla="*/ 199560 h 671205"/>
                <a:gd name="connsiteX72" fmla="*/ 552369 w 748057"/>
                <a:gd name="connsiteY72" fmla="*/ 159980 h 671205"/>
                <a:gd name="connsiteX73" fmla="*/ 507040 w 748057"/>
                <a:gd name="connsiteY73" fmla="*/ 152647 h 671205"/>
                <a:gd name="connsiteX74" fmla="*/ 488208 w 748057"/>
                <a:gd name="connsiteY74" fmla="*/ 133482 h 671205"/>
                <a:gd name="connsiteX75" fmla="*/ 446379 w 748057"/>
                <a:gd name="connsiteY75" fmla="*/ 118150 h 671205"/>
                <a:gd name="connsiteX76" fmla="*/ 482876 w 748057"/>
                <a:gd name="connsiteY76" fmla="*/ 114234 h 671205"/>
                <a:gd name="connsiteX77" fmla="*/ 482876 w 748057"/>
                <a:gd name="connsiteY77" fmla="*/ 114234 h 671205"/>
                <a:gd name="connsiteX78" fmla="*/ 401050 w 748057"/>
                <a:gd name="connsiteY78" fmla="*/ 139982 h 671205"/>
                <a:gd name="connsiteX79" fmla="*/ 502207 w 748057"/>
                <a:gd name="connsiteY79" fmla="*/ 159397 h 671205"/>
                <a:gd name="connsiteX80" fmla="*/ 511206 w 748057"/>
                <a:gd name="connsiteY80" fmla="*/ 207892 h 671205"/>
                <a:gd name="connsiteX81" fmla="*/ 532288 w 748057"/>
                <a:gd name="connsiteY81" fmla="*/ 241472 h 671205"/>
                <a:gd name="connsiteX82" fmla="*/ 535204 w 748057"/>
                <a:gd name="connsiteY82" fmla="*/ 238556 h 671205"/>
                <a:gd name="connsiteX83" fmla="*/ 514623 w 748057"/>
                <a:gd name="connsiteY83" fmla="*/ 174562 h 671205"/>
                <a:gd name="connsiteX84" fmla="*/ 509790 w 748057"/>
                <a:gd name="connsiteY84" fmla="*/ 157397 h 671205"/>
                <a:gd name="connsiteX85" fmla="*/ 529205 w 748057"/>
                <a:gd name="connsiteY85" fmla="*/ 156147 h 671205"/>
                <a:gd name="connsiteX86" fmla="*/ 552036 w 748057"/>
                <a:gd name="connsiteY86" fmla="*/ 178478 h 671205"/>
                <a:gd name="connsiteX87" fmla="*/ 561285 w 748057"/>
                <a:gd name="connsiteY87" fmla="*/ 212225 h 671205"/>
                <a:gd name="connsiteX88" fmla="*/ 599032 w 748057"/>
                <a:gd name="connsiteY88" fmla="*/ 234890 h 671205"/>
                <a:gd name="connsiteX89" fmla="*/ 596532 w 748057"/>
                <a:gd name="connsiteY89" fmla="*/ 238223 h 671205"/>
                <a:gd name="connsiteX90" fmla="*/ 592949 w 748057"/>
                <a:gd name="connsiteY90" fmla="*/ 249305 h 671205"/>
                <a:gd name="connsiteX91" fmla="*/ 590782 w 748057"/>
                <a:gd name="connsiteY91" fmla="*/ 290051 h 671205"/>
                <a:gd name="connsiteX92" fmla="*/ 583867 w 748057"/>
                <a:gd name="connsiteY92" fmla="*/ 330464 h 671205"/>
                <a:gd name="connsiteX93" fmla="*/ 575451 w 748057"/>
                <a:gd name="connsiteY93" fmla="*/ 358462 h 671205"/>
                <a:gd name="connsiteX94" fmla="*/ 570368 w 748057"/>
                <a:gd name="connsiteY94" fmla="*/ 354296 h 671205"/>
                <a:gd name="connsiteX95" fmla="*/ 516289 w 748057"/>
                <a:gd name="connsiteY95" fmla="*/ 301717 h 671205"/>
                <a:gd name="connsiteX96" fmla="*/ 426047 w 748057"/>
                <a:gd name="connsiteY96" fmla="*/ 194227 h 671205"/>
                <a:gd name="connsiteX97" fmla="*/ 419131 w 748057"/>
                <a:gd name="connsiteY97" fmla="*/ 183311 h 671205"/>
                <a:gd name="connsiteX98" fmla="*/ 396133 w 748057"/>
                <a:gd name="connsiteY98" fmla="*/ 142481 h 671205"/>
                <a:gd name="connsiteX99" fmla="*/ 396800 w 748057"/>
                <a:gd name="connsiteY99" fmla="*/ 141232 h 671205"/>
                <a:gd name="connsiteX100" fmla="*/ 398133 w 748057"/>
                <a:gd name="connsiteY100" fmla="*/ 140148 h 671205"/>
                <a:gd name="connsiteX101" fmla="*/ 401050 w 748057"/>
                <a:gd name="connsiteY101" fmla="*/ 139982 h 671205"/>
                <a:gd name="connsiteX102" fmla="*/ 401050 w 748057"/>
                <a:gd name="connsiteY102" fmla="*/ 139982 h 671205"/>
                <a:gd name="connsiteX103" fmla="*/ 142240 w 748057"/>
                <a:gd name="connsiteY103" fmla="*/ 649269 h 671205"/>
                <a:gd name="connsiteX104" fmla="*/ 116575 w 748057"/>
                <a:gd name="connsiteY104" fmla="*/ 654852 h 671205"/>
                <a:gd name="connsiteX105" fmla="*/ 94244 w 748057"/>
                <a:gd name="connsiteY105" fmla="*/ 638103 h 671205"/>
                <a:gd name="connsiteX106" fmla="*/ 58497 w 748057"/>
                <a:gd name="connsiteY106" fmla="*/ 593607 h 671205"/>
                <a:gd name="connsiteX107" fmla="*/ 17084 w 748057"/>
                <a:gd name="connsiteY107" fmla="*/ 495950 h 671205"/>
                <a:gd name="connsiteX108" fmla="*/ 22917 w 748057"/>
                <a:gd name="connsiteY108" fmla="*/ 463452 h 671205"/>
                <a:gd name="connsiteX109" fmla="*/ 55581 w 748057"/>
                <a:gd name="connsiteY109" fmla="*/ 477868 h 671205"/>
                <a:gd name="connsiteX110" fmla="*/ 134157 w 748057"/>
                <a:gd name="connsiteY110" fmla="*/ 525447 h 671205"/>
                <a:gd name="connsiteX111" fmla="*/ 132157 w 748057"/>
                <a:gd name="connsiteY111" fmla="*/ 596524 h 671205"/>
                <a:gd name="connsiteX112" fmla="*/ 149239 w 748057"/>
                <a:gd name="connsiteY112" fmla="*/ 646353 h 671205"/>
                <a:gd name="connsiteX113" fmla="*/ 142240 w 748057"/>
                <a:gd name="connsiteY113" fmla="*/ 649269 h 671205"/>
                <a:gd name="connsiteX114" fmla="*/ 142240 w 748057"/>
                <a:gd name="connsiteY114" fmla="*/ 649269 h 671205"/>
                <a:gd name="connsiteX115" fmla="*/ 160738 w 748057"/>
                <a:gd name="connsiteY115" fmla="*/ 641270 h 671205"/>
                <a:gd name="connsiteX116" fmla="*/ 144073 w 748057"/>
                <a:gd name="connsiteY116" fmla="*/ 611939 h 671205"/>
                <a:gd name="connsiteX117" fmla="*/ 141906 w 748057"/>
                <a:gd name="connsiteY117" fmla="*/ 579692 h 671205"/>
                <a:gd name="connsiteX118" fmla="*/ 142156 w 748057"/>
                <a:gd name="connsiteY118" fmla="*/ 562194 h 671205"/>
                <a:gd name="connsiteX119" fmla="*/ 144739 w 748057"/>
                <a:gd name="connsiteY119" fmla="*/ 544695 h 671205"/>
                <a:gd name="connsiteX120" fmla="*/ 138573 w 748057"/>
                <a:gd name="connsiteY120" fmla="*/ 518198 h 671205"/>
                <a:gd name="connsiteX121" fmla="*/ 91327 w 748057"/>
                <a:gd name="connsiteY121" fmla="*/ 480034 h 671205"/>
                <a:gd name="connsiteX122" fmla="*/ 53581 w 748057"/>
                <a:gd name="connsiteY122" fmla="*/ 468619 h 671205"/>
                <a:gd name="connsiteX123" fmla="*/ 26167 w 748057"/>
                <a:gd name="connsiteY123" fmla="*/ 457703 h 671205"/>
                <a:gd name="connsiteX124" fmla="*/ 75829 w 748057"/>
                <a:gd name="connsiteY124" fmla="*/ 407208 h 671205"/>
                <a:gd name="connsiteX125" fmla="*/ 92161 w 748057"/>
                <a:gd name="connsiteY125" fmla="*/ 392042 h 671205"/>
                <a:gd name="connsiteX126" fmla="*/ 105909 w 748057"/>
                <a:gd name="connsiteY126" fmla="*/ 431455 h 671205"/>
                <a:gd name="connsiteX127" fmla="*/ 181986 w 748057"/>
                <a:gd name="connsiteY127" fmla="*/ 482117 h 671205"/>
                <a:gd name="connsiteX128" fmla="*/ 232148 w 748057"/>
                <a:gd name="connsiteY128" fmla="*/ 505115 h 671205"/>
                <a:gd name="connsiteX129" fmla="*/ 222649 w 748057"/>
                <a:gd name="connsiteY129" fmla="*/ 556611 h 671205"/>
                <a:gd name="connsiteX130" fmla="*/ 228232 w 748057"/>
                <a:gd name="connsiteY130" fmla="*/ 589774 h 671205"/>
                <a:gd name="connsiteX131" fmla="*/ 236148 w 748057"/>
                <a:gd name="connsiteY131" fmla="*/ 602523 h 671205"/>
                <a:gd name="connsiteX132" fmla="*/ 160738 w 748057"/>
                <a:gd name="connsiteY132" fmla="*/ 641270 h 671205"/>
                <a:gd name="connsiteX133" fmla="*/ 160738 w 748057"/>
                <a:gd name="connsiteY133" fmla="*/ 641270 h 671205"/>
                <a:gd name="connsiteX134" fmla="*/ 245314 w 748057"/>
                <a:gd name="connsiteY134" fmla="*/ 597440 h 671205"/>
                <a:gd name="connsiteX135" fmla="*/ 245147 w 748057"/>
                <a:gd name="connsiteY135" fmla="*/ 597274 h 671205"/>
                <a:gd name="connsiteX136" fmla="*/ 235398 w 748057"/>
                <a:gd name="connsiteY136" fmla="*/ 579275 h 671205"/>
                <a:gd name="connsiteX137" fmla="*/ 232981 w 748057"/>
                <a:gd name="connsiteY137" fmla="*/ 554028 h 671205"/>
                <a:gd name="connsiteX138" fmla="*/ 240148 w 748057"/>
                <a:gd name="connsiteY138" fmla="*/ 537612 h 671205"/>
                <a:gd name="connsiteX139" fmla="*/ 244314 w 748057"/>
                <a:gd name="connsiteY139" fmla="*/ 513198 h 671205"/>
                <a:gd name="connsiteX140" fmla="*/ 221483 w 748057"/>
                <a:gd name="connsiteY140" fmla="*/ 490617 h 671205"/>
                <a:gd name="connsiteX141" fmla="*/ 187486 w 748057"/>
                <a:gd name="connsiteY141" fmla="*/ 476535 h 671205"/>
                <a:gd name="connsiteX142" fmla="*/ 146406 w 748057"/>
                <a:gd name="connsiteY142" fmla="*/ 454787 h 671205"/>
                <a:gd name="connsiteX143" fmla="*/ 100910 w 748057"/>
                <a:gd name="connsiteY143" fmla="*/ 384460 h 671205"/>
                <a:gd name="connsiteX144" fmla="*/ 156905 w 748057"/>
                <a:gd name="connsiteY144" fmla="*/ 331381 h 671205"/>
                <a:gd name="connsiteX145" fmla="*/ 192985 w 748057"/>
                <a:gd name="connsiteY145" fmla="*/ 296634 h 671205"/>
                <a:gd name="connsiteX146" fmla="*/ 185902 w 748057"/>
                <a:gd name="connsiteY146" fmla="*/ 314216 h 671205"/>
                <a:gd name="connsiteX147" fmla="*/ 194568 w 748057"/>
                <a:gd name="connsiteY147" fmla="*/ 352462 h 671205"/>
                <a:gd name="connsiteX148" fmla="*/ 259479 w 748057"/>
                <a:gd name="connsiteY148" fmla="*/ 414707 h 671205"/>
                <a:gd name="connsiteX149" fmla="*/ 307474 w 748057"/>
                <a:gd name="connsiteY149" fmla="*/ 438121 h 671205"/>
                <a:gd name="connsiteX150" fmla="*/ 325306 w 748057"/>
                <a:gd name="connsiteY150" fmla="*/ 463952 h 671205"/>
                <a:gd name="connsiteX151" fmla="*/ 320390 w 748057"/>
                <a:gd name="connsiteY151" fmla="*/ 487367 h 671205"/>
                <a:gd name="connsiteX152" fmla="*/ 317224 w 748057"/>
                <a:gd name="connsiteY152" fmla="*/ 524947 h 671205"/>
                <a:gd name="connsiteX153" fmla="*/ 325057 w 748057"/>
                <a:gd name="connsiteY153" fmla="*/ 548028 h 671205"/>
                <a:gd name="connsiteX154" fmla="*/ 245314 w 748057"/>
                <a:gd name="connsiteY154" fmla="*/ 597440 h 671205"/>
                <a:gd name="connsiteX155" fmla="*/ 245314 w 748057"/>
                <a:gd name="connsiteY155" fmla="*/ 597440 h 671205"/>
                <a:gd name="connsiteX156" fmla="*/ 340805 w 748057"/>
                <a:gd name="connsiteY156" fmla="*/ 537446 h 671205"/>
                <a:gd name="connsiteX157" fmla="*/ 333139 w 748057"/>
                <a:gd name="connsiteY157" fmla="*/ 542529 h 671205"/>
                <a:gd name="connsiteX158" fmla="*/ 326640 w 748057"/>
                <a:gd name="connsiteY158" fmla="*/ 526863 h 671205"/>
                <a:gd name="connsiteX159" fmla="*/ 325306 w 748057"/>
                <a:gd name="connsiteY159" fmla="*/ 499699 h 671205"/>
                <a:gd name="connsiteX160" fmla="*/ 332889 w 748057"/>
                <a:gd name="connsiteY160" fmla="*/ 467619 h 671205"/>
                <a:gd name="connsiteX161" fmla="*/ 300309 w 748057"/>
                <a:gd name="connsiteY161" fmla="*/ 421540 h 671205"/>
                <a:gd name="connsiteX162" fmla="*/ 261396 w 748057"/>
                <a:gd name="connsiteY162" fmla="*/ 403125 h 671205"/>
                <a:gd name="connsiteX163" fmla="*/ 219566 w 748057"/>
                <a:gd name="connsiteY163" fmla="*/ 369961 h 671205"/>
                <a:gd name="connsiteX164" fmla="*/ 195735 w 748057"/>
                <a:gd name="connsiteY164" fmla="*/ 327881 h 671205"/>
                <a:gd name="connsiteX165" fmla="*/ 203317 w 748057"/>
                <a:gd name="connsiteY165" fmla="*/ 286552 h 671205"/>
                <a:gd name="connsiteX166" fmla="*/ 244647 w 748057"/>
                <a:gd name="connsiteY166" fmla="*/ 248972 h 671205"/>
                <a:gd name="connsiteX167" fmla="*/ 244730 w 748057"/>
                <a:gd name="connsiteY167" fmla="*/ 248888 h 671205"/>
                <a:gd name="connsiteX168" fmla="*/ 248646 w 748057"/>
                <a:gd name="connsiteY168" fmla="*/ 292301 h 671205"/>
                <a:gd name="connsiteX169" fmla="*/ 320890 w 748057"/>
                <a:gd name="connsiteY169" fmla="*/ 349213 h 671205"/>
                <a:gd name="connsiteX170" fmla="*/ 373802 w 748057"/>
                <a:gd name="connsiteY170" fmla="*/ 379877 h 671205"/>
                <a:gd name="connsiteX171" fmla="*/ 388051 w 748057"/>
                <a:gd name="connsiteY171" fmla="*/ 436288 h 671205"/>
                <a:gd name="connsiteX172" fmla="*/ 405133 w 748057"/>
                <a:gd name="connsiteY172" fmla="*/ 474118 h 671205"/>
                <a:gd name="connsiteX173" fmla="*/ 415632 w 748057"/>
                <a:gd name="connsiteY173" fmla="*/ 487450 h 671205"/>
                <a:gd name="connsiteX174" fmla="*/ 340805 w 748057"/>
                <a:gd name="connsiteY174" fmla="*/ 537446 h 671205"/>
                <a:gd name="connsiteX175" fmla="*/ 340805 w 748057"/>
                <a:gd name="connsiteY175" fmla="*/ 537446 h 671205"/>
                <a:gd name="connsiteX176" fmla="*/ 424797 w 748057"/>
                <a:gd name="connsiteY176" fmla="*/ 481534 h 671205"/>
                <a:gd name="connsiteX177" fmla="*/ 408966 w 748057"/>
                <a:gd name="connsiteY177" fmla="*/ 464702 h 671205"/>
                <a:gd name="connsiteX178" fmla="*/ 394467 w 748057"/>
                <a:gd name="connsiteY178" fmla="*/ 415374 h 671205"/>
                <a:gd name="connsiteX179" fmla="*/ 359137 w 748057"/>
                <a:gd name="connsiteY179" fmla="*/ 358295 h 671205"/>
                <a:gd name="connsiteX180" fmla="*/ 274561 w 748057"/>
                <a:gd name="connsiteY180" fmla="*/ 313966 h 671205"/>
                <a:gd name="connsiteX181" fmla="*/ 249813 w 748057"/>
                <a:gd name="connsiteY181" fmla="*/ 269387 h 671205"/>
                <a:gd name="connsiteX182" fmla="*/ 255979 w 748057"/>
                <a:gd name="connsiteY182" fmla="*/ 239306 h 671205"/>
                <a:gd name="connsiteX183" fmla="*/ 292226 w 748057"/>
                <a:gd name="connsiteY183" fmla="*/ 208809 h 671205"/>
                <a:gd name="connsiteX184" fmla="*/ 324390 w 748057"/>
                <a:gd name="connsiteY184" fmla="*/ 176562 h 671205"/>
                <a:gd name="connsiteX185" fmla="*/ 370969 w 748057"/>
                <a:gd name="connsiteY185" fmla="*/ 280886 h 671205"/>
                <a:gd name="connsiteX186" fmla="*/ 442796 w 748057"/>
                <a:gd name="connsiteY186" fmla="*/ 380210 h 671205"/>
                <a:gd name="connsiteX187" fmla="*/ 486959 w 748057"/>
                <a:gd name="connsiteY187" fmla="*/ 416790 h 671205"/>
                <a:gd name="connsiteX188" fmla="*/ 506790 w 748057"/>
                <a:gd name="connsiteY188" fmla="*/ 429122 h 671205"/>
                <a:gd name="connsiteX189" fmla="*/ 424797 w 748057"/>
                <a:gd name="connsiteY189" fmla="*/ 481534 h 671205"/>
                <a:gd name="connsiteX190" fmla="*/ 424797 w 748057"/>
                <a:gd name="connsiteY190" fmla="*/ 481534 h 671205"/>
                <a:gd name="connsiteX191" fmla="*/ 543870 w 748057"/>
                <a:gd name="connsiteY191" fmla="*/ 417123 h 671205"/>
                <a:gd name="connsiteX192" fmla="*/ 495375 w 748057"/>
                <a:gd name="connsiteY192" fmla="*/ 406041 h 671205"/>
                <a:gd name="connsiteX193" fmla="*/ 451629 w 748057"/>
                <a:gd name="connsiteY193" fmla="*/ 371711 h 671205"/>
                <a:gd name="connsiteX194" fmla="*/ 390134 w 748057"/>
                <a:gd name="connsiteY194" fmla="*/ 289552 h 671205"/>
                <a:gd name="connsiteX195" fmla="*/ 344721 w 748057"/>
                <a:gd name="connsiteY195" fmla="*/ 200643 h 671205"/>
                <a:gd name="connsiteX196" fmla="*/ 334889 w 748057"/>
                <a:gd name="connsiteY196" fmla="*/ 150564 h 671205"/>
                <a:gd name="connsiteX197" fmla="*/ 353221 w 748057"/>
                <a:gd name="connsiteY197" fmla="*/ 129149 h 671205"/>
                <a:gd name="connsiteX198" fmla="*/ 382635 w 748057"/>
                <a:gd name="connsiteY198" fmla="*/ 145231 h 671205"/>
                <a:gd name="connsiteX199" fmla="*/ 431297 w 748057"/>
                <a:gd name="connsiteY199" fmla="*/ 221558 h 671205"/>
                <a:gd name="connsiteX200" fmla="*/ 505373 w 748057"/>
                <a:gd name="connsiteY200" fmla="*/ 312549 h 671205"/>
                <a:gd name="connsiteX201" fmla="*/ 564118 w 748057"/>
                <a:gd name="connsiteY201" fmla="*/ 365545 h 671205"/>
                <a:gd name="connsiteX202" fmla="*/ 567535 w 748057"/>
                <a:gd name="connsiteY202" fmla="*/ 368544 h 671205"/>
                <a:gd name="connsiteX203" fmla="*/ 573034 w 748057"/>
                <a:gd name="connsiteY203" fmla="*/ 373961 h 671205"/>
                <a:gd name="connsiteX204" fmla="*/ 574784 w 748057"/>
                <a:gd name="connsiteY204" fmla="*/ 375877 h 671205"/>
                <a:gd name="connsiteX205" fmla="*/ 577617 w 748057"/>
                <a:gd name="connsiteY205" fmla="*/ 379710 h 671205"/>
                <a:gd name="connsiteX206" fmla="*/ 580950 w 748057"/>
                <a:gd name="connsiteY206" fmla="*/ 391959 h 671205"/>
                <a:gd name="connsiteX207" fmla="*/ 543870 w 748057"/>
                <a:gd name="connsiteY207" fmla="*/ 417123 h 671205"/>
                <a:gd name="connsiteX208" fmla="*/ 543870 w 748057"/>
                <a:gd name="connsiteY208" fmla="*/ 417123 h 671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Lst>
              <a:rect l="l" t="t" r="r" b="b"/>
              <a:pathLst>
                <a:path w="748057" h="671205">
                  <a:moveTo>
                    <a:pt x="596199" y="391459"/>
                  </a:moveTo>
                  <a:cubicBezTo>
                    <a:pt x="596615" y="385210"/>
                    <a:pt x="594699" y="379793"/>
                    <a:pt x="591616" y="374877"/>
                  </a:cubicBezTo>
                  <a:cubicBezTo>
                    <a:pt x="607114" y="362795"/>
                    <a:pt x="621113" y="343963"/>
                    <a:pt x="627529" y="326382"/>
                  </a:cubicBezTo>
                  <a:cubicBezTo>
                    <a:pt x="635279" y="305383"/>
                    <a:pt x="645444" y="281052"/>
                    <a:pt x="647027" y="258721"/>
                  </a:cubicBezTo>
                  <a:cubicBezTo>
                    <a:pt x="648444" y="238389"/>
                    <a:pt x="645111" y="214975"/>
                    <a:pt x="639028" y="195727"/>
                  </a:cubicBezTo>
                  <a:cubicBezTo>
                    <a:pt x="636778" y="188561"/>
                    <a:pt x="630445" y="173645"/>
                    <a:pt x="622280" y="170562"/>
                  </a:cubicBezTo>
                  <a:cubicBezTo>
                    <a:pt x="623196" y="169479"/>
                    <a:pt x="624030" y="168396"/>
                    <a:pt x="624863" y="167396"/>
                  </a:cubicBezTo>
                  <a:cubicBezTo>
                    <a:pt x="634445" y="156314"/>
                    <a:pt x="644778" y="145814"/>
                    <a:pt x="654943" y="135232"/>
                  </a:cubicBezTo>
                  <a:cubicBezTo>
                    <a:pt x="674192" y="115234"/>
                    <a:pt x="694273" y="95819"/>
                    <a:pt x="712938" y="75321"/>
                  </a:cubicBezTo>
                  <a:cubicBezTo>
                    <a:pt x="720271" y="67322"/>
                    <a:pt x="727270" y="59072"/>
                    <a:pt x="734436" y="50906"/>
                  </a:cubicBezTo>
                  <a:cubicBezTo>
                    <a:pt x="738519" y="46157"/>
                    <a:pt x="748768" y="39157"/>
                    <a:pt x="748019" y="31825"/>
                  </a:cubicBezTo>
                  <a:cubicBezTo>
                    <a:pt x="747352" y="25575"/>
                    <a:pt x="738686" y="21242"/>
                    <a:pt x="734519" y="17826"/>
                  </a:cubicBezTo>
                  <a:cubicBezTo>
                    <a:pt x="729020" y="13160"/>
                    <a:pt x="722104" y="1161"/>
                    <a:pt x="714271" y="78"/>
                  </a:cubicBezTo>
                  <a:cubicBezTo>
                    <a:pt x="708355" y="-672"/>
                    <a:pt x="705439" y="4161"/>
                    <a:pt x="701939" y="8244"/>
                  </a:cubicBezTo>
                  <a:cubicBezTo>
                    <a:pt x="693690" y="17826"/>
                    <a:pt x="685607" y="27575"/>
                    <a:pt x="677441" y="37241"/>
                  </a:cubicBezTo>
                  <a:cubicBezTo>
                    <a:pt x="662026" y="55573"/>
                    <a:pt x="647277" y="74738"/>
                    <a:pt x="632779" y="93902"/>
                  </a:cubicBezTo>
                  <a:cubicBezTo>
                    <a:pt x="623030" y="104568"/>
                    <a:pt x="613614" y="115567"/>
                    <a:pt x="604115" y="126233"/>
                  </a:cubicBezTo>
                  <a:cubicBezTo>
                    <a:pt x="600365" y="130482"/>
                    <a:pt x="596782" y="134565"/>
                    <a:pt x="593032" y="138648"/>
                  </a:cubicBezTo>
                  <a:cubicBezTo>
                    <a:pt x="585450" y="130482"/>
                    <a:pt x="571701" y="125066"/>
                    <a:pt x="563619" y="121150"/>
                  </a:cubicBezTo>
                  <a:cubicBezTo>
                    <a:pt x="541454" y="110568"/>
                    <a:pt x="517289" y="102735"/>
                    <a:pt x="492625" y="101985"/>
                  </a:cubicBezTo>
                  <a:cubicBezTo>
                    <a:pt x="459461" y="100902"/>
                    <a:pt x="413132" y="104235"/>
                    <a:pt x="389051" y="130816"/>
                  </a:cubicBezTo>
                  <a:cubicBezTo>
                    <a:pt x="381718" y="120983"/>
                    <a:pt x="371052" y="113567"/>
                    <a:pt x="358137" y="114567"/>
                  </a:cubicBezTo>
                  <a:cubicBezTo>
                    <a:pt x="330972" y="116567"/>
                    <a:pt x="320224" y="140565"/>
                    <a:pt x="322057" y="163979"/>
                  </a:cubicBezTo>
                  <a:cubicBezTo>
                    <a:pt x="309724" y="174395"/>
                    <a:pt x="299059" y="186727"/>
                    <a:pt x="286810" y="197310"/>
                  </a:cubicBezTo>
                  <a:cubicBezTo>
                    <a:pt x="271061" y="210892"/>
                    <a:pt x="254563" y="223557"/>
                    <a:pt x="238731" y="236973"/>
                  </a:cubicBezTo>
                  <a:cubicBezTo>
                    <a:pt x="207483" y="263387"/>
                    <a:pt x="177653" y="291635"/>
                    <a:pt x="148073" y="319882"/>
                  </a:cubicBezTo>
                  <a:cubicBezTo>
                    <a:pt x="118742" y="347963"/>
                    <a:pt x="88494" y="375210"/>
                    <a:pt x="58247" y="402375"/>
                  </a:cubicBezTo>
                  <a:cubicBezTo>
                    <a:pt x="33499" y="424789"/>
                    <a:pt x="2169" y="448704"/>
                    <a:pt x="86" y="484701"/>
                  </a:cubicBezTo>
                  <a:cubicBezTo>
                    <a:pt x="-664" y="497949"/>
                    <a:pt x="3669" y="510865"/>
                    <a:pt x="6918" y="523530"/>
                  </a:cubicBezTo>
                  <a:cubicBezTo>
                    <a:pt x="12168" y="544029"/>
                    <a:pt x="22667" y="563610"/>
                    <a:pt x="32999" y="581858"/>
                  </a:cubicBezTo>
                  <a:cubicBezTo>
                    <a:pt x="50248" y="612272"/>
                    <a:pt x="73579" y="649269"/>
                    <a:pt x="105076" y="666684"/>
                  </a:cubicBezTo>
                  <a:cubicBezTo>
                    <a:pt x="115659" y="672517"/>
                    <a:pt x="125408" y="672267"/>
                    <a:pt x="136657" y="668434"/>
                  </a:cubicBezTo>
                  <a:cubicBezTo>
                    <a:pt x="156905" y="661518"/>
                    <a:pt x="176403" y="651102"/>
                    <a:pt x="195318" y="641270"/>
                  </a:cubicBezTo>
                  <a:cubicBezTo>
                    <a:pt x="229815" y="623355"/>
                    <a:pt x="263312" y="603440"/>
                    <a:pt x="296226" y="582608"/>
                  </a:cubicBezTo>
                  <a:cubicBezTo>
                    <a:pt x="334889" y="558027"/>
                    <a:pt x="373386" y="533530"/>
                    <a:pt x="411132" y="507615"/>
                  </a:cubicBezTo>
                  <a:cubicBezTo>
                    <a:pt x="448712" y="481701"/>
                    <a:pt x="488042" y="458870"/>
                    <a:pt x="526872" y="434955"/>
                  </a:cubicBezTo>
                  <a:cubicBezTo>
                    <a:pt x="527038" y="434872"/>
                    <a:pt x="527122" y="434788"/>
                    <a:pt x="527205" y="434705"/>
                  </a:cubicBezTo>
                  <a:cubicBezTo>
                    <a:pt x="528871" y="434705"/>
                    <a:pt x="530538" y="434705"/>
                    <a:pt x="532288" y="434538"/>
                  </a:cubicBezTo>
                  <a:cubicBezTo>
                    <a:pt x="554369" y="432789"/>
                    <a:pt x="594366" y="418457"/>
                    <a:pt x="596199" y="391459"/>
                  </a:cubicBezTo>
                  <a:lnTo>
                    <a:pt x="596199" y="391459"/>
                  </a:lnTo>
                  <a:close/>
                  <a:moveTo>
                    <a:pt x="664526" y="71571"/>
                  </a:moveTo>
                  <a:cubicBezTo>
                    <a:pt x="673025" y="59989"/>
                    <a:pt x="681774" y="48657"/>
                    <a:pt x="691190" y="37824"/>
                  </a:cubicBezTo>
                  <a:cubicBezTo>
                    <a:pt x="695190" y="33158"/>
                    <a:pt x="706939" y="13493"/>
                    <a:pt x="712022" y="12910"/>
                  </a:cubicBezTo>
                  <a:cubicBezTo>
                    <a:pt x="716688" y="12410"/>
                    <a:pt x="730353" y="25742"/>
                    <a:pt x="733103" y="29242"/>
                  </a:cubicBezTo>
                  <a:cubicBezTo>
                    <a:pt x="737853" y="35241"/>
                    <a:pt x="735686" y="35741"/>
                    <a:pt x="730520" y="41574"/>
                  </a:cubicBezTo>
                  <a:cubicBezTo>
                    <a:pt x="727187" y="45240"/>
                    <a:pt x="724270" y="49240"/>
                    <a:pt x="720938" y="52906"/>
                  </a:cubicBezTo>
                  <a:cubicBezTo>
                    <a:pt x="703356" y="72321"/>
                    <a:pt x="684524" y="90403"/>
                    <a:pt x="666275" y="109151"/>
                  </a:cubicBezTo>
                  <a:cubicBezTo>
                    <a:pt x="657193" y="118484"/>
                    <a:pt x="648194" y="127816"/>
                    <a:pt x="639112" y="137065"/>
                  </a:cubicBezTo>
                  <a:cubicBezTo>
                    <a:pt x="629612" y="146731"/>
                    <a:pt x="620530" y="159980"/>
                    <a:pt x="609864" y="168146"/>
                  </a:cubicBezTo>
                  <a:cubicBezTo>
                    <a:pt x="605031" y="171812"/>
                    <a:pt x="598865" y="174145"/>
                    <a:pt x="592532" y="171645"/>
                  </a:cubicBezTo>
                  <a:cubicBezTo>
                    <a:pt x="582867" y="167729"/>
                    <a:pt x="585033" y="163396"/>
                    <a:pt x="589199" y="158647"/>
                  </a:cubicBezTo>
                  <a:cubicBezTo>
                    <a:pt x="592532" y="156230"/>
                    <a:pt x="595866" y="153897"/>
                    <a:pt x="598615" y="151231"/>
                  </a:cubicBezTo>
                  <a:cubicBezTo>
                    <a:pt x="606281" y="143731"/>
                    <a:pt x="612947" y="135232"/>
                    <a:pt x="619863" y="127066"/>
                  </a:cubicBezTo>
                  <a:cubicBezTo>
                    <a:pt x="635279" y="109151"/>
                    <a:pt x="650611" y="90486"/>
                    <a:pt x="664526" y="71571"/>
                  </a:cubicBezTo>
                  <a:lnTo>
                    <a:pt x="664526" y="71571"/>
                  </a:lnTo>
                  <a:close/>
                  <a:moveTo>
                    <a:pt x="482876" y="114234"/>
                  </a:moveTo>
                  <a:cubicBezTo>
                    <a:pt x="504373" y="113817"/>
                    <a:pt x="524372" y="117734"/>
                    <a:pt x="544537" y="125233"/>
                  </a:cubicBezTo>
                  <a:cubicBezTo>
                    <a:pt x="553786" y="128649"/>
                    <a:pt x="562952" y="132316"/>
                    <a:pt x="571951" y="136315"/>
                  </a:cubicBezTo>
                  <a:cubicBezTo>
                    <a:pt x="576534" y="138315"/>
                    <a:pt x="583283" y="140565"/>
                    <a:pt x="588616" y="143648"/>
                  </a:cubicBezTo>
                  <a:cubicBezTo>
                    <a:pt x="586616" y="145814"/>
                    <a:pt x="584616" y="147981"/>
                    <a:pt x="582617" y="150147"/>
                  </a:cubicBezTo>
                  <a:cubicBezTo>
                    <a:pt x="578950" y="154064"/>
                    <a:pt x="573534" y="160147"/>
                    <a:pt x="573034" y="165813"/>
                  </a:cubicBezTo>
                  <a:cubicBezTo>
                    <a:pt x="571868" y="181228"/>
                    <a:pt x="593616" y="185894"/>
                    <a:pt x="604948" y="184061"/>
                  </a:cubicBezTo>
                  <a:cubicBezTo>
                    <a:pt x="610281" y="183144"/>
                    <a:pt x="614447" y="179561"/>
                    <a:pt x="618113" y="175478"/>
                  </a:cubicBezTo>
                  <a:cubicBezTo>
                    <a:pt x="624446" y="185811"/>
                    <a:pt x="628529" y="200060"/>
                    <a:pt x="630696" y="211475"/>
                  </a:cubicBezTo>
                  <a:cubicBezTo>
                    <a:pt x="634195" y="229640"/>
                    <a:pt x="637612" y="251138"/>
                    <a:pt x="632695" y="269220"/>
                  </a:cubicBezTo>
                  <a:cubicBezTo>
                    <a:pt x="627862" y="286885"/>
                    <a:pt x="622529" y="304717"/>
                    <a:pt x="615530" y="321632"/>
                  </a:cubicBezTo>
                  <a:cubicBezTo>
                    <a:pt x="609781" y="335714"/>
                    <a:pt x="599532" y="347630"/>
                    <a:pt x="588533" y="358295"/>
                  </a:cubicBezTo>
                  <a:cubicBezTo>
                    <a:pt x="592032" y="345380"/>
                    <a:pt x="593532" y="331214"/>
                    <a:pt x="595199" y="318049"/>
                  </a:cubicBezTo>
                  <a:cubicBezTo>
                    <a:pt x="598698" y="290218"/>
                    <a:pt x="589449" y="254638"/>
                    <a:pt x="609697" y="232723"/>
                  </a:cubicBezTo>
                  <a:cubicBezTo>
                    <a:pt x="611614" y="230640"/>
                    <a:pt x="610281" y="227057"/>
                    <a:pt x="607865" y="226057"/>
                  </a:cubicBezTo>
                  <a:cubicBezTo>
                    <a:pt x="602532" y="223891"/>
                    <a:pt x="596949" y="225557"/>
                    <a:pt x="591449" y="223891"/>
                  </a:cubicBezTo>
                  <a:cubicBezTo>
                    <a:pt x="580033" y="220308"/>
                    <a:pt x="570451" y="210725"/>
                    <a:pt x="566535" y="199560"/>
                  </a:cubicBezTo>
                  <a:cubicBezTo>
                    <a:pt x="561535" y="185394"/>
                    <a:pt x="563201" y="171979"/>
                    <a:pt x="552369" y="159980"/>
                  </a:cubicBezTo>
                  <a:cubicBezTo>
                    <a:pt x="543370" y="149981"/>
                    <a:pt x="515373" y="139398"/>
                    <a:pt x="507040" y="152647"/>
                  </a:cubicBezTo>
                  <a:cubicBezTo>
                    <a:pt x="502207" y="145314"/>
                    <a:pt x="495541" y="139065"/>
                    <a:pt x="488208" y="133482"/>
                  </a:cubicBezTo>
                  <a:cubicBezTo>
                    <a:pt x="476209" y="124400"/>
                    <a:pt x="461378" y="119733"/>
                    <a:pt x="446379" y="118150"/>
                  </a:cubicBezTo>
                  <a:cubicBezTo>
                    <a:pt x="458044" y="115567"/>
                    <a:pt x="470377" y="114484"/>
                    <a:pt x="482876" y="114234"/>
                  </a:cubicBezTo>
                  <a:lnTo>
                    <a:pt x="482876" y="114234"/>
                  </a:lnTo>
                  <a:close/>
                  <a:moveTo>
                    <a:pt x="401050" y="139982"/>
                  </a:moveTo>
                  <a:cubicBezTo>
                    <a:pt x="430797" y="121483"/>
                    <a:pt x="482959" y="126816"/>
                    <a:pt x="502207" y="159397"/>
                  </a:cubicBezTo>
                  <a:cubicBezTo>
                    <a:pt x="510790" y="173979"/>
                    <a:pt x="506207" y="191977"/>
                    <a:pt x="511206" y="207892"/>
                  </a:cubicBezTo>
                  <a:cubicBezTo>
                    <a:pt x="515206" y="220808"/>
                    <a:pt x="520622" y="233890"/>
                    <a:pt x="532288" y="241472"/>
                  </a:cubicBezTo>
                  <a:cubicBezTo>
                    <a:pt x="534121" y="242639"/>
                    <a:pt x="536871" y="240389"/>
                    <a:pt x="535204" y="238556"/>
                  </a:cubicBezTo>
                  <a:cubicBezTo>
                    <a:pt x="518372" y="219724"/>
                    <a:pt x="516289" y="198310"/>
                    <a:pt x="514623" y="174562"/>
                  </a:cubicBezTo>
                  <a:cubicBezTo>
                    <a:pt x="514206" y="168229"/>
                    <a:pt x="512456" y="162563"/>
                    <a:pt x="509790" y="157397"/>
                  </a:cubicBezTo>
                  <a:cubicBezTo>
                    <a:pt x="515206" y="153897"/>
                    <a:pt x="523122" y="154647"/>
                    <a:pt x="529205" y="156147"/>
                  </a:cubicBezTo>
                  <a:cubicBezTo>
                    <a:pt x="541287" y="159230"/>
                    <a:pt x="548037" y="167313"/>
                    <a:pt x="552036" y="178478"/>
                  </a:cubicBezTo>
                  <a:cubicBezTo>
                    <a:pt x="556119" y="189894"/>
                    <a:pt x="555119" y="201476"/>
                    <a:pt x="561285" y="212225"/>
                  </a:cubicBezTo>
                  <a:cubicBezTo>
                    <a:pt x="569785" y="227140"/>
                    <a:pt x="583200" y="234806"/>
                    <a:pt x="599032" y="234890"/>
                  </a:cubicBezTo>
                  <a:cubicBezTo>
                    <a:pt x="598032" y="236056"/>
                    <a:pt x="597115" y="237223"/>
                    <a:pt x="596532" y="238223"/>
                  </a:cubicBezTo>
                  <a:cubicBezTo>
                    <a:pt x="594699" y="241806"/>
                    <a:pt x="593866" y="245472"/>
                    <a:pt x="592949" y="249305"/>
                  </a:cubicBezTo>
                  <a:cubicBezTo>
                    <a:pt x="589866" y="262971"/>
                    <a:pt x="591532" y="276219"/>
                    <a:pt x="590782" y="290051"/>
                  </a:cubicBezTo>
                  <a:cubicBezTo>
                    <a:pt x="590033" y="303884"/>
                    <a:pt x="587033" y="317132"/>
                    <a:pt x="583867" y="330464"/>
                  </a:cubicBezTo>
                  <a:cubicBezTo>
                    <a:pt x="581700" y="339630"/>
                    <a:pt x="580950" y="350796"/>
                    <a:pt x="575451" y="358462"/>
                  </a:cubicBezTo>
                  <a:cubicBezTo>
                    <a:pt x="573701" y="357045"/>
                    <a:pt x="571951" y="355629"/>
                    <a:pt x="570368" y="354296"/>
                  </a:cubicBezTo>
                  <a:cubicBezTo>
                    <a:pt x="550786" y="338214"/>
                    <a:pt x="533288" y="320549"/>
                    <a:pt x="516289" y="301717"/>
                  </a:cubicBezTo>
                  <a:cubicBezTo>
                    <a:pt x="485042" y="266887"/>
                    <a:pt x="456045" y="230224"/>
                    <a:pt x="426047" y="194227"/>
                  </a:cubicBezTo>
                  <a:cubicBezTo>
                    <a:pt x="423714" y="190560"/>
                    <a:pt x="421465" y="186977"/>
                    <a:pt x="419131" y="183311"/>
                  </a:cubicBezTo>
                  <a:cubicBezTo>
                    <a:pt x="410882" y="170062"/>
                    <a:pt x="403883" y="155980"/>
                    <a:pt x="396133" y="142481"/>
                  </a:cubicBezTo>
                  <a:cubicBezTo>
                    <a:pt x="396384" y="142065"/>
                    <a:pt x="396633" y="141648"/>
                    <a:pt x="396800" y="141232"/>
                  </a:cubicBezTo>
                  <a:cubicBezTo>
                    <a:pt x="397217" y="140898"/>
                    <a:pt x="397716" y="140565"/>
                    <a:pt x="398133" y="140148"/>
                  </a:cubicBezTo>
                  <a:cubicBezTo>
                    <a:pt x="399133" y="140565"/>
                    <a:pt x="400133" y="140565"/>
                    <a:pt x="401050" y="139982"/>
                  </a:cubicBezTo>
                  <a:lnTo>
                    <a:pt x="401050" y="139982"/>
                  </a:lnTo>
                  <a:close/>
                  <a:moveTo>
                    <a:pt x="142240" y="649269"/>
                  </a:moveTo>
                  <a:cubicBezTo>
                    <a:pt x="134490" y="652519"/>
                    <a:pt x="125241" y="657602"/>
                    <a:pt x="116575" y="654852"/>
                  </a:cubicBezTo>
                  <a:cubicBezTo>
                    <a:pt x="108326" y="652269"/>
                    <a:pt x="99910" y="644186"/>
                    <a:pt x="94244" y="638103"/>
                  </a:cubicBezTo>
                  <a:cubicBezTo>
                    <a:pt x="81412" y="624355"/>
                    <a:pt x="68663" y="609439"/>
                    <a:pt x="58497" y="593607"/>
                  </a:cubicBezTo>
                  <a:cubicBezTo>
                    <a:pt x="39749" y="564360"/>
                    <a:pt x="22334" y="530696"/>
                    <a:pt x="17084" y="495950"/>
                  </a:cubicBezTo>
                  <a:cubicBezTo>
                    <a:pt x="15251" y="484117"/>
                    <a:pt x="17834" y="473285"/>
                    <a:pt x="22917" y="463452"/>
                  </a:cubicBezTo>
                  <a:cubicBezTo>
                    <a:pt x="32250" y="470952"/>
                    <a:pt x="46581" y="475118"/>
                    <a:pt x="55581" y="477868"/>
                  </a:cubicBezTo>
                  <a:cubicBezTo>
                    <a:pt x="85745" y="487117"/>
                    <a:pt x="121492" y="491950"/>
                    <a:pt x="134157" y="525447"/>
                  </a:cubicBezTo>
                  <a:cubicBezTo>
                    <a:pt x="142823" y="548445"/>
                    <a:pt x="130241" y="572859"/>
                    <a:pt x="132157" y="596524"/>
                  </a:cubicBezTo>
                  <a:cubicBezTo>
                    <a:pt x="133324" y="611189"/>
                    <a:pt x="137074" y="634520"/>
                    <a:pt x="149239" y="646353"/>
                  </a:cubicBezTo>
                  <a:cubicBezTo>
                    <a:pt x="146906" y="647353"/>
                    <a:pt x="144573" y="648353"/>
                    <a:pt x="142240" y="649269"/>
                  </a:cubicBezTo>
                  <a:lnTo>
                    <a:pt x="142240" y="649269"/>
                  </a:lnTo>
                  <a:close/>
                  <a:moveTo>
                    <a:pt x="160738" y="641270"/>
                  </a:moveTo>
                  <a:cubicBezTo>
                    <a:pt x="154988" y="631687"/>
                    <a:pt x="146989" y="623938"/>
                    <a:pt x="144073" y="611939"/>
                  </a:cubicBezTo>
                  <a:cubicBezTo>
                    <a:pt x="141240" y="600690"/>
                    <a:pt x="141073" y="590941"/>
                    <a:pt x="141906" y="579692"/>
                  </a:cubicBezTo>
                  <a:cubicBezTo>
                    <a:pt x="142323" y="573859"/>
                    <a:pt x="141490" y="568110"/>
                    <a:pt x="142156" y="562194"/>
                  </a:cubicBezTo>
                  <a:cubicBezTo>
                    <a:pt x="142823" y="556361"/>
                    <a:pt x="144573" y="550695"/>
                    <a:pt x="144739" y="544695"/>
                  </a:cubicBezTo>
                  <a:cubicBezTo>
                    <a:pt x="144989" y="535529"/>
                    <a:pt x="142240" y="526447"/>
                    <a:pt x="138573" y="518198"/>
                  </a:cubicBezTo>
                  <a:cubicBezTo>
                    <a:pt x="129574" y="498033"/>
                    <a:pt x="111909" y="486700"/>
                    <a:pt x="91327" y="480034"/>
                  </a:cubicBezTo>
                  <a:cubicBezTo>
                    <a:pt x="78828" y="476035"/>
                    <a:pt x="66163" y="472368"/>
                    <a:pt x="53581" y="468619"/>
                  </a:cubicBezTo>
                  <a:cubicBezTo>
                    <a:pt x="46581" y="466536"/>
                    <a:pt x="34333" y="463369"/>
                    <a:pt x="26167" y="457703"/>
                  </a:cubicBezTo>
                  <a:cubicBezTo>
                    <a:pt x="38499" y="437955"/>
                    <a:pt x="60163" y="421706"/>
                    <a:pt x="75829" y="407208"/>
                  </a:cubicBezTo>
                  <a:cubicBezTo>
                    <a:pt x="81245" y="402125"/>
                    <a:pt x="86744" y="397125"/>
                    <a:pt x="92161" y="392042"/>
                  </a:cubicBezTo>
                  <a:cubicBezTo>
                    <a:pt x="91327" y="405791"/>
                    <a:pt x="97910" y="420456"/>
                    <a:pt x="105909" y="431455"/>
                  </a:cubicBezTo>
                  <a:cubicBezTo>
                    <a:pt x="123408" y="455537"/>
                    <a:pt x="154405" y="472285"/>
                    <a:pt x="181986" y="482117"/>
                  </a:cubicBezTo>
                  <a:cubicBezTo>
                    <a:pt x="198234" y="487867"/>
                    <a:pt x="220733" y="490783"/>
                    <a:pt x="232148" y="505115"/>
                  </a:cubicBezTo>
                  <a:cubicBezTo>
                    <a:pt x="247563" y="524447"/>
                    <a:pt x="227649" y="538446"/>
                    <a:pt x="222649" y="556611"/>
                  </a:cubicBezTo>
                  <a:cubicBezTo>
                    <a:pt x="219733" y="567110"/>
                    <a:pt x="225066" y="579775"/>
                    <a:pt x="228232" y="589774"/>
                  </a:cubicBezTo>
                  <a:cubicBezTo>
                    <a:pt x="229982" y="595274"/>
                    <a:pt x="232731" y="599107"/>
                    <a:pt x="236148" y="602523"/>
                  </a:cubicBezTo>
                  <a:cubicBezTo>
                    <a:pt x="211650" y="616605"/>
                    <a:pt x="186402" y="629771"/>
                    <a:pt x="160738" y="641270"/>
                  </a:cubicBezTo>
                  <a:lnTo>
                    <a:pt x="160738" y="641270"/>
                  </a:lnTo>
                  <a:close/>
                  <a:moveTo>
                    <a:pt x="245314" y="597440"/>
                  </a:moveTo>
                  <a:cubicBezTo>
                    <a:pt x="245230" y="597357"/>
                    <a:pt x="245230" y="597357"/>
                    <a:pt x="245147" y="597274"/>
                  </a:cubicBezTo>
                  <a:cubicBezTo>
                    <a:pt x="239564" y="592024"/>
                    <a:pt x="237481" y="586441"/>
                    <a:pt x="235398" y="579275"/>
                  </a:cubicBezTo>
                  <a:cubicBezTo>
                    <a:pt x="232898" y="570859"/>
                    <a:pt x="230148" y="562694"/>
                    <a:pt x="232981" y="554028"/>
                  </a:cubicBezTo>
                  <a:cubicBezTo>
                    <a:pt x="234815" y="548445"/>
                    <a:pt x="238148" y="543279"/>
                    <a:pt x="240148" y="537612"/>
                  </a:cubicBezTo>
                  <a:cubicBezTo>
                    <a:pt x="242814" y="529780"/>
                    <a:pt x="246897" y="521614"/>
                    <a:pt x="244314" y="513198"/>
                  </a:cubicBezTo>
                  <a:cubicBezTo>
                    <a:pt x="241231" y="503116"/>
                    <a:pt x="229898" y="495533"/>
                    <a:pt x="221483" y="490617"/>
                  </a:cubicBezTo>
                  <a:cubicBezTo>
                    <a:pt x="210817" y="484284"/>
                    <a:pt x="198985" y="480951"/>
                    <a:pt x="187486" y="476535"/>
                  </a:cubicBezTo>
                  <a:cubicBezTo>
                    <a:pt x="173487" y="471118"/>
                    <a:pt x="159155" y="462703"/>
                    <a:pt x="146406" y="454787"/>
                  </a:cubicBezTo>
                  <a:cubicBezTo>
                    <a:pt x="126574" y="442371"/>
                    <a:pt x="89745" y="411290"/>
                    <a:pt x="100910" y="384460"/>
                  </a:cubicBezTo>
                  <a:cubicBezTo>
                    <a:pt x="119742" y="366961"/>
                    <a:pt x="138573" y="349379"/>
                    <a:pt x="156905" y="331381"/>
                  </a:cubicBezTo>
                  <a:cubicBezTo>
                    <a:pt x="168821" y="319715"/>
                    <a:pt x="180820" y="308133"/>
                    <a:pt x="192985" y="296634"/>
                  </a:cubicBezTo>
                  <a:cubicBezTo>
                    <a:pt x="189569" y="302134"/>
                    <a:pt x="186735" y="307883"/>
                    <a:pt x="185902" y="314216"/>
                  </a:cubicBezTo>
                  <a:cubicBezTo>
                    <a:pt x="184152" y="327215"/>
                    <a:pt x="188819" y="341130"/>
                    <a:pt x="194568" y="352462"/>
                  </a:cubicBezTo>
                  <a:cubicBezTo>
                    <a:pt x="208650" y="379877"/>
                    <a:pt x="232065" y="401208"/>
                    <a:pt x="259479" y="414707"/>
                  </a:cubicBezTo>
                  <a:cubicBezTo>
                    <a:pt x="275394" y="422623"/>
                    <a:pt x="293310" y="427039"/>
                    <a:pt x="307474" y="438121"/>
                  </a:cubicBezTo>
                  <a:cubicBezTo>
                    <a:pt x="315307" y="444204"/>
                    <a:pt x="324806" y="453287"/>
                    <a:pt x="325306" y="463952"/>
                  </a:cubicBezTo>
                  <a:cubicBezTo>
                    <a:pt x="325640" y="471285"/>
                    <a:pt x="322223" y="480451"/>
                    <a:pt x="320390" y="487367"/>
                  </a:cubicBezTo>
                  <a:cubicBezTo>
                    <a:pt x="317057" y="499699"/>
                    <a:pt x="314974" y="512198"/>
                    <a:pt x="317224" y="524947"/>
                  </a:cubicBezTo>
                  <a:cubicBezTo>
                    <a:pt x="318474" y="531863"/>
                    <a:pt x="320390" y="541695"/>
                    <a:pt x="325057" y="548028"/>
                  </a:cubicBezTo>
                  <a:cubicBezTo>
                    <a:pt x="299059" y="564943"/>
                    <a:pt x="272478" y="581692"/>
                    <a:pt x="245314" y="597440"/>
                  </a:cubicBezTo>
                  <a:lnTo>
                    <a:pt x="245314" y="597440"/>
                  </a:lnTo>
                  <a:close/>
                  <a:moveTo>
                    <a:pt x="340805" y="537446"/>
                  </a:moveTo>
                  <a:cubicBezTo>
                    <a:pt x="338305" y="539112"/>
                    <a:pt x="335722" y="540862"/>
                    <a:pt x="333139" y="542529"/>
                  </a:cubicBezTo>
                  <a:cubicBezTo>
                    <a:pt x="329973" y="539112"/>
                    <a:pt x="327640" y="530363"/>
                    <a:pt x="326640" y="526863"/>
                  </a:cubicBezTo>
                  <a:cubicBezTo>
                    <a:pt x="323973" y="517948"/>
                    <a:pt x="323807" y="508865"/>
                    <a:pt x="325306" y="499699"/>
                  </a:cubicBezTo>
                  <a:cubicBezTo>
                    <a:pt x="327056" y="489117"/>
                    <a:pt x="331889" y="478284"/>
                    <a:pt x="332889" y="467619"/>
                  </a:cubicBezTo>
                  <a:cubicBezTo>
                    <a:pt x="334806" y="446871"/>
                    <a:pt x="316641" y="430872"/>
                    <a:pt x="300309" y="421540"/>
                  </a:cubicBezTo>
                  <a:cubicBezTo>
                    <a:pt x="287810" y="414374"/>
                    <a:pt x="274144" y="409707"/>
                    <a:pt x="261396" y="403125"/>
                  </a:cubicBezTo>
                  <a:cubicBezTo>
                    <a:pt x="245147" y="394792"/>
                    <a:pt x="231398" y="383710"/>
                    <a:pt x="219566" y="369961"/>
                  </a:cubicBezTo>
                  <a:cubicBezTo>
                    <a:pt x="208984" y="357712"/>
                    <a:pt x="198818" y="344213"/>
                    <a:pt x="195735" y="327881"/>
                  </a:cubicBezTo>
                  <a:cubicBezTo>
                    <a:pt x="193068" y="313966"/>
                    <a:pt x="198151" y="299884"/>
                    <a:pt x="203317" y="286552"/>
                  </a:cubicBezTo>
                  <a:cubicBezTo>
                    <a:pt x="216899" y="273803"/>
                    <a:pt x="230648" y="261304"/>
                    <a:pt x="244647" y="248972"/>
                  </a:cubicBezTo>
                  <a:lnTo>
                    <a:pt x="244730" y="248888"/>
                  </a:lnTo>
                  <a:cubicBezTo>
                    <a:pt x="240648" y="262721"/>
                    <a:pt x="243064" y="279136"/>
                    <a:pt x="248646" y="292301"/>
                  </a:cubicBezTo>
                  <a:cubicBezTo>
                    <a:pt x="261396" y="322465"/>
                    <a:pt x="292559" y="337381"/>
                    <a:pt x="320890" y="349213"/>
                  </a:cubicBezTo>
                  <a:cubicBezTo>
                    <a:pt x="337889" y="356379"/>
                    <a:pt x="362220" y="364795"/>
                    <a:pt x="373802" y="379877"/>
                  </a:cubicBezTo>
                  <a:cubicBezTo>
                    <a:pt x="385551" y="395125"/>
                    <a:pt x="385134" y="418207"/>
                    <a:pt x="388051" y="436288"/>
                  </a:cubicBezTo>
                  <a:cubicBezTo>
                    <a:pt x="390300" y="449954"/>
                    <a:pt x="397300" y="462786"/>
                    <a:pt x="405133" y="474118"/>
                  </a:cubicBezTo>
                  <a:cubicBezTo>
                    <a:pt x="407799" y="477951"/>
                    <a:pt x="411382" y="483284"/>
                    <a:pt x="415632" y="487450"/>
                  </a:cubicBezTo>
                  <a:cubicBezTo>
                    <a:pt x="390717" y="504116"/>
                    <a:pt x="365886" y="520781"/>
                    <a:pt x="340805" y="537446"/>
                  </a:cubicBezTo>
                  <a:lnTo>
                    <a:pt x="340805" y="537446"/>
                  </a:lnTo>
                  <a:close/>
                  <a:moveTo>
                    <a:pt x="424797" y="481534"/>
                  </a:moveTo>
                  <a:cubicBezTo>
                    <a:pt x="419131" y="476368"/>
                    <a:pt x="413298" y="471618"/>
                    <a:pt x="408966" y="464702"/>
                  </a:cubicBezTo>
                  <a:cubicBezTo>
                    <a:pt x="398800" y="448620"/>
                    <a:pt x="397050" y="433622"/>
                    <a:pt x="394467" y="415374"/>
                  </a:cubicBezTo>
                  <a:cubicBezTo>
                    <a:pt x="390884" y="389709"/>
                    <a:pt x="382468" y="370711"/>
                    <a:pt x="359137" y="358295"/>
                  </a:cubicBezTo>
                  <a:cubicBezTo>
                    <a:pt x="331056" y="343380"/>
                    <a:pt x="298892" y="335047"/>
                    <a:pt x="274561" y="313966"/>
                  </a:cubicBezTo>
                  <a:cubicBezTo>
                    <a:pt x="260896" y="302134"/>
                    <a:pt x="251980" y="287635"/>
                    <a:pt x="249813" y="269387"/>
                  </a:cubicBezTo>
                  <a:cubicBezTo>
                    <a:pt x="248480" y="258054"/>
                    <a:pt x="251647" y="248722"/>
                    <a:pt x="255979" y="239306"/>
                  </a:cubicBezTo>
                  <a:cubicBezTo>
                    <a:pt x="268062" y="229140"/>
                    <a:pt x="280311" y="219225"/>
                    <a:pt x="292226" y="208809"/>
                  </a:cubicBezTo>
                  <a:cubicBezTo>
                    <a:pt x="303642" y="198810"/>
                    <a:pt x="313891" y="187561"/>
                    <a:pt x="324390" y="176562"/>
                  </a:cubicBezTo>
                  <a:cubicBezTo>
                    <a:pt x="334222" y="213558"/>
                    <a:pt x="352054" y="247805"/>
                    <a:pt x="370969" y="280886"/>
                  </a:cubicBezTo>
                  <a:cubicBezTo>
                    <a:pt x="391134" y="316132"/>
                    <a:pt x="414382" y="351129"/>
                    <a:pt x="442796" y="380210"/>
                  </a:cubicBezTo>
                  <a:cubicBezTo>
                    <a:pt x="456211" y="393959"/>
                    <a:pt x="470877" y="406208"/>
                    <a:pt x="486959" y="416790"/>
                  </a:cubicBezTo>
                  <a:cubicBezTo>
                    <a:pt x="493875" y="421373"/>
                    <a:pt x="500207" y="425789"/>
                    <a:pt x="506790" y="429122"/>
                  </a:cubicBezTo>
                  <a:cubicBezTo>
                    <a:pt x="479043" y="446287"/>
                    <a:pt x="451878" y="463786"/>
                    <a:pt x="424797" y="481534"/>
                  </a:cubicBezTo>
                  <a:lnTo>
                    <a:pt x="424797" y="481534"/>
                  </a:lnTo>
                  <a:close/>
                  <a:moveTo>
                    <a:pt x="543870" y="417123"/>
                  </a:moveTo>
                  <a:cubicBezTo>
                    <a:pt x="524205" y="423373"/>
                    <a:pt x="511790" y="416373"/>
                    <a:pt x="495375" y="406041"/>
                  </a:cubicBezTo>
                  <a:cubicBezTo>
                    <a:pt x="479626" y="396209"/>
                    <a:pt x="464877" y="384710"/>
                    <a:pt x="451629" y="371711"/>
                  </a:cubicBezTo>
                  <a:cubicBezTo>
                    <a:pt x="427380" y="347880"/>
                    <a:pt x="407965" y="318216"/>
                    <a:pt x="390134" y="289552"/>
                  </a:cubicBezTo>
                  <a:cubicBezTo>
                    <a:pt x="372969" y="261804"/>
                    <a:pt x="355470" y="231473"/>
                    <a:pt x="344721" y="200643"/>
                  </a:cubicBezTo>
                  <a:cubicBezTo>
                    <a:pt x="339139" y="184644"/>
                    <a:pt x="331723" y="167812"/>
                    <a:pt x="334889" y="150564"/>
                  </a:cubicBezTo>
                  <a:cubicBezTo>
                    <a:pt x="336805" y="139982"/>
                    <a:pt x="342388" y="132649"/>
                    <a:pt x="353221" y="129149"/>
                  </a:cubicBezTo>
                  <a:cubicBezTo>
                    <a:pt x="366886" y="124733"/>
                    <a:pt x="376385" y="134149"/>
                    <a:pt x="382635" y="145231"/>
                  </a:cubicBezTo>
                  <a:cubicBezTo>
                    <a:pt x="397550" y="171645"/>
                    <a:pt x="413215" y="197227"/>
                    <a:pt x="431297" y="221558"/>
                  </a:cubicBezTo>
                  <a:cubicBezTo>
                    <a:pt x="454712" y="253221"/>
                    <a:pt x="478459" y="283719"/>
                    <a:pt x="505373" y="312549"/>
                  </a:cubicBezTo>
                  <a:cubicBezTo>
                    <a:pt x="523539" y="332048"/>
                    <a:pt x="541953" y="351296"/>
                    <a:pt x="564118" y="365545"/>
                  </a:cubicBezTo>
                  <a:cubicBezTo>
                    <a:pt x="565285" y="366545"/>
                    <a:pt x="566451" y="367544"/>
                    <a:pt x="567535" y="368544"/>
                  </a:cubicBezTo>
                  <a:cubicBezTo>
                    <a:pt x="567785" y="371377"/>
                    <a:pt x="570034" y="374211"/>
                    <a:pt x="573034" y="373961"/>
                  </a:cubicBezTo>
                  <a:cubicBezTo>
                    <a:pt x="573617" y="374627"/>
                    <a:pt x="574201" y="375210"/>
                    <a:pt x="574784" y="375877"/>
                  </a:cubicBezTo>
                  <a:cubicBezTo>
                    <a:pt x="575284" y="377460"/>
                    <a:pt x="576284" y="378793"/>
                    <a:pt x="577617" y="379710"/>
                  </a:cubicBezTo>
                  <a:cubicBezTo>
                    <a:pt x="580367" y="383876"/>
                    <a:pt x="581783" y="387959"/>
                    <a:pt x="580950" y="391959"/>
                  </a:cubicBezTo>
                  <a:cubicBezTo>
                    <a:pt x="578117" y="405291"/>
                    <a:pt x="554869" y="413624"/>
                    <a:pt x="543870" y="417123"/>
                  </a:cubicBezTo>
                  <a:lnTo>
                    <a:pt x="543870" y="417123"/>
                  </a:lnTo>
                  <a:close/>
                </a:path>
              </a:pathLst>
            </a:custGeom>
            <a:grpFill/>
            <a:ln w="8332" cap="flat">
              <a:noFill/>
              <a:prstDash val="solid"/>
              <a:miter/>
            </a:ln>
          </p:spPr>
          <p:txBody>
            <a:bodyPr rtlCol="0" anchor="ctr"/>
            <a:lstStyle/>
            <a:p>
              <a:endParaRPr lang="en-US"/>
            </a:p>
          </p:txBody>
        </p:sp>
        <p:sp>
          <p:nvSpPr>
            <p:cNvPr id="1373" name="Freeform: Shape 1372"/>
            <p:cNvSpPr/>
            <p:nvPr/>
          </p:nvSpPr>
          <p:spPr>
            <a:xfrm>
              <a:off x="3742656" y="-137678"/>
              <a:ext cx="176081" cy="239310"/>
            </a:xfrm>
            <a:custGeom>
              <a:avLst/>
              <a:gdLst>
                <a:gd name="connsiteX0" fmla="*/ 174679 w 176081"/>
                <a:gd name="connsiteY0" fmla="*/ 232598 h 239310"/>
                <a:gd name="connsiteX1" fmla="*/ 74355 w 176081"/>
                <a:gd name="connsiteY1" fmla="*/ 127940 h 239310"/>
                <a:gd name="connsiteX2" fmla="*/ 31692 w 176081"/>
                <a:gd name="connsiteY2" fmla="*/ 64613 h 239310"/>
                <a:gd name="connsiteX3" fmla="*/ 18276 w 176081"/>
                <a:gd name="connsiteY3" fmla="*/ 34865 h 239310"/>
                <a:gd name="connsiteX4" fmla="*/ 3694 w 176081"/>
                <a:gd name="connsiteY4" fmla="*/ 1535 h 239310"/>
                <a:gd name="connsiteX5" fmla="*/ 28 w 176081"/>
                <a:gd name="connsiteY5" fmla="*/ 1535 h 239310"/>
                <a:gd name="connsiteX6" fmla="*/ 6611 w 176081"/>
                <a:gd name="connsiteY6" fmla="*/ 27449 h 239310"/>
                <a:gd name="connsiteX7" fmla="*/ 19860 w 176081"/>
                <a:gd name="connsiteY7" fmla="*/ 63529 h 239310"/>
                <a:gd name="connsiteX8" fmla="*/ 61189 w 176081"/>
                <a:gd name="connsiteY8" fmla="*/ 130857 h 239310"/>
                <a:gd name="connsiteX9" fmla="*/ 171012 w 176081"/>
                <a:gd name="connsiteY9" fmla="*/ 238930 h 239310"/>
                <a:gd name="connsiteX10" fmla="*/ 174679 w 176081"/>
                <a:gd name="connsiteY10" fmla="*/ 232598 h 239310"/>
                <a:gd name="connsiteX11" fmla="*/ 174679 w 176081"/>
                <a:gd name="connsiteY11" fmla="*/ 232598 h 239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6081" h="239310">
                  <a:moveTo>
                    <a:pt x="174679" y="232598"/>
                  </a:moveTo>
                  <a:cubicBezTo>
                    <a:pt x="136182" y="203267"/>
                    <a:pt x="103852" y="166104"/>
                    <a:pt x="74355" y="127940"/>
                  </a:cubicBezTo>
                  <a:cubicBezTo>
                    <a:pt x="58689" y="107609"/>
                    <a:pt x="43607" y="87444"/>
                    <a:pt x="31692" y="64613"/>
                  </a:cubicBezTo>
                  <a:cubicBezTo>
                    <a:pt x="26692" y="54947"/>
                    <a:pt x="22359" y="44948"/>
                    <a:pt x="18276" y="34865"/>
                  </a:cubicBezTo>
                  <a:cubicBezTo>
                    <a:pt x="14193" y="24450"/>
                    <a:pt x="6194" y="12284"/>
                    <a:pt x="3694" y="1535"/>
                  </a:cubicBezTo>
                  <a:cubicBezTo>
                    <a:pt x="3277" y="-298"/>
                    <a:pt x="194" y="-715"/>
                    <a:pt x="28" y="1535"/>
                  </a:cubicBezTo>
                  <a:cubicBezTo>
                    <a:pt x="-389" y="10534"/>
                    <a:pt x="3944" y="19033"/>
                    <a:pt x="6611" y="27449"/>
                  </a:cubicBezTo>
                  <a:cubicBezTo>
                    <a:pt x="10444" y="39782"/>
                    <a:pt x="14610" y="51781"/>
                    <a:pt x="19860" y="63529"/>
                  </a:cubicBezTo>
                  <a:cubicBezTo>
                    <a:pt x="30775" y="87944"/>
                    <a:pt x="45024" y="109859"/>
                    <a:pt x="61189" y="130857"/>
                  </a:cubicBezTo>
                  <a:cubicBezTo>
                    <a:pt x="92103" y="171186"/>
                    <a:pt x="125017" y="214932"/>
                    <a:pt x="171012" y="238930"/>
                  </a:cubicBezTo>
                  <a:cubicBezTo>
                    <a:pt x="174845" y="240847"/>
                    <a:pt x="178012" y="235014"/>
                    <a:pt x="174679" y="232598"/>
                  </a:cubicBezTo>
                  <a:lnTo>
                    <a:pt x="174679" y="232598"/>
                  </a:lnTo>
                  <a:close/>
                </a:path>
              </a:pathLst>
            </a:custGeom>
            <a:grpFill/>
            <a:ln w="8332" cap="flat">
              <a:noFill/>
              <a:prstDash val="solid"/>
              <a:miter/>
            </a:ln>
          </p:spPr>
          <p:txBody>
            <a:bodyPr rtlCol="0" anchor="ctr"/>
            <a:lstStyle/>
            <a:p>
              <a:endParaRPr lang="en-US"/>
            </a:p>
          </p:txBody>
        </p:sp>
        <p:sp>
          <p:nvSpPr>
            <p:cNvPr id="1374" name="Freeform: Shape 1373"/>
            <p:cNvSpPr/>
            <p:nvPr/>
          </p:nvSpPr>
          <p:spPr>
            <a:xfrm>
              <a:off x="1455109" y="2413583"/>
              <a:ext cx="467795" cy="718908"/>
            </a:xfrm>
            <a:custGeom>
              <a:avLst/>
              <a:gdLst>
                <a:gd name="connsiteX0" fmla="*/ 455240 w 467795"/>
                <a:gd name="connsiteY0" fmla="*/ 490582 h 718908"/>
                <a:gd name="connsiteX1" fmla="*/ 393829 w 467795"/>
                <a:gd name="connsiteY1" fmla="*/ 383842 h 718908"/>
                <a:gd name="connsiteX2" fmla="*/ 319502 w 467795"/>
                <a:gd name="connsiteY2" fmla="*/ 279351 h 718908"/>
                <a:gd name="connsiteX3" fmla="*/ 244509 w 467795"/>
                <a:gd name="connsiteY3" fmla="*/ 177111 h 718908"/>
                <a:gd name="connsiteX4" fmla="*/ 163017 w 467795"/>
                <a:gd name="connsiteY4" fmla="*/ 85536 h 718908"/>
                <a:gd name="connsiteX5" fmla="*/ 79191 w 467795"/>
                <a:gd name="connsiteY5" fmla="*/ 12459 h 718908"/>
                <a:gd name="connsiteX6" fmla="*/ 33695 w 467795"/>
                <a:gd name="connsiteY6" fmla="*/ 1543 h 718908"/>
                <a:gd name="connsiteX7" fmla="*/ 8531 w 467795"/>
                <a:gd name="connsiteY7" fmla="*/ 39540 h 718908"/>
                <a:gd name="connsiteX8" fmla="*/ 2864 w 467795"/>
                <a:gd name="connsiteY8" fmla="*/ 94451 h 718908"/>
                <a:gd name="connsiteX9" fmla="*/ 115 w 467795"/>
                <a:gd name="connsiteY9" fmla="*/ 161445 h 718908"/>
                <a:gd name="connsiteX10" fmla="*/ 1448 w 467795"/>
                <a:gd name="connsiteY10" fmla="*/ 280018 h 718908"/>
                <a:gd name="connsiteX11" fmla="*/ 1114 w 467795"/>
                <a:gd name="connsiteY11" fmla="*/ 291517 h 718908"/>
                <a:gd name="connsiteX12" fmla="*/ 1031 w 467795"/>
                <a:gd name="connsiteY12" fmla="*/ 293684 h 718908"/>
                <a:gd name="connsiteX13" fmla="*/ 2948 w 467795"/>
                <a:gd name="connsiteY13" fmla="*/ 507247 h 718908"/>
                <a:gd name="connsiteX14" fmla="*/ 7947 w 467795"/>
                <a:gd name="connsiteY14" fmla="*/ 619487 h 718908"/>
                <a:gd name="connsiteX15" fmla="*/ 36111 w 467795"/>
                <a:gd name="connsiteY15" fmla="*/ 710146 h 718908"/>
                <a:gd name="connsiteX16" fmla="*/ 82107 w 467795"/>
                <a:gd name="connsiteY16" fmla="*/ 718895 h 718908"/>
                <a:gd name="connsiteX17" fmla="*/ 144602 w 467795"/>
                <a:gd name="connsiteY17" fmla="*/ 716395 h 718908"/>
                <a:gd name="connsiteX18" fmla="*/ 263091 w 467795"/>
                <a:gd name="connsiteY18" fmla="*/ 692731 h 718908"/>
                <a:gd name="connsiteX19" fmla="*/ 456657 w 467795"/>
                <a:gd name="connsiteY19" fmla="*/ 588407 h 718908"/>
                <a:gd name="connsiteX20" fmla="*/ 455240 w 467795"/>
                <a:gd name="connsiteY20" fmla="*/ 490582 h 718908"/>
                <a:gd name="connsiteX21" fmla="*/ 455240 w 467795"/>
                <a:gd name="connsiteY21" fmla="*/ 490582 h 718908"/>
                <a:gd name="connsiteX22" fmla="*/ 347333 w 467795"/>
                <a:gd name="connsiteY22" fmla="*/ 348845 h 718908"/>
                <a:gd name="connsiteX23" fmla="*/ 381997 w 467795"/>
                <a:gd name="connsiteY23" fmla="*/ 398174 h 718908"/>
                <a:gd name="connsiteX24" fmla="*/ 369998 w 467795"/>
                <a:gd name="connsiteY24" fmla="*/ 417089 h 718908"/>
                <a:gd name="connsiteX25" fmla="*/ 335834 w 467795"/>
                <a:gd name="connsiteY25" fmla="*/ 431921 h 718908"/>
                <a:gd name="connsiteX26" fmla="*/ 305087 w 467795"/>
                <a:gd name="connsiteY26" fmla="*/ 417422 h 718908"/>
                <a:gd name="connsiteX27" fmla="*/ 304004 w 467795"/>
                <a:gd name="connsiteY27" fmla="*/ 388758 h 718908"/>
                <a:gd name="connsiteX28" fmla="*/ 272007 w 467795"/>
                <a:gd name="connsiteY28" fmla="*/ 356428 h 718908"/>
                <a:gd name="connsiteX29" fmla="*/ 312670 w 467795"/>
                <a:gd name="connsiteY29" fmla="*/ 301766 h 718908"/>
                <a:gd name="connsiteX30" fmla="*/ 347333 w 467795"/>
                <a:gd name="connsiteY30" fmla="*/ 348845 h 718908"/>
                <a:gd name="connsiteX31" fmla="*/ 347333 w 467795"/>
                <a:gd name="connsiteY31" fmla="*/ 348845 h 718908"/>
                <a:gd name="connsiteX32" fmla="*/ 206096 w 467795"/>
                <a:gd name="connsiteY32" fmla="*/ 159612 h 718908"/>
                <a:gd name="connsiteX33" fmla="*/ 280089 w 467795"/>
                <a:gd name="connsiteY33" fmla="*/ 254437 h 718908"/>
                <a:gd name="connsiteX34" fmla="*/ 285839 w 467795"/>
                <a:gd name="connsiteY34" fmla="*/ 262853 h 718908"/>
                <a:gd name="connsiteX35" fmla="*/ 172516 w 467795"/>
                <a:gd name="connsiteY35" fmla="*/ 270186 h 718908"/>
                <a:gd name="connsiteX36" fmla="*/ 198263 w 467795"/>
                <a:gd name="connsiteY36" fmla="*/ 150613 h 718908"/>
                <a:gd name="connsiteX37" fmla="*/ 206096 w 467795"/>
                <a:gd name="connsiteY37" fmla="*/ 159612 h 718908"/>
                <a:gd name="connsiteX38" fmla="*/ 206096 w 467795"/>
                <a:gd name="connsiteY38" fmla="*/ 159612 h 718908"/>
                <a:gd name="connsiteX39" fmla="*/ 92190 w 467795"/>
                <a:gd name="connsiteY39" fmla="*/ 42289 h 718908"/>
                <a:gd name="connsiteX40" fmla="*/ 93856 w 467795"/>
                <a:gd name="connsiteY40" fmla="*/ 43623 h 718908"/>
                <a:gd name="connsiteX41" fmla="*/ 135686 w 467795"/>
                <a:gd name="connsiteY41" fmla="*/ 79953 h 718908"/>
                <a:gd name="connsiteX42" fmla="*/ 166266 w 467795"/>
                <a:gd name="connsiteY42" fmla="*/ 113950 h 718908"/>
                <a:gd name="connsiteX43" fmla="*/ 135436 w 467795"/>
                <a:gd name="connsiteY43" fmla="*/ 140447 h 718908"/>
                <a:gd name="connsiteX44" fmla="*/ 101439 w 467795"/>
                <a:gd name="connsiteY44" fmla="*/ 134864 h 718908"/>
                <a:gd name="connsiteX45" fmla="*/ 96273 w 467795"/>
                <a:gd name="connsiteY45" fmla="*/ 107117 h 718908"/>
                <a:gd name="connsiteX46" fmla="*/ 80524 w 467795"/>
                <a:gd name="connsiteY46" fmla="*/ 86369 h 718908"/>
                <a:gd name="connsiteX47" fmla="*/ 92190 w 467795"/>
                <a:gd name="connsiteY47" fmla="*/ 42289 h 718908"/>
                <a:gd name="connsiteX48" fmla="*/ 92190 w 467795"/>
                <a:gd name="connsiteY48" fmla="*/ 42289 h 718908"/>
                <a:gd name="connsiteX49" fmla="*/ 16113 w 467795"/>
                <a:gd name="connsiteY49" fmla="*/ 202692 h 718908"/>
                <a:gd name="connsiteX50" fmla="*/ 29862 w 467795"/>
                <a:gd name="connsiteY50" fmla="*/ 250854 h 718908"/>
                <a:gd name="connsiteX51" fmla="*/ 14197 w 467795"/>
                <a:gd name="connsiteY51" fmla="*/ 282601 h 718908"/>
                <a:gd name="connsiteX52" fmla="*/ 14280 w 467795"/>
                <a:gd name="connsiteY52" fmla="*/ 272352 h 718908"/>
                <a:gd name="connsiteX53" fmla="*/ 16113 w 467795"/>
                <a:gd name="connsiteY53" fmla="*/ 202692 h 718908"/>
                <a:gd name="connsiteX54" fmla="*/ 16113 w 467795"/>
                <a:gd name="connsiteY54" fmla="*/ 202692 h 718908"/>
                <a:gd name="connsiteX55" fmla="*/ 14197 w 467795"/>
                <a:gd name="connsiteY55" fmla="*/ 334680 h 718908"/>
                <a:gd name="connsiteX56" fmla="*/ 76774 w 467795"/>
                <a:gd name="connsiteY56" fmla="*/ 347762 h 718908"/>
                <a:gd name="connsiteX57" fmla="*/ 107605 w 467795"/>
                <a:gd name="connsiteY57" fmla="*/ 403757 h 718908"/>
                <a:gd name="connsiteX58" fmla="*/ 79858 w 467795"/>
                <a:gd name="connsiteY58" fmla="*/ 470834 h 718908"/>
                <a:gd name="connsiteX59" fmla="*/ 41528 w 467795"/>
                <a:gd name="connsiteY59" fmla="*/ 485833 h 718908"/>
                <a:gd name="connsiteX60" fmla="*/ 18446 w 467795"/>
                <a:gd name="connsiteY60" fmla="*/ 482916 h 718908"/>
                <a:gd name="connsiteX61" fmla="*/ 14197 w 467795"/>
                <a:gd name="connsiteY61" fmla="*/ 334680 h 718908"/>
                <a:gd name="connsiteX62" fmla="*/ 14197 w 467795"/>
                <a:gd name="connsiteY62" fmla="*/ 334680 h 718908"/>
                <a:gd name="connsiteX63" fmla="*/ 18946 w 467795"/>
                <a:gd name="connsiteY63" fmla="*/ 509331 h 718908"/>
                <a:gd name="connsiteX64" fmla="*/ 18613 w 467795"/>
                <a:gd name="connsiteY64" fmla="*/ 491582 h 718908"/>
                <a:gd name="connsiteX65" fmla="*/ 66442 w 467795"/>
                <a:gd name="connsiteY65" fmla="*/ 490249 h 718908"/>
                <a:gd name="connsiteX66" fmla="*/ 117354 w 467795"/>
                <a:gd name="connsiteY66" fmla="*/ 419172 h 718908"/>
                <a:gd name="connsiteX67" fmla="*/ 90523 w 467795"/>
                <a:gd name="connsiteY67" fmla="*/ 343846 h 718908"/>
                <a:gd name="connsiteX68" fmla="*/ 14113 w 467795"/>
                <a:gd name="connsiteY68" fmla="*/ 322681 h 718908"/>
                <a:gd name="connsiteX69" fmla="*/ 14113 w 467795"/>
                <a:gd name="connsiteY69" fmla="*/ 291017 h 718908"/>
                <a:gd name="connsiteX70" fmla="*/ 40028 w 467795"/>
                <a:gd name="connsiteY70" fmla="*/ 252521 h 718908"/>
                <a:gd name="connsiteX71" fmla="*/ 34611 w 467795"/>
                <a:gd name="connsiteY71" fmla="*/ 216774 h 718908"/>
                <a:gd name="connsiteX72" fmla="*/ 16530 w 467795"/>
                <a:gd name="connsiteY72" fmla="*/ 186610 h 718908"/>
                <a:gd name="connsiteX73" fmla="*/ 17196 w 467795"/>
                <a:gd name="connsiteY73" fmla="*/ 150446 h 718908"/>
                <a:gd name="connsiteX74" fmla="*/ 17030 w 467795"/>
                <a:gd name="connsiteY74" fmla="*/ 110116 h 718908"/>
                <a:gd name="connsiteX75" fmla="*/ 21863 w 467795"/>
                <a:gd name="connsiteY75" fmla="*/ 55872 h 718908"/>
                <a:gd name="connsiteX76" fmla="*/ 51610 w 467795"/>
                <a:gd name="connsiteY76" fmla="*/ 17708 h 718908"/>
                <a:gd name="connsiteX77" fmla="*/ 85274 w 467795"/>
                <a:gd name="connsiteY77" fmla="*/ 36790 h 718908"/>
                <a:gd name="connsiteX78" fmla="*/ 63109 w 467795"/>
                <a:gd name="connsiteY78" fmla="*/ 75620 h 718908"/>
                <a:gd name="connsiteX79" fmla="*/ 72275 w 467795"/>
                <a:gd name="connsiteY79" fmla="*/ 93118 h 718908"/>
                <a:gd name="connsiteX80" fmla="*/ 81274 w 467795"/>
                <a:gd name="connsiteY80" fmla="*/ 97534 h 718908"/>
                <a:gd name="connsiteX81" fmla="*/ 88357 w 467795"/>
                <a:gd name="connsiteY81" fmla="*/ 116616 h 718908"/>
                <a:gd name="connsiteX82" fmla="*/ 89856 w 467795"/>
                <a:gd name="connsiteY82" fmla="*/ 131948 h 718908"/>
                <a:gd name="connsiteX83" fmla="*/ 174682 w 467795"/>
                <a:gd name="connsiteY83" fmla="*/ 123532 h 718908"/>
                <a:gd name="connsiteX84" fmla="*/ 197014 w 467795"/>
                <a:gd name="connsiteY84" fmla="*/ 149030 h 718908"/>
                <a:gd name="connsiteX85" fmla="*/ 150101 w 467795"/>
                <a:gd name="connsiteY85" fmla="*/ 202858 h 718908"/>
                <a:gd name="connsiteX86" fmla="*/ 162683 w 467795"/>
                <a:gd name="connsiteY86" fmla="*/ 277685 h 718908"/>
                <a:gd name="connsiteX87" fmla="*/ 293421 w 467795"/>
                <a:gd name="connsiteY87" fmla="*/ 273852 h 718908"/>
                <a:gd name="connsiteX88" fmla="*/ 310670 w 467795"/>
                <a:gd name="connsiteY88" fmla="*/ 299100 h 718908"/>
                <a:gd name="connsiteX89" fmla="*/ 262341 w 467795"/>
                <a:gd name="connsiteY89" fmla="*/ 356844 h 718908"/>
                <a:gd name="connsiteX90" fmla="*/ 276756 w 467795"/>
                <a:gd name="connsiteY90" fmla="*/ 379842 h 718908"/>
                <a:gd name="connsiteX91" fmla="*/ 293005 w 467795"/>
                <a:gd name="connsiteY91" fmla="*/ 396674 h 718908"/>
                <a:gd name="connsiteX92" fmla="*/ 293421 w 467795"/>
                <a:gd name="connsiteY92" fmla="*/ 419505 h 718908"/>
                <a:gd name="connsiteX93" fmla="*/ 351666 w 467795"/>
                <a:gd name="connsiteY93" fmla="*/ 442753 h 718908"/>
                <a:gd name="connsiteX94" fmla="*/ 386830 w 467795"/>
                <a:gd name="connsiteY94" fmla="*/ 417922 h 718908"/>
                <a:gd name="connsiteX95" fmla="*/ 390579 w 467795"/>
                <a:gd name="connsiteY95" fmla="*/ 411839 h 718908"/>
                <a:gd name="connsiteX96" fmla="*/ 410911 w 467795"/>
                <a:gd name="connsiteY96" fmla="*/ 445003 h 718908"/>
                <a:gd name="connsiteX97" fmla="*/ 426910 w 467795"/>
                <a:gd name="connsiteY97" fmla="*/ 472751 h 718908"/>
                <a:gd name="connsiteX98" fmla="*/ 413077 w 467795"/>
                <a:gd name="connsiteY98" fmla="*/ 485249 h 718908"/>
                <a:gd name="connsiteX99" fmla="*/ 394163 w 467795"/>
                <a:gd name="connsiteY99" fmla="*/ 503831 h 718908"/>
                <a:gd name="connsiteX100" fmla="*/ 348333 w 467795"/>
                <a:gd name="connsiteY100" fmla="*/ 541161 h 718908"/>
                <a:gd name="connsiteX101" fmla="*/ 296088 w 467795"/>
                <a:gd name="connsiteY101" fmla="*/ 575241 h 718908"/>
                <a:gd name="connsiteX102" fmla="*/ 242593 w 467795"/>
                <a:gd name="connsiteY102" fmla="*/ 594240 h 718908"/>
                <a:gd name="connsiteX103" fmla="*/ 160017 w 467795"/>
                <a:gd name="connsiteY103" fmla="*/ 619654 h 718908"/>
                <a:gd name="connsiteX104" fmla="*/ 151184 w 467795"/>
                <a:gd name="connsiteY104" fmla="*/ 577824 h 718908"/>
                <a:gd name="connsiteX105" fmla="*/ 100189 w 467795"/>
                <a:gd name="connsiteY105" fmla="*/ 569075 h 718908"/>
                <a:gd name="connsiteX106" fmla="*/ 62692 w 467795"/>
                <a:gd name="connsiteY106" fmla="*/ 527162 h 718908"/>
                <a:gd name="connsiteX107" fmla="*/ 21113 w 467795"/>
                <a:gd name="connsiteY107" fmla="*/ 544911 h 718908"/>
                <a:gd name="connsiteX108" fmla="*/ 18946 w 467795"/>
                <a:gd name="connsiteY108" fmla="*/ 509331 h 718908"/>
                <a:gd name="connsiteX109" fmla="*/ 18946 w 467795"/>
                <a:gd name="connsiteY109" fmla="*/ 509331 h 718908"/>
                <a:gd name="connsiteX110" fmla="*/ 24779 w 467795"/>
                <a:gd name="connsiteY110" fmla="*/ 607405 h 718908"/>
                <a:gd name="connsiteX111" fmla="*/ 21446 w 467795"/>
                <a:gd name="connsiteY111" fmla="*/ 552244 h 718908"/>
                <a:gd name="connsiteX112" fmla="*/ 70108 w 467795"/>
                <a:gd name="connsiteY112" fmla="*/ 545661 h 718908"/>
                <a:gd name="connsiteX113" fmla="*/ 83690 w 467795"/>
                <a:gd name="connsiteY113" fmla="*/ 577574 h 718908"/>
                <a:gd name="connsiteX114" fmla="*/ 126770 w 467795"/>
                <a:gd name="connsiteY114" fmla="*/ 575658 h 718908"/>
                <a:gd name="connsiteX115" fmla="*/ 147935 w 467795"/>
                <a:gd name="connsiteY115" fmla="*/ 622154 h 718908"/>
                <a:gd name="connsiteX116" fmla="*/ 118687 w 467795"/>
                <a:gd name="connsiteY116" fmla="*/ 627320 h 718908"/>
                <a:gd name="connsiteX117" fmla="*/ 61192 w 467795"/>
                <a:gd name="connsiteY117" fmla="*/ 629570 h 718908"/>
                <a:gd name="connsiteX118" fmla="*/ 31862 w 467795"/>
                <a:gd name="connsiteY118" fmla="*/ 627237 h 718908"/>
                <a:gd name="connsiteX119" fmla="*/ 24612 w 467795"/>
                <a:gd name="connsiteY119" fmla="*/ 625737 h 718908"/>
                <a:gd name="connsiteX120" fmla="*/ 24779 w 467795"/>
                <a:gd name="connsiteY120" fmla="*/ 607405 h 718908"/>
                <a:gd name="connsiteX121" fmla="*/ 24779 w 467795"/>
                <a:gd name="connsiteY121" fmla="*/ 607405 h 718908"/>
                <a:gd name="connsiteX122" fmla="*/ 449657 w 467795"/>
                <a:gd name="connsiteY122" fmla="*/ 554493 h 718908"/>
                <a:gd name="connsiteX123" fmla="*/ 388330 w 467795"/>
                <a:gd name="connsiteY123" fmla="*/ 628070 h 718908"/>
                <a:gd name="connsiteX124" fmla="*/ 285922 w 467795"/>
                <a:gd name="connsiteY124" fmla="*/ 670316 h 718908"/>
                <a:gd name="connsiteX125" fmla="*/ 176015 w 467795"/>
                <a:gd name="connsiteY125" fmla="*/ 698480 h 718908"/>
                <a:gd name="connsiteX126" fmla="*/ 64442 w 467795"/>
                <a:gd name="connsiteY126" fmla="*/ 701980 h 718908"/>
                <a:gd name="connsiteX127" fmla="*/ 24612 w 467795"/>
                <a:gd name="connsiteY127" fmla="*/ 632236 h 718908"/>
                <a:gd name="connsiteX128" fmla="*/ 38028 w 467795"/>
                <a:gd name="connsiteY128" fmla="*/ 637486 h 718908"/>
                <a:gd name="connsiteX129" fmla="*/ 64275 w 467795"/>
                <a:gd name="connsiteY129" fmla="*/ 642152 h 718908"/>
                <a:gd name="connsiteX130" fmla="*/ 130936 w 467795"/>
                <a:gd name="connsiteY130" fmla="*/ 640819 h 718908"/>
                <a:gd name="connsiteX131" fmla="*/ 261424 w 467795"/>
                <a:gd name="connsiteY131" fmla="*/ 606322 h 718908"/>
                <a:gd name="connsiteX132" fmla="*/ 315753 w 467795"/>
                <a:gd name="connsiteY132" fmla="*/ 584657 h 718908"/>
                <a:gd name="connsiteX133" fmla="*/ 368665 w 467795"/>
                <a:gd name="connsiteY133" fmla="*/ 548327 h 718908"/>
                <a:gd name="connsiteX134" fmla="*/ 411828 w 467795"/>
                <a:gd name="connsiteY134" fmla="*/ 510831 h 718908"/>
                <a:gd name="connsiteX135" fmla="*/ 433575 w 467795"/>
                <a:gd name="connsiteY135" fmla="*/ 487916 h 718908"/>
                <a:gd name="connsiteX136" fmla="*/ 434159 w 467795"/>
                <a:gd name="connsiteY136" fmla="*/ 487333 h 718908"/>
                <a:gd name="connsiteX137" fmla="*/ 449657 w 467795"/>
                <a:gd name="connsiteY137" fmla="*/ 554493 h 718908"/>
                <a:gd name="connsiteX138" fmla="*/ 449657 w 467795"/>
                <a:gd name="connsiteY138" fmla="*/ 554493 h 718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467795" h="718908">
                  <a:moveTo>
                    <a:pt x="455240" y="490582"/>
                  </a:moveTo>
                  <a:cubicBezTo>
                    <a:pt x="440658" y="452503"/>
                    <a:pt x="415827" y="417922"/>
                    <a:pt x="393829" y="383842"/>
                  </a:cubicBezTo>
                  <a:cubicBezTo>
                    <a:pt x="370581" y="347928"/>
                    <a:pt x="344000" y="314432"/>
                    <a:pt x="319502" y="279351"/>
                  </a:cubicBezTo>
                  <a:cubicBezTo>
                    <a:pt x="295255" y="244688"/>
                    <a:pt x="272090" y="209274"/>
                    <a:pt x="244509" y="177111"/>
                  </a:cubicBezTo>
                  <a:cubicBezTo>
                    <a:pt x="217845" y="145947"/>
                    <a:pt x="190431" y="115949"/>
                    <a:pt x="163017" y="85536"/>
                  </a:cubicBezTo>
                  <a:cubicBezTo>
                    <a:pt x="138019" y="57705"/>
                    <a:pt x="111438" y="31957"/>
                    <a:pt x="79191" y="12459"/>
                  </a:cubicBezTo>
                  <a:cubicBezTo>
                    <a:pt x="66275" y="4626"/>
                    <a:pt x="49027" y="-3456"/>
                    <a:pt x="33695" y="1543"/>
                  </a:cubicBezTo>
                  <a:cubicBezTo>
                    <a:pt x="17780" y="6709"/>
                    <a:pt x="11280" y="24624"/>
                    <a:pt x="8531" y="39540"/>
                  </a:cubicBezTo>
                  <a:cubicBezTo>
                    <a:pt x="5197" y="57455"/>
                    <a:pt x="3698" y="76203"/>
                    <a:pt x="2864" y="94451"/>
                  </a:cubicBezTo>
                  <a:cubicBezTo>
                    <a:pt x="1864" y="116699"/>
                    <a:pt x="-552" y="139197"/>
                    <a:pt x="115" y="161445"/>
                  </a:cubicBezTo>
                  <a:cubicBezTo>
                    <a:pt x="1448" y="200942"/>
                    <a:pt x="531" y="240522"/>
                    <a:pt x="1448" y="280018"/>
                  </a:cubicBezTo>
                  <a:cubicBezTo>
                    <a:pt x="1281" y="283851"/>
                    <a:pt x="1281" y="287684"/>
                    <a:pt x="1114" y="291517"/>
                  </a:cubicBezTo>
                  <a:cubicBezTo>
                    <a:pt x="448" y="292017"/>
                    <a:pt x="531" y="293100"/>
                    <a:pt x="1031" y="293684"/>
                  </a:cubicBezTo>
                  <a:cubicBezTo>
                    <a:pt x="-885" y="365010"/>
                    <a:pt x="2031" y="435920"/>
                    <a:pt x="2948" y="507247"/>
                  </a:cubicBezTo>
                  <a:cubicBezTo>
                    <a:pt x="3364" y="544827"/>
                    <a:pt x="8030" y="581991"/>
                    <a:pt x="7947" y="619487"/>
                  </a:cubicBezTo>
                  <a:cubicBezTo>
                    <a:pt x="7864" y="650151"/>
                    <a:pt x="6031" y="691314"/>
                    <a:pt x="36111" y="710146"/>
                  </a:cubicBezTo>
                  <a:cubicBezTo>
                    <a:pt x="49860" y="718812"/>
                    <a:pt x="66359" y="718812"/>
                    <a:pt x="82107" y="718895"/>
                  </a:cubicBezTo>
                  <a:cubicBezTo>
                    <a:pt x="102939" y="719062"/>
                    <a:pt x="123770" y="717645"/>
                    <a:pt x="144602" y="716395"/>
                  </a:cubicBezTo>
                  <a:cubicBezTo>
                    <a:pt x="185848" y="713979"/>
                    <a:pt x="223345" y="703646"/>
                    <a:pt x="263091" y="692731"/>
                  </a:cubicBezTo>
                  <a:cubicBezTo>
                    <a:pt x="331418" y="673816"/>
                    <a:pt x="412994" y="648568"/>
                    <a:pt x="456657" y="588407"/>
                  </a:cubicBezTo>
                  <a:cubicBezTo>
                    <a:pt x="476238" y="561243"/>
                    <a:pt x="466239" y="519330"/>
                    <a:pt x="455240" y="490582"/>
                  </a:cubicBezTo>
                  <a:lnTo>
                    <a:pt x="455240" y="490582"/>
                  </a:lnTo>
                  <a:close/>
                  <a:moveTo>
                    <a:pt x="347333" y="348845"/>
                  </a:moveTo>
                  <a:cubicBezTo>
                    <a:pt x="359832" y="364427"/>
                    <a:pt x="371165" y="381176"/>
                    <a:pt x="381997" y="398174"/>
                  </a:cubicBezTo>
                  <a:cubicBezTo>
                    <a:pt x="379164" y="404840"/>
                    <a:pt x="371914" y="414922"/>
                    <a:pt x="369998" y="417089"/>
                  </a:cubicBezTo>
                  <a:cubicBezTo>
                    <a:pt x="361332" y="426838"/>
                    <a:pt x="348583" y="431421"/>
                    <a:pt x="335834" y="431921"/>
                  </a:cubicBezTo>
                  <a:cubicBezTo>
                    <a:pt x="323836" y="432421"/>
                    <a:pt x="308754" y="430254"/>
                    <a:pt x="305087" y="417422"/>
                  </a:cubicBezTo>
                  <a:cubicBezTo>
                    <a:pt x="302421" y="408006"/>
                    <a:pt x="306087" y="398091"/>
                    <a:pt x="304004" y="388758"/>
                  </a:cubicBezTo>
                  <a:cubicBezTo>
                    <a:pt x="299921" y="370760"/>
                    <a:pt x="274173" y="375176"/>
                    <a:pt x="272007" y="356428"/>
                  </a:cubicBezTo>
                  <a:cubicBezTo>
                    <a:pt x="269590" y="335680"/>
                    <a:pt x="294921" y="313682"/>
                    <a:pt x="312670" y="301766"/>
                  </a:cubicBezTo>
                  <a:cubicBezTo>
                    <a:pt x="323836" y="317848"/>
                    <a:pt x="335168" y="333680"/>
                    <a:pt x="347333" y="348845"/>
                  </a:cubicBezTo>
                  <a:lnTo>
                    <a:pt x="347333" y="348845"/>
                  </a:lnTo>
                  <a:close/>
                  <a:moveTo>
                    <a:pt x="206096" y="159612"/>
                  </a:moveTo>
                  <a:cubicBezTo>
                    <a:pt x="232344" y="190443"/>
                    <a:pt x="257091" y="221190"/>
                    <a:pt x="280089" y="254437"/>
                  </a:cubicBezTo>
                  <a:cubicBezTo>
                    <a:pt x="282006" y="257187"/>
                    <a:pt x="283922" y="260020"/>
                    <a:pt x="285839" y="262853"/>
                  </a:cubicBezTo>
                  <a:cubicBezTo>
                    <a:pt x="261008" y="298433"/>
                    <a:pt x="202346" y="299266"/>
                    <a:pt x="172516" y="270186"/>
                  </a:cubicBezTo>
                  <a:cubicBezTo>
                    <a:pt x="139519" y="238022"/>
                    <a:pt x="164350" y="173528"/>
                    <a:pt x="198263" y="150613"/>
                  </a:cubicBezTo>
                  <a:cubicBezTo>
                    <a:pt x="200930" y="153613"/>
                    <a:pt x="203513" y="156612"/>
                    <a:pt x="206096" y="159612"/>
                  </a:cubicBezTo>
                  <a:lnTo>
                    <a:pt x="206096" y="159612"/>
                  </a:lnTo>
                  <a:close/>
                  <a:moveTo>
                    <a:pt x="92190" y="42289"/>
                  </a:moveTo>
                  <a:cubicBezTo>
                    <a:pt x="92773" y="42706"/>
                    <a:pt x="93356" y="43206"/>
                    <a:pt x="93856" y="43623"/>
                  </a:cubicBezTo>
                  <a:cubicBezTo>
                    <a:pt x="108605" y="54872"/>
                    <a:pt x="123187" y="66204"/>
                    <a:pt x="135686" y="79953"/>
                  </a:cubicBezTo>
                  <a:cubicBezTo>
                    <a:pt x="145935" y="91285"/>
                    <a:pt x="156101" y="102617"/>
                    <a:pt x="166266" y="113950"/>
                  </a:cubicBezTo>
                  <a:cubicBezTo>
                    <a:pt x="156684" y="125199"/>
                    <a:pt x="152434" y="135948"/>
                    <a:pt x="135436" y="140447"/>
                  </a:cubicBezTo>
                  <a:cubicBezTo>
                    <a:pt x="125770" y="143030"/>
                    <a:pt x="109022" y="143030"/>
                    <a:pt x="101439" y="134864"/>
                  </a:cubicBezTo>
                  <a:cubicBezTo>
                    <a:pt x="94523" y="127448"/>
                    <a:pt x="97356" y="116033"/>
                    <a:pt x="96273" y="107117"/>
                  </a:cubicBezTo>
                  <a:cubicBezTo>
                    <a:pt x="94773" y="94701"/>
                    <a:pt x="89023" y="93118"/>
                    <a:pt x="80524" y="86369"/>
                  </a:cubicBezTo>
                  <a:cubicBezTo>
                    <a:pt x="66109" y="75203"/>
                    <a:pt x="80191" y="55372"/>
                    <a:pt x="92190" y="42289"/>
                  </a:cubicBezTo>
                  <a:lnTo>
                    <a:pt x="92190" y="42289"/>
                  </a:lnTo>
                  <a:close/>
                  <a:moveTo>
                    <a:pt x="16113" y="202692"/>
                  </a:moveTo>
                  <a:cubicBezTo>
                    <a:pt x="25862" y="215857"/>
                    <a:pt x="31528" y="236772"/>
                    <a:pt x="29862" y="250854"/>
                  </a:cubicBezTo>
                  <a:cubicBezTo>
                    <a:pt x="28195" y="264269"/>
                    <a:pt x="23029" y="274602"/>
                    <a:pt x="14197" y="282601"/>
                  </a:cubicBezTo>
                  <a:cubicBezTo>
                    <a:pt x="14280" y="279185"/>
                    <a:pt x="14280" y="275768"/>
                    <a:pt x="14280" y="272352"/>
                  </a:cubicBezTo>
                  <a:cubicBezTo>
                    <a:pt x="14697" y="249104"/>
                    <a:pt x="15447" y="225856"/>
                    <a:pt x="16113" y="202692"/>
                  </a:cubicBezTo>
                  <a:lnTo>
                    <a:pt x="16113" y="202692"/>
                  </a:lnTo>
                  <a:close/>
                  <a:moveTo>
                    <a:pt x="14197" y="334680"/>
                  </a:moveTo>
                  <a:cubicBezTo>
                    <a:pt x="34861" y="331847"/>
                    <a:pt x="60026" y="335263"/>
                    <a:pt x="76774" y="347762"/>
                  </a:cubicBezTo>
                  <a:cubicBezTo>
                    <a:pt x="95273" y="361511"/>
                    <a:pt x="103689" y="381509"/>
                    <a:pt x="107605" y="403757"/>
                  </a:cubicBezTo>
                  <a:cubicBezTo>
                    <a:pt x="111938" y="428088"/>
                    <a:pt x="97939" y="454836"/>
                    <a:pt x="79858" y="470834"/>
                  </a:cubicBezTo>
                  <a:cubicBezTo>
                    <a:pt x="69025" y="480416"/>
                    <a:pt x="56110" y="485583"/>
                    <a:pt x="41528" y="485833"/>
                  </a:cubicBezTo>
                  <a:cubicBezTo>
                    <a:pt x="37361" y="485916"/>
                    <a:pt x="25612" y="485749"/>
                    <a:pt x="18446" y="482916"/>
                  </a:cubicBezTo>
                  <a:cubicBezTo>
                    <a:pt x="17196" y="433421"/>
                    <a:pt x="14947" y="384175"/>
                    <a:pt x="14197" y="334680"/>
                  </a:cubicBezTo>
                  <a:lnTo>
                    <a:pt x="14197" y="334680"/>
                  </a:lnTo>
                  <a:close/>
                  <a:moveTo>
                    <a:pt x="18946" y="509331"/>
                  </a:moveTo>
                  <a:cubicBezTo>
                    <a:pt x="18863" y="503414"/>
                    <a:pt x="18696" y="497498"/>
                    <a:pt x="18613" y="491582"/>
                  </a:cubicBezTo>
                  <a:cubicBezTo>
                    <a:pt x="33028" y="496415"/>
                    <a:pt x="60859" y="492582"/>
                    <a:pt x="66442" y="490249"/>
                  </a:cubicBezTo>
                  <a:cubicBezTo>
                    <a:pt x="93189" y="479333"/>
                    <a:pt x="114188" y="447336"/>
                    <a:pt x="117354" y="419172"/>
                  </a:cubicBezTo>
                  <a:cubicBezTo>
                    <a:pt x="120187" y="393591"/>
                    <a:pt x="108438" y="361844"/>
                    <a:pt x="90523" y="343846"/>
                  </a:cubicBezTo>
                  <a:cubicBezTo>
                    <a:pt x="70775" y="323931"/>
                    <a:pt x="41111" y="317181"/>
                    <a:pt x="14113" y="322681"/>
                  </a:cubicBezTo>
                  <a:cubicBezTo>
                    <a:pt x="14030" y="312098"/>
                    <a:pt x="14030" y="301599"/>
                    <a:pt x="14113" y="291017"/>
                  </a:cubicBezTo>
                  <a:cubicBezTo>
                    <a:pt x="29279" y="284684"/>
                    <a:pt x="37528" y="270686"/>
                    <a:pt x="40028" y="252521"/>
                  </a:cubicBezTo>
                  <a:cubicBezTo>
                    <a:pt x="41778" y="240022"/>
                    <a:pt x="39278" y="228189"/>
                    <a:pt x="34611" y="216774"/>
                  </a:cubicBezTo>
                  <a:cubicBezTo>
                    <a:pt x="30195" y="205941"/>
                    <a:pt x="27196" y="193026"/>
                    <a:pt x="16530" y="186610"/>
                  </a:cubicBezTo>
                  <a:cubicBezTo>
                    <a:pt x="16780" y="174611"/>
                    <a:pt x="17030" y="162528"/>
                    <a:pt x="17196" y="150446"/>
                  </a:cubicBezTo>
                  <a:cubicBezTo>
                    <a:pt x="17363" y="136947"/>
                    <a:pt x="16946" y="123532"/>
                    <a:pt x="17030" y="110116"/>
                  </a:cubicBezTo>
                  <a:cubicBezTo>
                    <a:pt x="18113" y="91952"/>
                    <a:pt x="19279" y="73953"/>
                    <a:pt x="21863" y="55872"/>
                  </a:cubicBezTo>
                  <a:cubicBezTo>
                    <a:pt x="24279" y="38540"/>
                    <a:pt x="27612" y="11626"/>
                    <a:pt x="51610" y="17708"/>
                  </a:cubicBezTo>
                  <a:cubicBezTo>
                    <a:pt x="63942" y="20875"/>
                    <a:pt x="75024" y="28791"/>
                    <a:pt x="85274" y="36790"/>
                  </a:cubicBezTo>
                  <a:cubicBezTo>
                    <a:pt x="73858" y="46372"/>
                    <a:pt x="63942" y="65704"/>
                    <a:pt x="63109" y="75620"/>
                  </a:cubicBezTo>
                  <a:cubicBezTo>
                    <a:pt x="62442" y="83786"/>
                    <a:pt x="65442" y="89035"/>
                    <a:pt x="72275" y="93118"/>
                  </a:cubicBezTo>
                  <a:cubicBezTo>
                    <a:pt x="74858" y="94701"/>
                    <a:pt x="79107" y="95368"/>
                    <a:pt x="81274" y="97534"/>
                  </a:cubicBezTo>
                  <a:cubicBezTo>
                    <a:pt x="85607" y="101867"/>
                    <a:pt x="87690" y="110617"/>
                    <a:pt x="88357" y="116616"/>
                  </a:cubicBezTo>
                  <a:cubicBezTo>
                    <a:pt x="88940" y="121782"/>
                    <a:pt x="88273" y="126948"/>
                    <a:pt x="89856" y="131948"/>
                  </a:cubicBezTo>
                  <a:cubicBezTo>
                    <a:pt x="100856" y="165528"/>
                    <a:pt x="162683" y="152946"/>
                    <a:pt x="174682" y="123532"/>
                  </a:cubicBezTo>
                  <a:cubicBezTo>
                    <a:pt x="182182" y="132031"/>
                    <a:pt x="189597" y="140447"/>
                    <a:pt x="197014" y="149030"/>
                  </a:cubicBezTo>
                  <a:cubicBezTo>
                    <a:pt x="173182" y="156112"/>
                    <a:pt x="157767" y="179860"/>
                    <a:pt x="150101" y="202858"/>
                  </a:cubicBezTo>
                  <a:cubicBezTo>
                    <a:pt x="141519" y="228856"/>
                    <a:pt x="142935" y="257353"/>
                    <a:pt x="162683" y="277685"/>
                  </a:cubicBezTo>
                  <a:cubicBezTo>
                    <a:pt x="197097" y="313098"/>
                    <a:pt x="261924" y="311932"/>
                    <a:pt x="293421" y="273852"/>
                  </a:cubicBezTo>
                  <a:cubicBezTo>
                    <a:pt x="299171" y="282268"/>
                    <a:pt x="304920" y="290684"/>
                    <a:pt x="310670" y="299100"/>
                  </a:cubicBezTo>
                  <a:cubicBezTo>
                    <a:pt x="289089" y="310849"/>
                    <a:pt x="262674" y="331680"/>
                    <a:pt x="262341" y="356844"/>
                  </a:cubicBezTo>
                  <a:cubicBezTo>
                    <a:pt x="262174" y="367593"/>
                    <a:pt x="267424" y="375009"/>
                    <a:pt x="276756" y="379842"/>
                  </a:cubicBezTo>
                  <a:cubicBezTo>
                    <a:pt x="285089" y="384092"/>
                    <a:pt x="291755" y="385592"/>
                    <a:pt x="293005" y="396674"/>
                  </a:cubicBezTo>
                  <a:cubicBezTo>
                    <a:pt x="293838" y="404173"/>
                    <a:pt x="292088" y="411839"/>
                    <a:pt x="293421" y="419505"/>
                  </a:cubicBezTo>
                  <a:cubicBezTo>
                    <a:pt x="297921" y="444920"/>
                    <a:pt x="330668" y="447919"/>
                    <a:pt x="351666" y="442753"/>
                  </a:cubicBezTo>
                  <a:cubicBezTo>
                    <a:pt x="365665" y="439253"/>
                    <a:pt x="379247" y="430338"/>
                    <a:pt x="386830" y="417922"/>
                  </a:cubicBezTo>
                  <a:cubicBezTo>
                    <a:pt x="387830" y="416256"/>
                    <a:pt x="389163" y="414173"/>
                    <a:pt x="390579" y="411839"/>
                  </a:cubicBezTo>
                  <a:cubicBezTo>
                    <a:pt x="397412" y="422922"/>
                    <a:pt x="404161" y="434004"/>
                    <a:pt x="410911" y="445003"/>
                  </a:cubicBezTo>
                  <a:cubicBezTo>
                    <a:pt x="416494" y="454002"/>
                    <a:pt x="421910" y="463251"/>
                    <a:pt x="426910" y="472751"/>
                  </a:cubicBezTo>
                  <a:cubicBezTo>
                    <a:pt x="422743" y="477250"/>
                    <a:pt x="416160" y="481917"/>
                    <a:pt x="413077" y="485249"/>
                  </a:cubicBezTo>
                  <a:cubicBezTo>
                    <a:pt x="406995" y="491832"/>
                    <a:pt x="400745" y="497748"/>
                    <a:pt x="394163" y="503831"/>
                  </a:cubicBezTo>
                  <a:cubicBezTo>
                    <a:pt x="379414" y="517497"/>
                    <a:pt x="364749" y="529662"/>
                    <a:pt x="348333" y="541161"/>
                  </a:cubicBezTo>
                  <a:cubicBezTo>
                    <a:pt x="331168" y="553160"/>
                    <a:pt x="315170" y="566325"/>
                    <a:pt x="296088" y="575241"/>
                  </a:cubicBezTo>
                  <a:cubicBezTo>
                    <a:pt x="278923" y="583324"/>
                    <a:pt x="260758" y="588573"/>
                    <a:pt x="242593" y="594240"/>
                  </a:cubicBezTo>
                  <a:cubicBezTo>
                    <a:pt x="214845" y="602906"/>
                    <a:pt x="187848" y="612571"/>
                    <a:pt x="160017" y="619654"/>
                  </a:cubicBezTo>
                  <a:cubicBezTo>
                    <a:pt x="162683" y="604905"/>
                    <a:pt x="162433" y="588907"/>
                    <a:pt x="151184" y="577824"/>
                  </a:cubicBezTo>
                  <a:cubicBezTo>
                    <a:pt x="136186" y="563076"/>
                    <a:pt x="119020" y="564909"/>
                    <a:pt x="100189" y="569075"/>
                  </a:cubicBezTo>
                  <a:cubicBezTo>
                    <a:pt x="76774" y="574241"/>
                    <a:pt x="84607" y="532162"/>
                    <a:pt x="62692" y="527162"/>
                  </a:cubicBezTo>
                  <a:cubicBezTo>
                    <a:pt x="46527" y="523413"/>
                    <a:pt x="32945" y="534495"/>
                    <a:pt x="21113" y="544911"/>
                  </a:cubicBezTo>
                  <a:cubicBezTo>
                    <a:pt x="19863" y="532912"/>
                    <a:pt x="19113" y="521163"/>
                    <a:pt x="18946" y="509331"/>
                  </a:cubicBezTo>
                  <a:lnTo>
                    <a:pt x="18946" y="509331"/>
                  </a:lnTo>
                  <a:close/>
                  <a:moveTo>
                    <a:pt x="24779" y="607405"/>
                  </a:moveTo>
                  <a:cubicBezTo>
                    <a:pt x="24696" y="588990"/>
                    <a:pt x="22946" y="570575"/>
                    <a:pt x="21446" y="552244"/>
                  </a:cubicBezTo>
                  <a:cubicBezTo>
                    <a:pt x="36778" y="540828"/>
                    <a:pt x="60026" y="523079"/>
                    <a:pt x="70108" y="545661"/>
                  </a:cubicBezTo>
                  <a:cubicBezTo>
                    <a:pt x="74858" y="556243"/>
                    <a:pt x="71358" y="571658"/>
                    <a:pt x="83690" y="577574"/>
                  </a:cubicBezTo>
                  <a:cubicBezTo>
                    <a:pt x="96939" y="583991"/>
                    <a:pt x="112771" y="572742"/>
                    <a:pt x="126770" y="575658"/>
                  </a:cubicBezTo>
                  <a:cubicBezTo>
                    <a:pt x="153018" y="581158"/>
                    <a:pt x="148601" y="602572"/>
                    <a:pt x="147935" y="622154"/>
                  </a:cubicBezTo>
                  <a:cubicBezTo>
                    <a:pt x="138352" y="624320"/>
                    <a:pt x="128603" y="626070"/>
                    <a:pt x="118687" y="627320"/>
                  </a:cubicBezTo>
                  <a:cubicBezTo>
                    <a:pt x="99606" y="629736"/>
                    <a:pt x="80357" y="629986"/>
                    <a:pt x="61192" y="629570"/>
                  </a:cubicBezTo>
                  <a:cubicBezTo>
                    <a:pt x="51443" y="629320"/>
                    <a:pt x="41444" y="629070"/>
                    <a:pt x="31862" y="627237"/>
                  </a:cubicBezTo>
                  <a:cubicBezTo>
                    <a:pt x="29195" y="626737"/>
                    <a:pt x="26946" y="626070"/>
                    <a:pt x="24612" y="625737"/>
                  </a:cubicBezTo>
                  <a:cubicBezTo>
                    <a:pt x="24696" y="619154"/>
                    <a:pt x="24862" y="612905"/>
                    <a:pt x="24779" y="607405"/>
                  </a:cubicBezTo>
                  <a:lnTo>
                    <a:pt x="24779" y="607405"/>
                  </a:lnTo>
                  <a:close/>
                  <a:moveTo>
                    <a:pt x="449657" y="554493"/>
                  </a:moveTo>
                  <a:cubicBezTo>
                    <a:pt x="448741" y="585990"/>
                    <a:pt x="413494" y="613488"/>
                    <a:pt x="388330" y="628070"/>
                  </a:cubicBezTo>
                  <a:cubicBezTo>
                    <a:pt x="356999" y="646318"/>
                    <a:pt x="320586" y="659650"/>
                    <a:pt x="285922" y="670316"/>
                  </a:cubicBezTo>
                  <a:cubicBezTo>
                    <a:pt x="250425" y="681232"/>
                    <a:pt x="213095" y="693981"/>
                    <a:pt x="176015" y="698480"/>
                  </a:cubicBezTo>
                  <a:cubicBezTo>
                    <a:pt x="140269" y="702813"/>
                    <a:pt x="100356" y="705563"/>
                    <a:pt x="64442" y="701980"/>
                  </a:cubicBezTo>
                  <a:cubicBezTo>
                    <a:pt x="28695" y="698397"/>
                    <a:pt x="24779" y="663317"/>
                    <a:pt x="24612" y="632236"/>
                  </a:cubicBezTo>
                  <a:cubicBezTo>
                    <a:pt x="29195" y="633986"/>
                    <a:pt x="33945" y="636486"/>
                    <a:pt x="38028" y="637486"/>
                  </a:cubicBezTo>
                  <a:cubicBezTo>
                    <a:pt x="46610" y="639652"/>
                    <a:pt x="55443" y="641319"/>
                    <a:pt x="64275" y="642152"/>
                  </a:cubicBezTo>
                  <a:cubicBezTo>
                    <a:pt x="86607" y="644402"/>
                    <a:pt x="108688" y="643485"/>
                    <a:pt x="130936" y="640819"/>
                  </a:cubicBezTo>
                  <a:cubicBezTo>
                    <a:pt x="175849" y="635486"/>
                    <a:pt x="218345" y="619404"/>
                    <a:pt x="261424" y="606322"/>
                  </a:cubicBezTo>
                  <a:cubicBezTo>
                    <a:pt x="280089" y="600656"/>
                    <a:pt x="298588" y="594073"/>
                    <a:pt x="315753" y="584657"/>
                  </a:cubicBezTo>
                  <a:cubicBezTo>
                    <a:pt x="334418" y="574408"/>
                    <a:pt x="351166" y="560326"/>
                    <a:pt x="368665" y="548327"/>
                  </a:cubicBezTo>
                  <a:cubicBezTo>
                    <a:pt x="384497" y="537412"/>
                    <a:pt x="397662" y="523746"/>
                    <a:pt x="411828" y="510831"/>
                  </a:cubicBezTo>
                  <a:cubicBezTo>
                    <a:pt x="419660" y="503748"/>
                    <a:pt x="426160" y="495498"/>
                    <a:pt x="433575" y="487916"/>
                  </a:cubicBezTo>
                  <a:cubicBezTo>
                    <a:pt x="433742" y="487749"/>
                    <a:pt x="433992" y="487499"/>
                    <a:pt x="434159" y="487333"/>
                  </a:cubicBezTo>
                  <a:cubicBezTo>
                    <a:pt x="443825" y="508497"/>
                    <a:pt x="450324" y="530745"/>
                    <a:pt x="449657" y="554493"/>
                  </a:cubicBezTo>
                  <a:lnTo>
                    <a:pt x="449657" y="554493"/>
                  </a:lnTo>
                  <a:close/>
                </a:path>
              </a:pathLst>
            </a:custGeom>
            <a:grpFill/>
            <a:ln w="8332" cap="flat">
              <a:noFill/>
              <a:prstDash val="solid"/>
              <a:miter/>
            </a:ln>
          </p:spPr>
          <p:txBody>
            <a:bodyPr rtlCol="0" anchor="ctr"/>
            <a:lstStyle/>
            <a:p>
              <a:endParaRPr lang="en-US"/>
            </a:p>
          </p:txBody>
        </p:sp>
        <p:sp>
          <p:nvSpPr>
            <p:cNvPr id="1375" name="Freeform: Shape 1374"/>
            <p:cNvSpPr/>
            <p:nvPr/>
          </p:nvSpPr>
          <p:spPr>
            <a:xfrm>
              <a:off x="1598235" y="2761502"/>
              <a:ext cx="72335" cy="153630"/>
            </a:xfrm>
            <a:custGeom>
              <a:avLst/>
              <a:gdLst>
                <a:gd name="connsiteX0" fmla="*/ 63303 w 72335"/>
                <a:gd name="connsiteY0" fmla="*/ 260 h 153630"/>
                <a:gd name="connsiteX1" fmla="*/ 34555 w 72335"/>
                <a:gd name="connsiteY1" fmla="*/ 25341 h 153630"/>
                <a:gd name="connsiteX2" fmla="*/ 6141 w 72335"/>
                <a:gd name="connsiteY2" fmla="*/ 67170 h 153630"/>
                <a:gd name="connsiteX3" fmla="*/ 809 w 72335"/>
                <a:gd name="connsiteY3" fmla="*/ 110333 h 153630"/>
                <a:gd name="connsiteX4" fmla="*/ 19890 w 72335"/>
                <a:gd name="connsiteY4" fmla="*/ 147913 h 153630"/>
                <a:gd name="connsiteX5" fmla="*/ 23973 w 72335"/>
                <a:gd name="connsiteY5" fmla="*/ 152913 h 153630"/>
                <a:gd name="connsiteX6" fmla="*/ 28223 w 72335"/>
                <a:gd name="connsiteY6" fmla="*/ 151246 h 153630"/>
                <a:gd name="connsiteX7" fmla="*/ 46554 w 72335"/>
                <a:gd name="connsiteY7" fmla="*/ 130748 h 153630"/>
                <a:gd name="connsiteX8" fmla="*/ 66636 w 72335"/>
                <a:gd name="connsiteY8" fmla="*/ 91752 h 153630"/>
                <a:gd name="connsiteX9" fmla="*/ 68636 w 72335"/>
                <a:gd name="connsiteY9" fmla="*/ 4176 h 153630"/>
                <a:gd name="connsiteX10" fmla="*/ 63303 w 72335"/>
                <a:gd name="connsiteY10" fmla="*/ 260 h 153630"/>
                <a:gd name="connsiteX11" fmla="*/ 63303 w 72335"/>
                <a:gd name="connsiteY11" fmla="*/ 260 h 153630"/>
                <a:gd name="connsiteX12" fmla="*/ 62136 w 72335"/>
                <a:gd name="connsiteY12" fmla="*/ 80836 h 153630"/>
                <a:gd name="connsiteX13" fmla="*/ 45638 w 72335"/>
                <a:gd name="connsiteY13" fmla="*/ 115833 h 153630"/>
                <a:gd name="connsiteX14" fmla="*/ 29472 w 72335"/>
                <a:gd name="connsiteY14" fmla="*/ 139914 h 153630"/>
                <a:gd name="connsiteX15" fmla="*/ 32056 w 72335"/>
                <a:gd name="connsiteY15" fmla="*/ 105167 h 153630"/>
                <a:gd name="connsiteX16" fmla="*/ 43305 w 72335"/>
                <a:gd name="connsiteY16" fmla="*/ 66004 h 153630"/>
                <a:gd name="connsiteX17" fmla="*/ 39888 w 72335"/>
                <a:gd name="connsiteY17" fmla="*/ 64754 h 153630"/>
                <a:gd name="connsiteX18" fmla="*/ 27306 w 72335"/>
                <a:gd name="connsiteY18" fmla="*/ 101500 h 153630"/>
                <a:gd name="connsiteX19" fmla="*/ 21973 w 72335"/>
                <a:gd name="connsiteY19" fmla="*/ 139664 h 153630"/>
                <a:gd name="connsiteX20" fmla="*/ 17974 w 72335"/>
                <a:gd name="connsiteY20" fmla="*/ 65337 h 153630"/>
                <a:gd name="connsiteX21" fmla="*/ 42221 w 72335"/>
                <a:gd name="connsiteY21" fmla="*/ 32424 h 153630"/>
                <a:gd name="connsiteX22" fmla="*/ 61553 w 72335"/>
                <a:gd name="connsiteY22" fmla="*/ 11592 h 153630"/>
                <a:gd name="connsiteX23" fmla="*/ 62136 w 72335"/>
                <a:gd name="connsiteY23" fmla="*/ 80836 h 153630"/>
                <a:gd name="connsiteX24" fmla="*/ 62136 w 72335"/>
                <a:gd name="connsiteY24" fmla="*/ 80836 h 153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2335" h="153630">
                  <a:moveTo>
                    <a:pt x="63303" y="260"/>
                  </a:moveTo>
                  <a:cubicBezTo>
                    <a:pt x="52720" y="4843"/>
                    <a:pt x="42138" y="16758"/>
                    <a:pt x="34555" y="25341"/>
                  </a:cubicBezTo>
                  <a:cubicBezTo>
                    <a:pt x="23640" y="37673"/>
                    <a:pt x="12307" y="51755"/>
                    <a:pt x="6141" y="67170"/>
                  </a:cubicBezTo>
                  <a:cubicBezTo>
                    <a:pt x="725" y="80669"/>
                    <a:pt x="-1275" y="95834"/>
                    <a:pt x="809" y="110333"/>
                  </a:cubicBezTo>
                  <a:cubicBezTo>
                    <a:pt x="2975" y="125165"/>
                    <a:pt x="10974" y="136581"/>
                    <a:pt x="19890" y="147913"/>
                  </a:cubicBezTo>
                  <a:cubicBezTo>
                    <a:pt x="19307" y="150413"/>
                    <a:pt x="21557" y="152913"/>
                    <a:pt x="23973" y="152913"/>
                  </a:cubicBezTo>
                  <a:cubicBezTo>
                    <a:pt x="25639" y="154496"/>
                    <a:pt x="28223" y="153246"/>
                    <a:pt x="28223" y="151246"/>
                  </a:cubicBezTo>
                  <a:cubicBezTo>
                    <a:pt x="35805" y="146830"/>
                    <a:pt x="42221" y="137581"/>
                    <a:pt x="46554" y="130748"/>
                  </a:cubicBezTo>
                  <a:cubicBezTo>
                    <a:pt x="54554" y="118166"/>
                    <a:pt x="61553" y="105917"/>
                    <a:pt x="66636" y="91752"/>
                  </a:cubicBezTo>
                  <a:cubicBezTo>
                    <a:pt x="77135" y="62504"/>
                    <a:pt x="70219" y="34173"/>
                    <a:pt x="68636" y="4176"/>
                  </a:cubicBezTo>
                  <a:cubicBezTo>
                    <a:pt x="68552" y="1676"/>
                    <a:pt x="65886" y="-824"/>
                    <a:pt x="63303" y="260"/>
                  </a:cubicBezTo>
                  <a:lnTo>
                    <a:pt x="63303" y="260"/>
                  </a:lnTo>
                  <a:close/>
                  <a:moveTo>
                    <a:pt x="62136" y="80836"/>
                  </a:moveTo>
                  <a:cubicBezTo>
                    <a:pt x="57887" y="93085"/>
                    <a:pt x="52970" y="105084"/>
                    <a:pt x="45638" y="115833"/>
                  </a:cubicBezTo>
                  <a:cubicBezTo>
                    <a:pt x="41221" y="122249"/>
                    <a:pt x="36055" y="133164"/>
                    <a:pt x="29472" y="139914"/>
                  </a:cubicBezTo>
                  <a:cubicBezTo>
                    <a:pt x="30556" y="128415"/>
                    <a:pt x="30306" y="116666"/>
                    <a:pt x="32056" y="105167"/>
                  </a:cubicBezTo>
                  <a:cubicBezTo>
                    <a:pt x="34139" y="91502"/>
                    <a:pt x="39055" y="79086"/>
                    <a:pt x="43305" y="66004"/>
                  </a:cubicBezTo>
                  <a:cubicBezTo>
                    <a:pt x="43971" y="64004"/>
                    <a:pt x="40805" y="62837"/>
                    <a:pt x="39888" y="64754"/>
                  </a:cubicBezTo>
                  <a:cubicBezTo>
                    <a:pt x="34222" y="76420"/>
                    <a:pt x="29806" y="88752"/>
                    <a:pt x="27306" y="101500"/>
                  </a:cubicBezTo>
                  <a:cubicBezTo>
                    <a:pt x="24806" y="113999"/>
                    <a:pt x="24556" y="127165"/>
                    <a:pt x="21973" y="139664"/>
                  </a:cubicBezTo>
                  <a:cubicBezTo>
                    <a:pt x="9391" y="115916"/>
                    <a:pt x="4308" y="91502"/>
                    <a:pt x="17974" y="65337"/>
                  </a:cubicBezTo>
                  <a:cubicBezTo>
                    <a:pt x="24223" y="53338"/>
                    <a:pt x="33389" y="42589"/>
                    <a:pt x="42221" y="32424"/>
                  </a:cubicBezTo>
                  <a:cubicBezTo>
                    <a:pt x="47471" y="26257"/>
                    <a:pt x="54387" y="17425"/>
                    <a:pt x="61553" y="11592"/>
                  </a:cubicBezTo>
                  <a:cubicBezTo>
                    <a:pt x="65053" y="33840"/>
                    <a:pt x="69386" y="59754"/>
                    <a:pt x="62136" y="80836"/>
                  </a:cubicBezTo>
                  <a:lnTo>
                    <a:pt x="62136" y="80836"/>
                  </a:lnTo>
                  <a:close/>
                </a:path>
              </a:pathLst>
            </a:custGeom>
            <a:grpFill/>
            <a:ln w="8332" cap="flat">
              <a:noFill/>
              <a:prstDash val="solid"/>
              <a:miter/>
            </a:ln>
          </p:spPr>
          <p:txBody>
            <a:bodyPr rtlCol="0" anchor="ctr"/>
            <a:lstStyle/>
            <a:p>
              <a:endParaRPr lang="en-US"/>
            </a:p>
          </p:txBody>
        </p:sp>
        <p:sp>
          <p:nvSpPr>
            <p:cNvPr id="1376" name="Freeform: Shape 1375"/>
            <p:cNvSpPr/>
            <p:nvPr/>
          </p:nvSpPr>
          <p:spPr>
            <a:xfrm>
              <a:off x="1514383" y="2565386"/>
              <a:ext cx="70740" cy="145360"/>
            </a:xfrm>
            <a:custGeom>
              <a:avLst/>
              <a:gdLst>
                <a:gd name="connsiteX0" fmla="*/ 61830 w 70740"/>
                <a:gd name="connsiteY0" fmla="*/ 39806 h 145360"/>
                <a:gd name="connsiteX1" fmla="*/ 43331 w 70740"/>
                <a:gd name="connsiteY1" fmla="*/ 3392 h 145360"/>
                <a:gd name="connsiteX2" fmla="*/ 36082 w 70740"/>
                <a:gd name="connsiteY2" fmla="*/ 726 h 145360"/>
                <a:gd name="connsiteX3" fmla="*/ 14417 w 70740"/>
                <a:gd name="connsiteY3" fmla="*/ 28057 h 145360"/>
                <a:gd name="connsiteX4" fmla="*/ 585 w 70740"/>
                <a:gd name="connsiteY4" fmla="*/ 75552 h 145360"/>
                <a:gd name="connsiteX5" fmla="*/ 21000 w 70740"/>
                <a:gd name="connsiteY5" fmla="*/ 119465 h 145360"/>
                <a:gd name="connsiteX6" fmla="*/ 46581 w 70740"/>
                <a:gd name="connsiteY6" fmla="*/ 143046 h 145360"/>
                <a:gd name="connsiteX7" fmla="*/ 50747 w 70740"/>
                <a:gd name="connsiteY7" fmla="*/ 144713 h 145360"/>
                <a:gd name="connsiteX8" fmla="*/ 52081 w 70740"/>
                <a:gd name="connsiteY8" fmla="*/ 145213 h 145360"/>
                <a:gd name="connsiteX9" fmla="*/ 55164 w 70740"/>
                <a:gd name="connsiteY9" fmla="*/ 140547 h 145360"/>
                <a:gd name="connsiteX10" fmla="*/ 70329 w 70740"/>
                <a:gd name="connsiteY10" fmla="*/ 75303 h 145360"/>
                <a:gd name="connsiteX11" fmla="*/ 61830 w 70740"/>
                <a:gd name="connsiteY11" fmla="*/ 39806 h 145360"/>
                <a:gd name="connsiteX12" fmla="*/ 61830 w 70740"/>
                <a:gd name="connsiteY12" fmla="*/ 39806 h 145360"/>
                <a:gd name="connsiteX13" fmla="*/ 60913 w 70740"/>
                <a:gd name="connsiteY13" fmla="*/ 66720 h 145360"/>
                <a:gd name="connsiteX14" fmla="*/ 52331 w 70740"/>
                <a:gd name="connsiteY14" fmla="*/ 127798 h 145360"/>
                <a:gd name="connsiteX15" fmla="*/ 43331 w 70740"/>
                <a:gd name="connsiteY15" fmla="*/ 108716 h 145360"/>
                <a:gd name="connsiteX16" fmla="*/ 34165 w 70740"/>
                <a:gd name="connsiteY16" fmla="*/ 56471 h 145360"/>
                <a:gd name="connsiteX17" fmla="*/ 28916 w 70740"/>
                <a:gd name="connsiteY17" fmla="*/ 55971 h 145360"/>
                <a:gd name="connsiteX18" fmla="*/ 31582 w 70740"/>
                <a:gd name="connsiteY18" fmla="*/ 95551 h 145360"/>
                <a:gd name="connsiteX19" fmla="*/ 37999 w 70740"/>
                <a:gd name="connsiteY19" fmla="*/ 116049 h 145360"/>
                <a:gd name="connsiteX20" fmla="*/ 45748 w 70740"/>
                <a:gd name="connsiteY20" fmla="*/ 134214 h 145360"/>
                <a:gd name="connsiteX21" fmla="*/ 9668 w 70740"/>
                <a:gd name="connsiteY21" fmla="*/ 72386 h 145360"/>
                <a:gd name="connsiteX22" fmla="*/ 22833 w 70740"/>
                <a:gd name="connsiteY22" fmla="*/ 32306 h 145360"/>
                <a:gd name="connsiteX23" fmla="*/ 36915 w 70740"/>
                <a:gd name="connsiteY23" fmla="*/ 12558 h 145360"/>
                <a:gd name="connsiteX24" fmla="*/ 60913 w 70740"/>
                <a:gd name="connsiteY24" fmla="*/ 66720 h 145360"/>
                <a:gd name="connsiteX25" fmla="*/ 60913 w 70740"/>
                <a:gd name="connsiteY25" fmla="*/ 66720 h 14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0740" h="145360">
                  <a:moveTo>
                    <a:pt x="61830" y="39806"/>
                  </a:moveTo>
                  <a:cubicBezTo>
                    <a:pt x="56330" y="27224"/>
                    <a:pt x="47914" y="16391"/>
                    <a:pt x="43331" y="3392"/>
                  </a:cubicBezTo>
                  <a:cubicBezTo>
                    <a:pt x="42248" y="393"/>
                    <a:pt x="38832" y="-941"/>
                    <a:pt x="36082" y="726"/>
                  </a:cubicBezTo>
                  <a:cubicBezTo>
                    <a:pt x="27416" y="6142"/>
                    <a:pt x="19917" y="19558"/>
                    <a:pt x="14417" y="28057"/>
                  </a:cubicBezTo>
                  <a:cubicBezTo>
                    <a:pt x="5168" y="42389"/>
                    <a:pt x="-2165" y="57971"/>
                    <a:pt x="585" y="75552"/>
                  </a:cubicBezTo>
                  <a:cubicBezTo>
                    <a:pt x="3002" y="91218"/>
                    <a:pt x="12584" y="106300"/>
                    <a:pt x="21000" y="119465"/>
                  </a:cubicBezTo>
                  <a:cubicBezTo>
                    <a:pt x="27749" y="130131"/>
                    <a:pt x="35582" y="138047"/>
                    <a:pt x="46581" y="143046"/>
                  </a:cubicBezTo>
                  <a:cubicBezTo>
                    <a:pt x="47498" y="144296"/>
                    <a:pt x="49164" y="144880"/>
                    <a:pt x="50747" y="144713"/>
                  </a:cubicBezTo>
                  <a:cubicBezTo>
                    <a:pt x="51247" y="144880"/>
                    <a:pt x="51664" y="145046"/>
                    <a:pt x="52081" y="145213"/>
                  </a:cubicBezTo>
                  <a:cubicBezTo>
                    <a:pt x="54830" y="146129"/>
                    <a:pt x="56580" y="142547"/>
                    <a:pt x="55164" y="140547"/>
                  </a:cubicBezTo>
                  <a:cubicBezTo>
                    <a:pt x="66996" y="120632"/>
                    <a:pt x="72329" y="98384"/>
                    <a:pt x="70329" y="75303"/>
                  </a:cubicBezTo>
                  <a:cubicBezTo>
                    <a:pt x="69329" y="63137"/>
                    <a:pt x="66663" y="50888"/>
                    <a:pt x="61830" y="39806"/>
                  </a:cubicBezTo>
                  <a:lnTo>
                    <a:pt x="61830" y="39806"/>
                  </a:lnTo>
                  <a:close/>
                  <a:moveTo>
                    <a:pt x="60913" y="66720"/>
                  </a:moveTo>
                  <a:cubicBezTo>
                    <a:pt x="64663" y="88301"/>
                    <a:pt x="61746" y="108883"/>
                    <a:pt x="52331" y="127798"/>
                  </a:cubicBezTo>
                  <a:cubicBezTo>
                    <a:pt x="49664" y="121049"/>
                    <a:pt x="45414" y="114216"/>
                    <a:pt x="43331" y="108716"/>
                  </a:cubicBezTo>
                  <a:cubicBezTo>
                    <a:pt x="36832" y="91134"/>
                    <a:pt x="34249" y="75136"/>
                    <a:pt x="34165" y="56471"/>
                  </a:cubicBezTo>
                  <a:cubicBezTo>
                    <a:pt x="34165" y="53471"/>
                    <a:pt x="29333" y="52888"/>
                    <a:pt x="28916" y="55971"/>
                  </a:cubicBezTo>
                  <a:cubicBezTo>
                    <a:pt x="26833" y="69553"/>
                    <a:pt x="27833" y="82302"/>
                    <a:pt x="31582" y="95551"/>
                  </a:cubicBezTo>
                  <a:cubicBezTo>
                    <a:pt x="33499" y="102467"/>
                    <a:pt x="35665" y="109300"/>
                    <a:pt x="37999" y="116049"/>
                  </a:cubicBezTo>
                  <a:cubicBezTo>
                    <a:pt x="39498" y="120298"/>
                    <a:pt x="44248" y="128048"/>
                    <a:pt x="45748" y="134214"/>
                  </a:cubicBezTo>
                  <a:cubicBezTo>
                    <a:pt x="27916" y="120465"/>
                    <a:pt x="12167" y="92301"/>
                    <a:pt x="9668" y="72386"/>
                  </a:cubicBezTo>
                  <a:cubicBezTo>
                    <a:pt x="7835" y="57554"/>
                    <a:pt x="14917" y="44139"/>
                    <a:pt x="22833" y="32306"/>
                  </a:cubicBezTo>
                  <a:cubicBezTo>
                    <a:pt x="26166" y="27307"/>
                    <a:pt x="31499" y="18224"/>
                    <a:pt x="36915" y="12558"/>
                  </a:cubicBezTo>
                  <a:cubicBezTo>
                    <a:pt x="45248" y="30890"/>
                    <a:pt x="57330" y="46138"/>
                    <a:pt x="60913" y="66720"/>
                  </a:cubicBezTo>
                  <a:lnTo>
                    <a:pt x="60913" y="66720"/>
                  </a:lnTo>
                  <a:close/>
                </a:path>
              </a:pathLst>
            </a:custGeom>
            <a:grpFill/>
            <a:ln w="8332" cap="flat">
              <a:noFill/>
              <a:prstDash val="solid"/>
              <a:miter/>
            </a:ln>
          </p:spPr>
          <p:txBody>
            <a:bodyPr rtlCol="0" anchor="ctr"/>
            <a:lstStyle/>
            <a:p>
              <a:endParaRPr lang="en-US"/>
            </a:p>
          </p:txBody>
        </p:sp>
        <p:sp>
          <p:nvSpPr>
            <p:cNvPr id="1377" name="Freeform: Shape 1376"/>
            <p:cNvSpPr/>
            <p:nvPr/>
          </p:nvSpPr>
          <p:spPr>
            <a:xfrm>
              <a:off x="1684959" y="2864610"/>
              <a:ext cx="53297" cy="57885"/>
            </a:xfrm>
            <a:custGeom>
              <a:avLst/>
              <a:gdLst>
                <a:gd name="connsiteX0" fmla="*/ 6076 w 53297"/>
                <a:gd name="connsiteY0" fmla="*/ 7558 h 57885"/>
                <a:gd name="connsiteX1" fmla="*/ 827 w 53297"/>
                <a:gd name="connsiteY1" fmla="*/ 37639 h 57885"/>
                <a:gd name="connsiteX2" fmla="*/ 5576 w 53297"/>
                <a:gd name="connsiteY2" fmla="*/ 47638 h 57885"/>
                <a:gd name="connsiteX3" fmla="*/ 6243 w 53297"/>
                <a:gd name="connsiteY3" fmla="*/ 48138 h 57885"/>
                <a:gd name="connsiteX4" fmla="*/ 15909 w 53297"/>
                <a:gd name="connsiteY4" fmla="*/ 55554 h 57885"/>
                <a:gd name="connsiteX5" fmla="*/ 52739 w 53297"/>
                <a:gd name="connsiteY5" fmla="*/ 27223 h 57885"/>
                <a:gd name="connsiteX6" fmla="*/ 6076 w 53297"/>
                <a:gd name="connsiteY6" fmla="*/ 7558 h 57885"/>
                <a:gd name="connsiteX7" fmla="*/ 6076 w 53297"/>
                <a:gd name="connsiteY7" fmla="*/ 7558 h 57885"/>
                <a:gd name="connsiteX8" fmla="*/ 21992 w 53297"/>
                <a:gd name="connsiteY8" fmla="*/ 48138 h 57885"/>
                <a:gd name="connsiteX9" fmla="*/ 15659 w 53297"/>
                <a:gd name="connsiteY9" fmla="*/ 45805 h 57885"/>
                <a:gd name="connsiteX10" fmla="*/ 7326 w 53297"/>
                <a:gd name="connsiteY10" fmla="*/ 32556 h 57885"/>
                <a:gd name="connsiteX11" fmla="*/ 7493 w 53297"/>
                <a:gd name="connsiteY11" fmla="*/ 27890 h 57885"/>
                <a:gd name="connsiteX12" fmla="*/ 7743 w 53297"/>
                <a:gd name="connsiteY12" fmla="*/ 25223 h 57885"/>
                <a:gd name="connsiteX13" fmla="*/ 11576 w 53297"/>
                <a:gd name="connsiteY13" fmla="*/ 14558 h 57885"/>
                <a:gd name="connsiteX14" fmla="*/ 24492 w 53297"/>
                <a:gd name="connsiteY14" fmla="*/ 10058 h 57885"/>
                <a:gd name="connsiteX15" fmla="*/ 42073 w 53297"/>
                <a:gd name="connsiteY15" fmla="*/ 23474 h 57885"/>
                <a:gd name="connsiteX16" fmla="*/ 21992 w 53297"/>
                <a:gd name="connsiteY16" fmla="*/ 48138 h 57885"/>
                <a:gd name="connsiteX17" fmla="*/ 21992 w 53297"/>
                <a:gd name="connsiteY17" fmla="*/ 48138 h 57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3297" h="57885">
                  <a:moveTo>
                    <a:pt x="6076" y="7558"/>
                  </a:moveTo>
                  <a:cubicBezTo>
                    <a:pt x="-590" y="15641"/>
                    <a:pt x="-756" y="27723"/>
                    <a:pt x="827" y="37639"/>
                  </a:cubicBezTo>
                  <a:cubicBezTo>
                    <a:pt x="1410" y="41555"/>
                    <a:pt x="2577" y="44805"/>
                    <a:pt x="5576" y="47638"/>
                  </a:cubicBezTo>
                  <a:cubicBezTo>
                    <a:pt x="5743" y="47805"/>
                    <a:pt x="5993" y="47971"/>
                    <a:pt x="6243" y="48138"/>
                  </a:cubicBezTo>
                  <a:cubicBezTo>
                    <a:pt x="8743" y="51304"/>
                    <a:pt x="12076" y="53887"/>
                    <a:pt x="15909" y="55554"/>
                  </a:cubicBezTo>
                  <a:cubicBezTo>
                    <a:pt x="35407" y="63970"/>
                    <a:pt x="57072" y="48471"/>
                    <a:pt x="52739" y="27223"/>
                  </a:cubicBezTo>
                  <a:cubicBezTo>
                    <a:pt x="48906" y="8808"/>
                    <a:pt x="21492" y="-11273"/>
                    <a:pt x="6076" y="7558"/>
                  </a:cubicBezTo>
                  <a:lnTo>
                    <a:pt x="6076" y="7558"/>
                  </a:lnTo>
                  <a:close/>
                  <a:moveTo>
                    <a:pt x="21992" y="48138"/>
                  </a:moveTo>
                  <a:cubicBezTo>
                    <a:pt x="19992" y="46472"/>
                    <a:pt x="18075" y="46472"/>
                    <a:pt x="15659" y="45805"/>
                  </a:cubicBezTo>
                  <a:cubicBezTo>
                    <a:pt x="10326" y="42805"/>
                    <a:pt x="7826" y="37972"/>
                    <a:pt x="7326" y="32556"/>
                  </a:cubicBezTo>
                  <a:cubicBezTo>
                    <a:pt x="7326" y="30973"/>
                    <a:pt x="7410" y="29390"/>
                    <a:pt x="7493" y="27890"/>
                  </a:cubicBezTo>
                  <a:cubicBezTo>
                    <a:pt x="7576" y="26973"/>
                    <a:pt x="7660" y="26057"/>
                    <a:pt x="7743" y="25223"/>
                  </a:cubicBezTo>
                  <a:cubicBezTo>
                    <a:pt x="8409" y="21557"/>
                    <a:pt x="9826" y="17891"/>
                    <a:pt x="11576" y="14558"/>
                  </a:cubicBezTo>
                  <a:cubicBezTo>
                    <a:pt x="14242" y="10891"/>
                    <a:pt x="18409" y="8808"/>
                    <a:pt x="24492" y="10058"/>
                  </a:cubicBezTo>
                  <a:cubicBezTo>
                    <a:pt x="32324" y="11641"/>
                    <a:pt x="38740" y="16224"/>
                    <a:pt x="42073" y="23474"/>
                  </a:cubicBezTo>
                  <a:cubicBezTo>
                    <a:pt x="48739" y="37889"/>
                    <a:pt x="36407" y="51054"/>
                    <a:pt x="21992" y="48138"/>
                  </a:cubicBezTo>
                  <a:lnTo>
                    <a:pt x="21992" y="48138"/>
                  </a:lnTo>
                  <a:close/>
                </a:path>
              </a:pathLst>
            </a:custGeom>
            <a:grpFill/>
            <a:ln w="8332" cap="flat">
              <a:noFill/>
              <a:prstDash val="solid"/>
              <a:miter/>
            </a:ln>
          </p:spPr>
          <p:txBody>
            <a:bodyPr rtlCol="0" anchor="ctr"/>
            <a:lstStyle/>
            <a:p>
              <a:endParaRPr lang="en-US"/>
            </a:p>
          </p:txBody>
        </p:sp>
        <p:sp>
          <p:nvSpPr>
            <p:cNvPr id="1378" name="Freeform: Shape 1377"/>
            <p:cNvSpPr/>
            <p:nvPr/>
          </p:nvSpPr>
          <p:spPr>
            <a:xfrm>
              <a:off x="1569303" y="2716253"/>
              <a:ext cx="53297" cy="57922"/>
            </a:xfrm>
            <a:custGeom>
              <a:avLst/>
              <a:gdLst>
                <a:gd name="connsiteX0" fmla="*/ 6076 w 53297"/>
                <a:gd name="connsiteY0" fmla="*/ 7595 h 57922"/>
                <a:gd name="connsiteX1" fmla="*/ 827 w 53297"/>
                <a:gd name="connsiteY1" fmla="*/ 37675 h 57922"/>
                <a:gd name="connsiteX2" fmla="*/ 5576 w 53297"/>
                <a:gd name="connsiteY2" fmla="*/ 47675 h 57922"/>
                <a:gd name="connsiteX3" fmla="*/ 6243 w 53297"/>
                <a:gd name="connsiteY3" fmla="*/ 48174 h 57922"/>
                <a:gd name="connsiteX4" fmla="*/ 15909 w 53297"/>
                <a:gd name="connsiteY4" fmla="*/ 55591 h 57922"/>
                <a:gd name="connsiteX5" fmla="*/ 52739 w 53297"/>
                <a:gd name="connsiteY5" fmla="*/ 27260 h 57922"/>
                <a:gd name="connsiteX6" fmla="*/ 6076 w 53297"/>
                <a:gd name="connsiteY6" fmla="*/ 7595 h 57922"/>
                <a:gd name="connsiteX7" fmla="*/ 6076 w 53297"/>
                <a:gd name="connsiteY7" fmla="*/ 7595 h 57922"/>
                <a:gd name="connsiteX8" fmla="*/ 21991 w 53297"/>
                <a:gd name="connsiteY8" fmla="*/ 48091 h 57922"/>
                <a:gd name="connsiteX9" fmla="*/ 15659 w 53297"/>
                <a:gd name="connsiteY9" fmla="*/ 45758 h 57922"/>
                <a:gd name="connsiteX10" fmla="*/ 7326 w 53297"/>
                <a:gd name="connsiteY10" fmla="*/ 32509 h 57922"/>
                <a:gd name="connsiteX11" fmla="*/ 7493 w 53297"/>
                <a:gd name="connsiteY11" fmla="*/ 27843 h 57922"/>
                <a:gd name="connsiteX12" fmla="*/ 7743 w 53297"/>
                <a:gd name="connsiteY12" fmla="*/ 25176 h 57922"/>
                <a:gd name="connsiteX13" fmla="*/ 11576 w 53297"/>
                <a:gd name="connsiteY13" fmla="*/ 14511 h 57922"/>
                <a:gd name="connsiteX14" fmla="*/ 24491 w 53297"/>
                <a:gd name="connsiteY14" fmla="*/ 10011 h 57922"/>
                <a:gd name="connsiteX15" fmla="*/ 42073 w 53297"/>
                <a:gd name="connsiteY15" fmla="*/ 23427 h 57922"/>
                <a:gd name="connsiteX16" fmla="*/ 21991 w 53297"/>
                <a:gd name="connsiteY16" fmla="*/ 48091 h 57922"/>
                <a:gd name="connsiteX17" fmla="*/ 21991 w 53297"/>
                <a:gd name="connsiteY17" fmla="*/ 48091 h 57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3297" h="57922">
                  <a:moveTo>
                    <a:pt x="6076" y="7595"/>
                  </a:moveTo>
                  <a:cubicBezTo>
                    <a:pt x="-590" y="15677"/>
                    <a:pt x="-756" y="27760"/>
                    <a:pt x="827" y="37675"/>
                  </a:cubicBezTo>
                  <a:cubicBezTo>
                    <a:pt x="1410" y="41592"/>
                    <a:pt x="2577" y="44841"/>
                    <a:pt x="5576" y="47675"/>
                  </a:cubicBezTo>
                  <a:cubicBezTo>
                    <a:pt x="5743" y="47841"/>
                    <a:pt x="5993" y="48008"/>
                    <a:pt x="6243" y="48174"/>
                  </a:cubicBezTo>
                  <a:cubicBezTo>
                    <a:pt x="8743" y="51341"/>
                    <a:pt x="12076" y="53924"/>
                    <a:pt x="15909" y="55591"/>
                  </a:cubicBezTo>
                  <a:cubicBezTo>
                    <a:pt x="35407" y="64006"/>
                    <a:pt x="57072" y="48508"/>
                    <a:pt x="52739" y="27260"/>
                  </a:cubicBezTo>
                  <a:cubicBezTo>
                    <a:pt x="48989" y="8845"/>
                    <a:pt x="21575" y="-11320"/>
                    <a:pt x="6076" y="7595"/>
                  </a:cubicBezTo>
                  <a:lnTo>
                    <a:pt x="6076" y="7595"/>
                  </a:lnTo>
                  <a:close/>
                  <a:moveTo>
                    <a:pt x="21991" y="48091"/>
                  </a:moveTo>
                  <a:cubicBezTo>
                    <a:pt x="19992" y="46425"/>
                    <a:pt x="18075" y="46425"/>
                    <a:pt x="15659" y="45758"/>
                  </a:cubicBezTo>
                  <a:cubicBezTo>
                    <a:pt x="10326" y="42758"/>
                    <a:pt x="7826" y="37925"/>
                    <a:pt x="7326" y="32509"/>
                  </a:cubicBezTo>
                  <a:cubicBezTo>
                    <a:pt x="7326" y="30926"/>
                    <a:pt x="7409" y="29343"/>
                    <a:pt x="7493" y="27843"/>
                  </a:cubicBezTo>
                  <a:cubicBezTo>
                    <a:pt x="7576" y="26926"/>
                    <a:pt x="7659" y="26010"/>
                    <a:pt x="7743" y="25176"/>
                  </a:cubicBezTo>
                  <a:cubicBezTo>
                    <a:pt x="8409" y="21510"/>
                    <a:pt x="9826" y="17844"/>
                    <a:pt x="11576" y="14511"/>
                  </a:cubicBezTo>
                  <a:cubicBezTo>
                    <a:pt x="14242" y="10844"/>
                    <a:pt x="18408" y="8761"/>
                    <a:pt x="24491" y="10011"/>
                  </a:cubicBezTo>
                  <a:cubicBezTo>
                    <a:pt x="32324" y="11594"/>
                    <a:pt x="38740" y="16177"/>
                    <a:pt x="42073" y="23427"/>
                  </a:cubicBezTo>
                  <a:cubicBezTo>
                    <a:pt x="48739" y="37842"/>
                    <a:pt x="36407" y="51008"/>
                    <a:pt x="21991" y="48091"/>
                  </a:cubicBezTo>
                  <a:lnTo>
                    <a:pt x="21991" y="48091"/>
                  </a:lnTo>
                  <a:close/>
                </a:path>
              </a:pathLst>
            </a:custGeom>
            <a:grpFill/>
            <a:ln w="8332" cap="flat">
              <a:noFill/>
              <a:prstDash val="solid"/>
              <a:miter/>
            </a:ln>
          </p:spPr>
          <p:txBody>
            <a:bodyPr rtlCol="0" anchor="ctr"/>
            <a:lstStyle/>
            <a:p>
              <a:endParaRPr lang="en-US"/>
            </a:p>
          </p:txBody>
        </p:sp>
        <p:sp>
          <p:nvSpPr>
            <p:cNvPr id="1379" name="Freeform: Shape 1378"/>
            <p:cNvSpPr/>
            <p:nvPr/>
          </p:nvSpPr>
          <p:spPr>
            <a:xfrm>
              <a:off x="1486560" y="2522854"/>
              <a:ext cx="53297" cy="57922"/>
            </a:xfrm>
            <a:custGeom>
              <a:avLst/>
              <a:gdLst>
                <a:gd name="connsiteX0" fmla="*/ 6076 w 53297"/>
                <a:gd name="connsiteY0" fmla="*/ 7595 h 57922"/>
                <a:gd name="connsiteX1" fmla="*/ 827 w 53297"/>
                <a:gd name="connsiteY1" fmla="*/ 37675 h 57922"/>
                <a:gd name="connsiteX2" fmla="*/ 5576 w 53297"/>
                <a:gd name="connsiteY2" fmla="*/ 47675 h 57922"/>
                <a:gd name="connsiteX3" fmla="*/ 6243 w 53297"/>
                <a:gd name="connsiteY3" fmla="*/ 48174 h 57922"/>
                <a:gd name="connsiteX4" fmla="*/ 15909 w 53297"/>
                <a:gd name="connsiteY4" fmla="*/ 55590 h 57922"/>
                <a:gd name="connsiteX5" fmla="*/ 52739 w 53297"/>
                <a:gd name="connsiteY5" fmla="*/ 27260 h 57922"/>
                <a:gd name="connsiteX6" fmla="*/ 6076 w 53297"/>
                <a:gd name="connsiteY6" fmla="*/ 7595 h 57922"/>
                <a:gd name="connsiteX7" fmla="*/ 6076 w 53297"/>
                <a:gd name="connsiteY7" fmla="*/ 7595 h 57922"/>
                <a:gd name="connsiteX8" fmla="*/ 21992 w 53297"/>
                <a:gd name="connsiteY8" fmla="*/ 48174 h 57922"/>
                <a:gd name="connsiteX9" fmla="*/ 15659 w 53297"/>
                <a:gd name="connsiteY9" fmla="*/ 45841 h 57922"/>
                <a:gd name="connsiteX10" fmla="*/ 7326 w 53297"/>
                <a:gd name="connsiteY10" fmla="*/ 32593 h 57922"/>
                <a:gd name="connsiteX11" fmla="*/ 7493 w 53297"/>
                <a:gd name="connsiteY11" fmla="*/ 27926 h 57922"/>
                <a:gd name="connsiteX12" fmla="*/ 7743 w 53297"/>
                <a:gd name="connsiteY12" fmla="*/ 25260 h 57922"/>
                <a:gd name="connsiteX13" fmla="*/ 11576 w 53297"/>
                <a:gd name="connsiteY13" fmla="*/ 14594 h 57922"/>
                <a:gd name="connsiteX14" fmla="*/ 24491 w 53297"/>
                <a:gd name="connsiteY14" fmla="*/ 10094 h 57922"/>
                <a:gd name="connsiteX15" fmla="*/ 42073 w 53297"/>
                <a:gd name="connsiteY15" fmla="*/ 23510 h 57922"/>
                <a:gd name="connsiteX16" fmla="*/ 21992 w 53297"/>
                <a:gd name="connsiteY16" fmla="*/ 48174 h 57922"/>
                <a:gd name="connsiteX17" fmla="*/ 21992 w 53297"/>
                <a:gd name="connsiteY17" fmla="*/ 48174 h 57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3297" h="57922">
                  <a:moveTo>
                    <a:pt x="6076" y="7595"/>
                  </a:moveTo>
                  <a:cubicBezTo>
                    <a:pt x="-590" y="15677"/>
                    <a:pt x="-756" y="27760"/>
                    <a:pt x="827" y="37675"/>
                  </a:cubicBezTo>
                  <a:cubicBezTo>
                    <a:pt x="1410" y="41592"/>
                    <a:pt x="2577" y="44841"/>
                    <a:pt x="5576" y="47675"/>
                  </a:cubicBezTo>
                  <a:cubicBezTo>
                    <a:pt x="5743" y="47841"/>
                    <a:pt x="5993" y="48008"/>
                    <a:pt x="6243" y="48174"/>
                  </a:cubicBezTo>
                  <a:cubicBezTo>
                    <a:pt x="8743" y="51341"/>
                    <a:pt x="12076" y="53924"/>
                    <a:pt x="15909" y="55590"/>
                  </a:cubicBezTo>
                  <a:cubicBezTo>
                    <a:pt x="35407" y="64006"/>
                    <a:pt x="57072" y="48508"/>
                    <a:pt x="52739" y="27260"/>
                  </a:cubicBezTo>
                  <a:cubicBezTo>
                    <a:pt x="49073" y="8845"/>
                    <a:pt x="21575" y="-11320"/>
                    <a:pt x="6076" y="7595"/>
                  </a:cubicBezTo>
                  <a:lnTo>
                    <a:pt x="6076" y="7595"/>
                  </a:lnTo>
                  <a:close/>
                  <a:moveTo>
                    <a:pt x="21992" y="48174"/>
                  </a:moveTo>
                  <a:cubicBezTo>
                    <a:pt x="19992" y="46508"/>
                    <a:pt x="18075" y="46508"/>
                    <a:pt x="15659" y="45841"/>
                  </a:cubicBezTo>
                  <a:cubicBezTo>
                    <a:pt x="10326" y="42841"/>
                    <a:pt x="7826" y="38009"/>
                    <a:pt x="7326" y="32593"/>
                  </a:cubicBezTo>
                  <a:cubicBezTo>
                    <a:pt x="7326" y="31009"/>
                    <a:pt x="7410" y="29426"/>
                    <a:pt x="7493" y="27926"/>
                  </a:cubicBezTo>
                  <a:cubicBezTo>
                    <a:pt x="7576" y="27010"/>
                    <a:pt x="7660" y="26093"/>
                    <a:pt x="7743" y="25260"/>
                  </a:cubicBezTo>
                  <a:cubicBezTo>
                    <a:pt x="8409" y="21594"/>
                    <a:pt x="9826" y="17927"/>
                    <a:pt x="11576" y="14594"/>
                  </a:cubicBezTo>
                  <a:cubicBezTo>
                    <a:pt x="14242" y="10928"/>
                    <a:pt x="18409" y="8845"/>
                    <a:pt x="24491" y="10094"/>
                  </a:cubicBezTo>
                  <a:cubicBezTo>
                    <a:pt x="32324" y="11678"/>
                    <a:pt x="38740" y="16261"/>
                    <a:pt x="42073" y="23510"/>
                  </a:cubicBezTo>
                  <a:cubicBezTo>
                    <a:pt x="48823" y="37925"/>
                    <a:pt x="36490" y="51091"/>
                    <a:pt x="21992" y="48174"/>
                  </a:cubicBezTo>
                  <a:lnTo>
                    <a:pt x="21992" y="48174"/>
                  </a:lnTo>
                  <a:close/>
                </a:path>
              </a:pathLst>
            </a:custGeom>
            <a:grpFill/>
            <a:ln w="8332" cap="flat">
              <a:noFill/>
              <a:prstDash val="solid"/>
              <a:miter/>
            </a:ln>
          </p:spPr>
          <p:txBody>
            <a:bodyPr rtlCol="0" anchor="ctr"/>
            <a:lstStyle/>
            <a:p>
              <a:endParaRPr lang="en-US"/>
            </a:p>
          </p:txBody>
        </p:sp>
        <p:sp>
          <p:nvSpPr>
            <p:cNvPr id="1380" name="Freeform: Shape 1379"/>
            <p:cNvSpPr/>
            <p:nvPr/>
          </p:nvSpPr>
          <p:spPr>
            <a:xfrm>
              <a:off x="1773534" y="2874906"/>
              <a:ext cx="53297" cy="57922"/>
            </a:xfrm>
            <a:custGeom>
              <a:avLst/>
              <a:gdLst>
                <a:gd name="connsiteX0" fmla="*/ 6076 w 53297"/>
                <a:gd name="connsiteY0" fmla="*/ 7595 h 57922"/>
                <a:gd name="connsiteX1" fmla="*/ 827 w 53297"/>
                <a:gd name="connsiteY1" fmla="*/ 37675 h 57922"/>
                <a:gd name="connsiteX2" fmla="*/ 5576 w 53297"/>
                <a:gd name="connsiteY2" fmla="*/ 47675 h 57922"/>
                <a:gd name="connsiteX3" fmla="*/ 6243 w 53297"/>
                <a:gd name="connsiteY3" fmla="*/ 48174 h 57922"/>
                <a:gd name="connsiteX4" fmla="*/ 15909 w 53297"/>
                <a:gd name="connsiteY4" fmla="*/ 55590 h 57922"/>
                <a:gd name="connsiteX5" fmla="*/ 52739 w 53297"/>
                <a:gd name="connsiteY5" fmla="*/ 27260 h 57922"/>
                <a:gd name="connsiteX6" fmla="*/ 6076 w 53297"/>
                <a:gd name="connsiteY6" fmla="*/ 7595 h 57922"/>
                <a:gd name="connsiteX7" fmla="*/ 6076 w 53297"/>
                <a:gd name="connsiteY7" fmla="*/ 7595 h 57922"/>
                <a:gd name="connsiteX8" fmla="*/ 21908 w 53297"/>
                <a:gd name="connsiteY8" fmla="*/ 48174 h 57922"/>
                <a:gd name="connsiteX9" fmla="*/ 15576 w 53297"/>
                <a:gd name="connsiteY9" fmla="*/ 45841 h 57922"/>
                <a:gd name="connsiteX10" fmla="*/ 7243 w 53297"/>
                <a:gd name="connsiteY10" fmla="*/ 32593 h 57922"/>
                <a:gd name="connsiteX11" fmla="*/ 7410 w 53297"/>
                <a:gd name="connsiteY11" fmla="*/ 27926 h 57922"/>
                <a:gd name="connsiteX12" fmla="*/ 7660 w 53297"/>
                <a:gd name="connsiteY12" fmla="*/ 25260 h 57922"/>
                <a:gd name="connsiteX13" fmla="*/ 11492 w 53297"/>
                <a:gd name="connsiteY13" fmla="*/ 14594 h 57922"/>
                <a:gd name="connsiteX14" fmla="*/ 24408 w 53297"/>
                <a:gd name="connsiteY14" fmla="*/ 10094 h 57922"/>
                <a:gd name="connsiteX15" fmla="*/ 41990 w 53297"/>
                <a:gd name="connsiteY15" fmla="*/ 23510 h 57922"/>
                <a:gd name="connsiteX16" fmla="*/ 21908 w 53297"/>
                <a:gd name="connsiteY16" fmla="*/ 48174 h 57922"/>
                <a:gd name="connsiteX17" fmla="*/ 21908 w 53297"/>
                <a:gd name="connsiteY17" fmla="*/ 48174 h 57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3297" h="57922">
                  <a:moveTo>
                    <a:pt x="6076" y="7595"/>
                  </a:moveTo>
                  <a:cubicBezTo>
                    <a:pt x="-590" y="15677"/>
                    <a:pt x="-756" y="27760"/>
                    <a:pt x="827" y="37675"/>
                  </a:cubicBezTo>
                  <a:cubicBezTo>
                    <a:pt x="1410" y="41592"/>
                    <a:pt x="2577" y="44841"/>
                    <a:pt x="5576" y="47675"/>
                  </a:cubicBezTo>
                  <a:cubicBezTo>
                    <a:pt x="5743" y="47841"/>
                    <a:pt x="5993" y="48008"/>
                    <a:pt x="6243" y="48174"/>
                  </a:cubicBezTo>
                  <a:cubicBezTo>
                    <a:pt x="8743" y="51341"/>
                    <a:pt x="12076" y="53924"/>
                    <a:pt x="15909" y="55590"/>
                  </a:cubicBezTo>
                  <a:cubicBezTo>
                    <a:pt x="35407" y="64006"/>
                    <a:pt x="57072" y="48508"/>
                    <a:pt x="52739" y="27260"/>
                  </a:cubicBezTo>
                  <a:cubicBezTo>
                    <a:pt x="48906" y="8845"/>
                    <a:pt x="21492" y="-11320"/>
                    <a:pt x="6076" y="7595"/>
                  </a:cubicBezTo>
                  <a:lnTo>
                    <a:pt x="6076" y="7595"/>
                  </a:lnTo>
                  <a:close/>
                  <a:moveTo>
                    <a:pt x="21908" y="48174"/>
                  </a:moveTo>
                  <a:cubicBezTo>
                    <a:pt x="19908" y="46508"/>
                    <a:pt x="17992" y="46508"/>
                    <a:pt x="15576" y="45841"/>
                  </a:cubicBezTo>
                  <a:cubicBezTo>
                    <a:pt x="10243" y="42841"/>
                    <a:pt x="7743" y="38009"/>
                    <a:pt x="7243" y="32593"/>
                  </a:cubicBezTo>
                  <a:cubicBezTo>
                    <a:pt x="7243" y="31009"/>
                    <a:pt x="7326" y="29426"/>
                    <a:pt x="7410" y="27926"/>
                  </a:cubicBezTo>
                  <a:cubicBezTo>
                    <a:pt x="7493" y="27010"/>
                    <a:pt x="7576" y="26093"/>
                    <a:pt x="7660" y="25260"/>
                  </a:cubicBezTo>
                  <a:cubicBezTo>
                    <a:pt x="8326" y="21594"/>
                    <a:pt x="9743" y="17927"/>
                    <a:pt x="11492" y="14594"/>
                  </a:cubicBezTo>
                  <a:cubicBezTo>
                    <a:pt x="14159" y="10928"/>
                    <a:pt x="18325" y="8845"/>
                    <a:pt x="24408" y="10094"/>
                  </a:cubicBezTo>
                  <a:cubicBezTo>
                    <a:pt x="32241" y="11678"/>
                    <a:pt x="38657" y="16261"/>
                    <a:pt x="41990" y="23510"/>
                  </a:cubicBezTo>
                  <a:cubicBezTo>
                    <a:pt x="48739" y="37925"/>
                    <a:pt x="36407" y="51091"/>
                    <a:pt x="21908" y="48174"/>
                  </a:cubicBezTo>
                  <a:lnTo>
                    <a:pt x="21908" y="48174"/>
                  </a:lnTo>
                  <a:close/>
                </a:path>
              </a:pathLst>
            </a:custGeom>
            <a:grpFill/>
            <a:ln w="8332" cap="flat">
              <a:noFill/>
              <a:prstDash val="solid"/>
              <a:miter/>
            </a:ln>
          </p:spPr>
          <p:txBody>
            <a:bodyPr rtlCol="0" anchor="ctr"/>
            <a:lstStyle/>
            <a:p>
              <a:endParaRPr lang="en-US"/>
            </a:p>
          </p:txBody>
        </p:sp>
        <p:sp>
          <p:nvSpPr>
            <p:cNvPr id="1381" name="Freeform: Shape 1380"/>
            <p:cNvSpPr/>
            <p:nvPr/>
          </p:nvSpPr>
          <p:spPr>
            <a:xfrm>
              <a:off x="1558736" y="2905344"/>
              <a:ext cx="124389" cy="86903"/>
            </a:xfrm>
            <a:custGeom>
              <a:avLst/>
              <a:gdLst>
                <a:gd name="connsiteX0" fmla="*/ 95053 w 124389"/>
                <a:gd name="connsiteY0" fmla="*/ 46317 h 86903"/>
                <a:gd name="connsiteX1" fmla="*/ 57806 w 124389"/>
                <a:gd name="connsiteY1" fmla="*/ 32401 h 86903"/>
                <a:gd name="connsiteX2" fmla="*/ 32475 w 124389"/>
                <a:gd name="connsiteY2" fmla="*/ 13570 h 86903"/>
                <a:gd name="connsiteX3" fmla="*/ 2561 w 124389"/>
                <a:gd name="connsiteY3" fmla="*/ 3904 h 86903"/>
                <a:gd name="connsiteX4" fmla="*/ 15143 w 124389"/>
                <a:gd name="connsiteY4" fmla="*/ 36817 h 86903"/>
                <a:gd name="connsiteX5" fmla="*/ 35725 w 124389"/>
                <a:gd name="connsiteY5" fmla="*/ 55649 h 86903"/>
                <a:gd name="connsiteX6" fmla="*/ 47640 w 124389"/>
                <a:gd name="connsiteY6" fmla="*/ 66148 h 86903"/>
                <a:gd name="connsiteX7" fmla="*/ 91053 w 124389"/>
                <a:gd name="connsiteY7" fmla="*/ 86646 h 86903"/>
                <a:gd name="connsiteX8" fmla="*/ 124384 w 124389"/>
                <a:gd name="connsiteY8" fmla="*/ 67398 h 86903"/>
                <a:gd name="connsiteX9" fmla="*/ 95053 w 124389"/>
                <a:gd name="connsiteY9" fmla="*/ 46317 h 86903"/>
                <a:gd name="connsiteX10" fmla="*/ 95053 w 124389"/>
                <a:gd name="connsiteY10" fmla="*/ 46317 h 86903"/>
                <a:gd name="connsiteX11" fmla="*/ 111552 w 124389"/>
                <a:gd name="connsiteY11" fmla="*/ 73064 h 86903"/>
                <a:gd name="connsiteX12" fmla="*/ 64722 w 124389"/>
                <a:gd name="connsiteY12" fmla="*/ 67148 h 86903"/>
                <a:gd name="connsiteX13" fmla="*/ 47974 w 124389"/>
                <a:gd name="connsiteY13" fmla="*/ 55232 h 86903"/>
                <a:gd name="connsiteX14" fmla="*/ 35392 w 124389"/>
                <a:gd name="connsiteY14" fmla="*/ 44317 h 86903"/>
                <a:gd name="connsiteX15" fmla="*/ 20643 w 124389"/>
                <a:gd name="connsiteY15" fmla="*/ 30818 h 86903"/>
                <a:gd name="connsiteX16" fmla="*/ 11227 w 124389"/>
                <a:gd name="connsiteY16" fmla="*/ 18986 h 86903"/>
                <a:gd name="connsiteX17" fmla="*/ 18726 w 124389"/>
                <a:gd name="connsiteY17" fmla="*/ 12486 h 86903"/>
                <a:gd name="connsiteX18" fmla="*/ 34975 w 124389"/>
                <a:gd name="connsiteY18" fmla="*/ 26735 h 86903"/>
                <a:gd name="connsiteX19" fmla="*/ 51390 w 124389"/>
                <a:gd name="connsiteY19" fmla="*/ 39401 h 86903"/>
                <a:gd name="connsiteX20" fmla="*/ 76305 w 124389"/>
                <a:gd name="connsiteY20" fmla="*/ 53232 h 86903"/>
                <a:gd name="connsiteX21" fmla="*/ 89720 w 124389"/>
                <a:gd name="connsiteY21" fmla="*/ 54983 h 86903"/>
                <a:gd name="connsiteX22" fmla="*/ 111552 w 124389"/>
                <a:gd name="connsiteY22" fmla="*/ 73064 h 86903"/>
                <a:gd name="connsiteX23" fmla="*/ 111552 w 124389"/>
                <a:gd name="connsiteY23" fmla="*/ 73064 h 86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4389" h="86903">
                  <a:moveTo>
                    <a:pt x="95053" y="46317"/>
                  </a:moveTo>
                  <a:cubicBezTo>
                    <a:pt x="80138" y="43900"/>
                    <a:pt x="70472" y="41400"/>
                    <a:pt x="57806" y="32401"/>
                  </a:cubicBezTo>
                  <a:cubicBezTo>
                    <a:pt x="49224" y="26318"/>
                    <a:pt x="40558" y="20236"/>
                    <a:pt x="32475" y="13570"/>
                  </a:cubicBezTo>
                  <a:cubicBezTo>
                    <a:pt x="26059" y="8320"/>
                    <a:pt x="11311" y="-7179"/>
                    <a:pt x="2561" y="3904"/>
                  </a:cubicBezTo>
                  <a:cubicBezTo>
                    <a:pt x="-5771" y="14569"/>
                    <a:pt x="8311" y="29901"/>
                    <a:pt x="15143" y="36817"/>
                  </a:cubicBezTo>
                  <a:cubicBezTo>
                    <a:pt x="21560" y="43400"/>
                    <a:pt x="28476" y="49733"/>
                    <a:pt x="35725" y="55649"/>
                  </a:cubicBezTo>
                  <a:cubicBezTo>
                    <a:pt x="39725" y="59315"/>
                    <a:pt x="43724" y="62815"/>
                    <a:pt x="47640" y="66148"/>
                  </a:cubicBezTo>
                  <a:cubicBezTo>
                    <a:pt x="60223" y="77064"/>
                    <a:pt x="74138" y="84730"/>
                    <a:pt x="91053" y="86646"/>
                  </a:cubicBezTo>
                  <a:cubicBezTo>
                    <a:pt x="103385" y="88063"/>
                    <a:pt x="124800" y="83897"/>
                    <a:pt x="124384" y="67398"/>
                  </a:cubicBezTo>
                  <a:cubicBezTo>
                    <a:pt x="124050" y="53899"/>
                    <a:pt x="105885" y="48150"/>
                    <a:pt x="95053" y="46317"/>
                  </a:cubicBezTo>
                  <a:lnTo>
                    <a:pt x="95053" y="46317"/>
                  </a:lnTo>
                  <a:close/>
                  <a:moveTo>
                    <a:pt x="111552" y="73064"/>
                  </a:moveTo>
                  <a:cubicBezTo>
                    <a:pt x="101969" y="84646"/>
                    <a:pt x="74471" y="73397"/>
                    <a:pt x="64722" y="67148"/>
                  </a:cubicBezTo>
                  <a:cubicBezTo>
                    <a:pt x="59139" y="63565"/>
                    <a:pt x="53557" y="59482"/>
                    <a:pt x="47974" y="55232"/>
                  </a:cubicBezTo>
                  <a:cubicBezTo>
                    <a:pt x="43724" y="51733"/>
                    <a:pt x="39475" y="48066"/>
                    <a:pt x="35392" y="44317"/>
                  </a:cubicBezTo>
                  <a:cubicBezTo>
                    <a:pt x="30475" y="39817"/>
                    <a:pt x="25309" y="35734"/>
                    <a:pt x="20643" y="30818"/>
                  </a:cubicBezTo>
                  <a:cubicBezTo>
                    <a:pt x="16977" y="27318"/>
                    <a:pt x="13810" y="23319"/>
                    <a:pt x="11227" y="18986"/>
                  </a:cubicBezTo>
                  <a:cubicBezTo>
                    <a:pt x="13727" y="16819"/>
                    <a:pt x="16227" y="14653"/>
                    <a:pt x="18726" y="12486"/>
                  </a:cubicBezTo>
                  <a:cubicBezTo>
                    <a:pt x="21393" y="12486"/>
                    <a:pt x="32392" y="24652"/>
                    <a:pt x="34975" y="26735"/>
                  </a:cubicBezTo>
                  <a:cubicBezTo>
                    <a:pt x="40391" y="31068"/>
                    <a:pt x="45807" y="35234"/>
                    <a:pt x="51390" y="39401"/>
                  </a:cubicBezTo>
                  <a:cubicBezTo>
                    <a:pt x="59223" y="45150"/>
                    <a:pt x="66722" y="50816"/>
                    <a:pt x="76305" y="53232"/>
                  </a:cubicBezTo>
                  <a:cubicBezTo>
                    <a:pt x="80804" y="54399"/>
                    <a:pt x="85137" y="54483"/>
                    <a:pt x="89720" y="54983"/>
                  </a:cubicBezTo>
                  <a:cubicBezTo>
                    <a:pt x="95303" y="55566"/>
                    <a:pt x="123217" y="58982"/>
                    <a:pt x="111552" y="73064"/>
                  </a:cubicBezTo>
                  <a:lnTo>
                    <a:pt x="111552" y="73064"/>
                  </a:lnTo>
                  <a:close/>
                </a:path>
              </a:pathLst>
            </a:custGeom>
            <a:grpFill/>
            <a:ln w="8332" cap="flat">
              <a:noFill/>
              <a:prstDash val="solid"/>
              <a:miter/>
            </a:ln>
          </p:spPr>
          <p:txBody>
            <a:bodyPr rtlCol="0" anchor="ctr"/>
            <a:lstStyle/>
            <a:p>
              <a:endParaRPr lang="en-US"/>
            </a:p>
          </p:txBody>
        </p:sp>
        <p:sp>
          <p:nvSpPr>
            <p:cNvPr id="1382" name="Freeform: Shape 1381"/>
            <p:cNvSpPr/>
            <p:nvPr/>
          </p:nvSpPr>
          <p:spPr>
            <a:xfrm>
              <a:off x="1670156" y="2733018"/>
              <a:ext cx="48718" cy="120223"/>
            </a:xfrm>
            <a:custGeom>
              <a:avLst/>
              <a:gdLst>
                <a:gd name="connsiteX0" fmla="*/ 22379 w 48718"/>
                <a:gd name="connsiteY0" fmla="*/ 2329 h 120223"/>
                <a:gd name="connsiteX1" fmla="*/ 1881 w 48718"/>
                <a:gd name="connsiteY1" fmla="*/ 11078 h 120223"/>
                <a:gd name="connsiteX2" fmla="*/ 6297 w 48718"/>
                <a:gd name="connsiteY2" fmla="*/ 47991 h 120223"/>
                <a:gd name="connsiteX3" fmla="*/ 18213 w 48718"/>
                <a:gd name="connsiteY3" fmla="*/ 77739 h 120223"/>
                <a:gd name="connsiteX4" fmla="*/ 40461 w 48718"/>
                <a:gd name="connsiteY4" fmla="*/ 116902 h 120223"/>
                <a:gd name="connsiteX5" fmla="*/ 48460 w 48718"/>
                <a:gd name="connsiteY5" fmla="*/ 86488 h 120223"/>
                <a:gd name="connsiteX6" fmla="*/ 40211 w 48718"/>
                <a:gd name="connsiteY6" fmla="*/ 34826 h 120223"/>
                <a:gd name="connsiteX7" fmla="*/ 22379 w 48718"/>
                <a:gd name="connsiteY7" fmla="*/ 2329 h 120223"/>
                <a:gd name="connsiteX8" fmla="*/ 22379 w 48718"/>
                <a:gd name="connsiteY8" fmla="*/ 2329 h 120223"/>
                <a:gd name="connsiteX9" fmla="*/ 37711 w 48718"/>
                <a:gd name="connsiteY9" fmla="*/ 60740 h 120223"/>
                <a:gd name="connsiteX10" fmla="*/ 41878 w 48718"/>
                <a:gd name="connsiteY10" fmla="*/ 89154 h 120223"/>
                <a:gd name="connsiteX11" fmla="*/ 40544 w 48718"/>
                <a:gd name="connsiteY11" fmla="*/ 104320 h 120223"/>
                <a:gd name="connsiteX12" fmla="*/ 27712 w 48718"/>
                <a:gd name="connsiteY12" fmla="*/ 108402 h 120223"/>
                <a:gd name="connsiteX13" fmla="*/ 28129 w 48718"/>
                <a:gd name="connsiteY13" fmla="*/ 107569 h 120223"/>
                <a:gd name="connsiteX14" fmla="*/ 19796 w 48718"/>
                <a:gd name="connsiteY14" fmla="*/ 54741 h 120223"/>
                <a:gd name="connsiteX15" fmla="*/ 9297 w 48718"/>
                <a:gd name="connsiteY15" fmla="*/ 27577 h 120223"/>
                <a:gd name="connsiteX16" fmla="*/ 8964 w 48718"/>
                <a:gd name="connsiteY16" fmla="*/ 13661 h 120223"/>
                <a:gd name="connsiteX17" fmla="*/ 21296 w 48718"/>
                <a:gd name="connsiteY17" fmla="*/ 10578 h 120223"/>
                <a:gd name="connsiteX18" fmla="*/ 29045 w 48718"/>
                <a:gd name="connsiteY18" fmla="*/ 24660 h 120223"/>
                <a:gd name="connsiteX19" fmla="*/ 37711 w 48718"/>
                <a:gd name="connsiteY19" fmla="*/ 60740 h 120223"/>
                <a:gd name="connsiteX20" fmla="*/ 37711 w 48718"/>
                <a:gd name="connsiteY20" fmla="*/ 60740 h 1202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8718" h="120223">
                  <a:moveTo>
                    <a:pt x="22379" y="2329"/>
                  </a:moveTo>
                  <a:cubicBezTo>
                    <a:pt x="13714" y="-3587"/>
                    <a:pt x="5214" y="2662"/>
                    <a:pt x="1881" y="11078"/>
                  </a:cubicBezTo>
                  <a:cubicBezTo>
                    <a:pt x="-2618" y="22577"/>
                    <a:pt x="1798" y="37242"/>
                    <a:pt x="6297" y="47991"/>
                  </a:cubicBezTo>
                  <a:cubicBezTo>
                    <a:pt x="10464" y="57990"/>
                    <a:pt x="14797" y="67739"/>
                    <a:pt x="18213" y="77739"/>
                  </a:cubicBezTo>
                  <a:cubicBezTo>
                    <a:pt x="19046" y="92071"/>
                    <a:pt x="20213" y="131900"/>
                    <a:pt x="40461" y="116902"/>
                  </a:cubicBezTo>
                  <a:cubicBezTo>
                    <a:pt x="49127" y="110486"/>
                    <a:pt x="49127" y="95987"/>
                    <a:pt x="48460" y="86488"/>
                  </a:cubicBezTo>
                  <a:cubicBezTo>
                    <a:pt x="47377" y="69906"/>
                    <a:pt x="44794" y="50824"/>
                    <a:pt x="40211" y="34826"/>
                  </a:cubicBezTo>
                  <a:cubicBezTo>
                    <a:pt x="37378" y="25077"/>
                    <a:pt x="31212" y="8411"/>
                    <a:pt x="22379" y="2329"/>
                  </a:cubicBezTo>
                  <a:lnTo>
                    <a:pt x="22379" y="2329"/>
                  </a:lnTo>
                  <a:close/>
                  <a:moveTo>
                    <a:pt x="37711" y="60740"/>
                  </a:moveTo>
                  <a:cubicBezTo>
                    <a:pt x="38961" y="70239"/>
                    <a:pt x="41628" y="79655"/>
                    <a:pt x="41878" y="89154"/>
                  </a:cubicBezTo>
                  <a:cubicBezTo>
                    <a:pt x="41961" y="93320"/>
                    <a:pt x="42544" y="100487"/>
                    <a:pt x="40544" y="104320"/>
                  </a:cubicBezTo>
                  <a:cubicBezTo>
                    <a:pt x="33962" y="111902"/>
                    <a:pt x="29712" y="113319"/>
                    <a:pt x="27712" y="108402"/>
                  </a:cubicBezTo>
                  <a:cubicBezTo>
                    <a:pt x="27879" y="108236"/>
                    <a:pt x="28046" y="107986"/>
                    <a:pt x="28129" y="107569"/>
                  </a:cubicBezTo>
                  <a:cubicBezTo>
                    <a:pt x="30712" y="88488"/>
                    <a:pt x="27629" y="72239"/>
                    <a:pt x="19796" y="54741"/>
                  </a:cubicBezTo>
                  <a:cubicBezTo>
                    <a:pt x="15880" y="45991"/>
                    <a:pt x="11380" y="37076"/>
                    <a:pt x="9297" y="27577"/>
                  </a:cubicBezTo>
                  <a:cubicBezTo>
                    <a:pt x="8047" y="22993"/>
                    <a:pt x="7964" y="18327"/>
                    <a:pt x="8964" y="13661"/>
                  </a:cubicBezTo>
                  <a:cubicBezTo>
                    <a:pt x="13047" y="12661"/>
                    <a:pt x="17213" y="11661"/>
                    <a:pt x="21296" y="10578"/>
                  </a:cubicBezTo>
                  <a:cubicBezTo>
                    <a:pt x="24212" y="11578"/>
                    <a:pt x="27796" y="21994"/>
                    <a:pt x="29045" y="24660"/>
                  </a:cubicBezTo>
                  <a:cubicBezTo>
                    <a:pt x="34378" y="36409"/>
                    <a:pt x="36128" y="48241"/>
                    <a:pt x="37711" y="60740"/>
                  </a:cubicBezTo>
                  <a:lnTo>
                    <a:pt x="37711" y="60740"/>
                  </a:lnTo>
                  <a:close/>
                </a:path>
              </a:pathLst>
            </a:custGeom>
            <a:grpFill/>
            <a:ln w="8332" cap="flat">
              <a:noFill/>
              <a:prstDash val="solid"/>
              <a:miter/>
            </a:ln>
          </p:spPr>
          <p:txBody>
            <a:bodyPr rtlCol="0" anchor="ctr"/>
            <a:lstStyle/>
            <a:p>
              <a:endParaRPr lang="en-US"/>
            </a:p>
          </p:txBody>
        </p:sp>
        <p:sp>
          <p:nvSpPr>
            <p:cNvPr id="1383" name="Freeform: Shape 1382"/>
            <p:cNvSpPr/>
            <p:nvPr/>
          </p:nvSpPr>
          <p:spPr>
            <a:xfrm>
              <a:off x="4757276" y="-150897"/>
              <a:ext cx="703366" cy="549379"/>
            </a:xfrm>
            <a:custGeom>
              <a:avLst/>
              <a:gdLst>
                <a:gd name="connsiteX0" fmla="*/ 404363 w 703366"/>
                <a:gd name="connsiteY0" fmla="*/ 25170 h 549379"/>
                <a:gd name="connsiteX1" fmla="*/ 311122 w 703366"/>
                <a:gd name="connsiteY1" fmla="*/ 105746 h 549379"/>
                <a:gd name="connsiteX2" fmla="*/ 222546 w 703366"/>
                <a:gd name="connsiteY2" fmla="*/ 198654 h 549379"/>
                <a:gd name="connsiteX3" fmla="*/ 136388 w 703366"/>
                <a:gd name="connsiteY3" fmla="*/ 291729 h 549379"/>
                <a:gd name="connsiteX4" fmla="*/ 61977 w 703366"/>
                <a:gd name="connsiteY4" fmla="*/ 389054 h 549379"/>
                <a:gd name="connsiteX5" fmla="*/ 6232 w 703366"/>
                <a:gd name="connsiteY5" fmla="*/ 485212 h 549379"/>
                <a:gd name="connsiteX6" fmla="*/ 4233 w 703366"/>
                <a:gd name="connsiteY6" fmla="*/ 531958 h 549379"/>
                <a:gd name="connsiteX7" fmla="*/ 46312 w 703366"/>
                <a:gd name="connsiteY7" fmla="*/ 549373 h 549379"/>
                <a:gd name="connsiteX8" fmla="*/ 101307 w 703366"/>
                <a:gd name="connsiteY8" fmla="*/ 544457 h 549379"/>
                <a:gd name="connsiteX9" fmla="*/ 167635 w 703366"/>
                <a:gd name="connsiteY9" fmla="*/ 534291 h 549379"/>
                <a:gd name="connsiteX10" fmla="*/ 283957 w 703366"/>
                <a:gd name="connsiteY10" fmla="*/ 510376 h 549379"/>
                <a:gd name="connsiteX11" fmla="*/ 295290 w 703366"/>
                <a:gd name="connsiteY11" fmla="*/ 508460 h 549379"/>
                <a:gd name="connsiteX12" fmla="*/ 297373 w 703366"/>
                <a:gd name="connsiteY12" fmla="*/ 508127 h 549379"/>
                <a:gd name="connsiteX13" fmla="*/ 506937 w 703366"/>
                <a:gd name="connsiteY13" fmla="*/ 465464 h 549379"/>
                <a:gd name="connsiteX14" fmla="*/ 616344 w 703366"/>
                <a:gd name="connsiteY14" fmla="*/ 439133 h 549379"/>
                <a:gd name="connsiteX15" fmla="*/ 700087 w 703366"/>
                <a:gd name="connsiteY15" fmla="*/ 394137 h 549379"/>
                <a:gd name="connsiteX16" fmla="*/ 699920 w 703366"/>
                <a:gd name="connsiteY16" fmla="*/ 347308 h 549379"/>
                <a:gd name="connsiteX17" fmla="*/ 685505 w 703366"/>
                <a:gd name="connsiteY17" fmla="*/ 286480 h 549379"/>
                <a:gd name="connsiteX18" fmla="*/ 639675 w 703366"/>
                <a:gd name="connsiteY18" fmla="*/ 174907 h 549379"/>
                <a:gd name="connsiteX19" fmla="*/ 500188 w 703366"/>
                <a:gd name="connsiteY19" fmla="*/ 5005 h 549379"/>
                <a:gd name="connsiteX20" fmla="*/ 404363 w 703366"/>
                <a:gd name="connsiteY20" fmla="*/ 25170 h 549379"/>
                <a:gd name="connsiteX21" fmla="*/ 404363 w 703366"/>
                <a:gd name="connsiteY21" fmla="*/ 25170 h 549379"/>
                <a:gd name="connsiteX22" fmla="*/ 285624 w 703366"/>
                <a:gd name="connsiteY22" fmla="*/ 157991 h 549379"/>
                <a:gd name="connsiteX23" fmla="*/ 327370 w 703366"/>
                <a:gd name="connsiteY23" fmla="*/ 114495 h 549379"/>
                <a:gd name="connsiteX24" fmla="*/ 348202 w 703366"/>
                <a:gd name="connsiteY24" fmla="*/ 122661 h 549379"/>
                <a:gd name="connsiteX25" fmla="*/ 369283 w 703366"/>
                <a:gd name="connsiteY25" fmla="*/ 153409 h 549379"/>
                <a:gd name="connsiteX26" fmla="*/ 360950 w 703366"/>
                <a:gd name="connsiteY26" fmla="*/ 186322 h 549379"/>
                <a:gd name="connsiteX27" fmla="*/ 333037 w 703366"/>
                <a:gd name="connsiteY27" fmla="*/ 192905 h 549379"/>
                <a:gd name="connsiteX28" fmla="*/ 307455 w 703366"/>
                <a:gd name="connsiteY28" fmla="*/ 230485 h 549379"/>
                <a:gd name="connsiteX29" fmla="*/ 246044 w 703366"/>
                <a:gd name="connsiteY29" fmla="*/ 200988 h 549379"/>
                <a:gd name="connsiteX30" fmla="*/ 285624 w 703366"/>
                <a:gd name="connsiteY30" fmla="*/ 157991 h 549379"/>
                <a:gd name="connsiteX31" fmla="*/ 285624 w 703366"/>
                <a:gd name="connsiteY31" fmla="*/ 157991 h 549379"/>
                <a:gd name="connsiteX32" fmla="*/ 126638 w 703366"/>
                <a:gd name="connsiteY32" fmla="*/ 332559 h 549379"/>
                <a:gd name="connsiteX33" fmla="*/ 205632 w 703366"/>
                <a:gd name="connsiteY33" fmla="*/ 241901 h 549379"/>
                <a:gd name="connsiteX34" fmla="*/ 212797 w 703366"/>
                <a:gd name="connsiteY34" fmla="*/ 234651 h 549379"/>
                <a:gd name="connsiteX35" fmla="*/ 241628 w 703366"/>
                <a:gd name="connsiteY35" fmla="*/ 344308 h 549379"/>
                <a:gd name="connsiteX36" fmla="*/ 119139 w 703366"/>
                <a:gd name="connsiteY36" fmla="*/ 341892 h 549379"/>
                <a:gd name="connsiteX37" fmla="*/ 126638 w 703366"/>
                <a:gd name="connsiteY37" fmla="*/ 332559 h 549379"/>
                <a:gd name="connsiteX38" fmla="*/ 126638 w 703366"/>
                <a:gd name="connsiteY38" fmla="*/ 332559 h 549379"/>
                <a:gd name="connsiteX39" fmla="*/ 33064 w 703366"/>
                <a:gd name="connsiteY39" fmla="*/ 466714 h 549379"/>
                <a:gd name="connsiteX40" fmla="*/ 34063 w 703366"/>
                <a:gd name="connsiteY40" fmla="*/ 464797 h 549379"/>
                <a:gd name="connsiteX41" fmla="*/ 61811 w 703366"/>
                <a:gd name="connsiteY41" fmla="*/ 416801 h 549379"/>
                <a:gd name="connsiteX42" fmla="*/ 89392 w 703366"/>
                <a:gd name="connsiteY42" fmla="*/ 380305 h 549379"/>
                <a:gd name="connsiteX43" fmla="*/ 121305 w 703366"/>
                <a:gd name="connsiteY43" fmla="*/ 405469 h 549379"/>
                <a:gd name="connsiteX44" fmla="*/ 122389 w 703366"/>
                <a:gd name="connsiteY44" fmla="*/ 439883 h 549379"/>
                <a:gd name="connsiteX45" fmla="*/ 96141 w 703366"/>
                <a:gd name="connsiteY45" fmla="*/ 450298 h 549379"/>
                <a:gd name="connsiteX46" fmla="*/ 78809 w 703366"/>
                <a:gd name="connsiteY46" fmla="*/ 469713 h 549379"/>
                <a:gd name="connsiteX47" fmla="*/ 33064 w 703366"/>
                <a:gd name="connsiteY47" fmla="*/ 466714 h 549379"/>
                <a:gd name="connsiteX48" fmla="*/ 33064 w 703366"/>
                <a:gd name="connsiteY48" fmla="*/ 466714 h 549379"/>
                <a:gd name="connsiteX49" fmla="*/ 205214 w 703366"/>
                <a:gd name="connsiteY49" fmla="*/ 510710 h 549379"/>
                <a:gd name="connsiteX50" fmla="*/ 249878 w 703366"/>
                <a:gd name="connsiteY50" fmla="*/ 488045 h 549379"/>
                <a:gd name="connsiteX51" fmla="*/ 284041 w 703366"/>
                <a:gd name="connsiteY51" fmla="*/ 497378 h 549379"/>
                <a:gd name="connsiteX52" fmla="*/ 273958 w 703366"/>
                <a:gd name="connsiteY52" fmla="*/ 499211 h 549379"/>
                <a:gd name="connsiteX53" fmla="*/ 205214 w 703366"/>
                <a:gd name="connsiteY53" fmla="*/ 510710 h 549379"/>
                <a:gd name="connsiteX54" fmla="*/ 205214 w 703366"/>
                <a:gd name="connsiteY54" fmla="*/ 510710 h 549379"/>
                <a:gd name="connsiteX55" fmla="*/ 335286 w 703366"/>
                <a:gd name="connsiteY55" fmla="*/ 487378 h 549379"/>
                <a:gd name="connsiteX56" fmla="*/ 336120 w 703366"/>
                <a:gd name="connsiteY56" fmla="*/ 423551 h 549379"/>
                <a:gd name="connsiteX57" fmla="*/ 385199 w 703366"/>
                <a:gd name="connsiteY57" fmla="*/ 382638 h 549379"/>
                <a:gd name="connsiteX58" fmla="*/ 456442 w 703366"/>
                <a:gd name="connsiteY58" fmla="*/ 397053 h 549379"/>
                <a:gd name="connsiteX59" fmla="*/ 478440 w 703366"/>
                <a:gd name="connsiteY59" fmla="*/ 431800 h 549379"/>
                <a:gd name="connsiteX60" fmla="*/ 479940 w 703366"/>
                <a:gd name="connsiteY60" fmla="*/ 455048 h 549379"/>
                <a:gd name="connsiteX61" fmla="*/ 335286 w 703366"/>
                <a:gd name="connsiteY61" fmla="*/ 487378 h 549379"/>
                <a:gd name="connsiteX62" fmla="*/ 335286 w 703366"/>
                <a:gd name="connsiteY62" fmla="*/ 487378 h 549379"/>
                <a:gd name="connsiteX63" fmla="*/ 506021 w 703366"/>
                <a:gd name="connsiteY63" fmla="*/ 449299 h 549379"/>
                <a:gd name="connsiteX64" fmla="*/ 488689 w 703366"/>
                <a:gd name="connsiteY64" fmla="*/ 453048 h 549379"/>
                <a:gd name="connsiteX65" fmla="*/ 478273 w 703366"/>
                <a:gd name="connsiteY65" fmla="*/ 406302 h 549379"/>
                <a:gd name="connsiteX66" fmla="*/ 398697 w 703366"/>
                <a:gd name="connsiteY66" fmla="*/ 369972 h 549379"/>
                <a:gd name="connsiteX67" fmla="*/ 329787 w 703366"/>
                <a:gd name="connsiteY67" fmla="*/ 410719 h 549379"/>
                <a:gd name="connsiteX68" fmla="*/ 323537 w 703366"/>
                <a:gd name="connsiteY68" fmla="*/ 489712 h 549379"/>
                <a:gd name="connsiteX69" fmla="*/ 292457 w 703366"/>
                <a:gd name="connsiteY69" fmla="*/ 495794 h 549379"/>
                <a:gd name="connsiteX70" fmla="*/ 249711 w 703366"/>
                <a:gd name="connsiteY70" fmla="*/ 477713 h 549379"/>
                <a:gd name="connsiteX71" fmla="*/ 215630 w 703366"/>
                <a:gd name="connsiteY71" fmla="*/ 489795 h 549379"/>
                <a:gd name="connsiteX72" fmla="*/ 189466 w 703366"/>
                <a:gd name="connsiteY72" fmla="*/ 513293 h 549379"/>
                <a:gd name="connsiteX73" fmla="*/ 153886 w 703366"/>
                <a:gd name="connsiteY73" fmla="*/ 519542 h 549379"/>
                <a:gd name="connsiteX74" fmla="*/ 114306 w 703366"/>
                <a:gd name="connsiteY74" fmla="*/ 527375 h 549379"/>
                <a:gd name="connsiteX75" fmla="*/ 60144 w 703366"/>
                <a:gd name="connsiteY75" fmla="*/ 533041 h 549379"/>
                <a:gd name="connsiteX76" fmla="*/ 17065 w 703366"/>
                <a:gd name="connsiteY76" fmla="*/ 511126 h 549379"/>
                <a:gd name="connsiteX77" fmla="*/ 29314 w 703366"/>
                <a:gd name="connsiteY77" fmla="*/ 474380 h 549379"/>
                <a:gd name="connsiteX78" fmla="*/ 71643 w 703366"/>
                <a:gd name="connsiteY78" fmla="*/ 488712 h 549379"/>
                <a:gd name="connsiteX79" fmla="*/ 87059 w 703366"/>
                <a:gd name="connsiteY79" fmla="*/ 476379 h 549379"/>
                <a:gd name="connsiteX80" fmla="*/ 89725 w 703366"/>
                <a:gd name="connsiteY80" fmla="*/ 466714 h 549379"/>
                <a:gd name="connsiteX81" fmla="*/ 107057 w 703366"/>
                <a:gd name="connsiteY81" fmla="*/ 456131 h 549379"/>
                <a:gd name="connsiteX82" fmla="*/ 121806 w 703366"/>
                <a:gd name="connsiteY82" fmla="*/ 451715 h 549379"/>
                <a:gd name="connsiteX83" fmla="*/ 97308 w 703366"/>
                <a:gd name="connsiteY83" fmla="*/ 370139 h 549379"/>
                <a:gd name="connsiteX84" fmla="*/ 118139 w 703366"/>
                <a:gd name="connsiteY84" fmla="*/ 343391 h 549379"/>
                <a:gd name="connsiteX85" fmla="*/ 179967 w 703366"/>
                <a:gd name="connsiteY85" fmla="*/ 379138 h 549379"/>
                <a:gd name="connsiteX86" fmla="*/ 251044 w 703366"/>
                <a:gd name="connsiteY86" fmla="*/ 352474 h 549379"/>
                <a:gd name="connsiteX87" fmla="*/ 222380 w 703366"/>
                <a:gd name="connsiteY87" fmla="*/ 224985 h 549379"/>
                <a:gd name="connsiteX88" fmla="*/ 243878 w 703366"/>
                <a:gd name="connsiteY88" fmla="*/ 203237 h 549379"/>
                <a:gd name="connsiteX89" fmla="*/ 309789 w 703366"/>
                <a:gd name="connsiteY89" fmla="*/ 239651 h 549379"/>
                <a:gd name="connsiteX90" fmla="*/ 329620 w 703366"/>
                <a:gd name="connsiteY90" fmla="*/ 221152 h 549379"/>
                <a:gd name="connsiteX91" fmla="*/ 343036 w 703366"/>
                <a:gd name="connsiteY91" fmla="*/ 202071 h 549379"/>
                <a:gd name="connsiteX92" fmla="*/ 365367 w 703366"/>
                <a:gd name="connsiteY92" fmla="*/ 197321 h 549379"/>
                <a:gd name="connsiteX93" fmla="*/ 377032 w 703366"/>
                <a:gd name="connsiteY93" fmla="*/ 135743 h 549379"/>
                <a:gd name="connsiteX94" fmla="*/ 345952 w 703366"/>
                <a:gd name="connsiteY94" fmla="*/ 105996 h 549379"/>
                <a:gd name="connsiteX95" fmla="*/ 339286 w 703366"/>
                <a:gd name="connsiteY95" fmla="*/ 103496 h 549379"/>
                <a:gd name="connsiteX96" fmla="*/ 367950 w 703366"/>
                <a:gd name="connsiteY96" fmla="*/ 77249 h 549379"/>
                <a:gd name="connsiteX97" fmla="*/ 392114 w 703366"/>
                <a:gd name="connsiteY97" fmla="*/ 56251 h 549379"/>
                <a:gd name="connsiteX98" fmla="*/ 407030 w 703366"/>
                <a:gd name="connsiteY98" fmla="*/ 67500 h 549379"/>
                <a:gd name="connsiteX99" fmla="*/ 428861 w 703366"/>
                <a:gd name="connsiteY99" fmla="*/ 82498 h 549379"/>
                <a:gd name="connsiteX100" fmla="*/ 474274 w 703366"/>
                <a:gd name="connsiteY100" fmla="*/ 120412 h 549379"/>
                <a:gd name="connsiteX101" fmla="*/ 517686 w 703366"/>
                <a:gd name="connsiteY101" fmla="*/ 165158 h 549379"/>
                <a:gd name="connsiteX102" fmla="*/ 546517 w 703366"/>
                <a:gd name="connsiteY102" fmla="*/ 213986 h 549379"/>
                <a:gd name="connsiteX103" fmla="*/ 587180 w 703366"/>
                <a:gd name="connsiteY103" fmla="*/ 290146 h 549379"/>
                <a:gd name="connsiteX104" fmla="*/ 547850 w 703366"/>
                <a:gd name="connsiteY104" fmla="*/ 306811 h 549379"/>
                <a:gd name="connsiteX105" fmla="*/ 549017 w 703366"/>
                <a:gd name="connsiteY105" fmla="*/ 358557 h 549379"/>
                <a:gd name="connsiteX106" fmla="*/ 515020 w 703366"/>
                <a:gd name="connsiteY106" fmla="*/ 403386 h 549379"/>
                <a:gd name="connsiteX107" fmla="*/ 540351 w 703366"/>
                <a:gd name="connsiteY107" fmla="*/ 440799 h 549379"/>
                <a:gd name="connsiteX108" fmla="*/ 506021 w 703366"/>
                <a:gd name="connsiteY108" fmla="*/ 449299 h 549379"/>
                <a:gd name="connsiteX109" fmla="*/ 506021 w 703366"/>
                <a:gd name="connsiteY109" fmla="*/ 449299 h 549379"/>
                <a:gd name="connsiteX110" fmla="*/ 601262 w 703366"/>
                <a:gd name="connsiteY110" fmla="*/ 424884 h 549379"/>
                <a:gd name="connsiteX111" fmla="*/ 547767 w 703366"/>
                <a:gd name="connsiteY111" fmla="*/ 438716 h 549379"/>
                <a:gd name="connsiteX112" fmla="*/ 532019 w 703366"/>
                <a:gd name="connsiteY112" fmla="*/ 392220 h 549379"/>
                <a:gd name="connsiteX113" fmla="*/ 560766 w 703366"/>
                <a:gd name="connsiteY113" fmla="*/ 372805 h 549379"/>
                <a:gd name="connsiteX114" fmla="*/ 550684 w 703366"/>
                <a:gd name="connsiteY114" fmla="*/ 330893 h 549379"/>
                <a:gd name="connsiteX115" fmla="*/ 592263 w 703366"/>
                <a:gd name="connsiteY115" fmla="*/ 301229 h 549379"/>
                <a:gd name="connsiteX116" fmla="*/ 602929 w 703366"/>
                <a:gd name="connsiteY116" fmla="*/ 328893 h 549379"/>
                <a:gd name="connsiteX117" fmla="*/ 616094 w 703366"/>
                <a:gd name="connsiteY117" fmla="*/ 384888 h 549379"/>
                <a:gd name="connsiteX118" fmla="*/ 619344 w 703366"/>
                <a:gd name="connsiteY118" fmla="*/ 414135 h 549379"/>
                <a:gd name="connsiteX119" fmla="*/ 619261 w 703366"/>
                <a:gd name="connsiteY119" fmla="*/ 421551 h 549379"/>
                <a:gd name="connsiteX120" fmla="*/ 601262 w 703366"/>
                <a:gd name="connsiteY120" fmla="*/ 424884 h 549379"/>
                <a:gd name="connsiteX121" fmla="*/ 601262 w 703366"/>
                <a:gd name="connsiteY121" fmla="*/ 424884 h 549379"/>
                <a:gd name="connsiteX122" fmla="*/ 468108 w 703366"/>
                <a:gd name="connsiteY122" fmla="*/ 18504 h 549379"/>
                <a:gd name="connsiteX123" fmla="*/ 552183 w 703366"/>
                <a:gd name="connsiteY123" fmla="*/ 64667 h 549379"/>
                <a:gd name="connsiteX124" fmla="*/ 613178 w 703366"/>
                <a:gd name="connsiteY124" fmla="*/ 156992 h 549379"/>
                <a:gd name="connsiteX125" fmla="*/ 661840 w 703366"/>
                <a:gd name="connsiteY125" fmla="*/ 259316 h 549379"/>
                <a:gd name="connsiteX126" fmla="*/ 686588 w 703366"/>
                <a:gd name="connsiteY126" fmla="*/ 368056 h 549379"/>
                <a:gd name="connsiteX127" fmla="*/ 625677 w 703366"/>
                <a:gd name="connsiteY127" fmla="*/ 420468 h 549379"/>
                <a:gd name="connsiteX128" fmla="*/ 628260 w 703366"/>
                <a:gd name="connsiteY128" fmla="*/ 406302 h 549379"/>
                <a:gd name="connsiteX129" fmla="*/ 627843 w 703366"/>
                <a:gd name="connsiteY129" fmla="*/ 379638 h 549379"/>
                <a:gd name="connsiteX130" fmla="*/ 613761 w 703366"/>
                <a:gd name="connsiteY130" fmla="*/ 314561 h 549379"/>
                <a:gd name="connsiteX131" fmla="*/ 555017 w 703366"/>
                <a:gd name="connsiteY131" fmla="*/ 193238 h 549379"/>
                <a:gd name="connsiteX132" fmla="*/ 523352 w 703366"/>
                <a:gd name="connsiteY132" fmla="*/ 143993 h 549379"/>
                <a:gd name="connsiteX133" fmla="*/ 477607 w 703366"/>
                <a:gd name="connsiteY133" fmla="*/ 98997 h 549379"/>
                <a:gd name="connsiteX134" fmla="*/ 432611 w 703366"/>
                <a:gd name="connsiteY134" fmla="*/ 63750 h 549379"/>
                <a:gd name="connsiteX135" fmla="*/ 405947 w 703366"/>
                <a:gd name="connsiteY135" fmla="*/ 46835 h 549379"/>
                <a:gd name="connsiteX136" fmla="*/ 405280 w 703366"/>
                <a:gd name="connsiteY136" fmla="*/ 46418 h 549379"/>
                <a:gd name="connsiteX137" fmla="*/ 468108 w 703366"/>
                <a:gd name="connsiteY137" fmla="*/ 18504 h 549379"/>
                <a:gd name="connsiteX138" fmla="*/ 468108 w 703366"/>
                <a:gd name="connsiteY138" fmla="*/ 18504 h 549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703366" h="549379">
                  <a:moveTo>
                    <a:pt x="404363" y="25170"/>
                  </a:moveTo>
                  <a:cubicBezTo>
                    <a:pt x="369783" y="46752"/>
                    <a:pt x="340453" y="77749"/>
                    <a:pt x="311122" y="105746"/>
                  </a:cubicBezTo>
                  <a:cubicBezTo>
                    <a:pt x="280291" y="135410"/>
                    <a:pt x="252377" y="167824"/>
                    <a:pt x="222546" y="198654"/>
                  </a:cubicBezTo>
                  <a:cubicBezTo>
                    <a:pt x="193133" y="229068"/>
                    <a:pt x="162802" y="258566"/>
                    <a:pt x="136388" y="291729"/>
                  </a:cubicBezTo>
                  <a:cubicBezTo>
                    <a:pt x="110890" y="323810"/>
                    <a:pt x="86642" y="356474"/>
                    <a:pt x="61977" y="389054"/>
                  </a:cubicBezTo>
                  <a:cubicBezTo>
                    <a:pt x="39480" y="418885"/>
                    <a:pt x="19231" y="449882"/>
                    <a:pt x="6232" y="485212"/>
                  </a:cubicBezTo>
                  <a:cubicBezTo>
                    <a:pt x="983" y="499377"/>
                    <a:pt x="-3683" y="517876"/>
                    <a:pt x="4233" y="531958"/>
                  </a:cubicBezTo>
                  <a:cubicBezTo>
                    <a:pt x="12399" y="546540"/>
                    <a:pt x="31230" y="549540"/>
                    <a:pt x="46312" y="549373"/>
                  </a:cubicBezTo>
                  <a:cubicBezTo>
                    <a:pt x="64560" y="549206"/>
                    <a:pt x="83226" y="547123"/>
                    <a:pt x="101307" y="544457"/>
                  </a:cubicBezTo>
                  <a:cubicBezTo>
                    <a:pt x="123388" y="541207"/>
                    <a:pt x="145887" y="539290"/>
                    <a:pt x="167635" y="534291"/>
                  </a:cubicBezTo>
                  <a:cubicBezTo>
                    <a:pt x="206214" y="525458"/>
                    <a:pt x="245211" y="518792"/>
                    <a:pt x="283957" y="510376"/>
                  </a:cubicBezTo>
                  <a:cubicBezTo>
                    <a:pt x="287791" y="509793"/>
                    <a:pt x="291540" y="509127"/>
                    <a:pt x="295290" y="508460"/>
                  </a:cubicBezTo>
                  <a:cubicBezTo>
                    <a:pt x="295956" y="508960"/>
                    <a:pt x="296956" y="508710"/>
                    <a:pt x="297373" y="508127"/>
                  </a:cubicBezTo>
                  <a:cubicBezTo>
                    <a:pt x="367867" y="496378"/>
                    <a:pt x="436944" y="479962"/>
                    <a:pt x="506937" y="465464"/>
                  </a:cubicBezTo>
                  <a:cubicBezTo>
                    <a:pt x="543684" y="457881"/>
                    <a:pt x="579348" y="446215"/>
                    <a:pt x="616344" y="439133"/>
                  </a:cubicBezTo>
                  <a:cubicBezTo>
                    <a:pt x="646425" y="433383"/>
                    <a:pt x="687338" y="427217"/>
                    <a:pt x="700087" y="394137"/>
                  </a:cubicBezTo>
                  <a:cubicBezTo>
                    <a:pt x="705920" y="378972"/>
                    <a:pt x="702753" y="362806"/>
                    <a:pt x="699920" y="347308"/>
                  </a:cubicBezTo>
                  <a:cubicBezTo>
                    <a:pt x="696087" y="326810"/>
                    <a:pt x="690671" y="306645"/>
                    <a:pt x="685505" y="286480"/>
                  </a:cubicBezTo>
                  <a:cubicBezTo>
                    <a:pt x="675256" y="246483"/>
                    <a:pt x="658007" y="211653"/>
                    <a:pt x="639675" y="174907"/>
                  </a:cubicBezTo>
                  <a:cubicBezTo>
                    <a:pt x="608095" y="111579"/>
                    <a:pt x="567682" y="36336"/>
                    <a:pt x="500188" y="5005"/>
                  </a:cubicBezTo>
                  <a:cubicBezTo>
                    <a:pt x="469774" y="-8910"/>
                    <a:pt x="430444" y="8922"/>
                    <a:pt x="404363" y="25170"/>
                  </a:cubicBezTo>
                  <a:lnTo>
                    <a:pt x="404363" y="25170"/>
                  </a:lnTo>
                  <a:close/>
                  <a:moveTo>
                    <a:pt x="285624" y="157991"/>
                  </a:moveTo>
                  <a:cubicBezTo>
                    <a:pt x="298540" y="142743"/>
                    <a:pt x="312788" y="128411"/>
                    <a:pt x="327370" y="114495"/>
                  </a:cubicBezTo>
                  <a:cubicBezTo>
                    <a:pt x="334453" y="115995"/>
                    <a:pt x="345785" y="121161"/>
                    <a:pt x="348202" y="122661"/>
                  </a:cubicBezTo>
                  <a:cubicBezTo>
                    <a:pt x="359367" y="129244"/>
                    <a:pt x="366367" y="140993"/>
                    <a:pt x="369283" y="153409"/>
                  </a:cubicBezTo>
                  <a:cubicBezTo>
                    <a:pt x="372033" y="165074"/>
                    <a:pt x="372783" y="180323"/>
                    <a:pt x="360950" y="186322"/>
                  </a:cubicBezTo>
                  <a:cubicBezTo>
                    <a:pt x="352201" y="190739"/>
                    <a:pt x="341786" y="189072"/>
                    <a:pt x="333037" y="192905"/>
                  </a:cubicBezTo>
                  <a:cubicBezTo>
                    <a:pt x="316205" y="200321"/>
                    <a:pt x="325371" y="224819"/>
                    <a:pt x="307455" y="230485"/>
                  </a:cubicBezTo>
                  <a:cubicBezTo>
                    <a:pt x="287540" y="236818"/>
                    <a:pt x="261126" y="216153"/>
                    <a:pt x="246044" y="200988"/>
                  </a:cubicBezTo>
                  <a:cubicBezTo>
                    <a:pt x="259710" y="187072"/>
                    <a:pt x="273042" y="172907"/>
                    <a:pt x="285624" y="157991"/>
                  </a:cubicBezTo>
                  <a:lnTo>
                    <a:pt x="285624" y="157991"/>
                  </a:lnTo>
                  <a:close/>
                  <a:moveTo>
                    <a:pt x="126638" y="332559"/>
                  </a:moveTo>
                  <a:cubicBezTo>
                    <a:pt x="151886" y="300979"/>
                    <a:pt x="177384" y="270898"/>
                    <a:pt x="205632" y="241901"/>
                  </a:cubicBezTo>
                  <a:cubicBezTo>
                    <a:pt x="207964" y="239484"/>
                    <a:pt x="210381" y="237068"/>
                    <a:pt x="212797" y="234651"/>
                  </a:cubicBezTo>
                  <a:cubicBezTo>
                    <a:pt x="252461" y="252233"/>
                    <a:pt x="264460" y="309561"/>
                    <a:pt x="241628" y="344308"/>
                  </a:cubicBezTo>
                  <a:cubicBezTo>
                    <a:pt x="216297" y="382888"/>
                    <a:pt x="148136" y="370806"/>
                    <a:pt x="119139" y="341892"/>
                  </a:cubicBezTo>
                  <a:cubicBezTo>
                    <a:pt x="121722" y="338809"/>
                    <a:pt x="124139" y="335642"/>
                    <a:pt x="126638" y="332559"/>
                  </a:cubicBezTo>
                  <a:lnTo>
                    <a:pt x="126638" y="332559"/>
                  </a:lnTo>
                  <a:close/>
                  <a:moveTo>
                    <a:pt x="33064" y="466714"/>
                  </a:moveTo>
                  <a:cubicBezTo>
                    <a:pt x="33397" y="466047"/>
                    <a:pt x="33730" y="465464"/>
                    <a:pt x="34063" y="464797"/>
                  </a:cubicBezTo>
                  <a:cubicBezTo>
                    <a:pt x="42313" y="448215"/>
                    <a:pt x="50645" y="431717"/>
                    <a:pt x="61811" y="416801"/>
                  </a:cubicBezTo>
                  <a:cubicBezTo>
                    <a:pt x="70977" y="404553"/>
                    <a:pt x="80143" y="392387"/>
                    <a:pt x="89392" y="380305"/>
                  </a:cubicBezTo>
                  <a:cubicBezTo>
                    <a:pt x="102307" y="387554"/>
                    <a:pt x="113639" y="389637"/>
                    <a:pt x="121305" y="405469"/>
                  </a:cubicBezTo>
                  <a:cubicBezTo>
                    <a:pt x="125722" y="414468"/>
                    <a:pt x="128888" y="430884"/>
                    <a:pt x="122389" y="439883"/>
                  </a:cubicBezTo>
                  <a:cubicBezTo>
                    <a:pt x="116473" y="448132"/>
                    <a:pt x="104724" y="447465"/>
                    <a:pt x="96141" y="450298"/>
                  </a:cubicBezTo>
                  <a:cubicBezTo>
                    <a:pt x="84309" y="454131"/>
                    <a:pt x="83726" y="460048"/>
                    <a:pt x="78809" y="469713"/>
                  </a:cubicBezTo>
                  <a:cubicBezTo>
                    <a:pt x="70393" y="486045"/>
                    <a:pt x="48145" y="476046"/>
                    <a:pt x="33064" y="466714"/>
                  </a:cubicBezTo>
                  <a:lnTo>
                    <a:pt x="33064" y="466714"/>
                  </a:lnTo>
                  <a:close/>
                  <a:moveTo>
                    <a:pt x="205214" y="510710"/>
                  </a:moveTo>
                  <a:cubicBezTo>
                    <a:pt x="216297" y="498627"/>
                    <a:pt x="235712" y="489045"/>
                    <a:pt x="249878" y="488045"/>
                  </a:cubicBezTo>
                  <a:cubicBezTo>
                    <a:pt x="263376" y="487045"/>
                    <a:pt x="274542" y="490212"/>
                    <a:pt x="284041" y="497378"/>
                  </a:cubicBezTo>
                  <a:cubicBezTo>
                    <a:pt x="280708" y="497961"/>
                    <a:pt x="277375" y="498627"/>
                    <a:pt x="273958" y="499211"/>
                  </a:cubicBezTo>
                  <a:cubicBezTo>
                    <a:pt x="251044" y="503127"/>
                    <a:pt x="228129" y="506877"/>
                    <a:pt x="205214" y="510710"/>
                  </a:cubicBezTo>
                  <a:lnTo>
                    <a:pt x="205214" y="510710"/>
                  </a:lnTo>
                  <a:close/>
                  <a:moveTo>
                    <a:pt x="335286" y="487378"/>
                  </a:moveTo>
                  <a:cubicBezTo>
                    <a:pt x="328537" y="467714"/>
                    <a:pt x="327120" y="442216"/>
                    <a:pt x="336120" y="423551"/>
                  </a:cubicBezTo>
                  <a:cubicBezTo>
                    <a:pt x="346035" y="402803"/>
                    <a:pt x="364117" y="390720"/>
                    <a:pt x="385199" y="382638"/>
                  </a:cubicBezTo>
                  <a:cubicBezTo>
                    <a:pt x="408279" y="373805"/>
                    <a:pt x="437194" y="382388"/>
                    <a:pt x="456442" y="397053"/>
                  </a:cubicBezTo>
                  <a:cubicBezTo>
                    <a:pt x="467941" y="405886"/>
                    <a:pt x="475440" y="417551"/>
                    <a:pt x="478440" y="431800"/>
                  </a:cubicBezTo>
                  <a:cubicBezTo>
                    <a:pt x="479273" y="435800"/>
                    <a:pt x="481356" y="447382"/>
                    <a:pt x="479940" y="455048"/>
                  </a:cubicBezTo>
                  <a:cubicBezTo>
                    <a:pt x="431777" y="465547"/>
                    <a:pt x="383782" y="477213"/>
                    <a:pt x="335286" y="487378"/>
                  </a:cubicBezTo>
                  <a:lnTo>
                    <a:pt x="335286" y="487378"/>
                  </a:lnTo>
                  <a:close/>
                  <a:moveTo>
                    <a:pt x="506021" y="449299"/>
                  </a:moveTo>
                  <a:cubicBezTo>
                    <a:pt x="500188" y="450548"/>
                    <a:pt x="494439" y="451798"/>
                    <a:pt x="488689" y="453048"/>
                  </a:cubicBezTo>
                  <a:cubicBezTo>
                    <a:pt x="490689" y="437966"/>
                    <a:pt x="481607" y="411385"/>
                    <a:pt x="478273" y="406302"/>
                  </a:cubicBezTo>
                  <a:cubicBezTo>
                    <a:pt x="462525" y="382138"/>
                    <a:pt x="427028" y="367639"/>
                    <a:pt x="398697" y="369972"/>
                  </a:cubicBezTo>
                  <a:cubicBezTo>
                    <a:pt x="373033" y="372056"/>
                    <a:pt x="344119" y="389637"/>
                    <a:pt x="329787" y="410719"/>
                  </a:cubicBezTo>
                  <a:cubicBezTo>
                    <a:pt x="313955" y="433967"/>
                    <a:pt x="313038" y="464297"/>
                    <a:pt x="323537" y="489712"/>
                  </a:cubicBezTo>
                  <a:cubicBezTo>
                    <a:pt x="313205" y="491795"/>
                    <a:pt x="302789" y="493795"/>
                    <a:pt x="292457" y="495794"/>
                  </a:cubicBezTo>
                  <a:cubicBezTo>
                    <a:pt x="283374" y="482129"/>
                    <a:pt x="267959" y="476713"/>
                    <a:pt x="249711" y="477713"/>
                  </a:cubicBezTo>
                  <a:cubicBezTo>
                    <a:pt x="237128" y="478379"/>
                    <a:pt x="225963" y="483045"/>
                    <a:pt x="215630" y="489795"/>
                  </a:cubicBezTo>
                  <a:cubicBezTo>
                    <a:pt x="205798" y="496211"/>
                    <a:pt x="193715" y="501627"/>
                    <a:pt x="189466" y="513293"/>
                  </a:cubicBezTo>
                  <a:cubicBezTo>
                    <a:pt x="177634" y="515293"/>
                    <a:pt x="165718" y="517376"/>
                    <a:pt x="153886" y="519542"/>
                  </a:cubicBezTo>
                  <a:cubicBezTo>
                    <a:pt x="140637" y="521959"/>
                    <a:pt x="127555" y="524875"/>
                    <a:pt x="114306" y="527375"/>
                  </a:cubicBezTo>
                  <a:cubicBezTo>
                    <a:pt x="96225" y="529791"/>
                    <a:pt x="78393" y="532041"/>
                    <a:pt x="60144" y="533041"/>
                  </a:cubicBezTo>
                  <a:cubicBezTo>
                    <a:pt x="42646" y="533958"/>
                    <a:pt x="15565" y="535791"/>
                    <a:pt x="17065" y="511126"/>
                  </a:cubicBezTo>
                  <a:cubicBezTo>
                    <a:pt x="17815" y="498377"/>
                    <a:pt x="23481" y="486045"/>
                    <a:pt x="29314" y="474380"/>
                  </a:cubicBezTo>
                  <a:cubicBezTo>
                    <a:pt x="40896" y="483712"/>
                    <a:pt x="61728" y="489795"/>
                    <a:pt x="71643" y="488712"/>
                  </a:cubicBezTo>
                  <a:cubicBezTo>
                    <a:pt x="79809" y="487795"/>
                    <a:pt x="84392" y="483795"/>
                    <a:pt x="87059" y="476379"/>
                  </a:cubicBezTo>
                  <a:cubicBezTo>
                    <a:pt x="88058" y="473546"/>
                    <a:pt x="87975" y="469213"/>
                    <a:pt x="89725" y="466714"/>
                  </a:cubicBezTo>
                  <a:cubicBezTo>
                    <a:pt x="93142" y="461631"/>
                    <a:pt x="101391" y="457881"/>
                    <a:pt x="107057" y="456131"/>
                  </a:cubicBezTo>
                  <a:cubicBezTo>
                    <a:pt x="111973" y="454631"/>
                    <a:pt x="117222" y="454298"/>
                    <a:pt x="121806" y="451715"/>
                  </a:cubicBezTo>
                  <a:cubicBezTo>
                    <a:pt x="152636" y="434550"/>
                    <a:pt x="128555" y="376305"/>
                    <a:pt x="97308" y="370139"/>
                  </a:cubicBezTo>
                  <a:cubicBezTo>
                    <a:pt x="104224" y="361223"/>
                    <a:pt x="111056" y="352224"/>
                    <a:pt x="118139" y="343391"/>
                  </a:cubicBezTo>
                  <a:cubicBezTo>
                    <a:pt x="129638" y="365389"/>
                    <a:pt x="155886" y="376055"/>
                    <a:pt x="179967" y="379138"/>
                  </a:cubicBezTo>
                  <a:cubicBezTo>
                    <a:pt x="207131" y="382638"/>
                    <a:pt x="234796" y="375805"/>
                    <a:pt x="251044" y="352474"/>
                  </a:cubicBezTo>
                  <a:cubicBezTo>
                    <a:pt x="279291" y="311894"/>
                    <a:pt x="265709" y="248733"/>
                    <a:pt x="222380" y="224985"/>
                  </a:cubicBezTo>
                  <a:cubicBezTo>
                    <a:pt x="229546" y="217736"/>
                    <a:pt x="236712" y="210487"/>
                    <a:pt x="243878" y="203237"/>
                  </a:cubicBezTo>
                  <a:cubicBezTo>
                    <a:pt x="259543" y="222152"/>
                    <a:pt x="285041" y="244067"/>
                    <a:pt x="309789" y="239651"/>
                  </a:cubicBezTo>
                  <a:cubicBezTo>
                    <a:pt x="320371" y="237734"/>
                    <a:pt x="326620" y="231235"/>
                    <a:pt x="329620" y="221152"/>
                  </a:cubicBezTo>
                  <a:cubicBezTo>
                    <a:pt x="332203" y="212153"/>
                    <a:pt x="332370" y="205404"/>
                    <a:pt x="343036" y="202071"/>
                  </a:cubicBezTo>
                  <a:cubicBezTo>
                    <a:pt x="350202" y="199821"/>
                    <a:pt x="358118" y="200071"/>
                    <a:pt x="365367" y="197321"/>
                  </a:cubicBezTo>
                  <a:cubicBezTo>
                    <a:pt x="389448" y="188072"/>
                    <a:pt x="386115" y="155325"/>
                    <a:pt x="377032" y="135743"/>
                  </a:cubicBezTo>
                  <a:cubicBezTo>
                    <a:pt x="370950" y="122661"/>
                    <a:pt x="359617" y="110996"/>
                    <a:pt x="345952" y="105996"/>
                  </a:cubicBezTo>
                  <a:cubicBezTo>
                    <a:pt x="344119" y="105330"/>
                    <a:pt x="341869" y="104413"/>
                    <a:pt x="339286" y="103496"/>
                  </a:cubicBezTo>
                  <a:cubicBezTo>
                    <a:pt x="348869" y="94664"/>
                    <a:pt x="358451" y="85915"/>
                    <a:pt x="367950" y="77249"/>
                  </a:cubicBezTo>
                  <a:cubicBezTo>
                    <a:pt x="375783" y="70083"/>
                    <a:pt x="383782" y="62917"/>
                    <a:pt x="392114" y="56251"/>
                  </a:cubicBezTo>
                  <a:cubicBezTo>
                    <a:pt x="397364" y="59500"/>
                    <a:pt x="403113" y="65083"/>
                    <a:pt x="407030" y="67500"/>
                  </a:cubicBezTo>
                  <a:cubicBezTo>
                    <a:pt x="414696" y="72249"/>
                    <a:pt x="421612" y="77249"/>
                    <a:pt x="428861" y="82498"/>
                  </a:cubicBezTo>
                  <a:cubicBezTo>
                    <a:pt x="445026" y="94331"/>
                    <a:pt x="459858" y="106413"/>
                    <a:pt x="474274" y="120412"/>
                  </a:cubicBezTo>
                  <a:cubicBezTo>
                    <a:pt x="489356" y="134994"/>
                    <a:pt x="505271" y="148159"/>
                    <a:pt x="517686" y="165158"/>
                  </a:cubicBezTo>
                  <a:cubicBezTo>
                    <a:pt x="528852" y="180489"/>
                    <a:pt x="537518" y="197321"/>
                    <a:pt x="546517" y="213986"/>
                  </a:cubicBezTo>
                  <a:cubicBezTo>
                    <a:pt x="560266" y="239567"/>
                    <a:pt x="574931" y="264232"/>
                    <a:pt x="587180" y="290146"/>
                  </a:cubicBezTo>
                  <a:cubicBezTo>
                    <a:pt x="572182" y="290313"/>
                    <a:pt x="556516" y="293646"/>
                    <a:pt x="547850" y="306811"/>
                  </a:cubicBezTo>
                  <a:cubicBezTo>
                    <a:pt x="536268" y="324393"/>
                    <a:pt x="541351" y="340892"/>
                    <a:pt x="549017" y="358557"/>
                  </a:cubicBezTo>
                  <a:cubicBezTo>
                    <a:pt x="558600" y="380555"/>
                    <a:pt x="515770" y="380888"/>
                    <a:pt x="515020" y="403386"/>
                  </a:cubicBezTo>
                  <a:cubicBezTo>
                    <a:pt x="514437" y="419968"/>
                    <a:pt x="527936" y="431217"/>
                    <a:pt x="540351" y="440799"/>
                  </a:cubicBezTo>
                  <a:cubicBezTo>
                    <a:pt x="528936" y="443882"/>
                    <a:pt x="517520" y="446882"/>
                    <a:pt x="506021" y="449299"/>
                  </a:cubicBezTo>
                  <a:lnTo>
                    <a:pt x="506021" y="449299"/>
                  </a:lnTo>
                  <a:close/>
                  <a:moveTo>
                    <a:pt x="601262" y="424884"/>
                  </a:moveTo>
                  <a:cubicBezTo>
                    <a:pt x="583181" y="428550"/>
                    <a:pt x="565516" y="433717"/>
                    <a:pt x="547767" y="438716"/>
                  </a:cubicBezTo>
                  <a:cubicBezTo>
                    <a:pt x="533602" y="425884"/>
                    <a:pt x="511771" y="406386"/>
                    <a:pt x="532019" y="392220"/>
                  </a:cubicBezTo>
                  <a:cubicBezTo>
                    <a:pt x="541518" y="385554"/>
                    <a:pt x="557266" y="385971"/>
                    <a:pt x="560766" y="372805"/>
                  </a:cubicBezTo>
                  <a:cubicBezTo>
                    <a:pt x="564515" y="358557"/>
                    <a:pt x="550433" y="345225"/>
                    <a:pt x="550684" y="330893"/>
                  </a:cubicBezTo>
                  <a:cubicBezTo>
                    <a:pt x="551100" y="304145"/>
                    <a:pt x="573015" y="304312"/>
                    <a:pt x="592263" y="301229"/>
                  </a:cubicBezTo>
                  <a:cubicBezTo>
                    <a:pt x="596180" y="310228"/>
                    <a:pt x="599763" y="319477"/>
                    <a:pt x="602929" y="328893"/>
                  </a:cubicBezTo>
                  <a:cubicBezTo>
                    <a:pt x="608928" y="347141"/>
                    <a:pt x="612928" y="365973"/>
                    <a:pt x="616094" y="384888"/>
                  </a:cubicBezTo>
                  <a:cubicBezTo>
                    <a:pt x="617761" y="394554"/>
                    <a:pt x="619344" y="404303"/>
                    <a:pt x="619344" y="414135"/>
                  </a:cubicBezTo>
                  <a:cubicBezTo>
                    <a:pt x="619344" y="416801"/>
                    <a:pt x="619177" y="419218"/>
                    <a:pt x="619261" y="421551"/>
                  </a:cubicBezTo>
                  <a:cubicBezTo>
                    <a:pt x="612845" y="422801"/>
                    <a:pt x="606678" y="423801"/>
                    <a:pt x="601262" y="424884"/>
                  </a:cubicBezTo>
                  <a:lnTo>
                    <a:pt x="601262" y="424884"/>
                  </a:lnTo>
                  <a:close/>
                  <a:moveTo>
                    <a:pt x="468108" y="18504"/>
                  </a:moveTo>
                  <a:cubicBezTo>
                    <a:pt x="499188" y="13421"/>
                    <a:pt x="532935" y="42752"/>
                    <a:pt x="552183" y="64667"/>
                  </a:cubicBezTo>
                  <a:cubicBezTo>
                    <a:pt x="576098" y="91914"/>
                    <a:pt x="596096" y="125161"/>
                    <a:pt x="613178" y="156992"/>
                  </a:cubicBezTo>
                  <a:cubicBezTo>
                    <a:pt x="630676" y="189739"/>
                    <a:pt x="650341" y="223902"/>
                    <a:pt x="661840" y="259316"/>
                  </a:cubicBezTo>
                  <a:cubicBezTo>
                    <a:pt x="672922" y="293563"/>
                    <a:pt x="683255" y="332142"/>
                    <a:pt x="686588" y="368056"/>
                  </a:cubicBezTo>
                  <a:cubicBezTo>
                    <a:pt x="689838" y="403803"/>
                    <a:pt x="656257" y="414385"/>
                    <a:pt x="625677" y="420468"/>
                  </a:cubicBezTo>
                  <a:cubicBezTo>
                    <a:pt x="626510" y="415635"/>
                    <a:pt x="628093" y="410469"/>
                    <a:pt x="628260" y="406302"/>
                  </a:cubicBezTo>
                  <a:cubicBezTo>
                    <a:pt x="628760" y="397470"/>
                    <a:pt x="628676" y="388471"/>
                    <a:pt x="627843" y="379638"/>
                  </a:cubicBezTo>
                  <a:cubicBezTo>
                    <a:pt x="625760" y="357307"/>
                    <a:pt x="620677" y="335809"/>
                    <a:pt x="613761" y="314561"/>
                  </a:cubicBezTo>
                  <a:cubicBezTo>
                    <a:pt x="599929" y="271565"/>
                    <a:pt x="576098" y="232985"/>
                    <a:pt x="555017" y="193238"/>
                  </a:cubicBezTo>
                  <a:cubicBezTo>
                    <a:pt x="545851" y="175990"/>
                    <a:pt x="535851" y="159075"/>
                    <a:pt x="523352" y="143993"/>
                  </a:cubicBezTo>
                  <a:cubicBezTo>
                    <a:pt x="509771" y="127661"/>
                    <a:pt x="492772" y="113829"/>
                    <a:pt x="477607" y="98997"/>
                  </a:cubicBezTo>
                  <a:cubicBezTo>
                    <a:pt x="463858" y="85498"/>
                    <a:pt x="447943" y="75166"/>
                    <a:pt x="432611" y="63750"/>
                  </a:cubicBezTo>
                  <a:cubicBezTo>
                    <a:pt x="424112" y="57417"/>
                    <a:pt x="414779" y="52584"/>
                    <a:pt x="405947" y="46835"/>
                  </a:cubicBezTo>
                  <a:cubicBezTo>
                    <a:pt x="405696" y="46668"/>
                    <a:pt x="405530" y="46502"/>
                    <a:pt x="405280" y="46418"/>
                  </a:cubicBezTo>
                  <a:cubicBezTo>
                    <a:pt x="424112" y="32919"/>
                    <a:pt x="444693" y="22337"/>
                    <a:pt x="468108" y="18504"/>
                  </a:cubicBezTo>
                  <a:lnTo>
                    <a:pt x="468108" y="18504"/>
                  </a:lnTo>
                  <a:close/>
                </a:path>
              </a:pathLst>
            </a:custGeom>
            <a:grpFill/>
            <a:ln w="8332" cap="flat">
              <a:noFill/>
              <a:prstDash val="solid"/>
              <a:miter/>
            </a:ln>
          </p:spPr>
          <p:txBody>
            <a:bodyPr rtlCol="0" anchor="ctr"/>
            <a:lstStyle/>
            <a:p>
              <a:endParaRPr lang="en-US"/>
            </a:p>
          </p:txBody>
        </p:sp>
        <p:sp>
          <p:nvSpPr>
            <p:cNvPr id="1384" name="Freeform: Shape 1383"/>
            <p:cNvSpPr/>
            <p:nvPr/>
          </p:nvSpPr>
          <p:spPr>
            <a:xfrm>
              <a:off x="5068570" y="123679"/>
              <a:ext cx="158367" cy="66598"/>
            </a:xfrm>
            <a:custGeom>
              <a:avLst/>
              <a:gdLst>
                <a:gd name="connsiteX0" fmla="*/ 578 w 158367"/>
                <a:gd name="connsiteY0" fmla="*/ 21735 h 66598"/>
                <a:gd name="connsiteX1" fmla="*/ 30659 w 158367"/>
                <a:gd name="connsiteY1" fmla="*/ 45150 h 66598"/>
                <a:gd name="connsiteX2" fmla="*/ 77155 w 158367"/>
                <a:gd name="connsiteY2" fmla="*/ 65065 h 66598"/>
                <a:gd name="connsiteX3" fmla="*/ 120567 w 158367"/>
                <a:gd name="connsiteY3" fmla="*/ 62065 h 66598"/>
                <a:gd name="connsiteX4" fmla="*/ 153814 w 158367"/>
                <a:gd name="connsiteY4" fmla="*/ 36151 h 66598"/>
                <a:gd name="connsiteX5" fmla="*/ 157980 w 158367"/>
                <a:gd name="connsiteY5" fmla="*/ 31234 h 66598"/>
                <a:gd name="connsiteX6" fmla="*/ 155564 w 158367"/>
                <a:gd name="connsiteY6" fmla="*/ 27401 h 66598"/>
                <a:gd name="connsiteX7" fmla="*/ 131983 w 158367"/>
                <a:gd name="connsiteY7" fmla="*/ 13319 h 66598"/>
                <a:gd name="connsiteX8" fmla="*/ 89903 w 158367"/>
                <a:gd name="connsiteY8" fmla="*/ 1070 h 66598"/>
                <a:gd name="connsiteX9" fmla="*/ 3328 w 158367"/>
                <a:gd name="connsiteY9" fmla="*/ 15819 h 66598"/>
                <a:gd name="connsiteX10" fmla="*/ 578 w 158367"/>
                <a:gd name="connsiteY10" fmla="*/ 21735 h 66598"/>
                <a:gd name="connsiteX11" fmla="*/ 578 w 158367"/>
                <a:gd name="connsiteY11" fmla="*/ 21735 h 66598"/>
                <a:gd name="connsiteX12" fmla="*/ 79987 w 158367"/>
                <a:gd name="connsiteY12" fmla="*/ 7487 h 66598"/>
                <a:gd name="connsiteX13" fmla="*/ 117484 w 158367"/>
                <a:gd name="connsiteY13" fmla="*/ 16986 h 66598"/>
                <a:gd name="connsiteX14" fmla="*/ 144148 w 158367"/>
                <a:gd name="connsiteY14" fmla="*/ 28235 h 66598"/>
                <a:gd name="connsiteX15" fmla="*/ 109568 w 158367"/>
                <a:gd name="connsiteY15" fmla="*/ 32318 h 66598"/>
                <a:gd name="connsiteX16" fmla="*/ 68988 w 158367"/>
                <a:gd name="connsiteY16" fmla="*/ 28735 h 66598"/>
                <a:gd name="connsiteX17" fmla="*/ 68405 w 158367"/>
                <a:gd name="connsiteY17" fmla="*/ 32318 h 66598"/>
                <a:gd name="connsiteX18" fmla="*/ 106902 w 158367"/>
                <a:gd name="connsiteY18" fmla="*/ 37650 h 66598"/>
                <a:gd name="connsiteX19" fmla="*/ 145315 w 158367"/>
                <a:gd name="connsiteY19" fmla="*/ 35567 h 66598"/>
                <a:gd name="connsiteX20" fmla="*/ 72988 w 158367"/>
                <a:gd name="connsiteY20" fmla="*/ 53649 h 66598"/>
                <a:gd name="connsiteX21" fmla="*/ 36075 w 158367"/>
                <a:gd name="connsiteY21" fmla="*/ 36151 h 66598"/>
                <a:gd name="connsiteX22" fmla="*/ 11910 w 158367"/>
                <a:gd name="connsiteY22" fmla="*/ 21152 h 66598"/>
                <a:gd name="connsiteX23" fmla="*/ 79987 w 158367"/>
                <a:gd name="connsiteY23" fmla="*/ 7487 h 66598"/>
                <a:gd name="connsiteX24" fmla="*/ 79987 w 158367"/>
                <a:gd name="connsiteY24" fmla="*/ 7487 h 66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58367" h="66598">
                  <a:moveTo>
                    <a:pt x="578" y="21735"/>
                  </a:moveTo>
                  <a:cubicBezTo>
                    <a:pt x="7077" y="31318"/>
                    <a:pt x="20826" y="39317"/>
                    <a:pt x="30659" y="45150"/>
                  </a:cubicBezTo>
                  <a:cubicBezTo>
                    <a:pt x="44824" y="53482"/>
                    <a:pt x="60906" y="61982"/>
                    <a:pt x="77155" y="65065"/>
                  </a:cubicBezTo>
                  <a:cubicBezTo>
                    <a:pt x="91486" y="67814"/>
                    <a:pt x="106735" y="66898"/>
                    <a:pt x="120567" y="62065"/>
                  </a:cubicBezTo>
                  <a:cubicBezTo>
                    <a:pt x="134733" y="57149"/>
                    <a:pt x="144398" y="47066"/>
                    <a:pt x="153814" y="36151"/>
                  </a:cubicBezTo>
                  <a:cubicBezTo>
                    <a:pt x="156397" y="36317"/>
                    <a:pt x="158397" y="33568"/>
                    <a:pt x="157980" y="31234"/>
                  </a:cubicBezTo>
                  <a:cubicBezTo>
                    <a:pt x="159147" y="29318"/>
                    <a:pt x="157480" y="26985"/>
                    <a:pt x="155564" y="27401"/>
                  </a:cubicBezTo>
                  <a:cubicBezTo>
                    <a:pt x="149815" y="20819"/>
                    <a:pt x="139482" y="16236"/>
                    <a:pt x="131983" y="13319"/>
                  </a:cubicBezTo>
                  <a:cubicBezTo>
                    <a:pt x="118067" y="7903"/>
                    <a:pt x="104736" y="3320"/>
                    <a:pt x="89903" y="1070"/>
                  </a:cubicBezTo>
                  <a:cubicBezTo>
                    <a:pt x="59156" y="-3679"/>
                    <a:pt x="32658" y="8486"/>
                    <a:pt x="3328" y="15819"/>
                  </a:cubicBezTo>
                  <a:cubicBezTo>
                    <a:pt x="911" y="16319"/>
                    <a:pt x="-1005" y="19402"/>
                    <a:pt x="578" y="21735"/>
                  </a:cubicBezTo>
                  <a:lnTo>
                    <a:pt x="578" y="21735"/>
                  </a:lnTo>
                  <a:close/>
                  <a:moveTo>
                    <a:pt x="79987" y="7487"/>
                  </a:moveTo>
                  <a:cubicBezTo>
                    <a:pt x="92819" y="9320"/>
                    <a:pt x="105569" y="11903"/>
                    <a:pt x="117484" y="16986"/>
                  </a:cubicBezTo>
                  <a:cubicBezTo>
                    <a:pt x="124650" y="20069"/>
                    <a:pt x="136399" y="23068"/>
                    <a:pt x="144148" y="28235"/>
                  </a:cubicBezTo>
                  <a:cubicBezTo>
                    <a:pt x="132649" y="29318"/>
                    <a:pt x="121150" y="31901"/>
                    <a:pt x="109568" y="32318"/>
                  </a:cubicBezTo>
                  <a:cubicBezTo>
                    <a:pt x="95736" y="32901"/>
                    <a:pt x="82571" y="30401"/>
                    <a:pt x="68988" y="28735"/>
                  </a:cubicBezTo>
                  <a:cubicBezTo>
                    <a:pt x="66905" y="28485"/>
                    <a:pt x="66405" y="31818"/>
                    <a:pt x="68405" y="32318"/>
                  </a:cubicBezTo>
                  <a:cubicBezTo>
                    <a:pt x="80987" y="35651"/>
                    <a:pt x="93903" y="37650"/>
                    <a:pt x="106902" y="37650"/>
                  </a:cubicBezTo>
                  <a:cubicBezTo>
                    <a:pt x="119651" y="37734"/>
                    <a:pt x="132566" y="35484"/>
                    <a:pt x="145315" y="35567"/>
                  </a:cubicBezTo>
                  <a:cubicBezTo>
                    <a:pt x="124400" y="52482"/>
                    <a:pt x="101402" y="62065"/>
                    <a:pt x="72988" y="53649"/>
                  </a:cubicBezTo>
                  <a:cubicBezTo>
                    <a:pt x="60072" y="49816"/>
                    <a:pt x="47740" y="42817"/>
                    <a:pt x="36075" y="36151"/>
                  </a:cubicBezTo>
                  <a:cubicBezTo>
                    <a:pt x="29076" y="32151"/>
                    <a:pt x="18993" y="27068"/>
                    <a:pt x="11910" y="21152"/>
                  </a:cubicBezTo>
                  <a:cubicBezTo>
                    <a:pt x="33158" y="13653"/>
                    <a:pt x="57823" y="4403"/>
                    <a:pt x="79987" y="7487"/>
                  </a:cubicBezTo>
                  <a:lnTo>
                    <a:pt x="79987" y="7487"/>
                  </a:lnTo>
                  <a:close/>
                </a:path>
              </a:pathLst>
            </a:custGeom>
            <a:grpFill/>
            <a:ln w="8332" cap="flat">
              <a:noFill/>
              <a:prstDash val="solid"/>
              <a:miter/>
            </a:ln>
          </p:spPr>
          <p:txBody>
            <a:bodyPr rtlCol="0" anchor="ctr"/>
            <a:lstStyle/>
            <a:p>
              <a:endParaRPr lang="en-US"/>
            </a:p>
          </p:txBody>
        </p:sp>
        <p:sp>
          <p:nvSpPr>
            <p:cNvPr id="1385" name="Freeform: Shape 1384"/>
            <p:cNvSpPr/>
            <p:nvPr/>
          </p:nvSpPr>
          <p:spPr>
            <a:xfrm>
              <a:off x="4896708" y="239561"/>
              <a:ext cx="140057" cy="75557"/>
            </a:xfrm>
            <a:custGeom>
              <a:avLst/>
              <a:gdLst>
                <a:gd name="connsiteX0" fmla="*/ 34785 w 140057"/>
                <a:gd name="connsiteY0" fmla="*/ 19426 h 75557"/>
                <a:gd name="connsiteX1" fmla="*/ 2538 w 140057"/>
                <a:gd name="connsiteY1" fmla="*/ 44507 h 75557"/>
                <a:gd name="connsiteX2" fmla="*/ 1288 w 140057"/>
                <a:gd name="connsiteY2" fmla="*/ 52090 h 75557"/>
                <a:gd name="connsiteX3" fmla="*/ 32202 w 140057"/>
                <a:gd name="connsiteY3" fmla="*/ 68088 h 75557"/>
                <a:gd name="connsiteX4" fmla="*/ 81447 w 140057"/>
                <a:gd name="connsiteY4" fmla="*/ 72671 h 75557"/>
                <a:gd name="connsiteX5" fmla="*/ 120694 w 140057"/>
                <a:gd name="connsiteY5" fmla="*/ 44257 h 75557"/>
                <a:gd name="connsiteX6" fmla="*/ 138942 w 140057"/>
                <a:gd name="connsiteY6" fmla="*/ 14593 h 75557"/>
                <a:gd name="connsiteX7" fmla="*/ 139775 w 140057"/>
                <a:gd name="connsiteY7" fmla="*/ 10177 h 75557"/>
                <a:gd name="connsiteX8" fmla="*/ 140026 w 140057"/>
                <a:gd name="connsiteY8" fmla="*/ 8760 h 75557"/>
                <a:gd name="connsiteX9" fmla="*/ 134860 w 140057"/>
                <a:gd name="connsiteY9" fmla="*/ 6594 h 75557"/>
                <a:gd name="connsiteX10" fmla="*/ 67865 w 140057"/>
                <a:gd name="connsiteY10" fmla="*/ 4177 h 75557"/>
                <a:gd name="connsiteX11" fmla="*/ 34785 w 140057"/>
                <a:gd name="connsiteY11" fmla="*/ 19426 h 75557"/>
                <a:gd name="connsiteX12" fmla="*/ 34785 w 140057"/>
                <a:gd name="connsiteY12" fmla="*/ 19426 h 75557"/>
                <a:gd name="connsiteX13" fmla="*/ 61533 w 140057"/>
                <a:gd name="connsiteY13" fmla="*/ 15176 h 75557"/>
                <a:gd name="connsiteX14" fmla="*/ 123194 w 140057"/>
                <a:gd name="connsiteY14" fmla="*/ 11927 h 75557"/>
                <a:gd name="connsiteX15" fmla="*/ 106112 w 140057"/>
                <a:gd name="connsiteY15" fmla="*/ 24342 h 75557"/>
                <a:gd name="connsiteX16" fmla="*/ 56616 w 140057"/>
                <a:gd name="connsiteY16" fmla="*/ 43340 h 75557"/>
                <a:gd name="connsiteX17" fmla="*/ 57116 w 140057"/>
                <a:gd name="connsiteY17" fmla="*/ 48590 h 75557"/>
                <a:gd name="connsiteX18" fmla="*/ 95446 w 140057"/>
                <a:gd name="connsiteY18" fmla="*/ 38424 h 75557"/>
                <a:gd name="connsiteX19" fmla="*/ 114361 w 140057"/>
                <a:gd name="connsiteY19" fmla="*/ 28175 h 75557"/>
                <a:gd name="connsiteX20" fmla="*/ 130777 w 140057"/>
                <a:gd name="connsiteY20" fmla="*/ 17093 h 75557"/>
                <a:gd name="connsiteX21" fmla="*/ 76948 w 140057"/>
                <a:gd name="connsiteY21" fmla="*/ 64338 h 75557"/>
                <a:gd name="connsiteX22" fmla="*/ 35118 w 140057"/>
                <a:gd name="connsiteY22" fmla="*/ 59089 h 75557"/>
                <a:gd name="connsiteX23" fmla="*/ 13037 w 140057"/>
                <a:gd name="connsiteY23" fmla="*/ 49090 h 75557"/>
                <a:gd name="connsiteX24" fmla="*/ 61533 w 140057"/>
                <a:gd name="connsiteY24" fmla="*/ 15176 h 75557"/>
                <a:gd name="connsiteX25" fmla="*/ 61533 w 140057"/>
                <a:gd name="connsiteY25" fmla="*/ 15176 h 75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40057" h="75557">
                  <a:moveTo>
                    <a:pt x="34785" y="19426"/>
                  </a:moveTo>
                  <a:cubicBezTo>
                    <a:pt x="23536" y="27175"/>
                    <a:pt x="14454" y="37508"/>
                    <a:pt x="2538" y="44507"/>
                  </a:cubicBezTo>
                  <a:cubicBezTo>
                    <a:pt x="-212" y="46090"/>
                    <a:pt x="-879" y="49756"/>
                    <a:pt x="1288" y="52090"/>
                  </a:cubicBezTo>
                  <a:cubicBezTo>
                    <a:pt x="8204" y="59589"/>
                    <a:pt x="22786" y="64338"/>
                    <a:pt x="32202" y="68088"/>
                  </a:cubicBezTo>
                  <a:cubicBezTo>
                    <a:pt x="48034" y="74421"/>
                    <a:pt x="64699" y="78671"/>
                    <a:pt x="81447" y="72671"/>
                  </a:cubicBezTo>
                  <a:cubicBezTo>
                    <a:pt x="96363" y="67338"/>
                    <a:pt x="109362" y="55006"/>
                    <a:pt x="120694" y="44257"/>
                  </a:cubicBezTo>
                  <a:cubicBezTo>
                    <a:pt x="129860" y="35591"/>
                    <a:pt x="136109" y="26342"/>
                    <a:pt x="138942" y="14593"/>
                  </a:cubicBezTo>
                  <a:cubicBezTo>
                    <a:pt x="139942" y="13426"/>
                    <a:pt x="140275" y="11760"/>
                    <a:pt x="139775" y="10177"/>
                  </a:cubicBezTo>
                  <a:cubicBezTo>
                    <a:pt x="139859" y="9677"/>
                    <a:pt x="139942" y="9260"/>
                    <a:pt x="140026" y="8760"/>
                  </a:cubicBezTo>
                  <a:cubicBezTo>
                    <a:pt x="140442" y="5927"/>
                    <a:pt x="136609" y="4844"/>
                    <a:pt x="134860" y="6594"/>
                  </a:cubicBezTo>
                  <a:cubicBezTo>
                    <a:pt x="113028" y="-1239"/>
                    <a:pt x="90197" y="-2155"/>
                    <a:pt x="67865" y="4177"/>
                  </a:cubicBezTo>
                  <a:cubicBezTo>
                    <a:pt x="56366" y="7594"/>
                    <a:pt x="44784" y="12593"/>
                    <a:pt x="34785" y="19426"/>
                  </a:cubicBezTo>
                  <a:lnTo>
                    <a:pt x="34785" y="19426"/>
                  </a:lnTo>
                  <a:close/>
                  <a:moveTo>
                    <a:pt x="61533" y="15176"/>
                  </a:moveTo>
                  <a:cubicBezTo>
                    <a:pt x="81947" y="7344"/>
                    <a:pt x="102695" y="6344"/>
                    <a:pt x="123194" y="11927"/>
                  </a:cubicBezTo>
                  <a:cubicBezTo>
                    <a:pt x="117028" y="15843"/>
                    <a:pt x="111111" y="21342"/>
                    <a:pt x="106112" y="24342"/>
                  </a:cubicBezTo>
                  <a:cubicBezTo>
                    <a:pt x="90114" y="34091"/>
                    <a:pt x="74948" y="39674"/>
                    <a:pt x="56616" y="43340"/>
                  </a:cubicBezTo>
                  <a:cubicBezTo>
                    <a:pt x="53700" y="43924"/>
                    <a:pt x="54033" y="48757"/>
                    <a:pt x="57116" y="48590"/>
                  </a:cubicBezTo>
                  <a:cubicBezTo>
                    <a:pt x="70865" y="48007"/>
                    <a:pt x="83197" y="44590"/>
                    <a:pt x="95446" y="38424"/>
                  </a:cubicBezTo>
                  <a:cubicBezTo>
                    <a:pt x="101862" y="35174"/>
                    <a:pt x="108195" y="31841"/>
                    <a:pt x="114361" y="28175"/>
                  </a:cubicBezTo>
                  <a:cubicBezTo>
                    <a:pt x="118278" y="25925"/>
                    <a:pt x="124944" y="19759"/>
                    <a:pt x="130777" y="17093"/>
                  </a:cubicBezTo>
                  <a:cubicBezTo>
                    <a:pt x="120694" y="37258"/>
                    <a:pt x="96029" y="58089"/>
                    <a:pt x="76948" y="64338"/>
                  </a:cubicBezTo>
                  <a:cubicBezTo>
                    <a:pt x="62699" y="69005"/>
                    <a:pt x="48284" y="64588"/>
                    <a:pt x="35118" y="59089"/>
                  </a:cubicBezTo>
                  <a:cubicBezTo>
                    <a:pt x="29536" y="56756"/>
                    <a:pt x="19620" y="53256"/>
                    <a:pt x="13037" y="49090"/>
                  </a:cubicBezTo>
                  <a:cubicBezTo>
                    <a:pt x="29202" y="37424"/>
                    <a:pt x="41868" y="22676"/>
                    <a:pt x="61533" y="15176"/>
                  </a:cubicBezTo>
                  <a:lnTo>
                    <a:pt x="61533" y="15176"/>
                  </a:lnTo>
                  <a:close/>
                </a:path>
              </a:pathLst>
            </a:custGeom>
            <a:grpFill/>
            <a:ln w="8332" cap="flat">
              <a:noFill/>
              <a:prstDash val="solid"/>
              <a:miter/>
            </a:ln>
          </p:spPr>
          <p:txBody>
            <a:bodyPr rtlCol="0" anchor="ctr"/>
            <a:lstStyle/>
            <a:p>
              <a:endParaRPr lang="en-US"/>
            </a:p>
          </p:txBody>
        </p:sp>
        <p:sp>
          <p:nvSpPr>
            <p:cNvPr id="1386" name="Freeform: Shape 1385"/>
            <p:cNvSpPr/>
            <p:nvPr/>
          </p:nvSpPr>
          <p:spPr>
            <a:xfrm>
              <a:off x="5161309" y="43866"/>
              <a:ext cx="56670" cy="54581"/>
            </a:xfrm>
            <a:custGeom>
              <a:avLst/>
              <a:gdLst>
                <a:gd name="connsiteX0" fmla="*/ 10746 w 56670"/>
                <a:gd name="connsiteY0" fmla="*/ 51636 h 54581"/>
                <a:gd name="connsiteX1" fmla="*/ 41326 w 56670"/>
                <a:gd name="connsiteY1" fmla="*/ 51053 h 54581"/>
                <a:gd name="connsiteX2" fmla="*/ 50242 w 56670"/>
                <a:gd name="connsiteY2" fmla="*/ 44470 h 54581"/>
                <a:gd name="connsiteX3" fmla="*/ 50575 w 56670"/>
                <a:gd name="connsiteY3" fmla="*/ 43720 h 54581"/>
                <a:gd name="connsiteX4" fmla="*/ 55992 w 56670"/>
                <a:gd name="connsiteY4" fmla="*/ 32804 h 54581"/>
                <a:gd name="connsiteX5" fmla="*/ 21162 w 56670"/>
                <a:gd name="connsiteY5" fmla="*/ 2057 h 54581"/>
                <a:gd name="connsiteX6" fmla="*/ 10746 w 56670"/>
                <a:gd name="connsiteY6" fmla="*/ 51636 h 54581"/>
                <a:gd name="connsiteX7" fmla="*/ 10746 w 56670"/>
                <a:gd name="connsiteY7" fmla="*/ 51636 h 54581"/>
                <a:gd name="connsiteX8" fmla="*/ 47576 w 56670"/>
                <a:gd name="connsiteY8" fmla="*/ 28221 h 54581"/>
                <a:gd name="connsiteX9" fmla="*/ 46493 w 56670"/>
                <a:gd name="connsiteY9" fmla="*/ 34887 h 54581"/>
                <a:gd name="connsiteX10" fmla="*/ 35077 w 56670"/>
                <a:gd name="connsiteY10" fmla="*/ 45553 h 54581"/>
                <a:gd name="connsiteX11" fmla="*/ 30494 w 56670"/>
                <a:gd name="connsiteY11" fmla="*/ 46220 h 54581"/>
                <a:gd name="connsiteX12" fmla="*/ 27744 w 56670"/>
                <a:gd name="connsiteY12" fmla="*/ 46470 h 54581"/>
                <a:gd name="connsiteX13" fmla="*/ 16495 w 56670"/>
                <a:gd name="connsiteY13" fmla="*/ 44803 h 54581"/>
                <a:gd name="connsiteX14" fmla="*/ 9579 w 56670"/>
                <a:gd name="connsiteY14" fmla="*/ 32971 h 54581"/>
                <a:gd name="connsiteX15" fmla="*/ 19412 w 56670"/>
                <a:gd name="connsiteY15" fmla="*/ 13139 h 54581"/>
                <a:gd name="connsiteX16" fmla="*/ 47576 w 56670"/>
                <a:gd name="connsiteY16" fmla="*/ 28221 h 54581"/>
                <a:gd name="connsiteX17" fmla="*/ 47576 w 56670"/>
                <a:gd name="connsiteY17" fmla="*/ 28221 h 54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6670" h="54581">
                  <a:moveTo>
                    <a:pt x="10746" y="51636"/>
                  </a:moveTo>
                  <a:cubicBezTo>
                    <a:pt x="19995" y="56635"/>
                    <a:pt x="31827" y="54469"/>
                    <a:pt x="41326" y="51053"/>
                  </a:cubicBezTo>
                  <a:cubicBezTo>
                    <a:pt x="45076" y="49719"/>
                    <a:pt x="48076" y="47970"/>
                    <a:pt x="50242" y="44470"/>
                  </a:cubicBezTo>
                  <a:cubicBezTo>
                    <a:pt x="50409" y="44220"/>
                    <a:pt x="50493" y="43970"/>
                    <a:pt x="50575" y="43720"/>
                  </a:cubicBezTo>
                  <a:cubicBezTo>
                    <a:pt x="53159" y="40637"/>
                    <a:pt x="55075" y="36970"/>
                    <a:pt x="55992" y="32804"/>
                  </a:cubicBezTo>
                  <a:cubicBezTo>
                    <a:pt x="60575" y="12056"/>
                    <a:pt x="41160" y="-6276"/>
                    <a:pt x="21162" y="2057"/>
                  </a:cubicBezTo>
                  <a:cubicBezTo>
                    <a:pt x="3830" y="9306"/>
                    <a:pt x="-10752" y="40054"/>
                    <a:pt x="10746" y="51636"/>
                  </a:cubicBezTo>
                  <a:lnTo>
                    <a:pt x="10746" y="51636"/>
                  </a:lnTo>
                  <a:close/>
                  <a:moveTo>
                    <a:pt x="47576" y="28221"/>
                  </a:moveTo>
                  <a:cubicBezTo>
                    <a:pt x="46326" y="30471"/>
                    <a:pt x="46659" y="32388"/>
                    <a:pt x="46493" y="34887"/>
                  </a:cubicBezTo>
                  <a:cubicBezTo>
                    <a:pt x="44576" y="40720"/>
                    <a:pt x="40326" y="44053"/>
                    <a:pt x="35077" y="45553"/>
                  </a:cubicBezTo>
                  <a:cubicBezTo>
                    <a:pt x="33494" y="45886"/>
                    <a:pt x="31994" y="46053"/>
                    <a:pt x="30494" y="46220"/>
                  </a:cubicBezTo>
                  <a:cubicBezTo>
                    <a:pt x="29578" y="46303"/>
                    <a:pt x="28661" y="46386"/>
                    <a:pt x="27744" y="46470"/>
                  </a:cubicBezTo>
                  <a:cubicBezTo>
                    <a:pt x="23995" y="46470"/>
                    <a:pt x="20162" y="45886"/>
                    <a:pt x="16495" y="44803"/>
                  </a:cubicBezTo>
                  <a:cubicBezTo>
                    <a:pt x="12413" y="42887"/>
                    <a:pt x="9579" y="39220"/>
                    <a:pt x="9579" y="32971"/>
                  </a:cubicBezTo>
                  <a:cubicBezTo>
                    <a:pt x="9663" y="24972"/>
                    <a:pt x="12912" y="17806"/>
                    <a:pt x="19412" y="13139"/>
                  </a:cubicBezTo>
                  <a:cubicBezTo>
                    <a:pt x="32410" y="3973"/>
                    <a:pt x="47659" y="13473"/>
                    <a:pt x="47576" y="28221"/>
                  </a:cubicBezTo>
                  <a:lnTo>
                    <a:pt x="47576" y="28221"/>
                  </a:lnTo>
                  <a:close/>
                </a:path>
              </a:pathLst>
            </a:custGeom>
            <a:grpFill/>
            <a:ln w="8332" cap="flat">
              <a:noFill/>
              <a:prstDash val="solid"/>
              <a:miter/>
            </a:ln>
          </p:spPr>
          <p:txBody>
            <a:bodyPr rtlCol="0" anchor="ctr"/>
            <a:lstStyle/>
            <a:p>
              <a:endParaRPr lang="en-US"/>
            </a:p>
          </p:txBody>
        </p:sp>
        <p:sp>
          <p:nvSpPr>
            <p:cNvPr id="1387" name="Freeform: Shape 1386"/>
            <p:cNvSpPr/>
            <p:nvPr/>
          </p:nvSpPr>
          <p:spPr>
            <a:xfrm>
              <a:off x="5037487" y="185520"/>
              <a:ext cx="56670" cy="54581"/>
            </a:xfrm>
            <a:custGeom>
              <a:avLst/>
              <a:gdLst>
                <a:gd name="connsiteX0" fmla="*/ 10746 w 56670"/>
                <a:gd name="connsiteY0" fmla="*/ 51636 h 54581"/>
                <a:gd name="connsiteX1" fmla="*/ 41326 w 56670"/>
                <a:gd name="connsiteY1" fmla="*/ 51053 h 54581"/>
                <a:gd name="connsiteX2" fmla="*/ 50242 w 56670"/>
                <a:gd name="connsiteY2" fmla="*/ 44470 h 54581"/>
                <a:gd name="connsiteX3" fmla="*/ 50575 w 56670"/>
                <a:gd name="connsiteY3" fmla="*/ 43720 h 54581"/>
                <a:gd name="connsiteX4" fmla="*/ 55992 w 56670"/>
                <a:gd name="connsiteY4" fmla="*/ 32804 h 54581"/>
                <a:gd name="connsiteX5" fmla="*/ 21162 w 56670"/>
                <a:gd name="connsiteY5" fmla="*/ 2057 h 54581"/>
                <a:gd name="connsiteX6" fmla="*/ 10746 w 56670"/>
                <a:gd name="connsiteY6" fmla="*/ 51636 h 54581"/>
                <a:gd name="connsiteX7" fmla="*/ 10746 w 56670"/>
                <a:gd name="connsiteY7" fmla="*/ 51636 h 54581"/>
                <a:gd name="connsiteX8" fmla="*/ 47576 w 56670"/>
                <a:gd name="connsiteY8" fmla="*/ 28305 h 54581"/>
                <a:gd name="connsiteX9" fmla="*/ 46493 w 56670"/>
                <a:gd name="connsiteY9" fmla="*/ 34971 h 54581"/>
                <a:gd name="connsiteX10" fmla="*/ 35077 w 56670"/>
                <a:gd name="connsiteY10" fmla="*/ 45636 h 54581"/>
                <a:gd name="connsiteX11" fmla="*/ 30494 w 56670"/>
                <a:gd name="connsiteY11" fmla="*/ 46303 h 54581"/>
                <a:gd name="connsiteX12" fmla="*/ 27744 w 56670"/>
                <a:gd name="connsiteY12" fmla="*/ 46553 h 54581"/>
                <a:gd name="connsiteX13" fmla="*/ 16495 w 56670"/>
                <a:gd name="connsiteY13" fmla="*/ 44803 h 54581"/>
                <a:gd name="connsiteX14" fmla="*/ 9579 w 56670"/>
                <a:gd name="connsiteY14" fmla="*/ 32971 h 54581"/>
                <a:gd name="connsiteX15" fmla="*/ 19412 w 56670"/>
                <a:gd name="connsiteY15" fmla="*/ 13139 h 54581"/>
                <a:gd name="connsiteX16" fmla="*/ 47576 w 56670"/>
                <a:gd name="connsiteY16" fmla="*/ 28305 h 54581"/>
                <a:gd name="connsiteX17" fmla="*/ 47576 w 56670"/>
                <a:gd name="connsiteY17" fmla="*/ 28305 h 54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6670" h="54581">
                  <a:moveTo>
                    <a:pt x="10746" y="51636"/>
                  </a:moveTo>
                  <a:cubicBezTo>
                    <a:pt x="19995" y="56635"/>
                    <a:pt x="31827" y="54469"/>
                    <a:pt x="41326" y="51053"/>
                  </a:cubicBezTo>
                  <a:cubicBezTo>
                    <a:pt x="45076" y="49719"/>
                    <a:pt x="48076" y="47970"/>
                    <a:pt x="50242" y="44470"/>
                  </a:cubicBezTo>
                  <a:cubicBezTo>
                    <a:pt x="50409" y="44220"/>
                    <a:pt x="50492" y="43970"/>
                    <a:pt x="50575" y="43720"/>
                  </a:cubicBezTo>
                  <a:cubicBezTo>
                    <a:pt x="53158" y="40637"/>
                    <a:pt x="55075" y="36971"/>
                    <a:pt x="55992" y="32804"/>
                  </a:cubicBezTo>
                  <a:cubicBezTo>
                    <a:pt x="60575" y="12056"/>
                    <a:pt x="41160" y="-6276"/>
                    <a:pt x="21162" y="2057"/>
                  </a:cubicBezTo>
                  <a:cubicBezTo>
                    <a:pt x="3830" y="9306"/>
                    <a:pt x="-10752" y="40054"/>
                    <a:pt x="10746" y="51636"/>
                  </a:cubicBezTo>
                  <a:lnTo>
                    <a:pt x="10746" y="51636"/>
                  </a:lnTo>
                  <a:close/>
                  <a:moveTo>
                    <a:pt x="47576" y="28305"/>
                  </a:moveTo>
                  <a:cubicBezTo>
                    <a:pt x="46326" y="30554"/>
                    <a:pt x="46659" y="32471"/>
                    <a:pt x="46493" y="34971"/>
                  </a:cubicBezTo>
                  <a:cubicBezTo>
                    <a:pt x="44576" y="40804"/>
                    <a:pt x="40326" y="44137"/>
                    <a:pt x="35077" y="45636"/>
                  </a:cubicBezTo>
                  <a:cubicBezTo>
                    <a:pt x="33494" y="45970"/>
                    <a:pt x="31994" y="46136"/>
                    <a:pt x="30494" y="46303"/>
                  </a:cubicBezTo>
                  <a:cubicBezTo>
                    <a:pt x="29578" y="46386"/>
                    <a:pt x="28661" y="46470"/>
                    <a:pt x="27744" y="46553"/>
                  </a:cubicBezTo>
                  <a:cubicBezTo>
                    <a:pt x="23994" y="46553"/>
                    <a:pt x="20162" y="45970"/>
                    <a:pt x="16495" y="44803"/>
                  </a:cubicBezTo>
                  <a:cubicBezTo>
                    <a:pt x="12413" y="42887"/>
                    <a:pt x="9579" y="39220"/>
                    <a:pt x="9579" y="32971"/>
                  </a:cubicBezTo>
                  <a:cubicBezTo>
                    <a:pt x="9663" y="24972"/>
                    <a:pt x="12912" y="17806"/>
                    <a:pt x="19412" y="13139"/>
                  </a:cubicBezTo>
                  <a:cubicBezTo>
                    <a:pt x="32410" y="3974"/>
                    <a:pt x="47659" y="13556"/>
                    <a:pt x="47576" y="28305"/>
                  </a:cubicBezTo>
                  <a:lnTo>
                    <a:pt x="47576" y="28305"/>
                  </a:lnTo>
                  <a:close/>
                </a:path>
              </a:pathLst>
            </a:custGeom>
            <a:grpFill/>
            <a:ln w="8332" cap="flat">
              <a:noFill/>
              <a:prstDash val="solid"/>
              <a:miter/>
            </a:ln>
          </p:spPr>
          <p:txBody>
            <a:bodyPr rtlCol="0" anchor="ctr"/>
            <a:lstStyle/>
            <a:p>
              <a:endParaRPr lang="en-US"/>
            </a:p>
          </p:txBody>
        </p:sp>
        <p:sp>
          <p:nvSpPr>
            <p:cNvPr id="1388" name="Freeform: Shape 1387"/>
            <p:cNvSpPr/>
            <p:nvPr/>
          </p:nvSpPr>
          <p:spPr>
            <a:xfrm>
              <a:off x="4863273" y="303509"/>
              <a:ext cx="56649" cy="54581"/>
            </a:xfrm>
            <a:custGeom>
              <a:avLst/>
              <a:gdLst>
                <a:gd name="connsiteX0" fmla="*/ 10725 w 56649"/>
                <a:gd name="connsiteY0" fmla="*/ 51636 h 54581"/>
                <a:gd name="connsiteX1" fmla="*/ 41306 w 56649"/>
                <a:gd name="connsiteY1" fmla="*/ 51053 h 54581"/>
                <a:gd name="connsiteX2" fmla="*/ 50222 w 56649"/>
                <a:gd name="connsiteY2" fmla="*/ 44470 h 54581"/>
                <a:gd name="connsiteX3" fmla="*/ 50555 w 56649"/>
                <a:gd name="connsiteY3" fmla="*/ 43720 h 54581"/>
                <a:gd name="connsiteX4" fmla="*/ 55971 w 56649"/>
                <a:gd name="connsiteY4" fmla="*/ 32804 h 54581"/>
                <a:gd name="connsiteX5" fmla="*/ 21141 w 56649"/>
                <a:gd name="connsiteY5" fmla="*/ 2057 h 54581"/>
                <a:gd name="connsiteX6" fmla="*/ 10725 w 56649"/>
                <a:gd name="connsiteY6" fmla="*/ 51636 h 54581"/>
                <a:gd name="connsiteX7" fmla="*/ 10725 w 56649"/>
                <a:gd name="connsiteY7" fmla="*/ 51636 h 54581"/>
                <a:gd name="connsiteX8" fmla="*/ 47556 w 56649"/>
                <a:gd name="connsiteY8" fmla="*/ 28305 h 54581"/>
                <a:gd name="connsiteX9" fmla="*/ 46472 w 56649"/>
                <a:gd name="connsiteY9" fmla="*/ 34971 h 54581"/>
                <a:gd name="connsiteX10" fmla="*/ 35057 w 56649"/>
                <a:gd name="connsiteY10" fmla="*/ 45636 h 54581"/>
                <a:gd name="connsiteX11" fmla="*/ 30473 w 56649"/>
                <a:gd name="connsiteY11" fmla="*/ 46303 h 54581"/>
                <a:gd name="connsiteX12" fmla="*/ 27724 w 56649"/>
                <a:gd name="connsiteY12" fmla="*/ 46553 h 54581"/>
                <a:gd name="connsiteX13" fmla="*/ 16475 w 56649"/>
                <a:gd name="connsiteY13" fmla="*/ 44886 h 54581"/>
                <a:gd name="connsiteX14" fmla="*/ 9559 w 56649"/>
                <a:gd name="connsiteY14" fmla="*/ 33054 h 54581"/>
                <a:gd name="connsiteX15" fmla="*/ 19391 w 56649"/>
                <a:gd name="connsiteY15" fmla="*/ 13223 h 54581"/>
                <a:gd name="connsiteX16" fmla="*/ 47556 w 56649"/>
                <a:gd name="connsiteY16" fmla="*/ 28305 h 54581"/>
                <a:gd name="connsiteX17" fmla="*/ 47556 w 56649"/>
                <a:gd name="connsiteY17" fmla="*/ 28305 h 54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6649" h="54581">
                  <a:moveTo>
                    <a:pt x="10725" y="51636"/>
                  </a:moveTo>
                  <a:cubicBezTo>
                    <a:pt x="19975" y="56635"/>
                    <a:pt x="31807" y="54469"/>
                    <a:pt x="41306" y="51053"/>
                  </a:cubicBezTo>
                  <a:cubicBezTo>
                    <a:pt x="45055" y="49719"/>
                    <a:pt x="48056" y="47969"/>
                    <a:pt x="50222" y="44470"/>
                  </a:cubicBezTo>
                  <a:cubicBezTo>
                    <a:pt x="50388" y="44220"/>
                    <a:pt x="50472" y="43970"/>
                    <a:pt x="50555" y="43720"/>
                  </a:cubicBezTo>
                  <a:cubicBezTo>
                    <a:pt x="53138" y="40637"/>
                    <a:pt x="55055" y="36970"/>
                    <a:pt x="55971" y="32804"/>
                  </a:cubicBezTo>
                  <a:cubicBezTo>
                    <a:pt x="60554" y="12056"/>
                    <a:pt x="41139" y="-6276"/>
                    <a:pt x="21141" y="2057"/>
                  </a:cubicBezTo>
                  <a:cubicBezTo>
                    <a:pt x="3892" y="9306"/>
                    <a:pt x="-10772" y="40054"/>
                    <a:pt x="10725" y="51636"/>
                  </a:cubicBezTo>
                  <a:lnTo>
                    <a:pt x="10725" y="51636"/>
                  </a:lnTo>
                  <a:close/>
                  <a:moveTo>
                    <a:pt x="47556" y="28305"/>
                  </a:moveTo>
                  <a:cubicBezTo>
                    <a:pt x="46306" y="30554"/>
                    <a:pt x="46639" y="32471"/>
                    <a:pt x="46472" y="34971"/>
                  </a:cubicBezTo>
                  <a:cubicBezTo>
                    <a:pt x="44556" y="40803"/>
                    <a:pt x="40306" y="44136"/>
                    <a:pt x="35057" y="45636"/>
                  </a:cubicBezTo>
                  <a:cubicBezTo>
                    <a:pt x="33474" y="45970"/>
                    <a:pt x="31973" y="46136"/>
                    <a:pt x="30473" y="46303"/>
                  </a:cubicBezTo>
                  <a:cubicBezTo>
                    <a:pt x="29557" y="46386"/>
                    <a:pt x="28641" y="46470"/>
                    <a:pt x="27724" y="46553"/>
                  </a:cubicBezTo>
                  <a:cubicBezTo>
                    <a:pt x="23974" y="46553"/>
                    <a:pt x="20141" y="45970"/>
                    <a:pt x="16475" y="44886"/>
                  </a:cubicBezTo>
                  <a:cubicBezTo>
                    <a:pt x="12392" y="42970"/>
                    <a:pt x="9559" y="39304"/>
                    <a:pt x="9559" y="33054"/>
                  </a:cubicBezTo>
                  <a:cubicBezTo>
                    <a:pt x="9642" y="25055"/>
                    <a:pt x="12892" y="17889"/>
                    <a:pt x="19391" y="13223"/>
                  </a:cubicBezTo>
                  <a:cubicBezTo>
                    <a:pt x="32390" y="3890"/>
                    <a:pt x="47639" y="13556"/>
                    <a:pt x="47556" y="28305"/>
                  </a:cubicBezTo>
                  <a:lnTo>
                    <a:pt x="47556" y="28305"/>
                  </a:lnTo>
                  <a:close/>
                </a:path>
              </a:pathLst>
            </a:custGeom>
            <a:grpFill/>
            <a:ln w="8332" cap="flat">
              <a:noFill/>
              <a:prstDash val="solid"/>
              <a:miter/>
            </a:ln>
          </p:spPr>
          <p:txBody>
            <a:bodyPr rtlCol="0" anchor="ctr"/>
            <a:lstStyle/>
            <a:p>
              <a:endParaRPr lang="en-US"/>
            </a:p>
          </p:txBody>
        </p:sp>
        <p:sp>
          <p:nvSpPr>
            <p:cNvPr id="1389" name="Freeform: Shape 1388"/>
            <p:cNvSpPr/>
            <p:nvPr/>
          </p:nvSpPr>
          <p:spPr>
            <a:xfrm>
              <a:off x="5154497" y="-44958"/>
              <a:ext cx="56649" cy="54581"/>
            </a:xfrm>
            <a:custGeom>
              <a:avLst/>
              <a:gdLst>
                <a:gd name="connsiteX0" fmla="*/ 10725 w 56649"/>
                <a:gd name="connsiteY0" fmla="*/ 51636 h 54581"/>
                <a:gd name="connsiteX1" fmla="*/ 41306 w 56649"/>
                <a:gd name="connsiteY1" fmla="*/ 51053 h 54581"/>
                <a:gd name="connsiteX2" fmla="*/ 50222 w 56649"/>
                <a:gd name="connsiteY2" fmla="*/ 44470 h 54581"/>
                <a:gd name="connsiteX3" fmla="*/ 50555 w 56649"/>
                <a:gd name="connsiteY3" fmla="*/ 43720 h 54581"/>
                <a:gd name="connsiteX4" fmla="*/ 55971 w 56649"/>
                <a:gd name="connsiteY4" fmla="*/ 32804 h 54581"/>
                <a:gd name="connsiteX5" fmla="*/ 21141 w 56649"/>
                <a:gd name="connsiteY5" fmla="*/ 2057 h 54581"/>
                <a:gd name="connsiteX6" fmla="*/ 10725 w 56649"/>
                <a:gd name="connsiteY6" fmla="*/ 51636 h 54581"/>
                <a:gd name="connsiteX7" fmla="*/ 10725 w 56649"/>
                <a:gd name="connsiteY7" fmla="*/ 51636 h 54581"/>
                <a:gd name="connsiteX8" fmla="*/ 47555 w 56649"/>
                <a:gd name="connsiteY8" fmla="*/ 28221 h 54581"/>
                <a:gd name="connsiteX9" fmla="*/ 46472 w 56649"/>
                <a:gd name="connsiteY9" fmla="*/ 34887 h 54581"/>
                <a:gd name="connsiteX10" fmla="*/ 35056 w 56649"/>
                <a:gd name="connsiteY10" fmla="*/ 45553 h 54581"/>
                <a:gd name="connsiteX11" fmla="*/ 30474 w 56649"/>
                <a:gd name="connsiteY11" fmla="*/ 46220 h 54581"/>
                <a:gd name="connsiteX12" fmla="*/ 27724 w 56649"/>
                <a:gd name="connsiteY12" fmla="*/ 46470 h 54581"/>
                <a:gd name="connsiteX13" fmla="*/ 16475 w 56649"/>
                <a:gd name="connsiteY13" fmla="*/ 44720 h 54581"/>
                <a:gd name="connsiteX14" fmla="*/ 9559 w 56649"/>
                <a:gd name="connsiteY14" fmla="*/ 32888 h 54581"/>
                <a:gd name="connsiteX15" fmla="*/ 19391 w 56649"/>
                <a:gd name="connsiteY15" fmla="*/ 13056 h 54581"/>
                <a:gd name="connsiteX16" fmla="*/ 47555 w 56649"/>
                <a:gd name="connsiteY16" fmla="*/ 28221 h 54581"/>
                <a:gd name="connsiteX17" fmla="*/ 47555 w 56649"/>
                <a:gd name="connsiteY17" fmla="*/ 28221 h 54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6649" h="54581">
                  <a:moveTo>
                    <a:pt x="10725" y="51636"/>
                  </a:moveTo>
                  <a:cubicBezTo>
                    <a:pt x="19975" y="56635"/>
                    <a:pt x="31807" y="54469"/>
                    <a:pt x="41306" y="51053"/>
                  </a:cubicBezTo>
                  <a:cubicBezTo>
                    <a:pt x="45056" y="49719"/>
                    <a:pt x="48055" y="47970"/>
                    <a:pt x="50222" y="44470"/>
                  </a:cubicBezTo>
                  <a:cubicBezTo>
                    <a:pt x="50389" y="44220"/>
                    <a:pt x="50472" y="43970"/>
                    <a:pt x="50555" y="43720"/>
                  </a:cubicBezTo>
                  <a:cubicBezTo>
                    <a:pt x="53139" y="40637"/>
                    <a:pt x="55055" y="36970"/>
                    <a:pt x="55971" y="32804"/>
                  </a:cubicBezTo>
                  <a:cubicBezTo>
                    <a:pt x="60554" y="12056"/>
                    <a:pt x="41140" y="-6276"/>
                    <a:pt x="21141" y="2057"/>
                  </a:cubicBezTo>
                  <a:cubicBezTo>
                    <a:pt x="3893" y="9306"/>
                    <a:pt x="-10773" y="40054"/>
                    <a:pt x="10725" y="51636"/>
                  </a:cubicBezTo>
                  <a:lnTo>
                    <a:pt x="10725" y="51636"/>
                  </a:lnTo>
                  <a:close/>
                  <a:moveTo>
                    <a:pt x="47555" y="28221"/>
                  </a:moveTo>
                  <a:cubicBezTo>
                    <a:pt x="46306" y="30471"/>
                    <a:pt x="46639" y="32388"/>
                    <a:pt x="46472" y="34887"/>
                  </a:cubicBezTo>
                  <a:cubicBezTo>
                    <a:pt x="44556" y="40720"/>
                    <a:pt x="40306" y="44053"/>
                    <a:pt x="35056" y="45553"/>
                  </a:cubicBezTo>
                  <a:cubicBezTo>
                    <a:pt x="33473" y="45886"/>
                    <a:pt x="31973" y="46053"/>
                    <a:pt x="30474" y="46220"/>
                  </a:cubicBezTo>
                  <a:cubicBezTo>
                    <a:pt x="29557" y="46303"/>
                    <a:pt x="28641" y="46386"/>
                    <a:pt x="27724" y="46470"/>
                  </a:cubicBezTo>
                  <a:cubicBezTo>
                    <a:pt x="23975" y="46470"/>
                    <a:pt x="20141" y="45886"/>
                    <a:pt x="16475" y="44720"/>
                  </a:cubicBezTo>
                  <a:cubicBezTo>
                    <a:pt x="12392" y="42803"/>
                    <a:pt x="9559" y="39137"/>
                    <a:pt x="9559" y="32888"/>
                  </a:cubicBezTo>
                  <a:cubicBezTo>
                    <a:pt x="9642" y="24888"/>
                    <a:pt x="12892" y="17722"/>
                    <a:pt x="19391" y="13056"/>
                  </a:cubicBezTo>
                  <a:cubicBezTo>
                    <a:pt x="32390" y="3890"/>
                    <a:pt x="47639" y="13473"/>
                    <a:pt x="47555" y="28221"/>
                  </a:cubicBezTo>
                  <a:lnTo>
                    <a:pt x="47555" y="28221"/>
                  </a:lnTo>
                  <a:close/>
                </a:path>
              </a:pathLst>
            </a:custGeom>
            <a:grpFill/>
            <a:ln w="8332" cap="flat">
              <a:noFill/>
              <a:prstDash val="solid"/>
              <a:miter/>
            </a:ln>
          </p:spPr>
          <p:txBody>
            <a:bodyPr rtlCol="0" anchor="ctr"/>
            <a:lstStyle/>
            <a:p>
              <a:endParaRPr lang="en-US"/>
            </a:p>
          </p:txBody>
        </p:sp>
        <p:sp>
          <p:nvSpPr>
            <p:cNvPr id="1390" name="Freeform: Shape 1389"/>
            <p:cNvSpPr/>
            <p:nvPr/>
          </p:nvSpPr>
          <p:spPr>
            <a:xfrm>
              <a:off x="5227719" y="83501"/>
              <a:ext cx="70044" cy="133376"/>
            </a:xfrm>
            <a:custGeom>
              <a:avLst/>
              <a:gdLst>
                <a:gd name="connsiteX0" fmla="*/ 29495 w 70044"/>
                <a:gd name="connsiteY0" fmla="*/ 33249 h 133376"/>
                <a:gd name="connsiteX1" fmla="*/ 22912 w 70044"/>
                <a:gd name="connsiteY1" fmla="*/ 72412 h 133376"/>
                <a:gd name="connsiteX2" fmla="*/ 9247 w 70044"/>
                <a:gd name="connsiteY2" fmla="*/ 100910 h 133376"/>
                <a:gd name="connsiteX3" fmla="*/ 5497 w 70044"/>
                <a:gd name="connsiteY3" fmla="*/ 132073 h 133376"/>
                <a:gd name="connsiteX4" fmla="*/ 35411 w 70044"/>
                <a:gd name="connsiteY4" fmla="*/ 113408 h 133376"/>
                <a:gd name="connsiteX5" fmla="*/ 49910 w 70044"/>
                <a:gd name="connsiteY5" fmla="*/ 89661 h 133376"/>
                <a:gd name="connsiteX6" fmla="*/ 57992 w 70044"/>
                <a:gd name="connsiteY6" fmla="*/ 75912 h 133376"/>
                <a:gd name="connsiteX7" fmla="*/ 69825 w 70044"/>
                <a:gd name="connsiteY7" fmla="*/ 29416 h 133376"/>
                <a:gd name="connsiteX8" fmla="*/ 44577 w 70044"/>
                <a:gd name="connsiteY8" fmla="*/ 419 h 133376"/>
                <a:gd name="connsiteX9" fmla="*/ 29495 w 70044"/>
                <a:gd name="connsiteY9" fmla="*/ 33249 h 133376"/>
                <a:gd name="connsiteX10" fmla="*/ 29495 w 70044"/>
                <a:gd name="connsiteY10" fmla="*/ 33249 h 133376"/>
                <a:gd name="connsiteX11" fmla="*/ 52660 w 70044"/>
                <a:gd name="connsiteY11" fmla="*/ 12001 h 133376"/>
                <a:gd name="connsiteX12" fmla="*/ 55826 w 70044"/>
                <a:gd name="connsiteY12" fmla="*/ 59080 h 133376"/>
                <a:gd name="connsiteX13" fmla="*/ 47327 w 70044"/>
                <a:gd name="connsiteY13" fmla="*/ 77745 h 133376"/>
                <a:gd name="connsiteX14" fmla="*/ 39077 w 70044"/>
                <a:gd name="connsiteY14" fmla="*/ 92160 h 133376"/>
                <a:gd name="connsiteX15" fmla="*/ 28662 w 70044"/>
                <a:gd name="connsiteY15" fmla="*/ 109159 h 133376"/>
                <a:gd name="connsiteX16" fmla="*/ 18829 w 70044"/>
                <a:gd name="connsiteY16" fmla="*/ 120658 h 133376"/>
                <a:gd name="connsiteX17" fmla="*/ 10997 w 70044"/>
                <a:gd name="connsiteY17" fmla="*/ 114575 h 133376"/>
                <a:gd name="connsiteX18" fmla="*/ 21829 w 70044"/>
                <a:gd name="connsiteY18" fmla="*/ 95910 h 133376"/>
                <a:gd name="connsiteX19" fmla="*/ 31078 w 70044"/>
                <a:gd name="connsiteY19" fmla="*/ 77412 h 133376"/>
                <a:gd name="connsiteX20" fmla="*/ 39910 w 70044"/>
                <a:gd name="connsiteY20" fmla="*/ 50331 h 133376"/>
                <a:gd name="connsiteX21" fmla="*/ 39077 w 70044"/>
                <a:gd name="connsiteY21" fmla="*/ 36832 h 133376"/>
                <a:gd name="connsiteX22" fmla="*/ 52660 w 70044"/>
                <a:gd name="connsiteY22" fmla="*/ 12001 h 133376"/>
                <a:gd name="connsiteX23" fmla="*/ 52660 w 70044"/>
                <a:gd name="connsiteY23" fmla="*/ 12001 h 133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0044" h="133376">
                  <a:moveTo>
                    <a:pt x="29495" y="33249"/>
                  </a:moveTo>
                  <a:cubicBezTo>
                    <a:pt x="29912" y="48331"/>
                    <a:pt x="29412" y="58330"/>
                    <a:pt x="22912" y="72412"/>
                  </a:cubicBezTo>
                  <a:cubicBezTo>
                    <a:pt x="18496" y="81995"/>
                    <a:pt x="14246" y="91660"/>
                    <a:pt x="9247" y="100910"/>
                  </a:cubicBezTo>
                  <a:cubicBezTo>
                    <a:pt x="5331" y="108159"/>
                    <a:pt x="-7085" y="125657"/>
                    <a:pt x="5497" y="132073"/>
                  </a:cubicBezTo>
                  <a:cubicBezTo>
                    <a:pt x="17496" y="138156"/>
                    <a:pt x="29912" y="121408"/>
                    <a:pt x="35411" y="113408"/>
                  </a:cubicBezTo>
                  <a:cubicBezTo>
                    <a:pt x="40661" y="105826"/>
                    <a:pt x="45577" y="97910"/>
                    <a:pt x="49910" y="89661"/>
                  </a:cubicBezTo>
                  <a:cubicBezTo>
                    <a:pt x="52743" y="85078"/>
                    <a:pt x="55409" y="80411"/>
                    <a:pt x="57992" y="75912"/>
                  </a:cubicBezTo>
                  <a:cubicBezTo>
                    <a:pt x="66325" y="61413"/>
                    <a:pt x="71158" y="46331"/>
                    <a:pt x="69825" y="29416"/>
                  </a:cubicBezTo>
                  <a:cubicBezTo>
                    <a:pt x="68825" y="17084"/>
                    <a:pt x="60659" y="-3164"/>
                    <a:pt x="44577" y="419"/>
                  </a:cubicBezTo>
                  <a:cubicBezTo>
                    <a:pt x="31328" y="3335"/>
                    <a:pt x="29162" y="22250"/>
                    <a:pt x="29495" y="33249"/>
                  </a:cubicBezTo>
                  <a:lnTo>
                    <a:pt x="29495" y="33249"/>
                  </a:lnTo>
                  <a:close/>
                  <a:moveTo>
                    <a:pt x="52660" y="12001"/>
                  </a:moveTo>
                  <a:cubicBezTo>
                    <a:pt x="65825" y="19167"/>
                    <a:pt x="60076" y="48331"/>
                    <a:pt x="55826" y="59080"/>
                  </a:cubicBezTo>
                  <a:cubicBezTo>
                    <a:pt x="53410" y="65246"/>
                    <a:pt x="50493" y="71496"/>
                    <a:pt x="47327" y="77745"/>
                  </a:cubicBezTo>
                  <a:cubicBezTo>
                    <a:pt x="44660" y="82661"/>
                    <a:pt x="41911" y="87411"/>
                    <a:pt x="39077" y="92160"/>
                  </a:cubicBezTo>
                  <a:cubicBezTo>
                    <a:pt x="35578" y="97827"/>
                    <a:pt x="32578" y="103743"/>
                    <a:pt x="28662" y="109159"/>
                  </a:cubicBezTo>
                  <a:cubicBezTo>
                    <a:pt x="25912" y="113492"/>
                    <a:pt x="22662" y="117241"/>
                    <a:pt x="18829" y="120658"/>
                  </a:cubicBezTo>
                  <a:cubicBezTo>
                    <a:pt x="16246" y="118658"/>
                    <a:pt x="13580" y="116575"/>
                    <a:pt x="10997" y="114575"/>
                  </a:cubicBezTo>
                  <a:cubicBezTo>
                    <a:pt x="10497" y="111909"/>
                    <a:pt x="20329" y="98826"/>
                    <a:pt x="21829" y="95910"/>
                  </a:cubicBezTo>
                  <a:cubicBezTo>
                    <a:pt x="25079" y="89827"/>
                    <a:pt x="28162" y="83661"/>
                    <a:pt x="31078" y="77412"/>
                  </a:cubicBezTo>
                  <a:cubicBezTo>
                    <a:pt x="35244" y="68662"/>
                    <a:pt x="39410" y="60163"/>
                    <a:pt x="39910" y="50331"/>
                  </a:cubicBezTo>
                  <a:cubicBezTo>
                    <a:pt x="40161" y="45665"/>
                    <a:pt x="39494" y="41415"/>
                    <a:pt x="39077" y="36832"/>
                  </a:cubicBezTo>
                  <a:cubicBezTo>
                    <a:pt x="38494" y="31166"/>
                    <a:pt x="36494" y="3168"/>
                    <a:pt x="52660" y="12001"/>
                  </a:cubicBezTo>
                  <a:lnTo>
                    <a:pt x="52660" y="12001"/>
                  </a:lnTo>
                  <a:close/>
                </a:path>
              </a:pathLst>
            </a:custGeom>
            <a:grpFill/>
            <a:ln w="8332" cap="flat">
              <a:noFill/>
              <a:prstDash val="solid"/>
              <a:miter/>
            </a:ln>
          </p:spPr>
          <p:txBody>
            <a:bodyPr rtlCol="0" anchor="ctr"/>
            <a:lstStyle/>
            <a:p>
              <a:endParaRPr lang="en-US"/>
            </a:p>
          </p:txBody>
        </p:sp>
        <p:sp>
          <p:nvSpPr>
            <p:cNvPr id="1391" name="Freeform: Shape 1390"/>
            <p:cNvSpPr/>
            <p:nvPr/>
          </p:nvSpPr>
          <p:spPr>
            <a:xfrm>
              <a:off x="5036159" y="75800"/>
              <a:ext cx="115132" cy="63203"/>
            </a:xfrm>
            <a:custGeom>
              <a:avLst/>
              <a:gdLst>
                <a:gd name="connsiteX0" fmla="*/ 1158 w 115132"/>
                <a:gd name="connsiteY0" fmla="*/ 44366 h 63203"/>
                <a:gd name="connsiteX1" fmla="*/ 13657 w 115132"/>
                <a:gd name="connsiteY1" fmla="*/ 62781 h 63203"/>
                <a:gd name="connsiteX2" fmla="*/ 49070 w 115132"/>
                <a:gd name="connsiteY2" fmla="*/ 51449 h 63203"/>
                <a:gd name="connsiteX3" fmla="*/ 75985 w 115132"/>
                <a:gd name="connsiteY3" fmla="*/ 34033 h 63203"/>
                <a:gd name="connsiteX4" fmla="*/ 110231 w 115132"/>
                <a:gd name="connsiteY4" fmla="*/ 4703 h 63203"/>
                <a:gd name="connsiteX5" fmla="*/ 78901 w 115132"/>
                <a:gd name="connsiteY5" fmla="*/ 2620 h 63203"/>
                <a:gd name="connsiteX6" fmla="*/ 29739 w 115132"/>
                <a:gd name="connsiteY6" fmla="*/ 20535 h 63203"/>
                <a:gd name="connsiteX7" fmla="*/ 1158 w 115132"/>
                <a:gd name="connsiteY7" fmla="*/ 44366 h 63203"/>
                <a:gd name="connsiteX8" fmla="*/ 1158 w 115132"/>
                <a:gd name="connsiteY8" fmla="*/ 44366 h 63203"/>
                <a:gd name="connsiteX9" fmla="*/ 55570 w 115132"/>
                <a:gd name="connsiteY9" fmla="*/ 18035 h 63203"/>
                <a:gd name="connsiteX10" fmla="*/ 82651 w 115132"/>
                <a:gd name="connsiteY10" fmla="*/ 8452 h 63203"/>
                <a:gd name="connsiteX11" fmla="*/ 97816 w 115132"/>
                <a:gd name="connsiteY11" fmla="*/ 6869 h 63203"/>
                <a:gd name="connsiteX12" fmla="*/ 104316 w 115132"/>
                <a:gd name="connsiteY12" fmla="*/ 18702 h 63203"/>
                <a:gd name="connsiteX13" fmla="*/ 103482 w 115132"/>
                <a:gd name="connsiteY13" fmla="*/ 18452 h 63203"/>
                <a:gd name="connsiteX14" fmla="*/ 53237 w 115132"/>
                <a:gd name="connsiteY14" fmla="*/ 36783 h 63203"/>
                <a:gd name="connsiteX15" fmla="*/ 28572 w 115132"/>
                <a:gd name="connsiteY15" fmla="*/ 52282 h 63203"/>
                <a:gd name="connsiteX16" fmla="*/ 14990 w 115132"/>
                <a:gd name="connsiteY16" fmla="*/ 55282 h 63203"/>
                <a:gd name="connsiteX17" fmla="*/ 9657 w 115132"/>
                <a:gd name="connsiteY17" fmla="*/ 43783 h 63203"/>
                <a:gd name="connsiteX18" fmla="*/ 21990 w 115132"/>
                <a:gd name="connsiteY18" fmla="*/ 33534 h 63203"/>
                <a:gd name="connsiteX19" fmla="*/ 55570 w 115132"/>
                <a:gd name="connsiteY19" fmla="*/ 18035 h 63203"/>
                <a:gd name="connsiteX20" fmla="*/ 55570 w 115132"/>
                <a:gd name="connsiteY20" fmla="*/ 18035 h 63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5132" h="63203">
                  <a:moveTo>
                    <a:pt x="1158" y="44366"/>
                  </a:moveTo>
                  <a:cubicBezTo>
                    <a:pt x="-3008" y="53948"/>
                    <a:pt x="4741" y="61114"/>
                    <a:pt x="13657" y="62781"/>
                  </a:cubicBezTo>
                  <a:cubicBezTo>
                    <a:pt x="25822" y="65031"/>
                    <a:pt x="39321" y="57865"/>
                    <a:pt x="49070" y="51449"/>
                  </a:cubicBezTo>
                  <a:cubicBezTo>
                    <a:pt x="58153" y="45449"/>
                    <a:pt x="66902" y="39366"/>
                    <a:pt x="75985" y="34033"/>
                  </a:cubicBezTo>
                  <a:cubicBezTo>
                    <a:pt x="89900" y="30451"/>
                    <a:pt x="128730" y="21701"/>
                    <a:pt x="110231" y="4703"/>
                  </a:cubicBezTo>
                  <a:cubicBezTo>
                    <a:pt x="102232" y="-2630"/>
                    <a:pt x="88067" y="203"/>
                    <a:pt x="78901" y="2620"/>
                  </a:cubicBezTo>
                  <a:cubicBezTo>
                    <a:pt x="62819" y="6869"/>
                    <a:pt x="44571" y="13035"/>
                    <a:pt x="29739" y="20535"/>
                  </a:cubicBezTo>
                  <a:cubicBezTo>
                    <a:pt x="20573" y="25284"/>
                    <a:pt x="5491" y="34450"/>
                    <a:pt x="1158" y="44366"/>
                  </a:cubicBezTo>
                  <a:lnTo>
                    <a:pt x="1158" y="44366"/>
                  </a:lnTo>
                  <a:close/>
                  <a:moveTo>
                    <a:pt x="55570" y="18035"/>
                  </a:moveTo>
                  <a:cubicBezTo>
                    <a:pt x="64652" y="15035"/>
                    <a:pt x="73401" y="10536"/>
                    <a:pt x="82651" y="8452"/>
                  </a:cubicBezTo>
                  <a:cubicBezTo>
                    <a:pt x="86733" y="7536"/>
                    <a:pt x="93650" y="5619"/>
                    <a:pt x="97816" y="6869"/>
                  </a:cubicBezTo>
                  <a:cubicBezTo>
                    <a:pt x="106565" y="11869"/>
                    <a:pt x="108648" y="15785"/>
                    <a:pt x="104316" y="18702"/>
                  </a:cubicBezTo>
                  <a:cubicBezTo>
                    <a:pt x="104065" y="18535"/>
                    <a:pt x="103816" y="18452"/>
                    <a:pt x="103482" y="18452"/>
                  </a:cubicBezTo>
                  <a:cubicBezTo>
                    <a:pt x="84317" y="19535"/>
                    <a:pt x="68902" y="25701"/>
                    <a:pt x="53237" y="36783"/>
                  </a:cubicBezTo>
                  <a:cubicBezTo>
                    <a:pt x="45404" y="42283"/>
                    <a:pt x="37488" y="48449"/>
                    <a:pt x="28572" y="52282"/>
                  </a:cubicBezTo>
                  <a:cubicBezTo>
                    <a:pt x="24239" y="54365"/>
                    <a:pt x="19740" y="55365"/>
                    <a:pt x="14990" y="55282"/>
                  </a:cubicBezTo>
                  <a:cubicBezTo>
                    <a:pt x="13240" y="51449"/>
                    <a:pt x="11407" y="47616"/>
                    <a:pt x="9657" y="43783"/>
                  </a:cubicBezTo>
                  <a:cubicBezTo>
                    <a:pt x="10074" y="40700"/>
                    <a:pt x="19573" y="35200"/>
                    <a:pt x="21990" y="33534"/>
                  </a:cubicBezTo>
                  <a:cubicBezTo>
                    <a:pt x="32322" y="26034"/>
                    <a:pt x="43571" y="22035"/>
                    <a:pt x="55570" y="18035"/>
                  </a:cubicBezTo>
                  <a:lnTo>
                    <a:pt x="55570" y="18035"/>
                  </a:lnTo>
                  <a:close/>
                </a:path>
              </a:pathLst>
            </a:custGeom>
            <a:grpFill/>
            <a:ln w="8332" cap="flat">
              <a:noFill/>
              <a:prstDash val="solid"/>
              <a:miter/>
            </a:ln>
          </p:spPr>
          <p:txBody>
            <a:bodyPr rtlCol="0" anchor="ctr"/>
            <a:lstStyle/>
            <a:p>
              <a:endParaRPr lang="en-US"/>
            </a:p>
          </p:txBody>
        </p:sp>
        <p:sp>
          <p:nvSpPr>
            <p:cNvPr id="1392" name="Freeform: Shape 1391"/>
            <p:cNvSpPr/>
            <p:nvPr/>
          </p:nvSpPr>
          <p:spPr>
            <a:xfrm>
              <a:off x="-18992" y="515731"/>
              <a:ext cx="535862" cy="718256"/>
            </a:xfrm>
            <a:custGeom>
              <a:avLst/>
              <a:gdLst>
                <a:gd name="connsiteX0" fmla="*/ 83508 w 535862"/>
                <a:gd name="connsiteY0" fmla="*/ 71726 h 718256"/>
                <a:gd name="connsiteX1" fmla="*/ 50844 w 535862"/>
                <a:gd name="connsiteY1" fmla="*/ 190466 h 718256"/>
                <a:gd name="connsiteX2" fmla="*/ 28846 w 535862"/>
                <a:gd name="connsiteY2" fmla="*/ 316788 h 718256"/>
                <a:gd name="connsiteX3" fmla="*/ 8931 w 535862"/>
                <a:gd name="connsiteY3" fmla="*/ 441943 h 718256"/>
                <a:gd name="connsiteX4" fmla="*/ 1099 w 535862"/>
                <a:gd name="connsiteY4" fmla="*/ 564182 h 718256"/>
                <a:gd name="connsiteX5" fmla="*/ 8098 w 535862"/>
                <a:gd name="connsiteY5" fmla="*/ 675172 h 718256"/>
                <a:gd name="connsiteX6" fmla="*/ 32346 w 535862"/>
                <a:gd name="connsiteY6" fmla="*/ 715168 h 718256"/>
                <a:gd name="connsiteX7" fmla="*/ 77009 w 535862"/>
                <a:gd name="connsiteY7" fmla="*/ 706336 h 718256"/>
                <a:gd name="connsiteX8" fmla="*/ 120005 w 535862"/>
                <a:gd name="connsiteY8" fmla="*/ 671756 h 718256"/>
                <a:gd name="connsiteX9" fmla="*/ 169584 w 535862"/>
                <a:gd name="connsiteY9" fmla="*/ 626510 h 718256"/>
                <a:gd name="connsiteX10" fmla="*/ 252993 w 535862"/>
                <a:gd name="connsiteY10" fmla="*/ 542184 h 718256"/>
                <a:gd name="connsiteX11" fmla="*/ 261409 w 535862"/>
                <a:gd name="connsiteY11" fmla="*/ 534268 h 718256"/>
                <a:gd name="connsiteX12" fmla="*/ 262992 w 535862"/>
                <a:gd name="connsiteY12" fmla="*/ 532768 h 718256"/>
                <a:gd name="connsiteX13" fmla="*/ 413645 w 535862"/>
                <a:gd name="connsiteY13" fmla="*/ 381115 h 718256"/>
                <a:gd name="connsiteX14" fmla="*/ 489971 w 535862"/>
                <a:gd name="connsiteY14" fmla="*/ 298623 h 718256"/>
                <a:gd name="connsiteX15" fmla="*/ 534634 w 535862"/>
                <a:gd name="connsiteY15" fmla="*/ 214797 h 718256"/>
                <a:gd name="connsiteX16" fmla="*/ 508470 w 535862"/>
                <a:gd name="connsiteY16" fmla="*/ 175967 h 718256"/>
                <a:gd name="connsiteX17" fmla="*/ 462724 w 535862"/>
                <a:gd name="connsiteY17" fmla="*/ 133304 h 718256"/>
                <a:gd name="connsiteX18" fmla="*/ 362483 w 535862"/>
                <a:gd name="connsiteY18" fmla="*/ 65894 h 718256"/>
                <a:gd name="connsiteX19" fmla="*/ 152085 w 535862"/>
                <a:gd name="connsiteY19" fmla="*/ 1983 h 718256"/>
                <a:gd name="connsiteX20" fmla="*/ 83508 w 535862"/>
                <a:gd name="connsiteY20" fmla="*/ 71726 h 718256"/>
                <a:gd name="connsiteX21" fmla="*/ 83508 w 535862"/>
                <a:gd name="connsiteY21" fmla="*/ 71726 h 718256"/>
                <a:gd name="connsiteX22" fmla="*/ 58594 w 535862"/>
                <a:gd name="connsiteY22" fmla="*/ 248127 h 718256"/>
                <a:gd name="connsiteX23" fmla="*/ 69259 w 535862"/>
                <a:gd name="connsiteY23" fmla="*/ 188799 h 718256"/>
                <a:gd name="connsiteX24" fmla="*/ 91174 w 535862"/>
                <a:gd name="connsiteY24" fmla="*/ 183966 h 718256"/>
                <a:gd name="connsiteX25" fmla="*/ 125754 w 535862"/>
                <a:gd name="connsiteY25" fmla="*/ 197798 h 718256"/>
                <a:gd name="connsiteX26" fmla="*/ 137087 w 535862"/>
                <a:gd name="connsiteY26" fmla="*/ 229795 h 718256"/>
                <a:gd name="connsiteX27" fmla="*/ 117505 w 535862"/>
                <a:gd name="connsiteY27" fmla="*/ 250710 h 718256"/>
                <a:gd name="connsiteX28" fmla="*/ 117088 w 535862"/>
                <a:gd name="connsiteY28" fmla="*/ 296206 h 718256"/>
                <a:gd name="connsiteX29" fmla="*/ 49678 w 535862"/>
                <a:gd name="connsiteY29" fmla="*/ 305705 h 718256"/>
                <a:gd name="connsiteX30" fmla="*/ 58594 w 535862"/>
                <a:gd name="connsiteY30" fmla="*/ 248127 h 718256"/>
                <a:gd name="connsiteX31" fmla="*/ 58594 w 535862"/>
                <a:gd name="connsiteY31" fmla="*/ 248127 h 718256"/>
                <a:gd name="connsiteX32" fmla="*/ 23347 w 535862"/>
                <a:gd name="connsiteY32" fmla="*/ 481439 h 718256"/>
                <a:gd name="connsiteX33" fmla="*/ 38679 w 535862"/>
                <a:gd name="connsiteY33" fmla="*/ 362200 h 718256"/>
                <a:gd name="connsiteX34" fmla="*/ 40595 w 535862"/>
                <a:gd name="connsiteY34" fmla="*/ 352201 h 718256"/>
                <a:gd name="connsiteX35" fmla="*/ 125504 w 535862"/>
                <a:gd name="connsiteY35" fmla="*/ 427444 h 718256"/>
                <a:gd name="connsiteX36" fmla="*/ 22264 w 535862"/>
                <a:gd name="connsiteY36" fmla="*/ 493272 h 718256"/>
                <a:gd name="connsiteX37" fmla="*/ 23347 w 535862"/>
                <a:gd name="connsiteY37" fmla="*/ 481439 h 718256"/>
                <a:gd name="connsiteX38" fmla="*/ 23347 w 535862"/>
                <a:gd name="connsiteY38" fmla="*/ 481439 h 718256"/>
                <a:gd name="connsiteX39" fmla="*/ 20014 w 535862"/>
                <a:gd name="connsiteY39" fmla="*/ 644925 h 718256"/>
                <a:gd name="connsiteX40" fmla="*/ 19764 w 535862"/>
                <a:gd name="connsiteY40" fmla="*/ 642758 h 718256"/>
                <a:gd name="connsiteX41" fmla="*/ 16181 w 535862"/>
                <a:gd name="connsiteY41" fmla="*/ 587430 h 718256"/>
                <a:gd name="connsiteX42" fmla="*/ 18847 w 535862"/>
                <a:gd name="connsiteY42" fmla="*/ 541767 h 718256"/>
                <a:gd name="connsiteX43" fmla="*/ 59427 w 535862"/>
                <a:gd name="connsiteY43" fmla="*/ 545017 h 718256"/>
                <a:gd name="connsiteX44" fmla="*/ 79425 w 535862"/>
                <a:gd name="connsiteY44" fmla="*/ 573098 h 718256"/>
                <a:gd name="connsiteX45" fmla="*/ 63343 w 535862"/>
                <a:gd name="connsiteY45" fmla="*/ 596346 h 718256"/>
                <a:gd name="connsiteX46" fmla="*/ 59677 w 535862"/>
                <a:gd name="connsiteY46" fmla="*/ 622093 h 718256"/>
                <a:gd name="connsiteX47" fmla="*/ 20014 w 535862"/>
                <a:gd name="connsiteY47" fmla="*/ 644925 h 718256"/>
                <a:gd name="connsiteX48" fmla="*/ 20014 w 535862"/>
                <a:gd name="connsiteY48" fmla="*/ 644925 h 718256"/>
                <a:gd name="connsiteX49" fmla="*/ 187665 w 535862"/>
                <a:gd name="connsiteY49" fmla="*/ 586013 h 718256"/>
                <a:gd name="connsiteX50" fmla="*/ 212247 w 535862"/>
                <a:gd name="connsiteY50" fmla="*/ 542351 h 718256"/>
                <a:gd name="connsiteX51" fmla="*/ 245827 w 535862"/>
                <a:gd name="connsiteY51" fmla="*/ 531185 h 718256"/>
                <a:gd name="connsiteX52" fmla="*/ 238494 w 535862"/>
                <a:gd name="connsiteY52" fmla="*/ 538268 h 718256"/>
                <a:gd name="connsiteX53" fmla="*/ 187665 w 535862"/>
                <a:gd name="connsiteY53" fmla="*/ 586013 h 718256"/>
                <a:gd name="connsiteX54" fmla="*/ 187665 w 535862"/>
                <a:gd name="connsiteY54" fmla="*/ 586013 h 718256"/>
                <a:gd name="connsiteX55" fmla="*/ 282907 w 535862"/>
                <a:gd name="connsiteY55" fmla="*/ 494522 h 718256"/>
                <a:gd name="connsiteX56" fmla="*/ 248160 w 535862"/>
                <a:gd name="connsiteY56" fmla="*/ 440860 h 718256"/>
                <a:gd name="connsiteX57" fmla="*/ 266242 w 535862"/>
                <a:gd name="connsiteY57" fmla="*/ 379615 h 718256"/>
                <a:gd name="connsiteX58" fmla="*/ 333486 w 535862"/>
                <a:gd name="connsiteY58" fmla="*/ 352118 h 718256"/>
                <a:gd name="connsiteX59" fmla="*/ 371066 w 535862"/>
                <a:gd name="connsiteY59" fmla="*/ 368866 h 718256"/>
                <a:gd name="connsiteX60" fmla="*/ 385231 w 535862"/>
                <a:gd name="connsiteY60" fmla="*/ 387365 h 718256"/>
                <a:gd name="connsiteX61" fmla="*/ 282907 w 535862"/>
                <a:gd name="connsiteY61" fmla="*/ 494522 h 718256"/>
                <a:gd name="connsiteX62" fmla="*/ 282907 w 535862"/>
                <a:gd name="connsiteY62" fmla="*/ 494522 h 718256"/>
                <a:gd name="connsiteX63" fmla="*/ 403813 w 535862"/>
                <a:gd name="connsiteY63" fmla="*/ 368283 h 718256"/>
                <a:gd name="connsiteX64" fmla="*/ 391480 w 535862"/>
                <a:gd name="connsiteY64" fmla="*/ 381032 h 718256"/>
                <a:gd name="connsiteX65" fmla="*/ 356900 w 535862"/>
                <a:gd name="connsiteY65" fmla="*/ 347951 h 718256"/>
                <a:gd name="connsiteX66" fmla="*/ 270408 w 535862"/>
                <a:gd name="connsiteY66" fmla="*/ 361867 h 718256"/>
                <a:gd name="connsiteX67" fmla="*/ 235661 w 535862"/>
                <a:gd name="connsiteY67" fmla="*/ 433944 h 718256"/>
                <a:gd name="connsiteX68" fmla="*/ 274324 w 535862"/>
                <a:gd name="connsiteY68" fmla="*/ 503104 h 718256"/>
                <a:gd name="connsiteX69" fmla="*/ 251826 w 535862"/>
                <a:gd name="connsiteY69" fmla="*/ 525435 h 718256"/>
                <a:gd name="connsiteX70" fmla="*/ 206247 w 535862"/>
                <a:gd name="connsiteY70" fmla="*/ 534101 h 718256"/>
                <a:gd name="connsiteX71" fmla="*/ 184582 w 535862"/>
                <a:gd name="connsiteY71" fmla="*/ 563099 h 718256"/>
                <a:gd name="connsiteX72" fmla="*/ 175833 w 535862"/>
                <a:gd name="connsiteY72" fmla="*/ 597179 h 718256"/>
                <a:gd name="connsiteX73" fmla="*/ 149669 w 535862"/>
                <a:gd name="connsiteY73" fmla="*/ 622093 h 718256"/>
                <a:gd name="connsiteX74" fmla="*/ 121171 w 535862"/>
                <a:gd name="connsiteY74" fmla="*/ 650591 h 718256"/>
                <a:gd name="connsiteX75" fmla="*/ 79259 w 535862"/>
                <a:gd name="connsiteY75" fmla="*/ 685338 h 718256"/>
                <a:gd name="connsiteX76" fmla="*/ 31179 w 535862"/>
                <a:gd name="connsiteY76" fmla="*/ 691004 h 718256"/>
                <a:gd name="connsiteX77" fmla="*/ 21014 w 535862"/>
                <a:gd name="connsiteY77" fmla="*/ 653674 h 718256"/>
                <a:gd name="connsiteX78" fmla="*/ 64177 w 535862"/>
                <a:gd name="connsiteY78" fmla="*/ 642175 h 718256"/>
                <a:gd name="connsiteX79" fmla="*/ 70176 w 535862"/>
                <a:gd name="connsiteY79" fmla="*/ 623343 h 718256"/>
                <a:gd name="connsiteX80" fmla="*/ 67010 w 535862"/>
                <a:gd name="connsiteY80" fmla="*/ 613844 h 718256"/>
                <a:gd name="connsiteX81" fmla="*/ 75592 w 535862"/>
                <a:gd name="connsiteY81" fmla="*/ 595429 h 718256"/>
                <a:gd name="connsiteX82" fmla="*/ 85425 w 535862"/>
                <a:gd name="connsiteY82" fmla="*/ 583597 h 718256"/>
                <a:gd name="connsiteX83" fmla="*/ 19764 w 535862"/>
                <a:gd name="connsiteY83" fmla="*/ 529268 h 718256"/>
                <a:gd name="connsiteX84" fmla="*/ 22180 w 535862"/>
                <a:gd name="connsiteY84" fmla="*/ 495438 h 718256"/>
                <a:gd name="connsiteX85" fmla="*/ 93424 w 535862"/>
                <a:gd name="connsiteY85" fmla="*/ 490855 h 718256"/>
                <a:gd name="connsiteX86" fmla="*/ 137753 w 535862"/>
                <a:gd name="connsiteY86" fmla="*/ 429194 h 718256"/>
                <a:gd name="connsiteX87" fmla="*/ 43012 w 535862"/>
                <a:gd name="connsiteY87" fmla="*/ 339119 h 718256"/>
                <a:gd name="connsiteX88" fmla="*/ 48761 w 535862"/>
                <a:gd name="connsiteY88" fmla="*/ 309122 h 718256"/>
                <a:gd name="connsiteX89" fmla="*/ 123838 w 535862"/>
                <a:gd name="connsiteY89" fmla="*/ 302789 h 718256"/>
                <a:gd name="connsiteX90" fmla="*/ 130004 w 535862"/>
                <a:gd name="connsiteY90" fmla="*/ 276375 h 718256"/>
                <a:gd name="connsiteX91" fmla="*/ 130504 w 535862"/>
                <a:gd name="connsiteY91" fmla="*/ 253043 h 718256"/>
                <a:gd name="connsiteX92" fmla="*/ 146419 w 535862"/>
                <a:gd name="connsiteY92" fmla="*/ 236711 h 718256"/>
                <a:gd name="connsiteX93" fmla="*/ 121921 w 535862"/>
                <a:gd name="connsiteY93" fmla="*/ 178967 h 718256"/>
                <a:gd name="connsiteX94" fmla="*/ 79508 w 535862"/>
                <a:gd name="connsiteY94" fmla="*/ 171467 h 718256"/>
                <a:gd name="connsiteX95" fmla="*/ 72592 w 535862"/>
                <a:gd name="connsiteY95" fmla="*/ 173134 h 718256"/>
                <a:gd name="connsiteX96" fmla="*/ 81842 w 535862"/>
                <a:gd name="connsiteY96" fmla="*/ 135304 h 718256"/>
                <a:gd name="connsiteX97" fmla="*/ 90258 w 535862"/>
                <a:gd name="connsiteY97" fmla="*/ 104390 h 718256"/>
                <a:gd name="connsiteX98" fmla="*/ 108922 w 535862"/>
                <a:gd name="connsiteY98" fmla="*/ 105473 h 718256"/>
                <a:gd name="connsiteX99" fmla="*/ 135420 w 535862"/>
                <a:gd name="connsiteY99" fmla="*/ 105807 h 718256"/>
                <a:gd name="connsiteX100" fmla="*/ 194248 w 535862"/>
                <a:gd name="connsiteY100" fmla="*/ 112056 h 718256"/>
                <a:gd name="connsiteX101" fmla="*/ 255243 w 535862"/>
                <a:gd name="connsiteY101" fmla="*/ 125222 h 718256"/>
                <a:gd name="connsiteX102" fmla="*/ 306321 w 535862"/>
                <a:gd name="connsiteY102" fmla="*/ 149886 h 718256"/>
                <a:gd name="connsiteX103" fmla="*/ 382481 w 535862"/>
                <a:gd name="connsiteY103" fmla="*/ 190716 h 718256"/>
                <a:gd name="connsiteX104" fmla="*/ 358983 w 535862"/>
                <a:gd name="connsiteY104" fmla="*/ 226379 h 718256"/>
                <a:gd name="connsiteX105" fmla="*/ 388647 w 535862"/>
                <a:gd name="connsiteY105" fmla="*/ 268792 h 718256"/>
                <a:gd name="connsiteX106" fmla="*/ 385314 w 535862"/>
                <a:gd name="connsiteY106" fmla="*/ 324954 h 718256"/>
                <a:gd name="connsiteX107" fmla="*/ 427227 w 535862"/>
                <a:gd name="connsiteY107" fmla="*/ 342035 h 718256"/>
                <a:gd name="connsiteX108" fmla="*/ 403813 w 535862"/>
                <a:gd name="connsiteY108" fmla="*/ 368283 h 718256"/>
                <a:gd name="connsiteX109" fmla="*/ 403813 w 535862"/>
                <a:gd name="connsiteY109" fmla="*/ 368283 h 718256"/>
                <a:gd name="connsiteX110" fmla="*/ 469390 w 535862"/>
                <a:gd name="connsiteY110" fmla="*/ 295040 h 718256"/>
                <a:gd name="connsiteX111" fmla="*/ 432560 w 535862"/>
                <a:gd name="connsiteY111" fmla="*/ 336202 h 718256"/>
                <a:gd name="connsiteX112" fmla="*/ 393647 w 535862"/>
                <a:gd name="connsiteY112" fmla="*/ 306205 h 718256"/>
                <a:gd name="connsiteX113" fmla="*/ 406812 w 535862"/>
                <a:gd name="connsiteY113" fmla="*/ 274125 h 718256"/>
                <a:gd name="connsiteX114" fmla="*/ 375148 w 535862"/>
                <a:gd name="connsiteY114" fmla="*/ 244877 h 718256"/>
                <a:gd name="connsiteX115" fmla="*/ 393230 w 535862"/>
                <a:gd name="connsiteY115" fmla="*/ 197132 h 718256"/>
                <a:gd name="connsiteX116" fmla="*/ 417478 w 535862"/>
                <a:gd name="connsiteY116" fmla="*/ 214297 h 718256"/>
                <a:gd name="connsiteX117" fmla="*/ 459558 w 535862"/>
                <a:gd name="connsiteY117" fmla="*/ 253543 h 718256"/>
                <a:gd name="connsiteX118" fmla="*/ 478556 w 535862"/>
                <a:gd name="connsiteY118" fmla="*/ 276041 h 718256"/>
                <a:gd name="connsiteX119" fmla="*/ 482555 w 535862"/>
                <a:gd name="connsiteY119" fmla="*/ 282291 h 718256"/>
                <a:gd name="connsiteX120" fmla="*/ 469390 w 535862"/>
                <a:gd name="connsiteY120" fmla="*/ 295040 h 718256"/>
                <a:gd name="connsiteX121" fmla="*/ 469390 w 535862"/>
                <a:gd name="connsiteY121" fmla="*/ 295040 h 718256"/>
                <a:gd name="connsiteX122" fmla="*/ 132837 w 535862"/>
                <a:gd name="connsiteY122" fmla="*/ 30813 h 718256"/>
                <a:gd name="connsiteX123" fmla="*/ 228412 w 535862"/>
                <a:gd name="connsiteY123" fmla="*/ 22564 h 718256"/>
                <a:gd name="connsiteX124" fmla="*/ 330486 w 535862"/>
                <a:gd name="connsiteY124" fmla="*/ 65560 h 718256"/>
                <a:gd name="connsiteX125" fmla="*/ 427894 w 535862"/>
                <a:gd name="connsiteY125" fmla="*/ 123805 h 718256"/>
                <a:gd name="connsiteX126" fmla="*/ 508886 w 535862"/>
                <a:gd name="connsiteY126" fmla="*/ 200465 h 718256"/>
                <a:gd name="connsiteX127" fmla="*/ 487305 w 535862"/>
                <a:gd name="connsiteY127" fmla="*/ 277791 h 718256"/>
                <a:gd name="connsiteX128" fmla="*/ 481639 w 535862"/>
                <a:gd name="connsiteY128" fmla="*/ 264542 h 718256"/>
                <a:gd name="connsiteX129" fmla="*/ 466474 w 535862"/>
                <a:gd name="connsiteY129" fmla="*/ 242628 h 718256"/>
                <a:gd name="connsiteX130" fmla="*/ 418645 w 535862"/>
                <a:gd name="connsiteY130" fmla="*/ 196215 h 718256"/>
                <a:gd name="connsiteX131" fmla="*/ 302322 w 535862"/>
                <a:gd name="connsiteY131" fmla="*/ 127888 h 718256"/>
                <a:gd name="connsiteX132" fmla="*/ 248660 w 535862"/>
                <a:gd name="connsiteY132" fmla="*/ 104557 h 718256"/>
                <a:gd name="connsiteX133" fmla="*/ 185582 w 535862"/>
                <a:gd name="connsiteY133" fmla="*/ 92475 h 718256"/>
                <a:gd name="connsiteX134" fmla="*/ 128587 w 535862"/>
                <a:gd name="connsiteY134" fmla="*/ 88142 h 718256"/>
                <a:gd name="connsiteX135" fmla="*/ 97007 w 535862"/>
                <a:gd name="connsiteY135" fmla="*/ 88808 h 718256"/>
                <a:gd name="connsiteX136" fmla="*/ 96174 w 535862"/>
                <a:gd name="connsiteY136" fmla="*/ 88808 h 718256"/>
                <a:gd name="connsiteX137" fmla="*/ 132837 w 535862"/>
                <a:gd name="connsiteY137" fmla="*/ 30813 h 718256"/>
                <a:gd name="connsiteX138" fmla="*/ 132837 w 535862"/>
                <a:gd name="connsiteY138" fmla="*/ 30813 h 718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535862" h="718256">
                  <a:moveTo>
                    <a:pt x="83508" y="71726"/>
                  </a:moveTo>
                  <a:cubicBezTo>
                    <a:pt x="66676" y="108890"/>
                    <a:pt x="59510" y="150803"/>
                    <a:pt x="50844" y="190466"/>
                  </a:cubicBezTo>
                  <a:cubicBezTo>
                    <a:pt x="41679" y="232295"/>
                    <a:pt x="36512" y="274708"/>
                    <a:pt x="28846" y="316788"/>
                  </a:cubicBezTo>
                  <a:cubicBezTo>
                    <a:pt x="21264" y="358367"/>
                    <a:pt x="12431" y="399780"/>
                    <a:pt x="8931" y="441943"/>
                  </a:cubicBezTo>
                  <a:cubicBezTo>
                    <a:pt x="5515" y="482773"/>
                    <a:pt x="3515" y="523352"/>
                    <a:pt x="1099" y="564182"/>
                  </a:cubicBezTo>
                  <a:cubicBezTo>
                    <a:pt x="-1068" y="601512"/>
                    <a:pt x="-651" y="638425"/>
                    <a:pt x="8098" y="675172"/>
                  </a:cubicBezTo>
                  <a:cubicBezTo>
                    <a:pt x="11598" y="689837"/>
                    <a:pt x="18014" y="707836"/>
                    <a:pt x="32346" y="715168"/>
                  </a:cubicBezTo>
                  <a:cubicBezTo>
                    <a:pt x="47261" y="722834"/>
                    <a:pt x="64510" y="714835"/>
                    <a:pt x="77009" y="706336"/>
                  </a:cubicBezTo>
                  <a:cubicBezTo>
                    <a:pt x="92091" y="696087"/>
                    <a:pt x="106506" y="683921"/>
                    <a:pt x="120005" y="671756"/>
                  </a:cubicBezTo>
                  <a:cubicBezTo>
                    <a:pt x="136587" y="656840"/>
                    <a:pt x="154252" y="642675"/>
                    <a:pt x="169584" y="626510"/>
                  </a:cubicBezTo>
                  <a:cubicBezTo>
                    <a:pt x="196748" y="597762"/>
                    <a:pt x="225495" y="570515"/>
                    <a:pt x="252993" y="542184"/>
                  </a:cubicBezTo>
                  <a:cubicBezTo>
                    <a:pt x="255826" y="539601"/>
                    <a:pt x="258576" y="536934"/>
                    <a:pt x="261409" y="534268"/>
                  </a:cubicBezTo>
                  <a:cubicBezTo>
                    <a:pt x="262242" y="534351"/>
                    <a:pt x="262909" y="533601"/>
                    <a:pt x="262992" y="532768"/>
                  </a:cubicBezTo>
                  <a:cubicBezTo>
                    <a:pt x="315071" y="483939"/>
                    <a:pt x="363483" y="432027"/>
                    <a:pt x="413645" y="381115"/>
                  </a:cubicBezTo>
                  <a:cubicBezTo>
                    <a:pt x="439976" y="354368"/>
                    <a:pt x="463224" y="324870"/>
                    <a:pt x="489971" y="298623"/>
                  </a:cubicBezTo>
                  <a:cubicBezTo>
                    <a:pt x="511803" y="277125"/>
                    <a:pt x="542383" y="249377"/>
                    <a:pt x="534634" y="214797"/>
                  </a:cubicBezTo>
                  <a:cubicBezTo>
                    <a:pt x="531051" y="198965"/>
                    <a:pt x="519469" y="187216"/>
                    <a:pt x="508470" y="175967"/>
                  </a:cubicBezTo>
                  <a:cubicBezTo>
                    <a:pt x="493888" y="161052"/>
                    <a:pt x="478223" y="147220"/>
                    <a:pt x="462724" y="133304"/>
                  </a:cubicBezTo>
                  <a:cubicBezTo>
                    <a:pt x="431977" y="105723"/>
                    <a:pt x="398313" y="86308"/>
                    <a:pt x="362483" y="65894"/>
                  </a:cubicBezTo>
                  <a:cubicBezTo>
                    <a:pt x="300989" y="30647"/>
                    <a:pt x="225579" y="-9433"/>
                    <a:pt x="152085" y="1983"/>
                  </a:cubicBezTo>
                  <a:cubicBezTo>
                    <a:pt x="119005" y="7149"/>
                    <a:pt x="96174" y="43729"/>
                    <a:pt x="83508" y="71726"/>
                  </a:cubicBezTo>
                  <a:lnTo>
                    <a:pt x="83508" y="71726"/>
                  </a:lnTo>
                  <a:close/>
                  <a:moveTo>
                    <a:pt x="58594" y="248127"/>
                  </a:moveTo>
                  <a:cubicBezTo>
                    <a:pt x="60843" y="228212"/>
                    <a:pt x="64760" y="208464"/>
                    <a:pt x="69259" y="188799"/>
                  </a:cubicBezTo>
                  <a:cubicBezTo>
                    <a:pt x="76009" y="186133"/>
                    <a:pt x="88258" y="184133"/>
                    <a:pt x="91174" y="183966"/>
                  </a:cubicBezTo>
                  <a:cubicBezTo>
                    <a:pt x="104173" y="183300"/>
                    <a:pt x="116422" y="189132"/>
                    <a:pt x="125754" y="197798"/>
                  </a:cubicBezTo>
                  <a:cubicBezTo>
                    <a:pt x="134587" y="205964"/>
                    <a:pt x="143669" y="218213"/>
                    <a:pt x="137087" y="229795"/>
                  </a:cubicBezTo>
                  <a:cubicBezTo>
                    <a:pt x="132254" y="238295"/>
                    <a:pt x="122588" y="242711"/>
                    <a:pt x="117505" y="250710"/>
                  </a:cubicBezTo>
                  <a:cubicBezTo>
                    <a:pt x="107589" y="266292"/>
                    <a:pt x="128837" y="281457"/>
                    <a:pt x="117088" y="296206"/>
                  </a:cubicBezTo>
                  <a:cubicBezTo>
                    <a:pt x="104006" y="312538"/>
                    <a:pt x="70593" y="310038"/>
                    <a:pt x="49678" y="305705"/>
                  </a:cubicBezTo>
                  <a:cubicBezTo>
                    <a:pt x="53177" y="286540"/>
                    <a:pt x="56344" y="267375"/>
                    <a:pt x="58594" y="248127"/>
                  </a:cubicBezTo>
                  <a:lnTo>
                    <a:pt x="58594" y="248127"/>
                  </a:lnTo>
                  <a:close/>
                  <a:moveTo>
                    <a:pt x="23347" y="481439"/>
                  </a:moveTo>
                  <a:cubicBezTo>
                    <a:pt x="26847" y="441110"/>
                    <a:pt x="31263" y="401947"/>
                    <a:pt x="38679" y="362200"/>
                  </a:cubicBezTo>
                  <a:cubicBezTo>
                    <a:pt x="39262" y="358867"/>
                    <a:pt x="39929" y="355534"/>
                    <a:pt x="40595" y="352201"/>
                  </a:cubicBezTo>
                  <a:cubicBezTo>
                    <a:pt x="83341" y="344785"/>
                    <a:pt x="125171" y="385865"/>
                    <a:pt x="125504" y="427444"/>
                  </a:cubicBezTo>
                  <a:cubicBezTo>
                    <a:pt x="125838" y="473607"/>
                    <a:pt x="62510" y="501271"/>
                    <a:pt x="22264" y="493272"/>
                  </a:cubicBezTo>
                  <a:cubicBezTo>
                    <a:pt x="22764" y="489355"/>
                    <a:pt x="23014" y="485439"/>
                    <a:pt x="23347" y="481439"/>
                  </a:cubicBezTo>
                  <a:lnTo>
                    <a:pt x="23347" y="481439"/>
                  </a:lnTo>
                  <a:close/>
                  <a:moveTo>
                    <a:pt x="20014" y="644925"/>
                  </a:moveTo>
                  <a:cubicBezTo>
                    <a:pt x="19930" y="644258"/>
                    <a:pt x="19847" y="643508"/>
                    <a:pt x="19764" y="642758"/>
                  </a:cubicBezTo>
                  <a:cubicBezTo>
                    <a:pt x="17431" y="624343"/>
                    <a:pt x="15181" y="606095"/>
                    <a:pt x="16181" y="587430"/>
                  </a:cubicBezTo>
                  <a:cubicBezTo>
                    <a:pt x="17014" y="572181"/>
                    <a:pt x="17847" y="557016"/>
                    <a:pt x="18847" y="541767"/>
                  </a:cubicBezTo>
                  <a:cubicBezTo>
                    <a:pt x="33596" y="540601"/>
                    <a:pt x="44178" y="536101"/>
                    <a:pt x="59427" y="545017"/>
                  </a:cubicBezTo>
                  <a:cubicBezTo>
                    <a:pt x="68093" y="550100"/>
                    <a:pt x="79842" y="562016"/>
                    <a:pt x="79425" y="573098"/>
                  </a:cubicBezTo>
                  <a:cubicBezTo>
                    <a:pt x="79009" y="583264"/>
                    <a:pt x="68926" y="589263"/>
                    <a:pt x="63343" y="596346"/>
                  </a:cubicBezTo>
                  <a:cubicBezTo>
                    <a:pt x="55594" y="606095"/>
                    <a:pt x="58427" y="611344"/>
                    <a:pt x="59677" y="622093"/>
                  </a:cubicBezTo>
                  <a:cubicBezTo>
                    <a:pt x="61843" y="640258"/>
                    <a:pt x="37762" y="644258"/>
                    <a:pt x="20014" y="644925"/>
                  </a:cubicBezTo>
                  <a:lnTo>
                    <a:pt x="20014" y="644925"/>
                  </a:lnTo>
                  <a:close/>
                  <a:moveTo>
                    <a:pt x="187665" y="586013"/>
                  </a:moveTo>
                  <a:cubicBezTo>
                    <a:pt x="190165" y="569848"/>
                    <a:pt x="200998" y="551100"/>
                    <a:pt x="212247" y="542351"/>
                  </a:cubicBezTo>
                  <a:cubicBezTo>
                    <a:pt x="222912" y="534018"/>
                    <a:pt x="233995" y="530518"/>
                    <a:pt x="245827" y="531185"/>
                  </a:cubicBezTo>
                  <a:cubicBezTo>
                    <a:pt x="243410" y="533518"/>
                    <a:pt x="240911" y="535935"/>
                    <a:pt x="238494" y="538268"/>
                  </a:cubicBezTo>
                  <a:cubicBezTo>
                    <a:pt x="221662" y="554350"/>
                    <a:pt x="204664" y="570181"/>
                    <a:pt x="187665" y="586013"/>
                  </a:cubicBezTo>
                  <a:lnTo>
                    <a:pt x="187665" y="586013"/>
                  </a:lnTo>
                  <a:close/>
                  <a:moveTo>
                    <a:pt x="282907" y="494522"/>
                  </a:moveTo>
                  <a:cubicBezTo>
                    <a:pt x="266325" y="481856"/>
                    <a:pt x="251076" y="461525"/>
                    <a:pt x="248160" y="440860"/>
                  </a:cubicBezTo>
                  <a:cubicBezTo>
                    <a:pt x="244910" y="418112"/>
                    <a:pt x="253243" y="398030"/>
                    <a:pt x="266242" y="379615"/>
                  </a:cubicBezTo>
                  <a:cubicBezTo>
                    <a:pt x="280574" y="359450"/>
                    <a:pt x="309404" y="350535"/>
                    <a:pt x="333486" y="352118"/>
                  </a:cubicBezTo>
                  <a:cubicBezTo>
                    <a:pt x="347984" y="353034"/>
                    <a:pt x="360650" y="358700"/>
                    <a:pt x="371066" y="368866"/>
                  </a:cubicBezTo>
                  <a:cubicBezTo>
                    <a:pt x="373982" y="371783"/>
                    <a:pt x="382148" y="380199"/>
                    <a:pt x="385231" y="387365"/>
                  </a:cubicBezTo>
                  <a:cubicBezTo>
                    <a:pt x="351067" y="422945"/>
                    <a:pt x="317570" y="459191"/>
                    <a:pt x="282907" y="494522"/>
                  </a:cubicBezTo>
                  <a:lnTo>
                    <a:pt x="282907" y="494522"/>
                  </a:lnTo>
                  <a:close/>
                  <a:moveTo>
                    <a:pt x="403813" y="368283"/>
                  </a:moveTo>
                  <a:cubicBezTo>
                    <a:pt x="399646" y="372533"/>
                    <a:pt x="395563" y="376782"/>
                    <a:pt x="391480" y="381032"/>
                  </a:cubicBezTo>
                  <a:cubicBezTo>
                    <a:pt x="384814" y="367366"/>
                    <a:pt x="362483" y="350368"/>
                    <a:pt x="356900" y="347951"/>
                  </a:cubicBezTo>
                  <a:cubicBezTo>
                    <a:pt x="330403" y="336619"/>
                    <a:pt x="292823" y="344202"/>
                    <a:pt x="270408" y="361867"/>
                  </a:cubicBezTo>
                  <a:cubicBezTo>
                    <a:pt x="250243" y="377865"/>
                    <a:pt x="235911" y="408529"/>
                    <a:pt x="235661" y="433944"/>
                  </a:cubicBezTo>
                  <a:cubicBezTo>
                    <a:pt x="235411" y="462025"/>
                    <a:pt x="251493" y="487855"/>
                    <a:pt x="274324" y="503104"/>
                  </a:cubicBezTo>
                  <a:cubicBezTo>
                    <a:pt x="266908" y="510603"/>
                    <a:pt x="259409" y="518019"/>
                    <a:pt x="251826" y="525435"/>
                  </a:cubicBezTo>
                  <a:cubicBezTo>
                    <a:pt x="236661" y="519103"/>
                    <a:pt x="220829" y="523102"/>
                    <a:pt x="206247" y="534101"/>
                  </a:cubicBezTo>
                  <a:cubicBezTo>
                    <a:pt x="196165" y="541684"/>
                    <a:pt x="189499" y="551766"/>
                    <a:pt x="184582" y="563099"/>
                  </a:cubicBezTo>
                  <a:cubicBezTo>
                    <a:pt x="179999" y="573848"/>
                    <a:pt x="172917" y="585097"/>
                    <a:pt x="175833" y="597179"/>
                  </a:cubicBezTo>
                  <a:cubicBezTo>
                    <a:pt x="167084" y="605428"/>
                    <a:pt x="158335" y="613761"/>
                    <a:pt x="149669" y="622093"/>
                  </a:cubicBezTo>
                  <a:cubicBezTo>
                    <a:pt x="140003" y="631426"/>
                    <a:pt x="130754" y="641175"/>
                    <a:pt x="121171" y="650591"/>
                  </a:cubicBezTo>
                  <a:cubicBezTo>
                    <a:pt x="107506" y="662673"/>
                    <a:pt x="93924" y="674422"/>
                    <a:pt x="79259" y="685338"/>
                  </a:cubicBezTo>
                  <a:cubicBezTo>
                    <a:pt x="65260" y="695837"/>
                    <a:pt x="43762" y="712335"/>
                    <a:pt x="31179" y="691004"/>
                  </a:cubicBezTo>
                  <a:cubicBezTo>
                    <a:pt x="24680" y="680005"/>
                    <a:pt x="22597" y="666506"/>
                    <a:pt x="21014" y="653674"/>
                  </a:cubicBezTo>
                  <a:cubicBezTo>
                    <a:pt x="35846" y="655090"/>
                    <a:pt x="56594" y="648508"/>
                    <a:pt x="64177" y="642175"/>
                  </a:cubicBezTo>
                  <a:cubicBezTo>
                    <a:pt x="70426" y="636925"/>
                    <a:pt x="72092" y="631009"/>
                    <a:pt x="70176" y="623343"/>
                  </a:cubicBezTo>
                  <a:cubicBezTo>
                    <a:pt x="69426" y="620427"/>
                    <a:pt x="67010" y="616927"/>
                    <a:pt x="67010" y="613844"/>
                  </a:cubicBezTo>
                  <a:cubicBezTo>
                    <a:pt x="67010" y="607678"/>
                    <a:pt x="71759" y="600095"/>
                    <a:pt x="75592" y="595429"/>
                  </a:cubicBezTo>
                  <a:cubicBezTo>
                    <a:pt x="78842" y="591430"/>
                    <a:pt x="83008" y="588263"/>
                    <a:pt x="85425" y="583597"/>
                  </a:cubicBezTo>
                  <a:cubicBezTo>
                    <a:pt x="101590" y="552183"/>
                    <a:pt x="49095" y="517186"/>
                    <a:pt x="19764" y="529268"/>
                  </a:cubicBezTo>
                  <a:cubicBezTo>
                    <a:pt x="20514" y="518019"/>
                    <a:pt x="21264" y="506770"/>
                    <a:pt x="22180" y="495438"/>
                  </a:cubicBezTo>
                  <a:cubicBezTo>
                    <a:pt x="44012" y="507354"/>
                    <a:pt x="71759" y="501604"/>
                    <a:pt x="93424" y="490855"/>
                  </a:cubicBezTo>
                  <a:cubicBezTo>
                    <a:pt x="117922" y="478690"/>
                    <a:pt x="137170" y="457608"/>
                    <a:pt x="137753" y="429194"/>
                  </a:cubicBezTo>
                  <a:cubicBezTo>
                    <a:pt x="138753" y="379782"/>
                    <a:pt x="92341" y="334703"/>
                    <a:pt x="43012" y="339119"/>
                  </a:cubicBezTo>
                  <a:cubicBezTo>
                    <a:pt x="44928" y="329120"/>
                    <a:pt x="46928" y="319121"/>
                    <a:pt x="48761" y="309122"/>
                  </a:cubicBezTo>
                  <a:cubicBezTo>
                    <a:pt x="72259" y="316204"/>
                    <a:pt x="105673" y="320287"/>
                    <a:pt x="123838" y="302789"/>
                  </a:cubicBezTo>
                  <a:cubicBezTo>
                    <a:pt x="131587" y="295373"/>
                    <a:pt x="133170" y="286457"/>
                    <a:pt x="130004" y="276375"/>
                  </a:cubicBezTo>
                  <a:cubicBezTo>
                    <a:pt x="127171" y="267459"/>
                    <a:pt x="123588" y="261709"/>
                    <a:pt x="130504" y="253043"/>
                  </a:cubicBezTo>
                  <a:cubicBezTo>
                    <a:pt x="135253" y="247211"/>
                    <a:pt x="141919" y="243044"/>
                    <a:pt x="146419" y="236711"/>
                  </a:cubicBezTo>
                  <a:cubicBezTo>
                    <a:pt x="161334" y="215630"/>
                    <a:pt x="140420" y="190216"/>
                    <a:pt x="121921" y="178967"/>
                  </a:cubicBezTo>
                  <a:cubicBezTo>
                    <a:pt x="109589" y="171467"/>
                    <a:pt x="93674" y="168051"/>
                    <a:pt x="79508" y="171467"/>
                  </a:cubicBezTo>
                  <a:cubicBezTo>
                    <a:pt x="77675" y="171884"/>
                    <a:pt x="75176" y="172467"/>
                    <a:pt x="72592" y="173134"/>
                  </a:cubicBezTo>
                  <a:cubicBezTo>
                    <a:pt x="75675" y="160468"/>
                    <a:pt x="78842" y="147886"/>
                    <a:pt x="81842" y="135304"/>
                  </a:cubicBezTo>
                  <a:cubicBezTo>
                    <a:pt x="84341" y="124972"/>
                    <a:pt x="87091" y="114639"/>
                    <a:pt x="90258" y="104390"/>
                  </a:cubicBezTo>
                  <a:cubicBezTo>
                    <a:pt x="96424" y="104140"/>
                    <a:pt x="104340" y="105640"/>
                    <a:pt x="108922" y="105473"/>
                  </a:cubicBezTo>
                  <a:cubicBezTo>
                    <a:pt x="117922" y="105140"/>
                    <a:pt x="126421" y="105473"/>
                    <a:pt x="135420" y="105807"/>
                  </a:cubicBezTo>
                  <a:cubicBezTo>
                    <a:pt x="155502" y="106640"/>
                    <a:pt x="174500" y="108473"/>
                    <a:pt x="194248" y="112056"/>
                  </a:cubicBezTo>
                  <a:cubicBezTo>
                    <a:pt x="214830" y="115806"/>
                    <a:pt x="235494" y="117889"/>
                    <a:pt x="255243" y="125222"/>
                  </a:cubicBezTo>
                  <a:cubicBezTo>
                    <a:pt x="273074" y="131804"/>
                    <a:pt x="289573" y="140970"/>
                    <a:pt x="306321" y="149886"/>
                  </a:cubicBezTo>
                  <a:cubicBezTo>
                    <a:pt x="331986" y="163551"/>
                    <a:pt x="357900" y="175884"/>
                    <a:pt x="382481" y="190716"/>
                  </a:cubicBezTo>
                  <a:cubicBezTo>
                    <a:pt x="370149" y="199215"/>
                    <a:pt x="358900" y="210631"/>
                    <a:pt x="358983" y="226379"/>
                  </a:cubicBezTo>
                  <a:cubicBezTo>
                    <a:pt x="359067" y="247461"/>
                    <a:pt x="372482" y="258376"/>
                    <a:pt x="388647" y="268792"/>
                  </a:cubicBezTo>
                  <a:cubicBezTo>
                    <a:pt x="408812" y="281791"/>
                    <a:pt x="373399" y="305872"/>
                    <a:pt x="385314" y="324954"/>
                  </a:cubicBezTo>
                  <a:cubicBezTo>
                    <a:pt x="394063" y="339119"/>
                    <a:pt x="411479" y="340952"/>
                    <a:pt x="427227" y="342035"/>
                  </a:cubicBezTo>
                  <a:cubicBezTo>
                    <a:pt x="419895" y="351034"/>
                    <a:pt x="412062" y="359867"/>
                    <a:pt x="403813" y="368283"/>
                  </a:cubicBezTo>
                  <a:lnTo>
                    <a:pt x="403813" y="368283"/>
                  </a:lnTo>
                  <a:close/>
                  <a:moveTo>
                    <a:pt x="469390" y="295040"/>
                  </a:moveTo>
                  <a:cubicBezTo>
                    <a:pt x="456391" y="308122"/>
                    <a:pt x="444476" y="322204"/>
                    <a:pt x="432560" y="336202"/>
                  </a:cubicBezTo>
                  <a:cubicBezTo>
                    <a:pt x="413645" y="333369"/>
                    <a:pt x="384648" y="329286"/>
                    <a:pt x="393647" y="306205"/>
                  </a:cubicBezTo>
                  <a:cubicBezTo>
                    <a:pt x="397897" y="295373"/>
                    <a:pt x="411229" y="287040"/>
                    <a:pt x="406812" y="274125"/>
                  </a:cubicBezTo>
                  <a:cubicBezTo>
                    <a:pt x="402063" y="260209"/>
                    <a:pt x="382898" y="256876"/>
                    <a:pt x="375148" y="244877"/>
                  </a:cubicBezTo>
                  <a:cubicBezTo>
                    <a:pt x="360650" y="222380"/>
                    <a:pt x="378982" y="210381"/>
                    <a:pt x="393230" y="197132"/>
                  </a:cubicBezTo>
                  <a:cubicBezTo>
                    <a:pt x="401479" y="202465"/>
                    <a:pt x="409562" y="208131"/>
                    <a:pt x="417478" y="214297"/>
                  </a:cubicBezTo>
                  <a:cubicBezTo>
                    <a:pt x="432560" y="226129"/>
                    <a:pt x="446309" y="239628"/>
                    <a:pt x="459558" y="253543"/>
                  </a:cubicBezTo>
                  <a:cubicBezTo>
                    <a:pt x="466307" y="260626"/>
                    <a:pt x="473056" y="267875"/>
                    <a:pt x="478556" y="276041"/>
                  </a:cubicBezTo>
                  <a:cubicBezTo>
                    <a:pt x="480056" y="278291"/>
                    <a:pt x="481222" y="280374"/>
                    <a:pt x="482555" y="282291"/>
                  </a:cubicBezTo>
                  <a:cubicBezTo>
                    <a:pt x="477806" y="286874"/>
                    <a:pt x="473306" y="291123"/>
                    <a:pt x="469390" y="295040"/>
                  </a:cubicBezTo>
                  <a:lnTo>
                    <a:pt x="469390" y="295040"/>
                  </a:lnTo>
                  <a:close/>
                  <a:moveTo>
                    <a:pt x="132837" y="30813"/>
                  </a:moveTo>
                  <a:cubicBezTo>
                    <a:pt x="155835" y="9315"/>
                    <a:pt x="200248" y="14981"/>
                    <a:pt x="228412" y="22564"/>
                  </a:cubicBezTo>
                  <a:cubicBezTo>
                    <a:pt x="263409" y="31980"/>
                    <a:pt x="298489" y="48478"/>
                    <a:pt x="330486" y="65560"/>
                  </a:cubicBezTo>
                  <a:cubicBezTo>
                    <a:pt x="363233" y="83059"/>
                    <a:pt x="398563" y="100640"/>
                    <a:pt x="427894" y="123805"/>
                  </a:cubicBezTo>
                  <a:cubicBezTo>
                    <a:pt x="456141" y="146136"/>
                    <a:pt x="486139" y="172551"/>
                    <a:pt x="508886" y="200465"/>
                  </a:cubicBezTo>
                  <a:cubicBezTo>
                    <a:pt x="531468" y="228379"/>
                    <a:pt x="509386" y="255876"/>
                    <a:pt x="487305" y="277791"/>
                  </a:cubicBezTo>
                  <a:cubicBezTo>
                    <a:pt x="485305" y="273291"/>
                    <a:pt x="483722" y="268125"/>
                    <a:pt x="481639" y="264542"/>
                  </a:cubicBezTo>
                  <a:cubicBezTo>
                    <a:pt x="477139" y="256876"/>
                    <a:pt x="472056" y="249460"/>
                    <a:pt x="466474" y="242628"/>
                  </a:cubicBezTo>
                  <a:cubicBezTo>
                    <a:pt x="452308" y="225213"/>
                    <a:pt x="436143" y="210131"/>
                    <a:pt x="418645" y="196215"/>
                  </a:cubicBezTo>
                  <a:cubicBezTo>
                    <a:pt x="383231" y="168134"/>
                    <a:pt x="341985" y="149219"/>
                    <a:pt x="302322" y="127888"/>
                  </a:cubicBezTo>
                  <a:cubicBezTo>
                    <a:pt x="285157" y="118639"/>
                    <a:pt x="267408" y="110140"/>
                    <a:pt x="248660" y="104557"/>
                  </a:cubicBezTo>
                  <a:cubicBezTo>
                    <a:pt x="228245" y="98474"/>
                    <a:pt x="206497" y="96474"/>
                    <a:pt x="185582" y="92475"/>
                  </a:cubicBezTo>
                  <a:cubicBezTo>
                    <a:pt x="166667" y="88892"/>
                    <a:pt x="147669" y="89141"/>
                    <a:pt x="128587" y="88142"/>
                  </a:cubicBezTo>
                  <a:cubicBezTo>
                    <a:pt x="118005" y="87558"/>
                    <a:pt x="107589" y="88725"/>
                    <a:pt x="97007" y="88808"/>
                  </a:cubicBezTo>
                  <a:cubicBezTo>
                    <a:pt x="96757" y="88808"/>
                    <a:pt x="96507" y="88808"/>
                    <a:pt x="96174" y="88808"/>
                  </a:cubicBezTo>
                  <a:cubicBezTo>
                    <a:pt x="104256" y="67310"/>
                    <a:pt x="115505" y="46979"/>
                    <a:pt x="132837" y="30813"/>
                  </a:cubicBezTo>
                  <a:lnTo>
                    <a:pt x="132837" y="30813"/>
                  </a:lnTo>
                  <a:close/>
                </a:path>
              </a:pathLst>
            </a:custGeom>
            <a:grpFill/>
            <a:ln w="8332" cap="flat">
              <a:noFill/>
              <a:prstDash val="solid"/>
              <a:miter/>
            </a:ln>
          </p:spPr>
          <p:txBody>
            <a:bodyPr rtlCol="0" anchor="ctr"/>
            <a:lstStyle/>
            <a:p>
              <a:endParaRPr lang="en-US"/>
            </a:p>
          </p:txBody>
        </p:sp>
        <p:sp>
          <p:nvSpPr>
            <p:cNvPr id="1393" name="Freeform: Shape 1392"/>
            <p:cNvSpPr/>
            <p:nvPr/>
          </p:nvSpPr>
          <p:spPr>
            <a:xfrm>
              <a:off x="136073" y="781915"/>
              <a:ext cx="139412" cy="85668"/>
            </a:xfrm>
            <a:custGeom>
              <a:avLst/>
              <a:gdLst>
                <a:gd name="connsiteX0" fmla="*/ 2186 w 139412"/>
                <a:gd name="connsiteY0" fmla="*/ 82351 h 85668"/>
                <a:gd name="connsiteX1" fmla="*/ 40183 w 139412"/>
                <a:gd name="connsiteY1" fmla="*/ 85101 h 85668"/>
                <a:gd name="connsiteX2" fmla="*/ 89928 w 139412"/>
                <a:gd name="connsiteY2" fmla="*/ 75852 h 85668"/>
                <a:gd name="connsiteX3" fmla="*/ 124342 w 139412"/>
                <a:gd name="connsiteY3" fmla="*/ 49271 h 85668"/>
                <a:gd name="connsiteX4" fmla="*/ 137590 w 139412"/>
                <a:gd name="connsiteY4" fmla="*/ 9274 h 85668"/>
                <a:gd name="connsiteX5" fmla="*/ 138257 w 139412"/>
                <a:gd name="connsiteY5" fmla="*/ 2858 h 85668"/>
                <a:gd name="connsiteX6" fmla="*/ 134091 w 139412"/>
                <a:gd name="connsiteY6" fmla="*/ 1025 h 85668"/>
                <a:gd name="connsiteX7" fmla="*/ 106593 w 139412"/>
                <a:gd name="connsiteY7" fmla="*/ 2358 h 85668"/>
                <a:gd name="connsiteX8" fmla="*/ 64764 w 139412"/>
                <a:gd name="connsiteY8" fmla="*/ 15524 h 85668"/>
                <a:gd name="connsiteX9" fmla="*/ 1019 w 139412"/>
                <a:gd name="connsiteY9" fmla="*/ 75768 h 85668"/>
                <a:gd name="connsiteX10" fmla="*/ 2186 w 139412"/>
                <a:gd name="connsiteY10" fmla="*/ 82351 h 85668"/>
                <a:gd name="connsiteX11" fmla="*/ 2186 w 139412"/>
                <a:gd name="connsiteY11" fmla="*/ 82351 h 85668"/>
                <a:gd name="connsiteX12" fmla="*/ 60347 w 139412"/>
                <a:gd name="connsiteY12" fmla="*/ 26523 h 85668"/>
                <a:gd name="connsiteX13" fmla="*/ 96761 w 139412"/>
                <a:gd name="connsiteY13" fmla="*/ 13607 h 85668"/>
                <a:gd name="connsiteX14" fmla="*/ 125258 w 139412"/>
                <a:gd name="connsiteY14" fmla="*/ 8191 h 85668"/>
                <a:gd name="connsiteX15" fmla="*/ 98761 w 139412"/>
                <a:gd name="connsiteY15" fmla="*/ 30856 h 85668"/>
                <a:gd name="connsiteX16" fmla="*/ 63014 w 139412"/>
                <a:gd name="connsiteY16" fmla="*/ 50437 h 85668"/>
                <a:gd name="connsiteX17" fmla="*/ 64514 w 139412"/>
                <a:gd name="connsiteY17" fmla="*/ 53770 h 85668"/>
                <a:gd name="connsiteX18" fmla="*/ 99511 w 139412"/>
                <a:gd name="connsiteY18" fmla="*/ 36855 h 85668"/>
                <a:gd name="connsiteX19" fmla="*/ 130341 w 139412"/>
                <a:gd name="connsiteY19" fmla="*/ 13774 h 85668"/>
                <a:gd name="connsiteX20" fmla="*/ 80262 w 139412"/>
                <a:gd name="connsiteY20" fmla="*/ 68936 h 85668"/>
                <a:gd name="connsiteX21" fmla="*/ 39849 w 139412"/>
                <a:gd name="connsiteY21" fmla="*/ 74935 h 85668"/>
                <a:gd name="connsiteX22" fmla="*/ 11435 w 139412"/>
                <a:gd name="connsiteY22" fmla="*/ 75852 h 85668"/>
                <a:gd name="connsiteX23" fmla="*/ 60347 w 139412"/>
                <a:gd name="connsiteY23" fmla="*/ 26523 h 85668"/>
                <a:gd name="connsiteX24" fmla="*/ 60347 w 139412"/>
                <a:gd name="connsiteY24" fmla="*/ 26523 h 85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39412" h="85668">
                  <a:moveTo>
                    <a:pt x="2186" y="82351"/>
                  </a:moveTo>
                  <a:cubicBezTo>
                    <a:pt x="12935" y="86684"/>
                    <a:pt x="28767" y="85767"/>
                    <a:pt x="40183" y="85101"/>
                  </a:cubicBezTo>
                  <a:cubicBezTo>
                    <a:pt x="56598" y="84184"/>
                    <a:pt x="74679" y="82351"/>
                    <a:pt x="89928" y="75852"/>
                  </a:cubicBezTo>
                  <a:cubicBezTo>
                    <a:pt x="103344" y="70185"/>
                    <a:pt x="115509" y="60936"/>
                    <a:pt x="124342" y="49271"/>
                  </a:cubicBezTo>
                  <a:cubicBezTo>
                    <a:pt x="133424" y="37272"/>
                    <a:pt x="135841" y="23523"/>
                    <a:pt x="137590" y="9274"/>
                  </a:cubicBezTo>
                  <a:cubicBezTo>
                    <a:pt x="139757" y="7941"/>
                    <a:pt x="140007" y="4608"/>
                    <a:pt x="138257" y="2858"/>
                  </a:cubicBezTo>
                  <a:cubicBezTo>
                    <a:pt x="138174" y="608"/>
                    <a:pt x="135507" y="-392"/>
                    <a:pt x="134091" y="1025"/>
                  </a:cubicBezTo>
                  <a:cubicBezTo>
                    <a:pt x="125675" y="-1225"/>
                    <a:pt x="114509" y="692"/>
                    <a:pt x="106593" y="2358"/>
                  </a:cubicBezTo>
                  <a:cubicBezTo>
                    <a:pt x="92011" y="5525"/>
                    <a:pt x="78346" y="9191"/>
                    <a:pt x="64764" y="15524"/>
                  </a:cubicBezTo>
                  <a:cubicBezTo>
                    <a:pt x="36600" y="28606"/>
                    <a:pt x="21268" y="53520"/>
                    <a:pt x="1019" y="75768"/>
                  </a:cubicBezTo>
                  <a:cubicBezTo>
                    <a:pt x="-564" y="77685"/>
                    <a:pt x="-397" y="81268"/>
                    <a:pt x="2186" y="82351"/>
                  </a:cubicBezTo>
                  <a:lnTo>
                    <a:pt x="2186" y="82351"/>
                  </a:lnTo>
                  <a:close/>
                  <a:moveTo>
                    <a:pt x="60347" y="26523"/>
                  </a:moveTo>
                  <a:cubicBezTo>
                    <a:pt x="72013" y="20940"/>
                    <a:pt x="84012" y="16024"/>
                    <a:pt x="96761" y="13607"/>
                  </a:cubicBezTo>
                  <a:cubicBezTo>
                    <a:pt x="104427" y="12191"/>
                    <a:pt x="115842" y="8191"/>
                    <a:pt x="125258" y="8191"/>
                  </a:cubicBezTo>
                  <a:cubicBezTo>
                    <a:pt x="116342" y="15524"/>
                    <a:pt x="108176" y="23940"/>
                    <a:pt x="98761" y="30856"/>
                  </a:cubicBezTo>
                  <a:cubicBezTo>
                    <a:pt x="87595" y="39022"/>
                    <a:pt x="75263" y="44271"/>
                    <a:pt x="63014" y="50437"/>
                  </a:cubicBezTo>
                  <a:cubicBezTo>
                    <a:pt x="61181" y="51354"/>
                    <a:pt x="62597" y="54437"/>
                    <a:pt x="64514" y="53770"/>
                  </a:cubicBezTo>
                  <a:cubicBezTo>
                    <a:pt x="76763" y="49521"/>
                    <a:pt x="88678" y="44021"/>
                    <a:pt x="99511" y="36855"/>
                  </a:cubicBezTo>
                  <a:cubicBezTo>
                    <a:pt x="110176" y="29856"/>
                    <a:pt x="119675" y="20773"/>
                    <a:pt x="130341" y="13774"/>
                  </a:cubicBezTo>
                  <a:cubicBezTo>
                    <a:pt x="122342" y="39438"/>
                    <a:pt x="108510" y="60186"/>
                    <a:pt x="80262" y="68936"/>
                  </a:cubicBezTo>
                  <a:cubicBezTo>
                    <a:pt x="67347" y="72935"/>
                    <a:pt x="53265" y="73935"/>
                    <a:pt x="39849" y="74935"/>
                  </a:cubicBezTo>
                  <a:cubicBezTo>
                    <a:pt x="31767" y="75518"/>
                    <a:pt x="20601" y="76852"/>
                    <a:pt x="11435" y="75852"/>
                  </a:cubicBezTo>
                  <a:cubicBezTo>
                    <a:pt x="24851" y="57520"/>
                    <a:pt x="40266" y="36188"/>
                    <a:pt x="60347" y="26523"/>
                  </a:cubicBezTo>
                  <a:lnTo>
                    <a:pt x="60347" y="26523"/>
                  </a:lnTo>
                  <a:close/>
                </a:path>
              </a:pathLst>
            </a:custGeom>
            <a:grpFill/>
            <a:ln w="8332" cap="flat">
              <a:noFill/>
              <a:prstDash val="solid"/>
              <a:miter/>
            </a:ln>
          </p:spPr>
          <p:txBody>
            <a:bodyPr rtlCol="0" anchor="ctr"/>
            <a:lstStyle/>
            <a:p>
              <a:endParaRPr lang="en-US"/>
            </a:p>
          </p:txBody>
        </p:sp>
        <p:sp>
          <p:nvSpPr>
            <p:cNvPr id="1394" name="Freeform: Shape 1393"/>
            <p:cNvSpPr/>
            <p:nvPr/>
          </p:nvSpPr>
          <p:spPr>
            <a:xfrm>
              <a:off x="73478" y="966325"/>
              <a:ext cx="100712" cy="115203"/>
            </a:xfrm>
            <a:custGeom>
              <a:avLst/>
              <a:gdLst>
                <a:gd name="connsiteX0" fmla="*/ 13452 w 100712"/>
                <a:gd name="connsiteY0" fmla="*/ 68759 h 115203"/>
                <a:gd name="connsiteX1" fmla="*/ 537 w 100712"/>
                <a:gd name="connsiteY1" fmla="*/ 107505 h 115203"/>
                <a:gd name="connsiteX2" fmla="*/ 3703 w 100712"/>
                <a:gd name="connsiteY2" fmla="*/ 114504 h 115203"/>
                <a:gd name="connsiteX3" fmla="*/ 38367 w 100712"/>
                <a:gd name="connsiteY3" fmla="*/ 110672 h 115203"/>
                <a:gd name="connsiteX4" fmla="*/ 81863 w 100712"/>
                <a:gd name="connsiteY4" fmla="*/ 87090 h 115203"/>
                <a:gd name="connsiteX5" fmla="*/ 98695 w 100712"/>
                <a:gd name="connsiteY5" fmla="*/ 41678 h 115203"/>
                <a:gd name="connsiteX6" fmla="*/ 97445 w 100712"/>
                <a:gd name="connsiteY6" fmla="*/ 6931 h 115203"/>
                <a:gd name="connsiteX7" fmla="*/ 95695 w 100712"/>
                <a:gd name="connsiteY7" fmla="*/ 2765 h 115203"/>
                <a:gd name="connsiteX8" fmla="*/ 95112 w 100712"/>
                <a:gd name="connsiteY8" fmla="*/ 1431 h 115203"/>
                <a:gd name="connsiteX9" fmla="*/ 89612 w 100712"/>
                <a:gd name="connsiteY9" fmla="*/ 2515 h 115203"/>
                <a:gd name="connsiteX10" fmla="*/ 32534 w 100712"/>
                <a:gd name="connsiteY10" fmla="*/ 37678 h 115203"/>
                <a:gd name="connsiteX11" fmla="*/ 13452 w 100712"/>
                <a:gd name="connsiteY11" fmla="*/ 68759 h 115203"/>
                <a:gd name="connsiteX12" fmla="*/ 13452 w 100712"/>
                <a:gd name="connsiteY12" fmla="*/ 68759 h 115203"/>
                <a:gd name="connsiteX13" fmla="*/ 33284 w 100712"/>
                <a:gd name="connsiteY13" fmla="*/ 50427 h 115203"/>
                <a:gd name="connsiteX14" fmla="*/ 82779 w 100712"/>
                <a:gd name="connsiteY14" fmla="*/ 13514 h 115203"/>
                <a:gd name="connsiteX15" fmla="*/ 75530 w 100712"/>
                <a:gd name="connsiteY15" fmla="*/ 33345 h 115203"/>
                <a:gd name="connsiteX16" fmla="*/ 44866 w 100712"/>
                <a:gd name="connsiteY16" fmla="*/ 76675 h 115203"/>
                <a:gd name="connsiteX17" fmla="*/ 48199 w 100712"/>
                <a:gd name="connsiteY17" fmla="*/ 80758 h 115203"/>
                <a:gd name="connsiteX18" fmla="*/ 74447 w 100712"/>
                <a:gd name="connsiteY18" fmla="*/ 51010 h 115203"/>
                <a:gd name="connsiteX19" fmla="*/ 84446 w 100712"/>
                <a:gd name="connsiteY19" fmla="*/ 32012 h 115203"/>
                <a:gd name="connsiteX20" fmla="*/ 91945 w 100712"/>
                <a:gd name="connsiteY20" fmla="*/ 13764 h 115203"/>
                <a:gd name="connsiteX21" fmla="*/ 73364 w 100712"/>
                <a:gd name="connsiteY21" fmla="*/ 82841 h 115203"/>
                <a:gd name="connsiteX22" fmla="*/ 35617 w 100712"/>
                <a:gd name="connsiteY22" fmla="*/ 101672 h 115203"/>
                <a:gd name="connsiteX23" fmla="*/ 11703 w 100712"/>
                <a:gd name="connsiteY23" fmla="*/ 105589 h 115203"/>
                <a:gd name="connsiteX24" fmla="*/ 33284 w 100712"/>
                <a:gd name="connsiteY24" fmla="*/ 50427 h 115203"/>
                <a:gd name="connsiteX25" fmla="*/ 33284 w 100712"/>
                <a:gd name="connsiteY25" fmla="*/ 50427 h 115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00712" h="115203">
                  <a:moveTo>
                    <a:pt x="13452" y="68759"/>
                  </a:moveTo>
                  <a:cubicBezTo>
                    <a:pt x="8370" y="81508"/>
                    <a:pt x="6620" y="95090"/>
                    <a:pt x="537" y="107505"/>
                  </a:cubicBezTo>
                  <a:cubicBezTo>
                    <a:pt x="-880" y="110338"/>
                    <a:pt x="620" y="113755"/>
                    <a:pt x="3703" y="114504"/>
                  </a:cubicBezTo>
                  <a:cubicBezTo>
                    <a:pt x="13619" y="116838"/>
                    <a:pt x="28368" y="112755"/>
                    <a:pt x="38367" y="110672"/>
                  </a:cubicBezTo>
                  <a:cubicBezTo>
                    <a:pt x="55115" y="107172"/>
                    <a:pt x="71281" y="101422"/>
                    <a:pt x="81863" y="87090"/>
                  </a:cubicBezTo>
                  <a:cubicBezTo>
                    <a:pt x="91279" y="74342"/>
                    <a:pt x="95278" y="56843"/>
                    <a:pt x="98695" y="41678"/>
                  </a:cubicBezTo>
                  <a:cubicBezTo>
                    <a:pt x="101528" y="29345"/>
                    <a:pt x="101611" y="18263"/>
                    <a:pt x="97445" y="6931"/>
                  </a:cubicBezTo>
                  <a:cubicBezTo>
                    <a:pt x="97695" y="5431"/>
                    <a:pt x="96945" y="3765"/>
                    <a:pt x="95695" y="2765"/>
                  </a:cubicBezTo>
                  <a:cubicBezTo>
                    <a:pt x="95528" y="2348"/>
                    <a:pt x="95362" y="1848"/>
                    <a:pt x="95112" y="1431"/>
                  </a:cubicBezTo>
                  <a:cubicBezTo>
                    <a:pt x="93862" y="-1152"/>
                    <a:pt x="90112" y="98"/>
                    <a:pt x="89612" y="2515"/>
                  </a:cubicBezTo>
                  <a:cubicBezTo>
                    <a:pt x="67114" y="8097"/>
                    <a:pt x="47616" y="20013"/>
                    <a:pt x="32534" y="37678"/>
                  </a:cubicBezTo>
                  <a:cubicBezTo>
                    <a:pt x="24785" y="47011"/>
                    <a:pt x="17952" y="57510"/>
                    <a:pt x="13452" y="68759"/>
                  </a:cubicBezTo>
                  <a:lnTo>
                    <a:pt x="13452" y="68759"/>
                  </a:lnTo>
                  <a:close/>
                  <a:moveTo>
                    <a:pt x="33284" y="50427"/>
                  </a:moveTo>
                  <a:cubicBezTo>
                    <a:pt x="45949" y="32595"/>
                    <a:pt x="62615" y="20180"/>
                    <a:pt x="82779" y="13514"/>
                  </a:cubicBezTo>
                  <a:cubicBezTo>
                    <a:pt x="79863" y="20180"/>
                    <a:pt x="77947" y="28012"/>
                    <a:pt x="75530" y="33345"/>
                  </a:cubicBezTo>
                  <a:cubicBezTo>
                    <a:pt x="67614" y="50344"/>
                    <a:pt x="58115" y="63426"/>
                    <a:pt x="44866" y="76675"/>
                  </a:cubicBezTo>
                  <a:cubicBezTo>
                    <a:pt x="42783" y="78758"/>
                    <a:pt x="45700" y="82591"/>
                    <a:pt x="48199" y="80758"/>
                  </a:cubicBezTo>
                  <a:cubicBezTo>
                    <a:pt x="59365" y="72675"/>
                    <a:pt x="67698" y="63009"/>
                    <a:pt x="74447" y="51010"/>
                  </a:cubicBezTo>
                  <a:cubicBezTo>
                    <a:pt x="77947" y="44761"/>
                    <a:pt x="81363" y="38428"/>
                    <a:pt x="84446" y="32012"/>
                  </a:cubicBezTo>
                  <a:cubicBezTo>
                    <a:pt x="86446" y="27929"/>
                    <a:pt x="88612" y="19180"/>
                    <a:pt x="91945" y="13764"/>
                  </a:cubicBezTo>
                  <a:cubicBezTo>
                    <a:pt x="94778" y="36095"/>
                    <a:pt x="85779" y="67175"/>
                    <a:pt x="73364" y="82841"/>
                  </a:cubicBezTo>
                  <a:cubicBezTo>
                    <a:pt x="64115" y="94590"/>
                    <a:pt x="49616" y="98923"/>
                    <a:pt x="35617" y="101672"/>
                  </a:cubicBezTo>
                  <a:cubicBezTo>
                    <a:pt x="29701" y="102839"/>
                    <a:pt x="19535" y="105422"/>
                    <a:pt x="11703" y="105589"/>
                  </a:cubicBezTo>
                  <a:cubicBezTo>
                    <a:pt x="18785" y="86757"/>
                    <a:pt x="21118" y="67509"/>
                    <a:pt x="33284" y="50427"/>
                  </a:cubicBezTo>
                  <a:lnTo>
                    <a:pt x="33284" y="50427"/>
                  </a:lnTo>
                  <a:close/>
                </a:path>
              </a:pathLst>
            </a:custGeom>
            <a:grpFill/>
            <a:ln w="8332" cap="flat">
              <a:noFill/>
              <a:prstDash val="solid"/>
              <a:miter/>
            </a:ln>
          </p:spPr>
          <p:txBody>
            <a:bodyPr rtlCol="0" anchor="ctr"/>
            <a:lstStyle/>
            <a:p>
              <a:endParaRPr lang="en-US"/>
            </a:p>
          </p:txBody>
        </p:sp>
        <p:sp>
          <p:nvSpPr>
            <p:cNvPr id="1395" name="Freeform: Shape 1394"/>
            <p:cNvSpPr/>
            <p:nvPr/>
          </p:nvSpPr>
          <p:spPr>
            <a:xfrm>
              <a:off x="172182" y="707403"/>
              <a:ext cx="52888" cy="58479"/>
            </a:xfrm>
            <a:custGeom>
              <a:avLst/>
              <a:gdLst>
                <a:gd name="connsiteX0" fmla="*/ 23989 w 52888"/>
                <a:gd name="connsiteY0" fmla="*/ 58372 h 58479"/>
                <a:gd name="connsiteX1" fmla="*/ 49070 w 52888"/>
                <a:gd name="connsiteY1" fmla="*/ 40957 h 58479"/>
                <a:gd name="connsiteX2" fmla="*/ 52819 w 52888"/>
                <a:gd name="connsiteY2" fmla="*/ 30541 h 58479"/>
                <a:gd name="connsiteX3" fmla="*/ 52736 w 52888"/>
                <a:gd name="connsiteY3" fmla="*/ 29708 h 58479"/>
                <a:gd name="connsiteX4" fmla="*/ 51236 w 52888"/>
                <a:gd name="connsiteY4" fmla="*/ 17625 h 58479"/>
                <a:gd name="connsiteX5" fmla="*/ 5157 w 52888"/>
                <a:gd name="connsiteY5" fmla="*/ 11376 h 58479"/>
                <a:gd name="connsiteX6" fmla="*/ 23989 w 52888"/>
                <a:gd name="connsiteY6" fmla="*/ 58372 h 58479"/>
                <a:gd name="connsiteX7" fmla="*/ 23989 w 52888"/>
                <a:gd name="connsiteY7" fmla="*/ 58372 h 58479"/>
                <a:gd name="connsiteX8" fmla="*/ 41654 w 52888"/>
                <a:gd name="connsiteY8" fmla="*/ 18459 h 58479"/>
                <a:gd name="connsiteX9" fmla="*/ 44403 w 52888"/>
                <a:gd name="connsiteY9" fmla="*/ 24625 h 58479"/>
                <a:gd name="connsiteX10" fmla="*/ 40820 w 52888"/>
                <a:gd name="connsiteY10" fmla="*/ 39873 h 58479"/>
                <a:gd name="connsiteX11" fmla="*/ 37404 w 52888"/>
                <a:gd name="connsiteY11" fmla="*/ 43040 h 58479"/>
                <a:gd name="connsiteX12" fmla="*/ 35321 w 52888"/>
                <a:gd name="connsiteY12" fmla="*/ 44706 h 58479"/>
                <a:gd name="connsiteX13" fmla="*/ 25072 w 52888"/>
                <a:gd name="connsiteY13" fmla="*/ 49539 h 58479"/>
                <a:gd name="connsiteX14" fmla="*/ 12740 w 52888"/>
                <a:gd name="connsiteY14" fmla="*/ 43540 h 58479"/>
                <a:gd name="connsiteX15" fmla="*/ 9906 w 52888"/>
                <a:gd name="connsiteY15" fmla="*/ 21625 h 58479"/>
                <a:gd name="connsiteX16" fmla="*/ 41654 w 52888"/>
                <a:gd name="connsiteY16" fmla="*/ 18459 h 58479"/>
                <a:gd name="connsiteX17" fmla="*/ 41654 w 52888"/>
                <a:gd name="connsiteY17" fmla="*/ 18459 h 58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2888" h="58479">
                  <a:moveTo>
                    <a:pt x="23989" y="58372"/>
                  </a:moveTo>
                  <a:cubicBezTo>
                    <a:pt x="34404" y="57372"/>
                    <a:pt x="43153" y="49039"/>
                    <a:pt x="49070" y="40957"/>
                  </a:cubicBezTo>
                  <a:cubicBezTo>
                    <a:pt x="51403" y="37790"/>
                    <a:pt x="52903" y="34624"/>
                    <a:pt x="52819" y="30541"/>
                  </a:cubicBezTo>
                  <a:cubicBezTo>
                    <a:pt x="52819" y="30291"/>
                    <a:pt x="52736" y="29958"/>
                    <a:pt x="52736" y="29708"/>
                  </a:cubicBezTo>
                  <a:cubicBezTo>
                    <a:pt x="53153" y="25708"/>
                    <a:pt x="52736" y="21542"/>
                    <a:pt x="51236" y="17625"/>
                  </a:cubicBezTo>
                  <a:cubicBezTo>
                    <a:pt x="43487" y="-2206"/>
                    <a:pt x="17239" y="-6706"/>
                    <a:pt x="5157" y="11376"/>
                  </a:cubicBezTo>
                  <a:cubicBezTo>
                    <a:pt x="-5259" y="26958"/>
                    <a:pt x="-343" y="60622"/>
                    <a:pt x="23989" y="58372"/>
                  </a:cubicBezTo>
                  <a:lnTo>
                    <a:pt x="23989" y="58372"/>
                  </a:lnTo>
                  <a:close/>
                  <a:moveTo>
                    <a:pt x="41654" y="18459"/>
                  </a:moveTo>
                  <a:cubicBezTo>
                    <a:pt x="41820" y="21042"/>
                    <a:pt x="43237" y="22458"/>
                    <a:pt x="44403" y="24625"/>
                  </a:cubicBezTo>
                  <a:cubicBezTo>
                    <a:pt x="45987" y="30541"/>
                    <a:pt x="44320" y="35707"/>
                    <a:pt x="40820" y="39873"/>
                  </a:cubicBezTo>
                  <a:cubicBezTo>
                    <a:pt x="39654" y="40957"/>
                    <a:pt x="38487" y="42040"/>
                    <a:pt x="37404" y="43040"/>
                  </a:cubicBezTo>
                  <a:cubicBezTo>
                    <a:pt x="36737" y="43623"/>
                    <a:pt x="35987" y="44206"/>
                    <a:pt x="35321" y="44706"/>
                  </a:cubicBezTo>
                  <a:cubicBezTo>
                    <a:pt x="32238" y="46789"/>
                    <a:pt x="28655" y="48456"/>
                    <a:pt x="25072" y="49539"/>
                  </a:cubicBezTo>
                  <a:cubicBezTo>
                    <a:pt x="20572" y="50206"/>
                    <a:pt x="16239" y="48789"/>
                    <a:pt x="12740" y="43540"/>
                  </a:cubicBezTo>
                  <a:cubicBezTo>
                    <a:pt x="8323" y="36874"/>
                    <a:pt x="7157" y="29041"/>
                    <a:pt x="9906" y="21625"/>
                  </a:cubicBezTo>
                  <a:cubicBezTo>
                    <a:pt x="15489" y="6626"/>
                    <a:pt x="33488" y="6210"/>
                    <a:pt x="41654" y="18459"/>
                  </a:cubicBezTo>
                  <a:lnTo>
                    <a:pt x="41654" y="18459"/>
                  </a:lnTo>
                  <a:close/>
                </a:path>
              </a:pathLst>
            </a:custGeom>
            <a:grpFill/>
            <a:ln w="8332" cap="flat">
              <a:noFill/>
              <a:prstDash val="solid"/>
              <a:miter/>
            </a:ln>
          </p:spPr>
          <p:txBody>
            <a:bodyPr rtlCol="0" anchor="ctr"/>
            <a:lstStyle/>
            <a:p>
              <a:endParaRPr lang="en-US"/>
            </a:p>
          </p:txBody>
        </p:sp>
        <p:sp>
          <p:nvSpPr>
            <p:cNvPr id="1396" name="Freeform: Shape 1395"/>
            <p:cNvSpPr/>
            <p:nvPr/>
          </p:nvSpPr>
          <p:spPr>
            <a:xfrm>
              <a:off x="147897" y="893803"/>
              <a:ext cx="52960" cy="58486"/>
            </a:xfrm>
            <a:custGeom>
              <a:avLst/>
              <a:gdLst>
                <a:gd name="connsiteX0" fmla="*/ 24026 w 52960"/>
                <a:gd name="connsiteY0" fmla="*/ 58372 h 58486"/>
                <a:gd name="connsiteX1" fmla="*/ 49107 w 52960"/>
                <a:gd name="connsiteY1" fmla="*/ 40957 h 58486"/>
                <a:gd name="connsiteX2" fmla="*/ 52856 w 52960"/>
                <a:gd name="connsiteY2" fmla="*/ 30541 h 58486"/>
                <a:gd name="connsiteX3" fmla="*/ 52773 w 52960"/>
                <a:gd name="connsiteY3" fmla="*/ 29708 h 58486"/>
                <a:gd name="connsiteX4" fmla="*/ 51273 w 52960"/>
                <a:gd name="connsiteY4" fmla="*/ 17625 h 58486"/>
                <a:gd name="connsiteX5" fmla="*/ 5194 w 52960"/>
                <a:gd name="connsiteY5" fmla="*/ 11376 h 58486"/>
                <a:gd name="connsiteX6" fmla="*/ 24026 w 52960"/>
                <a:gd name="connsiteY6" fmla="*/ 58372 h 58486"/>
                <a:gd name="connsiteX7" fmla="*/ 24026 w 52960"/>
                <a:gd name="connsiteY7" fmla="*/ 58372 h 58486"/>
                <a:gd name="connsiteX8" fmla="*/ 41691 w 52960"/>
                <a:gd name="connsiteY8" fmla="*/ 18542 h 58486"/>
                <a:gd name="connsiteX9" fmla="*/ 44440 w 52960"/>
                <a:gd name="connsiteY9" fmla="*/ 24708 h 58486"/>
                <a:gd name="connsiteX10" fmla="*/ 40857 w 52960"/>
                <a:gd name="connsiteY10" fmla="*/ 39957 h 58486"/>
                <a:gd name="connsiteX11" fmla="*/ 37441 w 52960"/>
                <a:gd name="connsiteY11" fmla="*/ 43123 h 58486"/>
                <a:gd name="connsiteX12" fmla="*/ 35358 w 52960"/>
                <a:gd name="connsiteY12" fmla="*/ 44790 h 58486"/>
                <a:gd name="connsiteX13" fmla="*/ 25109 w 52960"/>
                <a:gd name="connsiteY13" fmla="*/ 49623 h 58486"/>
                <a:gd name="connsiteX14" fmla="*/ 12777 w 52960"/>
                <a:gd name="connsiteY14" fmla="*/ 43623 h 58486"/>
                <a:gd name="connsiteX15" fmla="*/ 9943 w 52960"/>
                <a:gd name="connsiteY15" fmla="*/ 21708 h 58486"/>
                <a:gd name="connsiteX16" fmla="*/ 41691 w 52960"/>
                <a:gd name="connsiteY16" fmla="*/ 18542 h 58486"/>
                <a:gd name="connsiteX17" fmla="*/ 41691 w 52960"/>
                <a:gd name="connsiteY17" fmla="*/ 18542 h 58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2960" h="58486">
                  <a:moveTo>
                    <a:pt x="24026" y="58372"/>
                  </a:moveTo>
                  <a:cubicBezTo>
                    <a:pt x="34441" y="57372"/>
                    <a:pt x="43190" y="49039"/>
                    <a:pt x="49107" y="40957"/>
                  </a:cubicBezTo>
                  <a:cubicBezTo>
                    <a:pt x="51440" y="37790"/>
                    <a:pt x="52940" y="34624"/>
                    <a:pt x="52856" y="30541"/>
                  </a:cubicBezTo>
                  <a:cubicBezTo>
                    <a:pt x="52856" y="30291"/>
                    <a:pt x="52773" y="29958"/>
                    <a:pt x="52773" y="29708"/>
                  </a:cubicBezTo>
                  <a:cubicBezTo>
                    <a:pt x="53273" y="25708"/>
                    <a:pt x="52773" y="21542"/>
                    <a:pt x="51273" y="17625"/>
                  </a:cubicBezTo>
                  <a:cubicBezTo>
                    <a:pt x="43524" y="-2206"/>
                    <a:pt x="17276" y="-6706"/>
                    <a:pt x="5194" y="11376"/>
                  </a:cubicBezTo>
                  <a:cubicBezTo>
                    <a:pt x="-5305" y="27041"/>
                    <a:pt x="-306" y="60705"/>
                    <a:pt x="24026" y="58372"/>
                  </a:cubicBezTo>
                  <a:lnTo>
                    <a:pt x="24026" y="58372"/>
                  </a:lnTo>
                  <a:close/>
                  <a:moveTo>
                    <a:pt x="41691" y="18542"/>
                  </a:moveTo>
                  <a:cubicBezTo>
                    <a:pt x="41857" y="21125"/>
                    <a:pt x="43274" y="22542"/>
                    <a:pt x="44440" y="24708"/>
                  </a:cubicBezTo>
                  <a:cubicBezTo>
                    <a:pt x="46024" y="30624"/>
                    <a:pt x="44357" y="35790"/>
                    <a:pt x="40857" y="39957"/>
                  </a:cubicBezTo>
                  <a:cubicBezTo>
                    <a:pt x="39691" y="41040"/>
                    <a:pt x="38524" y="42123"/>
                    <a:pt x="37441" y="43123"/>
                  </a:cubicBezTo>
                  <a:cubicBezTo>
                    <a:pt x="36774" y="43706"/>
                    <a:pt x="36024" y="44290"/>
                    <a:pt x="35358" y="44790"/>
                  </a:cubicBezTo>
                  <a:cubicBezTo>
                    <a:pt x="32275" y="46873"/>
                    <a:pt x="28692" y="48539"/>
                    <a:pt x="25109" y="49623"/>
                  </a:cubicBezTo>
                  <a:cubicBezTo>
                    <a:pt x="20609" y="50289"/>
                    <a:pt x="16276" y="48873"/>
                    <a:pt x="12777" y="43623"/>
                  </a:cubicBezTo>
                  <a:cubicBezTo>
                    <a:pt x="8360" y="36957"/>
                    <a:pt x="7110" y="29124"/>
                    <a:pt x="9943" y="21708"/>
                  </a:cubicBezTo>
                  <a:cubicBezTo>
                    <a:pt x="15526" y="6793"/>
                    <a:pt x="33608" y="6210"/>
                    <a:pt x="41691" y="18542"/>
                  </a:cubicBezTo>
                  <a:lnTo>
                    <a:pt x="41691" y="18542"/>
                  </a:lnTo>
                  <a:close/>
                </a:path>
              </a:pathLst>
            </a:custGeom>
            <a:grpFill/>
            <a:ln w="8332" cap="flat">
              <a:noFill/>
              <a:prstDash val="solid"/>
              <a:miter/>
            </a:ln>
          </p:spPr>
          <p:txBody>
            <a:bodyPr rtlCol="0" anchor="ctr"/>
            <a:lstStyle/>
            <a:p>
              <a:endParaRPr lang="en-US"/>
            </a:p>
          </p:txBody>
        </p:sp>
        <p:sp>
          <p:nvSpPr>
            <p:cNvPr id="1397" name="Freeform: Shape 1396"/>
            <p:cNvSpPr/>
            <p:nvPr/>
          </p:nvSpPr>
          <p:spPr>
            <a:xfrm>
              <a:off x="68524" y="1088535"/>
              <a:ext cx="52888" cy="58479"/>
            </a:xfrm>
            <a:custGeom>
              <a:avLst/>
              <a:gdLst>
                <a:gd name="connsiteX0" fmla="*/ 23988 w 52888"/>
                <a:gd name="connsiteY0" fmla="*/ 58372 h 58479"/>
                <a:gd name="connsiteX1" fmla="*/ 49070 w 52888"/>
                <a:gd name="connsiteY1" fmla="*/ 40956 h 58479"/>
                <a:gd name="connsiteX2" fmla="*/ 52819 w 52888"/>
                <a:gd name="connsiteY2" fmla="*/ 30541 h 58479"/>
                <a:gd name="connsiteX3" fmla="*/ 52736 w 52888"/>
                <a:gd name="connsiteY3" fmla="*/ 29708 h 58479"/>
                <a:gd name="connsiteX4" fmla="*/ 51236 w 52888"/>
                <a:gd name="connsiteY4" fmla="*/ 17625 h 58479"/>
                <a:gd name="connsiteX5" fmla="*/ 5157 w 52888"/>
                <a:gd name="connsiteY5" fmla="*/ 11376 h 58479"/>
                <a:gd name="connsiteX6" fmla="*/ 23988 w 52888"/>
                <a:gd name="connsiteY6" fmla="*/ 58372 h 58479"/>
                <a:gd name="connsiteX7" fmla="*/ 23988 w 52888"/>
                <a:gd name="connsiteY7" fmla="*/ 58372 h 58479"/>
                <a:gd name="connsiteX8" fmla="*/ 41654 w 52888"/>
                <a:gd name="connsiteY8" fmla="*/ 18542 h 58479"/>
                <a:gd name="connsiteX9" fmla="*/ 44403 w 52888"/>
                <a:gd name="connsiteY9" fmla="*/ 24708 h 58479"/>
                <a:gd name="connsiteX10" fmla="*/ 40820 w 52888"/>
                <a:gd name="connsiteY10" fmla="*/ 39957 h 58479"/>
                <a:gd name="connsiteX11" fmla="*/ 37404 w 52888"/>
                <a:gd name="connsiteY11" fmla="*/ 43123 h 58479"/>
                <a:gd name="connsiteX12" fmla="*/ 35321 w 52888"/>
                <a:gd name="connsiteY12" fmla="*/ 44790 h 58479"/>
                <a:gd name="connsiteX13" fmla="*/ 25072 w 52888"/>
                <a:gd name="connsiteY13" fmla="*/ 49622 h 58479"/>
                <a:gd name="connsiteX14" fmla="*/ 12740 w 52888"/>
                <a:gd name="connsiteY14" fmla="*/ 43623 h 58479"/>
                <a:gd name="connsiteX15" fmla="*/ 9906 w 52888"/>
                <a:gd name="connsiteY15" fmla="*/ 21708 h 58479"/>
                <a:gd name="connsiteX16" fmla="*/ 41654 w 52888"/>
                <a:gd name="connsiteY16" fmla="*/ 18542 h 58479"/>
                <a:gd name="connsiteX17" fmla="*/ 41654 w 52888"/>
                <a:gd name="connsiteY17" fmla="*/ 18542 h 58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2888" h="58479">
                  <a:moveTo>
                    <a:pt x="23988" y="58372"/>
                  </a:moveTo>
                  <a:cubicBezTo>
                    <a:pt x="34404" y="57372"/>
                    <a:pt x="43153" y="49039"/>
                    <a:pt x="49070" y="40956"/>
                  </a:cubicBezTo>
                  <a:cubicBezTo>
                    <a:pt x="51403" y="37790"/>
                    <a:pt x="52903" y="34624"/>
                    <a:pt x="52819" y="30541"/>
                  </a:cubicBezTo>
                  <a:cubicBezTo>
                    <a:pt x="52819" y="30291"/>
                    <a:pt x="52736" y="30041"/>
                    <a:pt x="52736" y="29708"/>
                  </a:cubicBezTo>
                  <a:cubicBezTo>
                    <a:pt x="53153" y="25708"/>
                    <a:pt x="52736" y="21542"/>
                    <a:pt x="51236" y="17625"/>
                  </a:cubicBezTo>
                  <a:cubicBezTo>
                    <a:pt x="43487" y="-2206"/>
                    <a:pt x="17239" y="-6706"/>
                    <a:pt x="5157" y="11376"/>
                  </a:cubicBezTo>
                  <a:cubicBezTo>
                    <a:pt x="-5259" y="27041"/>
                    <a:pt x="-343" y="60621"/>
                    <a:pt x="23988" y="58372"/>
                  </a:cubicBezTo>
                  <a:lnTo>
                    <a:pt x="23988" y="58372"/>
                  </a:lnTo>
                  <a:close/>
                  <a:moveTo>
                    <a:pt x="41654" y="18542"/>
                  </a:moveTo>
                  <a:cubicBezTo>
                    <a:pt x="41820" y="21125"/>
                    <a:pt x="43237" y="22542"/>
                    <a:pt x="44403" y="24708"/>
                  </a:cubicBezTo>
                  <a:cubicBezTo>
                    <a:pt x="45987" y="30624"/>
                    <a:pt x="44320" y="35790"/>
                    <a:pt x="40820" y="39957"/>
                  </a:cubicBezTo>
                  <a:cubicBezTo>
                    <a:pt x="39654" y="41040"/>
                    <a:pt x="38487" y="42123"/>
                    <a:pt x="37404" y="43123"/>
                  </a:cubicBezTo>
                  <a:cubicBezTo>
                    <a:pt x="36737" y="43706"/>
                    <a:pt x="35987" y="44290"/>
                    <a:pt x="35321" y="44790"/>
                  </a:cubicBezTo>
                  <a:cubicBezTo>
                    <a:pt x="32238" y="46873"/>
                    <a:pt x="28655" y="48539"/>
                    <a:pt x="25072" y="49622"/>
                  </a:cubicBezTo>
                  <a:cubicBezTo>
                    <a:pt x="20572" y="50289"/>
                    <a:pt x="16239" y="48873"/>
                    <a:pt x="12740" y="43623"/>
                  </a:cubicBezTo>
                  <a:cubicBezTo>
                    <a:pt x="8323" y="36957"/>
                    <a:pt x="7073" y="29124"/>
                    <a:pt x="9906" y="21708"/>
                  </a:cubicBezTo>
                  <a:cubicBezTo>
                    <a:pt x="15489" y="6710"/>
                    <a:pt x="33571" y="6210"/>
                    <a:pt x="41654" y="18542"/>
                  </a:cubicBezTo>
                  <a:lnTo>
                    <a:pt x="41654" y="18542"/>
                  </a:lnTo>
                  <a:close/>
                </a:path>
              </a:pathLst>
            </a:custGeom>
            <a:grpFill/>
            <a:ln w="8332" cap="flat">
              <a:noFill/>
              <a:prstDash val="solid"/>
              <a:miter/>
            </a:ln>
          </p:spPr>
          <p:txBody>
            <a:bodyPr rtlCol="0" anchor="ctr"/>
            <a:lstStyle/>
            <a:p>
              <a:endParaRPr lang="en-US"/>
            </a:p>
          </p:txBody>
        </p:sp>
        <p:sp>
          <p:nvSpPr>
            <p:cNvPr id="1398" name="Freeform: Shape 1397"/>
            <p:cNvSpPr/>
            <p:nvPr/>
          </p:nvSpPr>
          <p:spPr>
            <a:xfrm>
              <a:off x="117103" y="637243"/>
              <a:ext cx="52888" cy="58479"/>
            </a:xfrm>
            <a:custGeom>
              <a:avLst/>
              <a:gdLst>
                <a:gd name="connsiteX0" fmla="*/ 23988 w 52888"/>
                <a:gd name="connsiteY0" fmla="*/ 58372 h 58479"/>
                <a:gd name="connsiteX1" fmla="*/ 49070 w 52888"/>
                <a:gd name="connsiteY1" fmla="*/ 40957 h 58479"/>
                <a:gd name="connsiteX2" fmla="*/ 52819 w 52888"/>
                <a:gd name="connsiteY2" fmla="*/ 30541 h 58479"/>
                <a:gd name="connsiteX3" fmla="*/ 52736 w 52888"/>
                <a:gd name="connsiteY3" fmla="*/ 29708 h 58479"/>
                <a:gd name="connsiteX4" fmla="*/ 51236 w 52888"/>
                <a:gd name="connsiteY4" fmla="*/ 17625 h 58479"/>
                <a:gd name="connsiteX5" fmla="*/ 5157 w 52888"/>
                <a:gd name="connsiteY5" fmla="*/ 11376 h 58479"/>
                <a:gd name="connsiteX6" fmla="*/ 23988 w 52888"/>
                <a:gd name="connsiteY6" fmla="*/ 58372 h 58479"/>
                <a:gd name="connsiteX7" fmla="*/ 23988 w 52888"/>
                <a:gd name="connsiteY7" fmla="*/ 58372 h 58479"/>
                <a:gd name="connsiteX8" fmla="*/ 41737 w 52888"/>
                <a:gd name="connsiteY8" fmla="*/ 18542 h 58479"/>
                <a:gd name="connsiteX9" fmla="*/ 44487 w 52888"/>
                <a:gd name="connsiteY9" fmla="*/ 24708 h 58479"/>
                <a:gd name="connsiteX10" fmla="*/ 40904 w 52888"/>
                <a:gd name="connsiteY10" fmla="*/ 39957 h 58479"/>
                <a:gd name="connsiteX11" fmla="*/ 37487 w 52888"/>
                <a:gd name="connsiteY11" fmla="*/ 43123 h 58479"/>
                <a:gd name="connsiteX12" fmla="*/ 35404 w 52888"/>
                <a:gd name="connsiteY12" fmla="*/ 44790 h 58479"/>
                <a:gd name="connsiteX13" fmla="*/ 25155 w 52888"/>
                <a:gd name="connsiteY13" fmla="*/ 49622 h 58479"/>
                <a:gd name="connsiteX14" fmla="*/ 12823 w 52888"/>
                <a:gd name="connsiteY14" fmla="*/ 43623 h 58479"/>
                <a:gd name="connsiteX15" fmla="*/ 9990 w 52888"/>
                <a:gd name="connsiteY15" fmla="*/ 21708 h 58479"/>
                <a:gd name="connsiteX16" fmla="*/ 41737 w 52888"/>
                <a:gd name="connsiteY16" fmla="*/ 18542 h 58479"/>
                <a:gd name="connsiteX17" fmla="*/ 41737 w 52888"/>
                <a:gd name="connsiteY17" fmla="*/ 18542 h 58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2888" h="58479">
                  <a:moveTo>
                    <a:pt x="23988" y="58372"/>
                  </a:moveTo>
                  <a:cubicBezTo>
                    <a:pt x="34404" y="57372"/>
                    <a:pt x="43153" y="49039"/>
                    <a:pt x="49070" y="40957"/>
                  </a:cubicBezTo>
                  <a:cubicBezTo>
                    <a:pt x="51403" y="37790"/>
                    <a:pt x="52903" y="34624"/>
                    <a:pt x="52819" y="30541"/>
                  </a:cubicBezTo>
                  <a:cubicBezTo>
                    <a:pt x="52819" y="30291"/>
                    <a:pt x="52736" y="29958"/>
                    <a:pt x="52736" y="29708"/>
                  </a:cubicBezTo>
                  <a:cubicBezTo>
                    <a:pt x="53153" y="25708"/>
                    <a:pt x="52736" y="21542"/>
                    <a:pt x="51236" y="17625"/>
                  </a:cubicBezTo>
                  <a:cubicBezTo>
                    <a:pt x="43487" y="-2206"/>
                    <a:pt x="17239" y="-6706"/>
                    <a:pt x="5157" y="11376"/>
                  </a:cubicBezTo>
                  <a:cubicBezTo>
                    <a:pt x="-5259" y="26958"/>
                    <a:pt x="-343" y="60622"/>
                    <a:pt x="23988" y="58372"/>
                  </a:cubicBezTo>
                  <a:lnTo>
                    <a:pt x="23988" y="58372"/>
                  </a:lnTo>
                  <a:close/>
                  <a:moveTo>
                    <a:pt x="41737" y="18542"/>
                  </a:moveTo>
                  <a:cubicBezTo>
                    <a:pt x="41904" y="21125"/>
                    <a:pt x="43320" y="22542"/>
                    <a:pt x="44487" y="24708"/>
                  </a:cubicBezTo>
                  <a:cubicBezTo>
                    <a:pt x="46070" y="30624"/>
                    <a:pt x="44403" y="35790"/>
                    <a:pt x="40904" y="39957"/>
                  </a:cubicBezTo>
                  <a:cubicBezTo>
                    <a:pt x="39737" y="41040"/>
                    <a:pt x="38570" y="42123"/>
                    <a:pt x="37487" y="43123"/>
                  </a:cubicBezTo>
                  <a:cubicBezTo>
                    <a:pt x="36821" y="43706"/>
                    <a:pt x="36071" y="44290"/>
                    <a:pt x="35404" y="44790"/>
                  </a:cubicBezTo>
                  <a:cubicBezTo>
                    <a:pt x="32321" y="46873"/>
                    <a:pt x="28738" y="48539"/>
                    <a:pt x="25155" y="49622"/>
                  </a:cubicBezTo>
                  <a:cubicBezTo>
                    <a:pt x="20655" y="50289"/>
                    <a:pt x="16323" y="48873"/>
                    <a:pt x="12823" y="43623"/>
                  </a:cubicBezTo>
                  <a:cubicBezTo>
                    <a:pt x="8407" y="36957"/>
                    <a:pt x="7240" y="29124"/>
                    <a:pt x="9990" y="21708"/>
                  </a:cubicBezTo>
                  <a:cubicBezTo>
                    <a:pt x="15489" y="6710"/>
                    <a:pt x="33571" y="6210"/>
                    <a:pt x="41737" y="18542"/>
                  </a:cubicBezTo>
                  <a:lnTo>
                    <a:pt x="41737" y="18542"/>
                  </a:lnTo>
                  <a:close/>
                </a:path>
              </a:pathLst>
            </a:custGeom>
            <a:grpFill/>
            <a:ln w="8332" cap="flat">
              <a:noFill/>
              <a:prstDash val="solid"/>
              <a:miter/>
            </a:ln>
          </p:spPr>
          <p:txBody>
            <a:bodyPr rtlCol="0" anchor="ctr"/>
            <a:lstStyle/>
            <a:p>
              <a:endParaRPr lang="en-US"/>
            </a:p>
          </p:txBody>
        </p:sp>
        <p:sp>
          <p:nvSpPr>
            <p:cNvPr id="1399" name="Freeform: Shape 1398"/>
            <p:cNvSpPr/>
            <p:nvPr/>
          </p:nvSpPr>
          <p:spPr>
            <a:xfrm>
              <a:off x="268983" y="695609"/>
              <a:ext cx="59216" cy="136167"/>
            </a:xfrm>
            <a:custGeom>
              <a:avLst/>
              <a:gdLst>
                <a:gd name="connsiteX0" fmla="*/ 9763 w 59216"/>
                <a:gd name="connsiteY0" fmla="*/ 40585 h 136167"/>
                <a:gd name="connsiteX1" fmla="*/ 26012 w 59216"/>
                <a:gd name="connsiteY1" fmla="*/ 76831 h 136167"/>
                <a:gd name="connsiteX2" fmla="*/ 30428 w 59216"/>
                <a:gd name="connsiteY2" fmla="*/ 108078 h 136167"/>
                <a:gd name="connsiteX3" fmla="*/ 44593 w 59216"/>
                <a:gd name="connsiteY3" fmla="*/ 136076 h 136167"/>
                <a:gd name="connsiteX4" fmla="*/ 59175 w 59216"/>
                <a:gd name="connsiteY4" fmla="*/ 103995 h 136167"/>
                <a:gd name="connsiteX5" fmla="*/ 58092 w 59216"/>
                <a:gd name="connsiteY5" fmla="*/ 76165 h 136167"/>
                <a:gd name="connsiteX6" fmla="*/ 57176 w 59216"/>
                <a:gd name="connsiteY6" fmla="*/ 60249 h 136167"/>
                <a:gd name="connsiteX7" fmla="*/ 41177 w 59216"/>
                <a:gd name="connsiteY7" fmla="*/ 15004 h 136167"/>
                <a:gd name="connsiteX8" fmla="*/ 4097 w 59216"/>
                <a:gd name="connsiteY8" fmla="*/ 4921 h 136167"/>
                <a:gd name="connsiteX9" fmla="*/ 9763 w 59216"/>
                <a:gd name="connsiteY9" fmla="*/ 40585 h 136167"/>
                <a:gd name="connsiteX10" fmla="*/ 9763 w 59216"/>
                <a:gd name="connsiteY10" fmla="*/ 40585 h 136167"/>
                <a:gd name="connsiteX11" fmla="*/ 17263 w 59216"/>
                <a:gd name="connsiteY11" fmla="*/ 10004 h 136167"/>
                <a:gd name="connsiteX12" fmla="*/ 46010 w 59216"/>
                <a:gd name="connsiteY12" fmla="*/ 47501 h 136167"/>
                <a:gd name="connsiteX13" fmla="*/ 49260 w 59216"/>
                <a:gd name="connsiteY13" fmla="*/ 67749 h 136167"/>
                <a:gd name="connsiteX14" fmla="*/ 50343 w 59216"/>
                <a:gd name="connsiteY14" fmla="*/ 84331 h 136167"/>
                <a:gd name="connsiteX15" fmla="*/ 51176 w 59216"/>
                <a:gd name="connsiteY15" fmla="*/ 104245 h 136167"/>
                <a:gd name="connsiteX16" fmla="*/ 49343 w 59216"/>
                <a:gd name="connsiteY16" fmla="*/ 119244 h 136167"/>
                <a:gd name="connsiteX17" fmla="*/ 39427 w 59216"/>
                <a:gd name="connsiteY17" fmla="*/ 118494 h 136167"/>
                <a:gd name="connsiteX18" fmla="*/ 38094 w 59216"/>
                <a:gd name="connsiteY18" fmla="*/ 96913 h 136167"/>
                <a:gd name="connsiteX19" fmla="*/ 35511 w 59216"/>
                <a:gd name="connsiteY19" fmla="*/ 76331 h 136167"/>
                <a:gd name="connsiteX20" fmla="*/ 27845 w 59216"/>
                <a:gd name="connsiteY20" fmla="*/ 48917 h 136167"/>
                <a:gd name="connsiteX21" fmla="*/ 19596 w 59216"/>
                <a:gd name="connsiteY21" fmla="*/ 38168 h 136167"/>
                <a:gd name="connsiteX22" fmla="*/ 17263 w 59216"/>
                <a:gd name="connsiteY22" fmla="*/ 10004 h 136167"/>
                <a:gd name="connsiteX23" fmla="*/ 17263 w 59216"/>
                <a:gd name="connsiteY23" fmla="*/ 10004 h 136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9216" h="136167">
                  <a:moveTo>
                    <a:pt x="9763" y="40585"/>
                  </a:moveTo>
                  <a:cubicBezTo>
                    <a:pt x="18512" y="52917"/>
                    <a:pt x="23595" y="61499"/>
                    <a:pt x="26012" y="76831"/>
                  </a:cubicBezTo>
                  <a:cubicBezTo>
                    <a:pt x="27678" y="87247"/>
                    <a:pt x="29428" y="97663"/>
                    <a:pt x="30428" y="108078"/>
                  </a:cubicBezTo>
                  <a:cubicBezTo>
                    <a:pt x="31178" y="116328"/>
                    <a:pt x="30595" y="137742"/>
                    <a:pt x="44593" y="136076"/>
                  </a:cubicBezTo>
                  <a:cubicBezTo>
                    <a:pt x="58009" y="134493"/>
                    <a:pt x="59009" y="113661"/>
                    <a:pt x="59175" y="103995"/>
                  </a:cubicBezTo>
                  <a:cubicBezTo>
                    <a:pt x="59342" y="94830"/>
                    <a:pt x="59009" y="85414"/>
                    <a:pt x="58092" y="76165"/>
                  </a:cubicBezTo>
                  <a:cubicBezTo>
                    <a:pt x="57842" y="70749"/>
                    <a:pt x="57509" y="65416"/>
                    <a:pt x="57176" y="60249"/>
                  </a:cubicBezTo>
                  <a:cubicBezTo>
                    <a:pt x="56092" y="43584"/>
                    <a:pt x="51759" y="28336"/>
                    <a:pt x="41177" y="15004"/>
                  </a:cubicBezTo>
                  <a:cubicBezTo>
                    <a:pt x="33511" y="5254"/>
                    <a:pt x="15513" y="-6994"/>
                    <a:pt x="4097" y="4921"/>
                  </a:cubicBezTo>
                  <a:cubicBezTo>
                    <a:pt x="-5235" y="14670"/>
                    <a:pt x="3430" y="31669"/>
                    <a:pt x="9763" y="40585"/>
                  </a:cubicBezTo>
                  <a:lnTo>
                    <a:pt x="9763" y="40585"/>
                  </a:lnTo>
                  <a:close/>
                  <a:moveTo>
                    <a:pt x="17263" y="10004"/>
                  </a:moveTo>
                  <a:cubicBezTo>
                    <a:pt x="32178" y="8671"/>
                    <a:pt x="43593" y="36085"/>
                    <a:pt x="46010" y="47501"/>
                  </a:cubicBezTo>
                  <a:cubicBezTo>
                    <a:pt x="47427" y="54000"/>
                    <a:pt x="48426" y="60833"/>
                    <a:pt x="49260" y="67749"/>
                  </a:cubicBezTo>
                  <a:cubicBezTo>
                    <a:pt x="49760" y="73248"/>
                    <a:pt x="50176" y="78831"/>
                    <a:pt x="50343" y="84331"/>
                  </a:cubicBezTo>
                  <a:cubicBezTo>
                    <a:pt x="50593" y="90997"/>
                    <a:pt x="51343" y="97579"/>
                    <a:pt x="51176" y="104245"/>
                  </a:cubicBezTo>
                  <a:cubicBezTo>
                    <a:pt x="51259" y="109328"/>
                    <a:pt x="50676" y="114328"/>
                    <a:pt x="49343" y="119244"/>
                  </a:cubicBezTo>
                  <a:cubicBezTo>
                    <a:pt x="46010" y="118994"/>
                    <a:pt x="42760" y="118744"/>
                    <a:pt x="39427" y="118494"/>
                  </a:cubicBezTo>
                  <a:cubicBezTo>
                    <a:pt x="37511" y="116578"/>
                    <a:pt x="38427" y="100246"/>
                    <a:pt x="38094" y="96913"/>
                  </a:cubicBezTo>
                  <a:cubicBezTo>
                    <a:pt x="37427" y="90080"/>
                    <a:pt x="36511" y="83164"/>
                    <a:pt x="35511" y="76331"/>
                  </a:cubicBezTo>
                  <a:cubicBezTo>
                    <a:pt x="34094" y="66749"/>
                    <a:pt x="32845" y="57416"/>
                    <a:pt x="27845" y="48917"/>
                  </a:cubicBezTo>
                  <a:cubicBezTo>
                    <a:pt x="25512" y="44917"/>
                    <a:pt x="22512" y="41751"/>
                    <a:pt x="19596" y="38168"/>
                  </a:cubicBezTo>
                  <a:cubicBezTo>
                    <a:pt x="16179" y="33918"/>
                    <a:pt x="-986" y="11670"/>
                    <a:pt x="17263" y="10004"/>
                  </a:cubicBezTo>
                  <a:lnTo>
                    <a:pt x="17263" y="10004"/>
                  </a:lnTo>
                  <a:close/>
                </a:path>
              </a:pathLst>
            </a:custGeom>
            <a:grpFill/>
            <a:ln w="8332" cap="flat">
              <a:noFill/>
              <a:prstDash val="solid"/>
              <a:miter/>
            </a:ln>
          </p:spPr>
          <p:txBody>
            <a:bodyPr rtlCol="0" anchor="ctr"/>
            <a:lstStyle/>
            <a:p>
              <a:endParaRPr lang="en-US"/>
            </a:p>
          </p:txBody>
        </p:sp>
        <p:sp>
          <p:nvSpPr>
            <p:cNvPr id="1400" name="Freeform: Shape 1399"/>
            <p:cNvSpPr/>
            <p:nvPr/>
          </p:nvSpPr>
          <p:spPr>
            <a:xfrm>
              <a:off x="97456" y="767178"/>
              <a:ext cx="79250" cy="103860"/>
            </a:xfrm>
            <a:custGeom>
              <a:avLst/>
              <a:gdLst>
                <a:gd name="connsiteX0" fmla="*/ 306 w 79250"/>
                <a:gd name="connsiteY0" fmla="*/ 93755 h 103860"/>
                <a:gd name="connsiteX1" fmla="*/ 20971 w 79250"/>
                <a:gd name="connsiteY1" fmla="*/ 102088 h 103860"/>
                <a:gd name="connsiteX2" fmla="*/ 44136 w 79250"/>
                <a:gd name="connsiteY2" fmla="*/ 73007 h 103860"/>
                <a:gd name="connsiteX3" fmla="*/ 56885 w 79250"/>
                <a:gd name="connsiteY3" fmla="*/ 43593 h 103860"/>
                <a:gd name="connsiteX4" fmla="*/ 69134 w 79250"/>
                <a:gd name="connsiteY4" fmla="*/ 180 h 103860"/>
                <a:gd name="connsiteX5" fmla="*/ 41886 w 79250"/>
                <a:gd name="connsiteY5" fmla="*/ 15846 h 103860"/>
                <a:gd name="connsiteX6" fmla="*/ 10972 w 79250"/>
                <a:gd name="connsiteY6" fmla="*/ 58008 h 103860"/>
                <a:gd name="connsiteX7" fmla="*/ 306 w 79250"/>
                <a:gd name="connsiteY7" fmla="*/ 93755 h 103860"/>
                <a:gd name="connsiteX8" fmla="*/ 306 w 79250"/>
                <a:gd name="connsiteY8" fmla="*/ 93755 h 103860"/>
                <a:gd name="connsiteX9" fmla="*/ 30970 w 79250"/>
                <a:gd name="connsiteY9" fmla="*/ 41677 h 103860"/>
                <a:gd name="connsiteX10" fmla="*/ 48219 w 79250"/>
                <a:gd name="connsiteY10" fmla="*/ 18679 h 103860"/>
                <a:gd name="connsiteX11" fmla="*/ 59968 w 79250"/>
                <a:gd name="connsiteY11" fmla="*/ 8930 h 103860"/>
                <a:gd name="connsiteX12" fmla="*/ 71883 w 79250"/>
                <a:gd name="connsiteY12" fmla="*/ 15179 h 103860"/>
                <a:gd name="connsiteX13" fmla="*/ 71050 w 79250"/>
                <a:gd name="connsiteY13" fmla="*/ 15429 h 103860"/>
                <a:gd name="connsiteX14" fmla="*/ 39386 w 79250"/>
                <a:gd name="connsiteY14" fmla="*/ 58592 h 103860"/>
                <a:gd name="connsiteX15" fmla="*/ 27471 w 79250"/>
                <a:gd name="connsiteY15" fmla="*/ 85173 h 103860"/>
                <a:gd name="connsiteX16" fmla="*/ 17805 w 79250"/>
                <a:gd name="connsiteY16" fmla="*/ 95172 h 103860"/>
                <a:gd name="connsiteX17" fmla="*/ 6972 w 79250"/>
                <a:gd name="connsiteY17" fmla="*/ 88589 h 103860"/>
                <a:gd name="connsiteX18" fmla="*/ 11555 w 79250"/>
                <a:gd name="connsiteY18" fmla="*/ 73174 h 103860"/>
                <a:gd name="connsiteX19" fmla="*/ 30970 w 79250"/>
                <a:gd name="connsiteY19" fmla="*/ 41677 h 103860"/>
                <a:gd name="connsiteX20" fmla="*/ 30970 w 79250"/>
                <a:gd name="connsiteY20" fmla="*/ 41677 h 103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9250" h="103860">
                  <a:moveTo>
                    <a:pt x="306" y="93755"/>
                  </a:moveTo>
                  <a:cubicBezTo>
                    <a:pt x="2140" y="104088"/>
                    <a:pt x="12555" y="105754"/>
                    <a:pt x="20971" y="102088"/>
                  </a:cubicBezTo>
                  <a:cubicBezTo>
                    <a:pt x="32387" y="97172"/>
                    <a:pt x="39636" y="83756"/>
                    <a:pt x="44136" y="73007"/>
                  </a:cubicBezTo>
                  <a:cubicBezTo>
                    <a:pt x="48302" y="63008"/>
                    <a:pt x="52218" y="53092"/>
                    <a:pt x="56885" y="43593"/>
                  </a:cubicBezTo>
                  <a:cubicBezTo>
                    <a:pt x="66467" y="32927"/>
                    <a:pt x="93965" y="4097"/>
                    <a:pt x="69134" y="180"/>
                  </a:cubicBezTo>
                  <a:cubicBezTo>
                    <a:pt x="58468" y="-1486"/>
                    <a:pt x="48219" y="8763"/>
                    <a:pt x="41886" y="15846"/>
                  </a:cubicBezTo>
                  <a:cubicBezTo>
                    <a:pt x="30887" y="28261"/>
                    <a:pt x="19138" y="43510"/>
                    <a:pt x="10972" y="58008"/>
                  </a:cubicBezTo>
                  <a:cubicBezTo>
                    <a:pt x="5889" y="67091"/>
                    <a:pt x="-1610" y="83173"/>
                    <a:pt x="306" y="93755"/>
                  </a:cubicBezTo>
                  <a:lnTo>
                    <a:pt x="306" y="93755"/>
                  </a:lnTo>
                  <a:close/>
                  <a:moveTo>
                    <a:pt x="30970" y="41677"/>
                  </a:moveTo>
                  <a:cubicBezTo>
                    <a:pt x="36803" y="34177"/>
                    <a:pt x="41636" y="25595"/>
                    <a:pt x="48219" y="18679"/>
                  </a:cubicBezTo>
                  <a:cubicBezTo>
                    <a:pt x="51135" y="15679"/>
                    <a:pt x="55801" y="10179"/>
                    <a:pt x="59968" y="8930"/>
                  </a:cubicBezTo>
                  <a:cubicBezTo>
                    <a:pt x="69967" y="8263"/>
                    <a:pt x="73966" y="10263"/>
                    <a:pt x="71883" y="15179"/>
                  </a:cubicBezTo>
                  <a:cubicBezTo>
                    <a:pt x="71633" y="15179"/>
                    <a:pt x="71300" y="15262"/>
                    <a:pt x="71050" y="15429"/>
                  </a:cubicBezTo>
                  <a:cubicBezTo>
                    <a:pt x="55718" y="27011"/>
                    <a:pt x="46302" y="40677"/>
                    <a:pt x="39386" y="58592"/>
                  </a:cubicBezTo>
                  <a:cubicBezTo>
                    <a:pt x="35887" y="67591"/>
                    <a:pt x="32804" y="77007"/>
                    <a:pt x="27471" y="85173"/>
                  </a:cubicBezTo>
                  <a:cubicBezTo>
                    <a:pt x="25054" y="89256"/>
                    <a:pt x="21804" y="92589"/>
                    <a:pt x="17805" y="95172"/>
                  </a:cubicBezTo>
                  <a:cubicBezTo>
                    <a:pt x="14222" y="93005"/>
                    <a:pt x="10555" y="90755"/>
                    <a:pt x="6972" y="88589"/>
                  </a:cubicBezTo>
                  <a:cubicBezTo>
                    <a:pt x="5639" y="85839"/>
                    <a:pt x="10472" y="75923"/>
                    <a:pt x="11555" y="73174"/>
                  </a:cubicBezTo>
                  <a:cubicBezTo>
                    <a:pt x="16055" y="61258"/>
                    <a:pt x="23221" y="51676"/>
                    <a:pt x="30970" y="41677"/>
                  </a:cubicBezTo>
                  <a:lnTo>
                    <a:pt x="30970" y="41677"/>
                  </a:lnTo>
                  <a:close/>
                </a:path>
              </a:pathLst>
            </a:custGeom>
            <a:grpFill/>
            <a:ln w="8332" cap="flat">
              <a:noFill/>
              <a:prstDash val="solid"/>
              <a:miter/>
            </a:ln>
          </p:spPr>
          <p:txBody>
            <a:bodyPr rtlCol="0" anchor="ctr"/>
            <a:lstStyle/>
            <a:p>
              <a:endParaRPr lang="en-US"/>
            </a:p>
          </p:txBody>
        </p:sp>
        <p:sp>
          <p:nvSpPr>
            <p:cNvPr id="1401" name="Freeform: Shape 1400"/>
            <p:cNvSpPr/>
            <p:nvPr/>
          </p:nvSpPr>
          <p:spPr>
            <a:xfrm>
              <a:off x="4907412" y="1655111"/>
              <a:ext cx="166" cy="499"/>
            </a:xfrm>
            <a:custGeom>
              <a:avLst/>
              <a:gdLst>
                <a:gd name="connsiteX0" fmla="*/ 0 w 166"/>
                <a:gd name="connsiteY0" fmla="*/ 0 h 499"/>
                <a:gd name="connsiteX1" fmla="*/ 167 w 166"/>
                <a:gd name="connsiteY1" fmla="*/ 500 h 499"/>
                <a:gd name="connsiteX2" fmla="*/ 0 w 166"/>
                <a:gd name="connsiteY2" fmla="*/ 0 h 499"/>
                <a:gd name="connsiteX3" fmla="*/ 0 w 166"/>
                <a:gd name="connsiteY3" fmla="*/ 0 h 499"/>
              </a:gdLst>
              <a:ahLst/>
              <a:cxnLst>
                <a:cxn ang="0">
                  <a:pos x="connsiteX0" y="connsiteY0"/>
                </a:cxn>
                <a:cxn ang="0">
                  <a:pos x="connsiteX1" y="connsiteY1"/>
                </a:cxn>
                <a:cxn ang="0">
                  <a:pos x="connsiteX2" y="connsiteY2"/>
                </a:cxn>
                <a:cxn ang="0">
                  <a:pos x="connsiteX3" y="connsiteY3"/>
                </a:cxn>
              </a:cxnLst>
              <a:rect l="l" t="t" r="r" b="b"/>
              <a:pathLst>
                <a:path w="166" h="499">
                  <a:moveTo>
                    <a:pt x="0" y="0"/>
                  </a:moveTo>
                  <a:cubicBezTo>
                    <a:pt x="0" y="83"/>
                    <a:pt x="83" y="167"/>
                    <a:pt x="167" y="500"/>
                  </a:cubicBezTo>
                  <a:cubicBezTo>
                    <a:pt x="83" y="333"/>
                    <a:pt x="83" y="167"/>
                    <a:pt x="0" y="0"/>
                  </a:cubicBezTo>
                  <a:lnTo>
                    <a:pt x="0" y="0"/>
                  </a:lnTo>
                  <a:close/>
                </a:path>
              </a:pathLst>
            </a:custGeom>
            <a:grpFill/>
            <a:ln w="8332" cap="flat">
              <a:noFill/>
              <a:prstDash val="solid"/>
              <a:miter/>
            </a:ln>
          </p:spPr>
          <p:txBody>
            <a:bodyPr rtlCol="0" anchor="ctr"/>
            <a:lstStyle/>
            <a:p>
              <a:endParaRPr lang="en-US"/>
            </a:p>
          </p:txBody>
        </p:sp>
        <p:sp>
          <p:nvSpPr>
            <p:cNvPr id="1402" name="Freeform: Shape 1401"/>
            <p:cNvSpPr/>
            <p:nvPr/>
          </p:nvSpPr>
          <p:spPr>
            <a:xfrm>
              <a:off x="4875995" y="1379600"/>
              <a:ext cx="569137" cy="398781"/>
            </a:xfrm>
            <a:custGeom>
              <a:avLst/>
              <a:gdLst>
                <a:gd name="connsiteX0" fmla="*/ 532039 w 569137"/>
                <a:gd name="connsiteY0" fmla="*/ 107443 h 398781"/>
                <a:gd name="connsiteX1" fmla="*/ 449546 w 569137"/>
                <a:gd name="connsiteY1" fmla="*/ 48032 h 398781"/>
                <a:gd name="connsiteX2" fmla="*/ 398051 w 569137"/>
                <a:gd name="connsiteY2" fmla="*/ 36616 h 398781"/>
                <a:gd name="connsiteX3" fmla="*/ 385719 w 569137"/>
                <a:gd name="connsiteY3" fmla="*/ 36366 h 398781"/>
                <a:gd name="connsiteX4" fmla="*/ 382886 w 569137"/>
                <a:gd name="connsiteY4" fmla="*/ 33199 h 398781"/>
                <a:gd name="connsiteX5" fmla="*/ 143658 w 569137"/>
                <a:gd name="connsiteY5" fmla="*/ 21867 h 398781"/>
                <a:gd name="connsiteX6" fmla="*/ 49916 w 569137"/>
                <a:gd name="connsiteY6" fmla="*/ 91278 h 398781"/>
                <a:gd name="connsiteX7" fmla="*/ 2753 w 569137"/>
                <a:gd name="connsiteY7" fmla="*/ 212683 h 398781"/>
                <a:gd name="connsiteX8" fmla="*/ 1170 w 569137"/>
                <a:gd name="connsiteY8" fmla="*/ 269345 h 398781"/>
                <a:gd name="connsiteX9" fmla="*/ 11002 w 569137"/>
                <a:gd name="connsiteY9" fmla="*/ 334422 h 398781"/>
                <a:gd name="connsiteX10" fmla="*/ 34167 w 569137"/>
                <a:gd name="connsiteY10" fmla="*/ 368003 h 398781"/>
                <a:gd name="connsiteX11" fmla="*/ 43416 w 569137"/>
                <a:gd name="connsiteY11" fmla="*/ 375835 h 398781"/>
                <a:gd name="connsiteX12" fmla="*/ 86246 w 569137"/>
                <a:gd name="connsiteY12" fmla="*/ 394250 h 398781"/>
                <a:gd name="connsiteX13" fmla="*/ 189903 w 569137"/>
                <a:gd name="connsiteY13" fmla="*/ 396500 h 398781"/>
                <a:gd name="connsiteX14" fmla="*/ 394718 w 569137"/>
                <a:gd name="connsiteY14" fmla="*/ 363503 h 398781"/>
                <a:gd name="connsiteX15" fmla="*/ 552371 w 569137"/>
                <a:gd name="connsiteY15" fmla="*/ 274678 h 398781"/>
                <a:gd name="connsiteX16" fmla="*/ 532039 w 569137"/>
                <a:gd name="connsiteY16" fmla="*/ 107443 h 398781"/>
                <a:gd name="connsiteX17" fmla="*/ 532039 w 569137"/>
                <a:gd name="connsiteY17" fmla="*/ 107443 h 398781"/>
                <a:gd name="connsiteX18" fmla="*/ 9586 w 569137"/>
                <a:gd name="connsiteY18" fmla="*/ 272845 h 398781"/>
                <a:gd name="connsiteX19" fmla="*/ 112160 w 569137"/>
                <a:gd name="connsiteY19" fmla="*/ 50781 h 398781"/>
                <a:gd name="connsiteX20" fmla="*/ 243231 w 569137"/>
                <a:gd name="connsiteY20" fmla="*/ 15118 h 398781"/>
                <a:gd name="connsiteX21" fmla="*/ 362971 w 569137"/>
                <a:gd name="connsiteY21" fmla="*/ 39282 h 398781"/>
                <a:gd name="connsiteX22" fmla="*/ 352889 w 569137"/>
                <a:gd name="connsiteY22" fmla="*/ 41449 h 398781"/>
                <a:gd name="connsiteX23" fmla="*/ 311726 w 569137"/>
                <a:gd name="connsiteY23" fmla="*/ 50115 h 398781"/>
                <a:gd name="connsiteX24" fmla="*/ 290727 w 569137"/>
                <a:gd name="connsiteY24" fmla="*/ 43699 h 398781"/>
                <a:gd name="connsiteX25" fmla="*/ 271229 w 569137"/>
                <a:gd name="connsiteY25" fmla="*/ 32116 h 398781"/>
                <a:gd name="connsiteX26" fmla="*/ 250481 w 569137"/>
                <a:gd name="connsiteY26" fmla="*/ 33033 h 398781"/>
                <a:gd name="connsiteX27" fmla="*/ 228816 w 569137"/>
                <a:gd name="connsiteY27" fmla="*/ 45032 h 398781"/>
                <a:gd name="connsiteX28" fmla="*/ 205235 w 569137"/>
                <a:gd name="connsiteY28" fmla="*/ 48115 h 398781"/>
                <a:gd name="connsiteX29" fmla="*/ 187986 w 569137"/>
                <a:gd name="connsiteY29" fmla="*/ 63447 h 398781"/>
                <a:gd name="connsiteX30" fmla="*/ 184987 w 569137"/>
                <a:gd name="connsiteY30" fmla="*/ 61197 h 398781"/>
                <a:gd name="connsiteX31" fmla="*/ 164572 w 569137"/>
                <a:gd name="connsiteY31" fmla="*/ 56864 h 398781"/>
                <a:gd name="connsiteX32" fmla="*/ 150740 w 569137"/>
                <a:gd name="connsiteY32" fmla="*/ 76529 h 398781"/>
                <a:gd name="connsiteX33" fmla="*/ 150073 w 569137"/>
                <a:gd name="connsiteY33" fmla="*/ 76362 h 398781"/>
                <a:gd name="connsiteX34" fmla="*/ 131908 w 569137"/>
                <a:gd name="connsiteY34" fmla="*/ 89611 h 398781"/>
                <a:gd name="connsiteX35" fmla="*/ 131908 w 569137"/>
                <a:gd name="connsiteY35" fmla="*/ 105193 h 398781"/>
                <a:gd name="connsiteX36" fmla="*/ 126992 w 569137"/>
                <a:gd name="connsiteY36" fmla="*/ 102110 h 398781"/>
                <a:gd name="connsiteX37" fmla="*/ 99328 w 569137"/>
                <a:gd name="connsiteY37" fmla="*/ 106276 h 398781"/>
                <a:gd name="connsiteX38" fmla="*/ 95412 w 569137"/>
                <a:gd name="connsiteY38" fmla="*/ 143273 h 398781"/>
                <a:gd name="connsiteX39" fmla="*/ 62498 w 569137"/>
                <a:gd name="connsiteY39" fmla="*/ 212100 h 398781"/>
                <a:gd name="connsiteX40" fmla="*/ 63498 w 569137"/>
                <a:gd name="connsiteY40" fmla="*/ 213100 h 398781"/>
                <a:gd name="connsiteX41" fmla="*/ 47499 w 569137"/>
                <a:gd name="connsiteY41" fmla="*/ 223349 h 398781"/>
                <a:gd name="connsiteX42" fmla="*/ 29001 w 569137"/>
                <a:gd name="connsiteY42" fmla="*/ 255846 h 398781"/>
                <a:gd name="connsiteX43" fmla="*/ 31834 w 569137"/>
                <a:gd name="connsiteY43" fmla="*/ 275428 h 398781"/>
                <a:gd name="connsiteX44" fmla="*/ 36834 w 569137"/>
                <a:gd name="connsiteY44" fmla="*/ 283260 h 398781"/>
                <a:gd name="connsiteX45" fmla="*/ 30251 w 569137"/>
                <a:gd name="connsiteY45" fmla="*/ 289510 h 398781"/>
                <a:gd name="connsiteX46" fmla="*/ 17502 w 569137"/>
                <a:gd name="connsiteY46" fmla="*/ 316091 h 398781"/>
                <a:gd name="connsiteX47" fmla="*/ 9586 w 569137"/>
                <a:gd name="connsiteY47" fmla="*/ 272845 h 398781"/>
                <a:gd name="connsiteX48" fmla="*/ 9586 w 569137"/>
                <a:gd name="connsiteY48" fmla="*/ 272845 h 398781"/>
                <a:gd name="connsiteX49" fmla="*/ 69581 w 569137"/>
                <a:gd name="connsiteY49" fmla="*/ 171437 h 398781"/>
                <a:gd name="connsiteX50" fmla="*/ 97328 w 569137"/>
                <a:gd name="connsiteY50" fmla="*/ 149189 h 398781"/>
                <a:gd name="connsiteX51" fmla="*/ 123826 w 569137"/>
                <a:gd name="connsiteY51" fmla="*/ 169187 h 398781"/>
                <a:gd name="connsiteX52" fmla="*/ 193986 w 569137"/>
                <a:gd name="connsiteY52" fmla="*/ 201351 h 398781"/>
                <a:gd name="connsiteX53" fmla="*/ 191070 w 569137"/>
                <a:gd name="connsiteY53" fmla="*/ 223932 h 398781"/>
                <a:gd name="connsiteX54" fmla="*/ 181487 w 569137"/>
                <a:gd name="connsiteY54" fmla="*/ 211433 h 398781"/>
                <a:gd name="connsiteX55" fmla="*/ 162239 w 569137"/>
                <a:gd name="connsiteY55" fmla="*/ 204934 h 398781"/>
                <a:gd name="connsiteX56" fmla="*/ 126742 w 569137"/>
                <a:gd name="connsiteY56" fmla="*/ 203267 h 398781"/>
                <a:gd name="connsiteX57" fmla="*/ 86246 w 569137"/>
                <a:gd name="connsiteY57" fmla="*/ 196768 h 398781"/>
                <a:gd name="connsiteX58" fmla="*/ 69247 w 569137"/>
                <a:gd name="connsiteY58" fmla="*/ 207684 h 398781"/>
                <a:gd name="connsiteX59" fmla="*/ 69581 w 569137"/>
                <a:gd name="connsiteY59" fmla="*/ 171437 h 398781"/>
                <a:gd name="connsiteX60" fmla="*/ 69581 w 569137"/>
                <a:gd name="connsiteY60" fmla="*/ 171437 h 398781"/>
                <a:gd name="connsiteX61" fmla="*/ 133991 w 569137"/>
                <a:gd name="connsiteY61" fmla="*/ 168521 h 398781"/>
                <a:gd name="connsiteX62" fmla="*/ 104827 w 569137"/>
                <a:gd name="connsiteY62" fmla="*/ 145523 h 398781"/>
                <a:gd name="connsiteX63" fmla="*/ 104744 w 569137"/>
                <a:gd name="connsiteY63" fmla="*/ 145356 h 398781"/>
                <a:gd name="connsiteX64" fmla="*/ 97495 w 569137"/>
                <a:gd name="connsiteY64" fmla="*/ 132690 h 398781"/>
                <a:gd name="connsiteX65" fmla="*/ 107744 w 569137"/>
                <a:gd name="connsiteY65" fmla="*/ 110359 h 398781"/>
                <a:gd name="connsiteX66" fmla="*/ 123492 w 569137"/>
                <a:gd name="connsiteY66" fmla="*/ 109609 h 398781"/>
                <a:gd name="connsiteX67" fmla="*/ 130492 w 569137"/>
                <a:gd name="connsiteY67" fmla="*/ 116942 h 398781"/>
                <a:gd name="connsiteX68" fmla="*/ 136408 w 569137"/>
                <a:gd name="connsiteY68" fmla="*/ 122691 h 398781"/>
                <a:gd name="connsiteX69" fmla="*/ 126492 w 569137"/>
                <a:gd name="connsiteY69" fmla="*/ 131524 h 398781"/>
                <a:gd name="connsiteX70" fmla="*/ 133991 w 569137"/>
                <a:gd name="connsiteY70" fmla="*/ 168521 h 398781"/>
                <a:gd name="connsiteX71" fmla="*/ 133991 w 569137"/>
                <a:gd name="connsiteY71" fmla="*/ 168521 h 398781"/>
                <a:gd name="connsiteX72" fmla="*/ 178654 w 569137"/>
                <a:gd name="connsiteY72" fmla="*/ 187936 h 398781"/>
                <a:gd name="connsiteX73" fmla="*/ 155990 w 569137"/>
                <a:gd name="connsiteY73" fmla="*/ 174687 h 398781"/>
                <a:gd name="connsiteX74" fmla="*/ 134742 w 569137"/>
                <a:gd name="connsiteY74" fmla="*/ 149772 h 398781"/>
                <a:gd name="connsiteX75" fmla="*/ 141657 w 569137"/>
                <a:gd name="connsiteY75" fmla="*/ 131607 h 398781"/>
                <a:gd name="connsiteX76" fmla="*/ 160906 w 569137"/>
                <a:gd name="connsiteY76" fmla="*/ 136440 h 398781"/>
                <a:gd name="connsiteX77" fmla="*/ 194736 w 569137"/>
                <a:gd name="connsiteY77" fmla="*/ 164521 h 398781"/>
                <a:gd name="connsiteX78" fmla="*/ 200986 w 569137"/>
                <a:gd name="connsiteY78" fmla="*/ 168187 h 398781"/>
                <a:gd name="connsiteX79" fmla="*/ 196819 w 569137"/>
                <a:gd name="connsiteY79" fmla="*/ 185686 h 398781"/>
                <a:gd name="connsiteX80" fmla="*/ 195736 w 569137"/>
                <a:gd name="connsiteY80" fmla="*/ 191935 h 398781"/>
                <a:gd name="connsiteX81" fmla="*/ 178654 w 569137"/>
                <a:gd name="connsiteY81" fmla="*/ 187936 h 398781"/>
                <a:gd name="connsiteX82" fmla="*/ 178654 w 569137"/>
                <a:gd name="connsiteY82" fmla="*/ 187936 h 398781"/>
                <a:gd name="connsiteX83" fmla="*/ 146490 w 569137"/>
                <a:gd name="connsiteY83" fmla="*/ 121275 h 398781"/>
                <a:gd name="connsiteX84" fmla="*/ 146157 w 569137"/>
                <a:gd name="connsiteY84" fmla="*/ 120692 h 398781"/>
                <a:gd name="connsiteX85" fmla="*/ 142324 w 569137"/>
                <a:gd name="connsiteY85" fmla="*/ 115942 h 398781"/>
                <a:gd name="connsiteX86" fmla="*/ 138491 w 569137"/>
                <a:gd name="connsiteY86" fmla="*/ 100193 h 398781"/>
                <a:gd name="connsiteX87" fmla="*/ 153323 w 569137"/>
                <a:gd name="connsiteY87" fmla="*/ 86528 h 398781"/>
                <a:gd name="connsiteX88" fmla="*/ 158156 w 569137"/>
                <a:gd name="connsiteY88" fmla="*/ 92527 h 398781"/>
                <a:gd name="connsiteX89" fmla="*/ 174155 w 569137"/>
                <a:gd name="connsiteY89" fmla="*/ 117192 h 398781"/>
                <a:gd name="connsiteX90" fmla="*/ 211235 w 569137"/>
                <a:gd name="connsiteY90" fmla="*/ 140523 h 398781"/>
                <a:gd name="connsiteX91" fmla="*/ 204235 w 569137"/>
                <a:gd name="connsiteY91" fmla="*/ 157688 h 398781"/>
                <a:gd name="connsiteX92" fmla="*/ 146490 w 569137"/>
                <a:gd name="connsiteY92" fmla="*/ 121275 h 398781"/>
                <a:gd name="connsiteX93" fmla="*/ 146490 w 569137"/>
                <a:gd name="connsiteY93" fmla="*/ 121275 h 398781"/>
                <a:gd name="connsiteX94" fmla="*/ 195902 w 569137"/>
                <a:gd name="connsiteY94" fmla="*/ 124108 h 398781"/>
                <a:gd name="connsiteX95" fmla="*/ 176654 w 569137"/>
                <a:gd name="connsiteY95" fmla="*/ 107526 h 398781"/>
                <a:gd name="connsiteX96" fmla="*/ 158406 w 569137"/>
                <a:gd name="connsiteY96" fmla="*/ 81278 h 398781"/>
                <a:gd name="connsiteX97" fmla="*/ 166655 w 569137"/>
                <a:gd name="connsiteY97" fmla="*/ 67113 h 398781"/>
                <a:gd name="connsiteX98" fmla="*/ 182404 w 569137"/>
                <a:gd name="connsiteY98" fmla="*/ 70529 h 398781"/>
                <a:gd name="connsiteX99" fmla="*/ 179654 w 569137"/>
                <a:gd name="connsiteY99" fmla="*/ 72363 h 398781"/>
                <a:gd name="connsiteX100" fmla="*/ 195902 w 569137"/>
                <a:gd name="connsiteY100" fmla="*/ 124108 h 398781"/>
                <a:gd name="connsiteX101" fmla="*/ 195902 w 569137"/>
                <a:gd name="connsiteY101" fmla="*/ 124108 h 398781"/>
                <a:gd name="connsiteX102" fmla="*/ 211068 w 569137"/>
                <a:gd name="connsiteY102" fmla="*/ 130357 h 398781"/>
                <a:gd name="connsiteX103" fmla="*/ 191486 w 569137"/>
                <a:gd name="connsiteY103" fmla="*/ 106693 h 398781"/>
                <a:gd name="connsiteX104" fmla="*/ 185403 w 569137"/>
                <a:gd name="connsiteY104" fmla="*/ 96360 h 398781"/>
                <a:gd name="connsiteX105" fmla="*/ 192736 w 569137"/>
                <a:gd name="connsiteY105" fmla="*/ 77279 h 398781"/>
                <a:gd name="connsiteX106" fmla="*/ 204652 w 569137"/>
                <a:gd name="connsiteY106" fmla="*/ 85111 h 398781"/>
                <a:gd name="connsiteX107" fmla="*/ 221567 w 569137"/>
                <a:gd name="connsiteY107" fmla="*/ 109943 h 398781"/>
                <a:gd name="connsiteX108" fmla="*/ 225317 w 569137"/>
                <a:gd name="connsiteY108" fmla="*/ 115692 h 398781"/>
                <a:gd name="connsiteX109" fmla="*/ 215568 w 569137"/>
                <a:gd name="connsiteY109" fmla="*/ 132024 h 398781"/>
                <a:gd name="connsiteX110" fmla="*/ 211068 w 569137"/>
                <a:gd name="connsiteY110" fmla="*/ 130357 h 398781"/>
                <a:gd name="connsiteX111" fmla="*/ 211068 w 569137"/>
                <a:gd name="connsiteY111" fmla="*/ 130357 h 398781"/>
                <a:gd name="connsiteX112" fmla="*/ 222317 w 569137"/>
                <a:gd name="connsiteY112" fmla="*/ 93944 h 398781"/>
                <a:gd name="connsiteX113" fmla="*/ 206985 w 569137"/>
                <a:gd name="connsiteY113" fmla="*/ 77696 h 398781"/>
                <a:gd name="connsiteX114" fmla="*/ 193819 w 569137"/>
                <a:gd name="connsiteY114" fmla="*/ 70113 h 398781"/>
                <a:gd name="connsiteX115" fmla="*/ 217317 w 569137"/>
                <a:gd name="connsiteY115" fmla="*/ 55197 h 398781"/>
                <a:gd name="connsiteX116" fmla="*/ 234316 w 569137"/>
                <a:gd name="connsiteY116" fmla="*/ 56447 h 398781"/>
                <a:gd name="connsiteX117" fmla="*/ 252231 w 569137"/>
                <a:gd name="connsiteY117" fmla="*/ 48365 h 398781"/>
                <a:gd name="connsiteX118" fmla="*/ 279562 w 569137"/>
                <a:gd name="connsiteY118" fmla="*/ 55531 h 398781"/>
                <a:gd name="connsiteX119" fmla="*/ 297810 w 569137"/>
                <a:gd name="connsiteY119" fmla="*/ 55281 h 398781"/>
                <a:gd name="connsiteX120" fmla="*/ 239315 w 569137"/>
                <a:gd name="connsiteY120" fmla="*/ 97444 h 398781"/>
                <a:gd name="connsiteX121" fmla="*/ 231399 w 569137"/>
                <a:gd name="connsiteY121" fmla="*/ 107193 h 398781"/>
                <a:gd name="connsiteX122" fmla="*/ 222317 w 569137"/>
                <a:gd name="connsiteY122" fmla="*/ 93944 h 398781"/>
                <a:gd name="connsiteX123" fmla="*/ 222317 w 569137"/>
                <a:gd name="connsiteY123" fmla="*/ 93944 h 398781"/>
                <a:gd name="connsiteX124" fmla="*/ 68747 w 569137"/>
                <a:gd name="connsiteY124" fmla="*/ 364836 h 398781"/>
                <a:gd name="connsiteX125" fmla="*/ 37417 w 569137"/>
                <a:gd name="connsiteY125" fmla="*/ 353337 h 398781"/>
                <a:gd name="connsiteX126" fmla="*/ 27501 w 569137"/>
                <a:gd name="connsiteY126" fmla="*/ 333089 h 398781"/>
                <a:gd name="connsiteX127" fmla="*/ 29418 w 569137"/>
                <a:gd name="connsiteY127" fmla="*/ 305842 h 398781"/>
                <a:gd name="connsiteX128" fmla="*/ 43583 w 569137"/>
                <a:gd name="connsiteY128" fmla="*/ 289176 h 398781"/>
                <a:gd name="connsiteX129" fmla="*/ 44500 w 569137"/>
                <a:gd name="connsiteY129" fmla="*/ 277011 h 398781"/>
                <a:gd name="connsiteX130" fmla="*/ 55332 w 569137"/>
                <a:gd name="connsiteY130" fmla="*/ 237181 h 398781"/>
                <a:gd name="connsiteX131" fmla="*/ 75330 w 569137"/>
                <a:gd name="connsiteY131" fmla="*/ 225099 h 398781"/>
                <a:gd name="connsiteX132" fmla="*/ 92745 w 569137"/>
                <a:gd name="connsiteY132" fmla="*/ 209434 h 398781"/>
                <a:gd name="connsiteX133" fmla="*/ 118826 w 569137"/>
                <a:gd name="connsiteY133" fmla="*/ 211517 h 398781"/>
                <a:gd name="connsiteX134" fmla="*/ 134825 w 569137"/>
                <a:gd name="connsiteY134" fmla="*/ 214850 h 398781"/>
                <a:gd name="connsiteX135" fmla="*/ 159906 w 569137"/>
                <a:gd name="connsiteY135" fmla="*/ 213933 h 398781"/>
                <a:gd name="connsiteX136" fmla="*/ 181320 w 569137"/>
                <a:gd name="connsiteY136" fmla="*/ 239598 h 398781"/>
                <a:gd name="connsiteX137" fmla="*/ 188403 w 569137"/>
                <a:gd name="connsiteY137" fmla="*/ 245847 h 398781"/>
                <a:gd name="connsiteX138" fmla="*/ 171655 w 569137"/>
                <a:gd name="connsiteY138" fmla="*/ 305758 h 398781"/>
                <a:gd name="connsiteX139" fmla="*/ 68747 w 569137"/>
                <a:gd name="connsiteY139" fmla="*/ 364836 h 398781"/>
                <a:gd name="connsiteX140" fmla="*/ 68747 w 569137"/>
                <a:gd name="connsiteY140" fmla="*/ 364836 h 398781"/>
                <a:gd name="connsiteX141" fmla="*/ 533622 w 569137"/>
                <a:gd name="connsiteY141" fmla="*/ 269178 h 398781"/>
                <a:gd name="connsiteX142" fmla="*/ 382386 w 569137"/>
                <a:gd name="connsiteY142" fmla="*/ 348671 h 398781"/>
                <a:gd name="connsiteX143" fmla="*/ 203902 w 569137"/>
                <a:gd name="connsiteY143" fmla="*/ 379252 h 398781"/>
                <a:gd name="connsiteX144" fmla="*/ 101078 w 569137"/>
                <a:gd name="connsiteY144" fmla="*/ 382001 h 398781"/>
                <a:gd name="connsiteX145" fmla="*/ 87662 w 569137"/>
                <a:gd name="connsiteY145" fmla="*/ 380252 h 398781"/>
                <a:gd name="connsiteX146" fmla="*/ 89662 w 569137"/>
                <a:gd name="connsiteY146" fmla="*/ 380085 h 398781"/>
                <a:gd name="connsiteX147" fmla="*/ 183654 w 569137"/>
                <a:gd name="connsiteY147" fmla="*/ 319424 h 398781"/>
                <a:gd name="connsiteX148" fmla="*/ 202902 w 569137"/>
                <a:gd name="connsiteY148" fmla="*/ 264679 h 398781"/>
                <a:gd name="connsiteX149" fmla="*/ 211318 w 569137"/>
                <a:gd name="connsiteY149" fmla="*/ 192685 h 398781"/>
                <a:gd name="connsiteX150" fmla="*/ 285561 w 569137"/>
                <a:gd name="connsiteY150" fmla="*/ 76696 h 398781"/>
                <a:gd name="connsiteX151" fmla="*/ 367887 w 569137"/>
                <a:gd name="connsiteY151" fmla="*/ 48698 h 398781"/>
                <a:gd name="connsiteX152" fmla="*/ 505791 w 569137"/>
                <a:gd name="connsiteY152" fmla="*/ 104443 h 398781"/>
                <a:gd name="connsiteX153" fmla="*/ 533622 w 569137"/>
                <a:gd name="connsiteY153" fmla="*/ 269178 h 398781"/>
                <a:gd name="connsiteX154" fmla="*/ 533622 w 569137"/>
                <a:gd name="connsiteY154" fmla="*/ 269178 h 3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Lst>
              <a:rect l="l" t="t" r="r" b="b"/>
              <a:pathLst>
                <a:path w="569137" h="398781">
                  <a:moveTo>
                    <a:pt x="532039" y="107443"/>
                  </a:moveTo>
                  <a:cubicBezTo>
                    <a:pt x="511291" y="80695"/>
                    <a:pt x="481127" y="59864"/>
                    <a:pt x="449546" y="48032"/>
                  </a:cubicBezTo>
                  <a:cubicBezTo>
                    <a:pt x="433215" y="41865"/>
                    <a:pt x="415466" y="38366"/>
                    <a:pt x="398051" y="36616"/>
                  </a:cubicBezTo>
                  <a:cubicBezTo>
                    <a:pt x="393885" y="36199"/>
                    <a:pt x="389802" y="36199"/>
                    <a:pt x="385719" y="36366"/>
                  </a:cubicBezTo>
                  <a:cubicBezTo>
                    <a:pt x="385136" y="35199"/>
                    <a:pt x="384219" y="34116"/>
                    <a:pt x="382886" y="33199"/>
                  </a:cubicBezTo>
                  <a:cubicBezTo>
                    <a:pt x="316392" y="-9047"/>
                    <a:pt x="214651" y="-8880"/>
                    <a:pt x="143658" y="21867"/>
                  </a:cubicBezTo>
                  <a:cubicBezTo>
                    <a:pt x="106911" y="37782"/>
                    <a:pt x="74164" y="58864"/>
                    <a:pt x="49916" y="91278"/>
                  </a:cubicBezTo>
                  <a:cubicBezTo>
                    <a:pt x="22585" y="127941"/>
                    <a:pt x="8919" y="167771"/>
                    <a:pt x="2753" y="212683"/>
                  </a:cubicBezTo>
                  <a:cubicBezTo>
                    <a:pt x="170" y="231598"/>
                    <a:pt x="-1079" y="250347"/>
                    <a:pt x="1170" y="269345"/>
                  </a:cubicBezTo>
                  <a:cubicBezTo>
                    <a:pt x="3670" y="290510"/>
                    <a:pt x="4503" y="314008"/>
                    <a:pt x="11002" y="334422"/>
                  </a:cubicBezTo>
                  <a:cubicBezTo>
                    <a:pt x="15752" y="349338"/>
                    <a:pt x="23835" y="360337"/>
                    <a:pt x="34167" y="368003"/>
                  </a:cubicBezTo>
                  <a:cubicBezTo>
                    <a:pt x="37083" y="370752"/>
                    <a:pt x="40166" y="373419"/>
                    <a:pt x="43416" y="375835"/>
                  </a:cubicBezTo>
                  <a:cubicBezTo>
                    <a:pt x="55999" y="385084"/>
                    <a:pt x="70997" y="391084"/>
                    <a:pt x="86246" y="394250"/>
                  </a:cubicBezTo>
                  <a:cubicBezTo>
                    <a:pt x="119326" y="401083"/>
                    <a:pt x="156323" y="398750"/>
                    <a:pt x="189903" y="396500"/>
                  </a:cubicBezTo>
                  <a:cubicBezTo>
                    <a:pt x="258647" y="392001"/>
                    <a:pt x="327891" y="379835"/>
                    <a:pt x="394718" y="363503"/>
                  </a:cubicBezTo>
                  <a:cubicBezTo>
                    <a:pt x="454379" y="348921"/>
                    <a:pt x="517790" y="330339"/>
                    <a:pt x="552371" y="274678"/>
                  </a:cubicBezTo>
                  <a:cubicBezTo>
                    <a:pt x="584201" y="223432"/>
                    <a:pt x="566953" y="152272"/>
                    <a:pt x="532039" y="107443"/>
                  </a:cubicBezTo>
                  <a:lnTo>
                    <a:pt x="532039" y="107443"/>
                  </a:lnTo>
                  <a:close/>
                  <a:moveTo>
                    <a:pt x="9586" y="272845"/>
                  </a:moveTo>
                  <a:cubicBezTo>
                    <a:pt x="-1746" y="191102"/>
                    <a:pt x="37583" y="91444"/>
                    <a:pt x="112160" y="50781"/>
                  </a:cubicBezTo>
                  <a:cubicBezTo>
                    <a:pt x="153490" y="28283"/>
                    <a:pt x="196069" y="16701"/>
                    <a:pt x="243231" y="15118"/>
                  </a:cubicBezTo>
                  <a:cubicBezTo>
                    <a:pt x="282811" y="13785"/>
                    <a:pt x="326974" y="20284"/>
                    <a:pt x="362971" y="39282"/>
                  </a:cubicBezTo>
                  <a:cubicBezTo>
                    <a:pt x="359638" y="39949"/>
                    <a:pt x="356305" y="40699"/>
                    <a:pt x="352889" y="41449"/>
                  </a:cubicBezTo>
                  <a:cubicBezTo>
                    <a:pt x="338806" y="42949"/>
                    <a:pt x="324974" y="45782"/>
                    <a:pt x="311726" y="50115"/>
                  </a:cubicBezTo>
                  <a:cubicBezTo>
                    <a:pt x="307726" y="43532"/>
                    <a:pt x="298643" y="44448"/>
                    <a:pt x="290727" y="43699"/>
                  </a:cubicBezTo>
                  <a:cubicBezTo>
                    <a:pt x="282562" y="42949"/>
                    <a:pt x="278895" y="35033"/>
                    <a:pt x="271229" y="32116"/>
                  </a:cubicBezTo>
                  <a:cubicBezTo>
                    <a:pt x="264230" y="29450"/>
                    <a:pt x="257314" y="29950"/>
                    <a:pt x="250481" y="33033"/>
                  </a:cubicBezTo>
                  <a:cubicBezTo>
                    <a:pt x="242732" y="36533"/>
                    <a:pt x="237899" y="44198"/>
                    <a:pt x="228816" y="45032"/>
                  </a:cubicBezTo>
                  <a:cubicBezTo>
                    <a:pt x="220400" y="45782"/>
                    <a:pt x="213485" y="44532"/>
                    <a:pt x="205235" y="48115"/>
                  </a:cubicBezTo>
                  <a:cubicBezTo>
                    <a:pt x="198319" y="51115"/>
                    <a:pt x="190236" y="56614"/>
                    <a:pt x="187986" y="63447"/>
                  </a:cubicBezTo>
                  <a:cubicBezTo>
                    <a:pt x="186987" y="62697"/>
                    <a:pt x="185987" y="61947"/>
                    <a:pt x="184987" y="61197"/>
                  </a:cubicBezTo>
                  <a:cubicBezTo>
                    <a:pt x="178654" y="56364"/>
                    <a:pt x="172488" y="53364"/>
                    <a:pt x="164572" y="56864"/>
                  </a:cubicBezTo>
                  <a:cubicBezTo>
                    <a:pt x="159823" y="58947"/>
                    <a:pt x="151990" y="68696"/>
                    <a:pt x="150740" y="76529"/>
                  </a:cubicBezTo>
                  <a:cubicBezTo>
                    <a:pt x="150490" y="76446"/>
                    <a:pt x="150240" y="76362"/>
                    <a:pt x="150073" y="76362"/>
                  </a:cubicBezTo>
                  <a:cubicBezTo>
                    <a:pt x="141157" y="74696"/>
                    <a:pt x="133991" y="81612"/>
                    <a:pt x="131908" y="89611"/>
                  </a:cubicBezTo>
                  <a:cubicBezTo>
                    <a:pt x="130492" y="95027"/>
                    <a:pt x="130659" y="100277"/>
                    <a:pt x="131908" y="105193"/>
                  </a:cubicBezTo>
                  <a:cubicBezTo>
                    <a:pt x="130242" y="103943"/>
                    <a:pt x="128576" y="102860"/>
                    <a:pt x="126992" y="102110"/>
                  </a:cubicBezTo>
                  <a:cubicBezTo>
                    <a:pt x="117826" y="97944"/>
                    <a:pt x="107161" y="100610"/>
                    <a:pt x="99328" y="106276"/>
                  </a:cubicBezTo>
                  <a:cubicBezTo>
                    <a:pt x="86329" y="115775"/>
                    <a:pt x="85912" y="132524"/>
                    <a:pt x="95412" y="143273"/>
                  </a:cubicBezTo>
                  <a:cubicBezTo>
                    <a:pt x="59082" y="141856"/>
                    <a:pt x="47749" y="184769"/>
                    <a:pt x="62498" y="212100"/>
                  </a:cubicBezTo>
                  <a:cubicBezTo>
                    <a:pt x="62748" y="212517"/>
                    <a:pt x="63081" y="212850"/>
                    <a:pt x="63498" y="213100"/>
                  </a:cubicBezTo>
                  <a:cubicBezTo>
                    <a:pt x="58249" y="217516"/>
                    <a:pt x="53665" y="219433"/>
                    <a:pt x="47499" y="223349"/>
                  </a:cubicBezTo>
                  <a:cubicBezTo>
                    <a:pt x="36667" y="230098"/>
                    <a:pt x="29834" y="243264"/>
                    <a:pt x="29001" y="255846"/>
                  </a:cubicBezTo>
                  <a:cubicBezTo>
                    <a:pt x="28585" y="262179"/>
                    <a:pt x="29334" y="269511"/>
                    <a:pt x="31834" y="275428"/>
                  </a:cubicBezTo>
                  <a:cubicBezTo>
                    <a:pt x="31668" y="274761"/>
                    <a:pt x="36250" y="283260"/>
                    <a:pt x="36834" y="283260"/>
                  </a:cubicBezTo>
                  <a:cubicBezTo>
                    <a:pt x="36417" y="284260"/>
                    <a:pt x="32084" y="287677"/>
                    <a:pt x="30251" y="289510"/>
                  </a:cubicBezTo>
                  <a:cubicBezTo>
                    <a:pt x="22168" y="297592"/>
                    <a:pt x="18335" y="306758"/>
                    <a:pt x="17502" y="316091"/>
                  </a:cubicBezTo>
                  <a:cubicBezTo>
                    <a:pt x="13336" y="301759"/>
                    <a:pt x="11419" y="286260"/>
                    <a:pt x="9586" y="272845"/>
                  </a:cubicBezTo>
                  <a:lnTo>
                    <a:pt x="9586" y="272845"/>
                  </a:lnTo>
                  <a:close/>
                  <a:moveTo>
                    <a:pt x="69581" y="171437"/>
                  </a:moveTo>
                  <a:cubicBezTo>
                    <a:pt x="73247" y="159438"/>
                    <a:pt x="83996" y="148522"/>
                    <a:pt x="97328" y="149189"/>
                  </a:cubicBezTo>
                  <a:cubicBezTo>
                    <a:pt x="110244" y="149856"/>
                    <a:pt x="115327" y="162021"/>
                    <a:pt x="123826" y="169187"/>
                  </a:cubicBezTo>
                  <a:cubicBezTo>
                    <a:pt x="141741" y="184436"/>
                    <a:pt x="169572" y="200434"/>
                    <a:pt x="193986" y="201351"/>
                  </a:cubicBezTo>
                  <a:cubicBezTo>
                    <a:pt x="192903" y="208850"/>
                    <a:pt x="191986" y="216433"/>
                    <a:pt x="191070" y="223932"/>
                  </a:cubicBezTo>
                  <a:cubicBezTo>
                    <a:pt x="188403" y="218599"/>
                    <a:pt x="184821" y="213850"/>
                    <a:pt x="181487" y="211433"/>
                  </a:cubicBezTo>
                  <a:cubicBezTo>
                    <a:pt x="176071" y="207517"/>
                    <a:pt x="168655" y="206101"/>
                    <a:pt x="162239" y="204934"/>
                  </a:cubicBezTo>
                  <a:cubicBezTo>
                    <a:pt x="150990" y="202851"/>
                    <a:pt x="136991" y="207100"/>
                    <a:pt x="126742" y="203267"/>
                  </a:cubicBezTo>
                  <a:cubicBezTo>
                    <a:pt x="112577" y="197935"/>
                    <a:pt x="101995" y="190435"/>
                    <a:pt x="86246" y="196768"/>
                  </a:cubicBezTo>
                  <a:cubicBezTo>
                    <a:pt x="79996" y="199268"/>
                    <a:pt x="74330" y="203267"/>
                    <a:pt x="69247" y="207684"/>
                  </a:cubicBezTo>
                  <a:cubicBezTo>
                    <a:pt x="71414" y="195935"/>
                    <a:pt x="65914" y="183686"/>
                    <a:pt x="69581" y="171437"/>
                  </a:cubicBezTo>
                  <a:lnTo>
                    <a:pt x="69581" y="171437"/>
                  </a:lnTo>
                  <a:close/>
                  <a:moveTo>
                    <a:pt x="133991" y="168521"/>
                  </a:moveTo>
                  <a:cubicBezTo>
                    <a:pt x="123243" y="161605"/>
                    <a:pt x="116077" y="150189"/>
                    <a:pt x="104827" y="145523"/>
                  </a:cubicBezTo>
                  <a:cubicBezTo>
                    <a:pt x="104827" y="145439"/>
                    <a:pt x="104827" y="145439"/>
                    <a:pt x="104744" y="145356"/>
                  </a:cubicBezTo>
                  <a:cubicBezTo>
                    <a:pt x="102078" y="141106"/>
                    <a:pt x="98828" y="137773"/>
                    <a:pt x="97495" y="132690"/>
                  </a:cubicBezTo>
                  <a:cubicBezTo>
                    <a:pt x="94828" y="122941"/>
                    <a:pt x="98912" y="114692"/>
                    <a:pt x="107744" y="110359"/>
                  </a:cubicBezTo>
                  <a:cubicBezTo>
                    <a:pt x="112410" y="108109"/>
                    <a:pt x="118826" y="106943"/>
                    <a:pt x="123492" y="109609"/>
                  </a:cubicBezTo>
                  <a:cubicBezTo>
                    <a:pt x="126159" y="111109"/>
                    <a:pt x="128325" y="114775"/>
                    <a:pt x="130492" y="116942"/>
                  </a:cubicBezTo>
                  <a:cubicBezTo>
                    <a:pt x="132408" y="118942"/>
                    <a:pt x="134325" y="120942"/>
                    <a:pt x="136408" y="122691"/>
                  </a:cubicBezTo>
                  <a:cubicBezTo>
                    <a:pt x="132908" y="124275"/>
                    <a:pt x="129575" y="127108"/>
                    <a:pt x="126492" y="131524"/>
                  </a:cubicBezTo>
                  <a:cubicBezTo>
                    <a:pt x="118493" y="143190"/>
                    <a:pt x="125575" y="158355"/>
                    <a:pt x="133991" y="168521"/>
                  </a:cubicBezTo>
                  <a:lnTo>
                    <a:pt x="133991" y="168521"/>
                  </a:lnTo>
                  <a:close/>
                  <a:moveTo>
                    <a:pt x="178654" y="187936"/>
                  </a:moveTo>
                  <a:cubicBezTo>
                    <a:pt x="170988" y="183686"/>
                    <a:pt x="163239" y="179603"/>
                    <a:pt x="155990" y="174687"/>
                  </a:cubicBezTo>
                  <a:cubicBezTo>
                    <a:pt x="148074" y="169354"/>
                    <a:pt x="136908" y="159771"/>
                    <a:pt x="134742" y="149772"/>
                  </a:cubicBezTo>
                  <a:cubicBezTo>
                    <a:pt x="133492" y="144106"/>
                    <a:pt x="136075" y="135024"/>
                    <a:pt x="141657" y="131607"/>
                  </a:cubicBezTo>
                  <a:cubicBezTo>
                    <a:pt x="146990" y="128274"/>
                    <a:pt x="156823" y="133857"/>
                    <a:pt x="160906" y="136440"/>
                  </a:cubicBezTo>
                  <a:cubicBezTo>
                    <a:pt x="173488" y="144439"/>
                    <a:pt x="183237" y="155355"/>
                    <a:pt x="194736" y="164521"/>
                  </a:cubicBezTo>
                  <a:cubicBezTo>
                    <a:pt x="196902" y="166271"/>
                    <a:pt x="198985" y="167521"/>
                    <a:pt x="200986" y="168187"/>
                  </a:cubicBezTo>
                  <a:cubicBezTo>
                    <a:pt x="199319" y="173937"/>
                    <a:pt x="197902" y="179853"/>
                    <a:pt x="196819" y="185686"/>
                  </a:cubicBezTo>
                  <a:cubicBezTo>
                    <a:pt x="196402" y="187769"/>
                    <a:pt x="196069" y="189852"/>
                    <a:pt x="195736" y="191935"/>
                  </a:cubicBezTo>
                  <a:cubicBezTo>
                    <a:pt x="189903" y="191019"/>
                    <a:pt x="184237" y="189685"/>
                    <a:pt x="178654" y="187936"/>
                  </a:cubicBezTo>
                  <a:lnTo>
                    <a:pt x="178654" y="187936"/>
                  </a:lnTo>
                  <a:close/>
                  <a:moveTo>
                    <a:pt x="146490" y="121275"/>
                  </a:moveTo>
                  <a:cubicBezTo>
                    <a:pt x="146407" y="121108"/>
                    <a:pt x="146324" y="120858"/>
                    <a:pt x="146157" y="120692"/>
                  </a:cubicBezTo>
                  <a:cubicBezTo>
                    <a:pt x="145074" y="119275"/>
                    <a:pt x="143740" y="117609"/>
                    <a:pt x="142324" y="115942"/>
                  </a:cubicBezTo>
                  <a:cubicBezTo>
                    <a:pt x="139991" y="111109"/>
                    <a:pt x="138241" y="105443"/>
                    <a:pt x="138491" y="100193"/>
                  </a:cubicBezTo>
                  <a:cubicBezTo>
                    <a:pt x="136741" y="92444"/>
                    <a:pt x="141741" y="87945"/>
                    <a:pt x="153323" y="86528"/>
                  </a:cubicBezTo>
                  <a:cubicBezTo>
                    <a:pt x="155239" y="88278"/>
                    <a:pt x="156823" y="90278"/>
                    <a:pt x="158156" y="92527"/>
                  </a:cubicBezTo>
                  <a:cubicBezTo>
                    <a:pt x="163989" y="100527"/>
                    <a:pt x="167489" y="109693"/>
                    <a:pt x="174155" y="117192"/>
                  </a:cubicBezTo>
                  <a:cubicBezTo>
                    <a:pt x="184321" y="128691"/>
                    <a:pt x="196402" y="137440"/>
                    <a:pt x="211235" y="140523"/>
                  </a:cubicBezTo>
                  <a:cubicBezTo>
                    <a:pt x="208652" y="146106"/>
                    <a:pt x="206235" y="151855"/>
                    <a:pt x="204235" y="157688"/>
                  </a:cubicBezTo>
                  <a:cubicBezTo>
                    <a:pt x="187820" y="148689"/>
                    <a:pt x="165572" y="123275"/>
                    <a:pt x="146490" y="121275"/>
                  </a:cubicBezTo>
                  <a:lnTo>
                    <a:pt x="146490" y="121275"/>
                  </a:lnTo>
                  <a:close/>
                  <a:moveTo>
                    <a:pt x="195902" y="124108"/>
                  </a:moveTo>
                  <a:cubicBezTo>
                    <a:pt x="188570" y="119858"/>
                    <a:pt x="181820" y="113776"/>
                    <a:pt x="176654" y="107526"/>
                  </a:cubicBezTo>
                  <a:cubicBezTo>
                    <a:pt x="171571" y="101277"/>
                    <a:pt x="166072" y="88444"/>
                    <a:pt x="158406" y="81278"/>
                  </a:cubicBezTo>
                  <a:cubicBezTo>
                    <a:pt x="160489" y="76279"/>
                    <a:pt x="162739" y="70863"/>
                    <a:pt x="166655" y="67113"/>
                  </a:cubicBezTo>
                  <a:cubicBezTo>
                    <a:pt x="172322" y="61697"/>
                    <a:pt x="177404" y="66280"/>
                    <a:pt x="182404" y="70529"/>
                  </a:cubicBezTo>
                  <a:cubicBezTo>
                    <a:pt x="181487" y="71029"/>
                    <a:pt x="180571" y="71613"/>
                    <a:pt x="179654" y="72363"/>
                  </a:cubicBezTo>
                  <a:cubicBezTo>
                    <a:pt x="163906" y="86111"/>
                    <a:pt x="180154" y="108859"/>
                    <a:pt x="195902" y="124108"/>
                  </a:cubicBezTo>
                  <a:lnTo>
                    <a:pt x="195902" y="124108"/>
                  </a:lnTo>
                  <a:close/>
                  <a:moveTo>
                    <a:pt x="211068" y="130357"/>
                  </a:moveTo>
                  <a:cubicBezTo>
                    <a:pt x="203819" y="123191"/>
                    <a:pt x="197153" y="115025"/>
                    <a:pt x="191486" y="106693"/>
                  </a:cubicBezTo>
                  <a:cubicBezTo>
                    <a:pt x="189237" y="103443"/>
                    <a:pt x="187070" y="99943"/>
                    <a:pt x="185403" y="96360"/>
                  </a:cubicBezTo>
                  <a:cubicBezTo>
                    <a:pt x="180404" y="88861"/>
                    <a:pt x="182820" y="82528"/>
                    <a:pt x="192736" y="77279"/>
                  </a:cubicBezTo>
                  <a:cubicBezTo>
                    <a:pt x="197319" y="78945"/>
                    <a:pt x="201319" y="81528"/>
                    <a:pt x="204652" y="85111"/>
                  </a:cubicBezTo>
                  <a:cubicBezTo>
                    <a:pt x="211651" y="92028"/>
                    <a:pt x="216651" y="101527"/>
                    <a:pt x="221567" y="109943"/>
                  </a:cubicBezTo>
                  <a:cubicBezTo>
                    <a:pt x="222817" y="112109"/>
                    <a:pt x="223983" y="114026"/>
                    <a:pt x="225317" y="115692"/>
                  </a:cubicBezTo>
                  <a:cubicBezTo>
                    <a:pt x="221817" y="120942"/>
                    <a:pt x="218484" y="126441"/>
                    <a:pt x="215568" y="132024"/>
                  </a:cubicBezTo>
                  <a:cubicBezTo>
                    <a:pt x="214067" y="131357"/>
                    <a:pt x="212568" y="130774"/>
                    <a:pt x="211068" y="130357"/>
                  </a:cubicBezTo>
                  <a:lnTo>
                    <a:pt x="211068" y="130357"/>
                  </a:lnTo>
                  <a:close/>
                  <a:moveTo>
                    <a:pt x="222317" y="93944"/>
                  </a:moveTo>
                  <a:cubicBezTo>
                    <a:pt x="217651" y="87861"/>
                    <a:pt x="212984" y="82362"/>
                    <a:pt x="206985" y="77696"/>
                  </a:cubicBezTo>
                  <a:cubicBezTo>
                    <a:pt x="203235" y="74779"/>
                    <a:pt x="198569" y="71613"/>
                    <a:pt x="193819" y="70113"/>
                  </a:cubicBezTo>
                  <a:cubicBezTo>
                    <a:pt x="195319" y="60697"/>
                    <a:pt x="210068" y="56031"/>
                    <a:pt x="217317" y="55197"/>
                  </a:cubicBezTo>
                  <a:cubicBezTo>
                    <a:pt x="223234" y="54531"/>
                    <a:pt x="228649" y="56781"/>
                    <a:pt x="234316" y="56447"/>
                  </a:cubicBezTo>
                  <a:cubicBezTo>
                    <a:pt x="241982" y="56031"/>
                    <a:pt x="245648" y="51864"/>
                    <a:pt x="252231" y="48365"/>
                  </a:cubicBezTo>
                  <a:cubicBezTo>
                    <a:pt x="263397" y="42449"/>
                    <a:pt x="270063" y="51781"/>
                    <a:pt x="279562" y="55531"/>
                  </a:cubicBezTo>
                  <a:cubicBezTo>
                    <a:pt x="285061" y="57697"/>
                    <a:pt x="291977" y="55031"/>
                    <a:pt x="297810" y="55281"/>
                  </a:cubicBezTo>
                  <a:cubicBezTo>
                    <a:pt x="276312" y="64447"/>
                    <a:pt x="256397" y="78112"/>
                    <a:pt x="239315" y="97444"/>
                  </a:cubicBezTo>
                  <a:cubicBezTo>
                    <a:pt x="236566" y="100527"/>
                    <a:pt x="233982" y="103860"/>
                    <a:pt x="231399" y="107193"/>
                  </a:cubicBezTo>
                  <a:cubicBezTo>
                    <a:pt x="227900" y="103026"/>
                    <a:pt x="224983" y="97444"/>
                    <a:pt x="222317" y="93944"/>
                  </a:cubicBezTo>
                  <a:lnTo>
                    <a:pt x="222317" y="93944"/>
                  </a:lnTo>
                  <a:close/>
                  <a:moveTo>
                    <a:pt x="68747" y="364836"/>
                  </a:moveTo>
                  <a:cubicBezTo>
                    <a:pt x="55248" y="364586"/>
                    <a:pt x="45166" y="360253"/>
                    <a:pt x="37417" y="353337"/>
                  </a:cubicBezTo>
                  <a:cubicBezTo>
                    <a:pt x="33667" y="346838"/>
                    <a:pt x="29584" y="340505"/>
                    <a:pt x="27501" y="333089"/>
                  </a:cubicBezTo>
                  <a:cubicBezTo>
                    <a:pt x="24918" y="323757"/>
                    <a:pt x="25001" y="314674"/>
                    <a:pt x="29418" y="305842"/>
                  </a:cubicBezTo>
                  <a:cubicBezTo>
                    <a:pt x="32917" y="298842"/>
                    <a:pt x="39750" y="295343"/>
                    <a:pt x="43583" y="289176"/>
                  </a:cubicBezTo>
                  <a:cubicBezTo>
                    <a:pt x="47083" y="283677"/>
                    <a:pt x="45833" y="282760"/>
                    <a:pt x="44500" y="277011"/>
                  </a:cubicBezTo>
                  <a:cubicBezTo>
                    <a:pt x="41000" y="262512"/>
                    <a:pt x="39833" y="245680"/>
                    <a:pt x="55332" y="237181"/>
                  </a:cubicBezTo>
                  <a:cubicBezTo>
                    <a:pt x="63248" y="232848"/>
                    <a:pt x="68997" y="232015"/>
                    <a:pt x="75330" y="225099"/>
                  </a:cubicBezTo>
                  <a:cubicBezTo>
                    <a:pt x="80580" y="219433"/>
                    <a:pt x="85246" y="212517"/>
                    <a:pt x="92745" y="209434"/>
                  </a:cubicBezTo>
                  <a:cubicBezTo>
                    <a:pt x="102495" y="205434"/>
                    <a:pt x="109827" y="208517"/>
                    <a:pt x="118826" y="211517"/>
                  </a:cubicBezTo>
                  <a:cubicBezTo>
                    <a:pt x="123826" y="213183"/>
                    <a:pt x="129409" y="214933"/>
                    <a:pt x="134825" y="214850"/>
                  </a:cubicBezTo>
                  <a:cubicBezTo>
                    <a:pt x="144074" y="214600"/>
                    <a:pt x="150407" y="211100"/>
                    <a:pt x="159906" y="213933"/>
                  </a:cubicBezTo>
                  <a:cubicBezTo>
                    <a:pt x="170655" y="217100"/>
                    <a:pt x="180821" y="227599"/>
                    <a:pt x="181320" y="239598"/>
                  </a:cubicBezTo>
                  <a:cubicBezTo>
                    <a:pt x="181487" y="244097"/>
                    <a:pt x="184987" y="246180"/>
                    <a:pt x="188403" y="245847"/>
                  </a:cubicBezTo>
                  <a:cubicBezTo>
                    <a:pt x="185487" y="266262"/>
                    <a:pt x="181154" y="286260"/>
                    <a:pt x="171655" y="305758"/>
                  </a:cubicBezTo>
                  <a:cubicBezTo>
                    <a:pt x="152323" y="345421"/>
                    <a:pt x="112244" y="365670"/>
                    <a:pt x="68747" y="364836"/>
                  </a:cubicBezTo>
                  <a:lnTo>
                    <a:pt x="68747" y="364836"/>
                  </a:lnTo>
                  <a:close/>
                  <a:moveTo>
                    <a:pt x="533622" y="269178"/>
                  </a:moveTo>
                  <a:cubicBezTo>
                    <a:pt x="499376" y="320257"/>
                    <a:pt x="438381" y="335172"/>
                    <a:pt x="382386" y="348671"/>
                  </a:cubicBezTo>
                  <a:cubicBezTo>
                    <a:pt x="323725" y="362836"/>
                    <a:pt x="263980" y="373335"/>
                    <a:pt x="203902" y="379252"/>
                  </a:cubicBezTo>
                  <a:cubicBezTo>
                    <a:pt x="170321" y="382585"/>
                    <a:pt x="134825" y="384834"/>
                    <a:pt x="101078" y="382001"/>
                  </a:cubicBezTo>
                  <a:cubicBezTo>
                    <a:pt x="96662" y="381668"/>
                    <a:pt x="92162" y="381085"/>
                    <a:pt x="87662" y="380252"/>
                  </a:cubicBezTo>
                  <a:cubicBezTo>
                    <a:pt x="88329" y="380168"/>
                    <a:pt x="88996" y="380168"/>
                    <a:pt x="89662" y="380085"/>
                  </a:cubicBezTo>
                  <a:cubicBezTo>
                    <a:pt x="128992" y="375252"/>
                    <a:pt x="164906" y="355170"/>
                    <a:pt x="183654" y="319424"/>
                  </a:cubicBezTo>
                  <a:cubicBezTo>
                    <a:pt x="192486" y="302509"/>
                    <a:pt x="199819" y="283594"/>
                    <a:pt x="202902" y="264679"/>
                  </a:cubicBezTo>
                  <a:cubicBezTo>
                    <a:pt x="206735" y="240764"/>
                    <a:pt x="207485" y="216516"/>
                    <a:pt x="211318" y="192685"/>
                  </a:cubicBezTo>
                  <a:cubicBezTo>
                    <a:pt x="219151" y="144439"/>
                    <a:pt x="245648" y="104276"/>
                    <a:pt x="285561" y="76696"/>
                  </a:cubicBezTo>
                  <a:cubicBezTo>
                    <a:pt x="309642" y="60030"/>
                    <a:pt x="338390" y="51698"/>
                    <a:pt x="367887" y="48698"/>
                  </a:cubicBezTo>
                  <a:cubicBezTo>
                    <a:pt x="418549" y="49365"/>
                    <a:pt x="469794" y="68196"/>
                    <a:pt x="505791" y="104443"/>
                  </a:cubicBezTo>
                  <a:cubicBezTo>
                    <a:pt x="545454" y="144523"/>
                    <a:pt x="567202" y="219183"/>
                    <a:pt x="533622" y="269178"/>
                  </a:cubicBezTo>
                  <a:lnTo>
                    <a:pt x="533622" y="269178"/>
                  </a:lnTo>
                  <a:close/>
                </a:path>
              </a:pathLst>
            </a:custGeom>
            <a:grpFill/>
            <a:ln w="8332" cap="flat">
              <a:noFill/>
              <a:prstDash val="solid"/>
              <a:miter/>
            </a:ln>
          </p:spPr>
          <p:txBody>
            <a:bodyPr rtlCol="0" anchor="ctr"/>
            <a:lstStyle/>
            <a:p>
              <a:endParaRPr lang="en-US"/>
            </a:p>
          </p:txBody>
        </p:sp>
        <p:sp>
          <p:nvSpPr>
            <p:cNvPr id="1403" name="Freeform: Shape 1402"/>
            <p:cNvSpPr/>
            <p:nvPr/>
          </p:nvSpPr>
          <p:spPr>
            <a:xfrm>
              <a:off x="5061876" y="1463688"/>
              <a:ext cx="119725" cy="261548"/>
            </a:xfrm>
            <a:custGeom>
              <a:avLst/>
              <a:gdLst>
                <a:gd name="connsiteX0" fmla="*/ 115846 w 119725"/>
                <a:gd name="connsiteY0" fmla="*/ 440 h 261548"/>
                <a:gd name="connsiteX1" fmla="*/ 45102 w 119725"/>
                <a:gd name="connsiteY1" fmla="*/ 117263 h 261548"/>
                <a:gd name="connsiteX2" fmla="*/ 32853 w 119725"/>
                <a:gd name="connsiteY2" fmla="*/ 189090 h 261548"/>
                <a:gd name="connsiteX3" fmla="*/ 106 w 119725"/>
                <a:gd name="connsiteY3" fmla="*/ 260667 h 261548"/>
                <a:gd name="connsiteX4" fmla="*/ 1023 w 119725"/>
                <a:gd name="connsiteY4" fmla="*/ 261417 h 261548"/>
                <a:gd name="connsiteX5" fmla="*/ 53351 w 119725"/>
                <a:gd name="connsiteY5" fmla="*/ 144677 h 261548"/>
                <a:gd name="connsiteX6" fmla="*/ 119012 w 119725"/>
                <a:gd name="connsiteY6" fmla="*/ 4274 h 261548"/>
                <a:gd name="connsiteX7" fmla="*/ 115846 w 119725"/>
                <a:gd name="connsiteY7" fmla="*/ 440 h 261548"/>
                <a:gd name="connsiteX8" fmla="*/ 115846 w 119725"/>
                <a:gd name="connsiteY8" fmla="*/ 440 h 261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725" h="261548">
                  <a:moveTo>
                    <a:pt x="115846" y="440"/>
                  </a:moveTo>
                  <a:cubicBezTo>
                    <a:pt x="77266" y="29855"/>
                    <a:pt x="52018" y="68934"/>
                    <a:pt x="45102" y="117263"/>
                  </a:cubicBezTo>
                  <a:cubicBezTo>
                    <a:pt x="41603" y="141678"/>
                    <a:pt x="38853" y="165259"/>
                    <a:pt x="32853" y="189090"/>
                  </a:cubicBezTo>
                  <a:cubicBezTo>
                    <a:pt x="26187" y="215421"/>
                    <a:pt x="16188" y="238752"/>
                    <a:pt x="106" y="260667"/>
                  </a:cubicBezTo>
                  <a:cubicBezTo>
                    <a:pt x="-310" y="261167"/>
                    <a:pt x="606" y="261834"/>
                    <a:pt x="1023" y="261417"/>
                  </a:cubicBezTo>
                  <a:cubicBezTo>
                    <a:pt x="30353" y="229087"/>
                    <a:pt x="49102" y="188424"/>
                    <a:pt x="53351" y="144677"/>
                  </a:cubicBezTo>
                  <a:cubicBezTo>
                    <a:pt x="58768" y="89099"/>
                    <a:pt x="75099" y="40937"/>
                    <a:pt x="119012" y="4274"/>
                  </a:cubicBezTo>
                  <a:cubicBezTo>
                    <a:pt x="121095" y="2607"/>
                    <a:pt x="118179" y="-1309"/>
                    <a:pt x="115846" y="440"/>
                  </a:cubicBezTo>
                  <a:lnTo>
                    <a:pt x="115846" y="440"/>
                  </a:lnTo>
                  <a:close/>
                </a:path>
              </a:pathLst>
            </a:custGeom>
            <a:grpFill/>
            <a:ln w="8332" cap="flat">
              <a:noFill/>
              <a:prstDash val="solid"/>
              <a:miter/>
            </a:ln>
          </p:spPr>
          <p:txBody>
            <a:bodyPr rtlCol="0" anchor="ctr"/>
            <a:lstStyle/>
            <a:p>
              <a:endParaRPr lang="en-US"/>
            </a:p>
          </p:txBody>
        </p:sp>
        <p:sp>
          <p:nvSpPr>
            <p:cNvPr id="1404" name="Freeform: Shape 1403"/>
            <p:cNvSpPr/>
            <p:nvPr/>
          </p:nvSpPr>
          <p:spPr>
            <a:xfrm>
              <a:off x="4899912" y="1403708"/>
              <a:ext cx="193949" cy="197189"/>
            </a:xfrm>
            <a:custGeom>
              <a:avLst/>
              <a:gdLst>
                <a:gd name="connsiteX0" fmla="*/ 191401 w 193949"/>
                <a:gd name="connsiteY0" fmla="*/ 9 h 197189"/>
                <a:gd name="connsiteX1" fmla="*/ 64662 w 193949"/>
                <a:gd name="connsiteY1" fmla="*/ 60837 h 197189"/>
                <a:gd name="connsiteX2" fmla="*/ 19916 w 193949"/>
                <a:gd name="connsiteY2" fmla="*/ 123332 h 197189"/>
                <a:gd name="connsiteX3" fmla="*/ 3751 w 193949"/>
                <a:gd name="connsiteY3" fmla="*/ 159745 h 197189"/>
                <a:gd name="connsiteX4" fmla="*/ 2 w 193949"/>
                <a:gd name="connsiteY4" fmla="*/ 195658 h 197189"/>
                <a:gd name="connsiteX5" fmla="*/ 3168 w 193949"/>
                <a:gd name="connsiteY5" fmla="*/ 195658 h 197189"/>
                <a:gd name="connsiteX6" fmla="*/ 192068 w 193949"/>
                <a:gd name="connsiteY6" fmla="*/ 5176 h 197189"/>
                <a:gd name="connsiteX7" fmla="*/ 191401 w 193949"/>
                <a:gd name="connsiteY7" fmla="*/ 9 h 197189"/>
                <a:gd name="connsiteX8" fmla="*/ 191401 w 193949"/>
                <a:gd name="connsiteY8" fmla="*/ 9 h 197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3949" h="197189">
                  <a:moveTo>
                    <a:pt x="191401" y="9"/>
                  </a:moveTo>
                  <a:cubicBezTo>
                    <a:pt x="143822" y="3759"/>
                    <a:pt x="98576" y="27424"/>
                    <a:pt x="64662" y="60837"/>
                  </a:cubicBezTo>
                  <a:cubicBezTo>
                    <a:pt x="46497" y="78752"/>
                    <a:pt x="31999" y="101000"/>
                    <a:pt x="19916" y="123332"/>
                  </a:cubicBezTo>
                  <a:cubicBezTo>
                    <a:pt x="13583" y="135081"/>
                    <a:pt x="7584" y="146913"/>
                    <a:pt x="3751" y="159745"/>
                  </a:cubicBezTo>
                  <a:cubicBezTo>
                    <a:pt x="85" y="171827"/>
                    <a:pt x="418" y="183159"/>
                    <a:pt x="2" y="195658"/>
                  </a:cubicBezTo>
                  <a:cubicBezTo>
                    <a:pt x="-82" y="197742"/>
                    <a:pt x="2918" y="197658"/>
                    <a:pt x="3168" y="195658"/>
                  </a:cubicBezTo>
                  <a:cubicBezTo>
                    <a:pt x="14083" y="103833"/>
                    <a:pt x="102825" y="21257"/>
                    <a:pt x="192068" y="5176"/>
                  </a:cubicBezTo>
                  <a:cubicBezTo>
                    <a:pt x="194984" y="4592"/>
                    <a:pt x="194317" y="-241"/>
                    <a:pt x="191401" y="9"/>
                  </a:cubicBezTo>
                  <a:lnTo>
                    <a:pt x="191401" y="9"/>
                  </a:lnTo>
                  <a:close/>
                </a:path>
              </a:pathLst>
            </a:custGeom>
            <a:grpFill/>
            <a:ln w="8332" cap="flat">
              <a:noFill/>
              <a:prstDash val="solid"/>
              <a:miter/>
            </a:ln>
          </p:spPr>
          <p:txBody>
            <a:bodyPr rtlCol="0" anchor="ctr"/>
            <a:lstStyle/>
            <a:p>
              <a:endParaRPr lang="en-US"/>
            </a:p>
          </p:txBody>
        </p:sp>
        <p:sp>
          <p:nvSpPr>
            <p:cNvPr id="1405" name="Freeform: Shape 1404"/>
            <p:cNvSpPr/>
            <p:nvPr/>
          </p:nvSpPr>
          <p:spPr>
            <a:xfrm>
              <a:off x="4928499" y="1614354"/>
              <a:ext cx="74466" cy="114275"/>
            </a:xfrm>
            <a:custGeom>
              <a:avLst/>
              <a:gdLst>
                <a:gd name="connsiteX0" fmla="*/ 72988 w 74466"/>
                <a:gd name="connsiteY0" fmla="*/ 2344 h 114275"/>
                <a:gd name="connsiteX1" fmla="*/ 29159 w 74466"/>
                <a:gd name="connsiteY1" fmla="*/ 17760 h 114275"/>
                <a:gd name="connsiteX2" fmla="*/ 21659 w 74466"/>
                <a:gd name="connsiteY2" fmla="*/ 38924 h 114275"/>
                <a:gd name="connsiteX3" fmla="*/ 23742 w 74466"/>
                <a:gd name="connsiteY3" fmla="*/ 48674 h 114275"/>
                <a:gd name="connsiteX4" fmla="*/ 26909 w 74466"/>
                <a:gd name="connsiteY4" fmla="*/ 54340 h 114275"/>
                <a:gd name="connsiteX5" fmla="*/ 24909 w 74466"/>
                <a:gd name="connsiteY5" fmla="*/ 55756 h 114275"/>
                <a:gd name="connsiteX6" fmla="*/ 3411 w 74466"/>
                <a:gd name="connsiteY6" fmla="*/ 74921 h 114275"/>
                <a:gd name="connsiteX7" fmla="*/ 911 w 74466"/>
                <a:gd name="connsiteY7" fmla="*/ 96836 h 114275"/>
                <a:gd name="connsiteX8" fmla="*/ 36325 w 74466"/>
                <a:gd name="connsiteY8" fmla="*/ 109501 h 114275"/>
                <a:gd name="connsiteX9" fmla="*/ 33575 w 74466"/>
                <a:gd name="connsiteY9" fmla="*/ 102919 h 114275"/>
                <a:gd name="connsiteX10" fmla="*/ 10077 w 74466"/>
                <a:gd name="connsiteY10" fmla="*/ 82254 h 114275"/>
                <a:gd name="connsiteX11" fmla="*/ 26825 w 74466"/>
                <a:gd name="connsiteY11" fmla="*/ 64005 h 114275"/>
                <a:gd name="connsiteX12" fmla="*/ 37408 w 74466"/>
                <a:gd name="connsiteY12" fmla="*/ 55006 h 114275"/>
                <a:gd name="connsiteX13" fmla="*/ 35741 w 74466"/>
                <a:gd name="connsiteY13" fmla="*/ 51173 h 114275"/>
                <a:gd name="connsiteX14" fmla="*/ 32075 w 74466"/>
                <a:gd name="connsiteY14" fmla="*/ 28509 h 114275"/>
                <a:gd name="connsiteX15" fmla="*/ 71905 w 74466"/>
                <a:gd name="connsiteY15" fmla="*/ 6344 h 114275"/>
                <a:gd name="connsiteX16" fmla="*/ 72988 w 74466"/>
                <a:gd name="connsiteY16" fmla="*/ 2344 h 114275"/>
                <a:gd name="connsiteX17" fmla="*/ 72988 w 74466"/>
                <a:gd name="connsiteY17" fmla="*/ 2344 h 114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4466" h="114275">
                  <a:moveTo>
                    <a:pt x="72988" y="2344"/>
                  </a:moveTo>
                  <a:cubicBezTo>
                    <a:pt x="54573" y="-3572"/>
                    <a:pt x="40574" y="1761"/>
                    <a:pt x="29159" y="17760"/>
                  </a:cubicBezTo>
                  <a:cubicBezTo>
                    <a:pt x="24742" y="23926"/>
                    <a:pt x="21492" y="31175"/>
                    <a:pt x="21659" y="38924"/>
                  </a:cubicBezTo>
                  <a:cubicBezTo>
                    <a:pt x="21743" y="42424"/>
                    <a:pt x="22409" y="45424"/>
                    <a:pt x="23742" y="48674"/>
                  </a:cubicBezTo>
                  <a:cubicBezTo>
                    <a:pt x="24659" y="50673"/>
                    <a:pt x="25742" y="52506"/>
                    <a:pt x="26909" y="54340"/>
                  </a:cubicBezTo>
                  <a:cubicBezTo>
                    <a:pt x="26409" y="54173"/>
                    <a:pt x="25742" y="54590"/>
                    <a:pt x="24909" y="55756"/>
                  </a:cubicBezTo>
                  <a:cubicBezTo>
                    <a:pt x="17826" y="62589"/>
                    <a:pt x="8410" y="65672"/>
                    <a:pt x="3411" y="74921"/>
                  </a:cubicBezTo>
                  <a:cubicBezTo>
                    <a:pt x="-256" y="81670"/>
                    <a:pt x="-756" y="89420"/>
                    <a:pt x="911" y="96836"/>
                  </a:cubicBezTo>
                  <a:cubicBezTo>
                    <a:pt x="5244" y="116667"/>
                    <a:pt x="20743" y="117584"/>
                    <a:pt x="36325" y="109501"/>
                  </a:cubicBezTo>
                  <a:cubicBezTo>
                    <a:pt x="39908" y="107668"/>
                    <a:pt x="37408" y="101669"/>
                    <a:pt x="33575" y="102919"/>
                  </a:cubicBezTo>
                  <a:cubicBezTo>
                    <a:pt x="18493" y="107918"/>
                    <a:pt x="5910" y="96919"/>
                    <a:pt x="10077" y="82254"/>
                  </a:cubicBezTo>
                  <a:cubicBezTo>
                    <a:pt x="12076" y="75421"/>
                    <a:pt x="20826" y="67505"/>
                    <a:pt x="26825" y="64005"/>
                  </a:cubicBezTo>
                  <a:cubicBezTo>
                    <a:pt x="31658" y="61172"/>
                    <a:pt x="37158" y="61339"/>
                    <a:pt x="37408" y="55006"/>
                  </a:cubicBezTo>
                  <a:cubicBezTo>
                    <a:pt x="37491" y="53256"/>
                    <a:pt x="36074" y="52590"/>
                    <a:pt x="35741" y="51173"/>
                  </a:cubicBezTo>
                  <a:cubicBezTo>
                    <a:pt x="33408" y="42757"/>
                    <a:pt x="28742" y="38258"/>
                    <a:pt x="32075" y="28509"/>
                  </a:cubicBezTo>
                  <a:cubicBezTo>
                    <a:pt x="38075" y="10927"/>
                    <a:pt x="54156" y="1511"/>
                    <a:pt x="71905" y="6344"/>
                  </a:cubicBezTo>
                  <a:cubicBezTo>
                    <a:pt x="74488" y="7011"/>
                    <a:pt x="75571" y="3094"/>
                    <a:pt x="72988" y="2344"/>
                  </a:cubicBezTo>
                  <a:lnTo>
                    <a:pt x="72988" y="2344"/>
                  </a:lnTo>
                  <a:close/>
                </a:path>
              </a:pathLst>
            </a:custGeom>
            <a:grpFill/>
            <a:ln w="8332" cap="flat">
              <a:noFill/>
              <a:prstDash val="solid"/>
              <a:miter/>
            </a:ln>
          </p:spPr>
          <p:txBody>
            <a:bodyPr rtlCol="0" anchor="ctr"/>
            <a:lstStyle/>
            <a:p>
              <a:endParaRPr lang="en-US"/>
            </a:p>
          </p:txBody>
        </p:sp>
        <p:sp>
          <p:nvSpPr>
            <p:cNvPr id="1406" name="Freeform: Shape 1405"/>
            <p:cNvSpPr/>
            <p:nvPr/>
          </p:nvSpPr>
          <p:spPr>
            <a:xfrm>
              <a:off x="4974460" y="1658810"/>
              <a:ext cx="29901" cy="39012"/>
            </a:xfrm>
            <a:custGeom>
              <a:avLst/>
              <a:gdLst>
                <a:gd name="connsiteX0" fmla="*/ 25777 w 29901"/>
                <a:gd name="connsiteY0" fmla="*/ 28132 h 39012"/>
                <a:gd name="connsiteX1" fmla="*/ 9945 w 29901"/>
                <a:gd name="connsiteY1" fmla="*/ 26549 h 39012"/>
                <a:gd name="connsiteX2" fmla="*/ 11945 w 29901"/>
                <a:gd name="connsiteY2" fmla="*/ 13800 h 39012"/>
                <a:gd name="connsiteX3" fmla="*/ 19194 w 29901"/>
                <a:gd name="connsiteY3" fmla="*/ 2801 h 39012"/>
                <a:gd name="connsiteX4" fmla="*/ 16278 w 29901"/>
                <a:gd name="connsiteY4" fmla="*/ 551 h 39012"/>
                <a:gd name="connsiteX5" fmla="*/ 1529 w 29901"/>
                <a:gd name="connsiteY5" fmla="*/ 32298 h 39012"/>
                <a:gd name="connsiteX6" fmla="*/ 27943 w 29901"/>
                <a:gd name="connsiteY6" fmla="*/ 35714 h 39012"/>
                <a:gd name="connsiteX7" fmla="*/ 25777 w 29901"/>
                <a:gd name="connsiteY7" fmla="*/ 28132 h 39012"/>
                <a:gd name="connsiteX8" fmla="*/ 25777 w 29901"/>
                <a:gd name="connsiteY8" fmla="*/ 28132 h 39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901" h="39012">
                  <a:moveTo>
                    <a:pt x="25777" y="28132"/>
                  </a:moveTo>
                  <a:cubicBezTo>
                    <a:pt x="21860" y="28382"/>
                    <a:pt x="12778" y="29798"/>
                    <a:pt x="9945" y="26549"/>
                  </a:cubicBezTo>
                  <a:cubicBezTo>
                    <a:pt x="7278" y="23549"/>
                    <a:pt x="10445" y="16799"/>
                    <a:pt x="11945" y="13800"/>
                  </a:cubicBezTo>
                  <a:cubicBezTo>
                    <a:pt x="13861" y="9800"/>
                    <a:pt x="16611" y="6384"/>
                    <a:pt x="19194" y="2801"/>
                  </a:cubicBezTo>
                  <a:cubicBezTo>
                    <a:pt x="20361" y="1134"/>
                    <a:pt x="17611" y="-1032"/>
                    <a:pt x="16278" y="551"/>
                  </a:cubicBezTo>
                  <a:cubicBezTo>
                    <a:pt x="10195" y="7967"/>
                    <a:pt x="-4804" y="21549"/>
                    <a:pt x="1529" y="32298"/>
                  </a:cubicBezTo>
                  <a:cubicBezTo>
                    <a:pt x="7112" y="41880"/>
                    <a:pt x="19611" y="39464"/>
                    <a:pt x="27943" y="35714"/>
                  </a:cubicBezTo>
                  <a:cubicBezTo>
                    <a:pt x="31610" y="34048"/>
                    <a:pt x="29693" y="27882"/>
                    <a:pt x="25777" y="28132"/>
                  </a:cubicBezTo>
                  <a:lnTo>
                    <a:pt x="25777" y="28132"/>
                  </a:lnTo>
                  <a:close/>
                </a:path>
              </a:pathLst>
            </a:custGeom>
            <a:grpFill/>
            <a:ln w="8332" cap="flat">
              <a:noFill/>
              <a:prstDash val="solid"/>
              <a:miter/>
            </a:ln>
          </p:spPr>
          <p:txBody>
            <a:bodyPr rtlCol="0" anchor="ctr"/>
            <a:lstStyle/>
            <a:p>
              <a:endParaRPr lang="en-US"/>
            </a:p>
          </p:txBody>
        </p:sp>
        <p:sp>
          <p:nvSpPr>
            <p:cNvPr id="1407" name="Freeform: Shape 1406"/>
            <p:cNvSpPr/>
            <p:nvPr/>
          </p:nvSpPr>
          <p:spPr>
            <a:xfrm>
              <a:off x="5007248" y="1622496"/>
              <a:ext cx="23834" cy="35287"/>
            </a:xfrm>
            <a:custGeom>
              <a:avLst/>
              <a:gdLst>
                <a:gd name="connsiteX0" fmla="*/ 20986 w 23834"/>
                <a:gd name="connsiteY0" fmla="*/ 27365 h 35287"/>
                <a:gd name="connsiteX1" fmla="*/ 9404 w 23834"/>
                <a:gd name="connsiteY1" fmla="*/ 21032 h 35287"/>
                <a:gd name="connsiteX2" fmla="*/ 13070 w 23834"/>
                <a:gd name="connsiteY2" fmla="*/ 3784 h 35287"/>
                <a:gd name="connsiteX3" fmla="*/ 7571 w 23834"/>
                <a:gd name="connsiteY3" fmla="*/ 1451 h 35287"/>
                <a:gd name="connsiteX4" fmla="*/ 988 w 23834"/>
                <a:gd name="connsiteY4" fmla="*/ 26532 h 35287"/>
                <a:gd name="connsiteX5" fmla="*/ 19820 w 23834"/>
                <a:gd name="connsiteY5" fmla="*/ 35281 h 35287"/>
                <a:gd name="connsiteX6" fmla="*/ 20986 w 23834"/>
                <a:gd name="connsiteY6" fmla="*/ 27365 h 35287"/>
                <a:gd name="connsiteX7" fmla="*/ 20986 w 23834"/>
                <a:gd name="connsiteY7" fmla="*/ 27365 h 35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34" h="35287">
                  <a:moveTo>
                    <a:pt x="20986" y="27365"/>
                  </a:moveTo>
                  <a:cubicBezTo>
                    <a:pt x="16987" y="25865"/>
                    <a:pt x="11071" y="25532"/>
                    <a:pt x="9404" y="21032"/>
                  </a:cubicBezTo>
                  <a:cubicBezTo>
                    <a:pt x="7404" y="15700"/>
                    <a:pt x="11404" y="8784"/>
                    <a:pt x="13070" y="3784"/>
                  </a:cubicBezTo>
                  <a:cubicBezTo>
                    <a:pt x="14154" y="534"/>
                    <a:pt x="9154" y="-1549"/>
                    <a:pt x="7571" y="1451"/>
                  </a:cubicBezTo>
                  <a:cubicBezTo>
                    <a:pt x="3488" y="9117"/>
                    <a:pt x="-2345" y="17533"/>
                    <a:pt x="988" y="26532"/>
                  </a:cubicBezTo>
                  <a:cubicBezTo>
                    <a:pt x="3988" y="34698"/>
                    <a:pt x="12404" y="35364"/>
                    <a:pt x="19820" y="35281"/>
                  </a:cubicBezTo>
                  <a:cubicBezTo>
                    <a:pt x="24736" y="35364"/>
                    <a:pt x="25153" y="28865"/>
                    <a:pt x="20986" y="27365"/>
                  </a:cubicBezTo>
                  <a:lnTo>
                    <a:pt x="20986" y="27365"/>
                  </a:lnTo>
                  <a:close/>
                </a:path>
              </a:pathLst>
            </a:custGeom>
            <a:grpFill/>
            <a:ln w="8332" cap="flat">
              <a:noFill/>
              <a:prstDash val="solid"/>
              <a:miter/>
            </a:ln>
          </p:spPr>
          <p:txBody>
            <a:bodyPr rtlCol="0" anchor="ctr"/>
            <a:lstStyle/>
            <a:p>
              <a:endParaRPr lang="en-US"/>
            </a:p>
          </p:txBody>
        </p:sp>
        <p:sp>
          <p:nvSpPr>
            <p:cNvPr id="1408" name="Freeform: Shape 1407"/>
            <p:cNvSpPr/>
            <p:nvPr/>
          </p:nvSpPr>
          <p:spPr>
            <a:xfrm>
              <a:off x="3978528" y="3090104"/>
              <a:ext cx="591752" cy="553960"/>
            </a:xfrm>
            <a:custGeom>
              <a:avLst/>
              <a:gdLst>
                <a:gd name="connsiteX0" fmla="*/ 575916 w 591752"/>
                <a:gd name="connsiteY0" fmla="*/ 329682 h 553960"/>
                <a:gd name="connsiteX1" fmla="*/ 589165 w 591752"/>
                <a:gd name="connsiteY1" fmla="*/ 263604 h 553960"/>
                <a:gd name="connsiteX2" fmla="*/ 552751 w 591752"/>
                <a:gd name="connsiteY2" fmla="*/ 210526 h 553960"/>
                <a:gd name="connsiteX3" fmla="*/ 532753 w 591752"/>
                <a:gd name="connsiteY3" fmla="*/ 98286 h 553960"/>
                <a:gd name="connsiteX4" fmla="*/ 484758 w 591752"/>
                <a:gd name="connsiteY4" fmla="*/ 66039 h 553960"/>
                <a:gd name="connsiteX5" fmla="*/ 441761 w 591752"/>
                <a:gd name="connsiteY5" fmla="*/ 61373 h 553960"/>
                <a:gd name="connsiteX6" fmla="*/ 365435 w 591752"/>
                <a:gd name="connsiteY6" fmla="*/ 7044 h 553960"/>
                <a:gd name="connsiteX7" fmla="*/ 298108 w 591752"/>
                <a:gd name="connsiteY7" fmla="*/ 628 h 553960"/>
                <a:gd name="connsiteX8" fmla="*/ 264277 w 591752"/>
                <a:gd name="connsiteY8" fmla="*/ 5961 h 553960"/>
                <a:gd name="connsiteX9" fmla="*/ 243862 w 591752"/>
                <a:gd name="connsiteY9" fmla="*/ 11710 h 553960"/>
                <a:gd name="connsiteX10" fmla="*/ 228780 w 591752"/>
                <a:gd name="connsiteY10" fmla="*/ 17377 h 553960"/>
                <a:gd name="connsiteX11" fmla="*/ 226281 w 591752"/>
                <a:gd name="connsiteY11" fmla="*/ 19960 h 553960"/>
                <a:gd name="connsiteX12" fmla="*/ 164537 w 591752"/>
                <a:gd name="connsiteY12" fmla="*/ 14543 h 553960"/>
                <a:gd name="connsiteX13" fmla="*/ 71962 w 591752"/>
                <a:gd name="connsiteY13" fmla="*/ 63956 h 553960"/>
                <a:gd name="connsiteX14" fmla="*/ 65379 w 591752"/>
                <a:gd name="connsiteY14" fmla="*/ 155614 h 553960"/>
                <a:gd name="connsiteX15" fmla="*/ 68878 w 591752"/>
                <a:gd name="connsiteY15" fmla="*/ 159281 h 553960"/>
                <a:gd name="connsiteX16" fmla="*/ 43131 w 591752"/>
                <a:gd name="connsiteY16" fmla="*/ 171863 h 553960"/>
                <a:gd name="connsiteX17" fmla="*/ 13800 w 591752"/>
                <a:gd name="connsiteY17" fmla="*/ 223691 h 553960"/>
                <a:gd name="connsiteX18" fmla="*/ 20716 w 591752"/>
                <a:gd name="connsiteY18" fmla="*/ 359179 h 553960"/>
                <a:gd name="connsiteX19" fmla="*/ 69295 w 591752"/>
                <a:gd name="connsiteY19" fmla="*/ 391343 h 553960"/>
                <a:gd name="connsiteX20" fmla="*/ 94043 w 591752"/>
                <a:gd name="connsiteY20" fmla="*/ 481168 h 553960"/>
                <a:gd name="connsiteX21" fmla="*/ 139205 w 591752"/>
                <a:gd name="connsiteY21" fmla="*/ 508166 h 553960"/>
                <a:gd name="connsiteX22" fmla="*/ 238530 w 591752"/>
                <a:gd name="connsiteY22" fmla="*/ 548995 h 553960"/>
                <a:gd name="connsiteX23" fmla="*/ 274860 w 591752"/>
                <a:gd name="connsiteY23" fmla="*/ 512832 h 553960"/>
                <a:gd name="connsiteX24" fmla="*/ 265194 w 591752"/>
                <a:gd name="connsiteY24" fmla="*/ 471586 h 553960"/>
                <a:gd name="connsiteX25" fmla="*/ 271027 w 591752"/>
                <a:gd name="connsiteY25" fmla="*/ 456254 h 553960"/>
                <a:gd name="connsiteX26" fmla="*/ 267611 w 591752"/>
                <a:gd name="connsiteY26" fmla="*/ 402675 h 553960"/>
                <a:gd name="connsiteX27" fmla="*/ 256612 w 591752"/>
                <a:gd name="connsiteY27" fmla="*/ 379094 h 553960"/>
                <a:gd name="connsiteX28" fmla="*/ 246363 w 591752"/>
                <a:gd name="connsiteY28" fmla="*/ 366512 h 553960"/>
                <a:gd name="connsiteX29" fmla="*/ 265861 w 591752"/>
                <a:gd name="connsiteY29" fmla="*/ 338681 h 553960"/>
                <a:gd name="connsiteX30" fmla="*/ 310357 w 591752"/>
                <a:gd name="connsiteY30" fmla="*/ 334515 h 553960"/>
                <a:gd name="connsiteX31" fmla="*/ 346020 w 591752"/>
                <a:gd name="connsiteY31" fmla="*/ 289852 h 553960"/>
                <a:gd name="connsiteX32" fmla="*/ 394016 w 591752"/>
                <a:gd name="connsiteY32" fmla="*/ 280436 h 553960"/>
                <a:gd name="connsiteX33" fmla="*/ 419680 w 591752"/>
                <a:gd name="connsiteY33" fmla="*/ 310767 h 553960"/>
                <a:gd name="connsiteX34" fmla="*/ 461427 w 591752"/>
                <a:gd name="connsiteY34" fmla="*/ 317766 h 553960"/>
                <a:gd name="connsiteX35" fmla="*/ 489091 w 591752"/>
                <a:gd name="connsiteY35" fmla="*/ 346597 h 553960"/>
                <a:gd name="connsiteX36" fmla="*/ 486924 w 591752"/>
                <a:gd name="connsiteY36" fmla="*/ 362512 h 553960"/>
                <a:gd name="connsiteX37" fmla="*/ 495423 w 591752"/>
                <a:gd name="connsiteY37" fmla="*/ 385593 h 553960"/>
                <a:gd name="connsiteX38" fmla="*/ 535086 w 591752"/>
                <a:gd name="connsiteY38" fmla="*/ 406342 h 553960"/>
                <a:gd name="connsiteX39" fmla="*/ 569334 w 591752"/>
                <a:gd name="connsiteY39" fmla="*/ 383094 h 553960"/>
                <a:gd name="connsiteX40" fmla="*/ 572000 w 591752"/>
                <a:gd name="connsiteY40" fmla="*/ 334515 h 553960"/>
                <a:gd name="connsiteX41" fmla="*/ 571666 w 591752"/>
                <a:gd name="connsiteY41" fmla="*/ 334098 h 553960"/>
                <a:gd name="connsiteX42" fmla="*/ 575916 w 591752"/>
                <a:gd name="connsiteY42" fmla="*/ 329682 h 553960"/>
                <a:gd name="connsiteX43" fmla="*/ 575916 w 591752"/>
                <a:gd name="connsiteY43" fmla="*/ 329682 h 553960"/>
                <a:gd name="connsiteX44" fmla="*/ 259945 w 591752"/>
                <a:gd name="connsiteY44" fmla="*/ 514582 h 553960"/>
                <a:gd name="connsiteX45" fmla="*/ 225697 w 591752"/>
                <a:gd name="connsiteY45" fmla="*/ 537413 h 553960"/>
                <a:gd name="connsiteX46" fmla="*/ 147705 w 591752"/>
                <a:gd name="connsiteY46" fmla="*/ 510249 h 553960"/>
                <a:gd name="connsiteX47" fmla="*/ 197200 w 591752"/>
                <a:gd name="connsiteY47" fmla="*/ 510582 h 553960"/>
                <a:gd name="connsiteX48" fmla="*/ 256278 w 591752"/>
                <a:gd name="connsiteY48" fmla="*/ 482918 h 553960"/>
                <a:gd name="connsiteX49" fmla="*/ 259945 w 591752"/>
                <a:gd name="connsiteY49" fmla="*/ 514582 h 553960"/>
                <a:gd name="connsiteX50" fmla="*/ 259945 w 591752"/>
                <a:gd name="connsiteY50" fmla="*/ 514582 h 553960"/>
                <a:gd name="connsiteX51" fmla="*/ 246612 w 591752"/>
                <a:gd name="connsiteY51" fmla="*/ 393093 h 553960"/>
                <a:gd name="connsiteX52" fmla="*/ 259778 w 591752"/>
                <a:gd name="connsiteY52" fmla="*/ 440005 h 553960"/>
                <a:gd name="connsiteX53" fmla="*/ 253445 w 591752"/>
                <a:gd name="connsiteY53" fmla="*/ 469252 h 553960"/>
                <a:gd name="connsiteX54" fmla="*/ 250529 w 591752"/>
                <a:gd name="connsiteY54" fmla="*/ 473085 h 553960"/>
                <a:gd name="connsiteX55" fmla="*/ 242363 w 591752"/>
                <a:gd name="connsiteY55" fmla="*/ 480252 h 553960"/>
                <a:gd name="connsiteX56" fmla="*/ 200200 w 591752"/>
                <a:gd name="connsiteY56" fmla="*/ 496750 h 553960"/>
                <a:gd name="connsiteX57" fmla="*/ 111875 w 591752"/>
                <a:gd name="connsiteY57" fmla="*/ 476335 h 553960"/>
                <a:gd name="connsiteX58" fmla="*/ 83961 w 591752"/>
                <a:gd name="connsiteY58" fmla="*/ 436922 h 553960"/>
                <a:gd name="connsiteX59" fmla="*/ 79628 w 591752"/>
                <a:gd name="connsiteY59" fmla="*/ 394343 h 553960"/>
                <a:gd name="connsiteX60" fmla="*/ 151621 w 591752"/>
                <a:gd name="connsiteY60" fmla="*/ 398092 h 553960"/>
                <a:gd name="connsiteX61" fmla="*/ 232447 w 591752"/>
                <a:gd name="connsiteY61" fmla="*/ 375261 h 553960"/>
                <a:gd name="connsiteX62" fmla="*/ 246612 w 591752"/>
                <a:gd name="connsiteY62" fmla="*/ 393093 h 553960"/>
                <a:gd name="connsiteX63" fmla="*/ 246612 w 591752"/>
                <a:gd name="connsiteY63" fmla="*/ 393093 h 553960"/>
                <a:gd name="connsiteX64" fmla="*/ 252529 w 591752"/>
                <a:gd name="connsiteY64" fmla="*/ 324932 h 553960"/>
                <a:gd name="connsiteX65" fmla="*/ 232197 w 591752"/>
                <a:gd name="connsiteY65" fmla="*/ 357429 h 553960"/>
                <a:gd name="connsiteX66" fmla="*/ 226281 w 591752"/>
                <a:gd name="connsiteY66" fmla="*/ 361512 h 553960"/>
                <a:gd name="connsiteX67" fmla="*/ 153454 w 591752"/>
                <a:gd name="connsiteY67" fmla="*/ 383260 h 553960"/>
                <a:gd name="connsiteX68" fmla="*/ 36965 w 591752"/>
                <a:gd name="connsiteY68" fmla="*/ 355263 h 553960"/>
                <a:gd name="connsiteX69" fmla="*/ 23132 w 591752"/>
                <a:gd name="connsiteY69" fmla="*/ 243439 h 553960"/>
                <a:gd name="connsiteX70" fmla="*/ 41214 w 591752"/>
                <a:gd name="connsiteY70" fmla="*/ 193944 h 553960"/>
                <a:gd name="connsiteX71" fmla="*/ 78628 w 591752"/>
                <a:gd name="connsiteY71" fmla="*/ 168280 h 553960"/>
                <a:gd name="connsiteX72" fmla="*/ 174536 w 591752"/>
                <a:gd name="connsiteY72" fmla="*/ 222941 h 553960"/>
                <a:gd name="connsiteX73" fmla="*/ 187868 w 591752"/>
                <a:gd name="connsiteY73" fmla="*/ 232941 h 553960"/>
                <a:gd name="connsiteX74" fmla="*/ 197784 w 591752"/>
                <a:gd name="connsiteY74" fmla="*/ 243523 h 553960"/>
                <a:gd name="connsiteX75" fmla="*/ 236447 w 591752"/>
                <a:gd name="connsiteY75" fmla="*/ 296601 h 553960"/>
                <a:gd name="connsiteX76" fmla="*/ 252612 w 591752"/>
                <a:gd name="connsiteY76" fmla="*/ 324849 h 553960"/>
                <a:gd name="connsiteX77" fmla="*/ 252529 w 591752"/>
                <a:gd name="connsiteY77" fmla="*/ 324932 h 553960"/>
                <a:gd name="connsiteX78" fmla="*/ 252529 w 591752"/>
                <a:gd name="connsiteY78" fmla="*/ 324932 h 553960"/>
                <a:gd name="connsiteX79" fmla="*/ 343687 w 591752"/>
                <a:gd name="connsiteY79" fmla="*/ 249439 h 553960"/>
                <a:gd name="connsiteX80" fmla="*/ 324939 w 591752"/>
                <a:gd name="connsiteY80" fmla="*/ 297685 h 553960"/>
                <a:gd name="connsiteX81" fmla="*/ 264361 w 591752"/>
                <a:gd name="connsiteY81" fmla="*/ 316016 h 553960"/>
                <a:gd name="connsiteX82" fmla="*/ 261528 w 591752"/>
                <a:gd name="connsiteY82" fmla="*/ 312183 h 553960"/>
                <a:gd name="connsiteX83" fmla="*/ 256778 w 591752"/>
                <a:gd name="connsiteY83" fmla="*/ 291102 h 553960"/>
                <a:gd name="connsiteX84" fmla="*/ 233280 w 591752"/>
                <a:gd name="connsiteY84" fmla="*/ 252189 h 553960"/>
                <a:gd name="connsiteX85" fmla="*/ 159537 w 591752"/>
                <a:gd name="connsiteY85" fmla="*/ 192444 h 553960"/>
                <a:gd name="connsiteX86" fmla="*/ 116208 w 591752"/>
                <a:gd name="connsiteY86" fmla="*/ 169363 h 553960"/>
                <a:gd name="connsiteX87" fmla="*/ 72795 w 591752"/>
                <a:gd name="connsiteY87" fmla="*/ 131866 h 553960"/>
                <a:gd name="connsiteX88" fmla="*/ 115791 w 591752"/>
                <a:gd name="connsiteY88" fmla="*/ 45041 h 553960"/>
                <a:gd name="connsiteX89" fmla="*/ 317273 w 591752"/>
                <a:gd name="connsiteY89" fmla="*/ 93953 h 553960"/>
                <a:gd name="connsiteX90" fmla="*/ 352020 w 591752"/>
                <a:gd name="connsiteY90" fmla="*/ 195527 h 553960"/>
                <a:gd name="connsiteX91" fmla="*/ 343687 w 591752"/>
                <a:gd name="connsiteY91" fmla="*/ 249439 h 553960"/>
                <a:gd name="connsiteX92" fmla="*/ 343687 w 591752"/>
                <a:gd name="connsiteY92" fmla="*/ 249439 h 553960"/>
                <a:gd name="connsiteX93" fmla="*/ 352020 w 591752"/>
                <a:gd name="connsiteY93" fmla="*/ 273770 h 553960"/>
                <a:gd name="connsiteX94" fmla="*/ 360185 w 591752"/>
                <a:gd name="connsiteY94" fmla="*/ 243356 h 553960"/>
                <a:gd name="connsiteX95" fmla="*/ 347770 w 591752"/>
                <a:gd name="connsiteY95" fmla="*/ 126950 h 553960"/>
                <a:gd name="connsiteX96" fmla="*/ 275193 w 591752"/>
                <a:gd name="connsiteY96" fmla="*/ 42458 h 553960"/>
                <a:gd name="connsiteX97" fmla="*/ 239780 w 591752"/>
                <a:gd name="connsiteY97" fmla="*/ 24543 h 553960"/>
                <a:gd name="connsiteX98" fmla="*/ 270277 w 591752"/>
                <a:gd name="connsiteY98" fmla="*/ 17877 h 553960"/>
                <a:gd name="connsiteX99" fmla="*/ 332521 w 591752"/>
                <a:gd name="connsiteY99" fmla="*/ 15627 h 553960"/>
                <a:gd name="connsiteX100" fmla="*/ 438262 w 591752"/>
                <a:gd name="connsiteY100" fmla="*/ 77621 h 553960"/>
                <a:gd name="connsiteX101" fmla="*/ 440595 w 591752"/>
                <a:gd name="connsiteY101" fmla="*/ 208776 h 553960"/>
                <a:gd name="connsiteX102" fmla="*/ 398599 w 591752"/>
                <a:gd name="connsiteY102" fmla="*/ 260855 h 553960"/>
                <a:gd name="connsiteX103" fmla="*/ 352020 w 591752"/>
                <a:gd name="connsiteY103" fmla="*/ 273770 h 553960"/>
                <a:gd name="connsiteX104" fmla="*/ 352020 w 591752"/>
                <a:gd name="connsiteY104" fmla="*/ 273770 h 553960"/>
                <a:gd name="connsiteX105" fmla="*/ 442012 w 591752"/>
                <a:gd name="connsiteY105" fmla="*/ 304351 h 553960"/>
                <a:gd name="connsiteX106" fmla="*/ 401515 w 591752"/>
                <a:gd name="connsiteY106" fmla="*/ 276437 h 553960"/>
                <a:gd name="connsiteX107" fmla="*/ 445845 w 591752"/>
                <a:gd name="connsiteY107" fmla="*/ 228524 h 553960"/>
                <a:gd name="connsiteX108" fmla="*/ 454844 w 591752"/>
                <a:gd name="connsiteY108" fmla="*/ 89787 h 553960"/>
                <a:gd name="connsiteX109" fmla="*/ 448428 w 591752"/>
                <a:gd name="connsiteY109" fmla="*/ 73288 h 553960"/>
                <a:gd name="connsiteX110" fmla="*/ 485591 w 591752"/>
                <a:gd name="connsiteY110" fmla="*/ 80954 h 553960"/>
                <a:gd name="connsiteX111" fmla="*/ 522004 w 591752"/>
                <a:gd name="connsiteY111" fmla="*/ 107535 h 553960"/>
                <a:gd name="connsiteX112" fmla="*/ 537753 w 591752"/>
                <a:gd name="connsiteY112" fmla="*/ 211192 h 553960"/>
                <a:gd name="connsiteX113" fmla="*/ 490840 w 591752"/>
                <a:gd name="connsiteY113" fmla="*/ 293018 h 553960"/>
                <a:gd name="connsiteX114" fmla="*/ 442012 w 591752"/>
                <a:gd name="connsiteY114" fmla="*/ 304351 h 553960"/>
                <a:gd name="connsiteX115" fmla="*/ 442012 w 591752"/>
                <a:gd name="connsiteY115" fmla="*/ 304351 h 553960"/>
                <a:gd name="connsiteX116" fmla="*/ 468842 w 591752"/>
                <a:gd name="connsiteY116" fmla="*/ 316516 h 553960"/>
                <a:gd name="connsiteX117" fmla="*/ 477092 w 591752"/>
                <a:gd name="connsiteY117" fmla="*/ 314433 h 553960"/>
                <a:gd name="connsiteX118" fmla="*/ 549335 w 591752"/>
                <a:gd name="connsiteY118" fmla="*/ 225108 h 553960"/>
                <a:gd name="connsiteX119" fmla="*/ 572917 w 591752"/>
                <a:gd name="connsiteY119" fmla="*/ 308184 h 553960"/>
                <a:gd name="connsiteX120" fmla="*/ 468842 w 591752"/>
                <a:gd name="connsiteY120" fmla="*/ 316516 h 553960"/>
                <a:gd name="connsiteX121" fmla="*/ 468842 w 591752"/>
                <a:gd name="connsiteY121" fmla="*/ 316516 h 553960"/>
                <a:gd name="connsiteX122" fmla="*/ 556085 w 591752"/>
                <a:gd name="connsiteY122" fmla="*/ 375344 h 553960"/>
                <a:gd name="connsiteX123" fmla="*/ 535086 w 591752"/>
                <a:gd name="connsiteY123" fmla="*/ 390343 h 553960"/>
                <a:gd name="connsiteX124" fmla="*/ 494757 w 591752"/>
                <a:gd name="connsiteY124" fmla="*/ 348763 h 553960"/>
                <a:gd name="connsiteX125" fmla="*/ 504589 w 591752"/>
                <a:gd name="connsiteY125" fmla="*/ 351513 h 553960"/>
                <a:gd name="connsiteX126" fmla="*/ 561418 w 591752"/>
                <a:gd name="connsiteY126" fmla="*/ 341681 h 553960"/>
                <a:gd name="connsiteX127" fmla="*/ 556085 w 591752"/>
                <a:gd name="connsiteY127" fmla="*/ 375344 h 553960"/>
                <a:gd name="connsiteX128" fmla="*/ 556085 w 591752"/>
                <a:gd name="connsiteY128" fmla="*/ 375344 h 553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591752" h="553960">
                  <a:moveTo>
                    <a:pt x="575916" y="329682"/>
                  </a:moveTo>
                  <a:cubicBezTo>
                    <a:pt x="591331" y="312600"/>
                    <a:pt x="594914" y="285269"/>
                    <a:pt x="589165" y="263604"/>
                  </a:cubicBezTo>
                  <a:cubicBezTo>
                    <a:pt x="584416" y="245689"/>
                    <a:pt x="572166" y="217109"/>
                    <a:pt x="552751" y="210526"/>
                  </a:cubicBezTo>
                  <a:cubicBezTo>
                    <a:pt x="560251" y="172196"/>
                    <a:pt x="557584" y="128950"/>
                    <a:pt x="532753" y="98286"/>
                  </a:cubicBezTo>
                  <a:cubicBezTo>
                    <a:pt x="519004" y="81287"/>
                    <a:pt x="505339" y="72705"/>
                    <a:pt x="484758" y="66039"/>
                  </a:cubicBezTo>
                  <a:cubicBezTo>
                    <a:pt x="472759" y="62123"/>
                    <a:pt x="454344" y="55540"/>
                    <a:pt x="441761" y="61373"/>
                  </a:cubicBezTo>
                  <a:cubicBezTo>
                    <a:pt x="424430" y="34875"/>
                    <a:pt x="396099" y="16127"/>
                    <a:pt x="365435" y="7044"/>
                  </a:cubicBezTo>
                  <a:cubicBezTo>
                    <a:pt x="344104" y="712"/>
                    <a:pt x="320189" y="-1122"/>
                    <a:pt x="298108" y="628"/>
                  </a:cubicBezTo>
                  <a:cubicBezTo>
                    <a:pt x="286775" y="1461"/>
                    <a:pt x="275276" y="3378"/>
                    <a:pt x="264277" y="5961"/>
                  </a:cubicBezTo>
                  <a:cubicBezTo>
                    <a:pt x="257362" y="7544"/>
                    <a:pt x="250612" y="9544"/>
                    <a:pt x="243862" y="11710"/>
                  </a:cubicBezTo>
                  <a:cubicBezTo>
                    <a:pt x="239780" y="13044"/>
                    <a:pt x="232864" y="17377"/>
                    <a:pt x="228780" y="17377"/>
                  </a:cubicBezTo>
                  <a:cubicBezTo>
                    <a:pt x="227197" y="17377"/>
                    <a:pt x="226281" y="18627"/>
                    <a:pt x="226281" y="19960"/>
                  </a:cubicBezTo>
                  <a:cubicBezTo>
                    <a:pt x="206449" y="14210"/>
                    <a:pt x="185701" y="12044"/>
                    <a:pt x="164537" y="14543"/>
                  </a:cubicBezTo>
                  <a:cubicBezTo>
                    <a:pt x="128873" y="18710"/>
                    <a:pt x="94626" y="35375"/>
                    <a:pt x="71962" y="63956"/>
                  </a:cubicBezTo>
                  <a:cubicBezTo>
                    <a:pt x="52547" y="88537"/>
                    <a:pt x="42631" y="129700"/>
                    <a:pt x="65379" y="155614"/>
                  </a:cubicBezTo>
                  <a:cubicBezTo>
                    <a:pt x="66462" y="156864"/>
                    <a:pt x="67712" y="158030"/>
                    <a:pt x="68878" y="159281"/>
                  </a:cubicBezTo>
                  <a:cubicBezTo>
                    <a:pt x="59379" y="161030"/>
                    <a:pt x="50630" y="165947"/>
                    <a:pt x="43131" y="171863"/>
                  </a:cubicBezTo>
                  <a:cubicBezTo>
                    <a:pt x="27132" y="184445"/>
                    <a:pt x="19466" y="204693"/>
                    <a:pt x="13800" y="223691"/>
                  </a:cubicBezTo>
                  <a:cubicBezTo>
                    <a:pt x="801" y="267437"/>
                    <a:pt x="-12114" y="321183"/>
                    <a:pt x="20716" y="359179"/>
                  </a:cubicBezTo>
                  <a:cubicBezTo>
                    <a:pt x="33882" y="374428"/>
                    <a:pt x="50797" y="384843"/>
                    <a:pt x="69295" y="391343"/>
                  </a:cubicBezTo>
                  <a:cubicBezTo>
                    <a:pt x="58046" y="421757"/>
                    <a:pt x="71962" y="459837"/>
                    <a:pt x="94043" y="481168"/>
                  </a:cubicBezTo>
                  <a:cubicBezTo>
                    <a:pt x="107542" y="494167"/>
                    <a:pt x="122790" y="503166"/>
                    <a:pt x="139205" y="508166"/>
                  </a:cubicBezTo>
                  <a:cubicBezTo>
                    <a:pt x="145621" y="548079"/>
                    <a:pt x="206616" y="562578"/>
                    <a:pt x="238530" y="548995"/>
                  </a:cubicBezTo>
                  <a:cubicBezTo>
                    <a:pt x="256945" y="541163"/>
                    <a:pt x="272277" y="534080"/>
                    <a:pt x="274860" y="512832"/>
                  </a:cubicBezTo>
                  <a:cubicBezTo>
                    <a:pt x="276193" y="501500"/>
                    <a:pt x="275527" y="480252"/>
                    <a:pt x="265194" y="471586"/>
                  </a:cubicBezTo>
                  <a:cubicBezTo>
                    <a:pt x="267860" y="466919"/>
                    <a:pt x="269861" y="461837"/>
                    <a:pt x="271027" y="456254"/>
                  </a:cubicBezTo>
                  <a:cubicBezTo>
                    <a:pt x="274777" y="438172"/>
                    <a:pt x="272944" y="420174"/>
                    <a:pt x="267611" y="402675"/>
                  </a:cubicBezTo>
                  <a:cubicBezTo>
                    <a:pt x="265028" y="394093"/>
                    <a:pt x="261361" y="386760"/>
                    <a:pt x="256612" y="379094"/>
                  </a:cubicBezTo>
                  <a:cubicBezTo>
                    <a:pt x="253445" y="374011"/>
                    <a:pt x="249862" y="370345"/>
                    <a:pt x="246363" y="366512"/>
                  </a:cubicBezTo>
                  <a:cubicBezTo>
                    <a:pt x="255695" y="359096"/>
                    <a:pt x="262694" y="349930"/>
                    <a:pt x="265861" y="338681"/>
                  </a:cubicBezTo>
                  <a:cubicBezTo>
                    <a:pt x="279359" y="347597"/>
                    <a:pt x="297775" y="343514"/>
                    <a:pt x="310357" y="334515"/>
                  </a:cubicBezTo>
                  <a:cubicBezTo>
                    <a:pt x="327605" y="322182"/>
                    <a:pt x="338438" y="307017"/>
                    <a:pt x="346020" y="289852"/>
                  </a:cubicBezTo>
                  <a:cubicBezTo>
                    <a:pt x="362685" y="290935"/>
                    <a:pt x="379101" y="287352"/>
                    <a:pt x="394016" y="280436"/>
                  </a:cubicBezTo>
                  <a:cubicBezTo>
                    <a:pt x="397932" y="292852"/>
                    <a:pt x="409514" y="304601"/>
                    <a:pt x="419680" y="310767"/>
                  </a:cubicBezTo>
                  <a:cubicBezTo>
                    <a:pt x="431846" y="318183"/>
                    <a:pt x="447011" y="319599"/>
                    <a:pt x="461427" y="317766"/>
                  </a:cubicBezTo>
                  <a:cubicBezTo>
                    <a:pt x="464343" y="331598"/>
                    <a:pt x="475925" y="340931"/>
                    <a:pt x="489091" y="346597"/>
                  </a:cubicBezTo>
                  <a:cubicBezTo>
                    <a:pt x="487174" y="351680"/>
                    <a:pt x="485924" y="355263"/>
                    <a:pt x="486924" y="362512"/>
                  </a:cubicBezTo>
                  <a:cubicBezTo>
                    <a:pt x="488091" y="370595"/>
                    <a:pt x="490757" y="378844"/>
                    <a:pt x="495423" y="385593"/>
                  </a:cubicBezTo>
                  <a:cubicBezTo>
                    <a:pt x="503923" y="397842"/>
                    <a:pt x="519755" y="408341"/>
                    <a:pt x="535086" y="406342"/>
                  </a:cubicBezTo>
                  <a:cubicBezTo>
                    <a:pt x="547919" y="404675"/>
                    <a:pt x="563167" y="394593"/>
                    <a:pt x="569334" y="383094"/>
                  </a:cubicBezTo>
                  <a:cubicBezTo>
                    <a:pt x="575583" y="371428"/>
                    <a:pt x="579416" y="346347"/>
                    <a:pt x="572000" y="334515"/>
                  </a:cubicBezTo>
                  <a:cubicBezTo>
                    <a:pt x="571917" y="334348"/>
                    <a:pt x="571750" y="334265"/>
                    <a:pt x="571666" y="334098"/>
                  </a:cubicBezTo>
                  <a:cubicBezTo>
                    <a:pt x="573083" y="332682"/>
                    <a:pt x="574500" y="331265"/>
                    <a:pt x="575916" y="329682"/>
                  </a:cubicBezTo>
                  <a:lnTo>
                    <a:pt x="575916" y="329682"/>
                  </a:lnTo>
                  <a:close/>
                  <a:moveTo>
                    <a:pt x="259945" y="514582"/>
                  </a:moveTo>
                  <a:cubicBezTo>
                    <a:pt x="256028" y="526497"/>
                    <a:pt x="237113" y="534080"/>
                    <a:pt x="225697" y="537413"/>
                  </a:cubicBezTo>
                  <a:cubicBezTo>
                    <a:pt x="202700" y="544079"/>
                    <a:pt x="161287" y="533413"/>
                    <a:pt x="147705" y="510249"/>
                  </a:cubicBezTo>
                  <a:cubicBezTo>
                    <a:pt x="163370" y="513665"/>
                    <a:pt x="179952" y="513748"/>
                    <a:pt x="197200" y="510582"/>
                  </a:cubicBezTo>
                  <a:cubicBezTo>
                    <a:pt x="217615" y="506749"/>
                    <a:pt x="241113" y="498333"/>
                    <a:pt x="256278" y="482918"/>
                  </a:cubicBezTo>
                  <a:cubicBezTo>
                    <a:pt x="262278" y="489751"/>
                    <a:pt x="262194" y="507582"/>
                    <a:pt x="259945" y="514582"/>
                  </a:cubicBezTo>
                  <a:lnTo>
                    <a:pt x="259945" y="514582"/>
                  </a:lnTo>
                  <a:close/>
                  <a:moveTo>
                    <a:pt x="246612" y="393093"/>
                  </a:moveTo>
                  <a:cubicBezTo>
                    <a:pt x="254528" y="406675"/>
                    <a:pt x="259111" y="424340"/>
                    <a:pt x="259778" y="440005"/>
                  </a:cubicBezTo>
                  <a:cubicBezTo>
                    <a:pt x="260278" y="451337"/>
                    <a:pt x="258778" y="461087"/>
                    <a:pt x="253445" y="469252"/>
                  </a:cubicBezTo>
                  <a:cubicBezTo>
                    <a:pt x="252112" y="470169"/>
                    <a:pt x="251112" y="471586"/>
                    <a:pt x="250529" y="473085"/>
                  </a:cubicBezTo>
                  <a:cubicBezTo>
                    <a:pt x="248279" y="475669"/>
                    <a:pt x="245612" y="478085"/>
                    <a:pt x="242363" y="480252"/>
                  </a:cubicBezTo>
                  <a:cubicBezTo>
                    <a:pt x="229280" y="489167"/>
                    <a:pt x="215699" y="493834"/>
                    <a:pt x="200200" y="496750"/>
                  </a:cubicBezTo>
                  <a:cubicBezTo>
                    <a:pt x="169952" y="502500"/>
                    <a:pt x="135373" y="497000"/>
                    <a:pt x="111875" y="476335"/>
                  </a:cubicBezTo>
                  <a:cubicBezTo>
                    <a:pt x="99292" y="465253"/>
                    <a:pt x="88793" y="453337"/>
                    <a:pt x="83961" y="436922"/>
                  </a:cubicBezTo>
                  <a:cubicBezTo>
                    <a:pt x="80044" y="423340"/>
                    <a:pt x="78128" y="408508"/>
                    <a:pt x="79628" y="394343"/>
                  </a:cubicBezTo>
                  <a:cubicBezTo>
                    <a:pt x="102959" y="400592"/>
                    <a:pt x="128207" y="401259"/>
                    <a:pt x="151621" y="398092"/>
                  </a:cubicBezTo>
                  <a:cubicBezTo>
                    <a:pt x="173786" y="395093"/>
                    <a:pt x="207199" y="389176"/>
                    <a:pt x="232447" y="375261"/>
                  </a:cubicBezTo>
                  <a:cubicBezTo>
                    <a:pt x="237530" y="380927"/>
                    <a:pt x="242613" y="386260"/>
                    <a:pt x="246612" y="393093"/>
                  </a:cubicBezTo>
                  <a:lnTo>
                    <a:pt x="246612" y="393093"/>
                  </a:lnTo>
                  <a:close/>
                  <a:moveTo>
                    <a:pt x="252529" y="324932"/>
                  </a:moveTo>
                  <a:cubicBezTo>
                    <a:pt x="250195" y="338931"/>
                    <a:pt x="242613" y="349430"/>
                    <a:pt x="232197" y="357429"/>
                  </a:cubicBezTo>
                  <a:cubicBezTo>
                    <a:pt x="229697" y="358012"/>
                    <a:pt x="227448" y="359513"/>
                    <a:pt x="226281" y="361512"/>
                  </a:cubicBezTo>
                  <a:cubicBezTo>
                    <a:pt x="204949" y="374761"/>
                    <a:pt x="175285" y="379844"/>
                    <a:pt x="153454" y="383260"/>
                  </a:cubicBezTo>
                  <a:cubicBezTo>
                    <a:pt x="113874" y="389510"/>
                    <a:pt x="66878" y="384260"/>
                    <a:pt x="36965" y="355263"/>
                  </a:cubicBezTo>
                  <a:cubicBezTo>
                    <a:pt x="4884" y="324182"/>
                    <a:pt x="14216" y="282519"/>
                    <a:pt x="23132" y="243439"/>
                  </a:cubicBezTo>
                  <a:cubicBezTo>
                    <a:pt x="26966" y="226524"/>
                    <a:pt x="31548" y="208693"/>
                    <a:pt x="41214" y="193944"/>
                  </a:cubicBezTo>
                  <a:cubicBezTo>
                    <a:pt x="49630" y="181112"/>
                    <a:pt x="63546" y="170529"/>
                    <a:pt x="78628" y="168280"/>
                  </a:cubicBezTo>
                  <a:cubicBezTo>
                    <a:pt x="106875" y="190944"/>
                    <a:pt x="145455" y="201360"/>
                    <a:pt x="174536" y="222941"/>
                  </a:cubicBezTo>
                  <a:cubicBezTo>
                    <a:pt x="179035" y="226274"/>
                    <a:pt x="183451" y="229608"/>
                    <a:pt x="187868" y="232941"/>
                  </a:cubicBezTo>
                  <a:cubicBezTo>
                    <a:pt x="191201" y="236357"/>
                    <a:pt x="194534" y="239857"/>
                    <a:pt x="197784" y="243523"/>
                  </a:cubicBezTo>
                  <a:cubicBezTo>
                    <a:pt x="212699" y="260605"/>
                    <a:pt x="224614" y="277187"/>
                    <a:pt x="236447" y="296601"/>
                  </a:cubicBezTo>
                  <a:cubicBezTo>
                    <a:pt x="241530" y="304934"/>
                    <a:pt x="246446" y="315766"/>
                    <a:pt x="252612" y="324849"/>
                  </a:cubicBezTo>
                  <a:cubicBezTo>
                    <a:pt x="252529" y="324849"/>
                    <a:pt x="252529" y="324849"/>
                    <a:pt x="252529" y="324932"/>
                  </a:cubicBezTo>
                  <a:lnTo>
                    <a:pt x="252529" y="324932"/>
                  </a:lnTo>
                  <a:close/>
                  <a:moveTo>
                    <a:pt x="343687" y="249439"/>
                  </a:moveTo>
                  <a:cubicBezTo>
                    <a:pt x="339604" y="266687"/>
                    <a:pt x="335604" y="283019"/>
                    <a:pt x="324939" y="297685"/>
                  </a:cubicBezTo>
                  <a:cubicBezTo>
                    <a:pt x="310690" y="317266"/>
                    <a:pt x="285276" y="342764"/>
                    <a:pt x="264361" y="316016"/>
                  </a:cubicBezTo>
                  <a:cubicBezTo>
                    <a:pt x="263361" y="314766"/>
                    <a:pt x="262444" y="313433"/>
                    <a:pt x="261528" y="312183"/>
                  </a:cubicBezTo>
                  <a:cubicBezTo>
                    <a:pt x="261194" y="304851"/>
                    <a:pt x="259361" y="298018"/>
                    <a:pt x="256778" y="291102"/>
                  </a:cubicBezTo>
                  <a:cubicBezTo>
                    <a:pt x="251445" y="277020"/>
                    <a:pt x="242696" y="263854"/>
                    <a:pt x="233280" y="252189"/>
                  </a:cubicBezTo>
                  <a:cubicBezTo>
                    <a:pt x="213699" y="227858"/>
                    <a:pt x="185868" y="208693"/>
                    <a:pt x="159537" y="192444"/>
                  </a:cubicBezTo>
                  <a:cubicBezTo>
                    <a:pt x="145538" y="183778"/>
                    <a:pt x="130706" y="177112"/>
                    <a:pt x="116208" y="169363"/>
                  </a:cubicBezTo>
                  <a:cubicBezTo>
                    <a:pt x="100376" y="160864"/>
                    <a:pt x="78377" y="150281"/>
                    <a:pt x="72795" y="131866"/>
                  </a:cubicBezTo>
                  <a:cubicBezTo>
                    <a:pt x="61879" y="95786"/>
                    <a:pt x="87627" y="64039"/>
                    <a:pt x="115791" y="45041"/>
                  </a:cubicBezTo>
                  <a:cubicBezTo>
                    <a:pt x="181869" y="378"/>
                    <a:pt x="273193" y="33958"/>
                    <a:pt x="317273" y="93953"/>
                  </a:cubicBezTo>
                  <a:cubicBezTo>
                    <a:pt x="338021" y="122200"/>
                    <a:pt x="350853" y="160614"/>
                    <a:pt x="352020" y="195527"/>
                  </a:cubicBezTo>
                  <a:cubicBezTo>
                    <a:pt x="352603" y="214192"/>
                    <a:pt x="348020" y="231357"/>
                    <a:pt x="343687" y="249439"/>
                  </a:cubicBezTo>
                  <a:lnTo>
                    <a:pt x="343687" y="249439"/>
                  </a:lnTo>
                  <a:close/>
                  <a:moveTo>
                    <a:pt x="352020" y="273770"/>
                  </a:moveTo>
                  <a:cubicBezTo>
                    <a:pt x="355186" y="264021"/>
                    <a:pt x="357769" y="253855"/>
                    <a:pt x="360185" y="243356"/>
                  </a:cubicBezTo>
                  <a:cubicBezTo>
                    <a:pt x="369268" y="203443"/>
                    <a:pt x="364602" y="164197"/>
                    <a:pt x="347770" y="126950"/>
                  </a:cubicBezTo>
                  <a:cubicBezTo>
                    <a:pt x="331605" y="91120"/>
                    <a:pt x="308440" y="63789"/>
                    <a:pt x="275193" y="42458"/>
                  </a:cubicBezTo>
                  <a:cubicBezTo>
                    <a:pt x="263944" y="35208"/>
                    <a:pt x="252112" y="29209"/>
                    <a:pt x="239780" y="24543"/>
                  </a:cubicBezTo>
                  <a:cubicBezTo>
                    <a:pt x="250112" y="23959"/>
                    <a:pt x="262111" y="19210"/>
                    <a:pt x="270277" y="17877"/>
                  </a:cubicBezTo>
                  <a:cubicBezTo>
                    <a:pt x="290942" y="14377"/>
                    <a:pt x="311690" y="13960"/>
                    <a:pt x="332521" y="15627"/>
                  </a:cubicBezTo>
                  <a:cubicBezTo>
                    <a:pt x="372184" y="18793"/>
                    <a:pt x="419014" y="41208"/>
                    <a:pt x="438262" y="77621"/>
                  </a:cubicBezTo>
                  <a:cubicBezTo>
                    <a:pt x="459343" y="117618"/>
                    <a:pt x="456844" y="167946"/>
                    <a:pt x="440595" y="208776"/>
                  </a:cubicBezTo>
                  <a:cubicBezTo>
                    <a:pt x="431929" y="230607"/>
                    <a:pt x="418764" y="248272"/>
                    <a:pt x="398599" y="260855"/>
                  </a:cubicBezTo>
                  <a:cubicBezTo>
                    <a:pt x="382684" y="270604"/>
                    <a:pt x="368685" y="272853"/>
                    <a:pt x="352020" y="273770"/>
                  </a:cubicBezTo>
                  <a:lnTo>
                    <a:pt x="352020" y="273770"/>
                  </a:lnTo>
                  <a:close/>
                  <a:moveTo>
                    <a:pt x="442012" y="304351"/>
                  </a:moveTo>
                  <a:cubicBezTo>
                    <a:pt x="428846" y="302768"/>
                    <a:pt x="408931" y="290269"/>
                    <a:pt x="401515" y="276437"/>
                  </a:cubicBezTo>
                  <a:cubicBezTo>
                    <a:pt x="420597" y="265521"/>
                    <a:pt x="436512" y="248772"/>
                    <a:pt x="445845" y="228524"/>
                  </a:cubicBezTo>
                  <a:cubicBezTo>
                    <a:pt x="466176" y="184278"/>
                    <a:pt x="468509" y="136199"/>
                    <a:pt x="454844" y="89787"/>
                  </a:cubicBezTo>
                  <a:cubicBezTo>
                    <a:pt x="453177" y="84037"/>
                    <a:pt x="450927" y="78538"/>
                    <a:pt x="448428" y="73288"/>
                  </a:cubicBezTo>
                  <a:cubicBezTo>
                    <a:pt x="461010" y="72122"/>
                    <a:pt x="474009" y="77038"/>
                    <a:pt x="485591" y="80954"/>
                  </a:cubicBezTo>
                  <a:cubicBezTo>
                    <a:pt x="501256" y="86287"/>
                    <a:pt x="511755" y="94703"/>
                    <a:pt x="522004" y="107535"/>
                  </a:cubicBezTo>
                  <a:cubicBezTo>
                    <a:pt x="545336" y="136699"/>
                    <a:pt x="544086" y="176112"/>
                    <a:pt x="537753" y="211192"/>
                  </a:cubicBezTo>
                  <a:cubicBezTo>
                    <a:pt x="532753" y="238857"/>
                    <a:pt x="516088" y="278020"/>
                    <a:pt x="490840" y="293018"/>
                  </a:cubicBezTo>
                  <a:cubicBezTo>
                    <a:pt x="476675" y="301768"/>
                    <a:pt x="458760" y="306351"/>
                    <a:pt x="442012" y="304351"/>
                  </a:cubicBezTo>
                  <a:lnTo>
                    <a:pt x="442012" y="304351"/>
                  </a:lnTo>
                  <a:close/>
                  <a:moveTo>
                    <a:pt x="468842" y="316516"/>
                  </a:moveTo>
                  <a:cubicBezTo>
                    <a:pt x="471675" y="315933"/>
                    <a:pt x="474425" y="315267"/>
                    <a:pt x="477092" y="314433"/>
                  </a:cubicBezTo>
                  <a:cubicBezTo>
                    <a:pt x="516672" y="302601"/>
                    <a:pt x="539086" y="263104"/>
                    <a:pt x="549335" y="225108"/>
                  </a:cubicBezTo>
                  <a:cubicBezTo>
                    <a:pt x="570667" y="247523"/>
                    <a:pt x="584498" y="276770"/>
                    <a:pt x="572917" y="308184"/>
                  </a:cubicBezTo>
                  <a:cubicBezTo>
                    <a:pt x="559001" y="345847"/>
                    <a:pt x="488507" y="352263"/>
                    <a:pt x="468842" y="316516"/>
                  </a:cubicBezTo>
                  <a:lnTo>
                    <a:pt x="468842" y="316516"/>
                  </a:lnTo>
                  <a:close/>
                  <a:moveTo>
                    <a:pt x="556085" y="375344"/>
                  </a:moveTo>
                  <a:cubicBezTo>
                    <a:pt x="551835" y="382594"/>
                    <a:pt x="542919" y="388177"/>
                    <a:pt x="535086" y="390343"/>
                  </a:cubicBezTo>
                  <a:cubicBezTo>
                    <a:pt x="512422" y="396592"/>
                    <a:pt x="496006" y="369595"/>
                    <a:pt x="494757" y="348763"/>
                  </a:cubicBezTo>
                  <a:cubicBezTo>
                    <a:pt x="498006" y="349930"/>
                    <a:pt x="501339" y="350847"/>
                    <a:pt x="504589" y="351513"/>
                  </a:cubicBezTo>
                  <a:cubicBezTo>
                    <a:pt x="523671" y="355763"/>
                    <a:pt x="544669" y="352180"/>
                    <a:pt x="561418" y="341681"/>
                  </a:cubicBezTo>
                  <a:cubicBezTo>
                    <a:pt x="564501" y="350513"/>
                    <a:pt x="560001" y="368762"/>
                    <a:pt x="556085" y="375344"/>
                  </a:cubicBezTo>
                  <a:lnTo>
                    <a:pt x="556085" y="375344"/>
                  </a:lnTo>
                  <a:close/>
                </a:path>
              </a:pathLst>
            </a:custGeom>
            <a:grpFill/>
            <a:ln w="8332" cap="flat">
              <a:noFill/>
              <a:prstDash val="solid"/>
              <a:miter/>
            </a:ln>
          </p:spPr>
          <p:txBody>
            <a:bodyPr rtlCol="0" anchor="ctr"/>
            <a:lstStyle/>
            <a:p>
              <a:endParaRPr lang="en-US"/>
            </a:p>
          </p:txBody>
        </p:sp>
        <p:sp>
          <p:nvSpPr>
            <p:cNvPr id="1409" name="Freeform: Shape 1408"/>
            <p:cNvSpPr/>
            <p:nvPr/>
          </p:nvSpPr>
          <p:spPr>
            <a:xfrm>
              <a:off x="4068307" y="3222290"/>
              <a:ext cx="166529" cy="125813"/>
            </a:xfrm>
            <a:custGeom>
              <a:avLst/>
              <a:gdLst>
                <a:gd name="connsiteX0" fmla="*/ 166416 w 166529"/>
                <a:gd name="connsiteY0" fmla="*/ 123419 h 125813"/>
                <a:gd name="connsiteX1" fmla="*/ 105338 w 166529"/>
                <a:gd name="connsiteY1" fmla="*/ 51592 h 125813"/>
                <a:gd name="connsiteX2" fmla="*/ 55260 w 166529"/>
                <a:gd name="connsiteY2" fmla="*/ 22345 h 125813"/>
                <a:gd name="connsiteX3" fmla="*/ 1014 w 166529"/>
                <a:gd name="connsiteY3" fmla="*/ 14 h 125813"/>
                <a:gd name="connsiteX4" fmla="*/ 598 w 166529"/>
                <a:gd name="connsiteY4" fmla="*/ 1597 h 125813"/>
                <a:gd name="connsiteX5" fmla="*/ 51177 w 166529"/>
                <a:gd name="connsiteY5" fmla="*/ 29261 h 125813"/>
                <a:gd name="connsiteX6" fmla="*/ 94339 w 166529"/>
                <a:gd name="connsiteY6" fmla="*/ 56009 h 125813"/>
                <a:gd name="connsiteX7" fmla="*/ 130336 w 166529"/>
                <a:gd name="connsiteY7" fmla="*/ 87006 h 125813"/>
                <a:gd name="connsiteX8" fmla="*/ 162917 w 166529"/>
                <a:gd name="connsiteY8" fmla="*/ 125002 h 125813"/>
                <a:gd name="connsiteX9" fmla="*/ 166416 w 166529"/>
                <a:gd name="connsiteY9" fmla="*/ 123419 h 125813"/>
                <a:gd name="connsiteX10" fmla="*/ 166416 w 166529"/>
                <a:gd name="connsiteY10" fmla="*/ 123419 h 125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529" h="125813">
                  <a:moveTo>
                    <a:pt x="166416" y="123419"/>
                  </a:moveTo>
                  <a:cubicBezTo>
                    <a:pt x="155834" y="95505"/>
                    <a:pt x="130169" y="67591"/>
                    <a:pt x="105338" y="51592"/>
                  </a:cubicBezTo>
                  <a:cubicBezTo>
                    <a:pt x="89173" y="41093"/>
                    <a:pt x="72092" y="31844"/>
                    <a:pt x="55260" y="22345"/>
                  </a:cubicBezTo>
                  <a:cubicBezTo>
                    <a:pt x="37261" y="12179"/>
                    <a:pt x="21596" y="3347"/>
                    <a:pt x="1014" y="14"/>
                  </a:cubicBezTo>
                  <a:cubicBezTo>
                    <a:pt x="-69" y="-153"/>
                    <a:pt x="-402" y="1263"/>
                    <a:pt x="598" y="1597"/>
                  </a:cubicBezTo>
                  <a:cubicBezTo>
                    <a:pt x="18763" y="8513"/>
                    <a:pt x="34678" y="19345"/>
                    <a:pt x="51177" y="29261"/>
                  </a:cubicBezTo>
                  <a:cubicBezTo>
                    <a:pt x="65592" y="37927"/>
                    <a:pt x="80424" y="46426"/>
                    <a:pt x="94339" y="56009"/>
                  </a:cubicBezTo>
                  <a:cubicBezTo>
                    <a:pt x="107672" y="65174"/>
                    <a:pt x="118421" y="76257"/>
                    <a:pt x="130336" y="87006"/>
                  </a:cubicBezTo>
                  <a:cubicBezTo>
                    <a:pt x="142918" y="98421"/>
                    <a:pt x="153667" y="110670"/>
                    <a:pt x="162917" y="125002"/>
                  </a:cubicBezTo>
                  <a:cubicBezTo>
                    <a:pt x="164000" y="126669"/>
                    <a:pt x="167166" y="125585"/>
                    <a:pt x="166416" y="123419"/>
                  </a:cubicBezTo>
                  <a:lnTo>
                    <a:pt x="166416" y="123419"/>
                  </a:lnTo>
                  <a:close/>
                </a:path>
              </a:pathLst>
            </a:custGeom>
            <a:grpFill/>
            <a:ln w="8332" cap="flat">
              <a:noFill/>
              <a:prstDash val="solid"/>
              <a:miter/>
            </a:ln>
          </p:spPr>
          <p:txBody>
            <a:bodyPr rtlCol="0" anchor="ctr"/>
            <a:lstStyle/>
            <a:p>
              <a:endParaRPr lang="en-US"/>
            </a:p>
          </p:txBody>
        </p:sp>
        <p:sp>
          <p:nvSpPr>
            <p:cNvPr id="1410" name="Freeform: Shape 1409"/>
            <p:cNvSpPr/>
            <p:nvPr/>
          </p:nvSpPr>
          <p:spPr>
            <a:xfrm>
              <a:off x="4033780" y="3439067"/>
              <a:ext cx="162265" cy="22330"/>
            </a:xfrm>
            <a:custGeom>
              <a:avLst/>
              <a:gdLst>
                <a:gd name="connsiteX0" fmla="*/ 158780 w 162265"/>
                <a:gd name="connsiteY0" fmla="*/ 50 h 22330"/>
                <a:gd name="connsiteX1" fmla="*/ 122450 w 162265"/>
                <a:gd name="connsiteY1" fmla="*/ 8466 h 22330"/>
                <a:gd name="connsiteX2" fmla="*/ 78537 w 162265"/>
                <a:gd name="connsiteY2" fmla="*/ 13632 h 22330"/>
                <a:gd name="connsiteX3" fmla="*/ 461 w 162265"/>
                <a:gd name="connsiteY3" fmla="*/ 5966 h 22330"/>
                <a:gd name="connsiteX4" fmla="*/ 294 w 162265"/>
                <a:gd name="connsiteY4" fmla="*/ 6966 h 22330"/>
                <a:gd name="connsiteX5" fmla="*/ 160363 w 162265"/>
                <a:gd name="connsiteY5" fmla="*/ 5550 h 22330"/>
                <a:gd name="connsiteX6" fmla="*/ 158780 w 162265"/>
                <a:gd name="connsiteY6" fmla="*/ 50 h 22330"/>
                <a:gd name="connsiteX7" fmla="*/ 158780 w 162265"/>
                <a:gd name="connsiteY7" fmla="*/ 50 h 22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2265" h="22330">
                  <a:moveTo>
                    <a:pt x="158780" y="50"/>
                  </a:moveTo>
                  <a:cubicBezTo>
                    <a:pt x="146531" y="2133"/>
                    <a:pt x="134615" y="5883"/>
                    <a:pt x="122450" y="8466"/>
                  </a:cubicBezTo>
                  <a:cubicBezTo>
                    <a:pt x="108034" y="11549"/>
                    <a:pt x="93203" y="12299"/>
                    <a:pt x="78537" y="13632"/>
                  </a:cubicBezTo>
                  <a:cubicBezTo>
                    <a:pt x="52706" y="15965"/>
                    <a:pt x="26125" y="9216"/>
                    <a:pt x="461" y="5966"/>
                  </a:cubicBezTo>
                  <a:cubicBezTo>
                    <a:pt x="-122" y="5883"/>
                    <a:pt x="-122" y="6800"/>
                    <a:pt x="294" y="6966"/>
                  </a:cubicBezTo>
                  <a:cubicBezTo>
                    <a:pt x="52873" y="28131"/>
                    <a:pt x="107868" y="27214"/>
                    <a:pt x="160363" y="5550"/>
                  </a:cubicBezTo>
                  <a:cubicBezTo>
                    <a:pt x="163613" y="4133"/>
                    <a:pt x="162446" y="-533"/>
                    <a:pt x="158780" y="50"/>
                  </a:cubicBezTo>
                  <a:lnTo>
                    <a:pt x="158780" y="50"/>
                  </a:lnTo>
                  <a:close/>
                </a:path>
              </a:pathLst>
            </a:custGeom>
            <a:grpFill/>
            <a:ln w="8332" cap="flat">
              <a:noFill/>
              <a:prstDash val="solid"/>
              <a:miter/>
            </a:ln>
          </p:spPr>
          <p:txBody>
            <a:bodyPr rtlCol="0" anchor="ctr"/>
            <a:lstStyle/>
            <a:p>
              <a:endParaRPr lang="en-US"/>
            </a:p>
          </p:txBody>
        </p:sp>
        <p:sp>
          <p:nvSpPr>
            <p:cNvPr id="1411" name="Freeform: Shape 1410"/>
            <p:cNvSpPr/>
            <p:nvPr/>
          </p:nvSpPr>
          <p:spPr>
            <a:xfrm>
              <a:off x="4095938" y="3551585"/>
              <a:ext cx="124659" cy="17943"/>
            </a:xfrm>
            <a:custGeom>
              <a:avLst/>
              <a:gdLst>
                <a:gd name="connsiteX0" fmla="*/ 120370 w 124659"/>
                <a:gd name="connsiteY0" fmla="*/ 105 h 17943"/>
                <a:gd name="connsiteX1" fmla="*/ 59376 w 124659"/>
                <a:gd name="connsiteY1" fmla="*/ 12021 h 17943"/>
                <a:gd name="connsiteX2" fmla="*/ 714 w 124659"/>
                <a:gd name="connsiteY2" fmla="*/ 8104 h 17943"/>
                <a:gd name="connsiteX3" fmla="*/ 548 w 124659"/>
                <a:gd name="connsiteY3" fmla="*/ 9604 h 17943"/>
                <a:gd name="connsiteX4" fmla="*/ 123037 w 124659"/>
                <a:gd name="connsiteY4" fmla="*/ 6271 h 17943"/>
                <a:gd name="connsiteX5" fmla="*/ 120370 w 124659"/>
                <a:gd name="connsiteY5" fmla="*/ 105 h 17943"/>
                <a:gd name="connsiteX6" fmla="*/ 120370 w 124659"/>
                <a:gd name="connsiteY6" fmla="*/ 105 h 17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659" h="17943">
                  <a:moveTo>
                    <a:pt x="120370" y="105"/>
                  </a:moveTo>
                  <a:cubicBezTo>
                    <a:pt x="99872" y="5438"/>
                    <a:pt x="80707" y="11271"/>
                    <a:pt x="59376" y="12021"/>
                  </a:cubicBezTo>
                  <a:cubicBezTo>
                    <a:pt x="39378" y="12771"/>
                    <a:pt x="20546" y="10021"/>
                    <a:pt x="714" y="8104"/>
                  </a:cubicBezTo>
                  <a:cubicBezTo>
                    <a:pt x="-119" y="8021"/>
                    <a:pt x="-285" y="9438"/>
                    <a:pt x="548" y="9604"/>
                  </a:cubicBezTo>
                  <a:cubicBezTo>
                    <a:pt x="42627" y="16770"/>
                    <a:pt x="82290" y="25519"/>
                    <a:pt x="123037" y="6271"/>
                  </a:cubicBezTo>
                  <a:cubicBezTo>
                    <a:pt x="126453" y="4521"/>
                    <a:pt x="123953" y="-812"/>
                    <a:pt x="120370" y="105"/>
                  </a:cubicBezTo>
                  <a:lnTo>
                    <a:pt x="120370" y="105"/>
                  </a:lnTo>
                  <a:close/>
                </a:path>
              </a:pathLst>
            </a:custGeom>
            <a:grpFill/>
            <a:ln w="8332" cap="flat">
              <a:noFill/>
              <a:prstDash val="solid"/>
              <a:miter/>
            </a:ln>
          </p:spPr>
          <p:txBody>
            <a:bodyPr rtlCol="0" anchor="ctr"/>
            <a:lstStyle/>
            <a:p>
              <a:endParaRPr lang="en-US"/>
            </a:p>
          </p:txBody>
        </p:sp>
        <p:sp>
          <p:nvSpPr>
            <p:cNvPr id="1412" name="Freeform: Shape 1411"/>
            <p:cNvSpPr/>
            <p:nvPr/>
          </p:nvSpPr>
          <p:spPr>
            <a:xfrm>
              <a:off x="4266419" y="3120459"/>
              <a:ext cx="91886" cy="167319"/>
            </a:xfrm>
            <a:custGeom>
              <a:avLst/>
              <a:gdLst>
                <a:gd name="connsiteX0" fmla="*/ 73045 w 91886"/>
                <a:gd name="connsiteY0" fmla="*/ 62348 h 167319"/>
                <a:gd name="connsiteX1" fmla="*/ 718 w 91886"/>
                <a:gd name="connsiteY1" fmla="*/ 20 h 167319"/>
                <a:gd name="connsiteX2" fmla="*/ 301 w 91886"/>
                <a:gd name="connsiteY2" fmla="*/ 1103 h 167319"/>
                <a:gd name="connsiteX3" fmla="*/ 67712 w 91886"/>
                <a:gd name="connsiteY3" fmla="*/ 71097 h 167319"/>
                <a:gd name="connsiteX4" fmla="*/ 83960 w 91886"/>
                <a:gd name="connsiteY4" fmla="*/ 165005 h 167319"/>
                <a:gd name="connsiteX5" fmla="*/ 90210 w 91886"/>
                <a:gd name="connsiteY5" fmla="*/ 164172 h 167319"/>
                <a:gd name="connsiteX6" fmla="*/ 73045 w 91886"/>
                <a:gd name="connsiteY6" fmla="*/ 62348 h 167319"/>
                <a:gd name="connsiteX7" fmla="*/ 73045 w 91886"/>
                <a:gd name="connsiteY7" fmla="*/ 62348 h 167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886" h="167319">
                  <a:moveTo>
                    <a:pt x="73045" y="62348"/>
                  </a:moveTo>
                  <a:cubicBezTo>
                    <a:pt x="57379" y="35767"/>
                    <a:pt x="31131" y="8686"/>
                    <a:pt x="718" y="20"/>
                  </a:cubicBezTo>
                  <a:cubicBezTo>
                    <a:pt x="51" y="-147"/>
                    <a:pt x="-283" y="770"/>
                    <a:pt x="301" y="1103"/>
                  </a:cubicBezTo>
                  <a:cubicBezTo>
                    <a:pt x="27965" y="16852"/>
                    <a:pt x="53296" y="42766"/>
                    <a:pt x="67712" y="71097"/>
                  </a:cubicBezTo>
                  <a:cubicBezTo>
                    <a:pt x="82877" y="101011"/>
                    <a:pt x="79460" y="132925"/>
                    <a:pt x="83960" y="165005"/>
                  </a:cubicBezTo>
                  <a:cubicBezTo>
                    <a:pt x="84544" y="168921"/>
                    <a:pt x="89793" y="167338"/>
                    <a:pt x="90210" y="164172"/>
                  </a:cubicBezTo>
                  <a:cubicBezTo>
                    <a:pt x="94626" y="130008"/>
                    <a:pt x="90793" y="92512"/>
                    <a:pt x="73045" y="62348"/>
                  </a:cubicBezTo>
                  <a:lnTo>
                    <a:pt x="73045" y="62348"/>
                  </a:lnTo>
                  <a:close/>
                </a:path>
              </a:pathLst>
            </a:custGeom>
            <a:grpFill/>
            <a:ln w="8332" cap="flat">
              <a:noFill/>
              <a:prstDash val="solid"/>
              <a:miter/>
            </a:ln>
          </p:spPr>
          <p:txBody>
            <a:bodyPr rtlCol="0" anchor="ctr"/>
            <a:lstStyle/>
            <a:p>
              <a:endParaRPr lang="en-US"/>
            </a:p>
          </p:txBody>
        </p:sp>
        <p:sp>
          <p:nvSpPr>
            <p:cNvPr id="1413" name="Freeform: Shape 1412"/>
            <p:cNvSpPr/>
            <p:nvPr/>
          </p:nvSpPr>
          <p:spPr>
            <a:xfrm>
              <a:off x="4422655" y="3191835"/>
              <a:ext cx="46558" cy="158534"/>
            </a:xfrm>
            <a:custGeom>
              <a:avLst/>
              <a:gdLst>
                <a:gd name="connsiteX0" fmla="*/ 32965 w 46558"/>
                <a:gd name="connsiteY0" fmla="*/ 55 h 158534"/>
                <a:gd name="connsiteX1" fmla="*/ 32799 w 46558"/>
                <a:gd name="connsiteY1" fmla="*/ 138 h 158534"/>
                <a:gd name="connsiteX2" fmla="*/ 36298 w 46558"/>
                <a:gd name="connsiteY2" fmla="*/ 83714 h 158534"/>
                <a:gd name="connsiteX3" fmla="*/ 551 w 46558"/>
                <a:gd name="connsiteY3" fmla="*/ 153624 h 158534"/>
                <a:gd name="connsiteX4" fmla="*/ 6468 w 46558"/>
                <a:gd name="connsiteY4" fmla="*/ 157041 h 158534"/>
                <a:gd name="connsiteX5" fmla="*/ 44298 w 46558"/>
                <a:gd name="connsiteY5" fmla="*/ 80547 h 158534"/>
                <a:gd name="connsiteX6" fmla="*/ 32965 w 46558"/>
                <a:gd name="connsiteY6" fmla="*/ 55 h 158534"/>
                <a:gd name="connsiteX7" fmla="*/ 32965 w 46558"/>
                <a:gd name="connsiteY7" fmla="*/ 55 h 158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558" h="158534">
                  <a:moveTo>
                    <a:pt x="32965" y="55"/>
                  </a:moveTo>
                  <a:cubicBezTo>
                    <a:pt x="32965" y="-29"/>
                    <a:pt x="32799" y="-29"/>
                    <a:pt x="32799" y="138"/>
                  </a:cubicBezTo>
                  <a:cubicBezTo>
                    <a:pt x="40381" y="28219"/>
                    <a:pt x="44797" y="55300"/>
                    <a:pt x="36298" y="83714"/>
                  </a:cubicBezTo>
                  <a:cubicBezTo>
                    <a:pt x="28716" y="109211"/>
                    <a:pt x="14217" y="131293"/>
                    <a:pt x="551" y="153624"/>
                  </a:cubicBezTo>
                  <a:cubicBezTo>
                    <a:pt x="-1782" y="157457"/>
                    <a:pt x="3884" y="160457"/>
                    <a:pt x="6468" y="157041"/>
                  </a:cubicBezTo>
                  <a:cubicBezTo>
                    <a:pt x="23549" y="134376"/>
                    <a:pt x="38131" y="108378"/>
                    <a:pt x="44298" y="80547"/>
                  </a:cubicBezTo>
                  <a:cubicBezTo>
                    <a:pt x="50464" y="52217"/>
                    <a:pt x="43131" y="26552"/>
                    <a:pt x="32965" y="55"/>
                  </a:cubicBezTo>
                  <a:lnTo>
                    <a:pt x="32965" y="55"/>
                  </a:lnTo>
                  <a:close/>
                </a:path>
              </a:pathLst>
            </a:custGeom>
            <a:grpFill/>
            <a:ln w="8332" cap="flat">
              <a:noFill/>
              <a:prstDash val="solid"/>
              <a:miter/>
            </a:ln>
          </p:spPr>
          <p:txBody>
            <a:bodyPr rtlCol="0" anchor="ctr"/>
            <a:lstStyle/>
            <a:p>
              <a:endParaRPr lang="en-US"/>
            </a:p>
          </p:txBody>
        </p:sp>
        <p:sp>
          <p:nvSpPr>
            <p:cNvPr id="1414" name="Freeform: Shape 1413"/>
            <p:cNvSpPr/>
            <p:nvPr/>
          </p:nvSpPr>
          <p:spPr>
            <a:xfrm>
              <a:off x="4488404" y="3335563"/>
              <a:ext cx="43235" cy="80929"/>
            </a:xfrm>
            <a:custGeom>
              <a:avLst/>
              <a:gdLst>
                <a:gd name="connsiteX0" fmla="*/ 40126 w 43235"/>
                <a:gd name="connsiteY0" fmla="*/ 1146 h 80929"/>
                <a:gd name="connsiteX1" fmla="*/ 879 w 43235"/>
                <a:gd name="connsiteY1" fmla="*/ 75640 h 80929"/>
                <a:gd name="connsiteX2" fmla="*/ 5212 w 43235"/>
                <a:gd name="connsiteY2" fmla="*/ 79973 h 80929"/>
                <a:gd name="connsiteX3" fmla="*/ 43209 w 43235"/>
                <a:gd name="connsiteY3" fmla="*/ 1980 h 80929"/>
                <a:gd name="connsiteX4" fmla="*/ 40126 w 43235"/>
                <a:gd name="connsiteY4" fmla="*/ 1146 h 80929"/>
                <a:gd name="connsiteX5" fmla="*/ 40126 w 43235"/>
                <a:gd name="connsiteY5" fmla="*/ 1146 h 80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235" h="80929">
                  <a:moveTo>
                    <a:pt x="40126" y="1146"/>
                  </a:moveTo>
                  <a:cubicBezTo>
                    <a:pt x="33293" y="31227"/>
                    <a:pt x="22377" y="53225"/>
                    <a:pt x="879" y="75640"/>
                  </a:cubicBezTo>
                  <a:cubicBezTo>
                    <a:pt x="-1871" y="78473"/>
                    <a:pt x="2462" y="82889"/>
                    <a:pt x="5212" y="79973"/>
                  </a:cubicBezTo>
                  <a:cubicBezTo>
                    <a:pt x="27377" y="56808"/>
                    <a:pt x="37543" y="33227"/>
                    <a:pt x="43209" y="1980"/>
                  </a:cubicBezTo>
                  <a:cubicBezTo>
                    <a:pt x="43542" y="-20"/>
                    <a:pt x="40626" y="-853"/>
                    <a:pt x="40126" y="1146"/>
                  </a:cubicBezTo>
                  <a:lnTo>
                    <a:pt x="40126" y="1146"/>
                  </a:lnTo>
                  <a:close/>
                </a:path>
              </a:pathLst>
            </a:custGeom>
            <a:grpFill/>
            <a:ln w="8332" cap="flat">
              <a:noFill/>
              <a:prstDash val="solid"/>
              <a:miter/>
            </a:ln>
          </p:spPr>
          <p:txBody>
            <a:bodyPr rtlCol="0" anchor="ctr"/>
            <a:lstStyle/>
            <a:p>
              <a:endParaRPr lang="en-US"/>
            </a:p>
          </p:txBody>
        </p:sp>
        <p:sp>
          <p:nvSpPr>
            <p:cNvPr id="1415" name="Freeform: Shape 1414"/>
            <p:cNvSpPr/>
            <p:nvPr/>
          </p:nvSpPr>
          <p:spPr>
            <a:xfrm>
              <a:off x="2334104" y="-31925"/>
              <a:ext cx="582663" cy="567958"/>
            </a:xfrm>
            <a:custGeom>
              <a:avLst/>
              <a:gdLst>
                <a:gd name="connsiteX0" fmla="*/ 462332 w 582663"/>
                <a:gd name="connsiteY0" fmla="*/ 39019 h 567958"/>
                <a:gd name="connsiteX1" fmla="*/ 462332 w 582663"/>
                <a:gd name="connsiteY1" fmla="*/ 38519 h 567958"/>
                <a:gd name="connsiteX2" fmla="*/ 429335 w 582663"/>
                <a:gd name="connsiteY2" fmla="*/ 2772 h 567958"/>
                <a:gd name="connsiteX3" fmla="*/ 388172 w 582663"/>
                <a:gd name="connsiteY3" fmla="*/ 6605 h 567958"/>
                <a:gd name="connsiteX4" fmla="*/ 370757 w 582663"/>
                <a:gd name="connsiteY4" fmla="*/ 47851 h 567958"/>
                <a:gd name="connsiteX5" fmla="*/ 378840 w 582663"/>
                <a:gd name="connsiteY5" fmla="*/ 71099 h 567958"/>
                <a:gd name="connsiteX6" fmla="*/ 390589 w 582663"/>
                <a:gd name="connsiteY6" fmla="*/ 82015 h 567958"/>
                <a:gd name="connsiteX7" fmla="*/ 387589 w 582663"/>
                <a:gd name="connsiteY7" fmla="*/ 121845 h 567958"/>
                <a:gd name="connsiteX8" fmla="*/ 359842 w 582663"/>
                <a:gd name="connsiteY8" fmla="*/ 153759 h 567958"/>
                <a:gd name="connsiteX9" fmla="*/ 359342 w 582663"/>
                <a:gd name="connsiteY9" fmla="*/ 193505 h 567958"/>
                <a:gd name="connsiteX10" fmla="*/ 316346 w 582663"/>
                <a:gd name="connsiteY10" fmla="*/ 216753 h 567958"/>
                <a:gd name="connsiteX11" fmla="*/ 260434 w 582663"/>
                <a:gd name="connsiteY11" fmla="*/ 205004 h 567958"/>
                <a:gd name="connsiteX12" fmla="*/ 223520 w 582663"/>
                <a:gd name="connsiteY12" fmla="*/ 230085 h 567958"/>
                <a:gd name="connsiteX13" fmla="*/ 190773 w 582663"/>
                <a:gd name="connsiteY13" fmla="*/ 221003 h 567958"/>
                <a:gd name="connsiteX14" fmla="*/ 190690 w 582663"/>
                <a:gd name="connsiteY14" fmla="*/ 204754 h 567958"/>
                <a:gd name="connsiteX15" fmla="*/ 184191 w 582663"/>
                <a:gd name="connsiteY15" fmla="*/ 179506 h 567958"/>
                <a:gd name="connsiteX16" fmla="*/ 152777 w 582663"/>
                <a:gd name="connsiteY16" fmla="*/ 136010 h 567958"/>
                <a:gd name="connsiteX17" fmla="*/ 138528 w 582663"/>
                <a:gd name="connsiteY17" fmla="*/ 127928 h 567958"/>
                <a:gd name="connsiteX18" fmla="*/ 119780 w 582663"/>
                <a:gd name="connsiteY18" fmla="*/ 89931 h 567958"/>
                <a:gd name="connsiteX19" fmla="*/ 68784 w 582663"/>
                <a:gd name="connsiteY19" fmla="*/ 85098 h 567958"/>
                <a:gd name="connsiteX20" fmla="*/ 18206 w 582663"/>
                <a:gd name="connsiteY20" fmla="*/ 179673 h 567958"/>
                <a:gd name="connsiteX21" fmla="*/ 541 w 582663"/>
                <a:gd name="connsiteY21" fmla="*/ 229252 h 567958"/>
                <a:gd name="connsiteX22" fmla="*/ 38620 w 582663"/>
                <a:gd name="connsiteY22" fmla="*/ 314327 h 567958"/>
                <a:gd name="connsiteX23" fmla="*/ 21622 w 582663"/>
                <a:gd name="connsiteY23" fmla="*/ 370072 h 567958"/>
                <a:gd name="connsiteX24" fmla="*/ 102531 w 582663"/>
                <a:gd name="connsiteY24" fmla="*/ 478979 h 567958"/>
                <a:gd name="connsiteX25" fmla="*/ 158110 w 582663"/>
                <a:gd name="connsiteY25" fmla="*/ 500311 h 567958"/>
                <a:gd name="connsiteX26" fmla="*/ 185941 w 582663"/>
                <a:gd name="connsiteY26" fmla="*/ 493645 h 567958"/>
                <a:gd name="connsiteX27" fmla="*/ 185607 w 582663"/>
                <a:gd name="connsiteY27" fmla="*/ 498644 h 567958"/>
                <a:gd name="connsiteX28" fmla="*/ 249018 w 582663"/>
                <a:gd name="connsiteY28" fmla="*/ 565221 h 567958"/>
                <a:gd name="connsiteX29" fmla="*/ 351842 w 582663"/>
                <a:gd name="connsiteY29" fmla="*/ 544473 h 567958"/>
                <a:gd name="connsiteX30" fmla="*/ 396005 w 582663"/>
                <a:gd name="connsiteY30" fmla="*/ 501061 h 567958"/>
                <a:gd name="connsiteX31" fmla="*/ 399588 w 582663"/>
                <a:gd name="connsiteY31" fmla="*/ 501477 h 567958"/>
                <a:gd name="connsiteX32" fmla="*/ 414837 w 582663"/>
                <a:gd name="connsiteY32" fmla="*/ 496228 h 567958"/>
                <a:gd name="connsiteX33" fmla="*/ 434252 w 582663"/>
                <a:gd name="connsiteY33" fmla="*/ 487645 h 567958"/>
                <a:gd name="connsiteX34" fmla="*/ 463749 w 582663"/>
                <a:gd name="connsiteY34" fmla="*/ 470230 h 567958"/>
                <a:gd name="connsiteX35" fmla="*/ 511578 w 582663"/>
                <a:gd name="connsiteY35" fmla="*/ 422401 h 567958"/>
                <a:gd name="connsiteX36" fmla="*/ 535909 w 582663"/>
                <a:gd name="connsiteY36" fmla="*/ 331993 h 567958"/>
                <a:gd name="connsiteX37" fmla="*/ 566156 w 582663"/>
                <a:gd name="connsiteY37" fmla="*/ 300995 h 567958"/>
                <a:gd name="connsiteX38" fmla="*/ 582655 w 582663"/>
                <a:gd name="connsiteY38" fmla="*/ 245584 h 567958"/>
                <a:gd name="connsiteX39" fmla="*/ 526576 w 582663"/>
                <a:gd name="connsiteY39" fmla="*/ 146259 h 567958"/>
                <a:gd name="connsiteX40" fmla="*/ 520910 w 582663"/>
                <a:gd name="connsiteY40" fmla="*/ 82182 h 567958"/>
                <a:gd name="connsiteX41" fmla="*/ 468582 w 582663"/>
                <a:gd name="connsiteY41" fmla="*/ 39519 h 567958"/>
                <a:gd name="connsiteX42" fmla="*/ 462332 w 582663"/>
                <a:gd name="connsiteY42" fmla="*/ 39019 h 567958"/>
                <a:gd name="connsiteX43" fmla="*/ 462332 w 582663"/>
                <a:gd name="connsiteY43" fmla="*/ 39019 h 567958"/>
                <a:gd name="connsiteX44" fmla="*/ 124279 w 582663"/>
                <a:gd name="connsiteY44" fmla="*/ 124428 h 567958"/>
                <a:gd name="connsiteX45" fmla="*/ 61118 w 582663"/>
                <a:gd name="connsiteY45" fmla="*/ 140676 h 567958"/>
                <a:gd name="connsiteX46" fmla="*/ 23122 w 582663"/>
                <a:gd name="connsiteY46" fmla="*/ 172424 h 567958"/>
                <a:gd name="connsiteX47" fmla="*/ 66035 w 582663"/>
                <a:gd name="connsiteY47" fmla="*/ 101930 h 567958"/>
                <a:gd name="connsiteX48" fmla="*/ 106948 w 582663"/>
                <a:gd name="connsiteY48" fmla="*/ 97764 h 567958"/>
                <a:gd name="connsiteX49" fmla="*/ 124279 w 582663"/>
                <a:gd name="connsiteY49" fmla="*/ 124428 h 567958"/>
                <a:gd name="connsiteX50" fmla="*/ 124279 w 582663"/>
                <a:gd name="connsiteY50" fmla="*/ 124428 h 567958"/>
                <a:gd name="connsiteX51" fmla="*/ 174525 w 582663"/>
                <a:gd name="connsiteY51" fmla="*/ 222502 h 567958"/>
                <a:gd name="connsiteX52" fmla="*/ 97615 w 582663"/>
                <a:gd name="connsiteY52" fmla="*/ 256333 h 567958"/>
                <a:gd name="connsiteX53" fmla="*/ 44453 w 582663"/>
                <a:gd name="connsiteY53" fmla="*/ 304995 h 567958"/>
                <a:gd name="connsiteX54" fmla="*/ 20705 w 582663"/>
                <a:gd name="connsiteY54" fmla="*/ 269332 h 567958"/>
                <a:gd name="connsiteX55" fmla="*/ 17122 w 582663"/>
                <a:gd name="connsiteY55" fmla="*/ 221169 h 567958"/>
                <a:gd name="connsiteX56" fmla="*/ 72284 w 582663"/>
                <a:gd name="connsiteY56" fmla="*/ 149342 h 567958"/>
                <a:gd name="connsiteX57" fmla="*/ 115364 w 582663"/>
                <a:gd name="connsiteY57" fmla="*/ 135260 h 567958"/>
                <a:gd name="connsiteX58" fmla="*/ 126196 w 582663"/>
                <a:gd name="connsiteY58" fmla="*/ 135594 h 567958"/>
                <a:gd name="connsiteX59" fmla="*/ 130862 w 582663"/>
                <a:gd name="connsiteY59" fmla="*/ 136677 h 567958"/>
                <a:gd name="connsiteX60" fmla="*/ 154360 w 582663"/>
                <a:gd name="connsiteY60" fmla="*/ 155175 h 567958"/>
                <a:gd name="connsiteX61" fmla="*/ 174025 w 582663"/>
                <a:gd name="connsiteY61" fmla="*/ 199754 h 567958"/>
                <a:gd name="connsiteX62" fmla="*/ 174525 w 582663"/>
                <a:gd name="connsiteY62" fmla="*/ 222502 h 567958"/>
                <a:gd name="connsiteX63" fmla="*/ 174525 w 582663"/>
                <a:gd name="connsiteY63" fmla="*/ 222502 h 567958"/>
                <a:gd name="connsiteX64" fmla="*/ 222187 w 582663"/>
                <a:gd name="connsiteY64" fmla="*/ 248833 h 567958"/>
                <a:gd name="connsiteX65" fmla="*/ 227687 w 582663"/>
                <a:gd name="connsiteY65" fmla="*/ 280914 h 567958"/>
                <a:gd name="connsiteX66" fmla="*/ 231603 w 582663"/>
                <a:gd name="connsiteY66" fmla="*/ 346325 h 567958"/>
                <a:gd name="connsiteX67" fmla="*/ 230687 w 582663"/>
                <a:gd name="connsiteY67" fmla="*/ 360823 h 567958"/>
                <a:gd name="connsiteX68" fmla="*/ 226770 w 582663"/>
                <a:gd name="connsiteY68" fmla="*/ 376988 h 567958"/>
                <a:gd name="connsiteX69" fmla="*/ 187607 w 582663"/>
                <a:gd name="connsiteY69" fmla="*/ 480062 h 567958"/>
                <a:gd name="connsiteX70" fmla="*/ 142361 w 582663"/>
                <a:gd name="connsiteY70" fmla="*/ 484062 h 567958"/>
                <a:gd name="connsiteX71" fmla="*/ 96948 w 582663"/>
                <a:gd name="connsiteY71" fmla="*/ 457398 h 567958"/>
                <a:gd name="connsiteX72" fmla="*/ 36454 w 582663"/>
                <a:gd name="connsiteY72" fmla="*/ 362323 h 567958"/>
                <a:gd name="connsiteX73" fmla="*/ 108447 w 582663"/>
                <a:gd name="connsiteY73" fmla="*/ 266832 h 567958"/>
                <a:gd name="connsiteX74" fmla="*/ 178525 w 582663"/>
                <a:gd name="connsiteY74" fmla="*/ 237334 h 567958"/>
                <a:gd name="connsiteX75" fmla="*/ 185607 w 582663"/>
                <a:gd name="connsiteY75" fmla="*/ 236751 h 567958"/>
                <a:gd name="connsiteX76" fmla="*/ 221937 w 582663"/>
                <a:gd name="connsiteY76" fmla="*/ 248917 h 567958"/>
                <a:gd name="connsiteX77" fmla="*/ 222187 w 582663"/>
                <a:gd name="connsiteY77" fmla="*/ 248833 h 567958"/>
                <a:gd name="connsiteX78" fmla="*/ 222187 w 582663"/>
                <a:gd name="connsiteY78" fmla="*/ 248833 h 567958"/>
                <a:gd name="connsiteX79" fmla="*/ 381173 w 582663"/>
                <a:gd name="connsiteY79" fmla="*/ 285497 h 567958"/>
                <a:gd name="connsiteX80" fmla="*/ 419003 w 582663"/>
                <a:gd name="connsiteY80" fmla="*/ 385904 h 567958"/>
                <a:gd name="connsiteX81" fmla="*/ 294597 w 582663"/>
                <a:gd name="connsiteY81" fmla="*/ 551723 h 567958"/>
                <a:gd name="connsiteX82" fmla="*/ 206022 w 582663"/>
                <a:gd name="connsiteY82" fmla="*/ 511976 h 567958"/>
                <a:gd name="connsiteX83" fmla="*/ 215688 w 582663"/>
                <a:gd name="connsiteY83" fmla="*/ 455398 h 567958"/>
                <a:gd name="connsiteX84" fmla="*/ 234436 w 582663"/>
                <a:gd name="connsiteY84" fmla="*/ 410069 h 567958"/>
                <a:gd name="connsiteX85" fmla="*/ 253351 w 582663"/>
                <a:gd name="connsiteY85" fmla="*/ 317161 h 567958"/>
                <a:gd name="connsiteX86" fmla="*/ 246685 w 582663"/>
                <a:gd name="connsiteY86" fmla="*/ 272165 h 567958"/>
                <a:gd name="connsiteX87" fmla="*/ 236936 w 582663"/>
                <a:gd name="connsiteY87" fmla="*/ 252916 h 567958"/>
                <a:gd name="connsiteX88" fmla="*/ 236686 w 582663"/>
                <a:gd name="connsiteY88" fmla="*/ 248083 h 567958"/>
                <a:gd name="connsiteX89" fmla="*/ 295097 w 582663"/>
                <a:gd name="connsiteY89" fmla="*/ 223669 h 567958"/>
                <a:gd name="connsiteX90" fmla="*/ 340260 w 582663"/>
                <a:gd name="connsiteY90" fmla="*/ 248917 h 567958"/>
                <a:gd name="connsiteX91" fmla="*/ 381173 w 582663"/>
                <a:gd name="connsiteY91" fmla="*/ 285497 h 567958"/>
                <a:gd name="connsiteX92" fmla="*/ 381173 w 582663"/>
                <a:gd name="connsiteY92" fmla="*/ 285497 h 567958"/>
                <a:gd name="connsiteX93" fmla="*/ 375340 w 582663"/>
                <a:gd name="connsiteY93" fmla="*/ 205421 h 567958"/>
                <a:gd name="connsiteX94" fmla="*/ 440917 w 582663"/>
                <a:gd name="connsiteY94" fmla="*/ 218836 h 567958"/>
                <a:gd name="connsiteX95" fmla="*/ 522577 w 582663"/>
                <a:gd name="connsiteY95" fmla="*/ 321493 h 567958"/>
                <a:gd name="connsiteX96" fmla="*/ 480581 w 582663"/>
                <a:gd name="connsiteY96" fmla="*/ 436566 h 567958"/>
                <a:gd name="connsiteX97" fmla="*/ 431085 w 582663"/>
                <a:gd name="connsiteY97" fmla="*/ 474480 h 567958"/>
                <a:gd name="connsiteX98" fmla="*/ 403338 w 582663"/>
                <a:gd name="connsiteY98" fmla="*/ 488728 h 567958"/>
                <a:gd name="connsiteX99" fmla="*/ 419253 w 582663"/>
                <a:gd name="connsiteY99" fmla="*/ 452398 h 567958"/>
                <a:gd name="connsiteX100" fmla="*/ 421419 w 582663"/>
                <a:gd name="connsiteY100" fmla="*/ 340992 h 567958"/>
                <a:gd name="connsiteX101" fmla="*/ 356842 w 582663"/>
                <a:gd name="connsiteY101" fmla="*/ 243334 h 567958"/>
                <a:gd name="connsiteX102" fmla="*/ 331261 w 582663"/>
                <a:gd name="connsiteY102" fmla="*/ 225085 h 567958"/>
                <a:gd name="connsiteX103" fmla="*/ 375340 w 582663"/>
                <a:gd name="connsiteY103" fmla="*/ 205421 h 567958"/>
                <a:gd name="connsiteX104" fmla="*/ 375340 w 582663"/>
                <a:gd name="connsiteY104" fmla="*/ 205421 h 567958"/>
                <a:gd name="connsiteX105" fmla="*/ 426252 w 582663"/>
                <a:gd name="connsiteY105" fmla="*/ 121761 h 567958"/>
                <a:gd name="connsiteX106" fmla="*/ 514661 w 582663"/>
                <a:gd name="connsiteY106" fmla="*/ 155175 h 567958"/>
                <a:gd name="connsiteX107" fmla="*/ 568489 w 582663"/>
                <a:gd name="connsiteY107" fmla="*/ 245167 h 567958"/>
                <a:gd name="connsiteX108" fmla="*/ 557241 w 582663"/>
                <a:gd name="connsiteY108" fmla="*/ 288830 h 567958"/>
                <a:gd name="connsiteX109" fmla="*/ 533409 w 582663"/>
                <a:gd name="connsiteY109" fmla="*/ 318410 h 567958"/>
                <a:gd name="connsiteX110" fmla="*/ 527910 w 582663"/>
                <a:gd name="connsiteY110" fmla="*/ 301579 h 567958"/>
                <a:gd name="connsiteX111" fmla="*/ 432502 w 582663"/>
                <a:gd name="connsiteY111" fmla="*/ 200254 h 567958"/>
                <a:gd name="connsiteX112" fmla="*/ 367841 w 582663"/>
                <a:gd name="connsiteY112" fmla="*/ 191505 h 567958"/>
                <a:gd name="connsiteX113" fmla="*/ 381340 w 582663"/>
                <a:gd name="connsiteY113" fmla="*/ 144259 h 567958"/>
                <a:gd name="connsiteX114" fmla="*/ 426252 w 582663"/>
                <a:gd name="connsiteY114" fmla="*/ 121761 h 567958"/>
                <a:gd name="connsiteX115" fmla="*/ 426252 w 582663"/>
                <a:gd name="connsiteY115" fmla="*/ 121761 h 567958"/>
                <a:gd name="connsiteX116" fmla="*/ 479914 w 582663"/>
                <a:gd name="connsiteY116" fmla="*/ 58101 h 567958"/>
                <a:gd name="connsiteX117" fmla="*/ 514661 w 582663"/>
                <a:gd name="connsiteY117" fmla="*/ 137177 h 567958"/>
                <a:gd name="connsiteX118" fmla="*/ 402004 w 582663"/>
                <a:gd name="connsiteY118" fmla="*/ 114179 h 567958"/>
                <a:gd name="connsiteX119" fmla="*/ 394338 w 582663"/>
                <a:gd name="connsiteY119" fmla="*/ 117845 h 567958"/>
                <a:gd name="connsiteX120" fmla="*/ 479914 w 582663"/>
                <a:gd name="connsiteY120" fmla="*/ 58101 h 567958"/>
                <a:gd name="connsiteX121" fmla="*/ 479914 w 582663"/>
                <a:gd name="connsiteY121" fmla="*/ 58101 h 567958"/>
                <a:gd name="connsiteX122" fmla="*/ 449583 w 582663"/>
                <a:gd name="connsiteY122" fmla="*/ 39519 h 567958"/>
                <a:gd name="connsiteX123" fmla="*/ 399505 w 582663"/>
                <a:gd name="connsiteY123" fmla="*/ 68100 h 567958"/>
                <a:gd name="connsiteX124" fmla="*/ 393672 w 582663"/>
                <a:gd name="connsiteY124" fmla="*/ 76516 h 567958"/>
                <a:gd name="connsiteX125" fmla="*/ 398338 w 582663"/>
                <a:gd name="connsiteY125" fmla="*/ 18854 h 567958"/>
                <a:gd name="connsiteX126" fmla="*/ 424086 w 582663"/>
                <a:gd name="connsiteY126" fmla="*/ 17104 h 567958"/>
                <a:gd name="connsiteX127" fmla="*/ 449583 w 582663"/>
                <a:gd name="connsiteY127" fmla="*/ 39519 h 567958"/>
                <a:gd name="connsiteX128" fmla="*/ 449583 w 582663"/>
                <a:gd name="connsiteY128" fmla="*/ 39519 h 56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582663" h="567958">
                  <a:moveTo>
                    <a:pt x="462332" y="39019"/>
                  </a:moveTo>
                  <a:cubicBezTo>
                    <a:pt x="462332" y="38852"/>
                    <a:pt x="462332" y="38686"/>
                    <a:pt x="462332" y="38519"/>
                  </a:cubicBezTo>
                  <a:cubicBezTo>
                    <a:pt x="460499" y="24687"/>
                    <a:pt x="441584" y="7772"/>
                    <a:pt x="429335" y="2772"/>
                  </a:cubicBezTo>
                  <a:cubicBezTo>
                    <a:pt x="417253" y="-2144"/>
                    <a:pt x="399088" y="-311"/>
                    <a:pt x="388172" y="6605"/>
                  </a:cubicBezTo>
                  <a:cubicBezTo>
                    <a:pt x="375007" y="14854"/>
                    <a:pt x="369507" y="33019"/>
                    <a:pt x="370757" y="47851"/>
                  </a:cubicBezTo>
                  <a:cubicBezTo>
                    <a:pt x="371424" y="56101"/>
                    <a:pt x="374590" y="64100"/>
                    <a:pt x="378840" y="71099"/>
                  </a:cubicBezTo>
                  <a:cubicBezTo>
                    <a:pt x="382673" y="77349"/>
                    <a:pt x="385839" y="79349"/>
                    <a:pt x="390589" y="82015"/>
                  </a:cubicBezTo>
                  <a:cubicBezTo>
                    <a:pt x="384089" y="94764"/>
                    <a:pt x="381090" y="109346"/>
                    <a:pt x="387589" y="121845"/>
                  </a:cubicBezTo>
                  <a:cubicBezTo>
                    <a:pt x="375340" y="129594"/>
                    <a:pt x="364508" y="140260"/>
                    <a:pt x="359842" y="153759"/>
                  </a:cubicBezTo>
                  <a:cubicBezTo>
                    <a:pt x="356008" y="164924"/>
                    <a:pt x="354509" y="181423"/>
                    <a:pt x="359342" y="193505"/>
                  </a:cubicBezTo>
                  <a:cubicBezTo>
                    <a:pt x="343426" y="197588"/>
                    <a:pt x="328511" y="205337"/>
                    <a:pt x="316346" y="216753"/>
                  </a:cubicBezTo>
                  <a:cubicBezTo>
                    <a:pt x="299597" y="208420"/>
                    <a:pt x="281515" y="203587"/>
                    <a:pt x="260434" y="205004"/>
                  </a:cubicBezTo>
                  <a:cubicBezTo>
                    <a:pt x="245102" y="206087"/>
                    <a:pt x="228270" y="214670"/>
                    <a:pt x="223520" y="230085"/>
                  </a:cubicBezTo>
                  <a:cubicBezTo>
                    <a:pt x="213938" y="223419"/>
                    <a:pt x="202689" y="220836"/>
                    <a:pt x="190773" y="221003"/>
                  </a:cubicBezTo>
                  <a:cubicBezTo>
                    <a:pt x="191023" y="215753"/>
                    <a:pt x="191523" y="210670"/>
                    <a:pt x="190690" y="204754"/>
                  </a:cubicBezTo>
                  <a:cubicBezTo>
                    <a:pt x="189524" y="195838"/>
                    <a:pt x="187690" y="187839"/>
                    <a:pt x="184191" y="179506"/>
                  </a:cubicBezTo>
                  <a:cubicBezTo>
                    <a:pt x="177108" y="162591"/>
                    <a:pt x="167109" y="147592"/>
                    <a:pt x="152777" y="136010"/>
                  </a:cubicBezTo>
                  <a:cubicBezTo>
                    <a:pt x="148277" y="132427"/>
                    <a:pt x="143528" y="129761"/>
                    <a:pt x="138528" y="127928"/>
                  </a:cubicBezTo>
                  <a:cubicBezTo>
                    <a:pt x="140945" y="114679"/>
                    <a:pt x="128029" y="97847"/>
                    <a:pt x="119780" y="89931"/>
                  </a:cubicBezTo>
                  <a:cubicBezTo>
                    <a:pt x="104281" y="75182"/>
                    <a:pt x="87949" y="79515"/>
                    <a:pt x="68784" y="85098"/>
                  </a:cubicBezTo>
                  <a:cubicBezTo>
                    <a:pt x="35537" y="94847"/>
                    <a:pt x="-2209" y="144843"/>
                    <a:pt x="18206" y="179673"/>
                  </a:cubicBezTo>
                  <a:cubicBezTo>
                    <a:pt x="8706" y="194005"/>
                    <a:pt x="2707" y="210587"/>
                    <a:pt x="541" y="229252"/>
                  </a:cubicBezTo>
                  <a:cubicBezTo>
                    <a:pt x="-2959" y="259749"/>
                    <a:pt x="10623" y="298079"/>
                    <a:pt x="38620" y="314327"/>
                  </a:cubicBezTo>
                  <a:cubicBezTo>
                    <a:pt x="28455" y="331159"/>
                    <a:pt x="22039" y="349824"/>
                    <a:pt x="21622" y="370072"/>
                  </a:cubicBezTo>
                  <a:cubicBezTo>
                    <a:pt x="20539" y="420235"/>
                    <a:pt x="64618" y="453482"/>
                    <a:pt x="102531" y="478979"/>
                  </a:cubicBezTo>
                  <a:cubicBezTo>
                    <a:pt x="118947" y="489978"/>
                    <a:pt x="137695" y="500811"/>
                    <a:pt x="158110" y="500311"/>
                  </a:cubicBezTo>
                  <a:cubicBezTo>
                    <a:pt x="167692" y="500061"/>
                    <a:pt x="177525" y="498394"/>
                    <a:pt x="185941" y="493645"/>
                  </a:cubicBezTo>
                  <a:cubicBezTo>
                    <a:pt x="185774" y="495311"/>
                    <a:pt x="185607" y="496978"/>
                    <a:pt x="185607" y="498644"/>
                  </a:cubicBezTo>
                  <a:cubicBezTo>
                    <a:pt x="184524" y="533141"/>
                    <a:pt x="218438" y="558722"/>
                    <a:pt x="249018" y="565221"/>
                  </a:cubicBezTo>
                  <a:cubicBezTo>
                    <a:pt x="284598" y="572888"/>
                    <a:pt x="321595" y="563972"/>
                    <a:pt x="351842" y="544473"/>
                  </a:cubicBezTo>
                  <a:cubicBezTo>
                    <a:pt x="369674" y="532974"/>
                    <a:pt x="384339" y="518059"/>
                    <a:pt x="396005" y="501061"/>
                  </a:cubicBezTo>
                  <a:cubicBezTo>
                    <a:pt x="396838" y="502061"/>
                    <a:pt x="398422" y="502394"/>
                    <a:pt x="399588" y="501477"/>
                  </a:cubicBezTo>
                  <a:cubicBezTo>
                    <a:pt x="402754" y="498811"/>
                    <a:pt x="410837" y="497811"/>
                    <a:pt x="414837" y="496228"/>
                  </a:cubicBezTo>
                  <a:cubicBezTo>
                    <a:pt x="421419" y="493645"/>
                    <a:pt x="427919" y="490812"/>
                    <a:pt x="434252" y="487645"/>
                  </a:cubicBezTo>
                  <a:cubicBezTo>
                    <a:pt x="444417" y="482562"/>
                    <a:pt x="454500" y="476729"/>
                    <a:pt x="463749" y="470230"/>
                  </a:cubicBezTo>
                  <a:cubicBezTo>
                    <a:pt x="481914" y="457481"/>
                    <a:pt x="499162" y="440816"/>
                    <a:pt x="511578" y="422401"/>
                  </a:cubicBezTo>
                  <a:cubicBezTo>
                    <a:pt x="529410" y="395903"/>
                    <a:pt x="539325" y="363406"/>
                    <a:pt x="535909" y="331993"/>
                  </a:cubicBezTo>
                  <a:cubicBezTo>
                    <a:pt x="549408" y="328493"/>
                    <a:pt x="559407" y="311661"/>
                    <a:pt x="566156" y="300995"/>
                  </a:cubicBezTo>
                  <a:cubicBezTo>
                    <a:pt x="577739" y="282747"/>
                    <a:pt x="582905" y="267415"/>
                    <a:pt x="582655" y="245584"/>
                  </a:cubicBezTo>
                  <a:cubicBezTo>
                    <a:pt x="582238" y="206087"/>
                    <a:pt x="556741" y="171090"/>
                    <a:pt x="526576" y="146259"/>
                  </a:cubicBezTo>
                  <a:cubicBezTo>
                    <a:pt x="537409" y="128844"/>
                    <a:pt x="528660" y="98930"/>
                    <a:pt x="520910" y="82182"/>
                  </a:cubicBezTo>
                  <a:cubicBezTo>
                    <a:pt x="511494" y="61767"/>
                    <a:pt x="491330" y="42935"/>
                    <a:pt x="468582" y="39519"/>
                  </a:cubicBezTo>
                  <a:cubicBezTo>
                    <a:pt x="466499" y="39269"/>
                    <a:pt x="464415" y="39102"/>
                    <a:pt x="462332" y="39019"/>
                  </a:cubicBezTo>
                  <a:lnTo>
                    <a:pt x="462332" y="39019"/>
                  </a:lnTo>
                  <a:close/>
                  <a:moveTo>
                    <a:pt x="124279" y="124428"/>
                  </a:moveTo>
                  <a:cubicBezTo>
                    <a:pt x="102781" y="122095"/>
                    <a:pt x="79283" y="130594"/>
                    <a:pt x="61118" y="140676"/>
                  </a:cubicBezTo>
                  <a:cubicBezTo>
                    <a:pt x="45787" y="149176"/>
                    <a:pt x="32954" y="159758"/>
                    <a:pt x="23122" y="172424"/>
                  </a:cubicBezTo>
                  <a:cubicBezTo>
                    <a:pt x="18956" y="145926"/>
                    <a:pt x="44120" y="111346"/>
                    <a:pt x="66035" y="101930"/>
                  </a:cubicBezTo>
                  <a:cubicBezTo>
                    <a:pt x="76950" y="97264"/>
                    <a:pt x="96365" y="91098"/>
                    <a:pt x="106948" y="97764"/>
                  </a:cubicBezTo>
                  <a:cubicBezTo>
                    <a:pt x="113197" y="101597"/>
                    <a:pt x="124613" y="115345"/>
                    <a:pt x="124279" y="124428"/>
                  </a:cubicBezTo>
                  <a:lnTo>
                    <a:pt x="124279" y="124428"/>
                  </a:lnTo>
                  <a:close/>
                  <a:moveTo>
                    <a:pt x="174525" y="222502"/>
                  </a:moveTo>
                  <a:cubicBezTo>
                    <a:pt x="146194" y="227835"/>
                    <a:pt x="116614" y="244584"/>
                    <a:pt x="97615" y="256333"/>
                  </a:cubicBezTo>
                  <a:cubicBezTo>
                    <a:pt x="77534" y="268832"/>
                    <a:pt x="58452" y="285413"/>
                    <a:pt x="44453" y="304995"/>
                  </a:cubicBezTo>
                  <a:cubicBezTo>
                    <a:pt x="34288" y="294996"/>
                    <a:pt x="26288" y="282330"/>
                    <a:pt x="20705" y="269332"/>
                  </a:cubicBezTo>
                  <a:cubicBezTo>
                    <a:pt x="13873" y="253583"/>
                    <a:pt x="14456" y="237751"/>
                    <a:pt x="17122" y="221169"/>
                  </a:cubicBezTo>
                  <a:cubicBezTo>
                    <a:pt x="22122" y="190339"/>
                    <a:pt x="45287" y="164091"/>
                    <a:pt x="72284" y="149342"/>
                  </a:cubicBezTo>
                  <a:cubicBezTo>
                    <a:pt x="86116" y="141760"/>
                    <a:pt x="99532" y="136677"/>
                    <a:pt x="115364" y="135260"/>
                  </a:cubicBezTo>
                  <a:cubicBezTo>
                    <a:pt x="119280" y="134927"/>
                    <a:pt x="122863" y="135094"/>
                    <a:pt x="126196" y="135594"/>
                  </a:cubicBezTo>
                  <a:cubicBezTo>
                    <a:pt x="127613" y="136427"/>
                    <a:pt x="129279" y="136843"/>
                    <a:pt x="130862" y="136677"/>
                  </a:cubicBezTo>
                  <a:cubicBezTo>
                    <a:pt x="140195" y="139593"/>
                    <a:pt x="147527" y="146176"/>
                    <a:pt x="154360" y="155175"/>
                  </a:cubicBezTo>
                  <a:cubicBezTo>
                    <a:pt x="163776" y="167757"/>
                    <a:pt x="171525" y="184256"/>
                    <a:pt x="174025" y="199754"/>
                  </a:cubicBezTo>
                  <a:cubicBezTo>
                    <a:pt x="175275" y="207670"/>
                    <a:pt x="174775" y="215003"/>
                    <a:pt x="174525" y="222502"/>
                  </a:cubicBezTo>
                  <a:lnTo>
                    <a:pt x="174525" y="222502"/>
                  </a:lnTo>
                  <a:close/>
                  <a:moveTo>
                    <a:pt x="222187" y="248833"/>
                  </a:moveTo>
                  <a:cubicBezTo>
                    <a:pt x="223270" y="259749"/>
                    <a:pt x="226270" y="271331"/>
                    <a:pt x="227687" y="280914"/>
                  </a:cubicBezTo>
                  <a:cubicBezTo>
                    <a:pt x="230937" y="303412"/>
                    <a:pt x="232270" y="323743"/>
                    <a:pt x="231603" y="346325"/>
                  </a:cubicBezTo>
                  <a:cubicBezTo>
                    <a:pt x="231436" y="351241"/>
                    <a:pt x="231103" y="355990"/>
                    <a:pt x="230687" y="360823"/>
                  </a:cubicBezTo>
                  <a:cubicBezTo>
                    <a:pt x="229437" y="366239"/>
                    <a:pt x="228104" y="371572"/>
                    <a:pt x="226770" y="376988"/>
                  </a:cubicBezTo>
                  <a:cubicBezTo>
                    <a:pt x="218188" y="412069"/>
                    <a:pt x="195023" y="444566"/>
                    <a:pt x="187607" y="480062"/>
                  </a:cubicBezTo>
                  <a:cubicBezTo>
                    <a:pt x="174525" y="487895"/>
                    <a:pt x="157027" y="488645"/>
                    <a:pt x="142361" y="484062"/>
                  </a:cubicBezTo>
                  <a:cubicBezTo>
                    <a:pt x="125613" y="478813"/>
                    <a:pt x="110697" y="467980"/>
                    <a:pt x="96948" y="457398"/>
                  </a:cubicBezTo>
                  <a:cubicBezTo>
                    <a:pt x="65201" y="432817"/>
                    <a:pt x="31454" y="406569"/>
                    <a:pt x="36454" y="362323"/>
                  </a:cubicBezTo>
                  <a:cubicBezTo>
                    <a:pt x="41120" y="320994"/>
                    <a:pt x="73951" y="287163"/>
                    <a:pt x="108447" y="266832"/>
                  </a:cubicBezTo>
                  <a:cubicBezTo>
                    <a:pt x="127529" y="255583"/>
                    <a:pt x="153610" y="240584"/>
                    <a:pt x="178525" y="237334"/>
                  </a:cubicBezTo>
                  <a:cubicBezTo>
                    <a:pt x="180691" y="238168"/>
                    <a:pt x="183357" y="237918"/>
                    <a:pt x="185607" y="236751"/>
                  </a:cubicBezTo>
                  <a:cubicBezTo>
                    <a:pt x="198689" y="236251"/>
                    <a:pt x="211188" y="239501"/>
                    <a:pt x="221937" y="248917"/>
                  </a:cubicBezTo>
                  <a:cubicBezTo>
                    <a:pt x="222104" y="248833"/>
                    <a:pt x="222187" y="248833"/>
                    <a:pt x="222187" y="248833"/>
                  </a:cubicBezTo>
                  <a:lnTo>
                    <a:pt x="222187" y="248833"/>
                  </a:lnTo>
                  <a:close/>
                  <a:moveTo>
                    <a:pt x="381173" y="285497"/>
                  </a:moveTo>
                  <a:cubicBezTo>
                    <a:pt x="402504" y="313161"/>
                    <a:pt x="417086" y="350907"/>
                    <a:pt x="419003" y="385904"/>
                  </a:cubicBezTo>
                  <a:cubicBezTo>
                    <a:pt x="423169" y="460148"/>
                    <a:pt x="374090" y="544140"/>
                    <a:pt x="294597" y="551723"/>
                  </a:cubicBezTo>
                  <a:cubicBezTo>
                    <a:pt x="260767" y="554972"/>
                    <a:pt x="220604" y="546806"/>
                    <a:pt x="206022" y="511976"/>
                  </a:cubicBezTo>
                  <a:cubicBezTo>
                    <a:pt x="198606" y="494228"/>
                    <a:pt x="208855" y="471980"/>
                    <a:pt x="215688" y="455398"/>
                  </a:cubicBezTo>
                  <a:cubicBezTo>
                    <a:pt x="221937" y="440233"/>
                    <a:pt x="229103" y="425651"/>
                    <a:pt x="234436" y="410069"/>
                  </a:cubicBezTo>
                  <a:cubicBezTo>
                    <a:pt x="244435" y="380738"/>
                    <a:pt x="253684" y="348241"/>
                    <a:pt x="253351" y="317161"/>
                  </a:cubicBezTo>
                  <a:cubicBezTo>
                    <a:pt x="253184" y="302162"/>
                    <a:pt x="251518" y="286497"/>
                    <a:pt x="246685" y="272165"/>
                  </a:cubicBezTo>
                  <a:cubicBezTo>
                    <a:pt x="244352" y="265165"/>
                    <a:pt x="241352" y="258749"/>
                    <a:pt x="236936" y="252916"/>
                  </a:cubicBezTo>
                  <a:cubicBezTo>
                    <a:pt x="236853" y="251333"/>
                    <a:pt x="236769" y="249750"/>
                    <a:pt x="236686" y="248083"/>
                  </a:cubicBezTo>
                  <a:cubicBezTo>
                    <a:pt x="235769" y="214086"/>
                    <a:pt x="271600" y="217586"/>
                    <a:pt x="295097" y="223669"/>
                  </a:cubicBezTo>
                  <a:cubicBezTo>
                    <a:pt x="312596" y="228252"/>
                    <a:pt x="326095" y="238251"/>
                    <a:pt x="340260" y="248917"/>
                  </a:cubicBezTo>
                  <a:cubicBezTo>
                    <a:pt x="355259" y="260332"/>
                    <a:pt x="369757" y="270665"/>
                    <a:pt x="381173" y="285497"/>
                  </a:cubicBezTo>
                  <a:lnTo>
                    <a:pt x="381173" y="285497"/>
                  </a:lnTo>
                  <a:close/>
                  <a:moveTo>
                    <a:pt x="375340" y="205421"/>
                  </a:moveTo>
                  <a:cubicBezTo>
                    <a:pt x="398838" y="202254"/>
                    <a:pt x="420336" y="207504"/>
                    <a:pt x="440917" y="218836"/>
                  </a:cubicBezTo>
                  <a:cubicBezTo>
                    <a:pt x="479497" y="240001"/>
                    <a:pt x="513411" y="277331"/>
                    <a:pt x="522577" y="321493"/>
                  </a:cubicBezTo>
                  <a:cubicBezTo>
                    <a:pt x="530993" y="361906"/>
                    <a:pt x="509161" y="408819"/>
                    <a:pt x="480581" y="436566"/>
                  </a:cubicBezTo>
                  <a:cubicBezTo>
                    <a:pt x="465582" y="451065"/>
                    <a:pt x="449250" y="464064"/>
                    <a:pt x="431085" y="474480"/>
                  </a:cubicBezTo>
                  <a:cubicBezTo>
                    <a:pt x="423919" y="478563"/>
                    <a:pt x="411753" y="482562"/>
                    <a:pt x="403338" y="488728"/>
                  </a:cubicBezTo>
                  <a:cubicBezTo>
                    <a:pt x="409837" y="477313"/>
                    <a:pt x="415170" y="465064"/>
                    <a:pt x="419253" y="452398"/>
                  </a:cubicBezTo>
                  <a:cubicBezTo>
                    <a:pt x="431335" y="414735"/>
                    <a:pt x="431752" y="378905"/>
                    <a:pt x="421419" y="340992"/>
                  </a:cubicBezTo>
                  <a:cubicBezTo>
                    <a:pt x="410670" y="301579"/>
                    <a:pt x="389256" y="268332"/>
                    <a:pt x="356842" y="243334"/>
                  </a:cubicBezTo>
                  <a:cubicBezTo>
                    <a:pt x="348343" y="236751"/>
                    <a:pt x="339843" y="230585"/>
                    <a:pt x="331261" y="225085"/>
                  </a:cubicBezTo>
                  <a:cubicBezTo>
                    <a:pt x="344760" y="215086"/>
                    <a:pt x="357009" y="207920"/>
                    <a:pt x="375340" y="205421"/>
                  </a:cubicBezTo>
                  <a:lnTo>
                    <a:pt x="375340" y="205421"/>
                  </a:lnTo>
                  <a:close/>
                  <a:moveTo>
                    <a:pt x="426252" y="121761"/>
                  </a:moveTo>
                  <a:cubicBezTo>
                    <a:pt x="455250" y="117345"/>
                    <a:pt x="493080" y="137010"/>
                    <a:pt x="514661" y="155175"/>
                  </a:cubicBezTo>
                  <a:cubicBezTo>
                    <a:pt x="541909" y="178256"/>
                    <a:pt x="567989" y="207920"/>
                    <a:pt x="568489" y="245167"/>
                  </a:cubicBezTo>
                  <a:cubicBezTo>
                    <a:pt x="568739" y="261582"/>
                    <a:pt x="565906" y="274748"/>
                    <a:pt x="557241" y="288830"/>
                  </a:cubicBezTo>
                  <a:cubicBezTo>
                    <a:pt x="550824" y="299245"/>
                    <a:pt x="543908" y="311328"/>
                    <a:pt x="533409" y="318410"/>
                  </a:cubicBezTo>
                  <a:cubicBezTo>
                    <a:pt x="532076" y="312744"/>
                    <a:pt x="530243" y="307078"/>
                    <a:pt x="527910" y="301579"/>
                  </a:cubicBezTo>
                  <a:cubicBezTo>
                    <a:pt x="508911" y="257083"/>
                    <a:pt x="476414" y="221502"/>
                    <a:pt x="432502" y="200254"/>
                  </a:cubicBezTo>
                  <a:cubicBezTo>
                    <a:pt x="412420" y="190505"/>
                    <a:pt x="389506" y="187756"/>
                    <a:pt x="367841" y="191505"/>
                  </a:cubicBezTo>
                  <a:cubicBezTo>
                    <a:pt x="364758" y="176173"/>
                    <a:pt x="372174" y="153842"/>
                    <a:pt x="381340" y="144259"/>
                  </a:cubicBezTo>
                  <a:cubicBezTo>
                    <a:pt x="393005" y="132094"/>
                    <a:pt x="409754" y="124261"/>
                    <a:pt x="426252" y="121761"/>
                  </a:cubicBezTo>
                  <a:lnTo>
                    <a:pt x="426252" y="121761"/>
                  </a:lnTo>
                  <a:close/>
                  <a:moveTo>
                    <a:pt x="479914" y="58101"/>
                  </a:moveTo>
                  <a:cubicBezTo>
                    <a:pt x="508911" y="75016"/>
                    <a:pt x="516827" y="106430"/>
                    <a:pt x="514661" y="137177"/>
                  </a:cubicBezTo>
                  <a:cubicBezTo>
                    <a:pt x="482497" y="114345"/>
                    <a:pt x="440084" y="98097"/>
                    <a:pt x="402004" y="114179"/>
                  </a:cubicBezTo>
                  <a:cubicBezTo>
                    <a:pt x="399421" y="115262"/>
                    <a:pt x="396838" y="116512"/>
                    <a:pt x="394338" y="117845"/>
                  </a:cubicBezTo>
                  <a:cubicBezTo>
                    <a:pt x="386756" y="77849"/>
                    <a:pt x="445251" y="37936"/>
                    <a:pt x="479914" y="58101"/>
                  </a:cubicBezTo>
                  <a:lnTo>
                    <a:pt x="479914" y="58101"/>
                  </a:lnTo>
                  <a:close/>
                  <a:moveTo>
                    <a:pt x="449583" y="39519"/>
                  </a:moveTo>
                  <a:cubicBezTo>
                    <a:pt x="430002" y="42102"/>
                    <a:pt x="411587" y="52684"/>
                    <a:pt x="399505" y="68100"/>
                  </a:cubicBezTo>
                  <a:cubicBezTo>
                    <a:pt x="397505" y="70683"/>
                    <a:pt x="395505" y="73516"/>
                    <a:pt x="393672" y="76516"/>
                  </a:cubicBezTo>
                  <a:cubicBezTo>
                    <a:pt x="381423" y="59684"/>
                    <a:pt x="376923" y="28437"/>
                    <a:pt x="398338" y="18854"/>
                  </a:cubicBezTo>
                  <a:cubicBezTo>
                    <a:pt x="405754" y="15521"/>
                    <a:pt x="416170" y="14188"/>
                    <a:pt x="424086" y="17104"/>
                  </a:cubicBezTo>
                  <a:cubicBezTo>
                    <a:pt x="431418" y="19604"/>
                    <a:pt x="446500" y="30770"/>
                    <a:pt x="449583" y="39519"/>
                  </a:cubicBezTo>
                  <a:lnTo>
                    <a:pt x="449583" y="39519"/>
                  </a:lnTo>
                  <a:close/>
                </a:path>
              </a:pathLst>
            </a:custGeom>
            <a:grpFill/>
            <a:ln w="8332" cap="flat">
              <a:noFill/>
              <a:prstDash val="solid"/>
              <a:miter/>
            </a:ln>
          </p:spPr>
          <p:txBody>
            <a:bodyPr rtlCol="0" anchor="ctr"/>
            <a:lstStyle/>
            <a:p>
              <a:endParaRPr lang="en-US"/>
            </a:p>
          </p:txBody>
        </p:sp>
        <p:sp>
          <p:nvSpPr>
            <p:cNvPr id="1416" name="Freeform: Shape 1415"/>
            <p:cNvSpPr/>
            <p:nvPr/>
          </p:nvSpPr>
          <p:spPr>
            <a:xfrm>
              <a:off x="2552724" y="266836"/>
              <a:ext cx="56722" cy="201889"/>
            </a:xfrm>
            <a:custGeom>
              <a:avLst/>
              <a:gdLst>
                <a:gd name="connsiteX0" fmla="*/ 50397 w 56722"/>
                <a:gd name="connsiteY0" fmla="*/ 1150 h 201889"/>
                <a:gd name="connsiteX1" fmla="*/ 49063 w 56722"/>
                <a:gd name="connsiteY1" fmla="*/ 95391 h 201889"/>
                <a:gd name="connsiteX2" fmla="*/ 29065 w 56722"/>
                <a:gd name="connsiteY2" fmla="*/ 149803 h 201889"/>
                <a:gd name="connsiteX3" fmla="*/ 1484 w 56722"/>
                <a:gd name="connsiteY3" fmla="*/ 201548 h 201889"/>
                <a:gd name="connsiteX4" fmla="*/ 151 w 56722"/>
                <a:gd name="connsiteY4" fmla="*/ 200549 h 201889"/>
                <a:gd name="connsiteX5" fmla="*/ 21566 w 56722"/>
                <a:gd name="connsiteY5" fmla="*/ 146970 h 201889"/>
                <a:gd name="connsiteX6" fmla="*/ 37814 w 56722"/>
                <a:gd name="connsiteY6" fmla="*/ 98891 h 201889"/>
                <a:gd name="connsiteX7" fmla="*/ 45897 w 56722"/>
                <a:gd name="connsiteY7" fmla="*/ 52062 h 201889"/>
                <a:gd name="connsiteX8" fmla="*/ 46813 w 56722"/>
                <a:gd name="connsiteY8" fmla="*/ 1983 h 201889"/>
                <a:gd name="connsiteX9" fmla="*/ 50397 w 56722"/>
                <a:gd name="connsiteY9" fmla="*/ 1150 h 201889"/>
                <a:gd name="connsiteX10" fmla="*/ 50397 w 56722"/>
                <a:gd name="connsiteY10" fmla="*/ 1150 h 201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6722" h="201889">
                  <a:moveTo>
                    <a:pt x="50397" y="1150"/>
                  </a:moveTo>
                  <a:cubicBezTo>
                    <a:pt x="59979" y="29481"/>
                    <a:pt x="57979" y="67227"/>
                    <a:pt x="49063" y="95391"/>
                  </a:cubicBezTo>
                  <a:cubicBezTo>
                    <a:pt x="43230" y="113723"/>
                    <a:pt x="35981" y="131805"/>
                    <a:pt x="29065" y="149803"/>
                  </a:cubicBezTo>
                  <a:cubicBezTo>
                    <a:pt x="21649" y="169051"/>
                    <a:pt x="15233" y="185883"/>
                    <a:pt x="1484" y="201548"/>
                  </a:cubicBezTo>
                  <a:cubicBezTo>
                    <a:pt x="818" y="202382"/>
                    <a:pt x="-432" y="201548"/>
                    <a:pt x="151" y="200549"/>
                  </a:cubicBezTo>
                  <a:cubicBezTo>
                    <a:pt x="9733" y="183717"/>
                    <a:pt x="15150" y="165218"/>
                    <a:pt x="21566" y="146970"/>
                  </a:cubicBezTo>
                  <a:cubicBezTo>
                    <a:pt x="27149" y="131138"/>
                    <a:pt x="33148" y="115140"/>
                    <a:pt x="37814" y="98891"/>
                  </a:cubicBezTo>
                  <a:cubicBezTo>
                    <a:pt x="42314" y="83309"/>
                    <a:pt x="43564" y="67977"/>
                    <a:pt x="45897" y="52062"/>
                  </a:cubicBezTo>
                  <a:cubicBezTo>
                    <a:pt x="48313" y="35230"/>
                    <a:pt x="48813" y="18982"/>
                    <a:pt x="46813" y="1983"/>
                  </a:cubicBezTo>
                  <a:cubicBezTo>
                    <a:pt x="46480" y="233"/>
                    <a:pt x="49646" y="-1017"/>
                    <a:pt x="50397" y="1150"/>
                  </a:cubicBezTo>
                  <a:lnTo>
                    <a:pt x="50397" y="1150"/>
                  </a:lnTo>
                  <a:close/>
                </a:path>
              </a:pathLst>
            </a:custGeom>
            <a:grpFill/>
            <a:ln w="8332" cap="flat">
              <a:noFill/>
              <a:prstDash val="solid"/>
              <a:miter/>
            </a:ln>
          </p:spPr>
          <p:txBody>
            <a:bodyPr rtlCol="0" anchor="ctr"/>
            <a:lstStyle/>
            <a:p>
              <a:endParaRPr lang="en-US"/>
            </a:p>
          </p:txBody>
        </p:sp>
        <p:sp>
          <p:nvSpPr>
            <p:cNvPr id="1417" name="Freeform: Shape 1416"/>
            <p:cNvSpPr/>
            <p:nvPr/>
          </p:nvSpPr>
          <p:spPr>
            <a:xfrm>
              <a:off x="2384330" y="217464"/>
              <a:ext cx="128339" cy="101566"/>
            </a:xfrm>
            <a:custGeom>
              <a:avLst/>
              <a:gdLst>
                <a:gd name="connsiteX0" fmla="*/ 126715 w 128339"/>
                <a:gd name="connsiteY0" fmla="*/ 5276 h 101566"/>
                <a:gd name="connsiteX1" fmla="*/ 93302 w 128339"/>
                <a:gd name="connsiteY1" fmla="*/ 21941 h 101566"/>
                <a:gd name="connsiteX2" fmla="*/ 56138 w 128339"/>
                <a:gd name="connsiteY2" fmla="*/ 45856 h 101566"/>
                <a:gd name="connsiteX3" fmla="*/ 810 w 128339"/>
                <a:gd name="connsiteY3" fmla="*/ 101434 h 101566"/>
                <a:gd name="connsiteX4" fmla="*/ 60 w 128339"/>
                <a:gd name="connsiteY4" fmla="*/ 100768 h 101566"/>
                <a:gd name="connsiteX5" fmla="*/ 124466 w 128339"/>
                <a:gd name="connsiteY5" fmla="*/ 193 h 101566"/>
                <a:gd name="connsiteX6" fmla="*/ 126715 w 128339"/>
                <a:gd name="connsiteY6" fmla="*/ 5276 h 101566"/>
                <a:gd name="connsiteX7" fmla="*/ 126715 w 128339"/>
                <a:gd name="connsiteY7" fmla="*/ 5276 h 101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8339" h="101566">
                  <a:moveTo>
                    <a:pt x="126715" y="5276"/>
                  </a:moveTo>
                  <a:cubicBezTo>
                    <a:pt x="115883" y="11526"/>
                    <a:pt x="104384" y="16109"/>
                    <a:pt x="93302" y="21941"/>
                  </a:cubicBezTo>
                  <a:cubicBezTo>
                    <a:pt x="80220" y="28774"/>
                    <a:pt x="68304" y="37607"/>
                    <a:pt x="56138" y="45856"/>
                  </a:cubicBezTo>
                  <a:cubicBezTo>
                    <a:pt x="34724" y="60521"/>
                    <a:pt x="18475" y="82603"/>
                    <a:pt x="810" y="101434"/>
                  </a:cubicBezTo>
                  <a:cubicBezTo>
                    <a:pt x="393" y="101851"/>
                    <a:pt x="-190" y="101184"/>
                    <a:pt x="60" y="100768"/>
                  </a:cubicBezTo>
                  <a:cubicBezTo>
                    <a:pt x="27224" y="51022"/>
                    <a:pt x="70137" y="16775"/>
                    <a:pt x="124466" y="193"/>
                  </a:cubicBezTo>
                  <a:cubicBezTo>
                    <a:pt x="127882" y="-973"/>
                    <a:pt x="129965" y="3443"/>
                    <a:pt x="126715" y="5276"/>
                  </a:cubicBezTo>
                  <a:lnTo>
                    <a:pt x="126715" y="5276"/>
                  </a:lnTo>
                  <a:close/>
                </a:path>
              </a:pathLst>
            </a:custGeom>
            <a:grpFill/>
            <a:ln w="8332" cap="flat">
              <a:noFill/>
              <a:prstDash val="solid"/>
              <a:miter/>
            </a:ln>
          </p:spPr>
          <p:txBody>
            <a:bodyPr rtlCol="0" anchor="ctr"/>
            <a:lstStyle/>
            <a:p>
              <a:endParaRPr lang="en-US"/>
            </a:p>
          </p:txBody>
        </p:sp>
        <p:sp>
          <p:nvSpPr>
            <p:cNvPr id="1418" name="Freeform: Shape 1417"/>
            <p:cNvSpPr/>
            <p:nvPr/>
          </p:nvSpPr>
          <p:spPr>
            <a:xfrm>
              <a:off x="2359058" y="114384"/>
              <a:ext cx="100511" cy="76461"/>
            </a:xfrm>
            <a:custGeom>
              <a:avLst/>
              <a:gdLst>
                <a:gd name="connsiteX0" fmla="*/ 98659 w 100511"/>
                <a:gd name="connsiteY0" fmla="*/ 6365 h 76461"/>
                <a:gd name="connsiteX1" fmla="*/ 43997 w 100511"/>
                <a:gd name="connsiteY1" fmla="*/ 35946 h 76461"/>
                <a:gd name="connsiteX2" fmla="*/ 1251 w 100511"/>
                <a:gd name="connsiteY2" fmla="*/ 76276 h 76461"/>
                <a:gd name="connsiteX3" fmla="*/ 167 w 100511"/>
                <a:gd name="connsiteY3" fmla="*/ 75276 h 76461"/>
                <a:gd name="connsiteX4" fmla="*/ 96825 w 100511"/>
                <a:gd name="connsiteY4" fmla="*/ 116 h 76461"/>
                <a:gd name="connsiteX5" fmla="*/ 98659 w 100511"/>
                <a:gd name="connsiteY5" fmla="*/ 6365 h 76461"/>
                <a:gd name="connsiteX6" fmla="*/ 98659 w 100511"/>
                <a:gd name="connsiteY6" fmla="*/ 6365 h 76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511" h="76461">
                  <a:moveTo>
                    <a:pt x="98659" y="6365"/>
                  </a:moveTo>
                  <a:cubicBezTo>
                    <a:pt x="79410" y="15281"/>
                    <a:pt x="60995" y="23031"/>
                    <a:pt x="43997" y="35946"/>
                  </a:cubicBezTo>
                  <a:cubicBezTo>
                    <a:pt x="28082" y="48028"/>
                    <a:pt x="15333" y="62194"/>
                    <a:pt x="1251" y="76276"/>
                  </a:cubicBezTo>
                  <a:cubicBezTo>
                    <a:pt x="667" y="76859"/>
                    <a:pt x="-416" y="75943"/>
                    <a:pt x="167" y="75276"/>
                  </a:cubicBezTo>
                  <a:cubicBezTo>
                    <a:pt x="28082" y="42946"/>
                    <a:pt x="53079" y="11032"/>
                    <a:pt x="96825" y="116"/>
                  </a:cubicBezTo>
                  <a:cubicBezTo>
                    <a:pt x="100492" y="-884"/>
                    <a:pt x="101992" y="4866"/>
                    <a:pt x="98659" y="6365"/>
                  </a:cubicBezTo>
                  <a:lnTo>
                    <a:pt x="98659" y="6365"/>
                  </a:lnTo>
                  <a:close/>
                </a:path>
              </a:pathLst>
            </a:custGeom>
            <a:grpFill/>
            <a:ln w="8332" cap="flat">
              <a:noFill/>
              <a:prstDash val="solid"/>
              <a:miter/>
            </a:ln>
          </p:spPr>
          <p:txBody>
            <a:bodyPr rtlCol="0" anchor="ctr"/>
            <a:lstStyle/>
            <a:p>
              <a:endParaRPr lang="en-US"/>
            </a:p>
          </p:txBody>
        </p:sp>
        <p:sp>
          <p:nvSpPr>
            <p:cNvPr id="1419" name="Freeform: Shape 1418"/>
            <p:cNvSpPr/>
            <p:nvPr/>
          </p:nvSpPr>
          <p:spPr>
            <a:xfrm>
              <a:off x="2730285" y="236785"/>
              <a:ext cx="59413" cy="184613"/>
            </a:xfrm>
            <a:custGeom>
              <a:avLst/>
              <a:gdLst>
                <a:gd name="connsiteX0" fmla="*/ 57402 w 59413"/>
                <a:gd name="connsiteY0" fmla="*/ 90362 h 184613"/>
                <a:gd name="connsiteX1" fmla="*/ 41237 w 59413"/>
                <a:gd name="connsiteY1" fmla="*/ 184354 h 184613"/>
                <a:gd name="connsiteX2" fmla="*/ 40237 w 59413"/>
                <a:gd name="connsiteY2" fmla="*/ 183854 h 184613"/>
                <a:gd name="connsiteX3" fmla="*/ 47736 w 59413"/>
                <a:gd name="connsiteY3" fmla="*/ 87029 h 184613"/>
                <a:gd name="connsiteX4" fmla="*/ 490 w 59413"/>
                <a:gd name="connsiteY4" fmla="*/ 4203 h 184613"/>
                <a:gd name="connsiteX5" fmla="*/ 5823 w 59413"/>
                <a:gd name="connsiteY5" fmla="*/ 870 h 184613"/>
                <a:gd name="connsiteX6" fmla="*/ 57402 w 59413"/>
                <a:gd name="connsiteY6" fmla="*/ 90362 h 184613"/>
                <a:gd name="connsiteX7" fmla="*/ 57402 w 59413"/>
                <a:gd name="connsiteY7" fmla="*/ 90362 h 184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413" h="184613">
                  <a:moveTo>
                    <a:pt x="57402" y="90362"/>
                  </a:moveTo>
                  <a:cubicBezTo>
                    <a:pt x="62151" y="120776"/>
                    <a:pt x="59152" y="158356"/>
                    <a:pt x="41237" y="184354"/>
                  </a:cubicBezTo>
                  <a:cubicBezTo>
                    <a:pt x="40904" y="184937"/>
                    <a:pt x="39987" y="184437"/>
                    <a:pt x="40237" y="183854"/>
                  </a:cubicBezTo>
                  <a:cubicBezTo>
                    <a:pt x="51569" y="154106"/>
                    <a:pt x="54652" y="118026"/>
                    <a:pt x="47736" y="87029"/>
                  </a:cubicBezTo>
                  <a:cubicBezTo>
                    <a:pt x="40404" y="54282"/>
                    <a:pt x="17489" y="31867"/>
                    <a:pt x="490" y="4203"/>
                  </a:cubicBezTo>
                  <a:cubicBezTo>
                    <a:pt x="-1593" y="870"/>
                    <a:pt x="3490" y="-1296"/>
                    <a:pt x="5823" y="870"/>
                  </a:cubicBezTo>
                  <a:cubicBezTo>
                    <a:pt x="30988" y="24451"/>
                    <a:pt x="51986" y="55865"/>
                    <a:pt x="57402" y="90362"/>
                  </a:cubicBezTo>
                  <a:lnTo>
                    <a:pt x="57402" y="90362"/>
                  </a:lnTo>
                  <a:close/>
                </a:path>
              </a:pathLst>
            </a:custGeom>
            <a:grpFill/>
            <a:ln w="8332" cap="flat">
              <a:noFill/>
              <a:prstDash val="solid"/>
              <a:miter/>
            </a:ln>
          </p:spPr>
          <p:txBody>
            <a:bodyPr rtlCol="0" anchor="ctr"/>
            <a:lstStyle/>
            <a:p>
              <a:endParaRPr lang="en-US"/>
            </a:p>
          </p:txBody>
        </p:sp>
        <p:sp>
          <p:nvSpPr>
            <p:cNvPr id="1420" name="Freeform: Shape 1419"/>
            <p:cNvSpPr/>
            <p:nvPr/>
          </p:nvSpPr>
          <p:spPr>
            <a:xfrm>
              <a:off x="2746378" y="142051"/>
              <a:ext cx="125133" cy="104471"/>
            </a:xfrm>
            <a:custGeom>
              <a:avLst/>
              <a:gdLst>
                <a:gd name="connsiteX0" fmla="*/ 125134 w 125133"/>
                <a:gd name="connsiteY0" fmla="*/ 104354 h 104471"/>
                <a:gd name="connsiteX1" fmla="*/ 124967 w 125133"/>
                <a:gd name="connsiteY1" fmla="*/ 104437 h 104471"/>
                <a:gd name="connsiteX2" fmla="*/ 74389 w 125133"/>
                <a:gd name="connsiteY2" fmla="*/ 37776 h 104471"/>
                <a:gd name="connsiteX3" fmla="*/ 2228 w 125133"/>
                <a:gd name="connsiteY3" fmla="*/ 6529 h 104471"/>
                <a:gd name="connsiteX4" fmla="*/ 4562 w 125133"/>
                <a:gd name="connsiteY4" fmla="*/ 113 h 104471"/>
                <a:gd name="connsiteX5" fmla="*/ 82471 w 125133"/>
                <a:gd name="connsiteY5" fmla="*/ 35110 h 104471"/>
                <a:gd name="connsiteX6" fmla="*/ 125134 w 125133"/>
                <a:gd name="connsiteY6" fmla="*/ 104354 h 104471"/>
                <a:gd name="connsiteX7" fmla="*/ 125134 w 125133"/>
                <a:gd name="connsiteY7" fmla="*/ 104354 h 104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5133" h="104471">
                  <a:moveTo>
                    <a:pt x="125134" y="104354"/>
                  </a:moveTo>
                  <a:cubicBezTo>
                    <a:pt x="125134" y="104437"/>
                    <a:pt x="125051" y="104520"/>
                    <a:pt x="124967" y="104437"/>
                  </a:cubicBezTo>
                  <a:cubicBezTo>
                    <a:pt x="112968" y="77939"/>
                    <a:pt x="99136" y="54275"/>
                    <a:pt x="74389" y="37776"/>
                  </a:cubicBezTo>
                  <a:cubicBezTo>
                    <a:pt x="52307" y="22944"/>
                    <a:pt x="27143" y="15112"/>
                    <a:pt x="2228" y="6529"/>
                  </a:cubicBezTo>
                  <a:cubicBezTo>
                    <a:pt x="-2021" y="5029"/>
                    <a:pt x="395" y="-887"/>
                    <a:pt x="4562" y="113"/>
                  </a:cubicBezTo>
                  <a:cubicBezTo>
                    <a:pt x="32142" y="6696"/>
                    <a:pt x="59973" y="17528"/>
                    <a:pt x="82471" y="35110"/>
                  </a:cubicBezTo>
                  <a:cubicBezTo>
                    <a:pt x="105386" y="52858"/>
                    <a:pt x="116052" y="77439"/>
                    <a:pt x="125134" y="104354"/>
                  </a:cubicBezTo>
                  <a:lnTo>
                    <a:pt x="125134" y="104354"/>
                  </a:lnTo>
                  <a:close/>
                </a:path>
              </a:pathLst>
            </a:custGeom>
            <a:grpFill/>
            <a:ln w="8332" cap="flat">
              <a:noFill/>
              <a:prstDash val="solid"/>
              <a:miter/>
            </a:ln>
          </p:spPr>
          <p:txBody>
            <a:bodyPr rtlCol="0" anchor="ctr"/>
            <a:lstStyle/>
            <a:p>
              <a:endParaRPr lang="en-US"/>
            </a:p>
          </p:txBody>
        </p:sp>
        <p:sp>
          <p:nvSpPr>
            <p:cNvPr id="1421" name="Freeform: Shape 1420"/>
            <p:cNvSpPr/>
            <p:nvPr/>
          </p:nvSpPr>
          <p:spPr>
            <a:xfrm>
              <a:off x="2755194" y="49485"/>
              <a:ext cx="82809" cy="39137"/>
            </a:xfrm>
            <a:custGeom>
              <a:avLst/>
              <a:gdLst>
                <a:gd name="connsiteX0" fmla="*/ 80405 w 82809"/>
                <a:gd name="connsiteY0" fmla="*/ 38767 h 39137"/>
                <a:gd name="connsiteX1" fmla="*/ 2662 w 82809"/>
                <a:gd name="connsiteY1" fmla="*/ 6187 h 39137"/>
                <a:gd name="connsiteX2" fmla="*/ 3245 w 82809"/>
                <a:gd name="connsiteY2" fmla="*/ 20 h 39137"/>
                <a:gd name="connsiteX3" fmla="*/ 82238 w 82809"/>
                <a:gd name="connsiteY3" fmla="*/ 36101 h 39137"/>
                <a:gd name="connsiteX4" fmla="*/ 80405 w 82809"/>
                <a:gd name="connsiteY4" fmla="*/ 38767 h 39137"/>
                <a:gd name="connsiteX5" fmla="*/ 80405 w 82809"/>
                <a:gd name="connsiteY5" fmla="*/ 38767 h 39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809" h="39137">
                  <a:moveTo>
                    <a:pt x="80405" y="38767"/>
                  </a:moveTo>
                  <a:cubicBezTo>
                    <a:pt x="55990" y="19852"/>
                    <a:pt x="33576" y="9853"/>
                    <a:pt x="2662" y="6187"/>
                  </a:cubicBezTo>
                  <a:cubicBezTo>
                    <a:pt x="-1255" y="5687"/>
                    <a:pt x="-671" y="-396"/>
                    <a:pt x="3245" y="20"/>
                  </a:cubicBezTo>
                  <a:cubicBezTo>
                    <a:pt x="35076" y="3770"/>
                    <a:pt x="57907" y="15519"/>
                    <a:pt x="82238" y="36101"/>
                  </a:cubicBezTo>
                  <a:cubicBezTo>
                    <a:pt x="83738" y="37517"/>
                    <a:pt x="81988" y="40100"/>
                    <a:pt x="80405" y="38767"/>
                  </a:cubicBezTo>
                  <a:lnTo>
                    <a:pt x="80405" y="38767"/>
                  </a:lnTo>
                  <a:close/>
                </a:path>
              </a:pathLst>
            </a:custGeom>
            <a:grpFill/>
            <a:ln w="8332" cap="flat">
              <a:noFill/>
              <a:prstDash val="solid"/>
              <a:miter/>
            </a:ln>
          </p:spPr>
          <p:txBody>
            <a:bodyPr rtlCol="0" anchor="ctr"/>
            <a:lstStyle/>
            <a:p>
              <a:endParaRPr lang="en-US"/>
            </a:p>
          </p:txBody>
        </p:sp>
        <p:sp>
          <p:nvSpPr>
            <p:cNvPr id="1422" name="Freeform: Shape 1421"/>
            <p:cNvSpPr/>
            <p:nvPr/>
          </p:nvSpPr>
          <p:spPr>
            <a:xfrm>
              <a:off x="6136511" y="1907483"/>
              <a:ext cx="582663" cy="567958"/>
            </a:xfrm>
            <a:custGeom>
              <a:avLst/>
              <a:gdLst>
                <a:gd name="connsiteX0" fmla="*/ 462332 w 582663"/>
                <a:gd name="connsiteY0" fmla="*/ 39019 h 567958"/>
                <a:gd name="connsiteX1" fmla="*/ 462332 w 582663"/>
                <a:gd name="connsiteY1" fmla="*/ 38519 h 567958"/>
                <a:gd name="connsiteX2" fmla="*/ 429336 w 582663"/>
                <a:gd name="connsiteY2" fmla="*/ 2772 h 567958"/>
                <a:gd name="connsiteX3" fmla="*/ 388173 w 582663"/>
                <a:gd name="connsiteY3" fmla="*/ 6605 h 567958"/>
                <a:gd name="connsiteX4" fmla="*/ 370757 w 582663"/>
                <a:gd name="connsiteY4" fmla="*/ 47851 h 567958"/>
                <a:gd name="connsiteX5" fmla="*/ 378840 w 582663"/>
                <a:gd name="connsiteY5" fmla="*/ 71099 h 567958"/>
                <a:gd name="connsiteX6" fmla="*/ 390589 w 582663"/>
                <a:gd name="connsiteY6" fmla="*/ 82015 h 567958"/>
                <a:gd name="connsiteX7" fmla="*/ 387589 w 582663"/>
                <a:gd name="connsiteY7" fmla="*/ 121845 h 567958"/>
                <a:gd name="connsiteX8" fmla="*/ 359842 w 582663"/>
                <a:gd name="connsiteY8" fmla="*/ 153759 h 567958"/>
                <a:gd name="connsiteX9" fmla="*/ 359342 w 582663"/>
                <a:gd name="connsiteY9" fmla="*/ 193505 h 567958"/>
                <a:gd name="connsiteX10" fmla="*/ 316346 w 582663"/>
                <a:gd name="connsiteY10" fmla="*/ 216753 h 567958"/>
                <a:gd name="connsiteX11" fmla="*/ 260434 w 582663"/>
                <a:gd name="connsiteY11" fmla="*/ 205004 h 567958"/>
                <a:gd name="connsiteX12" fmla="*/ 223521 w 582663"/>
                <a:gd name="connsiteY12" fmla="*/ 230085 h 567958"/>
                <a:gd name="connsiteX13" fmla="*/ 190774 w 582663"/>
                <a:gd name="connsiteY13" fmla="*/ 221003 h 567958"/>
                <a:gd name="connsiteX14" fmla="*/ 190690 w 582663"/>
                <a:gd name="connsiteY14" fmla="*/ 204754 h 567958"/>
                <a:gd name="connsiteX15" fmla="*/ 184191 w 582663"/>
                <a:gd name="connsiteY15" fmla="*/ 179506 h 567958"/>
                <a:gd name="connsiteX16" fmla="*/ 152777 w 582663"/>
                <a:gd name="connsiteY16" fmla="*/ 136010 h 567958"/>
                <a:gd name="connsiteX17" fmla="*/ 138528 w 582663"/>
                <a:gd name="connsiteY17" fmla="*/ 127928 h 567958"/>
                <a:gd name="connsiteX18" fmla="*/ 119780 w 582663"/>
                <a:gd name="connsiteY18" fmla="*/ 89931 h 567958"/>
                <a:gd name="connsiteX19" fmla="*/ 68784 w 582663"/>
                <a:gd name="connsiteY19" fmla="*/ 85098 h 567958"/>
                <a:gd name="connsiteX20" fmla="*/ 18206 w 582663"/>
                <a:gd name="connsiteY20" fmla="*/ 179673 h 567958"/>
                <a:gd name="connsiteX21" fmla="*/ 541 w 582663"/>
                <a:gd name="connsiteY21" fmla="*/ 229252 h 567958"/>
                <a:gd name="connsiteX22" fmla="*/ 38621 w 582663"/>
                <a:gd name="connsiteY22" fmla="*/ 314328 h 567958"/>
                <a:gd name="connsiteX23" fmla="*/ 21622 w 582663"/>
                <a:gd name="connsiteY23" fmla="*/ 370073 h 567958"/>
                <a:gd name="connsiteX24" fmla="*/ 102531 w 582663"/>
                <a:gd name="connsiteY24" fmla="*/ 478979 h 567958"/>
                <a:gd name="connsiteX25" fmla="*/ 158110 w 582663"/>
                <a:gd name="connsiteY25" fmla="*/ 500311 h 567958"/>
                <a:gd name="connsiteX26" fmla="*/ 185941 w 582663"/>
                <a:gd name="connsiteY26" fmla="*/ 493645 h 567958"/>
                <a:gd name="connsiteX27" fmla="*/ 185607 w 582663"/>
                <a:gd name="connsiteY27" fmla="*/ 498644 h 567958"/>
                <a:gd name="connsiteX28" fmla="*/ 249018 w 582663"/>
                <a:gd name="connsiteY28" fmla="*/ 565221 h 567958"/>
                <a:gd name="connsiteX29" fmla="*/ 351842 w 582663"/>
                <a:gd name="connsiteY29" fmla="*/ 544473 h 567958"/>
                <a:gd name="connsiteX30" fmla="*/ 396005 w 582663"/>
                <a:gd name="connsiteY30" fmla="*/ 501061 h 567958"/>
                <a:gd name="connsiteX31" fmla="*/ 399588 w 582663"/>
                <a:gd name="connsiteY31" fmla="*/ 501477 h 567958"/>
                <a:gd name="connsiteX32" fmla="*/ 414836 w 582663"/>
                <a:gd name="connsiteY32" fmla="*/ 496228 h 567958"/>
                <a:gd name="connsiteX33" fmla="*/ 434251 w 582663"/>
                <a:gd name="connsiteY33" fmla="*/ 487645 h 567958"/>
                <a:gd name="connsiteX34" fmla="*/ 463749 w 582663"/>
                <a:gd name="connsiteY34" fmla="*/ 470230 h 567958"/>
                <a:gd name="connsiteX35" fmla="*/ 511578 w 582663"/>
                <a:gd name="connsiteY35" fmla="*/ 422401 h 567958"/>
                <a:gd name="connsiteX36" fmla="*/ 535909 w 582663"/>
                <a:gd name="connsiteY36" fmla="*/ 331993 h 567958"/>
                <a:gd name="connsiteX37" fmla="*/ 566156 w 582663"/>
                <a:gd name="connsiteY37" fmla="*/ 300995 h 567958"/>
                <a:gd name="connsiteX38" fmla="*/ 582655 w 582663"/>
                <a:gd name="connsiteY38" fmla="*/ 245584 h 567958"/>
                <a:gd name="connsiteX39" fmla="*/ 526577 w 582663"/>
                <a:gd name="connsiteY39" fmla="*/ 146259 h 567958"/>
                <a:gd name="connsiteX40" fmla="*/ 520911 w 582663"/>
                <a:gd name="connsiteY40" fmla="*/ 82182 h 567958"/>
                <a:gd name="connsiteX41" fmla="*/ 468582 w 582663"/>
                <a:gd name="connsiteY41" fmla="*/ 39519 h 567958"/>
                <a:gd name="connsiteX42" fmla="*/ 462332 w 582663"/>
                <a:gd name="connsiteY42" fmla="*/ 39019 h 567958"/>
                <a:gd name="connsiteX43" fmla="*/ 462332 w 582663"/>
                <a:gd name="connsiteY43" fmla="*/ 39019 h 567958"/>
                <a:gd name="connsiteX44" fmla="*/ 124279 w 582663"/>
                <a:gd name="connsiteY44" fmla="*/ 124511 h 567958"/>
                <a:gd name="connsiteX45" fmla="*/ 61119 w 582663"/>
                <a:gd name="connsiteY45" fmla="*/ 140760 h 567958"/>
                <a:gd name="connsiteX46" fmla="*/ 23122 w 582663"/>
                <a:gd name="connsiteY46" fmla="*/ 172507 h 567958"/>
                <a:gd name="connsiteX47" fmla="*/ 66035 w 582663"/>
                <a:gd name="connsiteY47" fmla="*/ 102013 h 567958"/>
                <a:gd name="connsiteX48" fmla="*/ 106948 w 582663"/>
                <a:gd name="connsiteY48" fmla="*/ 97847 h 567958"/>
                <a:gd name="connsiteX49" fmla="*/ 124279 w 582663"/>
                <a:gd name="connsiteY49" fmla="*/ 124511 h 567958"/>
                <a:gd name="connsiteX50" fmla="*/ 124279 w 582663"/>
                <a:gd name="connsiteY50" fmla="*/ 124511 h 567958"/>
                <a:gd name="connsiteX51" fmla="*/ 174525 w 582663"/>
                <a:gd name="connsiteY51" fmla="*/ 222502 h 567958"/>
                <a:gd name="connsiteX52" fmla="*/ 97615 w 582663"/>
                <a:gd name="connsiteY52" fmla="*/ 256333 h 567958"/>
                <a:gd name="connsiteX53" fmla="*/ 44370 w 582663"/>
                <a:gd name="connsiteY53" fmla="*/ 304995 h 567958"/>
                <a:gd name="connsiteX54" fmla="*/ 20622 w 582663"/>
                <a:gd name="connsiteY54" fmla="*/ 269332 h 567958"/>
                <a:gd name="connsiteX55" fmla="*/ 17039 w 582663"/>
                <a:gd name="connsiteY55" fmla="*/ 221169 h 567958"/>
                <a:gd name="connsiteX56" fmla="*/ 72201 w 582663"/>
                <a:gd name="connsiteY56" fmla="*/ 149342 h 567958"/>
                <a:gd name="connsiteX57" fmla="*/ 115280 w 582663"/>
                <a:gd name="connsiteY57" fmla="*/ 135260 h 567958"/>
                <a:gd name="connsiteX58" fmla="*/ 126113 w 582663"/>
                <a:gd name="connsiteY58" fmla="*/ 135594 h 567958"/>
                <a:gd name="connsiteX59" fmla="*/ 130779 w 582663"/>
                <a:gd name="connsiteY59" fmla="*/ 136677 h 567958"/>
                <a:gd name="connsiteX60" fmla="*/ 154277 w 582663"/>
                <a:gd name="connsiteY60" fmla="*/ 155175 h 567958"/>
                <a:gd name="connsiteX61" fmla="*/ 173942 w 582663"/>
                <a:gd name="connsiteY61" fmla="*/ 199755 h 567958"/>
                <a:gd name="connsiteX62" fmla="*/ 174525 w 582663"/>
                <a:gd name="connsiteY62" fmla="*/ 222502 h 567958"/>
                <a:gd name="connsiteX63" fmla="*/ 174525 w 582663"/>
                <a:gd name="connsiteY63" fmla="*/ 222502 h 567958"/>
                <a:gd name="connsiteX64" fmla="*/ 222187 w 582663"/>
                <a:gd name="connsiteY64" fmla="*/ 248917 h 567958"/>
                <a:gd name="connsiteX65" fmla="*/ 227687 w 582663"/>
                <a:gd name="connsiteY65" fmla="*/ 280997 h 567958"/>
                <a:gd name="connsiteX66" fmla="*/ 231603 w 582663"/>
                <a:gd name="connsiteY66" fmla="*/ 346408 h 567958"/>
                <a:gd name="connsiteX67" fmla="*/ 230687 w 582663"/>
                <a:gd name="connsiteY67" fmla="*/ 360907 h 567958"/>
                <a:gd name="connsiteX68" fmla="*/ 226770 w 582663"/>
                <a:gd name="connsiteY68" fmla="*/ 377072 h 567958"/>
                <a:gd name="connsiteX69" fmla="*/ 187607 w 582663"/>
                <a:gd name="connsiteY69" fmla="*/ 480146 h 567958"/>
                <a:gd name="connsiteX70" fmla="*/ 142361 w 582663"/>
                <a:gd name="connsiteY70" fmla="*/ 484146 h 567958"/>
                <a:gd name="connsiteX71" fmla="*/ 96949 w 582663"/>
                <a:gd name="connsiteY71" fmla="*/ 457481 h 567958"/>
                <a:gd name="connsiteX72" fmla="*/ 36454 w 582663"/>
                <a:gd name="connsiteY72" fmla="*/ 362406 h 567958"/>
                <a:gd name="connsiteX73" fmla="*/ 108448 w 582663"/>
                <a:gd name="connsiteY73" fmla="*/ 266915 h 567958"/>
                <a:gd name="connsiteX74" fmla="*/ 178524 w 582663"/>
                <a:gd name="connsiteY74" fmla="*/ 237418 h 567958"/>
                <a:gd name="connsiteX75" fmla="*/ 185607 w 582663"/>
                <a:gd name="connsiteY75" fmla="*/ 236834 h 567958"/>
                <a:gd name="connsiteX76" fmla="*/ 221937 w 582663"/>
                <a:gd name="connsiteY76" fmla="*/ 249000 h 567958"/>
                <a:gd name="connsiteX77" fmla="*/ 222187 w 582663"/>
                <a:gd name="connsiteY77" fmla="*/ 248917 h 567958"/>
                <a:gd name="connsiteX78" fmla="*/ 222187 w 582663"/>
                <a:gd name="connsiteY78" fmla="*/ 248917 h 567958"/>
                <a:gd name="connsiteX79" fmla="*/ 381256 w 582663"/>
                <a:gd name="connsiteY79" fmla="*/ 285580 h 567958"/>
                <a:gd name="connsiteX80" fmla="*/ 419086 w 582663"/>
                <a:gd name="connsiteY80" fmla="*/ 385988 h 567958"/>
                <a:gd name="connsiteX81" fmla="*/ 294681 w 582663"/>
                <a:gd name="connsiteY81" fmla="*/ 551806 h 567958"/>
                <a:gd name="connsiteX82" fmla="*/ 206105 w 582663"/>
                <a:gd name="connsiteY82" fmla="*/ 512060 h 567958"/>
                <a:gd name="connsiteX83" fmla="*/ 215771 w 582663"/>
                <a:gd name="connsiteY83" fmla="*/ 455481 h 567958"/>
                <a:gd name="connsiteX84" fmla="*/ 234520 w 582663"/>
                <a:gd name="connsiteY84" fmla="*/ 410152 h 567958"/>
                <a:gd name="connsiteX85" fmla="*/ 253434 w 582663"/>
                <a:gd name="connsiteY85" fmla="*/ 317244 h 567958"/>
                <a:gd name="connsiteX86" fmla="*/ 246768 w 582663"/>
                <a:gd name="connsiteY86" fmla="*/ 272248 h 567958"/>
                <a:gd name="connsiteX87" fmla="*/ 237019 w 582663"/>
                <a:gd name="connsiteY87" fmla="*/ 253000 h 567958"/>
                <a:gd name="connsiteX88" fmla="*/ 236769 w 582663"/>
                <a:gd name="connsiteY88" fmla="*/ 248167 h 567958"/>
                <a:gd name="connsiteX89" fmla="*/ 295181 w 582663"/>
                <a:gd name="connsiteY89" fmla="*/ 223752 h 567958"/>
                <a:gd name="connsiteX90" fmla="*/ 340344 w 582663"/>
                <a:gd name="connsiteY90" fmla="*/ 249000 h 567958"/>
                <a:gd name="connsiteX91" fmla="*/ 381256 w 582663"/>
                <a:gd name="connsiteY91" fmla="*/ 285580 h 567958"/>
                <a:gd name="connsiteX92" fmla="*/ 381256 w 582663"/>
                <a:gd name="connsiteY92" fmla="*/ 285580 h 567958"/>
                <a:gd name="connsiteX93" fmla="*/ 375423 w 582663"/>
                <a:gd name="connsiteY93" fmla="*/ 205587 h 567958"/>
                <a:gd name="connsiteX94" fmla="*/ 441001 w 582663"/>
                <a:gd name="connsiteY94" fmla="*/ 219003 h 567958"/>
                <a:gd name="connsiteX95" fmla="*/ 522660 w 582663"/>
                <a:gd name="connsiteY95" fmla="*/ 321660 h 567958"/>
                <a:gd name="connsiteX96" fmla="*/ 480664 w 582663"/>
                <a:gd name="connsiteY96" fmla="*/ 436733 h 567958"/>
                <a:gd name="connsiteX97" fmla="*/ 431168 w 582663"/>
                <a:gd name="connsiteY97" fmla="*/ 474646 h 567958"/>
                <a:gd name="connsiteX98" fmla="*/ 403421 w 582663"/>
                <a:gd name="connsiteY98" fmla="*/ 488895 h 567958"/>
                <a:gd name="connsiteX99" fmla="*/ 419336 w 582663"/>
                <a:gd name="connsiteY99" fmla="*/ 452565 h 567958"/>
                <a:gd name="connsiteX100" fmla="*/ 421503 w 582663"/>
                <a:gd name="connsiteY100" fmla="*/ 341158 h 567958"/>
                <a:gd name="connsiteX101" fmla="*/ 356925 w 582663"/>
                <a:gd name="connsiteY101" fmla="*/ 243501 h 567958"/>
                <a:gd name="connsiteX102" fmla="*/ 331344 w 582663"/>
                <a:gd name="connsiteY102" fmla="*/ 225252 h 567958"/>
                <a:gd name="connsiteX103" fmla="*/ 375423 w 582663"/>
                <a:gd name="connsiteY103" fmla="*/ 205587 h 567958"/>
                <a:gd name="connsiteX104" fmla="*/ 375423 w 582663"/>
                <a:gd name="connsiteY104" fmla="*/ 205587 h 567958"/>
                <a:gd name="connsiteX105" fmla="*/ 426252 w 582663"/>
                <a:gd name="connsiteY105" fmla="*/ 121761 h 567958"/>
                <a:gd name="connsiteX106" fmla="*/ 514661 w 582663"/>
                <a:gd name="connsiteY106" fmla="*/ 155175 h 567958"/>
                <a:gd name="connsiteX107" fmla="*/ 568489 w 582663"/>
                <a:gd name="connsiteY107" fmla="*/ 245167 h 567958"/>
                <a:gd name="connsiteX108" fmla="*/ 557240 w 582663"/>
                <a:gd name="connsiteY108" fmla="*/ 288830 h 567958"/>
                <a:gd name="connsiteX109" fmla="*/ 533409 w 582663"/>
                <a:gd name="connsiteY109" fmla="*/ 318410 h 567958"/>
                <a:gd name="connsiteX110" fmla="*/ 527910 w 582663"/>
                <a:gd name="connsiteY110" fmla="*/ 301579 h 567958"/>
                <a:gd name="connsiteX111" fmla="*/ 432502 w 582663"/>
                <a:gd name="connsiteY111" fmla="*/ 200254 h 567958"/>
                <a:gd name="connsiteX112" fmla="*/ 367841 w 582663"/>
                <a:gd name="connsiteY112" fmla="*/ 191505 h 567958"/>
                <a:gd name="connsiteX113" fmla="*/ 381340 w 582663"/>
                <a:gd name="connsiteY113" fmla="*/ 144260 h 567958"/>
                <a:gd name="connsiteX114" fmla="*/ 426252 w 582663"/>
                <a:gd name="connsiteY114" fmla="*/ 121761 h 567958"/>
                <a:gd name="connsiteX115" fmla="*/ 426252 w 582663"/>
                <a:gd name="connsiteY115" fmla="*/ 121761 h 567958"/>
                <a:gd name="connsiteX116" fmla="*/ 479914 w 582663"/>
                <a:gd name="connsiteY116" fmla="*/ 58184 h 567958"/>
                <a:gd name="connsiteX117" fmla="*/ 514661 w 582663"/>
                <a:gd name="connsiteY117" fmla="*/ 137260 h 567958"/>
                <a:gd name="connsiteX118" fmla="*/ 402004 w 582663"/>
                <a:gd name="connsiteY118" fmla="*/ 114262 h 567958"/>
                <a:gd name="connsiteX119" fmla="*/ 394339 w 582663"/>
                <a:gd name="connsiteY119" fmla="*/ 117929 h 567958"/>
                <a:gd name="connsiteX120" fmla="*/ 479914 w 582663"/>
                <a:gd name="connsiteY120" fmla="*/ 58184 h 567958"/>
                <a:gd name="connsiteX121" fmla="*/ 479914 w 582663"/>
                <a:gd name="connsiteY121" fmla="*/ 58184 h 567958"/>
                <a:gd name="connsiteX122" fmla="*/ 449500 w 582663"/>
                <a:gd name="connsiteY122" fmla="*/ 39519 h 567958"/>
                <a:gd name="connsiteX123" fmla="*/ 399421 w 582663"/>
                <a:gd name="connsiteY123" fmla="*/ 68100 h 567958"/>
                <a:gd name="connsiteX124" fmla="*/ 393588 w 582663"/>
                <a:gd name="connsiteY124" fmla="*/ 76516 h 567958"/>
                <a:gd name="connsiteX125" fmla="*/ 398255 w 582663"/>
                <a:gd name="connsiteY125" fmla="*/ 18771 h 567958"/>
                <a:gd name="connsiteX126" fmla="*/ 424003 w 582663"/>
                <a:gd name="connsiteY126" fmla="*/ 17021 h 567958"/>
                <a:gd name="connsiteX127" fmla="*/ 449500 w 582663"/>
                <a:gd name="connsiteY127" fmla="*/ 39519 h 567958"/>
                <a:gd name="connsiteX128" fmla="*/ 449500 w 582663"/>
                <a:gd name="connsiteY128" fmla="*/ 39519 h 56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582663" h="567958">
                  <a:moveTo>
                    <a:pt x="462332" y="39019"/>
                  </a:moveTo>
                  <a:cubicBezTo>
                    <a:pt x="462332" y="38852"/>
                    <a:pt x="462332" y="38686"/>
                    <a:pt x="462332" y="38519"/>
                  </a:cubicBezTo>
                  <a:cubicBezTo>
                    <a:pt x="460499" y="24687"/>
                    <a:pt x="441584" y="7772"/>
                    <a:pt x="429336" y="2772"/>
                  </a:cubicBezTo>
                  <a:cubicBezTo>
                    <a:pt x="417253" y="-2144"/>
                    <a:pt x="399088" y="-311"/>
                    <a:pt x="388173" y="6605"/>
                  </a:cubicBezTo>
                  <a:cubicBezTo>
                    <a:pt x="375007" y="14855"/>
                    <a:pt x="369508" y="33019"/>
                    <a:pt x="370757" y="47851"/>
                  </a:cubicBezTo>
                  <a:cubicBezTo>
                    <a:pt x="371424" y="56101"/>
                    <a:pt x="374590" y="64100"/>
                    <a:pt x="378840" y="71099"/>
                  </a:cubicBezTo>
                  <a:cubicBezTo>
                    <a:pt x="382673" y="77349"/>
                    <a:pt x="385839" y="79349"/>
                    <a:pt x="390589" y="82015"/>
                  </a:cubicBezTo>
                  <a:cubicBezTo>
                    <a:pt x="384090" y="94764"/>
                    <a:pt x="381090" y="109346"/>
                    <a:pt x="387589" y="121845"/>
                  </a:cubicBezTo>
                  <a:cubicBezTo>
                    <a:pt x="375340" y="129594"/>
                    <a:pt x="364508" y="140260"/>
                    <a:pt x="359842" y="153759"/>
                  </a:cubicBezTo>
                  <a:cubicBezTo>
                    <a:pt x="356008" y="164924"/>
                    <a:pt x="354509" y="181423"/>
                    <a:pt x="359342" y="193505"/>
                  </a:cubicBezTo>
                  <a:cubicBezTo>
                    <a:pt x="343427" y="197588"/>
                    <a:pt x="328511" y="205337"/>
                    <a:pt x="316346" y="216753"/>
                  </a:cubicBezTo>
                  <a:cubicBezTo>
                    <a:pt x="299597" y="208420"/>
                    <a:pt x="281515" y="203587"/>
                    <a:pt x="260434" y="205004"/>
                  </a:cubicBezTo>
                  <a:cubicBezTo>
                    <a:pt x="245102" y="206087"/>
                    <a:pt x="228270" y="214670"/>
                    <a:pt x="223521" y="230085"/>
                  </a:cubicBezTo>
                  <a:cubicBezTo>
                    <a:pt x="213938" y="223419"/>
                    <a:pt x="202689" y="220836"/>
                    <a:pt x="190774" y="221003"/>
                  </a:cubicBezTo>
                  <a:cubicBezTo>
                    <a:pt x="191023" y="215753"/>
                    <a:pt x="191523" y="210670"/>
                    <a:pt x="190690" y="204754"/>
                  </a:cubicBezTo>
                  <a:cubicBezTo>
                    <a:pt x="189524" y="195838"/>
                    <a:pt x="187691" y="187839"/>
                    <a:pt x="184191" y="179506"/>
                  </a:cubicBezTo>
                  <a:cubicBezTo>
                    <a:pt x="177108" y="162591"/>
                    <a:pt x="167109" y="147592"/>
                    <a:pt x="152777" y="136010"/>
                  </a:cubicBezTo>
                  <a:cubicBezTo>
                    <a:pt x="148277" y="132427"/>
                    <a:pt x="143528" y="129761"/>
                    <a:pt x="138528" y="127928"/>
                  </a:cubicBezTo>
                  <a:cubicBezTo>
                    <a:pt x="140944" y="114679"/>
                    <a:pt x="128029" y="97847"/>
                    <a:pt x="119780" y="89931"/>
                  </a:cubicBezTo>
                  <a:cubicBezTo>
                    <a:pt x="104281" y="75182"/>
                    <a:pt x="87949" y="79515"/>
                    <a:pt x="68784" y="85098"/>
                  </a:cubicBezTo>
                  <a:cubicBezTo>
                    <a:pt x="35538" y="94847"/>
                    <a:pt x="-2209" y="144843"/>
                    <a:pt x="18206" y="179673"/>
                  </a:cubicBezTo>
                  <a:cubicBezTo>
                    <a:pt x="8706" y="194005"/>
                    <a:pt x="2707" y="210587"/>
                    <a:pt x="541" y="229252"/>
                  </a:cubicBezTo>
                  <a:cubicBezTo>
                    <a:pt x="-2959" y="259749"/>
                    <a:pt x="10623" y="298079"/>
                    <a:pt x="38621" y="314328"/>
                  </a:cubicBezTo>
                  <a:cubicBezTo>
                    <a:pt x="28455" y="331159"/>
                    <a:pt x="22039" y="349824"/>
                    <a:pt x="21622" y="370073"/>
                  </a:cubicBezTo>
                  <a:cubicBezTo>
                    <a:pt x="20539" y="420235"/>
                    <a:pt x="64618" y="453482"/>
                    <a:pt x="102531" y="478979"/>
                  </a:cubicBezTo>
                  <a:cubicBezTo>
                    <a:pt x="118947" y="489978"/>
                    <a:pt x="137695" y="500811"/>
                    <a:pt x="158110" y="500311"/>
                  </a:cubicBezTo>
                  <a:cubicBezTo>
                    <a:pt x="167692" y="500061"/>
                    <a:pt x="177525" y="498394"/>
                    <a:pt x="185941" y="493645"/>
                  </a:cubicBezTo>
                  <a:cubicBezTo>
                    <a:pt x="185774" y="495311"/>
                    <a:pt x="185607" y="496978"/>
                    <a:pt x="185607" y="498644"/>
                  </a:cubicBezTo>
                  <a:cubicBezTo>
                    <a:pt x="184524" y="533141"/>
                    <a:pt x="218438" y="558722"/>
                    <a:pt x="249018" y="565221"/>
                  </a:cubicBezTo>
                  <a:cubicBezTo>
                    <a:pt x="284599" y="572888"/>
                    <a:pt x="321595" y="563972"/>
                    <a:pt x="351842" y="544473"/>
                  </a:cubicBezTo>
                  <a:cubicBezTo>
                    <a:pt x="369674" y="532974"/>
                    <a:pt x="384339" y="518059"/>
                    <a:pt x="396005" y="501061"/>
                  </a:cubicBezTo>
                  <a:cubicBezTo>
                    <a:pt x="396838" y="502061"/>
                    <a:pt x="398421" y="502394"/>
                    <a:pt x="399588" y="501477"/>
                  </a:cubicBezTo>
                  <a:cubicBezTo>
                    <a:pt x="402755" y="498811"/>
                    <a:pt x="410837" y="497811"/>
                    <a:pt x="414836" y="496228"/>
                  </a:cubicBezTo>
                  <a:cubicBezTo>
                    <a:pt x="421419" y="493645"/>
                    <a:pt x="427919" y="490812"/>
                    <a:pt x="434251" y="487645"/>
                  </a:cubicBezTo>
                  <a:cubicBezTo>
                    <a:pt x="444417" y="482562"/>
                    <a:pt x="454500" y="476729"/>
                    <a:pt x="463749" y="470230"/>
                  </a:cubicBezTo>
                  <a:cubicBezTo>
                    <a:pt x="481914" y="457481"/>
                    <a:pt x="499163" y="440816"/>
                    <a:pt x="511578" y="422401"/>
                  </a:cubicBezTo>
                  <a:cubicBezTo>
                    <a:pt x="529409" y="395904"/>
                    <a:pt x="539409" y="363406"/>
                    <a:pt x="535909" y="331993"/>
                  </a:cubicBezTo>
                  <a:cubicBezTo>
                    <a:pt x="549408" y="328493"/>
                    <a:pt x="559407" y="311661"/>
                    <a:pt x="566156" y="300995"/>
                  </a:cubicBezTo>
                  <a:cubicBezTo>
                    <a:pt x="577739" y="282747"/>
                    <a:pt x="582905" y="267415"/>
                    <a:pt x="582655" y="245584"/>
                  </a:cubicBezTo>
                  <a:cubicBezTo>
                    <a:pt x="582238" y="206087"/>
                    <a:pt x="556741" y="171090"/>
                    <a:pt x="526577" y="146259"/>
                  </a:cubicBezTo>
                  <a:cubicBezTo>
                    <a:pt x="537409" y="128844"/>
                    <a:pt x="528660" y="98930"/>
                    <a:pt x="520911" y="82182"/>
                  </a:cubicBezTo>
                  <a:cubicBezTo>
                    <a:pt x="511495" y="61767"/>
                    <a:pt x="491330" y="42935"/>
                    <a:pt x="468582" y="39519"/>
                  </a:cubicBezTo>
                  <a:cubicBezTo>
                    <a:pt x="466499" y="39352"/>
                    <a:pt x="464415" y="39186"/>
                    <a:pt x="462332" y="39019"/>
                  </a:cubicBezTo>
                  <a:lnTo>
                    <a:pt x="462332" y="39019"/>
                  </a:lnTo>
                  <a:close/>
                  <a:moveTo>
                    <a:pt x="124279" y="124511"/>
                  </a:moveTo>
                  <a:cubicBezTo>
                    <a:pt x="102782" y="122178"/>
                    <a:pt x="79284" y="130677"/>
                    <a:pt x="61119" y="140760"/>
                  </a:cubicBezTo>
                  <a:cubicBezTo>
                    <a:pt x="45786" y="149259"/>
                    <a:pt x="32954" y="159841"/>
                    <a:pt x="23122" y="172507"/>
                  </a:cubicBezTo>
                  <a:cubicBezTo>
                    <a:pt x="18956" y="146009"/>
                    <a:pt x="44120" y="111429"/>
                    <a:pt x="66035" y="102013"/>
                  </a:cubicBezTo>
                  <a:cubicBezTo>
                    <a:pt x="76950" y="97347"/>
                    <a:pt x="96365" y="91181"/>
                    <a:pt x="106948" y="97847"/>
                  </a:cubicBezTo>
                  <a:cubicBezTo>
                    <a:pt x="113197" y="101597"/>
                    <a:pt x="124613" y="115345"/>
                    <a:pt x="124279" y="124511"/>
                  </a:cubicBezTo>
                  <a:lnTo>
                    <a:pt x="124279" y="124511"/>
                  </a:lnTo>
                  <a:close/>
                  <a:moveTo>
                    <a:pt x="174525" y="222502"/>
                  </a:moveTo>
                  <a:cubicBezTo>
                    <a:pt x="146194" y="227835"/>
                    <a:pt x="116613" y="244584"/>
                    <a:pt x="97615" y="256333"/>
                  </a:cubicBezTo>
                  <a:cubicBezTo>
                    <a:pt x="77450" y="268832"/>
                    <a:pt x="58452" y="285413"/>
                    <a:pt x="44370" y="304995"/>
                  </a:cubicBezTo>
                  <a:cubicBezTo>
                    <a:pt x="34204" y="294996"/>
                    <a:pt x="26205" y="282330"/>
                    <a:pt x="20622" y="269332"/>
                  </a:cubicBezTo>
                  <a:cubicBezTo>
                    <a:pt x="13790" y="253583"/>
                    <a:pt x="14372" y="237751"/>
                    <a:pt x="17039" y="221169"/>
                  </a:cubicBezTo>
                  <a:cubicBezTo>
                    <a:pt x="22039" y="190339"/>
                    <a:pt x="45203" y="164091"/>
                    <a:pt x="72201" y="149342"/>
                  </a:cubicBezTo>
                  <a:cubicBezTo>
                    <a:pt x="86033" y="141760"/>
                    <a:pt x="99448" y="136677"/>
                    <a:pt x="115280" y="135260"/>
                  </a:cubicBezTo>
                  <a:cubicBezTo>
                    <a:pt x="119197" y="134927"/>
                    <a:pt x="122779" y="135094"/>
                    <a:pt x="126113" y="135594"/>
                  </a:cubicBezTo>
                  <a:cubicBezTo>
                    <a:pt x="127529" y="136427"/>
                    <a:pt x="129196" y="136843"/>
                    <a:pt x="130779" y="136677"/>
                  </a:cubicBezTo>
                  <a:cubicBezTo>
                    <a:pt x="140111" y="139593"/>
                    <a:pt x="147444" y="146176"/>
                    <a:pt x="154277" y="155175"/>
                  </a:cubicBezTo>
                  <a:cubicBezTo>
                    <a:pt x="163693" y="167757"/>
                    <a:pt x="171442" y="184256"/>
                    <a:pt x="173942" y="199755"/>
                  </a:cubicBezTo>
                  <a:cubicBezTo>
                    <a:pt x="175275" y="207754"/>
                    <a:pt x="174775" y="215003"/>
                    <a:pt x="174525" y="222502"/>
                  </a:cubicBezTo>
                  <a:lnTo>
                    <a:pt x="174525" y="222502"/>
                  </a:lnTo>
                  <a:close/>
                  <a:moveTo>
                    <a:pt x="222187" y="248917"/>
                  </a:moveTo>
                  <a:cubicBezTo>
                    <a:pt x="223270" y="259832"/>
                    <a:pt x="226271" y="271415"/>
                    <a:pt x="227687" y="280997"/>
                  </a:cubicBezTo>
                  <a:cubicBezTo>
                    <a:pt x="230937" y="303495"/>
                    <a:pt x="232270" y="323827"/>
                    <a:pt x="231603" y="346408"/>
                  </a:cubicBezTo>
                  <a:cubicBezTo>
                    <a:pt x="231437" y="351324"/>
                    <a:pt x="231103" y="356157"/>
                    <a:pt x="230687" y="360907"/>
                  </a:cubicBezTo>
                  <a:cubicBezTo>
                    <a:pt x="229436" y="366323"/>
                    <a:pt x="228103" y="371656"/>
                    <a:pt x="226770" y="377072"/>
                  </a:cubicBezTo>
                  <a:cubicBezTo>
                    <a:pt x="218188" y="412152"/>
                    <a:pt x="195023" y="444649"/>
                    <a:pt x="187607" y="480146"/>
                  </a:cubicBezTo>
                  <a:cubicBezTo>
                    <a:pt x="174525" y="487979"/>
                    <a:pt x="157027" y="488728"/>
                    <a:pt x="142361" y="484146"/>
                  </a:cubicBezTo>
                  <a:cubicBezTo>
                    <a:pt x="125613" y="478896"/>
                    <a:pt x="110697" y="468064"/>
                    <a:pt x="96949" y="457481"/>
                  </a:cubicBezTo>
                  <a:cubicBezTo>
                    <a:pt x="65202" y="432900"/>
                    <a:pt x="31455" y="406652"/>
                    <a:pt x="36454" y="362406"/>
                  </a:cubicBezTo>
                  <a:cubicBezTo>
                    <a:pt x="41120" y="321077"/>
                    <a:pt x="73951" y="287247"/>
                    <a:pt x="108448" y="266915"/>
                  </a:cubicBezTo>
                  <a:cubicBezTo>
                    <a:pt x="127529" y="255666"/>
                    <a:pt x="153610" y="240668"/>
                    <a:pt x="178524" y="237418"/>
                  </a:cubicBezTo>
                  <a:cubicBezTo>
                    <a:pt x="180691" y="238251"/>
                    <a:pt x="183358" y="238001"/>
                    <a:pt x="185607" y="236834"/>
                  </a:cubicBezTo>
                  <a:cubicBezTo>
                    <a:pt x="198690" y="236334"/>
                    <a:pt x="211189" y="239584"/>
                    <a:pt x="221937" y="249000"/>
                  </a:cubicBezTo>
                  <a:cubicBezTo>
                    <a:pt x="222104" y="248833"/>
                    <a:pt x="222187" y="248833"/>
                    <a:pt x="222187" y="248917"/>
                  </a:cubicBezTo>
                  <a:lnTo>
                    <a:pt x="222187" y="248917"/>
                  </a:lnTo>
                  <a:close/>
                  <a:moveTo>
                    <a:pt x="381256" y="285580"/>
                  </a:moveTo>
                  <a:cubicBezTo>
                    <a:pt x="402588" y="313244"/>
                    <a:pt x="417170" y="350991"/>
                    <a:pt x="419086" y="385988"/>
                  </a:cubicBezTo>
                  <a:cubicBezTo>
                    <a:pt x="423252" y="460231"/>
                    <a:pt x="374174" y="544223"/>
                    <a:pt x="294681" y="551806"/>
                  </a:cubicBezTo>
                  <a:cubicBezTo>
                    <a:pt x="260850" y="555056"/>
                    <a:pt x="220687" y="546890"/>
                    <a:pt x="206105" y="512060"/>
                  </a:cubicBezTo>
                  <a:cubicBezTo>
                    <a:pt x="198690" y="494311"/>
                    <a:pt x="208939" y="472063"/>
                    <a:pt x="215771" y="455481"/>
                  </a:cubicBezTo>
                  <a:cubicBezTo>
                    <a:pt x="222021" y="440316"/>
                    <a:pt x="229187" y="425734"/>
                    <a:pt x="234520" y="410152"/>
                  </a:cubicBezTo>
                  <a:cubicBezTo>
                    <a:pt x="244519" y="380821"/>
                    <a:pt x="253768" y="348408"/>
                    <a:pt x="253434" y="317244"/>
                  </a:cubicBezTo>
                  <a:cubicBezTo>
                    <a:pt x="253268" y="302245"/>
                    <a:pt x="251601" y="286580"/>
                    <a:pt x="246768" y="272248"/>
                  </a:cubicBezTo>
                  <a:cubicBezTo>
                    <a:pt x="244435" y="265249"/>
                    <a:pt x="241435" y="258833"/>
                    <a:pt x="237019" y="253000"/>
                  </a:cubicBezTo>
                  <a:cubicBezTo>
                    <a:pt x="236936" y="251416"/>
                    <a:pt x="236853" y="249833"/>
                    <a:pt x="236769" y="248167"/>
                  </a:cubicBezTo>
                  <a:cubicBezTo>
                    <a:pt x="235853" y="214170"/>
                    <a:pt x="271683" y="217670"/>
                    <a:pt x="295181" y="223752"/>
                  </a:cubicBezTo>
                  <a:cubicBezTo>
                    <a:pt x="312679" y="228335"/>
                    <a:pt x="326178" y="238334"/>
                    <a:pt x="340344" y="249000"/>
                  </a:cubicBezTo>
                  <a:cubicBezTo>
                    <a:pt x="355342" y="260332"/>
                    <a:pt x="369841" y="270665"/>
                    <a:pt x="381256" y="285580"/>
                  </a:cubicBezTo>
                  <a:lnTo>
                    <a:pt x="381256" y="285580"/>
                  </a:lnTo>
                  <a:close/>
                  <a:moveTo>
                    <a:pt x="375423" y="205587"/>
                  </a:moveTo>
                  <a:cubicBezTo>
                    <a:pt x="398921" y="202421"/>
                    <a:pt x="420420" y="207670"/>
                    <a:pt x="441001" y="219003"/>
                  </a:cubicBezTo>
                  <a:cubicBezTo>
                    <a:pt x="479581" y="240168"/>
                    <a:pt x="513494" y="277497"/>
                    <a:pt x="522660" y="321660"/>
                  </a:cubicBezTo>
                  <a:cubicBezTo>
                    <a:pt x="531076" y="362073"/>
                    <a:pt x="509245" y="408986"/>
                    <a:pt x="480664" y="436733"/>
                  </a:cubicBezTo>
                  <a:cubicBezTo>
                    <a:pt x="465665" y="451232"/>
                    <a:pt x="449333" y="464231"/>
                    <a:pt x="431168" y="474646"/>
                  </a:cubicBezTo>
                  <a:cubicBezTo>
                    <a:pt x="424003" y="478729"/>
                    <a:pt x="411837" y="482729"/>
                    <a:pt x="403421" y="488895"/>
                  </a:cubicBezTo>
                  <a:cubicBezTo>
                    <a:pt x="409920" y="477479"/>
                    <a:pt x="415253" y="465230"/>
                    <a:pt x="419336" y="452565"/>
                  </a:cubicBezTo>
                  <a:cubicBezTo>
                    <a:pt x="431419" y="414902"/>
                    <a:pt x="431835" y="379072"/>
                    <a:pt x="421503" y="341158"/>
                  </a:cubicBezTo>
                  <a:cubicBezTo>
                    <a:pt x="410754" y="301745"/>
                    <a:pt x="389339" y="268498"/>
                    <a:pt x="356925" y="243501"/>
                  </a:cubicBezTo>
                  <a:cubicBezTo>
                    <a:pt x="348426" y="236918"/>
                    <a:pt x="339927" y="230752"/>
                    <a:pt x="331344" y="225252"/>
                  </a:cubicBezTo>
                  <a:cubicBezTo>
                    <a:pt x="344760" y="215170"/>
                    <a:pt x="357092" y="208004"/>
                    <a:pt x="375423" y="205587"/>
                  </a:cubicBezTo>
                  <a:lnTo>
                    <a:pt x="375423" y="205587"/>
                  </a:lnTo>
                  <a:close/>
                  <a:moveTo>
                    <a:pt x="426252" y="121761"/>
                  </a:moveTo>
                  <a:cubicBezTo>
                    <a:pt x="455250" y="117345"/>
                    <a:pt x="493079" y="137010"/>
                    <a:pt x="514661" y="155175"/>
                  </a:cubicBezTo>
                  <a:cubicBezTo>
                    <a:pt x="541908" y="178256"/>
                    <a:pt x="567989" y="207920"/>
                    <a:pt x="568489" y="245167"/>
                  </a:cubicBezTo>
                  <a:cubicBezTo>
                    <a:pt x="568739" y="261582"/>
                    <a:pt x="565906" y="274748"/>
                    <a:pt x="557240" y="288830"/>
                  </a:cubicBezTo>
                  <a:cubicBezTo>
                    <a:pt x="550824" y="299246"/>
                    <a:pt x="543909" y="311328"/>
                    <a:pt x="533409" y="318410"/>
                  </a:cubicBezTo>
                  <a:cubicBezTo>
                    <a:pt x="532076" y="312744"/>
                    <a:pt x="530243" y="307078"/>
                    <a:pt x="527910" y="301579"/>
                  </a:cubicBezTo>
                  <a:cubicBezTo>
                    <a:pt x="508912" y="257083"/>
                    <a:pt x="476414" y="221502"/>
                    <a:pt x="432502" y="200254"/>
                  </a:cubicBezTo>
                  <a:cubicBezTo>
                    <a:pt x="412420" y="190505"/>
                    <a:pt x="389506" y="187756"/>
                    <a:pt x="367841" y="191505"/>
                  </a:cubicBezTo>
                  <a:cubicBezTo>
                    <a:pt x="364758" y="176173"/>
                    <a:pt x="372174" y="153842"/>
                    <a:pt x="381340" y="144260"/>
                  </a:cubicBezTo>
                  <a:cubicBezTo>
                    <a:pt x="392922" y="132094"/>
                    <a:pt x="409754" y="124261"/>
                    <a:pt x="426252" y="121761"/>
                  </a:cubicBezTo>
                  <a:lnTo>
                    <a:pt x="426252" y="121761"/>
                  </a:lnTo>
                  <a:close/>
                  <a:moveTo>
                    <a:pt x="479914" y="58184"/>
                  </a:moveTo>
                  <a:cubicBezTo>
                    <a:pt x="508912" y="75099"/>
                    <a:pt x="516828" y="106513"/>
                    <a:pt x="514661" y="137260"/>
                  </a:cubicBezTo>
                  <a:cubicBezTo>
                    <a:pt x="482497" y="114429"/>
                    <a:pt x="440084" y="98180"/>
                    <a:pt x="402004" y="114262"/>
                  </a:cubicBezTo>
                  <a:cubicBezTo>
                    <a:pt x="399421" y="115345"/>
                    <a:pt x="396838" y="116595"/>
                    <a:pt x="394339" y="117929"/>
                  </a:cubicBezTo>
                  <a:cubicBezTo>
                    <a:pt x="386756" y="77849"/>
                    <a:pt x="445167" y="37936"/>
                    <a:pt x="479914" y="58184"/>
                  </a:cubicBezTo>
                  <a:lnTo>
                    <a:pt x="479914" y="58184"/>
                  </a:lnTo>
                  <a:close/>
                  <a:moveTo>
                    <a:pt x="449500" y="39519"/>
                  </a:moveTo>
                  <a:cubicBezTo>
                    <a:pt x="429919" y="42102"/>
                    <a:pt x="411504" y="52685"/>
                    <a:pt x="399421" y="68100"/>
                  </a:cubicBezTo>
                  <a:cubicBezTo>
                    <a:pt x="397422" y="70683"/>
                    <a:pt x="395422" y="73516"/>
                    <a:pt x="393588" y="76516"/>
                  </a:cubicBezTo>
                  <a:cubicBezTo>
                    <a:pt x="381340" y="59684"/>
                    <a:pt x="376840" y="28437"/>
                    <a:pt x="398255" y="18771"/>
                  </a:cubicBezTo>
                  <a:cubicBezTo>
                    <a:pt x="405671" y="15438"/>
                    <a:pt x="416086" y="14105"/>
                    <a:pt x="424003" y="17021"/>
                  </a:cubicBezTo>
                  <a:cubicBezTo>
                    <a:pt x="431419" y="19604"/>
                    <a:pt x="446501" y="30853"/>
                    <a:pt x="449500" y="39519"/>
                  </a:cubicBezTo>
                  <a:lnTo>
                    <a:pt x="449500" y="39519"/>
                  </a:lnTo>
                  <a:close/>
                </a:path>
              </a:pathLst>
            </a:custGeom>
            <a:grpFill/>
            <a:ln w="8332" cap="flat">
              <a:noFill/>
              <a:prstDash val="solid"/>
              <a:miter/>
            </a:ln>
          </p:spPr>
          <p:txBody>
            <a:bodyPr rtlCol="0" anchor="ctr"/>
            <a:lstStyle/>
            <a:p>
              <a:endParaRPr lang="en-US"/>
            </a:p>
          </p:txBody>
        </p:sp>
        <p:sp>
          <p:nvSpPr>
            <p:cNvPr id="1423" name="Freeform: Shape 1422"/>
            <p:cNvSpPr/>
            <p:nvPr/>
          </p:nvSpPr>
          <p:spPr>
            <a:xfrm>
              <a:off x="6355048" y="2206245"/>
              <a:ext cx="56722" cy="201889"/>
            </a:xfrm>
            <a:custGeom>
              <a:avLst/>
              <a:gdLst>
                <a:gd name="connsiteX0" fmla="*/ 50397 w 56722"/>
                <a:gd name="connsiteY0" fmla="*/ 1150 h 201889"/>
                <a:gd name="connsiteX1" fmla="*/ 49063 w 56722"/>
                <a:gd name="connsiteY1" fmla="*/ 95391 h 201889"/>
                <a:gd name="connsiteX2" fmla="*/ 29065 w 56722"/>
                <a:gd name="connsiteY2" fmla="*/ 149803 h 201889"/>
                <a:gd name="connsiteX3" fmla="*/ 1484 w 56722"/>
                <a:gd name="connsiteY3" fmla="*/ 201549 h 201889"/>
                <a:gd name="connsiteX4" fmla="*/ 151 w 56722"/>
                <a:gd name="connsiteY4" fmla="*/ 200548 h 201889"/>
                <a:gd name="connsiteX5" fmla="*/ 21566 w 56722"/>
                <a:gd name="connsiteY5" fmla="*/ 146970 h 201889"/>
                <a:gd name="connsiteX6" fmla="*/ 37814 w 56722"/>
                <a:gd name="connsiteY6" fmla="*/ 98891 h 201889"/>
                <a:gd name="connsiteX7" fmla="*/ 45897 w 56722"/>
                <a:gd name="connsiteY7" fmla="*/ 52062 h 201889"/>
                <a:gd name="connsiteX8" fmla="*/ 46814 w 56722"/>
                <a:gd name="connsiteY8" fmla="*/ 1983 h 201889"/>
                <a:gd name="connsiteX9" fmla="*/ 50397 w 56722"/>
                <a:gd name="connsiteY9" fmla="*/ 1150 h 201889"/>
                <a:gd name="connsiteX10" fmla="*/ 50397 w 56722"/>
                <a:gd name="connsiteY10" fmla="*/ 1150 h 201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6722" h="201889">
                  <a:moveTo>
                    <a:pt x="50397" y="1150"/>
                  </a:moveTo>
                  <a:cubicBezTo>
                    <a:pt x="59979" y="29397"/>
                    <a:pt x="57979" y="67227"/>
                    <a:pt x="49063" y="95391"/>
                  </a:cubicBezTo>
                  <a:cubicBezTo>
                    <a:pt x="43230" y="113723"/>
                    <a:pt x="35981" y="131805"/>
                    <a:pt x="29065" y="149803"/>
                  </a:cubicBezTo>
                  <a:cubicBezTo>
                    <a:pt x="21649" y="169051"/>
                    <a:pt x="15233" y="185883"/>
                    <a:pt x="1484" y="201549"/>
                  </a:cubicBezTo>
                  <a:cubicBezTo>
                    <a:pt x="818" y="202382"/>
                    <a:pt x="-432" y="201549"/>
                    <a:pt x="151" y="200548"/>
                  </a:cubicBezTo>
                  <a:cubicBezTo>
                    <a:pt x="9734" y="183717"/>
                    <a:pt x="15149" y="165218"/>
                    <a:pt x="21566" y="146970"/>
                  </a:cubicBezTo>
                  <a:cubicBezTo>
                    <a:pt x="27148" y="131138"/>
                    <a:pt x="33148" y="115139"/>
                    <a:pt x="37814" y="98891"/>
                  </a:cubicBezTo>
                  <a:cubicBezTo>
                    <a:pt x="42314" y="83309"/>
                    <a:pt x="43564" y="67977"/>
                    <a:pt x="45897" y="52062"/>
                  </a:cubicBezTo>
                  <a:cubicBezTo>
                    <a:pt x="48313" y="35230"/>
                    <a:pt x="48813" y="18982"/>
                    <a:pt x="46814" y="1983"/>
                  </a:cubicBezTo>
                  <a:cubicBezTo>
                    <a:pt x="46563" y="233"/>
                    <a:pt x="49730" y="-1017"/>
                    <a:pt x="50397" y="1150"/>
                  </a:cubicBezTo>
                  <a:lnTo>
                    <a:pt x="50397" y="1150"/>
                  </a:lnTo>
                  <a:close/>
                </a:path>
              </a:pathLst>
            </a:custGeom>
            <a:grpFill/>
            <a:ln w="8332" cap="flat">
              <a:noFill/>
              <a:prstDash val="solid"/>
              <a:miter/>
            </a:ln>
          </p:spPr>
          <p:txBody>
            <a:bodyPr rtlCol="0" anchor="ctr"/>
            <a:lstStyle/>
            <a:p>
              <a:endParaRPr lang="en-US"/>
            </a:p>
          </p:txBody>
        </p:sp>
        <p:sp>
          <p:nvSpPr>
            <p:cNvPr id="1424" name="Freeform: Shape 1423"/>
            <p:cNvSpPr/>
            <p:nvPr/>
          </p:nvSpPr>
          <p:spPr>
            <a:xfrm>
              <a:off x="6186737" y="2156872"/>
              <a:ext cx="128302" cy="101566"/>
            </a:xfrm>
            <a:custGeom>
              <a:avLst/>
              <a:gdLst>
                <a:gd name="connsiteX0" fmla="*/ 126715 w 128302"/>
                <a:gd name="connsiteY0" fmla="*/ 5276 h 101566"/>
                <a:gd name="connsiteX1" fmla="*/ 93302 w 128302"/>
                <a:gd name="connsiteY1" fmla="*/ 21942 h 101566"/>
                <a:gd name="connsiteX2" fmla="*/ 56139 w 128302"/>
                <a:gd name="connsiteY2" fmla="*/ 45856 h 101566"/>
                <a:gd name="connsiteX3" fmla="*/ 810 w 128302"/>
                <a:gd name="connsiteY3" fmla="*/ 101434 h 101566"/>
                <a:gd name="connsiteX4" fmla="*/ 60 w 128302"/>
                <a:gd name="connsiteY4" fmla="*/ 100768 h 101566"/>
                <a:gd name="connsiteX5" fmla="*/ 124466 w 128302"/>
                <a:gd name="connsiteY5" fmla="*/ 193 h 101566"/>
                <a:gd name="connsiteX6" fmla="*/ 126715 w 128302"/>
                <a:gd name="connsiteY6" fmla="*/ 5276 h 101566"/>
                <a:gd name="connsiteX7" fmla="*/ 126715 w 128302"/>
                <a:gd name="connsiteY7" fmla="*/ 5276 h 101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8302" h="101566">
                  <a:moveTo>
                    <a:pt x="126715" y="5276"/>
                  </a:moveTo>
                  <a:cubicBezTo>
                    <a:pt x="115883" y="11526"/>
                    <a:pt x="104384" y="16109"/>
                    <a:pt x="93302" y="21942"/>
                  </a:cubicBezTo>
                  <a:cubicBezTo>
                    <a:pt x="80220" y="28774"/>
                    <a:pt x="68304" y="37607"/>
                    <a:pt x="56139" y="45856"/>
                  </a:cubicBezTo>
                  <a:cubicBezTo>
                    <a:pt x="34724" y="60521"/>
                    <a:pt x="18475" y="82603"/>
                    <a:pt x="810" y="101434"/>
                  </a:cubicBezTo>
                  <a:cubicBezTo>
                    <a:pt x="394" y="101851"/>
                    <a:pt x="-190" y="101184"/>
                    <a:pt x="60" y="100768"/>
                  </a:cubicBezTo>
                  <a:cubicBezTo>
                    <a:pt x="27224" y="51022"/>
                    <a:pt x="70137" y="16775"/>
                    <a:pt x="124466" y="193"/>
                  </a:cubicBezTo>
                  <a:cubicBezTo>
                    <a:pt x="127882" y="-973"/>
                    <a:pt x="129882" y="3443"/>
                    <a:pt x="126715" y="5276"/>
                  </a:cubicBezTo>
                  <a:lnTo>
                    <a:pt x="126715" y="5276"/>
                  </a:lnTo>
                  <a:close/>
                </a:path>
              </a:pathLst>
            </a:custGeom>
            <a:grpFill/>
            <a:ln w="8332" cap="flat">
              <a:noFill/>
              <a:prstDash val="solid"/>
              <a:miter/>
            </a:ln>
          </p:spPr>
          <p:txBody>
            <a:bodyPr rtlCol="0" anchor="ctr"/>
            <a:lstStyle/>
            <a:p>
              <a:endParaRPr lang="en-US"/>
            </a:p>
          </p:txBody>
        </p:sp>
        <p:sp>
          <p:nvSpPr>
            <p:cNvPr id="1425" name="Freeform: Shape 1424"/>
            <p:cNvSpPr/>
            <p:nvPr/>
          </p:nvSpPr>
          <p:spPr>
            <a:xfrm>
              <a:off x="6161465" y="2053793"/>
              <a:ext cx="100511" cy="76461"/>
            </a:xfrm>
            <a:custGeom>
              <a:avLst/>
              <a:gdLst>
                <a:gd name="connsiteX0" fmla="*/ 98659 w 100511"/>
                <a:gd name="connsiteY0" fmla="*/ 6366 h 76461"/>
                <a:gd name="connsiteX1" fmla="*/ 43997 w 100511"/>
                <a:gd name="connsiteY1" fmla="*/ 35946 h 76461"/>
                <a:gd name="connsiteX2" fmla="*/ 1251 w 100511"/>
                <a:gd name="connsiteY2" fmla="*/ 76276 h 76461"/>
                <a:gd name="connsiteX3" fmla="*/ 167 w 100511"/>
                <a:gd name="connsiteY3" fmla="*/ 75276 h 76461"/>
                <a:gd name="connsiteX4" fmla="*/ 96825 w 100511"/>
                <a:gd name="connsiteY4" fmla="*/ 116 h 76461"/>
                <a:gd name="connsiteX5" fmla="*/ 98659 w 100511"/>
                <a:gd name="connsiteY5" fmla="*/ 6366 h 76461"/>
                <a:gd name="connsiteX6" fmla="*/ 98659 w 100511"/>
                <a:gd name="connsiteY6" fmla="*/ 6366 h 76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511" h="76461">
                  <a:moveTo>
                    <a:pt x="98659" y="6366"/>
                  </a:moveTo>
                  <a:cubicBezTo>
                    <a:pt x="79410" y="15281"/>
                    <a:pt x="60995" y="23031"/>
                    <a:pt x="43997" y="35946"/>
                  </a:cubicBezTo>
                  <a:cubicBezTo>
                    <a:pt x="28081" y="48028"/>
                    <a:pt x="15333" y="62194"/>
                    <a:pt x="1251" y="76276"/>
                  </a:cubicBezTo>
                  <a:cubicBezTo>
                    <a:pt x="667" y="76859"/>
                    <a:pt x="-416" y="75942"/>
                    <a:pt x="167" y="75276"/>
                  </a:cubicBezTo>
                  <a:cubicBezTo>
                    <a:pt x="28081" y="42945"/>
                    <a:pt x="53079" y="11032"/>
                    <a:pt x="96825" y="116"/>
                  </a:cubicBezTo>
                  <a:cubicBezTo>
                    <a:pt x="100491" y="-884"/>
                    <a:pt x="101991" y="4865"/>
                    <a:pt x="98659" y="6366"/>
                  </a:cubicBezTo>
                  <a:lnTo>
                    <a:pt x="98659" y="6366"/>
                  </a:lnTo>
                  <a:close/>
                </a:path>
              </a:pathLst>
            </a:custGeom>
            <a:grpFill/>
            <a:ln w="8332" cap="flat">
              <a:noFill/>
              <a:prstDash val="solid"/>
              <a:miter/>
            </a:ln>
          </p:spPr>
          <p:txBody>
            <a:bodyPr rtlCol="0" anchor="ctr"/>
            <a:lstStyle/>
            <a:p>
              <a:endParaRPr lang="en-US"/>
            </a:p>
          </p:txBody>
        </p:sp>
        <p:sp>
          <p:nvSpPr>
            <p:cNvPr id="1426" name="Freeform: Shape 1425"/>
            <p:cNvSpPr/>
            <p:nvPr/>
          </p:nvSpPr>
          <p:spPr>
            <a:xfrm>
              <a:off x="6532609" y="2176194"/>
              <a:ext cx="59413" cy="184613"/>
            </a:xfrm>
            <a:custGeom>
              <a:avLst/>
              <a:gdLst>
                <a:gd name="connsiteX0" fmla="*/ 57402 w 59413"/>
                <a:gd name="connsiteY0" fmla="*/ 90362 h 184613"/>
                <a:gd name="connsiteX1" fmla="*/ 41236 w 59413"/>
                <a:gd name="connsiteY1" fmla="*/ 184354 h 184613"/>
                <a:gd name="connsiteX2" fmla="*/ 40237 w 59413"/>
                <a:gd name="connsiteY2" fmla="*/ 183854 h 184613"/>
                <a:gd name="connsiteX3" fmla="*/ 47736 w 59413"/>
                <a:gd name="connsiteY3" fmla="*/ 87029 h 184613"/>
                <a:gd name="connsiteX4" fmla="*/ 490 w 59413"/>
                <a:gd name="connsiteY4" fmla="*/ 4203 h 184613"/>
                <a:gd name="connsiteX5" fmla="*/ 5823 w 59413"/>
                <a:gd name="connsiteY5" fmla="*/ 870 h 184613"/>
                <a:gd name="connsiteX6" fmla="*/ 57402 w 59413"/>
                <a:gd name="connsiteY6" fmla="*/ 90362 h 184613"/>
                <a:gd name="connsiteX7" fmla="*/ 57402 w 59413"/>
                <a:gd name="connsiteY7" fmla="*/ 90362 h 184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413" h="184613">
                  <a:moveTo>
                    <a:pt x="57402" y="90362"/>
                  </a:moveTo>
                  <a:cubicBezTo>
                    <a:pt x="62151" y="120776"/>
                    <a:pt x="59152" y="158356"/>
                    <a:pt x="41236" y="184354"/>
                  </a:cubicBezTo>
                  <a:cubicBezTo>
                    <a:pt x="40903" y="184937"/>
                    <a:pt x="39987" y="184437"/>
                    <a:pt x="40237" y="183854"/>
                  </a:cubicBezTo>
                  <a:cubicBezTo>
                    <a:pt x="51569" y="154106"/>
                    <a:pt x="54652" y="118026"/>
                    <a:pt x="47736" y="87029"/>
                  </a:cubicBezTo>
                  <a:cubicBezTo>
                    <a:pt x="40403" y="54282"/>
                    <a:pt x="17489" y="31868"/>
                    <a:pt x="490" y="4203"/>
                  </a:cubicBezTo>
                  <a:cubicBezTo>
                    <a:pt x="-1593" y="870"/>
                    <a:pt x="3490" y="-1296"/>
                    <a:pt x="5823" y="870"/>
                  </a:cubicBezTo>
                  <a:cubicBezTo>
                    <a:pt x="30987" y="24451"/>
                    <a:pt x="51986" y="55949"/>
                    <a:pt x="57402" y="90362"/>
                  </a:cubicBezTo>
                  <a:lnTo>
                    <a:pt x="57402" y="90362"/>
                  </a:lnTo>
                  <a:close/>
                </a:path>
              </a:pathLst>
            </a:custGeom>
            <a:grpFill/>
            <a:ln w="8332" cap="flat">
              <a:noFill/>
              <a:prstDash val="solid"/>
              <a:miter/>
            </a:ln>
          </p:spPr>
          <p:txBody>
            <a:bodyPr rtlCol="0" anchor="ctr"/>
            <a:lstStyle/>
            <a:p>
              <a:endParaRPr lang="en-US"/>
            </a:p>
          </p:txBody>
        </p:sp>
        <p:sp>
          <p:nvSpPr>
            <p:cNvPr id="1427" name="Freeform: Shape 1426"/>
            <p:cNvSpPr/>
            <p:nvPr/>
          </p:nvSpPr>
          <p:spPr>
            <a:xfrm>
              <a:off x="6548869" y="2081459"/>
              <a:ext cx="125134" cy="104471"/>
            </a:xfrm>
            <a:custGeom>
              <a:avLst/>
              <a:gdLst>
                <a:gd name="connsiteX0" fmla="*/ 125134 w 125134"/>
                <a:gd name="connsiteY0" fmla="*/ 104354 h 104471"/>
                <a:gd name="connsiteX1" fmla="*/ 124967 w 125134"/>
                <a:gd name="connsiteY1" fmla="*/ 104437 h 104471"/>
                <a:gd name="connsiteX2" fmla="*/ 74388 w 125134"/>
                <a:gd name="connsiteY2" fmla="*/ 37777 h 104471"/>
                <a:gd name="connsiteX3" fmla="*/ 2228 w 125134"/>
                <a:gd name="connsiteY3" fmla="*/ 6529 h 104471"/>
                <a:gd name="connsiteX4" fmla="*/ 4561 w 125134"/>
                <a:gd name="connsiteY4" fmla="*/ 113 h 104471"/>
                <a:gd name="connsiteX5" fmla="*/ 82471 w 125134"/>
                <a:gd name="connsiteY5" fmla="*/ 35110 h 104471"/>
                <a:gd name="connsiteX6" fmla="*/ 125134 w 125134"/>
                <a:gd name="connsiteY6" fmla="*/ 104354 h 104471"/>
                <a:gd name="connsiteX7" fmla="*/ 125134 w 125134"/>
                <a:gd name="connsiteY7" fmla="*/ 104354 h 104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5134" h="104471">
                  <a:moveTo>
                    <a:pt x="125134" y="104354"/>
                  </a:moveTo>
                  <a:cubicBezTo>
                    <a:pt x="125134" y="104437"/>
                    <a:pt x="125051" y="104520"/>
                    <a:pt x="124967" y="104437"/>
                  </a:cubicBezTo>
                  <a:cubicBezTo>
                    <a:pt x="112968" y="77940"/>
                    <a:pt x="99136" y="54275"/>
                    <a:pt x="74388" y="37777"/>
                  </a:cubicBezTo>
                  <a:cubicBezTo>
                    <a:pt x="52307" y="22945"/>
                    <a:pt x="27143" y="15112"/>
                    <a:pt x="2228" y="6529"/>
                  </a:cubicBezTo>
                  <a:cubicBezTo>
                    <a:pt x="-2021" y="5030"/>
                    <a:pt x="395" y="-887"/>
                    <a:pt x="4561" y="113"/>
                  </a:cubicBezTo>
                  <a:cubicBezTo>
                    <a:pt x="32143" y="6696"/>
                    <a:pt x="59973" y="17528"/>
                    <a:pt x="82471" y="35110"/>
                  </a:cubicBezTo>
                  <a:cubicBezTo>
                    <a:pt x="105302" y="52942"/>
                    <a:pt x="116051" y="77439"/>
                    <a:pt x="125134" y="104354"/>
                  </a:cubicBezTo>
                  <a:lnTo>
                    <a:pt x="125134" y="104354"/>
                  </a:lnTo>
                  <a:close/>
                </a:path>
              </a:pathLst>
            </a:custGeom>
            <a:grpFill/>
            <a:ln w="8332" cap="flat">
              <a:noFill/>
              <a:prstDash val="solid"/>
              <a:miter/>
            </a:ln>
          </p:spPr>
          <p:txBody>
            <a:bodyPr rtlCol="0" anchor="ctr"/>
            <a:lstStyle/>
            <a:p>
              <a:endParaRPr lang="en-US"/>
            </a:p>
          </p:txBody>
        </p:sp>
        <p:sp>
          <p:nvSpPr>
            <p:cNvPr id="1428" name="Freeform: Shape 1427"/>
            <p:cNvSpPr/>
            <p:nvPr/>
          </p:nvSpPr>
          <p:spPr>
            <a:xfrm>
              <a:off x="6557518" y="1988977"/>
              <a:ext cx="82859" cy="39099"/>
            </a:xfrm>
            <a:custGeom>
              <a:avLst/>
              <a:gdLst>
                <a:gd name="connsiteX0" fmla="*/ 80405 w 82859"/>
                <a:gd name="connsiteY0" fmla="*/ 38767 h 39099"/>
                <a:gd name="connsiteX1" fmla="*/ 2662 w 82859"/>
                <a:gd name="connsiteY1" fmla="*/ 6186 h 39099"/>
                <a:gd name="connsiteX2" fmla="*/ 3245 w 82859"/>
                <a:gd name="connsiteY2" fmla="*/ 20 h 39099"/>
                <a:gd name="connsiteX3" fmla="*/ 82238 w 82859"/>
                <a:gd name="connsiteY3" fmla="*/ 36100 h 39099"/>
                <a:gd name="connsiteX4" fmla="*/ 80405 w 82859"/>
                <a:gd name="connsiteY4" fmla="*/ 38767 h 39099"/>
                <a:gd name="connsiteX5" fmla="*/ 80405 w 82859"/>
                <a:gd name="connsiteY5" fmla="*/ 38767 h 39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859" h="39099">
                  <a:moveTo>
                    <a:pt x="80405" y="38767"/>
                  </a:moveTo>
                  <a:cubicBezTo>
                    <a:pt x="55990" y="19852"/>
                    <a:pt x="33576" y="9853"/>
                    <a:pt x="2662" y="6186"/>
                  </a:cubicBezTo>
                  <a:cubicBezTo>
                    <a:pt x="-1255" y="5687"/>
                    <a:pt x="-671" y="-396"/>
                    <a:pt x="3245" y="20"/>
                  </a:cubicBezTo>
                  <a:cubicBezTo>
                    <a:pt x="35075" y="3770"/>
                    <a:pt x="57907" y="15519"/>
                    <a:pt x="82238" y="36100"/>
                  </a:cubicBezTo>
                  <a:cubicBezTo>
                    <a:pt x="83821" y="37434"/>
                    <a:pt x="82071" y="40017"/>
                    <a:pt x="80405" y="38767"/>
                  </a:cubicBezTo>
                  <a:lnTo>
                    <a:pt x="80405" y="38767"/>
                  </a:lnTo>
                  <a:close/>
                </a:path>
              </a:pathLst>
            </a:custGeom>
            <a:grpFill/>
            <a:ln w="8332" cap="flat">
              <a:noFill/>
              <a:prstDash val="solid"/>
              <a:miter/>
            </a:ln>
          </p:spPr>
          <p:txBody>
            <a:bodyPr rtlCol="0" anchor="ctr"/>
            <a:lstStyle/>
            <a:p>
              <a:endParaRPr lang="en-US"/>
            </a:p>
          </p:txBody>
        </p:sp>
        <p:sp>
          <p:nvSpPr>
            <p:cNvPr id="1429" name="Freeform: Shape 1428"/>
            <p:cNvSpPr/>
            <p:nvPr/>
          </p:nvSpPr>
          <p:spPr>
            <a:xfrm>
              <a:off x="4003458" y="460536"/>
              <a:ext cx="440326" cy="566449"/>
            </a:xfrm>
            <a:custGeom>
              <a:avLst/>
              <a:gdLst>
                <a:gd name="connsiteX0" fmla="*/ 422331 w 440326"/>
                <a:gd name="connsiteY0" fmla="*/ 375649 h 566449"/>
                <a:gd name="connsiteX1" fmla="*/ 423247 w 440326"/>
                <a:gd name="connsiteY1" fmla="*/ 374983 h 566449"/>
                <a:gd name="connsiteX2" fmla="*/ 422414 w 440326"/>
                <a:gd name="connsiteY2" fmla="*/ 271659 h 566449"/>
                <a:gd name="connsiteX3" fmla="*/ 383667 w 440326"/>
                <a:gd name="connsiteY3" fmla="*/ 227163 h 566449"/>
                <a:gd name="connsiteX4" fmla="*/ 317257 w 440326"/>
                <a:gd name="connsiteY4" fmla="*/ 194916 h 566449"/>
                <a:gd name="connsiteX5" fmla="*/ 212933 w 440326"/>
                <a:gd name="connsiteY5" fmla="*/ 81842 h 566449"/>
                <a:gd name="connsiteX6" fmla="*/ 155355 w 440326"/>
                <a:gd name="connsiteY6" fmla="*/ 433 h 566449"/>
                <a:gd name="connsiteX7" fmla="*/ 107025 w 440326"/>
                <a:gd name="connsiteY7" fmla="*/ 28431 h 566449"/>
                <a:gd name="connsiteX8" fmla="*/ 123024 w 440326"/>
                <a:gd name="connsiteY8" fmla="*/ 67010 h 566449"/>
                <a:gd name="connsiteX9" fmla="*/ 140356 w 440326"/>
                <a:gd name="connsiteY9" fmla="*/ 181917 h 566449"/>
                <a:gd name="connsiteX10" fmla="*/ 47864 w 440326"/>
                <a:gd name="connsiteY10" fmla="*/ 276158 h 566449"/>
                <a:gd name="connsiteX11" fmla="*/ 43031 w 440326"/>
                <a:gd name="connsiteY11" fmla="*/ 478140 h 566449"/>
                <a:gd name="connsiteX12" fmla="*/ 45114 w 440326"/>
                <a:gd name="connsiteY12" fmla="*/ 479057 h 566449"/>
                <a:gd name="connsiteX13" fmla="*/ 48114 w 440326"/>
                <a:gd name="connsiteY13" fmla="*/ 493305 h 566449"/>
                <a:gd name="connsiteX14" fmla="*/ 196351 w 440326"/>
                <a:gd name="connsiteY14" fmla="*/ 551133 h 566449"/>
                <a:gd name="connsiteX15" fmla="*/ 199851 w 440326"/>
                <a:gd name="connsiteY15" fmla="*/ 545051 h 566449"/>
                <a:gd name="connsiteX16" fmla="*/ 264261 w 440326"/>
                <a:gd name="connsiteY16" fmla="*/ 566132 h 566449"/>
                <a:gd name="connsiteX17" fmla="*/ 341838 w 440326"/>
                <a:gd name="connsiteY17" fmla="*/ 519636 h 566449"/>
                <a:gd name="connsiteX18" fmla="*/ 349421 w 440326"/>
                <a:gd name="connsiteY18" fmla="*/ 501388 h 566449"/>
                <a:gd name="connsiteX19" fmla="*/ 350170 w 440326"/>
                <a:gd name="connsiteY19" fmla="*/ 501388 h 566449"/>
                <a:gd name="connsiteX20" fmla="*/ 411665 w 440326"/>
                <a:gd name="connsiteY20" fmla="*/ 463225 h 566449"/>
                <a:gd name="connsiteX21" fmla="*/ 424747 w 440326"/>
                <a:gd name="connsiteY21" fmla="*/ 384982 h 566449"/>
                <a:gd name="connsiteX22" fmla="*/ 422331 w 440326"/>
                <a:gd name="connsiteY22" fmla="*/ 375649 h 566449"/>
                <a:gd name="connsiteX23" fmla="*/ 422331 w 440326"/>
                <a:gd name="connsiteY23" fmla="*/ 375649 h 566449"/>
                <a:gd name="connsiteX24" fmla="*/ 119024 w 440326"/>
                <a:gd name="connsiteY24" fmla="*/ 38596 h 566449"/>
                <a:gd name="connsiteX25" fmla="*/ 149522 w 440326"/>
                <a:gd name="connsiteY25" fmla="*/ 15265 h 566449"/>
                <a:gd name="connsiteX26" fmla="*/ 188185 w 440326"/>
                <a:gd name="connsiteY26" fmla="*/ 34430 h 566449"/>
                <a:gd name="connsiteX27" fmla="*/ 195935 w 440326"/>
                <a:gd name="connsiteY27" fmla="*/ 62011 h 566449"/>
                <a:gd name="connsiteX28" fmla="*/ 208516 w 440326"/>
                <a:gd name="connsiteY28" fmla="*/ 98758 h 566449"/>
                <a:gd name="connsiteX29" fmla="*/ 178103 w 440326"/>
                <a:gd name="connsiteY29" fmla="*/ 75676 h 566449"/>
                <a:gd name="connsiteX30" fmla="*/ 153022 w 440326"/>
                <a:gd name="connsiteY30" fmla="*/ 50762 h 566449"/>
                <a:gd name="connsiteX31" fmla="*/ 138439 w 440326"/>
                <a:gd name="connsiteY31" fmla="*/ 23598 h 566449"/>
                <a:gd name="connsiteX32" fmla="*/ 136607 w 440326"/>
                <a:gd name="connsiteY32" fmla="*/ 23848 h 566449"/>
                <a:gd name="connsiteX33" fmla="*/ 161021 w 440326"/>
                <a:gd name="connsiteY33" fmla="*/ 71427 h 566449"/>
                <a:gd name="connsiteX34" fmla="*/ 208516 w 440326"/>
                <a:gd name="connsiteY34" fmla="*/ 113506 h 566449"/>
                <a:gd name="connsiteX35" fmla="*/ 186435 w 440326"/>
                <a:gd name="connsiteY35" fmla="*/ 96008 h 566449"/>
                <a:gd name="connsiteX36" fmla="*/ 154355 w 440326"/>
                <a:gd name="connsiteY36" fmla="*/ 75176 h 566449"/>
                <a:gd name="connsiteX37" fmla="*/ 127440 w 440326"/>
                <a:gd name="connsiteY37" fmla="*/ 55428 h 566449"/>
                <a:gd name="connsiteX38" fmla="*/ 119024 w 440326"/>
                <a:gd name="connsiteY38" fmla="*/ 38596 h 566449"/>
                <a:gd name="connsiteX39" fmla="*/ 119024 w 440326"/>
                <a:gd name="connsiteY39" fmla="*/ 38596 h 566449"/>
                <a:gd name="connsiteX40" fmla="*/ 315840 w 440326"/>
                <a:gd name="connsiteY40" fmla="*/ 275742 h 566449"/>
                <a:gd name="connsiteX41" fmla="*/ 406749 w 440326"/>
                <a:gd name="connsiteY41" fmla="*/ 369400 h 566449"/>
                <a:gd name="connsiteX42" fmla="*/ 408915 w 440326"/>
                <a:gd name="connsiteY42" fmla="*/ 437394 h 566449"/>
                <a:gd name="connsiteX43" fmla="*/ 353254 w 440326"/>
                <a:gd name="connsiteY43" fmla="*/ 486723 h 566449"/>
                <a:gd name="connsiteX44" fmla="*/ 352920 w 440326"/>
                <a:gd name="connsiteY44" fmla="*/ 413979 h 566449"/>
                <a:gd name="connsiteX45" fmla="*/ 347671 w 440326"/>
                <a:gd name="connsiteY45" fmla="*/ 414729 h 566449"/>
                <a:gd name="connsiteX46" fmla="*/ 331172 w 440326"/>
                <a:gd name="connsiteY46" fmla="*/ 507471 h 566449"/>
                <a:gd name="connsiteX47" fmla="*/ 264512 w 440326"/>
                <a:gd name="connsiteY47" fmla="*/ 550633 h 566449"/>
                <a:gd name="connsiteX48" fmla="*/ 221099 w 440326"/>
                <a:gd name="connsiteY48" fmla="*/ 543051 h 566449"/>
                <a:gd name="connsiteX49" fmla="*/ 197684 w 440326"/>
                <a:gd name="connsiteY49" fmla="*/ 501055 h 566449"/>
                <a:gd name="connsiteX50" fmla="*/ 201101 w 440326"/>
                <a:gd name="connsiteY50" fmla="*/ 411896 h 566449"/>
                <a:gd name="connsiteX51" fmla="*/ 199767 w 440326"/>
                <a:gd name="connsiteY51" fmla="*/ 411729 h 566449"/>
                <a:gd name="connsiteX52" fmla="*/ 187935 w 440326"/>
                <a:gd name="connsiteY52" fmla="*/ 524886 h 566449"/>
                <a:gd name="connsiteX53" fmla="*/ 194101 w 440326"/>
                <a:gd name="connsiteY53" fmla="*/ 537135 h 566449"/>
                <a:gd name="connsiteX54" fmla="*/ 189018 w 440326"/>
                <a:gd name="connsiteY54" fmla="*/ 538051 h 566449"/>
                <a:gd name="connsiteX55" fmla="*/ 104193 w 440326"/>
                <a:gd name="connsiteY55" fmla="*/ 537551 h 566449"/>
                <a:gd name="connsiteX56" fmla="*/ 59863 w 440326"/>
                <a:gd name="connsiteY56" fmla="*/ 467641 h 566449"/>
                <a:gd name="connsiteX57" fmla="*/ 69779 w 440326"/>
                <a:gd name="connsiteY57" fmla="*/ 400980 h 566449"/>
                <a:gd name="connsiteX58" fmla="*/ 105776 w 440326"/>
                <a:gd name="connsiteY58" fmla="*/ 323487 h 566449"/>
                <a:gd name="connsiteX59" fmla="*/ 103693 w 440326"/>
                <a:gd name="connsiteY59" fmla="*/ 321904 h 566449"/>
                <a:gd name="connsiteX60" fmla="*/ 55947 w 440326"/>
                <a:gd name="connsiteY60" fmla="*/ 407230 h 566449"/>
                <a:gd name="connsiteX61" fmla="*/ 44531 w 440326"/>
                <a:gd name="connsiteY61" fmla="*/ 461475 h 566449"/>
                <a:gd name="connsiteX62" fmla="*/ 20617 w 440326"/>
                <a:gd name="connsiteY62" fmla="*/ 345735 h 566449"/>
                <a:gd name="connsiteX63" fmla="*/ 58863 w 440326"/>
                <a:gd name="connsiteY63" fmla="*/ 289824 h 566449"/>
                <a:gd name="connsiteX64" fmla="*/ 111275 w 440326"/>
                <a:gd name="connsiteY64" fmla="*/ 253077 h 566449"/>
                <a:gd name="connsiteX65" fmla="*/ 159021 w 440326"/>
                <a:gd name="connsiteY65" fmla="*/ 162002 h 566449"/>
                <a:gd name="connsiteX66" fmla="*/ 142522 w 440326"/>
                <a:gd name="connsiteY66" fmla="*/ 92925 h 566449"/>
                <a:gd name="connsiteX67" fmla="*/ 173520 w 440326"/>
                <a:gd name="connsiteY67" fmla="*/ 126922 h 566449"/>
                <a:gd name="connsiteX68" fmla="*/ 174853 w 440326"/>
                <a:gd name="connsiteY68" fmla="*/ 181667 h 566449"/>
                <a:gd name="connsiteX69" fmla="*/ 148272 w 440326"/>
                <a:gd name="connsiteY69" fmla="*/ 235662 h 566449"/>
                <a:gd name="connsiteX70" fmla="*/ 137689 w 440326"/>
                <a:gd name="connsiteY70" fmla="*/ 283324 h 566449"/>
                <a:gd name="connsiteX71" fmla="*/ 141689 w 440326"/>
                <a:gd name="connsiteY71" fmla="*/ 283324 h 566449"/>
                <a:gd name="connsiteX72" fmla="*/ 149938 w 440326"/>
                <a:gd name="connsiteY72" fmla="*/ 242911 h 566449"/>
                <a:gd name="connsiteX73" fmla="*/ 168103 w 440326"/>
                <a:gd name="connsiteY73" fmla="*/ 213830 h 566449"/>
                <a:gd name="connsiteX74" fmla="*/ 190435 w 440326"/>
                <a:gd name="connsiteY74" fmla="*/ 162502 h 566449"/>
                <a:gd name="connsiteX75" fmla="*/ 140106 w 440326"/>
                <a:gd name="connsiteY75" fmla="*/ 86759 h 566449"/>
                <a:gd name="connsiteX76" fmla="*/ 132523 w 440326"/>
                <a:gd name="connsiteY76" fmla="*/ 68510 h 566449"/>
                <a:gd name="connsiteX77" fmla="*/ 145272 w 440326"/>
                <a:gd name="connsiteY77" fmla="*/ 79426 h 566449"/>
                <a:gd name="connsiteX78" fmla="*/ 181019 w 440326"/>
                <a:gd name="connsiteY78" fmla="*/ 105257 h 566449"/>
                <a:gd name="connsiteX79" fmla="*/ 215099 w 440326"/>
                <a:gd name="connsiteY79" fmla="*/ 133088 h 566449"/>
                <a:gd name="connsiteX80" fmla="*/ 248263 w 440326"/>
                <a:gd name="connsiteY80" fmla="*/ 167335 h 566449"/>
                <a:gd name="connsiteX81" fmla="*/ 252929 w 440326"/>
                <a:gd name="connsiteY81" fmla="*/ 167501 h 566449"/>
                <a:gd name="connsiteX82" fmla="*/ 261178 w 440326"/>
                <a:gd name="connsiteY82" fmla="*/ 175417 h 566449"/>
                <a:gd name="connsiteX83" fmla="*/ 318340 w 440326"/>
                <a:gd name="connsiteY83" fmla="*/ 210414 h 566449"/>
                <a:gd name="connsiteX84" fmla="*/ 380835 w 440326"/>
                <a:gd name="connsiteY84" fmla="*/ 243494 h 566449"/>
                <a:gd name="connsiteX85" fmla="*/ 421998 w 440326"/>
                <a:gd name="connsiteY85" fmla="*/ 298490 h 566449"/>
                <a:gd name="connsiteX86" fmla="*/ 417331 w 440326"/>
                <a:gd name="connsiteY86" fmla="*/ 361817 h 566449"/>
                <a:gd name="connsiteX87" fmla="*/ 316340 w 440326"/>
                <a:gd name="connsiteY87" fmla="*/ 275408 h 566449"/>
                <a:gd name="connsiteX88" fmla="*/ 315840 w 440326"/>
                <a:gd name="connsiteY88" fmla="*/ 275742 h 566449"/>
                <a:gd name="connsiteX89" fmla="*/ 315840 w 440326"/>
                <a:gd name="connsiteY89" fmla="*/ 275742 h 566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440326" h="566449">
                  <a:moveTo>
                    <a:pt x="422331" y="375649"/>
                  </a:moveTo>
                  <a:cubicBezTo>
                    <a:pt x="422664" y="375399"/>
                    <a:pt x="422997" y="375233"/>
                    <a:pt x="423247" y="374983"/>
                  </a:cubicBezTo>
                  <a:cubicBezTo>
                    <a:pt x="451578" y="349485"/>
                    <a:pt x="439912" y="299906"/>
                    <a:pt x="422414" y="271659"/>
                  </a:cubicBezTo>
                  <a:cubicBezTo>
                    <a:pt x="412082" y="254910"/>
                    <a:pt x="399416" y="239162"/>
                    <a:pt x="383667" y="227163"/>
                  </a:cubicBezTo>
                  <a:cubicBezTo>
                    <a:pt x="364003" y="212247"/>
                    <a:pt x="339505" y="205165"/>
                    <a:pt x="317257" y="194916"/>
                  </a:cubicBezTo>
                  <a:cubicBezTo>
                    <a:pt x="266011" y="171418"/>
                    <a:pt x="231348" y="135254"/>
                    <a:pt x="212933" y="81842"/>
                  </a:cubicBezTo>
                  <a:cubicBezTo>
                    <a:pt x="202684" y="52262"/>
                    <a:pt x="199184" y="-5566"/>
                    <a:pt x="155355" y="433"/>
                  </a:cubicBezTo>
                  <a:cubicBezTo>
                    <a:pt x="139273" y="2600"/>
                    <a:pt x="113275" y="11432"/>
                    <a:pt x="107025" y="28431"/>
                  </a:cubicBezTo>
                  <a:cubicBezTo>
                    <a:pt x="102859" y="39930"/>
                    <a:pt x="112275" y="58761"/>
                    <a:pt x="123024" y="67010"/>
                  </a:cubicBezTo>
                  <a:cubicBezTo>
                    <a:pt x="131190" y="105424"/>
                    <a:pt x="149439" y="141087"/>
                    <a:pt x="140356" y="181917"/>
                  </a:cubicBezTo>
                  <a:cubicBezTo>
                    <a:pt x="130024" y="228412"/>
                    <a:pt x="81611" y="248161"/>
                    <a:pt x="47864" y="276158"/>
                  </a:cubicBezTo>
                  <a:cubicBezTo>
                    <a:pt x="-9214" y="323654"/>
                    <a:pt x="-20546" y="431728"/>
                    <a:pt x="43031" y="478140"/>
                  </a:cubicBezTo>
                  <a:cubicBezTo>
                    <a:pt x="43698" y="478640"/>
                    <a:pt x="44365" y="478890"/>
                    <a:pt x="45114" y="479057"/>
                  </a:cubicBezTo>
                  <a:cubicBezTo>
                    <a:pt x="45781" y="483889"/>
                    <a:pt x="46698" y="488639"/>
                    <a:pt x="48114" y="493305"/>
                  </a:cubicBezTo>
                  <a:cubicBezTo>
                    <a:pt x="64946" y="552133"/>
                    <a:pt x="143772" y="587213"/>
                    <a:pt x="196351" y="551133"/>
                  </a:cubicBezTo>
                  <a:cubicBezTo>
                    <a:pt x="198767" y="549467"/>
                    <a:pt x="199767" y="547217"/>
                    <a:pt x="199851" y="545051"/>
                  </a:cubicBezTo>
                  <a:cubicBezTo>
                    <a:pt x="215349" y="561966"/>
                    <a:pt x="239430" y="567965"/>
                    <a:pt x="264261" y="566132"/>
                  </a:cubicBezTo>
                  <a:cubicBezTo>
                    <a:pt x="294092" y="563882"/>
                    <a:pt x="327422" y="546967"/>
                    <a:pt x="341838" y="519636"/>
                  </a:cubicBezTo>
                  <a:cubicBezTo>
                    <a:pt x="344921" y="513803"/>
                    <a:pt x="347421" y="507637"/>
                    <a:pt x="349421" y="501388"/>
                  </a:cubicBezTo>
                  <a:cubicBezTo>
                    <a:pt x="349670" y="501388"/>
                    <a:pt x="349920" y="501388"/>
                    <a:pt x="350170" y="501388"/>
                  </a:cubicBezTo>
                  <a:cubicBezTo>
                    <a:pt x="373585" y="499888"/>
                    <a:pt x="397916" y="481473"/>
                    <a:pt x="411665" y="463225"/>
                  </a:cubicBezTo>
                  <a:cubicBezTo>
                    <a:pt x="428164" y="441393"/>
                    <a:pt x="430413" y="411063"/>
                    <a:pt x="424747" y="384982"/>
                  </a:cubicBezTo>
                  <a:cubicBezTo>
                    <a:pt x="424081" y="381899"/>
                    <a:pt x="423247" y="378732"/>
                    <a:pt x="422331" y="375649"/>
                  </a:cubicBezTo>
                  <a:lnTo>
                    <a:pt x="422331" y="375649"/>
                  </a:lnTo>
                  <a:close/>
                  <a:moveTo>
                    <a:pt x="119024" y="38596"/>
                  </a:moveTo>
                  <a:cubicBezTo>
                    <a:pt x="117775" y="25014"/>
                    <a:pt x="139856" y="17848"/>
                    <a:pt x="149522" y="15265"/>
                  </a:cubicBezTo>
                  <a:cubicBezTo>
                    <a:pt x="168520" y="10099"/>
                    <a:pt x="181102" y="16098"/>
                    <a:pt x="188185" y="34430"/>
                  </a:cubicBezTo>
                  <a:cubicBezTo>
                    <a:pt x="191601" y="43346"/>
                    <a:pt x="193434" y="52762"/>
                    <a:pt x="195935" y="62011"/>
                  </a:cubicBezTo>
                  <a:cubicBezTo>
                    <a:pt x="199434" y="74593"/>
                    <a:pt x="203600" y="86925"/>
                    <a:pt x="208516" y="98758"/>
                  </a:cubicBezTo>
                  <a:cubicBezTo>
                    <a:pt x="198434" y="91008"/>
                    <a:pt x="187935" y="83842"/>
                    <a:pt x="178103" y="75676"/>
                  </a:cubicBezTo>
                  <a:cubicBezTo>
                    <a:pt x="168770" y="67927"/>
                    <a:pt x="159854" y="60678"/>
                    <a:pt x="153022" y="50762"/>
                  </a:cubicBezTo>
                  <a:cubicBezTo>
                    <a:pt x="147105" y="42096"/>
                    <a:pt x="143439" y="32763"/>
                    <a:pt x="138439" y="23598"/>
                  </a:cubicBezTo>
                  <a:cubicBezTo>
                    <a:pt x="138023" y="22848"/>
                    <a:pt x="136856" y="23014"/>
                    <a:pt x="136607" y="23848"/>
                  </a:cubicBezTo>
                  <a:cubicBezTo>
                    <a:pt x="131857" y="40763"/>
                    <a:pt x="149772" y="61178"/>
                    <a:pt x="161021" y="71427"/>
                  </a:cubicBezTo>
                  <a:cubicBezTo>
                    <a:pt x="176603" y="85592"/>
                    <a:pt x="193601" y="98674"/>
                    <a:pt x="208516" y="113506"/>
                  </a:cubicBezTo>
                  <a:cubicBezTo>
                    <a:pt x="201267" y="107590"/>
                    <a:pt x="193601" y="102007"/>
                    <a:pt x="186435" y="96008"/>
                  </a:cubicBezTo>
                  <a:cubicBezTo>
                    <a:pt x="176269" y="87592"/>
                    <a:pt x="165520" y="81926"/>
                    <a:pt x="154355" y="75176"/>
                  </a:cubicBezTo>
                  <a:cubicBezTo>
                    <a:pt x="144772" y="69344"/>
                    <a:pt x="136356" y="62011"/>
                    <a:pt x="127440" y="55428"/>
                  </a:cubicBezTo>
                  <a:cubicBezTo>
                    <a:pt x="125108" y="50012"/>
                    <a:pt x="119524" y="44179"/>
                    <a:pt x="119024" y="38596"/>
                  </a:cubicBezTo>
                  <a:lnTo>
                    <a:pt x="119024" y="38596"/>
                  </a:lnTo>
                  <a:close/>
                  <a:moveTo>
                    <a:pt x="315840" y="275742"/>
                  </a:moveTo>
                  <a:cubicBezTo>
                    <a:pt x="353920" y="297156"/>
                    <a:pt x="393000" y="326320"/>
                    <a:pt x="406749" y="369400"/>
                  </a:cubicBezTo>
                  <a:cubicBezTo>
                    <a:pt x="413498" y="390898"/>
                    <a:pt x="415998" y="415729"/>
                    <a:pt x="408915" y="437394"/>
                  </a:cubicBezTo>
                  <a:cubicBezTo>
                    <a:pt x="402166" y="458225"/>
                    <a:pt x="375751" y="482306"/>
                    <a:pt x="353254" y="486723"/>
                  </a:cubicBezTo>
                  <a:cubicBezTo>
                    <a:pt x="357837" y="462808"/>
                    <a:pt x="356337" y="437394"/>
                    <a:pt x="352920" y="413979"/>
                  </a:cubicBezTo>
                  <a:cubicBezTo>
                    <a:pt x="352504" y="410896"/>
                    <a:pt x="347754" y="411813"/>
                    <a:pt x="347671" y="414729"/>
                  </a:cubicBezTo>
                  <a:cubicBezTo>
                    <a:pt x="346837" y="447309"/>
                    <a:pt x="345338" y="477390"/>
                    <a:pt x="331172" y="507471"/>
                  </a:cubicBezTo>
                  <a:cubicBezTo>
                    <a:pt x="319506" y="532302"/>
                    <a:pt x="291259" y="548300"/>
                    <a:pt x="264512" y="550633"/>
                  </a:cubicBezTo>
                  <a:cubicBezTo>
                    <a:pt x="249513" y="551967"/>
                    <a:pt x="234514" y="549884"/>
                    <a:pt x="221099" y="543051"/>
                  </a:cubicBezTo>
                  <a:cubicBezTo>
                    <a:pt x="205017" y="534885"/>
                    <a:pt x="198684" y="518553"/>
                    <a:pt x="197684" y="501055"/>
                  </a:cubicBezTo>
                  <a:cubicBezTo>
                    <a:pt x="196017" y="471974"/>
                    <a:pt x="197601" y="440727"/>
                    <a:pt x="201101" y="411896"/>
                  </a:cubicBezTo>
                  <a:cubicBezTo>
                    <a:pt x="201184" y="411146"/>
                    <a:pt x="199934" y="410979"/>
                    <a:pt x="199767" y="411729"/>
                  </a:cubicBezTo>
                  <a:cubicBezTo>
                    <a:pt x="193101" y="446976"/>
                    <a:pt x="174686" y="489056"/>
                    <a:pt x="187935" y="524886"/>
                  </a:cubicBezTo>
                  <a:cubicBezTo>
                    <a:pt x="189602" y="529385"/>
                    <a:pt x="191685" y="533468"/>
                    <a:pt x="194101" y="537135"/>
                  </a:cubicBezTo>
                  <a:cubicBezTo>
                    <a:pt x="192518" y="536885"/>
                    <a:pt x="190851" y="537051"/>
                    <a:pt x="189018" y="538051"/>
                  </a:cubicBezTo>
                  <a:cubicBezTo>
                    <a:pt x="161854" y="553133"/>
                    <a:pt x="131774" y="550717"/>
                    <a:pt x="104193" y="537551"/>
                  </a:cubicBezTo>
                  <a:cubicBezTo>
                    <a:pt x="75862" y="524052"/>
                    <a:pt x="63363" y="497472"/>
                    <a:pt x="59863" y="467641"/>
                  </a:cubicBezTo>
                  <a:cubicBezTo>
                    <a:pt x="57113" y="444393"/>
                    <a:pt x="62113" y="422728"/>
                    <a:pt x="69779" y="400980"/>
                  </a:cubicBezTo>
                  <a:cubicBezTo>
                    <a:pt x="79112" y="374483"/>
                    <a:pt x="90611" y="347152"/>
                    <a:pt x="105776" y="323487"/>
                  </a:cubicBezTo>
                  <a:cubicBezTo>
                    <a:pt x="106609" y="322237"/>
                    <a:pt x="104609" y="320654"/>
                    <a:pt x="103693" y="321904"/>
                  </a:cubicBezTo>
                  <a:cubicBezTo>
                    <a:pt x="83028" y="347318"/>
                    <a:pt x="68196" y="377066"/>
                    <a:pt x="55947" y="407230"/>
                  </a:cubicBezTo>
                  <a:cubicBezTo>
                    <a:pt x="49114" y="424145"/>
                    <a:pt x="44781" y="442810"/>
                    <a:pt x="44531" y="461475"/>
                  </a:cubicBezTo>
                  <a:cubicBezTo>
                    <a:pt x="15617" y="430728"/>
                    <a:pt x="6035" y="386482"/>
                    <a:pt x="20617" y="345735"/>
                  </a:cubicBezTo>
                  <a:cubicBezTo>
                    <a:pt x="28533" y="323571"/>
                    <a:pt x="39948" y="304239"/>
                    <a:pt x="58863" y="289824"/>
                  </a:cubicBezTo>
                  <a:cubicBezTo>
                    <a:pt x="75862" y="276908"/>
                    <a:pt x="94360" y="266076"/>
                    <a:pt x="111275" y="253077"/>
                  </a:cubicBezTo>
                  <a:cubicBezTo>
                    <a:pt x="141273" y="229996"/>
                    <a:pt x="161271" y="201415"/>
                    <a:pt x="159021" y="162002"/>
                  </a:cubicBezTo>
                  <a:cubicBezTo>
                    <a:pt x="157604" y="137671"/>
                    <a:pt x="151022" y="115006"/>
                    <a:pt x="142522" y="92925"/>
                  </a:cubicBezTo>
                  <a:cubicBezTo>
                    <a:pt x="152772" y="104340"/>
                    <a:pt x="165771" y="113173"/>
                    <a:pt x="173520" y="126922"/>
                  </a:cubicBezTo>
                  <a:cubicBezTo>
                    <a:pt x="183602" y="144753"/>
                    <a:pt x="180853" y="163002"/>
                    <a:pt x="174853" y="181667"/>
                  </a:cubicBezTo>
                  <a:cubicBezTo>
                    <a:pt x="168687" y="200832"/>
                    <a:pt x="156688" y="217497"/>
                    <a:pt x="148272" y="235662"/>
                  </a:cubicBezTo>
                  <a:cubicBezTo>
                    <a:pt x="141106" y="251077"/>
                    <a:pt x="139106" y="266576"/>
                    <a:pt x="137689" y="283324"/>
                  </a:cubicBezTo>
                  <a:cubicBezTo>
                    <a:pt x="137440" y="285907"/>
                    <a:pt x="141439" y="285824"/>
                    <a:pt x="141689" y="283324"/>
                  </a:cubicBezTo>
                  <a:cubicBezTo>
                    <a:pt x="142939" y="269659"/>
                    <a:pt x="144022" y="255493"/>
                    <a:pt x="149938" y="242911"/>
                  </a:cubicBezTo>
                  <a:cubicBezTo>
                    <a:pt x="154688" y="232745"/>
                    <a:pt x="162021" y="223246"/>
                    <a:pt x="168103" y="213830"/>
                  </a:cubicBezTo>
                  <a:cubicBezTo>
                    <a:pt x="178436" y="197832"/>
                    <a:pt x="187602" y="181750"/>
                    <a:pt x="190435" y="162502"/>
                  </a:cubicBezTo>
                  <a:cubicBezTo>
                    <a:pt x="195684" y="127005"/>
                    <a:pt x="165937" y="104674"/>
                    <a:pt x="140106" y="86759"/>
                  </a:cubicBezTo>
                  <a:cubicBezTo>
                    <a:pt x="137689" y="80676"/>
                    <a:pt x="135106" y="74593"/>
                    <a:pt x="132523" y="68510"/>
                  </a:cubicBezTo>
                  <a:cubicBezTo>
                    <a:pt x="136523" y="72343"/>
                    <a:pt x="141106" y="75843"/>
                    <a:pt x="145272" y="79426"/>
                  </a:cubicBezTo>
                  <a:cubicBezTo>
                    <a:pt x="156355" y="89008"/>
                    <a:pt x="169603" y="95841"/>
                    <a:pt x="181019" y="105257"/>
                  </a:cubicBezTo>
                  <a:cubicBezTo>
                    <a:pt x="192268" y="114589"/>
                    <a:pt x="204350" y="123172"/>
                    <a:pt x="215099" y="133088"/>
                  </a:cubicBezTo>
                  <a:cubicBezTo>
                    <a:pt x="226848" y="143837"/>
                    <a:pt x="236264" y="156836"/>
                    <a:pt x="248263" y="167335"/>
                  </a:cubicBezTo>
                  <a:cubicBezTo>
                    <a:pt x="249846" y="168668"/>
                    <a:pt x="251680" y="168418"/>
                    <a:pt x="252929" y="167501"/>
                  </a:cubicBezTo>
                  <a:cubicBezTo>
                    <a:pt x="255596" y="170168"/>
                    <a:pt x="258345" y="172834"/>
                    <a:pt x="261178" y="175417"/>
                  </a:cubicBezTo>
                  <a:cubicBezTo>
                    <a:pt x="277843" y="190333"/>
                    <a:pt x="298175" y="200832"/>
                    <a:pt x="318340" y="210414"/>
                  </a:cubicBezTo>
                  <a:cubicBezTo>
                    <a:pt x="339505" y="220497"/>
                    <a:pt x="362669" y="228329"/>
                    <a:pt x="380835" y="243494"/>
                  </a:cubicBezTo>
                  <a:cubicBezTo>
                    <a:pt x="398000" y="257743"/>
                    <a:pt x="414498" y="277241"/>
                    <a:pt x="421998" y="298490"/>
                  </a:cubicBezTo>
                  <a:cubicBezTo>
                    <a:pt x="428997" y="318321"/>
                    <a:pt x="430830" y="344402"/>
                    <a:pt x="417331" y="361817"/>
                  </a:cubicBezTo>
                  <a:cubicBezTo>
                    <a:pt x="398916" y="319654"/>
                    <a:pt x="359086" y="293490"/>
                    <a:pt x="316340" y="275408"/>
                  </a:cubicBezTo>
                  <a:cubicBezTo>
                    <a:pt x="315757" y="274825"/>
                    <a:pt x="315340" y="275492"/>
                    <a:pt x="315840" y="275742"/>
                  </a:cubicBezTo>
                  <a:lnTo>
                    <a:pt x="315840" y="275742"/>
                  </a:lnTo>
                  <a:close/>
                </a:path>
              </a:pathLst>
            </a:custGeom>
            <a:grpFill/>
            <a:ln w="8332" cap="flat">
              <a:noFill/>
              <a:prstDash val="solid"/>
              <a:miter/>
            </a:ln>
          </p:spPr>
          <p:txBody>
            <a:bodyPr rtlCol="0" anchor="ctr"/>
            <a:lstStyle/>
            <a:p>
              <a:endParaRPr lang="en-US"/>
            </a:p>
          </p:txBody>
        </p:sp>
        <p:sp>
          <p:nvSpPr>
            <p:cNvPr id="1430" name="Freeform: Shape 1429"/>
            <p:cNvSpPr/>
            <p:nvPr/>
          </p:nvSpPr>
          <p:spPr>
            <a:xfrm>
              <a:off x="4172053" y="605492"/>
              <a:ext cx="40764" cy="131597"/>
            </a:xfrm>
            <a:custGeom>
              <a:avLst/>
              <a:gdLst>
                <a:gd name="connsiteX0" fmla="*/ 33923 w 40764"/>
                <a:gd name="connsiteY0" fmla="*/ 714 h 131597"/>
                <a:gd name="connsiteX1" fmla="*/ 31007 w 40764"/>
                <a:gd name="connsiteY1" fmla="*/ 1964 h 131597"/>
                <a:gd name="connsiteX2" fmla="*/ 20841 w 40764"/>
                <a:gd name="connsiteY2" fmla="*/ 65208 h 131597"/>
                <a:gd name="connsiteX3" fmla="*/ 9 w 40764"/>
                <a:gd name="connsiteY3" fmla="*/ 131286 h 131597"/>
                <a:gd name="connsiteX4" fmla="*/ 509 w 40764"/>
                <a:gd name="connsiteY4" fmla="*/ 131452 h 131597"/>
                <a:gd name="connsiteX5" fmla="*/ 33173 w 40764"/>
                <a:gd name="connsiteY5" fmla="*/ 58542 h 131597"/>
                <a:gd name="connsiteX6" fmla="*/ 33923 w 40764"/>
                <a:gd name="connsiteY6" fmla="*/ 714 h 131597"/>
                <a:gd name="connsiteX7" fmla="*/ 33923 w 40764"/>
                <a:gd name="connsiteY7" fmla="*/ 714 h 131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764" h="131597">
                  <a:moveTo>
                    <a:pt x="33923" y="714"/>
                  </a:moveTo>
                  <a:cubicBezTo>
                    <a:pt x="32923" y="-702"/>
                    <a:pt x="30590" y="131"/>
                    <a:pt x="31007" y="1964"/>
                  </a:cubicBezTo>
                  <a:cubicBezTo>
                    <a:pt x="35839" y="23129"/>
                    <a:pt x="27007" y="45627"/>
                    <a:pt x="20841" y="65208"/>
                  </a:cubicBezTo>
                  <a:cubicBezTo>
                    <a:pt x="13842" y="87456"/>
                    <a:pt x="3926" y="108204"/>
                    <a:pt x="9" y="131286"/>
                  </a:cubicBezTo>
                  <a:cubicBezTo>
                    <a:pt x="-74" y="131619"/>
                    <a:pt x="426" y="131702"/>
                    <a:pt x="509" y="131452"/>
                  </a:cubicBezTo>
                  <a:cubicBezTo>
                    <a:pt x="6592" y="105371"/>
                    <a:pt x="22341" y="82707"/>
                    <a:pt x="33173" y="58542"/>
                  </a:cubicBezTo>
                  <a:cubicBezTo>
                    <a:pt x="40506" y="42210"/>
                    <a:pt x="45422" y="16463"/>
                    <a:pt x="33923" y="714"/>
                  </a:cubicBezTo>
                  <a:lnTo>
                    <a:pt x="33923" y="714"/>
                  </a:lnTo>
                  <a:close/>
                </a:path>
              </a:pathLst>
            </a:custGeom>
            <a:grpFill/>
            <a:ln w="8332" cap="flat">
              <a:noFill/>
              <a:prstDash val="solid"/>
              <a:miter/>
            </a:ln>
          </p:spPr>
          <p:txBody>
            <a:bodyPr rtlCol="0" anchor="ctr"/>
            <a:lstStyle/>
            <a:p>
              <a:endParaRPr lang="en-US"/>
            </a:p>
          </p:txBody>
        </p:sp>
        <p:sp>
          <p:nvSpPr>
            <p:cNvPr id="1431" name="Freeform: Shape 1430"/>
            <p:cNvSpPr/>
            <p:nvPr/>
          </p:nvSpPr>
          <p:spPr>
            <a:xfrm>
              <a:off x="4219146" y="735120"/>
              <a:ext cx="103181" cy="67024"/>
            </a:xfrm>
            <a:custGeom>
              <a:avLst/>
              <a:gdLst>
                <a:gd name="connsiteX0" fmla="*/ 102819 w 103181"/>
                <a:gd name="connsiteY0" fmla="*/ 62901 h 67024"/>
                <a:gd name="connsiteX1" fmla="*/ 57657 w 103181"/>
                <a:gd name="connsiteY1" fmla="*/ 12323 h 67024"/>
                <a:gd name="connsiteX2" fmla="*/ 496 w 103181"/>
                <a:gd name="connsiteY2" fmla="*/ 7156 h 67024"/>
                <a:gd name="connsiteX3" fmla="*/ 2079 w 103181"/>
                <a:gd name="connsiteY3" fmla="*/ 9906 h 67024"/>
                <a:gd name="connsiteX4" fmla="*/ 60407 w 103181"/>
                <a:gd name="connsiteY4" fmla="*/ 25821 h 67024"/>
                <a:gd name="connsiteX5" fmla="*/ 97820 w 103181"/>
                <a:gd name="connsiteY5" fmla="*/ 65735 h 67024"/>
                <a:gd name="connsiteX6" fmla="*/ 102819 w 103181"/>
                <a:gd name="connsiteY6" fmla="*/ 62901 h 67024"/>
                <a:gd name="connsiteX7" fmla="*/ 102819 w 103181"/>
                <a:gd name="connsiteY7" fmla="*/ 62901 h 67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181" h="67024">
                  <a:moveTo>
                    <a:pt x="102819" y="62901"/>
                  </a:moveTo>
                  <a:cubicBezTo>
                    <a:pt x="91237" y="41153"/>
                    <a:pt x="79821" y="24322"/>
                    <a:pt x="57657" y="12323"/>
                  </a:cubicBezTo>
                  <a:cubicBezTo>
                    <a:pt x="40325" y="2907"/>
                    <a:pt x="17827" y="-7176"/>
                    <a:pt x="496" y="7156"/>
                  </a:cubicBezTo>
                  <a:cubicBezTo>
                    <a:pt x="-755" y="8240"/>
                    <a:pt x="579" y="10489"/>
                    <a:pt x="2079" y="9906"/>
                  </a:cubicBezTo>
                  <a:cubicBezTo>
                    <a:pt x="22077" y="2823"/>
                    <a:pt x="43908" y="15739"/>
                    <a:pt x="60407" y="25821"/>
                  </a:cubicBezTo>
                  <a:cubicBezTo>
                    <a:pt x="76072" y="35404"/>
                    <a:pt x="87321" y="51069"/>
                    <a:pt x="97820" y="65735"/>
                  </a:cubicBezTo>
                  <a:cubicBezTo>
                    <a:pt x="99987" y="68651"/>
                    <a:pt x="104486" y="66151"/>
                    <a:pt x="102819" y="62901"/>
                  </a:cubicBezTo>
                  <a:lnTo>
                    <a:pt x="102819" y="62901"/>
                  </a:lnTo>
                  <a:close/>
                </a:path>
              </a:pathLst>
            </a:custGeom>
            <a:grpFill/>
            <a:ln w="8332" cap="flat">
              <a:noFill/>
              <a:prstDash val="solid"/>
              <a:miter/>
            </a:ln>
          </p:spPr>
          <p:txBody>
            <a:bodyPr rtlCol="0" anchor="ctr"/>
            <a:lstStyle/>
            <a:p>
              <a:endParaRPr lang="en-US"/>
            </a:p>
          </p:txBody>
        </p:sp>
        <p:sp>
          <p:nvSpPr>
            <p:cNvPr id="1432" name="Freeform: Shape 1431"/>
            <p:cNvSpPr/>
            <p:nvPr/>
          </p:nvSpPr>
          <p:spPr>
            <a:xfrm>
              <a:off x="2371355" y="3407353"/>
              <a:ext cx="440325" cy="566532"/>
            </a:xfrm>
            <a:custGeom>
              <a:avLst/>
              <a:gdLst>
                <a:gd name="connsiteX0" fmla="*/ 422331 w 440325"/>
                <a:gd name="connsiteY0" fmla="*/ 375649 h 566532"/>
                <a:gd name="connsiteX1" fmla="*/ 423247 w 440325"/>
                <a:gd name="connsiteY1" fmla="*/ 374983 h 566532"/>
                <a:gd name="connsiteX2" fmla="*/ 422414 w 440325"/>
                <a:gd name="connsiteY2" fmla="*/ 271659 h 566532"/>
                <a:gd name="connsiteX3" fmla="*/ 383667 w 440325"/>
                <a:gd name="connsiteY3" fmla="*/ 227163 h 566532"/>
                <a:gd name="connsiteX4" fmla="*/ 317257 w 440325"/>
                <a:gd name="connsiteY4" fmla="*/ 194915 h 566532"/>
                <a:gd name="connsiteX5" fmla="*/ 212933 w 440325"/>
                <a:gd name="connsiteY5" fmla="*/ 81843 h 566532"/>
                <a:gd name="connsiteX6" fmla="*/ 155355 w 440325"/>
                <a:gd name="connsiteY6" fmla="*/ 433 h 566532"/>
                <a:gd name="connsiteX7" fmla="*/ 107026 w 440325"/>
                <a:gd name="connsiteY7" fmla="*/ 28431 h 566532"/>
                <a:gd name="connsiteX8" fmla="*/ 123024 w 440325"/>
                <a:gd name="connsiteY8" fmla="*/ 67011 h 566532"/>
                <a:gd name="connsiteX9" fmla="*/ 140356 w 440325"/>
                <a:gd name="connsiteY9" fmla="*/ 181917 h 566532"/>
                <a:gd name="connsiteX10" fmla="*/ 47864 w 440325"/>
                <a:gd name="connsiteY10" fmla="*/ 276158 h 566532"/>
                <a:gd name="connsiteX11" fmla="*/ 43031 w 440325"/>
                <a:gd name="connsiteY11" fmla="*/ 478140 h 566532"/>
                <a:gd name="connsiteX12" fmla="*/ 45115 w 440325"/>
                <a:gd name="connsiteY12" fmla="*/ 479057 h 566532"/>
                <a:gd name="connsiteX13" fmla="*/ 48114 w 440325"/>
                <a:gd name="connsiteY13" fmla="*/ 493305 h 566532"/>
                <a:gd name="connsiteX14" fmla="*/ 196351 w 440325"/>
                <a:gd name="connsiteY14" fmla="*/ 551217 h 566532"/>
                <a:gd name="connsiteX15" fmla="*/ 199851 w 440325"/>
                <a:gd name="connsiteY15" fmla="*/ 545134 h 566532"/>
                <a:gd name="connsiteX16" fmla="*/ 264262 w 440325"/>
                <a:gd name="connsiteY16" fmla="*/ 566215 h 566532"/>
                <a:gd name="connsiteX17" fmla="*/ 341838 w 440325"/>
                <a:gd name="connsiteY17" fmla="*/ 519720 h 566532"/>
                <a:gd name="connsiteX18" fmla="*/ 349421 w 440325"/>
                <a:gd name="connsiteY18" fmla="*/ 501471 h 566532"/>
                <a:gd name="connsiteX19" fmla="*/ 350171 w 440325"/>
                <a:gd name="connsiteY19" fmla="*/ 501471 h 566532"/>
                <a:gd name="connsiteX20" fmla="*/ 411665 w 440325"/>
                <a:gd name="connsiteY20" fmla="*/ 463308 h 566532"/>
                <a:gd name="connsiteX21" fmla="*/ 424747 w 440325"/>
                <a:gd name="connsiteY21" fmla="*/ 385065 h 566532"/>
                <a:gd name="connsiteX22" fmla="*/ 422331 w 440325"/>
                <a:gd name="connsiteY22" fmla="*/ 375649 h 566532"/>
                <a:gd name="connsiteX23" fmla="*/ 422331 w 440325"/>
                <a:gd name="connsiteY23" fmla="*/ 375649 h 566532"/>
                <a:gd name="connsiteX24" fmla="*/ 118941 w 440325"/>
                <a:gd name="connsiteY24" fmla="*/ 38596 h 566532"/>
                <a:gd name="connsiteX25" fmla="*/ 149439 w 440325"/>
                <a:gd name="connsiteY25" fmla="*/ 15265 h 566532"/>
                <a:gd name="connsiteX26" fmla="*/ 188102 w 440325"/>
                <a:gd name="connsiteY26" fmla="*/ 34430 h 566532"/>
                <a:gd name="connsiteX27" fmla="*/ 195851 w 440325"/>
                <a:gd name="connsiteY27" fmla="*/ 62011 h 566532"/>
                <a:gd name="connsiteX28" fmla="*/ 208433 w 440325"/>
                <a:gd name="connsiteY28" fmla="*/ 98758 h 566532"/>
                <a:gd name="connsiteX29" fmla="*/ 178019 w 440325"/>
                <a:gd name="connsiteY29" fmla="*/ 75676 h 566532"/>
                <a:gd name="connsiteX30" fmla="*/ 152938 w 440325"/>
                <a:gd name="connsiteY30" fmla="*/ 50762 h 566532"/>
                <a:gd name="connsiteX31" fmla="*/ 138356 w 440325"/>
                <a:gd name="connsiteY31" fmla="*/ 23598 h 566532"/>
                <a:gd name="connsiteX32" fmla="*/ 136523 w 440325"/>
                <a:gd name="connsiteY32" fmla="*/ 23848 h 566532"/>
                <a:gd name="connsiteX33" fmla="*/ 160938 w 440325"/>
                <a:gd name="connsiteY33" fmla="*/ 71427 h 566532"/>
                <a:gd name="connsiteX34" fmla="*/ 208433 w 440325"/>
                <a:gd name="connsiteY34" fmla="*/ 113506 h 566532"/>
                <a:gd name="connsiteX35" fmla="*/ 186352 w 440325"/>
                <a:gd name="connsiteY35" fmla="*/ 96008 h 566532"/>
                <a:gd name="connsiteX36" fmla="*/ 154271 w 440325"/>
                <a:gd name="connsiteY36" fmla="*/ 75176 h 566532"/>
                <a:gd name="connsiteX37" fmla="*/ 127357 w 440325"/>
                <a:gd name="connsiteY37" fmla="*/ 55428 h 566532"/>
                <a:gd name="connsiteX38" fmla="*/ 118941 w 440325"/>
                <a:gd name="connsiteY38" fmla="*/ 38596 h 566532"/>
                <a:gd name="connsiteX39" fmla="*/ 118941 w 440325"/>
                <a:gd name="connsiteY39" fmla="*/ 38596 h 566532"/>
                <a:gd name="connsiteX40" fmla="*/ 315757 w 440325"/>
                <a:gd name="connsiteY40" fmla="*/ 275742 h 566532"/>
                <a:gd name="connsiteX41" fmla="*/ 406665 w 440325"/>
                <a:gd name="connsiteY41" fmla="*/ 369400 h 566532"/>
                <a:gd name="connsiteX42" fmla="*/ 408832 w 440325"/>
                <a:gd name="connsiteY42" fmla="*/ 437394 h 566532"/>
                <a:gd name="connsiteX43" fmla="*/ 353170 w 440325"/>
                <a:gd name="connsiteY43" fmla="*/ 486723 h 566532"/>
                <a:gd name="connsiteX44" fmla="*/ 352837 w 440325"/>
                <a:gd name="connsiteY44" fmla="*/ 413979 h 566532"/>
                <a:gd name="connsiteX45" fmla="*/ 347587 w 440325"/>
                <a:gd name="connsiteY45" fmla="*/ 414729 h 566532"/>
                <a:gd name="connsiteX46" fmla="*/ 331089 w 440325"/>
                <a:gd name="connsiteY46" fmla="*/ 507471 h 566532"/>
                <a:gd name="connsiteX47" fmla="*/ 264428 w 440325"/>
                <a:gd name="connsiteY47" fmla="*/ 550633 h 566532"/>
                <a:gd name="connsiteX48" fmla="*/ 221016 w 440325"/>
                <a:gd name="connsiteY48" fmla="*/ 543051 h 566532"/>
                <a:gd name="connsiteX49" fmla="*/ 197601 w 440325"/>
                <a:gd name="connsiteY49" fmla="*/ 501054 h 566532"/>
                <a:gd name="connsiteX50" fmla="*/ 201017 w 440325"/>
                <a:gd name="connsiteY50" fmla="*/ 411896 h 566532"/>
                <a:gd name="connsiteX51" fmla="*/ 199684 w 440325"/>
                <a:gd name="connsiteY51" fmla="*/ 411729 h 566532"/>
                <a:gd name="connsiteX52" fmla="*/ 187852 w 440325"/>
                <a:gd name="connsiteY52" fmla="*/ 524886 h 566532"/>
                <a:gd name="connsiteX53" fmla="*/ 194018 w 440325"/>
                <a:gd name="connsiteY53" fmla="*/ 537135 h 566532"/>
                <a:gd name="connsiteX54" fmla="*/ 188935 w 440325"/>
                <a:gd name="connsiteY54" fmla="*/ 538051 h 566532"/>
                <a:gd name="connsiteX55" fmla="*/ 104109 w 440325"/>
                <a:gd name="connsiteY55" fmla="*/ 537551 h 566532"/>
                <a:gd name="connsiteX56" fmla="*/ 59780 w 440325"/>
                <a:gd name="connsiteY56" fmla="*/ 467641 h 566532"/>
                <a:gd name="connsiteX57" fmla="*/ 69696 w 440325"/>
                <a:gd name="connsiteY57" fmla="*/ 400980 h 566532"/>
                <a:gd name="connsiteX58" fmla="*/ 105693 w 440325"/>
                <a:gd name="connsiteY58" fmla="*/ 323487 h 566532"/>
                <a:gd name="connsiteX59" fmla="*/ 103609 w 440325"/>
                <a:gd name="connsiteY59" fmla="*/ 321904 h 566532"/>
                <a:gd name="connsiteX60" fmla="*/ 55864 w 440325"/>
                <a:gd name="connsiteY60" fmla="*/ 407230 h 566532"/>
                <a:gd name="connsiteX61" fmla="*/ 44448 w 440325"/>
                <a:gd name="connsiteY61" fmla="*/ 461475 h 566532"/>
                <a:gd name="connsiteX62" fmla="*/ 20534 w 440325"/>
                <a:gd name="connsiteY62" fmla="*/ 345735 h 566532"/>
                <a:gd name="connsiteX63" fmla="*/ 58780 w 440325"/>
                <a:gd name="connsiteY63" fmla="*/ 289824 h 566532"/>
                <a:gd name="connsiteX64" fmla="*/ 111192 w 440325"/>
                <a:gd name="connsiteY64" fmla="*/ 253077 h 566532"/>
                <a:gd name="connsiteX65" fmla="*/ 158938 w 440325"/>
                <a:gd name="connsiteY65" fmla="*/ 162002 h 566532"/>
                <a:gd name="connsiteX66" fmla="*/ 142439 w 440325"/>
                <a:gd name="connsiteY66" fmla="*/ 92925 h 566532"/>
                <a:gd name="connsiteX67" fmla="*/ 173437 w 440325"/>
                <a:gd name="connsiteY67" fmla="*/ 126922 h 566532"/>
                <a:gd name="connsiteX68" fmla="*/ 174770 w 440325"/>
                <a:gd name="connsiteY68" fmla="*/ 181667 h 566532"/>
                <a:gd name="connsiteX69" fmla="*/ 148189 w 440325"/>
                <a:gd name="connsiteY69" fmla="*/ 235662 h 566532"/>
                <a:gd name="connsiteX70" fmla="*/ 137606 w 440325"/>
                <a:gd name="connsiteY70" fmla="*/ 283324 h 566532"/>
                <a:gd name="connsiteX71" fmla="*/ 141606 w 440325"/>
                <a:gd name="connsiteY71" fmla="*/ 283324 h 566532"/>
                <a:gd name="connsiteX72" fmla="*/ 149855 w 440325"/>
                <a:gd name="connsiteY72" fmla="*/ 242911 h 566532"/>
                <a:gd name="connsiteX73" fmla="*/ 168020 w 440325"/>
                <a:gd name="connsiteY73" fmla="*/ 213831 h 566532"/>
                <a:gd name="connsiteX74" fmla="*/ 190352 w 440325"/>
                <a:gd name="connsiteY74" fmla="*/ 162502 h 566532"/>
                <a:gd name="connsiteX75" fmla="*/ 140023 w 440325"/>
                <a:gd name="connsiteY75" fmla="*/ 86759 h 566532"/>
                <a:gd name="connsiteX76" fmla="*/ 132440 w 440325"/>
                <a:gd name="connsiteY76" fmla="*/ 68510 h 566532"/>
                <a:gd name="connsiteX77" fmla="*/ 145189 w 440325"/>
                <a:gd name="connsiteY77" fmla="*/ 79426 h 566532"/>
                <a:gd name="connsiteX78" fmla="*/ 180936 w 440325"/>
                <a:gd name="connsiteY78" fmla="*/ 105257 h 566532"/>
                <a:gd name="connsiteX79" fmla="*/ 215016 w 440325"/>
                <a:gd name="connsiteY79" fmla="*/ 133088 h 566532"/>
                <a:gd name="connsiteX80" fmla="*/ 248180 w 440325"/>
                <a:gd name="connsiteY80" fmla="*/ 167335 h 566532"/>
                <a:gd name="connsiteX81" fmla="*/ 252846 w 440325"/>
                <a:gd name="connsiteY81" fmla="*/ 167501 h 566532"/>
                <a:gd name="connsiteX82" fmla="*/ 261095 w 440325"/>
                <a:gd name="connsiteY82" fmla="*/ 175417 h 566532"/>
                <a:gd name="connsiteX83" fmla="*/ 318257 w 440325"/>
                <a:gd name="connsiteY83" fmla="*/ 210414 h 566532"/>
                <a:gd name="connsiteX84" fmla="*/ 380751 w 440325"/>
                <a:gd name="connsiteY84" fmla="*/ 243495 h 566532"/>
                <a:gd name="connsiteX85" fmla="*/ 421914 w 440325"/>
                <a:gd name="connsiteY85" fmla="*/ 298490 h 566532"/>
                <a:gd name="connsiteX86" fmla="*/ 417248 w 440325"/>
                <a:gd name="connsiteY86" fmla="*/ 361817 h 566532"/>
                <a:gd name="connsiteX87" fmla="*/ 316257 w 440325"/>
                <a:gd name="connsiteY87" fmla="*/ 275408 h 566532"/>
                <a:gd name="connsiteX88" fmla="*/ 315757 w 440325"/>
                <a:gd name="connsiteY88" fmla="*/ 275742 h 566532"/>
                <a:gd name="connsiteX89" fmla="*/ 315757 w 440325"/>
                <a:gd name="connsiteY89" fmla="*/ 275742 h 56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440325" h="566532">
                  <a:moveTo>
                    <a:pt x="422331" y="375649"/>
                  </a:moveTo>
                  <a:cubicBezTo>
                    <a:pt x="422664" y="375399"/>
                    <a:pt x="422997" y="375233"/>
                    <a:pt x="423247" y="374983"/>
                  </a:cubicBezTo>
                  <a:cubicBezTo>
                    <a:pt x="451578" y="349485"/>
                    <a:pt x="439912" y="299906"/>
                    <a:pt x="422414" y="271659"/>
                  </a:cubicBezTo>
                  <a:cubicBezTo>
                    <a:pt x="412082" y="254910"/>
                    <a:pt x="399416" y="239161"/>
                    <a:pt x="383667" y="227163"/>
                  </a:cubicBezTo>
                  <a:cubicBezTo>
                    <a:pt x="364003" y="212247"/>
                    <a:pt x="339505" y="205165"/>
                    <a:pt x="317257" y="194915"/>
                  </a:cubicBezTo>
                  <a:cubicBezTo>
                    <a:pt x="266011" y="171418"/>
                    <a:pt x="231431" y="135254"/>
                    <a:pt x="212933" y="81843"/>
                  </a:cubicBezTo>
                  <a:cubicBezTo>
                    <a:pt x="202684" y="52262"/>
                    <a:pt x="199184" y="-5566"/>
                    <a:pt x="155355" y="433"/>
                  </a:cubicBezTo>
                  <a:cubicBezTo>
                    <a:pt x="139273" y="2600"/>
                    <a:pt x="113275" y="11432"/>
                    <a:pt x="107026" y="28431"/>
                  </a:cubicBezTo>
                  <a:cubicBezTo>
                    <a:pt x="102860" y="39930"/>
                    <a:pt x="112275" y="58761"/>
                    <a:pt x="123024" y="67011"/>
                  </a:cubicBezTo>
                  <a:cubicBezTo>
                    <a:pt x="131190" y="105424"/>
                    <a:pt x="149439" y="141087"/>
                    <a:pt x="140356" y="181917"/>
                  </a:cubicBezTo>
                  <a:cubicBezTo>
                    <a:pt x="130024" y="228413"/>
                    <a:pt x="81611" y="248161"/>
                    <a:pt x="47864" y="276158"/>
                  </a:cubicBezTo>
                  <a:cubicBezTo>
                    <a:pt x="-9214" y="323654"/>
                    <a:pt x="-20546" y="431728"/>
                    <a:pt x="43031" y="478140"/>
                  </a:cubicBezTo>
                  <a:cubicBezTo>
                    <a:pt x="43698" y="478640"/>
                    <a:pt x="44448" y="478890"/>
                    <a:pt x="45115" y="479057"/>
                  </a:cubicBezTo>
                  <a:cubicBezTo>
                    <a:pt x="45781" y="483889"/>
                    <a:pt x="46698" y="488639"/>
                    <a:pt x="48114" y="493305"/>
                  </a:cubicBezTo>
                  <a:cubicBezTo>
                    <a:pt x="64946" y="552133"/>
                    <a:pt x="143772" y="587214"/>
                    <a:pt x="196351" y="551217"/>
                  </a:cubicBezTo>
                  <a:cubicBezTo>
                    <a:pt x="198767" y="549550"/>
                    <a:pt x="199767" y="547301"/>
                    <a:pt x="199851" y="545134"/>
                  </a:cubicBezTo>
                  <a:cubicBezTo>
                    <a:pt x="215349" y="562049"/>
                    <a:pt x="239430" y="568049"/>
                    <a:pt x="264262" y="566215"/>
                  </a:cubicBezTo>
                  <a:cubicBezTo>
                    <a:pt x="294092" y="563966"/>
                    <a:pt x="327423" y="547050"/>
                    <a:pt x="341838" y="519720"/>
                  </a:cubicBezTo>
                  <a:cubicBezTo>
                    <a:pt x="344921" y="513887"/>
                    <a:pt x="347421" y="507721"/>
                    <a:pt x="349421" y="501471"/>
                  </a:cubicBezTo>
                  <a:cubicBezTo>
                    <a:pt x="349671" y="501471"/>
                    <a:pt x="349921" y="501471"/>
                    <a:pt x="350171" y="501471"/>
                  </a:cubicBezTo>
                  <a:cubicBezTo>
                    <a:pt x="373585" y="499971"/>
                    <a:pt x="397916" y="481556"/>
                    <a:pt x="411665" y="463308"/>
                  </a:cubicBezTo>
                  <a:cubicBezTo>
                    <a:pt x="428163" y="441477"/>
                    <a:pt x="430413" y="411146"/>
                    <a:pt x="424747" y="385065"/>
                  </a:cubicBezTo>
                  <a:cubicBezTo>
                    <a:pt x="424081" y="381815"/>
                    <a:pt x="423247" y="378732"/>
                    <a:pt x="422331" y="375649"/>
                  </a:cubicBezTo>
                  <a:lnTo>
                    <a:pt x="422331" y="375649"/>
                  </a:lnTo>
                  <a:close/>
                  <a:moveTo>
                    <a:pt x="118941" y="38596"/>
                  </a:moveTo>
                  <a:cubicBezTo>
                    <a:pt x="117692" y="25014"/>
                    <a:pt x="139773" y="17848"/>
                    <a:pt x="149439" y="15265"/>
                  </a:cubicBezTo>
                  <a:cubicBezTo>
                    <a:pt x="168437" y="10099"/>
                    <a:pt x="181019" y="16098"/>
                    <a:pt x="188102" y="34430"/>
                  </a:cubicBezTo>
                  <a:cubicBezTo>
                    <a:pt x="191518" y="43346"/>
                    <a:pt x="193351" y="52762"/>
                    <a:pt x="195851" y="62011"/>
                  </a:cubicBezTo>
                  <a:cubicBezTo>
                    <a:pt x="199351" y="74593"/>
                    <a:pt x="203517" y="86925"/>
                    <a:pt x="208433" y="98758"/>
                  </a:cubicBezTo>
                  <a:cubicBezTo>
                    <a:pt x="198351" y="91008"/>
                    <a:pt x="187852" y="83842"/>
                    <a:pt x="178019" y="75676"/>
                  </a:cubicBezTo>
                  <a:cubicBezTo>
                    <a:pt x="168687" y="67927"/>
                    <a:pt x="159771" y="60678"/>
                    <a:pt x="152938" y="50762"/>
                  </a:cubicBezTo>
                  <a:cubicBezTo>
                    <a:pt x="147022" y="42096"/>
                    <a:pt x="143356" y="32763"/>
                    <a:pt x="138356" y="23598"/>
                  </a:cubicBezTo>
                  <a:cubicBezTo>
                    <a:pt x="137940" y="22848"/>
                    <a:pt x="136773" y="23015"/>
                    <a:pt x="136523" y="23848"/>
                  </a:cubicBezTo>
                  <a:cubicBezTo>
                    <a:pt x="131774" y="40763"/>
                    <a:pt x="149689" y="61178"/>
                    <a:pt x="160938" y="71427"/>
                  </a:cubicBezTo>
                  <a:cubicBezTo>
                    <a:pt x="176520" y="85592"/>
                    <a:pt x="193518" y="98674"/>
                    <a:pt x="208433" y="113506"/>
                  </a:cubicBezTo>
                  <a:cubicBezTo>
                    <a:pt x="201184" y="107590"/>
                    <a:pt x="193518" y="102007"/>
                    <a:pt x="186352" y="96008"/>
                  </a:cubicBezTo>
                  <a:cubicBezTo>
                    <a:pt x="176186" y="87592"/>
                    <a:pt x="165437" y="81926"/>
                    <a:pt x="154271" y="75176"/>
                  </a:cubicBezTo>
                  <a:cubicBezTo>
                    <a:pt x="144689" y="69344"/>
                    <a:pt x="136273" y="62011"/>
                    <a:pt x="127357" y="55428"/>
                  </a:cubicBezTo>
                  <a:cubicBezTo>
                    <a:pt x="125024" y="50012"/>
                    <a:pt x="119441" y="44096"/>
                    <a:pt x="118941" y="38596"/>
                  </a:cubicBezTo>
                  <a:lnTo>
                    <a:pt x="118941" y="38596"/>
                  </a:lnTo>
                  <a:close/>
                  <a:moveTo>
                    <a:pt x="315757" y="275742"/>
                  </a:moveTo>
                  <a:cubicBezTo>
                    <a:pt x="353837" y="297156"/>
                    <a:pt x="392917" y="326320"/>
                    <a:pt x="406665" y="369400"/>
                  </a:cubicBezTo>
                  <a:cubicBezTo>
                    <a:pt x="413415" y="390898"/>
                    <a:pt x="415914" y="415729"/>
                    <a:pt x="408832" y="437394"/>
                  </a:cubicBezTo>
                  <a:cubicBezTo>
                    <a:pt x="402082" y="458225"/>
                    <a:pt x="375585" y="482306"/>
                    <a:pt x="353170" y="486723"/>
                  </a:cubicBezTo>
                  <a:cubicBezTo>
                    <a:pt x="357753" y="462808"/>
                    <a:pt x="356253" y="437394"/>
                    <a:pt x="352837" y="413979"/>
                  </a:cubicBezTo>
                  <a:cubicBezTo>
                    <a:pt x="352420" y="410896"/>
                    <a:pt x="347671" y="411813"/>
                    <a:pt x="347587" y="414729"/>
                  </a:cubicBezTo>
                  <a:cubicBezTo>
                    <a:pt x="346754" y="447309"/>
                    <a:pt x="345254" y="477390"/>
                    <a:pt x="331089" y="507471"/>
                  </a:cubicBezTo>
                  <a:cubicBezTo>
                    <a:pt x="319423" y="532302"/>
                    <a:pt x="291176" y="548301"/>
                    <a:pt x="264428" y="550633"/>
                  </a:cubicBezTo>
                  <a:cubicBezTo>
                    <a:pt x="249430" y="551967"/>
                    <a:pt x="234431" y="549884"/>
                    <a:pt x="221016" y="543051"/>
                  </a:cubicBezTo>
                  <a:cubicBezTo>
                    <a:pt x="204934" y="534885"/>
                    <a:pt x="198601" y="518553"/>
                    <a:pt x="197601" y="501054"/>
                  </a:cubicBezTo>
                  <a:cubicBezTo>
                    <a:pt x="195934" y="471974"/>
                    <a:pt x="197518" y="440810"/>
                    <a:pt x="201017" y="411896"/>
                  </a:cubicBezTo>
                  <a:cubicBezTo>
                    <a:pt x="201101" y="411146"/>
                    <a:pt x="199851" y="410980"/>
                    <a:pt x="199684" y="411729"/>
                  </a:cubicBezTo>
                  <a:cubicBezTo>
                    <a:pt x="193018" y="446976"/>
                    <a:pt x="174603" y="489056"/>
                    <a:pt x="187852" y="524886"/>
                  </a:cubicBezTo>
                  <a:cubicBezTo>
                    <a:pt x="189518" y="529385"/>
                    <a:pt x="191602" y="533468"/>
                    <a:pt x="194018" y="537135"/>
                  </a:cubicBezTo>
                  <a:cubicBezTo>
                    <a:pt x="192435" y="536885"/>
                    <a:pt x="190768" y="537051"/>
                    <a:pt x="188935" y="538051"/>
                  </a:cubicBezTo>
                  <a:cubicBezTo>
                    <a:pt x="161771" y="553133"/>
                    <a:pt x="131690" y="550717"/>
                    <a:pt x="104109" y="537551"/>
                  </a:cubicBezTo>
                  <a:cubicBezTo>
                    <a:pt x="75779" y="524052"/>
                    <a:pt x="63280" y="497472"/>
                    <a:pt x="59780" y="467641"/>
                  </a:cubicBezTo>
                  <a:cubicBezTo>
                    <a:pt x="57030" y="444393"/>
                    <a:pt x="62030" y="422728"/>
                    <a:pt x="69696" y="400980"/>
                  </a:cubicBezTo>
                  <a:cubicBezTo>
                    <a:pt x="79028" y="374483"/>
                    <a:pt x="90527" y="347152"/>
                    <a:pt x="105693" y="323487"/>
                  </a:cubicBezTo>
                  <a:cubicBezTo>
                    <a:pt x="106526" y="322237"/>
                    <a:pt x="104526" y="320654"/>
                    <a:pt x="103609" y="321904"/>
                  </a:cubicBezTo>
                  <a:cubicBezTo>
                    <a:pt x="82945" y="347318"/>
                    <a:pt x="68113" y="377066"/>
                    <a:pt x="55864" y="407230"/>
                  </a:cubicBezTo>
                  <a:cubicBezTo>
                    <a:pt x="49031" y="424145"/>
                    <a:pt x="44698" y="442810"/>
                    <a:pt x="44448" y="461475"/>
                  </a:cubicBezTo>
                  <a:cubicBezTo>
                    <a:pt x="15534" y="430728"/>
                    <a:pt x="5952" y="386482"/>
                    <a:pt x="20534" y="345735"/>
                  </a:cubicBezTo>
                  <a:cubicBezTo>
                    <a:pt x="28449" y="323571"/>
                    <a:pt x="39865" y="304239"/>
                    <a:pt x="58780" y="289824"/>
                  </a:cubicBezTo>
                  <a:cubicBezTo>
                    <a:pt x="75779" y="276908"/>
                    <a:pt x="94277" y="266076"/>
                    <a:pt x="111192" y="253077"/>
                  </a:cubicBezTo>
                  <a:cubicBezTo>
                    <a:pt x="141189" y="229996"/>
                    <a:pt x="161188" y="201415"/>
                    <a:pt x="158938" y="162002"/>
                  </a:cubicBezTo>
                  <a:cubicBezTo>
                    <a:pt x="157521" y="137671"/>
                    <a:pt x="150938" y="115006"/>
                    <a:pt x="142439" y="92925"/>
                  </a:cubicBezTo>
                  <a:cubicBezTo>
                    <a:pt x="152688" y="104340"/>
                    <a:pt x="165687" y="113173"/>
                    <a:pt x="173437" y="126922"/>
                  </a:cubicBezTo>
                  <a:cubicBezTo>
                    <a:pt x="183519" y="144753"/>
                    <a:pt x="180769" y="163002"/>
                    <a:pt x="174770" y="181667"/>
                  </a:cubicBezTo>
                  <a:cubicBezTo>
                    <a:pt x="168603" y="200832"/>
                    <a:pt x="156605" y="217497"/>
                    <a:pt x="148189" y="235662"/>
                  </a:cubicBezTo>
                  <a:cubicBezTo>
                    <a:pt x="141023" y="251077"/>
                    <a:pt x="139023" y="266576"/>
                    <a:pt x="137606" y="283324"/>
                  </a:cubicBezTo>
                  <a:cubicBezTo>
                    <a:pt x="137356" y="285907"/>
                    <a:pt x="141356" y="285824"/>
                    <a:pt x="141606" y="283324"/>
                  </a:cubicBezTo>
                  <a:cubicBezTo>
                    <a:pt x="142856" y="269659"/>
                    <a:pt x="143939" y="255493"/>
                    <a:pt x="149855" y="242911"/>
                  </a:cubicBezTo>
                  <a:cubicBezTo>
                    <a:pt x="154605" y="232745"/>
                    <a:pt x="161938" y="223246"/>
                    <a:pt x="168020" y="213831"/>
                  </a:cubicBezTo>
                  <a:cubicBezTo>
                    <a:pt x="178353" y="197832"/>
                    <a:pt x="187518" y="181750"/>
                    <a:pt x="190352" y="162502"/>
                  </a:cubicBezTo>
                  <a:cubicBezTo>
                    <a:pt x="195601" y="127005"/>
                    <a:pt x="165854" y="104674"/>
                    <a:pt x="140023" y="86759"/>
                  </a:cubicBezTo>
                  <a:cubicBezTo>
                    <a:pt x="137606" y="80676"/>
                    <a:pt x="135023" y="74593"/>
                    <a:pt x="132440" y="68510"/>
                  </a:cubicBezTo>
                  <a:cubicBezTo>
                    <a:pt x="136440" y="72343"/>
                    <a:pt x="141023" y="75843"/>
                    <a:pt x="145189" y="79426"/>
                  </a:cubicBezTo>
                  <a:cubicBezTo>
                    <a:pt x="156271" y="89008"/>
                    <a:pt x="169520" y="95841"/>
                    <a:pt x="180936" y="105257"/>
                  </a:cubicBezTo>
                  <a:cubicBezTo>
                    <a:pt x="192185" y="114589"/>
                    <a:pt x="204267" y="123172"/>
                    <a:pt x="215016" y="133088"/>
                  </a:cubicBezTo>
                  <a:cubicBezTo>
                    <a:pt x="226765" y="143837"/>
                    <a:pt x="236181" y="156836"/>
                    <a:pt x="248180" y="167335"/>
                  </a:cubicBezTo>
                  <a:cubicBezTo>
                    <a:pt x="249763" y="168668"/>
                    <a:pt x="251596" y="168418"/>
                    <a:pt x="252846" y="167501"/>
                  </a:cubicBezTo>
                  <a:cubicBezTo>
                    <a:pt x="255512" y="170168"/>
                    <a:pt x="258262" y="172834"/>
                    <a:pt x="261095" y="175417"/>
                  </a:cubicBezTo>
                  <a:cubicBezTo>
                    <a:pt x="277760" y="190333"/>
                    <a:pt x="298092" y="200832"/>
                    <a:pt x="318257" y="210414"/>
                  </a:cubicBezTo>
                  <a:cubicBezTo>
                    <a:pt x="339421" y="220497"/>
                    <a:pt x="362503" y="228329"/>
                    <a:pt x="380751" y="243495"/>
                  </a:cubicBezTo>
                  <a:cubicBezTo>
                    <a:pt x="397916" y="257743"/>
                    <a:pt x="414415" y="277241"/>
                    <a:pt x="421914" y="298490"/>
                  </a:cubicBezTo>
                  <a:cubicBezTo>
                    <a:pt x="428913" y="318321"/>
                    <a:pt x="430746" y="344402"/>
                    <a:pt x="417248" y="361817"/>
                  </a:cubicBezTo>
                  <a:cubicBezTo>
                    <a:pt x="398833" y="319654"/>
                    <a:pt x="359003" y="293490"/>
                    <a:pt x="316257" y="275408"/>
                  </a:cubicBezTo>
                  <a:cubicBezTo>
                    <a:pt x="315674" y="274825"/>
                    <a:pt x="315257" y="275408"/>
                    <a:pt x="315757" y="275742"/>
                  </a:cubicBezTo>
                  <a:lnTo>
                    <a:pt x="315757" y="275742"/>
                  </a:lnTo>
                  <a:close/>
                </a:path>
              </a:pathLst>
            </a:custGeom>
            <a:grpFill/>
            <a:ln w="8332" cap="flat">
              <a:noFill/>
              <a:prstDash val="solid"/>
              <a:miter/>
            </a:ln>
          </p:spPr>
          <p:txBody>
            <a:bodyPr rtlCol="0" anchor="ctr"/>
            <a:lstStyle/>
            <a:p>
              <a:endParaRPr lang="en-US"/>
            </a:p>
          </p:txBody>
        </p:sp>
        <p:sp>
          <p:nvSpPr>
            <p:cNvPr id="1433" name="Freeform: Shape 1432"/>
            <p:cNvSpPr/>
            <p:nvPr/>
          </p:nvSpPr>
          <p:spPr>
            <a:xfrm>
              <a:off x="2539950" y="3552226"/>
              <a:ext cx="40825" cy="131681"/>
            </a:xfrm>
            <a:custGeom>
              <a:avLst/>
              <a:gdLst>
                <a:gd name="connsiteX0" fmla="*/ 33923 w 40825"/>
                <a:gd name="connsiteY0" fmla="*/ 714 h 131681"/>
                <a:gd name="connsiteX1" fmla="*/ 31007 w 40825"/>
                <a:gd name="connsiteY1" fmla="*/ 1964 h 131681"/>
                <a:gd name="connsiteX2" fmla="*/ 20841 w 40825"/>
                <a:gd name="connsiteY2" fmla="*/ 65292 h 131681"/>
                <a:gd name="connsiteX3" fmla="*/ 9 w 40825"/>
                <a:gd name="connsiteY3" fmla="*/ 131369 h 131681"/>
                <a:gd name="connsiteX4" fmla="*/ 509 w 40825"/>
                <a:gd name="connsiteY4" fmla="*/ 131536 h 131681"/>
                <a:gd name="connsiteX5" fmla="*/ 33173 w 40825"/>
                <a:gd name="connsiteY5" fmla="*/ 58626 h 131681"/>
                <a:gd name="connsiteX6" fmla="*/ 33923 w 40825"/>
                <a:gd name="connsiteY6" fmla="*/ 714 h 131681"/>
                <a:gd name="connsiteX7" fmla="*/ 33923 w 40825"/>
                <a:gd name="connsiteY7" fmla="*/ 714 h 131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825" h="131681">
                  <a:moveTo>
                    <a:pt x="33923" y="714"/>
                  </a:moveTo>
                  <a:cubicBezTo>
                    <a:pt x="32923" y="-702"/>
                    <a:pt x="30590" y="131"/>
                    <a:pt x="31007" y="1964"/>
                  </a:cubicBezTo>
                  <a:cubicBezTo>
                    <a:pt x="35839" y="23129"/>
                    <a:pt x="27007" y="45627"/>
                    <a:pt x="20841" y="65292"/>
                  </a:cubicBezTo>
                  <a:cubicBezTo>
                    <a:pt x="13841" y="87540"/>
                    <a:pt x="3926" y="108288"/>
                    <a:pt x="9" y="131369"/>
                  </a:cubicBezTo>
                  <a:cubicBezTo>
                    <a:pt x="-74" y="131702"/>
                    <a:pt x="426" y="131786"/>
                    <a:pt x="509" y="131536"/>
                  </a:cubicBezTo>
                  <a:cubicBezTo>
                    <a:pt x="6592" y="105455"/>
                    <a:pt x="22341" y="82790"/>
                    <a:pt x="33173" y="58626"/>
                  </a:cubicBezTo>
                  <a:cubicBezTo>
                    <a:pt x="40589" y="42127"/>
                    <a:pt x="45505" y="16546"/>
                    <a:pt x="33923" y="714"/>
                  </a:cubicBezTo>
                  <a:lnTo>
                    <a:pt x="33923" y="714"/>
                  </a:lnTo>
                  <a:close/>
                </a:path>
              </a:pathLst>
            </a:custGeom>
            <a:grpFill/>
            <a:ln w="8332" cap="flat">
              <a:noFill/>
              <a:prstDash val="solid"/>
              <a:miter/>
            </a:ln>
          </p:spPr>
          <p:txBody>
            <a:bodyPr rtlCol="0" anchor="ctr"/>
            <a:lstStyle/>
            <a:p>
              <a:endParaRPr lang="en-US"/>
            </a:p>
          </p:txBody>
        </p:sp>
        <p:sp>
          <p:nvSpPr>
            <p:cNvPr id="1434" name="Freeform: Shape 1433"/>
            <p:cNvSpPr/>
            <p:nvPr/>
          </p:nvSpPr>
          <p:spPr>
            <a:xfrm>
              <a:off x="2586959" y="3681855"/>
              <a:ext cx="103209" cy="67078"/>
            </a:xfrm>
            <a:custGeom>
              <a:avLst/>
              <a:gdLst>
                <a:gd name="connsiteX0" fmla="*/ 102820 w 103209"/>
                <a:gd name="connsiteY0" fmla="*/ 62901 h 67078"/>
                <a:gd name="connsiteX1" fmla="*/ 57657 w 103209"/>
                <a:gd name="connsiteY1" fmla="*/ 12323 h 67078"/>
                <a:gd name="connsiteX2" fmla="*/ 496 w 103209"/>
                <a:gd name="connsiteY2" fmla="*/ 7156 h 67078"/>
                <a:gd name="connsiteX3" fmla="*/ 2079 w 103209"/>
                <a:gd name="connsiteY3" fmla="*/ 9906 h 67078"/>
                <a:gd name="connsiteX4" fmla="*/ 60407 w 103209"/>
                <a:gd name="connsiteY4" fmla="*/ 25822 h 67078"/>
                <a:gd name="connsiteX5" fmla="*/ 97820 w 103209"/>
                <a:gd name="connsiteY5" fmla="*/ 65734 h 67078"/>
                <a:gd name="connsiteX6" fmla="*/ 102820 w 103209"/>
                <a:gd name="connsiteY6" fmla="*/ 62901 h 67078"/>
                <a:gd name="connsiteX7" fmla="*/ 102820 w 103209"/>
                <a:gd name="connsiteY7" fmla="*/ 62901 h 67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209" h="67078">
                  <a:moveTo>
                    <a:pt x="102820" y="62901"/>
                  </a:moveTo>
                  <a:cubicBezTo>
                    <a:pt x="91237" y="41153"/>
                    <a:pt x="79822" y="24322"/>
                    <a:pt x="57657" y="12323"/>
                  </a:cubicBezTo>
                  <a:cubicBezTo>
                    <a:pt x="40325" y="2907"/>
                    <a:pt x="17827" y="-7176"/>
                    <a:pt x="496" y="7156"/>
                  </a:cubicBezTo>
                  <a:cubicBezTo>
                    <a:pt x="-755" y="8240"/>
                    <a:pt x="579" y="10489"/>
                    <a:pt x="2079" y="9906"/>
                  </a:cubicBezTo>
                  <a:cubicBezTo>
                    <a:pt x="22077" y="2824"/>
                    <a:pt x="43908" y="15739"/>
                    <a:pt x="60407" y="25822"/>
                  </a:cubicBezTo>
                  <a:cubicBezTo>
                    <a:pt x="76072" y="35404"/>
                    <a:pt x="87321" y="51069"/>
                    <a:pt x="97820" y="65734"/>
                  </a:cubicBezTo>
                  <a:cubicBezTo>
                    <a:pt x="99987" y="68734"/>
                    <a:pt x="104569" y="66234"/>
                    <a:pt x="102820" y="62901"/>
                  </a:cubicBezTo>
                  <a:lnTo>
                    <a:pt x="102820" y="62901"/>
                  </a:lnTo>
                  <a:close/>
                </a:path>
              </a:pathLst>
            </a:custGeom>
            <a:grpFill/>
            <a:ln w="8332" cap="flat">
              <a:noFill/>
              <a:prstDash val="solid"/>
              <a:miter/>
            </a:ln>
          </p:spPr>
          <p:txBody>
            <a:bodyPr rtlCol="0" anchor="ctr"/>
            <a:lstStyle/>
            <a:p>
              <a:endParaRPr lang="en-US"/>
            </a:p>
          </p:txBody>
        </p:sp>
        <p:sp>
          <p:nvSpPr>
            <p:cNvPr id="1435" name="Freeform: Shape 1434"/>
            <p:cNvSpPr/>
            <p:nvPr/>
          </p:nvSpPr>
          <p:spPr>
            <a:xfrm>
              <a:off x="2741819" y="3150732"/>
              <a:ext cx="412996" cy="515622"/>
            </a:xfrm>
            <a:custGeom>
              <a:avLst/>
              <a:gdLst>
                <a:gd name="connsiteX0" fmla="*/ 405252 w 412996"/>
                <a:gd name="connsiteY0" fmla="*/ 203059 h 515622"/>
                <a:gd name="connsiteX1" fmla="*/ 394503 w 412996"/>
                <a:gd name="connsiteY1" fmla="*/ 172145 h 515622"/>
                <a:gd name="connsiteX2" fmla="*/ 404002 w 412996"/>
                <a:gd name="connsiteY2" fmla="*/ 142148 h 515622"/>
                <a:gd name="connsiteX3" fmla="*/ 391086 w 412996"/>
                <a:gd name="connsiteY3" fmla="*/ 88736 h 515622"/>
                <a:gd name="connsiteX4" fmla="*/ 345341 w 412996"/>
                <a:gd name="connsiteY4" fmla="*/ 79654 h 515622"/>
                <a:gd name="connsiteX5" fmla="*/ 349257 w 412996"/>
                <a:gd name="connsiteY5" fmla="*/ 64155 h 515622"/>
                <a:gd name="connsiteX6" fmla="*/ 347674 w 412996"/>
                <a:gd name="connsiteY6" fmla="*/ 46990 h 515622"/>
                <a:gd name="connsiteX7" fmla="*/ 327509 w 412996"/>
                <a:gd name="connsiteY7" fmla="*/ 16076 h 515622"/>
                <a:gd name="connsiteX8" fmla="*/ 269597 w 412996"/>
                <a:gd name="connsiteY8" fmla="*/ 29992 h 515622"/>
                <a:gd name="connsiteX9" fmla="*/ 188105 w 412996"/>
                <a:gd name="connsiteY9" fmla="*/ 494 h 515622"/>
                <a:gd name="connsiteX10" fmla="*/ 151941 w 412996"/>
                <a:gd name="connsiteY10" fmla="*/ 12660 h 515622"/>
                <a:gd name="connsiteX11" fmla="*/ 131193 w 412996"/>
                <a:gd name="connsiteY11" fmla="*/ 40074 h 515622"/>
                <a:gd name="connsiteX12" fmla="*/ 105195 w 412996"/>
                <a:gd name="connsiteY12" fmla="*/ 52490 h 515622"/>
                <a:gd name="connsiteX13" fmla="*/ 85114 w 412996"/>
                <a:gd name="connsiteY13" fmla="*/ 56322 h 515622"/>
                <a:gd name="connsiteX14" fmla="*/ 52867 w 412996"/>
                <a:gd name="connsiteY14" fmla="*/ 80154 h 515622"/>
                <a:gd name="connsiteX15" fmla="*/ 41534 w 412996"/>
                <a:gd name="connsiteY15" fmla="*/ 145731 h 515622"/>
                <a:gd name="connsiteX16" fmla="*/ 28452 w 412996"/>
                <a:gd name="connsiteY16" fmla="*/ 154480 h 515622"/>
                <a:gd name="connsiteX17" fmla="*/ 14287 w 412996"/>
                <a:gd name="connsiteY17" fmla="*/ 169646 h 515622"/>
                <a:gd name="connsiteX18" fmla="*/ 38 w 412996"/>
                <a:gd name="connsiteY18" fmla="*/ 209809 h 515622"/>
                <a:gd name="connsiteX19" fmla="*/ 50450 w 412996"/>
                <a:gd name="connsiteY19" fmla="*/ 272220 h 515622"/>
                <a:gd name="connsiteX20" fmla="*/ 72865 w 412996"/>
                <a:gd name="connsiteY20" fmla="*/ 273553 h 515622"/>
                <a:gd name="connsiteX21" fmla="*/ 91197 w 412996"/>
                <a:gd name="connsiteY21" fmla="*/ 270553 h 515622"/>
                <a:gd name="connsiteX22" fmla="*/ 103362 w 412996"/>
                <a:gd name="connsiteY22" fmla="*/ 286968 h 515622"/>
                <a:gd name="connsiteX23" fmla="*/ 111695 w 412996"/>
                <a:gd name="connsiteY23" fmla="*/ 292968 h 515622"/>
                <a:gd name="connsiteX24" fmla="*/ 112028 w 412996"/>
                <a:gd name="connsiteY24" fmla="*/ 395709 h 515622"/>
                <a:gd name="connsiteX25" fmla="*/ 105862 w 412996"/>
                <a:gd name="connsiteY25" fmla="*/ 461036 h 515622"/>
                <a:gd name="connsiteX26" fmla="*/ 100779 w 412996"/>
                <a:gd name="connsiteY26" fmla="*/ 488367 h 515622"/>
                <a:gd name="connsiteX27" fmla="*/ 101279 w 412996"/>
                <a:gd name="connsiteY27" fmla="*/ 500699 h 515622"/>
                <a:gd name="connsiteX28" fmla="*/ 107779 w 412996"/>
                <a:gd name="connsiteY28" fmla="*/ 504449 h 515622"/>
                <a:gd name="connsiteX29" fmla="*/ 155274 w 412996"/>
                <a:gd name="connsiteY29" fmla="*/ 506532 h 515622"/>
                <a:gd name="connsiteX30" fmla="*/ 197937 w 412996"/>
                <a:gd name="connsiteY30" fmla="*/ 515614 h 515622"/>
                <a:gd name="connsiteX31" fmla="*/ 228268 w 412996"/>
                <a:gd name="connsiteY31" fmla="*/ 466369 h 515622"/>
                <a:gd name="connsiteX32" fmla="*/ 241516 w 412996"/>
                <a:gd name="connsiteY32" fmla="*/ 372961 h 515622"/>
                <a:gd name="connsiteX33" fmla="*/ 256932 w 412996"/>
                <a:gd name="connsiteY33" fmla="*/ 313216 h 515622"/>
                <a:gd name="connsiteX34" fmla="*/ 258765 w 412996"/>
                <a:gd name="connsiteY34" fmla="*/ 318049 h 515622"/>
                <a:gd name="connsiteX35" fmla="*/ 275097 w 412996"/>
                <a:gd name="connsiteY35" fmla="*/ 338047 h 515622"/>
                <a:gd name="connsiteX36" fmla="*/ 329592 w 412996"/>
                <a:gd name="connsiteY36" fmla="*/ 354962 h 515622"/>
                <a:gd name="connsiteX37" fmla="*/ 372588 w 412996"/>
                <a:gd name="connsiteY37" fmla="*/ 323965 h 515622"/>
                <a:gd name="connsiteX38" fmla="*/ 389837 w 412996"/>
                <a:gd name="connsiteY38" fmla="*/ 298384 h 515622"/>
                <a:gd name="connsiteX39" fmla="*/ 405418 w 412996"/>
                <a:gd name="connsiteY39" fmla="*/ 267970 h 515622"/>
                <a:gd name="connsiteX40" fmla="*/ 405252 w 412996"/>
                <a:gd name="connsiteY40" fmla="*/ 203059 h 515622"/>
                <a:gd name="connsiteX41" fmla="*/ 405252 w 412996"/>
                <a:gd name="connsiteY41" fmla="*/ 203059 h 515622"/>
                <a:gd name="connsiteX42" fmla="*/ 234351 w 412996"/>
                <a:gd name="connsiteY42" fmla="*/ 340964 h 515622"/>
                <a:gd name="connsiteX43" fmla="*/ 219352 w 412996"/>
                <a:gd name="connsiteY43" fmla="*/ 427789 h 515622"/>
                <a:gd name="connsiteX44" fmla="*/ 213019 w 412996"/>
                <a:gd name="connsiteY44" fmla="*/ 470535 h 515622"/>
                <a:gd name="connsiteX45" fmla="*/ 209186 w 412996"/>
                <a:gd name="connsiteY45" fmla="*/ 489283 h 515622"/>
                <a:gd name="connsiteX46" fmla="*/ 187355 w 412996"/>
                <a:gd name="connsiteY46" fmla="*/ 499116 h 515622"/>
                <a:gd name="connsiteX47" fmla="*/ 116195 w 412996"/>
                <a:gd name="connsiteY47" fmla="*/ 489033 h 515622"/>
                <a:gd name="connsiteX48" fmla="*/ 118611 w 412996"/>
                <a:gd name="connsiteY48" fmla="*/ 477535 h 515622"/>
                <a:gd name="connsiteX49" fmla="*/ 121777 w 412996"/>
                <a:gd name="connsiteY49" fmla="*/ 449037 h 515622"/>
                <a:gd name="connsiteX50" fmla="*/ 125360 w 412996"/>
                <a:gd name="connsiteY50" fmla="*/ 386876 h 515622"/>
                <a:gd name="connsiteX51" fmla="*/ 119111 w 412996"/>
                <a:gd name="connsiteY51" fmla="*/ 296301 h 515622"/>
                <a:gd name="connsiteX52" fmla="*/ 164107 w 412996"/>
                <a:gd name="connsiteY52" fmla="*/ 287968 h 515622"/>
                <a:gd name="connsiteX53" fmla="*/ 161857 w 412996"/>
                <a:gd name="connsiteY53" fmla="*/ 304967 h 515622"/>
                <a:gd name="connsiteX54" fmla="*/ 155024 w 412996"/>
                <a:gd name="connsiteY54" fmla="*/ 352046 h 515622"/>
                <a:gd name="connsiteX55" fmla="*/ 179355 w 412996"/>
                <a:gd name="connsiteY55" fmla="*/ 392042 h 515622"/>
                <a:gd name="connsiteX56" fmla="*/ 205270 w 412996"/>
                <a:gd name="connsiteY56" fmla="*/ 387126 h 515622"/>
                <a:gd name="connsiteX57" fmla="*/ 213686 w 412996"/>
                <a:gd name="connsiteY57" fmla="*/ 363878 h 515622"/>
                <a:gd name="connsiteX58" fmla="*/ 217352 w 412996"/>
                <a:gd name="connsiteY58" fmla="*/ 325465 h 515622"/>
                <a:gd name="connsiteX59" fmla="*/ 220768 w 412996"/>
                <a:gd name="connsiteY59" fmla="*/ 300634 h 515622"/>
                <a:gd name="connsiteX60" fmla="*/ 221352 w 412996"/>
                <a:gd name="connsiteY60" fmla="*/ 293635 h 515622"/>
                <a:gd name="connsiteX61" fmla="*/ 237933 w 412996"/>
                <a:gd name="connsiteY61" fmla="*/ 296134 h 515622"/>
                <a:gd name="connsiteX62" fmla="*/ 253349 w 412996"/>
                <a:gd name="connsiteY62" fmla="*/ 292885 h 515622"/>
                <a:gd name="connsiteX63" fmla="*/ 234351 w 412996"/>
                <a:gd name="connsiteY63" fmla="*/ 340964 h 515622"/>
                <a:gd name="connsiteX64" fmla="*/ 234351 w 412996"/>
                <a:gd name="connsiteY64" fmla="*/ 340964 h 515622"/>
                <a:gd name="connsiteX65" fmla="*/ 166273 w 412996"/>
                <a:gd name="connsiteY65" fmla="*/ 353546 h 515622"/>
                <a:gd name="connsiteX66" fmla="*/ 169856 w 412996"/>
                <a:gd name="connsiteY66" fmla="*/ 325548 h 515622"/>
                <a:gd name="connsiteX67" fmla="*/ 171940 w 412996"/>
                <a:gd name="connsiteY67" fmla="*/ 281136 h 515622"/>
                <a:gd name="connsiteX68" fmla="*/ 183272 w 412996"/>
                <a:gd name="connsiteY68" fmla="*/ 267470 h 515622"/>
                <a:gd name="connsiteX69" fmla="*/ 196354 w 412996"/>
                <a:gd name="connsiteY69" fmla="*/ 282885 h 515622"/>
                <a:gd name="connsiteX70" fmla="*/ 209353 w 412996"/>
                <a:gd name="connsiteY70" fmla="*/ 289802 h 515622"/>
                <a:gd name="connsiteX71" fmla="*/ 205436 w 412996"/>
                <a:gd name="connsiteY71" fmla="*/ 322715 h 515622"/>
                <a:gd name="connsiteX72" fmla="*/ 203020 w 412996"/>
                <a:gd name="connsiteY72" fmla="*/ 348963 h 515622"/>
                <a:gd name="connsiteX73" fmla="*/ 193271 w 412996"/>
                <a:gd name="connsiteY73" fmla="*/ 378794 h 515622"/>
                <a:gd name="connsiteX74" fmla="*/ 168440 w 412996"/>
                <a:gd name="connsiteY74" fmla="*/ 371211 h 515622"/>
                <a:gd name="connsiteX75" fmla="*/ 166273 w 412996"/>
                <a:gd name="connsiteY75" fmla="*/ 353546 h 515622"/>
                <a:gd name="connsiteX76" fmla="*/ 166273 w 412996"/>
                <a:gd name="connsiteY76" fmla="*/ 353546 h 515622"/>
                <a:gd name="connsiteX77" fmla="*/ 394586 w 412996"/>
                <a:gd name="connsiteY77" fmla="*/ 254638 h 515622"/>
                <a:gd name="connsiteX78" fmla="*/ 369922 w 412996"/>
                <a:gd name="connsiteY78" fmla="*/ 304050 h 515622"/>
                <a:gd name="connsiteX79" fmla="*/ 339174 w 412996"/>
                <a:gd name="connsiteY79" fmla="*/ 336131 h 515622"/>
                <a:gd name="connsiteX80" fmla="*/ 288512 w 412996"/>
                <a:gd name="connsiteY80" fmla="*/ 328381 h 515622"/>
                <a:gd name="connsiteX81" fmla="*/ 269764 w 412996"/>
                <a:gd name="connsiteY81" fmla="*/ 308300 h 515622"/>
                <a:gd name="connsiteX82" fmla="*/ 264848 w 412996"/>
                <a:gd name="connsiteY82" fmla="*/ 283885 h 515622"/>
                <a:gd name="connsiteX83" fmla="*/ 258598 w 412996"/>
                <a:gd name="connsiteY83" fmla="*/ 279136 h 515622"/>
                <a:gd name="connsiteX84" fmla="*/ 229601 w 412996"/>
                <a:gd name="connsiteY84" fmla="*/ 282385 h 515622"/>
                <a:gd name="connsiteX85" fmla="*/ 194271 w 412996"/>
                <a:gd name="connsiteY85" fmla="*/ 261387 h 515622"/>
                <a:gd name="connsiteX86" fmla="*/ 181105 w 412996"/>
                <a:gd name="connsiteY86" fmla="*/ 252222 h 515622"/>
                <a:gd name="connsiteX87" fmla="*/ 165023 w 412996"/>
                <a:gd name="connsiteY87" fmla="*/ 268303 h 515622"/>
                <a:gd name="connsiteX88" fmla="*/ 127027 w 412996"/>
                <a:gd name="connsiteY88" fmla="*/ 282635 h 515622"/>
                <a:gd name="connsiteX89" fmla="*/ 102196 w 412996"/>
                <a:gd name="connsiteY89" fmla="*/ 258721 h 515622"/>
                <a:gd name="connsiteX90" fmla="*/ 85947 w 412996"/>
                <a:gd name="connsiteY90" fmla="*/ 254055 h 515622"/>
                <a:gd name="connsiteX91" fmla="*/ 42701 w 412996"/>
                <a:gd name="connsiteY91" fmla="*/ 252638 h 515622"/>
                <a:gd name="connsiteX92" fmla="*/ 25036 w 412996"/>
                <a:gd name="connsiteY92" fmla="*/ 182228 h 515622"/>
                <a:gd name="connsiteX93" fmla="*/ 48034 w 412996"/>
                <a:gd name="connsiteY93" fmla="*/ 158813 h 515622"/>
                <a:gd name="connsiteX94" fmla="*/ 57700 w 412996"/>
                <a:gd name="connsiteY94" fmla="*/ 147398 h 515622"/>
                <a:gd name="connsiteX95" fmla="*/ 55033 w 412996"/>
                <a:gd name="connsiteY95" fmla="*/ 139482 h 515622"/>
                <a:gd name="connsiteX96" fmla="*/ 52700 w 412996"/>
                <a:gd name="connsiteY96" fmla="*/ 119734 h 515622"/>
                <a:gd name="connsiteX97" fmla="*/ 72615 w 412996"/>
                <a:gd name="connsiteY97" fmla="*/ 83737 h 515622"/>
                <a:gd name="connsiteX98" fmla="*/ 107612 w 412996"/>
                <a:gd name="connsiteY98" fmla="*/ 69321 h 515622"/>
                <a:gd name="connsiteX99" fmla="*/ 136026 w 412996"/>
                <a:gd name="connsiteY99" fmla="*/ 62905 h 515622"/>
                <a:gd name="connsiteX100" fmla="*/ 147275 w 412996"/>
                <a:gd name="connsiteY100" fmla="*/ 40241 h 515622"/>
                <a:gd name="connsiteX101" fmla="*/ 182022 w 412996"/>
                <a:gd name="connsiteY101" fmla="*/ 12243 h 515622"/>
                <a:gd name="connsiteX102" fmla="*/ 268264 w 412996"/>
                <a:gd name="connsiteY102" fmla="*/ 36991 h 515622"/>
                <a:gd name="connsiteX103" fmla="*/ 268264 w 412996"/>
                <a:gd name="connsiteY103" fmla="*/ 37241 h 515622"/>
                <a:gd name="connsiteX104" fmla="*/ 279596 w 412996"/>
                <a:gd name="connsiteY104" fmla="*/ 37241 h 515622"/>
                <a:gd name="connsiteX105" fmla="*/ 312927 w 412996"/>
                <a:gd name="connsiteY105" fmla="*/ 24159 h 515622"/>
                <a:gd name="connsiteX106" fmla="*/ 333425 w 412996"/>
                <a:gd name="connsiteY106" fmla="*/ 44990 h 515622"/>
                <a:gd name="connsiteX107" fmla="*/ 334258 w 412996"/>
                <a:gd name="connsiteY107" fmla="*/ 72071 h 515622"/>
                <a:gd name="connsiteX108" fmla="*/ 330925 w 412996"/>
                <a:gd name="connsiteY108" fmla="*/ 90403 h 515622"/>
                <a:gd name="connsiteX109" fmla="*/ 339841 w 412996"/>
                <a:gd name="connsiteY109" fmla="*/ 95486 h 515622"/>
                <a:gd name="connsiteX110" fmla="*/ 365839 w 412996"/>
                <a:gd name="connsiteY110" fmla="*/ 91986 h 515622"/>
                <a:gd name="connsiteX111" fmla="*/ 389587 w 412996"/>
                <a:gd name="connsiteY111" fmla="*/ 114734 h 515622"/>
                <a:gd name="connsiteX112" fmla="*/ 378837 w 412996"/>
                <a:gd name="connsiteY112" fmla="*/ 168562 h 515622"/>
                <a:gd name="connsiteX113" fmla="*/ 379087 w 412996"/>
                <a:gd name="connsiteY113" fmla="*/ 196810 h 515622"/>
                <a:gd name="connsiteX114" fmla="*/ 394919 w 412996"/>
                <a:gd name="connsiteY114" fmla="*/ 218641 h 515622"/>
                <a:gd name="connsiteX115" fmla="*/ 394586 w 412996"/>
                <a:gd name="connsiteY115" fmla="*/ 254638 h 515622"/>
                <a:gd name="connsiteX116" fmla="*/ 394586 w 412996"/>
                <a:gd name="connsiteY116" fmla="*/ 254638 h 515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Lst>
              <a:rect l="l" t="t" r="r" b="b"/>
              <a:pathLst>
                <a:path w="412996" h="515622">
                  <a:moveTo>
                    <a:pt x="405252" y="203059"/>
                  </a:moveTo>
                  <a:cubicBezTo>
                    <a:pt x="397836" y="190394"/>
                    <a:pt x="388087" y="189394"/>
                    <a:pt x="394503" y="172145"/>
                  </a:cubicBezTo>
                  <a:cubicBezTo>
                    <a:pt x="398419" y="161813"/>
                    <a:pt x="402585" y="153397"/>
                    <a:pt x="404002" y="142148"/>
                  </a:cubicBezTo>
                  <a:cubicBezTo>
                    <a:pt x="406585" y="122150"/>
                    <a:pt x="405835" y="103735"/>
                    <a:pt x="391086" y="88736"/>
                  </a:cubicBezTo>
                  <a:cubicBezTo>
                    <a:pt x="377671" y="75071"/>
                    <a:pt x="362006" y="76821"/>
                    <a:pt x="345341" y="79654"/>
                  </a:cubicBezTo>
                  <a:cubicBezTo>
                    <a:pt x="346674" y="74571"/>
                    <a:pt x="349090" y="68821"/>
                    <a:pt x="349257" y="64155"/>
                  </a:cubicBezTo>
                  <a:cubicBezTo>
                    <a:pt x="349423" y="58489"/>
                    <a:pt x="348757" y="52573"/>
                    <a:pt x="347674" y="46990"/>
                  </a:cubicBezTo>
                  <a:cubicBezTo>
                    <a:pt x="345174" y="34408"/>
                    <a:pt x="339091" y="22409"/>
                    <a:pt x="327509" y="16076"/>
                  </a:cubicBezTo>
                  <a:cubicBezTo>
                    <a:pt x="309427" y="6077"/>
                    <a:pt x="277263" y="8494"/>
                    <a:pt x="269597" y="29992"/>
                  </a:cubicBezTo>
                  <a:cubicBezTo>
                    <a:pt x="244850" y="14243"/>
                    <a:pt x="218685" y="-3172"/>
                    <a:pt x="188105" y="494"/>
                  </a:cubicBezTo>
                  <a:cubicBezTo>
                    <a:pt x="175356" y="1994"/>
                    <a:pt x="162774" y="5494"/>
                    <a:pt x="151941" y="12660"/>
                  </a:cubicBezTo>
                  <a:cubicBezTo>
                    <a:pt x="140359" y="20326"/>
                    <a:pt x="136276" y="27825"/>
                    <a:pt x="131193" y="40074"/>
                  </a:cubicBezTo>
                  <a:cubicBezTo>
                    <a:pt x="126360" y="51906"/>
                    <a:pt x="116611" y="51323"/>
                    <a:pt x="105195" y="52490"/>
                  </a:cubicBezTo>
                  <a:cubicBezTo>
                    <a:pt x="98279" y="53156"/>
                    <a:pt x="91697" y="53739"/>
                    <a:pt x="85114" y="56322"/>
                  </a:cubicBezTo>
                  <a:cubicBezTo>
                    <a:pt x="72782" y="61156"/>
                    <a:pt x="61366" y="70155"/>
                    <a:pt x="52867" y="80154"/>
                  </a:cubicBezTo>
                  <a:cubicBezTo>
                    <a:pt x="36452" y="99485"/>
                    <a:pt x="33369" y="122900"/>
                    <a:pt x="41534" y="145731"/>
                  </a:cubicBezTo>
                  <a:cubicBezTo>
                    <a:pt x="37868" y="148981"/>
                    <a:pt x="31619" y="151731"/>
                    <a:pt x="28452" y="154480"/>
                  </a:cubicBezTo>
                  <a:cubicBezTo>
                    <a:pt x="23203" y="158980"/>
                    <a:pt x="18370" y="164063"/>
                    <a:pt x="14287" y="169646"/>
                  </a:cubicBezTo>
                  <a:cubicBezTo>
                    <a:pt x="5704" y="181228"/>
                    <a:pt x="538" y="195310"/>
                    <a:pt x="38" y="209809"/>
                  </a:cubicBezTo>
                  <a:cubicBezTo>
                    <a:pt x="-1045" y="239889"/>
                    <a:pt x="20953" y="266887"/>
                    <a:pt x="50450" y="272220"/>
                  </a:cubicBezTo>
                  <a:cubicBezTo>
                    <a:pt x="57700" y="273553"/>
                    <a:pt x="65532" y="273970"/>
                    <a:pt x="72865" y="273553"/>
                  </a:cubicBezTo>
                  <a:cubicBezTo>
                    <a:pt x="77365" y="273303"/>
                    <a:pt x="87530" y="269137"/>
                    <a:pt x="91197" y="270553"/>
                  </a:cubicBezTo>
                  <a:cubicBezTo>
                    <a:pt x="94696" y="271886"/>
                    <a:pt x="100029" y="283802"/>
                    <a:pt x="103362" y="286968"/>
                  </a:cubicBezTo>
                  <a:cubicBezTo>
                    <a:pt x="105862" y="289385"/>
                    <a:pt x="108695" y="291301"/>
                    <a:pt x="111695" y="292968"/>
                  </a:cubicBezTo>
                  <a:cubicBezTo>
                    <a:pt x="112361" y="327298"/>
                    <a:pt x="114778" y="361295"/>
                    <a:pt x="112028" y="395709"/>
                  </a:cubicBezTo>
                  <a:cubicBezTo>
                    <a:pt x="110278" y="417540"/>
                    <a:pt x="108528" y="439371"/>
                    <a:pt x="105862" y="461036"/>
                  </a:cubicBezTo>
                  <a:cubicBezTo>
                    <a:pt x="104696" y="470369"/>
                    <a:pt x="103196" y="479284"/>
                    <a:pt x="100779" y="488367"/>
                  </a:cubicBezTo>
                  <a:cubicBezTo>
                    <a:pt x="99446" y="493533"/>
                    <a:pt x="98779" y="495700"/>
                    <a:pt x="101279" y="500699"/>
                  </a:cubicBezTo>
                  <a:cubicBezTo>
                    <a:pt x="102362" y="502866"/>
                    <a:pt x="105279" y="504616"/>
                    <a:pt x="107779" y="504449"/>
                  </a:cubicBezTo>
                  <a:cubicBezTo>
                    <a:pt x="123777" y="503032"/>
                    <a:pt x="139359" y="504032"/>
                    <a:pt x="155274" y="506532"/>
                  </a:cubicBezTo>
                  <a:cubicBezTo>
                    <a:pt x="169273" y="508782"/>
                    <a:pt x="183688" y="515281"/>
                    <a:pt x="197937" y="515614"/>
                  </a:cubicBezTo>
                  <a:cubicBezTo>
                    <a:pt x="224101" y="516198"/>
                    <a:pt x="225018" y="485534"/>
                    <a:pt x="228268" y="466369"/>
                  </a:cubicBezTo>
                  <a:cubicBezTo>
                    <a:pt x="233517" y="435372"/>
                    <a:pt x="235434" y="403874"/>
                    <a:pt x="241516" y="372961"/>
                  </a:cubicBezTo>
                  <a:cubicBezTo>
                    <a:pt x="245266" y="353712"/>
                    <a:pt x="250099" y="332631"/>
                    <a:pt x="256932" y="313216"/>
                  </a:cubicBezTo>
                  <a:cubicBezTo>
                    <a:pt x="257432" y="314799"/>
                    <a:pt x="258015" y="316466"/>
                    <a:pt x="258765" y="318049"/>
                  </a:cubicBezTo>
                  <a:cubicBezTo>
                    <a:pt x="262598" y="325882"/>
                    <a:pt x="268264" y="332714"/>
                    <a:pt x="275097" y="338047"/>
                  </a:cubicBezTo>
                  <a:cubicBezTo>
                    <a:pt x="290012" y="349629"/>
                    <a:pt x="310760" y="357045"/>
                    <a:pt x="329592" y="354962"/>
                  </a:cubicBezTo>
                  <a:cubicBezTo>
                    <a:pt x="351173" y="352546"/>
                    <a:pt x="364422" y="343630"/>
                    <a:pt x="372588" y="323965"/>
                  </a:cubicBezTo>
                  <a:cubicBezTo>
                    <a:pt x="376588" y="314383"/>
                    <a:pt x="384420" y="307300"/>
                    <a:pt x="389837" y="298384"/>
                  </a:cubicBezTo>
                  <a:cubicBezTo>
                    <a:pt x="395669" y="288635"/>
                    <a:pt x="401086" y="278386"/>
                    <a:pt x="405418" y="267970"/>
                  </a:cubicBezTo>
                  <a:cubicBezTo>
                    <a:pt x="414001" y="247389"/>
                    <a:pt x="417001" y="223224"/>
                    <a:pt x="405252" y="203059"/>
                  </a:cubicBezTo>
                  <a:lnTo>
                    <a:pt x="405252" y="203059"/>
                  </a:lnTo>
                  <a:close/>
                  <a:moveTo>
                    <a:pt x="234351" y="340964"/>
                  </a:moveTo>
                  <a:cubicBezTo>
                    <a:pt x="226601" y="369544"/>
                    <a:pt x="223351" y="398542"/>
                    <a:pt x="219352" y="427789"/>
                  </a:cubicBezTo>
                  <a:cubicBezTo>
                    <a:pt x="217435" y="442038"/>
                    <a:pt x="215686" y="456370"/>
                    <a:pt x="213019" y="470535"/>
                  </a:cubicBezTo>
                  <a:cubicBezTo>
                    <a:pt x="211852" y="476535"/>
                    <a:pt x="211353" y="483617"/>
                    <a:pt x="209186" y="489283"/>
                  </a:cubicBezTo>
                  <a:cubicBezTo>
                    <a:pt x="205186" y="499949"/>
                    <a:pt x="198187" y="501616"/>
                    <a:pt x="187355" y="499116"/>
                  </a:cubicBezTo>
                  <a:cubicBezTo>
                    <a:pt x="163774" y="493617"/>
                    <a:pt x="140359" y="488617"/>
                    <a:pt x="116195" y="489033"/>
                  </a:cubicBezTo>
                  <a:cubicBezTo>
                    <a:pt x="117444" y="485367"/>
                    <a:pt x="118028" y="481368"/>
                    <a:pt x="118611" y="477535"/>
                  </a:cubicBezTo>
                  <a:cubicBezTo>
                    <a:pt x="120194" y="468119"/>
                    <a:pt x="121027" y="458536"/>
                    <a:pt x="121777" y="449037"/>
                  </a:cubicBezTo>
                  <a:cubicBezTo>
                    <a:pt x="123277" y="428289"/>
                    <a:pt x="124277" y="407541"/>
                    <a:pt x="125360" y="386876"/>
                  </a:cubicBezTo>
                  <a:cubicBezTo>
                    <a:pt x="126943" y="356379"/>
                    <a:pt x="123527" y="326215"/>
                    <a:pt x="119111" y="296301"/>
                  </a:cubicBezTo>
                  <a:cubicBezTo>
                    <a:pt x="136026" y="302634"/>
                    <a:pt x="151441" y="297717"/>
                    <a:pt x="164107" y="287968"/>
                  </a:cubicBezTo>
                  <a:cubicBezTo>
                    <a:pt x="163107" y="293635"/>
                    <a:pt x="162607" y="299301"/>
                    <a:pt x="161857" y="304967"/>
                  </a:cubicBezTo>
                  <a:cubicBezTo>
                    <a:pt x="159691" y="320632"/>
                    <a:pt x="157108" y="336297"/>
                    <a:pt x="155024" y="352046"/>
                  </a:cubicBezTo>
                  <a:cubicBezTo>
                    <a:pt x="152525" y="370877"/>
                    <a:pt x="157524" y="389542"/>
                    <a:pt x="179355" y="392042"/>
                  </a:cubicBezTo>
                  <a:cubicBezTo>
                    <a:pt x="187355" y="392959"/>
                    <a:pt x="198604" y="392042"/>
                    <a:pt x="205270" y="387126"/>
                  </a:cubicBezTo>
                  <a:cubicBezTo>
                    <a:pt x="212852" y="381543"/>
                    <a:pt x="212686" y="372461"/>
                    <a:pt x="213686" y="363878"/>
                  </a:cubicBezTo>
                  <a:cubicBezTo>
                    <a:pt x="215269" y="351046"/>
                    <a:pt x="216436" y="338380"/>
                    <a:pt x="217352" y="325465"/>
                  </a:cubicBezTo>
                  <a:cubicBezTo>
                    <a:pt x="217935" y="317132"/>
                    <a:pt x="219185" y="308883"/>
                    <a:pt x="220768" y="300634"/>
                  </a:cubicBezTo>
                  <a:cubicBezTo>
                    <a:pt x="221018" y="299384"/>
                    <a:pt x="221102" y="296301"/>
                    <a:pt x="221352" y="293635"/>
                  </a:cubicBezTo>
                  <a:cubicBezTo>
                    <a:pt x="226768" y="295051"/>
                    <a:pt x="232351" y="296051"/>
                    <a:pt x="237933" y="296134"/>
                  </a:cubicBezTo>
                  <a:cubicBezTo>
                    <a:pt x="243433" y="296218"/>
                    <a:pt x="248349" y="294051"/>
                    <a:pt x="253349" y="292885"/>
                  </a:cubicBezTo>
                  <a:cubicBezTo>
                    <a:pt x="242767" y="305134"/>
                    <a:pt x="238183" y="326798"/>
                    <a:pt x="234351" y="340964"/>
                  </a:cubicBezTo>
                  <a:lnTo>
                    <a:pt x="234351" y="340964"/>
                  </a:lnTo>
                  <a:close/>
                  <a:moveTo>
                    <a:pt x="166273" y="353546"/>
                  </a:moveTo>
                  <a:cubicBezTo>
                    <a:pt x="166857" y="344130"/>
                    <a:pt x="168690" y="334881"/>
                    <a:pt x="169856" y="325548"/>
                  </a:cubicBezTo>
                  <a:cubicBezTo>
                    <a:pt x="171523" y="311883"/>
                    <a:pt x="173606" y="295468"/>
                    <a:pt x="171940" y="281136"/>
                  </a:cubicBezTo>
                  <a:cubicBezTo>
                    <a:pt x="176106" y="276969"/>
                    <a:pt x="179939" y="272303"/>
                    <a:pt x="183272" y="267470"/>
                  </a:cubicBezTo>
                  <a:cubicBezTo>
                    <a:pt x="187022" y="271803"/>
                    <a:pt x="194521" y="281552"/>
                    <a:pt x="196354" y="282885"/>
                  </a:cubicBezTo>
                  <a:cubicBezTo>
                    <a:pt x="200353" y="285885"/>
                    <a:pt x="204770" y="288052"/>
                    <a:pt x="209353" y="289802"/>
                  </a:cubicBezTo>
                  <a:cubicBezTo>
                    <a:pt x="206436" y="300051"/>
                    <a:pt x="206186" y="312883"/>
                    <a:pt x="205436" y="322715"/>
                  </a:cubicBezTo>
                  <a:cubicBezTo>
                    <a:pt x="204770" y="331548"/>
                    <a:pt x="204103" y="340214"/>
                    <a:pt x="203020" y="348963"/>
                  </a:cubicBezTo>
                  <a:cubicBezTo>
                    <a:pt x="201937" y="358045"/>
                    <a:pt x="203520" y="373877"/>
                    <a:pt x="193271" y="378794"/>
                  </a:cubicBezTo>
                  <a:cubicBezTo>
                    <a:pt x="184938" y="382793"/>
                    <a:pt x="172689" y="378544"/>
                    <a:pt x="168440" y="371211"/>
                  </a:cubicBezTo>
                  <a:cubicBezTo>
                    <a:pt x="164940" y="365378"/>
                    <a:pt x="165857" y="359878"/>
                    <a:pt x="166273" y="353546"/>
                  </a:cubicBezTo>
                  <a:lnTo>
                    <a:pt x="166273" y="353546"/>
                  </a:lnTo>
                  <a:close/>
                  <a:moveTo>
                    <a:pt x="394586" y="254638"/>
                  </a:moveTo>
                  <a:cubicBezTo>
                    <a:pt x="389753" y="271386"/>
                    <a:pt x="381254" y="290635"/>
                    <a:pt x="369922" y="304050"/>
                  </a:cubicBezTo>
                  <a:cubicBezTo>
                    <a:pt x="359839" y="316049"/>
                    <a:pt x="355423" y="331131"/>
                    <a:pt x="339174" y="336131"/>
                  </a:cubicBezTo>
                  <a:cubicBezTo>
                    <a:pt x="321509" y="341547"/>
                    <a:pt x="304094" y="337881"/>
                    <a:pt x="288512" y="328381"/>
                  </a:cubicBezTo>
                  <a:cubicBezTo>
                    <a:pt x="280513" y="323465"/>
                    <a:pt x="273597" y="317049"/>
                    <a:pt x="269764" y="308300"/>
                  </a:cubicBezTo>
                  <a:cubicBezTo>
                    <a:pt x="266348" y="300467"/>
                    <a:pt x="267431" y="291885"/>
                    <a:pt x="264848" y="283885"/>
                  </a:cubicBezTo>
                  <a:cubicBezTo>
                    <a:pt x="264015" y="281302"/>
                    <a:pt x="261515" y="278969"/>
                    <a:pt x="258598" y="279136"/>
                  </a:cubicBezTo>
                  <a:cubicBezTo>
                    <a:pt x="248266" y="279636"/>
                    <a:pt x="240767" y="284385"/>
                    <a:pt x="229601" y="282385"/>
                  </a:cubicBezTo>
                  <a:cubicBezTo>
                    <a:pt x="214685" y="279636"/>
                    <a:pt x="203270" y="273553"/>
                    <a:pt x="194271" y="261387"/>
                  </a:cubicBezTo>
                  <a:cubicBezTo>
                    <a:pt x="190854" y="256804"/>
                    <a:pt x="187688" y="251222"/>
                    <a:pt x="181105" y="252222"/>
                  </a:cubicBezTo>
                  <a:cubicBezTo>
                    <a:pt x="173523" y="253388"/>
                    <a:pt x="170190" y="263471"/>
                    <a:pt x="165023" y="268303"/>
                  </a:cubicBezTo>
                  <a:cubicBezTo>
                    <a:pt x="154858" y="277803"/>
                    <a:pt x="141442" y="286635"/>
                    <a:pt x="127027" y="282635"/>
                  </a:cubicBezTo>
                  <a:cubicBezTo>
                    <a:pt x="113611" y="278969"/>
                    <a:pt x="110362" y="268053"/>
                    <a:pt x="102196" y="258721"/>
                  </a:cubicBezTo>
                  <a:cubicBezTo>
                    <a:pt x="97279" y="253138"/>
                    <a:pt x="92947" y="253055"/>
                    <a:pt x="85947" y="254055"/>
                  </a:cubicBezTo>
                  <a:cubicBezTo>
                    <a:pt x="70865" y="256304"/>
                    <a:pt x="57617" y="259387"/>
                    <a:pt x="42701" y="252638"/>
                  </a:cubicBezTo>
                  <a:cubicBezTo>
                    <a:pt x="15370" y="240223"/>
                    <a:pt x="10871" y="206142"/>
                    <a:pt x="25036" y="182228"/>
                  </a:cubicBezTo>
                  <a:cubicBezTo>
                    <a:pt x="30702" y="172645"/>
                    <a:pt x="39035" y="165146"/>
                    <a:pt x="48034" y="158813"/>
                  </a:cubicBezTo>
                  <a:cubicBezTo>
                    <a:pt x="52200" y="155897"/>
                    <a:pt x="57533" y="153230"/>
                    <a:pt x="57700" y="147398"/>
                  </a:cubicBezTo>
                  <a:cubicBezTo>
                    <a:pt x="57783" y="144648"/>
                    <a:pt x="55866" y="142065"/>
                    <a:pt x="55033" y="139482"/>
                  </a:cubicBezTo>
                  <a:cubicBezTo>
                    <a:pt x="53117" y="133232"/>
                    <a:pt x="52284" y="126233"/>
                    <a:pt x="52700" y="119734"/>
                  </a:cubicBezTo>
                  <a:cubicBezTo>
                    <a:pt x="53617" y="105402"/>
                    <a:pt x="62033" y="92903"/>
                    <a:pt x="72615" y="83737"/>
                  </a:cubicBezTo>
                  <a:cubicBezTo>
                    <a:pt x="83281" y="74487"/>
                    <a:pt x="93696" y="70571"/>
                    <a:pt x="107612" y="69321"/>
                  </a:cubicBezTo>
                  <a:cubicBezTo>
                    <a:pt x="116944" y="68488"/>
                    <a:pt x="127944" y="67905"/>
                    <a:pt x="136026" y="62905"/>
                  </a:cubicBezTo>
                  <a:cubicBezTo>
                    <a:pt x="144942" y="57406"/>
                    <a:pt x="144692" y="49407"/>
                    <a:pt x="147275" y="40241"/>
                  </a:cubicBezTo>
                  <a:cubicBezTo>
                    <a:pt x="151691" y="24742"/>
                    <a:pt x="167356" y="15909"/>
                    <a:pt x="182022" y="12243"/>
                  </a:cubicBezTo>
                  <a:cubicBezTo>
                    <a:pt x="214436" y="4327"/>
                    <a:pt x="241600" y="20659"/>
                    <a:pt x="268264" y="36991"/>
                  </a:cubicBezTo>
                  <a:cubicBezTo>
                    <a:pt x="268264" y="37074"/>
                    <a:pt x="268264" y="37158"/>
                    <a:pt x="268264" y="37241"/>
                  </a:cubicBezTo>
                  <a:cubicBezTo>
                    <a:pt x="267597" y="44574"/>
                    <a:pt x="278763" y="44407"/>
                    <a:pt x="279596" y="37241"/>
                  </a:cubicBezTo>
                  <a:cubicBezTo>
                    <a:pt x="281180" y="23492"/>
                    <a:pt x="302928" y="21242"/>
                    <a:pt x="312927" y="24159"/>
                  </a:cubicBezTo>
                  <a:cubicBezTo>
                    <a:pt x="323926" y="27242"/>
                    <a:pt x="330342" y="34075"/>
                    <a:pt x="333425" y="44990"/>
                  </a:cubicBezTo>
                  <a:cubicBezTo>
                    <a:pt x="335841" y="53739"/>
                    <a:pt x="336175" y="63239"/>
                    <a:pt x="334258" y="72071"/>
                  </a:cubicBezTo>
                  <a:cubicBezTo>
                    <a:pt x="332758" y="78737"/>
                    <a:pt x="329842" y="83570"/>
                    <a:pt x="330925" y="90403"/>
                  </a:cubicBezTo>
                  <a:cubicBezTo>
                    <a:pt x="331592" y="94569"/>
                    <a:pt x="336341" y="95986"/>
                    <a:pt x="339841" y="95486"/>
                  </a:cubicBezTo>
                  <a:cubicBezTo>
                    <a:pt x="347924" y="94236"/>
                    <a:pt x="357673" y="90820"/>
                    <a:pt x="365839" y="91986"/>
                  </a:cubicBezTo>
                  <a:cubicBezTo>
                    <a:pt x="377171" y="93569"/>
                    <a:pt x="387170" y="103651"/>
                    <a:pt x="389587" y="114734"/>
                  </a:cubicBezTo>
                  <a:cubicBezTo>
                    <a:pt x="393586" y="132732"/>
                    <a:pt x="387503" y="153147"/>
                    <a:pt x="378837" y="168562"/>
                  </a:cubicBezTo>
                  <a:cubicBezTo>
                    <a:pt x="373171" y="178645"/>
                    <a:pt x="371421" y="187311"/>
                    <a:pt x="379087" y="196810"/>
                  </a:cubicBezTo>
                  <a:cubicBezTo>
                    <a:pt x="385087" y="204226"/>
                    <a:pt x="391920" y="209059"/>
                    <a:pt x="394919" y="218641"/>
                  </a:cubicBezTo>
                  <a:cubicBezTo>
                    <a:pt x="398502" y="230223"/>
                    <a:pt x="398002" y="242806"/>
                    <a:pt x="394586" y="254638"/>
                  </a:cubicBezTo>
                  <a:lnTo>
                    <a:pt x="394586" y="254638"/>
                  </a:lnTo>
                  <a:close/>
                </a:path>
              </a:pathLst>
            </a:custGeom>
            <a:grpFill/>
            <a:ln w="8332" cap="flat">
              <a:noFill/>
              <a:prstDash val="solid"/>
              <a:miter/>
            </a:ln>
          </p:spPr>
          <p:txBody>
            <a:bodyPr rtlCol="0" anchor="ctr"/>
            <a:lstStyle/>
            <a:p>
              <a:endParaRPr lang="en-US"/>
            </a:p>
          </p:txBody>
        </p:sp>
        <p:sp>
          <p:nvSpPr>
            <p:cNvPr id="1436" name="Freeform: Shape 1435"/>
            <p:cNvSpPr/>
            <p:nvPr/>
          </p:nvSpPr>
          <p:spPr>
            <a:xfrm>
              <a:off x="2816664" y="3243277"/>
              <a:ext cx="102628" cy="165944"/>
            </a:xfrm>
            <a:custGeom>
              <a:avLst/>
              <a:gdLst>
                <a:gd name="connsiteX0" fmla="*/ 94595 w 102628"/>
                <a:gd name="connsiteY0" fmla="*/ 149678 h 165944"/>
                <a:gd name="connsiteX1" fmla="*/ 67097 w 102628"/>
                <a:gd name="connsiteY1" fmla="*/ 144761 h 165944"/>
                <a:gd name="connsiteX2" fmla="*/ 69180 w 102628"/>
                <a:gd name="connsiteY2" fmla="*/ 120597 h 165944"/>
                <a:gd name="connsiteX3" fmla="*/ 61598 w 102628"/>
                <a:gd name="connsiteY3" fmla="*/ 114847 h 165944"/>
                <a:gd name="connsiteX4" fmla="*/ 21684 w 102628"/>
                <a:gd name="connsiteY4" fmla="*/ 96349 h 165944"/>
                <a:gd name="connsiteX5" fmla="*/ 37266 w 102628"/>
                <a:gd name="connsiteY5" fmla="*/ 68352 h 165944"/>
                <a:gd name="connsiteX6" fmla="*/ 24351 w 102628"/>
                <a:gd name="connsiteY6" fmla="*/ 58519 h 165944"/>
                <a:gd name="connsiteX7" fmla="*/ 27017 w 102628"/>
                <a:gd name="connsiteY7" fmla="*/ 20939 h 165944"/>
                <a:gd name="connsiteX8" fmla="*/ 87929 w 102628"/>
                <a:gd name="connsiteY8" fmla="*/ 11440 h 165944"/>
                <a:gd name="connsiteX9" fmla="*/ 89595 w 102628"/>
                <a:gd name="connsiteY9" fmla="*/ 8524 h 165944"/>
                <a:gd name="connsiteX10" fmla="*/ 14602 w 102628"/>
                <a:gd name="connsiteY10" fmla="*/ 18856 h 165944"/>
                <a:gd name="connsiteX11" fmla="*/ 6103 w 102628"/>
                <a:gd name="connsiteY11" fmla="*/ 50187 h 165944"/>
                <a:gd name="connsiteX12" fmla="*/ 13102 w 102628"/>
                <a:gd name="connsiteY12" fmla="*/ 63852 h 165944"/>
                <a:gd name="connsiteX13" fmla="*/ 23934 w 102628"/>
                <a:gd name="connsiteY13" fmla="*/ 73101 h 165944"/>
                <a:gd name="connsiteX14" fmla="*/ 4436 w 102628"/>
                <a:gd name="connsiteY14" fmla="*/ 123180 h 165944"/>
                <a:gd name="connsiteX15" fmla="*/ 56348 w 102628"/>
                <a:gd name="connsiteY15" fmla="*/ 130846 h 165944"/>
                <a:gd name="connsiteX16" fmla="*/ 60431 w 102628"/>
                <a:gd name="connsiteY16" fmla="*/ 158510 h 165944"/>
                <a:gd name="connsiteX17" fmla="*/ 98177 w 102628"/>
                <a:gd name="connsiteY17" fmla="*/ 162510 h 165944"/>
                <a:gd name="connsiteX18" fmla="*/ 94595 w 102628"/>
                <a:gd name="connsiteY18" fmla="*/ 149678 h 165944"/>
                <a:gd name="connsiteX19" fmla="*/ 94595 w 102628"/>
                <a:gd name="connsiteY19" fmla="*/ 149678 h 16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2628" h="165944">
                  <a:moveTo>
                    <a:pt x="94595" y="149678"/>
                  </a:moveTo>
                  <a:cubicBezTo>
                    <a:pt x="86679" y="152594"/>
                    <a:pt x="71763" y="155261"/>
                    <a:pt x="67097" y="144761"/>
                  </a:cubicBezTo>
                  <a:cubicBezTo>
                    <a:pt x="64181" y="138262"/>
                    <a:pt x="69180" y="127596"/>
                    <a:pt x="69180" y="120597"/>
                  </a:cubicBezTo>
                  <a:cubicBezTo>
                    <a:pt x="69180" y="117097"/>
                    <a:pt x="65264" y="113348"/>
                    <a:pt x="61598" y="114847"/>
                  </a:cubicBezTo>
                  <a:cubicBezTo>
                    <a:pt x="46182" y="121097"/>
                    <a:pt x="1853" y="124180"/>
                    <a:pt x="21684" y="96349"/>
                  </a:cubicBezTo>
                  <a:cubicBezTo>
                    <a:pt x="26684" y="89350"/>
                    <a:pt x="44682" y="79017"/>
                    <a:pt x="37266" y="68352"/>
                  </a:cubicBezTo>
                  <a:cubicBezTo>
                    <a:pt x="34267" y="64019"/>
                    <a:pt x="28017" y="62269"/>
                    <a:pt x="24351" y="58519"/>
                  </a:cubicBezTo>
                  <a:cubicBezTo>
                    <a:pt x="12852" y="46687"/>
                    <a:pt x="13352" y="31105"/>
                    <a:pt x="27017" y="20939"/>
                  </a:cubicBezTo>
                  <a:cubicBezTo>
                    <a:pt x="43349" y="8690"/>
                    <a:pt x="68847" y="24"/>
                    <a:pt x="87929" y="11440"/>
                  </a:cubicBezTo>
                  <a:cubicBezTo>
                    <a:pt x="89845" y="12607"/>
                    <a:pt x="91262" y="9857"/>
                    <a:pt x="89595" y="8524"/>
                  </a:cubicBezTo>
                  <a:cubicBezTo>
                    <a:pt x="68264" y="-7558"/>
                    <a:pt x="32350" y="941"/>
                    <a:pt x="14602" y="18856"/>
                  </a:cubicBezTo>
                  <a:cubicBezTo>
                    <a:pt x="6436" y="27105"/>
                    <a:pt x="2936" y="38938"/>
                    <a:pt x="6103" y="50187"/>
                  </a:cubicBezTo>
                  <a:cubicBezTo>
                    <a:pt x="7519" y="55103"/>
                    <a:pt x="10019" y="59769"/>
                    <a:pt x="13102" y="63852"/>
                  </a:cubicBezTo>
                  <a:cubicBezTo>
                    <a:pt x="14769" y="66102"/>
                    <a:pt x="20601" y="70018"/>
                    <a:pt x="23934" y="73101"/>
                  </a:cubicBezTo>
                  <a:cubicBezTo>
                    <a:pt x="9769" y="85433"/>
                    <a:pt x="-8563" y="104598"/>
                    <a:pt x="4436" y="123180"/>
                  </a:cubicBezTo>
                  <a:cubicBezTo>
                    <a:pt x="15352" y="138845"/>
                    <a:pt x="39100" y="137762"/>
                    <a:pt x="56348" y="130846"/>
                  </a:cubicBezTo>
                  <a:cubicBezTo>
                    <a:pt x="54681" y="140678"/>
                    <a:pt x="52015" y="150594"/>
                    <a:pt x="60431" y="158510"/>
                  </a:cubicBezTo>
                  <a:cubicBezTo>
                    <a:pt x="70597" y="168176"/>
                    <a:pt x="86179" y="167176"/>
                    <a:pt x="98177" y="162510"/>
                  </a:cubicBezTo>
                  <a:cubicBezTo>
                    <a:pt x="106010" y="159510"/>
                    <a:pt x="102677" y="146678"/>
                    <a:pt x="94595" y="149678"/>
                  </a:cubicBezTo>
                  <a:lnTo>
                    <a:pt x="94595" y="149678"/>
                  </a:lnTo>
                  <a:close/>
                </a:path>
              </a:pathLst>
            </a:custGeom>
            <a:grpFill/>
            <a:ln w="8332" cap="flat">
              <a:noFill/>
              <a:prstDash val="solid"/>
              <a:miter/>
            </a:ln>
          </p:spPr>
          <p:txBody>
            <a:bodyPr rtlCol="0" anchor="ctr"/>
            <a:lstStyle/>
            <a:p>
              <a:endParaRPr lang="en-US"/>
            </a:p>
          </p:txBody>
        </p:sp>
        <p:sp>
          <p:nvSpPr>
            <p:cNvPr id="1437" name="Freeform: Shape 1436"/>
            <p:cNvSpPr/>
            <p:nvPr/>
          </p:nvSpPr>
          <p:spPr>
            <a:xfrm>
              <a:off x="2916958" y="3320749"/>
              <a:ext cx="107359" cy="87544"/>
            </a:xfrm>
            <a:custGeom>
              <a:avLst/>
              <a:gdLst>
                <a:gd name="connsiteX0" fmla="*/ 91958 w 107359"/>
                <a:gd name="connsiteY0" fmla="*/ 53791 h 87544"/>
                <a:gd name="connsiteX1" fmla="*/ 56045 w 107359"/>
                <a:gd name="connsiteY1" fmla="*/ 58457 h 87544"/>
                <a:gd name="connsiteX2" fmla="*/ 53212 w 107359"/>
                <a:gd name="connsiteY2" fmla="*/ 39959 h 87544"/>
                <a:gd name="connsiteX3" fmla="*/ 45879 w 107359"/>
                <a:gd name="connsiteY3" fmla="*/ 38042 h 87544"/>
                <a:gd name="connsiteX4" fmla="*/ 15465 w 107359"/>
                <a:gd name="connsiteY4" fmla="*/ 42125 h 87544"/>
                <a:gd name="connsiteX5" fmla="*/ 20215 w 107359"/>
                <a:gd name="connsiteY5" fmla="*/ 5545 h 87544"/>
                <a:gd name="connsiteX6" fmla="*/ 13716 w 107359"/>
                <a:gd name="connsiteY6" fmla="*/ 1796 h 87544"/>
                <a:gd name="connsiteX7" fmla="*/ 8632 w 107359"/>
                <a:gd name="connsiteY7" fmla="*/ 53541 h 87544"/>
                <a:gd name="connsiteX8" fmla="*/ 41796 w 107359"/>
                <a:gd name="connsiteY8" fmla="*/ 55124 h 87544"/>
                <a:gd name="connsiteX9" fmla="*/ 45379 w 107359"/>
                <a:gd name="connsiteY9" fmla="*/ 67373 h 87544"/>
                <a:gd name="connsiteX10" fmla="*/ 63211 w 107359"/>
                <a:gd name="connsiteY10" fmla="*/ 85871 h 87544"/>
                <a:gd name="connsiteX11" fmla="*/ 107290 w 107359"/>
                <a:gd name="connsiteY11" fmla="*/ 55791 h 87544"/>
                <a:gd name="connsiteX12" fmla="*/ 91958 w 107359"/>
                <a:gd name="connsiteY12" fmla="*/ 53791 h 87544"/>
                <a:gd name="connsiteX13" fmla="*/ 91958 w 107359"/>
                <a:gd name="connsiteY13" fmla="*/ 53791 h 87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7359" h="87544">
                  <a:moveTo>
                    <a:pt x="91958" y="53791"/>
                  </a:moveTo>
                  <a:cubicBezTo>
                    <a:pt x="86542" y="70623"/>
                    <a:pt x="64294" y="79122"/>
                    <a:pt x="56045" y="58457"/>
                  </a:cubicBezTo>
                  <a:cubicBezTo>
                    <a:pt x="53628" y="52458"/>
                    <a:pt x="56378" y="45292"/>
                    <a:pt x="53212" y="39959"/>
                  </a:cubicBezTo>
                  <a:cubicBezTo>
                    <a:pt x="51795" y="37626"/>
                    <a:pt x="48296" y="36459"/>
                    <a:pt x="45879" y="38042"/>
                  </a:cubicBezTo>
                  <a:cubicBezTo>
                    <a:pt x="37380" y="43792"/>
                    <a:pt x="24548" y="49625"/>
                    <a:pt x="15465" y="42125"/>
                  </a:cubicBezTo>
                  <a:cubicBezTo>
                    <a:pt x="3466" y="32293"/>
                    <a:pt x="14382" y="15794"/>
                    <a:pt x="20215" y="5545"/>
                  </a:cubicBezTo>
                  <a:cubicBezTo>
                    <a:pt x="22631" y="1296"/>
                    <a:pt x="16382" y="-2287"/>
                    <a:pt x="13716" y="1796"/>
                  </a:cubicBezTo>
                  <a:cubicBezTo>
                    <a:pt x="3800" y="17211"/>
                    <a:pt x="-8699" y="38042"/>
                    <a:pt x="8632" y="53541"/>
                  </a:cubicBezTo>
                  <a:cubicBezTo>
                    <a:pt x="17882" y="61874"/>
                    <a:pt x="31297" y="60874"/>
                    <a:pt x="41796" y="55124"/>
                  </a:cubicBezTo>
                  <a:cubicBezTo>
                    <a:pt x="42296" y="59374"/>
                    <a:pt x="43879" y="63540"/>
                    <a:pt x="45379" y="67373"/>
                  </a:cubicBezTo>
                  <a:cubicBezTo>
                    <a:pt x="48796" y="75789"/>
                    <a:pt x="54295" y="83038"/>
                    <a:pt x="63211" y="85871"/>
                  </a:cubicBezTo>
                  <a:cubicBezTo>
                    <a:pt x="85209" y="92871"/>
                    <a:pt x="104624" y="76955"/>
                    <a:pt x="107290" y="55791"/>
                  </a:cubicBezTo>
                  <a:cubicBezTo>
                    <a:pt x="108457" y="46792"/>
                    <a:pt x="94541" y="45792"/>
                    <a:pt x="91958" y="53791"/>
                  </a:cubicBezTo>
                  <a:lnTo>
                    <a:pt x="91958" y="53791"/>
                  </a:lnTo>
                  <a:close/>
                </a:path>
              </a:pathLst>
            </a:custGeom>
            <a:grpFill/>
            <a:ln w="8332" cap="flat">
              <a:noFill/>
              <a:prstDash val="solid"/>
              <a:miter/>
            </a:ln>
          </p:spPr>
          <p:txBody>
            <a:bodyPr rtlCol="0" anchor="ctr"/>
            <a:lstStyle/>
            <a:p>
              <a:endParaRPr lang="en-US"/>
            </a:p>
          </p:txBody>
        </p:sp>
        <p:sp>
          <p:nvSpPr>
            <p:cNvPr id="1438" name="Freeform: Shape 1437"/>
            <p:cNvSpPr/>
            <p:nvPr/>
          </p:nvSpPr>
          <p:spPr>
            <a:xfrm>
              <a:off x="3030231" y="3260466"/>
              <a:ext cx="58799" cy="110278"/>
            </a:xfrm>
            <a:custGeom>
              <a:avLst/>
              <a:gdLst>
                <a:gd name="connsiteX0" fmla="*/ 58679 w 58799"/>
                <a:gd name="connsiteY0" fmla="*/ 66411 h 110278"/>
                <a:gd name="connsiteX1" fmla="*/ 47430 w 58799"/>
                <a:gd name="connsiteY1" fmla="*/ 49746 h 110278"/>
                <a:gd name="connsiteX2" fmla="*/ 47180 w 58799"/>
                <a:gd name="connsiteY2" fmla="*/ 9166 h 110278"/>
                <a:gd name="connsiteX3" fmla="*/ 11183 w 58799"/>
                <a:gd name="connsiteY3" fmla="*/ 3583 h 110278"/>
                <a:gd name="connsiteX4" fmla="*/ 12683 w 58799"/>
                <a:gd name="connsiteY4" fmla="*/ 8916 h 110278"/>
                <a:gd name="connsiteX5" fmla="*/ 37764 w 58799"/>
                <a:gd name="connsiteY5" fmla="*/ 18665 h 110278"/>
                <a:gd name="connsiteX6" fmla="*/ 33264 w 58799"/>
                <a:gd name="connsiteY6" fmla="*/ 32581 h 110278"/>
                <a:gd name="connsiteX7" fmla="*/ 29181 w 58799"/>
                <a:gd name="connsiteY7" fmla="*/ 50329 h 110278"/>
                <a:gd name="connsiteX8" fmla="*/ 35431 w 58799"/>
                <a:gd name="connsiteY8" fmla="*/ 57578 h 110278"/>
                <a:gd name="connsiteX9" fmla="*/ 33931 w 58799"/>
                <a:gd name="connsiteY9" fmla="*/ 78743 h 110278"/>
                <a:gd name="connsiteX10" fmla="*/ 2517 w 58799"/>
                <a:gd name="connsiteY10" fmla="*/ 100241 h 110278"/>
                <a:gd name="connsiteX11" fmla="*/ 6683 w 58799"/>
                <a:gd name="connsiteY11" fmla="*/ 110157 h 110278"/>
                <a:gd name="connsiteX12" fmla="*/ 52846 w 58799"/>
                <a:gd name="connsiteY12" fmla="*/ 83243 h 110278"/>
                <a:gd name="connsiteX13" fmla="*/ 58679 w 58799"/>
                <a:gd name="connsiteY13" fmla="*/ 66411 h 110278"/>
                <a:gd name="connsiteX14" fmla="*/ 58679 w 58799"/>
                <a:gd name="connsiteY14" fmla="*/ 66411 h 110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8799" h="110278">
                  <a:moveTo>
                    <a:pt x="58679" y="66411"/>
                  </a:moveTo>
                  <a:cubicBezTo>
                    <a:pt x="57679" y="57745"/>
                    <a:pt x="51846" y="56245"/>
                    <a:pt x="47430" y="49746"/>
                  </a:cubicBezTo>
                  <a:cubicBezTo>
                    <a:pt x="39347" y="37913"/>
                    <a:pt x="53512" y="22915"/>
                    <a:pt x="47180" y="9166"/>
                  </a:cubicBezTo>
                  <a:cubicBezTo>
                    <a:pt x="40764" y="-4999"/>
                    <a:pt x="22598" y="750"/>
                    <a:pt x="11183" y="3583"/>
                  </a:cubicBezTo>
                  <a:cubicBezTo>
                    <a:pt x="7683" y="4416"/>
                    <a:pt x="9183" y="9583"/>
                    <a:pt x="12683" y="8916"/>
                  </a:cubicBezTo>
                  <a:cubicBezTo>
                    <a:pt x="21932" y="7083"/>
                    <a:pt x="37431" y="4833"/>
                    <a:pt x="37764" y="18665"/>
                  </a:cubicBezTo>
                  <a:cubicBezTo>
                    <a:pt x="37931" y="24081"/>
                    <a:pt x="35764" y="27914"/>
                    <a:pt x="33264" y="32581"/>
                  </a:cubicBezTo>
                  <a:cubicBezTo>
                    <a:pt x="30181" y="38414"/>
                    <a:pt x="26515" y="43580"/>
                    <a:pt x="29181" y="50329"/>
                  </a:cubicBezTo>
                  <a:cubicBezTo>
                    <a:pt x="30598" y="53829"/>
                    <a:pt x="33597" y="54745"/>
                    <a:pt x="35431" y="57578"/>
                  </a:cubicBezTo>
                  <a:cubicBezTo>
                    <a:pt x="40847" y="66327"/>
                    <a:pt x="41763" y="71910"/>
                    <a:pt x="33931" y="78743"/>
                  </a:cubicBezTo>
                  <a:cubicBezTo>
                    <a:pt x="24348" y="87159"/>
                    <a:pt x="12849" y="92825"/>
                    <a:pt x="2517" y="100241"/>
                  </a:cubicBezTo>
                  <a:cubicBezTo>
                    <a:pt x="-2483" y="103824"/>
                    <a:pt x="517" y="111324"/>
                    <a:pt x="6683" y="110157"/>
                  </a:cubicBezTo>
                  <a:cubicBezTo>
                    <a:pt x="24098" y="106824"/>
                    <a:pt x="42013" y="97741"/>
                    <a:pt x="52846" y="83243"/>
                  </a:cubicBezTo>
                  <a:cubicBezTo>
                    <a:pt x="56595" y="78243"/>
                    <a:pt x="59429" y="72744"/>
                    <a:pt x="58679" y="66411"/>
                  </a:cubicBezTo>
                  <a:lnTo>
                    <a:pt x="58679" y="66411"/>
                  </a:lnTo>
                  <a:close/>
                </a:path>
              </a:pathLst>
            </a:custGeom>
            <a:grpFill/>
            <a:ln w="8332" cap="flat">
              <a:noFill/>
              <a:prstDash val="solid"/>
              <a:miter/>
            </a:ln>
          </p:spPr>
          <p:txBody>
            <a:bodyPr rtlCol="0" anchor="ctr"/>
            <a:lstStyle/>
            <a:p>
              <a:endParaRPr lang="en-US"/>
            </a:p>
          </p:txBody>
        </p:sp>
        <p:sp>
          <p:nvSpPr>
            <p:cNvPr id="1439" name="Freeform: Shape 1438"/>
            <p:cNvSpPr/>
            <p:nvPr/>
          </p:nvSpPr>
          <p:spPr>
            <a:xfrm>
              <a:off x="4298229" y="2319523"/>
              <a:ext cx="380724" cy="693633"/>
            </a:xfrm>
            <a:custGeom>
              <a:avLst/>
              <a:gdLst>
                <a:gd name="connsiteX0" fmla="*/ 370621 w 380724"/>
                <a:gd name="connsiteY0" fmla="*/ 227841 h 693633"/>
                <a:gd name="connsiteX1" fmla="*/ 341874 w 380724"/>
                <a:gd name="connsiteY1" fmla="*/ 153514 h 693633"/>
                <a:gd name="connsiteX2" fmla="*/ 280213 w 380724"/>
                <a:gd name="connsiteY2" fmla="*/ 111185 h 693633"/>
                <a:gd name="connsiteX3" fmla="*/ 264881 w 380724"/>
                <a:gd name="connsiteY3" fmla="*/ 22860 h 693633"/>
                <a:gd name="connsiteX4" fmla="*/ 252382 w 380724"/>
                <a:gd name="connsiteY4" fmla="*/ 1278 h 693633"/>
                <a:gd name="connsiteX5" fmla="*/ 219385 w 380724"/>
                <a:gd name="connsiteY5" fmla="*/ 5611 h 693633"/>
                <a:gd name="connsiteX6" fmla="*/ 187804 w 380724"/>
                <a:gd name="connsiteY6" fmla="*/ 37358 h 693633"/>
                <a:gd name="connsiteX7" fmla="*/ 216219 w 380724"/>
                <a:gd name="connsiteY7" fmla="*/ 72855 h 693633"/>
                <a:gd name="connsiteX8" fmla="*/ 235550 w 380724"/>
                <a:gd name="connsiteY8" fmla="*/ 109102 h 693633"/>
                <a:gd name="connsiteX9" fmla="*/ 217385 w 380724"/>
                <a:gd name="connsiteY9" fmla="*/ 121101 h 693633"/>
                <a:gd name="connsiteX10" fmla="*/ 194637 w 380724"/>
                <a:gd name="connsiteY10" fmla="*/ 208426 h 693633"/>
                <a:gd name="connsiteX11" fmla="*/ 139808 w 380724"/>
                <a:gd name="connsiteY11" fmla="*/ 294502 h 693633"/>
                <a:gd name="connsiteX12" fmla="*/ 138809 w 380724"/>
                <a:gd name="connsiteY12" fmla="*/ 296918 h 693633"/>
                <a:gd name="connsiteX13" fmla="*/ 119060 w 380724"/>
                <a:gd name="connsiteY13" fmla="*/ 319916 h 693633"/>
                <a:gd name="connsiteX14" fmla="*/ 21569 w 380724"/>
                <a:gd name="connsiteY14" fmla="*/ 465403 h 693633"/>
                <a:gd name="connsiteX15" fmla="*/ 12487 w 380724"/>
                <a:gd name="connsiteY15" fmla="*/ 624639 h 693633"/>
                <a:gd name="connsiteX16" fmla="*/ 137559 w 380724"/>
                <a:gd name="connsiteY16" fmla="*/ 693466 h 693633"/>
                <a:gd name="connsiteX17" fmla="*/ 270797 w 380724"/>
                <a:gd name="connsiteY17" fmla="*/ 633888 h 693633"/>
                <a:gd name="connsiteX18" fmla="*/ 348540 w 380724"/>
                <a:gd name="connsiteY18" fmla="*/ 488984 h 693633"/>
                <a:gd name="connsiteX19" fmla="*/ 380453 w 380724"/>
                <a:gd name="connsiteY19" fmla="*/ 312333 h 693633"/>
                <a:gd name="connsiteX20" fmla="*/ 370621 w 380724"/>
                <a:gd name="connsiteY20" fmla="*/ 227841 h 693633"/>
                <a:gd name="connsiteX21" fmla="*/ 370621 w 380724"/>
                <a:gd name="connsiteY21" fmla="*/ 227841 h 693633"/>
                <a:gd name="connsiteX22" fmla="*/ 225217 w 380724"/>
                <a:gd name="connsiteY22" fmla="*/ 64772 h 693633"/>
                <a:gd name="connsiteX23" fmla="*/ 209136 w 380724"/>
                <a:gd name="connsiteY23" fmla="*/ 44358 h 693633"/>
                <a:gd name="connsiteX24" fmla="*/ 195471 w 380724"/>
                <a:gd name="connsiteY24" fmla="*/ 27526 h 693633"/>
                <a:gd name="connsiteX25" fmla="*/ 206803 w 380724"/>
                <a:gd name="connsiteY25" fmla="*/ 19360 h 693633"/>
                <a:gd name="connsiteX26" fmla="*/ 240799 w 380724"/>
                <a:gd name="connsiteY26" fmla="*/ 12110 h 693633"/>
                <a:gd name="connsiteX27" fmla="*/ 257298 w 380724"/>
                <a:gd name="connsiteY27" fmla="*/ 39191 h 693633"/>
                <a:gd name="connsiteX28" fmla="*/ 266214 w 380724"/>
                <a:gd name="connsiteY28" fmla="*/ 108019 h 693633"/>
                <a:gd name="connsiteX29" fmla="*/ 243883 w 380724"/>
                <a:gd name="connsiteY29" fmla="*/ 107269 h 693633"/>
                <a:gd name="connsiteX30" fmla="*/ 225217 w 380724"/>
                <a:gd name="connsiteY30" fmla="*/ 64772 h 693633"/>
                <a:gd name="connsiteX31" fmla="*/ 225217 w 380724"/>
                <a:gd name="connsiteY31" fmla="*/ 64772 h 693633"/>
                <a:gd name="connsiteX32" fmla="*/ 196137 w 380724"/>
                <a:gd name="connsiteY32" fmla="*/ 237424 h 693633"/>
                <a:gd name="connsiteX33" fmla="*/ 203636 w 380724"/>
                <a:gd name="connsiteY33" fmla="*/ 218008 h 693633"/>
                <a:gd name="connsiteX34" fmla="*/ 212885 w 380724"/>
                <a:gd name="connsiteY34" fmla="*/ 183428 h 693633"/>
                <a:gd name="connsiteX35" fmla="*/ 251465 w 380724"/>
                <a:gd name="connsiteY35" fmla="*/ 120517 h 693633"/>
                <a:gd name="connsiteX36" fmla="*/ 269130 w 380724"/>
                <a:gd name="connsiteY36" fmla="*/ 122517 h 693633"/>
                <a:gd name="connsiteX37" fmla="*/ 273963 w 380724"/>
                <a:gd name="connsiteY37" fmla="*/ 123684 h 693633"/>
                <a:gd name="connsiteX38" fmla="*/ 319959 w 380724"/>
                <a:gd name="connsiteY38" fmla="*/ 149931 h 693633"/>
                <a:gd name="connsiteX39" fmla="*/ 353873 w 380724"/>
                <a:gd name="connsiteY39" fmla="*/ 221175 h 693633"/>
                <a:gd name="connsiteX40" fmla="*/ 355372 w 380724"/>
                <a:gd name="connsiteY40" fmla="*/ 227174 h 693633"/>
                <a:gd name="connsiteX41" fmla="*/ 324209 w 380724"/>
                <a:gd name="connsiteY41" fmla="*/ 190844 h 693633"/>
                <a:gd name="connsiteX42" fmla="*/ 315459 w 380724"/>
                <a:gd name="connsiteY42" fmla="*/ 189678 h 693633"/>
                <a:gd name="connsiteX43" fmla="*/ 300794 w 380724"/>
                <a:gd name="connsiteY43" fmla="*/ 238257 h 693633"/>
                <a:gd name="connsiteX44" fmla="*/ 294295 w 380724"/>
                <a:gd name="connsiteY44" fmla="*/ 225591 h 693633"/>
                <a:gd name="connsiteX45" fmla="*/ 297211 w 380724"/>
                <a:gd name="connsiteY45" fmla="*/ 193261 h 693633"/>
                <a:gd name="connsiteX46" fmla="*/ 287212 w 380724"/>
                <a:gd name="connsiteY46" fmla="*/ 189011 h 693633"/>
                <a:gd name="connsiteX47" fmla="*/ 253965 w 380724"/>
                <a:gd name="connsiteY47" fmla="*/ 248423 h 693633"/>
                <a:gd name="connsiteX48" fmla="*/ 245383 w 380724"/>
                <a:gd name="connsiteY48" fmla="*/ 257755 h 693633"/>
                <a:gd name="connsiteX49" fmla="*/ 240216 w 380724"/>
                <a:gd name="connsiteY49" fmla="*/ 242256 h 693633"/>
                <a:gd name="connsiteX50" fmla="*/ 242633 w 380724"/>
                <a:gd name="connsiteY50" fmla="*/ 223675 h 693633"/>
                <a:gd name="connsiteX51" fmla="*/ 243966 w 380724"/>
                <a:gd name="connsiteY51" fmla="*/ 205010 h 693633"/>
                <a:gd name="connsiteX52" fmla="*/ 247216 w 380724"/>
                <a:gd name="connsiteY52" fmla="*/ 199344 h 693633"/>
                <a:gd name="connsiteX53" fmla="*/ 238800 w 380724"/>
                <a:gd name="connsiteY53" fmla="*/ 192844 h 693633"/>
                <a:gd name="connsiteX54" fmla="*/ 234717 w 380724"/>
                <a:gd name="connsiteY54" fmla="*/ 199427 h 693633"/>
                <a:gd name="connsiteX55" fmla="*/ 190471 w 380724"/>
                <a:gd name="connsiteY55" fmla="*/ 247672 h 693633"/>
                <a:gd name="connsiteX56" fmla="*/ 196137 w 380724"/>
                <a:gd name="connsiteY56" fmla="*/ 237424 h 693633"/>
                <a:gd name="connsiteX57" fmla="*/ 196137 w 380724"/>
                <a:gd name="connsiteY57" fmla="*/ 237424 h 693633"/>
                <a:gd name="connsiteX58" fmla="*/ 343040 w 380724"/>
                <a:gd name="connsiteY58" fmla="*/ 457737 h 693633"/>
                <a:gd name="connsiteX59" fmla="*/ 275130 w 380724"/>
                <a:gd name="connsiteY59" fmla="*/ 608307 h 693633"/>
                <a:gd name="connsiteX60" fmla="*/ 156640 w 380724"/>
                <a:gd name="connsiteY60" fmla="*/ 677801 h 693633"/>
                <a:gd name="connsiteX61" fmla="*/ 75981 w 380724"/>
                <a:gd name="connsiteY61" fmla="*/ 667385 h 693633"/>
                <a:gd name="connsiteX62" fmla="*/ 22819 w 380724"/>
                <a:gd name="connsiteY62" fmla="*/ 609640 h 693633"/>
                <a:gd name="connsiteX63" fmla="*/ 44401 w 380724"/>
                <a:gd name="connsiteY63" fmla="*/ 451154 h 693633"/>
                <a:gd name="connsiteX64" fmla="*/ 151641 w 380724"/>
                <a:gd name="connsiteY64" fmla="*/ 302084 h 693633"/>
                <a:gd name="connsiteX65" fmla="*/ 181138 w 380724"/>
                <a:gd name="connsiteY65" fmla="*/ 262421 h 693633"/>
                <a:gd name="connsiteX66" fmla="*/ 215052 w 380724"/>
                <a:gd name="connsiteY66" fmla="*/ 237257 h 693633"/>
                <a:gd name="connsiteX67" fmla="*/ 231550 w 380724"/>
                <a:gd name="connsiteY67" fmla="*/ 220175 h 693633"/>
                <a:gd name="connsiteX68" fmla="*/ 228300 w 380724"/>
                <a:gd name="connsiteY68" fmla="*/ 244339 h 693633"/>
                <a:gd name="connsiteX69" fmla="*/ 243966 w 380724"/>
                <a:gd name="connsiteY69" fmla="*/ 271420 h 693633"/>
                <a:gd name="connsiteX70" fmla="*/ 268381 w 380724"/>
                <a:gd name="connsiteY70" fmla="*/ 249506 h 693633"/>
                <a:gd name="connsiteX71" fmla="*/ 282462 w 380724"/>
                <a:gd name="connsiteY71" fmla="*/ 224675 h 693633"/>
                <a:gd name="connsiteX72" fmla="*/ 296044 w 380724"/>
                <a:gd name="connsiteY72" fmla="*/ 256005 h 693633"/>
                <a:gd name="connsiteX73" fmla="*/ 320042 w 380724"/>
                <a:gd name="connsiteY73" fmla="*/ 213426 h 693633"/>
                <a:gd name="connsiteX74" fmla="*/ 332541 w 380724"/>
                <a:gd name="connsiteY74" fmla="*/ 236424 h 693633"/>
                <a:gd name="connsiteX75" fmla="*/ 358456 w 380724"/>
                <a:gd name="connsiteY75" fmla="*/ 239923 h 693633"/>
                <a:gd name="connsiteX76" fmla="*/ 366538 w 380724"/>
                <a:gd name="connsiteY76" fmla="*/ 298335 h 693633"/>
                <a:gd name="connsiteX77" fmla="*/ 343040 w 380724"/>
                <a:gd name="connsiteY77" fmla="*/ 457737 h 693633"/>
                <a:gd name="connsiteX78" fmla="*/ 343040 w 380724"/>
                <a:gd name="connsiteY78" fmla="*/ 457737 h 693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380724" h="693633">
                  <a:moveTo>
                    <a:pt x="370621" y="227841"/>
                  </a:moveTo>
                  <a:cubicBezTo>
                    <a:pt x="364705" y="202010"/>
                    <a:pt x="356706" y="175679"/>
                    <a:pt x="341874" y="153514"/>
                  </a:cubicBezTo>
                  <a:cubicBezTo>
                    <a:pt x="327625" y="132266"/>
                    <a:pt x="304627" y="118267"/>
                    <a:pt x="280213" y="111185"/>
                  </a:cubicBezTo>
                  <a:cubicBezTo>
                    <a:pt x="279213" y="81604"/>
                    <a:pt x="272797" y="51107"/>
                    <a:pt x="264881" y="22860"/>
                  </a:cubicBezTo>
                  <a:cubicBezTo>
                    <a:pt x="262881" y="15777"/>
                    <a:pt x="259798" y="4528"/>
                    <a:pt x="252382" y="1278"/>
                  </a:cubicBezTo>
                  <a:cubicBezTo>
                    <a:pt x="242966" y="-2722"/>
                    <a:pt x="228551" y="3778"/>
                    <a:pt x="219385" y="5611"/>
                  </a:cubicBezTo>
                  <a:cubicBezTo>
                    <a:pt x="200886" y="9277"/>
                    <a:pt x="170639" y="13277"/>
                    <a:pt x="187804" y="37358"/>
                  </a:cubicBezTo>
                  <a:cubicBezTo>
                    <a:pt x="196637" y="49774"/>
                    <a:pt x="208219" y="59773"/>
                    <a:pt x="216219" y="72855"/>
                  </a:cubicBezTo>
                  <a:cubicBezTo>
                    <a:pt x="223051" y="84104"/>
                    <a:pt x="230134" y="96686"/>
                    <a:pt x="235550" y="109102"/>
                  </a:cubicBezTo>
                  <a:cubicBezTo>
                    <a:pt x="228717" y="111268"/>
                    <a:pt x="222468" y="115018"/>
                    <a:pt x="217385" y="121101"/>
                  </a:cubicBezTo>
                  <a:cubicBezTo>
                    <a:pt x="197720" y="144682"/>
                    <a:pt x="203220" y="180679"/>
                    <a:pt x="194637" y="208426"/>
                  </a:cubicBezTo>
                  <a:cubicBezTo>
                    <a:pt x="184554" y="241340"/>
                    <a:pt x="162473" y="269254"/>
                    <a:pt x="139808" y="294502"/>
                  </a:cubicBezTo>
                  <a:cubicBezTo>
                    <a:pt x="139142" y="295252"/>
                    <a:pt x="138809" y="296085"/>
                    <a:pt x="138809" y="296918"/>
                  </a:cubicBezTo>
                  <a:cubicBezTo>
                    <a:pt x="132226" y="304584"/>
                    <a:pt x="125643" y="312250"/>
                    <a:pt x="119060" y="319916"/>
                  </a:cubicBezTo>
                  <a:cubicBezTo>
                    <a:pt x="80980" y="364162"/>
                    <a:pt x="43901" y="410908"/>
                    <a:pt x="21569" y="465403"/>
                  </a:cubicBezTo>
                  <a:cubicBezTo>
                    <a:pt x="2071" y="513149"/>
                    <a:pt x="-10761" y="575560"/>
                    <a:pt x="12487" y="624639"/>
                  </a:cubicBezTo>
                  <a:cubicBezTo>
                    <a:pt x="34985" y="672218"/>
                    <a:pt x="86730" y="695882"/>
                    <a:pt x="137559" y="693466"/>
                  </a:cubicBezTo>
                  <a:cubicBezTo>
                    <a:pt x="188471" y="691049"/>
                    <a:pt x="234800" y="669801"/>
                    <a:pt x="270797" y="633888"/>
                  </a:cubicBezTo>
                  <a:cubicBezTo>
                    <a:pt x="310626" y="593975"/>
                    <a:pt x="332291" y="541979"/>
                    <a:pt x="348540" y="488984"/>
                  </a:cubicBezTo>
                  <a:cubicBezTo>
                    <a:pt x="366288" y="431489"/>
                    <a:pt x="377370" y="372495"/>
                    <a:pt x="380453" y="312333"/>
                  </a:cubicBezTo>
                  <a:cubicBezTo>
                    <a:pt x="381953" y="283503"/>
                    <a:pt x="377037" y="255922"/>
                    <a:pt x="370621" y="227841"/>
                  </a:cubicBezTo>
                  <a:lnTo>
                    <a:pt x="370621" y="227841"/>
                  </a:lnTo>
                  <a:close/>
                  <a:moveTo>
                    <a:pt x="225217" y="64772"/>
                  </a:moveTo>
                  <a:cubicBezTo>
                    <a:pt x="220551" y="57440"/>
                    <a:pt x="214968" y="50857"/>
                    <a:pt x="209136" y="44358"/>
                  </a:cubicBezTo>
                  <a:cubicBezTo>
                    <a:pt x="206053" y="40858"/>
                    <a:pt x="195053" y="31859"/>
                    <a:pt x="195471" y="27526"/>
                  </a:cubicBezTo>
                  <a:cubicBezTo>
                    <a:pt x="196053" y="21360"/>
                    <a:pt x="201720" y="20776"/>
                    <a:pt x="206803" y="19360"/>
                  </a:cubicBezTo>
                  <a:cubicBezTo>
                    <a:pt x="217135" y="16443"/>
                    <a:pt x="230217" y="12360"/>
                    <a:pt x="240799" y="12110"/>
                  </a:cubicBezTo>
                  <a:cubicBezTo>
                    <a:pt x="254132" y="11860"/>
                    <a:pt x="255048" y="28442"/>
                    <a:pt x="257298" y="39191"/>
                  </a:cubicBezTo>
                  <a:cubicBezTo>
                    <a:pt x="262048" y="61856"/>
                    <a:pt x="265547" y="84937"/>
                    <a:pt x="266214" y="108019"/>
                  </a:cubicBezTo>
                  <a:cubicBezTo>
                    <a:pt x="258798" y="106769"/>
                    <a:pt x="251215" y="106352"/>
                    <a:pt x="243883" y="107269"/>
                  </a:cubicBezTo>
                  <a:cubicBezTo>
                    <a:pt x="242383" y="92353"/>
                    <a:pt x="232634" y="76271"/>
                    <a:pt x="225217" y="64772"/>
                  </a:cubicBezTo>
                  <a:lnTo>
                    <a:pt x="225217" y="64772"/>
                  </a:lnTo>
                  <a:close/>
                  <a:moveTo>
                    <a:pt x="196137" y="237424"/>
                  </a:moveTo>
                  <a:cubicBezTo>
                    <a:pt x="199387" y="231007"/>
                    <a:pt x="201886" y="224591"/>
                    <a:pt x="203636" y="218008"/>
                  </a:cubicBezTo>
                  <a:cubicBezTo>
                    <a:pt x="207969" y="207093"/>
                    <a:pt x="211135" y="195677"/>
                    <a:pt x="212885" y="183428"/>
                  </a:cubicBezTo>
                  <a:cubicBezTo>
                    <a:pt x="216552" y="158097"/>
                    <a:pt x="217385" y="120767"/>
                    <a:pt x="251465" y="120517"/>
                  </a:cubicBezTo>
                  <a:cubicBezTo>
                    <a:pt x="257131" y="120434"/>
                    <a:pt x="263131" y="121184"/>
                    <a:pt x="269130" y="122517"/>
                  </a:cubicBezTo>
                  <a:cubicBezTo>
                    <a:pt x="270547" y="123434"/>
                    <a:pt x="272213" y="123850"/>
                    <a:pt x="273963" y="123684"/>
                  </a:cubicBezTo>
                  <a:cubicBezTo>
                    <a:pt x="291378" y="128433"/>
                    <a:pt x="308627" y="138182"/>
                    <a:pt x="319959" y="149931"/>
                  </a:cubicBezTo>
                  <a:cubicBezTo>
                    <a:pt x="338207" y="168680"/>
                    <a:pt x="347457" y="196511"/>
                    <a:pt x="353873" y="221175"/>
                  </a:cubicBezTo>
                  <a:cubicBezTo>
                    <a:pt x="354372" y="223175"/>
                    <a:pt x="354872" y="225175"/>
                    <a:pt x="355372" y="227174"/>
                  </a:cubicBezTo>
                  <a:cubicBezTo>
                    <a:pt x="334291" y="235424"/>
                    <a:pt x="328125" y="207510"/>
                    <a:pt x="324209" y="190844"/>
                  </a:cubicBezTo>
                  <a:cubicBezTo>
                    <a:pt x="323292" y="186761"/>
                    <a:pt x="317459" y="186261"/>
                    <a:pt x="315459" y="189678"/>
                  </a:cubicBezTo>
                  <a:cubicBezTo>
                    <a:pt x="306627" y="204343"/>
                    <a:pt x="308210" y="223258"/>
                    <a:pt x="300794" y="238257"/>
                  </a:cubicBezTo>
                  <a:cubicBezTo>
                    <a:pt x="295044" y="249922"/>
                    <a:pt x="294211" y="230674"/>
                    <a:pt x="294295" y="225591"/>
                  </a:cubicBezTo>
                  <a:cubicBezTo>
                    <a:pt x="294378" y="215259"/>
                    <a:pt x="295628" y="203426"/>
                    <a:pt x="297211" y="193261"/>
                  </a:cubicBezTo>
                  <a:cubicBezTo>
                    <a:pt x="298128" y="187261"/>
                    <a:pt x="290795" y="183595"/>
                    <a:pt x="287212" y="189011"/>
                  </a:cubicBezTo>
                  <a:cubicBezTo>
                    <a:pt x="274796" y="208010"/>
                    <a:pt x="267964" y="230091"/>
                    <a:pt x="253965" y="248423"/>
                  </a:cubicBezTo>
                  <a:cubicBezTo>
                    <a:pt x="252298" y="250672"/>
                    <a:pt x="248299" y="257088"/>
                    <a:pt x="245383" y="257755"/>
                  </a:cubicBezTo>
                  <a:cubicBezTo>
                    <a:pt x="238883" y="259171"/>
                    <a:pt x="239799" y="247422"/>
                    <a:pt x="240216" y="242256"/>
                  </a:cubicBezTo>
                  <a:cubicBezTo>
                    <a:pt x="240716" y="236007"/>
                    <a:pt x="241883" y="229841"/>
                    <a:pt x="242633" y="223675"/>
                  </a:cubicBezTo>
                  <a:cubicBezTo>
                    <a:pt x="243133" y="219675"/>
                    <a:pt x="242466" y="210843"/>
                    <a:pt x="243966" y="205010"/>
                  </a:cubicBezTo>
                  <a:cubicBezTo>
                    <a:pt x="245132" y="203177"/>
                    <a:pt x="246216" y="201260"/>
                    <a:pt x="247216" y="199344"/>
                  </a:cubicBezTo>
                  <a:cubicBezTo>
                    <a:pt x="250049" y="193761"/>
                    <a:pt x="243466" y="189011"/>
                    <a:pt x="238800" y="192844"/>
                  </a:cubicBezTo>
                  <a:cubicBezTo>
                    <a:pt x="236716" y="194594"/>
                    <a:pt x="235467" y="196844"/>
                    <a:pt x="234717" y="199427"/>
                  </a:cubicBezTo>
                  <a:cubicBezTo>
                    <a:pt x="223301" y="217509"/>
                    <a:pt x="206553" y="232840"/>
                    <a:pt x="190471" y="247672"/>
                  </a:cubicBezTo>
                  <a:cubicBezTo>
                    <a:pt x="192387" y="244256"/>
                    <a:pt x="194304" y="240840"/>
                    <a:pt x="196137" y="237424"/>
                  </a:cubicBezTo>
                  <a:lnTo>
                    <a:pt x="196137" y="237424"/>
                  </a:lnTo>
                  <a:close/>
                  <a:moveTo>
                    <a:pt x="343040" y="457737"/>
                  </a:moveTo>
                  <a:cubicBezTo>
                    <a:pt x="328792" y="511149"/>
                    <a:pt x="310543" y="564894"/>
                    <a:pt x="275130" y="608307"/>
                  </a:cubicBezTo>
                  <a:cubicBezTo>
                    <a:pt x="245466" y="644637"/>
                    <a:pt x="203636" y="671468"/>
                    <a:pt x="156640" y="677801"/>
                  </a:cubicBezTo>
                  <a:cubicBezTo>
                    <a:pt x="127976" y="681634"/>
                    <a:pt x="102312" y="679467"/>
                    <a:pt x="75981" y="667385"/>
                  </a:cubicBezTo>
                  <a:cubicBezTo>
                    <a:pt x="51900" y="656386"/>
                    <a:pt x="30819" y="635471"/>
                    <a:pt x="22819" y="609640"/>
                  </a:cubicBezTo>
                  <a:cubicBezTo>
                    <a:pt x="6654" y="557145"/>
                    <a:pt x="21236" y="499150"/>
                    <a:pt x="44401" y="451154"/>
                  </a:cubicBezTo>
                  <a:cubicBezTo>
                    <a:pt x="71148" y="395743"/>
                    <a:pt x="113561" y="349747"/>
                    <a:pt x="151641" y="302084"/>
                  </a:cubicBezTo>
                  <a:cubicBezTo>
                    <a:pt x="161807" y="289252"/>
                    <a:pt x="172055" y="276170"/>
                    <a:pt x="181138" y="262421"/>
                  </a:cubicBezTo>
                  <a:cubicBezTo>
                    <a:pt x="194637" y="258172"/>
                    <a:pt x="205719" y="247422"/>
                    <a:pt x="215052" y="237257"/>
                  </a:cubicBezTo>
                  <a:cubicBezTo>
                    <a:pt x="220468" y="231424"/>
                    <a:pt x="226134" y="225925"/>
                    <a:pt x="231550" y="220175"/>
                  </a:cubicBezTo>
                  <a:cubicBezTo>
                    <a:pt x="230217" y="228174"/>
                    <a:pt x="228801" y="236340"/>
                    <a:pt x="228300" y="244339"/>
                  </a:cubicBezTo>
                  <a:cubicBezTo>
                    <a:pt x="227718" y="254339"/>
                    <a:pt x="229884" y="273087"/>
                    <a:pt x="243966" y="271420"/>
                  </a:cubicBezTo>
                  <a:cubicBezTo>
                    <a:pt x="254548" y="270171"/>
                    <a:pt x="262797" y="257255"/>
                    <a:pt x="268381" y="249506"/>
                  </a:cubicBezTo>
                  <a:cubicBezTo>
                    <a:pt x="274047" y="241590"/>
                    <a:pt x="278463" y="233174"/>
                    <a:pt x="282462" y="224675"/>
                  </a:cubicBezTo>
                  <a:cubicBezTo>
                    <a:pt x="282046" y="239590"/>
                    <a:pt x="284545" y="253922"/>
                    <a:pt x="296044" y="256005"/>
                  </a:cubicBezTo>
                  <a:cubicBezTo>
                    <a:pt x="311710" y="258838"/>
                    <a:pt x="316710" y="233424"/>
                    <a:pt x="320042" y="213426"/>
                  </a:cubicBezTo>
                  <a:cubicBezTo>
                    <a:pt x="322459" y="222008"/>
                    <a:pt x="325708" y="230174"/>
                    <a:pt x="332541" y="236424"/>
                  </a:cubicBezTo>
                  <a:cubicBezTo>
                    <a:pt x="340874" y="244090"/>
                    <a:pt x="349457" y="243173"/>
                    <a:pt x="358456" y="239923"/>
                  </a:cubicBezTo>
                  <a:cubicBezTo>
                    <a:pt x="363039" y="259171"/>
                    <a:pt x="366622" y="278837"/>
                    <a:pt x="366538" y="298335"/>
                  </a:cubicBezTo>
                  <a:cubicBezTo>
                    <a:pt x="366622" y="352247"/>
                    <a:pt x="356956" y="405992"/>
                    <a:pt x="343040" y="457737"/>
                  </a:cubicBezTo>
                  <a:lnTo>
                    <a:pt x="343040" y="457737"/>
                  </a:lnTo>
                  <a:close/>
                </a:path>
              </a:pathLst>
            </a:custGeom>
            <a:grpFill/>
            <a:ln w="8332" cap="flat">
              <a:noFill/>
              <a:prstDash val="solid"/>
              <a:miter/>
            </a:ln>
          </p:spPr>
          <p:txBody>
            <a:bodyPr rtlCol="0" anchor="ctr"/>
            <a:lstStyle/>
            <a:p>
              <a:endParaRPr lang="en-US"/>
            </a:p>
          </p:txBody>
        </p:sp>
        <p:sp>
          <p:nvSpPr>
            <p:cNvPr id="1440" name="Freeform: Shape 1439"/>
            <p:cNvSpPr/>
            <p:nvPr/>
          </p:nvSpPr>
          <p:spPr>
            <a:xfrm>
              <a:off x="2993304" y="-293755"/>
              <a:ext cx="328870" cy="705886"/>
            </a:xfrm>
            <a:custGeom>
              <a:avLst/>
              <a:gdLst>
                <a:gd name="connsiteX0" fmla="*/ 287839 w 328870"/>
                <a:gd name="connsiteY0" fmla="*/ 193026 h 705886"/>
                <a:gd name="connsiteX1" fmla="*/ 242592 w 328870"/>
                <a:gd name="connsiteY1" fmla="*/ 127448 h 705886"/>
                <a:gd name="connsiteX2" fmla="*/ 172849 w 328870"/>
                <a:gd name="connsiteY2" fmla="*/ 100617 h 705886"/>
                <a:gd name="connsiteX3" fmla="*/ 137435 w 328870"/>
                <a:gd name="connsiteY3" fmla="*/ 18291 h 705886"/>
                <a:gd name="connsiteX4" fmla="*/ 120270 w 328870"/>
                <a:gd name="connsiteY4" fmla="*/ 210 h 705886"/>
                <a:gd name="connsiteX5" fmla="*/ 89190 w 328870"/>
                <a:gd name="connsiteY5" fmla="*/ 12042 h 705886"/>
                <a:gd name="connsiteX6" fmla="*/ 65858 w 328870"/>
                <a:gd name="connsiteY6" fmla="*/ 50288 h 705886"/>
                <a:gd name="connsiteX7" fmla="*/ 101772 w 328870"/>
                <a:gd name="connsiteY7" fmla="*/ 78203 h 705886"/>
                <a:gd name="connsiteX8" fmla="*/ 129019 w 328870"/>
                <a:gd name="connsiteY8" fmla="*/ 108950 h 705886"/>
                <a:gd name="connsiteX9" fmla="*/ 114188 w 328870"/>
                <a:gd name="connsiteY9" fmla="*/ 124782 h 705886"/>
                <a:gd name="connsiteX10" fmla="*/ 112354 w 328870"/>
                <a:gd name="connsiteY10" fmla="*/ 214940 h 705886"/>
                <a:gd name="connsiteX11" fmla="*/ 79024 w 328870"/>
                <a:gd name="connsiteY11" fmla="*/ 311432 h 705886"/>
                <a:gd name="connsiteX12" fmla="*/ 78607 w 328870"/>
                <a:gd name="connsiteY12" fmla="*/ 314015 h 705886"/>
                <a:gd name="connsiteX13" fmla="*/ 64692 w 328870"/>
                <a:gd name="connsiteY13" fmla="*/ 340929 h 705886"/>
                <a:gd name="connsiteX14" fmla="*/ 3781 w 328870"/>
                <a:gd name="connsiteY14" fmla="*/ 505081 h 705886"/>
                <a:gd name="connsiteX15" fmla="*/ 31945 w 328870"/>
                <a:gd name="connsiteY15" fmla="*/ 662067 h 705886"/>
                <a:gd name="connsiteX16" fmla="*/ 169599 w 328870"/>
                <a:gd name="connsiteY16" fmla="*/ 700063 h 705886"/>
                <a:gd name="connsiteX17" fmla="*/ 285339 w 328870"/>
                <a:gd name="connsiteY17" fmla="*/ 611155 h 705886"/>
                <a:gd name="connsiteX18" fmla="*/ 327251 w 328870"/>
                <a:gd name="connsiteY18" fmla="*/ 452086 h 705886"/>
                <a:gd name="connsiteX19" fmla="*/ 317253 w 328870"/>
                <a:gd name="connsiteY19" fmla="*/ 272852 h 705886"/>
                <a:gd name="connsiteX20" fmla="*/ 287839 w 328870"/>
                <a:gd name="connsiteY20" fmla="*/ 193026 h 705886"/>
                <a:gd name="connsiteX21" fmla="*/ 287839 w 328870"/>
                <a:gd name="connsiteY21" fmla="*/ 193026 h 705886"/>
                <a:gd name="connsiteX22" fmla="*/ 108605 w 328870"/>
                <a:gd name="connsiteY22" fmla="*/ 68204 h 705886"/>
                <a:gd name="connsiteX23" fmla="*/ 88273 w 328870"/>
                <a:gd name="connsiteY23" fmla="*/ 52122 h 705886"/>
                <a:gd name="connsiteX24" fmla="*/ 71025 w 328870"/>
                <a:gd name="connsiteY24" fmla="*/ 38873 h 705886"/>
                <a:gd name="connsiteX25" fmla="*/ 80107 w 328870"/>
                <a:gd name="connsiteY25" fmla="*/ 28290 h 705886"/>
                <a:gd name="connsiteX26" fmla="*/ 111521 w 328870"/>
                <a:gd name="connsiteY26" fmla="*/ 13292 h 705886"/>
                <a:gd name="connsiteX27" fmla="*/ 133852 w 328870"/>
                <a:gd name="connsiteY27" fmla="*/ 35790 h 705886"/>
                <a:gd name="connsiteX28" fmla="*/ 158517 w 328870"/>
                <a:gd name="connsiteY28" fmla="*/ 100617 h 705886"/>
                <a:gd name="connsiteX29" fmla="*/ 136685 w 328870"/>
                <a:gd name="connsiteY29" fmla="*/ 105117 h 705886"/>
                <a:gd name="connsiteX30" fmla="*/ 108605 w 328870"/>
                <a:gd name="connsiteY30" fmla="*/ 68204 h 705886"/>
                <a:gd name="connsiteX31" fmla="*/ 108605 w 328870"/>
                <a:gd name="connsiteY31" fmla="*/ 68204 h 705886"/>
                <a:gd name="connsiteX32" fmla="*/ 120437 w 328870"/>
                <a:gd name="connsiteY32" fmla="*/ 242771 h 705886"/>
                <a:gd name="connsiteX33" fmla="*/ 123270 w 328870"/>
                <a:gd name="connsiteY33" fmla="*/ 222190 h 705886"/>
                <a:gd name="connsiteX34" fmla="*/ 124270 w 328870"/>
                <a:gd name="connsiteY34" fmla="*/ 186360 h 705886"/>
                <a:gd name="connsiteX35" fmla="*/ 147184 w 328870"/>
                <a:gd name="connsiteY35" fmla="*/ 116199 h 705886"/>
                <a:gd name="connsiteX36" fmla="*/ 164850 w 328870"/>
                <a:gd name="connsiteY36" fmla="*/ 114033 h 705886"/>
                <a:gd name="connsiteX37" fmla="*/ 169766 w 328870"/>
                <a:gd name="connsiteY37" fmla="*/ 114033 h 705886"/>
                <a:gd name="connsiteX38" fmla="*/ 220595 w 328870"/>
                <a:gd name="connsiteY38" fmla="*/ 128865 h 705886"/>
                <a:gd name="connsiteX39" fmla="*/ 270173 w 328870"/>
                <a:gd name="connsiteY39" fmla="*/ 190359 h 705886"/>
                <a:gd name="connsiteX40" fmla="*/ 273090 w 328870"/>
                <a:gd name="connsiteY40" fmla="*/ 195859 h 705886"/>
                <a:gd name="connsiteX41" fmla="*/ 234343 w 328870"/>
                <a:gd name="connsiteY41" fmla="*/ 167695 h 705886"/>
                <a:gd name="connsiteX42" fmla="*/ 225594 w 328870"/>
                <a:gd name="connsiteY42" fmla="*/ 168611 h 705886"/>
                <a:gd name="connsiteX43" fmla="*/ 222594 w 328870"/>
                <a:gd name="connsiteY43" fmla="*/ 219273 h 705886"/>
                <a:gd name="connsiteX44" fmla="*/ 213345 w 328870"/>
                <a:gd name="connsiteY44" fmla="*/ 208441 h 705886"/>
                <a:gd name="connsiteX45" fmla="*/ 208679 w 328870"/>
                <a:gd name="connsiteY45" fmla="*/ 176277 h 705886"/>
                <a:gd name="connsiteX46" fmla="*/ 197930 w 328870"/>
                <a:gd name="connsiteY46" fmla="*/ 174527 h 705886"/>
                <a:gd name="connsiteX47" fmla="*/ 179432 w 328870"/>
                <a:gd name="connsiteY47" fmla="*/ 239938 h 705886"/>
                <a:gd name="connsiteX48" fmla="*/ 173265 w 328870"/>
                <a:gd name="connsiteY48" fmla="*/ 251020 h 705886"/>
                <a:gd name="connsiteX49" fmla="*/ 164683 w 328870"/>
                <a:gd name="connsiteY49" fmla="*/ 237105 h 705886"/>
                <a:gd name="connsiteX50" fmla="*/ 162683 w 328870"/>
                <a:gd name="connsiteY50" fmla="*/ 218440 h 705886"/>
                <a:gd name="connsiteX51" fmla="*/ 159683 w 328870"/>
                <a:gd name="connsiteY51" fmla="*/ 200025 h 705886"/>
                <a:gd name="connsiteX52" fmla="*/ 161600 w 328870"/>
                <a:gd name="connsiteY52" fmla="*/ 193776 h 705886"/>
                <a:gd name="connsiteX53" fmla="*/ 151934 w 328870"/>
                <a:gd name="connsiteY53" fmla="*/ 189443 h 705886"/>
                <a:gd name="connsiteX54" fmla="*/ 149434 w 328870"/>
                <a:gd name="connsiteY54" fmla="*/ 196859 h 705886"/>
                <a:gd name="connsiteX55" fmla="*/ 117604 w 328870"/>
                <a:gd name="connsiteY55" fmla="*/ 254103 h 705886"/>
                <a:gd name="connsiteX56" fmla="*/ 120437 w 328870"/>
                <a:gd name="connsiteY56" fmla="*/ 242771 h 705886"/>
                <a:gd name="connsiteX57" fmla="*/ 120437 w 328870"/>
                <a:gd name="connsiteY57" fmla="*/ 242771 h 705886"/>
                <a:gd name="connsiteX58" fmla="*/ 314586 w 328870"/>
                <a:gd name="connsiteY58" fmla="*/ 423088 h 705886"/>
                <a:gd name="connsiteX59" fmla="*/ 283589 w 328870"/>
                <a:gd name="connsiteY59" fmla="*/ 585324 h 705886"/>
                <a:gd name="connsiteX60" fmla="*/ 184514 w 328870"/>
                <a:gd name="connsiteY60" fmla="*/ 680398 h 705886"/>
                <a:gd name="connsiteX61" fmla="*/ 103605 w 328870"/>
                <a:gd name="connsiteY61" fmla="*/ 688981 h 705886"/>
                <a:gd name="connsiteX62" fmla="*/ 38528 w 328870"/>
                <a:gd name="connsiteY62" fmla="*/ 645152 h 705886"/>
                <a:gd name="connsiteX63" fmla="*/ 22696 w 328870"/>
                <a:gd name="connsiteY63" fmla="*/ 485999 h 705886"/>
                <a:gd name="connsiteX64" fmla="*/ 92273 w 328870"/>
                <a:gd name="connsiteY64" fmla="*/ 316098 h 705886"/>
                <a:gd name="connsiteX65" fmla="*/ 111771 w 328870"/>
                <a:gd name="connsiteY65" fmla="*/ 270685 h 705886"/>
                <a:gd name="connsiteX66" fmla="*/ 138935 w 328870"/>
                <a:gd name="connsiteY66" fmla="*/ 238355 h 705886"/>
                <a:gd name="connsiteX67" fmla="*/ 151017 w 328870"/>
                <a:gd name="connsiteY67" fmla="*/ 217857 h 705886"/>
                <a:gd name="connsiteX68" fmla="*/ 153517 w 328870"/>
                <a:gd name="connsiteY68" fmla="*/ 242188 h 705886"/>
                <a:gd name="connsiteX69" fmla="*/ 175015 w 328870"/>
                <a:gd name="connsiteY69" fmla="*/ 264852 h 705886"/>
                <a:gd name="connsiteX70" fmla="*/ 193597 w 328870"/>
                <a:gd name="connsiteY70" fmla="*/ 237855 h 705886"/>
                <a:gd name="connsiteX71" fmla="*/ 201513 w 328870"/>
                <a:gd name="connsiteY71" fmla="*/ 210441 h 705886"/>
                <a:gd name="connsiteX72" fmla="*/ 222011 w 328870"/>
                <a:gd name="connsiteY72" fmla="*/ 237772 h 705886"/>
                <a:gd name="connsiteX73" fmla="*/ 235426 w 328870"/>
                <a:gd name="connsiteY73" fmla="*/ 190776 h 705886"/>
                <a:gd name="connsiteX74" fmla="*/ 252925 w 328870"/>
                <a:gd name="connsiteY74" fmla="*/ 210274 h 705886"/>
                <a:gd name="connsiteX75" fmla="*/ 279006 w 328870"/>
                <a:gd name="connsiteY75" fmla="*/ 207608 h 705886"/>
                <a:gd name="connsiteX76" fmla="*/ 300504 w 328870"/>
                <a:gd name="connsiteY76" fmla="*/ 262519 h 705886"/>
                <a:gd name="connsiteX77" fmla="*/ 314586 w 328870"/>
                <a:gd name="connsiteY77" fmla="*/ 423088 h 705886"/>
                <a:gd name="connsiteX78" fmla="*/ 314586 w 328870"/>
                <a:gd name="connsiteY78" fmla="*/ 423088 h 705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328870" h="705886">
                  <a:moveTo>
                    <a:pt x="287839" y="193026"/>
                  </a:moveTo>
                  <a:cubicBezTo>
                    <a:pt x="276090" y="169278"/>
                    <a:pt x="262174" y="145530"/>
                    <a:pt x="242592" y="127448"/>
                  </a:cubicBezTo>
                  <a:cubicBezTo>
                    <a:pt x="223761" y="110033"/>
                    <a:pt x="198180" y="101867"/>
                    <a:pt x="172849" y="100617"/>
                  </a:cubicBezTo>
                  <a:cubicBezTo>
                    <a:pt x="164933" y="72120"/>
                    <a:pt x="151684" y="43872"/>
                    <a:pt x="137435" y="18291"/>
                  </a:cubicBezTo>
                  <a:cubicBezTo>
                    <a:pt x="133852" y="11875"/>
                    <a:pt x="128269" y="1626"/>
                    <a:pt x="120270" y="210"/>
                  </a:cubicBezTo>
                  <a:cubicBezTo>
                    <a:pt x="110188" y="-1540"/>
                    <a:pt x="97689" y="8126"/>
                    <a:pt x="89190" y="12042"/>
                  </a:cubicBezTo>
                  <a:cubicBezTo>
                    <a:pt x="72024" y="19958"/>
                    <a:pt x="43611" y="30874"/>
                    <a:pt x="65858" y="50288"/>
                  </a:cubicBezTo>
                  <a:cubicBezTo>
                    <a:pt x="77357" y="60288"/>
                    <a:pt x="90940" y="67370"/>
                    <a:pt x="101772" y="78203"/>
                  </a:cubicBezTo>
                  <a:cubicBezTo>
                    <a:pt x="111104" y="87535"/>
                    <a:pt x="120853" y="98117"/>
                    <a:pt x="129019" y="108950"/>
                  </a:cubicBezTo>
                  <a:cubicBezTo>
                    <a:pt x="122853" y="112616"/>
                    <a:pt x="117687" y="117699"/>
                    <a:pt x="114188" y="124782"/>
                  </a:cubicBezTo>
                  <a:cubicBezTo>
                    <a:pt x="100522" y="152363"/>
                    <a:pt x="114188" y="185943"/>
                    <a:pt x="112354" y="214940"/>
                  </a:cubicBezTo>
                  <a:cubicBezTo>
                    <a:pt x="110188" y="249271"/>
                    <a:pt x="95272" y="281601"/>
                    <a:pt x="79024" y="311432"/>
                  </a:cubicBezTo>
                  <a:cubicBezTo>
                    <a:pt x="78524" y="312348"/>
                    <a:pt x="78441" y="313181"/>
                    <a:pt x="78607" y="314015"/>
                  </a:cubicBezTo>
                  <a:cubicBezTo>
                    <a:pt x="74024" y="323014"/>
                    <a:pt x="69358" y="332013"/>
                    <a:pt x="64692" y="340929"/>
                  </a:cubicBezTo>
                  <a:cubicBezTo>
                    <a:pt x="37944" y="392841"/>
                    <a:pt x="12780" y="446919"/>
                    <a:pt x="3781" y="505081"/>
                  </a:cubicBezTo>
                  <a:cubicBezTo>
                    <a:pt x="-4052" y="556076"/>
                    <a:pt x="-1969" y="619737"/>
                    <a:pt x="31945" y="662067"/>
                  </a:cubicBezTo>
                  <a:cubicBezTo>
                    <a:pt x="64942" y="703146"/>
                    <a:pt x="120770" y="714145"/>
                    <a:pt x="169599" y="700063"/>
                  </a:cubicBezTo>
                  <a:cubicBezTo>
                    <a:pt x="218595" y="685898"/>
                    <a:pt x="258758" y="654484"/>
                    <a:pt x="285339" y="611155"/>
                  </a:cubicBezTo>
                  <a:cubicBezTo>
                    <a:pt x="314753" y="563076"/>
                    <a:pt x="323752" y="507414"/>
                    <a:pt x="327251" y="452086"/>
                  </a:cubicBezTo>
                  <a:cubicBezTo>
                    <a:pt x="331085" y="392008"/>
                    <a:pt x="328251" y="332096"/>
                    <a:pt x="317253" y="272852"/>
                  </a:cubicBezTo>
                  <a:cubicBezTo>
                    <a:pt x="311920" y="244438"/>
                    <a:pt x="300671" y="218857"/>
                    <a:pt x="287839" y="193026"/>
                  </a:cubicBezTo>
                  <a:lnTo>
                    <a:pt x="287839" y="193026"/>
                  </a:lnTo>
                  <a:close/>
                  <a:moveTo>
                    <a:pt x="108605" y="68204"/>
                  </a:moveTo>
                  <a:cubicBezTo>
                    <a:pt x="102355" y="62204"/>
                    <a:pt x="95356" y="57038"/>
                    <a:pt x="88273" y="52122"/>
                  </a:cubicBezTo>
                  <a:cubicBezTo>
                    <a:pt x="84440" y="49455"/>
                    <a:pt x="71691" y="43289"/>
                    <a:pt x="71025" y="38873"/>
                  </a:cubicBezTo>
                  <a:cubicBezTo>
                    <a:pt x="70108" y="32707"/>
                    <a:pt x="75524" y="30874"/>
                    <a:pt x="80107" y="28290"/>
                  </a:cubicBezTo>
                  <a:cubicBezTo>
                    <a:pt x="89523" y="23041"/>
                    <a:pt x="101188" y="16042"/>
                    <a:pt x="111521" y="13292"/>
                  </a:cubicBezTo>
                  <a:cubicBezTo>
                    <a:pt x="124436" y="9875"/>
                    <a:pt x="129186" y="25874"/>
                    <a:pt x="133852" y="35790"/>
                  </a:cubicBezTo>
                  <a:cubicBezTo>
                    <a:pt x="143685" y="56788"/>
                    <a:pt x="152517" y="78369"/>
                    <a:pt x="158517" y="100617"/>
                  </a:cubicBezTo>
                  <a:cubicBezTo>
                    <a:pt x="151017" y="101117"/>
                    <a:pt x="143518" y="102450"/>
                    <a:pt x="136685" y="105117"/>
                  </a:cubicBezTo>
                  <a:cubicBezTo>
                    <a:pt x="131686" y="91035"/>
                    <a:pt x="118437" y="77703"/>
                    <a:pt x="108605" y="68204"/>
                  </a:cubicBezTo>
                  <a:lnTo>
                    <a:pt x="108605" y="68204"/>
                  </a:lnTo>
                  <a:close/>
                  <a:moveTo>
                    <a:pt x="120437" y="242771"/>
                  </a:moveTo>
                  <a:cubicBezTo>
                    <a:pt x="122103" y="235772"/>
                    <a:pt x="123020" y="228939"/>
                    <a:pt x="123270" y="222190"/>
                  </a:cubicBezTo>
                  <a:cubicBezTo>
                    <a:pt x="124936" y="210607"/>
                    <a:pt x="125353" y="198692"/>
                    <a:pt x="124270" y="186360"/>
                  </a:cubicBezTo>
                  <a:cubicBezTo>
                    <a:pt x="121937" y="160862"/>
                    <a:pt x="114021" y="124365"/>
                    <a:pt x="147184" y="116199"/>
                  </a:cubicBezTo>
                  <a:cubicBezTo>
                    <a:pt x="152684" y="114866"/>
                    <a:pt x="158683" y="114116"/>
                    <a:pt x="164850" y="114033"/>
                  </a:cubicBezTo>
                  <a:cubicBezTo>
                    <a:pt x="166433" y="114616"/>
                    <a:pt x="168182" y="114616"/>
                    <a:pt x="169766" y="114033"/>
                  </a:cubicBezTo>
                  <a:cubicBezTo>
                    <a:pt x="187764" y="114616"/>
                    <a:pt x="206846" y="120116"/>
                    <a:pt x="220595" y="128865"/>
                  </a:cubicBezTo>
                  <a:cubicBezTo>
                    <a:pt x="242759" y="142863"/>
                    <a:pt x="258175" y="167778"/>
                    <a:pt x="270173" y="190359"/>
                  </a:cubicBezTo>
                  <a:cubicBezTo>
                    <a:pt x="271173" y="192192"/>
                    <a:pt x="272090" y="194026"/>
                    <a:pt x="273090" y="195859"/>
                  </a:cubicBezTo>
                  <a:cubicBezTo>
                    <a:pt x="254508" y="208774"/>
                    <a:pt x="242009" y="183110"/>
                    <a:pt x="234343" y="167695"/>
                  </a:cubicBezTo>
                  <a:cubicBezTo>
                    <a:pt x="232427" y="163945"/>
                    <a:pt x="226761" y="164778"/>
                    <a:pt x="225594" y="168611"/>
                  </a:cubicBezTo>
                  <a:cubicBezTo>
                    <a:pt x="220428" y="184943"/>
                    <a:pt x="226344" y="202941"/>
                    <a:pt x="222594" y="219273"/>
                  </a:cubicBezTo>
                  <a:cubicBezTo>
                    <a:pt x="219678" y="231939"/>
                    <a:pt x="214428" y="213440"/>
                    <a:pt x="213345" y="208441"/>
                  </a:cubicBezTo>
                  <a:cubicBezTo>
                    <a:pt x="211012" y="198358"/>
                    <a:pt x="209512" y="186526"/>
                    <a:pt x="208679" y="176277"/>
                  </a:cubicBezTo>
                  <a:cubicBezTo>
                    <a:pt x="208179" y="170278"/>
                    <a:pt x="200180" y="168361"/>
                    <a:pt x="197930" y="174527"/>
                  </a:cubicBezTo>
                  <a:cubicBezTo>
                    <a:pt x="190264" y="195859"/>
                    <a:pt x="188764" y="218940"/>
                    <a:pt x="179432" y="239938"/>
                  </a:cubicBezTo>
                  <a:cubicBezTo>
                    <a:pt x="178265" y="242521"/>
                    <a:pt x="175932" y="249687"/>
                    <a:pt x="173265" y="251020"/>
                  </a:cubicBezTo>
                  <a:cubicBezTo>
                    <a:pt x="167349" y="253937"/>
                    <a:pt x="165433" y="242271"/>
                    <a:pt x="164683" y="237105"/>
                  </a:cubicBezTo>
                  <a:cubicBezTo>
                    <a:pt x="163683" y="230939"/>
                    <a:pt x="163433" y="224689"/>
                    <a:pt x="162683" y="218440"/>
                  </a:cubicBezTo>
                  <a:cubicBezTo>
                    <a:pt x="162183" y="214440"/>
                    <a:pt x="159517" y="205941"/>
                    <a:pt x="159683" y="200025"/>
                  </a:cubicBezTo>
                  <a:cubicBezTo>
                    <a:pt x="160433" y="197942"/>
                    <a:pt x="161017" y="195859"/>
                    <a:pt x="161600" y="193776"/>
                  </a:cubicBezTo>
                  <a:cubicBezTo>
                    <a:pt x="163100" y="187693"/>
                    <a:pt x="155517" y="184610"/>
                    <a:pt x="151934" y="189443"/>
                  </a:cubicBezTo>
                  <a:cubicBezTo>
                    <a:pt x="150267" y="191609"/>
                    <a:pt x="149601" y="194109"/>
                    <a:pt x="149434" y="196859"/>
                  </a:cubicBezTo>
                  <a:cubicBezTo>
                    <a:pt x="142518" y="217107"/>
                    <a:pt x="129769" y="235938"/>
                    <a:pt x="117604" y="254103"/>
                  </a:cubicBezTo>
                  <a:cubicBezTo>
                    <a:pt x="118437" y="250354"/>
                    <a:pt x="119437" y="246604"/>
                    <a:pt x="120437" y="242771"/>
                  </a:cubicBezTo>
                  <a:lnTo>
                    <a:pt x="120437" y="242771"/>
                  </a:lnTo>
                  <a:close/>
                  <a:moveTo>
                    <a:pt x="314586" y="423088"/>
                  </a:moveTo>
                  <a:cubicBezTo>
                    <a:pt x="313086" y="478417"/>
                    <a:pt x="307920" y="534828"/>
                    <a:pt x="283589" y="585324"/>
                  </a:cubicBezTo>
                  <a:cubicBezTo>
                    <a:pt x="263174" y="627570"/>
                    <a:pt x="228761" y="663317"/>
                    <a:pt x="184514" y="680398"/>
                  </a:cubicBezTo>
                  <a:cubicBezTo>
                    <a:pt x="157517" y="690814"/>
                    <a:pt x="132103" y="694647"/>
                    <a:pt x="103605" y="688981"/>
                  </a:cubicBezTo>
                  <a:cubicBezTo>
                    <a:pt x="77607" y="683815"/>
                    <a:pt x="52276" y="668483"/>
                    <a:pt x="38528" y="645152"/>
                  </a:cubicBezTo>
                  <a:cubicBezTo>
                    <a:pt x="10613" y="597822"/>
                    <a:pt x="11280" y="538078"/>
                    <a:pt x="22696" y="485999"/>
                  </a:cubicBezTo>
                  <a:cubicBezTo>
                    <a:pt x="35861" y="425921"/>
                    <a:pt x="66358" y="371343"/>
                    <a:pt x="92273" y="316098"/>
                  </a:cubicBezTo>
                  <a:cubicBezTo>
                    <a:pt x="99189" y="301266"/>
                    <a:pt x="106105" y="286184"/>
                    <a:pt x="111771" y="270685"/>
                  </a:cubicBezTo>
                  <a:cubicBezTo>
                    <a:pt x="123853" y="263436"/>
                    <a:pt x="132186" y="250354"/>
                    <a:pt x="138935" y="238355"/>
                  </a:cubicBezTo>
                  <a:cubicBezTo>
                    <a:pt x="142768" y="231439"/>
                    <a:pt x="147101" y="224773"/>
                    <a:pt x="151017" y="217857"/>
                  </a:cubicBezTo>
                  <a:cubicBezTo>
                    <a:pt x="151601" y="225939"/>
                    <a:pt x="152101" y="234189"/>
                    <a:pt x="153517" y="242188"/>
                  </a:cubicBezTo>
                  <a:cubicBezTo>
                    <a:pt x="155267" y="252020"/>
                    <a:pt x="161766" y="269769"/>
                    <a:pt x="175015" y="264852"/>
                  </a:cubicBezTo>
                  <a:cubicBezTo>
                    <a:pt x="185014" y="261186"/>
                    <a:pt x="190014" y="246687"/>
                    <a:pt x="193597" y="237855"/>
                  </a:cubicBezTo>
                  <a:cubicBezTo>
                    <a:pt x="197263" y="228856"/>
                    <a:pt x="199596" y="219690"/>
                    <a:pt x="201513" y="210441"/>
                  </a:cubicBezTo>
                  <a:cubicBezTo>
                    <a:pt x="204596" y="225106"/>
                    <a:pt x="210345" y="238438"/>
                    <a:pt x="222011" y="237772"/>
                  </a:cubicBezTo>
                  <a:cubicBezTo>
                    <a:pt x="237926" y="236938"/>
                    <a:pt x="236843" y="210941"/>
                    <a:pt x="235426" y="190776"/>
                  </a:cubicBezTo>
                  <a:cubicBezTo>
                    <a:pt x="239759" y="198525"/>
                    <a:pt x="244842" y="205774"/>
                    <a:pt x="252925" y="210274"/>
                  </a:cubicBezTo>
                  <a:cubicBezTo>
                    <a:pt x="262841" y="215774"/>
                    <a:pt x="270923" y="212940"/>
                    <a:pt x="279006" y="207608"/>
                  </a:cubicBezTo>
                  <a:cubicBezTo>
                    <a:pt x="287922" y="225273"/>
                    <a:pt x="296004" y="243604"/>
                    <a:pt x="300504" y="262519"/>
                  </a:cubicBezTo>
                  <a:cubicBezTo>
                    <a:pt x="313003" y="314931"/>
                    <a:pt x="316003" y="369426"/>
                    <a:pt x="314586" y="423088"/>
                  </a:cubicBezTo>
                  <a:lnTo>
                    <a:pt x="314586" y="423088"/>
                  </a:lnTo>
                  <a:close/>
                </a:path>
              </a:pathLst>
            </a:custGeom>
            <a:grpFill/>
            <a:ln w="8332" cap="flat">
              <a:noFill/>
              <a:prstDash val="solid"/>
              <a:miter/>
            </a:ln>
          </p:spPr>
          <p:txBody>
            <a:bodyPr rtlCol="0" anchor="ctr"/>
            <a:lstStyle/>
            <a:p>
              <a:endParaRPr lang="en-US"/>
            </a:p>
          </p:txBody>
        </p:sp>
        <p:sp>
          <p:nvSpPr>
            <p:cNvPr id="1441" name="Freeform: Shape 1440"/>
            <p:cNvSpPr/>
            <p:nvPr/>
          </p:nvSpPr>
          <p:spPr>
            <a:xfrm>
              <a:off x="1399627" y="3164447"/>
              <a:ext cx="380721" cy="693633"/>
            </a:xfrm>
            <a:custGeom>
              <a:avLst/>
              <a:gdLst>
                <a:gd name="connsiteX0" fmla="*/ 268 w 380721"/>
                <a:gd name="connsiteY0" fmla="*/ 312250 h 693633"/>
                <a:gd name="connsiteX1" fmla="*/ 32182 w 380721"/>
                <a:gd name="connsiteY1" fmla="*/ 488901 h 693633"/>
                <a:gd name="connsiteX2" fmla="*/ 109925 w 380721"/>
                <a:gd name="connsiteY2" fmla="*/ 633805 h 693633"/>
                <a:gd name="connsiteX3" fmla="*/ 243163 w 380721"/>
                <a:gd name="connsiteY3" fmla="*/ 693466 h 693633"/>
                <a:gd name="connsiteX4" fmla="*/ 368235 w 380721"/>
                <a:gd name="connsiteY4" fmla="*/ 624639 h 693633"/>
                <a:gd name="connsiteX5" fmla="*/ 359153 w 380721"/>
                <a:gd name="connsiteY5" fmla="*/ 465403 h 693633"/>
                <a:gd name="connsiteX6" fmla="*/ 261661 w 380721"/>
                <a:gd name="connsiteY6" fmla="*/ 319916 h 693633"/>
                <a:gd name="connsiteX7" fmla="*/ 241913 w 380721"/>
                <a:gd name="connsiteY7" fmla="*/ 296918 h 693633"/>
                <a:gd name="connsiteX8" fmla="*/ 240913 w 380721"/>
                <a:gd name="connsiteY8" fmla="*/ 294502 h 693633"/>
                <a:gd name="connsiteX9" fmla="*/ 186085 w 380721"/>
                <a:gd name="connsiteY9" fmla="*/ 208426 h 693633"/>
                <a:gd name="connsiteX10" fmla="*/ 163337 w 380721"/>
                <a:gd name="connsiteY10" fmla="*/ 121101 h 693633"/>
                <a:gd name="connsiteX11" fmla="*/ 145172 w 380721"/>
                <a:gd name="connsiteY11" fmla="*/ 109102 h 693633"/>
                <a:gd name="connsiteX12" fmla="*/ 164504 w 380721"/>
                <a:gd name="connsiteY12" fmla="*/ 72855 h 693633"/>
                <a:gd name="connsiteX13" fmla="*/ 192917 w 380721"/>
                <a:gd name="connsiteY13" fmla="*/ 37358 h 693633"/>
                <a:gd name="connsiteX14" fmla="*/ 161337 w 380721"/>
                <a:gd name="connsiteY14" fmla="*/ 5611 h 693633"/>
                <a:gd name="connsiteX15" fmla="*/ 128340 w 380721"/>
                <a:gd name="connsiteY15" fmla="*/ 1278 h 693633"/>
                <a:gd name="connsiteX16" fmla="*/ 115841 w 380721"/>
                <a:gd name="connsiteY16" fmla="*/ 22860 h 693633"/>
                <a:gd name="connsiteX17" fmla="*/ 100509 w 380721"/>
                <a:gd name="connsiteY17" fmla="*/ 111185 h 693633"/>
                <a:gd name="connsiteX18" fmla="*/ 38848 w 380721"/>
                <a:gd name="connsiteY18" fmla="*/ 153514 h 693633"/>
                <a:gd name="connsiteX19" fmla="*/ 10101 w 380721"/>
                <a:gd name="connsiteY19" fmla="*/ 227841 h 693633"/>
                <a:gd name="connsiteX20" fmla="*/ 268 w 380721"/>
                <a:gd name="connsiteY20" fmla="*/ 312250 h 693633"/>
                <a:gd name="connsiteX21" fmla="*/ 268 w 380721"/>
                <a:gd name="connsiteY21" fmla="*/ 312250 h 693633"/>
                <a:gd name="connsiteX22" fmla="*/ 136923 w 380721"/>
                <a:gd name="connsiteY22" fmla="*/ 107185 h 693633"/>
                <a:gd name="connsiteX23" fmla="*/ 114591 w 380721"/>
                <a:gd name="connsiteY23" fmla="*/ 107935 h 693633"/>
                <a:gd name="connsiteX24" fmla="*/ 123507 w 380721"/>
                <a:gd name="connsiteY24" fmla="*/ 39108 h 693633"/>
                <a:gd name="connsiteX25" fmla="*/ 140006 w 380721"/>
                <a:gd name="connsiteY25" fmla="*/ 12027 h 693633"/>
                <a:gd name="connsiteX26" fmla="*/ 174003 w 380721"/>
                <a:gd name="connsiteY26" fmla="*/ 19277 h 693633"/>
                <a:gd name="connsiteX27" fmla="*/ 185335 w 380721"/>
                <a:gd name="connsiteY27" fmla="*/ 27442 h 693633"/>
                <a:gd name="connsiteX28" fmla="*/ 171669 w 380721"/>
                <a:gd name="connsiteY28" fmla="*/ 44274 h 693633"/>
                <a:gd name="connsiteX29" fmla="*/ 155588 w 380721"/>
                <a:gd name="connsiteY29" fmla="*/ 64689 h 693633"/>
                <a:gd name="connsiteX30" fmla="*/ 136923 w 380721"/>
                <a:gd name="connsiteY30" fmla="*/ 107185 h 693633"/>
                <a:gd name="connsiteX31" fmla="*/ 136923 w 380721"/>
                <a:gd name="connsiteY31" fmla="*/ 107185 h 693633"/>
                <a:gd name="connsiteX32" fmla="*/ 190334 w 380721"/>
                <a:gd name="connsiteY32" fmla="*/ 247589 h 693633"/>
                <a:gd name="connsiteX33" fmla="*/ 146088 w 380721"/>
                <a:gd name="connsiteY33" fmla="*/ 199344 h 693633"/>
                <a:gd name="connsiteX34" fmla="*/ 142005 w 380721"/>
                <a:gd name="connsiteY34" fmla="*/ 192761 h 693633"/>
                <a:gd name="connsiteX35" fmla="*/ 133589 w 380721"/>
                <a:gd name="connsiteY35" fmla="*/ 199260 h 693633"/>
                <a:gd name="connsiteX36" fmla="*/ 136839 w 380721"/>
                <a:gd name="connsiteY36" fmla="*/ 204927 h 693633"/>
                <a:gd name="connsiteX37" fmla="*/ 138173 w 380721"/>
                <a:gd name="connsiteY37" fmla="*/ 223591 h 693633"/>
                <a:gd name="connsiteX38" fmla="*/ 140589 w 380721"/>
                <a:gd name="connsiteY38" fmla="*/ 242173 h 693633"/>
                <a:gd name="connsiteX39" fmla="*/ 135423 w 380721"/>
                <a:gd name="connsiteY39" fmla="*/ 257672 h 693633"/>
                <a:gd name="connsiteX40" fmla="*/ 126840 w 380721"/>
                <a:gd name="connsiteY40" fmla="*/ 248339 h 693633"/>
                <a:gd name="connsiteX41" fmla="*/ 93593 w 380721"/>
                <a:gd name="connsiteY41" fmla="*/ 188928 h 693633"/>
                <a:gd name="connsiteX42" fmla="*/ 83594 w 380721"/>
                <a:gd name="connsiteY42" fmla="*/ 193178 h 693633"/>
                <a:gd name="connsiteX43" fmla="*/ 86510 w 380721"/>
                <a:gd name="connsiteY43" fmla="*/ 225508 h 693633"/>
                <a:gd name="connsiteX44" fmla="*/ 80011 w 380721"/>
                <a:gd name="connsiteY44" fmla="*/ 238173 h 693633"/>
                <a:gd name="connsiteX45" fmla="*/ 65346 w 380721"/>
                <a:gd name="connsiteY45" fmla="*/ 189595 h 693633"/>
                <a:gd name="connsiteX46" fmla="*/ 56596 w 380721"/>
                <a:gd name="connsiteY46" fmla="*/ 190761 h 693633"/>
                <a:gd name="connsiteX47" fmla="*/ 25433 w 380721"/>
                <a:gd name="connsiteY47" fmla="*/ 227091 h 693633"/>
                <a:gd name="connsiteX48" fmla="*/ 26932 w 380721"/>
                <a:gd name="connsiteY48" fmla="*/ 221092 h 693633"/>
                <a:gd name="connsiteX49" fmla="*/ 60846 w 380721"/>
                <a:gd name="connsiteY49" fmla="*/ 149848 h 693633"/>
                <a:gd name="connsiteX50" fmla="*/ 106842 w 380721"/>
                <a:gd name="connsiteY50" fmla="*/ 123600 h 693633"/>
                <a:gd name="connsiteX51" fmla="*/ 111675 w 380721"/>
                <a:gd name="connsiteY51" fmla="*/ 122434 h 693633"/>
                <a:gd name="connsiteX52" fmla="*/ 129340 w 380721"/>
                <a:gd name="connsiteY52" fmla="*/ 120434 h 693633"/>
                <a:gd name="connsiteX53" fmla="*/ 167920 w 380721"/>
                <a:gd name="connsiteY53" fmla="*/ 183428 h 693633"/>
                <a:gd name="connsiteX54" fmla="*/ 177169 w 380721"/>
                <a:gd name="connsiteY54" fmla="*/ 218009 h 693633"/>
                <a:gd name="connsiteX55" fmla="*/ 184668 w 380721"/>
                <a:gd name="connsiteY55" fmla="*/ 237424 h 693633"/>
                <a:gd name="connsiteX56" fmla="*/ 190334 w 380721"/>
                <a:gd name="connsiteY56" fmla="*/ 247589 h 693633"/>
                <a:gd name="connsiteX57" fmla="*/ 190334 w 380721"/>
                <a:gd name="connsiteY57" fmla="*/ 247589 h 693633"/>
                <a:gd name="connsiteX58" fmla="*/ 14017 w 380721"/>
                <a:gd name="connsiteY58" fmla="*/ 298418 h 693633"/>
                <a:gd name="connsiteX59" fmla="*/ 22099 w 380721"/>
                <a:gd name="connsiteY59" fmla="*/ 240090 h 693633"/>
                <a:gd name="connsiteX60" fmla="*/ 48014 w 380721"/>
                <a:gd name="connsiteY60" fmla="*/ 236590 h 693633"/>
                <a:gd name="connsiteX61" fmla="*/ 60513 w 380721"/>
                <a:gd name="connsiteY61" fmla="*/ 213592 h 693633"/>
                <a:gd name="connsiteX62" fmla="*/ 84511 w 380721"/>
                <a:gd name="connsiteY62" fmla="*/ 256172 h 693633"/>
                <a:gd name="connsiteX63" fmla="*/ 98093 w 380721"/>
                <a:gd name="connsiteY63" fmla="*/ 224841 h 693633"/>
                <a:gd name="connsiteX64" fmla="*/ 112175 w 380721"/>
                <a:gd name="connsiteY64" fmla="*/ 249672 h 693633"/>
                <a:gd name="connsiteX65" fmla="*/ 136589 w 380721"/>
                <a:gd name="connsiteY65" fmla="*/ 271587 h 693633"/>
                <a:gd name="connsiteX66" fmla="*/ 152255 w 380721"/>
                <a:gd name="connsiteY66" fmla="*/ 244506 h 693633"/>
                <a:gd name="connsiteX67" fmla="*/ 149005 w 380721"/>
                <a:gd name="connsiteY67" fmla="*/ 220342 h 693633"/>
                <a:gd name="connsiteX68" fmla="*/ 165503 w 380721"/>
                <a:gd name="connsiteY68" fmla="*/ 237424 h 693633"/>
                <a:gd name="connsiteX69" fmla="*/ 199417 w 380721"/>
                <a:gd name="connsiteY69" fmla="*/ 262588 h 693633"/>
                <a:gd name="connsiteX70" fmla="*/ 228914 w 380721"/>
                <a:gd name="connsiteY70" fmla="*/ 302251 h 693633"/>
                <a:gd name="connsiteX71" fmla="*/ 336155 w 380721"/>
                <a:gd name="connsiteY71" fmla="*/ 451321 h 693633"/>
                <a:gd name="connsiteX72" fmla="*/ 357736 w 380721"/>
                <a:gd name="connsiteY72" fmla="*/ 609807 h 693633"/>
                <a:gd name="connsiteX73" fmla="*/ 304574 w 380721"/>
                <a:gd name="connsiteY73" fmla="*/ 667551 h 693633"/>
                <a:gd name="connsiteX74" fmla="*/ 223915 w 380721"/>
                <a:gd name="connsiteY74" fmla="*/ 677967 h 693633"/>
                <a:gd name="connsiteX75" fmla="*/ 105425 w 380721"/>
                <a:gd name="connsiteY75" fmla="*/ 608473 h 693633"/>
                <a:gd name="connsiteX76" fmla="*/ 37515 w 380721"/>
                <a:gd name="connsiteY76" fmla="*/ 457904 h 693633"/>
                <a:gd name="connsiteX77" fmla="*/ 14017 w 380721"/>
                <a:gd name="connsiteY77" fmla="*/ 298418 h 693633"/>
                <a:gd name="connsiteX78" fmla="*/ 14017 w 380721"/>
                <a:gd name="connsiteY78" fmla="*/ 298418 h 693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380721" h="693633">
                  <a:moveTo>
                    <a:pt x="268" y="312250"/>
                  </a:moveTo>
                  <a:cubicBezTo>
                    <a:pt x="3351" y="372411"/>
                    <a:pt x="14434" y="431323"/>
                    <a:pt x="32182" y="488901"/>
                  </a:cubicBezTo>
                  <a:cubicBezTo>
                    <a:pt x="48514" y="541896"/>
                    <a:pt x="70179" y="593975"/>
                    <a:pt x="109925" y="633805"/>
                  </a:cubicBezTo>
                  <a:cubicBezTo>
                    <a:pt x="145922" y="669885"/>
                    <a:pt x="192167" y="691049"/>
                    <a:pt x="243163" y="693466"/>
                  </a:cubicBezTo>
                  <a:cubicBezTo>
                    <a:pt x="293909" y="695882"/>
                    <a:pt x="345737" y="672134"/>
                    <a:pt x="368235" y="624639"/>
                  </a:cubicBezTo>
                  <a:cubicBezTo>
                    <a:pt x="391483" y="575560"/>
                    <a:pt x="378651" y="513149"/>
                    <a:pt x="359153" y="465403"/>
                  </a:cubicBezTo>
                  <a:cubicBezTo>
                    <a:pt x="336905" y="410908"/>
                    <a:pt x="299908" y="364162"/>
                    <a:pt x="261661" y="319916"/>
                  </a:cubicBezTo>
                  <a:cubicBezTo>
                    <a:pt x="255079" y="312250"/>
                    <a:pt x="248496" y="304668"/>
                    <a:pt x="241913" y="296918"/>
                  </a:cubicBezTo>
                  <a:cubicBezTo>
                    <a:pt x="241913" y="296085"/>
                    <a:pt x="241580" y="295252"/>
                    <a:pt x="240913" y="294502"/>
                  </a:cubicBezTo>
                  <a:cubicBezTo>
                    <a:pt x="218165" y="269254"/>
                    <a:pt x="196167" y="241256"/>
                    <a:pt x="186085" y="208426"/>
                  </a:cubicBezTo>
                  <a:cubicBezTo>
                    <a:pt x="177502" y="180595"/>
                    <a:pt x="183002" y="144682"/>
                    <a:pt x="163337" y="121101"/>
                  </a:cubicBezTo>
                  <a:cubicBezTo>
                    <a:pt x="158254" y="115018"/>
                    <a:pt x="152005" y="111268"/>
                    <a:pt x="145172" y="109102"/>
                  </a:cubicBezTo>
                  <a:cubicBezTo>
                    <a:pt x="150671" y="96686"/>
                    <a:pt x="157671" y="84104"/>
                    <a:pt x="164504" y="72855"/>
                  </a:cubicBezTo>
                  <a:cubicBezTo>
                    <a:pt x="172503" y="59773"/>
                    <a:pt x="184085" y="49774"/>
                    <a:pt x="192917" y="37358"/>
                  </a:cubicBezTo>
                  <a:cubicBezTo>
                    <a:pt x="210083" y="13277"/>
                    <a:pt x="179919" y="9277"/>
                    <a:pt x="161337" y="5611"/>
                  </a:cubicBezTo>
                  <a:cubicBezTo>
                    <a:pt x="152171" y="3778"/>
                    <a:pt x="137673" y="-2722"/>
                    <a:pt x="128340" y="1278"/>
                  </a:cubicBezTo>
                  <a:cubicBezTo>
                    <a:pt x="120924" y="4445"/>
                    <a:pt x="117841" y="15694"/>
                    <a:pt x="115841" y="22860"/>
                  </a:cubicBezTo>
                  <a:cubicBezTo>
                    <a:pt x="107925" y="51107"/>
                    <a:pt x="101509" y="81688"/>
                    <a:pt x="100509" y="111185"/>
                  </a:cubicBezTo>
                  <a:cubicBezTo>
                    <a:pt x="76178" y="118268"/>
                    <a:pt x="53097" y="132183"/>
                    <a:pt x="38848" y="153514"/>
                  </a:cubicBezTo>
                  <a:cubicBezTo>
                    <a:pt x="23933" y="175679"/>
                    <a:pt x="15933" y="202093"/>
                    <a:pt x="10101" y="227841"/>
                  </a:cubicBezTo>
                  <a:cubicBezTo>
                    <a:pt x="3768" y="255838"/>
                    <a:pt x="-1232" y="283419"/>
                    <a:pt x="268" y="312250"/>
                  </a:cubicBezTo>
                  <a:lnTo>
                    <a:pt x="268" y="312250"/>
                  </a:lnTo>
                  <a:close/>
                  <a:moveTo>
                    <a:pt x="136923" y="107185"/>
                  </a:moveTo>
                  <a:cubicBezTo>
                    <a:pt x="129673" y="106269"/>
                    <a:pt x="122007" y="106685"/>
                    <a:pt x="114591" y="107935"/>
                  </a:cubicBezTo>
                  <a:cubicBezTo>
                    <a:pt x="115258" y="84771"/>
                    <a:pt x="118757" y="61773"/>
                    <a:pt x="123507" y="39108"/>
                  </a:cubicBezTo>
                  <a:cubicBezTo>
                    <a:pt x="125757" y="28359"/>
                    <a:pt x="126674" y="11777"/>
                    <a:pt x="140006" y="12027"/>
                  </a:cubicBezTo>
                  <a:cubicBezTo>
                    <a:pt x="150588" y="12277"/>
                    <a:pt x="163670" y="16360"/>
                    <a:pt x="174003" y="19277"/>
                  </a:cubicBezTo>
                  <a:cubicBezTo>
                    <a:pt x="179086" y="20693"/>
                    <a:pt x="184752" y="21276"/>
                    <a:pt x="185335" y="27442"/>
                  </a:cubicBezTo>
                  <a:cubicBezTo>
                    <a:pt x="185751" y="31859"/>
                    <a:pt x="174752" y="40858"/>
                    <a:pt x="171669" y="44274"/>
                  </a:cubicBezTo>
                  <a:cubicBezTo>
                    <a:pt x="165920" y="50774"/>
                    <a:pt x="160337" y="57357"/>
                    <a:pt x="155588" y="64689"/>
                  </a:cubicBezTo>
                  <a:cubicBezTo>
                    <a:pt x="148171" y="76188"/>
                    <a:pt x="138422" y="92270"/>
                    <a:pt x="136923" y="107185"/>
                  </a:cubicBezTo>
                  <a:lnTo>
                    <a:pt x="136923" y="107185"/>
                  </a:lnTo>
                  <a:close/>
                  <a:moveTo>
                    <a:pt x="190334" y="247589"/>
                  </a:moveTo>
                  <a:cubicBezTo>
                    <a:pt x="174252" y="232757"/>
                    <a:pt x="157504" y="217425"/>
                    <a:pt x="146088" y="199344"/>
                  </a:cubicBezTo>
                  <a:cubicBezTo>
                    <a:pt x="145255" y="196761"/>
                    <a:pt x="144089" y="194427"/>
                    <a:pt x="142005" y="192761"/>
                  </a:cubicBezTo>
                  <a:cubicBezTo>
                    <a:pt x="137339" y="188928"/>
                    <a:pt x="130756" y="193677"/>
                    <a:pt x="133589" y="199260"/>
                  </a:cubicBezTo>
                  <a:cubicBezTo>
                    <a:pt x="134589" y="201260"/>
                    <a:pt x="135673" y="203093"/>
                    <a:pt x="136839" y="204927"/>
                  </a:cubicBezTo>
                  <a:cubicBezTo>
                    <a:pt x="138339" y="210759"/>
                    <a:pt x="137673" y="219509"/>
                    <a:pt x="138173" y="223591"/>
                  </a:cubicBezTo>
                  <a:cubicBezTo>
                    <a:pt x="138922" y="229757"/>
                    <a:pt x="140089" y="235924"/>
                    <a:pt x="140589" y="242173"/>
                  </a:cubicBezTo>
                  <a:cubicBezTo>
                    <a:pt x="141006" y="247339"/>
                    <a:pt x="141922" y="259088"/>
                    <a:pt x="135423" y="257672"/>
                  </a:cubicBezTo>
                  <a:cubicBezTo>
                    <a:pt x="132506" y="257005"/>
                    <a:pt x="128590" y="250589"/>
                    <a:pt x="126840" y="248339"/>
                  </a:cubicBezTo>
                  <a:cubicBezTo>
                    <a:pt x="112841" y="230007"/>
                    <a:pt x="106009" y="207926"/>
                    <a:pt x="93593" y="188928"/>
                  </a:cubicBezTo>
                  <a:cubicBezTo>
                    <a:pt x="90010" y="183512"/>
                    <a:pt x="82594" y="187178"/>
                    <a:pt x="83594" y="193178"/>
                  </a:cubicBezTo>
                  <a:cubicBezTo>
                    <a:pt x="85177" y="203343"/>
                    <a:pt x="86427" y="215259"/>
                    <a:pt x="86510" y="225508"/>
                  </a:cubicBezTo>
                  <a:cubicBezTo>
                    <a:pt x="86594" y="230591"/>
                    <a:pt x="85760" y="249839"/>
                    <a:pt x="80011" y="238173"/>
                  </a:cubicBezTo>
                  <a:cubicBezTo>
                    <a:pt x="72595" y="223175"/>
                    <a:pt x="74095" y="204260"/>
                    <a:pt x="65346" y="189595"/>
                  </a:cubicBezTo>
                  <a:cubicBezTo>
                    <a:pt x="63262" y="186178"/>
                    <a:pt x="57513" y="186595"/>
                    <a:pt x="56596" y="190761"/>
                  </a:cubicBezTo>
                  <a:cubicBezTo>
                    <a:pt x="52680" y="207426"/>
                    <a:pt x="46514" y="235340"/>
                    <a:pt x="25433" y="227091"/>
                  </a:cubicBezTo>
                  <a:cubicBezTo>
                    <a:pt x="25933" y="225091"/>
                    <a:pt x="26433" y="223092"/>
                    <a:pt x="26932" y="221092"/>
                  </a:cubicBezTo>
                  <a:cubicBezTo>
                    <a:pt x="33348" y="196344"/>
                    <a:pt x="42514" y="168513"/>
                    <a:pt x="60846" y="149848"/>
                  </a:cubicBezTo>
                  <a:cubicBezTo>
                    <a:pt x="72262" y="138182"/>
                    <a:pt x="89427" y="128433"/>
                    <a:pt x="106842" y="123600"/>
                  </a:cubicBezTo>
                  <a:cubicBezTo>
                    <a:pt x="108509" y="123684"/>
                    <a:pt x="110258" y="123350"/>
                    <a:pt x="111675" y="122434"/>
                  </a:cubicBezTo>
                  <a:cubicBezTo>
                    <a:pt x="117674" y="121101"/>
                    <a:pt x="123674" y="120434"/>
                    <a:pt x="129340" y="120434"/>
                  </a:cubicBezTo>
                  <a:cubicBezTo>
                    <a:pt x="163420" y="120767"/>
                    <a:pt x="164254" y="158097"/>
                    <a:pt x="167920" y="183428"/>
                  </a:cubicBezTo>
                  <a:cubicBezTo>
                    <a:pt x="169670" y="195677"/>
                    <a:pt x="172919" y="207093"/>
                    <a:pt x="177169" y="218009"/>
                  </a:cubicBezTo>
                  <a:cubicBezTo>
                    <a:pt x="179002" y="224508"/>
                    <a:pt x="181419" y="231008"/>
                    <a:pt x="184668" y="237424"/>
                  </a:cubicBezTo>
                  <a:cubicBezTo>
                    <a:pt x="186418" y="240840"/>
                    <a:pt x="188335" y="244173"/>
                    <a:pt x="190334" y="247589"/>
                  </a:cubicBezTo>
                  <a:lnTo>
                    <a:pt x="190334" y="247589"/>
                  </a:lnTo>
                  <a:close/>
                  <a:moveTo>
                    <a:pt x="14017" y="298418"/>
                  </a:moveTo>
                  <a:cubicBezTo>
                    <a:pt x="14017" y="278920"/>
                    <a:pt x="17600" y="259171"/>
                    <a:pt x="22099" y="240090"/>
                  </a:cubicBezTo>
                  <a:cubicBezTo>
                    <a:pt x="31099" y="243340"/>
                    <a:pt x="39681" y="244339"/>
                    <a:pt x="48014" y="236590"/>
                  </a:cubicBezTo>
                  <a:cubicBezTo>
                    <a:pt x="54763" y="230341"/>
                    <a:pt x="58096" y="222175"/>
                    <a:pt x="60513" y="213592"/>
                  </a:cubicBezTo>
                  <a:cubicBezTo>
                    <a:pt x="63762" y="233507"/>
                    <a:pt x="68845" y="259005"/>
                    <a:pt x="84511" y="256172"/>
                  </a:cubicBezTo>
                  <a:cubicBezTo>
                    <a:pt x="96010" y="254089"/>
                    <a:pt x="98509" y="239757"/>
                    <a:pt x="98093" y="224841"/>
                  </a:cubicBezTo>
                  <a:cubicBezTo>
                    <a:pt x="102092" y="233341"/>
                    <a:pt x="106509" y="241756"/>
                    <a:pt x="112175" y="249672"/>
                  </a:cubicBezTo>
                  <a:cubicBezTo>
                    <a:pt x="117674" y="257422"/>
                    <a:pt x="126007" y="270421"/>
                    <a:pt x="136589" y="271587"/>
                  </a:cubicBezTo>
                  <a:cubicBezTo>
                    <a:pt x="150671" y="273170"/>
                    <a:pt x="152838" y="254505"/>
                    <a:pt x="152255" y="244506"/>
                  </a:cubicBezTo>
                  <a:cubicBezTo>
                    <a:pt x="151838" y="236424"/>
                    <a:pt x="150338" y="228341"/>
                    <a:pt x="149005" y="220342"/>
                  </a:cubicBezTo>
                  <a:cubicBezTo>
                    <a:pt x="154421" y="226091"/>
                    <a:pt x="160170" y="231591"/>
                    <a:pt x="165503" y="237424"/>
                  </a:cubicBezTo>
                  <a:cubicBezTo>
                    <a:pt x="174836" y="247589"/>
                    <a:pt x="186001" y="258338"/>
                    <a:pt x="199417" y="262588"/>
                  </a:cubicBezTo>
                  <a:cubicBezTo>
                    <a:pt x="208583" y="276337"/>
                    <a:pt x="218748" y="289419"/>
                    <a:pt x="228914" y="302251"/>
                  </a:cubicBezTo>
                  <a:cubicBezTo>
                    <a:pt x="266911" y="349913"/>
                    <a:pt x="309324" y="395909"/>
                    <a:pt x="336155" y="451321"/>
                  </a:cubicBezTo>
                  <a:cubicBezTo>
                    <a:pt x="359319" y="499317"/>
                    <a:pt x="373901" y="557312"/>
                    <a:pt x="357736" y="609807"/>
                  </a:cubicBezTo>
                  <a:cubicBezTo>
                    <a:pt x="349737" y="635721"/>
                    <a:pt x="328655" y="656552"/>
                    <a:pt x="304574" y="667551"/>
                  </a:cubicBezTo>
                  <a:cubicBezTo>
                    <a:pt x="278243" y="679634"/>
                    <a:pt x="252579" y="681800"/>
                    <a:pt x="223915" y="677967"/>
                  </a:cubicBezTo>
                  <a:cubicBezTo>
                    <a:pt x="177002" y="671634"/>
                    <a:pt x="135089" y="644720"/>
                    <a:pt x="105425" y="608473"/>
                  </a:cubicBezTo>
                  <a:cubicBezTo>
                    <a:pt x="70012" y="565061"/>
                    <a:pt x="51847" y="511399"/>
                    <a:pt x="37515" y="457904"/>
                  </a:cubicBezTo>
                  <a:cubicBezTo>
                    <a:pt x="23849" y="405908"/>
                    <a:pt x="14184" y="352163"/>
                    <a:pt x="14017" y="298418"/>
                  </a:cubicBezTo>
                  <a:lnTo>
                    <a:pt x="14017" y="298418"/>
                  </a:lnTo>
                  <a:close/>
                </a:path>
              </a:pathLst>
            </a:custGeom>
            <a:grpFill/>
            <a:ln w="8332" cap="flat">
              <a:noFill/>
              <a:prstDash val="solid"/>
              <a:miter/>
            </a:ln>
          </p:spPr>
          <p:txBody>
            <a:bodyPr rtlCol="0" anchor="ctr"/>
            <a:lstStyle/>
            <a:p>
              <a:endParaRPr lang="en-US"/>
            </a:p>
          </p:txBody>
        </p:sp>
        <p:sp>
          <p:nvSpPr>
            <p:cNvPr id="1442" name="Freeform: Shape 1441"/>
            <p:cNvSpPr/>
            <p:nvPr/>
          </p:nvSpPr>
          <p:spPr>
            <a:xfrm>
              <a:off x="3918574" y="2339864"/>
              <a:ext cx="479264" cy="778772"/>
            </a:xfrm>
            <a:custGeom>
              <a:avLst/>
              <a:gdLst>
                <a:gd name="connsiteX0" fmla="*/ 92419 w 479264"/>
                <a:gd name="connsiteY0" fmla="*/ 733036 h 778772"/>
                <a:gd name="connsiteX1" fmla="*/ 119500 w 479264"/>
                <a:gd name="connsiteY1" fmla="*/ 693123 h 778772"/>
                <a:gd name="connsiteX2" fmla="*/ 145998 w 479264"/>
                <a:gd name="connsiteY2" fmla="*/ 670375 h 778772"/>
                <a:gd name="connsiteX3" fmla="*/ 165829 w 479264"/>
                <a:gd name="connsiteY3" fmla="*/ 633045 h 778772"/>
                <a:gd name="connsiteX4" fmla="*/ 224240 w 479264"/>
                <a:gd name="connsiteY4" fmla="*/ 571801 h 778772"/>
                <a:gd name="connsiteX5" fmla="*/ 241239 w 479264"/>
                <a:gd name="connsiteY5" fmla="*/ 542970 h 778772"/>
                <a:gd name="connsiteX6" fmla="*/ 257570 w 479264"/>
                <a:gd name="connsiteY6" fmla="*/ 502807 h 778772"/>
                <a:gd name="connsiteX7" fmla="*/ 325814 w 479264"/>
                <a:gd name="connsiteY7" fmla="*/ 439896 h 778772"/>
                <a:gd name="connsiteX8" fmla="*/ 359061 w 479264"/>
                <a:gd name="connsiteY8" fmla="*/ 375235 h 778772"/>
                <a:gd name="connsiteX9" fmla="*/ 346979 w 479264"/>
                <a:gd name="connsiteY9" fmla="*/ 301075 h 778772"/>
                <a:gd name="connsiteX10" fmla="*/ 340313 w 479264"/>
                <a:gd name="connsiteY10" fmla="*/ 287743 h 778772"/>
                <a:gd name="connsiteX11" fmla="*/ 367394 w 479264"/>
                <a:gd name="connsiteY11" fmla="*/ 259246 h 778772"/>
                <a:gd name="connsiteX12" fmla="*/ 399724 w 479264"/>
                <a:gd name="connsiteY12" fmla="*/ 219333 h 778772"/>
                <a:gd name="connsiteX13" fmla="*/ 413890 w 479264"/>
                <a:gd name="connsiteY13" fmla="*/ 195418 h 778772"/>
                <a:gd name="connsiteX14" fmla="*/ 420306 w 479264"/>
                <a:gd name="connsiteY14" fmla="*/ 183503 h 778772"/>
                <a:gd name="connsiteX15" fmla="*/ 412057 w 479264"/>
                <a:gd name="connsiteY15" fmla="*/ 169754 h 778772"/>
                <a:gd name="connsiteX16" fmla="*/ 420472 w 479264"/>
                <a:gd name="connsiteY16" fmla="*/ 160921 h 778772"/>
                <a:gd name="connsiteX17" fmla="*/ 467718 w 479264"/>
                <a:gd name="connsiteY17" fmla="*/ 100760 h 778772"/>
                <a:gd name="connsiteX18" fmla="*/ 474801 w 479264"/>
                <a:gd name="connsiteY18" fmla="*/ 54597 h 778772"/>
                <a:gd name="connsiteX19" fmla="*/ 426889 w 479264"/>
                <a:gd name="connsiteY19" fmla="*/ 50431 h 778772"/>
                <a:gd name="connsiteX20" fmla="*/ 385976 w 479264"/>
                <a:gd name="connsiteY20" fmla="*/ 108176 h 778772"/>
                <a:gd name="connsiteX21" fmla="*/ 354729 w 479264"/>
                <a:gd name="connsiteY21" fmla="*/ 157005 h 778772"/>
                <a:gd name="connsiteX22" fmla="*/ 376143 w 479264"/>
                <a:gd name="connsiteY22" fmla="*/ 110592 h 778772"/>
                <a:gd name="connsiteX23" fmla="*/ 401391 w 479264"/>
                <a:gd name="connsiteY23" fmla="*/ 36183 h 778772"/>
                <a:gd name="connsiteX24" fmla="*/ 383893 w 479264"/>
                <a:gd name="connsiteY24" fmla="*/ 186 h 778772"/>
                <a:gd name="connsiteX25" fmla="*/ 348146 w 479264"/>
                <a:gd name="connsiteY25" fmla="*/ 31933 h 778772"/>
                <a:gd name="connsiteX26" fmla="*/ 335814 w 479264"/>
                <a:gd name="connsiteY26" fmla="*/ 96094 h 778772"/>
                <a:gd name="connsiteX27" fmla="*/ 307149 w 479264"/>
                <a:gd name="connsiteY27" fmla="*/ 98177 h 778772"/>
                <a:gd name="connsiteX28" fmla="*/ 286985 w 479264"/>
                <a:gd name="connsiteY28" fmla="*/ 141090 h 778772"/>
                <a:gd name="connsiteX29" fmla="*/ 271319 w 479264"/>
                <a:gd name="connsiteY29" fmla="*/ 190252 h 778772"/>
                <a:gd name="connsiteX30" fmla="*/ 262237 w 479264"/>
                <a:gd name="connsiteY30" fmla="*/ 233581 h 778772"/>
                <a:gd name="connsiteX31" fmla="*/ 192076 w 479264"/>
                <a:gd name="connsiteY31" fmla="*/ 252329 h 778772"/>
                <a:gd name="connsiteX32" fmla="*/ 150664 w 479264"/>
                <a:gd name="connsiteY32" fmla="*/ 306325 h 778772"/>
                <a:gd name="connsiteX33" fmla="*/ 138331 w 479264"/>
                <a:gd name="connsiteY33" fmla="*/ 343488 h 778772"/>
                <a:gd name="connsiteX34" fmla="*/ 110167 w 479264"/>
                <a:gd name="connsiteY34" fmla="*/ 380568 h 778772"/>
                <a:gd name="connsiteX35" fmla="*/ 71421 w 479264"/>
                <a:gd name="connsiteY35" fmla="*/ 437230 h 778772"/>
                <a:gd name="connsiteX36" fmla="*/ 55922 w 479264"/>
                <a:gd name="connsiteY36" fmla="*/ 513473 h 778772"/>
                <a:gd name="connsiteX37" fmla="*/ 29675 w 479264"/>
                <a:gd name="connsiteY37" fmla="*/ 574384 h 778772"/>
                <a:gd name="connsiteX38" fmla="*/ 19009 w 479264"/>
                <a:gd name="connsiteY38" fmla="*/ 654960 h 778772"/>
                <a:gd name="connsiteX39" fmla="*/ 11 w 479264"/>
                <a:gd name="connsiteY39" fmla="*/ 725787 h 778772"/>
                <a:gd name="connsiteX40" fmla="*/ 21925 w 479264"/>
                <a:gd name="connsiteY40" fmla="*/ 775699 h 778772"/>
                <a:gd name="connsiteX41" fmla="*/ 70087 w 479264"/>
                <a:gd name="connsiteY41" fmla="*/ 759701 h 778772"/>
                <a:gd name="connsiteX42" fmla="*/ 92419 w 479264"/>
                <a:gd name="connsiteY42" fmla="*/ 733036 h 778772"/>
                <a:gd name="connsiteX43" fmla="*/ 92419 w 479264"/>
                <a:gd name="connsiteY43" fmla="*/ 733036 h 778772"/>
                <a:gd name="connsiteX44" fmla="*/ 409307 w 479264"/>
                <a:gd name="connsiteY44" fmla="*/ 186419 h 778772"/>
                <a:gd name="connsiteX45" fmla="*/ 399558 w 479264"/>
                <a:gd name="connsiteY45" fmla="*/ 200168 h 778772"/>
                <a:gd name="connsiteX46" fmla="*/ 377476 w 479264"/>
                <a:gd name="connsiteY46" fmla="*/ 232498 h 778772"/>
                <a:gd name="connsiteX47" fmla="*/ 352062 w 479264"/>
                <a:gd name="connsiteY47" fmla="*/ 257829 h 778772"/>
                <a:gd name="connsiteX48" fmla="*/ 333064 w 479264"/>
                <a:gd name="connsiteY48" fmla="*/ 275661 h 778772"/>
                <a:gd name="connsiteX49" fmla="*/ 326648 w 479264"/>
                <a:gd name="connsiteY49" fmla="*/ 267078 h 778772"/>
                <a:gd name="connsiteX50" fmla="*/ 338813 w 479264"/>
                <a:gd name="connsiteY50" fmla="*/ 253913 h 778772"/>
                <a:gd name="connsiteX51" fmla="*/ 363478 w 479264"/>
                <a:gd name="connsiteY51" fmla="*/ 223165 h 778772"/>
                <a:gd name="connsiteX52" fmla="*/ 407891 w 479264"/>
                <a:gd name="connsiteY52" fmla="*/ 174420 h 778772"/>
                <a:gd name="connsiteX53" fmla="*/ 409307 w 479264"/>
                <a:gd name="connsiteY53" fmla="*/ 186419 h 778772"/>
                <a:gd name="connsiteX54" fmla="*/ 409307 w 479264"/>
                <a:gd name="connsiteY54" fmla="*/ 186419 h 778772"/>
                <a:gd name="connsiteX55" fmla="*/ 408474 w 479264"/>
                <a:gd name="connsiteY55" fmla="*/ 94511 h 778772"/>
                <a:gd name="connsiteX56" fmla="*/ 425805 w 479264"/>
                <a:gd name="connsiteY56" fmla="*/ 65430 h 778772"/>
                <a:gd name="connsiteX57" fmla="*/ 465219 w 479264"/>
                <a:gd name="connsiteY57" fmla="*/ 62347 h 778772"/>
                <a:gd name="connsiteX58" fmla="*/ 442804 w 479264"/>
                <a:gd name="connsiteY58" fmla="*/ 122258 h 778772"/>
                <a:gd name="connsiteX59" fmla="*/ 397558 w 479264"/>
                <a:gd name="connsiteY59" fmla="*/ 170504 h 778772"/>
                <a:gd name="connsiteX60" fmla="*/ 352062 w 479264"/>
                <a:gd name="connsiteY60" fmla="*/ 218916 h 778772"/>
                <a:gd name="connsiteX61" fmla="*/ 319648 w 479264"/>
                <a:gd name="connsiteY61" fmla="*/ 259912 h 778772"/>
                <a:gd name="connsiteX62" fmla="*/ 311566 w 479264"/>
                <a:gd name="connsiteY62" fmla="*/ 253330 h 778772"/>
                <a:gd name="connsiteX63" fmla="*/ 314482 w 479264"/>
                <a:gd name="connsiteY63" fmla="*/ 247330 h 778772"/>
                <a:gd name="connsiteX64" fmla="*/ 324981 w 479264"/>
                <a:gd name="connsiteY64" fmla="*/ 231082 h 778772"/>
                <a:gd name="connsiteX65" fmla="*/ 340313 w 479264"/>
                <a:gd name="connsiteY65" fmla="*/ 204334 h 778772"/>
                <a:gd name="connsiteX66" fmla="*/ 373227 w 479264"/>
                <a:gd name="connsiteY66" fmla="*/ 151339 h 778772"/>
                <a:gd name="connsiteX67" fmla="*/ 408474 w 479264"/>
                <a:gd name="connsiteY67" fmla="*/ 94511 h 778772"/>
                <a:gd name="connsiteX68" fmla="*/ 408474 w 479264"/>
                <a:gd name="connsiteY68" fmla="*/ 94511 h 778772"/>
                <a:gd name="connsiteX69" fmla="*/ 357228 w 479264"/>
                <a:gd name="connsiteY69" fmla="*/ 53764 h 778772"/>
                <a:gd name="connsiteX70" fmla="*/ 365311 w 479264"/>
                <a:gd name="connsiteY70" fmla="*/ 20934 h 778772"/>
                <a:gd name="connsiteX71" fmla="*/ 390059 w 479264"/>
                <a:gd name="connsiteY71" fmla="*/ 15768 h 778772"/>
                <a:gd name="connsiteX72" fmla="*/ 391642 w 479264"/>
                <a:gd name="connsiteY72" fmla="*/ 39516 h 778772"/>
                <a:gd name="connsiteX73" fmla="*/ 383309 w 479264"/>
                <a:gd name="connsiteY73" fmla="*/ 72013 h 778772"/>
                <a:gd name="connsiteX74" fmla="*/ 354645 w 479264"/>
                <a:gd name="connsiteY74" fmla="*/ 138006 h 778772"/>
                <a:gd name="connsiteX75" fmla="*/ 324898 w 479264"/>
                <a:gd name="connsiteY75" fmla="*/ 200001 h 778772"/>
                <a:gd name="connsiteX76" fmla="*/ 301733 w 479264"/>
                <a:gd name="connsiteY76" fmla="*/ 247413 h 778772"/>
                <a:gd name="connsiteX77" fmla="*/ 296817 w 479264"/>
                <a:gd name="connsiteY77" fmla="*/ 245164 h 778772"/>
                <a:gd name="connsiteX78" fmla="*/ 294567 w 479264"/>
                <a:gd name="connsiteY78" fmla="*/ 244330 h 778772"/>
                <a:gd name="connsiteX79" fmla="*/ 335230 w 479264"/>
                <a:gd name="connsiteY79" fmla="*/ 144506 h 778772"/>
                <a:gd name="connsiteX80" fmla="*/ 351395 w 479264"/>
                <a:gd name="connsiteY80" fmla="*/ 82845 h 778772"/>
                <a:gd name="connsiteX81" fmla="*/ 357228 w 479264"/>
                <a:gd name="connsiteY81" fmla="*/ 53764 h 778772"/>
                <a:gd name="connsiteX82" fmla="*/ 357228 w 479264"/>
                <a:gd name="connsiteY82" fmla="*/ 53764 h 778772"/>
                <a:gd name="connsiteX83" fmla="*/ 289984 w 479264"/>
                <a:gd name="connsiteY83" fmla="*/ 165838 h 778772"/>
                <a:gd name="connsiteX84" fmla="*/ 302483 w 479264"/>
                <a:gd name="connsiteY84" fmla="*/ 131757 h 778772"/>
                <a:gd name="connsiteX85" fmla="*/ 319482 w 479264"/>
                <a:gd name="connsiteY85" fmla="*/ 103676 h 778772"/>
                <a:gd name="connsiteX86" fmla="*/ 334397 w 479264"/>
                <a:gd name="connsiteY86" fmla="*/ 102093 h 778772"/>
                <a:gd name="connsiteX87" fmla="*/ 333814 w 479264"/>
                <a:gd name="connsiteY87" fmla="*/ 104426 h 778772"/>
                <a:gd name="connsiteX88" fmla="*/ 315232 w 479264"/>
                <a:gd name="connsiteY88" fmla="*/ 176503 h 778772"/>
                <a:gd name="connsiteX89" fmla="*/ 299650 w 479264"/>
                <a:gd name="connsiteY89" fmla="*/ 218749 h 778772"/>
                <a:gd name="connsiteX90" fmla="*/ 287818 w 479264"/>
                <a:gd name="connsiteY90" fmla="*/ 240747 h 778772"/>
                <a:gd name="connsiteX91" fmla="*/ 276235 w 479264"/>
                <a:gd name="connsiteY91" fmla="*/ 236081 h 778772"/>
                <a:gd name="connsiteX92" fmla="*/ 275986 w 479264"/>
                <a:gd name="connsiteY92" fmla="*/ 235248 h 778772"/>
                <a:gd name="connsiteX93" fmla="*/ 289984 w 479264"/>
                <a:gd name="connsiteY93" fmla="*/ 165838 h 778772"/>
                <a:gd name="connsiteX94" fmla="*/ 289984 w 479264"/>
                <a:gd name="connsiteY94" fmla="*/ 165838 h 778772"/>
                <a:gd name="connsiteX95" fmla="*/ 34424 w 479264"/>
                <a:gd name="connsiteY95" fmla="*/ 762700 h 778772"/>
                <a:gd name="connsiteX96" fmla="*/ 16509 w 479264"/>
                <a:gd name="connsiteY96" fmla="*/ 728120 h 778772"/>
                <a:gd name="connsiteX97" fmla="*/ 31258 w 479264"/>
                <a:gd name="connsiteY97" fmla="*/ 671375 h 778772"/>
                <a:gd name="connsiteX98" fmla="*/ 81586 w 479264"/>
                <a:gd name="connsiteY98" fmla="*/ 703706 h 778772"/>
                <a:gd name="connsiteX99" fmla="*/ 82670 w 479264"/>
                <a:gd name="connsiteY99" fmla="*/ 695706 h 778772"/>
                <a:gd name="connsiteX100" fmla="*/ 57339 w 479264"/>
                <a:gd name="connsiteY100" fmla="*/ 686041 h 778772"/>
                <a:gd name="connsiteX101" fmla="*/ 32507 w 479264"/>
                <a:gd name="connsiteY101" fmla="*/ 667792 h 778772"/>
                <a:gd name="connsiteX102" fmla="*/ 33007 w 479264"/>
                <a:gd name="connsiteY102" fmla="*/ 666542 h 778772"/>
                <a:gd name="connsiteX103" fmla="*/ 44923 w 479264"/>
                <a:gd name="connsiteY103" fmla="*/ 606964 h 778772"/>
                <a:gd name="connsiteX104" fmla="*/ 46507 w 479264"/>
                <a:gd name="connsiteY104" fmla="*/ 575384 h 778772"/>
                <a:gd name="connsiteX105" fmla="*/ 59172 w 479264"/>
                <a:gd name="connsiteY105" fmla="*/ 542803 h 778772"/>
                <a:gd name="connsiteX106" fmla="*/ 62672 w 479264"/>
                <a:gd name="connsiteY106" fmla="*/ 536221 h 778772"/>
                <a:gd name="connsiteX107" fmla="*/ 132332 w 479264"/>
                <a:gd name="connsiteY107" fmla="*/ 584883 h 778772"/>
                <a:gd name="connsiteX108" fmla="*/ 132915 w 479264"/>
                <a:gd name="connsiteY108" fmla="*/ 582800 h 778772"/>
                <a:gd name="connsiteX109" fmla="*/ 88919 w 479264"/>
                <a:gd name="connsiteY109" fmla="*/ 551303 h 778772"/>
                <a:gd name="connsiteX110" fmla="*/ 76587 w 479264"/>
                <a:gd name="connsiteY110" fmla="*/ 536637 h 778772"/>
                <a:gd name="connsiteX111" fmla="*/ 67171 w 479264"/>
                <a:gd name="connsiteY111" fmla="*/ 527388 h 778772"/>
                <a:gd name="connsiteX112" fmla="*/ 79920 w 479264"/>
                <a:gd name="connsiteY112" fmla="*/ 490225 h 778772"/>
                <a:gd name="connsiteX113" fmla="*/ 88919 w 479264"/>
                <a:gd name="connsiteY113" fmla="*/ 428480 h 778772"/>
                <a:gd name="connsiteX114" fmla="*/ 105751 w 479264"/>
                <a:gd name="connsiteY114" fmla="*/ 403566 h 778772"/>
                <a:gd name="connsiteX115" fmla="*/ 108834 w 479264"/>
                <a:gd name="connsiteY115" fmla="*/ 424481 h 778772"/>
                <a:gd name="connsiteX116" fmla="*/ 132415 w 479264"/>
                <a:gd name="connsiteY116" fmla="*/ 458644 h 778772"/>
                <a:gd name="connsiteX117" fmla="*/ 206242 w 479264"/>
                <a:gd name="connsiteY117" fmla="*/ 489225 h 778772"/>
                <a:gd name="connsiteX118" fmla="*/ 207158 w 479264"/>
                <a:gd name="connsiteY118" fmla="*/ 482476 h 778772"/>
                <a:gd name="connsiteX119" fmla="*/ 137748 w 479264"/>
                <a:gd name="connsiteY119" fmla="*/ 445812 h 778772"/>
                <a:gd name="connsiteX120" fmla="*/ 117583 w 479264"/>
                <a:gd name="connsiteY120" fmla="*/ 417148 h 778772"/>
                <a:gd name="connsiteX121" fmla="*/ 111584 w 479264"/>
                <a:gd name="connsiteY121" fmla="*/ 398150 h 778772"/>
                <a:gd name="connsiteX122" fmla="*/ 140998 w 479264"/>
                <a:gd name="connsiteY122" fmla="*/ 369736 h 778772"/>
                <a:gd name="connsiteX123" fmla="*/ 161746 w 479264"/>
                <a:gd name="connsiteY123" fmla="*/ 316324 h 778772"/>
                <a:gd name="connsiteX124" fmla="*/ 163663 w 479264"/>
                <a:gd name="connsiteY124" fmla="*/ 325490 h 778772"/>
                <a:gd name="connsiteX125" fmla="*/ 183744 w 479264"/>
                <a:gd name="connsiteY125" fmla="*/ 360570 h 778772"/>
                <a:gd name="connsiteX126" fmla="*/ 260571 w 479264"/>
                <a:gd name="connsiteY126" fmla="*/ 394400 h 778772"/>
                <a:gd name="connsiteX127" fmla="*/ 261487 w 479264"/>
                <a:gd name="connsiteY127" fmla="*/ 387317 h 778772"/>
                <a:gd name="connsiteX128" fmla="*/ 190493 w 479264"/>
                <a:gd name="connsiteY128" fmla="*/ 350404 h 778772"/>
                <a:gd name="connsiteX129" fmla="*/ 171662 w 479264"/>
                <a:gd name="connsiteY129" fmla="*/ 314907 h 778772"/>
                <a:gd name="connsiteX130" fmla="*/ 168912 w 479264"/>
                <a:gd name="connsiteY130" fmla="*/ 297576 h 778772"/>
                <a:gd name="connsiteX131" fmla="*/ 188827 w 479264"/>
                <a:gd name="connsiteY131" fmla="*/ 270745 h 778772"/>
                <a:gd name="connsiteX132" fmla="*/ 227740 w 479264"/>
                <a:gd name="connsiteY132" fmla="*/ 249996 h 778772"/>
                <a:gd name="connsiteX133" fmla="*/ 239739 w 479264"/>
                <a:gd name="connsiteY133" fmla="*/ 246330 h 778772"/>
                <a:gd name="connsiteX134" fmla="*/ 287151 w 479264"/>
                <a:gd name="connsiteY134" fmla="*/ 256579 h 778772"/>
                <a:gd name="connsiteX135" fmla="*/ 331314 w 479264"/>
                <a:gd name="connsiteY135" fmla="*/ 303992 h 778772"/>
                <a:gd name="connsiteX136" fmla="*/ 344896 w 479264"/>
                <a:gd name="connsiteY136" fmla="*/ 365819 h 778772"/>
                <a:gd name="connsiteX137" fmla="*/ 327814 w 479264"/>
                <a:gd name="connsiteY137" fmla="*/ 365153 h 778772"/>
                <a:gd name="connsiteX138" fmla="*/ 286818 w 479264"/>
                <a:gd name="connsiteY138" fmla="*/ 355987 h 778772"/>
                <a:gd name="connsiteX139" fmla="*/ 231823 w 479264"/>
                <a:gd name="connsiteY139" fmla="*/ 300492 h 778772"/>
                <a:gd name="connsiteX140" fmla="*/ 231240 w 479264"/>
                <a:gd name="connsiteY140" fmla="*/ 300742 h 778772"/>
                <a:gd name="connsiteX141" fmla="*/ 279485 w 479264"/>
                <a:gd name="connsiteY141" fmla="*/ 366653 h 778772"/>
                <a:gd name="connsiteX142" fmla="*/ 342979 w 479264"/>
                <a:gd name="connsiteY142" fmla="*/ 380818 h 778772"/>
                <a:gd name="connsiteX143" fmla="*/ 313899 w 479264"/>
                <a:gd name="connsiteY143" fmla="*/ 431897 h 778772"/>
                <a:gd name="connsiteX144" fmla="*/ 289234 w 479264"/>
                <a:gd name="connsiteY144" fmla="*/ 455061 h 778772"/>
                <a:gd name="connsiteX145" fmla="*/ 287568 w 479264"/>
                <a:gd name="connsiteY145" fmla="*/ 453062 h 778772"/>
                <a:gd name="connsiteX146" fmla="*/ 247405 w 479264"/>
                <a:gd name="connsiteY146" fmla="*/ 441396 h 778772"/>
                <a:gd name="connsiteX147" fmla="*/ 196410 w 479264"/>
                <a:gd name="connsiteY147" fmla="*/ 411315 h 778772"/>
                <a:gd name="connsiteX148" fmla="*/ 195576 w 479264"/>
                <a:gd name="connsiteY148" fmla="*/ 412149 h 778772"/>
                <a:gd name="connsiteX149" fmla="*/ 280069 w 479264"/>
                <a:gd name="connsiteY149" fmla="*/ 462477 h 778772"/>
                <a:gd name="connsiteX150" fmla="*/ 259320 w 479264"/>
                <a:gd name="connsiteY150" fmla="*/ 479809 h 778772"/>
                <a:gd name="connsiteX151" fmla="*/ 228906 w 479264"/>
                <a:gd name="connsiteY151" fmla="*/ 531721 h 778772"/>
                <a:gd name="connsiteX152" fmla="*/ 213824 w 479264"/>
                <a:gd name="connsiteY152" fmla="*/ 531721 h 778772"/>
                <a:gd name="connsiteX153" fmla="*/ 188327 w 479264"/>
                <a:gd name="connsiteY153" fmla="*/ 529221 h 778772"/>
                <a:gd name="connsiteX154" fmla="*/ 149330 w 479264"/>
                <a:gd name="connsiteY154" fmla="*/ 514889 h 778772"/>
                <a:gd name="connsiteX155" fmla="*/ 115750 w 479264"/>
                <a:gd name="connsiteY155" fmla="*/ 481725 h 778772"/>
                <a:gd name="connsiteX156" fmla="*/ 114167 w 479264"/>
                <a:gd name="connsiteY156" fmla="*/ 482892 h 778772"/>
                <a:gd name="connsiteX157" fmla="*/ 146580 w 479264"/>
                <a:gd name="connsiteY157" fmla="*/ 526472 h 778772"/>
                <a:gd name="connsiteX158" fmla="*/ 186494 w 479264"/>
                <a:gd name="connsiteY158" fmla="*/ 543137 h 778772"/>
                <a:gd name="connsiteX159" fmla="*/ 221574 w 479264"/>
                <a:gd name="connsiteY159" fmla="*/ 546386 h 778772"/>
                <a:gd name="connsiteX160" fmla="*/ 185660 w 479264"/>
                <a:gd name="connsiteY160" fmla="*/ 587799 h 778772"/>
                <a:gd name="connsiteX161" fmla="*/ 147080 w 479264"/>
                <a:gd name="connsiteY161" fmla="*/ 637128 h 778772"/>
                <a:gd name="connsiteX162" fmla="*/ 138498 w 479264"/>
                <a:gd name="connsiteY162" fmla="*/ 654877 h 778772"/>
                <a:gd name="connsiteX163" fmla="*/ 136498 w 479264"/>
                <a:gd name="connsiteY163" fmla="*/ 654127 h 778772"/>
                <a:gd name="connsiteX164" fmla="*/ 92585 w 479264"/>
                <a:gd name="connsiteY164" fmla="*/ 645627 h 778772"/>
                <a:gd name="connsiteX165" fmla="*/ 48256 w 479264"/>
                <a:gd name="connsiteY165" fmla="*/ 611381 h 778772"/>
                <a:gd name="connsiteX166" fmla="*/ 47506 w 479264"/>
                <a:gd name="connsiteY166" fmla="*/ 611797 h 778772"/>
                <a:gd name="connsiteX167" fmla="*/ 129582 w 479264"/>
                <a:gd name="connsiteY167" fmla="*/ 667042 h 778772"/>
                <a:gd name="connsiteX168" fmla="*/ 128915 w 479264"/>
                <a:gd name="connsiteY168" fmla="*/ 667709 h 778772"/>
                <a:gd name="connsiteX169" fmla="*/ 102085 w 479264"/>
                <a:gd name="connsiteY169" fmla="*/ 691373 h 778772"/>
                <a:gd name="connsiteX170" fmla="*/ 62422 w 479264"/>
                <a:gd name="connsiteY170" fmla="*/ 746118 h 778772"/>
                <a:gd name="connsiteX171" fmla="*/ 34424 w 479264"/>
                <a:gd name="connsiteY171" fmla="*/ 762700 h 778772"/>
                <a:gd name="connsiteX172" fmla="*/ 34424 w 479264"/>
                <a:gd name="connsiteY172" fmla="*/ 762700 h 778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Lst>
              <a:rect l="l" t="t" r="r" b="b"/>
              <a:pathLst>
                <a:path w="479264" h="778772">
                  <a:moveTo>
                    <a:pt x="92419" y="733036"/>
                  </a:moveTo>
                  <a:cubicBezTo>
                    <a:pt x="101335" y="719287"/>
                    <a:pt x="107167" y="704539"/>
                    <a:pt x="119500" y="693123"/>
                  </a:cubicBezTo>
                  <a:cubicBezTo>
                    <a:pt x="128082" y="685207"/>
                    <a:pt x="138915" y="679875"/>
                    <a:pt x="145998" y="670375"/>
                  </a:cubicBezTo>
                  <a:cubicBezTo>
                    <a:pt x="154413" y="659043"/>
                    <a:pt x="158913" y="645211"/>
                    <a:pt x="165829" y="633045"/>
                  </a:cubicBezTo>
                  <a:cubicBezTo>
                    <a:pt x="180244" y="607631"/>
                    <a:pt x="206992" y="594799"/>
                    <a:pt x="224240" y="571801"/>
                  </a:cubicBezTo>
                  <a:cubicBezTo>
                    <a:pt x="230906" y="562885"/>
                    <a:pt x="236822" y="553219"/>
                    <a:pt x="241239" y="542970"/>
                  </a:cubicBezTo>
                  <a:cubicBezTo>
                    <a:pt x="246988" y="529638"/>
                    <a:pt x="249738" y="515223"/>
                    <a:pt x="257570" y="502807"/>
                  </a:cubicBezTo>
                  <a:cubicBezTo>
                    <a:pt x="273903" y="477059"/>
                    <a:pt x="305983" y="463061"/>
                    <a:pt x="325814" y="439896"/>
                  </a:cubicBezTo>
                  <a:cubicBezTo>
                    <a:pt x="342063" y="420981"/>
                    <a:pt x="356062" y="400566"/>
                    <a:pt x="359061" y="375235"/>
                  </a:cubicBezTo>
                  <a:cubicBezTo>
                    <a:pt x="362061" y="349987"/>
                    <a:pt x="357645" y="323990"/>
                    <a:pt x="346979" y="301075"/>
                  </a:cubicBezTo>
                  <a:cubicBezTo>
                    <a:pt x="344813" y="296492"/>
                    <a:pt x="342646" y="291993"/>
                    <a:pt x="340313" y="287743"/>
                  </a:cubicBezTo>
                  <a:cubicBezTo>
                    <a:pt x="350646" y="279410"/>
                    <a:pt x="358645" y="269078"/>
                    <a:pt x="367394" y="259246"/>
                  </a:cubicBezTo>
                  <a:cubicBezTo>
                    <a:pt x="378809" y="246497"/>
                    <a:pt x="391142" y="234331"/>
                    <a:pt x="399724" y="219333"/>
                  </a:cubicBezTo>
                  <a:cubicBezTo>
                    <a:pt x="404391" y="211250"/>
                    <a:pt x="408724" y="203251"/>
                    <a:pt x="413890" y="195418"/>
                  </a:cubicBezTo>
                  <a:cubicBezTo>
                    <a:pt x="416306" y="191752"/>
                    <a:pt x="419472" y="188002"/>
                    <a:pt x="420306" y="183503"/>
                  </a:cubicBezTo>
                  <a:cubicBezTo>
                    <a:pt x="421722" y="175836"/>
                    <a:pt x="417473" y="172503"/>
                    <a:pt x="412057" y="169754"/>
                  </a:cubicBezTo>
                  <a:cubicBezTo>
                    <a:pt x="414890" y="166837"/>
                    <a:pt x="417723" y="163838"/>
                    <a:pt x="420472" y="160921"/>
                  </a:cubicBezTo>
                  <a:cubicBezTo>
                    <a:pt x="438304" y="142256"/>
                    <a:pt x="456136" y="124091"/>
                    <a:pt x="467718" y="100760"/>
                  </a:cubicBezTo>
                  <a:cubicBezTo>
                    <a:pt x="473551" y="89011"/>
                    <a:pt x="485883" y="67096"/>
                    <a:pt x="474801" y="54597"/>
                  </a:cubicBezTo>
                  <a:cubicBezTo>
                    <a:pt x="464885" y="43432"/>
                    <a:pt x="438888" y="44682"/>
                    <a:pt x="426889" y="50431"/>
                  </a:cubicBezTo>
                  <a:cubicBezTo>
                    <a:pt x="406891" y="60097"/>
                    <a:pt x="396808" y="90427"/>
                    <a:pt x="385976" y="108176"/>
                  </a:cubicBezTo>
                  <a:cubicBezTo>
                    <a:pt x="375893" y="124675"/>
                    <a:pt x="364978" y="140590"/>
                    <a:pt x="354729" y="157005"/>
                  </a:cubicBezTo>
                  <a:cubicBezTo>
                    <a:pt x="361644" y="141423"/>
                    <a:pt x="368644" y="125924"/>
                    <a:pt x="376143" y="110592"/>
                  </a:cubicBezTo>
                  <a:cubicBezTo>
                    <a:pt x="387642" y="87011"/>
                    <a:pt x="396641" y="62013"/>
                    <a:pt x="401391" y="36183"/>
                  </a:cubicBezTo>
                  <a:cubicBezTo>
                    <a:pt x="404557" y="18767"/>
                    <a:pt x="406224" y="2435"/>
                    <a:pt x="383893" y="186"/>
                  </a:cubicBezTo>
                  <a:cubicBezTo>
                    <a:pt x="363478" y="-1897"/>
                    <a:pt x="351312" y="13851"/>
                    <a:pt x="348146" y="31933"/>
                  </a:cubicBezTo>
                  <a:cubicBezTo>
                    <a:pt x="344313" y="53598"/>
                    <a:pt x="340813" y="74846"/>
                    <a:pt x="335814" y="96094"/>
                  </a:cubicBezTo>
                  <a:cubicBezTo>
                    <a:pt x="326314" y="93344"/>
                    <a:pt x="314482" y="91927"/>
                    <a:pt x="307149" y="98177"/>
                  </a:cubicBezTo>
                  <a:cubicBezTo>
                    <a:pt x="296817" y="107009"/>
                    <a:pt x="291568" y="128757"/>
                    <a:pt x="286985" y="141090"/>
                  </a:cubicBezTo>
                  <a:cubicBezTo>
                    <a:pt x="280985" y="157338"/>
                    <a:pt x="275986" y="173587"/>
                    <a:pt x="271319" y="190252"/>
                  </a:cubicBezTo>
                  <a:cubicBezTo>
                    <a:pt x="267320" y="204417"/>
                    <a:pt x="262153" y="218666"/>
                    <a:pt x="262237" y="233581"/>
                  </a:cubicBezTo>
                  <a:cubicBezTo>
                    <a:pt x="237822" y="231831"/>
                    <a:pt x="210325" y="240997"/>
                    <a:pt x="192076" y="252329"/>
                  </a:cubicBezTo>
                  <a:cubicBezTo>
                    <a:pt x="170662" y="265662"/>
                    <a:pt x="159413" y="283160"/>
                    <a:pt x="150664" y="306325"/>
                  </a:cubicBezTo>
                  <a:cubicBezTo>
                    <a:pt x="145998" y="318574"/>
                    <a:pt x="142581" y="331156"/>
                    <a:pt x="138331" y="343488"/>
                  </a:cubicBezTo>
                  <a:cubicBezTo>
                    <a:pt x="132915" y="359320"/>
                    <a:pt x="122500" y="369819"/>
                    <a:pt x="110167" y="380568"/>
                  </a:cubicBezTo>
                  <a:cubicBezTo>
                    <a:pt x="91419" y="396900"/>
                    <a:pt x="77170" y="412232"/>
                    <a:pt x="71421" y="437230"/>
                  </a:cubicBezTo>
                  <a:cubicBezTo>
                    <a:pt x="65588" y="462811"/>
                    <a:pt x="66921" y="489225"/>
                    <a:pt x="55922" y="513473"/>
                  </a:cubicBezTo>
                  <a:cubicBezTo>
                    <a:pt x="46840" y="533721"/>
                    <a:pt x="32758" y="551886"/>
                    <a:pt x="29675" y="574384"/>
                  </a:cubicBezTo>
                  <a:cubicBezTo>
                    <a:pt x="26008" y="601798"/>
                    <a:pt x="27508" y="628046"/>
                    <a:pt x="19009" y="654960"/>
                  </a:cubicBezTo>
                  <a:cubicBezTo>
                    <a:pt x="11593" y="678541"/>
                    <a:pt x="-406" y="700456"/>
                    <a:pt x="11" y="725787"/>
                  </a:cubicBezTo>
                  <a:cubicBezTo>
                    <a:pt x="260" y="742702"/>
                    <a:pt x="5677" y="766783"/>
                    <a:pt x="21925" y="775699"/>
                  </a:cubicBezTo>
                  <a:cubicBezTo>
                    <a:pt x="39090" y="785032"/>
                    <a:pt x="58172" y="771200"/>
                    <a:pt x="70087" y="759701"/>
                  </a:cubicBezTo>
                  <a:cubicBezTo>
                    <a:pt x="78587" y="751701"/>
                    <a:pt x="86086" y="742785"/>
                    <a:pt x="92419" y="733036"/>
                  </a:cubicBezTo>
                  <a:lnTo>
                    <a:pt x="92419" y="733036"/>
                  </a:lnTo>
                  <a:close/>
                  <a:moveTo>
                    <a:pt x="409307" y="186419"/>
                  </a:moveTo>
                  <a:cubicBezTo>
                    <a:pt x="407807" y="191085"/>
                    <a:pt x="402225" y="196085"/>
                    <a:pt x="399558" y="200168"/>
                  </a:cubicBezTo>
                  <a:cubicBezTo>
                    <a:pt x="392309" y="211333"/>
                    <a:pt x="386476" y="222499"/>
                    <a:pt x="377476" y="232498"/>
                  </a:cubicBezTo>
                  <a:cubicBezTo>
                    <a:pt x="369477" y="241414"/>
                    <a:pt x="360228" y="249163"/>
                    <a:pt x="352062" y="257829"/>
                  </a:cubicBezTo>
                  <a:cubicBezTo>
                    <a:pt x="346062" y="264162"/>
                    <a:pt x="340063" y="270411"/>
                    <a:pt x="333064" y="275661"/>
                  </a:cubicBezTo>
                  <a:cubicBezTo>
                    <a:pt x="331064" y="272661"/>
                    <a:pt x="328897" y="269828"/>
                    <a:pt x="326648" y="267078"/>
                  </a:cubicBezTo>
                  <a:cubicBezTo>
                    <a:pt x="332147" y="264328"/>
                    <a:pt x="334647" y="259662"/>
                    <a:pt x="338813" y="253913"/>
                  </a:cubicBezTo>
                  <a:cubicBezTo>
                    <a:pt x="346480" y="243330"/>
                    <a:pt x="355062" y="233165"/>
                    <a:pt x="363478" y="223165"/>
                  </a:cubicBezTo>
                  <a:cubicBezTo>
                    <a:pt x="377560" y="206417"/>
                    <a:pt x="392725" y="190335"/>
                    <a:pt x="407891" y="174420"/>
                  </a:cubicBezTo>
                  <a:cubicBezTo>
                    <a:pt x="409890" y="177920"/>
                    <a:pt x="410890" y="181336"/>
                    <a:pt x="409307" y="186419"/>
                  </a:cubicBezTo>
                  <a:lnTo>
                    <a:pt x="409307" y="186419"/>
                  </a:lnTo>
                  <a:close/>
                  <a:moveTo>
                    <a:pt x="408474" y="94511"/>
                  </a:moveTo>
                  <a:cubicBezTo>
                    <a:pt x="413557" y="85428"/>
                    <a:pt x="418389" y="72929"/>
                    <a:pt x="425805" y="65430"/>
                  </a:cubicBezTo>
                  <a:cubicBezTo>
                    <a:pt x="433055" y="58097"/>
                    <a:pt x="456553" y="54847"/>
                    <a:pt x="465219" y="62347"/>
                  </a:cubicBezTo>
                  <a:cubicBezTo>
                    <a:pt x="478551" y="73929"/>
                    <a:pt x="450803" y="112009"/>
                    <a:pt x="442804" y="122258"/>
                  </a:cubicBezTo>
                  <a:cubicBezTo>
                    <a:pt x="429222" y="139673"/>
                    <a:pt x="412640" y="154422"/>
                    <a:pt x="397558" y="170504"/>
                  </a:cubicBezTo>
                  <a:cubicBezTo>
                    <a:pt x="382393" y="186586"/>
                    <a:pt x="366311" y="202084"/>
                    <a:pt x="352062" y="218916"/>
                  </a:cubicBezTo>
                  <a:cubicBezTo>
                    <a:pt x="340730" y="232248"/>
                    <a:pt x="330481" y="246247"/>
                    <a:pt x="319648" y="259912"/>
                  </a:cubicBezTo>
                  <a:cubicBezTo>
                    <a:pt x="317149" y="257579"/>
                    <a:pt x="314482" y="255329"/>
                    <a:pt x="311566" y="253330"/>
                  </a:cubicBezTo>
                  <a:cubicBezTo>
                    <a:pt x="312566" y="251330"/>
                    <a:pt x="313482" y="249330"/>
                    <a:pt x="314482" y="247330"/>
                  </a:cubicBezTo>
                  <a:cubicBezTo>
                    <a:pt x="318398" y="242081"/>
                    <a:pt x="324398" y="232248"/>
                    <a:pt x="324981" y="231082"/>
                  </a:cubicBezTo>
                  <a:cubicBezTo>
                    <a:pt x="329731" y="221999"/>
                    <a:pt x="334814" y="213000"/>
                    <a:pt x="340313" y="204334"/>
                  </a:cubicBezTo>
                  <a:cubicBezTo>
                    <a:pt x="351395" y="186752"/>
                    <a:pt x="361811" y="168837"/>
                    <a:pt x="373227" y="151339"/>
                  </a:cubicBezTo>
                  <a:cubicBezTo>
                    <a:pt x="385309" y="132674"/>
                    <a:pt x="397641" y="114009"/>
                    <a:pt x="408474" y="94511"/>
                  </a:cubicBezTo>
                  <a:lnTo>
                    <a:pt x="408474" y="94511"/>
                  </a:lnTo>
                  <a:close/>
                  <a:moveTo>
                    <a:pt x="357228" y="53764"/>
                  </a:moveTo>
                  <a:cubicBezTo>
                    <a:pt x="358978" y="42265"/>
                    <a:pt x="358395" y="30683"/>
                    <a:pt x="365311" y="20934"/>
                  </a:cubicBezTo>
                  <a:cubicBezTo>
                    <a:pt x="370977" y="12935"/>
                    <a:pt x="381976" y="7268"/>
                    <a:pt x="390059" y="15768"/>
                  </a:cubicBezTo>
                  <a:cubicBezTo>
                    <a:pt x="396558" y="22517"/>
                    <a:pt x="393475" y="30350"/>
                    <a:pt x="391642" y="39516"/>
                  </a:cubicBezTo>
                  <a:cubicBezTo>
                    <a:pt x="389559" y="50348"/>
                    <a:pt x="386642" y="61430"/>
                    <a:pt x="383309" y="72013"/>
                  </a:cubicBezTo>
                  <a:cubicBezTo>
                    <a:pt x="376143" y="94927"/>
                    <a:pt x="364811" y="116425"/>
                    <a:pt x="354645" y="138006"/>
                  </a:cubicBezTo>
                  <a:cubicBezTo>
                    <a:pt x="344896" y="158755"/>
                    <a:pt x="335147" y="179503"/>
                    <a:pt x="324898" y="200001"/>
                  </a:cubicBezTo>
                  <a:cubicBezTo>
                    <a:pt x="317815" y="214166"/>
                    <a:pt x="306483" y="231248"/>
                    <a:pt x="301733" y="247413"/>
                  </a:cubicBezTo>
                  <a:cubicBezTo>
                    <a:pt x="300150" y="246580"/>
                    <a:pt x="298484" y="245830"/>
                    <a:pt x="296817" y="245164"/>
                  </a:cubicBezTo>
                  <a:cubicBezTo>
                    <a:pt x="296067" y="244830"/>
                    <a:pt x="295317" y="244580"/>
                    <a:pt x="294567" y="244330"/>
                  </a:cubicBezTo>
                  <a:cubicBezTo>
                    <a:pt x="317815" y="217499"/>
                    <a:pt x="326814" y="177753"/>
                    <a:pt x="335230" y="144506"/>
                  </a:cubicBezTo>
                  <a:cubicBezTo>
                    <a:pt x="340396" y="123925"/>
                    <a:pt x="346813" y="103510"/>
                    <a:pt x="351395" y="82845"/>
                  </a:cubicBezTo>
                  <a:cubicBezTo>
                    <a:pt x="353479" y="73262"/>
                    <a:pt x="355729" y="63513"/>
                    <a:pt x="357228" y="53764"/>
                  </a:cubicBezTo>
                  <a:lnTo>
                    <a:pt x="357228" y="53764"/>
                  </a:lnTo>
                  <a:close/>
                  <a:moveTo>
                    <a:pt x="289984" y="165838"/>
                  </a:moveTo>
                  <a:cubicBezTo>
                    <a:pt x="293567" y="154255"/>
                    <a:pt x="297900" y="142923"/>
                    <a:pt x="302483" y="131757"/>
                  </a:cubicBezTo>
                  <a:cubicBezTo>
                    <a:pt x="306316" y="122508"/>
                    <a:pt x="309566" y="108509"/>
                    <a:pt x="319482" y="103676"/>
                  </a:cubicBezTo>
                  <a:cubicBezTo>
                    <a:pt x="322648" y="102093"/>
                    <a:pt x="328897" y="101926"/>
                    <a:pt x="334397" y="102093"/>
                  </a:cubicBezTo>
                  <a:cubicBezTo>
                    <a:pt x="334230" y="102843"/>
                    <a:pt x="334064" y="103593"/>
                    <a:pt x="333814" y="104426"/>
                  </a:cubicBezTo>
                  <a:cubicBezTo>
                    <a:pt x="327648" y="128507"/>
                    <a:pt x="322982" y="152922"/>
                    <a:pt x="315232" y="176503"/>
                  </a:cubicBezTo>
                  <a:cubicBezTo>
                    <a:pt x="310483" y="190835"/>
                    <a:pt x="306150" y="205084"/>
                    <a:pt x="299650" y="218749"/>
                  </a:cubicBezTo>
                  <a:cubicBezTo>
                    <a:pt x="296067" y="226332"/>
                    <a:pt x="291234" y="233248"/>
                    <a:pt x="287818" y="240747"/>
                  </a:cubicBezTo>
                  <a:cubicBezTo>
                    <a:pt x="284151" y="238748"/>
                    <a:pt x="280319" y="237164"/>
                    <a:pt x="276235" y="236081"/>
                  </a:cubicBezTo>
                  <a:cubicBezTo>
                    <a:pt x="276152" y="235831"/>
                    <a:pt x="276069" y="235498"/>
                    <a:pt x="275986" y="235248"/>
                  </a:cubicBezTo>
                  <a:cubicBezTo>
                    <a:pt x="279569" y="212000"/>
                    <a:pt x="283068" y="188585"/>
                    <a:pt x="289984" y="165838"/>
                  </a:cubicBezTo>
                  <a:lnTo>
                    <a:pt x="289984" y="165838"/>
                  </a:lnTo>
                  <a:close/>
                  <a:moveTo>
                    <a:pt x="34424" y="762700"/>
                  </a:moveTo>
                  <a:cubicBezTo>
                    <a:pt x="20508" y="761034"/>
                    <a:pt x="16925" y="738869"/>
                    <a:pt x="16509" y="728120"/>
                  </a:cubicBezTo>
                  <a:cubicBezTo>
                    <a:pt x="15759" y="707705"/>
                    <a:pt x="24342" y="689957"/>
                    <a:pt x="31258" y="671375"/>
                  </a:cubicBezTo>
                  <a:cubicBezTo>
                    <a:pt x="44090" y="685291"/>
                    <a:pt x="61755" y="704456"/>
                    <a:pt x="81586" y="703706"/>
                  </a:cubicBezTo>
                  <a:cubicBezTo>
                    <a:pt x="86419" y="703539"/>
                    <a:pt x="87003" y="697290"/>
                    <a:pt x="82670" y="695706"/>
                  </a:cubicBezTo>
                  <a:cubicBezTo>
                    <a:pt x="73837" y="692457"/>
                    <a:pt x="65671" y="691290"/>
                    <a:pt x="57339" y="686041"/>
                  </a:cubicBezTo>
                  <a:cubicBezTo>
                    <a:pt x="48756" y="680624"/>
                    <a:pt x="40174" y="674458"/>
                    <a:pt x="32507" y="667792"/>
                  </a:cubicBezTo>
                  <a:cubicBezTo>
                    <a:pt x="32674" y="667376"/>
                    <a:pt x="32841" y="666959"/>
                    <a:pt x="33007" y="666542"/>
                  </a:cubicBezTo>
                  <a:cubicBezTo>
                    <a:pt x="39757" y="647294"/>
                    <a:pt x="43506" y="627296"/>
                    <a:pt x="44923" y="606964"/>
                  </a:cubicBezTo>
                  <a:cubicBezTo>
                    <a:pt x="45673" y="596465"/>
                    <a:pt x="44923" y="585716"/>
                    <a:pt x="46507" y="575384"/>
                  </a:cubicBezTo>
                  <a:cubicBezTo>
                    <a:pt x="48339" y="563718"/>
                    <a:pt x="53672" y="553136"/>
                    <a:pt x="59172" y="542803"/>
                  </a:cubicBezTo>
                  <a:cubicBezTo>
                    <a:pt x="60338" y="540637"/>
                    <a:pt x="61505" y="538387"/>
                    <a:pt x="62672" y="536221"/>
                  </a:cubicBezTo>
                  <a:cubicBezTo>
                    <a:pt x="77670" y="561635"/>
                    <a:pt x="102252" y="580300"/>
                    <a:pt x="132332" y="584883"/>
                  </a:cubicBezTo>
                  <a:cubicBezTo>
                    <a:pt x="133748" y="585133"/>
                    <a:pt x="134165" y="583300"/>
                    <a:pt x="132915" y="582800"/>
                  </a:cubicBezTo>
                  <a:cubicBezTo>
                    <a:pt x="116083" y="576050"/>
                    <a:pt x="101918" y="563552"/>
                    <a:pt x="88919" y="551303"/>
                  </a:cubicBezTo>
                  <a:cubicBezTo>
                    <a:pt x="84253" y="546886"/>
                    <a:pt x="81003" y="541304"/>
                    <a:pt x="76587" y="536637"/>
                  </a:cubicBezTo>
                  <a:cubicBezTo>
                    <a:pt x="73587" y="533471"/>
                    <a:pt x="70338" y="530471"/>
                    <a:pt x="67171" y="527388"/>
                  </a:cubicBezTo>
                  <a:cubicBezTo>
                    <a:pt x="72921" y="515639"/>
                    <a:pt x="77670" y="503640"/>
                    <a:pt x="79920" y="490225"/>
                  </a:cubicBezTo>
                  <a:cubicBezTo>
                    <a:pt x="83420" y="469727"/>
                    <a:pt x="81753" y="448229"/>
                    <a:pt x="88919" y="428480"/>
                  </a:cubicBezTo>
                  <a:cubicBezTo>
                    <a:pt x="92502" y="418565"/>
                    <a:pt x="98668" y="410649"/>
                    <a:pt x="105751" y="403566"/>
                  </a:cubicBezTo>
                  <a:cubicBezTo>
                    <a:pt x="106001" y="410482"/>
                    <a:pt x="105501" y="417231"/>
                    <a:pt x="108834" y="424481"/>
                  </a:cubicBezTo>
                  <a:cubicBezTo>
                    <a:pt x="114417" y="436480"/>
                    <a:pt x="123000" y="449312"/>
                    <a:pt x="132415" y="458644"/>
                  </a:cubicBezTo>
                  <a:cubicBezTo>
                    <a:pt x="150747" y="476559"/>
                    <a:pt x="181411" y="485892"/>
                    <a:pt x="206242" y="489225"/>
                  </a:cubicBezTo>
                  <a:cubicBezTo>
                    <a:pt x="210325" y="489725"/>
                    <a:pt x="210575" y="483642"/>
                    <a:pt x="207158" y="482476"/>
                  </a:cubicBezTo>
                  <a:cubicBezTo>
                    <a:pt x="183911" y="474560"/>
                    <a:pt x="154413" y="464727"/>
                    <a:pt x="137748" y="445812"/>
                  </a:cubicBezTo>
                  <a:cubicBezTo>
                    <a:pt x="130332" y="437396"/>
                    <a:pt x="122916" y="427147"/>
                    <a:pt x="117583" y="417148"/>
                  </a:cubicBezTo>
                  <a:cubicBezTo>
                    <a:pt x="114333" y="411065"/>
                    <a:pt x="113500" y="404483"/>
                    <a:pt x="111584" y="398150"/>
                  </a:cubicBezTo>
                  <a:cubicBezTo>
                    <a:pt x="121749" y="388984"/>
                    <a:pt x="132832" y="380568"/>
                    <a:pt x="140998" y="369736"/>
                  </a:cubicBezTo>
                  <a:cubicBezTo>
                    <a:pt x="152413" y="354487"/>
                    <a:pt x="155996" y="334572"/>
                    <a:pt x="161746" y="316324"/>
                  </a:cubicBezTo>
                  <a:cubicBezTo>
                    <a:pt x="162162" y="319324"/>
                    <a:pt x="162746" y="322323"/>
                    <a:pt x="163663" y="325490"/>
                  </a:cubicBezTo>
                  <a:cubicBezTo>
                    <a:pt x="167495" y="338822"/>
                    <a:pt x="173745" y="350738"/>
                    <a:pt x="183744" y="360570"/>
                  </a:cubicBezTo>
                  <a:cubicBezTo>
                    <a:pt x="202409" y="378985"/>
                    <a:pt x="233906" y="394984"/>
                    <a:pt x="260571" y="394400"/>
                  </a:cubicBezTo>
                  <a:cubicBezTo>
                    <a:pt x="264487" y="394317"/>
                    <a:pt x="265737" y="388067"/>
                    <a:pt x="261487" y="387317"/>
                  </a:cubicBezTo>
                  <a:cubicBezTo>
                    <a:pt x="236489" y="383235"/>
                    <a:pt x="208242" y="368569"/>
                    <a:pt x="190493" y="350404"/>
                  </a:cubicBezTo>
                  <a:cubicBezTo>
                    <a:pt x="180911" y="340572"/>
                    <a:pt x="175411" y="327906"/>
                    <a:pt x="171662" y="314907"/>
                  </a:cubicBezTo>
                  <a:cubicBezTo>
                    <a:pt x="170162" y="309658"/>
                    <a:pt x="170078" y="303325"/>
                    <a:pt x="168912" y="297576"/>
                  </a:cubicBezTo>
                  <a:cubicBezTo>
                    <a:pt x="173661" y="287326"/>
                    <a:pt x="179494" y="278327"/>
                    <a:pt x="188827" y="270745"/>
                  </a:cubicBezTo>
                  <a:cubicBezTo>
                    <a:pt x="200492" y="261329"/>
                    <a:pt x="213658" y="254996"/>
                    <a:pt x="227740" y="249996"/>
                  </a:cubicBezTo>
                  <a:cubicBezTo>
                    <a:pt x="231573" y="248663"/>
                    <a:pt x="235656" y="247413"/>
                    <a:pt x="239739" y="246330"/>
                  </a:cubicBezTo>
                  <a:cubicBezTo>
                    <a:pt x="255904" y="246330"/>
                    <a:pt x="272153" y="250580"/>
                    <a:pt x="287151" y="256579"/>
                  </a:cubicBezTo>
                  <a:cubicBezTo>
                    <a:pt x="309399" y="265579"/>
                    <a:pt x="320815" y="283327"/>
                    <a:pt x="331314" y="303992"/>
                  </a:cubicBezTo>
                  <a:cubicBezTo>
                    <a:pt x="341063" y="323240"/>
                    <a:pt x="345729" y="344238"/>
                    <a:pt x="344896" y="365819"/>
                  </a:cubicBezTo>
                  <a:cubicBezTo>
                    <a:pt x="339480" y="364653"/>
                    <a:pt x="333397" y="365653"/>
                    <a:pt x="327814" y="365153"/>
                  </a:cubicBezTo>
                  <a:cubicBezTo>
                    <a:pt x="314482" y="364069"/>
                    <a:pt x="299650" y="359903"/>
                    <a:pt x="286818" y="355987"/>
                  </a:cubicBezTo>
                  <a:cubicBezTo>
                    <a:pt x="261320" y="348238"/>
                    <a:pt x="243155" y="323156"/>
                    <a:pt x="231823" y="300492"/>
                  </a:cubicBezTo>
                  <a:cubicBezTo>
                    <a:pt x="231656" y="300159"/>
                    <a:pt x="231073" y="300409"/>
                    <a:pt x="231240" y="300742"/>
                  </a:cubicBezTo>
                  <a:cubicBezTo>
                    <a:pt x="240656" y="326490"/>
                    <a:pt x="253238" y="354071"/>
                    <a:pt x="279485" y="366653"/>
                  </a:cubicBezTo>
                  <a:cubicBezTo>
                    <a:pt x="290068" y="371736"/>
                    <a:pt x="325148" y="385984"/>
                    <a:pt x="342979" y="380818"/>
                  </a:cubicBezTo>
                  <a:cubicBezTo>
                    <a:pt x="338563" y="400233"/>
                    <a:pt x="327231" y="416481"/>
                    <a:pt x="313899" y="431897"/>
                  </a:cubicBezTo>
                  <a:cubicBezTo>
                    <a:pt x="306483" y="440563"/>
                    <a:pt x="297984" y="447979"/>
                    <a:pt x="289234" y="455061"/>
                  </a:cubicBezTo>
                  <a:cubicBezTo>
                    <a:pt x="288901" y="454311"/>
                    <a:pt x="288401" y="453645"/>
                    <a:pt x="287568" y="453062"/>
                  </a:cubicBezTo>
                  <a:cubicBezTo>
                    <a:pt x="277152" y="445396"/>
                    <a:pt x="259487" y="445396"/>
                    <a:pt x="247405" y="441396"/>
                  </a:cubicBezTo>
                  <a:cubicBezTo>
                    <a:pt x="229240" y="435480"/>
                    <a:pt x="210741" y="423814"/>
                    <a:pt x="196410" y="411315"/>
                  </a:cubicBezTo>
                  <a:cubicBezTo>
                    <a:pt x="195826" y="410815"/>
                    <a:pt x="195076" y="411565"/>
                    <a:pt x="195576" y="412149"/>
                  </a:cubicBezTo>
                  <a:cubicBezTo>
                    <a:pt x="218324" y="439896"/>
                    <a:pt x="246489" y="453062"/>
                    <a:pt x="280069" y="462477"/>
                  </a:cubicBezTo>
                  <a:cubicBezTo>
                    <a:pt x="273069" y="468060"/>
                    <a:pt x="265986" y="473643"/>
                    <a:pt x="259320" y="479809"/>
                  </a:cubicBezTo>
                  <a:cubicBezTo>
                    <a:pt x="243239" y="494558"/>
                    <a:pt x="237073" y="512306"/>
                    <a:pt x="228906" y="531721"/>
                  </a:cubicBezTo>
                  <a:cubicBezTo>
                    <a:pt x="223824" y="531554"/>
                    <a:pt x="218407" y="532138"/>
                    <a:pt x="213824" y="531721"/>
                  </a:cubicBezTo>
                  <a:cubicBezTo>
                    <a:pt x="205242" y="530971"/>
                    <a:pt x="196910" y="530471"/>
                    <a:pt x="188327" y="529221"/>
                  </a:cubicBezTo>
                  <a:cubicBezTo>
                    <a:pt x="174578" y="527305"/>
                    <a:pt x="160913" y="522555"/>
                    <a:pt x="149330" y="514889"/>
                  </a:cubicBezTo>
                  <a:cubicBezTo>
                    <a:pt x="135915" y="505973"/>
                    <a:pt x="126416" y="493641"/>
                    <a:pt x="115750" y="481725"/>
                  </a:cubicBezTo>
                  <a:cubicBezTo>
                    <a:pt x="115000" y="480892"/>
                    <a:pt x="113584" y="481976"/>
                    <a:pt x="114167" y="482892"/>
                  </a:cubicBezTo>
                  <a:cubicBezTo>
                    <a:pt x="124333" y="498557"/>
                    <a:pt x="131998" y="514473"/>
                    <a:pt x="146580" y="526472"/>
                  </a:cubicBezTo>
                  <a:cubicBezTo>
                    <a:pt x="157746" y="535721"/>
                    <a:pt x="172495" y="540637"/>
                    <a:pt x="186494" y="543137"/>
                  </a:cubicBezTo>
                  <a:cubicBezTo>
                    <a:pt x="192160" y="544137"/>
                    <a:pt x="208742" y="547303"/>
                    <a:pt x="221574" y="546386"/>
                  </a:cubicBezTo>
                  <a:cubicBezTo>
                    <a:pt x="212408" y="562302"/>
                    <a:pt x="199909" y="575884"/>
                    <a:pt x="185660" y="587799"/>
                  </a:cubicBezTo>
                  <a:cubicBezTo>
                    <a:pt x="168579" y="602048"/>
                    <a:pt x="156580" y="616963"/>
                    <a:pt x="147080" y="637128"/>
                  </a:cubicBezTo>
                  <a:cubicBezTo>
                    <a:pt x="144331" y="642961"/>
                    <a:pt x="141664" y="649127"/>
                    <a:pt x="138498" y="654877"/>
                  </a:cubicBezTo>
                  <a:cubicBezTo>
                    <a:pt x="137915" y="654543"/>
                    <a:pt x="137248" y="654210"/>
                    <a:pt x="136498" y="654127"/>
                  </a:cubicBezTo>
                  <a:cubicBezTo>
                    <a:pt x="121749" y="651210"/>
                    <a:pt x="106584" y="651710"/>
                    <a:pt x="92585" y="645627"/>
                  </a:cubicBezTo>
                  <a:cubicBezTo>
                    <a:pt x="74587" y="637795"/>
                    <a:pt x="58839" y="628462"/>
                    <a:pt x="48256" y="611381"/>
                  </a:cubicBezTo>
                  <a:cubicBezTo>
                    <a:pt x="48006" y="610881"/>
                    <a:pt x="47340" y="611297"/>
                    <a:pt x="47506" y="611797"/>
                  </a:cubicBezTo>
                  <a:cubicBezTo>
                    <a:pt x="63088" y="646044"/>
                    <a:pt x="94002" y="662376"/>
                    <a:pt x="129582" y="667042"/>
                  </a:cubicBezTo>
                  <a:cubicBezTo>
                    <a:pt x="129332" y="667292"/>
                    <a:pt x="129166" y="667459"/>
                    <a:pt x="128915" y="667709"/>
                  </a:cubicBezTo>
                  <a:cubicBezTo>
                    <a:pt x="120166" y="676041"/>
                    <a:pt x="110084" y="681958"/>
                    <a:pt x="102085" y="691373"/>
                  </a:cubicBezTo>
                  <a:cubicBezTo>
                    <a:pt x="87336" y="708872"/>
                    <a:pt x="79170" y="729870"/>
                    <a:pt x="62422" y="746118"/>
                  </a:cubicBezTo>
                  <a:cubicBezTo>
                    <a:pt x="55922" y="752534"/>
                    <a:pt x="44756" y="763950"/>
                    <a:pt x="34424" y="762700"/>
                  </a:cubicBezTo>
                  <a:lnTo>
                    <a:pt x="34424" y="762700"/>
                  </a:lnTo>
                  <a:close/>
                </a:path>
              </a:pathLst>
            </a:custGeom>
            <a:grpFill/>
            <a:ln w="8332" cap="flat">
              <a:noFill/>
              <a:prstDash val="solid"/>
              <a:miter/>
            </a:ln>
          </p:spPr>
          <p:txBody>
            <a:bodyPr rtlCol="0" anchor="ctr"/>
            <a:lstStyle/>
            <a:p>
              <a:endParaRPr lang="en-US"/>
            </a:p>
          </p:txBody>
        </p:sp>
        <p:sp>
          <p:nvSpPr>
            <p:cNvPr id="1443" name="Freeform: Shape 1442"/>
            <p:cNvSpPr/>
            <p:nvPr/>
          </p:nvSpPr>
          <p:spPr>
            <a:xfrm>
              <a:off x="5214567" y="302155"/>
              <a:ext cx="851485" cy="225860"/>
            </a:xfrm>
            <a:custGeom>
              <a:avLst/>
              <a:gdLst>
                <a:gd name="connsiteX0" fmla="*/ 75395 w 851485"/>
                <a:gd name="connsiteY0" fmla="*/ 200061 h 225860"/>
                <a:gd name="connsiteX1" fmla="*/ 123640 w 851485"/>
                <a:gd name="connsiteY1" fmla="*/ 199561 h 225860"/>
                <a:gd name="connsiteX2" fmla="*/ 157471 w 851485"/>
                <a:gd name="connsiteY2" fmla="*/ 208310 h 225860"/>
                <a:gd name="connsiteX3" fmla="*/ 199467 w 851485"/>
                <a:gd name="connsiteY3" fmla="*/ 203310 h 225860"/>
                <a:gd name="connsiteX4" fmla="*/ 283043 w 851485"/>
                <a:gd name="connsiteY4" fmla="*/ 216392 h 225860"/>
                <a:gd name="connsiteX5" fmla="*/ 316373 w 851485"/>
                <a:gd name="connsiteY5" fmla="*/ 213893 h 225860"/>
                <a:gd name="connsiteX6" fmla="*/ 358703 w 851485"/>
                <a:gd name="connsiteY6" fmla="*/ 204394 h 225860"/>
                <a:gd name="connsiteX7" fmla="*/ 449444 w 851485"/>
                <a:gd name="connsiteY7" fmla="*/ 224558 h 225860"/>
                <a:gd name="connsiteX8" fmla="*/ 521521 w 851485"/>
                <a:gd name="connsiteY8" fmla="*/ 214976 h 225860"/>
                <a:gd name="connsiteX9" fmla="*/ 575599 w 851485"/>
                <a:gd name="connsiteY9" fmla="*/ 162731 h 225860"/>
                <a:gd name="connsiteX10" fmla="*/ 582765 w 851485"/>
                <a:gd name="connsiteY10" fmla="*/ 149648 h 225860"/>
                <a:gd name="connsiteX11" fmla="*/ 621595 w 851485"/>
                <a:gd name="connsiteY11" fmla="*/ 155648 h 225860"/>
                <a:gd name="connsiteX12" fmla="*/ 672841 w 851485"/>
                <a:gd name="connsiteY12" fmla="*/ 159398 h 225860"/>
                <a:gd name="connsiteX13" fmla="*/ 700588 w 851485"/>
                <a:gd name="connsiteY13" fmla="*/ 157398 h 225860"/>
                <a:gd name="connsiteX14" fmla="*/ 714004 w 851485"/>
                <a:gd name="connsiteY14" fmla="*/ 155898 h 225860"/>
                <a:gd name="connsiteX15" fmla="*/ 720587 w 851485"/>
                <a:gd name="connsiteY15" fmla="*/ 141316 h 225860"/>
                <a:gd name="connsiteX16" fmla="*/ 732668 w 851485"/>
                <a:gd name="connsiteY16" fmla="*/ 143232 h 225860"/>
                <a:gd name="connsiteX17" fmla="*/ 809079 w 851485"/>
                <a:gd name="connsiteY17" fmla="*/ 147732 h 225860"/>
                <a:gd name="connsiteX18" fmla="*/ 850991 w 851485"/>
                <a:gd name="connsiteY18" fmla="*/ 127234 h 225860"/>
                <a:gd name="connsiteX19" fmla="*/ 827077 w 851485"/>
                <a:gd name="connsiteY19" fmla="*/ 85488 h 225860"/>
                <a:gd name="connsiteX20" fmla="*/ 756333 w 851485"/>
                <a:gd name="connsiteY20" fmla="*/ 84821 h 225860"/>
                <a:gd name="connsiteX21" fmla="*/ 698422 w 851485"/>
                <a:gd name="connsiteY21" fmla="*/ 86987 h 225860"/>
                <a:gd name="connsiteX22" fmla="*/ 748751 w 851485"/>
                <a:gd name="connsiteY22" fmla="*/ 78072 h 225860"/>
                <a:gd name="connsiteX23" fmla="*/ 824327 w 851485"/>
                <a:gd name="connsiteY23" fmla="*/ 56324 h 225860"/>
                <a:gd name="connsiteX24" fmla="*/ 843909 w 851485"/>
                <a:gd name="connsiteY24" fmla="*/ 21410 h 225860"/>
                <a:gd name="connsiteX25" fmla="*/ 797413 w 851485"/>
                <a:gd name="connsiteY25" fmla="*/ 10161 h 225860"/>
                <a:gd name="connsiteX26" fmla="*/ 737585 w 851485"/>
                <a:gd name="connsiteY26" fmla="*/ 36659 h 225860"/>
                <a:gd name="connsiteX27" fmla="*/ 719503 w 851485"/>
                <a:gd name="connsiteY27" fmla="*/ 14327 h 225860"/>
                <a:gd name="connsiteX28" fmla="*/ 672758 w 851485"/>
                <a:gd name="connsiteY28" fmla="*/ 22243 h 225860"/>
                <a:gd name="connsiteX29" fmla="*/ 623428 w 851485"/>
                <a:gd name="connsiteY29" fmla="*/ 37409 h 225860"/>
                <a:gd name="connsiteX30" fmla="*/ 582682 w 851485"/>
                <a:gd name="connsiteY30" fmla="*/ 54657 h 225860"/>
                <a:gd name="connsiteX31" fmla="*/ 527271 w 851485"/>
                <a:gd name="connsiteY31" fmla="*/ 7661 h 225860"/>
                <a:gd name="connsiteX32" fmla="*/ 459276 w 851485"/>
                <a:gd name="connsiteY32" fmla="*/ 4412 h 225860"/>
                <a:gd name="connsiteX33" fmla="*/ 421697 w 851485"/>
                <a:gd name="connsiteY33" fmla="*/ 15494 h 225860"/>
                <a:gd name="connsiteX34" fmla="*/ 375118 w 851485"/>
                <a:gd name="connsiteY34" fmla="*/ 13494 h 225860"/>
                <a:gd name="connsiteX35" fmla="*/ 306541 w 851485"/>
                <a:gd name="connsiteY35" fmla="*/ 13994 h 225860"/>
                <a:gd name="connsiteX36" fmla="*/ 235047 w 851485"/>
                <a:gd name="connsiteY36" fmla="*/ 44825 h 225860"/>
                <a:gd name="connsiteX37" fmla="*/ 170053 w 851485"/>
                <a:gd name="connsiteY37" fmla="*/ 58073 h 225860"/>
                <a:gd name="connsiteX38" fmla="*/ 97726 w 851485"/>
                <a:gd name="connsiteY38" fmla="*/ 95320 h 225860"/>
                <a:gd name="connsiteX39" fmla="*/ 28649 w 851485"/>
                <a:gd name="connsiteY39" fmla="*/ 120151 h 225860"/>
                <a:gd name="connsiteX40" fmla="*/ 151 w 851485"/>
                <a:gd name="connsiteY40" fmla="*/ 166647 h 225860"/>
                <a:gd name="connsiteX41" fmla="*/ 40731 w 851485"/>
                <a:gd name="connsiteY41" fmla="*/ 197061 h 225860"/>
                <a:gd name="connsiteX42" fmla="*/ 75395 w 851485"/>
                <a:gd name="connsiteY42" fmla="*/ 200061 h 225860"/>
                <a:gd name="connsiteX43" fmla="*/ 75395 w 851485"/>
                <a:gd name="connsiteY43" fmla="*/ 200061 h 225860"/>
                <a:gd name="connsiteX44" fmla="*/ 705588 w 851485"/>
                <a:gd name="connsiteY44" fmla="*/ 148315 h 225860"/>
                <a:gd name="connsiteX45" fmla="*/ 688756 w 851485"/>
                <a:gd name="connsiteY45" fmla="*/ 148232 h 225860"/>
                <a:gd name="connsiteX46" fmla="*/ 649593 w 851485"/>
                <a:gd name="connsiteY46" fmla="*/ 148482 h 225860"/>
                <a:gd name="connsiteX47" fmla="*/ 614263 w 851485"/>
                <a:gd name="connsiteY47" fmla="*/ 142066 h 225860"/>
                <a:gd name="connsiteX48" fmla="*/ 588765 w 851485"/>
                <a:gd name="connsiteY48" fmla="*/ 136650 h 225860"/>
                <a:gd name="connsiteX49" fmla="*/ 592098 w 851485"/>
                <a:gd name="connsiteY49" fmla="*/ 126484 h 225860"/>
                <a:gd name="connsiteX50" fmla="*/ 609846 w 851485"/>
                <a:gd name="connsiteY50" fmla="*/ 128984 h 225860"/>
                <a:gd name="connsiteX51" fmla="*/ 649176 w 851485"/>
                <a:gd name="connsiteY51" fmla="*/ 131733 h 225860"/>
                <a:gd name="connsiteX52" fmla="*/ 714503 w 851485"/>
                <a:gd name="connsiteY52" fmla="*/ 140483 h 225860"/>
                <a:gd name="connsiteX53" fmla="*/ 705588 w 851485"/>
                <a:gd name="connsiteY53" fmla="*/ 148315 h 225860"/>
                <a:gd name="connsiteX54" fmla="*/ 705588 w 851485"/>
                <a:gd name="connsiteY54" fmla="*/ 148315 h 225860"/>
                <a:gd name="connsiteX55" fmla="*/ 780914 w 851485"/>
                <a:gd name="connsiteY55" fmla="*/ 95237 h 225860"/>
                <a:gd name="connsiteX56" fmla="*/ 814661 w 851485"/>
                <a:gd name="connsiteY56" fmla="*/ 92904 h 225860"/>
                <a:gd name="connsiteX57" fmla="*/ 839659 w 851485"/>
                <a:gd name="connsiteY57" fmla="*/ 123484 h 225860"/>
                <a:gd name="connsiteX58" fmla="*/ 777581 w 851485"/>
                <a:gd name="connsiteY58" fmla="*/ 139233 h 225860"/>
                <a:gd name="connsiteX59" fmla="*/ 712087 w 851485"/>
                <a:gd name="connsiteY59" fmla="*/ 129567 h 225860"/>
                <a:gd name="connsiteX60" fmla="*/ 646343 w 851485"/>
                <a:gd name="connsiteY60" fmla="*/ 119818 h 225860"/>
                <a:gd name="connsiteX61" fmla="*/ 594264 w 851485"/>
                <a:gd name="connsiteY61" fmla="*/ 116568 h 225860"/>
                <a:gd name="connsiteX62" fmla="*/ 595098 w 851485"/>
                <a:gd name="connsiteY62" fmla="*/ 106152 h 225860"/>
                <a:gd name="connsiteX63" fmla="*/ 601680 w 851485"/>
                <a:gd name="connsiteY63" fmla="*/ 105153 h 225860"/>
                <a:gd name="connsiteX64" fmla="*/ 621012 w 851485"/>
                <a:gd name="connsiteY64" fmla="*/ 104486 h 225860"/>
                <a:gd name="connsiteX65" fmla="*/ 651676 w 851485"/>
                <a:gd name="connsiteY65" fmla="*/ 101819 h 225860"/>
                <a:gd name="connsiteX66" fmla="*/ 713920 w 851485"/>
                <a:gd name="connsiteY66" fmla="*/ 98653 h 225860"/>
                <a:gd name="connsiteX67" fmla="*/ 780914 w 851485"/>
                <a:gd name="connsiteY67" fmla="*/ 95237 h 225860"/>
                <a:gd name="connsiteX68" fmla="*/ 780914 w 851485"/>
                <a:gd name="connsiteY68" fmla="*/ 95237 h 225860"/>
                <a:gd name="connsiteX69" fmla="*/ 785081 w 851485"/>
                <a:gd name="connsiteY69" fmla="*/ 29826 h 225860"/>
                <a:gd name="connsiteX70" fmla="*/ 816661 w 851485"/>
                <a:gd name="connsiteY70" fmla="*/ 17744 h 225860"/>
                <a:gd name="connsiteX71" fmla="*/ 834993 w 851485"/>
                <a:gd name="connsiteY71" fmla="*/ 35159 h 225860"/>
                <a:gd name="connsiteX72" fmla="*/ 816411 w 851485"/>
                <a:gd name="connsiteY72" fmla="*/ 49991 h 225860"/>
                <a:gd name="connsiteX73" fmla="*/ 784997 w 851485"/>
                <a:gd name="connsiteY73" fmla="*/ 61656 h 225860"/>
                <a:gd name="connsiteX74" fmla="*/ 714337 w 851485"/>
                <a:gd name="connsiteY74" fmla="*/ 75822 h 225860"/>
                <a:gd name="connsiteX75" fmla="*/ 646426 w 851485"/>
                <a:gd name="connsiteY75" fmla="*/ 86821 h 225860"/>
                <a:gd name="connsiteX76" fmla="*/ 594264 w 851485"/>
                <a:gd name="connsiteY76" fmla="*/ 94903 h 225860"/>
                <a:gd name="connsiteX77" fmla="*/ 593265 w 851485"/>
                <a:gd name="connsiteY77" fmla="*/ 89571 h 225860"/>
                <a:gd name="connsiteX78" fmla="*/ 592681 w 851485"/>
                <a:gd name="connsiteY78" fmla="*/ 87237 h 225860"/>
                <a:gd name="connsiteX79" fmla="*/ 698005 w 851485"/>
                <a:gd name="connsiteY79" fmla="*/ 63656 h 225860"/>
                <a:gd name="connsiteX80" fmla="*/ 757833 w 851485"/>
                <a:gd name="connsiteY80" fmla="*/ 41742 h 225860"/>
                <a:gd name="connsiteX81" fmla="*/ 785081 w 851485"/>
                <a:gd name="connsiteY81" fmla="*/ 29826 h 225860"/>
                <a:gd name="connsiteX82" fmla="*/ 785081 w 851485"/>
                <a:gd name="connsiteY82" fmla="*/ 29826 h 225860"/>
                <a:gd name="connsiteX83" fmla="*/ 654592 w 851485"/>
                <a:gd name="connsiteY83" fmla="*/ 38742 h 225860"/>
                <a:gd name="connsiteX84" fmla="*/ 689756 w 851485"/>
                <a:gd name="connsiteY84" fmla="*/ 29576 h 225860"/>
                <a:gd name="connsiteX85" fmla="*/ 722503 w 851485"/>
                <a:gd name="connsiteY85" fmla="*/ 27576 h 225860"/>
                <a:gd name="connsiteX86" fmla="*/ 732335 w 851485"/>
                <a:gd name="connsiteY86" fmla="*/ 38908 h 225860"/>
                <a:gd name="connsiteX87" fmla="*/ 730169 w 851485"/>
                <a:gd name="connsiteY87" fmla="*/ 39742 h 225860"/>
                <a:gd name="connsiteX88" fmla="*/ 660342 w 851485"/>
                <a:gd name="connsiteY88" fmla="*/ 65656 h 225860"/>
                <a:gd name="connsiteX89" fmla="*/ 616762 w 851485"/>
                <a:gd name="connsiteY89" fmla="*/ 76988 h 225860"/>
                <a:gd name="connsiteX90" fmla="*/ 591932 w 851485"/>
                <a:gd name="connsiteY90" fmla="*/ 79821 h 225860"/>
                <a:gd name="connsiteX91" fmla="*/ 589182 w 851485"/>
                <a:gd name="connsiteY91" fmla="*/ 67656 h 225860"/>
                <a:gd name="connsiteX92" fmla="*/ 589765 w 851485"/>
                <a:gd name="connsiteY92" fmla="*/ 66989 h 225860"/>
                <a:gd name="connsiteX93" fmla="*/ 654592 w 851485"/>
                <a:gd name="connsiteY93" fmla="*/ 38742 h 225860"/>
                <a:gd name="connsiteX94" fmla="*/ 654592 w 851485"/>
                <a:gd name="connsiteY94" fmla="*/ 38742 h 225860"/>
                <a:gd name="connsiteX95" fmla="*/ 17900 w 851485"/>
                <a:gd name="connsiteY95" fmla="*/ 169397 h 225860"/>
                <a:gd name="connsiteX96" fmla="*/ 36065 w 851485"/>
                <a:gd name="connsiteY96" fmla="*/ 134983 h 225860"/>
                <a:gd name="connsiteX97" fmla="*/ 91060 w 851485"/>
                <a:gd name="connsiteY97" fmla="*/ 114735 h 225860"/>
                <a:gd name="connsiteX98" fmla="*/ 93143 w 851485"/>
                <a:gd name="connsiteY98" fmla="*/ 174480 h 225860"/>
                <a:gd name="connsiteX99" fmla="*/ 100393 w 851485"/>
                <a:gd name="connsiteY99" fmla="*/ 170813 h 225860"/>
                <a:gd name="connsiteX100" fmla="*/ 93893 w 851485"/>
                <a:gd name="connsiteY100" fmla="*/ 144482 h 225860"/>
                <a:gd name="connsiteX101" fmla="*/ 94726 w 851485"/>
                <a:gd name="connsiteY101" fmla="*/ 113735 h 225860"/>
                <a:gd name="connsiteX102" fmla="*/ 96059 w 851485"/>
                <a:gd name="connsiteY102" fmla="*/ 113402 h 225860"/>
                <a:gd name="connsiteX103" fmla="*/ 151804 w 851485"/>
                <a:gd name="connsiteY103" fmla="*/ 89154 h 225860"/>
                <a:gd name="connsiteX104" fmla="*/ 178635 w 851485"/>
                <a:gd name="connsiteY104" fmla="*/ 72489 h 225860"/>
                <a:gd name="connsiteX105" fmla="*/ 212632 w 851485"/>
                <a:gd name="connsiteY105" fmla="*/ 64323 h 225860"/>
                <a:gd name="connsiteX106" fmla="*/ 220048 w 851485"/>
                <a:gd name="connsiteY106" fmla="*/ 63406 h 225860"/>
                <a:gd name="connsiteX107" fmla="*/ 219798 w 851485"/>
                <a:gd name="connsiteY107" fmla="*/ 148315 h 225860"/>
                <a:gd name="connsiteX108" fmla="*/ 221798 w 851485"/>
                <a:gd name="connsiteY108" fmla="*/ 147565 h 225860"/>
                <a:gd name="connsiteX109" fmla="*/ 222548 w 851485"/>
                <a:gd name="connsiteY109" fmla="*/ 93404 h 225860"/>
                <a:gd name="connsiteX110" fmla="*/ 227547 w 851485"/>
                <a:gd name="connsiteY110" fmla="*/ 74905 h 225860"/>
                <a:gd name="connsiteX111" fmla="*/ 229797 w 851485"/>
                <a:gd name="connsiteY111" fmla="*/ 61906 h 225860"/>
                <a:gd name="connsiteX112" fmla="*/ 267544 w 851485"/>
                <a:gd name="connsiteY112" fmla="*/ 51241 h 225860"/>
                <a:gd name="connsiteX113" fmla="*/ 323455 w 851485"/>
                <a:gd name="connsiteY113" fmla="*/ 23327 h 225860"/>
                <a:gd name="connsiteX114" fmla="*/ 353536 w 851485"/>
                <a:gd name="connsiteY114" fmla="*/ 22993 h 225860"/>
                <a:gd name="connsiteX115" fmla="*/ 338121 w 851485"/>
                <a:gd name="connsiteY115" fmla="*/ 37492 h 225860"/>
                <a:gd name="connsiteX116" fmla="*/ 323539 w 851485"/>
                <a:gd name="connsiteY116" fmla="*/ 76322 h 225860"/>
                <a:gd name="connsiteX117" fmla="*/ 340537 w 851485"/>
                <a:gd name="connsiteY117" fmla="*/ 154315 h 225860"/>
                <a:gd name="connsiteX118" fmla="*/ 346537 w 851485"/>
                <a:gd name="connsiteY118" fmla="*/ 151232 h 225860"/>
                <a:gd name="connsiteX119" fmla="*/ 337038 w 851485"/>
                <a:gd name="connsiteY119" fmla="*/ 73405 h 225860"/>
                <a:gd name="connsiteX120" fmla="*/ 349120 w 851485"/>
                <a:gd name="connsiteY120" fmla="*/ 40492 h 225860"/>
                <a:gd name="connsiteX121" fmla="*/ 361286 w 851485"/>
                <a:gd name="connsiteY121" fmla="*/ 24743 h 225860"/>
                <a:gd name="connsiteX122" fmla="*/ 401365 w 851485"/>
                <a:gd name="connsiteY122" fmla="*/ 32742 h 225860"/>
                <a:gd name="connsiteX123" fmla="*/ 457110 w 851485"/>
                <a:gd name="connsiteY123" fmla="*/ 19327 h 225860"/>
                <a:gd name="connsiteX124" fmla="*/ 450611 w 851485"/>
                <a:gd name="connsiteY124" fmla="*/ 26076 h 225860"/>
                <a:gd name="connsiteX125" fmla="*/ 433196 w 851485"/>
                <a:gd name="connsiteY125" fmla="*/ 62573 h 225860"/>
                <a:gd name="connsiteX126" fmla="*/ 449278 w 851485"/>
                <a:gd name="connsiteY126" fmla="*/ 144899 h 225860"/>
                <a:gd name="connsiteX127" fmla="*/ 455610 w 851485"/>
                <a:gd name="connsiteY127" fmla="*/ 141649 h 225860"/>
                <a:gd name="connsiteX128" fmla="*/ 445445 w 851485"/>
                <a:gd name="connsiteY128" fmla="*/ 62323 h 225860"/>
                <a:gd name="connsiteX129" fmla="*/ 463860 w 851485"/>
                <a:gd name="connsiteY129" fmla="*/ 26576 h 225860"/>
                <a:gd name="connsiteX130" fmla="*/ 476525 w 851485"/>
                <a:gd name="connsiteY130" fmla="*/ 14411 h 225860"/>
                <a:gd name="connsiteX131" fmla="*/ 509939 w 851485"/>
                <a:gd name="connsiteY131" fmla="*/ 15494 h 225860"/>
                <a:gd name="connsiteX132" fmla="*/ 549185 w 851485"/>
                <a:gd name="connsiteY132" fmla="*/ 35575 h 225860"/>
                <a:gd name="connsiteX133" fmla="*/ 559018 w 851485"/>
                <a:gd name="connsiteY133" fmla="*/ 43408 h 225860"/>
                <a:gd name="connsiteX134" fmla="*/ 577599 w 851485"/>
                <a:gd name="connsiteY134" fmla="*/ 88237 h 225860"/>
                <a:gd name="connsiteX135" fmla="*/ 563851 w 851485"/>
                <a:gd name="connsiteY135" fmla="*/ 151482 h 225860"/>
                <a:gd name="connsiteX136" fmla="*/ 520771 w 851485"/>
                <a:gd name="connsiteY136" fmla="*/ 197894 h 225860"/>
                <a:gd name="connsiteX137" fmla="*/ 511605 w 851485"/>
                <a:gd name="connsiteY137" fmla="*/ 183479 h 225860"/>
                <a:gd name="connsiteX138" fmla="*/ 495773 w 851485"/>
                <a:gd name="connsiteY138" fmla="*/ 144566 h 225860"/>
                <a:gd name="connsiteX139" fmla="*/ 510022 w 851485"/>
                <a:gd name="connsiteY139" fmla="*/ 67823 h 225860"/>
                <a:gd name="connsiteX140" fmla="*/ 509439 w 851485"/>
                <a:gd name="connsiteY140" fmla="*/ 67489 h 225860"/>
                <a:gd name="connsiteX141" fmla="*/ 482691 w 851485"/>
                <a:gd name="connsiteY141" fmla="*/ 144649 h 225860"/>
                <a:gd name="connsiteX142" fmla="*/ 507272 w 851485"/>
                <a:gd name="connsiteY142" fmla="*/ 204893 h 225860"/>
                <a:gd name="connsiteX143" fmla="*/ 448694 w 851485"/>
                <a:gd name="connsiteY143" fmla="*/ 210226 h 225860"/>
                <a:gd name="connsiteX144" fmla="*/ 415614 w 851485"/>
                <a:gd name="connsiteY144" fmla="*/ 203227 h 225860"/>
                <a:gd name="connsiteX145" fmla="*/ 416281 w 851485"/>
                <a:gd name="connsiteY145" fmla="*/ 200727 h 225860"/>
                <a:gd name="connsiteX146" fmla="*/ 402949 w 851485"/>
                <a:gd name="connsiteY146" fmla="*/ 161064 h 225860"/>
                <a:gd name="connsiteX147" fmla="*/ 398615 w 851485"/>
                <a:gd name="connsiteY147" fmla="*/ 102069 h 225860"/>
                <a:gd name="connsiteX148" fmla="*/ 397449 w 851485"/>
                <a:gd name="connsiteY148" fmla="*/ 101819 h 225860"/>
                <a:gd name="connsiteX149" fmla="*/ 404365 w 851485"/>
                <a:gd name="connsiteY149" fmla="*/ 199811 h 225860"/>
                <a:gd name="connsiteX150" fmla="*/ 378367 w 851485"/>
                <a:gd name="connsiteY150" fmla="*/ 192645 h 225860"/>
                <a:gd name="connsiteX151" fmla="*/ 318373 w 851485"/>
                <a:gd name="connsiteY151" fmla="*/ 197228 h 225860"/>
                <a:gd name="connsiteX152" fmla="*/ 309790 w 851485"/>
                <a:gd name="connsiteY152" fmla="*/ 184812 h 225860"/>
                <a:gd name="connsiteX153" fmla="*/ 297291 w 851485"/>
                <a:gd name="connsiteY153" fmla="*/ 162481 h 225860"/>
                <a:gd name="connsiteX154" fmla="*/ 286792 w 851485"/>
                <a:gd name="connsiteY154" fmla="*/ 122318 h 225860"/>
                <a:gd name="connsiteX155" fmla="*/ 294875 w 851485"/>
                <a:gd name="connsiteY155" fmla="*/ 75822 h 225860"/>
                <a:gd name="connsiteX156" fmla="*/ 292958 w 851485"/>
                <a:gd name="connsiteY156" fmla="*/ 75239 h 225860"/>
                <a:gd name="connsiteX157" fmla="*/ 275626 w 851485"/>
                <a:gd name="connsiteY157" fmla="*/ 126734 h 225860"/>
                <a:gd name="connsiteX158" fmla="*/ 284709 w 851485"/>
                <a:gd name="connsiteY158" fmla="*/ 169063 h 225860"/>
                <a:gd name="connsiteX159" fmla="*/ 302041 w 851485"/>
                <a:gd name="connsiteY159" fmla="*/ 199727 h 225860"/>
                <a:gd name="connsiteX160" fmla="*/ 247462 w 851485"/>
                <a:gd name="connsiteY160" fmla="*/ 193811 h 225860"/>
                <a:gd name="connsiteX161" fmla="*/ 184968 w 851485"/>
                <a:gd name="connsiteY161" fmla="*/ 190228 h 225860"/>
                <a:gd name="connsiteX162" fmla="*/ 165553 w 851485"/>
                <a:gd name="connsiteY162" fmla="*/ 193311 h 225860"/>
                <a:gd name="connsiteX163" fmla="*/ 165053 w 851485"/>
                <a:gd name="connsiteY163" fmla="*/ 191228 h 225860"/>
                <a:gd name="connsiteX164" fmla="*/ 146971 w 851485"/>
                <a:gd name="connsiteY164" fmla="*/ 150315 h 225860"/>
                <a:gd name="connsiteX165" fmla="*/ 149805 w 851485"/>
                <a:gd name="connsiteY165" fmla="*/ 94320 h 225860"/>
                <a:gd name="connsiteX166" fmla="*/ 149055 w 851485"/>
                <a:gd name="connsiteY166" fmla="*/ 93987 h 225860"/>
                <a:gd name="connsiteX167" fmla="*/ 150471 w 851485"/>
                <a:gd name="connsiteY167" fmla="*/ 192895 h 225860"/>
                <a:gd name="connsiteX168" fmla="*/ 149554 w 851485"/>
                <a:gd name="connsiteY168" fmla="*/ 192728 h 225860"/>
                <a:gd name="connsiteX169" fmla="*/ 114891 w 851485"/>
                <a:gd name="connsiteY169" fmla="*/ 184229 h 225860"/>
                <a:gd name="connsiteX170" fmla="*/ 47314 w 851485"/>
                <a:gd name="connsiteY170" fmla="*/ 182895 h 225860"/>
                <a:gd name="connsiteX171" fmla="*/ 17900 w 851485"/>
                <a:gd name="connsiteY171" fmla="*/ 169397 h 225860"/>
                <a:gd name="connsiteX172" fmla="*/ 17900 w 851485"/>
                <a:gd name="connsiteY172" fmla="*/ 169397 h 225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Lst>
              <a:rect l="l" t="t" r="r" b="b"/>
              <a:pathLst>
                <a:path w="851485" h="225860">
                  <a:moveTo>
                    <a:pt x="75395" y="200061"/>
                  </a:moveTo>
                  <a:cubicBezTo>
                    <a:pt x="91810" y="199561"/>
                    <a:pt x="107225" y="195894"/>
                    <a:pt x="123640" y="199561"/>
                  </a:cubicBezTo>
                  <a:cubicBezTo>
                    <a:pt x="135056" y="202060"/>
                    <a:pt x="145638" y="207977"/>
                    <a:pt x="157471" y="208310"/>
                  </a:cubicBezTo>
                  <a:cubicBezTo>
                    <a:pt x="171553" y="208727"/>
                    <a:pt x="185551" y="204560"/>
                    <a:pt x="199467" y="203310"/>
                  </a:cubicBezTo>
                  <a:cubicBezTo>
                    <a:pt x="228547" y="200644"/>
                    <a:pt x="254378" y="215226"/>
                    <a:pt x="283043" y="216392"/>
                  </a:cubicBezTo>
                  <a:cubicBezTo>
                    <a:pt x="294125" y="216809"/>
                    <a:pt x="305457" y="216059"/>
                    <a:pt x="316373" y="213893"/>
                  </a:cubicBezTo>
                  <a:cubicBezTo>
                    <a:pt x="330621" y="211060"/>
                    <a:pt x="344037" y="205060"/>
                    <a:pt x="358703" y="204394"/>
                  </a:cubicBezTo>
                  <a:cubicBezTo>
                    <a:pt x="389200" y="203144"/>
                    <a:pt x="418947" y="221475"/>
                    <a:pt x="449444" y="224558"/>
                  </a:cubicBezTo>
                  <a:cubicBezTo>
                    <a:pt x="474275" y="227058"/>
                    <a:pt x="499023" y="226975"/>
                    <a:pt x="521521" y="214976"/>
                  </a:cubicBezTo>
                  <a:cubicBezTo>
                    <a:pt x="543936" y="203060"/>
                    <a:pt x="562851" y="184562"/>
                    <a:pt x="575599" y="162731"/>
                  </a:cubicBezTo>
                  <a:cubicBezTo>
                    <a:pt x="578183" y="158398"/>
                    <a:pt x="580599" y="153981"/>
                    <a:pt x="582765" y="149648"/>
                  </a:cubicBezTo>
                  <a:cubicBezTo>
                    <a:pt x="595514" y="153315"/>
                    <a:pt x="608513" y="154065"/>
                    <a:pt x="621595" y="155648"/>
                  </a:cubicBezTo>
                  <a:cubicBezTo>
                    <a:pt x="638594" y="157731"/>
                    <a:pt x="655592" y="160897"/>
                    <a:pt x="672841" y="159398"/>
                  </a:cubicBezTo>
                  <a:cubicBezTo>
                    <a:pt x="682173" y="158564"/>
                    <a:pt x="691172" y="157564"/>
                    <a:pt x="700588" y="157398"/>
                  </a:cubicBezTo>
                  <a:cubicBezTo>
                    <a:pt x="705005" y="157314"/>
                    <a:pt x="709921" y="157731"/>
                    <a:pt x="714004" y="155898"/>
                  </a:cubicBezTo>
                  <a:cubicBezTo>
                    <a:pt x="721087" y="152732"/>
                    <a:pt x="721420" y="147315"/>
                    <a:pt x="720587" y="141316"/>
                  </a:cubicBezTo>
                  <a:cubicBezTo>
                    <a:pt x="724586" y="141983"/>
                    <a:pt x="728669" y="142566"/>
                    <a:pt x="732668" y="143232"/>
                  </a:cubicBezTo>
                  <a:cubicBezTo>
                    <a:pt x="758167" y="147232"/>
                    <a:pt x="783247" y="151482"/>
                    <a:pt x="809079" y="147732"/>
                  </a:cubicBezTo>
                  <a:cubicBezTo>
                    <a:pt x="822077" y="145815"/>
                    <a:pt x="847075" y="143482"/>
                    <a:pt x="850991" y="127234"/>
                  </a:cubicBezTo>
                  <a:cubicBezTo>
                    <a:pt x="854491" y="112652"/>
                    <a:pt x="838659" y="92070"/>
                    <a:pt x="827077" y="85488"/>
                  </a:cubicBezTo>
                  <a:cubicBezTo>
                    <a:pt x="807745" y="74655"/>
                    <a:pt x="777081" y="83571"/>
                    <a:pt x="756333" y="84821"/>
                  </a:cubicBezTo>
                  <a:cubicBezTo>
                    <a:pt x="737085" y="85988"/>
                    <a:pt x="717753" y="86071"/>
                    <a:pt x="698422" y="86987"/>
                  </a:cubicBezTo>
                  <a:cubicBezTo>
                    <a:pt x="715170" y="83821"/>
                    <a:pt x="731919" y="80738"/>
                    <a:pt x="748751" y="78072"/>
                  </a:cubicBezTo>
                  <a:cubicBezTo>
                    <a:pt x="774665" y="74072"/>
                    <a:pt x="800412" y="67239"/>
                    <a:pt x="824327" y="56324"/>
                  </a:cubicBezTo>
                  <a:cubicBezTo>
                    <a:pt x="840492" y="48991"/>
                    <a:pt x="854741" y="41075"/>
                    <a:pt x="843909" y="21410"/>
                  </a:cubicBezTo>
                  <a:cubicBezTo>
                    <a:pt x="833993" y="3495"/>
                    <a:pt x="814078" y="2495"/>
                    <a:pt x="797413" y="10161"/>
                  </a:cubicBezTo>
                  <a:cubicBezTo>
                    <a:pt x="777415" y="19410"/>
                    <a:pt x="758000" y="28576"/>
                    <a:pt x="737585" y="36659"/>
                  </a:cubicBezTo>
                  <a:cubicBezTo>
                    <a:pt x="734418" y="27243"/>
                    <a:pt x="728836" y="16744"/>
                    <a:pt x="719503" y="14327"/>
                  </a:cubicBezTo>
                  <a:cubicBezTo>
                    <a:pt x="706338" y="10911"/>
                    <a:pt x="685506" y="18994"/>
                    <a:pt x="672758" y="22243"/>
                  </a:cubicBezTo>
                  <a:cubicBezTo>
                    <a:pt x="656009" y="26576"/>
                    <a:pt x="639760" y="31742"/>
                    <a:pt x="623428" y="37409"/>
                  </a:cubicBezTo>
                  <a:cubicBezTo>
                    <a:pt x="609513" y="42241"/>
                    <a:pt x="594931" y="46074"/>
                    <a:pt x="582682" y="54657"/>
                  </a:cubicBezTo>
                  <a:cubicBezTo>
                    <a:pt x="570183" y="33576"/>
                    <a:pt x="547019" y="16244"/>
                    <a:pt x="527271" y="7661"/>
                  </a:cubicBezTo>
                  <a:cubicBezTo>
                    <a:pt x="504106" y="-2338"/>
                    <a:pt x="483358" y="-1588"/>
                    <a:pt x="459276" y="4412"/>
                  </a:cubicBezTo>
                  <a:cubicBezTo>
                    <a:pt x="446611" y="7578"/>
                    <a:pt x="434279" y="11911"/>
                    <a:pt x="421697" y="15494"/>
                  </a:cubicBezTo>
                  <a:cubicBezTo>
                    <a:pt x="405615" y="20077"/>
                    <a:pt x="391033" y="17494"/>
                    <a:pt x="375118" y="13494"/>
                  </a:cubicBezTo>
                  <a:cubicBezTo>
                    <a:pt x="350953" y="7411"/>
                    <a:pt x="330205" y="4412"/>
                    <a:pt x="306541" y="13994"/>
                  </a:cubicBezTo>
                  <a:cubicBezTo>
                    <a:pt x="282209" y="23826"/>
                    <a:pt x="261295" y="39908"/>
                    <a:pt x="235047" y="44825"/>
                  </a:cubicBezTo>
                  <a:cubicBezTo>
                    <a:pt x="213216" y="48908"/>
                    <a:pt x="190301" y="47658"/>
                    <a:pt x="170053" y="58073"/>
                  </a:cubicBezTo>
                  <a:cubicBezTo>
                    <a:pt x="145388" y="70739"/>
                    <a:pt x="124724" y="86904"/>
                    <a:pt x="97726" y="95320"/>
                  </a:cubicBezTo>
                  <a:cubicBezTo>
                    <a:pt x="74145" y="102736"/>
                    <a:pt x="49230" y="105319"/>
                    <a:pt x="28649" y="120151"/>
                  </a:cubicBezTo>
                  <a:cubicBezTo>
                    <a:pt x="14900" y="129984"/>
                    <a:pt x="-1765" y="148149"/>
                    <a:pt x="151" y="166647"/>
                  </a:cubicBezTo>
                  <a:cubicBezTo>
                    <a:pt x="2234" y="186062"/>
                    <a:pt x="24482" y="193811"/>
                    <a:pt x="40731" y="197061"/>
                  </a:cubicBezTo>
                  <a:cubicBezTo>
                    <a:pt x="52230" y="199311"/>
                    <a:pt x="63729" y="200394"/>
                    <a:pt x="75395" y="200061"/>
                  </a:cubicBezTo>
                  <a:lnTo>
                    <a:pt x="75395" y="200061"/>
                  </a:lnTo>
                  <a:close/>
                  <a:moveTo>
                    <a:pt x="705588" y="148315"/>
                  </a:moveTo>
                  <a:cubicBezTo>
                    <a:pt x="700921" y="149732"/>
                    <a:pt x="693589" y="148065"/>
                    <a:pt x="688756" y="148232"/>
                  </a:cubicBezTo>
                  <a:cubicBezTo>
                    <a:pt x="675507" y="148649"/>
                    <a:pt x="662925" y="150232"/>
                    <a:pt x="649593" y="148482"/>
                  </a:cubicBezTo>
                  <a:cubicBezTo>
                    <a:pt x="637677" y="146982"/>
                    <a:pt x="626095" y="143816"/>
                    <a:pt x="614263" y="142066"/>
                  </a:cubicBezTo>
                  <a:cubicBezTo>
                    <a:pt x="605680" y="140733"/>
                    <a:pt x="597014" y="139399"/>
                    <a:pt x="588765" y="136650"/>
                  </a:cubicBezTo>
                  <a:cubicBezTo>
                    <a:pt x="590015" y="133317"/>
                    <a:pt x="591181" y="129900"/>
                    <a:pt x="592098" y="126484"/>
                  </a:cubicBezTo>
                  <a:cubicBezTo>
                    <a:pt x="597431" y="129484"/>
                    <a:pt x="602764" y="128817"/>
                    <a:pt x="609846" y="128984"/>
                  </a:cubicBezTo>
                  <a:cubicBezTo>
                    <a:pt x="622928" y="129234"/>
                    <a:pt x="636094" y="130484"/>
                    <a:pt x="649176" y="131733"/>
                  </a:cubicBezTo>
                  <a:cubicBezTo>
                    <a:pt x="670924" y="133733"/>
                    <a:pt x="692839" y="137066"/>
                    <a:pt x="714503" y="140483"/>
                  </a:cubicBezTo>
                  <a:cubicBezTo>
                    <a:pt x="713004" y="143982"/>
                    <a:pt x="710754" y="146732"/>
                    <a:pt x="705588" y="148315"/>
                  </a:cubicBezTo>
                  <a:lnTo>
                    <a:pt x="705588" y="148315"/>
                  </a:lnTo>
                  <a:close/>
                  <a:moveTo>
                    <a:pt x="780914" y="95237"/>
                  </a:moveTo>
                  <a:cubicBezTo>
                    <a:pt x="791247" y="94237"/>
                    <a:pt x="804329" y="91070"/>
                    <a:pt x="814661" y="92904"/>
                  </a:cubicBezTo>
                  <a:cubicBezTo>
                    <a:pt x="824744" y="94653"/>
                    <a:pt x="840909" y="112069"/>
                    <a:pt x="839659" y="123484"/>
                  </a:cubicBezTo>
                  <a:cubicBezTo>
                    <a:pt x="837743" y="140983"/>
                    <a:pt x="790663" y="139983"/>
                    <a:pt x="777581" y="139233"/>
                  </a:cubicBezTo>
                  <a:cubicBezTo>
                    <a:pt x="755500" y="137983"/>
                    <a:pt x="733919" y="132817"/>
                    <a:pt x="712087" y="129567"/>
                  </a:cubicBezTo>
                  <a:cubicBezTo>
                    <a:pt x="690172" y="126317"/>
                    <a:pt x="668341" y="121901"/>
                    <a:pt x="646343" y="119818"/>
                  </a:cubicBezTo>
                  <a:cubicBezTo>
                    <a:pt x="628928" y="118151"/>
                    <a:pt x="611596" y="117735"/>
                    <a:pt x="594264" y="116568"/>
                  </a:cubicBezTo>
                  <a:cubicBezTo>
                    <a:pt x="594764" y="113152"/>
                    <a:pt x="595015" y="109735"/>
                    <a:pt x="595098" y="106152"/>
                  </a:cubicBezTo>
                  <a:cubicBezTo>
                    <a:pt x="597264" y="105819"/>
                    <a:pt x="599514" y="105486"/>
                    <a:pt x="601680" y="105153"/>
                  </a:cubicBezTo>
                  <a:cubicBezTo>
                    <a:pt x="608263" y="105402"/>
                    <a:pt x="619679" y="104653"/>
                    <a:pt x="621012" y="104486"/>
                  </a:cubicBezTo>
                  <a:cubicBezTo>
                    <a:pt x="631261" y="103236"/>
                    <a:pt x="641427" y="102236"/>
                    <a:pt x="651676" y="101819"/>
                  </a:cubicBezTo>
                  <a:cubicBezTo>
                    <a:pt x="672424" y="100903"/>
                    <a:pt x="693172" y="99236"/>
                    <a:pt x="713920" y="98653"/>
                  </a:cubicBezTo>
                  <a:cubicBezTo>
                    <a:pt x="736169" y="97986"/>
                    <a:pt x="758583" y="97403"/>
                    <a:pt x="780914" y="95237"/>
                  </a:cubicBezTo>
                  <a:lnTo>
                    <a:pt x="780914" y="95237"/>
                  </a:lnTo>
                  <a:close/>
                  <a:moveTo>
                    <a:pt x="785081" y="29826"/>
                  </a:moveTo>
                  <a:cubicBezTo>
                    <a:pt x="795496" y="24743"/>
                    <a:pt x="804745" y="17660"/>
                    <a:pt x="816661" y="17744"/>
                  </a:cubicBezTo>
                  <a:cubicBezTo>
                    <a:pt x="826410" y="17827"/>
                    <a:pt x="837326" y="23660"/>
                    <a:pt x="834993" y="35159"/>
                  </a:cubicBezTo>
                  <a:cubicBezTo>
                    <a:pt x="833160" y="44325"/>
                    <a:pt x="824910" y="46241"/>
                    <a:pt x="816411" y="49991"/>
                  </a:cubicBezTo>
                  <a:cubicBezTo>
                    <a:pt x="806245" y="54490"/>
                    <a:pt x="795580" y="58323"/>
                    <a:pt x="784997" y="61656"/>
                  </a:cubicBezTo>
                  <a:cubicBezTo>
                    <a:pt x="762083" y="68822"/>
                    <a:pt x="737918" y="71822"/>
                    <a:pt x="714337" y="75822"/>
                  </a:cubicBezTo>
                  <a:cubicBezTo>
                    <a:pt x="691756" y="79655"/>
                    <a:pt x="669091" y="83488"/>
                    <a:pt x="646426" y="86821"/>
                  </a:cubicBezTo>
                  <a:cubicBezTo>
                    <a:pt x="630678" y="89071"/>
                    <a:pt x="610263" y="89487"/>
                    <a:pt x="594264" y="94903"/>
                  </a:cubicBezTo>
                  <a:cubicBezTo>
                    <a:pt x="594015" y="93154"/>
                    <a:pt x="593681" y="91404"/>
                    <a:pt x="593265" y="89571"/>
                  </a:cubicBezTo>
                  <a:cubicBezTo>
                    <a:pt x="593098" y="88821"/>
                    <a:pt x="592848" y="87987"/>
                    <a:pt x="592681" y="87237"/>
                  </a:cubicBezTo>
                  <a:cubicBezTo>
                    <a:pt x="628011" y="90987"/>
                    <a:pt x="665841" y="75738"/>
                    <a:pt x="698005" y="63656"/>
                  </a:cubicBezTo>
                  <a:cubicBezTo>
                    <a:pt x="717837" y="56157"/>
                    <a:pt x="738252" y="49824"/>
                    <a:pt x="757833" y="41742"/>
                  </a:cubicBezTo>
                  <a:cubicBezTo>
                    <a:pt x="766916" y="37909"/>
                    <a:pt x="776165" y="34159"/>
                    <a:pt x="785081" y="29826"/>
                  </a:cubicBezTo>
                  <a:lnTo>
                    <a:pt x="785081" y="29826"/>
                  </a:lnTo>
                  <a:close/>
                  <a:moveTo>
                    <a:pt x="654592" y="38742"/>
                  </a:moveTo>
                  <a:cubicBezTo>
                    <a:pt x="666175" y="35075"/>
                    <a:pt x="677924" y="32159"/>
                    <a:pt x="689756" y="29576"/>
                  </a:cubicBezTo>
                  <a:cubicBezTo>
                    <a:pt x="699505" y="27410"/>
                    <a:pt x="712837" y="22160"/>
                    <a:pt x="722503" y="27576"/>
                  </a:cubicBezTo>
                  <a:cubicBezTo>
                    <a:pt x="725586" y="29326"/>
                    <a:pt x="729336" y="34326"/>
                    <a:pt x="732335" y="38908"/>
                  </a:cubicBezTo>
                  <a:cubicBezTo>
                    <a:pt x="731586" y="39158"/>
                    <a:pt x="730836" y="39492"/>
                    <a:pt x="730169" y="39742"/>
                  </a:cubicBezTo>
                  <a:cubicBezTo>
                    <a:pt x="706838" y="48408"/>
                    <a:pt x="684173" y="58490"/>
                    <a:pt x="660342" y="65656"/>
                  </a:cubicBezTo>
                  <a:cubicBezTo>
                    <a:pt x="645843" y="69989"/>
                    <a:pt x="631678" y="74489"/>
                    <a:pt x="616762" y="76988"/>
                  </a:cubicBezTo>
                  <a:cubicBezTo>
                    <a:pt x="608513" y="78405"/>
                    <a:pt x="600097" y="78322"/>
                    <a:pt x="591932" y="79821"/>
                  </a:cubicBezTo>
                  <a:cubicBezTo>
                    <a:pt x="591515" y="75655"/>
                    <a:pt x="590515" y="71655"/>
                    <a:pt x="589182" y="67656"/>
                  </a:cubicBezTo>
                  <a:cubicBezTo>
                    <a:pt x="589348" y="67406"/>
                    <a:pt x="589598" y="67239"/>
                    <a:pt x="589765" y="66989"/>
                  </a:cubicBezTo>
                  <a:cubicBezTo>
                    <a:pt x="610763" y="56490"/>
                    <a:pt x="631928" y="45991"/>
                    <a:pt x="654592" y="38742"/>
                  </a:cubicBezTo>
                  <a:lnTo>
                    <a:pt x="654592" y="38742"/>
                  </a:lnTo>
                  <a:close/>
                  <a:moveTo>
                    <a:pt x="17900" y="169397"/>
                  </a:moveTo>
                  <a:cubicBezTo>
                    <a:pt x="11317" y="156981"/>
                    <a:pt x="27482" y="141399"/>
                    <a:pt x="36065" y="134983"/>
                  </a:cubicBezTo>
                  <a:cubicBezTo>
                    <a:pt x="52397" y="122734"/>
                    <a:pt x="71895" y="119651"/>
                    <a:pt x="91060" y="114735"/>
                  </a:cubicBezTo>
                  <a:cubicBezTo>
                    <a:pt x="86893" y="133233"/>
                    <a:pt x="81227" y="158648"/>
                    <a:pt x="93143" y="174480"/>
                  </a:cubicBezTo>
                  <a:cubicBezTo>
                    <a:pt x="96059" y="178313"/>
                    <a:pt x="101475" y="175229"/>
                    <a:pt x="100393" y="170813"/>
                  </a:cubicBezTo>
                  <a:cubicBezTo>
                    <a:pt x="98059" y="161647"/>
                    <a:pt x="94309" y="154315"/>
                    <a:pt x="93893" y="144482"/>
                  </a:cubicBezTo>
                  <a:cubicBezTo>
                    <a:pt x="93476" y="134317"/>
                    <a:pt x="93643" y="123817"/>
                    <a:pt x="94726" y="113735"/>
                  </a:cubicBezTo>
                  <a:cubicBezTo>
                    <a:pt x="95143" y="113652"/>
                    <a:pt x="95643" y="113485"/>
                    <a:pt x="96059" y="113402"/>
                  </a:cubicBezTo>
                  <a:cubicBezTo>
                    <a:pt x="115724" y="107902"/>
                    <a:pt x="134223" y="99653"/>
                    <a:pt x="151804" y="89154"/>
                  </a:cubicBezTo>
                  <a:cubicBezTo>
                    <a:pt x="160804" y="83821"/>
                    <a:pt x="169219" y="77072"/>
                    <a:pt x="178635" y="72489"/>
                  </a:cubicBezTo>
                  <a:cubicBezTo>
                    <a:pt x="189301" y="67323"/>
                    <a:pt x="200966" y="65656"/>
                    <a:pt x="212632" y="64323"/>
                  </a:cubicBezTo>
                  <a:cubicBezTo>
                    <a:pt x="215132" y="64073"/>
                    <a:pt x="217549" y="63740"/>
                    <a:pt x="220048" y="63406"/>
                  </a:cubicBezTo>
                  <a:cubicBezTo>
                    <a:pt x="207716" y="90237"/>
                    <a:pt x="206383" y="121068"/>
                    <a:pt x="219798" y="148315"/>
                  </a:cubicBezTo>
                  <a:cubicBezTo>
                    <a:pt x="220381" y="149565"/>
                    <a:pt x="222131" y="148982"/>
                    <a:pt x="221798" y="147565"/>
                  </a:cubicBezTo>
                  <a:cubicBezTo>
                    <a:pt x="217715" y="129900"/>
                    <a:pt x="219881" y="111152"/>
                    <a:pt x="222548" y="93404"/>
                  </a:cubicBezTo>
                  <a:cubicBezTo>
                    <a:pt x="223464" y="87071"/>
                    <a:pt x="226214" y="81155"/>
                    <a:pt x="227547" y="74905"/>
                  </a:cubicBezTo>
                  <a:cubicBezTo>
                    <a:pt x="228464" y="70656"/>
                    <a:pt x="229048" y="66239"/>
                    <a:pt x="229797" y="61906"/>
                  </a:cubicBezTo>
                  <a:cubicBezTo>
                    <a:pt x="242713" y="59907"/>
                    <a:pt x="255295" y="56990"/>
                    <a:pt x="267544" y="51241"/>
                  </a:cubicBezTo>
                  <a:cubicBezTo>
                    <a:pt x="286375" y="42408"/>
                    <a:pt x="303124" y="28826"/>
                    <a:pt x="323455" y="23327"/>
                  </a:cubicBezTo>
                  <a:cubicBezTo>
                    <a:pt x="333621" y="20577"/>
                    <a:pt x="343621" y="21160"/>
                    <a:pt x="353536" y="22993"/>
                  </a:cubicBezTo>
                  <a:cubicBezTo>
                    <a:pt x="348037" y="27160"/>
                    <a:pt x="342120" y="30576"/>
                    <a:pt x="338121" y="37492"/>
                  </a:cubicBezTo>
                  <a:cubicBezTo>
                    <a:pt x="331455" y="48908"/>
                    <a:pt x="325789" y="63323"/>
                    <a:pt x="323539" y="76322"/>
                  </a:cubicBezTo>
                  <a:cubicBezTo>
                    <a:pt x="319289" y="101653"/>
                    <a:pt x="329039" y="132150"/>
                    <a:pt x="340537" y="154315"/>
                  </a:cubicBezTo>
                  <a:cubicBezTo>
                    <a:pt x="342371" y="157981"/>
                    <a:pt x="347537" y="154731"/>
                    <a:pt x="346537" y="151232"/>
                  </a:cubicBezTo>
                  <a:cubicBezTo>
                    <a:pt x="339787" y="127567"/>
                    <a:pt x="331038" y="97820"/>
                    <a:pt x="337038" y="73405"/>
                  </a:cubicBezTo>
                  <a:cubicBezTo>
                    <a:pt x="339704" y="62490"/>
                    <a:pt x="343870" y="50574"/>
                    <a:pt x="349120" y="40492"/>
                  </a:cubicBezTo>
                  <a:cubicBezTo>
                    <a:pt x="352286" y="34326"/>
                    <a:pt x="357202" y="29909"/>
                    <a:pt x="361286" y="24743"/>
                  </a:cubicBezTo>
                  <a:cubicBezTo>
                    <a:pt x="374618" y="27826"/>
                    <a:pt x="387867" y="32159"/>
                    <a:pt x="401365" y="32742"/>
                  </a:cubicBezTo>
                  <a:cubicBezTo>
                    <a:pt x="420363" y="33492"/>
                    <a:pt x="438862" y="24993"/>
                    <a:pt x="457110" y="19327"/>
                  </a:cubicBezTo>
                  <a:cubicBezTo>
                    <a:pt x="454860" y="21327"/>
                    <a:pt x="452694" y="23577"/>
                    <a:pt x="450611" y="26076"/>
                  </a:cubicBezTo>
                  <a:cubicBezTo>
                    <a:pt x="441778" y="36825"/>
                    <a:pt x="435612" y="48741"/>
                    <a:pt x="433196" y="62573"/>
                  </a:cubicBezTo>
                  <a:cubicBezTo>
                    <a:pt x="428696" y="88487"/>
                    <a:pt x="433529" y="123318"/>
                    <a:pt x="449278" y="144899"/>
                  </a:cubicBezTo>
                  <a:cubicBezTo>
                    <a:pt x="451527" y="148065"/>
                    <a:pt x="457444" y="145482"/>
                    <a:pt x="455610" y="141649"/>
                  </a:cubicBezTo>
                  <a:cubicBezTo>
                    <a:pt x="444694" y="118818"/>
                    <a:pt x="440612" y="87237"/>
                    <a:pt x="445445" y="62323"/>
                  </a:cubicBezTo>
                  <a:cubicBezTo>
                    <a:pt x="448111" y="48824"/>
                    <a:pt x="455277" y="37159"/>
                    <a:pt x="463860" y="26576"/>
                  </a:cubicBezTo>
                  <a:cubicBezTo>
                    <a:pt x="467276" y="22327"/>
                    <a:pt x="472442" y="18660"/>
                    <a:pt x="476525" y="14411"/>
                  </a:cubicBezTo>
                  <a:cubicBezTo>
                    <a:pt x="487691" y="12411"/>
                    <a:pt x="498356" y="12078"/>
                    <a:pt x="509939" y="15494"/>
                  </a:cubicBezTo>
                  <a:cubicBezTo>
                    <a:pt x="524271" y="19660"/>
                    <a:pt x="537103" y="26910"/>
                    <a:pt x="549185" y="35575"/>
                  </a:cubicBezTo>
                  <a:cubicBezTo>
                    <a:pt x="552518" y="37909"/>
                    <a:pt x="555851" y="40575"/>
                    <a:pt x="559018" y="43408"/>
                  </a:cubicBezTo>
                  <a:cubicBezTo>
                    <a:pt x="568267" y="56740"/>
                    <a:pt x="574016" y="72489"/>
                    <a:pt x="577599" y="88237"/>
                  </a:cubicBezTo>
                  <a:cubicBezTo>
                    <a:pt x="582932" y="111652"/>
                    <a:pt x="574850" y="131150"/>
                    <a:pt x="563851" y="151482"/>
                  </a:cubicBezTo>
                  <a:cubicBezTo>
                    <a:pt x="553601" y="170480"/>
                    <a:pt x="539019" y="186312"/>
                    <a:pt x="520771" y="197894"/>
                  </a:cubicBezTo>
                  <a:cubicBezTo>
                    <a:pt x="518688" y="192811"/>
                    <a:pt x="514355" y="188312"/>
                    <a:pt x="511605" y="183479"/>
                  </a:cubicBezTo>
                  <a:cubicBezTo>
                    <a:pt x="504856" y="171896"/>
                    <a:pt x="499857" y="157398"/>
                    <a:pt x="495773" y="144566"/>
                  </a:cubicBezTo>
                  <a:cubicBezTo>
                    <a:pt x="487607" y="119235"/>
                    <a:pt x="497856" y="89987"/>
                    <a:pt x="510022" y="67823"/>
                  </a:cubicBezTo>
                  <a:cubicBezTo>
                    <a:pt x="510189" y="67489"/>
                    <a:pt x="509689" y="67156"/>
                    <a:pt x="509439" y="67489"/>
                  </a:cubicBezTo>
                  <a:cubicBezTo>
                    <a:pt x="493690" y="89904"/>
                    <a:pt x="478192" y="115985"/>
                    <a:pt x="482691" y="144649"/>
                  </a:cubicBezTo>
                  <a:cubicBezTo>
                    <a:pt x="484524" y="156231"/>
                    <a:pt x="492857" y="193145"/>
                    <a:pt x="507272" y="204893"/>
                  </a:cubicBezTo>
                  <a:cubicBezTo>
                    <a:pt x="488774" y="212310"/>
                    <a:pt x="468943" y="212310"/>
                    <a:pt x="448694" y="210226"/>
                  </a:cubicBezTo>
                  <a:cubicBezTo>
                    <a:pt x="437362" y="209060"/>
                    <a:pt x="426446" y="206310"/>
                    <a:pt x="415614" y="203227"/>
                  </a:cubicBezTo>
                  <a:cubicBezTo>
                    <a:pt x="416030" y="202560"/>
                    <a:pt x="416281" y="201727"/>
                    <a:pt x="416281" y="200727"/>
                  </a:cubicBezTo>
                  <a:cubicBezTo>
                    <a:pt x="416614" y="187812"/>
                    <a:pt x="406615" y="173313"/>
                    <a:pt x="402949" y="161064"/>
                  </a:cubicBezTo>
                  <a:cubicBezTo>
                    <a:pt x="397449" y="142816"/>
                    <a:pt x="396449" y="120901"/>
                    <a:pt x="398615" y="102069"/>
                  </a:cubicBezTo>
                  <a:cubicBezTo>
                    <a:pt x="398699" y="101320"/>
                    <a:pt x="397699" y="101153"/>
                    <a:pt x="397449" y="101819"/>
                  </a:cubicBezTo>
                  <a:cubicBezTo>
                    <a:pt x="387616" y="136316"/>
                    <a:pt x="392866" y="166897"/>
                    <a:pt x="404365" y="199811"/>
                  </a:cubicBezTo>
                  <a:cubicBezTo>
                    <a:pt x="395782" y="197228"/>
                    <a:pt x="387116" y="194644"/>
                    <a:pt x="378367" y="192645"/>
                  </a:cubicBezTo>
                  <a:cubicBezTo>
                    <a:pt x="357119" y="187812"/>
                    <a:pt x="338954" y="192895"/>
                    <a:pt x="318373" y="197228"/>
                  </a:cubicBezTo>
                  <a:cubicBezTo>
                    <a:pt x="315623" y="192978"/>
                    <a:pt x="312040" y="188812"/>
                    <a:pt x="309790" y="184812"/>
                  </a:cubicBezTo>
                  <a:cubicBezTo>
                    <a:pt x="305541" y="177313"/>
                    <a:pt x="301208" y="170230"/>
                    <a:pt x="297291" y="162481"/>
                  </a:cubicBezTo>
                  <a:cubicBezTo>
                    <a:pt x="291042" y="150148"/>
                    <a:pt x="287125" y="136150"/>
                    <a:pt x="286792" y="122318"/>
                  </a:cubicBezTo>
                  <a:cubicBezTo>
                    <a:pt x="286459" y="106236"/>
                    <a:pt x="291208" y="91404"/>
                    <a:pt x="294875" y="75822"/>
                  </a:cubicBezTo>
                  <a:cubicBezTo>
                    <a:pt x="295125" y="74739"/>
                    <a:pt x="293458" y="74155"/>
                    <a:pt x="292958" y="75239"/>
                  </a:cubicBezTo>
                  <a:cubicBezTo>
                    <a:pt x="285875" y="92487"/>
                    <a:pt x="277210" y="107902"/>
                    <a:pt x="275626" y="126734"/>
                  </a:cubicBezTo>
                  <a:cubicBezTo>
                    <a:pt x="274376" y="141149"/>
                    <a:pt x="278710" y="156065"/>
                    <a:pt x="284709" y="169063"/>
                  </a:cubicBezTo>
                  <a:cubicBezTo>
                    <a:pt x="287125" y="174313"/>
                    <a:pt x="293958" y="189645"/>
                    <a:pt x="302041" y="199727"/>
                  </a:cubicBezTo>
                  <a:cubicBezTo>
                    <a:pt x="283709" y="201227"/>
                    <a:pt x="265461" y="198727"/>
                    <a:pt x="247462" y="193811"/>
                  </a:cubicBezTo>
                  <a:cubicBezTo>
                    <a:pt x="226048" y="187895"/>
                    <a:pt x="206966" y="186562"/>
                    <a:pt x="184968" y="190228"/>
                  </a:cubicBezTo>
                  <a:cubicBezTo>
                    <a:pt x="178552" y="191311"/>
                    <a:pt x="172053" y="192645"/>
                    <a:pt x="165553" y="193311"/>
                  </a:cubicBezTo>
                  <a:cubicBezTo>
                    <a:pt x="165470" y="192645"/>
                    <a:pt x="165387" y="191978"/>
                    <a:pt x="165053" y="191228"/>
                  </a:cubicBezTo>
                  <a:cubicBezTo>
                    <a:pt x="159054" y="177479"/>
                    <a:pt x="149971" y="165230"/>
                    <a:pt x="146971" y="150315"/>
                  </a:cubicBezTo>
                  <a:cubicBezTo>
                    <a:pt x="143138" y="131067"/>
                    <a:pt x="141889" y="112818"/>
                    <a:pt x="149805" y="94320"/>
                  </a:cubicBezTo>
                  <a:cubicBezTo>
                    <a:pt x="150054" y="93820"/>
                    <a:pt x="149305" y="93487"/>
                    <a:pt x="149055" y="93987"/>
                  </a:cubicBezTo>
                  <a:cubicBezTo>
                    <a:pt x="129806" y="126317"/>
                    <a:pt x="134056" y="160981"/>
                    <a:pt x="150471" y="192895"/>
                  </a:cubicBezTo>
                  <a:cubicBezTo>
                    <a:pt x="150138" y="192811"/>
                    <a:pt x="149888" y="192811"/>
                    <a:pt x="149554" y="192728"/>
                  </a:cubicBezTo>
                  <a:cubicBezTo>
                    <a:pt x="137722" y="190311"/>
                    <a:pt x="127140" y="185395"/>
                    <a:pt x="114891" y="184229"/>
                  </a:cubicBezTo>
                  <a:cubicBezTo>
                    <a:pt x="92143" y="182062"/>
                    <a:pt x="70145" y="187395"/>
                    <a:pt x="47314" y="182895"/>
                  </a:cubicBezTo>
                  <a:cubicBezTo>
                    <a:pt x="38564" y="181229"/>
                    <a:pt x="22733" y="178563"/>
                    <a:pt x="17900" y="169397"/>
                  </a:cubicBezTo>
                  <a:lnTo>
                    <a:pt x="17900" y="169397"/>
                  </a:lnTo>
                  <a:close/>
                </a:path>
              </a:pathLst>
            </a:custGeom>
            <a:grpFill/>
            <a:ln w="8332" cap="flat">
              <a:noFill/>
              <a:prstDash val="solid"/>
              <a:miter/>
            </a:ln>
          </p:spPr>
          <p:txBody>
            <a:bodyPr rtlCol="0" anchor="ctr"/>
            <a:lstStyle/>
            <a:p>
              <a:endParaRPr lang="en-US"/>
            </a:p>
          </p:txBody>
        </p:sp>
        <p:sp>
          <p:nvSpPr>
            <p:cNvPr id="1444" name="Freeform: Shape 1443"/>
            <p:cNvSpPr/>
            <p:nvPr/>
          </p:nvSpPr>
          <p:spPr>
            <a:xfrm>
              <a:off x="3656652" y="4037772"/>
              <a:ext cx="602015" cy="694638"/>
            </a:xfrm>
            <a:custGeom>
              <a:avLst/>
              <a:gdLst>
                <a:gd name="connsiteX0" fmla="*/ 578487 w 602015"/>
                <a:gd name="connsiteY0" fmla="*/ 605570 h 694638"/>
                <a:gd name="connsiteX1" fmla="*/ 551323 w 602015"/>
                <a:gd name="connsiteY1" fmla="*/ 565740 h 694638"/>
                <a:gd name="connsiteX2" fmla="*/ 539824 w 602015"/>
                <a:gd name="connsiteY2" fmla="*/ 532743 h 694638"/>
                <a:gd name="connsiteX3" fmla="*/ 512410 w 602015"/>
                <a:gd name="connsiteY3" fmla="*/ 500579 h 694638"/>
                <a:gd name="connsiteX4" fmla="*/ 476913 w 602015"/>
                <a:gd name="connsiteY4" fmla="*/ 423836 h 694638"/>
                <a:gd name="connsiteX5" fmla="*/ 456332 w 602015"/>
                <a:gd name="connsiteY5" fmla="*/ 397505 h 694638"/>
                <a:gd name="connsiteX6" fmla="*/ 425001 w 602015"/>
                <a:gd name="connsiteY6" fmla="*/ 367591 h 694638"/>
                <a:gd name="connsiteX7" fmla="*/ 391504 w 602015"/>
                <a:gd name="connsiteY7" fmla="*/ 281099 h 694638"/>
                <a:gd name="connsiteX8" fmla="*/ 343508 w 602015"/>
                <a:gd name="connsiteY8" fmla="*/ 226437 h 694638"/>
                <a:gd name="connsiteX9" fmla="*/ 270015 w 602015"/>
                <a:gd name="connsiteY9" fmla="*/ 210439 h 694638"/>
                <a:gd name="connsiteX10" fmla="*/ 255100 w 602015"/>
                <a:gd name="connsiteY10" fmla="*/ 211772 h 694638"/>
                <a:gd name="connsiteX11" fmla="*/ 238518 w 602015"/>
                <a:gd name="connsiteY11" fmla="*/ 176109 h 694638"/>
                <a:gd name="connsiteX12" fmla="*/ 213270 w 602015"/>
                <a:gd name="connsiteY12" fmla="*/ 131363 h 694638"/>
                <a:gd name="connsiteX13" fmla="*/ 196188 w 602015"/>
                <a:gd name="connsiteY13" fmla="*/ 109364 h 694638"/>
                <a:gd name="connsiteX14" fmla="*/ 187523 w 602015"/>
                <a:gd name="connsiteY14" fmla="*/ 99032 h 694638"/>
                <a:gd name="connsiteX15" fmla="*/ 171774 w 602015"/>
                <a:gd name="connsiteY15" fmla="*/ 101615 h 694638"/>
                <a:gd name="connsiteX16" fmla="*/ 166691 w 602015"/>
                <a:gd name="connsiteY16" fmla="*/ 90533 h 694638"/>
                <a:gd name="connsiteX17" fmla="*/ 128111 w 602015"/>
                <a:gd name="connsiteY17" fmla="*/ 24539 h 694638"/>
                <a:gd name="connsiteX18" fmla="*/ 87781 w 602015"/>
                <a:gd name="connsiteY18" fmla="*/ 1041 h 694638"/>
                <a:gd name="connsiteX19" fmla="*/ 66366 w 602015"/>
                <a:gd name="connsiteY19" fmla="*/ 44037 h 694638"/>
                <a:gd name="connsiteX20" fmla="*/ 105030 w 602015"/>
                <a:gd name="connsiteY20" fmla="*/ 103282 h 694638"/>
                <a:gd name="connsiteX21" fmla="*/ 138943 w 602015"/>
                <a:gd name="connsiteY21" fmla="*/ 150194 h 694638"/>
                <a:gd name="connsiteX22" fmla="*/ 103613 w 602015"/>
                <a:gd name="connsiteY22" fmla="*/ 113281 h 694638"/>
                <a:gd name="connsiteX23" fmla="*/ 43535 w 602015"/>
                <a:gd name="connsiteY23" fmla="*/ 62452 h 694638"/>
                <a:gd name="connsiteX24" fmla="*/ 3622 w 602015"/>
                <a:gd name="connsiteY24" fmla="*/ 65535 h 694638"/>
                <a:gd name="connsiteX25" fmla="*/ 20037 w 602015"/>
                <a:gd name="connsiteY25" fmla="*/ 110448 h 694638"/>
                <a:gd name="connsiteX26" fmla="*/ 75282 w 602015"/>
                <a:gd name="connsiteY26" fmla="*/ 145528 h 694638"/>
                <a:gd name="connsiteX27" fmla="*/ 66784 w 602015"/>
                <a:gd name="connsiteY27" fmla="*/ 172942 h 694638"/>
                <a:gd name="connsiteX28" fmla="*/ 99280 w 602015"/>
                <a:gd name="connsiteY28" fmla="*/ 207439 h 694638"/>
                <a:gd name="connsiteX29" fmla="*/ 139277 w 602015"/>
                <a:gd name="connsiteY29" fmla="*/ 240019 h 694638"/>
                <a:gd name="connsiteX30" fmla="*/ 176273 w 602015"/>
                <a:gd name="connsiteY30" fmla="*/ 264350 h 694638"/>
                <a:gd name="connsiteX31" fmla="*/ 167941 w 602015"/>
                <a:gd name="connsiteY31" fmla="*/ 336427 h 694638"/>
                <a:gd name="connsiteX32" fmla="*/ 202938 w 602015"/>
                <a:gd name="connsiteY32" fmla="*/ 394839 h 694638"/>
                <a:gd name="connsiteX33" fmla="*/ 233018 w 602015"/>
                <a:gd name="connsiteY33" fmla="*/ 419920 h 694638"/>
                <a:gd name="connsiteX34" fmla="*/ 257183 w 602015"/>
                <a:gd name="connsiteY34" fmla="*/ 459749 h 694638"/>
                <a:gd name="connsiteX35" fmla="*/ 295679 w 602015"/>
                <a:gd name="connsiteY35" fmla="*/ 516578 h 694638"/>
                <a:gd name="connsiteX36" fmla="*/ 360924 w 602015"/>
                <a:gd name="connsiteY36" fmla="*/ 558991 h 694638"/>
                <a:gd name="connsiteX37" fmla="*/ 408002 w 602015"/>
                <a:gd name="connsiteY37" fmla="*/ 605736 h 694638"/>
                <a:gd name="connsiteX38" fmla="*/ 479080 w 602015"/>
                <a:gd name="connsiteY38" fmla="*/ 645233 h 694638"/>
                <a:gd name="connsiteX39" fmla="*/ 538074 w 602015"/>
                <a:gd name="connsiteY39" fmla="*/ 688979 h 694638"/>
                <a:gd name="connsiteX40" fmla="*/ 592569 w 602015"/>
                <a:gd name="connsiteY40" fmla="*/ 686896 h 694638"/>
                <a:gd name="connsiteX41" fmla="*/ 595319 w 602015"/>
                <a:gd name="connsiteY41" fmla="*/ 636234 h 694638"/>
                <a:gd name="connsiteX42" fmla="*/ 578487 w 602015"/>
                <a:gd name="connsiteY42" fmla="*/ 605570 h 694638"/>
                <a:gd name="connsiteX43" fmla="*/ 578487 w 602015"/>
                <a:gd name="connsiteY43" fmla="*/ 605570 h 694638"/>
                <a:gd name="connsiteX44" fmla="*/ 185856 w 602015"/>
                <a:gd name="connsiteY44" fmla="*/ 110531 h 694638"/>
                <a:gd name="connsiteX45" fmla="*/ 195105 w 602015"/>
                <a:gd name="connsiteY45" fmla="*/ 124613 h 694638"/>
                <a:gd name="connsiteX46" fmla="*/ 217103 w 602015"/>
                <a:gd name="connsiteY46" fmla="*/ 157027 h 694638"/>
                <a:gd name="connsiteX47" fmla="*/ 231352 w 602015"/>
                <a:gd name="connsiteY47" fmla="*/ 190024 h 694638"/>
                <a:gd name="connsiteX48" fmla="*/ 241018 w 602015"/>
                <a:gd name="connsiteY48" fmla="*/ 214272 h 694638"/>
                <a:gd name="connsiteX49" fmla="*/ 230685 w 602015"/>
                <a:gd name="connsiteY49" fmla="*/ 217105 h 694638"/>
                <a:gd name="connsiteX50" fmla="*/ 222936 w 602015"/>
                <a:gd name="connsiteY50" fmla="*/ 200939 h 694638"/>
                <a:gd name="connsiteX51" fmla="*/ 203438 w 602015"/>
                <a:gd name="connsiteY51" fmla="*/ 166693 h 694638"/>
                <a:gd name="connsiteX52" fmla="*/ 174440 w 602015"/>
                <a:gd name="connsiteY52" fmla="*/ 107448 h 694638"/>
                <a:gd name="connsiteX53" fmla="*/ 185856 w 602015"/>
                <a:gd name="connsiteY53" fmla="*/ 110531 h 694638"/>
                <a:gd name="connsiteX54" fmla="*/ 185856 w 602015"/>
                <a:gd name="connsiteY54" fmla="*/ 110531 h 694638"/>
                <a:gd name="connsiteX55" fmla="*/ 99947 w 602015"/>
                <a:gd name="connsiteY55" fmla="*/ 77451 h 694638"/>
                <a:gd name="connsiteX56" fmla="*/ 79282 w 602015"/>
                <a:gd name="connsiteY56" fmla="*/ 50703 h 694638"/>
                <a:gd name="connsiteX57" fmla="*/ 90864 w 602015"/>
                <a:gd name="connsiteY57" fmla="*/ 12956 h 694638"/>
                <a:gd name="connsiteX58" fmla="*/ 138360 w 602015"/>
                <a:gd name="connsiteY58" fmla="*/ 55869 h 694638"/>
                <a:gd name="connsiteX59" fmla="*/ 166608 w 602015"/>
                <a:gd name="connsiteY59" fmla="*/ 115614 h 694638"/>
                <a:gd name="connsiteX60" fmla="*/ 194938 w 602015"/>
                <a:gd name="connsiteY60" fmla="*/ 175775 h 694638"/>
                <a:gd name="connsiteX61" fmla="*/ 221186 w 602015"/>
                <a:gd name="connsiteY61" fmla="*/ 220938 h 694638"/>
                <a:gd name="connsiteX62" fmla="*/ 212104 w 602015"/>
                <a:gd name="connsiteY62" fmla="*/ 226021 h 694638"/>
                <a:gd name="connsiteX63" fmla="*/ 207604 w 602015"/>
                <a:gd name="connsiteY63" fmla="*/ 221104 h 694638"/>
                <a:gd name="connsiteX64" fmla="*/ 196355 w 602015"/>
                <a:gd name="connsiteY64" fmla="*/ 205356 h 694638"/>
                <a:gd name="connsiteX65" fmla="*/ 177107 w 602015"/>
                <a:gd name="connsiteY65" fmla="*/ 181275 h 694638"/>
                <a:gd name="connsiteX66" fmla="*/ 139943 w 602015"/>
                <a:gd name="connsiteY66" fmla="*/ 131279 h 694638"/>
                <a:gd name="connsiteX67" fmla="*/ 99947 w 602015"/>
                <a:gd name="connsiteY67" fmla="*/ 77451 h 694638"/>
                <a:gd name="connsiteX68" fmla="*/ 99947 w 602015"/>
                <a:gd name="connsiteY68" fmla="*/ 77451 h 694638"/>
                <a:gd name="connsiteX69" fmla="*/ 43119 w 602015"/>
                <a:gd name="connsiteY69" fmla="*/ 110281 h 694638"/>
                <a:gd name="connsiteX70" fmla="*/ 15538 w 602015"/>
                <a:gd name="connsiteY70" fmla="*/ 90700 h 694638"/>
                <a:gd name="connsiteX71" fmla="*/ 19871 w 602015"/>
                <a:gd name="connsiteY71" fmla="*/ 65785 h 694638"/>
                <a:gd name="connsiteX72" fmla="*/ 42535 w 602015"/>
                <a:gd name="connsiteY72" fmla="*/ 73035 h 694638"/>
                <a:gd name="connsiteX73" fmla="*/ 69700 w 602015"/>
                <a:gd name="connsiteY73" fmla="*/ 92699 h 694638"/>
                <a:gd name="connsiteX74" fmla="*/ 120695 w 602015"/>
                <a:gd name="connsiteY74" fmla="*/ 143611 h 694638"/>
                <a:gd name="connsiteX75" fmla="*/ 167524 w 602015"/>
                <a:gd name="connsiteY75" fmla="*/ 194023 h 694638"/>
                <a:gd name="connsiteX76" fmla="*/ 203188 w 602015"/>
                <a:gd name="connsiteY76" fmla="*/ 232937 h 694638"/>
                <a:gd name="connsiteX77" fmla="*/ 199271 w 602015"/>
                <a:gd name="connsiteY77" fmla="*/ 236686 h 694638"/>
                <a:gd name="connsiteX78" fmla="*/ 197688 w 602015"/>
                <a:gd name="connsiteY78" fmla="*/ 238436 h 694638"/>
                <a:gd name="connsiteX79" fmla="*/ 119695 w 602015"/>
                <a:gd name="connsiteY79" fmla="*/ 164110 h 694638"/>
                <a:gd name="connsiteX80" fmla="*/ 68283 w 602015"/>
                <a:gd name="connsiteY80" fmla="*/ 126446 h 694638"/>
                <a:gd name="connsiteX81" fmla="*/ 43119 w 602015"/>
                <a:gd name="connsiteY81" fmla="*/ 110281 h 694638"/>
                <a:gd name="connsiteX82" fmla="*/ 43119 w 602015"/>
                <a:gd name="connsiteY82" fmla="*/ 110281 h 694638"/>
                <a:gd name="connsiteX83" fmla="*/ 122945 w 602015"/>
                <a:gd name="connsiteY83" fmla="*/ 213771 h 694638"/>
                <a:gd name="connsiteX84" fmla="*/ 95864 w 602015"/>
                <a:gd name="connsiteY84" fmla="*/ 189607 h 694638"/>
                <a:gd name="connsiteX85" fmla="*/ 76033 w 602015"/>
                <a:gd name="connsiteY85" fmla="*/ 163443 h 694638"/>
                <a:gd name="connsiteX86" fmla="*/ 80032 w 602015"/>
                <a:gd name="connsiteY86" fmla="*/ 149028 h 694638"/>
                <a:gd name="connsiteX87" fmla="*/ 81948 w 602015"/>
                <a:gd name="connsiteY87" fmla="*/ 150361 h 694638"/>
                <a:gd name="connsiteX88" fmla="*/ 142193 w 602015"/>
                <a:gd name="connsiteY88" fmla="*/ 194107 h 694638"/>
                <a:gd name="connsiteX89" fmla="*/ 175773 w 602015"/>
                <a:gd name="connsiteY89" fmla="*/ 224104 h 694638"/>
                <a:gd name="connsiteX90" fmla="*/ 191939 w 602015"/>
                <a:gd name="connsiteY90" fmla="*/ 243186 h 694638"/>
                <a:gd name="connsiteX91" fmla="*/ 183356 w 602015"/>
                <a:gd name="connsiteY91" fmla="*/ 252268 h 694638"/>
                <a:gd name="connsiteX92" fmla="*/ 182523 w 602015"/>
                <a:gd name="connsiteY92" fmla="*/ 252185 h 694638"/>
                <a:gd name="connsiteX93" fmla="*/ 122945 w 602015"/>
                <a:gd name="connsiteY93" fmla="*/ 213771 h 694638"/>
                <a:gd name="connsiteX94" fmla="*/ 122945 w 602015"/>
                <a:gd name="connsiteY94" fmla="*/ 213771 h 694638"/>
                <a:gd name="connsiteX95" fmla="*/ 584903 w 602015"/>
                <a:gd name="connsiteY95" fmla="*/ 670314 h 694638"/>
                <a:gd name="connsiteX96" fmla="*/ 546157 w 602015"/>
                <a:gd name="connsiteY96" fmla="*/ 674313 h 694638"/>
                <a:gd name="connsiteX97" fmla="*/ 498744 w 602015"/>
                <a:gd name="connsiteY97" fmla="*/ 639734 h 694638"/>
                <a:gd name="connsiteX98" fmla="*/ 547323 w 602015"/>
                <a:gd name="connsiteY98" fmla="*/ 604820 h 694638"/>
                <a:gd name="connsiteX99" fmla="*/ 540240 w 602015"/>
                <a:gd name="connsiteY99" fmla="*/ 600903 h 694638"/>
                <a:gd name="connsiteX100" fmla="*/ 521992 w 602015"/>
                <a:gd name="connsiteY100" fmla="*/ 620902 h 694638"/>
                <a:gd name="connsiteX101" fmla="*/ 495912 w 602015"/>
                <a:gd name="connsiteY101" fmla="*/ 637233 h 694638"/>
                <a:gd name="connsiteX102" fmla="*/ 494911 w 602015"/>
                <a:gd name="connsiteY102" fmla="*/ 636317 h 694638"/>
                <a:gd name="connsiteX103" fmla="*/ 443833 w 602015"/>
                <a:gd name="connsiteY103" fmla="*/ 603403 h 694638"/>
                <a:gd name="connsiteX104" fmla="*/ 415085 w 602015"/>
                <a:gd name="connsiteY104" fmla="*/ 590321 h 694638"/>
                <a:gd name="connsiteX105" fmla="*/ 389504 w 602015"/>
                <a:gd name="connsiteY105" fmla="*/ 566573 h 694638"/>
                <a:gd name="connsiteX106" fmla="*/ 384671 w 602015"/>
                <a:gd name="connsiteY106" fmla="*/ 560907 h 694638"/>
                <a:gd name="connsiteX107" fmla="*/ 455498 w 602015"/>
                <a:gd name="connsiteY107" fmla="*/ 513995 h 694638"/>
                <a:gd name="connsiteX108" fmla="*/ 453749 w 602015"/>
                <a:gd name="connsiteY108" fmla="*/ 512662 h 694638"/>
                <a:gd name="connsiteX109" fmla="*/ 408253 w 602015"/>
                <a:gd name="connsiteY109" fmla="*/ 542075 h 694638"/>
                <a:gd name="connsiteX110" fmla="*/ 390088 w 602015"/>
                <a:gd name="connsiteY110" fmla="*/ 548158 h 694638"/>
                <a:gd name="connsiteX111" fmla="*/ 378005 w 602015"/>
                <a:gd name="connsiteY111" fmla="*/ 553491 h 694638"/>
                <a:gd name="connsiteX112" fmla="*/ 348174 w 602015"/>
                <a:gd name="connsiteY112" fmla="*/ 527993 h 694638"/>
                <a:gd name="connsiteX113" fmla="*/ 293929 w 602015"/>
                <a:gd name="connsiteY113" fmla="*/ 496913 h 694638"/>
                <a:gd name="connsiteX114" fmla="*/ 276931 w 602015"/>
                <a:gd name="connsiteY114" fmla="*/ 472082 h 694638"/>
                <a:gd name="connsiteX115" fmla="*/ 297513 w 602015"/>
                <a:gd name="connsiteY115" fmla="*/ 476915 h 694638"/>
                <a:gd name="connsiteX116" fmla="*/ 337926 w 602015"/>
                <a:gd name="connsiteY116" fmla="*/ 467499 h 694638"/>
                <a:gd name="connsiteX117" fmla="*/ 393420 w 602015"/>
                <a:gd name="connsiteY117" fmla="*/ 410004 h 694638"/>
                <a:gd name="connsiteX118" fmla="*/ 387505 w 602015"/>
                <a:gd name="connsiteY118" fmla="*/ 406671 h 694638"/>
                <a:gd name="connsiteX119" fmla="*/ 327926 w 602015"/>
                <a:gd name="connsiteY119" fmla="*/ 457833 h 694638"/>
                <a:gd name="connsiteX120" fmla="*/ 293846 w 602015"/>
                <a:gd name="connsiteY120" fmla="*/ 466082 h 694638"/>
                <a:gd name="connsiteX121" fmla="*/ 273931 w 602015"/>
                <a:gd name="connsiteY121" fmla="*/ 464666 h 694638"/>
                <a:gd name="connsiteX122" fmla="*/ 258266 w 602015"/>
                <a:gd name="connsiteY122" fmla="*/ 426836 h 694638"/>
                <a:gd name="connsiteX123" fmla="*/ 216187 w 602015"/>
                <a:gd name="connsiteY123" fmla="*/ 387923 h 694638"/>
                <a:gd name="connsiteX124" fmla="*/ 225436 w 602015"/>
                <a:gd name="connsiteY124" fmla="*/ 389589 h 694638"/>
                <a:gd name="connsiteX125" fmla="*/ 265432 w 602015"/>
                <a:gd name="connsiteY125" fmla="*/ 383840 h 694638"/>
                <a:gd name="connsiteX126" fmla="*/ 325094 w 602015"/>
                <a:gd name="connsiteY126" fmla="*/ 324845 h 694638"/>
                <a:gd name="connsiteX127" fmla="*/ 318844 w 602015"/>
                <a:gd name="connsiteY127" fmla="*/ 321345 h 694638"/>
                <a:gd name="connsiteX128" fmla="*/ 258433 w 602015"/>
                <a:gd name="connsiteY128" fmla="*/ 373757 h 694638"/>
                <a:gd name="connsiteX129" fmla="*/ 218520 w 602015"/>
                <a:gd name="connsiteY129" fmla="*/ 378257 h 694638"/>
                <a:gd name="connsiteX130" fmla="*/ 201438 w 602015"/>
                <a:gd name="connsiteY130" fmla="*/ 374507 h 694638"/>
                <a:gd name="connsiteX131" fmla="*/ 183773 w 602015"/>
                <a:gd name="connsiteY131" fmla="*/ 346176 h 694638"/>
                <a:gd name="connsiteX132" fmla="*/ 178690 w 602015"/>
                <a:gd name="connsiteY132" fmla="*/ 302347 h 694638"/>
                <a:gd name="connsiteX133" fmla="*/ 179690 w 602015"/>
                <a:gd name="connsiteY133" fmla="*/ 289848 h 694638"/>
                <a:gd name="connsiteX134" fmla="*/ 206604 w 602015"/>
                <a:gd name="connsiteY134" fmla="*/ 249519 h 694638"/>
                <a:gd name="connsiteX135" fmla="*/ 266932 w 602015"/>
                <a:gd name="connsiteY135" fmla="*/ 225854 h 694638"/>
                <a:gd name="connsiteX136" fmla="*/ 329426 w 602015"/>
                <a:gd name="connsiteY136" fmla="*/ 235936 h 694638"/>
                <a:gd name="connsiteX137" fmla="*/ 322511 w 602015"/>
                <a:gd name="connsiteY137" fmla="*/ 251518 h 694638"/>
                <a:gd name="connsiteX138" fmla="*/ 298929 w 602015"/>
                <a:gd name="connsiteY138" fmla="*/ 286265 h 694638"/>
                <a:gd name="connsiteX139" fmla="*/ 227102 w 602015"/>
                <a:gd name="connsiteY139" fmla="*/ 317012 h 694638"/>
                <a:gd name="connsiteX140" fmla="*/ 227102 w 602015"/>
                <a:gd name="connsiteY140" fmla="*/ 317679 h 694638"/>
                <a:gd name="connsiteX141" fmla="*/ 306178 w 602015"/>
                <a:gd name="connsiteY141" fmla="*/ 297014 h 694638"/>
                <a:gd name="connsiteX142" fmla="*/ 342592 w 602015"/>
                <a:gd name="connsiteY142" fmla="*/ 243102 h 694638"/>
                <a:gd name="connsiteX143" fmla="*/ 379505 w 602015"/>
                <a:gd name="connsiteY143" fmla="*/ 288848 h 694638"/>
                <a:gd name="connsiteX144" fmla="*/ 392004 w 602015"/>
                <a:gd name="connsiteY144" fmla="*/ 320262 h 694638"/>
                <a:gd name="connsiteX145" fmla="*/ 389588 w 602015"/>
                <a:gd name="connsiteY145" fmla="*/ 321012 h 694638"/>
                <a:gd name="connsiteX146" fmla="*/ 364007 w 602015"/>
                <a:gd name="connsiteY146" fmla="*/ 354176 h 694638"/>
                <a:gd name="connsiteX147" fmla="*/ 317261 w 602015"/>
                <a:gd name="connsiteY147" fmla="*/ 390589 h 694638"/>
                <a:gd name="connsiteX148" fmla="*/ 317761 w 602015"/>
                <a:gd name="connsiteY148" fmla="*/ 391672 h 694638"/>
                <a:gd name="connsiteX149" fmla="*/ 395587 w 602015"/>
                <a:gd name="connsiteY149" fmla="*/ 331511 h 694638"/>
                <a:gd name="connsiteX150" fmla="*/ 404086 w 602015"/>
                <a:gd name="connsiteY150" fmla="*/ 357175 h 694638"/>
                <a:gd name="connsiteX151" fmla="*/ 441166 w 602015"/>
                <a:gd name="connsiteY151" fmla="*/ 404504 h 694638"/>
                <a:gd name="connsiteX152" fmla="*/ 435583 w 602015"/>
                <a:gd name="connsiteY152" fmla="*/ 418503 h 694638"/>
                <a:gd name="connsiteX153" fmla="*/ 423918 w 602015"/>
                <a:gd name="connsiteY153" fmla="*/ 441335 h 694638"/>
                <a:gd name="connsiteX154" fmla="*/ 396254 w 602015"/>
                <a:gd name="connsiteY154" fmla="*/ 472332 h 694638"/>
                <a:gd name="connsiteX155" fmla="*/ 353091 w 602015"/>
                <a:gd name="connsiteY155" fmla="*/ 491413 h 694638"/>
                <a:gd name="connsiteX156" fmla="*/ 353591 w 602015"/>
                <a:gd name="connsiteY156" fmla="*/ 493330 h 694638"/>
                <a:gd name="connsiteX157" fmla="*/ 406003 w 602015"/>
                <a:gd name="connsiteY157" fmla="*/ 479248 h 694638"/>
                <a:gd name="connsiteX158" fmla="*/ 436167 w 602015"/>
                <a:gd name="connsiteY158" fmla="*/ 448250 h 694638"/>
                <a:gd name="connsiteX159" fmla="*/ 452082 w 602015"/>
                <a:gd name="connsiteY159" fmla="*/ 416754 h 694638"/>
                <a:gd name="connsiteX160" fmla="*/ 477413 w 602015"/>
                <a:gd name="connsiteY160" fmla="*/ 465416 h 694638"/>
                <a:gd name="connsiteX161" fmla="*/ 509077 w 602015"/>
                <a:gd name="connsiteY161" fmla="*/ 519411 h 694638"/>
                <a:gd name="connsiteX162" fmla="*/ 522409 w 602015"/>
                <a:gd name="connsiteY162" fmla="*/ 533910 h 694638"/>
                <a:gd name="connsiteX163" fmla="*/ 520992 w 602015"/>
                <a:gd name="connsiteY163" fmla="*/ 535409 h 694638"/>
                <a:gd name="connsiteX164" fmla="*/ 496911 w 602015"/>
                <a:gd name="connsiteY164" fmla="*/ 573156 h 694638"/>
                <a:gd name="connsiteX165" fmla="*/ 448749 w 602015"/>
                <a:gd name="connsiteY165" fmla="*/ 601820 h 694638"/>
                <a:gd name="connsiteX166" fmla="*/ 448832 w 602015"/>
                <a:gd name="connsiteY166" fmla="*/ 602653 h 694638"/>
                <a:gd name="connsiteX167" fmla="*/ 530408 w 602015"/>
                <a:gd name="connsiteY167" fmla="*/ 546575 h 694638"/>
                <a:gd name="connsiteX168" fmla="*/ 530825 w 602015"/>
                <a:gd name="connsiteY168" fmla="*/ 547408 h 694638"/>
                <a:gd name="connsiteX169" fmla="*/ 542990 w 602015"/>
                <a:gd name="connsiteY169" fmla="*/ 580988 h 694638"/>
                <a:gd name="connsiteX170" fmla="*/ 579320 w 602015"/>
                <a:gd name="connsiteY170" fmla="*/ 637900 h 694638"/>
                <a:gd name="connsiteX171" fmla="*/ 584903 w 602015"/>
                <a:gd name="connsiteY171" fmla="*/ 670314 h 694638"/>
                <a:gd name="connsiteX172" fmla="*/ 584903 w 602015"/>
                <a:gd name="connsiteY172" fmla="*/ 670314 h 694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Lst>
              <a:rect l="l" t="t" r="r" b="b"/>
              <a:pathLst>
                <a:path w="602015" h="694638">
                  <a:moveTo>
                    <a:pt x="578487" y="605570"/>
                  </a:moveTo>
                  <a:cubicBezTo>
                    <a:pt x="568988" y="592238"/>
                    <a:pt x="557406" y="581405"/>
                    <a:pt x="551323" y="565740"/>
                  </a:cubicBezTo>
                  <a:cubicBezTo>
                    <a:pt x="547073" y="554825"/>
                    <a:pt x="546157" y="542826"/>
                    <a:pt x="539824" y="532743"/>
                  </a:cubicBezTo>
                  <a:cubicBezTo>
                    <a:pt x="532408" y="520744"/>
                    <a:pt x="521159" y="511495"/>
                    <a:pt x="512410" y="500579"/>
                  </a:cubicBezTo>
                  <a:cubicBezTo>
                    <a:pt x="494078" y="477914"/>
                    <a:pt x="491912" y="448250"/>
                    <a:pt x="476913" y="423836"/>
                  </a:cubicBezTo>
                  <a:cubicBezTo>
                    <a:pt x="471080" y="414337"/>
                    <a:pt x="464247" y="405338"/>
                    <a:pt x="456332" y="397505"/>
                  </a:cubicBezTo>
                  <a:cubicBezTo>
                    <a:pt x="446082" y="387256"/>
                    <a:pt x="433667" y="379423"/>
                    <a:pt x="425001" y="367591"/>
                  </a:cubicBezTo>
                  <a:cubicBezTo>
                    <a:pt x="407003" y="342927"/>
                    <a:pt x="405836" y="308013"/>
                    <a:pt x="391504" y="281099"/>
                  </a:cubicBezTo>
                  <a:cubicBezTo>
                    <a:pt x="379838" y="259101"/>
                    <a:pt x="366006" y="238520"/>
                    <a:pt x="343508" y="226437"/>
                  </a:cubicBezTo>
                  <a:cubicBezTo>
                    <a:pt x="321094" y="214438"/>
                    <a:pt x="295263" y="208939"/>
                    <a:pt x="270015" y="210439"/>
                  </a:cubicBezTo>
                  <a:cubicBezTo>
                    <a:pt x="264932" y="210772"/>
                    <a:pt x="260016" y="211188"/>
                    <a:pt x="255100" y="211772"/>
                  </a:cubicBezTo>
                  <a:cubicBezTo>
                    <a:pt x="251100" y="199107"/>
                    <a:pt x="244434" y="187857"/>
                    <a:pt x="238518" y="176109"/>
                  </a:cubicBezTo>
                  <a:cubicBezTo>
                    <a:pt x="230852" y="160776"/>
                    <a:pt x="224019" y="144861"/>
                    <a:pt x="213270" y="131363"/>
                  </a:cubicBezTo>
                  <a:cubicBezTo>
                    <a:pt x="207437" y="124030"/>
                    <a:pt x="201605" y="117114"/>
                    <a:pt x="196188" y="109364"/>
                  </a:cubicBezTo>
                  <a:cubicBezTo>
                    <a:pt x="193689" y="105782"/>
                    <a:pt x="191355" y="101448"/>
                    <a:pt x="187523" y="99032"/>
                  </a:cubicBezTo>
                  <a:cubicBezTo>
                    <a:pt x="180939" y="94866"/>
                    <a:pt x="176273" y="97616"/>
                    <a:pt x="171774" y="101615"/>
                  </a:cubicBezTo>
                  <a:cubicBezTo>
                    <a:pt x="170107" y="97949"/>
                    <a:pt x="168358" y="94199"/>
                    <a:pt x="166691" y="90533"/>
                  </a:cubicBezTo>
                  <a:cubicBezTo>
                    <a:pt x="155859" y="67035"/>
                    <a:pt x="145526" y="43871"/>
                    <a:pt x="128111" y="24539"/>
                  </a:cubicBezTo>
                  <a:cubicBezTo>
                    <a:pt x="119362" y="14790"/>
                    <a:pt x="103530" y="-4709"/>
                    <a:pt x="87781" y="1041"/>
                  </a:cubicBezTo>
                  <a:cubicBezTo>
                    <a:pt x="73699" y="6207"/>
                    <a:pt x="65367" y="30872"/>
                    <a:pt x="66366" y="44037"/>
                  </a:cubicBezTo>
                  <a:cubicBezTo>
                    <a:pt x="68033" y="66202"/>
                    <a:pt x="92531" y="86700"/>
                    <a:pt x="105030" y="103282"/>
                  </a:cubicBezTo>
                  <a:cubicBezTo>
                    <a:pt x="116696" y="118697"/>
                    <a:pt x="127528" y="134695"/>
                    <a:pt x="138943" y="150194"/>
                  </a:cubicBezTo>
                  <a:cubicBezTo>
                    <a:pt x="127028" y="138029"/>
                    <a:pt x="115112" y="125779"/>
                    <a:pt x="103613" y="113281"/>
                  </a:cubicBezTo>
                  <a:cubicBezTo>
                    <a:pt x="85865" y="93949"/>
                    <a:pt x="65950" y="76367"/>
                    <a:pt x="43535" y="62452"/>
                  </a:cubicBezTo>
                  <a:cubicBezTo>
                    <a:pt x="28453" y="53120"/>
                    <a:pt x="13955" y="45620"/>
                    <a:pt x="3622" y="65535"/>
                  </a:cubicBezTo>
                  <a:cubicBezTo>
                    <a:pt x="-5793" y="83700"/>
                    <a:pt x="4372" y="100865"/>
                    <a:pt x="20037" y="110448"/>
                  </a:cubicBezTo>
                  <a:cubicBezTo>
                    <a:pt x="38786" y="121947"/>
                    <a:pt x="57201" y="132946"/>
                    <a:pt x="75282" y="145528"/>
                  </a:cubicBezTo>
                  <a:cubicBezTo>
                    <a:pt x="69200" y="153360"/>
                    <a:pt x="63617" y="163859"/>
                    <a:pt x="66784" y="172942"/>
                  </a:cubicBezTo>
                  <a:cubicBezTo>
                    <a:pt x="71200" y="185858"/>
                    <a:pt x="89531" y="198690"/>
                    <a:pt x="99280" y="207439"/>
                  </a:cubicBezTo>
                  <a:cubicBezTo>
                    <a:pt x="112196" y="219021"/>
                    <a:pt x="125445" y="229604"/>
                    <a:pt x="139277" y="240019"/>
                  </a:cubicBezTo>
                  <a:cubicBezTo>
                    <a:pt x="151026" y="248935"/>
                    <a:pt x="162358" y="258934"/>
                    <a:pt x="176273" y="264350"/>
                  </a:cubicBezTo>
                  <a:cubicBezTo>
                    <a:pt x="165691" y="286432"/>
                    <a:pt x="164108" y="315346"/>
                    <a:pt x="167941" y="336427"/>
                  </a:cubicBezTo>
                  <a:cubicBezTo>
                    <a:pt x="172441" y="361258"/>
                    <a:pt x="184606" y="378090"/>
                    <a:pt x="202938" y="394839"/>
                  </a:cubicBezTo>
                  <a:cubicBezTo>
                    <a:pt x="212604" y="403671"/>
                    <a:pt x="223019" y="411504"/>
                    <a:pt x="233018" y="419920"/>
                  </a:cubicBezTo>
                  <a:cubicBezTo>
                    <a:pt x="245767" y="430752"/>
                    <a:pt x="251684" y="444251"/>
                    <a:pt x="257183" y="459749"/>
                  </a:cubicBezTo>
                  <a:cubicBezTo>
                    <a:pt x="265515" y="483164"/>
                    <a:pt x="274515" y="502079"/>
                    <a:pt x="295679" y="516578"/>
                  </a:cubicBezTo>
                  <a:cubicBezTo>
                    <a:pt x="317344" y="531327"/>
                    <a:pt x="342342" y="539825"/>
                    <a:pt x="360924" y="558991"/>
                  </a:cubicBezTo>
                  <a:cubicBezTo>
                    <a:pt x="376422" y="574906"/>
                    <a:pt x="388088" y="594654"/>
                    <a:pt x="408002" y="605736"/>
                  </a:cubicBezTo>
                  <a:cubicBezTo>
                    <a:pt x="432167" y="619235"/>
                    <a:pt x="457165" y="627484"/>
                    <a:pt x="479080" y="645233"/>
                  </a:cubicBezTo>
                  <a:cubicBezTo>
                    <a:pt x="498328" y="660815"/>
                    <a:pt x="514326" y="679980"/>
                    <a:pt x="538074" y="688979"/>
                  </a:cubicBezTo>
                  <a:cubicBezTo>
                    <a:pt x="553906" y="694978"/>
                    <a:pt x="578320" y="698728"/>
                    <a:pt x="592569" y="686896"/>
                  </a:cubicBezTo>
                  <a:cubicBezTo>
                    <a:pt x="607568" y="674397"/>
                    <a:pt x="601735" y="651566"/>
                    <a:pt x="595319" y="636234"/>
                  </a:cubicBezTo>
                  <a:cubicBezTo>
                    <a:pt x="590736" y="625234"/>
                    <a:pt x="585237" y="615069"/>
                    <a:pt x="578487" y="605570"/>
                  </a:cubicBezTo>
                  <a:lnTo>
                    <a:pt x="578487" y="605570"/>
                  </a:lnTo>
                  <a:close/>
                  <a:moveTo>
                    <a:pt x="185856" y="110531"/>
                  </a:moveTo>
                  <a:cubicBezTo>
                    <a:pt x="189689" y="113614"/>
                    <a:pt x="192272" y="120697"/>
                    <a:pt x="195105" y="124613"/>
                  </a:cubicBezTo>
                  <a:cubicBezTo>
                    <a:pt x="202854" y="135446"/>
                    <a:pt x="211103" y="145028"/>
                    <a:pt x="217103" y="157027"/>
                  </a:cubicBezTo>
                  <a:cubicBezTo>
                    <a:pt x="222436" y="167776"/>
                    <a:pt x="226269" y="179192"/>
                    <a:pt x="231352" y="190024"/>
                  </a:cubicBezTo>
                  <a:cubicBezTo>
                    <a:pt x="235018" y="197940"/>
                    <a:pt x="238684" y="205856"/>
                    <a:pt x="241018" y="214272"/>
                  </a:cubicBezTo>
                  <a:cubicBezTo>
                    <a:pt x="237518" y="215105"/>
                    <a:pt x="234018" y="216021"/>
                    <a:pt x="230685" y="217105"/>
                  </a:cubicBezTo>
                  <a:cubicBezTo>
                    <a:pt x="230185" y="211022"/>
                    <a:pt x="226686" y="206939"/>
                    <a:pt x="222936" y="200939"/>
                  </a:cubicBezTo>
                  <a:cubicBezTo>
                    <a:pt x="215936" y="189940"/>
                    <a:pt x="209604" y="178192"/>
                    <a:pt x="203438" y="166693"/>
                  </a:cubicBezTo>
                  <a:cubicBezTo>
                    <a:pt x="193022" y="147444"/>
                    <a:pt x="183606" y="127446"/>
                    <a:pt x="174440" y="107448"/>
                  </a:cubicBezTo>
                  <a:cubicBezTo>
                    <a:pt x="178107" y="106781"/>
                    <a:pt x="181690" y="107198"/>
                    <a:pt x="185856" y="110531"/>
                  </a:cubicBezTo>
                  <a:lnTo>
                    <a:pt x="185856" y="110531"/>
                  </a:lnTo>
                  <a:close/>
                  <a:moveTo>
                    <a:pt x="99947" y="77451"/>
                  </a:moveTo>
                  <a:cubicBezTo>
                    <a:pt x="93364" y="69452"/>
                    <a:pt x="83449" y="60285"/>
                    <a:pt x="79282" y="50703"/>
                  </a:cubicBezTo>
                  <a:cubicBezTo>
                    <a:pt x="75116" y="41287"/>
                    <a:pt x="80699" y="18206"/>
                    <a:pt x="90864" y="12956"/>
                  </a:cubicBezTo>
                  <a:cubicBezTo>
                    <a:pt x="106530" y="4874"/>
                    <a:pt x="131778" y="44620"/>
                    <a:pt x="138360" y="55869"/>
                  </a:cubicBezTo>
                  <a:cubicBezTo>
                    <a:pt x="149526" y="74951"/>
                    <a:pt x="157192" y="95782"/>
                    <a:pt x="166608" y="115614"/>
                  </a:cubicBezTo>
                  <a:cubicBezTo>
                    <a:pt x="176024" y="135612"/>
                    <a:pt x="184522" y="156277"/>
                    <a:pt x="194938" y="175775"/>
                  </a:cubicBezTo>
                  <a:cubicBezTo>
                    <a:pt x="203188" y="191191"/>
                    <a:pt x="212437" y="205856"/>
                    <a:pt x="221186" y="220938"/>
                  </a:cubicBezTo>
                  <a:cubicBezTo>
                    <a:pt x="218103" y="222438"/>
                    <a:pt x="215020" y="224104"/>
                    <a:pt x="212104" y="226021"/>
                  </a:cubicBezTo>
                  <a:cubicBezTo>
                    <a:pt x="210603" y="224354"/>
                    <a:pt x="209104" y="222771"/>
                    <a:pt x="207604" y="221104"/>
                  </a:cubicBezTo>
                  <a:cubicBezTo>
                    <a:pt x="204188" y="215522"/>
                    <a:pt x="197188" y="206356"/>
                    <a:pt x="196355" y="205356"/>
                  </a:cubicBezTo>
                  <a:cubicBezTo>
                    <a:pt x="189606" y="197607"/>
                    <a:pt x="183189" y="189607"/>
                    <a:pt x="177107" y="181275"/>
                  </a:cubicBezTo>
                  <a:cubicBezTo>
                    <a:pt x="164858" y="164526"/>
                    <a:pt x="151942" y="148194"/>
                    <a:pt x="139943" y="131279"/>
                  </a:cubicBezTo>
                  <a:cubicBezTo>
                    <a:pt x="126945" y="113031"/>
                    <a:pt x="114029" y="94782"/>
                    <a:pt x="99947" y="77451"/>
                  </a:cubicBezTo>
                  <a:lnTo>
                    <a:pt x="99947" y="77451"/>
                  </a:lnTo>
                  <a:close/>
                  <a:moveTo>
                    <a:pt x="43119" y="110281"/>
                  </a:moveTo>
                  <a:cubicBezTo>
                    <a:pt x="33120" y="104448"/>
                    <a:pt x="22037" y="100699"/>
                    <a:pt x="15538" y="90700"/>
                  </a:cubicBezTo>
                  <a:cubicBezTo>
                    <a:pt x="10205" y="82533"/>
                    <a:pt x="8955" y="70201"/>
                    <a:pt x="19871" y="65785"/>
                  </a:cubicBezTo>
                  <a:cubicBezTo>
                    <a:pt x="28537" y="62285"/>
                    <a:pt x="34703" y="67951"/>
                    <a:pt x="42535" y="73035"/>
                  </a:cubicBezTo>
                  <a:cubicBezTo>
                    <a:pt x="51868" y="79034"/>
                    <a:pt x="61034" y="85783"/>
                    <a:pt x="69700" y="92699"/>
                  </a:cubicBezTo>
                  <a:cubicBezTo>
                    <a:pt x="88365" y="107781"/>
                    <a:pt x="104280" y="126196"/>
                    <a:pt x="120695" y="143611"/>
                  </a:cubicBezTo>
                  <a:cubicBezTo>
                    <a:pt x="136444" y="160276"/>
                    <a:pt x="152192" y="177025"/>
                    <a:pt x="167524" y="194023"/>
                  </a:cubicBezTo>
                  <a:cubicBezTo>
                    <a:pt x="178107" y="205856"/>
                    <a:pt x="189772" y="222605"/>
                    <a:pt x="203188" y="232937"/>
                  </a:cubicBezTo>
                  <a:cubicBezTo>
                    <a:pt x="201854" y="234103"/>
                    <a:pt x="200605" y="235353"/>
                    <a:pt x="199271" y="236686"/>
                  </a:cubicBezTo>
                  <a:cubicBezTo>
                    <a:pt x="198688" y="237269"/>
                    <a:pt x="198188" y="237853"/>
                    <a:pt x="197688" y="238436"/>
                  </a:cubicBezTo>
                  <a:cubicBezTo>
                    <a:pt x="181190" y="206939"/>
                    <a:pt x="147526" y="183941"/>
                    <a:pt x="119695" y="164110"/>
                  </a:cubicBezTo>
                  <a:cubicBezTo>
                    <a:pt x="102447" y="151778"/>
                    <a:pt x="85865" y="138278"/>
                    <a:pt x="68283" y="126446"/>
                  </a:cubicBezTo>
                  <a:cubicBezTo>
                    <a:pt x="59951" y="120864"/>
                    <a:pt x="51618" y="115281"/>
                    <a:pt x="43119" y="110281"/>
                  </a:cubicBezTo>
                  <a:lnTo>
                    <a:pt x="43119" y="110281"/>
                  </a:lnTo>
                  <a:close/>
                  <a:moveTo>
                    <a:pt x="122945" y="213771"/>
                  </a:moveTo>
                  <a:cubicBezTo>
                    <a:pt x="113446" y="206189"/>
                    <a:pt x="104530" y="198023"/>
                    <a:pt x="95864" y="189607"/>
                  </a:cubicBezTo>
                  <a:cubicBezTo>
                    <a:pt x="88698" y="182691"/>
                    <a:pt x="76866" y="174442"/>
                    <a:pt x="76033" y="163443"/>
                  </a:cubicBezTo>
                  <a:cubicBezTo>
                    <a:pt x="75782" y="159943"/>
                    <a:pt x="77865" y="154027"/>
                    <a:pt x="80032" y="149028"/>
                  </a:cubicBezTo>
                  <a:cubicBezTo>
                    <a:pt x="80699" y="149528"/>
                    <a:pt x="81282" y="149944"/>
                    <a:pt x="81948" y="150361"/>
                  </a:cubicBezTo>
                  <a:cubicBezTo>
                    <a:pt x="102114" y="164943"/>
                    <a:pt x="123111" y="178192"/>
                    <a:pt x="142193" y="194107"/>
                  </a:cubicBezTo>
                  <a:cubicBezTo>
                    <a:pt x="153859" y="203773"/>
                    <a:pt x="165441" y="213022"/>
                    <a:pt x="175773" y="224104"/>
                  </a:cubicBezTo>
                  <a:cubicBezTo>
                    <a:pt x="181523" y="230187"/>
                    <a:pt x="186189" y="237269"/>
                    <a:pt x="191939" y="243186"/>
                  </a:cubicBezTo>
                  <a:cubicBezTo>
                    <a:pt x="188772" y="245852"/>
                    <a:pt x="185856" y="248852"/>
                    <a:pt x="183356" y="252268"/>
                  </a:cubicBezTo>
                  <a:cubicBezTo>
                    <a:pt x="183106" y="252185"/>
                    <a:pt x="182773" y="252185"/>
                    <a:pt x="182523" y="252185"/>
                  </a:cubicBezTo>
                  <a:cubicBezTo>
                    <a:pt x="162025" y="240352"/>
                    <a:pt x="141527" y="228604"/>
                    <a:pt x="122945" y="213771"/>
                  </a:cubicBezTo>
                  <a:lnTo>
                    <a:pt x="122945" y="213771"/>
                  </a:lnTo>
                  <a:close/>
                  <a:moveTo>
                    <a:pt x="584903" y="670314"/>
                  </a:moveTo>
                  <a:cubicBezTo>
                    <a:pt x="578237" y="682646"/>
                    <a:pt x="556323" y="677896"/>
                    <a:pt x="546157" y="674313"/>
                  </a:cubicBezTo>
                  <a:cubicBezTo>
                    <a:pt x="526909" y="667564"/>
                    <a:pt x="513493" y="652982"/>
                    <a:pt x="498744" y="639734"/>
                  </a:cubicBezTo>
                  <a:cubicBezTo>
                    <a:pt x="516409" y="632901"/>
                    <a:pt x="540740" y="623568"/>
                    <a:pt x="547323" y="604820"/>
                  </a:cubicBezTo>
                  <a:cubicBezTo>
                    <a:pt x="548907" y="600320"/>
                    <a:pt x="543324" y="597487"/>
                    <a:pt x="540240" y="600903"/>
                  </a:cubicBezTo>
                  <a:cubicBezTo>
                    <a:pt x="533908" y="607903"/>
                    <a:pt x="529908" y="615152"/>
                    <a:pt x="521992" y="620902"/>
                  </a:cubicBezTo>
                  <a:cubicBezTo>
                    <a:pt x="513826" y="626901"/>
                    <a:pt x="504910" y="632567"/>
                    <a:pt x="495912" y="637233"/>
                  </a:cubicBezTo>
                  <a:cubicBezTo>
                    <a:pt x="495578" y="636900"/>
                    <a:pt x="495245" y="636650"/>
                    <a:pt x="494911" y="636317"/>
                  </a:cubicBezTo>
                  <a:cubicBezTo>
                    <a:pt x="479413" y="622985"/>
                    <a:pt x="462248" y="612153"/>
                    <a:pt x="443833" y="603403"/>
                  </a:cubicBezTo>
                  <a:cubicBezTo>
                    <a:pt x="434334" y="598904"/>
                    <a:pt x="424084" y="595654"/>
                    <a:pt x="415085" y="590321"/>
                  </a:cubicBezTo>
                  <a:cubicBezTo>
                    <a:pt x="404836" y="584322"/>
                    <a:pt x="397087" y="575489"/>
                    <a:pt x="389504" y="566573"/>
                  </a:cubicBezTo>
                  <a:cubicBezTo>
                    <a:pt x="387921" y="564657"/>
                    <a:pt x="386254" y="562823"/>
                    <a:pt x="384671" y="560907"/>
                  </a:cubicBezTo>
                  <a:cubicBezTo>
                    <a:pt x="413752" y="556241"/>
                    <a:pt x="440167" y="540325"/>
                    <a:pt x="455498" y="513995"/>
                  </a:cubicBezTo>
                  <a:cubicBezTo>
                    <a:pt x="456165" y="512745"/>
                    <a:pt x="454749" y="511661"/>
                    <a:pt x="453749" y="512662"/>
                  </a:cubicBezTo>
                  <a:cubicBezTo>
                    <a:pt x="441333" y="525910"/>
                    <a:pt x="424501" y="534493"/>
                    <a:pt x="408253" y="542075"/>
                  </a:cubicBezTo>
                  <a:cubicBezTo>
                    <a:pt x="402503" y="544825"/>
                    <a:pt x="396003" y="545825"/>
                    <a:pt x="390088" y="548158"/>
                  </a:cubicBezTo>
                  <a:cubicBezTo>
                    <a:pt x="386005" y="549741"/>
                    <a:pt x="382088" y="551742"/>
                    <a:pt x="378005" y="553491"/>
                  </a:cubicBezTo>
                  <a:cubicBezTo>
                    <a:pt x="369173" y="543825"/>
                    <a:pt x="359757" y="534993"/>
                    <a:pt x="348174" y="527993"/>
                  </a:cubicBezTo>
                  <a:cubicBezTo>
                    <a:pt x="330426" y="517245"/>
                    <a:pt x="309761" y="510828"/>
                    <a:pt x="293929" y="496913"/>
                  </a:cubicBezTo>
                  <a:cubicBezTo>
                    <a:pt x="286014" y="489997"/>
                    <a:pt x="280930" y="481331"/>
                    <a:pt x="276931" y="472082"/>
                  </a:cubicBezTo>
                  <a:cubicBezTo>
                    <a:pt x="283431" y="474331"/>
                    <a:pt x="289597" y="477331"/>
                    <a:pt x="297513" y="476915"/>
                  </a:cubicBezTo>
                  <a:cubicBezTo>
                    <a:pt x="310761" y="476082"/>
                    <a:pt x="325843" y="472915"/>
                    <a:pt x="337926" y="467499"/>
                  </a:cubicBezTo>
                  <a:cubicBezTo>
                    <a:pt x="361340" y="457000"/>
                    <a:pt x="381255" y="431919"/>
                    <a:pt x="393420" y="410004"/>
                  </a:cubicBezTo>
                  <a:cubicBezTo>
                    <a:pt x="395421" y="406421"/>
                    <a:pt x="389837" y="403921"/>
                    <a:pt x="387505" y="406671"/>
                  </a:cubicBezTo>
                  <a:cubicBezTo>
                    <a:pt x="371589" y="425419"/>
                    <a:pt x="351675" y="449250"/>
                    <a:pt x="327926" y="457833"/>
                  </a:cubicBezTo>
                  <a:cubicBezTo>
                    <a:pt x="317344" y="461666"/>
                    <a:pt x="305095" y="464749"/>
                    <a:pt x="293846" y="466082"/>
                  </a:cubicBezTo>
                  <a:cubicBezTo>
                    <a:pt x="287014" y="466832"/>
                    <a:pt x="280514" y="465166"/>
                    <a:pt x="273931" y="464666"/>
                  </a:cubicBezTo>
                  <a:cubicBezTo>
                    <a:pt x="269182" y="451917"/>
                    <a:pt x="265432" y="438418"/>
                    <a:pt x="258266" y="426836"/>
                  </a:cubicBezTo>
                  <a:cubicBezTo>
                    <a:pt x="248267" y="410588"/>
                    <a:pt x="231018" y="399922"/>
                    <a:pt x="216187" y="387923"/>
                  </a:cubicBezTo>
                  <a:cubicBezTo>
                    <a:pt x="219103" y="388673"/>
                    <a:pt x="222186" y="389256"/>
                    <a:pt x="225436" y="389589"/>
                  </a:cubicBezTo>
                  <a:cubicBezTo>
                    <a:pt x="239268" y="390922"/>
                    <a:pt x="252600" y="389506"/>
                    <a:pt x="265432" y="383840"/>
                  </a:cubicBezTo>
                  <a:cubicBezTo>
                    <a:pt x="289430" y="373174"/>
                    <a:pt x="315844" y="349759"/>
                    <a:pt x="325094" y="324845"/>
                  </a:cubicBezTo>
                  <a:cubicBezTo>
                    <a:pt x="326427" y="321179"/>
                    <a:pt x="321094" y="317762"/>
                    <a:pt x="318844" y="321345"/>
                  </a:cubicBezTo>
                  <a:cubicBezTo>
                    <a:pt x="305928" y="343093"/>
                    <a:pt x="281847" y="364008"/>
                    <a:pt x="258433" y="373757"/>
                  </a:cubicBezTo>
                  <a:cubicBezTo>
                    <a:pt x="245767" y="379007"/>
                    <a:pt x="232018" y="379507"/>
                    <a:pt x="218520" y="378257"/>
                  </a:cubicBezTo>
                  <a:cubicBezTo>
                    <a:pt x="213104" y="377757"/>
                    <a:pt x="207187" y="375507"/>
                    <a:pt x="201438" y="374507"/>
                  </a:cubicBezTo>
                  <a:cubicBezTo>
                    <a:pt x="193605" y="366342"/>
                    <a:pt x="187356" y="357592"/>
                    <a:pt x="183773" y="346176"/>
                  </a:cubicBezTo>
                  <a:cubicBezTo>
                    <a:pt x="179273" y="331928"/>
                    <a:pt x="178190" y="317263"/>
                    <a:pt x="178690" y="302347"/>
                  </a:cubicBezTo>
                  <a:cubicBezTo>
                    <a:pt x="178856" y="298264"/>
                    <a:pt x="179190" y="294098"/>
                    <a:pt x="179690" y="289848"/>
                  </a:cubicBezTo>
                  <a:cubicBezTo>
                    <a:pt x="185689" y="274766"/>
                    <a:pt x="195522" y="261267"/>
                    <a:pt x="206604" y="249519"/>
                  </a:cubicBezTo>
                  <a:cubicBezTo>
                    <a:pt x="223186" y="232103"/>
                    <a:pt x="243851" y="228020"/>
                    <a:pt x="266932" y="225854"/>
                  </a:cubicBezTo>
                  <a:cubicBezTo>
                    <a:pt x="288430" y="223854"/>
                    <a:pt x="309678" y="227187"/>
                    <a:pt x="329426" y="235936"/>
                  </a:cubicBezTo>
                  <a:cubicBezTo>
                    <a:pt x="326343" y="240519"/>
                    <a:pt x="325010" y="246519"/>
                    <a:pt x="322511" y="251518"/>
                  </a:cubicBezTo>
                  <a:cubicBezTo>
                    <a:pt x="316594" y="263517"/>
                    <a:pt x="307345" y="275766"/>
                    <a:pt x="298929" y="286265"/>
                  </a:cubicBezTo>
                  <a:cubicBezTo>
                    <a:pt x="282347" y="307097"/>
                    <a:pt x="252350" y="314846"/>
                    <a:pt x="227102" y="317012"/>
                  </a:cubicBezTo>
                  <a:cubicBezTo>
                    <a:pt x="226769" y="317012"/>
                    <a:pt x="226686" y="317679"/>
                    <a:pt x="227102" y="317679"/>
                  </a:cubicBezTo>
                  <a:cubicBezTo>
                    <a:pt x="254516" y="318346"/>
                    <a:pt x="284764" y="316846"/>
                    <a:pt x="306178" y="297014"/>
                  </a:cubicBezTo>
                  <a:cubicBezTo>
                    <a:pt x="314844" y="289015"/>
                    <a:pt x="340925" y="261684"/>
                    <a:pt x="342592" y="243102"/>
                  </a:cubicBezTo>
                  <a:cubicBezTo>
                    <a:pt x="359007" y="254352"/>
                    <a:pt x="370006" y="270850"/>
                    <a:pt x="379505" y="288848"/>
                  </a:cubicBezTo>
                  <a:cubicBezTo>
                    <a:pt x="384838" y="298931"/>
                    <a:pt x="388588" y="309513"/>
                    <a:pt x="392004" y="320262"/>
                  </a:cubicBezTo>
                  <a:cubicBezTo>
                    <a:pt x="391171" y="320262"/>
                    <a:pt x="390337" y="320512"/>
                    <a:pt x="389588" y="321012"/>
                  </a:cubicBezTo>
                  <a:cubicBezTo>
                    <a:pt x="378589" y="327845"/>
                    <a:pt x="372172" y="344260"/>
                    <a:pt x="364007" y="354176"/>
                  </a:cubicBezTo>
                  <a:cubicBezTo>
                    <a:pt x="351841" y="368841"/>
                    <a:pt x="334176" y="381840"/>
                    <a:pt x="317261" y="390589"/>
                  </a:cubicBezTo>
                  <a:cubicBezTo>
                    <a:pt x="316594" y="390922"/>
                    <a:pt x="317011" y="391922"/>
                    <a:pt x="317761" y="391672"/>
                  </a:cubicBezTo>
                  <a:cubicBezTo>
                    <a:pt x="351924" y="380757"/>
                    <a:pt x="374506" y="359342"/>
                    <a:pt x="395587" y="331511"/>
                  </a:cubicBezTo>
                  <a:cubicBezTo>
                    <a:pt x="398170" y="340094"/>
                    <a:pt x="400836" y="348759"/>
                    <a:pt x="404086" y="357175"/>
                  </a:cubicBezTo>
                  <a:cubicBezTo>
                    <a:pt x="411836" y="377507"/>
                    <a:pt x="426167" y="389839"/>
                    <a:pt x="441166" y="404504"/>
                  </a:cubicBezTo>
                  <a:cubicBezTo>
                    <a:pt x="439167" y="409087"/>
                    <a:pt x="437666" y="414420"/>
                    <a:pt x="435583" y="418503"/>
                  </a:cubicBezTo>
                  <a:cubicBezTo>
                    <a:pt x="431667" y="426169"/>
                    <a:pt x="428250" y="433752"/>
                    <a:pt x="423918" y="441335"/>
                  </a:cubicBezTo>
                  <a:cubicBezTo>
                    <a:pt x="417085" y="453417"/>
                    <a:pt x="407586" y="464416"/>
                    <a:pt x="396254" y="472332"/>
                  </a:cubicBezTo>
                  <a:cubicBezTo>
                    <a:pt x="383088" y="481581"/>
                    <a:pt x="368089" y="485831"/>
                    <a:pt x="353091" y="491413"/>
                  </a:cubicBezTo>
                  <a:cubicBezTo>
                    <a:pt x="352008" y="491830"/>
                    <a:pt x="352508" y="493580"/>
                    <a:pt x="353591" y="493330"/>
                  </a:cubicBezTo>
                  <a:cubicBezTo>
                    <a:pt x="371839" y="489664"/>
                    <a:pt x="389504" y="488330"/>
                    <a:pt x="406003" y="479248"/>
                  </a:cubicBezTo>
                  <a:cubicBezTo>
                    <a:pt x="418668" y="472248"/>
                    <a:pt x="428668" y="460416"/>
                    <a:pt x="436167" y="448250"/>
                  </a:cubicBezTo>
                  <a:cubicBezTo>
                    <a:pt x="439167" y="443335"/>
                    <a:pt x="448165" y="429086"/>
                    <a:pt x="452082" y="416754"/>
                  </a:cubicBezTo>
                  <a:cubicBezTo>
                    <a:pt x="463498" y="431169"/>
                    <a:pt x="471580" y="447751"/>
                    <a:pt x="477413" y="465416"/>
                  </a:cubicBezTo>
                  <a:cubicBezTo>
                    <a:pt x="484413" y="486497"/>
                    <a:pt x="493828" y="503162"/>
                    <a:pt x="509077" y="519411"/>
                  </a:cubicBezTo>
                  <a:cubicBezTo>
                    <a:pt x="513493" y="524160"/>
                    <a:pt x="518243" y="528827"/>
                    <a:pt x="522409" y="533910"/>
                  </a:cubicBezTo>
                  <a:cubicBezTo>
                    <a:pt x="521909" y="534326"/>
                    <a:pt x="521409" y="534826"/>
                    <a:pt x="520992" y="535409"/>
                  </a:cubicBezTo>
                  <a:cubicBezTo>
                    <a:pt x="512826" y="547992"/>
                    <a:pt x="507744" y="562407"/>
                    <a:pt x="496911" y="573156"/>
                  </a:cubicBezTo>
                  <a:cubicBezTo>
                    <a:pt x="482996" y="586988"/>
                    <a:pt x="468497" y="598237"/>
                    <a:pt x="448749" y="601820"/>
                  </a:cubicBezTo>
                  <a:cubicBezTo>
                    <a:pt x="448249" y="601903"/>
                    <a:pt x="448332" y="602653"/>
                    <a:pt x="448832" y="602653"/>
                  </a:cubicBezTo>
                  <a:cubicBezTo>
                    <a:pt x="486412" y="600737"/>
                    <a:pt x="512910" y="577905"/>
                    <a:pt x="530408" y="546575"/>
                  </a:cubicBezTo>
                  <a:cubicBezTo>
                    <a:pt x="530491" y="546825"/>
                    <a:pt x="530658" y="547158"/>
                    <a:pt x="530825" y="547408"/>
                  </a:cubicBezTo>
                  <a:cubicBezTo>
                    <a:pt x="535408" y="558657"/>
                    <a:pt x="537157" y="570156"/>
                    <a:pt x="542990" y="580988"/>
                  </a:cubicBezTo>
                  <a:cubicBezTo>
                    <a:pt x="553823" y="601154"/>
                    <a:pt x="570405" y="616402"/>
                    <a:pt x="579320" y="637900"/>
                  </a:cubicBezTo>
                  <a:cubicBezTo>
                    <a:pt x="583237" y="646649"/>
                    <a:pt x="589819" y="661231"/>
                    <a:pt x="584903" y="670314"/>
                  </a:cubicBezTo>
                  <a:lnTo>
                    <a:pt x="584903" y="670314"/>
                  </a:lnTo>
                  <a:close/>
                </a:path>
              </a:pathLst>
            </a:custGeom>
            <a:grpFill/>
            <a:ln w="8332" cap="flat">
              <a:noFill/>
              <a:prstDash val="solid"/>
              <a:miter/>
            </a:ln>
          </p:spPr>
          <p:txBody>
            <a:bodyPr rtlCol="0" anchor="ctr"/>
            <a:lstStyle/>
            <a:p>
              <a:endParaRPr lang="en-US"/>
            </a:p>
          </p:txBody>
        </p:sp>
        <p:sp>
          <p:nvSpPr>
            <p:cNvPr id="1445" name="Freeform: Shape 1444"/>
            <p:cNvSpPr/>
            <p:nvPr/>
          </p:nvSpPr>
          <p:spPr>
            <a:xfrm>
              <a:off x="2076049" y="3998069"/>
              <a:ext cx="799404" cy="437184"/>
            </a:xfrm>
            <a:custGeom>
              <a:avLst/>
              <a:gdLst>
                <a:gd name="connsiteX0" fmla="*/ 49530 w 799404"/>
                <a:gd name="connsiteY0" fmla="*/ 92906 h 437184"/>
                <a:gd name="connsiteX1" fmla="*/ 91026 w 799404"/>
                <a:gd name="connsiteY1" fmla="*/ 117404 h 437184"/>
                <a:gd name="connsiteX2" fmla="*/ 115441 w 799404"/>
                <a:gd name="connsiteY2" fmla="*/ 142402 h 437184"/>
                <a:gd name="connsiteX3" fmla="*/ 153937 w 799404"/>
                <a:gd name="connsiteY3" fmla="*/ 159900 h 437184"/>
                <a:gd name="connsiteX4" fmla="*/ 218682 w 799404"/>
                <a:gd name="connsiteY4" fmla="*/ 214395 h 437184"/>
                <a:gd name="connsiteX5" fmla="*/ 248512 w 799404"/>
                <a:gd name="connsiteY5" fmla="*/ 229477 h 437184"/>
                <a:gd name="connsiteX6" fmla="*/ 289592 w 799404"/>
                <a:gd name="connsiteY6" fmla="*/ 243309 h 437184"/>
                <a:gd name="connsiteX7" fmla="*/ 356753 w 799404"/>
                <a:gd name="connsiteY7" fmla="*/ 307387 h 437184"/>
                <a:gd name="connsiteX8" fmla="*/ 423413 w 799404"/>
                <a:gd name="connsiteY8" fmla="*/ 336467 h 437184"/>
                <a:gd name="connsiteX9" fmla="*/ 496740 w 799404"/>
                <a:gd name="connsiteY9" fmla="*/ 319719 h 437184"/>
                <a:gd name="connsiteX10" fmla="*/ 509655 w 799404"/>
                <a:gd name="connsiteY10" fmla="*/ 312220 h 437184"/>
                <a:gd name="connsiteX11" fmla="*/ 539819 w 799404"/>
                <a:gd name="connsiteY11" fmla="*/ 337467 h 437184"/>
                <a:gd name="connsiteX12" fmla="*/ 581649 w 799404"/>
                <a:gd name="connsiteY12" fmla="*/ 367215 h 437184"/>
                <a:gd name="connsiteX13" fmla="*/ 606397 w 799404"/>
                <a:gd name="connsiteY13" fmla="*/ 379880 h 437184"/>
                <a:gd name="connsiteX14" fmla="*/ 618646 w 799404"/>
                <a:gd name="connsiteY14" fmla="*/ 385546 h 437184"/>
                <a:gd name="connsiteX15" fmla="*/ 631811 w 799404"/>
                <a:gd name="connsiteY15" fmla="*/ 376464 h 437184"/>
                <a:gd name="connsiteX16" fmla="*/ 641143 w 799404"/>
                <a:gd name="connsiteY16" fmla="*/ 384296 h 437184"/>
                <a:gd name="connsiteX17" fmla="*/ 704138 w 799404"/>
                <a:gd name="connsiteY17" fmla="*/ 427709 h 437184"/>
                <a:gd name="connsiteX18" fmla="*/ 750634 w 799404"/>
                <a:gd name="connsiteY18" fmla="*/ 431875 h 437184"/>
                <a:gd name="connsiteX19" fmla="*/ 751800 w 799404"/>
                <a:gd name="connsiteY19" fmla="*/ 383796 h 437184"/>
                <a:gd name="connsiteX20" fmla="*/ 691639 w 799404"/>
                <a:gd name="connsiteY20" fmla="*/ 346550 h 437184"/>
                <a:gd name="connsiteX21" fmla="*/ 640977 w 799404"/>
                <a:gd name="connsiteY21" fmla="*/ 318469 h 437184"/>
                <a:gd name="connsiteX22" fmla="*/ 688639 w 799404"/>
                <a:gd name="connsiteY22" fmla="*/ 336884 h 437184"/>
                <a:gd name="connsiteX23" fmla="*/ 764549 w 799404"/>
                <a:gd name="connsiteY23" fmla="*/ 357382 h 437184"/>
                <a:gd name="connsiteX24" fmla="*/ 799379 w 799404"/>
                <a:gd name="connsiteY24" fmla="*/ 337634 h 437184"/>
                <a:gd name="connsiteX25" fmla="*/ 765466 w 799404"/>
                <a:gd name="connsiteY25" fmla="*/ 303971 h 437184"/>
                <a:gd name="connsiteX26" fmla="*/ 700555 w 799404"/>
                <a:gd name="connsiteY26" fmla="*/ 295638 h 437184"/>
                <a:gd name="connsiteX27" fmla="*/ 696638 w 799404"/>
                <a:gd name="connsiteY27" fmla="*/ 267224 h 437184"/>
                <a:gd name="connsiteX28" fmla="*/ 652559 w 799404"/>
                <a:gd name="connsiteY28" fmla="*/ 249809 h 437184"/>
                <a:gd name="connsiteX29" fmla="*/ 602564 w 799404"/>
                <a:gd name="connsiteY29" fmla="*/ 237226 h 437184"/>
                <a:gd name="connsiteX30" fmla="*/ 558734 w 799404"/>
                <a:gd name="connsiteY30" fmla="*/ 230894 h 437184"/>
                <a:gd name="connsiteX31" fmla="*/ 535653 w 799404"/>
                <a:gd name="connsiteY31" fmla="*/ 162150 h 437184"/>
                <a:gd name="connsiteX32" fmla="*/ 479158 w 799404"/>
                <a:gd name="connsiteY32" fmla="*/ 124153 h 437184"/>
                <a:gd name="connsiteX33" fmla="*/ 441328 w 799404"/>
                <a:gd name="connsiteY33" fmla="*/ 114237 h 437184"/>
                <a:gd name="connsiteX34" fmla="*/ 402498 w 799404"/>
                <a:gd name="connsiteY34" fmla="*/ 88406 h 437184"/>
                <a:gd name="connsiteX35" fmla="*/ 343504 w 799404"/>
                <a:gd name="connsiteY35" fmla="*/ 53326 h 437184"/>
                <a:gd name="connsiteX36" fmla="*/ 266427 w 799404"/>
                <a:gd name="connsiteY36" fmla="*/ 42660 h 437184"/>
                <a:gd name="connsiteX37" fmla="*/ 203933 w 799404"/>
                <a:gd name="connsiteY37" fmla="*/ 20329 h 437184"/>
                <a:gd name="connsiteX38" fmla="*/ 122774 w 799404"/>
                <a:gd name="connsiteY38" fmla="*/ 14746 h 437184"/>
                <a:gd name="connsiteX39" fmla="*/ 50780 w 799404"/>
                <a:gd name="connsiteY39" fmla="*/ 248 h 437184"/>
                <a:gd name="connsiteX40" fmla="*/ 2368 w 799404"/>
                <a:gd name="connsiteY40" fmla="*/ 25246 h 437184"/>
                <a:gd name="connsiteX41" fmla="*/ 21366 w 799404"/>
                <a:gd name="connsiteY41" fmla="*/ 72324 h 437184"/>
                <a:gd name="connsiteX42" fmla="*/ 49530 w 799404"/>
                <a:gd name="connsiteY42" fmla="*/ 92906 h 437184"/>
                <a:gd name="connsiteX43" fmla="*/ 49530 w 799404"/>
                <a:gd name="connsiteY43" fmla="*/ 92906 h 437184"/>
                <a:gd name="connsiteX44" fmla="*/ 615563 w 799404"/>
                <a:gd name="connsiteY44" fmla="*/ 374464 h 437184"/>
                <a:gd name="connsiteX45" fmla="*/ 601231 w 799404"/>
                <a:gd name="connsiteY45" fmla="*/ 365631 h 437184"/>
                <a:gd name="connsiteX46" fmla="*/ 567567 w 799404"/>
                <a:gd name="connsiteY46" fmla="*/ 345633 h 437184"/>
                <a:gd name="connsiteX47" fmla="*/ 540653 w 799404"/>
                <a:gd name="connsiteY47" fmla="*/ 321802 h 437184"/>
                <a:gd name="connsiteX48" fmla="*/ 521654 w 799404"/>
                <a:gd name="connsiteY48" fmla="*/ 303971 h 437184"/>
                <a:gd name="connsiteX49" fmla="*/ 529820 w 799404"/>
                <a:gd name="connsiteY49" fmla="*/ 296971 h 437184"/>
                <a:gd name="connsiteX50" fmla="*/ 543736 w 799404"/>
                <a:gd name="connsiteY50" fmla="*/ 308303 h 437184"/>
                <a:gd name="connsiteX51" fmla="*/ 575983 w 799404"/>
                <a:gd name="connsiteY51" fmla="*/ 330968 h 437184"/>
                <a:gd name="connsiteX52" fmla="*/ 627395 w 799404"/>
                <a:gd name="connsiteY52" fmla="*/ 372214 h 437184"/>
                <a:gd name="connsiteX53" fmla="*/ 615563 w 799404"/>
                <a:gd name="connsiteY53" fmla="*/ 374464 h 437184"/>
                <a:gd name="connsiteX54" fmla="*/ 615563 w 799404"/>
                <a:gd name="connsiteY54" fmla="*/ 374464 h 437184"/>
                <a:gd name="connsiteX55" fmla="*/ 707471 w 799404"/>
                <a:gd name="connsiteY55" fmla="*/ 367881 h 437184"/>
                <a:gd name="connsiteX56" fmla="*/ 737551 w 799404"/>
                <a:gd name="connsiteY56" fmla="*/ 383296 h 437184"/>
                <a:gd name="connsiteX57" fmla="*/ 743051 w 799404"/>
                <a:gd name="connsiteY57" fmla="*/ 422460 h 437184"/>
                <a:gd name="connsiteX58" fmla="*/ 681806 w 799404"/>
                <a:gd name="connsiteY58" fmla="*/ 403795 h 437184"/>
                <a:gd name="connsiteX59" fmla="*/ 630811 w 799404"/>
                <a:gd name="connsiteY59" fmla="*/ 361632 h 437184"/>
                <a:gd name="connsiteX60" fmla="*/ 579566 w 799404"/>
                <a:gd name="connsiteY60" fmla="*/ 319219 h 437184"/>
                <a:gd name="connsiteX61" fmla="*/ 536653 w 799404"/>
                <a:gd name="connsiteY61" fmla="*/ 289471 h 437184"/>
                <a:gd name="connsiteX62" fmla="*/ 542736 w 799404"/>
                <a:gd name="connsiteY62" fmla="*/ 280973 h 437184"/>
                <a:gd name="connsiteX63" fmla="*/ 548902 w 799404"/>
                <a:gd name="connsiteY63" fmla="*/ 283472 h 437184"/>
                <a:gd name="connsiteX64" fmla="*/ 565817 w 799404"/>
                <a:gd name="connsiteY64" fmla="*/ 292971 h 437184"/>
                <a:gd name="connsiteX65" fmla="*/ 593481 w 799404"/>
                <a:gd name="connsiteY65" fmla="*/ 306554 h 437184"/>
                <a:gd name="connsiteX66" fmla="*/ 648393 w 799404"/>
                <a:gd name="connsiteY66" fmla="*/ 336051 h 437184"/>
                <a:gd name="connsiteX67" fmla="*/ 707471 w 799404"/>
                <a:gd name="connsiteY67" fmla="*/ 367881 h 437184"/>
                <a:gd name="connsiteX68" fmla="*/ 707471 w 799404"/>
                <a:gd name="connsiteY68" fmla="*/ 367881 h 437184"/>
                <a:gd name="connsiteX69" fmla="*/ 744884 w 799404"/>
                <a:gd name="connsiteY69" fmla="*/ 314219 h 437184"/>
                <a:gd name="connsiteX70" fmla="*/ 778215 w 799404"/>
                <a:gd name="connsiteY70" fmla="*/ 320219 h 437184"/>
                <a:gd name="connsiteX71" fmla="*/ 784880 w 799404"/>
                <a:gd name="connsiteY71" fmla="*/ 344633 h 437184"/>
                <a:gd name="connsiteX72" fmla="*/ 761299 w 799404"/>
                <a:gd name="connsiteY72" fmla="*/ 347717 h 437184"/>
                <a:gd name="connsiteX73" fmla="*/ 728386 w 799404"/>
                <a:gd name="connsiteY73" fmla="*/ 341467 h 437184"/>
                <a:gd name="connsiteX74" fmla="*/ 660642 w 799404"/>
                <a:gd name="connsiteY74" fmla="*/ 316969 h 437184"/>
                <a:gd name="connsiteX75" fmla="*/ 596897 w 799404"/>
                <a:gd name="connsiteY75" fmla="*/ 291221 h 437184"/>
                <a:gd name="connsiteX76" fmla="*/ 548069 w 799404"/>
                <a:gd name="connsiteY76" fmla="*/ 271140 h 437184"/>
                <a:gd name="connsiteX77" fmla="*/ 549985 w 799404"/>
                <a:gd name="connsiteY77" fmla="*/ 266057 h 437184"/>
                <a:gd name="connsiteX78" fmla="*/ 550652 w 799404"/>
                <a:gd name="connsiteY78" fmla="*/ 263724 h 437184"/>
                <a:gd name="connsiteX79" fmla="*/ 652976 w 799404"/>
                <a:gd name="connsiteY79" fmla="*/ 297971 h 437184"/>
                <a:gd name="connsiteX80" fmla="*/ 715554 w 799404"/>
                <a:gd name="connsiteY80" fmla="*/ 310220 h 437184"/>
                <a:gd name="connsiteX81" fmla="*/ 744884 w 799404"/>
                <a:gd name="connsiteY81" fmla="*/ 314219 h 437184"/>
                <a:gd name="connsiteX82" fmla="*/ 744884 w 799404"/>
                <a:gd name="connsiteY82" fmla="*/ 314219 h 437184"/>
                <a:gd name="connsiteX83" fmla="*/ 628645 w 799404"/>
                <a:gd name="connsiteY83" fmla="*/ 254308 h 437184"/>
                <a:gd name="connsiteX84" fmla="*/ 663475 w 799404"/>
                <a:gd name="connsiteY84" fmla="*/ 264641 h 437184"/>
                <a:gd name="connsiteX85" fmla="*/ 692556 w 799404"/>
                <a:gd name="connsiteY85" fmla="*/ 279889 h 437184"/>
                <a:gd name="connsiteX86" fmla="*/ 695055 w 799404"/>
                <a:gd name="connsiteY86" fmla="*/ 294638 h 437184"/>
                <a:gd name="connsiteX87" fmla="*/ 692722 w 799404"/>
                <a:gd name="connsiteY87" fmla="*/ 294221 h 437184"/>
                <a:gd name="connsiteX88" fmla="*/ 619562 w 799404"/>
                <a:gd name="connsiteY88" fmla="*/ 280222 h 437184"/>
                <a:gd name="connsiteX89" fmla="*/ 576399 w 799404"/>
                <a:gd name="connsiteY89" fmla="*/ 267390 h 437184"/>
                <a:gd name="connsiteX90" fmla="*/ 553651 w 799404"/>
                <a:gd name="connsiteY90" fmla="*/ 256975 h 437184"/>
                <a:gd name="connsiteX91" fmla="*/ 557568 w 799404"/>
                <a:gd name="connsiteY91" fmla="*/ 245142 h 437184"/>
                <a:gd name="connsiteX92" fmla="*/ 558401 w 799404"/>
                <a:gd name="connsiteY92" fmla="*/ 244892 h 437184"/>
                <a:gd name="connsiteX93" fmla="*/ 628645 w 799404"/>
                <a:gd name="connsiteY93" fmla="*/ 254308 h 437184"/>
                <a:gd name="connsiteX94" fmla="*/ 628645 w 799404"/>
                <a:gd name="connsiteY94" fmla="*/ 254308 h 437184"/>
                <a:gd name="connsiteX95" fmla="*/ 16283 w 799404"/>
                <a:gd name="connsiteY95" fmla="*/ 36994 h 437184"/>
                <a:gd name="connsiteX96" fmla="*/ 49697 w 799404"/>
                <a:gd name="connsiteY96" fmla="*/ 16913 h 437184"/>
                <a:gd name="connsiteX97" fmla="*/ 107275 w 799404"/>
                <a:gd name="connsiteY97" fmla="*/ 28078 h 437184"/>
                <a:gd name="connsiteX98" fmla="*/ 78111 w 799404"/>
                <a:gd name="connsiteY98" fmla="*/ 80324 h 437184"/>
                <a:gd name="connsiteX99" fmla="*/ 86194 w 799404"/>
                <a:gd name="connsiteY99" fmla="*/ 80907 h 437184"/>
                <a:gd name="connsiteX100" fmla="*/ 94276 w 799404"/>
                <a:gd name="connsiteY100" fmla="*/ 55076 h 437184"/>
                <a:gd name="connsiteX101" fmla="*/ 110941 w 799404"/>
                <a:gd name="connsiteY101" fmla="*/ 29162 h 437184"/>
                <a:gd name="connsiteX102" fmla="*/ 112274 w 799404"/>
                <a:gd name="connsiteY102" fmla="*/ 29578 h 437184"/>
                <a:gd name="connsiteX103" fmla="*/ 172436 w 799404"/>
                <a:gd name="connsiteY103" fmla="*/ 37661 h 437184"/>
                <a:gd name="connsiteX104" fmla="*/ 204016 w 799404"/>
                <a:gd name="connsiteY104" fmla="*/ 37245 h 437184"/>
                <a:gd name="connsiteX105" fmla="*/ 237263 w 799404"/>
                <a:gd name="connsiteY105" fmla="*/ 47910 h 437184"/>
                <a:gd name="connsiteX106" fmla="*/ 244013 w 799404"/>
                <a:gd name="connsiteY106" fmla="*/ 50993 h 437184"/>
                <a:gd name="connsiteX107" fmla="*/ 199850 w 799404"/>
                <a:gd name="connsiteY107" fmla="*/ 123487 h 437184"/>
                <a:gd name="connsiteX108" fmla="*/ 202016 w 799404"/>
                <a:gd name="connsiteY108" fmla="*/ 123903 h 437184"/>
                <a:gd name="connsiteX109" fmla="*/ 230681 w 799404"/>
                <a:gd name="connsiteY109" fmla="*/ 77990 h 437184"/>
                <a:gd name="connsiteX110" fmla="*/ 244513 w 799404"/>
                <a:gd name="connsiteY110" fmla="*/ 64742 h 437184"/>
                <a:gd name="connsiteX111" fmla="*/ 253178 w 799404"/>
                <a:gd name="connsiteY111" fmla="*/ 54743 h 437184"/>
                <a:gd name="connsiteX112" fmla="*/ 291008 w 799404"/>
                <a:gd name="connsiteY112" fmla="*/ 65158 h 437184"/>
                <a:gd name="connsiteX113" fmla="*/ 353336 w 799404"/>
                <a:gd name="connsiteY113" fmla="*/ 70241 h 437184"/>
                <a:gd name="connsiteX114" fmla="*/ 379250 w 799404"/>
                <a:gd name="connsiteY114" fmla="*/ 85490 h 437184"/>
                <a:gd name="connsiteX115" fmla="*/ 358586 w 799404"/>
                <a:gd name="connsiteY115" fmla="*/ 89906 h 437184"/>
                <a:gd name="connsiteX116" fmla="*/ 326005 w 799404"/>
                <a:gd name="connsiteY116" fmla="*/ 115654 h 437184"/>
                <a:gd name="connsiteX117" fmla="*/ 300174 w 799404"/>
                <a:gd name="connsiteY117" fmla="*/ 191147 h 437184"/>
                <a:gd name="connsiteX118" fmla="*/ 306924 w 799404"/>
                <a:gd name="connsiteY118" fmla="*/ 191647 h 437184"/>
                <a:gd name="connsiteX119" fmla="*/ 339087 w 799404"/>
                <a:gd name="connsiteY119" fmla="*/ 120153 h 437184"/>
                <a:gd name="connsiteX120" fmla="*/ 366502 w 799404"/>
                <a:gd name="connsiteY120" fmla="*/ 98239 h 437184"/>
                <a:gd name="connsiteX121" fmla="*/ 385083 w 799404"/>
                <a:gd name="connsiteY121" fmla="*/ 91073 h 437184"/>
                <a:gd name="connsiteX122" fmla="*/ 415247 w 799404"/>
                <a:gd name="connsiteY122" fmla="*/ 118653 h 437184"/>
                <a:gd name="connsiteX123" fmla="*/ 469909 w 799404"/>
                <a:gd name="connsiteY123" fmla="*/ 135985 h 437184"/>
                <a:gd name="connsiteX124" fmla="*/ 460826 w 799404"/>
                <a:gd name="connsiteY124" fmla="*/ 138402 h 437184"/>
                <a:gd name="connsiteX125" fmla="*/ 426996 w 799404"/>
                <a:gd name="connsiteY125" fmla="*/ 160650 h 437184"/>
                <a:gd name="connsiteX126" fmla="*/ 398082 w 799404"/>
                <a:gd name="connsiteY126" fmla="*/ 239393 h 437184"/>
                <a:gd name="connsiteX127" fmla="*/ 405165 w 799404"/>
                <a:gd name="connsiteY127" fmla="*/ 239893 h 437184"/>
                <a:gd name="connsiteX128" fmla="*/ 437578 w 799404"/>
                <a:gd name="connsiteY128" fmla="*/ 166816 h 437184"/>
                <a:gd name="connsiteX129" fmla="*/ 471826 w 799404"/>
                <a:gd name="connsiteY129" fmla="*/ 145818 h 437184"/>
                <a:gd name="connsiteX130" fmla="*/ 488907 w 799404"/>
                <a:gd name="connsiteY130" fmla="*/ 141985 h 437184"/>
                <a:gd name="connsiteX131" fmla="*/ 516905 w 799404"/>
                <a:gd name="connsiteY131" fmla="*/ 160150 h 437184"/>
                <a:gd name="connsiteX132" fmla="*/ 540069 w 799404"/>
                <a:gd name="connsiteY132" fmla="*/ 197647 h 437184"/>
                <a:gd name="connsiteX133" fmla="*/ 544486 w 799404"/>
                <a:gd name="connsiteY133" fmla="*/ 209395 h 437184"/>
                <a:gd name="connsiteX134" fmla="*/ 537236 w 799404"/>
                <a:gd name="connsiteY134" fmla="*/ 257308 h 437184"/>
                <a:gd name="connsiteX135" fmla="*/ 492657 w 799404"/>
                <a:gd name="connsiteY135" fmla="*/ 304387 h 437184"/>
                <a:gd name="connsiteX136" fmla="*/ 431746 w 799404"/>
                <a:gd name="connsiteY136" fmla="*/ 321802 h 437184"/>
                <a:gd name="connsiteX137" fmla="*/ 431329 w 799404"/>
                <a:gd name="connsiteY137" fmla="*/ 304720 h 437184"/>
                <a:gd name="connsiteX138" fmla="*/ 437912 w 799404"/>
                <a:gd name="connsiteY138" fmla="*/ 263224 h 437184"/>
                <a:gd name="connsiteX139" fmla="*/ 489824 w 799404"/>
                <a:gd name="connsiteY139" fmla="*/ 204813 h 437184"/>
                <a:gd name="connsiteX140" fmla="*/ 489574 w 799404"/>
                <a:gd name="connsiteY140" fmla="*/ 204229 h 437184"/>
                <a:gd name="connsiteX141" fmla="*/ 426746 w 799404"/>
                <a:gd name="connsiteY141" fmla="*/ 256558 h 437184"/>
                <a:gd name="connsiteX142" fmla="*/ 416664 w 799404"/>
                <a:gd name="connsiteY142" fmla="*/ 320802 h 437184"/>
                <a:gd name="connsiteX143" fmla="*/ 363835 w 799404"/>
                <a:gd name="connsiteY143" fmla="*/ 295055 h 437184"/>
                <a:gd name="connsiteX144" fmla="*/ 339171 w 799404"/>
                <a:gd name="connsiteY144" fmla="*/ 271890 h 437184"/>
                <a:gd name="connsiteX145" fmla="*/ 341087 w 799404"/>
                <a:gd name="connsiteY145" fmla="*/ 270140 h 437184"/>
                <a:gd name="connsiteX146" fmla="*/ 350170 w 799404"/>
                <a:gd name="connsiteY146" fmla="*/ 229310 h 437184"/>
                <a:gd name="connsiteX147" fmla="*/ 377001 w 799404"/>
                <a:gd name="connsiteY147" fmla="*/ 176482 h 437184"/>
                <a:gd name="connsiteX148" fmla="*/ 376167 w 799404"/>
                <a:gd name="connsiteY148" fmla="*/ 175732 h 437184"/>
                <a:gd name="connsiteX149" fmla="*/ 331255 w 799404"/>
                <a:gd name="connsiteY149" fmla="*/ 263141 h 437184"/>
                <a:gd name="connsiteX150" fmla="*/ 312673 w 799404"/>
                <a:gd name="connsiteY150" fmla="*/ 243559 h 437184"/>
                <a:gd name="connsiteX151" fmla="*/ 259011 w 799404"/>
                <a:gd name="connsiteY151" fmla="*/ 216478 h 437184"/>
                <a:gd name="connsiteX152" fmla="*/ 258095 w 799404"/>
                <a:gd name="connsiteY152" fmla="*/ 201396 h 437184"/>
                <a:gd name="connsiteX153" fmla="*/ 258928 w 799404"/>
                <a:gd name="connsiteY153" fmla="*/ 175815 h 437184"/>
                <a:gd name="connsiteX154" fmla="*/ 270760 w 799404"/>
                <a:gd name="connsiteY154" fmla="*/ 135985 h 437184"/>
                <a:gd name="connsiteX155" fmla="*/ 301674 w 799404"/>
                <a:gd name="connsiteY155" fmla="*/ 100322 h 437184"/>
                <a:gd name="connsiteX156" fmla="*/ 300424 w 799404"/>
                <a:gd name="connsiteY156" fmla="*/ 98822 h 437184"/>
                <a:gd name="connsiteX157" fmla="*/ 258928 w 799404"/>
                <a:gd name="connsiteY157" fmla="*/ 133902 h 437184"/>
                <a:gd name="connsiteX158" fmla="*/ 244763 w 799404"/>
                <a:gd name="connsiteY158" fmla="*/ 174816 h 437184"/>
                <a:gd name="connsiteX159" fmla="*/ 243763 w 799404"/>
                <a:gd name="connsiteY159" fmla="*/ 210062 h 437184"/>
                <a:gd name="connsiteX160" fmla="*/ 200183 w 799404"/>
                <a:gd name="connsiteY160" fmla="*/ 176815 h 437184"/>
                <a:gd name="connsiteX161" fmla="*/ 148521 w 799404"/>
                <a:gd name="connsiteY161" fmla="*/ 141402 h 437184"/>
                <a:gd name="connsiteX162" fmla="*/ 130273 w 799404"/>
                <a:gd name="connsiteY162" fmla="*/ 133902 h 437184"/>
                <a:gd name="connsiteX163" fmla="*/ 130940 w 799404"/>
                <a:gd name="connsiteY163" fmla="*/ 131903 h 437184"/>
                <a:gd name="connsiteX164" fmla="*/ 136689 w 799404"/>
                <a:gd name="connsiteY164" fmla="*/ 87490 h 437184"/>
                <a:gd name="connsiteX165" fmla="*/ 168103 w 799404"/>
                <a:gd name="connsiteY165" fmla="*/ 41077 h 437184"/>
                <a:gd name="connsiteX166" fmla="*/ 167686 w 799404"/>
                <a:gd name="connsiteY166" fmla="*/ 40411 h 437184"/>
                <a:gd name="connsiteX167" fmla="*/ 117691 w 799404"/>
                <a:gd name="connsiteY167" fmla="*/ 125736 h 437184"/>
                <a:gd name="connsiteX168" fmla="*/ 117024 w 799404"/>
                <a:gd name="connsiteY168" fmla="*/ 125153 h 437184"/>
                <a:gd name="connsiteX169" fmla="*/ 91776 w 799404"/>
                <a:gd name="connsiteY169" fmla="*/ 99905 h 437184"/>
                <a:gd name="connsiteX170" fmla="*/ 34615 w 799404"/>
                <a:gd name="connsiteY170" fmla="*/ 63742 h 437184"/>
                <a:gd name="connsiteX171" fmla="*/ 16283 w 799404"/>
                <a:gd name="connsiteY171" fmla="*/ 36994 h 437184"/>
                <a:gd name="connsiteX172" fmla="*/ 16283 w 799404"/>
                <a:gd name="connsiteY172" fmla="*/ 36994 h 437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Lst>
              <a:rect l="l" t="t" r="r" b="b"/>
              <a:pathLst>
                <a:path w="799404" h="437184">
                  <a:moveTo>
                    <a:pt x="49530" y="92906"/>
                  </a:moveTo>
                  <a:cubicBezTo>
                    <a:pt x="63862" y="100988"/>
                    <a:pt x="78944" y="105822"/>
                    <a:pt x="91026" y="117404"/>
                  </a:cubicBezTo>
                  <a:cubicBezTo>
                    <a:pt x="99442" y="125486"/>
                    <a:pt x="105442" y="135985"/>
                    <a:pt x="115441" y="142402"/>
                  </a:cubicBezTo>
                  <a:cubicBezTo>
                    <a:pt x="127273" y="150067"/>
                    <a:pt x="141355" y="153734"/>
                    <a:pt x="153937" y="159900"/>
                  </a:cubicBezTo>
                  <a:cubicBezTo>
                    <a:pt x="180185" y="172649"/>
                    <a:pt x="194767" y="198563"/>
                    <a:pt x="218682" y="214395"/>
                  </a:cubicBezTo>
                  <a:cubicBezTo>
                    <a:pt x="227931" y="220561"/>
                    <a:pt x="238013" y="225727"/>
                    <a:pt x="248512" y="229477"/>
                  </a:cubicBezTo>
                  <a:cubicBezTo>
                    <a:pt x="262178" y="234393"/>
                    <a:pt x="276760" y="236227"/>
                    <a:pt x="289592" y="243309"/>
                  </a:cubicBezTo>
                  <a:cubicBezTo>
                    <a:pt x="316340" y="257975"/>
                    <a:pt x="332255" y="289055"/>
                    <a:pt x="356753" y="307387"/>
                  </a:cubicBezTo>
                  <a:cubicBezTo>
                    <a:pt x="376667" y="322385"/>
                    <a:pt x="397916" y="335051"/>
                    <a:pt x="423413" y="336467"/>
                  </a:cubicBezTo>
                  <a:cubicBezTo>
                    <a:pt x="448828" y="337884"/>
                    <a:pt x="474492" y="331801"/>
                    <a:pt x="496740" y="319719"/>
                  </a:cubicBezTo>
                  <a:cubicBezTo>
                    <a:pt x="501156" y="317302"/>
                    <a:pt x="505489" y="314803"/>
                    <a:pt x="509655" y="312220"/>
                  </a:cubicBezTo>
                  <a:cubicBezTo>
                    <a:pt x="518655" y="321969"/>
                    <a:pt x="529404" y="329301"/>
                    <a:pt x="539819" y="337467"/>
                  </a:cubicBezTo>
                  <a:cubicBezTo>
                    <a:pt x="553235" y="348050"/>
                    <a:pt x="566234" y="359549"/>
                    <a:pt x="581649" y="367215"/>
                  </a:cubicBezTo>
                  <a:cubicBezTo>
                    <a:pt x="589982" y="371381"/>
                    <a:pt x="598314" y="375214"/>
                    <a:pt x="606397" y="379880"/>
                  </a:cubicBezTo>
                  <a:cubicBezTo>
                    <a:pt x="610230" y="382047"/>
                    <a:pt x="614146" y="385046"/>
                    <a:pt x="618646" y="385546"/>
                  </a:cubicBezTo>
                  <a:cubicBezTo>
                    <a:pt x="626395" y="386463"/>
                    <a:pt x="629395" y="382047"/>
                    <a:pt x="631811" y="376464"/>
                  </a:cubicBezTo>
                  <a:cubicBezTo>
                    <a:pt x="634894" y="379130"/>
                    <a:pt x="638060" y="381713"/>
                    <a:pt x="641143" y="384296"/>
                  </a:cubicBezTo>
                  <a:cubicBezTo>
                    <a:pt x="660892" y="400961"/>
                    <a:pt x="680140" y="417543"/>
                    <a:pt x="704138" y="427709"/>
                  </a:cubicBezTo>
                  <a:cubicBezTo>
                    <a:pt x="716220" y="432792"/>
                    <a:pt x="738885" y="443708"/>
                    <a:pt x="750634" y="431875"/>
                  </a:cubicBezTo>
                  <a:cubicBezTo>
                    <a:pt x="761133" y="421210"/>
                    <a:pt x="758300" y="395379"/>
                    <a:pt x="751800" y="383796"/>
                  </a:cubicBezTo>
                  <a:cubicBezTo>
                    <a:pt x="740884" y="364465"/>
                    <a:pt x="709971" y="356299"/>
                    <a:pt x="691639" y="346550"/>
                  </a:cubicBezTo>
                  <a:cubicBezTo>
                    <a:pt x="674557" y="337551"/>
                    <a:pt x="657975" y="327635"/>
                    <a:pt x="640977" y="318469"/>
                  </a:cubicBezTo>
                  <a:cubicBezTo>
                    <a:pt x="656976" y="324468"/>
                    <a:pt x="672891" y="330468"/>
                    <a:pt x="688639" y="336884"/>
                  </a:cubicBezTo>
                  <a:cubicBezTo>
                    <a:pt x="712887" y="346883"/>
                    <a:pt x="738468" y="354299"/>
                    <a:pt x="764549" y="357382"/>
                  </a:cubicBezTo>
                  <a:cubicBezTo>
                    <a:pt x="782131" y="359465"/>
                    <a:pt x="798463" y="360049"/>
                    <a:pt x="799379" y="337634"/>
                  </a:cubicBezTo>
                  <a:cubicBezTo>
                    <a:pt x="800129" y="317136"/>
                    <a:pt x="783714" y="305970"/>
                    <a:pt x="765466" y="303971"/>
                  </a:cubicBezTo>
                  <a:cubicBezTo>
                    <a:pt x="743551" y="301554"/>
                    <a:pt x="722220" y="299387"/>
                    <a:pt x="700555" y="295638"/>
                  </a:cubicBezTo>
                  <a:cubicBezTo>
                    <a:pt x="702721" y="285972"/>
                    <a:pt x="703305" y="274056"/>
                    <a:pt x="696638" y="267224"/>
                  </a:cubicBezTo>
                  <a:cubicBezTo>
                    <a:pt x="687139" y="257475"/>
                    <a:pt x="665141" y="253558"/>
                    <a:pt x="652559" y="249809"/>
                  </a:cubicBezTo>
                  <a:cubicBezTo>
                    <a:pt x="635977" y="244809"/>
                    <a:pt x="619396" y="240893"/>
                    <a:pt x="602564" y="237226"/>
                  </a:cubicBezTo>
                  <a:cubicBezTo>
                    <a:pt x="588148" y="234143"/>
                    <a:pt x="573650" y="229894"/>
                    <a:pt x="558734" y="230894"/>
                  </a:cubicBezTo>
                  <a:cubicBezTo>
                    <a:pt x="558901" y="206396"/>
                    <a:pt x="548069" y="179565"/>
                    <a:pt x="535653" y="162150"/>
                  </a:cubicBezTo>
                  <a:cubicBezTo>
                    <a:pt x="520988" y="141568"/>
                    <a:pt x="502906" y="131569"/>
                    <a:pt x="479158" y="124153"/>
                  </a:cubicBezTo>
                  <a:cubicBezTo>
                    <a:pt x="466659" y="120320"/>
                    <a:pt x="453910" y="117654"/>
                    <a:pt x="441328" y="114237"/>
                  </a:cubicBezTo>
                  <a:cubicBezTo>
                    <a:pt x="425163" y="109821"/>
                    <a:pt x="414081" y="100155"/>
                    <a:pt x="402498" y="88406"/>
                  </a:cubicBezTo>
                  <a:cubicBezTo>
                    <a:pt x="385000" y="70741"/>
                    <a:pt x="368752" y="57409"/>
                    <a:pt x="343504" y="53326"/>
                  </a:cubicBezTo>
                  <a:cubicBezTo>
                    <a:pt x="317673" y="49160"/>
                    <a:pt x="291342" y="52076"/>
                    <a:pt x="266427" y="42660"/>
                  </a:cubicBezTo>
                  <a:cubicBezTo>
                    <a:pt x="245679" y="34828"/>
                    <a:pt x="226681" y="21912"/>
                    <a:pt x="203933" y="20329"/>
                  </a:cubicBezTo>
                  <a:cubicBezTo>
                    <a:pt x="176352" y="18413"/>
                    <a:pt x="150188" y="21496"/>
                    <a:pt x="122774" y="14746"/>
                  </a:cubicBezTo>
                  <a:cubicBezTo>
                    <a:pt x="98776" y="8830"/>
                    <a:pt x="76111" y="-1752"/>
                    <a:pt x="50780" y="248"/>
                  </a:cubicBezTo>
                  <a:cubicBezTo>
                    <a:pt x="33948" y="1581"/>
                    <a:pt x="10200" y="8497"/>
                    <a:pt x="2368" y="25246"/>
                  </a:cubicBezTo>
                  <a:cubicBezTo>
                    <a:pt x="-5882" y="42911"/>
                    <a:pt x="9117" y="61076"/>
                    <a:pt x="21366" y="72324"/>
                  </a:cubicBezTo>
                  <a:cubicBezTo>
                    <a:pt x="30115" y="80324"/>
                    <a:pt x="39364" y="87157"/>
                    <a:pt x="49530" y="92906"/>
                  </a:cubicBezTo>
                  <a:lnTo>
                    <a:pt x="49530" y="92906"/>
                  </a:lnTo>
                  <a:close/>
                  <a:moveTo>
                    <a:pt x="615563" y="374464"/>
                  </a:moveTo>
                  <a:cubicBezTo>
                    <a:pt x="610813" y="373297"/>
                    <a:pt x="605480" y="368048"/>
                    <a:pt x="601231" y="365631"/>
                  </a:cubicBezTo>
                  <a:cubicBezTo>
                    <a:pt x="589648" y="359132"/>
                    <a:pt x="578149" y="353966"/>
                    <a:pt x="567567" y="345633"/>
                  </a:cubicBezTo>
                  <a:cubicBezTo>
                    <a:pt x="558151" y="338217"/>
                    <a:pt x="549818" y="329468"/>
                    <a:pt x="540653" y="321802"/>
                  </a:cubicBezTo>
                  <a:cubicBezTo>
                    <a:pt x="533987" y="316219"/>
                    <a:pt x="527321" y="310637"/>
                    <a:pt x="521654" y="303971"/>
                  </a:cubicBezTo>
                  <a:cubicBezTo>
                    <a:pt x="524487" y="301721"/>
                    <a:pt x="527237" y="299471"/>
                    <a:pt x="529820" y="296971"/>
                  </a:cubicBezTo>
                  <a:cubicBezTo>
                    <a:pt x="532903" y="302304"/>
                    <a:pt x="537736" y="304470"/>
                    <a:pt x="543736" y="308303"/>
                  </a:cubicBezTo>
                  <a:cubicBezTo>
                    <a:pt x="554735" y="315303"/>
                    <a:pt x="565400" y="323219"/>
                    <a:pt x="575983" y="330968"/>
                  </a:cubicBezTo>
                  <a:cubicBezTo>
                    <a:pt x="593564" y="343967"/>
                    <a:pt x="610563" y="358049"/>
                    <a:pt x="627395" y="372214"/>
                  </a:cubicBezTo>
                  <a:cubicBezTo>
                    <a:pt x="624145" y="374547"/>
                    <a:pt x="620729" y="375714"/>
                    <a:pt x="615563" y="374464"/>
                  </a:cubicBezTo>
                  <a:lnTo>
                    <a:pt x="615563" y="374464"/>
                  </a:lnTo>
                  <a:close/>
                  <a:moveTo>
                    <a:pt x="707471" y="367881"/>
                  </a:moveTo>
                  <a:cubicBezTo>
                    <a:pt x="716803" y="372381"/>
                    <a:pt x="729636" y="376380"/>
                    <a:pt x="737551" y="383296"/>
                  </a:cubicBezTo>
                  <a:cubicBezTo>
                    <a:pt x="745301" y="390046"/>
                    <a:pt x="750050" y="413294"/>
                    <a:pt x="743051" y="422460"/>
                  </a:cubicBezTo>
                  <a:cubicBezTo>
                    <a:pt x="732302" y="436458"/>
                    <a:pt x="692556" y="411211"/>
                    <a:pt x="681806" y="403795"/>
                  </a:cubicBezTo>
                  <a:cubicBezTo>
                    <a:pt x="663642" y="391296"/>
                    <a:pt x="647810" y="375714"/>
                    <a:pt x="630811" y="361632"/>
                  </a:cubicBezTo>
                  <a:cubicBezTo>
                    <a:pt x="613729" y="347550"/>
                    <a:pt x="597314" y="332468"/>
                    <a:pt x="579566" y="319219"/>
                  </a:cubicBezTo>
                  <a:cubicBezTo>
                    <a:pt x="565567" y="308803"/>
                    <a:pt x="550985" y="299387"/>
                    <a:pt x="536653" y="289471"/>
                  </a:cubicBezTo>
                  <a:cubicBezTo>
                    <a:pt x="538819" y="286805"/>
                    <a:pt x="540902" y="283972"/>
                    <a:pt x="542736" y="280973"/>
                  </a:cubicBezTo>
                  <a:cubicBezTo>
                    <a:pt x="544736" y="281806"/>
                    <a:pt x="546819" y="282639"/>
                    <a:pt x="548902" y="283472"/>
                  </a:cubicBezTo>
                  <a:cubicBezTo>
                    <a:pt x="554401" y="287055"/>
                    <a:pt x="564567" y="292388"/>
                    <a:pt x="565817" y="292971"/>
                  </a:cubicBezTo>
                  <a:cubicBezTo>
                    <a:pt x="575233" y="297138"/>
                    <a:pt x="584482" y="301637"/>
                    <a:pt x="593481" y="306554"/>
                  </a:cubicBezTo>
                  <a:cubicBezTo>
                    <a:pt x="611729" y="316552"/>
                    <a:pt x="630311" y="325802"/>
                    <a:pt x="648393" y="336051"/>
                  </a:cubicBezTo>
                  <a:cubicBezTo>
                    <a:pt x="667891" y="347133"/>
                    <a:pt x="687306" y="358215"/>
                    <a:pt x="707471" y="367881"/>
                  </a:cubicBezTo>
                  <a:lnTo>
                    <a:pt x="707471" y="367881"/>
                  </a:lnTo>
                  <a:close/>
                  <a:moveTo>
                    <a:pt x="744884" y="314219"/>
                  </a:moveTo>
                  <a:cubicBezTo>
                    <a:pt x="756467" y="315303"/>
                    <a:pt x="768049" y="313969"/>
                    <a:pt x="778215" y="320219"/>
                  </a:cubicBezTo>
                  <a:cubicBezTo>
                    <a:pt x="786547" y="325385"/>
                    <a:pt x="792880" y="335967"/>
                    <a:pt x="784880" y="344633"/>
                  </a:cubicBezTo>
                  <a:cubicBezTo>
                    <a:pt x="778548" y="351549"/>
                    <a:pt x="770548" y="348966"/>
                    <a:pt x="761299" y="347717"/>
                  </a:cubicBezTo>
                  <a:cubicBezTo>
                    <a:pt x="750300" y="346300"/>
                    <a:pt x="739135" y="344050"/>
                    <a:pt x="728386" y="341467"/>
                  </a:cubicBezTo>
                  <a:cubicBezTo>
                    <a:pt x="705054" y="335801"/>
                    <a:pt x="682890" y="325802"/>
                    <a:pt x="660642" y="316969"/>
                  </a:cubicBezTo>
                  <a:cubicBezTo>
                    <a:pt x="639310" y="308553"/>
                    <a:pt x="617979" y="300137"/>
                    <a:pt x="596897" y="291221"/>
                  </a:cubicBezTo>
                  <a:cubicBezTo>
                    <a:pt x="582315" y="285055"/>
                    <a:pt x="564567" y="274807"/>
                    <a:pt x="548069" y="271140"/>
                  </a:cubicBezTo>
                  <a:cubicBezTo>
                    <a:pt x="548735" y="269474"/>
                    <a:pt x="549402" y="267807"/>
                    <a:pt x="549985" y="266057"/>
                  </a:cubicBezTo>
                  <a:cubicBezTo>
                    <a:pt x="550235" y="265307"/>
                    <a:pt x="550485" y="264557"/>
                    <a:pt x="550652" y="263724"/>
                  </a:cubicBezTo>
                  <a:cubicBezTo>
                    <a:pt x="578899" y="285222"/>
                    <a:pt x="619229" y="291721"/>
                    <a:pt x="652976" y="297971"/>
                  </a:cubicBezTo>
                  <a:cubicBezTo>
                    <a:pt x="673807" y="301887"/>
                    <a:pt x="694555" y="306970"/>
                    <a:pt x="715554" y="310220"/>
                  </a:cubicBezTo>
                  <a:cubicBezTo>
                    <a:pt x="725219" y="311720"/>
                    <a:pt x="735052" y="313303"/>
                    <a:pt x="744884" y="314219"/>
                  </a:cubicBezTo>
                  <a:lnTo>
                    <a:pt x="744884" y="314219"/>
                  </a:lnTo>
                  <a:close/>
                  <a:moveTo>
                    <a:pt x="628645" y="254308"/>
                  </a:moveTo>
                  <a:cubicBezTo>
                    <a:pt x="640477" y="257141"/>
                    <a:pt x="651976" y="260807"/>
                    <a:pt x="663475" y="264641"/>
                  </a:cubicBezTo>
                  <a:cubicBezTo>
                    <a:pt x="672974" y="267890"/>
                    <a:pt x="687056" y="270307"/>
                    <a:pt x="692556" y="279889"/>
                  </a:cubicBezTo>
                  <a:cubicBezTo>
                    <a:pt x="694305" y="282972"/>
                    <a:pt x="694889" y="289222"/>
                    <a:pt x="695055" y="294638"/>
                  </a:cubicBezTo>
                  <a:cubicBezTo>
                    <a:pt x="694305" y="294471"/>
                    <a:pt x="693472" y="294388"/>
                    <a:pt x="692722" y="294221"/>
                  </a:cubicBezTo>
                  <a:cubicBezTo>
                    <a:pt x="668308" y="289555"/>
                    <a:pt x="643643" y="286472"/>
                    <a:pt x="619562" y="280222"/>
                  </a:cubicBezTo>
                  <a:cubicBezTo>
                    <a:pt x="604897" y="276389"/>
                    <a:pt x="590481" y="272973"/>
                    <a:pt x="576399" y="267390"/>
                  </a:cubicBezTo>
                  <a:cubicBezTo>
                    <a:pt x="568650" y="264307"/>
                    <a:pt x="561401" y="259891"/>
                    <a:pt x="553651" y="256975"/>
                  </a:cubicBezTo>
                  <a:cubicBezTo>
                    <a:pt x="555401" y="253225"/>
                    <a:pt x="556735" y="249225"/>
                    <a:pt x="557568" y="245142"/>
                  </a:cubicBezTo>
                  <a:cubicBezTo>
                    <a:pt x="557818" y="245059"/>
                    <a:pt x="558151" y="244976"/>
                    <a:pt x="558401" y="244892"/>
                  </a:cubicBezTo>
                  <a:cubicBezTo>
                    <a:pt x="581982" y="246809"/>
                    <a:pt x="605480" y="248725"/>
                    <a:pt x="628645" y="254308"/>
                  </a:cubicBezTo>
                  <a:lnTo>
                    <a:pt x="628645" y="254308"/>
                  </a:lnTo>
                  <a:close/>
                  <a:moveTo>
                    <a:pt x="16283" y="36994"/>
                  </a:moveTo>
                  <a:cubicBezTo>
                    <a:pt x="17116" y="22996"/>
                    <a:pt x="39031" y="17996"/>
                    <a:pt x="49697" y="16913"/>
                  </a:cubicBezTo>
                  <a:cubicBezTo>
                    <a:pt x="70028" y="14830"/>
                    <a:pt x="88277" y="22329"/>
                    <a:pt x="107275" y="28078"/>
                  </a:cubicBezTo>
                  <a:cubicBezTo>
                    <a:pt x="94193" y="41744"/>
                    <a:pt x="76194" y="60576"/>
                    <a:pt x="78111" y="80324"/>
                  </a:cubicBezTo>
                  <a:cubicBezTo>
                    <a:pt x="78611" y="85073"/>
                    <a:pt x="84860" y="85323"/>
                    <a:pt x="86194" y="80907"/>
                  </a:cubicBezTo>
                  <a:cubicBezTo>
                    <a:pt x="88943" y="71824"/>
                    <a:pt x="89527" y="63659"/>
                    <a:pt x="94276" y="55076"/>
                  </a:cubicBezTo>
                  <a:cubicBezTo>
                    <a:pt x="99192" y="46160"/>
                    <a:pt x="104775" y="37245"/>
                    <a:pt x="110941" y="29162"/>
                  </a:cubicBezTo>
                  <a:cubicBezTo>
                    <a:pt x="111358" y="29328"/>
                    <a:pt x="111774" y="29412"/>
                    <a:pt x="112274" y="29578"/>
                  </a:cubicBezTo>
                  <a:cubicBezTo>
                    <a:pt x="131939" y="35078"/>
                    <a:pt x="152104" y="37578"/>
                    <a:pt x="172436" y="37661"/>
                  </a:cubicBezTo>
                  <a:cubicBezTo>
                    <a:pt x="182935" y="37744"/>
                    <a:pt x="193600" y="36328"/>
                    <a:pt x="204016" y="37245"/>
                  </a:cubicBezTo>
                  <a:cubicBezTo>
                    <a:pt x="215849" y="38328"/>
                    <a:pt x="226597" y="42994"/>
                    <a:pt x="237263" y="47910"/>
                  </a:cubicBezTo>
                  <a:cubicBezTo>
                    <a:pt x="239513" y="48910"/>
                    <a:pt x="241763" y="49993"/>
                    <a:pt x="244013" y="50993"/>
                  </a:cubicBezTo>
                  <a:cubicBezTo>
                    <a:pt x="219598" y="67575"/>
                    <a:pt x="202516" y="93239"/>
                    <a:pt x="199850" y="123487"/>
                  </a:cubicBezTo>
                  <a:cubicBezTo>
                    <a:pt x="199767" y="124903"/>
                    <a:pt x="201517" y="125237"/>
                    <a:pt x="202016" y="123903"/>
                  </a:cubicBezTo>
                  <a:cubicBezTo>
                    <a:pt x="207683" y="106655"/>
                    <a:pt x="219265" y="91739"/>
                    <a:pt x="230681" y="77990"/>
                  </a:cubicBezTo>
                  <a:cubicBezTo>
                    <a:pt x="234763" y="73075"/>
                    <a:pt x="240180" y="69408"/>
                    <a:pt x="244513" y="64742"/>
                  </a:cubicBezTo>
                  <a:cubicBezTo>
                    <a:pt x="247512" y="61576"/>
                    <a:pt x="250262" y="58076"/>
                    <a:pt x="253178" y="54743"/>
                  </a:cubicBezTo>
                  <a:cubicBezTo>
                    <a:pt x="265261" y="59742"/>
                    <a:pt x="277510" y="63742"/>
                    <a:pt x="291008" y="65158"/>
                  </a:cubicBezTo>
                  <a:cubicBezTo>
                    <a:pt x="311673" y="67325"/>
                    <a:pt x="333005" y="64409"/>
                    <a:pt x="353336" y="70241"/>
                  </a:cubicBezTo>
                  <a:cubicBezTo>
                    <a:pt x="363502" y="73158"/>
                    <a:pt x="371668" y="78824"/>
                    <a:pt x="379250" y="85490"/>
                  </a:cubicBezTo>
                  <a:cubicBezTo>
                    <a:pt x="372418" y="86157"/>
                    <a:pt x="365585" y="86073"/>
                    <a:pt x="358586" y="89906"/>
                  </a:cubicBezTo>
                  <a:cubicBezTo>
                    <a:pt x="347003" y="96239"/>
                    <a:pt x="334671" y="105571"/>
                    <a:pt x="326005" y="115654"/>
                  </a:cubicBezTo>
                  <a:cubicBezTo>
                    <a:pt x="309257" y="135069"/>
                    <a:pt x="301841" y="166233"/>
                    <a:pt x="300174" y="191147"/>
                  </a:cubicBezTo>
                  <a:cubicBezTo>
                    <a:pt x="299924" y="195230"/>
                    <a:pt x="306007" y="195147"/>
                    <a:pt x="306924" y="191647"/>
                  </a:cubicBezTo>
                  <a:cubicBezTo>
                    <a:pt x="313423" y="167899"/>
                    <a:pt x="321256" y="137902"/>
                    <a:pt x="339087" y="120153"/>
                  </a:cubicBezTo>
                  <a:cubicBezTo>
                    <a:pt x="347003" y="112154"/>
                    <a:pt x="356753" y="104155"/>
                    <a:pt x="366502" y="98239"/>
                  </a:cubicBezTo>
                  <a:cubicBezTo>
                    <a:pt x="372334" y="94656"/>
                    <a:pt x="378917" y="93406"/>
                    <a:pt x="385083" y="91073"/>
                  </a:cubicBezTo>
                  <a:cubicBezTo>
                    <a:pt x="394832" y="100655"/>
                    <a:pt x="403915" y="111154"/>
                    <a:pt x="415247" y="118653"/>
                  </a:cubicBezTo>
                  <a:cubicBezTo>
                    <a:pt x="431163" y="129069"/>
                    <a:pt x="451327" y="131486"/>
                    <a:pt x="469909" y="135985"/>
                  </a:cubicBezTo>
                  <a:cubicBezTo>
                    <a:pt x="466993" y="136569"/>
                    <a:pt x="463993" y="137319"/>
                    <a:pt x="460826" y="138402"/>
                  </a:cubicBezTo>
                  <a:cubicBezTo>
                    <a:pt x="447744" y="143068"/>
                    <a:pt x="436245" y="149984"/>
                    <a:pt x="426996" y="160650"/>
                  </a:cubicBezTo>
                  <a:cubicBezTo>
                    <a:pt x="409748" y="180482"/>
                    <a:pt x="395832" y="212895"/>
                    <a:pt x="398082" y="239393"/>
                  </a:cubicBezTo>
                  <a:cubicBezTo>
                    <a:pt x="398416" y="243226"/>
                    <a:pt x="404748" y="244142"/>
                    <a:pt x="405165" y="239893"/>
                  </a:cubicBezTo>
                  <a:cubicBezTo>
                    <a:pt x="407665" y="214728"/>
                    <a:pt x="420497" y="185564"/>
                    <a:pt x="437578" y="166816"/>
                  </a:cubicBezTo>
                  <a:cubicBezTo>
                    <a:pt x="446828" y="156650"/>
                    <a:pt x="459077" y="150401"/>
                    <a:pt x="471826" y="145818"/>
                  </a:cubicBezTo>
                  <a:cubicBezTo>
                    <a:pt x="476992" y="143985"/>
                    <a:pt x="483241" y="143485"/>
                    <a:pt x="488907" y="141985"/>
                  </a:cubicBezTo>
                  <a:cubicBezTo>
                    <a:pt x="499490" y="146068"/>
                    <a:pt x="508822" y="151318"/>
                    <a:pt x="516905" y="160150"/>
                  </a:cubicBezTo>
                  <a:cubicBezTo>
                    <a:pt x="526987" y="171149"/>
                    <a:pt x="534237" y="183981"/>
                    <a:pt x="540069" y="197647"/>
                  </a:cubicBezTo>
                  <a:cubicBezTo>
                    <a:pt x="541653" y="201396"/>
                    <a:pt x="543152" y="205396"/>
                    <a:pt x="544486" y="209395"/>
                  </a:cubicBezTo>
                  <a:cubicBezTo>
                    <a:pt x="545486" y="225561"/>
                    <a:pt x="542319" y="242059"/>
                    <a:pt x="537236" y="257308"/>
                  </a:cubicBezTo>
                  <a:cubicBezTo>
                    <a:pt x="529654" y="280056"/>
                    <a:pt x="512655" y="292638"/>
                    <a:pt x="492657" y="304387"/>
                  </a:cubicBezTo>
                  <a:cubicBezTo>
                    <a:pt x="474075" y="315303"/>
                    <a:pt x="453410" y="321302"/>
                    <a:pt x="431746" y="321802"/>
                  </a:cubicBezTo>
                  <a:cubicBezTo>
                    <a:pt x="432579" y="316303"/>
                    <a:pt x="431246" y="310303"/>
                    <a:pt x="431329" y="304720"/>
                  </a:cubicBezTo>
                  <a:cubicBezTo>
                    <a:pt x="431579" y="291305"/>
                    <a:pt x="434829" y="276306"/>
                    <a:pt x="437912" y="263224"/>
                  </a:cubicBezTo>
                  <a:cubicBezTo>
                    <a:pt x="443995" y="237310"/>
                    <a:pt x="467909" y="217561"/>
                    <a:pt x="489824" y="204813"/>
                  </a:cubicBezTo>
                  <a:cubicBezTo>
                    <a:pt x="490157" y="204646"/>
                    <a:pt x="489907" y="204062"/>
                    <a:pt x="489574" y="204229"/>
                  </a:cubicBezTo>
                  <a:cubicBezTo>
                    <a:pt x="464493" y="215312"/>
                    <a:pt x="437745" y="229560"/>
                    <a:pt x="426746" y="256558"/>
                  </a:cubicBezTo>
                  <a:cubicBezTo>
                    <a:pt x="422330" y="267474"/>
                    <a:pt x="410331" y="303304"/>
                    <a:pt x="416664" y="320802"/>
                  </a:cubicBezTo>
                  <a:cubicBezTo>
                    <a:pt x="396999" y="317636"/>
                    <a:pt x="380084" y="307303"/>
                    <a:pt x="363835" y="295055"/>
                  </a:cubicBezTo>
                  <a:cubicBezTo>
                    <a:pt x="354753" y="288222"/>
                    <a:pt x="346837" y="280222"/>
                    <a:pt x="339171" y="271890"/>
                  </a:cubicBezTo>
                  <a:cubicBezTo>
                    <a:pt x="339921" y="271557"/>
                    <a:pt x="340504" y="270973"/>
                    <a:pt x="341087" y="270140"/>
                  </a:cubicBezTo>
                  <a:cubicBezTo>
                    <a:pt x="348087" y="259308"/>
                    <a:pt x="347003" y="241642"/>
                    <a:pt x="350170" y="229310"/>
                  </a:cubicBezTo>
                  <a:cubicBezTo>
                    <a:pt x="354919" y="210812"/>
                    <a:pt x="365418" y="191647"/>
                    <a:pt x="377001" y="176482"/>
                  </a:cubicBezTo>
                  <a:cubicBezTo>
                    <a:pt x="377501" y="175898"/>
                    <a:pt x="376667" y="175232"/>
                    <a:pt x="376167" y="175732"/>
                  </a:cubicBezTo>
                  <a:cubicBezTo>
                    <a:pt x="349920" y="200146"/>
                    <a:pt x="338504" y="229060"/>
                    <a:pt x="331255" y="263141"/>
                  </a:cubicBezTo>
                  <a:cubicBezTo>
                    <a:pt x="325255" y="256475"/>
                    <a:pt x="319173" y="249809"/>
                    <a:pt x="312673" y="243559"/>
                  </a:cubicBezTo>
                  <a:cubicBezTo>
                    <a:pt x="297008" y="228477"/>
                    <a:pt x="278843" y="223394"/>
                    <a:pt x="259011" y="216478"/>
                  </a:cubicBezTo>
                  <a:cubicBezTo>
                    <a:pt x="258928" y="211395"/>
                    <a:pt x="257928" y="206063"/>
                    <a:pt x="258095" y="201396"/>
                  </a:cubicBezTo>
                  <a:cubicBezTo>
                    <a:pt x="258345" y="192814"/>
                    <a:pt x="258261" y="184481"/>
                    <a:pt x="258928" y="175815"/>
                  </a:cubicBezTo>
                  <a:cubicBezTo>
                    <a:pt x="260011" y="161983"/>
                    <a:pt x="263844" y="147984"/>
                    <a:pt x="270760" y="135985"/>
                  </a:cubicBezTo>
                  <a:cubicBezTo>
                    <a:pt x="278759" y="122070"/>
                    <a:pt x="290508" y="111821"/>
                    <a:pt x="301674" y="100322"/>
                  </a:cubicBezTo>
                  <a:cubicBezTo>
                    <a:pt x="302424" y="99489"/>
                    <a:pt x="301258" y="98156"/>
                    <a:pt x="300424" y="98822"/>
                  </a:cubicBezTo>
                  <a:cubicBezTo>
                    <a:pt x="285509" y="109904"/>
                    <a:pt x="270094" y="118571"/>
                    <a:pt x="258928" y="133902"/>
                  </a:cubicBezTo>
                  <a:cubicBezTo>
                    <a:pt x="250429" y="145568"/>
                    <a:pt x="246429" y="160650"/>
                    <a:pt x="244763" y="174816"/>
                  </a:cubicBezTo>
                  <a:cubicBezTo>
                    <a:pt x="244096" y="180565"/>
                    <a:pt x="242013" y="197230"/>
                    <a:pt x="243763" y="210062"/>
                  </a:cubicBezTo>
                  <a:cubicBezTo>
                    <a:pt x="227264" y="201896"/>
                    <a:pt x="212932" y="190314"/>
                    <a:pt x="200183" y="176815"/>
                  </a:cubicBezTo>
                  <a:cubicBezTo>
                    <a:pt x="184851" y="160650"/>
                    <a:pt x="169269" y="149651"/>
                    <a:pt x="148521" y="141402"/>
                  </a:cubicBezTo>
                  <a:cubicBezTo>
                    <a:pt x="142522" y="138985"/>
                    <a:pt x="136189" y="136818"/>
                    <a:pt x="130273" y="133902"/>
                  </a:cubicBezTo>
                  <a:cubicBezTo>
                    <a:pt x="130606" y="133319"/>
                    <a:pt x="130856" y="132652"/>
                    <a:pt x="130940" y="131903"/>
                  </a:cubicBezTo>
                  <a:cubicBezTo>
                    <a:pt x="132939" y="117070"/>
                    <a:pt x="131523" y="101822"/>
                    <a:pt x="136689" y="87490"/>
                  </a:cubicBezTo>
                  <a:cubicBezTo>
                    <a:pt x="143355" y="68992"/>
                    <a:pt x="151771" y="52743"/>
                    <a:pt x="168103" y="41077"/>
                  </a:cubicBezTo>
                  <a:cubicBezTo>
                    <a:pt x="168519" y="40744"/>
                    <a:pt x="168103" y="40161"/>
                    <a:pt x="167686" y="40411"/>
                  </a:cubicBezTo>
                  <a:cubicBezTo>
                    <a:pt x="134523" y="58076"/>
                    <a:pt x="120107" y="89989"/>
                    <a:pt x="117691" y="125736"/>
                  </a:cubicBezTo>
                  <a:cubicBezTo>
                    <a:pt x="117441" y="125570"/>
                    <a:pt x="117191" y="125320"/>
                    <a:pt x="117024" y="125153"/>
                  </a:cubicBezTo>
                  <a:cubicBezTo>
                    <a:pt x="108108" y="116904"/>
                    <a:pt x="101609" y="107238"/>
                    <a:pt x="91776" y="99905"/>
                  </a:cubicBezTo>
                  <a:cubicBezTo>
                    <a:pt x="73445" y="86240"/>
                    <a:pt x="51863" y="79491"/>
                    <a:pt x="34615" y="63742"/>
                  </a:cubicBezTo>
                  <a:cubicBezTo>
                    <a:pt x="27782" y="57826"/>
                    <a:pt x="15617" y="47327"/>
                    <a:pt x="16283" y="36994"/>
                  </a:cubicBezTo>
                  <a:lnTo>
                    <a:pt x="16283" y="36994"/>
                  </a:lnTo>
                  <a:close/>
                </a:path>
              </a:pathLst>
            </a:custGeom>
            <a:grpFill/>
            <a:ln w="8332" cap="flat">
              <a:noFill/>
              <a:prstDash val="solid"/>
              <a:miter/>
            </a:ln>
          </p:spPr>
          <p:txBody>
            <a:bodyPr rtlCol="0" anchor="ctr"/>
            <a:lstStyle/>
            <a:p>
              <a:endParaRPr lang="en-US"/>
            </a:p>
          </p:txBody>
        </p:sp>
        <p:sp>
          <p:nvSpPr>
            <p:cNvPr id="1446" name="Freeform: Shape 1445"/>
            <p:cNvSpPr/>
            <p:nvPr/>
          </p:nvSpPr>
          <p:spPr>
            <a:xfrm>
              <a:off x="101418" y="934907"/>
              <a:ext cx="479264" cy="778772"/>
            </a:xfrm>
            <a:custGeom>
              <a:avLst/>
              <a:gdLst>
                <a:gd name="connsiteX0" fmla="*/ 92419 w 479264"/>
                <a:gd name="connsiteY0" fmla="*/ 733036 h 778772"/>
                <a:gd name="connsiteX1" fmla="*/ 119500 w 479264"/>
                <a:gd name="connsiteY1" fmla="*/ 693123 h 778772"/>
                <a:gd name="connsiteX2" fmla="*/ 145997 w 479264"/>
                <a:gd name="connsiteY2" fmla="*/ 670375 h 778772"/>
                <a:gd name="connsiteX3" fmla="*/ 165829 w 479264"/>
                <a:gd name="connsiteY3" fmla="*/ 633045 h 778772"/>
                <a:gd name="connsiteX4" fmla="*/ 224240 w 479264"/>
                <a:gd name="connsiteY4" fmla="*/ 571801 h 778772"/>
                <a:gd name="connsiteX5" fmla="*/ 241239 w 479264"/>
                <a:gd name="connsiteY5" fmla="*/ 542970 h 778772"/>
                <a:gd name="connsiteX6" fmla="*/ 257571 w 479264"/>
                <a:gd name="connsiteY6" fmla="*/ 502807 h 778772"/>
                <a:gd name="connsiteX7" fmla="*/ 325814 w 479264"/>
                <a:gd name="connsiteY7" fmla="*/ 439896 h 778772"/>
                <a:gd name="connsiteX8" fmla="*/ 359062 w 479264"/>
                <a:gd name="connsiteY8" fmla="*/ 375235 h 778772"/>
                <a:gd name="connsiteX9" fmla="*/ 346979 w 479264"/>
                <a:gd name="connsiteY9" fmla="*/ 301075 h 778772"/>
                <a:gd name="connsiteX10" fmla="*/ 340313 w 479264"/>
                <a:gd name="connsiteY10" fmla="*/ 287743 h 778772"/>
                <a:gd name="connsiteX11" fmla="*/ 367394 w 479264"/>
                <a:gd name="connsiteY11" fmla="*/ 259246 h 778772"/>
                <a:gd name="connsiteX12" fmla="*/ 399725 w 479264"/>
                <a:gd name="connsiteY12" fmla="*/ 219333 h 778772"/>
                <a:gd name="connsiteX13" fmla="*/ 413890 w 479264"/>
                <a:gd name="connsiteY13" fmla="*/ 195418 h 778772"/>
                <a:gd name="connsiteX14" fmla="*/ 420306 w 479264"/>
                <a:gd name="connsiteY14" fmla="*/ 183503 h 778772"/>
                <a:gd name="connsiteX15" fmla="*/ 412057 w 479264"/>
                <a:gd name="connsiteY15" fmla="*/ 169754 h 778772"/>
                <a:gd name="connsiteX16" fmla="*/ 420473 w 479264"/>
                <a:gd name="connsiteY16" fmla="*/ 160921 h 778772"/>
                <a:gd name="connsiteX17" fmla="*/ 467718 w 479264"/>
                <a:gd name="connsiteY17" fmla="*/ 100760 h 778772"/>
                <a:gd name="connsiteX18" fmla="*/ 474801 w 479264"/>
                <a:gd name="connsiteY18" fmla="*/ 54597 h 778772"/>
                <a:gd name="connsiteX19" fmla="*/ 426889 w 479264"/>
                <a:gd name="connsiteY19" fmla="*/ 50431 h 778772"/>
                <a:gd name="connsiteX20" fmla="*/ 385976 w 479264"/>
                <a:gd name="connsiteY20" fmla="*/ 108176 h 778772"/>
                <a:gd name="connsiteX21" fmla="*/ 354729 w 479264"/>
                <a:gd name="connsiteY21" fmla="*/ 157005 h 778772"/>
                <a:gd name="connsiteX22" fmla="*/ 376143 w 479264"/>
                <a:gd name="connsiteY22" fmla="*/ 110592 h 778772"/>
                <a:gd name="connsiteX23" fmla="*/ 401391 w 479264"/>
                <a:gd name="connsiteY23" fmla="*/ 36182 h 778772"/>
                <a:gd name="connsiteX24" fmla="*/ 383893 w 479264"/>
                <a:gd name="connsiteY24" fmla="*/ 186 h 778772"/>
                <a:gd name="connsiteX25" fmla="*/ 348146 w 479264"/>
                <a:gd name="connsiteY25" fmla="*/ 31933 h 778772"/>
                <a:gd name="connsiteX26" fmla="*/ 335814 w 479264"/>
                <a:gd name="connsiteY26" fmla="*/ 96094 h 778772"/>
                <a:gd name="connsiteX27" fmla="*/ 307150 w 479264"/>
                <a:gd name="connsiteY27" fmla="*/ 98177 h 778772"/>
                <a:gd name="connsiteX28" fmla="*/ 286985 w 479264"/>
                <a:gd name="connsiteY28" fmla="*/ 141090 h 778772"/>
                <a:gd name="connsiteX29" fmla="*/ 271319 w 479264"/>
                <a:gd name="connsiteY29" fmla="*/ 190252 h 778772"/>
                <a:gd name="connsiteX30" fmla="*/ 262237 w 479264"/>
                <a:gd name="connsiteY30" fmla="*/ 233581 h 778772"/>
                <a:gd name="connsiteX31" fmla="*/ 192077 w 479264"/>
                <a:gd name="connsiteY31" fmla="*/ 252330 h 778772"/>
                <a:gd name="connsiteX32" fmla="*/ 150664 w 479264"/>
                <a:gd name="connsiteY32" fmla="*/ 306325 h 778772"/>
                <a:gd name="connsiteX33" fmla="*/ 138331 w 479264"/>
                <a:gd name="connsiteY33" fmla="*/ 343488 h 778772"/>
                <a:gd name="connsiteX34" fmla="*/ 110167 w 479264"/>
                <a:gd name="connsiteY34" fmla="*/ 380568 h 778772"/>
                <a:gd name="connsiteX35" fmla="*/ 71421 w 479264"/>
                <a:gd name="connsiteY35" fmla="*/ 437230 h 778772"/>
                <a:gd name="connsiteX36" fmla="*/ 55922 w 479264"/>
                <a:gd name="connsiteY36" fmla="*/ 513473 h 778772"/>
                <a:gd name="connsiteX37" fmla="*/ 29675 w 479264"/>
                <a:gd name="connsiteY37" fmla="*/ 574384 h 778772"/>
                <a:gd name="connsiteX38" fmla="*/ 19009 w 479264"/>
                <a:gd name="connsiteY38" fmla="*/ 654960 h 778772"/>
                <a:gd name="connsiteX39" fmla="*/ 11 w 479264"/>
                <a:gd name="connsiteY39" fmla="*/ 725787 h 778772"/>
                <a:gd name="connsiteX40" fmla="*/ 21925 w 479264"/>
                <a:gd name="connsiteY40" fmla="*/ 775699 h 778772"/>
                <a:gd name="connsiteX41" fmla="*/ 70088 w 479264"/>
                <a:gd name="connsiteY41" fmla="*/ 759701 h 778772"/>
                <a:gd name="connsiteX42" fmla="*/ 92419 w 479264"/>
                <a:gd name="connsiteY42" fmla="*/ 733036 h 778772"/>
                <a:gd name="connsiteX43" fmla="*/ 92419 w 479264"/>
                <a:gd name="connsiteY43" fmla="*/ 733036 h 778772"/>
                <a:gd name="connsiteX44" fmla="*/ 409307 w 479264"/>
                <a:gd name="connsiteY44" fmla="*/ 186586 h 778772"/>
                <a:gd name="connsiteX45" fmla="*/ 399558 w 479264"/>
                <a:gd name="connsiteY45" fmla="*/ 200334 h 778772"/>
                <a:gd name="connsiteX46" fmla="*/ 377477 w 479264"/>
                <a:gd name="connsiteY46" fmla="*/ 232665 h 778772"/>
                <a:gd name="connsiteX47" fmla="*/ 352062 w 479264"/>
                <a:gd name="connsiteY47" fmla="*/ 257996 h 778772"/>
                <a:gd name="connsiteX48" fmla="*/ 333064 w 479264"/>
                <a:gd name="connsiteY48" fmla="*/ 275827 h 778772"/>
                <a:gd name="connsiteX49" fmla="*/ 326648 w 479264"/>
                <a:gd name="connsiteY49" fmla="*/ 267245 h 778772"/>
                <a:gd name="connsiteX50" fmla="*/ 338813 w 479264"/>
                <a:gd name="connsiteY50" fmla="*/ 254079 h 778772"/>
                <a:gd name="connsiteX51" fmla="*/ 363478 w 479264"/>
                <a:gd name="connsiteY51" fmla="*/ 223332 h 778772"/>
                <a:gd name="connsiteX52" fmla="*/ 407890 w 479264"/>
                <a:gd name="connsiteY52" fmla="*/ 174587 h 778772"/>
                <a:gd name="connsiteX53" fmla="*/ 409307 w 479264"/>
                <a:gd name="connsiteY53" fmla="*/ 186586 h 778772"/>
                <a:gd name="connsiteX54" fmla="*/ 409307 w 479264"/>
                <a:gd name="connsiteY54" fmla="*/ 186586 h 778772"/>
                <a:gd name="connsiteX55" fmla="*/ 408557 w 479264"/>
                <a:gd name="connsiteY55" fmla="*/ 94510 h 778772"/>
                <a:gd name="connsiteX56" fmla="*/ 425889 w 479264"/>
                <a:gd name="connsiteY56" fmla="*/ 65430 h 778772"/>
                <a:gd name="connsiteX57" fmla="*/ 465302 w 479264"/>
                <a:gd name="connsiteY57" fmla="*/ 62347 h 778772"/>
                <a:gd name="connsiteX58" fmla="*/ 442887 w 479264"/>
                <a:gd name="connsiteY58" fmla="*/ 122258 h 778772"/>
                <a:gd name="connsiteX59" fmla="*/ 397641 w 479264"/>
                <a:gd name="connsiteY59" fmla="*/ 170504 h 778772"/>
                <a:gd name="connsiteX60" fmla="*/ 352145 w 479264"/>
                <a:gd name="connsiteY60" fmla="*/ 218916 h 778772"/>
                <a:gd name="connsiteX61" fmla="*/ 319732 w 479264"/>
                <a:gd name="connsiteY61" fmla="*/ 259912 h 778772"/>
                <a:gd name="connsiteX62" fmla="*/ 311649 w 479264"/>
                <a:gd name="connsiteY62" fmla="*/ 253329 h 778772"/>
                <a:gd name="connsiteX63" fmla="*/ 314566 w 479264"/>
                <a:gd name="connsiteY63" fmla="*/ 247330 h 778772"/>
                <a:gd name="connsiteX64" fmla="*/ 325065 w 479264"/>
                <a:gd name="connsiteY64" fmla="*/ 231082 h 778772"/>
                <a:gd name="connsiteX65" fmla="*/ 340397 w 479264"/>
                <a:gd name="connsiteY65" fmla="*/ 204334 h 778772"/>
                <a:gd name="connsiteX66" fmla="*/ 373310 w 479264"/>
                <a:gd name="connsiteY66" fmla="*/ 151339 h 778772"/>
                <a:gd name="connsiteX67" fmla="*/ 408557 w 479264"/>
                <a:gd name="connsiteY67" fmla="*/ 94510 h 778772"/>
                <a:gd name="connsiteX68" fmla="*/ 408557 w 479264"/>
                <a:gd name="connsiteY68" fmla="*/ 94510 h 778772"/>
                <a:gd name="connsiteX69" fmla="*/ 357228 w 479264"/>
                <a:gd name="connsiteY69" fmla="*/ 53847 h 778772"/>
                <a:gd name="connsiteX70" fmla="*/ 365311 w 479264"/>
                <a:gd name="connsiteY70" fmla="*/ 21017 h 778772"/>
                <a:gd name="connsiteX71" fmla="*/ 390059 w 479264"/>
                <a:gd name="connsiteY71" fmla="*/ 15851 h 778772"/>
                <a:gd name="connsiteX72" fmla="*/ 391642 w 479264"/>
                <a:gd name="connsiteY72" fmla="*/ 39599 h 778772"/>
                <a:gd name="connsiteX73" fmla="*/ 383309 w 479264"/>
                <a:gd name="connsiteY73" fmla="*/ 72096 h 778772"/>
                <a:gd name="connsiteX74" fmla="*/ 354645 w 479264"/>
                <a:gd name="connsiteY74" fmla="*/ 138090 h 778772"/>
                <a:gd name="connsiteX75" fmla="*/ 324898 w 479264"/>
                <a:gd name="connsiteY75" fmla="*/ 200084 h 778772"/>
                <a:gd name="connsiteX76" fmla="*/ 301733 w 479264"/>
                <a:gd name="connsiteY76" fmla="*/ 247497 h 778772"/>
                <a:gd name="connsiteX77" fmla="*/ 296817 w 479264"/>
                <a:gd name="connsiteY77" fmla="*/ 245247 h 778772"/>
                <a:gd name="connsiteX78" fmla="*/ 294567 w 479264"/>
                <a:gd name="connsiteY78" fmla="*/ 244414 h 778772"/>
                <a:gd name="connsiteX79" fmla="*/ 335230 w 479264"/>
                <a:gd name="connsiteY79" fmla="*/ 144589 h 778772"/>
                <a:gd name="connsiteX80" fmla="*/ 351396 w 479264"/>
                <a:gd name="connsiteY80" fmla="*/ 82928 h 778772"/>
                <a:gd name="connsiteX81" fmla="*/ 357228 w 479264"/>
                <a:gd name="connsiteY81" fmla="*/ 53847 h 778772"/>
                <a:gd name="connsiteX82" fmla="*/ 357228 w 479264"/>
                <a:gd name="connsiteY82" fmla="*/ 53847 h 778772"/>
                <a:gd name="connsiteX83" fmla="*/ 290068 w 479264"/>
                <a:gd name="connsiteY83" fmla="*/ 165921 h 778772"/>
                <a:gd name="connsiteX84" fmla="*/ 302567 w 479264"/>
                <a:gd name="connsiteY84" fmla="*/ 131840 h 778772"/>
                <a:gd name="connsiteX85" fmla="*/ 319565 w 479264"/>
                <a:gd name="connsiteY85" fmla="*/ 103760 h 778772"/>
                <a:gd name="connsiteX86" fmla="*/ 334480 w 479264"/>
                <a:gd name="connsiteY86" fmla="*/ 102176 h 778772"/>
                <a:gd name="connsiteX87" fmla="*/ 333897 w 479264"/>
                <a:gd name="connsiteY87" fmla="*/ 104510 h 778772"/>
                <a:gd name="connsiteX88" fmla="*/ 315315 w 479264"/>
                <a:gd name="connsiteY88" fmla="*/ 176586 h 778772"/>
                <a:gd name="connsiteX89" fmla="*/ 299734 w 479264"/>
                <a:gd name="connsiteY89" fmla="*/ 218833 h 778772"/>
                <a:gd name="connsiteX90" fmla="*/ 287901 w 479264"/>
                <a:gd name="connsiteY90" fmla="*/ 240831 h 778772"/>
                <a:gd name="connsiteX91" fmla="*/ 276319 w 479264"/>
                <a:gd name="connsiteY91" fmla="*/ 236164 h 778772"/>
                <a:gd name="connsiteX92" fmla="*/ 276069 w 479264"/>
                <a:gd name="connsiteY92" fmla="*/ 235331 h 778772"/>
                <a:gd name="connsiteX93" fmla="*/ 290068 w 479264"/>
                <a:gd name="connsiteY93" fmla="*/ 165921 h 778772"/>
                <a:gd name="connsiteX94" fmla="*/ 290068 w 479264"/>
                <a:gd name="connsiteY94" fmla="*/ 165921 h 778772"/>
                <a:gd name="connsiteX95" fmla="*/ 34424 w 479264"/>
                <a:gd name="connsiteY95" fmla="*/ 762784 h 778772"/>
                <a:gd name="connsiteX96" fmla="*/ 16509 w 479264"/>
                <a:gd name="connsiteY96" fmla="*/ 728203 h 778772"/>
                <a:gd name="connsiteX97" fmla="*/ 31258 w 479264"/>
                <a:gd name="connsiteY97" fmla="*/ 671459 h 778772"/>
                <a:gd name="connsiteX98" fmla="*/ 81586 w 479264"/>
                <a:gd name="connsiteY98" fmla="*/ 703789 h 778772"/>
                <a:gd name="connsiteX99" fmla="*/ 82670 w 479264"/>
                <a:gd name="connsiteY99" fmla="*/ 695790 h 778772"/>
                <a:gd name="connsiteX100" fmla="*/ 57339 w 479264"/>
                <a:gd name="connsiteY100" fmla="*/ 686124 h 778772"/>
                <a:gd name="connsiteX101" fmla="*/ 32508 w 479264"/>
                <a:gd name="connsiteY101" fmla="*/ 667875 h 778772"/>
                <a:gd name="connsiteX102" fmla="*/ 33008 w 479264"/>
                <a:gd name="connsiteY102" fmla="*/ 666626 h 778772"/>
                <a:gd name="connsiteX103" fmla="*/ 44923 w 479264"/>
                <a:gd name="connsiteY103" fmla="*/ 607048 h 778772"/>
                <a:gd name="connsiteX104" fmla="*/ 46506 w 479264"/>
                <a:gd name="connsiteY104" fmla="*/ 575467 h 778772"/>
                <a:gd name="connsiteX105" fmla="*/ 59172 w 479264"/>
                <a:gd name="connsiteY105" fmla="*/ 542887 h 778772"/>
                <a:gd name="connsiteX106" fmla="*/ 62672 w 479264"/>
                <a:gd name="connsiteY106" fmla="*/ 536304 h 778772"/>
                <a:gd name="connsiteX107" fmla="*/ 132332 w 479264"/>
                <a:gd name="connsiteY107" fmla="*/ 584966 h 778772"/>
                <a:gd name="connsiteX108" fmla="*/ 132915 w 479264"/>
                <a:gd name="connsiteY108" fmla="*/ 582883 h 778772"/>
                <a:gd name="connsiteX109" fmla="*/ 88919 w 479264"/>
                <a:gd name="connsiteY109" fmla="*/ 551386 h 778772"/>
                <a:gd name="connsiteX110" fmla="*/ 76587 w 479264"/>
                <a:gd name="connsiteY110" fmla="*/ 536721 h 778772"/>
                <a:gd name="connsiteX111" fmla="*/ 67171 w 479264"/>
                <a:gd name="connsiteY111" fmla="*/ 527472 h 778772"/>
                <a:gd name="connsiteX112" fmla="*/ 79920 w 479264"/>
                <a:gd name="connsiteY112" fmla="*/ 490308 h 778772"/>
                <a:gd name="connsiteX113" fmla="*/ 88919 w 479264"/>
                <a:gd name="connsiteY113" fmla="*/ 428480 h 778772"/>
                <a:gd name="connsiteX114" fmla="*/ 105751 w 479264"/>
                <a:gd name="connsiteY114" fmla="*/ 403566 h 778772"/>
                <a:gd name="connsiteX115" fmla="*/ 108834 w 479264"/>
                <a:gd name="connsiteY115" fmla="*/ 424481 h 778772"/>
                <a:gd name="connsiteX116" fmla="*/ 132415 w 479264"/>
                <a:gd name="connsiteY116" fmla="*/ 458644 h 778772"/>
                <a:gd name="connsiteX117" fmla="*/ 206242 w 479264"/>
                <a:gd name="connsiteY117" fmla="*/ 489225 h 778772"/>
                <a:gd name="connsiteX118" fmla="*/ 207159 w 479264"/>
                <a:gd name="connsiteY118" fmla="*/ 482476 h 778772"/>
                <a:gd name="connsiteX119" fmla="*/ 137748 w 479264"/>
                <a:gd name="connsiteY119" fmla="*/ 445812 h 778772"/>
                <a:gd name="connsiteX120" fmla="*/ 117583 w 479264"/>
                <a:gd name="connsiteY120" fmla="*/ 417148 h 778772"/>
                <a:gd name="connsiteX121" fmla="*/ 111584 w 479264"/>
                <a:gd name="connsiteY121" fmla="*/ 398150 h 778772"/>
                <a:gd name="connsiteX122" fmla="*/ 140998 w 479264"/>
                <a:gd name="connsiteY122" fmla="*/ 369736 h 778772"/>
                <a:gd name="connsiteX123" fmla="*/ 161746 w 479264"/>
                <a:gd name="connsiteY123" fmla="*/ 316324 h 778772"/>
                <a:gd name="connsiteX124" fmla="*/ 163662 w 479264"/>
                <a:gd name="connsiteY124" fmla="*/ 325490 h 778772"/>
                <a:gd name="connsiteX125" fmla="*/ 183744 w 479264"/>
                <a:gd name="connsiteY125" fmla="*/ 360570 h 778772"/>
                <a:gd name="connsiteX126" fmla="*/ 260570 w 479264"/>
                <a:gd name="connsiteY126" fmla="*/ 394400 h 778772"/>
                <a:gd name="connsiteX127" fmla="*/ 261487 w 479264"/>
                <a:gd name="connsiteY127" fmla="*/ 387317 h 778772"/>
                <a:gd name="connsiteX128" fmla="*/ 190493 w 479264"/>
                <a:gd name="connsiteY128" fmla="*/ 350404 h 778772"/>
                <a:gd name="connsiteX129" fmla="*/ 171662 w 479264"/>
                <a:gd name="connsiteY129" fmla="*/ 314907 h 778772"/>
                <a:gd name="connsiteX130" fmla="*/ 168912 w 479264"/>
                <a:gd name="connsiteY130" fmla="*/ 297575 h 778772"/>
                <a:gd name="connsiteX131" fmla="*/ 188827 w 479264"/>
                <a:gd name="connsiteY131" fmla="*/ 270745 h 778772"/>
                <a:gd name="connsiteX132" fmla="*/ 227740 w 479264"/>
                <a:gd name="connsiteY132" fmla="*/ 249997 h 778772"/>
                <a:gd name="connsiteX133" fmla="*/ 239739 w 479264"/>
                <a:gd name="connsiteY133" fmla="*/ 246330 h 778772"/>
                <a:gd name="connsiteX134" fmla="*/ 287151 w 479264"/>
                <a:gd name="connsiteY134" fmla="*/ 256579 h 778772"/>
                <a:gd name="connsiteX135" fmla="*/ 331314 w 479264"/>
                <a:gd name="connsiteY135" fmla="*/ 303992 h 778772"/>
                <a:gd name="connsiteX136" fmla="*/ 344896 w 479264"/>
                <a:gd name="connsiteY136" fmla="*/ 365736 h 778772"/>
                <a:gd name="connsiteX137" fmla="*/ 327814 w 479264"/>
                <a:gd name="connsiteY137" fmla="*/ 365069 h 778772"/>
                <a:gd name="connsiteX138" fmla="*/ 286818 w 479264"/>
                <a:gd name="connsiteY138" fmla="*/ 355904 h 778772"/>
                <a:gd name="connsiteX139" fmla="*/ 231823 w 479264"/>
                <a:gd name="connsiteY139" fmla="*/ 300409 h 778772"/>
                <a:gd name="connsiteX140" fmla="*/ 231240 w 479264"/>
                <a:gd name="connsiteY140" fmla="*/ 300659 h 778772"/>
                <a:gd name="connsiteX141" fmla="*/ 279485 w 479264"/>
                <a:gd name="connsiteY141" fmla="*/ 366569 h 778772"/>
                <a:gd name="connsiteX142" fmla="*/ 342980 w 479264"/>
                <a:gd name="connsiteY142" fmla="*/ 380735 h 778772"/>
                <a:gd name="connsiteX143" fmla="*/ 313899 w 479264"/>
                <a:gd name="connsiteY143" fmla="*/ 431813 h 778772"/>
                <a:gd name="connsiteX144" fmla="*/ 289234 w 479264"/>
                <a:gd name="connsiteY144" fmla="*/ 454978 h 778772"/>
                <a:gd name="connsiteX145" fmla="*/ 287568 w 479264"/>
                <a:gd name="connsiteY145" fmla="*/ 452978 h 778772"/>
                <a:gd name="connsiteX146" fmla="*/ 247405 w 479264"/>
                <a:gd name="connsiteY146" fmla="*/ 441313 h 778772"/>
                <a:gd name="connsiteX147" fmla="*/ 196409 w 479264"/>
                <a:gd name="connsiteY147" fmla="*/ 411232 h 778772"/>
                <a:gd name="connsiteX148" fmla="*/ 195576 w 479264"/>
                <a:gd name="connsiteY148" fmla="*/ 412065 h 778772"/>
                <a:gd name="connsiteX149" fmla="*/ 280069 w 479264"/>
                <a:gd name="connsiteY149" fmla="*/ 462394 h 778772"/>
                <a:gd name="connsiteX150" fmla="*/ 259321 w 479264"/>
                <a:gd name="connsiteY150" fmla="*/ 479726 h 778772"/>
                <a:gd name="connsiteX151" fmla="*/ 228907 w 479264"/>
                <a:gd name="connsiteY151" fmla="*/ 531638 h 778772"/>
                <a:gd name="connsiteX152" fmla="*/ 213825 w 479264"/>
                <a:gd name="connsiteY152" fmla="*/ 531638 h 778772"/>
                <a:gd name="connsiteX153" fmla="*/ 188327 w 479264"/>
                <a:gd name="connsiteY153" fmla="*/ 529138 h 778772"/>
                <a:gd name="connsiteX154" fmla="*/ 149330 w 479264"/>
                <a:gd name="connsiteY154" fmla="*/ 514806 h 778772"/>
                <a:gd name="connsiteX155" fmla="*/ 115750 w 479264"/>
                <a:gd name="connsiteY155" fmla="*/ 481642 h 778772"/>
                <a:gd name="connsiteX156" fmla="*/ 114167 w 479264"/>
                <a:gd name="connsiteY156" fmla="*/ 482809 h 778772"/>
                <a:gd name="connsiteX157" fmla="*/ 146581 w 479264"/>
                <a:gd name="connsiteY157" fmla="*/ 526388 h 778772"/>
                <a:gd name="connsiteX158" fmla="*/ 186494 w 479264"/>
                <a:gd name="connsiteY158" fmla="*/ 543053 h 778772"/>
                <a:gd name="connsiteX159" fmla="*/ 221657 w 479264"/>
                <a:gd name="connsiteY159" fmla="*/ 546303 h 778772"/>
                <a:gd name="connsiteX160" fmla="*/ 185744 w 479264"/>
                <a:gd name="connsiteY160" fmla="*/ 587716 h 778772"/>
                <a:gd name="connsiteX161" fmla="*/ 147164 w 479264"/>
                <a:gd name="connsiteY161" fmla="*/ 637045 h 778772"/>
                <a:gd name="connsiteX162" fmla="*/ 138581 w 479264"/>
                <a:gd name="connsiteY162" fmla="*/ 654793 h 778772"/>
                <a:gd name="connsiteX163" fmla="*/ 136582 w 479264"/>
                <a:gd name="connsiteY163" fmla="*/ 654043 h 778772"/>
                <a:gd name="connsiteX164" fmla="*/ 92669 w 479264"/>
                <a:gd name="connsiteY164" fmla="*/ 645544 h 778772"/>
                <a:gd name="connsiteX165" fmla="*/ 48340 w 479264"/>
                <a:gd name="connsiteY165" fmla="*/ 611297 h 778772"/>
                <a:gd name="connsiteX166" fmla="*/ 47590 w 479264"/>
                <a:gd name="connsiteY166" fmla="*/ 611714 h 778772"/>
                <a:gd name="connsiteX167" fmla="*/ 129666 w 479264"/>
                <a:gd name="connsiteY167" fmla="*/ 666959 h 778772"/>
                <a:gd name="connsiteX168" fmla="*/ 128999 w 479264"/>
                <a:gd name="connsiteY168" fmla="*/ 667626 h 778772"/>
                <a:gd name="connsiteX169" fmla="*/ 102168 w 479264"/>
                <a:gd name="connsiteY169" fmla="*/ 691290 h 778772"/>
                <a:gd name="connsiteX170" fmla="*/ 62505 w 479264"/>
                <a:gd name="connsiteY170" fmla="*/ 746035 h 778772"/>
                <a:gd name="connsiteX171" fmla="*/ 34424 w 479264"/>
                <a:gd name="connsiteY171" fmla="*/ 762784 h 778772"/>
                <a:gd name="connsiteX172" fmla="*/ 34424 w 479264"/>
                <a:gd name="connsiteY172" fmla="*/ 762784 h 778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Lst>
              <a:rect l="l" t="t" r="r" b="b"/>
              <a:pathLst>
                <a:path w="479264" h="778772">
                  <a:moveTo>
                    <a:pt x="92419" y="733036"/>
                  </a:moveTo>
                  <a:cubicBezTo>
                    <a:pt x="101335" y="719287"/>
                    <a:pt x="107168" y="704539"/>
                    <a:pt x="119500" y="693123"/>
                  </a:cubicBezTo>
                  <a:cubicBezTo>
                    <a:pt x="128082" y="685207"/>
                    <a:pt x="138915" y="679874"/>
                    <a:pt x="145997" y="670375"/>
                  </a:cubicBezTo>
                  <a:cubicBezTo>
                    <a:pt x="154413" y="659043"/>
                    <a:pt x="158913" y="645211"/>
                    <a:pt x="165829" y="633045"/>
                  </a:cubicBezTo>
                  <a:cubicBezTo>
                    <a:pt x="180244" y="607631"/>
                    <a:pt x="206992" y="594799"/>
                    <a:pt x="224240" y="571801"/>
                  </a:cubicBezTo>
                  <a:cubicBezTo>
                    <a:pt x="230906" y="562885"/>
                    <a:pt x="236823" y="553219"/>
                    <a:pt x="241239" y="542970"/>
                  </a:cubicBezTo>
                  <a:cubicBezTo>
                    <a:pt x="246988" y="529638"/>
                    <a:pt x="249738" y="515223"/>
                    <a:pt x="257571" y="502807"/>
                  </a:cubicBezTo>
                  <a:cubicBezTo>
                    <a:pt x="273903" y="477059"/>
                    <a:pt x="305983" y="463061"/>
                    <a:pt x="325814" y="439896"/>
                  </a:cubicBezTo>
                  <a:cubicBezTo>
                    <a:pt x="342063" y="420981"/>
                    <a:pt x="356062" y="400566"/>
                    <a:pt x="359062" y="375235"/>
                  </a:cubicBezTo>
                  <a:cubicBezTo>
                    <a:pt x="362061" y="349988"/>
                    <a:pt x="357645" y="323990"/>
                    <a:pt x="346979" y="301075"/>
                  </a:cubicBezTo>
                  <a:cubicBezTo>
                    <a:pt x="344813" y="296492"/>
                    <a:pt x="342646" y="291993"/>
                    <a:pt x="340313" y="287743"/>
                  </a:cubicBezTo>
                  <a:cubicBezTo>
                    <a:pt x="350646" y="279411"/>
                    <a:pt x="358645" y="269078"/>
                    <a:pt x="367394" y="259246"/>
                  </a:cubicBezTo>
                  <a:cubicBezTo>
                    <a:pt x="378810" y="246497"/>
                    <a:pt x="391142" y="234331"/>
                    <a:pt x="399725" y="219333"/>
                  </a:cubicBezTo>
                  <a:cubicBezTo>
                    <a:pt x="404391" y="211250"/>
                    <a:pt x="408724" y="203251"/>
                    <a:pt x="413890" y="195418"/>
                  </a:cubicBezTo>
                  <a:cubicBezTo>
                    <a:pt x="416306" y="191752"/>
                    <a:pt x="419473" y="188002"/>
                    <a:pt x="420306" y="183503"/>
                  </a:cubicBezTo>
                  <a:cubicBezTo>
                    <a:pt x="421723" y="175836"/>
                    <a:pt x="417473" y="172503"/>
                    <a:pt x="412057" y="169754"/>
                  </a:cubicBezTo>
                  <a:cubicBezTo>
                    <a:pt x="414890" y="166837"/>
                    <a:pt x="417723" y="163838"/>
                    <a:pt x="420473" y="160921"/>
                  </a:cubicBezTo>
                  <a:cubicBezTo>
                    <a:pt x="438304" y="142256"/>
                    <a:pt x="456136" y="124091"/>
                    <a:pt x="467718" y="100760"/>
                  </a:cubicBezTo>
                  <a:cubicBezTo>
                    <a:pt x="473551" y="89011"/>
                    <a:pt x="485883" y="67096"/>
                    <a:pt x="474801" y="54597"/>
                  </a:cubicBezTo>
                  <a:cubicBezTo>
                    <a:pt x="464885" y="43432"/>
                    <a:pt x="438888" y="44682"/>
                    <a:pt x="426889" y="50431"/>
                  </a:cubicBezTo>
                  <a:cubicBezTo>
                    <a:pt x="406891" y="60097"/>
                    <a:pt x="396808" y="90427"/>
                    <a:pt x="385976" y="108176"/>
                  </a:cubicBezTo>
                  <a:cubicBezTo>
                    <a:pt x="375893" y="124674"/>
                    <a:pt x="364978" y="140590"/>
                    <a:pt x="354729" y="157005"/>
                  </a:cubicBezTo>
                  <a:cubicBezTo>
                    <a:pt x="361645" y="141423"/>
                    <a:pt x="368644" y="125924"/>
                    <a:pt x="376143" y="110592"/>
                  </a:cubicBezTo>
                  <a:cubicBezTo>
                    <a:pt x="387642" y="87011"/>
                    <a:pt x="396641" y="62013"/>
                    <a:pt x="401391" y="36182"/>
                  </a:cubicBezTo>
                  <a:cubicBezTo>
                    <a:pt x="404557" y="18767"/>
                    <a:pt x="406224" y="2435"/>
                    <a:pt x="383893" y="186"/>
                  </a:cubicBezTo>
                  <a:cubicBezTo>
                    <a:pt x="363478" y="-1897"/>
                    <a:pt x="351312" y="13851"/>
                    <a:pt x="348146" y="31933"/>
                  </a:cubicBezTo>
                  <a:cubicBezTo>
                    <a:pt x="344313" y="53597"/>
                    <a:pt x="340813" y="74846"/>
                    <a:pt x="335814" y="96094"/>
                  </a:cubicBezTo>
                  <a:cubicBezTo>
                    <a:pt x="326315" y="93344"/>
                    <a:pt x="314482" y="91927"/>
                    <a:pt x="307150" y="98177"/>
                  </a:cubicBezTo>
                  <a:cubicBezTo>
                    <a:pt x="296817" y="107009"/>
                    <a:pt x="291568" y="128757"/>
                    <a:pt x="286985" y="141090"/>
                  </a:cubicBezTo>
                  <a:cubicBezTo>
                    <a:pt x="280985" y="157338"/>
                    <a:pt x="275986" y="173587"/>
                    <a:pt x="271319" y="190252"/>
                  </a:cubicBezTo>
                  <a:cubicBezTo>
                    <a:pt x="267320" y="204417"/>
                    <a:pt x="262154" y="218666"/>
                    <a:pt x="262237" y="233581"/>
                  </a:cubicBezTo>
                  <a:cubicBezTo>
                    <a:pt x="237822" y="231831"/>
                    <a:pt x="210325" y="240997"/>
                    <a:pt x="192077" y="252330"/>
                  </a:cubicBezTo>
                  <a:cubicBezTo>
                    <a:pt x="170662" y="265662"/>
                    <a:pt x="159413" y="283160"/>
                    <a:pt x="150664" y="306325"/>
                  </a:cubicBezTo>
                  <a:cubicBezTo>
                    <a:pt x="145997" y="318574"/>
                    <a:pt x="142581" y="331156"/>
                    <a:pt x="138331" y="343488"/>
                  </a:cubicBezTo>
                  <a:cubicBezTo>
                    <a:pt x="132915" y="359320"/>
                    <a:pt x="122500" y="369819"/>
                    <a:pt x="110167" y="380568"/>
                  </a:cubicBezTo>
                  <a:cubicBezTo>
                    <a:pt x="91419" y="396900"/>
                    <a:pt x="77170" y="412232"/>
                    <a:pt x="71421" y="437230"/>
                  </a:cubicBezTo>
                  <a:cubicBezTo>
                    <a:pt x="65588" y="462811"/>
                    <a:pt x="66921" y="489225"/>
                    <a:pt x="55922" y="513473"/>
                  </a:cubicBezTo>
                  <a:cubicBezTo>
                    <a:pt x="46840" y="533721"/>
                    <a:pt x="32758" y="551886"/>
                    <a:pt x="29675" y="574384"/>
                  </a:cubicBezTo>
                  <a:cubicBezTo>
                    <a:pt x="26008" y="601798"/>
                    <a:pt x="27508" y="628046"/>
                    <a:pt x="19009" y="654960"/>
                  </a:cubicBezTo>
                  <a:cubicBezTo>
                    <a:pt x="11593" y="678541"/>
                    <a:pt x="-406" y="700456"/>
                    <a:pt x="11" y="725787"/>
                  </a:cubicBezTo>
                  <a:cubicBezTo>
                    <a:pt x="261" y="742702"/>
                    <a:pt x="5677" y="766783"/>
                    <a:pt x="21925" y="775699"/>
                  </a:cubicBezTo>
                  <a:cubicBezTo>
                    <a:pt x="39090" y="785032"/>
                    <a:pt x="58172" y="771200"/>
                    <a:pt x="70088" y="759701"/>
                  </a:cubicBezTo>
                  <a:cubicBezTo>
                    <a:pt x="78670" y="751701"/>
                    <a:pt x="86086" y="742869"/>
                    <a:pt x="92419" y="733036"/>
                  </a:cubicBezTo>
                  <a:lnTo>
                    <a:pt x="92419" y="733036"/>
                  </a:lnTo>
                  <a:close/>
                  <a:moveTo>
                    <a:pt x="409307" y="186586"/>
                  </a:moveTo>
                  <a:cubicBezTo>
                    <a:pt x="407807" y="191252"/>
                    <a:pt x="402224" y="196251"/>
                    <a:pt x="399558" y="200334"/>
                  </a:cubicBezTo>
                  <a:cubicBezTo>
                    <a:pt x="392309" y="211500"/>
                    <a:pt x="386476" y="222666"/>
                    <a:pt x="377477" y="232665"/>
                  </a:cubicBezTo>
                  <a:cubicBezTo>
                    <a:pt x="369477" y="241581"/>
                    <a:pt x="360228" y="249330"/>
                    <a:pt x="352062" y="257996"/>
                  </a:cubicBezTo>
                  <a:cubicBezTo>
                    <a:pt x="346063" y="264329"/>
                    <a:pt x="340063" y="270578"/>
                    <a:pt x="333064" y="275827"/>
                  </a:cubicBezTo>
                  <a:cubicBezTo>
                    <a:pt x="331064" y="272828"/>
                    <a:pt x="328898" y="269995"/>
                    <a:pt x="326648" y="267245"/>
                  </a:cubicBezTo>
                  <a:cubicBezTo>
                    <a:pt x="332147" y="264495"/>
                    <a:pt x="334647" y="259829"/>
                    <a:pt x="338813" y="254079"/>
                  </a:cubicBezTo>
                  <a:cubicBezTo>
                    <a:pt x="346479" y="243497"/>
                    <a:pt x="355062" y="233331"/>
                    <a:pt x="363478" y="223332"/>
                  </a:cubicBezTo>
                  <a:cubicBezTo>
                    <a:pt x="377560" y="206584"/>
                    <a:pt x="392725" y="190502"/>
                    <a:pt x="407890" y="174587"/>
                  </a:cubicBezTo>
                  <a:cubicBezTo>
                    <a:pt x="409974" y="178003"/>
                    <a:pt x="410973" y="181503"/>
                    <a:pt x="409307" y="186586"/>
                  </a:cubicBezTo>
                  <a:lnTo>
                    <a:pt x="409307" y="186586"/>
                  </a:lnTo>
                  <a:close/>
                  <a:moveTo>
                    <a:pt x="408557" y="94510"/>
                  </a:moveTo>
                  <a:cubicBezTo>
                    <a:pt x="413640" y="85428"/>
                    <a:pt x="418473" y="72929"/>
                    <a:pt x="425889" y="65430"/>
                  </a:cubicBezTo>
                  <a:cubicBezTo>
                    <a:pt x="433138" y="58097"/>
                    <a:pt x="456636" y="54847"/>
                    <a:pt x="465302" y="62347"/>
                  </a:cubicBezTo>
                  <a:cubicBezTo>
                    <a:pt x="478634" y="73929"/>
                    <a:pt x="450887" y="112009"/>
                    <a:pt x="442887" y="122258"/>
                  </a:cubicBezTo>
                  <a:cubicBezTo>
                    <a:pt x="429305" y="139673"/>
                    <a:pt x="412723" y="154422"/>
                    <a:pt x="397641" y="170504"/>
                  </a:cubicBezTo>
                  <a:cubicBezTo>
                    <a:pt x="382476" y="186586"/>
                    <a:pt x="366394" y="202084"/>
                    <a:pt x="352145" y="218916"/>
                  </a:cubicBezTo>
                  <a:cubicBezTo>
                    <a:pt x="340813" y="232248"/>
                    <a:pt x="330564" y="246247"/>
                    <a:pt x="319732" y="259912"/>
                  </a:cubicBezTo>
                  <a:cubicBezTo>
                    <a:pt x="317232" y="257579"/>
                    <a:pt x="314566" y="255329"/>
                    <a:pt x="311649" y="253329"/>
                  </a:cubicBezTo>
                  <a:cubicBezTo>
                    <a:pt x="312649" y="251330"/>
                    <a:pt x="313566" y="249330"/>
                    <a:pt x="314566" y="247330"/>
                  </a:cubicBezTo>
                  <a:cubicBezTo>
                    <a:pt x="318482" y="242081"/>
                    <a:pt x="324481" y="232248"/>
                    <a:pt x="325065" y="231082"/>
                  </a:cubicBezTo>
                  <a:cubicBezTo>
                    <a:pt x="329814" y="221999"/>
                    <a:pt x="334897" y="213000"/>
                    <a:pt x="340397" y="204334"/>
                  </a:cubicBezTo>
                  <a:cubicBezTo>
                    <a:pt x="351479" y="186752"/>
                    <a:pt x="361895" y="168837"/>
                    <a:pt x="373310" y="151339"/>
                  </a:cubicBezTo>
                  <a:cubicBezTo>
                    <a:pt x="385309" y="132757"/>
                    <a:pt x="397641" y="114009"/>
                    <a:pt x="408557" y="94510"/>
                  </a:cubicBezTo>
                  <a:lnTo>
                    <a:pt x="408557" y="94510"/>
                  </a:lnTo>
                  <a:close/>
                  <a:moveTo>
                    <a:pt x="357228" y="53847"/>
                  </a:moveTo>
                  <a:cubicBezTo>
                    <a:pt x="358978" y="42349"/>
                    <a:pt x="358395" y="30766"/>
                    <a:pt x="365311" y="21017"/>
                  </a:cubicBezTo>
                  <a:cubicBezTo>
                    <a:pt x="370977" y="13018"/>
                    <a:pt x="381976" y="7352"/>
                    <a:pt x="390059" y="15851"/>
                  </a:cubicBezTo>
                  <a:cubicBezTo>
                    <a:pt x="396558" y="22600"/>
                    <a:pt x="393475" y="30433"/>
                    <a:pt x="391642" y="39599"/>
                  </a:cubicBezTo>
                  <a:cubicBezTo>
                    <a:pt x="389559" y="50514"/>
                    <a:pt x="386642" y="61514"/>
                    <a:pt x="383309" y="72096"/>
                  </a:cubicBezTo>
                  <a:cubicBezTo>
                    <a:pt x="376143" y="95010"/>
                    <a:pt x="364811" y="116509"/>
                    <a:pt x="354645" y="138090"/>
                  </a:cubicBezTo>
                  <a:cubicBezTo>
                    <a:pt x="344896" y="158838"/>
                    <a:pt x="335147" y="179586"/>
                    <a:pt x="324898" y="200084"/>
                  </a:cubicBezTo>
                  <a:cubicBezTo>
                    <a:pt x="317815" y="214250"/>
                    <a:pt x="306483" y="231331"/>
                    <a:pt x="301733" y="247497"/>
                  </a:cubicBezTo>
                  <a:cubicBezTo>
                    <a:pt x="300150" y="246663"/>
                    <a:pt x="298484" y="245914"/>
                    <a:pt x="296817" y="245247"/>
                  </a:cubicBezTo>
                  <a:cubicBezTo>
                    <a:pt x="296067" y="244914"/>
                    <a:pt x="295317" y="244664"/>
                    <a:pt x="294567" y="244414"/>
                  </a:cubicBezTo>
                  <a:cubicBezTo>
                    <a:pt x="317815" y="217583"/>
                    <a:pt x="326814" y="177836"/>
                    <a:pt x="335230" y="144589"/>
                  </a:cubicBezTo>
                  <a:cubicBezTo>
                    <a:pt x="340397" y="124008"/>
                    <a:pt x="346813" y="103593"/>
                    <a:pt x="351396" y="82928"/>
                  </a:cubicBezTo>
                  <a:cubicBezTo>
                    <a:pt x="353479" y="73346"/>
                    <a:pt x="355645" y="63597"/>
                    <a:pt x="357228" y="53847"/>
                  </a:cubicBezTo>
                  <a:lnTo>
                    <a:pt x="357228" y="53847"/>
                  </a:lnTo>
                  <a:close/>
                  <a:moveTo>
                    <a:pt x="290068" y="165921"/>
                  </a:moveTo>
                  <a:cubicBezTo>
                    <a:pt x="293651" y="154339"/>
                    <a:pt x="297984" y="143006"/>
                    <a:pt x="302567" y="131840"/>
                  </a:cubicBezTo>
                  <a:cubicBezTo>
                    <a:pt x="306400" y="122591"/>
                    <a:pt x="309649" y="108593"/>
                    <a:pt x="319565" y="103760"/>
                  </a:cubicBezTo>
                  <a:cubicBezTo>
                    <a:pt x="322731" y="102176"/>
                    <a:pt x="328981" y="102010"/>
                    <a:pt x="334480" y="102176"/>
                  </a:cubicBezTo>
                  <a:cubicBezTo>
                    <a:pt x="334314" y="102926"/>
                    <a:pt x="334147" y="103676"/>
                    <a:pt x="333897" y="104510"/>
                  </a:cubicBezTo>
                  <a:cubicBezTo>
                    <a:pt x="327731" y="128591"/>
                    <a:pt x="323065" y="153005"/>
                    <a:pt x="315315" y="176586"/>
                  </a:cubicBezTo>
                  <a:cubicBezTo>
                    <a:pt x="310566" y="190919"/>
                    <a:pt x="306233" y="205167"/>
                    <a:pt x="299734" y="218833"/>
                  </a:cubicBezTo>
                  <a:cubicBezTo>
                    <a:pt x="296151" y="226415"/>
                    <a:pt x="291318" y="233331"/>
                    <a:pt x="287901" y="240831"/>
                  </a:cubicBezTo>
                  <a:cubicBezTo>
                    <a:pt x="284235" y="238831"/>
                    <a:pt x="280402" y="237248"/>
                    <a:pt x="276319" y="236164"/>
                  </a:cubicBezTo>
                  <a:cubicBezTo>
                    <a:pt x="276236" y="235914"/>
                    <a:pt x="276152" y="235581"/>
                    <a:pt x="276069" y="235331"/>
                  </a:cubicBezTo>
                  <a:cubicBezTo>
                    <a:pt x="279652" y="212000"/>
                    <a:pt x="283068" y="188669"/>
                    <a:pt x="290068" y="165921"/>
                  </a:cubicBezTo>
                  <a:lnTo>
                    <a:pt x="290068" y="165921"/>
                  </a:lnTo>
                  <a:close/>
                  <a:moveTo>
                    <a:pt x="34424" y="762784"/>
                  </a:moveTo>
                  <a:cubicBezTo>
                    <a:pt x="20509" y="761117"/>
                    <a:pt x="16926" y="738952"/>
                    <a:pt x="16509" y="728203"/>
                  </a:cubicBezTo>
                  <a:cubicBezTo>
                    <a:pt x="15759" y="707789"/>
                    <a:pt x="24342" y="690040"/>
                    <a:pt x="31258" y="671459"/>
                  </a:cubicBezTo>
                  <a:cubicBezTo>
                    <a:pt x="44090" y="685374"/>
                    <a:pt x="61755" y="704539"/>
                    <a:pt x="81586" y="703789"/>
                  </a:cubicBezTo>
                  <a:cubicBezTo>
                    <a:pt x="86419" y="703622"/>
                    <a:pt x="87003" y="697373"/>
                    <a:pt x="82670" y="695790"/>
                  </a:cubicBezTo>
                  <a:cubicBezTo>
                    <a:pt x="73837" y="692540"/>
                    <a:pt x="65671" y="691373"/>
                    <a:pt x="57339" y="686124"/>
                  </a:cubicBezTo>
                  <a:cubicBezTo>
                    <a:pt x="48756" y="680708"/>
                    <a:pt x="40174" y="674542"/>
                    <a:pt x="32508" y="667875"/>
                  </a:cubicBezTo>
                  <a:cubicBezTo>
                    <a:pt x="32674" y="667459"/>
                    <a:pt x="32841" y="667042"/>
                    <a:pt x="33008" y="666626"/>
                  </a:cubicBezTo>
                  <a:cubicBezTo>
                    <a:pt x="39757" y="647377"/>
                    <a:pt x="43507" y="627379"/>
                    <a:pt x="44923" y="607048"/>
                  </a:cubicBezTo>
                  <a:cubicBezTo>
                    <a:pt x="45673" y="596549"/>
                    <a:pt x="44923" y="585800"/>
                    <a:pt x="46506" y="575467"/>
                  </a:cubicBezTo>
                  <a:cubicBezTo>
                    <a:pt x="48340" y="563802"/>
                    <a:pt x="53672" y="553219"/>
                    <a:pt x="59172" y="542887"/>
                  </a:cubicBezTo>
                  <a:cubicBezTo>
                    <a:pt x="60338" y="540720"/>
                    <a:pt x="61505" y="538470"/>
                    <a:pt x="62672" y="536304"/>
                  </a:cubicBezTo>
                  <a:cubicBezTo>
                    <a:pt x="77670" y="561718"/>
                    <a:pt x="102251" y="580383"/>
                    <a:pt x="132332" y="584966"/>
                  </a:cubicBezTo>
                  <a:cubicBezTo>
                    <a:pt x="133749" y="585216"/>
                    <a:pt x="134165" y="583383"/>
                    <a:pt x="132915" y="582883"/>
                  </a:cubicBezTo>
                  <a:cubicBezTo>
                    <a:pt x="116083" y="576134"/>
                    <a:pt x="101918" y="563635"/>
                    <a:pt x="88919" y="551386"/>
                  </a:cubicBezTo>
                  <a:cubicBezTo>
                    <a:pt x="84253" y="546970"/>
                    <a:pt x="81003" y="541387"/>
                    <a:pt x="76587" y="536721"/>
                  </a:cubicBezTo>
                  <a:cubicBezTo>
                    <a:pt x="73587" y="533554"/>
                    <a:pt x="70338" y="530555"/>
                    <a:pt x="67171" y="527472"/>
                  </a:cubicBezTo>
                  <a:cubicBezTo>
                    <a:pt x="72921" y="515723"/>
                    <a:pt x="77670" y="503724"/>
                    <a:pt x="79920" y="490308"/>
                  </a:cubicBezTo>
                  <a:cubicBezTo>
                    <a:pt x="83420" y="469810"/>
                    <a:pt x="81753" y="448312"/>
                    <a:pt x="88919" y="428480"/>
                  </a:cubicBezTo>
                  <a:cubicBezTo>
                    <a:pt x="92502" y="418565"/>
                    <a:pt x="98668" y="410649"/>
                    <a:pt x="105751" y="403566"/>
                  </a:cubicBezTo>
                  <a:cubicBezTo>
                    <a:pt x="106001" y="410482"/>
                    <a:pt x="105501" y="417231"/>
                    <a:pt x="108834" y="424481"/>
                  </a:cubicBezTo>
                  <a:cubicBezTo>
                    <a:pt x="114417" y="436480"/>
                    <a:pt x="122999" y="449312"/>
                    <a:pt x="132415" y="458644"/>
                  </a:cubicBezTo>
                  <a:cubicBezTo>
                    <a:pt x="150747" y="476559"/>
                    <a:pt x="181411" y="485892"/>
                    <a:pt x="206242" y="489225"/>
                  </a:cubicBezTo>
                  <a:cubicBezTo>
                    <a:pt x="210325" y="489725"/>
                    <a:pt x="210575" y="483642"/>
                    <a:pt x="207159" y="482476"/>
                  </a:cubicBezTo>
                  <a:cubicBezTo>
                    <a:pt x="183911" y="474560"/>
                    <a:pt x="154413" y="464727"/>
                    <a:pt x="137748" y="445812"/>
                  </a:cubicBezTo>
                  <a:cubicBezTo>
                    <a:pt x="130332" y="437396"/>
                    <a:pt x="122916" y="427147"/>
                    <a:pt x="117583" y="417148"/>
                  </a:cubicBezTo>
                  <a:cubicBezTo>
                    <a:pt x="114334" y="411065"/>
                    <a:pt x="113500" y="404483"/>
                    <a:pt x="111584" y="398150"/>
                  </a:cubicBezTo>
                  <a:cubicBezTo>
                    <a:pt x="121750" y="388984"/>
                    <a:pt x="132832" y="380568"/>
                    <a:pt x="140998" y="369736"/>
                  </a:cubicBezTo>
                  <a:cubicBezTo>
                    <a:pt x="152413" y="354487"/>
                    <a:pt x="155997" y="334572"/>
                    <a:pt x="161746" y="316324"/>
                  </a:cubicBezTo>
                  <a:cubicBezTo>
                    <a:pt x="162163" y="319324"/>
                    <a:pt x="162746" y="322323"/>
                    <a:pt x="163662" y="325490"/>
                  </a:cubicBezTo>
                  <a:cubicBezTo>
                    <a:pt x="167495" y="338822"/>
                    <a:pt x="173745" y="350737"/>
                    <a:pt x="183744" y="360570"/>
                  </a:cubicBezTo>
                  <a:cubicBezTo>
                    <a:pt x="202409" y="378985"/>
                    <a:pt x="233906" y="394983"/>
                    <a:pt x="260570" y="394400"/>
                  </a:cubicBezTo>
                  <a:cubicBezTo>
                    <a:pt x="264487" y="394317"/>
                    <a:pt x="265737" y="388067"/>
                    <a:pt x="261487" y="387317"/>
                  </a:cubicBezTo>
                  <a:cubicBezTo>
                    <a:pt x="236489" y="383234"/>
                    <a:pt x="208242" y="368569"/>
                    <a:pt x="190493" y="350404"/>
                  </a:cubicBezTo>
                  <a:cubicBezTo>
                    <a:pt x="180911" y="340572"/>
                    <a:pt x="175411" y="327989"/>
                    <a:pt x="171662" y="314907"/>
                  </a:cubicBezTo>
                  <a:cubicBezTo>
                    <a:pt x="170162" y="309658"/>
                    <a:pt x="170079" y="303325"/>
                    <a:pt x="168912" y="297575"/>
                  </a:cubicBezTo>
                  <a:cubicBezTo>
                    <a:pt x="173662" y="287326"/>
                    <a:pt x="179494" y="278327"/>
                    <a:pt x="188827" y="270745"/>
                  </a:cubicBezTo>
                  <a:cubicBezTo>
                    <a:pt x="200492" y="261329"/>
                    <a:pt x="213658" y="254996"/>
                    <a:pt x="227740" y="249997"/>
                  </a:cubicBezTo>
                  <a:cubicBezTo>
                    <a:pt x="231573" y="248663"/>
                    <a:pt x="235656" y="247413"/>
                    <a:pt x="239739" y="246330"/>
                  </a:cubicBezTo>
                  <a:cubicBezTo>
                    <a:pt x="255904" y="246330"/>
                    <a:pt x="272153" y="250580"/>
                    <a:pt x="287151" y="256579"/>
                  </a:cubicBezTo>
                  <a:cubicBezTo>
                    <a:pt x="309399" y="265578"/>
                    <a:pt x="320815" y="283327"/>
                    <a:pt x="331314" y="303992"/>
                  </a:cubicBezTo>
                  <a:cubicBezTo>
                    <a:pt x="341063" y="323240"/>
                    <a:pt x="345729" y="344238"/>
                    <a:pt x="344896" y="365736"/>
                  </a:cubicBezTo>
                  <a:cubicBezTo>
                    <a:pt x="339480" y="364570"/>
                    <a:pt x="333397" y="365569"/>
                    <a:pt x="327814" y="365069"/>
                  </a:cubicBezTo>
                  <a:cubicBezTo>
                    <a:pt x="314482" y="363986"/>
                    <a:pt x="299650" y="359820"/>
                    <a:pt x="286818" y="355904"/>
                  </a:cubicBezTo>
                  <a:cubicBezTo>
                    <a:pt x="261320" y="348154"/>
                    <a:pt x="243155" y="323073"/>
                    <a:pt x="231823" y="300409"/>
                  </a:cubicBezTo>
                  <a:cubicBezTo>
                    <a:pt x="231656" y="300075"/>
                    <a:pt x="231073" y="300325"/>
                    <a:pt x="231240" y="300659"/>
                  </a:cubicBezTo>
                  <a:cubicBezTo>
                    <a:pt x="240655" y="326406"/>
                    <a:pt x="253238" y="353987"/>
                    <a:pt x="279485" y="366569"/>
                  </a:cubicBezTo>
                  <a:cubicBezTo>
                    <a:pt x="290068" y="371652"/>
                    <a:pt x="325148" y="385901"/>
                    <a:pt x="342980" y="380735"/>
                  </a:cubicBezTo>
                  <a:cubicBezTo>
                    <a:pt x="338563" y="400150"/>
                    <a:pt x="327231" y="416398"/>
                    <a:pt x="313899" y="431813"/>
                  </a:cubicBezTo>
                  <a:cubicBezTo>
                    <a:pt x="306483" y="440479"/>
                    <a:pt x="297984" y="447895"/>
                    <a:pt x="289234" y="454978"/>
                  </a:cubicBezTo>
                  <a:cubicBezTo>
                    <a:pt x="288901" y="454228"/>
                    <a:pt x="288401" y="453561"/>
                    <a:pt x="287568" y="452978"/>
                  </a:cubicBezTo>
                  <a:cubicBezTo>
                    <a:pt x="277152" y="445312"/>
                    <a:pt x="259487" y="445312"/>
                    <a:pt x="247405" y="441313"/>
                  </a:cubicBezTo>
                  <a:cubicBezTo>
                    <a:pt x="229240" y="435396"/>
                    <a:pt x="210742" y="423731"/>
                    <a:pt x="196409" y="411232"/>
                  </a:cubicBezTo>
                  <a:cubicBezTo>
                    <a:pt x="195826" y="410732"/>
                    <a:pt x="195076" y="411482"/>
                    <a:pt x="195576" y="412065"/>
                  </a:cubicBezTo>
                  <a:cubicBezTo>
                    <a:pt x="218324" y="439813"/>
                    <a:pt x="246488" y="452978"/>
                    <a:pt x="280069" y="462394"/>
                  </a:cubicBezTo>
                  <a:cubicBezTo>
                    <a:pt x="273069" y="467977"/>
                    <a:pt x="265987" y="473560"/>
                    <a:pt x="259321" y="479726"/>
                  </a:cubicBezTo>
                  <a:cubicBezTo>
                    <a:pt x="243239" y="494474"/>
                    <a:pt x="237073" y="512223"/>
                    <a:pt x="228907" y="531638"/>
                  </a:cubicBezTo>
                  <a:cubicBezTo>
                    <a:pt x="223824" y="531471"/>
                    <a:pt x="218407" y="532054"/>
                    <a:pt x="213825" y="531638"/>
                  </a:cubicBezTo>
                  <a:cubicBezTo>
                    <a:pt x="205242" y="530888"/>
                    <a:pt x="196909" y="530388"/>
                    <a:pt x="188327" y="529138"/>
                  </a:cubicBezTo>
                  <a:cubicBezTo>
                    <a:pt x="174578" y="527222"/>
                    <a:pt x="160913" y="522472"/>
                    <a:pt x="149330" y="514806"/>
                  </a:cubicBezTo>
                  <a:cubicBezTo>
                    <a:pt x="135915" y="505890"/>
                    <a:pt x="126416" y="493558"/>
                    <a:pt x="115750" y="481642"/>
                  </a:cubicBezTo>
                  <a:cubicBezTo>
                    <a:pt x="115000" y="480809"/>
                    <a:pt x="113584" y="481892"/>
                    <a:pt x="114167" y="482809"/>
                  </a:cubicBezTo>
                  <a:cubicBezTo>
                    <a:pt x="124333" y="498474"/>
                    <a:pt x="131999" y="514389"/>
                    <a:pt x="146581" y="526388"/>
                  </a:cubicBezTo>
                  <a:cubicBezTo>
                    <a:pt x="157746" y="535637"/>
                    <a:pt x="172495" y="540554"/>
                    <a:pt x="186494" y="543053"/>
                  </a:cubicBezTo>
                  <a:cubicBezTo>
                    <a:pt x="192160" y="544053"/>
                    <a:pt x="208742" y="547220"/>
                    <a:pt x="221657" y="546303"/>
                  </a:cubicBezTo>
                  <a:cubicBezTo>
                    <a:pt x="212491" y="562218"/>
                    <a:pt x="199993" y="575800"/>
                    <a:pt x="185744" y="587716"/>
                  </a:cubicBezTo>
                  <a:cubicBezTo>
                    <a:pt x="168662" y="601965"/>
                    <a:pt x="156663" y="616880"/>
                    <a:pt x="147164" y="637045"/>
                  </a:cubicBezTo>
                  <a:cubicBezTo>
                    <a:pt x="144414" y="642878"/>
                    <a:pt x="141748" y="649044"/>
                    <a:pt x="138581" y="654793"/>
                  </a:cubicBezTo>
                  <a:cubicBezTo>
                    <a:pt x="137998" y="654460"/>
                    <a:pt x="137332" y="654127"/>
                    <a:pt x="136582" y="654043"/>
                  </a:cubicBezTo>
                  <a:cubicBezTo>
                    <a:pt x="121833" y="651127"/>
                    <a:pt x="106668" y="651627"/>
                    <a:pt x="92669" y="645544"/>
                  </a:cubicBezTo>
                  <a:cubicBezTo>
                    <a:pt x="74671" y="637712"/>
                    <a:pt x="58922" y="628379"/>
                    <a:pt x="48340" y="611297"/>
                  </a:cubicBezTo>
                  <a:cubicBezTo>
                    <a:pt x="48090" y="610797"/>
                    <a:pt x="47423" y="611214"/>
                    <a:pt x="47590" y="611714"/>
                  </a:cubicBezTo>
                  <a:cubicBezTo>
                    <a:pt x="63171" y="645961"/>
                    <a:pt x="94085" y="662293"/>
                    <a:pt x="129666" y="666959"/>
                  </a:cubicBezTo>
                  <a:cubicBezTo>
                    <a:pt x="129416" y="667209"/>
                    <a:pt x="129249" y="667376"/>
                    <a:pt x="128999" y="667626"/>
                  </a:cubicBezTo>
                  <a:cubicBezTo>
                    <a:pt x="120250" y="675958"/>
                    <a:pt x="110167" y="681874"/>
                    <a:pt x="102168" y="691290"/>
                  </a:cubicBezTo>
                  <a:cubicBezTo>
                    <a:pt x="87419" y="708788"/>
                    <a:pt x="79253" y="729787"/>
                    <a:pt x="62505" y="746035"/>
                  </a:cubicBezTo>
                  <a:cubicBezTo>
                    <a:pt x="56005" y="752618"/>
                    <a:pt x="44756" y="764034"/>
                    <a:pt x="34424" y="762784"/>
                  </a:cubicBezTo>
                  <a:lnTo>
                    <a:pt x="34424" y="762784"/>
                  </a:lnTo>
                  <a:close/>
                </a:path>
              </a:pathLst>
            </a:custGeom>
            <a:grpFill/>
            <a:ln w="8332" cap="flat">
              <a:noFill/>
              <a:prstDash val="solid"/>
              <a:miter/>
            </a:ln>
          </p:spPr>
          <p:txBody>
            <a:bodyPr rtlCol="0" anchor="ctr"/>
            <a:lstStyle/>
            <a:p>
              <a:endParaRPr lang="en-US"/>
            </a:p>
          </p:txBody>
        </p:sp>
        <p:sp>
          <p:nvSpPr>
            <p:cNvPr id="1447" name="Freeform: Shape 1446"/>
            <p:cNvSpPr/>
            <p:nvPr/>
          </p:nvSpPr>
          <p:spPr>
            <a:xfrm>
              <a:off x="3120491" y="419364"/>
              <a:ext cx="414936" cy="401130"/>
            </a:xfrm>
            <a:custGeom>
              <a:avLst/>
              <a:gdLst>
                <a:gd name="connsiteX0" fmla="*/ 412545 w 414936"/>
                <a:gd name="connsiteY0" fmla="*/ 182009 h 401130"/>
                <a:gd name="connsiteX1" fmla="*/ 330886 w 414936"/>
                <a:gd name="connsiteY1" fmla="*/ 40939 h 401130"/>
                <a:gd name="connsiteX2" fmla="*/ 181649 w 414936"/>
                <a:gd name="connsiteY2" fmla="*/ 2109 h 401130"/>
                <a:gd name="connsiteX3" fmla="*/ 97823 w 414936"/>
                <a:gd name="connsiteY3" fmla="*/ 34106 h 401130"/>
                <a:gd name="connsiteX4" fmla="*/ 40162 w 414936"/>
                <a:gd name="connsiteY4" fmla="*/ 87684 h 401130"/>
                <a:gd name="connsiteX5" fmla="*/ 5332 w 414936"/>
                <a:gd name="connsiteY5" fmla="*/ 255836 h 401130"/>
                <a:gd name="connsiteX6" fmla="*/ 239727 w 414936"/>
                <a:gd name="connsiteY6" fmla="*/ 400240 h 401130"/>
                <a:gd name="connsiteX7" fmla="*/ 372298 w 414936"/>
                <a:gd name="connsiteY7" fmla="*/ 330329 h 401130"/>
                <a:gd name="connsiteX8" fmla="*/ 408795 w 414936"/>
                <a:gd name="connsiteY8" fmla="*/ 260669 h 401130"/>
                <a:gd name="connsiteX9" fmla="*/ 412545 w 414936"/>
                <a:gd name="connsiteY9" fmla="*/ 182009 h 401130"/>
                <a:gd name="connsiteX10" fmla="*/ 412545 w 414936"/>
                <a:gd name="connsiteY10" fmla="*/ 182009 h 401130"/>
                <a:gd name="connsiteX11" fmla="*/ 380631 w 414936"/>
                <a:gd name="connsiteY11" fmla="*/ 290499 h 401130"/>
                <a:gd name="connsiteX12" fmla="*/ 272141 w 414936"/>
                <a:gd name="connsiteY12" fmla="*/ 380408 h 401130"/>
                <a:gd name="connsiteX13" fmla="*/ 19747 w 414936"/>
                <a:gd name="connsiteY13" fmla="*/ 260169 h 401130"/>
                <a:gd name="connsiteX14" fmla="*/ 48411 w 414936"/>
                <a:gd name="connsiteY14" fmla="*/ 102266 h 401130"/>
                <a:gd name="connsiteX15" fmla="*/ 187149 w 414936"/>
                <a:gd name="connsiteY15" fmla="*/ 15524 h 401130"/>
                <a:gd name="connsiteX16" fmla="*/ 187565 w 414936"/>
                <a:gd name="connsiteY16" fmla="*/ 15358 h 401130"/>
                <a:gd name="connsiteX17" fmla="*/ 292973 w 414936"/>
                <a:gd name="connsiteY17" fmla="*/ 32856 h 401130"/>
                <a:gd name="connsiteX18" fmla="*/ 385297 w 414936"/>
                <a:gd name="connsiteY18" fmla="*/ 140180 h 401130"/>
                <a:gd name="connsiteX19" fmla="*/ 380631 w 414936"/>
                <a:gd name="connsiteY19" fmla="*/ 290499 h 401130"/>
                <a:gd name="connsiteX20" fmla="*/ 380631 w 414936"/>
                <a:gd name="connsiteY20" fmla="*/ 290499 h 401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14936" h="401130">
                  <a:moveTo>
                    <a:pt x="412545" y="182009"/>
                  </a:moveTo>
                  <a:cubicBezTo>
                    <a:pt x="405296" y="128264"/>
                    <a:pt x="372465" y="75519"/>
                    <a:pt x="330886" y="40939"/>
                  </a:cubicBezTo>
                  <a:cubicBezTo>
                    <a:pt x="288723" y="5942"/>
                    <a:pt x="235394" y="-5141"/>
                    <a:pt x="181649" y="2109"/>
                  </a:cubicBezTo>
                  <a:cubicBezTo>
                    <a:pt x="151402" y="6192"/>
                    <a:pt x="122488" y="15774"/>
                    <a:pt x="97823" y="34106"/>
                  </a:cubicBezTo>
                  <a:cubicBezTo>
                    <a:pt x="77158" y="49438"/>
                    <a:pt x="55327" y="66770"/>
                    <a:pt x="40162" y="87684"/>
                  </a:cubicBezTo>
                  <a:cubicBezTo>
                    <a:pt x="5332" y="135847"/>
                    <a:pt x="-8584" y="198091"/>
                    <a:pt x="5332" y="255836"/>
                  </a:cubicBezTo>
                  <a:cubicBezTo>
                    <a:pt x="27746" y="354994"/>
                    <a:pt x="144069" y="408822"/>
                    <a:pt x="239727" y="400240"/>
                  </a:cubicBezTo>
                  <a:cubicBezTo>
                    <a:pt x="292389" y="395573"/>
                    <a:pt x="339718" y="372325"/>
                    <a:pt x="372298" y="330329"/>
                  </a:cubicBezTo>
                  <a:cubicBezTo>
                    <a:pt x="388797" y="309081"/>
                    <a:pt x="401213" y="286417"/>
                    <a:pt x="408795" y="260669"/>
                  </a:cubicBezTo>
                  <a:cubicBezTo>
                    <a:pt x="416295" y="234838"/>
                    <a:pt x="416128" y="208590"/>
                    <a:pt x="412545" y="182009"/>
                  </a:cubicBezTo>
                  <a:lnTo>
                    <a:pt x="412545" y="182009"/>
                  </a:lnTo>
                  <a:close/>
                  <a:moveTo>
                    <a:pt x="380631" y="290499"/>
                  </a:moveTo>
                  <a:cubicBezTo>
                    <a:pt x="357550" y="333579"/>
                    <a:pt x="320303" y="368076"/>
                    <a:pt x="272141" y="380408"/>
                  </a:cubicBezTo>
                  <a:cubicBezTo>
                    <a:pt x="176316" y="404989"/>
                    <a:pt x="50911" y="361660"/>
                    <a:pt x="19747" y="260169"/>
                  </a:cubicBezTo>
                  <a:cubicBezTo>
                    <a:pt x="3915" y="208757"/>
                    <a:pt x="17914" y="145346"/>
                    <a:pt x="48411" y="102266"/>
                  </a:cubicBezTo>
                  <a:cubicBezTo>
                    <a:pt x="82491" y="54187"/>
                    <a:pt x="130904" y="29190"/>
                    <a:pt x="187149" y="15524"/>
                  </a:cubicBezTo>
                  <a:cubicBezTo>
                    <a:pt x="187315" y="15441"/>
                    <a:pt x="187482" y="15441"/>
                    <a:pt x="187565" y="15358"/>
                  </a:cubicBezTo>
                  <a:cubicBezTo>
                    <a:pt x="223729" y="11191"/>
                    <a:pt x="262059" y="16024"/>
                    <a:pt x="292973" y="32856"/>
                  </a:cubicBezTo>
                  <a:cubicBezTo>
                    <a:pt x="334385" y="55521"/>
                    <a:pt x="366383" y="97684"/>
                    <a:pt x="385297" y="140180"/>
                  </a:cubicBezTo>
                  <a:cubicBezTo>
                    <a:pt x="405962" y="187092"/>
                    <a:pt x="404879" y="245337"/>
                    <a:pt x="380631" y="290499"/>
                  </a:cubicBezTo>
                  <a:lnTo>
                    <a:pt x="380631" y="290499"/>
                  </a:lnTo>
                  <a:close/>
                </a:path>
              </a:pathLst>
            </a:custGeom>
            <a:grpFill/>
            <a:ln w="8332" cap="flat">
              <a:noFill/>
              <a:prstDash val="solid"/>
              <a:miter/>
            </a:ln>
          </p:spPr>
          <p:txBody>
            <a:bodyPr rtlCol="0" anchor="ctr"/>
            <a:lstStyle/>
            <a:p>
              <a:endParaRPr lang="en-US"/>
            </a:p>
          </p:txBody>
        </p:sp>
        <p:sp>
          <p:nvSpPr>
            <p:cNvPr id="1448" name="Freeform: Shape 1447"/>
            <p:cNvSpPr/>
            <p:nvPr/>
          </p:nvSpPr>
          <p:spPr>
            <a:xfrm>
              <a:off x="3308208" y="498434"/>
              <a:ext cx="46300" cy="55259"/>
            </a:xfrm>
            <a:custGeom>
              <a:avLst/>
              <a:gdLst>
                <a:gd name="connsiteX0" fmla="*/ 45761 w 46300"/>
                <a:gd name="connsiteY0" fmla="*/ 37028 h 55259"/>
                <a:gd name="connsiteX1" fmla="*/ 25346 w 46300"/>
                <a:gd name="connsiteY1" fmla="*/ 7114 h 55259"/>
                <a:gd name="connsiteX2" fmla="*/ 10514 w 46300"/>
                <a:gd name="connsiteY2" fmla="*/ 1698 h 55259"/>
                <a:gd name="connsiteX3" fmla="*/ 15 w 46300"/>
                <a:gd name="connsiteY3" fmla="*/ 28445 h 55259"/>
                <a:gd name="connsiteX4" fmla="*/ 12680 w 46300"/>
                <a:gd name="connsiteY4" fmla="*/ 54860 h 55259"/>
                <a:gd name="connsiteX5" fmla="*/ 17013 w 46300"/>
                <a:gd name="connsiteY5" fmla="*/ 50527 h 55259"/>
                <a:gd name="connsiteX6" fmla="*/ 11431 w 46300"/>
                <a:gd name="connsiteY6" fmla="*/ 28445 h 55259"/>
                <a:gd name="connsiteX7" fmla="*/ 13514 w 46300"/>
                <a:gd name="connsiteY7" fmla="*/ 15363 h 55259"/>
                <a:gd name="connsiteX8" fmla="*/ 15013 w 46300"/>
                <a:gd name="connsiteY8" fmla="*/ 10530 h 55259"/>
                <a:gd name="connsiteX9" fmla="*/ 19346 w 46300"/>
                <a:gd name="connsiteY9" fmla="*/ 11947 h 55259"/>
                <a:gd name="connsiteX10" fmla="*/ 29512 w 46300"/>
                <a:gd name="connsiteY10" fmla="*/ 28445 h 55259"/>
                <a:gd name="connsiteX11" fmla="*/ 41011 w 46300"/>
                <a:gd name="connsiteY11" fmla="*/ 41861 h 55259"/>
                <a:gd name="connsiteX12" fmla="*/ 45761 w 46300"/>
                <a:gd name="connsiteY12" fmla="*/ 37028 h 55259"/>
                <a:gd name="connsiteX13" fmla="*/ 45761 w 46300"/>
                <a:gd name="connsiteY13" fmla="*/ 37028 h 55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6300" h="55259">
                  <a:moveTo>
                    <a:pt x="45761" y="37028"/>
                  </a:moveTo>
                  <a:cubicBezTo>
                    <a:pt x="38761" y="27195"/>
                    <a:pt x="32262" y="16946"/>
                    <a:pt x="25346" y="7114"/>
                  </a:cubicBezTo>
                  <a:cubicBezTo>
                    <a:pt x="21846" y="2114"/>
                    <a:pt x="16513" y="-2635"/>
                    <a:pt x="10514" y="1698"/>
                  </a:cubicBezTo>
                  <a:cubicBezTo>
                    <a:pt x="3598" y="6697"/>
                    <a:pt x="181" y="20613"/>
                    <a:pt x="15" y="28445"/>
                  </a:cubicBezTo>
                  <a:cubicBezTo>
                    <a:pt x="-235" y="39611"/>
                    <a:pt x="2598" y="49693"/>
                    <a:pt x="12680" y="54860"/>
                  </a:cubicBezTo>
                  <a:cubicBezTo>
                    <a:pt x="15680" y="56360"/>
                    <a:pt x="18263" y="53360"/>
                    <a:pt x="17013" y="50527"/>
                  </a:cubicBezTo>
                  <a:cubicBezTo>
                    <a:pt x="14014" y="43611"/>
                    <a:pt x="11930" y="36028"/>
                    <a:pt x="11431" y="28445"/>
                  </a:cubicBezTo>
                  <a:cubicBezTo>
                    <a:pt x="11097" y="23946"/>
                    <a:pt x="12264" y="19613"/>
                    <a:pt x="13514" y="15363"/>
                  </a:cubicBezTo>
                  <a:cubicBezTo>
                    <a:pt x="14014" y="13697"/>
                    <a:pt x="14514" y="12114"/>
                    <a:pt x="15013" y="10530"/>
                  </a:cubicBezTo>
                  <a:cubicBezTo>
                    <a:pt x="16930" y="8281"/>
                    <a:pt x="18430" y="8780"/>
                    <a:pt x="19346" y="11947"/>
                  </a:cubicBezTo>
                  <a:cubicBezTo>
                    <a:pt x="23679" y="16030"/>
                    <a:pt x="26263" y="23529"/>
                    <a:pt x="29512" y="28445"/>
                  </a:cubicBezTo>
                  <a:cubicBezTo>
                    <a:pt x="32845" y="33445"/>
                    <a:pt x="36178" y="38194"/>
                    <a:pt x="41011" y="41861"/>
                  </a:cubicBezTo>
                  <a:cubicBezTo>
                    <a:pt x="43761" y="43944"/>
                    <a:pt x="47760" y="39861"/>
                    <a:pt x="45761" y="37028"/>
                  </a:cubicBezTo>
                  <a:lnTo>
                    <a:pt x="45761" y="37028"/>
                  </a:lnTo>
                  <a:close/>
                </a:path>
              </a:pathLst>
            </a:custGeom>
            <a:grpFill/>
            <a:ln w="8332" cap="flat">
              <a:noFill/>
              <a:prstDash val="solid"/>
              <a:miter/>
            </a:ln>
          </p:spPr>
          <p:txBody>
            <a:bodyPr rtlCol="0" anchor="ctr"/>
            <a:lstStyle/>
            <a:p>
              <a:endParaRPr lang="en-US"/>
            </a:p>
          </p:txBody>
        </p:sp>
        <p:sp>
          <p:nvSpPr>
            <p:cNvPr id="1449" name="Freeform: Shape 1448"/>
            <p:cNvSpPr/>
            <p:nvPr/>
          </p:nvSpPr>
          <p:spPr>
            <a:xfrm>
              <a:off x="3207776" y="440877"/>
              <a:ext cx="249588" cy="237117"/>
            </a:xfrm>
            <a:custGeom>
              <a:avLst/>
              <a:gdLst>
                <a:gd name="connsiteX0" fmla="*/ 248100 w 249588"/>
                <a:gd name="connsiteY0" fmla="*/ 76170 h 237117"/>
                <a:gd name="connsiteX1" fmla="*/ 208604 w 249588"/>
                <a:gd name="connsiteY1" fmla="*/ 64755 h 237117"/>
                <a:gd name="connsiteX2" fmla="*/ 169441 w 249588"/>
                <a:gd name="connsiteY2" fmla="*/ 63422 h 237117"/>
                <a:gd name="connsiteX3" fmla="*/ 178856 w 249588"/>
                <a:gd name="connsiteY3" fmla="*/ 51756 h 237117"/>
                <a:gd name="connsiteX4" fmla="*/ 190939 w 249588"/>
                <a:gd name="connsiteY4" fmla="*/ 31258 h 237117"/>
                <a:gd name="connsiteX5" fmla="*/ 185689 w 249588"/>
                <a:gd name="connsiteY5" fmla="*/ 24425 h 237117"/>
                <a:gd name="connsiteX6" fmla="*/ 165357 w 249588"/>
                <a:gd name="connsiteY6" fmla="*/ 31841 h 237117"/>
                <a:gd name="connsiteX7" fmla="*/ 139943 w 249588"/>
                <a:gd name="connsiteY7" fmla="*/ 48173 h 237117"/>
                <a:gd name="connsiteX8" fmla="*/ 126861 w 249588"/>
                <a:gd name="connsiteY8" fmla="*/ 1094 h 237117"/>
                <a:gd name="connsiteX9" fmla="*/ 121278 w 249588"/>
                <a:gd name="connsiteY9" fmla="*/ 1094 h 237117"/>
                <a:gd name="connsiteX10" fmla="*/ 103280 w 249588"/>
                <a:gd name="connsiteY10" fmla="*/ 41007 h 237117"/>
                <a:gd name="connsiteX11" fmla="*/ 69866 w 249588"/>
                <a:gd name="connsiteY11" fmla="*/ 24675 h 237117"/>
                <a:gd name="connsiteX12" fmla="*/ 64033 w 249588"/>
                <a:gd name="connsiteY12" fmla="*/ 28008 h 237117"/>
                <a:gd name="connsiteX13" fmla="*/ 86698 w 249588"/>
                <a:gd name="connsiteY13" fmla="*/ 65005 h 237117"/>
                <a:gd name="connsiteX14" fmla="*/ 77449 w 249588"/>
                <a:gd name="connsiteY14" fmla="*/ 62922 h 237117"/>
                <a:gd name="connsiteX15" fmla="*/ 53118 w 249588"/>
                <a:gd name="connsiteY15" fmla="*/ 62255 h 237117"/>
                <a:gd name="connsiteX16" fmla="*/ 6039 w 249588"/>
                <a:gd name="connsiteY16" fmla="*/ 55506 h 237117"/>
                <a:gd name="connsiteX17" fmla="*/ 4122 w 249588"/>
                <a:gd name="connsiteY17" fmla="*/ 62672 h 237117"/>
                <a:gd name="connsiteX18" fmla="*/ 33703 w 249588"/>
                <a:gd name="connsiteY18" fmla="*/ 84336 h 237117"/>
                <a:gd name="connsiteX19" fmla="*/ 65283 w 249588"/>
                <a:gd name="connsiteY19" fmla="*/ 92919 h 237117"/>
                <a:gd name="connsiteX20" fmla="*/ 57201 w 249588"/>
                <a:gd name="connsiteY20" fmla="*/ 96669 h 237117"/>
                <a:gd name="connsiteX21" fmla="*/ 31453 w 249588"/>
                <a:gd name="connsiteY21" fmla="*/ 114167 h 237117"/>
                <a:gd name="connsiteX22" fmla="*/ 9205 w 249588"/>
                <a:gd name="connsiteY22" fmla="*/ 138165 h 237117"/>
                <a:gd name="connsiteX23" fmla="*/ 39 w 249588"/>
                <a:gd name="connsiteY23" fmla="*/ 159830 h 237117"/>
                <a:gd name="connsiteX24" fmla="*/ 7455 w 249588"/>
                <a:gd name="connsiteY24" fmla="*/ 164079 h 237117"/>
                <a:gd name="connsiteX25" fmla="*/ 45618 w 249588"/>
                <a:gd name="connsiteY25" fmla="*/ 142664 h 237117"/>
                <a:gd name="connsiteX26" fmla="*/ 77782 w 249588"/>
                <a:gd name="connsiteY26" fmla="*/ 129166 h 237117"/>
                <a:gd name="connsiteX27" fmla="*/ 53368 w 249588"/>
                <a:gd name="connsiteY27" fmla="*/ 171079 h 237117"/>
                <a:gd name="connsiteX28" fmla="*/ 44618 w 249588"/>
                <a:gd name="connsiteY28" fmla="*/ 232906 h 237117"/>
                <a:gd name="connsiteX29" fmla="*/ 76449 w 249588"/>
                <a:gd name="connsiteY29" fmla="*/ 209575 h 237117"/>
                <a:gd name="connsiteX30" fmla="*/ 101530 w 249588"/>
                <a:gd name="connsiteY30" fmla="*/ 168579 h 237117"/>
                <a:gd name="connsiteX31" fmla="*/ 120112 w 249588"/>
                <a:gd name="connsiteY31" fmla="*/ 137582 h 237117"/>
                <a:gd name="connsiteX32" fmla="*/ 119862 w 249588"/>
                <a:gd name="connsiteY32" fmla="*/ 148497 h 237117"/>
                <a:gd name="connsiteX33" fmla="*/ 123945 w 249588"/>
                <a:gd name="connsiteY33" fmla="*/ 168912 h 237117"/>
                <a:gd name="connsiteX34" fmla="*/ 128278 w 249588"/>
                <a:gd name="connsiteY34" fmla="*/ 186661 h 237117"/>
                <a:gd name="connsiteX35" fmla="*/ 145109 w 249588"/>
                <a:gd name="connsiteY35" fmla="*/ 226740 h 237117"/>
                <a:gd name="connsiteX36" fmla="*/ 165357 w 249588"/>
                <a:gd name="connsiteY36" fmla="*/ 199409 h 237117"/>
                <a:gd name="connsiteX37" fmla="*/ 165607 w 249588"/>
                <a:gd name="connsiteY37" fmla="*/ 156996 h 237117"/>
                <a:gd name="connsiteX38" fmla="*/ 159691 w 249588"/>
                <a:gd name="connsiteY38" fmla="*/ 130666 h 237117"/>
                <a:gd name="connsiteX39" fmla="*/ 207604 w 249588"/>
                <a:gd name="connsiteY39" fmla="*/ 151080 h 237117"/>
                <a:gd name="connsiteX40" fmla="*/ 229935 w 249588"/>
                <a:gd name="connsiteY40" fmla="*/ 170745 h 237117"/>
                <a:gd name="connsiteX41" fmla="*/ 237851 w 249588"/>
                <a:gd name="connsiteY41" fmla="*/ 178578 h 237117"/>
                <a:gd name="connsiteX42" fmla="*/ 243934 w 249588"/>
                <a:gd name="connsiteY42" fmla="*/ 172495 h 237117"/>
                <a:gd name="connsiteX43" fmla="*/ 217270 w 249588"/>
                <a:gd name="connsiteY43" fmla="*/ 126583 h 237117"/>
                <a:gd name="connsiteX44" fmla="*/ 197688 w 249588"/>
                <a:gd name="connsiteY44" fmla="*/ 109667 h 237117"/>
                <a:gd name="connsiteX45" fmla="*/ 177523 w 249588"/>
                <a:gd name="connsiteY45" fmla="*/ 100168 h 237117"/>
                <a:gd name="connsiteX46" fmla="*/ 221686 w 249588"/>
                <a:gd name="connsiteY46" fmla="*/ 90586 h 237117"/>
                <a:gd name="connsiteX47" fmla="*/ 248934 w 249588"/>
                <a:gd name="connsiteY47" fmla="*/ 82253 h 237117"/>
                <a:gd name="connsiteX48" fmla="*/ 248100 w 249588"/>
                <a:gd name="connsiteY48" fmla="*/ 76170 h 237117"/>
                <a:gd name="connsiteX49" fmla="*/ 248100 w 249588"/>
                <a:gd name="connsiteY49" fmla="*/ 76170 h 237117"/>
                <a:gd name="connsiteX50" fmla="*/ 215353 w 249588"/>
                <a:gd name="connsiteY50" fmla="*/ 81753 h 237117"/>
                <a:gd name="connsiteX51" fmla="*/ 192355 w 249588"/>
                <a:gd name="connsiteY51" fmla="*/ 85670 h 237117"/>
                <a:gd name="connsiteX52" fmla="*/ 166108 w 249588"/>
                <a:gd name="connsiteY52" fmla="*/ 96335 h 237117"/>
                <a:gd name="connsiteX53" fmla="*/ 165357 w 249588"/>
                <a:gd name="connsiteY53" fmla="*/ 102418 h 237117"/>
                <a:gd name="connsiteX54" fmla="*/ 173024 w 249588"/>
                <a:gd name="connsiteY54" fmla="*/ 108418 h 237117"/>
                <a:gd name="connsiteX55" fmla="*/ 201104 w 249588"/>
                <a:gd name="connsiteY55" fmla="*/ 125583 h 237117"/>
                <a:gd name="connsiteX56" fmla="*/ 224602 w 249588"/>
                <a:gd name="connsiteY56" fmla="*/ 151580 h 237117"/>
                <a:gd name="connsiteX57" fmla="*/ 207937 w 249588"/>
                <a:gd name="connsiteY57" fmla="*/ 140581 h 237117"/>
                <a:gd name="connsiteX58" fmla="*/ 154942 w 249588"/>
                <a:gd name="connsiteY58" fmla="*/ 120416 h 237117"/>
                <a:gd name="connsiteX59" fmla="*/ 149192 w 249588"/>
                <a:gd name="connsiteY59" fmla="*/ 126166 h 237117"/>
                <a:gd name="connsiteX60" fmla="*/ 155192 w 249588"/>
                <a:gd name="connsiteY60" fmla="*/ 149830 h 237117"/>
                <a:gd name="connsiteX61" fmla="*/ 156858 w 249588"/>
                <a:gd name="connsiteY61" fmla="*/ 184411 h 237117"/>
                <a:gd name="connsiteX62" fmla="*/ 153942 w 249588"/>
                <a:gd name="connsiteY62" fmla="*/ 208742 h 237117"/>
                <a:gd name="connsiteX63" fmla="*/ 152775 w 249588"/>
                <a:gd name="connsiteY63" fmla="*/ 214491 h 237117"/>
                <a:gd name="connsiteX64" fmla="*/ 150026 w 249588"/>
                <a:gd name="connsiteY64" fmla="*/ 217741 h 237117"/>
                <a:gd name="connsiteX65" fmla="*/ 142860 w 249588"/>
                <a:gd name="connsiteY65" fmla="*/ 202326 h 237117"/>
                <a:gd name="connsiteX66" fmla="*/ 134610 w 249588"/>
                <a:gd name="connsiteY66" fmla="*/ 173912 h 237117"/>
                <a:gd name="connsiteX67" fmla="*/ 128444 w 249588"/>
                <a:gd name="connsiteY67" fmla="*/ 145997 h 237117"/>
                <a:gd name="connsiteX68" fmla="*/ 126611 w 249588"/>
                <a:gd name="connsiteY68" fmla="*/ 126499 h 237117"/>
                <a:gd name="connsiteX69" fmla="*/ 120278 w 249588"/>
                <a:gd name="connsiteY69" fmla="*/ 124833 h 237117"/>
                <a:gd name="connsiteX70" fmla="*/ 94531 w 249588"/>
                <a:gd name="connsiteY70" fmla="*/ 161163 h 237117"/>
                <a:gd name="connsiteX71" fmla="*/ 56701 w 249588"/>
                <a:gd name="connsiteY71" fmla="*/ 218991 h 237117"/>
                <a:gd name="connsiteX72" fmla="*/ 53784 w 249588"/>
                <a:gd name="connsiteY72" fmla="*/ 221907 h 237117"/>
                <a:gd name="connsiteX73" fmla="*/ 55451 w 249588"/>
                <a:gd name="connsiteY73" fmla="*/ 204576 h 237117"/>
                <a:gd name="connsiteX74" fmla="*/ 63867 w 249588"/>
                <a:gd name="connsiteY74" fmla="*/ 175495 h 237117"/>
                <a:gd name="connsiteX75" fmla="*/ 98114 w 249588"/>
                <a:gd name="connsiteY75" fmla="*/ 122916 h 237117"/>
                <a:gd name="connsiteX76" fmla="*/ 94614 w 249588"/>
                <a:gd name="connsiteY76" fmla="*/ 114584 h 237117"/>
                <a:gd name="connsiteX77" fmla="*/ 46118 w 249588"/>
                <a:gd name="connsiteY77" fmla="*/ 132832 h 237117"/>
                <a:gd name="connsiteX78" fmla="*/ 13038 w 249588"/>
                <a:gd name="connsiteY78" fmla="*/ 150330 h 237117"/>
                <a:gd name="connsiteX79" fmla="*/ 24704 w 249588"/>
                <a:gd name="connsiteY79" fmla="*/ 135082 h 237117"/>
                <a:gd name="connsiteX80" fmla="*/ 50285 w 249588"/>
                <a:gd name="connsiteY80" fmla="*/ 112667 h 237117"/>
                <a:gd name="connsiteX81" fmla="*/ 76032 w 249588"/>
                <a:gd name="connsiteY81" fmla="*/ 100502 h 237117"/>
                <a:gd name="connsiteX82" fmla="*/ 88864 w 249588"/>
                <a:gd name="connsiteY82" fmla="*/ 94419 h 237117"/>
                <a:gd name="connsiteX83" fmla="*/ 85781 w 249588"/>
                <a:gd name="connsiteY83" fmla="*/ 86919 h 237117"/>
                <a:gd name="connsiteX84" fmla="*/ 39952 w 249588"/>
                <a:gd name="connsiteY84" fmla="*/ 79004 h 237117"/>
                <a:gd name="connsiteX85" fmla="*/ 18121 w 249588"/>
                <a:gd name="connsiteY85" fmla="*/ 64588 h 237117"/>
                <a:gd name="connsiteX86" fmla="*/ 88698 w 249588"/>
                <a:gd name="connsiteY86" fmla="*/ 69921 h 237117"/>
                <a:gd name="connsiteX87" fmla="*/ 92031 w 249588"/>
                <a:gd name="connsiteY87" fmla="*/ 71254 h 237117"/>
                <a:gd name="connsiteX88" fmla="*/ 93447 w 249588"/>
                <a:gd name="connsiteY88" fmla="*/ 71088 h 237117"/>
                <a:gd name="connsiteX89" fmla="*/ 97197 w 249588"/>
                <a:gd name="connsiteY89" fmla="*/ 64588 h 237117"/>
                <a:gd name="connsiteX90" fmla="*/ 84865 w 249588"/>
                <a:gd name="connsiteY90" fmla="*/ 50089 h 237117"/>
                <a:gd name="connsiteX91" fmla="*/ 74616 w 249588"/>
                <a:gd name="connsiteY91" fmla="*/ 36674 h 237117"/>
                <a:gd name="connsiteX92" fmla="*/ 103530 w 249588"/>
                <a:gd name="connsiteY92" fmla="*/ 53422 h 237117"/>
                <a:gd name="connsiteX93" fmla="*/ 111113 w 249588"/>
                <a:gd name="connsiteY93" fmla="*/ 50339 h 237117"/>
                <a:gd name="connsiteX94" fmla="*/ 117445 w 249588"/>
                <a:gd name="connsiteY94" fmla="*/ 29341 h 237117"/>
                <a:gd name="connsiteX95" fmla="*/ 119695 w 249588"/>
                <a:gd name="connsiteY95" fmla="*/ 20925 h 237117"/>
                <a:gd name="connsiteX96" fmla="*/ 125111 w 249588"/>
                <a:gd name="connsiteY96" fmla="*/ 12593 h 237117"/>
                <a:gd name="connsiteX97" fmla="*/ 129361 w 249588"/>
                <a:gd name="connsiteY97" fmla="*/ 31841 h 237117"/>
                <a:gd name="connsiteX98" fmla="*/ 129861 w 249588"/>
                <a:gd name="connsiteY98" fmla="*/ 56172 h 237117"/>
                <a:gd name="connsiteX99" fmla="*/ 136110 w 249588"/>
                <a:gd name="connsiteY99" fmla="*/ 60922 h 237117"/>
                <a:gd name="connsiteX100" fmla="*/ 158358 w 249588"/>
                <a:gd name="connsiteY100" fmla="*/ 47756 h 237117"/>
                <a:gd name="connsiteX101" fmla="*/ 174857 w 249588"/>
                <a:gd name="connsiteY101" fmla="*/ 37924 h 237117"/>
                <a:gd name="connsiteX102" fmla="*/ 155525 w 249588"/>
                <a:gd name="connsiteY102" fmla="*/ 68921 h 237117"/>
                <a:gd name="connsiteX103" fmla="*/ 161108 w 249588"/>
                <a:gd name="connsiteY103" fmla="*/ 74504 h 237117"/>
                <a:gd name="connsiteX104" fmla="*/ 199438 w 249588"/>
                <a:gd name="connsiteY104" fmla="*/ 74921 h 237117"/>
                <a:gd name="connsiteX105" fmla="*/ 220519 w 249588"/>
                <a:gd name="connsiteY105" fmla="*/ 78087 h 237117"/>
                <a:gd name="connsiteX106" fmla="*/ 232685 w 249588"/>
                <a:gd name="connsiteY106" fmla="*/ 80003 h 237117"/>
                <a:gd name="connsiteX107" fmla="*/ 215353 w 249588"/>
                <a:gd name="connsiteY107" fmla="*/ 81753 h 237117"/>
                <a:gd name="connsiteX108" fmla="*/ 215353 w 249588"/>
                <a:gd name="connsiteY108" fmla="*/ 81753 h 237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249588" h="237117">
                  <a:moveTo>
                    <a:pt x="248100" y="76170"/>
                  </a:moveTo>
                  <a:cubicBezTo>
                    <a:pt x="239601" y="67171"/>
                    <a:pt x="220269" y="66338"/>
                    <a:pt x="208604" y="64755"/>
                  </a:cubicBezTo>
                  <a:cubicBezTo>
                    <a:pt x="195355" y="63005"/>
                    <a:pt x="182523" y="63422"/>
                    <a:pt x="169441" y="63422"/>
                  </a:cubicBezTo>
                  <a:cubicBezTo>
                    <a:pt x="172357" y="59255"/>
                    <a:pt x="176940" y="54672"/>
                    <a:pt x="178856" y="51756"/>
                  </a:cubicBezTo>
                  <a:cubicBezTo>
                    <a:pt x="183273" y="45007"/>
                    <a:pt x="188022" y="38840"/>
                    <a:pt x="190939" y="31258"/>
                  </a:cubicBezTo>
                  <a:cubicBezTo>
                    <a:pt x="192355" y="27591"/>
                    <a:pt x="188855" y="24758"/>
                    <a:pt x="185689" y="24425"/>
                  </a:cubicBezTo>
                  <a:cubicBezTo>
                    <a:pt x="178940" y="23675"/>
                    <a:pt x="171107" y="28841"/>
                    <a:pt x="165357" y="31841"/>
                  </a:cubicBezTo>
                  <a:cubicBezTo>
                    <a:pt x="156692" y="36424"/>
                    <a:pt x="148609" y="43257"/>
                    <a:pt x="139943" y="48173"/>
                  </a:cubicBezTo>
                  <a:cubicBezTo>
                    <a:pt x="140193" y="32008"/>
                    <a:pt x="138860" y="11093"/>
                    <a:pt x="126861" y="1094"/>
                  </a:cubicBezTo>
                  <a:cubicBezTo>
                    <a:pt x="125028" y="-406"/>
                    <a:pt x="123028" y="-323"/>
                    <a:pt x="121278" y="1094"/>
                  </a:cubicBezTo>
                  <a:cubicBezTo>
                    <a:pt x="111196" y="9010"/>
                    <a:pt x="107279" y="27508"/>
                    <a:pt x="103280" y="41007"/>
                  </a:cubicBezTo>
                  <a:cubicBezTo>
                    <a:pt x="92781" y="34258"/>
                    <a:pt x="82115" y="27925"/>
                    <a:pt x="69866" y="24675"/>
                  </a:cubicBezTo>
                  <a:cubicBezTo>
                    <a:pt x="67533" y="24092"/>
                    <a:pt x="64533" y="25425"/>
                    <a:pt x="64033" y="28008"/>
                  </a:cubicBezTo>
                  <a:cubicBezTo>
                    <a:pt x="61367" y="41340"/>
                    <a:pt x="77782" y="54422"/>
                    <a:pt x="86698" y="65005"/>
                  </a:cubicBezTo>
                  <a:cubicBezTo>
                    <a:pt x="83615" y="64255"/>
                    <a:pt x="80615" y="63422"/>
                    <a:pt x="77449" y="62922"/>
                  </a:cubicBezTo>
                  <a:cubicBezTo>
                    <a:pt x="69450" y="61505"/>
                    <a:pt x="61200" y="62755"/>
                    <a:pt x="53118" y="62255"/>
                  </a:cubicBezTo>
                  <a:cubicBezTo>
                    <a:pt x="37369" y="61255"/>
                    <a:pt x="21787" y="57089"/>
                    <a:pt x="6039" y="55506"/>
                  </a:cubicBezTo>
                  <a:cubicBezTo>
                    <a:pt x="1956" y="55089"/>
                    <a:pt x="1206" y="60755"/>
                    <a:pt x="4122" y="62672"/>
                  </a:cubicBezTo>
                  <a:cubicBezTo>
                    <a:pt x="14455" y="69421"/>
                    <a:pt x="22287" y="79170"/>
                    <a:pt x="33703" y="84336"/>
                  </a:cubicBezTo>
                  <a:cubicBezTo>
                    <a:pt x="43785" y="88919"/>
                    <a:pt x="54534" y="90919"/>
                    <a:pt x="65283" y="92919"/>
                  </a:cubicBezTo>
                  <a:cubicBezTo>
                    <a:pt x="62533" y="94086"/>
                    <a:pt x="59784" y="95335"/>
                    <a:pt x="57201" y="96669"/>
                  </a:cubicBezTo>
                  <a:cubicBezTo>
                    <a:pt x="48035" y="101418"/>
                    <a:pt x="39119" y="107251"/>
                    <a:pt x="31453" y="114167"/>
                  </a:cubicBezTo>
                  <a:cubicBezTo>
                    <a:pt x="23537" y="121250"/>
                    <a:pt x="14954" y="129166"/>
                    <a:pt x="9205" y="138165"/>
                  </a:cubicBezTo>
                  <a:cubicBezTo>
                    <a:pt x="5539" y="143914"/>
                    <a:pt x="-544" y="152747"/>
                    <a:pt x="39" y="159830"/>
                  </a:cubicBezTo>
                  <a:cubicBezTo>
                    <a:pt x="372" y="163663"/>
                    <a:pt x="3955" y="165746"/>
                    <a:pt x="7455" y="164079"/>
                  </a:cubicBezTo>
                  <a:cubicBezTo>
                    <a:pt x="20537" y="157746"/>
                    <a:pt x="32453" y="149164"/>
                    <a:pt x="45618" y="142664"/>
                  </a:cubicBezTo>
                  <a:cubicBezTo>
                    <a:pt x="56117" y="137498"/>
                    <a:pt x="66783" y="132915"/>
                    <a:pt x="77782" y="129166"/>
                  </a:cubicBezTo>
                  <a:cubicBezTo>
                    <a:pt x="67200" y="141248"/>
                    <a:pt x="59700" y="155997"/>
                    <a:pt x="53368" y="171079"/>
                  </a:cubicBezTo>
                  <a:cubicBezTo>
                    <a:pt x="47285" y="185577"/>
                    <a:pt x="33036" y="218074"/>
                    <a:pt x="44618" y="232906"/>
                  </a:cubicBezTo>
                  <a:cubicBezTo>
                    <a:pt x="56617" y="248405"/>
                    <a:pt x="72283" y="216658"/>
                    <a:pt x="76449" y="209575"/>
                  </a:cubicBezTo>
                  <a:cubicBezTo>
                    <a:pt x="84698" y="195826"/>
                    <a:pt x="93114" y="182244"/>
                    <a:pt x="101530" y="168579"/>
                  </a:cubicBezTo>
                  <a:cubicBezTo>
                    <a:pt x="107113" y="159496"/>
                    <a:pt x="112696" y="146664"/>
                    <a:pt x="120112" y="137582"/>
                  </a:cubicBezTo>
                  <a:cubicBezTo>
                    <a:pt x="120195" y="141331"/>
                    <a:pt x="119528" y="145498"/>
                    <a:pt x="119862" y="148497"/>
                  </a:cubicBezTo>
                  <a:cubicBezTo>
                    <a:pt x="120612" y="155413"/>
                    <a:pt x="122278" y="162163"/>
                    <a:pt x="123945" y="168912"/>
                  </a:cubicBezTo>
                  <a:cubicBezTo>
                    <a:pt x="125361" y="174828"/>
                    <a:pt x="126778" y="180744"/>
                    <a:pt x="128278" y="186661"/>
                  </a:cubicBezTo>
                  <a:cubicBezTo>
                    <a:pt x="131361" y="198493"/>
                    <a:pt x="134777" y="218658"/>
                    <a:pt x="145109" y="226740"/>
                  </a:cubicBezTo>
                  <a:cubicBezTo>
                    <a:pt x="160858" y="239072"/>
                    <a:pt x="164274" y="207742"/>
                    <a:pt x="165357" y="199409"/>
                  </a:cubicBezTo>
                  <a:cubicBezTo>
                    <a:pt x="167274" y="185244"/>
                    <a:pt x="166774" y="171162"/>
                    <a:pt x="165607" y="156996"/>
                  </a:cubicBezTo>
                  <a:cubicBezTo>
                    <a:pt x="164858" y="147747"/>
                    <a:pt x="161775" y="139331"/>
                    <a:pt x="159691" y="130666"/>
                  </a:cubicBezTo>
                  <a:cubicBezTo>
                    <a:pt x="176273" y="134665"/>
                    <a:pt x="193355" y="142498"/>
                    <a:pt x="207604" y="151080"/>
                  </a:cubicBezTo>
                  <a:cubicBezTo>
                    <a:pt x="215936" y="156080"/>
                    <a:pt x="224269" y="162663"/>
                    <a:pt x="229935" y="170745"/>
                  </a:cubicBezTo>
                  <a:cubicBezTo>
                    <a:pt x="232518" y="174412"/>
                    <a:pt x="233101" y="177828"/>
                    <a:pt x="237851" y="178578"/>
                  </a:cubicBezTo>
                  <a:cubicBezTo>
                    <a:pt x="241767" y="179161"/>
                    <a:pt x="244517" y="176495"/>
                    <a:pt x="243934" y="172495"/>
                  </a:cubicBezTo>
                  <a:cubicBezTo>
                    <a:pt x="241101" y="154913"/>
                    <a:pt x="229352" y="139081"/>
                    <a:pt x="217270" y="126583"/>
                  </a:cubicBezTo>
                  <a:cubicBezTo>
                    <a:pt x="211270" y="120416"/>
                    <a:pt x="204771" y="114500"/>
                    <a:pt x="197688" y="109667"/>
                  </a:cubicBezTo>
                  <a:cubicBezTo>
                    <a:pt x="193105" y="106501"/>
                    <a:pt x="183273" y="103918"/>
                    <a:pt x="177523" y="100168"/>
                  </a:cubicBezTo>
                  <a:cubicBezTo>
                    <a:pt x="189855" y="93086"/>
                    <a:pt x="208937" y="92252"/>
                    <a:pt x="221686" y="90586"/>
                  </a:cubicBezTo>
                  <a:cubicBezTo>
                    <a:pt x="230352" y="89419"/>
                    <a:pt x="244517" y="90836"/>
                    <a:pt x="248934" y="82253"/>
                  </a:cubicBezTo>
                  <a:cubicBezTo>
                    <a:pt x="250017" y="80337"/>
                    <a:pt x="249767" y="77920"/>
                    <a:pt x="248100" y="76170"/>
                  </a:cubicBezTo>
                  <a:lnTo>
                    <a:pt x="248100" y="76170"/>
                  </a:lnTo>
                  <a:close/>
                  <a:moveTo>
                    <a:pt x="215353" y="81753"/>
                  </a:moveTo>
                  <a:cubicBezTo>
                    <a:pt x="207604" y="82836"/>
                    <a:pt x="200021" y="84003"/>
                    <a:pt x="192355" y="85670"/>
                  </a:cubicBezTo>
                  <a:cubicBezTo>
                    <a:pt x="182773" y="87753"/>
                    <a:pt x="173773" y="90003"/>
                    <a:pt x="166108" y="96335"/>
                  </a:cubicBezTo>
                  <a:cubicBezTo>
                    <a:pt x="164524" y="97669"/>
                    <a:pt x="164191" y="100752"/>
                    <a:pt x="165357" y="102418"/>
                  </a:cubicBezTo>
                  <a:cubicBezTo>
                    <a:pt x="167607" y="105668"/>
                    <a:pt x="169607" y="106668"/>
                    <a:pt x="173024" y="108418"/>
                  </a:cubicBezTo>
                  <a:cubicBezTo>
                    <a:pt x="183023" y="113667"/>
                    <a:pt x="192355" y="118083"/>
                    <a:pt x="201104" y="125583"/>
                  </a:cubicBezTo>
                  <a:cubicBezTo>
                    <a:pt x="209603" y="132832"/>
                    <a:pt x="218186" y="141665"/>
                    <a:pt x="224602" y="151580"/>
                  </a:cubicBezTo>
                  <a:cubicBezTo>
                    <a:pt x="219436" y="147331"/>
                    <a:pt x="213770" y="143748"/>
                    <a:pt x="207937" y="140581"/>
                  </a:cubicBezTo>
                  <a:cubicBezTo>
                    <a:pt x="191855" y="131999"/>
                    <a:pt x="173024" y="123500"/>
                    <a:pt x="154942" y="120416"/>
                  </a:cubicBezTo>
                  <a:cubicBezTo>
                    <a:pt x="151109" y="119750"/>
                    <a:pt x="148692" y="122500"/>
                    <a:pt x="149192" y="126166"/>
                  </a:cubicBezTo>
                  <a:cubicBezTo>
                    <a:pt x="150276" y="134082"/>
                    <a:pt x="154025" y="141665"/>
                    <a:pt x="155192" y="149830"/>
                  </a:cubicBezTo>
                  <a:cubicBezTo>
                    <a:pt x="156775" y="161079"/>
                    <a:pt x="157275" y="172995"/>
                    <a:pt x="156858" y="184411"/>
                  </a:cubicBezTo>
                  <a:cubicBezTo>
                    <a:pt x="156608" y="192577"/>
                    <a:pt x="155442" y="200659"/>
                    <a:pt x="153942" y="208742"/>
                  </a:cubicBezTo>
                  <a:lnTo>
                    <a:pt x="152775" y="214491"/>
                  </a:lnTo>
                  <a:cubicBezTo>
                    <a:pt x="152942" y="219991"/>
                    <a:pt x="152026" y="221074"/>
                    <a:pt x="150026" y="217741"/>
                  </a:cubicBezTo>
                  <a:cubicBezTo>
                    <a:pt x="146526" y="215741"/>
                    <a:pt x="144193" y="205825"/>
                    <a:pt x="142860" y="202326"/>
                  </a:cubicBezTo>
                  <a:cubicBezTo>
                    <a:pt x="139527" y="193077"/>
                    <a:pt x="137027" y="183494"/>
                    <a:pt x="134610" y="173912"/>
                  </a:cubicBezTo>
                  <a:cubicBezTo>
                    <a:pt x="132277" y="164829"/>
                    <a:pt x="129111" y="155497"/>
                    <a:pt x="128444" y="145997"/>
                  </a:cubicBezTo>
                  <a:cubicBezTo>
                    <a:pt x="127944" y="139081"/>
                    <a:pt x="130444" y="132665"/>
                    <a:pt x="126611" y="126499"/>
                  </a:cubicBezTo>
                  <a:cubicBezTo>
                    <a:pt x="125361" y="124583"/>
                    <a:pt x="122362" y="123333"/>
                    <a:pt x="120278" y="124833"/>
                  </a:cubicBezTo>
                  <a:cubicBezTo>
                    <a:pt x="108946" y="133249"/>
                    <a:pt x="102030" y="149497"/>
                    <a:pt x="94531" y="161163"/>
                  </a:cubicBezTo>
                  <a:cubicBezTo>
                    <a:pt x="82365" y="180244"/>
                    <a:pt x="67283" y="199076"/>
                    <a:pt x="56701" y="218991"/>
                  </a:cubicBezTo>
                  <a:cubicBezTo>
                    <a:pt x="54534" y="223074"/>
                    <a:pt x="56284" y="227574"/>
                    <a:pt x="53784" y="221907"/>
                  </a:cubicBezTo>
                  <a:cubicBezTo>
                    <a:pt x="51618" y="216908"/>
                    <a:pt x="54451" y="209825"/>
                    <a:pt x="55451" y="204576"/>
                  </a:cubicBezTo>
                  <a:cubicBezTo>
                    <a:pt x="57451" y="194743"/>
                    <a:pt x="60284" y="184911"/>
                    <a:pt x="63867" y="175495"/>
                  </a:cubicBezTo>
                  <a:cubicBezTo>
                    <a:pt x="71283" y="156163"/>
                    <a:pt x="81365" y="135748"/>
                    <a:pt x="98114" y="122916"/>
                  </a:cubicBezTo>
                  <a:cubicBezTo>
                    <a:pt x="101863" y="120083"/>
                    <a:pt x="99947" y="112917"/>
                    <a:pt x="94614" y="114584"/>
                  </a:cubicBezTo>
                  <a:cubicBezTo>
                    <a:pt x="77949" y="119750"/>
                    <a:pt x="61950" y="125499"/>
                    <a:pt x="46118" y="132832"/>
                  </a:cubicBezTo>
                  <a:cubicBezTo>
                    <a:pt x="34786" y="138082"/>
                    <a:pt x="24037" y="144498"/>
                    <a:pt x="13038" y="150330"/>
                  </a:cubicBezTo>
                  <a:cubicBezTo>
                    <a:pt x="16538" y="144248"/>
                    <a:pt x="22120" y="137832"/>
                    <a:pt x="24704" y="135082"/>
                  </a:cubicBezTo>
                  <a:cubicBezTo>
                    <a:pt x="32536" y="126749"/>
                    <a:pt x="40619" y="118917"/>
                    <a:pt x="50285" y="112667"/>
                  </a:cubicBezTo>
                  <a:cubicBezTo>
                    <a:pt x="58284" y="107501"/>
                    <a:pt x="66783" y="102668"/>
                    <a:pt x="76032" y="100502"/>
                  </a:cubicBezTo>
                  <a:cubicBezTo>
                    <a:pt x="81532" y="99252"/>
                    <a:pt x="85281" y="99168"/>
                    <a:pt x="88864" y="94419"/>
                  </a:cubicBezTo>
                  <a:cubicBezTo>
                    <a:pt x="90781" y="91836"/>
                    <a:pt x="88781" y="87503"/>
                    <a:pt x="85781" y="86919"/>
                  </a:cubicBezTo>
                  <a:cubicBezTo>
                    <a:pt x="70616" y="83836"/>
                    <a:pt x="54701" y="84003"/>
                    <a:pt x="39952" y="79004"/>
                  </a:cubicBezTo>
                  <a:cubicBezTo>
                    <a:pt x="30536" y="75837"/>
                    <a:pt x="24454" y="70338"/>
                    <a:pt x="18121" y="64588"/>
                  </a:cubicBezTo>
                  <a:cubicBezTo>
                    <a:pt x="41535" y="67671"/>
                    <a:pt x="65033" y="72004"/>
                    <a:pt x="88698" y="69921"/>
                  </a:cubicBezTo>
                  <a:cubicBezTo>
                    <a:pt x="89364" y="70838"/>
                    <a:pt x="90448" y="71421"/>
                    <a:pt x="92031" y="71254"/>
                  </a:cubicBezTo>
                  <a:cubicBezTo>
                    <a:pt x="92531" y="71171"/>
                    <a:pt x="92947" y="71171"/>
                    <a:pt x="93447" y="71088"/>
                  </a:cubicBezTo>
                  <a:cubicBezTo>
                    <a:pt x="96447" y="70838"/>
                    <a:pt x="99197" y="67505"/>
                    <a:pt x="97197" y="64588"/>
                  </a:cubicBezTo>
                  <a:cubicBezTo>
                    <a:pt x="93614" y="59422"/>
                    <a:pt x="88781" y="55089"/>
                    <a:pt x="84865" y="50089"/>
                  </a:cubicBezTo>
                  <a:cubicBezTo>
                    <a:pt x="82865" y="47506"/>
                    <a:pt x="77365" y="41757"/>
                    <a:pt x="74616" y="36674"/>
                  </a:cubicBezTo>
                  <a:cubicBezTo>
                    <a:pt x="84865" y="41174"/>
                    <a:pt x="94114" y="47423"/>
                    <a:pt x="103530" y="53422"/>
                  </a:cubicBezTo>
                  <a:cubicBezTo>
                    <a:pt x="106446" y="55256"/>
                    <a:pt x="110113" y="53422"/>
                    <a:pt x="111113" y="50339"/>
                  </a:cubicBezTo>
                  <a:cubicBezTo>
                    <a:pt x="113362" y="43340"/>
                    <a:pt x="115529" y="36341"/>
                    <a:pt x="117445" y="29341"/>
                  </a:cubicBezTo>
                  <a:cubicBezTo>
                    <a:pt x="118195" y="26508"/>
                    <a:pt x="118862" y="23675"/>
                    <a:pt x="119695" y="20925"/>
                  </a:cubicBezTo>
                  <a:cubicBezTo>
                    <a:pt x="120862" y="17009"/>
                    <a:pt x="120528" y="9010"/>
                    <a:pt x="125111" y="12593"/>
                  </a:cubicBezTo>
                  <a:cubicBezTo>
                    <a:pt x="129777" y="16176"/>
                    <a:pt x="128778" y="26425"/>
                    <a:pt x="129361" y="31841"/>
                  </a:cubicBezTo>
                  <a:cubicBezTo>
                    <a:pt x="130277" y="40257"/>
                    <a:pt x="130361" y="47756"/>
                    <a:pt x="129861" y="56172"/>
                  </a:cubicBezTo>
                  <a:cubicBezTo>
                    <a:pt x="129694" y="59172"/>
                    <a:pt x="133194" y="62088"/>
                    <a:pt x="136110" y="60922"/>
                  </a:cubicBezTo>
                  <a:cubicBezTo>
                    <a:pt x="144193" y="57755"/>
                    <a:pt x="150942" y="52173"/>
                    <a:pt x="158358" y="47756"/>
                  </a:cubicBezTo>
                  <a:cubicBezTo>
                    <a:pt x="162358" y="45340"/>
                    <a:pt x="168691" y="40840"/>
                    <a:pt x="174857" y="37924"/>
                  </a:cubicBezTo>
                  <a:cubicBezTo>
                    <a:pt x="167441" y="48090"/>
                    <a:pt x="156858" y="57339"/>
                    <a:pt x="155525" y="68921"/>
                  </a:cubicBezTo>
                  <a:cubicBezTo>
                    <a:pt x="155192" y="72004"/>
                    <a:pt x="158358" y="74504"/>
                    <a:pt x="161108" y="74504"/>
                  </a:cubicBezTo>
                  <a:cubicBezTo>
                    <a:pt x="174023" y="74754"/>
                    <a:pt x="186522" y="73587"/>
                    <a:pt x="199438" y="74921"/>
                  </a:cubicBezTo>
                  <a:cubicBezTo>
                    <a:pt x="206520" y="75671"/>
                    <a:pt x="213520" y="76670"/>
                    <a:pt x="220519" y="78087"/>
                  </a:cubicBezTo>
                  <a:cubicBezTo>
                    <a:pt x="223352" y="78670"/>
                    <a:pt x="228268" y="79087"/>
                    <a:pt x="232685" y="80003"/>
                  </a:cubicBezTo>
                  <a:cubicBezTo>
                    <a:pt x="226269" y="81253"/>
                    <a:pt x="217520" y="81503"/>
                    <a:pt x="215353" y="81753"/>
                  </a:cubicBezTo>
                  <a:lnTo>
                    <a:pt x="215353" y="81753"/>
                  </a:lnTo>
                  <a:close/>
                </a:path>
              </a:pathLst>
            </a:custGeom>
            <a:grpFill/>
            <a:ln w="8332" cap="flat">
              <a:noFill/>
              <a:prstDash val="solid"/>
              <a:miter/>
            </a:ln>
          </p:spPr>
          <p:txBody>
            <a:bodyPr rtlCol="0" anchor="ctr"/>
            <a:lstStyle/>
            <a:p>
              <a:endParaRPr lang="en-US"/>
            </a:p>
          </p:txBody>
        </p:sp>
        <p:sp>
          <p:nvSpPr>
            <p:cNvPr id="1450" name="Freeform: Shape 1449"/>
            <p:cNvSpPr/>
            <p:nvPr/>
          </p:nvSpPr>
          <p:spPr>
            <a:xfrm>
              <a:off x="1128504" y="1978890"/>
              <a:ext cx="414962" cy="401130"/>
            </a:xfrm>
            <a:custGeom>
              <a:avLst/>
              <a:gdLst>
                <a:gd name="connsiteX0" fmla="*/ 412545 w 414962"/>
                <a:gd name="connsiteY0" fmla="*/ 182009 h 401130"/>
                <a:gd name="connsiteX1" fmla="*/ 330886 w 414962"/>
                <a:gd name="connsiteY1" fmla="*/ 40939 h 401130"/>
                <a:gd name="connsiteX2" fmla="*/ 181649 w 414962"/>
                <a:gd name="connsiteY2" fmla="*/ 2109 h 401130"/>
                <a:gd name="connsiteX3" fmla="*/ 97823 w 414962"/>
                <a:gd name="connsiteY3" fmla="*/ 34106 h 401130"/>
                <a:gd name="connsiteX4" fmla="*/ 40162 w 414962"/>
                <a:gd name="connsiteY4" fmla="*/ 87684 h 401130"/>
                <a:gd name="connsiteX5" fmla="*/ 5332 w 414962"/>
                <a:gd name="connsiteY5" fmla="*/ 255836 h 401130"/>
                <a:gd name="connsiteX6" fmla="*/ 239727 w 414962"/>
                <a:gd name="connsiteY6" fmla="*/ 400240 h 401130"/>
                <a:gd name="connsiteX7" fmla="*/ 372299 w 414962"/>
                <a:gd name="connsiteY7" fmla="*/ 330329 h 401130"/>
                <a:gd name="connsiteX8" fmla="*/ 408795 w 414962"/>
                <a:gd name="connsiteY8" fmla="*/ 260669 h 401130"/>
                <a:gd name="connsiteX9" fmla="*/ 412545 w 414962"/>
                <a:gd name="connsiteY9" fmla="*/ 182009 h 401130"/>
                <a:gd name="connsiteX10" fmla="*/ 412545 w 414962"/>
                <a:gd name="connsiteY10" fmla="*/ 182009 h 401130"/>
                <a:gd name="connsiteX11" fmla="*/ 380548 w 414962"/>
                <a:gd name="connsiteY11" fmla="*/ 290416 h 401130"/>
                <a:gd name="connsiteX12" fmla="*/ 272058 w 414962"/>
                <a:gd name="connsiteY12" fmla="*/ 380325 h 401130"/>
                <a:gd name="connsiteX13" fmla="*/ 19664 w 414962"/>
                <a:gd name="connsiteY13" fmla="*/ 260086 h 401130"/>
                <a:gd name="connsiteX14" fmla="*/ 48328 w 414962"/>
                <a:gd name="connsiteY14" fmla="*/ 102183 h 401130"/>
                <a:gd name="connsiteX15" fmla="*/ 187065 w 414962"/>
                <a:gd name="connsiteY15" fmla="*/ 15441 h 401130"/>
                <a:gd name="connsiteX16" fmla="*/ 187482 w 414962"/>
                <a:gd name="connsiteY16" fmla="*/ 15274 h 401130"/>
                <a:gd name="connsiteX17" fmla="*/ 292889 w 414962"/>
                <a:gd name="connsiteY17" fmla="*/ 32773 h 401130"/>
                <a:gd name="connsiteX18" fmla="*/ 385214 w 414962"/>
                <a:gd name="connsiteY18" fmla="*/ 140096 h 401130"/>
                <a:gd name="connsiteX19" fmla="*/ 380548 w 414962"/>
                <a:gd name="connsiteY19" fmla="*/ 290416 h 401130"/>
                <a:gd name="connsiteX20" fmla="*/ 380548 w 414962"/>
                <a:gd name="connsiteY20" fmla="*/ 290416 h 401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14962" h="401130">
                  <a:moveTo>
                    <a:pt x="412545" y="182009"/>
                  </a:moveTo>
                  <a:cubicBezTo>
                    <a:pt x="405296" y="128264"/>
                    <a:pt x="372465" y="75519"/>
                    <a:pt x="330886" y="40939"/>
                  </a:cubicBezTo>
                  <a:cubicBezTo>
                    <a:pt x="288723" y="5942"/>
                    <a:pt x="235394" y="-5141"/>
                    <a:pt x="181649" y="2109"/>
                  </a:cubicBezTo>
                  <a:cubicBezTo>
                    <a:pt x="151402" y="6192"/>
                    <a:pt x="122488" y="15774"/>
                    <a:pt x="97823" y="34106"/>
                  </a:cubicBezTo>
                  <a:cubicBezTo>
                    <a:pt x="77159" y="49438"/>
                    <a:pt x="55327" y="66770"/>
                    <a:pt x="40162" y="87684"/>
                  </a:cubicBezTo>
                  <a:cubicBezTo>
                    <a:pt x="5332" y="135847"/>
                    <a:pt x="-8584" y="198091"/>
                    <a:pt x="5332" y="255836"/>
                  </a:cubicBezTo>
                  <a:cubicBezTo>
                    <a:pt x="27746" y="354994"/>
                    <a:pt x="144069" y="408822"/>
                    <a:pt x="239727" y="400240"/>
                  </a:cubicBezTo>
                  <a:cubicBezTo>
                    <a:pt x="292389" y="395573"/>
                    <a:pt x="339718" y="372325"/>
                    <a:pt x="372299" y="330329"/>
                  </a:cubicBezTo>
                  <a:cubicBezTo>
                    <a:pt x="388797" y="309081"/>
                    <a:pt x="401213" y="286417"/>
                    <a:pt x="408795" y="260669"/>
                  </a:cubicBezTo>
                  <a:cubicBezTo>
                    <a:pt x="416378" y="234754"/>
                    <a:pt x="416128" y="208507"/>
                    <a:pt x="412545" y="182009"/>
                  </a:cubicBezTo>
                  <a:lnTo>
                    <a:pt x="412545" y="182009"/>
                  </a:lnTo>
                  <a:close/>
                  <a:moveTo>
                    <a:pt x="380548" y="290416"/>
                  </a:moveTo>
                  <a:cubicBezTo>
                    <a:pt x="357467" y="333496"/>
                    <a:pt x="320220" y="367993"/>
                    <a:pt x="272058" y="380325"/>
                  </a:cubicBezTo>
                  <a:cubicBezTo>
                    <a:pt x="176233" y="404906"/>
                    <a:pt x="50828" y="361576"/>
                    <a:pt x="19664" y="260086"/>
                  </a:cubicBezTo>
                  <a:cubicBezTo>
                    <a:pt x="3832" y="208673"/>
                    <a:pt x="17831" y="145263"/>
                    <a:pt x="48328" y="102183"/>
                  </a:cubicBezTo>
                  <a:cubicBezTo>
                    <a:pt x="82408" y="54104"/>
                    <a:pt x="130820" y="29106"/>
                    <a:pt x="187065" y="15441"/>
                  </a:cubicBezTo>
                  <a:cubicBezTo>
                    <a:pt x="187232" y="15358"/>
                    <a:pt x="187399" y="15358"/>
                    <a:pt x="187482" y="15274"/>
                  </a:cubicBezTo>
                  <a:cubicBezTo>
                    <a:pt x="223645" y="11108"/>
                    <a:pt x="261975" y="15941"/>
                    <a:pt x="292889" y="32773"/>
                  </a:cubicBezTo>
                  <a:cubicBezTo>
                    <a:pt x="334302" y="55437"/>
                    <a:pt x="366299" y="97600"/>
                    <a:pt x="385214" y="140096"/>
                  </a:cubicBezTo>
                  <a:cubicBezTo>
                    <a:pt x="405962" y="187009"/>
                    <a:pt x="404962" y="245337"/>
                    <a:pt x="380548" y="290416"/>
                  </a:cubicBezTo>
                  <a:lnTo>
                    <a:pt x="380548" y="290416"/>
                  </a:lnTo>
                  <a:close/>
                </a:path>
              </a:pathLst>
            </a:custGeom>
            <a:grpFill/>
            <a:ln w="8332" cap="flat">
              <a:noFill/>
              <a:prstDash val="solid"/>
              <a:miter/>
            </a:ln>
          </p:spPr>
          <p:txBody>
            <a:bodyPr rtlCol="0" anchor="ctr"/>
            <a:lstStyle/>
            <a:p>
              <a:endParaRPr lang="en-US"/>
            </a:p>
          </p:txBody>
        </p:sp>
        <p:sp>
          <p:nvSpPr>
            <p:cNvPr id="1451" name="Freeform: Shape 1450"/>
            <p:cNvSpPr/>
            <p:nvPr/>
          </p:nvSpPr>
          <p:spPr>
            <a:xfrm>
              <a:off x="1316304" y="2057960"/>
              <a:ext cx="46269" cy="55259"/>
            </a:xfrm>
            <a:custGeom>
              <a:avLst/>
              <a:gdLst>
                <a:gd name="connsiteX0" fmla="*/ 45761 w 46269"/>
                <a:gd name="connsiteY0" fmla="*/ 37028 h 55259"/>
                <a:gd name="connsiteX1" fmla="*/ 25346 w 46269"/>
                <a:gd name="connsiteY1" fmla="*/ 7114 h 55259"/>
                <a:gd name="connsiteX2" fmla="*/ 10514 w 46269"/>
                <a:gd name="connsiteY2" fmla="*/ 1698 h 55259"/>
                <a:gd name="connsiteX3" fmla="*/ 15 w 46269"/>
                <a:gd name="connsiteY3" fmla="*/ 28445 h 55259"/>
                <a:gd name="connsiteX4" fmla="*/ 12681 w 46269"/>
                <a:gd name="connsiteY4" fmla="*/ 54860 h 55259"/>
                <a:gd name="connsiteX5" fmla="*/ 17013 w 46269"/>
                <a:gd name="connsiteY5" fmla="*/ 50527 h 55259"/>
                <a:gd name="connsiteX6" fmla="*/ 11431 w 46269"/>
                <a:gd name="connsiteY6" fmla="*/ 28445 h 55259"/>
                <a:gd name="connsiteX7" fmla="*/ 13514 w 46269"/>
                <a:gd name="connsiteY7" fmla="*/ 15363 h 55259"/>
                <a:gd name="connsiteX8" fmla="*/ 15014 w 46269"/>
                <a:gd name="connsiteY8" fmla="*/ 10530 h 55259"/>
                <a:gd name="connsiteX9" fmla="*/ 19347 w 46269"/>
                <a:gd name="connsiteY9" fmla="*/ 11947 h 55259"/>
                <a:gd name="connsiteX10" fmla="*/ 29512 w 46269"/>
                <a:gd name="connsiteY10" fmla="*/ 28445 h 55259"/>
                <a:gd name="connsiteX11" fmla="*/ 41011 w 46269"/>
                <a:gd name="connsiteY11" fmla="*/ 41861 h 55259"/>
                <a:gd name="connsiteX12" fmla="*/ 45761 w 46269"/>
                <a:gd name="connsiteY12" fmla="*/ 37028 h 55259"/>
                <a:gd name="connsiteX13" fmla="*/ 45761 w 46269"/>
                <a:gd name="connsiteY13" fmla="*/ 37028 h 55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6269" h="55259">
                  <a:moveTo>
                    <a:pt x="45761" y="37028"/>
                  </a:moveTo>
                  <a:cubicBezTo>
                    <a:pt x="38761" y="27196"/>
                    <a:pt x="32262" y="16946"/>
                    <a:pt x="25346" y="7114"/>
                  </a:cubicBezTo>
                  <a:cubicBezTo>
                    <a:pt x="21846" y="2114"/>
                    <a:pt x="16514" y="-2635"/>
                    <a:pt x="10514" y="1698"/>
                  </a:cubicBezTo>
                  <a:cubicBezTo>
                    <a:pt x="3598" y="6697"/>
                    <a:pt x="182" y="20613"/>
                    <a:pt x="15" y="28445"/>
                  </a:cubicBezTo>
                  <a:cubicBezTo>
                    <a:pt x="-235" y="39611"/>
                    <a:pt x="2598" y="49693"/>
                    <a:pt x="12681" y="54860"/>
                  </a:cubicBezTo>
                  <a:cubicBezTo>
                    <a:pt x="15680" y="56360"/>
                    <a:pt x="18263" y="53360"/>
                    <a:pt x="17013" y="50527"/>
                  </a:cubicBezTo>
                  <a:cubicBezTo>
                    <a:pt x="14014" y="43611"/>
                    <a:pt x="11931" y="36028"/>
                    <a:pt x="11431" y="28445"/>
                  </a:cubicBezTo>
                  <a:cubicBezTo>
                    <a:pt x="11097" y="23946"/>
                    <a:pt x="12264" y="19613"/>
                    <a:pt x="13514" y="15363"/>
                  </a:cubicBezTo>
                  <a:cubicBezTo>
                    <a:pt x="14014" y="13697"/>
                    <a:pt x="14514" y="12114"/>
                    <a:pt x="15014" y="10530"/>
                  </a:cubicBezTo>
                  <a:cubicBezTo>
                    <a:pt x="16930" y="8280"/>
                    <a:pt x="18430" y="8780"/>
                    <a:pt x="19347" y="11947"/>
                  </a:cubicBezTo>
                  <a:cubicBezTo>
                    <a:pt x="23679" y="16030"/>
                    <a:pt x="26263" y="23529"/>
                    <a:pt x="29512" y="28445"/>
                  </a:cubicBezTo>
                  <a:cubicBezTo>
                    <a:pt x="32845" y="33445"/>
                    <a:pt x="36178" y="38194"/>
                    <a:pt x="41011" y="41861"/>
                  </a:cubicBezTo>
                  <a:cubicBezTo>
                    <a:pt x="43761" y="43944"/>
                    <a:pt x="47677" y="39861"/>
                    <a:pt x="45761" y="37028"/>
                  </a:cubicBezTo>
                  <a:lnTo>
                    <a:pt x="45761" y="37028"/>
                  </a:lnTo>
                  <a:close/>
                </a:path>
              </a:pathLst>
            </a:custGeom>
            <a:grpFill/>
            <a:ln w="8332" cap="flat">
              <a:noFill/>
              <a:prstDash val="solid"/>
              <a:miter/>
            </a:ln>
          </p:spPr>
          <p:txBody>
            <a:bodyPr rtlCol="0" anchor="ctr"/>
            <a:lstStyle/>
            <a:p>
              <a:endParaRPr lang="en-US"/>
            </a:p>
          </p:txBody>
        </p:sp>
        <p:sp>
          <p:nvSpPr>
            <p:cNvPr id="1452" name="Freeform: Shape 1451"/>
            <p:cNvSpPr/>
            <p:nvPr/>
          </p:nvSpPr>
          <p:spPr>
            <a:xfrm>
              <a:off x="1215789" y="2000319"/>
              <a:ext cx="249564" cy="237200"/>
            </a:xfrm>
            <a:custGeom>
              <a:avLst/>
              <a:gdLst>
                <a:gd name="connsiteX0" fmla="*/ 248100 w 249564"/>
                <a:gd name="connsiteY0" fmla="*/ 76170 h 237200"/>
                <a:gd name="connsiteX1" fmla="*/ 208604 w 249564"/>
                <a:gd name="connsiteY1" fmla="*/ 64755 h 237200"/>
                <a:gd name="connsiteX2" fmla="*/ 169441 w 249564"/>
                <a:gd name="connsiteY2" fmla="*/ 63422 h 237200"/>
                <a:gd name="connsiteX3" fmla="*/ 178856 w 249564"/>
                <a:gd name="connsiteY3" fmla="*/ 51756 h 237200"/>
                <a:gd name="connsiteX4" fmla="*/ 190939 w 249564"/>
                <a:gd name="connsiteY4" fmla="*/ 31258 h 237200"/>
                <a:gd name="connsiteX5" fmla="*/ 185689 w 249564"/>
                <a:gd name="connsiteY5" fmla="*/ 24425 h 237200"/>
                <a:gd name="connsiteX6" fmla="*/ 165357 w 249564"/>
                <a:gd name="connsiteY6" fmla="*/ 31841 h 237200"/>
                <a:gd name="connsiteX7" fmla="*/ 139943 w 249564"/>
                <a:gd name="connsiteY7" fmla="*/ 48173 h 237200"/>
                <a:gd name="connsiteX8" fmla="*/ 126861 w 249564"/>
                <a:gd name="connsiteY8" fmla="*/ 1094 h 237200"/>
                <a:gd name="connsiteX9" fmla="*/ 121278 w 249564"/>
                <a:gd name="connsiteY9" fmla="*/ 1094 h 237200"/>
                <a:gd name="connsiteX10" fmla="*/ 103280 w 249564"/>
                <a:gd name="connsiteY10" fmla="*/ 41007 h 237200"/>
                <a:gd name="connsiteX11" fmla="*/ 69866 w 249564"/>
                <a:gd name="connsiteY11" fmla="*/ 24675 h 237200"/>
                <a:gd name="connsiteX12" fmla="*/ 64033 w 249564"/>
                <a:gd name="connsiteY12" fmla="*/ 28008 h 237200"/>
                <a:gd name="connsiteX13" fmla="*/ 86698 w 249564"/>
                <a:gd name="connsiteY13" fmla="*/ 65005 h 237200"/>
                <a:gd name="connsiteX14" fmla="*/ 77449 w 249564"/>
                <a:gd name="connsiteY14" fmla="*/ 62922 h 237200"/>
                <a:gd name="connsiteX15" fmla="*/ 53118 w 249564"/>
                <a:gd name="connsiteY15" fmla="*/ 62255 h 237200"/>
                <a:gd name="connsiteX16" fmla="*/ 6039 w 249564"/>
                <a:gd name="connsiteY16" fmla="*/ 55506 h 237200"/>
                <a:gd name="connsiteX17" fmla="*/ 4122 w 249564"/>
                <a:gd name="connsiteY17" fmla="*/ 62672 h 237200"/>
                <a:gd name="connsiteX18" fmla="*/ 33703 w 249564"/>
                <a:gd name="connsiteY18" fmla="*/ 84336 h 237200"/>
                <a:gd name="connsiteX19" fmla="*/ 65283 w 249564"/>
                <a:gd name="connsiteY19" fmla="*/ 92919 h 237200"/>
                <a:gd name="connsiteX20" fmla="*/ 57201 w 249564"/>
                <a:gd name="connsiteY20" fmla="*/ 96669 h 237200"/>
                <a:gd name="connsiteX21" fmla="*/ 31453 w 249564"/>
                <a:gd name="connsiteY21" fmla="*/ 114167 h 237200"/>
                <a:gd name="connsiteX22" fmla="*/ 9205 w 249564"/>
                <a:gd name="connsiteY22" fmla="*/ 138165 h 237200"/>
                <a:gd name="connsiteX23" fmla="*/ 39 w 249564"/>
                <a:gd name="connsiteY23" fmla="*/ 159830 h 237200"/>
                <a:gd name="connsiteX24" fmla="*/ 7455 w 249564"/>
                <a:gd name="connsiteY24" fmla="*/ 164079 h 237200"/>
                <a:gd name="connsiteX25" fmla="*/ 45618 w 249564"/>
                <a:gd name="connsiteY25" fmla="*/ 142665 h 237200"/>
                <a:gd name="connsiteX26" fmla="*/ 77782 w 249564"/>
                <a:gd name="connsiteY26" fmla="*/ 129166 h 237200"/>
                <a:gd name="connsiteX27" fmla="*/ 53368 w 249564"/>
                <a:gd name="connsiteY27" fmla="*/ 171078 h 237200"/>
                <a:gd name="connsiteX28" fmla="*/ 44618 w 249564"/>
                <a:gd name="connsiteY28" fmla="*/ 232990 h 237200"/>
                <a:gd name="connsiteX29" fmla="*/ 76449 w 249564"/>
                <a:gd name="connsiteY29" fmla="*/ 209658 h 237200"/>
                <a:gd name="connsiteX30" fmla="*/ 101530 w 249564"/>
                <a:gd name="connsiteY30" fmla="*/ 168662 h 237200"/>
                <a:gd name="connsiteX31" fmla="*/ 120112 w 249564"/>
                <a:gd name="connsiteY31" fmla="*/ 137748 h 237200"/>
                <a:gd name="connsiteX32" fmla="*/ 119862 w 249564"/>
                <a:gd name="connsiteY32" fmla="*/ 148664 h 237200"/>
                <a:gd name="connsiteX33" fmla="*/ 123945 w 249564"/>
                <a:gd name="connsiteY33" fmla="*/ 169079 h 237200"/>
                <a:gd name="connsiteX34" fmla="*/ 128278 w 249564"/>
                <a:gd name="connsiteY34" fmla="*/ 186827 h 237200"/>
                <a:gd name="connsiteX35" fmla="*/ 145109 w 249564"/>
                <a:gd name="connsiteY35" fmla="*/ 226907 h 237200"/>
                <a:gd name="connsiteX36" fmla="*/ 165357 w 249564"/>
                <a:gd name="connsiteY36" fmla="*/ 199576 h 237200"/>
                <a:gd name="connsiteX37" fmla="*/ 165607 w 249564"/>
                <a:gd name="connsiteY37" fmla="*/ 157163 h 237200"/>
                <a:gd name="connsiteX38" fmla="*/ 159691 w 249564"/>
                <a:gd name="connsiteY38" fmla="*/ 130832 h 237200"/>
                <a:gd name="connsiteX39" fmla="*/ 207604 w 249564"/>
                <a:gd name="connsiteY39" fmla="*/ 151247 h 237200"/>
                <a:gd name="connsiteX40" fmla="*/ 229935 w 249564"/>
                <a:gd name="connsiteY40" fmla="*/ 170912 h 237200"/>
                <a:gd name="connsiteX41" fmla="*/ 237851 w 249564"/>
                <a:gd name="connsiteY41" fmla="*/ 178745 h 237200"/>
                <a:gd name="connsiteX42" fmla="*/ 243934 w 249564"/>
                <a:gd name="connsiteY42" fmla="*/ 172662 h 237200"/>
                <a:gd name="connsiteX43" fmla="*/ 217270 w 249564"/>
                <a:gd name="connsiteY43" fmla="*/ 126749 h 237200"/>
                <a:gd name="connsiteX44" fmla="*/ 197688 w 249564"/>
                <a:gd name="connsiteY44" fmla="*/ 109834 h 237200"/>
                <a:gd name="connsiteX45" fmla="*/ 177523 w 249564"/>
                <a:gd name="connsiteY45" fmla="*/ 100335 h 237200"/>
                <a:gd name="connsiteX46" fmla="*/ 221686 w 249564"/>
                <a:gd name="connsiteY46" fmla="*/ 90752 h 237200"/>
                <a:gd name="connsiteX47" fmla="*/ 248933 w 249564"/>
                <a:gd name="connsiteY47" fmla="*/ 82420 h 237200"/>
                <a:gd name="connsiteX48" fmla="*/ 248100 w 249564"/>
                <a:gd name="connsiteY48" fmla="*/ 76170 h 237200"/>
                <a:gd name="connsiteX49" fmla="*/ 248100 w 249564"/>
                <a:gd name="connsiteY49" fmla="*/ 76170 h 237200"/>
                <a:gd name="connsiteX50" fmla="*/ 215353 w 249564"/>
                <a:gd name="connsiteY50" fmla="*/ 81753 h 237200"/>
                <a:gd name="connsiteX51" fmla="*/ 192355 w 249564"/>
                <a:gd name="connsiteY51" fmla="*/ 85669 h 237200"/>
                <a:gd name="connsiteX52" fmla="*/ 166107 w 249564"/>
                <a:gd name="connsiteY52" fmla="*/ 96335 h 237200"/>
                <a:gd name="connsiteX53" fmla="*/ 165357 w 249564"/>
                <a:gd name="connsiteY53" fmla="*/ 102418 h 237200"/>
                <a:gd name="connsiteX54" fmla="*/ 173024 w 249564"/>
                <a:gd name="connsiteY54" fmla="*/ 108417 h 237200"/>
                <a:gd name="connsiteX55" fmla="*/ 201104 w 249564"/>
                <a:gd name="connsiteY55" fmla="*/ 125583 h 237200"/>
                <a:gd name="connsiteX56" fmla="*/ 224602 w 249564"/>
                <a:gd name="connsiteY56" fmla="*/ 151580 h 237200"/>
                <a:gd name="connsiteX57" fmla="*/ 207937 w 249564"/>
                <a:gd name="connsiteY57" fmla="*/ 140581 h 237200"/>
                <a:gd name="connsiteX58" fmla="*/ 154942 w 249564"/>
                <a:gd name="connsiteY58" fmla="*/ 120416 h 237200"/>
                <a:gd name="connsiteX59" fmla="*/ 149192 w 249564"/>
                <a:gd name="connsiteY59" fmla="*/ 126166 h 237200"/>
                <a:gd name="connsiteX60" fmla="*/ 155192 w 249564"/>
                <a:gd name="connsiteY60" fmla="*/ 149830 h 237200"/>
                <a:gd name="connsiteX61" fmla="*/ 156858 w 249564"/>
                <a:gd name="connsiteY61" fmla="*/ 184411 h 237200"/>
                <a:gd name="connsiteX62" fmla="*/ 153942 w 249564"/>
                <a:gd name="connsiteY62" fmla="*/ 208742 h 237200"/>
                <a:gd name="connsiteX63" fmla="*/ 152775 w 249564"/>
                <a:gd name="connsiteY63" fmla="*/ 214491 h 237200"/>
                <a:gd name="connsiteX64" fmla="*/ 150026 w 249564"/>
                <a:gd name="connsiteY64" fmla="*/ 217741 h 237200"/>
                <a:gd name="connsiteX65" fmla="*/ 142860 w 249564"/>
                <a:gd name="connsiteY65" fmla="*/ 202326 h 237200"/>
                <a:gd name="connsiteX66" fmla="*/ 134610 w 249564"/>
                <a:gd name="connsiteY66" fmla="*/ 173912 h 237200"/>
                <a:gd name="connsiteX67" fmla="*/ 128444 w 249564"/>
                <a:gd name="connsiteY67" fmla="*/ 145998 h 237200"/>
                <a:gd name="connsiteX68" fmla="*/ 126611 w 249564"/>
                <a:gd name="connsiteY68" fmla="*/ 126499 h 237200"/>
                <a:gd name="connsiteX69" fmla="*/ 120278 w 249564"/>
                <a:gd name="connsiteY69" fmla="*/ 124833 h 237200"/>
                <a:gd name="connsiteX70" fmla="*/ 94531 w 249564"/>
                <a:gd name="connsiteY70" fmla="*/ 161163 h 237200"/>
                <a:gd name="connsiteX71" fmla="*/ 56701 w 249564"/>
                <a:gd name="connsiteY71" fmla="*/ 218991 h 237200"/>
                <a:gd name="connsiteX72" fmla="*/ 53784 w 249564"/>
                <a:gd name="connsiteY72" fmla="*/ 221907 h 237200"/>
                <a:gd name="connsiteX73" fmla="*/ 55451 w 249564"/>
                <a:gd name="connsiteY73" fmla="*/ 204576 h 237200"/>
                <a:gd name="connsiteX74" fmla="*/ 63867 w 249564"/>
                <a:gd name="connsiteY74" fmla="*/ 175495 h 237200"/>
                <a:gd name="connsiteX75" fmla="*/ 98114 w 249564"/>
                <a:gd name="connsiteY75" fmla="*/ 122916 h 237200"/>
                <a:gd name="connsiteX76" fmla="*/ 94614 w 249564"/>
                <a:gd name="connsiteY76" fmla="*/ 114584 h 237200"/>
                <a:gd name="connsiteX77" fmla="*/ 46118 w 249564"/>
                <a:gd name="connsiteY77" fmla="*/ 132832 h 237200"/>
                <a:gd name="connsiteX78" fmla="*/ 13038 w 249564"/>
                <a:gd name="connsiteY78" fmla="*/ 150330 h 237200"/>
                <a:gd name="connsiteX79" fmla="*/ 24704 w 249564"/>
                <a:gd name="connsiteY79" fmla="*/ 135082 h 237200"/>
                <a:gd name="connsiteX80" fmla="*/ 50285 w 249564"/>
                <a:gd name="connsiteY80" fmla="*/ 112667 h 237200"/>
                <a:gd name="connsiteX81" fmla="*/ 76032 w 249564"/>
                <a:gd name="connsiteY81" fmla="*/ 100501 h 237200"/>
                <a:gd name="connsiteX82" fmla="*/ 88864 w 249564"/>
                <a:gd name="connsiteY82" fmla="*/ 94419 h 237200"/>
                <a:gd name="connsiteX83" fmla="*/ 85781 w 249564"/>
                <a:gd name="connsiteY83" fmla="*/ 86920 h 237200"/>
                <a:gd name="connsiteX84" fmla="*/ 39952 w 249564"/>
                <a:gd name="connsiteY84" fmla="*/ 79003 h 237200"/>
                <a:gd name="connsiteX85" fmla="*/ 18121 w 249564"/>
                <a:gd name="connsiteY85" fmla="*/ 64588 h 237200"/>
                <a:gd name="connsiteX86" fmla="*/ 88698 w 249564"/>
                <a:gd name="connsiteY86" fmla="*/ 69921 h 237200"/>
                <a:gd name="connsiteX87" fmla="*/ 92031 w 249564"/>
                <a:gd name="connsiteY87" fmla="*/ 71254 h 237200"/>
                <a:gd name="connsiteX88" fmla="*/ 93447 w 249564"/>
                <a:gd name="connsiteY88" fmla="*/ 71087 h 237200"/>
                <a:gd name="connsiteX89" fmla="*/ 97197 w 249564"/>
                <a:gd name="connsiteY89" fmla="*/ 64588 h 237200"/>
                <a:gd name="connsiteX90" fmla="*/ 84865 w 249564"/>
                <a:gd name="connsiteY90" fmla="*/ 50089 h 237200"/>
                <a:gd name="connsiteX91" fmla="*/ 74616 w 249564"/>
                <a:gd name="connsiteY91" fmla="*/ 36674 h 237200"/>
                <a:gd name="connsiteX92" fmla="*/ 103530 w 249564"/>
                <a:gd name="connsiteY92" fmla="*/ 53422 h 237200"/>
                <a:gd name="connsiteX93" fmla="*/ 111113 w 249564"/>
                <a:gd name="connsiteY93" fmla="*/ 50339 h 237200"/>
                <a:gd name="connsiteX94" fmla="*/ 117445 w 249564"/>
                <a:gd name="connsiteY94" fmla="*/ 29341 h 237200"/>
                <a:gd name="connsiteX95" fmla="*/ 119695 w 249564"/>
                <a:gd name="connsiteY95" fmla="*/ 20925 h 237200"/>
                <a:gd name="connsiteX96" fmla="*/ 125111 w 249564"/>
                <a:gd name="connsiteY96" fmla="*/ 12593 h 237200"/>
                <a:gd name="connsiteX97" fmla="*/ 129361 w 249564"/>
                <a:gd name="connsiteY97" fmla="*/ 31841 h 237200"/>
                <a:gd name="connsiteX98" fmla="*/ 129861 w 249564"/>
                <a:gd name="connsiteY98" fmla="*/ 56172 h 237200"/>
                <a:gd name="connsiteX99" fmla="*/ 136110 w 249564"/>
                <a:gd name="connsiteY99" fmla="*/ 60922 h 237200"/>
                <a:gd name="connsiteX100" fmla="*/ 158358 w 249564"/>
                <a:gd name="connsiteY100" fmla="*/ 47756 h 237200"/>
                <a:gd name="connsiteX101" fmla="*/ 174857 w 249564"/>
                <a:gd name="connsiteY101" fmla="*/ 37924 h 237200"/>
                <a:gd name="connsiteX102" fmla="*/ 155525 w 249564"/>
                <a:gd name="connsiteY102" fmla="*/ 68921 h 237200"/>
                <a:gd name="connsiteX103" fmla="*/ 161108 w 249564"/>
                <a:gd name="connsiteY103" fmla="*/ 74504 h 237200"/>
                <a:gd name="connsiteX104" fmla="*/ 199438 w 249564"/>
                <a:gd name="connsiteY104" fmla="*/ 74921 h 237200"/>
                <a:gd name="connsiteX105" fmla="*/ 220519 w 249564"/>
                <a:gd name="connsiteY105" fmla="*/ 78087 h 237200"/>
                <a:gd name="connsiteX106" fmla="*/ 232685 w 249564"/>
                <a:gd name="connsiteY106" fmla="*/ 80003 h 237200"/>
                <a:gd name="connsiteX107" fmla="*/ 215353 w 249564"/>
                <a:gd name="connsiteY107" fmla="*/ 81753 h 237200"/>
                <a:gd name="connsiteX108" fmla="*/ 215353 w 249564"/>
                <a:gd name="connsiteY108" fmla="*/ 81753 h 23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249564" h="237200">
                  <a:moveTo>
                    <a:pt x="248100" y="76170"/>
                  </a:moveTo>
                  <a:cubicBezTo>
                    <a:pt x="239601" y="67171"/>
                    <a:pt x="220269" y="66338"/>
                    <a:pt x="208604" y="64755"/>
                  </a:cubicBezTo>
                  <a:cubicBezTo>
                    <a:pt x="195355" y="63005"/>
                    <a:pt x="182523" y="63422"/>
                    <a:pt x="169441" y="63422"/>
                  </a:cubicBezTo>
                  <a:cubicBezTo>
                    <a:pt x="172357" y="59255"/>
                    <a:pt x="176940" y="54672"/>
                    <a:pt x="178856" y="51756"/>
                  </a:cubicBezTo>
                  <a:cubicBezTo>
                    <a:pt x="183273" y="45007"/>
                    <a:pt x="188022" y="38840"/>
                    <a:pt x="190939" y="31258"/>
                  </a:cubicBezTo>
                  <a:cubicBezTo>
                    <a:pt x="192355" y="27675"/>
                    <a:pt x="188855" y="24758"/>
                    <a:pt x="185689" y="24425"/>
                  </a:cubicBezTo>
                  <a:cubicBezTo>
                    <a:pt x="178940" y="23675"/>
                    <a:pt x="171107" y="28841"/>
                    <a:pt x="165357" y="31841"/>
                  </a:cubicBezTo>
                  <a:cubicBezTo>
                    <a:pt x="156692" y="36424"/>
                    <a:pt x="148609" y="43257"/>
                    <a:pt x="139943" y="48173"/>
                  </a:cubicBezTo>
                  <a:cubicBezTo>
                    <a:pt x="140193" y="32008"/>
                    <a:pt x="138860" y="11093"/>
                    <a:pt x="126861" y="1094"/>
                  </a:cubicBezTo>
                  <a:cubicBezTo>
                    <a:pt x="125028" y="-406"/>
                    <a:pt x="123028" y="-323"/>
                    <a:pt x="121278" y="1094"/>
                  </a:cubicBezTo>
                  <a:cubicBezTo>
                    <a:pt x="111196" y="9010"/>
                    <a:pt x="107279" y="27508"/>
                    <a:pt x="103280" y="41007"/>
                  </a:cubicBezTo>
                  <a:cubicBezTo>
                    <a:pt x="92781" y="34258"/>
                    <a:pt x="82198" y="27925"/>
                    <a:pt x="69866" y="24675"/>
                  </a:cubicBezTo>
                  <a:cubicBezTo>
                    <a:pt x="67533" y="24092"/>
                    <a:pt x="64533" y="25425"/>
                    <a:pt x="64033" y="28008"/>
                  </a:cubicBezTo>
                  <a:cubicBezTo>
                    <a:pt x="61367" y="41340"/>
                    <a:pt x="77782" y="54422"/>
                    <a:pt x="86698" y="65005"/>
                  </a:cubicBezTo>
                  <a:cubicBezTo>
                    <a:pt x="83615" y="64255"/>
                    <a:pt x="80615" y="63422"/>
                    <a:pt x="77449" y="62922"/>
                  </a:cubicBezTo>
                  <a:cubicBezTo>
                    <a:pt x="69449" y="61505"/>
                    <a:pt x="61200" y="62755"/>
                    <a:pt x="53118" y="62255"/>
                  </a:cubicBezTo>
                  <a:cubicBezTo>
                    <a:pt x="37369" y="61255"/>
                    <a:pt x="21787" y="57089"/>
                    <a:pt x="6039" y="55506"/>
                  </a:cubicBezTo>
                  <a:cubicBezTo>
                    <a:pt x="1956" y="55089"/>
                    <a:pt x="1206" y="60755"/>
                    <a:pt x="4122" y="62672"/>
                  </a:cubicBezTo>
                  <a:cubicBezTo>
                    <a:pt x="14455" y="69421"/>
                    <a:pt x="22287" y="79170"/>
                    <a:pt x="33703" y="84336"/>
                  </a:cubicBezTo>
                  <a:cubicBezTo>
                    <a:pt x="43785" y="88919"/>
                    <a:pt x="54534" y="90919"/>
                    <a:pt x="65283" y="92919"/>
                  </a:cubicBezTo>
                  <a:cubicBezTo>
                    <a:pt x="62533" y="94085"/>
                    <a:pt x="59784" y="95335"/>
                    <a:pt x="57201" y="96669"/>
                  </a:cubicBezTo>
                  <a:cubicBezTo>
                    <a:pt x="48035" y="101418"/>
                    <a:pt x="39119" y="107251"/>
                    <a:pt x="31453" y="114167"/>
                  </a:cubicBezTo>
                  <a:cubicBezTo>
                    <a:pt x="23537" y="121250"/>
                    <a:pt x="14954" y="129166"/>
                    <a:pt x="9205" y="138165"/>
                  </a:cubicBezTo>
                  <a:cubicBezTo>
                    <a:pt x="5539" y="143914"/>
                    <a:pt x="-544" y="152747"/>
                    <a:pt x="39" y="159830"/>
                  </a:cubicBezTo>
                  <a:cubicBezTo>
                    <a:pt x="372" y="163663"/>
                    <a:pt x="3955" y="165746"/>
                    <a:pt x="7455" y="164079"/>
                  </a:cubicBezTo>
                  <a:cubicBezTo>
                    <a:pt x="20537" y="157747"/>
                    <a:pt x="32453" y="149164"/>
                    <a:pt x="45618" y="142665"/>
                  </a:cubicBezTo>
                  <a:cubicBezTo>
                    <a:pt x="56117" y="137498"/>
                    <a:pt x="66783" y="132915"/>
                    <a:pt x="77782" y="129166"/>
                  </a:cubicBezTo>
                  <a:cubicBezTo>
                    <a:pt x="67200" y="141248"/>
                    <a:pt x="59700" y="155996"/>
                    <a:pt x="53368" y="171078"/>
                  </a:cubicBezTo>
                  <a:cubicBezTo>
                    <a:pt x="47285" y="185577"/>
                    <a:pt x="33036" y="218074"/>
                    <a:pt x="44618" y="232990"/>
                  </a:cubicBezTo>
                  <a:cubicBezTo>
                    <a:pt x="56617" y="248488"/>
                    <a:pt x="72283" y="216741"/>
                    <a:pt x="76449" y="209658"/>
                  </a:cubicBezTo>
                  <a:cubicBezTo>
                    <a:pt x="84698" y="195910"/>
                    <a:pt x="93114" y="182327"/>
                    <a:pt x="101530" y="168662"/>
                  </a:cubicBezTo>
                  <a:cubicBezTo>
                    <a:pt x="107113" y="159580"/>
                    <a:pt x="112696" y="146747"/>
                    <a:pt x="120112" y="137748"/>
                  </a:cubicBezTo>
                  <a:cubicBezTo>
                    <a:pt x="120195" y="141498"/>
                    <a:pt x="119528" y="145664"/>
                    <a:pt x="119862" y="148664"/>
                  </a:cubicBezTo>
                  <a:cubicBezTo>
                    <a:pt x="120612" y="155580"/>
                    <a:pt x="122278" y="162329"/>
                    <a:pt x="123945" y="169079"/>
                  </a:cubicBezTo>
                  <a:cubicBezTo>
                    <a:pt x="125361" y="174995"/>
                    <a:pt x="126778" y="180911"/>
                    <a:pt x="128278" y="186827"/>
                  </a:cubicBezTo>
                  <a:cubicBezTo>
                    <a:pt x="131361" y="198660"/>
                    <a:pt x="134777" y="218824"/>
                    <a:pt x="145109" y="226907"/>
                  </a:cubicBezTo>
                  <a:cubicBezTo>
                    <a:pt x="160858" y="239239"/>
                    <a:pt x="164274" y="207909"/>
                    <a:pt x="165357" y="199576"/>
                  </a:cubicBezTo>
                  <a:cubicBezTo>
                    <a:pt x="167274" y="185410"/>
                    <a:pt x="166774" y="171328"/>
                    <a:pt x="165607" y="157163"/>
                  </a:cubicBezTo>
                  <a:cubicBezTo>
                    <a:pt x="164858" y="147914"/>
                    <a:pt x="161775" y="139498"/>
                    <a:pt x="159691" y="130832"/>
                  </a:cubicBezTo>
                  <a:cubicBezTo>
                    <a:pt x="176273" y="134832"/>
                    <a:pt x="193355" y="142665"/>
                    <a:pt x="207604" y="151247"/>
                  </a:cubicBezTo>
                  <a:cubicBezTo>
                    <a:pt x="215936" y="156246"/>
                    <a:pt x="224269" y="162829"/>
                    <a:pt x="229935" y="170912"/>
                  </a:cubicBezTo>
                  <a:cubicBezTo>
                    <a:pt x="232518" y="174578"/>
                    <a:pt x="233101" y="177995"/>
                    <a:pt x="237851" y="178745"/>
                  </a:cubicBezTo>
                  <a:cubicBezTo>
                    <a:pt x="241767" y="179328"/>
                    <a:pt x="244517" y="176578"/>
                    <a:pt x="243934" y="172662"/>
                  </a:cubicBezTo>
                  <a:cubicBezTo>
                    <a:pt x="241101" y="155080"/>
                    <a:pt x="229352" y="139248"/>
                    <a:pt x="217270" y="126749"/>
                  </a:cubicBezTo>
                  <a:cubicBezTo>
                    <a:pt x="211270" y="120583"/>
                    <a:pt x="204771" y="114667"/>
                    <a:pt x="197688" y="109834"/>
                  </a:cubicBezTo>
                  <a:cubicBezTo>
                    <a:pt x="193105" y="106668"/>
                    <a:pt x="183273" y="104085"/>
                    <a:pt x="177523" y="100335"/>
                  </a:cubicBezTo>
                  <a:cubicBezTo>
                    <a:pt x="189855" y="93252"/>
                    <a:pt x="208937" y="92419"/>
                    <a:pt x="221686" y="90752"/>
                  </a:cubicBezTo>
                  <a:cubicBezTo>
                    <a:pt x="230352" y="89586"/>
                    <a:pt x="244517" y="91002"/>
                    <a:pt x="248933" y="82420"/>
                  </a:cubicBezTo>
                  <a:cubicBezTo>
                    <a:pt x="250017" y="80337"/>
                    <a:pt x="249683" y="77920"/>
                    <a:pt x="248100" y="76170"/>
                  </a:cubicBezTo>
                  <a:lnTo>
                    <a:pt x="248100" y="76170"/>
                  </a:lnTo>
                  <a:close/>
                  <a:moveTo>
                    <a:pt x="215353" y="81753"/>
                  </a:moveTo>
                  <a:cubicBezTo>
                    <a:pt x="207604" y="82836"/>
                    <a:pt x="200021" y="84003"/>
                    <a:pt x="192355" y="85669"/>
                  </a:cubicBezTo>
                  <a:cubicBezTo>
                    <a:pt x="182773" y="87753"/>
                    <a:pt x="173773" y="90003"/>
                    <a:pt x="166107" y="96335"/>
                  </a:cubicBezTo>
                  <a:cubicBezTo>
                    <a:pt x="164524" y="97668"/>
                    <a:pt x="164191" y="100668"/>
                    <a:pt x="165357" y="102418"/>
                  </a:cubicBezTo>
                  <a:cubicBezTo>
                    <a:pt x="167607" y="105668"/>
                    <a:pt x="169607" y="106668"/>
                    <a:pt x="173024" y="108417"/>
                  </a:cubicBezTo>
                  <a:cubicBezTo>
                    <a:pt x="183023" y="113667"/>
                    <a:pt x="192355" y="118083"/>
                    <a:pt x="201104" y="125583"/>
                  </a:cubicBezTo>
                  <a:cubicBezTo>
                    <a:pt x="209603" y="132832"/>
                    <a:pt x="218186" y="141664"/>
                    <a:pt x="224602" y="151580"/>
                  </a:cubicBezTo>
                  <a:cubicBezTo>
                    <a:pt x="219436" y="147331"/>
                    <a:pt x="213770" y="143748"/>
                    <a:pt x="207937" y="140581"/>
                  </a:cubicBezTo>
                  <a:cubicBezTo>
                    <a:pt x="191855" y="131999"/>
                    <a:pt x="173024" y="123499"/>
                    <a:pt x="154942" y="120416"/>
                  </a:cubicBezTo>
                  <a:cubicBezTo>
                    <a:pt x="151109" y="119750"/>
                    <a:pt x="148692" y="122500"/>
                    <a:pt x="149192" y="126166"/>
                  </a:cubicBezTo>
                  <a:cubicBezTo>
                    <a:pt x="150276" y="134082"/>
                    <a:pt x="154025" y="141664"/>
                    <a:pt x="155192" y="149830"/>
                  </a:cubicBezTo>
                  <a:cubicBezTo>
                    <a:pt x="156775" y="161079"/>
                    <a:pt x="157275" y="172995"/>
                    <a:pt x="156858" y="184411"/>
                  </a:cubicBezTo>
                  <a:cubicBezTo>
                    <a:pt x="156608" y="192577"/>
                    <a:pt x="155442" y="200659"/>
                    <a:pt x="153942" y="208742"/>
                  </a:cubicBezTo>
                  <a:lnTo>
                    <a:pt x="152775" y="214491"/>
                  </a:lnTo>
                  <a:cubicBezTo>
                    <a:pt x="152942" y="219991"/>
                    <a:pt x="152026" y="221074"/>
                    <a:pt x="150026" y="217741"/>
                  </a:cubicBezTo>
                  <a:cubicBezTo>
                    <a:pt x="146526" y="215741"/>
                    <a:pt x="144193" y="205825"/>
                    <a:pt x="142860" y="202326"/>
                  </a:cubicBezTo>
                  <a:cubicBezTo>
                    <a:pt x="139527" y="193077"/>
                    <a:pt x="137027" y="183494"/>
                    <a:pt x="134610" y="173912"/>
                  </a:cubicBezTo>
                  <a:cubicBezTo>
                    <a:pt x="132277" y="164829"/>
                    <a:pt x="129111" y="155497"/>
                    <a:pt x="128444" y="145998"/>
                  </a:cubicBezTo>
                  <a:cubicBezTo>
                    <a:pt x="127944" y="139081"/>
                    <a:pt x="130444" y="132665"/>
                    <a:pt x="126611" y="126499"/>
                  </a:cubicBezTo>
                  <a:cubicBezTo>
                    <a:pt x="125361" y="124583"/>
                    <a:pt x="122361" y="123333"/>
                    <a:pt x="120278" y="124833"/>
                  </a:cubicBezTo>
                  <a:cubicBezTo>
                    <a:pt x="108946" y="133249"/>
                    <a:pt x="102030" y="149497"/>
                    <a:pt x="94531" y="161163"/>
                  </a:cubicBezTo>
                  <a:cubicBezTo>
                    <a:pt x="82365" y="180244"/>
                    <a:pt x="67283" y="199076"/>
                    <a:pt x="56701" y="218991"/>
                  </a:cubicBezTo>
                  <a:cubicBezTo>
                    <a:pt x="54534" y="223074"/>
                    <a:pt x="56284" y="227573"/>
                    <a:pt x="53784" y="221907"/>
                  </a:cubicBezTo>
                  <a:cubicBezTo>
                    <a:pt x="51618" y="216908"/>
                    <a:pt x="54451" y="209825"/>
                    <a:pt x="55451" y="204576"/>
                  </a:cubicBezTo>
                  <a:cubicBezTo>
                    <a:pt x="57451" y="194743"/>
                    <a:pt x="60284" y="184911"/>
                    <a:pt x="63867" y="175495"/>
                  </a:cubicBezTo>
                  <a:cubicBezTo>
                    <a:pt x="71283" y="156163"/>
                    <a:pt x="81365" y="135748"/>
                    <a:pt x="98114" y="122916"/>
                  </a:cubicBezTo>
                  <a:cubicBezTo>
                    <a:pt x="101863" y="120083"/>
                    <a:pt x="99947" y="112917"/>
                    <a:pt x="94614" y="114584"/>
                  </a:cubicBezTo>
                  <a:cubicBezTo>
                    <a:pt x="77949" y="119750"/>
                    <a:pt x="61950" y="125499"/>
                    <a:pt x="46118" y="132832"/>
                  </a:cubicBezTo>
                  <a:cubicBezTo>
                    <a:pt x="34786" y="138081"/>
                    <a:pt x="24037" y="144498"/>
                    <a:pt x="13038" y="150330"/>
                  </a:cubicBezTo>
                  <a:cubicBezTo>
                    <a:pt x="16538" y="144248"/>
                    <a:pt x="22120" y="137832"/>
                    <a:pt x="24704" y="135082"/>
                  </a:cubicBezTo>
                  <a:cubicBezTo>
                    <a:pt x="32536" y="126749"/>
                    <a:pt x="40619" y="118917"/>
                    <a:pt x="50285" y="112667"/>
                  </a:cubicBezTo>
                  <a:cubicBezTo>
                    <a:pt x="58284" y="107501"/>
                    <a:pt x="66783" y="102668"/>
                    <a:pt x="76032" y="100501"/>
                  </a:cubicBezTo>
                  <a:cubicBezTo>
                    <a:pt x="81532" y="99252"/>
                    <a:pt x="85281" y="99168"/>
                    <a:pt x="88864" y="94419"/>
                  </a:cubicBezTo>
                  <a:cubicBezTo>
                    <a:pt x="90781" y="91836"/>
                    <a:pt x="88781" y="87503"/>
                    <a:pt x="85781" y="86920"/>
                  </a:cubicBezTo>
                  <a:cubicBezTo>
                    <a:pt x="70616" y="83836"/>
                    <a:pt x="54701" y="84003"/>
                    <a:pt x="39952" y="79003"/>
                  </a:cubicBezTo>
                  <a:cubicBezTo>
                    <a:pt x="30536" y="75837"/>
                    <a:pt x="24454" y="70338"/>
                    <a:pt x="18121" y="64588"/>
                  </a:cubicBezTo>
                  <a:cubicBezTo>
                    <a:pt x="41535" y="67671"/>
                    <a:pt x="65033" y="72004"/>
                    <a:pt x="88698" y="69921"/>
                  </a:cubicBezTo>
                  <a:cubicBezTo>
                    <a:pt x="89364" y="70837"/>
                    <a:pt x="90448" y="71421"/>
                    <a:pt x="92031" y="71254"/>
                  </a:cubicBezTo>
                  <a:cubicBezTo>
                    <a:pt x="92531" y="71171"/>
                    <a:pt x="92947" y="71171"/>
                    <a:pt x="93447" y="71087"/>
                  </a:cubicBezTo>
                  <a:cubicBezTo>
                    <a:pt x="96447" y="70754"/>
                    <a:pt x="99197" y="67504"/>
                    <a:pt x="97197" y="64588"/>
                  </a:cubicBezTo>
                  <a:cubicBezTo>
                    <a:pt x="93614" y="59422"/>
                    <a:pt x="88781" y="55089"/>
                    <a:pt x="84865" y="50089"/>
                  </a:cubicBezTo>
                  <a:cubicBezTo>
                    <a:pt x="82865" y="47506"/>
                    <a:pt x="77365" y="41757"/>
                    <a:pt x="74616" y="36674"/>
                  </a:cubicBezTo>
                  <a:cubicBezTo>
                    <a:pt x="84865" y="41173"/>
                    <a:pt x="94114" y="47423"/>
                    <a:pt x="103530" y="53422"/>
                  </a:cubicBezTo>
                  <a:cubicBezTo>
                    <a:pt x="106446" y="55256"/>
                    <a:pt x="110112" y="53422"/>
                    <a:pt x="111113" y="50339"/>
                  </a:cubicBezTo>
                  <a:cubicBezTo>
                    <a:pt x="113362" y="43340"/>
                    <a:pt x="115529" y="36341"/>
                    <a:pt x="117445" y="29341"/>
                  </a:cubicBezTo>
                  <a:cubicBezTo>
                    <a:pt x="118195" y="26508"/>
                    <a:pt x="118862" y="23675"/>
                    <a:pt x="119695" y="20925"/>
                  </a:cubicBezTo>
                  <a:cubicBezTo>
                    <a:pt x="120862" y="17009"/>
                    <a:pt x="120528" y="9010"/>
                    <a:pt x="125111" y="12593"/>
                  </a:cubicBezTo>
                  <a:cubicBezTo>
                    <a:pt x="129777" y="16176"/>
                    <a:pt x="128778" y="26425"/>
                    <a:pt x="129361" y="31841"/>
                  </a:cubicBezTo>
                  <a:cubicBezTo>
                    <a:pt x="130277" y="40257"/>
                    <a:pt x="130361" y="47756"/>
                    <a:pt x="129861" y="56172"/>
                  </a:cubicBezTo>
                  <a:cubicBezTo>
                    <a:pt x="129694" y="59172"/>
                    <a:pt x="133194" y="62088"/>
                    <a:pt x="136110" y="60922"/>
                  </a:cubicBezTo>
                  <a:cubicBezTo>
                    <a:pt x="144193" y="57756"/>
                    <a:pt x="150942" y="52173"/>
                    <a:pt x="158358" y="47756"/>
                  </a:cubicBezTo>
                  <a:cubicBezTo>
                    <a:pt x="162358" y="45340"/>
                    <a:pt x="168691" y="40840"/>
                    <a:pt x="174857" y="37924"/>
                  </a:cubicBezTo>
                  <a:cubicBezTo>
                    <a:pt x="167441" y="48090"/>
                    <a:pt x="156858" y="57256"/>
                    <a:pt x="155525" y="68921"/>
                  </a:cubicBezTo>
                  <a:cubicBezTo>
                    <a:pt x="155192" y="72004"/>
                    <a:pt x="158358" y="74504"/>
                    <a:pt x="161108" y="74504"/>
                  </a:cubicBezTo>
                  <a:cubicBezTo>
                    <a:pt x="174023" y="74754"/>
                    <a:pt x="186522" y="73587"/>
                    <a:pt x="199438" y="74921"/>
                  </a:cubicBezTo>
                  <a:cubicBezTo>
                    <a:pt x="206520" y="75671"/>
                    <a:pt x="213520" y="76670"/>
                    <a:pt x="220519" y="78087"/>
                  </a:cubicBezTo>
                  <a:cubicBezTo>
                    <a:pt x="223352" y="78670"/>
                    <a:pt x="228269" y="79087"/>
                    <a:pt x="232685" y="80003"/>
                  </a:cubicBezTo>
                  <a:cubicBezTo>
                    <a:pt x="226269" y="81253"/>
                    <a:pt x="217520" y="81503"/>
                    <a:pt x="215353" y="81753"/>
                  </a:cubicBezTo>
                  <a:lnTo>
                    <a:pt x="215353" y="81753"/>
                  </a:lnTo>
                  <a:close/>
                </a:path>
              </a:pathLst>
            </a:custGeom>
            <a:grpFill/>
            <a:ln w="8332" cap="flat">
              <a:noFill/>
              <a:prstDash val="solid"/>
              <a:miter/>
            </a:ln>
          </p:spPr>
          <p:txBody>
            <a:bodyPr rtlCol="0" anchor="ctr"/>
            <a:lstStyle/>
            <a:p>
              <a:endParaRPr lang="en-US"/>
            </a:p>
          </p:txBody>
        </p:sp>
        <p:sp>
          <p:nvSpPr>
            <p:cNvPr id="1453" name="Freeform: Shape 1452"/>
            <p:cNvSpPr/>
            <p:nvPr/>
          </p:nvSpPr>
          <p:spPr>
            <a:xfrm>
              <a:off x="1127254" y="319873"/>
              <a:ext cx="414936" cy="401130"/>
            </a:xfrm>
            <a:custGeom>
              <a:avLst/>
              <a:gdLst>
                <a:gd name="connsiteX0" fmla="*/ 412545 w 414936"/>
                <a:gd name="connsiteY0" fmla="*/ 182009 h 401130"/>
                <a:gd name="connsiteX1" fmla="*/ 330886 w 414936"/>
                <a:gd name="connsiteY1" fmla="*/ 40939 h 401130"/>
                <a:gd name="connsiteX2" fmla="*/ 181649 w 414936"/>
                <a:gd name="connsiteY2" fmla="*/ 2109 h 401130"/>
                <a:gd name="connsiteX3" fmla="*/ 97823 w 414936"/>
                <a:gd name="connsiteY3" fmla="*/ 34106 h 401130"/>
                <a:gd name="connsiteX4" fmla="*/ 40162 w 414936"/>
                <a:gd name="connsiteY4" fmla="*/ 87684 h 401130"/>
                <a:gd name="connsiteX5" fmla="*/ 5332 w 414936"/>
                <a:gd name="connsiteY5" fmla="*/ 255836 h 401130"/>
                <a:gd name="connsiteX6" fmla="*/ 239727 w 414936"/>
                <a:gd name="connsiteY6" fmla="*/ 400240 h 401130"/>
                <a:gd name="connsiteX7" fmla="*/ 372299 w 414936"/>
                <a:gd name="connsiteY7" fmla="*/ 330329 h 401130"/>
                <a:gd name="connsiteX8" fmla="*/ 408795 w 414936"/>
                <a:gd name="connsiteY8" fmla="*/ 260669 h 401130"/>
                <a:gd name="connsiteX9" fmla="*/ 412545 w 414936"/>
                <a:gd name="connsiteY9" fmla="*/ 182009 h 401130"/>
                <a:gd name="connsiteX10" fmla="*/ 412545 w 414936"/>
                <a:gd name="connsiteY10" fmla="*/ 182009 h 401130"/>
                <a:gd name="connsiteX11" fmla="*/ 380548 w 414936"/>
                <a:gd name="connsiteY11" fmla="*/ 290499 h 401130"/>
                <a:gd name="connsiteX12" fmla="*/ 272058 w 414936"/>
                <a:gd name="connsiteY12" fmla="*/ 380408 h 401130"/>
                <a:gd name="connsiteX13" fmla="*/ 19664 w 414936"/>
                <a:gd name="connsiteY13" fmla="*/ 260169 h 401130"/>
                <a:gd name="connsiteX14" fmla="*/ 48328 w 414936"/>
                <a:gd name="connsiteY14" fmla="*/ 102266 h 401130"/>
                <a:gd name="connsiteX15" fmla="*/ 187065 w 414936"/>
                <a:gd name="connsiteY15" fmla="*/ 15524 h 401130"/>
                <a:gd name="connsiteX16" fmla="*/ 187482 w 414936"/>
                <a:gd name="connsiteY16" fmla="*/ 15358 h 401130"/>
                <a:gd name="connsiteX17" fmla="*/ 292889 w 414936"/>
                <a:gd name="connsiteY17" fmla="*/ 32856 h 401130"/>
                <a:gd name="connsiteX18" fmla="*/ 385214 w 414936"/>
                <a:gd name="connsiteY18" fmla="*/ 140180 h 401130"/>
                <a:gd name="connsiteX19" fmla="*/ 380548 w 414936"/>
                <a:gd name="connsiteY19" fmla="*/ 290499 h 401130"/>
                <a:gd name="connsiteX20" fmla="*/ 380548 w 414936"/>
                <a:gd name="connsiteY20" fmla="*/ 290499 h 401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14936" h="401130">
                  <a:moveTo>
                    <a:pt x="412545" y="182009"/>
                  </a:moveTo>
                  <a:cubicBezTo>
                    <a:pt x="405296" y="128264"/>
                    <a:pt x="372465" y="75519"/>
                    <a:pt x="330886" y="40939"/>
                  </a:cubicBezTo>
                  <a:cubicBezTo>
                    <a:pt x="288723" y="5942"/>
                    <a:pt x="235394" y="-5141"/>
                    <a:pt x="181649" y="2109"/>
                  </a:cubicBezTo>
                  <a:cubicBezTo>
                    <a:pt x="151402" y="6192"/>
                    <a:pt x="122488" y="15774"/>
                    <a:pt x="97823" y="34106"/>
                  </a:cubicBezTo>
                  <a:cubicBezTo>
                    <a:pt x="77159" y="49438"/>
                    <a:pt x="55327" y="66770"/>
                    <a:pt x="40162" y="87684"/>
                  </a:cubicBezTo>
                  <a:cubicBezTo>
                    <a:pt x="5332" y="135847"/>
                    <a:pt x="-8584" y="198091"/>
                    <a:pt x="5332" y="255836"/>
                  </a:cubicBezTo>
                  <a:cubicBezTo>
                    <a:pt x="27746" y="354994"/>
                    <a:pt x="144069" y="408822"/>
                    <a:pt x="239727" y="400240"/>
                  </a:cubicBezTo>
                  <a:cubicBezTo>
                    <a:pt x="292389" y="395573"/>
                    <a:pt x="339718" y="372325"/>
                    <a:pt x="372299" y="330329"/>
                  </a:cubicBezTo>
                  <a:cubicBezTo>
                    <a:pt x="388797" y="309081"/>
                    <a:pt x="401213" y="286416"/>
                    <a:pt x="408795" y="260669"/>
                  </a:cubicBezTo>
                  <a:cubicBezTo>
                    <a:pt x="416295" y="234755"/>
                    <a:pt x="416128" y="208590"/>
                    <a:pt x="412545" y="182009"/>
                  </a:cubicBezTo>
                  <a:lnTo>
                    <a:pt x="412545" y="182009"/>
                  </a:lnTo>
                  <a:close/>
                  <a:moveTo>
                    <a:pt x="380548" y="290499"/>
                  </a:moveTo>
                  <a:cubicBezTo>
                    <a:pt x="357467" y="333579"/>
                    <a:pt x="320220" y="368076"/>
                    <a:pt x="272058" y="380408"/>
                  </a:cubicBezTo>
                  <a:cubicBezTo>
                    <a:pt x="176233" y="404989"/>
                    <a:pt x="50828" y="361660"/>
                    <a:pt x="19664" y="260169"/>
                  </a:cubicBezTo>
                  <a:cubicBezTo>
                    <a:pt x="3832" y="208757"/>
                    <a:pt x="17831" y="145346"/>
                    <a:pt x="48328" y="102266"/>
                  </a:cubicBezTo>
                  <a:cubicBezTo>
                    <a:pt x="82408" y="54187"/>
                    <a:pt x="130820" y="29106"/>
                    <a:pt x="187065" y="15524"/>
                  </a:cubicBezTo>
                  <a:cubicBezTo>
                    <a:pt x="187232" y="15524"/>
                    <a:pt x="187399" y="15441"/>
                    <a:pt x="187482" y="15358"/>
                  </a:cubicBezTo>
                  <a:cubicBezTo>
                    <a:pt x="223645" y="11191"/>
                    <a:pt x="261975" y="16024"/>
                    <a:pt x="292889" y="32856"/>
                  </a:cubicBezTo>
                  <a:cubicBezTo>
                    <a:pt x="334302" y="55521"/>
                    <a:pt x="366299" y="97683"/>
                    <a:pt x="385214" y="140180"/>
                  </a:cubicBezTo>
                  <a:cubicBezTo>
                    <a:pt x="405879" y="187092"/>
                    <a:pt x="404879" y="245337"/>
                    <a:pt x="380548" y="290499"/>
                  </a:cubicBezTo>
                  <a:lnTo>
                    <a:pt x="380548" y="290499"/>
                  </a:lnTo>
                  <a:close/>
                </a:path>
              </a:pathLst>
            </a:custGeom>
            <a:grpFill/>
            <a:ln w="8332" cap="flat">
              <a:noFill/>
              <a:prstDash val="solid"/>
              <a:miter/>
            </a:ln>
          </p:spPr>
          <p:txBody>
            <a:bodyPr rtlCol="0" anchor="ctr"/>
            <a:lstStyle/>
            <a:p>
              <a:endParaRPr lang="en-US"/>
            </a:p>
          </p:txBody>
        </p:sp>
        <p:sp>
          <p:nvSpPr>
            <p:cNvPr id="1454" name="Freeform: Shape 1453"/>
            <p:cNvSpPr/>
            <p:nvPr/>
          </p:nvSpPr>
          <p:spPr>
            <a:xfrm>
              <a:off x="1314971" y="398943"/>
              <a:ext cx="46300" cy="55259"/>
            </a:xfrm>
            <a:custGeom>
              <a:avLst/>
              <a:gdLst>
                <a:gd name="connsiteX0" fmla="*/ 45761 w 46300"/>
                <a:gd name="connsiteY0" fmla="*/ 37028 h 55259"/>
                <a:gd name="connsiteX1" fmla="*/ 25346 w 46300"/>
                <a:gd name="connsiteY1" fmla="*/ 7114 h 55259"/>
                <a:gd name="connsiteX2" fmla="*/ 10514 w 46300"/>
                <a:gd name="connsiteY2" fmla="*/ 1698 h 55259"/>
                <a:gd name="connsiteX3" fmla="*/ 15 w 46300"/>
                <a:gd name="connsiteY3" fmla="*/ 28445 h 55259"/>
                <a:gd name="connsiteX4" fmla="*/ 12681 w 46300"/>
                <a:gd name="connsiteY4" fmla="*/ 54860 h 55259"/>
                <a:gd name="connsiteX5" fmla="*/ 17013 w 46300"/>
                <a:gd name="connsiteY5" fmla="*/ 50527 h 55259"/>
                <a:gd name="connsiteX6" fmla="*/ 11431 w 46300"/>
                <a:gd name="connsiteY6" fmla="*/ 28445 h 55259"/>
                <a:gd name="connsiteX7" fmla="*/ 13514 w 46300"/>
                <a:gd name="connsiteY7" fmla="*/ 15363 h 55259"/>
                <a:gd name="connsiteX8" fmla="*/ 15014 w 46300"/>
                <a:gd name="connsiteY8" fmla="*/ 10530 h 55259"/>
                <a:gd name="connsiteX9" fmla="*/ 19347 w 46300"/>
                <a:gd name="connsiteY9" fmla="*/ 11947 h 55259"/>
                <a:gd name="connsiteX10" fmla="*/ 29512 w 46300"/>
                <a:gd name="connsiteY10" fmla="*/ 28445 h 55259"/>
                <a:gd name="connsiteX11" fmla="*/ 41011 w 46300"/>
                <a:gd name="connsiteY11" fmla="*/ 41861 h 55259"/>
                <a:gd name="connsiteX12" fmla="*/ 45761 w 46300"/>
                <a:gd name="connsiteY12" fmla="*/ 37028 h 55259"/>
                <a:gd name="connsiteX13" fmla="*/ 45761 w 46300"/>
                <a:gd name="connsiteY13" fmla="*/ 37028 h 55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6300" h="55259">
                  <a:moveTo>
                    <a:pt x="45761" y="37028"/>
                  </a:moveTo>
                  <a:cubicBezTo>
                    <a:pt x="38762" y="27112"/>
                    <a:pt x="32262" y="16946"/>
                    <a:pt x="25346" y="7114"/>
                  </a:cubicBezTo>
                  <a:cubicBezTo>
                    <a:pt x="21847" y="2114"/>
                    <a:pt x="16514" y="-2635"/>
                    <a:pt x="10514" y="1698"/>
                  </a:cubicBezTo>
                  <a:cubicBezTo>
                    <a:pt x="3598" y="6697"/>
                    <a:pt x="182" y="20613"/>
                    <a:pt x="15" y="28445"/>
                  </a:cubicBezTo>
                  <a:cubicBezTo>
                    <a:pt x="-235" y="39611"/>
                    <a:pt x="2598" y="49693"/>
                    <a:pt x="12681" y="54860"/>
                  </a:cubicBezTo>
                  <a:cubicBezTo>
                    <a:pt x="15680" y="56359"/>
                    <a:pt x="18263" y="53360"/>
                    <a:pt x="17013" y="50527"/>
                  </a:cubicBezTo>
                  <a:cubicBezTo>
                    <a:pt x="14014" y="43611"/>
                    <a:pt x="11931" y="36028"/>
                    <a:pt x="11431" y="28445"/>
                  </a:cubicBezTo>
                  <a:cubicBezTo>
                    <a:pt x="11097" y="23946"/>
                    <a:pt x="12264" y="19613"/>
                    <a:pt x="13514" y="15363"/>
                  </a:cubicBezTo>
                  <a:cubicBezTo>
                    <a:pt x="14014" y="13697"/>
                    <a:pt x="14514" y="12113"/>
                    <a:pt x="15014" y="10530"/>
                  </a:cubicBezTo>
                  <a:cubicBezTo>
                    <a:pt x="16930" y="8281"/>
                    <a:pt x="18430" y="8780"/>
                    <a:pt x="19347" y="11947"/>
                  </a:cubicBezTo>
                  <a:cubicBezTo>
                    <a:pt x="23680" y="16030"/>
                    <a:pt x="26263" y="23529"/>
                    <a:pt x="29512" y="28445"/>
                  </a:cubicBezTo>
                  <a:cubicBezTo>
                    <a:pt x="32845" y="33445"/>
                    <a:pt x="36179" y="38194"/>
                    <a:pt x="41011" y="41861"/>
                  </a:cubicBezTo>
                  <a:cubicBezTo>
                    <a:pt x="43761" y="43944"/>
                    <a:pt x="47761" y="39861"/>
                    <a:pt x="45761" y="37028"/>
                  </a:cubicBezTo>
                  <a:lnTo>
                    <a:pt x="45761" y="37028"/>
                  </a:lnTo>
                  <a:close/>
                </a:path>
              </a:pathLst>
            </a:custGeom>
            <a:grpFill/>
            <a:ln w="8332" cap="flat">
              <a:noFill/>
              <a:prstDash val="solid"/>
              <a:miter/>
            </a:ln>
          </p:spPr>
          <p:txBody>
            <a:bodyPr rtlCol="0" anchor="ctr"/>
            <a:lstStyle/>
            <a:p>
              <a:endParaRPr lang="en-US"/>
            </a:p>
          </p:txBody>
        </p:sp>
        <p:sp>
          <p:nvSpPr>
            <p:cNvPr id="1455" name="Freeform: Shape 1454"/>
            <p:cNvSpPr/>
            <p:nvPr/>
          </p:nvSpPr>
          <p:spPr>
            <a:xfrm>
              <a:off x="1214456" y="341302"/>
              <a:ext cx="249587" cy="237117"/>
            </a:xfrm>
            <a:custGeom>
              <a:avLst/>
              <a:gdLst>
                <a:gd name="connsiteX0" fmla="*/ 248100 w 249587"/>
                <a:gd name="connsiteY0" fmla="*/ 76170 h 237117"/>
                <a:gd name="connsiteX1" fmla="*/ 208603 w 249587"/>
                <a:gd name="connsiteY1" fmla="*/ 64755 h 237117"/>
                <a:gd name="connsiteX2" fmla="*/ 169441 w 249587"/>
                <a:gd name="connsiteY2" fmla="*/ 63422 h 237117"/>
                <a:gd name="connsiteX3" fmla="*/ 178856 w 249587"/>
                <a:gd name="connsiteY3" fmla="*/ 51756 h 237117"/>
                <a:gd name="connsiteX4" fmla="*/ 190938 w 249587"/>
                <a:gd name="connsiteY4" fmla="*/ 31258 h 237117"/>
                <a:gd name="connsiteX5" fmla="*/ 185689 w 249587"/>
                <a:gd name="connsiteY5" fmla="*/ 24425 h 237117"/>
                <a:gd name="connsiteX6" fmla="*/ 165357 w 249587"/>
                <a:gd name="connsiteY6" fmla="*/ 31841 h 237117"/>
                <a:gd name="connsiteX7" fmla="*/ 139943 w 249587"/>
                <a:gd name="connsiteY7" fmla="*/ 48173 h 237117"/>
                <a:gd name="connsiteX8" fmla="*/ 126861 w 249587"/>
                <a:gd name="connsiteY8" fmla="*/ 1094 h 237117"/>
                <a:gd name="connsiteX9" fmla="*/ 121278 w 249587"/>
                <a:gd name="connsiteY9" fmla="*/ 1094 h 237117"/>
                <a:gd name="connsiteX10" fmla="*/ 103280 w 249587"/>
                <a:gd name="connsiteY10" fmla="*/ 41007 h 237117"/>
                <a:gd name="connsiteX11" fmla="*/ 69866 w 249587"/>
                <a:gd name="connsiteY11" fmla="*/ 24675 h 237117"/>
                <a:gd name="connsiteX12" fmla="*/ 64033 w 249587"/>
                <a:gd name="connsiteY12" fmla="*/ 28008 h 237117"/>
                <a:gd name="connsiteX13" fmla="*/ 86698 w 249587"/>
                <a:gd name="connsiteY13" fmla="*/ 65005 h 237117"/>
                <a:gd name="connsiteX14" fmla="*/ 77449 w 249587"/>
                <a:gd name="connsiteY14" fmla="*/ 62922 h 237117"/>
                <a:gd name="connsiteX15" fmla="*/ 53118 w 249587"/>
                <a:gd name="connsiteY15" fmla="*/ 62255 h 237117"/>
                <a:gd name="connsiteX16" fmla="*/ 6039 w 249587"/>
                <a:gd name="connsiteY16" fmla="*/ 55506 h 237117"/>
                <a:gd name="connsiteX17" fmla="*/ 4122 w 249587"/>
                <a:gd name="connsiteY17" fmla="*/ 62672 h 237117"/>
                <a:gd name="connsiteX18" fmla="*/ 33703 w 249587"/>
                <a:gd name="connsiteY18" fmla="*/ 84336 h 237117"/>
                <a:gd name="connsiteX19" fmla="*/ 65283 w 249587"/>
                <a:gd name="connsiteY19" fmla="*/ 92919 h 237117"/>
                <a:gd name="connsiteX20" fmla="*/ 57201 w 249587"/>
                <a:gd name="connsiteY20" fmla="*/ 96669 h 237117"/>
                <a:gd name="connsiteX21" fmla="*/ 31453 w 249587"/>
                <a:gd name="connsiteY21" fmla="*/ 114167 h 237117"/>
                <a:gd name="connsiteX22" fmla="*/ 9205 w 249587"/>
                <a:gd name="connsiteY22" fmla="*/ 138165 h 237117"/>
                <a:gd name="connsiteX23" fmla="*/ 39 w 249587"/>
                <a:gd name="connsiteY23" fmla="*/ 159830 h 237117"/>
                <a:gd name="connsiteX24" fmla="*/ 7455 w 249587"/>
                <a:gd name="connsiteY24" fmla="*/ 164079 h 237117"/>
                <a:gd name="connsiteX25" fmla="*/ 45618 w 249587"/>
                <a:gd name="connsiteY25" fmla="*/ 142664 h 237117"/>
                <a:gd name="connsiteX26" fmla="*/ 77782 w 249587"/>
                <a:gd name="connsiteY26" fmla="*/ 129166 h 237117"/>
                <a:gd name="connsiteX27" fmla="*/ 53368 w 249587"/>
                <a:gd name="connsiteY27" fmla="*/ 171079 h 237117"/>
                <a:gd name="connsiteX28" fmla="*/ 44618 w 249587"/>
                <a:gd name="connsiteY28" fmla="*/ 232906 h 237117"/>
                <a:gd name="connsiteX29" fmla="*/ 76449 w 249587"/>
                <a:gd name="connsiteY29" fmla="*/ 209575 h 237117"/>
                <a:gd name="connsiteX30" fmla="*/ 101530 w 249587"/>
                <a:gd name="connsiteY30" fmla="*/ 168579 h 237117"/>
                <a:gd name="connsiteX31" fmla="*/ 120112 w 249587"/>
                <a:gd name="connsiteY31" fmla="*/ 137665 h 237117"/>
                <a:gd name="connsiteX32" fmla="*/ 119862 w 249587"/>
                <a:gd name="connsiteY32" fmla="*/ 148581 h 237117"/>
                <a:gd name="connsiteX33" fmla="*/ 123944 w 249587"/>
                <a:gd name="connsiteY33" fmla="*/ 168995 h 237117"/>
                <a:gd name="connsiteX34" fmla="*/ 128278 w 249587"/>
                <a:gd name="connsiteY34" fmla="*/ 186744 h 237117"/>
                <a:gd name="connsiteX35" fmla="*/ 145109 w 249587"/>
                <a:gd name="connsiteY35" fmla="*/ 226823 h 237117"/>
                <a:gd name="connsiteX36" fmla="*/ 165357 w 249587"/>
                <a:gd name="connsiteY36" fmla="*/ 199493 h 237117"/>
                <a:gd name="connsiteX37" fmla="*/ 165607 w 249587"/>
                <a:gd name="connsiteY37" fmla="*/ 157080 h 237117"/>
                <a:gd name="connsiteX38" fmla="*/ 159691 w 249587"/>
                <a:gd name="connsiteY38" fmla="*/ 130749 h 237117"/>
                <a:gd name="connsiteX39" fmla="*/ 207604 w 249587"/>
                <a:gd name="connsiteY39" fmla="*/ 151164 h 237117"/>
                <a:gd name="connsiteX40" fmla="*/ 229935 w 249587"/>
                <a:gd name="connsiteY40" fmla="*/ 170829 h 237117"/>
                <a:gd name="connsiteX41" fmla="*/ 237851 w 249587"/>
                <a:gd name="connsiteY41" fmla="*/ 178661 h 237117"/>
                <a:gd name="connsiteX42" fmla="*/ 243934 w 249587"/>
                <a:gd name="connsiteY42" fmla="*/ 172578 h 237117"/>
                <a:gd name="connsiteX43" fmla="*/ 217269 w 249587"/>
                <a:gd name="connsiteY43" fmla="*/ 126666 h 237117"/>
                <a:gd name="connsiteX44" fmla="*/ 197688 w 249587"/>
                <a:gd name="connsiteY44" fmla="*/ 109751 h 237117"/>
                <a:gd name="connsiteX45" fmla="*/ 177523 w 249587"/>
                <a:gd name="connsiteY45" fmla="*/ 100252 h 237117"/>
                <a:gd name="connsiteX46" fmla="*/ 221686 w 249587"/>
                <a:gd name="connsiteY46" fmla="*/ 90669 h 237117"/>
                <a:gd name="connsiteX47" fmla="*/ 248933 w 249587"/>
                <a:gd name="connsiteY47" fmla="*/ 82337 h 237117"/>
                <a:gd name="connsiteX48" fmla="*/ 248100 w 249587"/>
                <a:gd name="connsiteY48" fmla="*/ 76170 h 237117"/>
                <a:gd name="connsiteX49" fmla="*/ 248100 w 249587"/>
                <a:gd name="connsiteY49" fmla="*/ 76170 h 237117"/>
                <a:gd name="connsiteX50" fmla="*/ 215353 w 249587"/>
                <a:gd name="connsiteY50" fmla="*/ 81753 h 237117"/>
                <a:gd name="connsiteX51" fmla="*/ 192355 w 249587"/>
                <a:gd name="connsiteY51" fmla="*/ 85670 h 237117"/>
                <a:gd name="connsiteX52" fmla="*/ 166108 w 249587"/>
                <a:gd name="connsiteY52" fmla="*/ 96335 h 237117"/>
                <a:gd name="connsiteX53" fmla="*/ 165357 w 249587"/>
                <a:gd name="connsiteY53" fmla="*/ 102418 h 237117"/>
                <a:gd name="connsiteX54" fmla="*/ 173023 w 249587"/>
                <a:gd name="connsiteY54" fmla="*/ 108418 h 237117"/>
                <a:gd name="connsiteX55" fmla="*/ 201104 w 249587"/>
                <a:gd name="connsiteY55" fmla="*/ 125583 h 237117"/>
                <a:gd name="connsiteX56" fmla="*/ 224602 w 249587"/>
                <a:gd name="connsiteY56" fmla="*/ 151580 h 237117"/>
                <a:gd name="connsiteX57" fmla="*/ 207937 w 249587"/>
                <a:gd name="connsiteY57" fmla="*/ 140581 h 237117"/>
                <a:gd name="connsiteX58" fmla="*/ 154942 w 249587"/>
                <a:gd name="connsiteY58" fmla="*/ 120416 h 237117"/>
                <a:gd name="connsiteX59" fmla="*/ 149192 w 249587"/>
                <a:gd name="connsiteY59" fmla="*/ 126166 h 237117"/>
                <a:gd name="connsiteX60" fmla="*/ 155192 w 249587"/>
                <a:gd name="connsiteY60" fmla="*/ 149830 h 237117"/>
                <a:gd name="connsiteX61" fmla="*/ 156858 w 249587"/>
                <a:gd name="connsiteY61" fmla="*/ 184411 h 237117"/>
                <a:gd name="connsiteX62" fmla="*/ 153942 w 249587"/>
                <a:gd name="connsiteY62" fmla="*/ 208742 h 237117"/>
                <a:gd name="connsiteX63" fmla="*/ 152775 w 249587"/>
                <a:gd name="connsiteY63" fmla="*/ 214491 h 237117"/>
                <a:gd name="connsiteX64" fmla="*/ 150025 w 249587"/>
                <a:gd name="connsiteY64" fmla="*/ 217741 h 237117"/>
                <a:gd name="connsiteX65" fmla="*/ 142860 w 249587"/>
                <a:gd name="connsiteY65" fmla="*/ 202326 h 237117"/>
                <a:gd name="connsiteX66" fmla="*/ 134610 w 249587"/>
                <a:gd name="connsiteY66" fmla="*/ 173912 h 237117"/>
                <a:gd name="connsiteX67" fmla="*/ 128444 w 249587"/>
                <a:gd name="connsiteY67" fmla="*/ 145997 h 237117"/>
                <a:gd name="connsiteX68" fmla="*/ 126611 w 249587"/>
                <a:gd name="connsiteY68" fmla="*/ 126499 h 237117"/>
                <a:gd name="connsiteX69" fmla="*/ 120278 w 249587"/>
                <a:gd name="connsiteY69" fmla="*/ 124833 h 237117"/>
                <a:gd name="connsiteX70" fmla="*/ 94530 w 249587"/>
                <a:gd name="connsiteY70" fmla="*/ 161163 h 237117"/>
                <a:gd name="connsiteX71" fmla="*/ 56701 w 249587"/>
                <a:gd name="connsiteY71" fmla="*/ 218991 h 237117"/>
                <a:gd name="connsiteX72" fmla="*/ 53784 w 249587"/>
                <a:gd name="connsiteY72" fmla="*/ 221907 h 237117"/>
                <a:gd name="connsiteX73" fmla="*/ 55451 w 249587"/>
                <a:gd name="connsiteY73" fmla="*/ 204576 h 237117"/>
                <a:gd name="connsiteX74" fmla="*/ 63867 w 249587"/>
                <a:gd name="connsiteY74" fmla="*/ 175495 h 237117"/>
                <a:gd name="connsiteX75" fmla="*/ 98114 w 249587"/>
                <a:gd name="connsiteY75" fmla="*/ 122916 h 237117"/>
                <a:gd name="connsiteX76" fmla="*/ 94614 w 249587"/>
                <a:gd name="connsiteY76" fmla="*/ 114584 h 237117"/>
                <a:gd name="connsiteX77" fmla="*/ 46118 w 249587"/>
                <a:gd name="connsiteY77" fmla="*/ 132832 h 237117"/>
                <a:gd name="connsiteX78" fmla="*/ 13038 w 249587"/>
                <a:gd name="connsiteY78" fmla="*/ 150330 h 237117"/>
                <a:gd name="connsiteX79" fmla="*/ 24703 w 249587"/>
                <a:gd name="connsiteY79" fmla="*/ 135082 h 237117"/>
                <a:gd name="connsiteX80" fmla="*/ 50285 w 249587"/>
                <a:gd name="connsiteY80" fmla="*/ 112667 h 237117"/>
                <a:gd name="connsiteX81" fmla="*/ 76032 w 249587"/>
                <a:gd name="connsiteY81" fmla="*/ 100502 h 237117"/>
                <a:gd name="connsiteX82" fmla="*/ 88864 w 249587"/>
                <a:gd name="connsiteY82" fmla="*/ 94419 h 237117"/>
                <a:gd name="connsiteX83" fmla="*/ 85781 w 249587"/>
                <a:gd name="connsiteY83" fmla="*/ 86919 h 237117"/>
                <a:gd name="connsiteX84" fmla="*/ 39952 w 249587"/>
                <a:gd name="connsiteY84" fmla="*/ 79004 h 237117"/>
                <a:gd name="connsiteX85" fmla="*/ 18121 w 249587"/>
                <a:gd name="connsiteY85" fmla="*/ 64588 h 237117"/>
                <a:gd name="connsiteX86" fmla="*/ 88698 w 249587"/>
                <a:gd name="connsiteY86" fmla="*/ 69921 h 237117"/>
                <a:gd name="connsiteX87" fmla="*/ 92031 w 249587"/>
                <a:gd name="connsiteY87" fmla="*/ 71254 h 237117"/>
                <a:gd name="connsiteX88" fmla="*/ 93447 w 249587"/>
                <a:gd name="connsiteY88" fmla="*/ 71088 h 237117"/>
                <a:gd name="connsiteX89" fmla="*/ 97197 w 249587"/>
                <a:gd name="connsiteY89" fmla="*/ 64588 h 237117"/>
                <a:gd name="connsiteX90" fmla="*/ 84865 w 249587"/>
                <a:gd name="connsiteY90" fmla="*/ 50089 h 237117"/>
                <a:gd name="connsiteX91" fmla="*/ 74616 w 249587"/>
                <a:gd name="connsiteY91" fmla="*/ 36674 h 237117"/>
                <a:gd name="connsiteX92" fmla="*/ 103530 w 249587"/>
                <a:gd name="connsiteY92" fmla="*/ 53422 h 237117"/>
                <a:gd name="connsiteX93" fmla="*/ 111112 w 249587"/>
                <a:gd name="connsiteY93" fmla="*/ 50339 h 237117"/>
                <a:gd name="connsiteX94" fmla="*/ 117445 w 249587"/>
                <a:gd name="connsiteY94" fmla="*/ 29341 h 237117"/>
                <a:gd name="connsiteX95" fmla="*/ 119695 w 249587"/>
                <a:gd name="connsiteY95" fmla="*/ 20925 h 237117"/>
                <a:gd name="connsiteX96" fmla="*/ 125111 w 249587"/>
                <a:gd name="connsiteY96" fmla="*/ 12593 h 237117"/>
                <a:gd name="connsiteX97" fmla="*/ 129361 w 249587"/>
                <a:gd name="connsiteY97" fmla="*/ 31841 h 237117"/>
                <a:gd name="connsiteX98" fmla="*/ 129861 w 249587"/>
                <a:gd name="connsiteY98" fmla="*/ 56172 h 237117"/>
                <a:gd name="connsiteX99" fmla="*/ 136110 w 249587"/>
                <a:gd name="connsiteY99" fmla="*/ 60922 h 237117"/>
                <a:gd name="connsiteX100" fmla="*/ 158358 w 249587"/>
                <a:gd name="connsiteY100" fmla="*/ 47756 h 237117"/>
                <a:gd name="connsiteX101" fmla="*/ 174857 w 249587"/>
                <a:gd name="connsiteY101" fmla="*/ 37924 h 237117"/>
                <a:gd name="connsiteX102" fmla="*/ 155525 w 249587"/>
                <a:gd name="connsiteY102" fmla="*/ 68921 h 237117"/>
                <a:gd name="connsiteX103" fmla="*/ 161108 w 249587"/>
                <a:gd name="connsiteY103" fmla="*/ 74504 h 237117"/>
                <a:gd name="connsiteX104" fmla="*/ 199438 w 249587"/>
                <a:gd name="connsiteY104" fmla="*/ 74921 h 237117"/>
                <a:gd name="connsiteX105" fmla="*/ 220519 w 249587"/>
                <a:gd name="connsiteY105" fmla="*/ 78087 h 237117"/>
                <a:gd name="connsiteX106" fmla="*/ 232685 w 249587"/>
                <a:gd name="connsiteY106" fmla="*/ 80003 h 237117"/>
                <a:gd name="connsiteX107" fmla="*/ 215353 w 249587"/>
                <a:gd name="connsiteY107" fmla="*/ 81753 h 237117"/>
                <a:gd name="connsiteX108" fmla="*/ 215353 w 249587"/>
                <a:gd name="connsiteY108" fmla="*/ 81753 h 237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249587" h="237117">
                  <a:moveTo>
                    <a:pt x="248100" y="76170"/>
                  </a:moveTo>
                  <a:cubicBezTo>
                    <a:pt x="239601" y="67171"/>
                    <a:pt x="220269" y="66338"/>
                    <a:pt x="208603" y="64755"/>
                  </a:cubicBezTo>
                  <a:cubicBezTo>
                    <a:pt x="195355" y="63005"/>
                    <a:pt x="182523" y="63422"/>
                    <a:pt x="169441" y="63422"/>
                  </a:cubicBezTo>
                  <a:cubicBezTo>
                    <a:pt x="172357" y="59255"/>
                    <a:pt x="176940" y="54672"/>
                    <a:pt x="178856" y="51756"/>
                  </a:cubicBezTo>
                  <a:cubicBezTo>
                    <a:pt x="183273" y="45007"/>
                    <a:pt x="188022" y="38840"/>
                    <a:pt x="190938" y="31258"/>
                  </a:cubicBezTo>
                  <a:cubicBezTo>
                    <a:pt x="192355" y="27591"/>
                    <a:pt x="188855" y="24758"/>
                    <a:pt x="185689" y="24425"/>
                  </a:cubicBezTo>
                  <a:cubicBezTo>
                    <a:pt x="178940" y="23675"/>
                    <a:pt x="171107" y="28925"/>
                    <a:pt x="165357" y="31841"/>
                  </a:cubicBezTo>
                  <a:cubicBezTo>
                    <a:pt x="156692" y="36424"/>
                    <a:pt x="148609" y="43257"/>
                    <a:pt x="139943" y="48173"/>
                  </a:cubicBezTo>
                  <a:cubicBezTo>
                    <a:pt x="140193" y="32008"/>
                    <a:pt x="138860" y="11093"/>
                    <a:pt x="126861" y="1094"/>
                  </a:cubicBezTo>
                  <a:cubicBezTo>
                    <a:pt x="125028" y="-406"/>
                    <a:pt x="123028" y="-323"/>
                    <a:pt x="121278" y="1094"/>
                  </a:cubicBezTo>
                  <a:cubicBezTo>
                    <a:pt x="111196" y="9010"/>
                    <a:pt x="107279" y="27508"/>
                    <a:pt x="103280" y="41007"/>
                  </a:cubicBezTo>
                  <a:cubicBezTo>
                    <a:pt x="92781" y="34258"/>
                    <a:pt x="82198" y="27841"/>
                    <a:pt x="69866" y="24675"/>
                  </a:cubicBezTo>
                  <a:cubicBezTo>
                    <a:pt x="67533" y="24092"/>
                    <a:pt x="64533" y="25425"/>
                    <a:pt x="64033" y="28008"/>
                  </a:cubicBezTo>
                  <a:cubicBezTo>
                    <a:pt x="61367" y="41340"/>
                    <a:pt x="77782" y="54422"/>
                    <a:pt x="86698" y="65005"/>
                  </a:cubicBezTo>
                  <a:cubicBezTo>
                    <a:pt x="83615" y="64255"/>
                    <a:pt x="80615" y="63422"/>
                    <a:pt x="77449" y="62922"/>
                  </a:cubicBezTo>
                  <a:cubicBezTo>
                    <a:pt x="69450" y="61505"/>
                    <a:pt x="61200" y="62755"/>
                    <a:pt x="53118" y="62255"/>
                  </a:cubicBezTo>
                  <a:cubicBezTo>
                    <a:pt x="37369" y="61255"/>
                    <a:pt x="21787" y="57089"/>
                    <a:pt x="6039" y="55506"/>
                  </a:cubicBezTo>
                  <a:cubicBezTo>
                    <a:pt x="1956" y="55089"/>
                    <a:pt x="1206" y="60755"/>
                    <a:pt x="4122" y="62672"/>
                  </a:cubicBezTo>
                  <a:cubicBezTo>
                    <a:pt x="14454" y="69421"/>
                    <a:pt x="22287" y="79170"/>
                    <a:pt x="33703" y="84336"/>
                  </a:cubicBezTo>
                  <a:cubicBezTo>
                    <a:pt x="43785" y="88919"/>
                    <a:pt x="54534" y="90919"/>
                    <a:pt x="65283" y="92919"/>
                  </a:cubicBezTo>
                  <a:cubicBezTo>
                    <a:pt x="62533" y="94085"/>
                    <a:pt x="59784" y="95335"/>
                    <a:pt x="57201" y="96669"/>
                  </a:cubicBezTo>
                  <a:cubicBezTo>
                    <a:pt x="48035" y="101418"/>
                    <a:pt x="39119" y="107251"/>
                    <a:pt x="31453" y="114167"/>
                  </a:cubicBezTo>
                  <a:cubicBezTo>
                    <a:pt x="23537" y="121250"/>
                    <a:pt x="14954" y="129166"/>
                    <a:pt x="9205" y="138165"/>
                  </a:cubicBezTo>
                  <a:cubicBezTo>
                    <a:pt x="5538" y="143914"/>
                    <a:pt x="-544" y="152747"/>
                    <a:pt x="39" y="159830"/>
                  </a:cubicBezTo>
                  <a:cubicBezTo>
                    <a:pt x="372" y="163663"/>
                    <a:pt x="3955" y="165746"/>
                    <a:pt x="7455" y="164079"/>
                  </a:cubicBezTo>
                  <a:cubicBezTo>
                    <a:pt x="20537" y="157746"/>
                    <a:pt x="32453" y="149164"/>
                    <a:pt x="45618" y="142664"/>
                  </a:cubicBezTo>
                  <a:cubicBezTo>
                    <a:pt x="56117" y="137498"/>
                    <a:pt x="66783" y="132915"/>
                    <a:pt x="77782" y="129166"/>
                  </a:cubicBezTo>
                  <a:cubicBezTo>
                    <a:pt x="67200" y="141248"/>
                    <a:pt x="59700" y="155997"/>
                    <a:pt x="53368" y="171079"/>
                  </a:cubicBezTo>
                  <a:cubicBezTo>
                    <a:pt x="47285" y="185577"/>
                    <a:pt x="33036" y="218074"/>
                    <a:pt x="44618" y="232906"/>
                  </a:cubicBezTo>
                  <a:cubicBezTo>
                    <a:pt x="56617" y="248405"/>
                    <a:pt x="72283" y="216658"/>
                    <a:pt x="76449" y="209575"/>
                  </a:cubicBezTo>
                  <a:cubicBezTo>
                    <a:pt x="84698" y="195826"/>
                    <a:pt x="93114" y="182244"/>
                    <a:pt x="101530" y="168579"/>
                  </a:cubicBezTo>
                  <a:cubicBezTo>
                    <a:pt x="107113" y="159496"/>
                    <a:pt x="112696" y="146664"/>
                    <a:pt x="120112" y="137665"/>
                  </a:cubicBezTo>
                  <a:cubicBezTo>
                    <a:pt x="120195" y="141415"/>
                    <a:pt x="119528" y="145581"/>
                    <a:pt x="119862" y="148581"/>
                  </a:cubicBezTo>
                  <a:cubicBezTo>
                    <a:pt x="120611" y="155497"/>
                    <a:pt x="122278" y="162246"/>
                    <a:pt x="123944" y="168995"/>
                  </a:cubicBezTo>
                  <a:cubicBezTo>
                    <a:pt x="125361" y="174912"/>
                    <a:pt x="126778" y="180828"/>
                    <a:pt x="128278" y="186744"/>
                  </a:cubicBezTo>
                  <a:cubicBezTo>
                    <a:pt x="131361" y="198576"/>
                    <a:pt x="134777" y="218741"/>
                    <a:pt x="145109" y="226823"/>
                  </a:cubicBezTo>
                  <a:cubicBezTo>
                    <a:pt x="160858" y="239156"/>
                    <a:pt x="164274" y="207825"/>
                    <a:pt x="165357" y="199493"/>
                  </a:cubicBezTo>
                  <a:cubicBezTo>
                    <a:pt x="167274" y="185411"/>
                    <a:pt x="166774" y="171245"/>
                    <a:pt x="165607" y="157080"/>
                  </a:cubicBezTo>
                  <a:cubicBezTo>
                    <a:pt x="164857" y="147831"/>
                    <a:pt x="161774" y="139415"/>
                    <a:pt x="159691" y="130749"/>
                  </a:cubicBezTo>
                  <a:cubicBezTo>
                    <a:pt x="176273" y="134749"/>
                    <a:pt x="193355" y="142581"/>
                    <a:pt x="207604" y="151164"/>
                  </a:cubicBezTo>
                  <a:cubicBezTo>
                    <a:pt x="215936" y="156163"/>
                    <a:pt x="224269" y="162746"/>
                    <a:pt x="229935" y="170829"/>
                  </a:cubicBezTo>
                  <a:cubicBezTo>
                    <a:pt x="232518" y="174495"/>
                    <a:pt x="233101" y="177911"/>
                    <a:pt x="237851" y="178661"/>
                  </a:cubicBezTo>
                  <a:cubicBezTo>
                    <a:pt x="241767" y="179244"/>
                    <a:pt x="244517" y="176578"/>
                    <a:pt x="243934" y="172578"/>
                  </a:cubicBezTo>
                  <a:cubicBezTo>
                    <a:pt x="241101" y="154997"/>
                    <a:pt x="229352" y="139165"/>
                    <a:pt x="217269" y="126666"/>
                  </a:cubicBezTo>
                  <a:cubicBezTo>
                    <a:pt x="211270" y="120500"/>
                    <a:pt x="204771" y="114584"/>
                    <a:pt x="197688" y="109751"/>
                  </a:cubicBezTo>
                  <a:cubicBezTo>
                    <a:pt x="193105" y="106584"/>
                    <a:pt x="183273" y="104001"/>
                    <a:pt x="177523" y="100252"/>
                  </a:cubicBezTo>
                  <a:cubicBezTo>
                    <a:pt x="189855" y="93169"/>
                    <a:pt x="208937" y="92336"/>
                    <a:pt x="221686" y="90669"/>
                  </a:cubicBezTo>
                  <a:cubicBezTo>
                    <a:pt x="230352" y="89503"/>
                    <a:pt x="244517" y="90919"/>
                    <a:pt x="248933" y="82337"/>
                  </a:cubicBezTo>
                  <a:cubicBezTo>
                    <a:pt x="250016" y="80337"/>
                    <a:pt x="249766" y="77920"/>
                    <a:pt x="248100" y="76170"/>
                  </a:cubicBezTo>
                  <a:lnTo>
                    <a:pt x="248100" y="76170"/>
                  </a:lnTo>
                  <a:close/>
                  <a:moveTo>
                    <a:pt x="215353" y="81753"/>
                  </a:moveTo>
                  <a:cubicBezTo>
                    <a:pt x="207604" y="82836"/>
                    <a:pt x="200021" y="84003"/>
                    <a:pt x="192355" y="85670"/>
                  </a:cubicBezTo>
                  <a:cubicBezTo>
                    <a:pt x="182773" y="87753"/>
                    <a:pt x="173773" y="90003"/>
                    <a:pt x="166108" y="96335"/>
                  </a:cubicBezTo>
                  <a:cubicBezTo>
                    <a:pt x="164524" y="97668"/>
                    <a:pt x="164191" y="100752"/>
                    <a:pt x="165357" y="102418"/>
                  </a:cubicBezTo>
                  <a:cubicBezTo>
                    <a:pt x="167607" y="105668"/>
                    <a:pt x="169607" y="106668"/>
                    <a:pt x="173023" y="108418"/>
                  </a:cubicBezTo>
                  <a:cubicBezTo>
                    <a:pt x="183023" y="113667"/>
                    <a:pt x="192355" y="118083"/>
                    <a:pt x="201104" y="125583"/>
                  </a:cubicBezTo>
                  <a:cubicBezTo>
                    <a:pt x="209604" y="132832"/>
                    <a:pt x="218186" y="141664"/>
                    <a:pt x="224602" y="151580"/>
                  </a:cubicBezTo>
                  <a:cubicBezTo>
                    <a:pt x="219436" y="147331"/>
                    <a:pt x="213770" y="143748"/>
                    <a:pt x="207937" y="140581"/>
                  </a:cubicBezTo>
                  <a:cubicBezTo>
                    <a:pt x="191855" y="131999"/>
                    <a:pt x="173023" y="123499"/>
                    <a:pt x="154942" y="120416"/>
                  </a:cubicBezTo>
                  <a:cubicBezTo>
                    <a:pt x="151109" y="119750"/>
                    <a:pt x="148692" y="122500"/>
                    <a:pt x="149192" y="126166"/>
                  </a:cubicBezTo>
                  <a:cubicBezTo>
                    <a:pt x="150275" y="134082"/>
                    <a:pt x="154025" y="141664"/>
                    <a:pt x="155192" y="149830"/>
                  </a:cubicBezTo>
                  <a:cubicBezTo>
                    <a:pt x="156775" y="161079"/>
                    <a:pt x="157275" y="172995"/>
                    <a:pt x="156858" y="184411"/>
                  </a:cubicBezTo>
                  <a:cubicBezTo>
                    <a:pt x="156608" y="192577"/>
                    <a:pt x="155442" y="200659"/>
                    <a:pt x="153942" y="208742"/>
                  </a:cubicBezTo>
                  <a:lnTo>
                    <a:pt x="152775" y="214491"/>
                  </a:lnTo>
                  <a:cubicBezTo>
                    <a:pt x="152942" y="219991"/>
                    <a:pt x="152025" y="221074"/>
                    <a:pt x="150025" y="217741"/>
                  </a:cubicBezTo>
                  <a:cubicBezTo>
                    <a:pt x="146526" y="215741"/>
                    <a:pt x="144193" y="205825"/>
                    <a:pt x="142860" y="202326"/>
                  </a:cubicBezTo>
                  <a:cubicBezTo>
                    <a:pt x="139527" y="193077"/>
                    <a:pt x="137027" y="183494"/>
                    <a:pt x="134610" y="173912"/>
                  </a:cubicBezTo>
                  <a:cubicBezTo>
                    <a:pt x="132277" y="164829"/>
                    <a:pt x="129111" y="155497"/>
                    <a:pt x="128444" y="145997"/>
                  </a:cubicBezTo>
                  <a:cubicBezTo>
                    <a:pt x="127944" y="139081"/>
                    <a:pt x="130444" y="132665"/>
                    <a:pt x="126611" y="126499"/>
                  </a:cubicBezTo>
                  <a:cubicBezTo>
                    <a:pt x="125361" y="124583"/>
                    <a:pt x="122361" y="123333"/>
                    <a:pt x="120278" y="124833"/>
                  </a:cubicBezTo>
                  <a:cubicBezTo>
                    <a:pt x="108946" y="133249"/>
                    <a:pt x="102030" y="149497"/>
                    <a:pt x="94530" y="161163"/>
                  </a:cubicBezTo>
                  <a:cubicBezTo>
                    <a:pt x="82365" y="180244"/>
                    <a:pt x="67283" y="199076"/>
                    <a:pt x="56701" y="218991"/>
                  </a:cubicBezTo>
                  <a:cubicBezTo>
                    <a:pt x="54534" y="223074"/>
                    <a:pt x="56284" y="227573"/>
                    <a:pt x="53784" y="221907"/>
                  </a:cubicBezTo>
                  <a:cubicBezTo>
                    <a:pt x="51618" y="216908"/>
                    <a:pt x="54451" y="209825"/>
                    <a:pt x="55451" y="204576"/>
                  </a:cubicBezTo>
                  <a:cubicBezTo>
                    <a:pt x="57451" y="194743"/>
                    <a:pt x="60284" y="184911"/>
                    <a:pt x="63867" y="175495"/>
                  </a:cubicBezTo>
                  <a:cubicBezTo>
                    <a:pt x="71283" y="156163"/>
                    <a:pt x="81365" y="135748"/>
                    <a:pt x="98114" y="122916"/>
                  </a:cubicBezTo>
                  <a:cubicBezTo>
                    <a:pt x="101863" y="120083"/>
                    <a:pt x="99947" y="112917"/>
                    <a:pt x="94614" y="114584"/>
                  </a:cubicBezTo>
                  <a:cubicBezTo>
                    <a:pt x="77949" y="119750"/>
                    <a:pt x="61950" y="125499"/>
                    <a:pt x="46118" y="132832"/>
                  </a:cubicBezTo>
                  <a:cubicBezTo>
                    <a:pt x="34786" y="138081"/>
                    <a:pt x="24037" y="144498"/>
                    <a:pt x="13038" y="150330"/>
                  </a:cubicBezTo>
                  <a:cubicBezTo>
                    <a:pt x="16538" y="144248"/>
                    <a:pt x="22120" y="137832"/>
                    <a:pt x="24703" y="135082"/>
                  </a:cubicBezTo>
                  <a:cubicBezTo>
                    <a:pt x="32536" y="126749"/>
                    <a:pt x="40619" y="118917"/>
                    <a:pt x="50285" y="112667"/>
                  </a:cubicBezTo>
                  <a:cubicBezTo>
                    <a:pt x="58284" y="107501"/>
                    <a:pt x="66783" y="102668"/>
                    <a:pt x="76032" y="100502"/>
                  </a:cubicBezTo>
                  <a:cubicBezTo>
                    <a:pt x="81532" y="99252"/>
                    <a:pt x="85281" y="99168"/>
                    <a:pt x="88864" y="94419"/>
                  </a:cubicBezTo>
                  <a:cubicBezTo>
                    <a:pt x="90781" y="91836"/>
                    <a:pt x="88781" y="87503"/>
                    <a:pt x="85781" y="86919"/>
                  </a:cubicBezTo>
                  <a:cubicBezTo>
                    <a:pt x="70616" y="83836"/>
                    <a:pt x="54701" y="84003"/>
                    <a:pt x="39952" y="79004"/>
                  </a:cubicBezTo>
                  <a:cubicBezTo>
                    <a:pt x="30536" y="75837"/>
                    <a:pt x="24453" y="70338"/>
                    <a:pt x="18121" y="64588"/>
                  </a:cubicBezTo>
                  <a:cubicBezTo>
                    <a:pt x="41535" y="67671"/>
                    <a:pt x="65033" y="72004"/>
                    <a:pt x="88698" y="69921"/>
                  </a:cubicBezTo>
                  <a:cubicBezTo>
                    <a:pt x="89364" y="70838"/>
                    <a:pt x="90448" y="71421"/>
                    <a:pt x="92031" y="71254"/>
                  </a:cubicBezTo>
                  <a:cubicBezTo>
                    <a:pt x="92531" y="71171"/>
                    <a:pt x="92947" y="71171"/>
                    <a:pt x="93447" y="71088"/>
                  </a:cubicBezTo>
                  <a:cubicBezTo>
                    <a:pt x="96447" y="70754"/>
                    <a:pt x="99197" y="67505"/>
                    <a:pt x="97197" y="64588"/>
                  </a:cubicBezTo>
                  <a:cubicBezTo>
                    <a:pt x="93614" y="59422"/>
                    <a:pt x="88781" y="55089"/>
                    <a:pt x="84865" y="50089"/>
                  </a:cubicBezTo>
                  <a:cubicBezTo>
                    <a:pt x="82865" y="47506"/>
                    <a:pt x="77365" y="41757"/>
                    <a:pt x="74616" y="36674"/>
                  </a:cubicBezTo>
                  <a:cubicBezTo>
                    <a:pt x="84865" y="41174"/>
                    <a:pt x="94114" y="47423"/>
                    <a:pt x="103530" y="53422"/>
                  </a:cubicBezTo>
                  <a:cubicBezTo>
                    <a:pt x="106446" y="55256"/>
                    <a:pt x="110113" y="53422"/>
                    <a:pt x="111112" y="50339"/>
                  </a:cubicBezTo>
                  <a:cubicBezTo>
                    <a:pt x="113362" y="43340"/>
                    <a:pt x="115529" y="36341"/>
                    <a:pt x="117445" y="29341"/>
                  </a:cubicBezTo>
                  <a:cubicBezTo>
                    <a:pt x="118195" y="26508"/>
                    <a:pt x="118862" y="23675"/>
                    <a:pt x="119695" y="20925"/>
                  </a:cubicBezTo>
                  <a:cubicBezTo>
                    <a:pt x="120861" y="17009"/>
                    <a:pt x="120528" y="9010"/>
                    <a:pt x="125111" y="12593"/>
                  </a:cubicBezTo>
                  <a:cubicBezTo>
                    <a:pt x="129777" y="16176"/>
                    <a:pt x="128777" y="26425"/>
                    <a:pt x="129361" y="31841"/>
                  </a:cubicBezTo>
                  <a:cubicBezTo>
                    <a:pt x="130277" y="40257"/>
                    <a:pt x="130361" y="47756"/>
                    <a:pt x="129861" y="56172"/>
                  </a:cubicBezTo>
                  <a:cubicBezTo>
                    <a:pt x="129694" y="59172"/>
                    <a:pt x="133194" y="62088"/>
                    <a:pt x="136110" y="60922"/>
                  </a:cubicBezTo>
                  <a:cubicBezTo>
                    <a:pt x="144193" y="57755"/>
                    <a:pt x="150942" y="52173"/>
                    <a:pt x="158358" y="47756"/>
                  </a:cubicBezTo>
                  <a:cubicBezTo>
                    <a:pt x="162358" y="45340"/>
                    <a:pt x="168691" y="40840"/>
                    <a:pt x="174857" y="37924"/>
                  </a:cubicBezTo>
                  <a:cubicBezTo>
                    <a:pt x="167441" y="48090"/>
                    <a:pt x="156858" y="57339"/>
                    <a:pt x="155525" y="68921"/>
                  </a:cubicBezTo>
                  <a:cubicBezTo>
                    <a:pt x="155192" y="72004"/>
                    <a:pt x="158358" y="74504"/>
                    <a:pt x="161108" y="74504"/>
                  </a:cubicBezTo>
                  <a:cubicBezTo>
                    <a:pt x="174023" y="74754"/>
                    <a:pt x="186522" y="73587"/>
                    <a:pt x="199438" y="74921"/>
                  </a:cubicBezTo>
                  <a:cubicBezTo>
                    <a:pt x="206520" y="75670"/>
                    <a:pt x="213520" y="76670"/>
                    <a:pt x="220519" y="78087"/>
                  </a:cubicBezTo>
                  <a:cubicBezTo>
                    <a:pt x="223352" y="78670"/>
                    <a:pt x="228269" y="79087"/>
                    <a:pt x="232685" y="80003"/>
                  </a:cubicBezTo>
                  <a:cubicBezTo>
                    <a:pt x="226269" y="81253"/>
                    <a:pt x="217519" y="81503"/>
                    <a:pt x="215353" y="81753"/>
                  </a:cubicBezTo>
                  <a:lnTo>
                    <a:pt x="215353" y="81753"/>
                  </a:lnTo>
                  <a:close/>
                </a:path>
              </a:pathLst>
            </a:custGeom>
            <a:grpFill/>
            <a:ln w="8332" cap="flat">
              <a:noFill/>
              <a:prstDash val="solid"/>
              <a:miter/>
            </a:ln>
          </p:spPr>
          <p:txBody>
            <a:bodyPr rtlCol="0" anchor="ctr"/>
            <a:lstStyle/>
            <a:p>
              <a:endParaRPr lang="en-US"/>
            </a:p>
          </p:txBody>
        </p:sp>
        <p:sp>
          <p:nvSpPr>
            <p:cNvPr id="1456" name="Freeform: Shape 1455"/>
            <p:cNvSpPr/>
            <p:nvPr/>
          </p:nvSpPr>
          <p:spPr>
            <a:xfrm>
              <a:off x="5543689" y="-141335"/>
              <a:ext cx="414962" cy="401130"/>
            </a:xfrm>
            <a:custGeom>
              <a:avLst/>
              <a:gdLst>
                <a:gd name="connsiteX0" fmla="*/ 412545 w 414962"/>
                <a:gd name="connsiteY0" fmla="*/ 182009 h 401130"/>
                <a:gd name="connsiteX1" fmla="*/ 330886 w 414962"/>
                <a:gd name="connsiteY1" fmla="*/ 40939 h 401130"/>
                <a:gd name="connsiteX2" fmla="*/ 181649 w 414962"/>
                <a:gd name="connsiteY2" fmla="*/ 2109 h 401130"/>
                <a:gd name="connsiteX3" fmla="*/ 97824 w 414962"/>
                <a:gd name="connsiteY3" fmla="*/ 34106 h 401130"/>
                <a:gd name="connsiteX4" fmla="*/ 40162 w 414962"/>
                <a:gd name="connsiteY4" fmla="*/ 87684 h 401130"/>
                <a:gd name="connsiteX5" fmla="*/ 5332 w 414962"/>
                <a:gd name="connsiteY5" fmla="*/ 255836 h 401130"/>
                <a:gd name="connsiteX6" fmla="*/ 239727 w 414962"/>
                <a:gd name="connsiteY6" fmla="*/ 400240 h 401130"/>
                <a:gd name="connsiteX7" fmla="*/ 372298 w 414962"/>
                <a:gd name="connsiteY7" fmla="*/ 330329 h 401130"/>
                <a:gd name="connsiteX8" fmla="*/ 408795 w 414962"/>
                <a:gd name="connsiteY8" fmla="*/ 260669 h 401130"/>
                <a:gd name="connsiteX9" fmla="*/ 412545 w 414962"/>
                <a:gd name="connsiteY9" fmla="*/ 182009 h 401130"/>
                <a:gd name="connsiteX10" fmla="*/ 412545 w 414962"/>
                <a:gd name="connsiteY10" fmla="*/ 182009 h 401130"/>
                <a:gd name="connsiteX11" fmla="*/ 380631 w 414962"/>
                <a:gd name="connsiteY11" fmla="*/ 290499 h 401130"/>
                <a:gd name="connsiteX12" fmla="*/ 272141 w 414962"/>
                <a:gd name="connsiteY12" fmla="*/ 380408 h 401130"/>
                <a:gd name="connsiteX13" fmla="*/ 19747 w 414962"/>
                <a:gd name="connsiteY13" fmla="*/ 260169 h 401130"/>
                <a:gd name="connsiteX14" fmla="*/ 48411 w 414962"/>
                <a:gd name="connsiteY14" fmla="*/ 102266 h 401130"/>
                <a:gd name="connsiteX15" fmla="*/ 187149 w 414962"/>
                <a:gd name="connsiteY15" fmla="*/ 15524 h 401130"/>
                <a:gd name="connsiteX16" fmla="*/ 187565 w 414962"/>
                <a:gd name="connsiteY16" fmla="*/ 15358 h 401130"/>
                <a:gd name="connsiteX17" fmla="*/ 292973 w 414962"/>
                <a:gd name="connsiteY17" fmla="*/ 32856 h 401130"/>
                <a:gd name="connsiteX18" fmla="*/ 385298 w 414962"/>
                <a:gd name="connsiteY18" fmla="*/ 140180 h 401130"/>
                <a:gd name="connsiteX19" fmla="*/ 380631 w 414962"/>
                <a:gd name="connsiteY19" fmla="*/ 290499 h 401130"/>
                <a:gd name="connsiteX20" fmla="*/ 380631 w 414962"/>
                <a:gd name="connsiteY20" fmla="*/ 290499 h 401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14962" h="401130">
                  <a:moveTo>
                    <a:pt x="412545" y="182009"/>
                  </a:moveTo>
                  <a:cubicBezTo>
                    <a:pt x="405296" y="128264"/>
                    <a:pt x="372465" y="75519"/>
                    <a:pt x="330886" y="40939"/>
                  </a:cubicBezTo>
                  <a:cubicBezTo>
                    <a:pt x="288723" y="5942"/>
                    <a:pt x="235394" y="-5141"/>
                    <a:pt x="181649" y="2109"/>
                  </a:cubicBezTo>
                  <a:cubicBezTo>
                    <a:pt x="151402" y="6192"/>
                    <a:pt x="122488" y="15774"/>
                    <a:pt x="97824" y="34106"/>
                  </a:cubicBezTo>
                  <a:cubicBezTo>
                    <a:pt x="77158" y="49438"/>
                    <a:pt x="55327" y="66770"/>
                    <a:pt x="40162" y="87684"/>
                  </a:cubicBezTo>
                  <a:cubicBezTo>
                    <a:pt x="5332" y="135847"/>
                    <a:pt x="-8584" y="198091"/>
                    <a:pt x="5332" y="255836"/>
                  </a:cubicBezTo>
                  <a:cubicBezTo>
                    <a:pt x="27746" y="354994"/>
                    <a:pt x="144069" y="408822"/>
                    <a:pt x="239727" y="400240"/>
                  </a:cubicBezTo>
                  <a:cubicBezTo>
                    <a:pt x="292389" y="395573"/>
                    <a:pt x="339718" y="372325"/>
                    <a:pt x="372298" y="330329"/>
                  </a:cubicBezTo>
                  <a:cubicBezTo>
                    <a:pt x="388797" y="309081"/>
                    <a:pt x="401213" y="286416"/>
                    <a:pt x="408795" y="260669"/>
                  </a:cubicBezTo>
                  <a:cubicBezTo>
                    <a:pt x="416378" y="234754"/>
                    <a:pt x="416128" y="208424"/>
                    <a:pt x="412545" y="182009"/>
                  </a:cubicBezTo>
                  <a:lnTo>
                    <a:pt x="412545" y="182009"/>
                  </a:lnTo>
                  <a:close/>
                  <a:moveTo>
                    <a:pt x="380631" y="290499"/>
                  </a:moveTo>
                  <a:cubicBezTo>
                    <a:pt x="357550" y="333579"/>
                    <a:pt x="320303" y="368076"/>
                    <a:pt x="272141" y="380408"/>
                  </a:cubicBezTo>
                  <a:cubicBezTo>
                    <a:pt x="176316" y="404989"/>
                    <a:pt x="50911" y="361660"/>
                    <a:pt x="19747" y="260169"/>
                  </a:cubicBezTo>
                  <a:cubicBezTo>
                    <a:pt x="3915" y="208757"/>
                    <a:pt x="17914" y="145346"/>
                    <a:pt x="48411" y="102266"/>
                  </a:cubicBezTo>
                  <a:cubicBezTo>
                    <a:pt x="82491" y="54187"/>
                    <a:pt x="130904" y="29190"/>
                    <a:pt x="187149" y="15524"/>
                  </a:cubicBezTo>
                  <a:cubicBezTo>
                    <a:pt x="187315" y="15441"/>
                    <a:pt x="187482" y="15441"/>
                    <a:pt x="187565" y="15358"/>
                  </a:cubicBezTo>
                  <a:cubicBezTo>
                    <a:pt x="223729" y="11191"/>
                    <a:pt x="262059" y="16024"/>
                    <a:pt x="292973" y="32856"/>
                  </a:cubicBezTo>
                  <a:cubicBezTo>
                    <a:pt x="334385" y="55521"/>
                    <a:pt x="366383" y="97683"/>
                    <a:pt x="385298" y="140180"/>
                  </a:cubicBezTo>
                  <a:cubicBezTo>
                    <a:pt x="405962" y="187009"/>
                    <a:pt x="404879" y="245254"/>
                    <a:pt x="380631" y="290499"/>
                  </a:cubicBezTo>
                  <a:lnTo>
                    <a:pt x="380631" y="290499"/>
                  </a:lnTo>
                  <a:close/>
                </a:path>
              </a:pathLst>
            </a:custGeom>
            <a:grpFill/>
            <a:ln w="8332" cap="flat">
              <a:noFill/>
              <a:prstDash val="solid"/>
              <a:miter/>
            </a:ln>
          </p:spPr>
          <p:txBody>
            <a:bodyPr rtlCol="0" anchor="ctr"/>
            <a:lstStyle/>
            <a:p>
              <a:endParaRPr lang="en-US"/>
            </a:p>
          </p:txBody>
        </p:sp>
        <p:sp>
          <p:nvSpPr>
            <p:cNvPr id="1457" name="Freeform: Shape 1456"/>
            <p:cNvSpPr/>
            <p:nvPr/>
          </p:nvSpPr>
          <p:spPr>
            <a:xfrm>
              <a:off x="5731490" y="-62264"/>
              <a:ext cx="46269" cy="55259"/>
            </a:xfrm>
            <a:custGeom>
              <a:avLst/>
              <a:gdLst>
                <a:gd name="connsiteX0" fmla="*/ 45761 w 46269"/>
                <a:gd name="connsiteY0" fmla="*/ 37028 h 55259"/>
                <a:gd name="connsiteX1" fmla="*/ 25346 w 46269"/>
                <a:gd name="connsiteY1" fmla="*/ 7114 h 55259"/>
                <a:gd name="connsiteX2" fmla="*/ 10514 w 46269"/>
                <a:gd name="connsiteY2" fmla="*/ 1698 h 55259"/>
                <a:gd name="connsiteX3" fmla="*/ 15 w 46269"/>
                <a:gd name="connsiteY3" fmla="*/ 28445 h 55259"/>
                <a:gd name="connsiteX4" fmla="*/ 12680 w 46269"/>
                <a:gd name="connsiteY4" fmla="*/ 54860 h 55259"/>
                <a:gd name="connsiteX5" fmla="*/ 17013 w 46269"/>
                <a:gd name="connsiteY5" fmla="*/ 50527 h 55259"/>
                <a:gd name="connsiteX6" fmla="*/ 11431 w 46269"/>
                <a:gd name="connsiteY6" fmla="*/ 28445 h 55259"/>
                <a:gd name="connsiteX7" fmla="*/ 13514 w 46269"/>
                <a:gd name="connsiteY7" fmla="*/ 15363 h 55259"/>
                <a:gd name="connsiteX8" fmla="*/ 15014 w 46269"/>
                <a:gd name="connsiteY8" fmla="*/ 10530 h 55259"/>
                <a:gd name="connsiteX9" fmla="*/ 19347 w 46269"/>
                <a:gd name="connsiteY9" fmla="*/ 11947 h 55259"/>
                <a:gd name="connsiteX10" fmla="*/ 29512 w 46269"/>
                <a:gd name="connsiteY10" fmla="*/ 28445 h 55259"/>
                <a:gd name="connsiteX11" fmla="*/ 41011 w 46269"/>
                <a:gd name="connsiteY11" fmla="*/ 41861 h 55259"/>
                <a:gd name="connsiteX12" fmla="*/ 45761 w 46269"/>
                <a:gd name="connsiteY12" fmla="*/ 37028 h 55259"/>
                <a:gd name="connsiteX13" fmla="*/ 45761 w 46269"/>
                <a:gd name="connsiteY13" fmla="*/ 37028 h 55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6269" h="55259">
                  <a:moveTo>
                    <a:pt x="45761" y="37028"/>
                  </a:moveTo>
                  <a:cubicBezTo>
                    <a:pt x="38761" y="27195"/>
                    <a:pt x="32262" y="16946"/>
                    <a:pt x="25346" y="7114"/>
                  </a:cubicBezTo>
                  <a:cubicBezTo>
                    <a:pt x="21846" y="2114"/>
                    <a:pt x="16513" y="-2635"/>
                    <a:pt x="10514" y="1698"/>
                  </a:cubicBezTo>
                  <a:cubicBezTo>
                    <a:pt x="3598" y="6697"/>
                    <a:pt x="181" y="20613"/>
                    <a:pt x="15" y="28445"/>
                  </a:cubicBezTo>
                  <a:cubicBezTo>
                    <a:pt x="-235" y="39611"/>
                    <a:pt x="2598" y="49693"/>
                    <a:pt x="12680" y="54860"/>
                  </a:cubicBezTo>
                  <a:cubicBezTo>
                    <a:pt x="15680" y="56359"/>
                    <a:pt x="18263" y="53360"/>
                    <a:pt x="17013" y="50527"/>
                  </a:cubicBezTo>
                  <a:cubicBezTo>
                    <a:pt x="14014" y="43611"/>
                    <a:pt x="11930" y="36028"/>
                    <a:pt x="11431" y="28445"/>
                  </a:cubicBezTo>
                  <a:cubicBezTo>
                    <a:pt x="11097" y="23946"/>
                    <a:pt x="12264" y="19613"/>
                    <a:pt x="13514" y="15363"/>
                  </a:cubicBezTo>
                  <a:cubicBezTo>
                    <a:pt x="14014" y="13697"/>
                    <a:pt x="14514" y="12114"/>
                    <a:pt x="15014" y="10530"/>
                  </a:cubicBezTo>
                  <a:cubicBezTo>
                    <a:pt x="16930" y="8280"/>
                    <a:pt x="18430" y="8780"/>
                    <a:pt x="19347" y="11947"/>
                  </a:cubicBezTo>
                  <a:cubicBezTo>
                    <a:pt x="23679" y="16030"/>
                    <a:pt x="26262" y="23529"/>
                    <a:pt x="29512" y="28445"/>
                  </a:cubicBezTo>
                  <a:cubicBezTo>
                    <a:pt x="32845" y="33445"/>
                    <a:pt x="36178" y="38194"/>
                    <a:pt x="41011" y="41861"/>
                  </a:cubicBezTo>
                  <a:cubicBezTo>
                    <a:pt x="43761" y="43944"/>
                    <a:pt x="47677" y="39778"/>
                    <a:pt x="45761" y="37028"/>
                  </a:cubicBezTo>
                  <a:lnTo>
                    <a:pt x="45761" y="37028"/>
                  </a:lnTo>
                  <a:close/>
                </a:path>
              </a:pathLst>
            </a:custGeom>
            <a:grpFill/>
            <a:ln w="8332" cap="flat">
              <a:noFill/>
              <a:prstDash val="solid"/>
              <a:miter/>
            </a:ln>
          </p:spPr>
          <p:txBody>
            <a:bodyPr rtlCol="0" anchor="ctr"/>
            <a:lstStyle/>
            <a:p>
              <a:endParaRPr lang="en-US"/>
            </a:p>
          </p:txBody>
        </p:sp>
        <p:sp>
          <p:nvSpPr>
            <p:cNvPr id="1458" name="Freeform: Shape 1457"/>
            <p:cNvSpPr/>
            <p:nvPr/>
          </p:nvSpPr>
          <p:spPr>
            <a:xfrm>
              <a:off x="5630975" y="-119988"/>
              <a:ext cx="249587" cy="237117"/>
            </a:xfrm>
            <a:custGeom>
              <a:avLst/>
              <a:gdLst>
                <a:gd name="connsiteX0" fmla="*/ 248100 w 249587"/>
                <a:gd name="connsiteY0" fmla="*/ 76170 h 237117"/>
                <a:gd name="connsiteX1" fmla="*/ 208603 w 249587"/>
                <a:gd name="connsiteY1" fmla="*/ 64755 h 237117"/>
                <a:gd name="connsiteX2" fmla="*/ 169440 w 249587"/>
                <a:gd name="connsiteY2" fmla="*/ 63422 h 237117"/>
                <a:gd name="connsiteX3" fmla="*/ 178856 w 249587"/>
                <a:gd name="connsiteY3" fmla="*/ 51756 h 237117"/>
                <a:gd name="connsiteX4" fmla="*/ 190938 w 249587"/>
                <a:gd name="connsiteY4" fmla="*/ 31258 h 237117"/>
                <a:gd name="connsiteX5" fmla="*/ 185689 w 249587"/>
                <a:gd name="connsiteY5" fmla="*/ 24425 h 237117"/>
                <a:gd name="connsiteX6" fmla="*/ 165357 w 249587"/>
                <a:gd name="connsiteY6" fmla="*/ 31841 h 237117"/>
                <a:gd name="connsiteX7" fmla="*/ 139943 w 249587"/>
                <a:gd name="connsiteY7" fmla="*/ 48173 h 237117"/>
                <a:gd name="connsiteX8" fmla="*/ 126861 w 249587"/>
                <a:gd name="connsiteY8" fmla="*/ 1094 h 237117"/>
                <a:gd name="connsiteX9" fmla="*/ 121278 w 249587"/>
                <a:gd name="connsiteY9" fmla="*/ 1094 h 237117"/>
                <a:gd name="connsiteX10" fmla="*/ 103279 w 249587"/>
                <a:gd name="connsiteY10" fmla="*/ 41007 h 237117"/>
                <a:gd name="connsiteX11" fmla="*/ 69866 w 249587"/>
                <a:gd name="connsiteY11" fmla="*/ 24675 h 237117"/>
                <a:gd name="connsiteX12" fmla="*/ 64033 w 249587"/>
                <a:gd name="connsiteY12" fmla="*/ 28008 h 237117"/>
                <a:gd name="connsiteX13" fmla="*/ 86698 w 249587"/>
                <a:gd name="connsiteY13" fmla="*/ 65005 h 237117"/>
                <a:gd name="connsiteX14" fmla="*/ 77449 w 249587"/>
                <a:gd name="connsiteY14" fmla="*/ 62922 h 237117"/>
                <a:gd name="connsiteX15" fmla="*/ 53118 w 249587"/>
                <a:gd name="connsiteY15" fmla="*/ 62255 h 237117"/>
                <a:gd name="connsiteX16" fmla="*/ 6038 w 249587"/>
                <a:gd name="connsiteY16" fmla="*/ 55506 h 237117"/>
                <a:gd name="connsiteX17" fmla="*/ 4122 w 249587"/>
                <a:gd name="connsiteY17" fmla="*/ 62672 h 237117"/>
                <a:gd name="connsiteX18" fmla="*/ 33703 w 249587"/>
                <a:gd name="connsiteY18" fmla="*/ 84336 h 237117"/>
                <a:gd name="connsiteX19" fmla="*/ 65283 w 249587"/>
                <a:gd name="connsiteY19" fmla="*/ 92919 h 237117"/>
                <a:gd name="connsiteX20" fmla="*/ 57200 w 249587"/>
                <a:gd name="connsiteY20" fmla="*/ 96669 h 237117"/>
                <a:gd name="connsiteX21" fmla="*/ 31453 w 249587"/>
                <a:gd name="connsiteY21" fmla="*/ 114167 h 237117"/>
                <a:gd name="connsiteX22" fmla="*/ 9205 w 249587"/>
                <a:gd name="connsiteY22" fmla="*/ 138165 h 237117"/>
                <a:gd name="connsiteX23" fmla="*/ 39 w 249587"/>
                <a:gd name="connsiteY23" fmla="*/ 159830 h 237117"/>
                <a:gd name="connsiteX24" fmla="*/ 7455 w 249587"/>
                <a:gd name="connsiteY24" fmla="*/ 164079 h 237117"/>
                <a:gd name="connsiteX25" fmla="*/ 45618 w 249587"/>
                <a:gd name="connsiteY25" fmla="*/ 142664 h 237117"/>
                <a:gd name="connsiteX26" fmla="*/ 77782 w 249587"/>
                <a:gd name="connsiteY26" fmla="*/ 129166 h 237117"/>
                <a:gd name="connsiteX27" fmla="*/ 53367 w 249587"/>
                <a:gd name="connsiteY27" fmla="*/ 171079 h 237117"/>
                <a:gd name="connsiteX28" fmla="*/ 44618 w 249587"/>
                <a:gd name="connsiteY28" fmla="*/ 232906 h 237117"/>
                <a:gd name="connsiteX29" fmla="*/ 76449 w 249587"/>
                <a:gd name="connsiteY29" fmla="*/ 209575 h 237117"/>
                <a:gd name="connsiteX30" fmla="*/ 101530 w 249587"/>
                <a:gd name="connsiteY30" fmla="*/ 168579 h 237117"/>
                <a:gd name="connsiteX31" fmla="*/ 120111 w 249587"/>
                <a:gd name="connsiteY31" fmla="*/ 137665 h 237117"/>
                <a:gd name="connsiteX32" fmla="*/ 119862 w 249587"/>
                <a:gd name="connsiteY32" fmla="*/ 148581 h 237117"/>
                <a:gd name="connsiteX33" fmla="*/ 123945 w 249587"/>
                <a:gd name="connsiteY33" fmla="*/ 168995 h 237117"/>
                <a:gd name="connsiteX34" fmla="*/ 128277 w 249587"/>
                <a:gd name="connsiteY34" fmla="*/ 186744 h 237117"/>
                <a:gd name="connsiteX35" fmla="*/ 145109 w 249587"/>
                <a:gd name="connsiteY35" fmla="*/ 226824 h 237117"/>
                <a:gd name="connsiteX36" fmla="*/ 165357 w 249587"/>
                <a:gd name="connsiteY36" fmla="*/ 199493 h 237117"/>
                <a:gd name="connsiteX37" fmla="*/ 165607 w 249587"/>
                <a:gd name="connsiteY37" fmla="*/ 157080 h 237117"/>
                <a:gd name="connsiteX38" fmla="*/ 159691 w 249587"/>
                <a:gd name="connsiteY38" fmla="*/ 130749 h 237117"/>
                <a:gd name="connsiteX39" fmla="*/ 207603 w 249587"/>
                <a:gd name="connsiteY39" fmla="*/ 151164 h 237117"/>
                <a:gd name="connsiteX40" fmla="*/ 229935 w 249587"/>
                <a:gd name="connsiteY40" fmla="*/ 170829 h 237117"/>
                <a:gd name="connsiteX41" fmla="*/ 237851 w 249587"/>
                <a:gd name="connsiteY41" fmla="*/ 178661 h 237117"/>
                <a:gd name="connsiteX42" fmla="*/ 243933 w 249587"/>
                <a:gd name="connsiteY42" fmla="*/ 172578 h 237117"/>
                <a:gd name="connsiteX43" fmla="*/ 217270 w 249587"/>
                <a:gd name="connsiteY43" fmla="*/ 126666 h 237117"/>
                <a:gd name="connsiteX44" fmla="*/ 197688 w 249587"/>
                <a:gd name="connsiteY44" fmla="*/ 109751 h 237117"/>
                <a:gd name="connsiteX45" fmla="*/ 177523 w 249587"/>
                <a:gd name="connsiteY45" fmla="*/ 100252 h 237117"/>
                <a:gd name="connsiteX46" fmla="*/ 221686 w 249587"/>
                <a:gd name="connsiteY46" fmla="*/ 90669 h 237117"/>
                <a:gd name="connsiteX47" fmla="*/ 248933 w 249587"/>
                <a:gd name="connsiteY47" fmla="*/ 82337 h 237117"/>
                <a:gd name="connsiteX48" fmla="*/ 248100 w 249587"/>
                <a:gd name="connsiteY48" fmla="*/ 76170 h 237117"/>
                <a:gd name="connsiteX49" fmla="*/ 248100 w 249587"/>
                <a:gd name="connsiteY49" fmla="*/ 76170 h 237117"/>
                <a:gd name="connsiteX50" fmla="*/ 215353 w 249587"/>
                <a:gd name="connsiteY50" fmla="*/ 81837 h 237117"/>
                <a:gd name="connsiteX51" fmla="*/ 192355 w 249587"/>
                <a:gd name="connsiteY51" fmla="*/ 85753 h 237117"/>
                <a:gd name="connsiteX52" fmla="*/ 166107 w 249587"/>
                <a:gd name="connsiteY52" fmla="*/ 96419 h 237117"/>
                <a:gd name="connsiteX53" fmla="*/ 165357 w 249587"/>
                <a:gd name="connsiteY53" fmla="*/ 102501 h 237117"/>
                <a:gd name="connsiteX54" fmla="*/ 173024 w 249587"/>
                <a:gd name="connsiteY54" fmla="*/ 108501 h 237117"/>
                <a:gd name="connsiteX55" fmla="*/ 201104 w 249587"/>
                <a:gd name="connsiteY55" fmla="*/ 125666 h 237117"/>
                <a:gd name="connsiteX56" fmla="*/ 224602 w 249587"/>
                <a:gd name="connsiteY56" fmla="*/ 151664 h 237117"/>
                <a:gd name="connsiteX57" fmla="*/ 207937 w 249587"/>
                <a:gd name="connsiteY57" fmla="*/ 140665 h 237117"/>
                <a:gd name="connsiteX58" fmla="*/ 154942 w 249587"/>
                <a:gd name="connsiteY58" fmla="*/ 120500 h 237117"/>
                <a:gd name="connsiteX59" fmla="*/ 149192 w 249587"/>
                <a:gd name="connsiteY59" fmla="*/ 126249 h 237117"/>
                <a:gd name="connsiteX60" fmla="*/ 155192 w 249587"/>
                <a:gd name="connsiteY60" fmla="*/ 149914 h 237117"/>
                <a:gd name="connsiteX61" fmla="*/ 156858 w 249587"/>
                <a:gd name="connsiteY61" fmla="*/ 184494 h 237117"/>
                <a:gd name="connsiteX62" fmla="*/ 153942 w 249587"/>
                <a:gd name="connsiteY62" fmla="*/ 208825 h 237117"/>
                <a:gd name="connsiteX63" fmla="*/ 152775 w 249587"/>
                <a:gd name="connsiteY63" fmla="*/ 214575 h 237117"/>
                <a:gd name="connsiteX64" fmla="*/ 150026 w 249587"/>
                <a:gd name="connsiteY64" fmla="*/ 217824 h 237117"/>
                <a:gd name="connsiteX65" fmla="*/ 142859 w 249587"/>
                <a:gd name="connsiteY65" fmla="*/ 202409 h 237117"/>
                <a:gd name="connsiteX66" fmla="*/ 134610 w 249587"/>
                <a:gd name="connsiteY66" fmla="*/ 173995 h 237117"/>
                <a:gd name="connsiteX67" fmla="*/ 128444 w 249587"/>
                <a:gd name="connsiteY67" fmla="*/ 146081 h 237117"/>
                <a:gd name="connsiteX68" fmla="*/ 126611 w 249587"/>
                <a:gd name="connsiteY68" fmla="*/ 126583 h 237117"/>
                <a:gd name="connsiteX69" fmla="*/ 120278 w 249587"/>
                <a:gd name="connsiteY69" fmla="*/ 124916 h 237117"/>
                <a:gd name="connsiteX70" fmla="*/ 94530 w 249587"/>
                <a:gd name="connsiteY70" fmla="*/ 161246 h 237117"/>
                <a:gd name="connsiteX71" fmla="*/ 56701 w 249587"/>
                <a:gd name="connsiteY71" fmla="*/ 219074 h 237117"/>
                <a:gd name="connsiteX72" fmla="*/ 53784 w 249587"/>
                <a:gd name="connsiteY72" fmla="*/ 221991 h 237117"/>
                <a:gd name="connsiteX73" fmla="*/ 55450 w 249587"/>
                <a:gd name="connsiteY73" fmla="*/ 204659 h 237117"/>
                <a:gd name="connsiteX74" fmla="*/ 63866 w 249587"/>
                <a:gd name="connsiteY74" fmla="*/ 175578 h 237117"/>
                <a:gd name="connsiteX75" fmla="*/ 98113 w 249587"/>
                <a:gd name="connsiteY75" fmla="*/ 123000 h 237117"/>
                <a:gd name="connsiteX76" fmla="*/ 94614 w 249587"/>
                <a:gd name="connsiteY76" fmla="*/ 114667 h 237117"/>
                <a:gd name="connsiteX77" fmla="*/ 46118 w 249587"/>
                <a:gd name="connsiteY77" fmla="*/ 132915 h 237117"/>
                <a:gd name="connsiteX78" fmla="*/ 13038 w 249587"/>
                <a:gd name="connsiteY78" fmla="*/ 150414 h 237117"/>
                <a:gd name="connsiteX79" fmla="*/ 24703 w 249587"/>
                <a:gd name="connsiteY79" fmla="*/ 135165 h 237117"/>
                <a:gd name="connsiteX80" fmla="*/ 50284 w 249587"/>
                <a:gd name="connsiteY80" fmla="*/ 112750 h 237117"/>
                <a:gd name="connsiteX81" fmla="*/ 76032 w 249587"/>
                <a:gd name="connsiteY81" fmla="*/ 100585 h 237117"/>
                <a:gd name="connsiteX82" fmla="*/ 88864 w 249587"/>
                <a:gd name="connsiteY82" fmla="*/ 94502 h 237117"/>
                <a:gd name="connsiteX83" fmla="*/ 85781 w 249587"/>
                <a:gd name="connsiteY83" fmla="*/ 87003 h 237117"/>
                <a:gd name="connsiteX84" fmla="*/ 39952 w 249587"/>
                <a:gd name="connsiteY84" fmla="*/ 79087 h 237117"/>
                <a:gd name="connsiteX85" fmla="*/ 18121 w 249587"/>
                <a:gd name="connsiteY85" fmla="*/ 64671 h 237117"/>
                <a:gd name="connsiteX86" fmla="*/ 88697 w 249587"/>
                <a:gd name="connsiteY86" fmla="*/ 70004 h 237117"/>
                <a:gd name="connsiteX87" fmla="*/ 92031 w 249587"/>
                <a:gd name="connsiteY87" fmla="*/ 71338 h 237117"/>
                <a:gd name="connsiteX88" fmla="*/ 93447 w 249587"/>
                <a:gd name="connsiteY88" fmla="*/ 71171 h 237117"/>
                <a:gd name="connsiteX89" fmla="*/ 97197 w 249587"/>
                <a:gd name="connsiteY89" fmla="*/ 64671 h 237117"/>
                <a:gd name="connsiteX90" fmla="*/ 84865 w 249587"/>
                <a:gd name="connsiteY90" fmla="*/ 50173 h 237117"/>
                <a:gd name="connsiteX91" fmla="*/ 74615 w 249587"/>
                <a:gd name="connsiteY91" fmla="*/ 36757 h 237117"/>
                <a:gd name="connsiteX92" fmla="*/ 103530 w 249587"/>
                <a:gd name="connsiteY92" fmla="*/ 53506 h 237117"/>
                <a:gd name="connsiteX93" fmla="*/ 111112 w 249587"/>
                <a:gd name="connsiteY93" fmla="*/ 50423 h 237117"/>
                <a:gd name="connsiteX94" fmla="*/ 117445 w 249587"/>
                <a:gd name="connsiteY94" fmla="*/ 29425 h 237117"/>
                <a:gd name="connsiteX95" fmla="*/ 119695 w 249587"/>
                <a:gd name="connsiteY95" fmla="*/ 21009 h 237117"/>
                <a:gd name="connsiteX96" fmla="*/ 125111 w 249587"/>
                <a:gd name="connsiteY96" fmla="*/ 12676 h 237117"/>
                <a:gd name="connsiteX97" fmla="*/ 129360 w 249587"/>
                <a:gd name="connsiteY97" fmla="*/ 31924 h 237117"/>
                <a:gd name="connsiteX98" fmla="*/ 129860 w 249587"/>
                <a:gd name="connsiteY98" fmla="*/ 56256 h 237117"/>
                <a:gd name="connsiteX99" fmla="*/ 136110 w 249587"/>
                <a:gd name="connsiteY99" fmla="*/ 61005 h 237117"/>
                <a:gd name="connsiteX100" fmla="*/ 158358 w 249587"/>
                <a:gd name="connsiteY100" fmla="*/ 47840 h 237117"/>
                <a:gd name="connsiteX101" fmla="*/ 174857 w 249587"/>
                <a:gd name="connsiteY101" fmla="*/ 38007 h 237117"/>
                <a:gd name="connsiteX102" fmla="*/ 155525 w 249587"/>
                <a:gd name="connsiteY102" fmla="*/ 69004 h 237117"/>
                <a:gd name="connsiteX103" fmla="*/ 161108 w 249587"/>
                <a:gd name="connsiteY103" fmla="*/ 74587 h 237117"/>
                <a:gd name="connsiteX104" fmla="*/ 199438 w 249587"/>
                <a:gd name="connsiteY104" fmla="*/ 75004 h 237117"/>
                <a:gd name="connsiteX105" fmla="*/ 220519 w 249587"/>
                <a:gd name="connsiteY105" fmla="*/ 78170 h 237117"/>
                <a:gd name="connsiteX106" fmla="*/ 232685 w 249587"/>
                <a:gd name="connsiteY106" fmla="*/ 80087 h 237117"/>
                <a:gd name="connsiteX107" fmla="*/ 215353 w 249587"/>
                <a:gd name="connsiteY107" fmla="*/ 81837 h 237117"/>
                <a:gd name="connsiteX108" fmla="*/ 215353 w 249587"/>
                <a:gd name="connsiteY108" fmla="*/ 81837 h 237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249587" h="237117">
                  <a:moveTo>
                    <a:pt x="248100" y="76170"/>
                  </a:moveTo>
                  <a:cubicBezTo>
                    <a:pt x="239601" y="67171"/>
                    <a:pt x="220269" y="66338"/>
                    <a:pt x="208603" y="64755"/>
                  </a:cubicBezTo>
                  <a:cubicBezTo>
                    <a:pt x="195355" y="63005"/>
                    <a:pt x="182522" y="63422"/>
                    <a:pt x="169440" y="63422"/>
                  </a:cubicBezTo>
                  <a:cubicBezTo>
                    <a:pt x="172357" y="59255"/>
                    <a:pt x="176940" y="54672"/>
                    <a:pt x="178856" y="51756"/>
                  </a:cubicBezTo>
                  <a:cubicBezTo>
                    <a:pt x="183273" y="45007"/>
                    <a:pt x="188022" y="38840"/>
                    <a:pt x="190938" y="31258"/>
                  </a:cubicBezTo>
                  <a:cubicBezTo>
                    <a:pt x="192355" y="27591"/>
                    <a:pt x="188855" y="24758"/>
                    <a:pt x="185689" y="24425"/>
                  </a:cubicBezTo>
                  <a:cubicBezTo>
                    <a:pt x="178939" y="23675"/>
                    <a:pt x="171107" y="28841"/>
                    <a:pt x="165357" y="31841"/>
                  </a:cubicBezTo>
                  <a:cubicBezTo>
                    <a:pt x="156692" y="36424"/>
                    <a:pt x="148609" y="43257"/>
                    <a:pt x="139943" y="48173"/>
                  </a:cubicBezTo>
                  <a:cubicBezTo>
                    <a:pt x="140193" y="32008"/>
                    <a:pt x="138860" y="11093"/>
                    <a:pt x="126861" y="1094"/>
                  </a:cubicBezTo>
                  <a:cubicBezTo>
                    <a:pt x="125028" y="-406"/>
                    <a:pt x="123028" y="-323"/>
                    <a:pt x="121278" y="1094"/>
                  </a:cubicBezTo>
                  <a:cubicBezTo>
                    <a:pt x="111195" y="9010"/>
                    <a:pt x="107279" y="27508"/>
                    <a:pt x="103279" y="41007"/>
                  </a:cubicBezTo>
                  <a:cubicBezTo>
                    <a:pt x="92781" y="34258"/>
                    <a:pt x="82198" y="27925"/>
                    <a:pt x="69866" y="24675"/>
                  </a:cubicBezTo>
                  <a:cubicBezTo>
                    <a:pt x="67533" y="24092"/>
                    <a:pt x="64533" y="25425"/>
                    <a:pt x="64033" y="28008"/>
                  </a:cubicBezTo>
                  <a:cubicBezTo>
                    <a:pt x="61367" y="41340"/>
                    <a:pt x="77782" y="54422"/>
                    <a:pt x="86698" y="65005"/>
                  </a:cubicBezTo>
                  <a:cubicBezTo>
                    <a:pt x="83615" y="64255"/>
                    <a:pt x="80615" y="63422"/>
                    <a:pt x="77449" y="62922"/>
                  </a:cubicBezTo>
                  <a:cubicBezTo>
                    <a:pt x="69449" y="61505"/>
                    <a:pt x="61200" y="62755"/>
                    <a:pt x="53118" y="62255"/>
                  </a:cubicBezTo>
                  <a:cubicBezTo>
                    <a:pt x="37369" y="61255"/>
                    <a:pt x="21787" y="57089"/>
                    <a:pt x="6038" y="55506"/>
                  </a:cubicBezTo>
                  <a:cubicBezTo>
                    <a:pt x="1955" y="55089"/>
                    <a:pt x="1205" y="60755"/>
                    <a:pt x="4122" y="62672"/>
                  </a:cubicBezTo>
                  <a:cubicBezTo>
                    <a:pt x="14454" y="69421"/>
                    <a:pt x="22287" y="79170"/>
                    <a:pt x="33703" y="84336"/>
                  </a:cubicBezTo>
                  <a:cubicBezTo>
                    <a:pt x="43785" y="88919"/>
                    <a:pt x="54534" y="90919"/>
                    <a:pt x="65283" y="92919"/>
                  </a:cubicBezTo>
                  <a:cubicBezTo>
                    <a:pt x="62533" y="94085"/>
                    <a:pt x="59784" y="95335"/>
                    <a:pt x="57200" y="96669"/>
                  </a:cubicBezTo>
                  <a:cubicBezTo>
                    <a:pt x="48035" y="101335"/>
                    <a:pt x="39119" y="107251"/>
                    <a:pt x="31453" y="114167"/>
                  </a:cubicBezTo>
                  <a:cubicBezTo>
                    <a:pt x="23537" y="121250"/>
                    <a:pt x="14954" y="129166"/>
                    <a:pt x="9205" y="138165"/>
                  </a:cubicBezTo>
                  <a:cubicBezTo>
                    <a:pt x="5538" y="143914"/>
                    <a:pt x="-544" y="152747"/>
                    <a:pt x="39" y="159830"/>
                  </a:cubicBezTo>
                  <a:cubicBezTo>
                    <a:pt x="372" y="163663"/>
                    <a:pt x="3955" y="165746"/>
                    <a:pt x="7455" y="164079"/>
                  </a:cubicBezTo>
                  <a:cubicBezTo>
                    <a:pt x="20537" y="157746"/>
                    <a:pt x="32452" y="149164"/>
                    <a:pt x="45618" y="142664"/>
                  </a:cubicBezTo>
                  <a:cubicBezTo>
                    <a:pt x="56117" y="137498"/>
                    <a:pt x="66783" y="132915"/>
                    <a:pt x="77782" y="129166"/>
                  </a:cubicBezTo>
                  <a:cubicBezTo>
                    <a:pt x="67200" y="141248"/>
                    <a:pt x="59700" y="155997"/>
                    <a:pt x="53367" y="171079"/>
                  </a:cubicBezTo>
                  <a:cubicBezTo>
                    <a:pt x="47285" y="185577"/>
                    <a:pt x="33036" y="218074"/>
                    <a:pt x="44618" y="232906"/>
                  </a:cubicBezTo>
                  <a:cubicBezTo>
                    <a:pt x="56617" y="248405"/>
                    <a:pt x="72282" y="216658"/>
                    <a:pt x="76449" y="209575"/>
                  </a:cubicBezTo>
                  <a:cubicBezTo>
                    <a:pt x="84698" y="195826"/>
                    <a:pt x="93114" y="182244"/>
                    <a:pt x="101530" y="168579"/>
                  </a:cubicBezTo>
                  <a:cubicBezTo>
                    <a:pt x="107113" y="159496"/>
                    <a:pt x="112695" y="146664"/>
                    <a:pt x="120111" y="137665"/>
                  </a:cubicBezTo>
                  <a:cubicBezTo>
                    <a:pt x="120195" y="141415"/>
                    <a:pt x="119528" y="145581"/>
                    <a:pt x="119862" y="148581"/>
                  </a:cubicBezTo>
                  <a:cubicBezTo>
                    <a:pt x="120611" y="155497"/>
                    <a:pt x="122278" y="162246"/>
                    <a:pt x="123945" y="168995"/>
                  </a:cubicBezTo>
                  <a:cubicBezTo>
                    <a:pt x="125361" y="174912"/>
                    <a:pt x="126777" y="180828"/>
                    <a:pt x="128277" y="186744"/>
                  </a:cubicBezTo>
                  <a:cubicBezTo>
                    <a:pt x="131361" y="198576"/>
                    <a:pt x="134777" y="218741"/>
                    <a:pt x="145109" y="226824"/>
                  </a:cubicBezTo>
                  <a:cubicBezTo>
                    <a:pt x="160858" y="239156"/>
                    <a:pt x="164274" y="207825"/>
                    <a:pt x="165357" y="199493"/>
                  </a:cubicBezTo>
                  <a:cubicBezTo>
                    <a:pt x="167274" y="185327"/>
                    <a:pt x="166774" y="171245"/>
                    <a:pt x="165607" y="157080"/>
                  </a:cubicBezTo>
                  <a:cubicBezTo>
                    <a:pt x="164857" y="147831"/>
                    <a:pt x="161774" y="139415"/>
                    <a:pt x="159691" y="130749"/>
                  </a:cubicBezTo>
                  <a:cubicBezTo>
                    <a:pt x="176273" y="134748"/>
                    <a:pt x="193355" y="142581"/>
                    <a:pt x="207603" y="151164"/>
                  </a:cubicBezTo>
                  <a:cubicBezTo>
                    <a:pt x="215936" y="156163"/>
                    <a:pt x="224269" y="162746"/>
                    <a:pt x="229935" y="170829"/>
                  </a:cubicBezTo>
                  <a:cubicBezTo>
                    <a:pt x="232518" y="174495"/>
                    <a:pt x="233101" y="177911"/>
                    <a:pt x="237851" y="178661"/>
                  </a:cubicBezTo>
                  <a:cubicBezTo>
                    <a:pt x="241767" y="179244"/>
                    <a:pt x="244517" y="176578"/>
                    <a:pt x="243933" y="172578"/>
                  </a:cubicBezTo>
                  <a:cubicBezTo>
                    <a:pt x="241101" y="154997"/>
                    <a:pt x="229351" y="139165"/>
                    <a:pt x="217270" y="126666"/>
                  </a:cubicBezTo>
                  <a:cubicBezTo>
                    <a:pt x="211270" y="120500"/>
                    <a:pt x="204771" y="114584"/>
                    <a:pt x="197688" y="109751"/>
                  </a:cubicBezTo>
                  <a:cubicBezTo>
                    <a:pt x="193105" y="106584"/>
                    <a:pt x="183273" y="104001"/>
                    <a:pt x="177523" y="100252"/>
                  </a:cubicBezTo>
                  <a:cubicBezTo>
                    <a:pt x="189855" y="93169"/>
                    <a:pt x="208937" y="92336"/>
                    <a:pt x="221686" y="90669"/>
                  </a:cubicBezTo>
                  <a:cubicBezTo>
                    <a:pt x="230351" y="89503"/>
                    <a:pt x="244517" y="90919"/>
                    <a:pt x="248933" y="82337"/>
                  </a:cubicBezTo>
                  <a:cubicBezTo>
                    <a:pt x="250017" y="80337"/>
                    <a:pt x="249766" y="77920"/>
                    <a:pt x="248100" y="76170"/>
                  </a:cubicBezTo>
                  <a:lnTo>
                    <a:pt x="248100" y="76170"/>
                  </a:lnTo>
                  <a:close/>
                  <a:moveTo>
                    <a:pt x="215353" y="81837"/>
                  </a:moveTo>
                  <a:cubicBezTo>
                    <a:pt x="207603" y="82920"/>
                    <a:pt x="200021" y="84086"/>
                    <a:pt x="192355" y="85753"/>
                  </a:cubicBezTo>
                  <a:cubicBezTo>
                    <a:pt x="182773" y="87836"/>
                    <a:pt x="173773" y="90086"/>
                    <a:pt x="166107" y="96419"/>
                  </a:cubicBezTo>
                  <a:cubicBezTo>
                    <a:pt x="164524" y="97752"/>
                    <a:pt x="164191" y="100752"/>
                    <a:pt x="165357" y="102501"/>
                  </a:cubicBezTo>
                  <a:cubicBezTo>
                    <a:pt x="167607" y="105751"/>
                    <a:pt x="169607" y="106751"/>
                    <a:pt x="173024" y="108501"/>
                  </a:cubicBezTo>
                  <a:cubicBezTo>
                    <a:pt x="183022" y="113750"/>
                    <a:pt x="192355" y="118167"/>
                    <a:pt x="201104" y="125666"/>
                  </a:cubicBezTo>
                  <a:cubicBezTo>
                    <a:pt x="209603" y="132915"/>
                    <a:pt x="218186" y="141748"/>
                    <a:pt x="224602" y="151664"/>
                  </a:cubicBezTo>
                  <a:cubicBezTo>
                    <a:pt x="219436" y="147414"/>
                    <a:pt x="213770" y="143831"/>
                    <a:pt x="207937" y="140665"/>
                  </a:cubicBezTo>
                  <a:cubicBezTo>
                    <a:pt x="191855" y="132082"/>
                    <a:pt x="173024" y="123583"/>
                    <a:pt x="154942" y="120500"/>
                  </a:cubicBezTo>
                  <a:cubicBezTo>
                    <a:pt x="151109" y="119833"/>
                    <a:pt x="148692" y="122583"/>
                    <a:pt x="149192" y="126249"/>
                  </a:cubicBezTo>
                  <a:cubicBezTo>
                    <a:pt x="150275" y="134165"/>
                    <a:pt x="154025" y="141748"/>
                    <a:pt x="155192" y="149914"/>
                  </a:cubicBezTo>
                  <a:cubicBezTo>
                    <a:pt x="156775" y="161163"/>
                    <a:pt x="157275" y="173078"/>
                    <a:pt x="156858" y="184494"/>
                  </a:cubicBezTo>
                  <a:cubicBezTo>
                    <a:pt x="156608" y="192660"/>
                    <a:pt x="155441" y="200743"/>
                    <a:pt x="153942" y="208825"/>
                  </a:cubicBezTo>
                  <a:lnTo>
                    <a:pt x="152775" y="214575"/>
                  </a:lnTo>
                  <a:cubicBezTo>
                    <a:pt x="152942" y="220074"/>
                    <a:pt x="152025" y="221157"/>
                    <a:pt x="150026" y="217824"/>
                  </a:cubicBezTo>
                  <a:cubicBezTo>
                    <a:pt x="146526" y="215825"/>
                    <a:pt x="144193" y="205909"/>
                    <a:pt x="142859" y="202409"/>
                  </a:cubicBezTo>
                  <a:cubicBezTo>
                    <a:pt x="139526" y="193160"/>
                    <a:pt x="137027" y="183577"/>
                    <a:pt x="134610" y="173995"/>
                  </a:cubicBezTo>
                  <a:cubicBezTo>
                    <a:pt x="132277" y="164912"/>
                    <a:pt x="129111" y="155580"/>
                    <a:pt x="128444" y="146081"/>
                  </a:cubicBezTo>
                  <a:cubicBezTo>
                    <a:pt x="127944" y="139165"/>
                    <a:pt x="130444" y="132749"/>
                    <a:pt x="126611" y="126583"/>
                  </a:cubicBezTo>
                  <a:cubicBezTo>
                    <a:pt x="125361" y="124666"/>
                    <a:pt x="122361" y="123416"/>
                    <a:pt x="120278" y="124916"/>
                  </a:cubicBezTo>
                  <a:cubicBezTo>
                    <a:pt x="108946" y="133332"/>
                    <a:pt x="102030" y="149580"/>
                    <a:pt x="94530" y="161246"/>
                  </a:cubicBezTo>
                  <a:cubicBezTo>
                    <a:pt x="82365" y="180328"/>
                    <a:pt x="67283" y="199159"/>
                    <a:pt x="56701" y="219074"/>
                  </a:cubicBezTo>
                  <a:cubicBezTo>
                    <a:pt x="54534" y="223157"/>
                    <a:pt x="56284" y="227657"/>
                    <a:pt x="53784" y="221991"/>
                  </a:cubicBezTo>
                  <a:cubicBezTo>
                    <a:pt x="51618" y="216991"/>
                    <a:pt x="54451" y="209908"/>
                    <a:pt x="55450" y="204659"/>
                  </a:cubicBezTo>
                  <a:cubicBezTo>
                    <a:pt x="57450" y="194826"/>
                    <a:pt x="60283" y="184994"/>
                    <a:pt x="63866" y="175578"/>
                  </a:cubicBezTo>
                  <a:cubicBezTo>
                    <a:pt x="71283" y="156247"/>
                    <a:pt x="81365" y="135832"/>
                    <a:pt x="98113" y="123000"/>
                  </a:cubicBezTo>
                  <a:cubicBezTo>
                    <a:pt x="101863" y="120166"/>
                    <a:pt x="99947" y="113000"/>
                    <a:pt x="94614" y="114667"/>
                  </a:cubicBezTo>
                  <a:cubicBezTo>
                    <a:pt x="77949" y="119833"/>
                    <a:pt x="61950" y="125583"/>
                    <a:pt x="46118" y="132915"/>
                  </a:cubicBezTo>
                  <a:cubicBezTo>
                    <a:pt x="34786" y="138165"/>
                    <a:pt x="24037" y="144581"/>
                    <a:pt x="13038" y="150414"/>
                  </a:cubicBezTo>
                  <a:cubicBezTo>
                    <a:pt x="16537" y="144331"/>
                    <a:pt x="22120" y="137915"/>
                    <a:pt x="24703" y="135165"/>
                  </a:cubicBezTo>
                  <a:cubicBezTo>
                    <a:pt x="32536" y="126833"/>
                    <a:pt x="40619" y="119000"/>
                    <a:pt x="50284" y="112750"/>
                  </a:cubicBezTo>
                  <a:cubicBezTo>
                    <a:pt x="58284" y="107584"/>
                    <a:pt x="66783" y="102751"/>
                    <a:pt x="76032" y="100585"/>
                  </a:cubicBezTo>
                  <a:cubicBezTo>
                    <a:pt x="81531" y="99335"/>
                    <a:pt x="85281" y="99252"/>
                    <a:pt x="88864" y="94502"/>
                  </a:cubicBezTo>
                  <a:cubicBezTo>
                    <a:pt x="90781" y="91919"/>
                    <a:pt x="88781" y="87586"/>
                    <a:pt x="85781" y="87003"/>
                  </a:cubicBezTo>
                  <a:cubicBezTo>
                    <a:pt x="70616" y="83920"/>
                    <a:pt x="54701" y="84086"/>
                    <a:pt x="39952" y="79087"/>
                  </a:cubicBezTo>
                  <a:cubicBezTo>
                    <a:pt x="30536" y="75920"/>
                    <a:pt x="24453" y="70421"/>
                    <a:pt x="18121" y="64671"/>
                  </a:cubicBezTo>
                  <a:cubicBezTo>
                    <a:pt x="41535" y="67755"/>
                    <a:pt x="65033" y="72087"/>
                    <a:pt x="88697" y="70004"/>
                  </a:cubicBezTo>
                  <a:cubicBezTo>
                    <a:pt x="89364" y="70921"/>
                    <a:pt x="90447" y="71504"/>
                    <a:pt x="92031" y="71338"/>
                  </a:cubicBezTo>
                  <a:cubicBezTo>
                    <a:pt x="92531" y="71254"/>
                    <a:pt x="92947" y="71254"/>
                    <a:pt x="93447" y="71171"/>
                  </a:cubicBezTo>
                  <a:cubicBezTo>
                    <a:pt x="96447" y="70921"/>
                    <a:pt x="99197" y="67588"/>
                    <a:pt x="97197" y="64671"/>
                  </a:cubicBezTo>
                  <a:cubicBezTo>
                    <a:pt x="93614" y="59505"/>
                    <a:pt x="88781" y="55172"/>
                    <a:pt x="84865" y="50173"/>
                  </a:cubicBezTo>
                  <a:cubicBezTo>
                    <a:pt x="82865" y="47590"/>
                    <a:pt x="77365" y="41840"/>
                    <a:pt x="74615" y="36757"/>
                  </a:cubicBezTo>
                  <a:cubicBezTo>
                    <a:pt x="84865" y="41257"/>
                    <a:pt x="94114" y="47506"/>
                    <a:pt x="103530" y="53506"/>
                  </a:cubicBezTo>
                  <a:cubicBezTo>
                    <a:pt x="106446" y="55339"/>
                    <a:pt x="110112" y="53506"/>
                    <a:pt x="111112" y="50423"/>
                  </a:cubicBezTo>
                  <a:cubicBezTo>
                    <a:pt x="113362" y="43423"/>
                    <a:pt x="115529" y="36424"/>
                    <a:pt x="117445" y="29425"/>
                  </a:cubicBezTo>
                  <a:cubicBezTo>
                    <a:pt x="118195" y="26592"/>
                    <a:pt x="118862" y="23758"/>
                    <a:pt x="119695" y="21009"/>
                  </a:cubicBezTo>
                  <a:cubicBezTo>
                    <a:pt x="120862" y="17092"/>
                    <a:pt x="120528" y="9093"/>
                    <a:pt x="125111" y="12676"/>
                  </a:cubicBezTo>
                  <a:cubicBezTo>
                    <a:pt x="129777" y="16259"/>
                    <a:pt x="128777" y="26508"/>
                    <a:pt x="129360" y="31924"/>
                  </a:cubicBezTo>
                  <a:cubicBezTo>
                    <a:pt x="130277" y="40340"/>
                    <a:pt x="130360" y="47840"/>
                    <a:pt x="129860" y="56256"/>
                  </a:cubicBezTo>
                  <a:cubicBezTo>
                    <a:pt x="129694" y="59255"/>
                    <a:pt x="133194" y="62172"/>
                    <a:pt x="136110" y="61005"/>
                  </a:cubicBezTo>
                  <a:cubicBezTo>
                    <a:pt x="144193" y="57839"/>
                    <a:pt x="150942" y="52256"/>
                    <a:pt x="158358" y="47840"/>
                  </a:cubicBezTo>
                  <a:cubicBezTo>
                    <a:pt x="162358" y="45423"/>
                    <a:pt x="168690" y="40924"/>
                    <a:pt x="174857" y="38007"/>
                  </a:cubicBezTo>
                  <a:cubicBezTo>
                    <a:pt x="167440" y="48173"/>
                    <a:pt x="156858" y="57422"/>
                    <a:pt x="155525" y="69004"/>
                  </a:cubicBezTo>
                  <a:cubicBezTo>
                    <a:pt x="155192" y="72087"/>
                    <a:pt x="158358" y="74587"/>
                    <a:pt x="161108" y="74587"/>
                  </a:cubicBezTo>
                  <a:cubicBezTo>
                    <a:pt x="174023" y="74837"/>
                    <a:pt x="186522" y="73671"/>
                    <a:pt x="199438" y="75004"/>
                  </a:cubicBezTo>
                  <a:cubicBezTo>
                    <a:pt x="206520" y="75754"/>
                    <a:pt x="213520" y="76754"/>
                    <a:pt x="220519" y="78170"/>
                  </a:cubicBezTo>
                  <a:cubicBezTo>
                    <a:pt x="223352" y="78754"/>
                    <a:pt x="228268" y="79170"/>
                    <a:pt x="232685" y="80087"/>
                  </a:cubicBezTo>
                  <a:cubicBezTo>
                    <a:pt x="226352" y="81253"/>
                    <a:pt x="217519" y="81503"/>
                    <a:pt x="215353" y="81837"/>
                  </a:cubicBezTo>
                  <a:lnTo>
                    <a:pt x="215353" y="81837"/>
                  </a:lnTo>
                  <a:close/>
                </a:path>
              </a:pathLst>
            </a:custGeom>
            <a:grpFill/>
            <a:ln w="8332" cap="flat">
              <a:noFill/>
              <a:prstDash val="solid"/>
              <a:miter/>
            </a:ln>
          </p:spPr>
          <p:txBody>
            <a:bodyPr rtlCol="0" anchor="ctr"/>
            <a:lstStyle/>
            <a:p>
              <a:endParaRPr lang="en-US"/>
            </a:p>
          </p:txBody>
        </p:sp>
        <p:sp>
          <p:nvSpPr>
            <p:cNvPr id="1459" name="Freeform: Shape 1458"/>
            <p:cNvSpPr/>
            <p:nvPr/>
          </p:nvSpPr>
          <p:spPr>
            <a:xfrm>
              <a:off x="-83553" y="3904633"/>
              <a:ext cx="414937" cy="401130"/>
            </a:xfrm>
            <a:custGeom>
              <a:avLst/>
              <a:gdLst>
                <a:gd name="connsiteX0" fmla="*/ 412545 w 414937"/>
                <a:gd name="connsiteY0" fmla="*/ 182009 h 401130"/>
                <a:gd name="connsiteX1" fmla="*/ 330886 w 414937"/>
                <a:gd name="connsiteY1" fmla="*/ 40939 h 401130"/>
                <a:gd name="connsiteX2" fmla="*/ 181649 w 414937"/>
                <a:gd name="connsiteY2" fmla="*/ 2109 h 401130"/>
                <a:gd name="connsiteX3" fmla="*/ 97823 w 414937"/>
                <a:gd name="connsiteY3" fmla="*/ 34106 h 401130"/>
                <a:gd name="connsiteX4" fmla="*/ 40162 w 414937"/>
                <a:gd name="connsiteY4" fmla="*/ 87684 h 401130"/>
                <a:gd name="connsiteX5" fmla="*/ 5332 w 414937"/>
                <a:gd name="connsiteY5" fmla="*/ 255836 h 401130"/>
                <a:gd name="connsiteX6" fmla="*/ 239727 w 414937"/>
                <a:gd name="connsiteY6" fmla="*/ 400239 h 401130"/>
                <a:gd name="connsiteX7" fmla="*/ 372299 w 414937"/>
                <a:gd name="connsiteY7" fmla="*/ 330329 h 401130"/>
                <a:gd name="connsiteX8" fmla="*/ 408795 w 414937"/>
                <a:gd name="connsiteY8" fmla="*/ 260669 h 401130"/>
                <a:gd name="connsiteX9" fmla="*/ 412545 w 414937"/>
                <a:gd name="connsiteY9" fmla="*/ 182009 h 401130"/>
                <a:gd name="connsiteX10" fmla="*/ 412545 w 414937"/>
                <a:gd name="connsiteY10" fmla="*/ 182009 h 401130"/>
                <a:gd name="connsiteX11" fmla="*/ 380548 w 414937"/>
                <a:gd name="connsiteY11" fmla="*/ 290583 h 401130"/>
                <a:gd name="connsiteX12" fmla="*/ 272058 w 414937"/>
                <a:gd name="connsiteY12" fmla="*/ 380491 h 401130"/>
                <a:gd name="connsiteX13" fmla="*/ 19664 w 414937"/>
                <a:gd name="connsiteY13" fmla="*/ 260252 h 401130"/>
                <a:gd name="connsiteX14" fmla="*/ 48328 w 414937"/>
                <a:gd name="connsiteY14" fmla="*/ 102350 h 401130"/>
                <a:gd name="connsiteX15" fmla="*/ 187065 w 414937"/>
                <a:gd name="connsiteY15" fmla="*/ 15608 h 401130"/>
                <a:gd name="connsiteX16" fmla="*/ 187482 w 414937"/>
                <a:gd name="connsiteY16" fmla="*/ 15441 h 401130"/>
                <a:gd name="connsiteX17" fmla="*/ 292889 w 414937"/>
                <a:gd name="connsiteY17" fmla="*/ 32939 h 401130"/>
                <a:gd name="connsiteX18" fmla="*/ 385214 w 414937"/>
                <a:gd name="connsiteY18" fmla="*/ 140263 h 401130"/>
                <a:gd name="connsiteX19" fmla="*/ 380548 w 414937"/>
                <a:gd name="connsiteY19" fmla="*/ 290583 h 401130"/>
                <a:gd name="connsiteX20" fmla="*/ 380548 w 414937"/>
                <a:gd name="connsiteY20" fmla="*/ 290583 h 401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14937" h="401130">
                  <a:moveTo>
                    <a:pt x="412545" y="182009"/>
                  </a:moveTo>
                  <a:cubicBezTo>
                    <a:pt x="405296" y="128264"/>
                    <a:pt x="372465" y="75519"/>
                    <a:pt x="330886" y="40939"/>
                  </a:cubicBezTo>
                  <a:cubicBezTo>
                    <a:pt x="288723" y="5942"/>
                    <a:pt x="235394" y="-5141"/>
                    <a:pt x="181649" y="2109"/>
                  </a:cubicBezTo>
                  <a:cubicBezTo>
                    <a:pt x="151402" y="6192"/>
                    <a:pt x="122488" y="15774"/>
                    <a:pt x="97823" y="34106"/>
                  </a:cubicBezTo>
                  <a:cubicBezTo>
                    <a:pt x="77159" y="49438"/>
                    <a:pt x="55327" y="66769"/>
                    <a:pt x="40162" y="87684"/>
                  </a:cubicBezTo>
                  <a:cubicBezTo>
                    <a:pt x="5332" y="135847"/>
                    <a:pt x="-8584" y="198091"/>
                    <a:pt x="5332" y="255836"/>
                  </a:cubicBezTo>
                  <a:cubicBezTo>
                    <a:pt x="27746" y="354994"/>
                    <a:pt x="144069" y="408822"/>
                    <a:pt x="239727" y="400239"/>
                  </a:cubicBezTo>
                  <a:cubicBezTo>
                    <a:pt x="292389" y="395573"/>
                    <a:pt x="339718" y="372326"/>
                    <a:pt x="372299" y="330329"/>
                  </a:cubicBezTo>
                  <a:cubicBezTo>
                    <a:pt x="388797" y="309081"/>
                    <a:pt x="401213" y="286417"/>
                    <a:pt x="408795" y="260669"/>
                  </a:cubicBezTo>
                  <a:cubicBezTo>
                    <a:pt x="416295" y="234838"/>
                    <a:pt x="416128" y="208590"/>
                    <a:pt x="412545" y="182009"/>
                  </a:cubicBezTo>
                  <a:lnTo>
                    <a:pt x="412545" y="182009"/>
                  </a:lnTo>
                  <a:close/>
                  <a:moveTo>
                    <a:pt x="380548" y="290583"/>
                  </a:moveTo>
                  <a:cubicBezTo>
                    <a:pt x="357467" y="333662"/>
                    <a:pt x="320220" y="368159"/>
                    <a:pt x="272058" y="380491"/>
                  </a:cubicBezTo>
                  <a:cubicBezTo>
                    <a:pt x="176233" y="405073"/>
                    <a:pt x="50828" y="361743"/>
                    <a:pt x="19664" y="260252"/>
                  </a:cubicBezTo>
                  <a:cubicBezTo>
                    <a:pt x="3832" y="208840"/>
                    <a:pt x="17831" y="145429"/>
                    <a:pt x="48328" y="102350"/>
                  </a:cubicBezTo>
                  <a:cubicBezTo>
                    <a:pt x="82408" y="54271"/>
                    <a:pt x="130820" y="29190"/>
                    <a:pt x="187065" y="15608"/>
                  </a:cubicBezTo>
                  <a:cubicBezTo>
                    <a:pt x="187232" y="15524"/>
                    <a:pt x="187399" y="15524"/>
                    <a:pt x="187482" y="15441"/>
                  </a:cubicBezTo>
                  <a:cubicBezTo>
                    <a:pt x="223645" y="11275"/>
                    <a:pt x="261975" y="16108"/>
                    <a:pt x="292889" y="32939"/>
                  </a:cubicBezTo>
                  <a:cubicBezTo>
                    <a:pt x="334302" y="55604"/>
                    <a:pt x="366299" y="97767"/>
                    <a:pt x="385214" y="140263"/>
                  </a:cubicBezTo>
                  <a:cubicBezTo>
                    <a:pt x="405962" y="187092"/>
                    <a:pt x="404879" y="245420"/>
                    <a:pt x="380548" y="290583"/>
                  </a:cubicBezTo>
                  <a:lnTo>
                    <a:pt x="380548" y="290583"/>
                  </a:lnTo>
                  <a:close/>
                </a:path>
              </a:pathLst>
            </a:custGeom>
            <a:grpFill/>
            <a:ln w="8332" cap="flat">
              <a:noFill/>
              <a:prstDash val="solid"/>
              <a:miter/>
            </a:ln>
          </p:spPr>
          <p:txBody>
            <a:bodyPr rtlCol="0" anchor="ctr"/>
            <a:lstStyle/>
            <a:p>
              <a:endParaRPr lang="en-US"/>
            </a:p>
          </p:txBody>
        </p:sp>
        <p:sp>
          <p:nvSpPr>
            <p:cNvPr id="1460" name="Freeform: Shape 1459"/>
            <p:cNvSpPr/>
            <p:nvPr/>
          </p:nvSpPr>
          <p:spPr>
            <a:xfrm>
              <a:off x="104163" y="3983787"/>
              <a:ext cx="46300" cy="55259"/>
            </a:xfrm>
            <a:custGeom>
              <a:avLst/>
              <a:gdLst>
                <a:gd name="connsiteX0" fmla="*/ 45761 w 46300"/>
                <a:gd name="connsiteY0" fmla="*/ 37028 h 55259"/>
                <a:gd name="connsiteX1" fmla="*/ 25346 w 46300"/>
                <a:gd name="connsiteY1" fmla="*/ 7114 h 55259"/>
                <a:gd name="connsiteX2" fmla="*/ 10514 w 46300"/>
                <a:gd name="connsiteY2" fmla="*/ 1698 h 55259"/>
                <a:gd name="connsiteX3" fmla="*/ 15 w 46300"/>
                <a:gd name="connsiteY3" fmla="*/ 28445 h 55259"/>
                <a:gd name="connsiteX4" fmla="*/ 12680 w 46300"/>
                <a:gd name="connsiteY4" fmla="*/ 54859 h 55259"/>
                <a:gd name="connsiteX5" fmla="*/ 17013 w 46300"/>
                <a:gd name="connsiteY5" fmla="*/ 50527 h 55259"/>
                <a:gd name="connsiteX6" fmla="*/ 11431 w 46300"/>
                <a:gd name="connsiteY6" fmla="*/ 28445 h 55259"/>
                <a:gd name="connsiteX7" fmla="*/ 13514 w 46300"/>
                <a:gd name="connsiteY7" fmla="*/ 15363 h 55259"/>
                <a:gd name="connsiteX8" fmla="*/ 15014 w 46300"/>
                <a:gd name="connsiteY8" fmla="*/ 10530 h 55259"/>
                <a:gd name="connsiteX9" fmla="*/ 19347 w 46300"/>
                <a:gd name="connsiteY9" fmla="*/ 11947 h 55259"/>
                <a:gd name="connsiteX10" fmla="*/ 29512 w 46300"/>
                <a:gd name="connsiteY10" fmla="*/ 28445 h 55259"/>
                <a:gd name="connsiteX11" fmla="*/ 41011 w 46300"/>
                <a:gd name="connsiteY11" fmla="*/ 41861 h 55259"/>
                <a:gd name="connsiteX12" fmla="*/ 45761 w 46300"/>
                <a:gd name="connsiteY12" fmla="*/ 37028 h 55259"/>
                <a:gd name="connsiteX13" fmla="*/ 45761 w 46300"/>
                <a:gd name="connsiteY13" fmla="*/ 37028 h 55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6300" h="55259">
                  <a:moveTo>
                    <a:pt x="45761" y="37028"/>
                  </a:moveTo>
                  <a:cubicBezTo>
                    <a:pt x="38761" y="27195"/>
                    <a:pt x="32262" y="16946"/>
                    <a:pt x="25346" y="7114"/>
                  </a:cubicBezTo>
                  <a:cubicBezTo>
                    <a:pt x="21846" y="2115"/>
                    <a:pt x="16513" y="-2635"/>
                    <a:pt x="10514" y="1698"/>
                  </a:cubicBezTo>
                  <a:cubicBezTo>
                    <a:pt x="3598" y="6697"/>
                    <a:pt x="182" y="20613"/>
                    <a:pt x="15" y="28445"/>
                  </a:cubicBezTo>
                  <a:cubicBezTo>
                    <a:pt x="-235" y="39611"/>
                    <a:pt x="2598" y="49693"/>
                    <a:pt x="12680" y="54859"/>
                  </a:cubicBezTo>
                  <a:cubicBezTo>
                    <a:pt x="15680" y="56359"/>
                    <a:pt x="18263" y="53360"/>
                    <a:pt x="17013" y="50527"/>
                  </a:cubicBezTo>
                  <a:cubicBezTo>
                    <a:pt x="14014" y="43611"/>
                    <a:pt x="11931" y="36028"/>
                    <a:pt x="11431" y="28445"/>
                  </a:cubicBezTo>
                  <a:cubicBezTo>
                    <a:pt x="11097" y="23946"/>
                    <a:pt x="12264" y="19613"/>
                    <a:pt x="13514" y="15363"/>
                  </a:cubicBezTo>
                  <a:cubicBezTo>
                    <a:pt x="14014" y="13696"/>
                    <a:pt x="14514" y="12113"/>
                    <a:pt x="15014" y="10530"/>
                  </a:cubicBezTo>
                  <a:cubicBezTo>
                    <a:pt x="16930" y="8281"/>
                    <a:pt x="18430" y="8781"/>
                    <a:pt x="19347" y="11947"/>
                  </a:cubicBezTo>
                  <a:cubicBezTo>
                    <a:pt x="23680" y="16030"/>
                    <a:pt x="26263" y="23529"/>
                    <a:pt x="29512" y="28445"/>
                  </a:cubicBezTo>
                  <a:cubicBezTo>
                    <a:pt x="32845" y="33445"/>
                    <a:pt x="36178" y="38194"/>
                    <a:pt x="41011" y="41861"/>
                  </a:cubicBezTo>
                  <a:cubicBezTo>
                    <a:pt x="43761" y="43944"/>
                    <a:pt x="47761" y="39778"/>
                    <a:pt x="45761" y="37028"/>
                  </a:cubicBezTo>
                  <a:lnTo>
                    <a:pt x="45761" y="37028"/>
                  </a:lnTo>
                  <a:close/>
                </a:path>
              </a:pathLst>
            </a:custGeom>
            <a:grpFill/>
            <a:ln w="8332" cap="flat">
              <a:noFill/>
              <a:prstDash val="solid"/>
              <a:miter/>
            </a:ln>
          </p:spPr>
          <p:txBody>
            <a:bodyPr rtlCol="0" anchor="ctr"/>
            <a:lstStyle/>
            <a:p>
              <a:endParaRPr lang="en-US"/>
            </a:p>
          </p:txBody>
        </p:sp>
        <p:sp>
          <p:nvSpPr>
            <p:cNvPr id="1461" name="Freeform: Shape 1460"/>
            <p:cNvSpPr/>
            <p:nvPr/>
          </p:nvSpPr>
          <p:spPr>
            <a:xfrm>
              <a:off x="3648" y="3926062"/>
              <a:ext cx="249587" cy="237117"/>
            </a:xfrm>
            <a:custGeom>
              <a:avLst/>
              <a:gdLst>
                <a:gd name="connsiteX0" fmla="*/ 248100 w 249587"/>
                <a:gd name="connsiteY0" fmla="*/ 76170 h 237117"/>
                <a:gd name="connsiteX1" fmla="*/ 208604 w 249587"/>
                <a:gd name="connsiteY1" fmla="*/ 64755 h 237117"/>
                <a:gd name="connsiteX2" fmla="*/ 169441 w 249587"/>
                <a:gd name="connsiteY2" fmla="*/ 63422 h 237117"/>
                <a:gd name="connsiteX3" fmla="*/ 178856 w 249587"/>
                <a:gd name="connsiteY3" fmla="*/ 51756 h 237117"/>
                <a:gd name="connsiteX4" fmla="*/ 190939 w 249587"/>
                <a:gd name="connsiteY4" fmla="*/ 31258 h 237117"/>
                <a:gd name="connsiteX5" fmla="*/ 185689 w 249587"/>
                <a:gd name="connsiteY5" fmla="*/ 24425 h 237117"/>
                <a:gd name="connsiteX6" fmla="*/ 165357 w 249587"/>
                <a:gd name="connsiteY6" fmla="*/ 31841 h 237117"/>
                <a:gd name="connsiteX7" fmla="*/ 139943 w 249587"/>
                <a:gd name="connsiteY7" fmla="*/ 48173 h 237117"/>
                <a:gd name="connsiteX8" fmla="*/ 126861 w 249587"/>
                <a:gd name="connsiteY8" fmla="*/ 1094 h 237117"/>
                <a:gd name="connsiteX9" fmla="*/ 121278 w 249587"/>
                <a:gd name="connsiteY9" fmla="*/ 1094 h 237117"/>
                <a:gd name="connsiteX10" fmla="*/ 103280 w 249587"/>
                <a:gd name="connsiteY10" fmla="*/ 41007 h 237117"/>
                <a:gd name="connsiteX11" fmla="*/ 69866 w 249587"/>
                <a:gd name="connsiteY11" fmla="*/ 24675 h 237117"/>
                <a:gd name="connsiteX12" fmla="*/ 64033 w 249587"/>
                <a:gd name="connsiteY12" fmla="*/ 28008 h 237117"/>
                <a:gd name="connsiteX13" fmla="*/ 86698 w 249587"/>
                <a:gd name="connsiteY13" fmla="*/ 65005 h 237117"/>
                <a:gd name="connsiteX14" fmla="*/ 77449 w 249587"/>
                <a:gd name="connsiteY14" fmla="*/ 62922 h 237117"/>
                <a:gd name="connsiteX15" fmla="*/ 53118 w 249587"/>
                <a:gd name="connsiteY15" fmla="*/ 62255 h 237117"/>
                <a:gd name="connsiteX16" fmla="*/ 6039 w 249587"/>
                <a:gd name="connsiteY16" fmla="*/ 55506 h 237117"/>
                <a:gd name="connsiteX17" fmla="*/ 4122 w 249587"/>
                <a:gd name="connsiteY17" fmla="*/ 62672 h 237117"/>
                <a:gd name="connsiteX18" fmla="*/ 33703 w 249587"/>
                <a:gd name="connsiteY18" fmla="*/ 84337 h 237117"/>
                <a:gd name="connsiteX19" fmla="*/ 65283 w 249587"/>
                <a:gd name="connsiteY19" fmla="*/ 92919 h 237117"/>
                <a:gd name="connsiteX20" fmla="*/ 57201 w 249587"/>
                <a:gd name="connsiteY20" fmla="*/ 96669 h 237117"/>
                <a:gd name="connsiteX21" fmla="*/ 31453 w 249587"/>
                <a:gd name="connsiteY21" fmla="*/ 114167 h 237117"/>
                <a:gd name="connsiteX22" fmla="*/ 9205 w 249587"/>
                <a:gd name="connsiteY22" fmla="*/ 138165 h 237117"/>
                <a:gd name="connsiteX23" fmla="*/ 39 w 249587"/>
                <a:gd name="connsiteY23" fmla="*/ 159830 h 237117"/>
                <a:gd name="connsiteX24" fmla="*/ 7455 w 249587"/>
                <a:gd name="connsiteY24" fmla="*/ 164079 h 237117"/>
                <a:gd name="connsiteX25" fmla="*/ 45618 w 249587"/>
                <a:gd name="connsiteY25" fmla="*/ 142665 h 237117"/>
                <a:gd name="connsiteX26" fmla="*/ 77782 w 249587"/>
                <a:gd name="connsiteY26" fmla="*/ 129166 h 237117"/>
                <a:gd name="connsiteX27" fmla="*/ 53368 w 249587"/>
                <a:gd name="connsiteY27" fmla="*/ 171079 h 237117"/>
                <a:gd name="connsiteX28" fmla="*/ 44618 w 249587"/>
                <a:gd name="connsiteY28" fmla="*/ 232906 h 237117"/>
                <a:gd name="connsiteX29" fmla="*/ 76449 w 249587"/>
                <a:gd name="connsiteY29" fmla="*/ 209575 h 237117"/>
                <a:gd name="connsiteX30" fmla="*/ 101530 w 249587"/>
                <a:gd name="connsiteY30" fmla="*/ 168579 h 237117"/>
                <a:gd name="connsiteX31" fmla="*/ 120112 w 249587"/>
                <a:gd name="connsiteY31" fmla="*/ 137582 h 237117"/>
                <a:gd name="connsiteX32" fmla="*/ 119862 w 249587"/>
                <a:gd name="connsiteY32" fmla="*/ 148497 h 237117"/>
                <a:gd name="connsiteX33" fmla="*/ 123945 w 249587"/>
                <a:gd name="connsiteY33" fmla="*/ 168912 h 237117"/>
                <a:gd name="connsiteX34" fmla="*/ 128278 w 249587"/>
                <a:gd name="connsiteY34" fmla="*/ 186661 h 237117"/>
                <a:gd name="connsiteX35" fmla="*/ 145109 w 249587"/>
                <a:gd name="connsiteY35" fmla="*/ 226740 h 237117"/>
                <a:gd name="connsiteX36" fmla="*/ 165357 w 249587"/>
                <a:gd name="connsiteY36" fmla="*/ 199410 h 237117"/>
                <a:gd name="connsiteX37" fmla="*/ 165608 w 249587"/>
                <a:gd name="connsiteY37" fmla="*/ 156997 h 237117"/>
                <a:gd name="connsiteX38" fmla="*/ 159691 w 249587"/>
                <a:gd name="connsiteY38" fmla="*/ 130666 h 237117"/>
                <a:gd name="connsiteX39" fmla="*/ 207604 w 249587"/>
                <a:gd name="connsiteY39" fmla="*/ 151080 h 237117"/>
                <a:gd name="connsiteX40" fmla="*/ 229935 w 249587"/>
                <a:gd name="connsiteY40" fmla="*/ 170746 h 237117"/>
                <a:gd name="connsiteX41" fmla="*/ 237851 w 249587"/>
                <a:gd name="connsiteY41" fmla="*/ 178578 h 237117"/>
                <a:gd name="connsiteX42" fmla="*/ 243934 w 249587"/>
                <a:gd name="connsiteY42" fmla="*/ 172495 h 237117"/>
                <a:gd name="connsiteX43" fmla="*/ 217270 w 249587"/>
                <a:gd name="connsiteY43" fmla="*/ 126582 h 237117"/>
                <a:gd name="connsiteX44" fmla="*/ 197688 w 249587"/>
                <a:gd name="connsiteY44" fmla="*/ 109668 h 237117"/>
                <a:gd name="connsiteX45" fmla="*/ 177523 w 249587"/>
                <a:gd name="connsiteY45" fmla="*/ 100168 h 237117"/>
                <a:gd name="connsiteX46" fmla="*/ 221686 w 249587"/>
                <a:gd name="connsiteY46" fmla="*/ 90586 h 237117"/>
                <a:gd name="connsiteX47" fmla="*/ 248933 w 249587"/>
                <a:gd name="connsiteY47" fmla="*/ 82254 h 237117"/>
                <a:gd name="connsiteX48" fmla="*/ 248100 w 249587"/>
                <a:gd name="connsiteY48" fmla="*/ 76170 h 237117"/>
                <a:gd name="connsiteX49" fmla="*/ 248100 w 249587"/>
                <a:gd name="connsiteY49" fmla="*/ 76170 h 237117"/>
                <a:gd name="connsiteX50" fmla="*/ 215353 w 249587"/>
                <a:gd name="connsiteY50" fmla="*/ 81837 h 237117"/>
                <a:gd name="connsiteX51" fmla="*/ 192355 w 249587"/>
                <a:gd name="connsiteY51" fmla="*/ 85753 h 237117"/>
                <a:gd name="connsiteX52" fmla="*/ 166107 w 249587"/>
                <a:gd name="connsiteY52" fmla="*/ 96419 h 237117"/>
                <a:gd name="connsiteX53" fmla="*/ 165357 w 249587"/>
                <a:gd name="connsiteY53" fmla="*/ 102502 h 237117"/>
                <a:gd name="connsiteX54" fmla="*/ 173024 w 249587"/>
                <a:gd name="connsiteY54" fmla="*/ 108501 h 237117"/>
                <a:gd name="connsiteX55" fmla="*/ 201104 w 249587"/>
                <a:gd name="connsiteY55" fmla="*/ 125666 h 237117"/>
                <a:gd name="connsiteX56" fmla="*/ 224602 w 249587"/>
                <a:gd name="connsiteY56" fmla="*/ 151664 h 237117"/>
                <a:gd name="connsiteX57" fmla="*/ 207937 w 249587"/>
                <a:gd name="connsiteY57" fmla="*/ 140665 h 237117"/>
                <a:gd name="connsiteX58" fmla="*/ 154942 w 249587"/>
                <a:gd name="connsiteY58" fmla="*/ 120500 h 237117"/>
                <a:gd name="connsiteX59" fmla="*/ 149192 w 249587"/>
                <a:gd name="connsiteY59" fmla="*/ 126249 h 237117"/>
                <a:gd name="connsiteX60" fmla="*/ 155192 w 249587"/>
                <a:gd name="connsiteY60" fmla="*/ 149914 h 237117"/>
                <a:gd name="connsiteX61" fmla="*/ 156858 w 249587"/>
                <a:gd name="connsiteY61" fmla="*/ 184494 h 237117"/>
                <a:gd name="connsiteX62" fmla="*/ 153942 w 249587"/>
                <a:gd name="connsiteY62" fmla="*/ 208825 h 237117"/>
                <a:gd name="connsiteX63" fmla="*/ 152775 w 249587"/>
                <a:gd name="connsiteY63" fmla="*/ 214575 h 237117"/>
                <a:gd name="connsiteX64" fmla="*/ 150026 w 249587"/>
                <a:gd name="connsiteY64" fmla="*/ 217824 h 237117"/>
                <a:gd name="connsiteX65" fmla="*/ 142860 w 249587"/>
                <a:gd name="connsiteY65" fmla="*/ 202409 h 237117"/>
                <a:gd name="connsiteX66" fmla="*/ 134610 w 249587"/>
                <a:gd name="connsiteY66" fmla="*/ 173995 h 237117"/>
                <a:gd name="connsiteX67" fmla="*/ 128444 w 249587"/>
                <a:gd name="connsiteY67" fmla="*/ 146081 h 237117"/>
                <a:gd name="connsiteX68" fmla="*/ 126611 w 249587"/>
                <a:gd name="connsiteY68" fmla="*/ 126582 h 237117"/>
                <a:gd name="connsiteX69" fmla="*/ 120278 w 249587"/>
                <a:gd name="connsiteY69" fmla="*/ 124916 h 237117"/>
                <a:gd name="connsiteX70" fmla="*/ 94531 w 249587"/>
                <a:gd name="connsiteY70" fmla="*/ 161246 h 237117"/>
                <a:gd name="connsiteX71" fmla="*/ 56701 w 249587"/>
                <a:gd name="connsiteY71" fmla="*/ 219074 h 237117"/>
                <a:gd name="connsiteX72" fmla="*/ 53784 w 249587"/>
                <a:gd name="connsiteY72" fmla="*/ 221991 h 237117"/>
                <a:gd name="connsiteX73" fmla="*/ 55451 w 249587"/>
                <a:gd name="connsiteY73" fmla="*/ 204659 h 237117"/>
                <a:gd name="connsiteX74" fmla="*/ 63867 w 249587"/>
                <a:gd name="connsiteY74" fmla="*/ 175578 h 237117"/>
                <a:gd name="connsiteX75" fmla="*/ 98114 w 249587"/>
                <a:gd name="connsiteY75" fmla="*/ 123000 h 237117"/>
                <a:gd name="connsiteX76" fmla="*/ 94614 w 249587"/>
                <a:gd name="connsiteY76" fmla="*/ 114667 h 237117"/>
                <a:gd name="connsiteX77" fmla="*/ 46118 w 249587"/>
                <a:gd name="connsiteY77" fmla="*/ 132915 h 237117"/>
                <a:gd name="connsiteX78" fmla="*/ 13038 w 249587"/>
                <a:gd name="connsiteY78" fmla="*/ 150414 h 237117"/>
                <a:gd name="connsiteX79" fmla="*/ 24704 w 249587"/>
                <a:gd name="connsiteY79" fmla="*/ 135165 h 237117"/>
                <a:gd name="connsiteX80" fmla="*/ 50285 w 249587"/>
                <a:gd name="connsiteY80" fmla="*/ 112751 h 237117"/>
                <a:gd name="connsiteX81" fmla="*/ 76032 w 249587"/>
                <a:gd name="connsiteY81" fmla="*/ 100585 h 237117"/>
                <a:gd name="connsiteX82" fmla="*/ 88864 w 249587"/>
                <a:gd name="connsiteY82" fmla="*/ 94502 h 237117"/>
                <a:gd name="connsiteX83" fmla="*/ 85781 w 249587"/>
                <a:gd name="connsiteY83" fmla="*/ 87003 h 237117"/>
                <a:gd name="connsiteX84" fmla="*/ 39952 w 249587"/>
                <a:gd name="connsiteY84" fmla="*/ 79087 h 237117"/>
                <a:gd name="connsiteX85" fmla="*/ 18121 w 249587"/>
                <a:gd name="connsiteY85" fmla="*/ 64671 h 237117"/>
                <a:gd name="connsiteX86" fmla="*/ 88698 w 249587"/>
                <a:gd name="connsiteY86" fmla="*/ 70004 h 237117"/>
                <a:gd name="connsiteX87" fmla="*/ 92031 w 249587"/>
                <a:gd name="connsiteY87" fmla="*/ 71337 h 237117"/>
                <a:gd name="connsiteX88" fmla="*/ 93447 w 249587"/>
                <a:gd name="connsiteY88" fmla="*/ 71171 h 237117"/>
                <a:gd name="connsiteX89" fmla="*/ 97197 w 249587"/>
                <a:gd name="connsiteY89" fmla="*/ 64671 h 237117"/>
                <a:gd name="connsiteX90" fmla="*/ 84865 w 249587"/>
                <a:gd name="connsiteY90" fmla="*/ 50173 h 237117"/>
                <a:gd name="connsiteX91" fmla="*/ 74616 w 249587"/>
                <a:gd name="connsiteY91" fmla="*/ 36757 h 237117"/>
                <a:gd name="connsiteX92" fmla="*/ 103530 w 249587"/>
                <a:gd name="connsiteY92" fmla="*/ 53506 h 237117"/>
                <a:gd name="connsiteX93" fmla="*/ 111112 w 249587"/>
                <a:gd name="connsiteY93" fmla="*/ 50423 h 237117"/>
                <a:gd name="connsiteX94" fmla="*/ 117445 w 249587"/>
                <a:gd name="connsiteY94" fmla="*/ 29425 h 237117"/>
                <a:gd name="connsiteX95" fmla="*/ 119695 w 249587"/>
                <a:gd name="connsiteY95" fmla="*/ 21009 h 237117"/>
                <a:gd name="connsiteX96" fmla="*/ 125111 w 249587"/>
                <a:gd name="connsiteY96" fmla="*/ 12676 h 237117"/>
                <a:gd name="connsiteX97" fmla="*/ 129361 w 249587"/>
                <a:gd name="connsiteY97" fmla="*/ 31924 h 237117"/>
                <a:gd name="connsiteX98" fmla="*/ 129861 w 249587"/>
                <a:gd name="connsiteY98" fmla="*/ 56255 h 237117"/>
                <a:gd name="connsiteX99" fmla="*/ 136110 w 249587"/>
                <a:gd name="connsiteY99" fmla="*/ 61005 h 237117"/>
                <a:gd name="connsiteX100" fmla="*/ 158358 w 249587"/>
                <a:gd name="connsiteY100" fmla="*/ 47840 h 237117"/>
                <a:gd name="connsiteX101" fmla="*/ 174857 w 249587"/>
                <a:gd name="connsiteY101" fmla="*/ 38007 h 237117"/>
                <a:gd name="connsiteX102" fmla="*/ 155525 w 249587"/>
                <a:gd name="connsiteY102" fmla="*/ 69005 h 237117"/>
                <a:gd name="connsiteX103" fmla="*/ 161108 w 249587"/>
                <a:gd name="connsiteY103" fmla="*/ 74587 h 237117"/>
                <a:gd name="connsiteX104" fmla="*/ 199438 w 249587"/>
                <a:gd name="connsiteY104" fmla="*/ 75004 h 237117"/>
                <a:gd name="connsiteX105" fmla="*/ 220519 w 249587"/>
                <a:gd name="connsiteY105" fmla="*/ 78170 h 237117"/>
                <a:gd name="connsiteX106" fmla="*/ 232685 w 249587"/>
                <a:gd name="connsiteY106" fmla="*/ 80087 h 237117"/>
                <a:gd name="connsiteX107" fmla="*/ 215353 w 249587"/>
                <a:gd name="connsiteY107" fmla="*/ 81837 h 237117"/>
                <a:gd name="connsiteX108" fmla="*/ 215353 w 249587"/>
                <a:gd name="connsiteY108" fmla="*/ 81837 h 237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249587" h="237117">
                  <a:moveTo>
                    <a:pt x="248100" y="76170"/>
                  </a:moveTo>
                  <a:cubicBezTo>
                    <a:pt x="239601" y="67171"/>
                    <a:pt x="220269" y="66338"/>
                    <a:pt x="208604" y="64755"/>
                  </a:cubicBezTo>
                  <a:cubicBezTo>
                    <a:pt x="195355" y="63005"/>
                    <a:pt x="182523" y="63422"/>
                    <a:pt x="169441" y="63422"/>
                  </a:cubicBezTo>
                  <a:cubicBezTo>
                    <a:pt x="172357" y="59256"/>
                    <a:pt x="176940" y="54672"/>
                    <a:pt x="178856" y="51756"/>
                  </a:cubicBezTo>
                  <a:cubicBezTo>
                    <a:pt x="183273" y="45007"/>
                    <a:pt x="188022" y="38841"/>
                    <a:pt x="190939" y="31258"/>
                  </a:cubicBezTo>
                  <a:cubicBezTo>
                    <a:pt x="192355" y="27675"/>
                    <a:pt x="188855" y="24759"/>
                    <a:pt x="185689" y="24425"/>
                  </a:cubicBezTo>
                  <a:cubicBezTo>
                    <a:pt x="178940" y="23675"/>
                    <a:pt x="171107" y="28925"/>
                    <a:pt x="165357" y="31841"/>
                  </a:cubicBezTo>
                  <a:cubicBezTo>
                    <a:pt x="156692" y="36424"/>
                    <a:pt x="148609" y="43257"/>
                    <a:pt x="139943" y="48173"/>
                  </a:cubicBezTo>
                  <a:cubicBezTo>
                    <a:pt x="140193" y="32008"/>
                    <a:pt x="138860" y="11093"/>
                    <a:pt x="126861" y="1094"/>
                  </a:cubicBezTo>
                  <a:cubicBezTo>
                    <a:pt x="125028" y="-406"/>
                    <a:pt x="123028" y="-323"/>
                    <a:pt x="121278" y="1094"/>
                  </a:cubicBezTo>
                  <a:cubicBezTo>
                    <a:pt x="111196" y="9010"/>
                    <a:pt x="107279" y="27508"/>
                    <a:pt x="103280" y="41007"/>
                  </a:cubicBezTo>
                  <a:cubicBezTo>
                    <a:pt x="92781" y="34258"/>
                    <a:pt x="82198" y="27925"/>
                    <a:pt x="69866" y="24675"/>
                  </a:cubicBezTo>
                  <a:cubicBezTo>
                    <a:pt x="67533" y="24092"/>
                    <a:pt x="64533" y="25425"/>
                    <a:pt x="64033" y="28008"/>
                  </a:cubicBezTo>
                  <a:cubicBezTo>
                    <a:pt x="61367" y="41340"/>
                    <a:pt x="77782" y="54423"/>
                    <a:pt x="86698" y="65005"/>
                  </a:cubicBezTo>
                  <a:cubicBezTo>
                    <a:pt x="83615" y="64255"/>
                    <a:pt x="80615" y="63422"/>
                    <a:pt x="77449" y="62922"/>
                  </a:cubicBezTo>
                  <a:cubicBezTo>
                    <a:pt x="69450" y="61505"/>
                    <a:pt x="61200" y="62755"/>
                    <a:pt x="53118" y="62255"/>
                  </a:cubicBezTo>
                  <a:cubicBezTo>
                    <a:pt x="37369" y="61255"/>
                    <a:pt x="21787" y="57089"/>
                    <a:pt x="6039" y="55506"/>
                  </a:cubicBezTo>
                  <a:cubicBezTo>
                    <a:pt x="1956" y="55089"/>
                    <a:pt x="1206" y="60755"/>
                    <a:pt x="4122" y="62672"/>
                  </a:cubicBezTo>
                  <a:cubicBezTo>
                    <a:pt x="14454" y="69421"/>
                    <a:pt x="22287" y="79170"/>
                    <a:pt x="33703" y="84337"/>
                  </a:cubicBezTo>
                  <a:cubicBezTo>
                    <a:pt x="43785" y="88920"/>
                    <a:pt x="54534" y="90919"/>
                    <a:pt x="65283" y="92919"/>
                  </a:cubicBezTo>
                  <a:cubicBezTo>
                    <a:pt x="62533" y="94086"/>
                    <a:pt x="59784" y="95335"/>
                    <a:pt x="57201" y="96669"/>
                  </a:cubicBezTo>
                  <a:cubicBezTo>
                    <a:pt x="48035" y="101418"/>
                    <a:pt x="39119" y="107251"/>
                    <a:pt x="31453" y="114167"/>
                  </a:cubicBezTo>
                  <a:cubicBezTo>
                    <a:pt x="23537" y="121250"/>
                    <a:pt x="14954" y="129166"/>
                    <a:pt x="9205" y="138165"/>
                  </a:cubicBezTo>
                  <a:cubicBezTo>
                    <a:pt x="5539" y="143914"/>
                    <a:pt x="-544" y="152747"/>
                    <a:pt x="39" y="159830"/>
                  </a:cubicBezTo>
                  <a:cubicBezTo>
                    <a:pt x="372" y="163663"/>
                    <a:pt x="3955" y="165746"/>
                    <a:pt x="7455" y="164079"/>
                  </a:cubicBezTo>
                  <a:cubicBezTo>
                    <a:pt x="20537" y="157747"/>
                    <a:pt x="32453" y="149164"/>
                    <a:pt x="45618" y="142665"/>
                  </a:cubicBezTo>
                  <a:cubicBezTo>
                    <a:pt x="56117" y="137498"/>
                    <a:pt x="66783" y="132915"/>
                    <a:pt x="77782" y="129166"/>
                  </a:cubicBezTo>
                  <a:cubicBezTo>
                    <a:pt x="67200" y="141248"/>
                    <a:pt x="59700" y="155997"/>
                    <a:pt x="53368" y="171079"/>
                  </a:cubicBezTo>
                  <a:cubicBezTo>
                    <a:pt x="47285" y="185577"/>
                    <a:pt x="33036" y="218075"/>
                    <a:pt x="44618" y="232906"/>
                  </a:cubicBezTo>
                  <a:cubicBezTo>
                    <a:pt x="56617" y="248405"/>
                    <a:pt x="72283" y="216658"/>
                    <a:pt x="76449" y="209575"/>
                  </a:cubicBezTo>
                  <a:cubicBezTo>
                    <a:pt x="84698" y="195826"/>
                    <a:pt x="93114" y="182245"/>
                    <a:pt x="101530" y="168579"/>
                  </a:cubicBezTo>
                  <a:cubicBezTo>
                    <a:pt x="107113" y="159496"/>
                    <a:pt x="112696" y="146664"/>
                    <a:pt x="120112" y="137582"/>
                  </a:cubicBezTo>
                  <a:cubicBezTo>
                    <a:pt x="120195" y="141331"/>
                    <a:pt x="119528" y="145498"/>
                    <a:pt x="119862" y="148497"/>
                  </a:cubicBezTo>
                  <a:cubicBezTo>
                    <a:pt x="120612" y="155413"/>
                    <a:pt x="122278" y="162163"/>
                    <a:pt x="123945" y="168912"/>
                  </a:cubicBezTo>
                  <a:cubicBezTo>
                    <a:pt x="125361" y="174828"/>
                    <a:pt x="126778" y="180744"/>
                    <a:pt x="128278" y="186661"/>
                  </a:cubicBezTo>
                  <a:cubicBezTo>
                    <a:pt x="131361" y="198493"/>
                    <a:pt x="134777" y="218658"/>
                    <a:pt x="145109" y="226740"/>
                  </a:cubicBezTo>
                  <a:cubicBezTo>
                    <a:pt x="160858" y="239072"/>
                    <a:pt x="164274" y="207742"/>
                    <a:pt x="165357" y="199410"/>
                  </a:cubicBezTo>
                  <a:cubicBezTo>
                    <a:pt x="167274" y="185244"/>
                    <a:pt x="166774" y="171162"/>
                    <a:pt x="165608" y="156997"/>
                  </a:cubicBezTo>
                  <a:cubicBezTo>
                    <a:pt x="164858" y="147748"/>
                    <a:pt x="161774" y="139332"/>
                    <a:pt x="159691" y="130666"/>
                  </a:cubicBezTo>
                  <a:cubicBezTo>
                    <a:pt x="176273" y="134665"/>
                    <a:pt x="193355" y="142498"/>
                    <a:pt x="207604" y="151080"/>
                  </a:cubicBezTo>
                  <a:cubicBezTo>
                    <a:pt x="215936" y="156080"/>
                    <a:pt x="224269" y="162663"/>
                    <a:pt x="229935" y="170746"/>
                  </a:cubicBezTo>
                  <a:cubicBezTo>
                    <a:pt x="232518" y="174412"/>
                    <a:pt x="233101" y="177828"/>
                    <a:pt x="237851" y="178578"/>
                  </a:cubicBezTo>
                  <a:cubicBezTo>
                    <a:pt x="241767" y="179161"/>
                    <a:pt x="244517" y="176412"/>
                    <a:pt x="243934" y="172495"/>
                  </a:cubicBezTo>
                  <a:cubicBezTo>
                    <a:pt x="241101" y="154913"/>
                    <a:pt x="229352" y="139081"/>
                    <a:pt x="217270" y="126582"/>
                  </a:cubicBezTo>
                  <a:cubicBezTo>
                    <a:pt x="211270" y="120416"/>
                    <a:pt x="204771" y="114501"/>
                    <a:pt x="197688" y="109668"/>
                  </a:cubicBezTo>
                  <a:cubicBezTo>
                    <a:pt x="193105" y="106501"/>
                    <a:pt x="183273" y="103918"/>
                    <a:pt x="177523" y="100168"/>
                  </a:cubicBezTo>
                  <a:cubicBezTo>
                    <a:pt x="189855" y="93086"/>
                    <a:pt x="208937" y="92252"/>
                    <a:pt x="221686" y="90586"/>
                  </a:cubicBezTo>
                  <a:cubicBezTo>
                    <a:pt x="230352" y="89419"/>
                    <a:pt x="244517" y="90836"/>
                    <a:pt x="248933" y="82254"/>
                  </a:cubicBezTo>
                  <a:cubicBezTo>
                    <a:pt x="250016" y="80420"/>
                    <a:pt x="249767" y="77920"/>
                    <a:pt x="248100" y="76170"/>
                  </a:cubicBezTo>
                  <a:lnTo>
                    <a:pt x="248100" y="76170"/>
                  </a:lnTo>
                  <a:close/>
                  <a:moveTo>
                    <a:pt x="215353" y="81837"/>
                  </a:moveTo>
                  <a:cubicBezTo>
                    <a:pt x="207604" y="82920"/>
                    <a:pt x="200021" y="84087"/>
                    <a:pt x="192355" y="85753"/>
                  </a:cubicBezTo>
                  <a:cubicBezTo>
                    <a:pt x="182773" y="87836"/>
                    <a:pt x="173773" y="90086"/>
                    <a:pt x="166107" y="96419"/>
                  </a:cubicBezTo>
                  <a:cubicBezTo>
                    <a:pt x="164524" y="97752"/>
                    <a:pt x="164191" y="100835"/>
                    <a:pt x="165357" y="102502"/>
                  </a:cubicBezTo>
                  <a:cubicBezTo>
                    <a:pt x="167607" y="105751"/>
                    <a:pt x="169607" y="106751"/>
                    <a:pt x="173024" y="108501"/>
                  </a:cubicBezTo>
                  <a:cubicBezTo>
                    <a:pt x="183023" y="113750"/>
                    <a:pt x="192355" y="118167"/>
                    <a:pt x="201104" y="125666"/>
                  </a:cubicBezTo>
                  <a:cubicBezTo>
                    <a:pt x="209604" y="132915"/>
                    <a:pt x="218186" y="141748"/>
                    <a:pt x="224602" y="151664"/>
                  </a:cubicBezTo>
                  <a:cubicBezTo>
                    <a:pt x="219436" y="147414"/>
                    <a:pt x="213770" y="143831"/>
                    <a:pt x="207937" y="140665"/>
                  </a:cubicBezTo>
                  <a:cubicBezTo>
                    <a:pt x="191855" y="132082"/>
                    <a:pt x="173024" y="123583"/>
                    <a:pt x="154942" y="120500"/>
                  </a:cubicBezTo>
                  <a:cubicBezTo>
                    <a:pt x="151109" y="119833"/>
                    <a:pt x="148692" y="122583"/>
                    <a:pt x="149192" y="126249"/>
                  </a:cubicBezTo>
                  <a:cubicBezTo>
                    <a:pt x="150276" y="134165"/>
                    <a:pt x="154025" y="141748"/>
                    <a:pt x="155192" y="149914"/>
                  </a:cubicBezTo>
                  <a:cubicBezTo>
                    <a:pt x="156775" y="161163"/>
                    <a:pt x="157275" y="173078"/>
                    <a:pt x="156858" y="184494"/>
                  </a:cubicBezTo>
                  <a:cubicBezTo>
                    <a:pt x="156608" y="192660"/>
                    <a:pt x="155442" y="200743"/>
                    <a:pt x="153942" y="208825"/>
                  </a:cubicBezTo>
                  <a:lnTo>
                    <a:pt x="152775" y="214575"/>
                  </a:lnTo>
                  <a:cubicBezTo>
                    <a:pt x="152942" y="220074"/>
                    <a:pt x="152025" y="221158"/>
                    <a:pt x="150026" y="217824"/>
                  </a:cubicBezTo>
                  <a:cubicBezTo>
                    <a:pt x="146526" y="215825"/>
                    <a:pt x="144193" y="205909"/>
                    <a:pt x="142860" y="202409"/>
                  </a:cubicBezTo>
                  <a:cubicBezTo>
                    <a:pt x="139526" y="193160"/>
                    <a:pt x="137027" y="183578"/>
                    <a:pt x="134610" y="173995"/>
                  </a:cubicBezTo>
                  <a:cubicBezTo>
                    <a:pt x="132277" y="164913"/>
                    <a:pt x="129111" y="155580"/>
                    <a:pt x="128444" y="146081"/>
                  </a:cubicBezTo>
                  <a:cubicBezTo>
                    <a:pt x="127944" y="139165"/>
                    <a:pt x="130444" y="132749"/>
                    <a:pt x="126611" y="126582"/>
                  </a:cubicBezTo>
                  <a:cubicBezTo>
                    <a:pt x="125361" y="124666"/>
                    <a:pt x="122361" y="123416"/>
                    <a:pt x="120278" y="124916"/>
                  </a:cubicBezTo>
                  <a:cubicBezTo>
                    <a:pt x="108946" y="133332"/>
                    <a:pt x="102030" y="149580"/>
                    <a:pt x="94531" y="161246"/>
                  </a:cubicBezTo>
                  <a:cubicBezTo>
                    <a:pt x="82365" y="180328"/>
                    <a:pt x="67283" y="199159"/>
                    <a:pt x="56701" y="219074"/>
                  </a:cubicBezTo>
                  <a:cubicBezTo>
                    <a:pt x="54534" y="223157"/>
                    <a:pt x="56284" y="227657"/>
                    <a:pt x="53784" y="221991"/>
                  </a:cubicBezTo>
                  <a:cubicBezTo>
                    <a:pt x="51618" y="216991"/>
                    <a:pt x="54451" y="209908"/>
                    <a:pt x="55451" y="204659"/>
                  </a:cubicBezTo>
                  <a:cubicBezTo>
                    <a:pt x="57451" y="194826"/>
                    <a:pt x="60284" y="184994"/>
                    <a:pt x="63867" y="175578"/>
                  </a:cubicBezTo>
                  <a:cubicBezTo>
                    <a:pt x="71283" y="156246"/>
                    <a:pt x="81365" y="135832"/>
                    <a:pt x="98114" y="123000"/>
                  </a:cubicBezTo>
                  <a:cubicBezTo>
                    <a:pt x="101863" y="120167"/>
                    <a:pt x="99947" y="113000"/>
                    <a:pt x="94614" y="114667"/>
                  </a:cubicBezTo>
                  <a:cubicBezTo>
                    <a:pt x="77949" y="119833"/>
                    <a:pt x="61950" y="125583"/>
                    <a:pt x="46118" y="132915"/>
                  </a:cubicBezTo>
                  <a:cubicBezTo>
                    <a:pt x="34786" y="138165"/>
                    <a:pt x="24037" y="144581"/>
                    <a:pt x="13038" y="150414"/>
                  </a:cubicBezTo>
                  <a:cubicBezTo>
                    <a:pt x="16538" y="144331"/>
                    <a:pt x="22120" y="137915"/>
                    <a:pt x="24704" y="135165"/>
                  </a:cubicBezTo>
                  <a:cubicBezTo>
                    <a:pt x="32536" y="126833"/>
                    <a:pt x="40619" y="119000"/>
                    <a:pt x="50285" y="112751"/>
                  </a:cubicBezTo>
                  <a:cubicBezTo>
                    <a:pt x="58284" y="107584"/>
                    <a:pt x="66783" y="102751"/>
                    <a:pt x="76032" y="100585"/>
                  </a:cubicBezTo>
                  <a:cubicBezTo>
                    <a:pt x="81532" y="99335"/>
                    <a:pt x="85281" y="99252"/>
                    <a:pt x="88864" y="94502"/>
                  </a:cubicBezTo>
                  <a:cubicBezTo>
                    <a:pt x="90781" y="91919"/>
                    <a:pt x="88781" y="87586"/>
                    <a:pt x="85781" y="87003"/>
                  </a:cubicBezTo>
                  <a:cubicBezTo>
                    <a:pt x="70616" y="83920"/>
                    <a:pt x="54701" y="84087"/>
                    <a:pt x="39952" y="79087"/>
                  </a:cubicBezTo>
                  <a:cubicBezTo>
                    <a:pt x="30536" y="75921"/>
                    <a:pt x="24454" y="70421"/>
                    <a:pt x="18121" y="64671"/>
                  </a:cubicBezTo>
                  <a:cubicBezTo>
                    <a:pt x="41535" y="67754"/>
                    <a:pt x="65033" y="72088"/>
                    <a:pt x="88698" y="70004"/>
                  </a:cubicBezTo>
                  <a:cubicBezTo>
                    <a:pt x="89364" y="70921"/>
                    <a:pt x="90448" y="71504"/>
                    <a:pt x="92031" y="71337"/>
                  </a:cubicBezTo>
                  <a:cubicBezTo>
                    <a:pt x="92531" y="71255"/>
                    <a:pt x="92947" y="71255"/>
                    <a:pt x="93447" y="71171"/>
                  </a:cubicBezTo>
                  <a:cubicBezTo>
                    <a:pt x="96447" y="70837"/>
                    <a:pt x="99197" y="67588"/>
                    <a:pt x="97197" y="64671"/>
                  </a:cubicBezTo>
                  <a:cubicBezTo>
                    <a:pt x="93614" y="59505"/>
                    <a:pt x="88781" y="55173"/>
                    <a:pt x="84865" y="50173"/>
                  </a:cubicBezTo>
                  <a:cubicBezTo>
                    <a:pt x="82865" y="47590"/>
                    <a:pt x="77365" y="41840"/>
                    <a:pt x="74616" y="36757"/>
                  </a:cubicBezTo>
                  <a:cubicBezTo>
                    <a:pt x="84865" y="41257"/>
                    <a:pt x="94114" y="47506"/>
                    <a:pt x="103530" y="53506"/>
                  </a:cubicBezTo>
                  <a:cubicBezTo>
                    <a:pt x="106446" y="55339"/>
                    <a:pt x="110112" y="53506"/>
                    <a:pt x="111112" y="50423"/>
                  </a:cubicBezTo>
                  <a:cubicBezTo>
                    <a:pt x="113362" y="43423"/>
                    <a:pt x="115529" y="36424"/>
                    <a:pt x="117445" y="29425"/>
                  </a:cubicBezTo>
                  <a:cubicBezTo>
                    <a:pt x="118195" y="26591"/>
                    <a:pt x="118862" y="23759"/>
                    <a:pt x="119695" y="21009"/>
                  </a:cubicBezTo>
                  <a:cubicBezTo>
                    <a:pt x="120862" y="17093"/>
                    <a:pt x="120528" y="9093"/>
                    <a:pt x="125111" y="12676"/>
                  </a:cubicBezTo>
                  <a:cubicBezTo>
                    <a:pt x="129777" y="16259"/>
                    <a:pt x="128777" y="26509"/>
                    <a:pt x="129361" y="31924"/>
                  </a:cubicBezTo>
                  <a:cubicBezTo>
                    <a:pt x="130277" y="40340"/>
                    <a:pt x="130361" y="47840"/>
                    <a:pt x="129861" y="56255"/>
                  </a:cubicBezTo>
                  <a:cubicBezTo>
                    <a:pt x="129694" y="59256"/>
                    <a:pt x="133194" y="62172"/>
                    <a:pt x="136110" y="61005"/>
                  </a:cubicBezTo>
                  <a:cubicBezTo>
                    <a:pt x="144193" y="57839"/>
                    <a:pt x="150942" y="52256"/>
                    <a:pt x="158358" y="47840"/>
                  </a:cubicBezTo>
                  <a:cubicBezTo>
                    <a:pt x="162358" y="45423"/>
                    <a:pt x="168691" y="40924"/>
                    <a:pt x="174857" y="38007"/>
                  </a:cubicBezTo>
                  <a:cubicBezTo>
                    <a:pt x="167441" y="48173"/>
                    <a:pt x="156858" y="57422"/>
                    <a:pt x="155525" y="69005"/>
                  </a:cubicBezTo>
                  <a:cubicBezTo>
                    <a:pt x="155192" y="72088"/>
                    <a:pt x="158358" y="74587"/>
                    <a:pt x="161108" y="74587"/>
                  </a:cubicBezTo>
                  <a:cubicBezTo>
                    <a:pt x="174023" y="74837"/>
                    <a:pt x="186522" y="73671"/>
                    <a:pt x="199438" y="75004"/>
                  </a:cubicBezTo>
                  <a:cubicBezTo>
                    <a:pt x="206520" y="75754"/>
                    <a:pt x="213520" y="76754"/>
                    <a:pt x="220519" y="78170"/>
                  </a:cubicBezTo>
                  <a:cubicBezTo>
                    <a:pt x="223352" y="78754"/>
                    <a:pt x="228269" y="79170"/>
                    <a:pt x="232685" y="80087"/>
                  </a:cubicBezTo>
                  <a:cubicBezTo>
                    <a:pt x="226269" y="81337"/>
                    <a:pt x="217519" y="81503"/>
                    <a:pt x="215353" y="81837"/>
                  </a:cubicBezTo>
                  <a:lnTo>
                    <a:pt x="215353" y="81837"/>
                  </a:lnTo>
                  <a:close/>
                </a:path>
              </a:pathLst>
            </a:custGeom>
            <a:grpFill/>
            <a:ln w="8332" cap="flat">
              <a:noFill/>
              <a:prstDash val="solid"/>
              <a:miter/>
            </a:ln>
          </p:spPr>
          <p:txBody>
            <a:bodyPr rtlCol="0" anchor="ctr"/>
            <a:lstStyle/>
            <a:p>
              <a:endParaRPr lang="en-US"/>
            </a:p>
          </p:txBody>
        </p:sp>
        <p:sp>
          <p:nvSpPr>
            <p:cNvPr id="1462" name="Freeform: Shape 1461"/>
            <p:cNvSpPr/>
            <p:nvPr/>
          </p:nvSpPr>
          <p:spPr>
            <a:xfrm>
              <a:off x="4499951" y="1017811"/>
              <a:ext cx="343010" cy="710175"/>
            </a:xfrm>
            <a:custGeom>
              <a:avLst/>
              <a:gdLst>
                <a:gd name="connsiteX0" fmla="*/ 342717 w 343010"/>
                <a:gd name="connsiteY0" fmla="*/ 6691 h 710175"/>
                <a:gd name="connsiteX1" fmla="*/ 312887 w 343010"/>
                <a:gd name="connsiteY1" fmla="*/ 14523 h 710175"/>
                <a:gd name="connsiteX2" fmla="*/ 313220 w 343010"/>
                <a:gd name="connsiteY2" fmla="*/ 12107 h 710175"/>
                <a:gd name="connsiteX3" fmla="*/ 304221 w 343010"/>
                <a:gd name="connsiteY3" fmla="*/ 608 h 710175"/>
                <a:gd name="connsiteX4" fmla="*/ 278723 w 343010"/>
                <a:gd name="connsiteY4" fmla="*/ 27439 h 710175"/>
                <a:gd name="connsiteX5" fmla="*/ 265891 w 343010"/>
                <a:gd name="connsiteY5" fmla="*/ 46354 h 710175"/>
                <a:gd name="connsiteX6" fmla="*/ 261641 w 343010"/>
                <a:gd name="connsiteY6" fmla="*/ 38688 h 710175"/>
                <a:gd name="connsiteX7" fmla="*/ 223561 w 343010"/>
                <a:gd name="connsiteY7" fmla="*/ 81601 h 710175"/>
                <a:gd name="connsiteX8" fmla="*/ 191565 w 343010"/>
                <a:gd name="connsiteY8" fmla="*/ 168676 h 710175"/>
                <a:gd name="connsiteX9" fmla="*/ 177316 w 343010"/>
                <a:gd name="connsiteY9" fmla="*/ 211172 h 710175"/>
                <a:gd name="connsiteX10" fmla="*/ 172483 w 343010"/>
                <a:gd name="connsiteY10" fmla="*/ 224338 h 710175"/>
                <a:gd name="connsiteX11" fmla="*/ 169150 w 343010"/>
                <a:gd name="connsiteY11" fmla="*/ 223421 h 710175"/>
                <a:gd name="connsiteX12" fmla="*/ 149068 w 343010"/>
                <a:gd name="connsiteY12" fmla="*/ 252585 h 710175"/>
                <a:gd name="connsiteX13" fmla="*/ 130070 w 343010"/>
                <a:gd name="connsiteY13" fmla="*/ 306997 h 710175"/>
                <a:gd name="connsiteX14" fmla="*/ 110238 w 343010"/>
                <a:gd name="connsiteY14" fmla="*/ 369241 h 710175"/>
                <a:gd name="connsiteX15" fmla="*/ 97573 w 343010"/>
                <a:gd name="connsiteY15" fmla="*/ 410154 h 710175"/>
                <a:gd name="connsiteX16" fmla="*/ 82907 w 343010"/>
                <a:gd name="connsiteY16" fmla="*/ 429653 h 710175"/>
                <a:gd name="connsiteX17" fmla="*/ 80408 w 343010"/>
                <a:gd name="connsiteY17" fmla="*/ 427569 h 710175"/>
                <a:gd name="connsiteX18" fmla="*/ 72909 w 343010"/>
                <a:gd name="connsiteY18" fmla="*/ 428569 h 710175"/>
                <a:gd name="connsiteX19" fmla="*/ 62909 w 343010"/>
                <a:gd name="connsiteY19" fmla="*/ 449984 h 710175"/>
                <a:gd name="connsiteX20" fmla="*/ 51494 w 343010"/>
                <a:gd name="connsiteY20" fmla="*/ 480565 h 710175"/>
                <a:gd name="connsiteX21" fmla="*/ 32912 w 343010"/>
                <a:gd name="connsiteY21" fmla="*/ 548225 h 710175"/>
                <a:gd name="connsiteX22" fmla="*/ 27413 w 343010"/>
                <a:gd name="connsiteY22" fmla="*/ 580889 h 710175"/>
                <a:gd name="connsiteX23" fmla="*/ 4165 w 343010"/>
                <a:gd name="connsiteY23" fmla="*/ 670214 h 710175"/>
                <a:gd name="connsiteX24" fmla="*/ 12164 w 343010"/>
                <a:gd name="connsiteY24" fmla="*/ 708377 h 710175"/>
                <a:gd name="connsiteX25" fmla="*/ 50744 w 343010"/>
                <a:gd name="connsiteY25" fmla="*/ 686796 h 710175"/>
                <a:gd name="connsiteX26" fmla="*/ 73825 w 343010"/>
                <a:gd name="connsiteY26" fmla="*/ 618469 h 710175"/>
                <a:gd name="connsiteX27" fmla="*/ 89740 w 343010"/>
                <a:gd name="connsiteY27" fmla="*/ 553475 h 710175"/>
                <a:gd name="connsiteX28" fmla="*/ 109488 w 343010"/>
                <a:gd name="connsiteY28" fmla="*/ 510062 h 710175"/>
                <a:gd name="connsiteX29" fmla="*/ 138903 w 343010"/>
                <a:gd name="connsiteY29" fmla="*/ 460483 h 710175"/>
                <a:gd name="connsiteX30" fmla="*/ 185648 w 343010"/>
                <a:gd name="connsiteY30" fmla="*/ 349160 h 710175"/>
                <a:gd name="connsiteX31" fmla="*/ 187815 w 343010"/>
                <a:gd name="connsiteY31" fmla="*/ 335911 h 710175"/>
                <a:gd name="connsiteX32" fmla="*/ 246476 w 343010"/>
                <a:gd name="connsiteY32" fmla="*/ 242669 h 710175"/>
                <a:gd name="connsiteX33" fmla="*/ 268558 w 343010"/>
                <a:gd name="connsiteY33" fmla="*/ 188341 h 710175"/>
                <a:gd name="connsiteX34" fmla="*/ 272557 w 343010"/>
                <a:gd name="connsiteY34" fmla="*/ 147845 h 710175"/>
                <a:gd name="connsiteX35" fmla="*/ 270641 w 343010"/>
                <a:gd name="connsiteY35" fmla="*/ 146095 h 710175"/>
                <a:gd name="connsiteX36" fmla="*/ 306721 w 343010"/>
                <a:gd name="connsiteY36" fmla="*/ 91516 h 710175"/>
                <a:gd name="connsiteX37" fmla="*/ 314220 w 343010"/>
                <a:gd name="connsiteY37" fmla="*/ 71768 h 710175"/>
                <a:gd name="connsiteX38" fmla="*/ 314470 w 343010"/>
                <a:gd name="connsiteY38" fmla="*/ 71352 h 710175"/>
                <a:gd name="connsiteX39" fmla="*/ 324386 w 343010"/>
                <a:gd name="connsiteY39" fmla="*/ 56436 h 710175"/>
                <a:gd name="connsiteX40" fmla="*/ 333218 w 343010"/>
                <a:gd name="connsiteY40" fmla="*/ 37188 h 710175"/>
                <a:gd name="connsiteX41" fmla="*/ 339801 w 343010"/>
                <a:gd name="connsiteY41" fmla="*/ 19523 h 710175"/>
                <a:gd name="connsiteX42" fmla="*/ 342717 w 343010"/>
                <a:gd name="connsiteY42" fmla="*/ 6691 h 710175"/>
                <a:gd name="connsiteX43" fmla="*/ 342717 w 343010"/>
                <a:gd name="connsiteY43" fmla="*/ 6691 h 710175"/>
                <a:gd name="connsiteX44" fmla="*/ 135820 w 343010"/>
                <a:gd name="connsiteY44" fmla="*/ 333828 h 710175"/>
                <a:gd name="connsiteX45" fmla="*/ 152818 w 343010"/>
                <a:gd name="connsiteY45" fmla="*/ 280666 h 710175"/>
                <a:gd name="connsiteX46" fmla="*/ 164400 w 343010"/>
                <a:gd name="connsiteY46" fmla="*/ 255168 h 710175"/>
                <a:gd name="connsiteX47" fmla="*/ 169483 w 343010"/>
                <a:gd name="connsiteY47" fmla="*/ 240920 h 710175"/>
                <a:gd name="connsiteX48" fmla="*/ 172816 w 343010"/>
                <a:gd name="connsiteY48" fmla="*/ 262918 h 710175"/>
                <a:gd name="connsiteX49" fmla="*/ 175899 w 343010"/>
                <a:gd name="connsiteY49" fmla="*/ 290249 h 710175"/>
                <a:gd name="connsiteX50" fmla="*/ 177482 w 343010"/>
                <a:gd name="connsiteY50" fmla="*/ 326579 h 710175"/>
                <a:gd name="connsiteX51" fmla="*/ 151901 w 343010"/>
                <a:gd name="connsiteY51" fmla="*/ 351326 h 710175"/>
                <a:gd name="connsiteX52" fmla="*/ 114988 w 343010"/>
                <a:gd name="connsiteY52" fmla="*/ 390573 h 710175"/>
                <a:gd name="connsiteX53" fmla="*/ 135820 w 343010"/>
                <a:gd name="connsiteY53" fmla="*/ 333828 h 710175"/>
                <a:gd name="connsiteX54" fmla="*/ 135820 w 343010"/>
                <a:gd name="connsiteY54" fmla="*/ 333828 h 710175"/>
                <a:gd name="connsiteX55" fmla="*/ 81991 w 343010"/>
                <a:gd name="connsiteY55" fmla="*/ 545975 h 710175"/>
                <a:gd name="connsiteX56" fmla="*/ 81491 w 343010"/>
                <a:gd name="connsiteY56" fmla="*/ 553142 h 710175"/>
                <a:gd name="connsiteX57" fmla="*/ 80075 w 343010"/>
                <a:gd name="connsiteY57" fmla="*/ 558308 h 710175"/>
                <a:gd name="connsiteX58" fmla="*/ 80408 w 343010"/>
                <a:gd name="connsiteY58" fmla="*/ 560641 h 710175"/>
                <a:gd name="connsiteX59" fmla="*/ 67492 w 343010"/>
                <a:gd name="connsiteY59" fmla="*/ 600137 h 710175"/>
                <a:gd name="connsiteX60" fmla="*/ 49160 w 343010"/>
                <a:gd name="connsiteY60" fmla="*/ 652216 h 710175"/>
                <a:gd name="connsiteX61" fmla="*/ 38578 w 343010"/>
                <a:gd name="connsiteY61" fmla="*/ 679630 h 710175"/>
                <a:gd name="connsiteX62" fmla="*/ 31162 w 343010"/>
                <a:gd name="connsiteY62" fmla="*/ 691796 h 710175"/>
                <a:gd name="connsiteX63" fmla="*/ 17664 w 343010"/>
                <a:gd name="connsiteY63" fmla="*/ 690379 h 710175"/>
                <a:gd name="connsiteX64" fmla="*/ 9831 w 343010"/>
                <a:gd name="connsiteY64" fmla="*/ 682963 h 710175"/>
                <a:gd name="connsiteX65" fmla="*/ 9748 w 343010"/>
                <a:gd name="connsiteY65" fmla="*/ 681713 h 710175"/>
                <a:gd name="connsiteX66" fmla="*/ 29079 w 343010"/>
                <a:gd name="connsiteY66" fmla="*/ 618469 h 710175"/>
                <a:gd name="connsiteX67" fmla="*/ 34662 w 343010"/>
                <a:gd name="connsiteY67" fmla="*/ 588055 h 710175"/>
                <a:gd name="connsiteX68" fmla="*/ 37995 w 343010"/>
                <a:gd name="connsiteY68" fmla="*/ 569223 h 710175"/>
                <a:gd name="connsiteX69" fmla="*/ 40661 w 343010"/>
                <a:gd name="connsiteY69" fmla="*/ 557308 h 710175"/>
                <a:gd name="connsiteX70" fmla="*/ 59160 w 343010"/>
                <a:gd name="connsiteY70" fmla="*/ 494313 h 710175"/>
                <a:gd name="connsiteX71" fmla="*/ 70492 w 343010"/>
                <a:gd name="connsiteY71" fmla="*/ 463316 h 710175"/>
                <a:gd name="connsiteX72" fmla="*/ 77075 w 343010"/>
                <a:gd name="connsiteY72" fmla="*/ 448734 h 710175"/>
                <a:gd name="connsiteX73" fmla="*/ 77241 w 343010"/>
                <a:gd name="connsiteY73" fmla="*/ 448068 h 710175"/>
                <a:gd name="connsiteX74" fmla="*/ 77825 w 343010"/>
                <a:gd name="connsiteY74" fmla="*/ 447568 h 710175"/>
                <a:gd name="connsiteX75" fmla="*/ 78158 w 343010"/>
                <a:gd name="connsiteY75" fmla="*/ 447151 h 710175"/>
                <a:gd name="connsiteX76" fmla="*/ 81741 w 343010"/>
                <a:gd name="connsiteY76" fmla="*/ 487897 h 710175"/>
                <a:gd name="connsiteX77" fmla="*/ 81991 w 343010"/>
                <a:gd name="connsiteY77" fmla="*/ 545975 h 710175"/>
                <a:gd name="connsiteX78" fmla="*/ 81991 w 343010"/>
                <a:gd name="connsiteY78" fmla="*/ 545975 h 710175"/>
                <a:gd name="connsiteX79" fmla="*/ 176483 w 343010"/>
                <a:gd name="connsiteY79" fmla="*/ 347660 h 710175"/>
                <a:gd name="connsiteX80" fmla="*/ 172900 w 343010"/>
                <a:gd name="connsiteY80" fmla="*/ 365658 h 710175"/>
                <a:gd name="connsiteX81" fmla="*/ 164317 w 343010"/>
                <a:gd name="connsiteY81" fmla="*/ 389990 h 710175"/>
                <a:gd name="connsiteX82" fmla="*/ 141069 w 343010"/>
                <a:gd name="connsiteY82" fmla="*/ 434569 h 710175"/>
                <a:gd name="connsiteX83" fmla="*/ 118321 w 343010"/>
                <a:gd name="connsiteY83" fmla="*/ 475565 h 710175"/>
                <a:gd name="connsiteX84" fmla="*/ 93073 w 343010"/>
                <a:gd name="connsiteY84" fmla="*/ 517645 h 710175"/>
                <a:gd name="connsiteX85" fmla="*/ 89740 w 343010"/>
                <a:gd name="connsiteY85" fmla="*/ 525227 h 710175"/>
                <a:gd name="connsiteX86" fmla="*/ 86990 w 343010"/>
                <a:gd name="connsiteY86" fmla="*/ 469316 h 710175"/>
                <a:gd name="connsiteX87" fmla="*/ 86157 w 343010"/>
                <a:gd name="connsiteY87" fmla="*/ 438902 h 710175"/>
                <a:gd name="connsiteX88" fmla="*/ 146568 w 343010"/>
                <a:gd name="connsiteY88" fmla="*/ 377407 h 710175"/>
                <a:gd name="connsiteX89" fmla="*/ 177566 w 343010"/>
                <a:gd name="connsiteY89" fmla="*/ 343660 h 710175"/>
                <a:gd name="connsiteX90" fmla="*/ 178732 w 343010"/>
                <a:gd name="connsiteY90" fmla="*/ 342494 h 710175"/>
                <a:gd name="connsiteX91" fmla="*/ 179149 w 343010"/>
                <a:gd name="connsiteY91" fmla="*/ 342577 h 710175"/>
                <a:gd name="connsiteX92" fmla="*/ 176483 w 343010"/>
                <a:gd name="connsiteY92" fmla="*/ 347660 h 710175"/>
                <a:gd name="connsiteX93" fmla="*/ 176483 w 343010"/>
                <a:gd name="connsiteY93" fmla="*/ 347660 h 710175"/>
                <a:gd name="connsiteX94" fmla="*/ 253892 w 343010"/>
                <a:gd name="connsiteY94" fmla="*/ 202256 h 710175"/>
                <a:gd name="connsiteX95" fmla="*/ 230977 w 343010"/>
                <a:gd name="connsiteY95" fmla="*/ 250085 h 710175"/>
                <a:gd name="connsiteX96" fmla="*/ 204980 w 343010"/>
                <a:gd name="connsiteY96" fmla="*/ 295415 h 710175"/>
                <a:gd name="connsiteX97" fmla="*/ 192648 w 343010"/>
                <a:gd name="connsiteY97" fmla="*/ 317079 h 710175"/>
                <a:gd name="connsiteX98" fmla="*/ 185815 w 343010"/>
                <a:gd name="connsiteY98" fmla="*/ 325829 h 710175"/>
                <a:gd name="connsiteX99" fmla="*/ 182982 w 343010"/>
                <a:gd name="connsiteY99" fmla="*/ 282416 h 710175"/>
                <a:gd name="connsiteX100" fmla="*/ 180649 w 343010"/>
                <a:gd name="connsiteY100" fmla="*/ 249335 h 710175"/>
                <a:gd name="connsiteX101" fmla="*/ 221728 w 343010"/>
                <a:gd name="connsiteY101" fmla="*/ 206339 h 710175"/>
                <a:gd name="connsiteX102" fmla="*/ 244227 w 343010"/>
                <a:gd name="connsiteY102" fmla="*/ 182008 h 710175"/>
                <a:gd name="connsiteX103" fmla="*/ 266641 w 343010"/>
                <a:gd name="connsiteY103" fmla="*/ 156761 h 710175"/>
                <a:gd name="connsiteX104" fmla="*/ 253892 w 343010"/>
                <a:gd name="connsiteY104" fmla="*/ 202256 h 710175"/>
                <a:gd name="connsiteX105" fmla="*/ 253892 w 343010"/>
                <a:gd name="connsiteY105" fmla="*/ 202256 h 710175"/>
                <a:gd name="connsiteX106" fmla="*/ 327885 w 343010"/>
                <a:gd name="connsiteY106" fmla="*/ 20439 h 710175"/>
                <a:gd name="connsiteX107" fmla="*/ 320803 w 343010"/>
                <a:gd name="connsiteY107" fmla="*/ 38105 h 710175"/>
                <a:gd name="connsiteX108" fmla="*/ 311887 w 343010"/>
                <a:gd name="connsiteY108" fmla="*/ 56103 h 710175"/>
                <a:gd name="connsiteX109" fmla="*/ 307137 w 343010"/>
                <a:gd name="connsiteY109" fmla="*/ 62936 h 710175"/>
                <a:gd name="connsiteX110" fmla="*/ 304638 w 343010"/>
                <a:gd name="connsiteY110" fmla="*/ 62852 h 710175"/>
                <a:gd name="connsiteX111" fmla="*/ 282140 w 343010"/>
                <a:gd name="connsiteY111" fmla="*/ 75268 h 710175"/>
                <a:gd name="connsiteX112" fmla="*/ 270307 w 343010"/>
                <a:gd name="connsiteY112" fmla="*/ 95516 h 710175"/>
                <a:gd name="connsiteX113" fmla="*/ 273224 w 343010"/>
                <a:gd name="connsiteY113" fmla="*/ 95516 h 710175"/>
                <a:gd name="connsiteX114" fmla="*/ 280973 w 343010"/>
                <a:gd name="connsiteY114" fmla="*/ 89767 h 710175"/>
                <a:gd name="connsiteX115" fmla="*/ 290389 w 343010"/>
                <a:gd name="connsiteY115" fmla="*/ 81934 h 710175"/>
                <a:gd name="connsiteX116" fmla="*/ 299972 w 343010"/>
                <a:gd name="connsiteY116" fmla="*/ 73601 h 710175"/>
                <a:gd name="connsiteX117" fmla="*/ 300971 w 343010"/>
                <a:gd name="connsiteY117" fmla="*/ 77768 h 710175"/>
                <a:gd name="connsiteX118" fmla="*/ 294972 w 343010"/>
                <a:gd name="connsiteY118" fmla="*/ 89850 h 710175"/>
                <a:gd name="connsiteX119" fmla="*/ 281223 w 343010"/>
                <a:gd name="connsiteY119" fmla="*/ 114014 h 710175"/>
                <a:gd name="connsiteX120" fmla="*/ 255642 w 343010"/>
                <a:gd name="connsiteY120" fmla="*/ 153011 h 710175"/>
                <a:gd name="connsiteX121" fmla="*/ 213146 w 343010"/>
                <a:gd name="connsiteY121" fmla="*/ 197674 h 710175"/>
                <a:gd name="connsiteX122" fmla="*/ 179066 w 343010"/>
                <a:gd name="connsiteY122" fmla="*/ 239336 h 710175"/>
                <a:gd name="connsiteX123" fmla="*/ 178149 w 343010"/>
                <a:gd name="connsiteY123" fmla="*/ 235920 h 710175"/>
                <a:gd name="connsiteX124" fmla="*/ 196814 w 343010"/>
                <a:gd name="connsiteY124" fmla="*/ 199090 h 710175"/>
                <a:gd name="connsiteX125" fmla="*/ 220729 w 343010"/>
                <a:gd name="connsiteY125" fmla="*/ 132763 h 710175"/>
                <a:gd name="connsiteX126" fmla="*/ 248726 w 343010"/>
                <a:gd name="connsiteY126" fmla="*/ 61852 h 710175"/>
                <a:gd name="connsiteX127" fmla="*/ 255642 w 343010"/>
                <a:gd name="connsiteY127" fmla="*/ 50353 h 710175"/>
                <a:gd name="connsiteX128" fmla="*/ 257475 w 343010"/>
                <a:gd name="connsiteY128" fmla="*/ 63269 h 710175"/>
                <a:gd name="connsiteX129" fmla="*/ 255892 w 343010"/>
                <a:gd name="connsiteY129" fmla="*/ 70852 h 710175"/>
                <a:gd name="connsiteX130" fmla="*/ 256308 w 343010"/>
                <a:gd name="connsiteY130" fmla="*/ 72268 h 710175"/>
                <a:gd name="connsiteX131" fmla="*/ 253642 w 343010"/>
                <a:gd name="connsiteY131" fmla="*/ 101599 h 710175"/>
                <a:gd name="connsiteX132" fmla="*/ 239227 w 343010"/>
                <a:gd name="connsiteY132" fmla="*/ 119181 h 710175"/>
                <a:gd name="connsiteX133" fmla="*/ 225645 w 343010"/>
                <a:gd name="connsiteY133" fmla="*/ 142262 h 710175"/>
                <a:gd name="connsiteX134" fmla="*/ 228978 w 343010"/>
                <a:gd name="connsiteY134" fmla="*/ 144178 h 710175"/>
                <a:gd name="connsiteX135" fmla="*/ 228978 w 343010"/>
                <a:gd name="connsiteY135" fmla="*/ 144178 h 710175"/>
                <a:gd name="connsiteX136" fmla="*/ 235311 w 343010"/>
                <a:gd name="connsiteY136" fmla="*/ 138596 h 710175"/>
                <a:gd name="connsiteX137" fmla="*/ 241977 w 343010"/>
                <a:gd name="connsiteY137" fmla="*/ 130596 h 710175"/>
                <a:gd name="connsiteX138" fmla="*/ 251892 w 343010"/>
                <a:gd name="connsiteY138" fmla="*/ 118014 h 710175"/>
                <a:gd name="connsiteX139" fmla="*/ 258975 w 343010"/>
                <a:gd name="connsiteY139" fmla="*/ 110098 h 710175"/>
                <a:gd name="connsiteX140" fmla="*/ 259225 w 343010"/>
                <a:gd name="connsiteY140" fmla="*/ 107348 h 710175"/>
                <a:gd name="connsiteX141" fmla="*/ 259225 w 343010"/>
                <a:gd name="connsiteY141" fmla="*/ 110931 h 710175"/>
                <a:gd name="connsiteX142" fmla="*/ 258225 w 343010"/>
                <a:gd name="connsiteY142" fmla="*/ 132263 h 710175"/>
                <a:gd name="connsiteX143" fmla="*/ 263891 w 343010"/>
                <a:gd name="connsiteY143" fmla="*/ 133013 h 710175"/>
                <a:gd name="connsiteX144" fmla="*/ 260475 w 343010"/>
                <a:gd name="connsiteY144" fmla="*/ 98349 h 710175"/>
                <a:gd name="connsiteX145" fmla="*/ 264975 w 343010"/>
                <a:gd name="connsiteY145" fmla="*/ 65269 h 710175"/>
                <a:gd name="connsiteX146" fmla="*/ 301221 w 343010"/>
                <a:gd name="connsiteY146" fmla="*/ 15523 h 710175"/>
                <a:gd name="connsiteX147" fmla="*/ 302055 w 343010"/>
                <a:gd name="connsiteY147" fmla="*/ 14857 h 710175"/>
                <a:gd name="connsiteX148" fmla="*/ 301138 w 343010"/>
                <a:gd name="connsiteY148" fmla="*/ 19356 h 710175"/>
                <a:gd name="connsiteX149" fmla="*/ 296471 w 343010"/>
                <a:gd name="connsiteY149" fmla="*/ 49437 h 710175"/>
                <a:gd name="connsiteX150" fmla="*/ 304388 w 343010"/>
                <a:gd name="connsiteY150" fmla="*/ 52770 h 710175"/>
                <a:gd name="connsiteX151" fmla="*/ 311637 w 343010"/>
                <a:gd name="connsiteY151" fmla="*/ 25189 h 710175"/>
                <a:gd name="connsiteX152" fmla="*/ 329052 w 343010"/>
                <a:gd name="connsiteY152" fmla="*/ 14857 h 710175"/>
                <a:gd name="connsiteX153" fmla="*/ 327885 w 343010"/>
                <a:gd name="connsiteY153" fmla="*/ 20439 h 710175"/>
                <a:gd name="connsiteX154" fmla="*/ 327885 w 343010"/>
                <a:gd name="connsiteY154" fmla="*/ 20439 h 710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Lst>
              <a:rect l="l" t="t" r="r" b="b"/>
              <a:pathLst>
                <a:path w="343010" h="710175">
                  <a:moveTo>
                    <a:pt x="342717" y="6691"/>
                  </a:moveTo>
                  <a:cubicBezTo>
                    <a:pt x="338134" y="-7725"/>
                    <a:pt x="323052" y="4108"/>
                    <a:pt x="312887" y="14523"/>
                  </a:cubicBezTo>
                  <a:cubicBezTo>
                    <a:pt x="312970" y="13690"/>
                    <a:pt x="313137" y="12940"/>
                    <a:pt x="313220" y="12107"/>
                  </a:cubicBezTo>
                  <a:cubicBezTo>
                    <a:pt x="314303" y="5774"/>
                    <a:pt x="312720" y="-2225"/>
                    <a:pt x="304221" y="608"/>
                  </a:cubicBezTo>
                  <a:cubicBezTo>
                    <a:pt x="293888" y="4024"/>
                    <a:pt x="284223" y="18773"/>
                    <a:pt x="278723" y="27439"/>
                  </a:cubicBezTo>
                  <a:cubicBezTo>
                    <a:pt x="275140" y="33022"/>
                    <a:pt x="270224" y="39521"/>
                    <a:pt x="265891" y="46354"/>
                  </a:cubicBezTo>
                  <a:cubicBezTo>
                    <a:pt x="265391" y="43104"/>
                    <a:pt x="264224" y="40271"/>
                    <a:pt x="261641" y="38688"/>
                  </a:cubicBezTo>
                  <a:cubicBezTo>
                    <a:pt x="246476" y="29439"/>
                    <a:pt x="227395" y="73518"/>
                    <a:pt x="223561" y="81601"/>
                  </a:cubicBezTo>
                  <a:cubicBezTo>
                    <a:pt x="210146" y="109598"/>
                    <a:pt x="202064" y="139595"/>
                    <a:pt x="191565" y="168676"/>
                  </a:cubicBezTo>
                  <a:cubicBezTo>
                    <a:pt x="186481" y="182758"/>
                    <a:pt x="182315" y="197007"/>
                    <a:pt x="177316" y="211172"/>
                  </a:cubicBezTo>
                  <a:cubicBezTo>
                    <a:pt x="175899" y="215255"/>
                    <a:pt x="173982" y="219755"/>
                    <a:pt x="172483" y="224338"/>
                  </a:cubicBezTo>
                  <a:cubicBezTo>
                    <a:pt x="171566" y="223755"/>
                    <a:pt x="170483" y="223421"/>
                    <a:pt x="169150" y="223421"/>
                  </a:cubicBezTo>
                  <a:cubicBezTo>
                    <a:pt x="156317" y="223088"/>
                    <a:pt x="153151" y="243503"/>
                    <a:pt x="149068" y="252585"/>
                  </a:cubicBezTo>
                  <a:cubicBezTo>
                    <a:pt x="141152" y="270250"/>
                    <a:pt x="134736" y="288249"/>
                    <a:pt x="130070" y="306997"/>
                  </a:cubicBezTo>
                  <a:cubicBezTo>
                    <a:pt x="124737" y="328162"/>
                    <a:pt x="117155" y="348660"/>
                    <a:pt x="110238" y="369241"/>
                  </a:cubicBezTo>
                  <a:cubicBezTo>
                    <a:pt x="105739" y="382740"/>
                    <a:pt x="101906" y="396572"/>
                    <a:pt x="97573" y="410154"/>
                  </a:cubicBezTo>
                  <a:cubicBezTo>
                    <a:pt x="92323" y="416404"/>
                    <a:pt x="87407" y="422820"/>
                    <a:pt x="82907" y="429653"/>
                  </a:cubicBezTo>
                  <a:cubicBezTo>
                    <a:pt x="82158" y="428736"/>
                    <a:pt x="81408" y="428069"/>
                    <a:pt x="80408" y="427569"/>
                  </a:cubicBezTo>
                  <a:cubicBezTo>
                    <a:pt x="77825" y="426403"/>
                    <a:pt x="74992" y="426486"/>
                    <a:pt x="72909" y="428569"/>
                  </a:cubicBezTo>
                  <a:cubicBezTo>
                    <a:pt x="67325" y="434069"/>
                    <a:pt x="65992" y="442985"/>
                    <a:pt x="62909" y="449984"/>
                  </a:cubicBezTo>
                  <a:cubicBezTo>
                    <a:pt x="58493" y="459983"/>
                    <a:pt x="54910" y="470232"/>
                    <a:pt x="51494" y="480565"/>
                  </a:cubicBezTo>
                  <a:cubicBezTo>
                    <a:pt x="44245" y="502979"/>
                    <a:pt x="38078" y="525311"/>
                    <a:pt x="32912" y="548225"/>
                  </a:cubicBezTo>
                  <a:cubicBezTo>
                    <a:pt x="30496" y="559058"/>
                    <a:pt x="28912" y="569973"/>
                    <a:pt x="27413" y="580889"/>
                  </a:cubicBezTo>
                  <a:cubicBezTo>
                    <a:pt x="20080" y="610803"/>
                    <a:pt x="13247" y="640800"/>
                    <a:pt x="4165" y="670214"/>
                  </a:cubicBezTo>
                  <a:cubicBezTo>
                    <a:pt x="-168" y="684213"/>
                    <a:pt x="-5168" y="701211"/>
                    <a:pt x="12164" y="708377"/>
                  </a:cubicBezTo>
                  <a:cubicBezTo>
                    <a:pt x="29163" y="715377"/>
                    <a:pt x="43828" y="700628"/>
                    <a:pt x="50744" y="686796"/>
                  </a:cubicBezTo>
                  <a:cubicBezTo>
                    <a:pt x="61493" y="665215"/>
                    <a:pt x="66576" y="641217"/>
                    <a:pt x="73825" y="618469"/>
                  </a:cubicBezTo>
                  <a:cubicBezTo>
                    <a:pt x="80824" y="596554"/>
                    <a:pt x="88657" y="576389"/>
                    <a:pt x="89740" y="553475"/>
                  </a:cubicBezTo>
                  <a:cubicBezTo>
                    <a:pt x="96823" y="539309"/>
                    <a:pt x="101739" y="523894"/>
                    <a:pt x="109488" y="510062"/>
                  </a:cubicBezTo>
                  <a:cubicBezTo>
                    <a:pt x="118821" y="493313"/>
                    <a:pt x="129487" y="477315"/>
                    <a:pt x="138903" y="460483"/>
                  </a:cubicBezTo>
                  <a:cubicBezTo>
                    <a:pt x="158734" y="424903"/>
                    <a:pt x="175233" y="388573"/>
                    <a:pt x="185648" y="349160"/>
                  </a:cubicBezTo>
                  <a:cubicBezTo>
                    <a:pt x="186565" y="345660"/>
                    <a:pt x="187982" y="340411"/>
                    <a:pt x="187815" y="335911"/>
                  </a:cubicBezTo>
                  <a:cubicBezTo>
                    <a:pt x="210229" y="306497"/>
                    <a:pt x="232228" y="277250"/>
                    <a:pt x="246476" y="242669"/>
                  </a:cubicBezTo>
                  <a:cubicBezTo>
                    <a:pt x="253976" y="224588"/>
                    <a:pt x="262475" y="207006"/>
                    <a:pt x="268558" y="188341"/>
                  </a:cubicBezTo>
                  <a:cubicBezTo>
                    <a:pt x="272307" y="176842"/>
                    <a:pt x="277973" y="159427"/>
                    <a:pt x="272557" y="147845"/>
                  </a:cubicBezTo>
                  <a:cubicBezTo>
                    <a:pt x="272140" y="147011"/>
                    <a:pt x="271474" y="146428"/>
                    <a:pt x="270641" y="146095"/>
                  </a:cubicBezTo>
                  <a:cubicBezTo>
                    <a:pt x="285723" y="130263"/>
                    <a:pt x="297388" y="111098"/>
                    <a:pt x="306721" y="91516"/>
                  </a:cubicBezTo>
                  <a:cubicBezTo>
                    <a:pt x="309054" y="86683"/>
                    <a:pt x="314303" y="78434"/>
                    <a:pt x="314220" y="71768"/>
                  </a:cubicBezTo>
                  <a:cubicBezTo>
                    <a:pt x="314303" y="71601"/>
                    <a:pt x="314387" y="71518"/>
                    <a:pt x="314470" y="71352"/>
                  </a:cubicBezTo>
                  <a:cubicBezTo>
                    <a:pt x="316803" y="65769"/>
                    <a:pt x="321469" y="61769"/>
                    <a:pt x="324386" y="56436"/>
                  </a:cubicBezTo>
                  <a:cubicBezTo>
                    <a:pt x="327802" y="50270"/>
                    <a:pt x="330302" y="43521"/>
                    <a:pt x="333218" y="37188"/>
                  </a:cubicBezTo>
                  <a:cubicBezTo>
                    <a:pt x="335968" y="31355"/>
                    <a:pt x="337885" y="25606"/>
                    <a:pt x="339801" y="19523"/>
                  </a:cubicBezTo>
                  <a:cubicBezTo>
                    <a:pt x="340884" y="15857"/>
                    <a:pt x="343967" y="10607"/>
                    <a:pt x="342717" y="6691"/>
                  </a:cubicBezTo>
                  <a:lnTo>
                    <a:pt x="342717" y="6691"/>
                  </a:lnTo>
                  <a:close/>
                  <a:moveTo>
                    <a:pt x="135820" y="333828"/>
                  </a:moveTo>
                  <a:cubicBezTo>
                    <a:pt x="142152" y="316330"/>
                    <a:pt x="145902" y="298081"/>
                    <a:pt x="152818" y="280666"/>
                  </a:cubicBezTo>
                  <a:cubicBezTo>
                    <a:pt x="156317" y="271917"/>
                    <a:pt x="160317" y="263584"/>
                    <a:pt x="164400" y="255168"/>
                  </a:cubicBezTo>
                  <a:cubicBezTo>
                    <a:pt x="165400" y="253085"/>
                    <a:pt x="167483" y="246003"/>
                    <a:pt x="169483" y="240920"/>
                  </a:cubicBezTo>
                  <a:cubicBezTo>
                    <a:pt x="172066" y="247502"/>
                    <a:pt x="171899" y="257251"/>
                    <a:pt x="172816" y="262918"/>
                  </a:cubicBezTo>
                  <a:cubicBezTo>
                    <a:pt x="174399" y="272083"/>
                    <a:pt x="175066" y="281083"/>
                    <a:pt x="175899" y="290249"/>
                  </a:cubicBezTo>
                  <a:cubicBezTo>
                    <a:pt x="176983" y="302331"/>
                    <a:pt x="176732" y="314496"/>
                    <a:pt x="177482" y="326579"/>
                  </a:cubicBezTo>
                  <a:cubicBezTo>
                    <a:pt x="167483" y="328078"/>
                    <a:pt x="156984" y="345327"/>
                    <a:pt x="151901" y="351326"/>
                  </a:cubicBezTo>
                  <a:cubicBezTo>
                    <a:pt x="140319" y="364908"/>
                    <a:pt x="127404" y="377574"/>
                    <a:pt x="114988" y="390573"/>
                  </a:cubicBezTo>
                  <a:cubicBezTo>
                    <a:pt x="123487" y="372158"/>
                    <a:pt x="129320" y="351910"/>
                    <a:pt x="135820" y="333828"/>
                  </a:cubicBezTo>
                  <a:lnTo>
                    <a:pt x="135820" y="333828"/>
                  </a:lnTo>
                  <a:close/>
                  <a:moveTo>
                    <a:pt x="81991" y="545975"/>
                  </a:moveTo>
                  <a:cubicBezTo>
                    <a:pt x="81907" y="548392"/>
                    <a:pt x="81741" y="550808"/>
                    <a:pt x="81491" y="553142"/>
                  </a:cubicBezTo>
                  <a:cubicBezTo>
                    <a:pt x="81074" y="554891"/>
                    <a:pt x="80574" y="556558"/>
                    <a:pt x="80075" y="558308"/>
                  </a:cubicBezTo>
                  <a:cubicBezTo>
                    <a:pt x="79824" y="559224"/>
                    <a:pt x="79991" y="559974"/>
                    <a:pt x="80408" y="560641"/>
                  </a:cubicBezTo>
                  <a:cubicBezTo>
                    <a:pt x="77991" y="574306"/>
                    <a:pt x="73158" y="586722"/>
                    <a:pt x="67492" y="600137"/>
                  </a:cubicBezTo>
                  <a:cubicBezTo>
                    <a:pt x="60326" y="617052"/>
                    <a:pt x="55243" y="634884"/>
                    <a:pt x="49160" y="652216"/>
                  </a:cubicBezTo>
                  <a:cubicBezTo>
                    <a:pt x="45994" y="661465"/>
                    <a:pt x="42911" y="670798"/>
                    <a:pt x="38578" y="679630"/>
                  </a:cubicBezTo>
                  <a:cubicBezTo>
                    <a:pt x="36578" y="683796"/>
                    <a:pt x="34412" y="688379"/>
                    <a:pt x="31162" y="691796"/>
                  </a:cubicBezTo>
                  <a:cubicBezTo>
                    <a:pt x="26913" y="697795"/>
                    <a:pt x="22413" y="697378"/>
                    <a:pt x="17664" y="690379"/>
                  </a:cubicBezTo>
                  <a:cubicBezTo>
                    <a:pt x="10747" y="689546"/>
                    <a:pt x="8081" y="687046"/>
                    <a:pt x="9831" y="682963"/>
                  </a:cubicBezTo>
                  <a:cubicBezTo>
                    <a:pt x="9748" y="682546"/>
                    <a:pt x="9748" y="682130"/>
                    <a:pt x="9748" y="681713"/>
                  </a:cubicBezTo>
                  <a:cubicBezTo>
                    <a:pt x="17080" y="660882"/>
                    <a:pt x="24079" y="639967"/>
                    <a:pt x="29079" y="618469"/>
                  </a:cubicBezTo>
                  <a:cubicBezTo>
                    <a:pt x="31412" y="608386"/>
                    <a:pt x="32995" y="598221"/>
                    <a:pt x="34662" y="588055"/>
                  </a:cubicBezTo>
                  <a:cubicBezTo>
                    <a:pt x="35829" y="581806"/>
                    <a:pt x="36912" y="575473"/>
                    <a:pt x="37995" y="569223"/>
                  </a:cubicBezTo>
                  <a:cubicBezTo>
                    <a:pt x="38828" y="565224"/>
                    <a:pt x="39661" y="561224"/>
                    <a:pt x="40661" y="557308"/>
                  </a:cubicBezTo>
                  <a:cubicBezTo>
                    <a:pt x="46161" y="536060"/>
                    <a:pt x="52243" y="515145"/>
                    <a:pt x="59160" y="494313"/>
                  </a:cubicBezTo>
                  <a:cubicBezTo>
                    <a:pt x="62576" y="483898"/>
                    <a:pt x="66242" y="473482"/>
                    <a:pt x="70492" y="463316"/>
                  </a:cubicBezTo>
                  <a:cubicBezTo>
                    <a:pt x="72575" y="458400"/>
                    <a:pt x="75242" y="453734"/>
                    <a:pt x="77075" y="448734"/>
                  </a:cubicBezTo>
                  <a:cubicBezTo>
                    <a:pt x="77158" y="448568"/>
                    <a:pt x="77241" y="448318"/>
                    <a:pt x="77241" y="448068"/>
                  </a:cubicBezTo>
                  <a:cubicBezTo>
                    <a:pt x="77408" y="447901"/>
                    <a:pt x="77658" y="447818"/>
                    <a:pt x="77825" y="447568"/>
                  </a:cubicBezTo>
                  <a:cubicBezTo>
                    <a:pt x="77908" y="447401"/>
                    <a:pt x="78075" y="447318"/>
                    <a:pt x="78158" y="447151"/>
                  </a:cubicBezTo>
                  <a:cubicBezTo>
                    <a:pt x="80491" y="460483"/>
                    <a:pt x="81574" y="485148"/>
                    <a:pt x="81741" y="487897"/>
                  </a:cubicBezTo>
                  <a:cubicBezTo>
                    <a:pt x="83324" y="507062"/>
                    <a:pt x="82824" y="526644"/>
                    <a:pt x="81991" y="545975"/>
                  </a:cubicBezTo>
                  <a:lnTo>
                    <a:pt x="81991" y="545975"/>
                  </a:lnTo>
                  <a:close/>
                  <a:moveTo>
                    <a:pt x="176483" y="347660"/>
                  </a:moveTo>
                  <a:cubicBezTo>
                    <a:pt x="174649" y="352993"/>
                    <a:pt x="174482" y="359909"/>
                    <a:pt x="172900" y="365658"/>
                  </a:cubicBezTo>
                  <a:cubicBezTo>
                    <a:pt x="170650" y="373991"/>
                    <a:pt x="167483" y="381907"/>
                    <a:pt x="164317" y="389990"/>
                  </a:cubicBezTo>
                  <a:cubicBezTo>
                    <a:pt x="157984" y="405738"/>
                    <a:pt x="148402" y="419404"/>
                    <a:pt x="141069" y="434569"/>
                  </a:cubicBezTo>
                  <a:cubicBezTo>
                    <a:pt x="134236" y="448484"/>
                    <a:pt x="126320" y="462233"/>
                    <a:pt x="118321" y="475565"/>
                  </a:cubicBezTo>
                  <a:cubicBezTo>
                    <a:pt x="109822" y="489647"/>
                    <a:pt x="100489" y="502896"/>
                    <a:pt x="93073" y="517645"/>
                  </a:cubicBezTo>
                  <a:cubicBezTo>
                    <a:pt x="91823" y="520144"/>
                    <a:pt x="90740" y="522644"/>
                    <a:pt x="89740" y="525227"/>
                  </a:cubicBezTo>
                  <a:cubicBezTo>
                    <a:pt x="89574" y="506562"/>
                    <a:pt x="88824" y="487814"/>
                    <a:pt x="86990" y="469316"/>
                  </a:cubicBezTo>
                  <a:cubicBezTo>
                    <a:pt x="86407" y="463316"/>
                    <a:pt x="87824" y="449151"/>
                    <a:pt x="86157" y="438902"/>
                  </a:cubicBezTo>
                  <a:cubicBezTo>
                    <a:pt x="105739" y="417820"/>
                    <a:pt x="126487" y="398072"/>
                    <a:pt x="146568" y="377407"/>
                  </a:cubicBezTo>
                  <a:cubicBezTo>
                    <a:pt x="157234" y="366492"/>
                    <a:pt x="167150" y="354909"/>
                    <a:pt x="177566" y="343660"/>
                  </a:cubicBezTo>
                  <a:cubicBezTo>
                    <a:pt x="178149" y="343077"/>
                    <a:pt x="178482" y="342660"/>
                    <a:pt x="178732" y="342494"/>
                  </a:cubicBezTo>
                  <a:cubicBezTo>
                    <a:pt x="178899" y="342577"/>
                    <a:pt x="178982" y="342577"/>
                    <a:pt x="179149" y="342577"/>
                  </a:cubicBezTo>
                  <a:cubicBezTo>
                    <a:pt x="178732" y="343494"/>
                    <a:pt x="176983" y="346243"/>
                    <a:pt x="176483" y="347660"/>
                  </a:cubicBezTo>
                  <a:lnTo>
                    <a:pt x="176483" y="347660"/>
                  </a:lnTo>
                  <a:close/>
                  <a:moveTo>
                    <a:pt x="253892" y="202256"/>
                  </a:moveTo>
                  <a:cubicBezTo>
                    <a:pt x="247226" y="218422"/>
                    <a:pt x="239227" y="234670"/>
                    <a:pt x="230977" y="250085"/>
                  </a:cubicBezTo>
                  <a:cubicBezTo>
                    <a:pt x="222812" y="265417"/>
                    <a:pt x="214146" y="280583"/>
                    <a:pt x="204980" y="295415"/>
                  </a:cubicBezTo>
                  <a:cubicBezTo>
                    <a:pt x="200563" y="302497"/>
                    <a:pt x="197480" y="310330"/>
                    <a:pt x="192648" y="317079"/>
                  </a:cubicBezTo>
                  <a:cubicBezTo>
                    <a:pt x="190565" y="320079"/>
                    <a:pt x="188231" y="322995"/>
                    <a:pt x="185815" y="325829"/>
                  </a:cubicBezTo>
                  <a:cubicBezTo>
                    <a:pt x="185565" y="311330"/>
                    <a:pt x="183982" y="296748"/>
                    <a:pt x="182982" y="282416"/>
                  </a:cubicBezTo>
                  <a:cubicBezTo>
                    <a:pt x="182232" y="272083"/>
                    <a:pt x="182065" y="260501"/>
                    <a:pt x="180649" y="249335"/>
                  </a:cubicBezTo>
                  <a:cubicBezTo>
                    <a:pt x="193731" y="234670"/>
                    <a:pt x="208396" y="220921"/>
                    <a:pt x="221728" y="206339"/>
                  </a:cubicBezTo>
                  <a:cubicBezTo>
                    <a:pt x="229227" y="198173"/>
                    <a:pt x="236977" y="190341"/>
                    <a:pt x="244227" y="182008"/>
                  </a:cubicBezTo>
                  <a:cubicBezTo>
                    <a:pt x="251392" y="173842"/>
                    <a:pt x="258309" y="164093"/>
                    <a:pt x="266641" y="156761"/>
                  </a:cubicBezTo>
                  <a:cubicBezTo>
                    <a:pt x="268974" y="170426"/>
                    <a:pt x="258058" y="192174"/>
                    <a:pt x="253892" y="202256"/>
                  </a:cubicBezTo>
                  <a:lnTo>
                    <a:pt x="253892" y="202256"/>
                  </a:lnTo>
                  <a:close/>
                  <a:moveTo>
                    <a:pt x="327885" y="20439"/>
                  </a:moveTo>
                  <a:cubicBezTo>
                    <a:pt x="326135" y="26606"/>
                    <a:pt x="323386" y="32272"/>
                    <a:pt x="320803" y="38105"/>
                  </a:cubicBezTo>
                  <a:cubicBezTo>
                    <a:pt x="318137" y="44271"/>
                    <a:pt x="315887" y="50603"/>
                    <a:pt x="311887" y="56103"/>
                  </a:cubicBezTo>
                  <a:cubicBezTo>
                    <a:pt x="310054" y="58603"/>
                    <a:pt x="308387" y="60603"/>
                    <a:pt x="307137" y="62936"/>
                  </a:cubicBezTo>
                  <a:cubicBezTo>
                    <a:pt x="306304" y="62769"/>
                    <a:pt x="305471" y="62769"/>
                    <a:pt x="304638" y="62852"/>
                  </a:cubicBezTo>
                  <a:cubicBezTo>
                    <a:pt x="297138" y="57686"/>
                    <a:pt x="286556" y="70435"/>
                    <a:pt x="282140" y="75268"/>
                  </a:cubicBezTo>
                  <a:cubicBezTo>
                    <a:pt x="277890" y="79851"/>
                    <a:pt x="267224" y="88350"/>
                    <a:pt x="270307" y="95516"/>
                  </a:cubicBezTo>
                  <a:cubicBezTo>
                    <a:pt x="270807" y="96683"/>
                    <a:pt x="272640" y="96516"/>
                    <a:pt x="273224" y="95516"/>
                  </a:cubicBezTo>
                  <a:cubicBezTo>
                    <a:pt x="274473" y="93183"/>
                    <a:pt x="278973" y="91266"/>
                    <a:pt x="280973" y="89767"/>
                  </a:cubicBezTo>
                  <a:cubicBezTo>
                    <a:pt x="284223" y="87267"/>
                    <a:pt x="287306" y="84600"/>
                    <a:pt x="290389" y="81934"/>
                  </a:cubicBezTo>
                  <a:cubicBezTo>
                    <a:pt x="293555" y="79101"/>
                    <a:pt x="296638" y="76184"/>
                    <a:pt x="299972" y="73601"/>
                  </a:cubicBezTo>
                  <a:cubicBezTo>
                    <a:pt x="303221" y="72851"/>
                    <a:pt x="301888" y="74185"/>
                    <a:pt x="300971" y="77768"/>
                  </a:cubicBezTo>
                  <a:cubicBezTo>
                    <a:pt x="300054" y="81434"/>
                    <a:pt x="296805" y="86517"/>
                    <a:pt x="294972" y="89850"/>
                  </a:cubicBezTo>
                  <a:cubicBezTo>
                    <a:pt x="290556" y="97932"/>
                    <a:pt x="286056" y="106182"/>
                    <a:pt x="281223" y="114014"/>
                  </a:cubicBezTo>
                  <a:cubicBezTo>
                    <a:pt x="273057" y="127263"/>
                    <a:pt x="263975" y="139929"/>
                    <a:pt x="255642" y="153011"/>
                  </a:cubicBezTo>
                  <a:cubicBezTo>
                    <a:pt x="239310" y="164926"/>
                    <a:pt x="226061" y="183258"/>
                    <a:pt x="213146" y="197674"/>
                  </a:cubicBezTo>
                  <a:cubicBezTo>
                    <a:pt x="201647" y="210589"/>
                    <a:pt x="187815" y="223921"/>
                    <a:pt x="179066" y="239336"/>
                  </a:cubicBezTo>
                  <a:cubicBezTo>
                    <a:pt x="178815" y="238170"/>
                    <a:pt x="178482" y="237087"/>
                    <a:pt x="178149" y="235920"/>
                  </a:cubicBezTo>
                  <a:cubicBezTo>
                    <a:pt x="186815" y="226338"/>
                    <a:pt x="192731" y="209089"/>
                    <a:pt x="196814" y="199090"/>
                  </a:cubicBezTo>
                  <a:cubicBezTo>
                    <a:pt x="205480" y="177759"/>
                    <a:pt x="214396" y="154761"/>
                    <a:pt x="220729" y="132763"/>
                  </a:cubicBezTo>
                  <a:cubicBezTo>
                    <a:pt x="227728" y="108431"/>
                    <a:pt x="236560" y="84100"/>
                    <a:pt x="248726" y="61852"/>
                  </a:cubicBezTo>
                  <a:cubicBezTo>
                    <a:pt x="249726" y="60019"/>
                    <a:pt x="253392" y="50937"/>
                    <a:pt x="255642" y="50353"/>
                  </a:cubicBezTo>
                  <a:cubicBezTo>
                    <a:pt x="259891" y="49270"/>
                    <a:pt x="258392" y="58269"/>
                    <a:pt x="257475" y="63269"/>
                  </a:cubicBezTo>
                  <a:cubicBezTo>
                    <a:pt x="256642" y="65852"/>
                    <a:pt x="256059" y="68352"/>
                    <a:pt x="255892" y="70852"/>
                  </a:cubicBezTo>
                  <a:cubicBezTo>
                    <a:pt x="255892" y="71435"/>
                    <a:pt x="255975" y="71851"/>
                    <a:pt x="256308" y="72268"/>
                  </a:cubicBezTo>
                  <a:cubicBezTo>
                    <a:pt x="255225" y="82017"/>
                    <a:pt x="254475" y="91850"/>
                    <a:pt x="253642" y="101599"/>
                  </a:cubicBezTo>
                  <a:cubicBezTo>
                    <a:pt x="247476" y="106015"/>
                    <a:pt x="243393" y="113014"/>
                    <a:pt x="239227" y="119181"/>
                  </a:cubicBezTo>
                  <a:cubicBezTo>
                    <a:pt x="234477" y="126097"/>
                    <a:pt x="227311" y="133846"/>
                    <a:pt x="225645" y="142262"/>
                  </a:cubicBezTo>
                  <a:cubicBezTo>
                    <a:pt x="225228" y="144428"/>
                    <a:pt x="227728" y="145428"/>
                    <a:pt x="228978" y="144178"/>
                  </a:cubicBezTo>
                  <a:lnTo>
                    <a:pt x="228978" y="144178"/>
                  </a:lnTo>
                  <a:cubicBezTo>
                    <a:pt x="230811" y="142178"/>
                    <a:pt x="233394" y="140595"/>
                    <a:pt x="235311" y="138596"/>
                  </a:cubicBezTo>
                  <a:cubicBezTo>
                    <a:pt x="237727" y="136096"/>
                    <a:pt x="239727" y="133263"/>
                    <a:pt x="241977" y="130596"/>
                  </a:cubicBezTo>
                  <a:cubicBezTo>
                    <a:pt x="245393" y="126513"/>
                    <a:pt x="248643" y="122347"/>
                    <a:pt x="251892" y="118014"/>
                  </a:cubicBezTo>
                  <a:cubicBezTo>
                    <a:pt x="254142" y="115098"/>
                    <a:pt x="256559" y="112681"/>
                    <a:pt x="258975" y="110098"/>
                  </a:cubicBezTo>
                  <a:cubicBezTo>
                    <a:pt x="259058" y="109182"/>
                    <a:pt x="259142" y="108265"/>
                    <a:pt x="259225" y="107348"/>
                  </a:cubicBezTo>
                  <a:cubicBezTo>
                    <a:pt x="259308" y="108515"/>
                    <a:pt x="259308" y="109765"/>
                    <a:pt x="259225" y="110931"/>
                  </a:cubicBezTo>
                  <a:cubicBezTo>
                    <a:pt x="259058" y="118097"/>
                    <a:pt x="256975" y="125097"/>
                    <a:pt x="258225" y="132263"/>
                  </a:cubicBezTo>
                  <a:cubicBezTo>
                    <a:pt x="258725" y="135012"/>
                    <a:pt x="262558" y="135096"/>
                    <a:pt x="263891" y="133013"/>
                  </a:cubicBezTo>
                  <a:cubicBezTo>
                    <a:pt x="267724" y="126763"/>
                    <a:pt x="273724" y="95933"/>
                    <a:pt x="260475" y="98349"/>
                  </a:cubicBezTo>
                  <a:cubicBezTo>
                    <a:pt x="262058" y="87350"/>
                    <a:pt x="263558" y="76351"/>
                    <a:pt x="264975" y="65269"/>
                  </a:cubicBezTo>
                  <a:cubicBezTo>
                    <a:pt x="276140" y="48270"/>
                    <a:pt x="286139" y="28772"/>
                    <a:pt x="301221" y="15523"/>
                  </a:cubicBezTo>
                  <a:cubicBezTo>
                    <a:pt x="301138" y="15607"/>
                    <a:pt x="301471" y="15357"/>
                    <a:pt x="302055" y="14857"/>
                  </a:cubicBezTo>
                  <a:cubicBezTo>
                    <a:pt x="301554" y="17023"/>
                    <a:pt x="301221" y="19023"/>
                    <a:pt x="301138" y="19356"/>
                  </a:cubicBezTo>
                  <a:cubicBezTo>
                    <a:pt x="298805" y="29439"/>
                    <a:pt x="298555" y="39354"/>
                    <a:pt x="296471" y="49437"/>
                  </a:cubicBezTo>
                  <a:cubicBezTo>
                    <a:pt x="295555" y="54020"/>
                    <a:pt x="301888" y="57269"/>
                    <a:pt x="304388" y="52770"/>
                  </a:cubicBezTo>
                  <a:cubicBezTo>
                    <a:pt x="308887" y="44604"/>
                    <a:pt x="310387" y="34855"/>
                    <a:pt x="311637" y="25189"/>
                  </a:cubicBezTo>
                  <a:cubicBezTo>
                    <a:pt x="317719" y="22439"/>
                    <a:pt x="323052" y="17856"/>
                    <a:pt x="329052" y="14857"/>
                  </a:cubicBezTo>
                  <a:cubicBezTo>
                    <a:pt x="328552" y="16773"/>
                    <a:pt x="328219" y="19023"/>
                    <a:pt x="327885" y="20439"/>
                  </a:cubicBezTo>
                  <a:lnTo>
                    <a:pt x="327885" y="20439"/>
                  </a:lnTo>
                  <a:close/>
                </a:path>
              </a:pathLst>
            </a:custGeom>
            <a:grpFill/>
            <a:ln w="8332" cap="flat">
              <a:noFill/>
              <a:prstDash val="solid"/>
              <a:miter/>
            </a:ln>
          </p:spPr>
          <p:txBody>
            <a:bodyPr rtlCol="0" anchor="ctr"/>
            <a:lstStyle/>
            <a:p>
              <a:endParaRPr lang="en-US"/>
            </a:p>
          </p:txBody>
        </p:sp>
        <p:sp>
          <p:nvSpPr>
            <p:cNvPr id="1463" name="Freeform: Shape 1462"/>
            <p:cNvSpPr/>
            <p:nvPr/>
          </p:nvSpPr>
          <p:spPr>
            <a:xfrm>
              <a:off x="4545012" y="1124395"/>
              <a:ext cx="473586" cy="638834"/>
            </a:xfrm>
            <a:custGeom>
              <a:avLst/>
              <a:gdLst>
                <a:gd name="connsiteX0" fmla="*/ 473557 w 473586"/>
                <a:gd name="connsiteY0" fmla="*/ 13763 h 638834"/>
                <a:gd name="connsiteX1" fmla="*/ 442809 w 473586"/>
                <a:gd name="connsiteY1" fmla="*/ 15430 h 638834"/>
                <a:gd name="connsiteX2" fmla="*/ 443642 w 473586"/>
                <a:gd name="connsiteY2" fmla="*/ 13180 h 638834"/>
                <a:gd name="connsiteX3" fmla="*/ 437143 w 473586"/>
                <a:gd name="connsiteY3" fmla="*/ 98 h 638834"/>
                <a:gd name="connsiteX4" fmla="*/ 406813 w 473586"/>
                <a:gd name="connsiteY4" fmla="*/ 21262 h 638834"/>
                <a:gd name="connsiteX5" fmla="*/ 390397 w 473586"/>
                <a:gd name="connsiteY5" fmla="*/ 37178 h 638834"/>
                <a:gd name="connsiteX6" fmla="*/ 387731 w 473586"/>
                <a:gd name="connsiteY6" fmla="*/ 28762 h 638834"/>
                <a:gd name="connsiteX7" fmla="*/ 341819 w 473586"/>
                <a:gd name="connsiteY7" fmla="*/ 63175 h 638834"/>
                <a:gd name="connsiteX8" fmla="*/ 292989 w 473586"/>
                <a:gd name="connsiteY8" fmla="*/ 142085 h 638834"/>
                <a:gd name="connsiteX9" fmla="*/ 270492 w 473586"/>
                <a:gd name="connsiteY9" fmla="*/ 180831 h 638834"/>
                <a:gd name="connsiteX10" fmla="*/ 263159 w 473586"/>
                <a:gd name="connsiteY10" fmla="*/ 192747 h 638834"/>
                <a:gd name="connsiteX11" fmla="*/ 260076 w 473586"/>
                <a:gd name="connsiteY11" fmla="*/ 191164 h 638834"/>
                <a:gd name="connsiteX12" fmla="*/ 234495 w 473586"/>
                <a:gd name="connsiteY12" fmla="*/ 215745 h 638834"/>
                <a:gd name="connsiteX13" fmla="*/ 204914 w 473586"/>
                <a:gd name="connsiteY13" fmla="*/ 265240 h 638834"/>
                <a:gd name="connsiteX14" fmla="*/ 172917 w 473586"/>
                <a:gd name="connsiteY14" fmla="*/ 322319 h 638834"/>
                <a:gd name="connsiteX15" fmla="*/ 152335 w 473586"/>
                <a:gd name="connsiteY15" fmla="*/ 359815 h 638834"/>
                <a:gd name="connsiteX16" fmla="*/ 134004 w 473586"/>
                <a:gd name="connsiteY16" fmla="*/ 375980 h 638834"/>
                <a:gd name="connsiteX17" fmla="*/ 131921 w 473586"/>
                <a:gd name="connsiteY17" fmla="*/ 373481 h 638834"/>
                <a:gd name="connsiteX18" fmla="*/ 124338 w 473586"/>
                <a:gd name="connsiteY18" fmla="*/ 372897 h 638834"/>
                <a:gd name="connsiteX19" fmla="*/ 110256 w 473586"/>
                <a:gd name="connsiteY19" fmla="*/ 391812 h 638834"/>
                <a:gd name="connsiteX20" fmla="*/ 92924 w 473586"/>
                <a:gd name="connsiteY20" fmla="*/ 419476 h 638834"/>
                <a:gd name="connsiteX21" fmla="*/ 61177 w 473586"/>
                <a:gd name="connsiteY21" fmla="*/ 482137 h 638834"/>
                <a:gd name="connsiteX22" fmla="*/ 49261 w 473586"/>
                <a:gd name="connsiteY22" fmla="*/ 513051 h 638834"/>
                <a:gd name="connsiteX23" fmla="*/ 8598 w 473586"/>
                <a:gd name="connsiteY23" fmla="*/ 595877 h 638834"/>
                <a:gd name="connsiteX24" fmla="*/ 8848 w 473586"/>
                <a:gd name="connsiteY24" fmla="*/ 634874 h 638834"/>
                <a:gd name="connsiteX25" fmla="*/ 51011 w 473586"/>
                <a:gd name="connsiteY25" fmla="*/ 621458 h 638834"/>
                <a:gd name="connsiteX26" fmla="*/ 87341 w 473586"/>
                <a:gd name="connsiteY26" fmla="*/ 559131 h 638834"/>
                <a:gd name="connsiteX27" fmla="*/ 115922 w 473586"/>
                <a:gd name="connsiteY27" fmla="*/ 498636 h 638834"/>
                <a:gd name="connsiteX28" fmla="*/ 143920 w 473586"/>
                <a:gd name="connsiteY28" fmla="*/ 460056 h 638834"/>
                <a:gd name="connsiteX29" fmla="*/ 182666 w 473586"/>
                <a:gd name="connsiteY29" fmla="*/ 417393 h 638834"/>
                <a:gd name="connsiteX30" fmla="*/ 250826 w 473586"/>
                <a:gd name="connsiteY30" fmla="*/ 317736 h 638834"/>
                <a:gd name="connsiteX31" fmla="*/ 255576 w 473586"/>
                <a:gd name="connsiteY31" fmla="*/ 305237 h 638834"/>
                <a:gd name="connsiteX32" fmla="*/ 331736 w 473586"/>
                <a:gd name="connsiteY32" fmla="*/ 225661 h 638834"/>
                <a:gd name="connsiteX33" fmla="*/ 364233 w 473586"/>
                <a:gd name="connsiteY33" fmla="*/ 176832 h 638834"/>
                <a:gd name="connsiteX34" fmla="*/ 376315 w 473586"/>
                <a:gd name="connsiteY34" fmla="*/ 138002 h 638834"/>
                <a:gd name="connsiteX35" fmla="*/ 374732 w 473586"/>
                <a:gd name="connsiteY35" fmla="*/ 135919 h 638834"/>
                <a:gd name="connsiteX36" fmla="*/ 421061 w 473586"/>
                <a:gd name="connsiteY36" fmla="*/ 89756 h 638834"/>
                <a:gd name="connsiteX37" fmla="*/ 432310 w 473586"/>
                <a:gd name="connsiteY37" fmla="*/ 71924 h 638834"/>
                <a:gd name="connsiteX38" fmla="*/ 432643 w 473586"/>
                <a:gd name="connsiteY38" fmla="*/ 71508 h 638834"/>
                <a:gd name="connsiteX39" fmla="*/ 445309 w 473586"/>
                <a:gd name="connsiteY39" fmla="*/ 58842 h 638834"/>
                <a:gd name="connsiteX40" fmla="*/ 457891 w 473586"/>
                <a:gd name="connsiteY40" fmla="*/ 41760 h 638834"/>
                <a:gd name="connsiteX41" fmla="*/ 467891 w 473586"/>
                <a:gd name="connsiteY41" fmla="*/ 25762 h 638834"/>
                <a:gd name="connsiteX42" fmla="*/ 473557 w 473586"/>
                <a:gd name="connsiteY42" fmla="*/ 13763 h 638834"/>
                <a:gd name="connsiteX43" fmla="*/ 473557 w 473586"/>
                <a:gd name="connsiteY43" fmla="*/ 13763 h 638834"/>
                <a:gd name="connsiteX44" fmla="*/ 205081 w 473586"/>
                <a:gd name="connsiteY44" fmla="*/ 292738 h 638834"/>
                <a:gd name="connsiteX45" fmla="*/ 232328 w 473586"/>
                <a:gd name="connsiteY45" fmla="*/ 244076 h 638834"/>
                <a:gd name="connsiteX46" fmla="*/ 248743 w 473586"/>
                <a:gd name="connsiteY46" fmla="*/ 221411 h 638834"/>
                <a:gd name="connsiteX47" fmla="*/ 256576 w 473586"/>
                <a:gd name="connsiteY47" fmla="*/ 208495 h 638834"/>
                <a:gd name="connsiteX48" fmla="*/ 255410 w 473586"/>
                <a:gd name="connsiteY48" fmla="*/ 230660 h 638834"/>
                <a:gd name="connsiteX49" fmla="*/ 252910 w 473586"/>
                <a:gd name="connsiteY49" fmla="*/ 258074 h 638834"/>
                <a:gd name="connsiteX50" fmla="*/ 247160 w 473586"/>
                <a:gd name="connsiteY50" fmla="*/ 293988 h 638834"/>
                <a:gd name="connsiteX51" fmla="*/ 217163 w 473586"/>
                <a:gd name="connsiteY51" fmla="*/ 313069 h 638834"/>
                <a:gd name="connsiteX52" fmla="*/ 173084 w 473586"/>
                <a:gd name="connsiteY52" fmla="*/ 344150 h 638834"/>
                <a:gd name="connsiteX53" fmla="*/ 205081 w 473586"/>
                <a:gd name="connsiteY53" fmla="*/ 292738 h 638834"/>
                <a:gd name="connsiteX54" fmla="*/ 205081 w 473586"/>
                <a:gd name="connsiteY54" fmla="*/ 292738 h 638834"/>
                <a:gd name="connsiteX55" fmla="*/ 109839 w 473586"/>
                <a:gd name="connsiteY55" fmla="*/ 489887 h 638834"/>
                <a:gd name="connsiteX56" fmla="*/ 107923 w 473586"/>
                <a:gd name="connsiteY56" fmla="*/ 496803 h 638834"/>
                <a:gd name="connsiteX57" fmla="*/ 105506 w 473586"/>
                <a:gd name="connsiteY57" fmla="*/ 501552 h 638834"/>
                <a:gd name="connsiteX58" fmla="*/ 105423 w 473586"/>
                <a:gd name="connsiteY58" fmla="*/ 503885 h 638834"/>
                <a:gd name="connsiteX59" fmla="*/ 84925 w 473586"/>
                <a:gd name="connsiteY59" fmla="*/ 539966 h 638834"/>
                <a:gd name="connsiteX60" fmla="*/ 56594 w 473586"/>
                <a:gd name="connsiteY60" fmla="*/ 587378 h 638834"/>
                <a:gd name="connsiteX61" fmla="*/ 40762 w 473586"/>
                <a:gd name="connsiteY61" fmla="*/ 612126 h 638834"/>
                <a:gd name="connsiteX62" fmla="*/ 31013 w 473586"/>
                <a:gd name="connsiteY62" fmla="*/ 622542 h 638834"/>
                <a:gd name="connsiteX63" fmla="*/ 18097 w 473586"/>
                <a:gd name="connsiteY63" fmla="*/ 618458 h 638834"/>
                <a:gd name="connsiteX64" fmla="*/ 11931 w 473586"/>
                <a:gd name="connsiteY64" fmla="*/ 609626 h 638834"/>
                <a:gd name="connsiteX65" fmla="*/ 12098 w 473586"/>
                <a:gd name="connsiteY65" fmla="*/ 608460 h 638834"/>
                <a:gd name="connsiteX66" fmla="*/ 43762 w 473586"/>
                <a:gd name="connsiteY66" fmla="*/ 550298 h 638834"/>
                <a:gd name="connsiteX67" fmla="*/ 55344 w 473586"/>
                <a:gd name="connsiteY67" fmla="*/ 521634 h 638834"/>
                <a:gd name="connsiteX68" fmla="*/ 62427 w 473586"/>
                <a:gd name="connsiteY68" fmla="*/ 503802 h 638834"/>
                <a:gd name="connsiteX69" fmla="*/ 67427 w 473586"/>
                <a:gd name="connsiteY69" fmla="*/ 492637 h 638834"/>
                <a:gd name="connsiteX70" fmla="*/ 98173 w 473586"/>
                <a:gd name="connsiteY70" fmla="*/ 434558 h 638834"/>
                <a:gd name="connsiteX71" fmla="*/ 115505 w 473586"/>
                <a:gd name="connsiteY71" fmla="*/ 406478 h 638834"/>
                <a:gd name="connsiteX72" fmla="*/ 124921 w 473586"/>
                <a:gd name="connsiteY72" fmla="*/ 393562 h 638834"/>
                <a:gd name="connsiteX73" fmla="*/ 125254 w 473586"/>
                <a:gd name="connsiteY73" fmla="*/ 392979 h 638834"/>
                <a:gd name="connsiteX74" fmla="*/ 125921 w 473586"/>
                <a:gd name="connsiteY74" fmla="*/ 392646 h 638834"/>
                <a:gd name="connsiteX75" fmla="*/ 126338 w 473586"/>
                <a:gd name="connsiteY75" fmla="*/ 392312 h 638834"/>
                <a:gd name="connsiteX76" fmla="*/ 121671 w 473586"/>
                <a:gd name="connsiteY76" fmla="*/ 432975 h 638834"/>
                <a:gd name="connsiteX77" fmla="*/ 109839 w 473586"/>
                <a:gd name="connsiteY77" fmla="*/ 489887 h 638834"/>
                <a:gd name="connsiteX78" fmla="*/ 109839 w 473586"/>
                <a:gd name="connsiteY78" fmla="*/ 489887 h 638834"/>
                <a:gd name="connsiteX79" fmla="*/ 242244 w 473586"/>
                <a:gd name="connsiteY79" fmla="*/ 314486 h 638834"/>
                <a:gd name="connsiteX80" fmla="*/ 235161 w 473586"/>
                <a:gd name="connsiteY80" fmla="*/ 331401 h 638834"/>
                <a:gd name="connsiteX81" fmla="*/ 221829 w 473586"/>
                <a:gd name="connsiteY81" fmla="*/ 353482 h 638834"/>
                <a:gd name="connsiteX82" fmla="*/ 190082 w 473586"/>
                <a:gd name="connsiteY82" fmla="*/ 392479 h 638834"/>
                <a:gd name="connsiteX83" fmla="*/ 159502 w 473586"/>
                <a:gd name="connsiteY83" fmla="*/ 428059 h 638834"/>
                <a:gd name="connsiteX84" fmla="*/ 126338 w 473586"/>
                <a:gd name="connsiteY84" fmla="*/ 464222 h 638834"/>
                <a:gd name="connsiteX85" fmla="*/ 121588 w 473586"/>
                <a:gd name="connsiteY85" fmla="*/ 470972 h 638834"/>
                <a:gd name="connsiteX86" fmla="*/ 130171 w 473586"/>
                <a:gd name="connsiteY86" fmla="*/ 415643 h 638834"/>
                <a:gd name="connsiteX87" fmla="*/ 135504 w 473586"/>
                <a:gd name="connsiteY87" fmla="*/ 385646 h 638834"/>
                <a:gd name="connsiteX88" fmla="*/ 206997 w 473586"/>
                <a:gd name="connsiteY88" fmla="*/ 337484 h 638834"/>
                <a:gd name="connsiteX89" fmla="*/ 244077 w 473586"/>
                <a:gd name="connsiteY89" fmla="*/ 310653 h 638834"/>
                <a:gd name="connsiteX90" fmla="*/ 245494 w 473586"/>
                <a:gd name="connsiteY90" fmla="*/ 309736 h 638834"/>
                <a:gd name="connsiteX91" fmla="*/ 245827 w 473586"/>
                <a:gd name="connsiteY91" fmla="*/ 309903 h 638834"/>
                <a:gd name="connsiteX92" fmla="*/ 242244 w 473586"/>
                <a:gd name="connsiteY92" fmla="*/ 314486 h 638834"/>
                <a:gd name="connsiteX93" fmla="*/ 242244 w 473586"/>
                <a:gd name="connsiteY93" fmla="*/ 314486 h 638834"/>
                <a:gd name="connsiteX94" fmla="*/ 347234 w 473586"/>
                <a:gd name="connsiteY94" fmla="*/ 187497 h 638834"/>
                <a:gd name="connsiteX95" fmla="*/ 315154 w 473586"/>
                <a:gd name="connsiteY95" fmla="*/ 229744 h 638834"/>
                <a:gd name="connsiteX96" fmla="*/ 280574 w 473586"/>
                <a:gd name="connsiteY96" fmla="*/ 268907 h 638834"/>
                <a:gd name="connsiteX97" fmla="*/ 264159 w 473586"/>
                <a:gd name="connsiteY97" fmla="*/ 287738 h 638834"/>
                <a:gd name="connsiteX98" fmla="*/ 255743 w 473586"/>
                <a:gd name="connsiteY98" fmla="*/ 294904 h 638834"/>
                <a:gd name="connsiteX99" fmla="*/ 261742 w 473586"/>
                <a:gd name="connsiteY99" fmla="*/ 251825 h 638834"/>
                <a:gd name="connsiteX100" fmla="*/ 266075 w 473586"/>
                <a:gd name="connsiteY100" fmla="*/ 218995 h 638834"/>
                <a:gd name="connsiteX101" fmla="*/ 314904 w 473586"/>
                <a:gd name="connsiteY101" fmla="*/ 185164 h 638834"/>
                <a:gd name="connsiteX102" fmla="*/ 341819 w 473586"/>
                <a:gd name="connsiteY102" fmla="*/ 165833 h 638834"/>
                <a:gd name="connsiteX103" fmla="*/ 368816 w 473586"/>
                <a:gd name="connsiteY103" fmla="*/ 145584 h 638834"/>
                <a:gd name="connsiteX104" fmla="*/ 347234 w 473586"/>
                <a:gd name="connsiteY104" fmla="*/ 187497 h 638834"/>
                <a:gd name="connsiteX105" fmla="*/ 347234 w 473586"/>
                <a:gd name="connsiteY105" fmla="*/ 187497 h 638834"/>
                <a:gd name="connsiteX106" fmla="*/ 456225 w 473586"/>
                <a:gd name="connsiteY106" fmla="*/ 24262 h 638834"/>
                <a:gd name="connsiteX107" fmla="*/ 445726 w 473586"/>
                <a:gd name="connsiteY107" fmla="*/ 40177 h 638834"/>
                <a:gd name="connsiteX108" fmla="*/ 433394 w 473586"/>
                <a:gd name="connsiteY108" fmla="*/ 56009 h 638834"/>
                <a:gd name="connsiteX109" fmla="*/ 427394 w 473586"/>
                <a:gd name="connsiteY109" fmla="*/ 61759 h 638834"/>
                <a:gd name="connsiteX110" fmla="*/ 424894 w 473586"/>
                <a:gd name="connsiteY110" fmla="*/ 61175 h 638834"/>
                <a:gd name="connsiteX111" fmla="*/ 400313 w 473586"/>
                <a:gd name="connsiteY111" fmla="*/ 68841 h 638834"/>
                <a:gd name="connsiteX112" fmla="*/ 384648 w 473586"/>
                <a:gd name="connsiteY112" fmla="*/ 86340 h 638834"/>
                <a:gd name="connsiteX113" fmla="*/ 387481 w 473586"/>
                <a:gd name="connsiteY113" fmla="*/ 86923 h 638834"/>
                <a:gd name="connsiteX114" fmla="*/ 396230 w 473586"/>
                <a:gd name="connsiteY114" fmla="*/ 82840 h 638834"/>
                <a:gd name="connsiteX115" fmla="*/ 406979 w 473586"/>
                <a:gd name="connsiteY115" fmla="*/ 77007 h 638834"/>
                <a:gd name="connsiteX116" fmla="*/ 418061 w 473586"/>
                <a:gd name="connsiteY116" fmla="*/ 70841 h 638834"/>
                <a:gd name="connsiteX117" fmla="*/ 418228 w 473586"/>
                <a:gd name="connsiteY117" fmla="*/ 75091 h 638834"/>
                <a:gd name="connsiteX118" fmla="*/ 409979 w 473586"/>
                <a:gd name="connsiteY118" fmla="*/ 85673 h 638834"/>
                <a:gd name="connsiteX119" fmla="*/ 391647 w 473586"/>
                <a:gd name="connsiteY119" fmla="*/ 106588 h 638834"/>
                <a:gd name="connsiteX120" fmla="*/ 358733 w 473586"/>
                <a:gd name="connsiteY120" fmla="*/ 139668 h 638834"/>
                <a:gd name="connsiteX121" fmla="*/ 308155 w 473586"/>
                <a:gd name="connsiteY121" fmla="*/ 174915 h 638834"/>
                <a:gd name="connsiteX122" fmla="*/ 266408 w 473586"/>
                <a:gd name="connsiteY122" fmla="*/ 208912 h 638834"/>
                <a:gd name="connsiteX123" fmla="*/ 266242 w 473586"/>
                <a:gd name="connsiteY123" fmla="*/ 205412 h 638834"/>
                <a:gd name="connsiteX124" fmla="*/ 291989 w 473586"/>
                <a:gd name="connsiteY124" fmla="*/ 173082 h 638834"/>
                <a:gd name="connsiteX125" fmla="*/ 328736 w 473586"/>
                <a:gd name="connsiteY125" fmla="*/ 112754 h 638834"/>
                <a:gd name="connsiteX126" fmla="*/ 370399 w 473586"/>
                <a:gd name="connsiteY126" fmla="*/ 48927 h 638834"/>
                <a:gd name="connsiteX127" fmla="*/ 379481 w 473586"/>
                <a:gd name="connsiteY127" fmla="*/ 39011 h 638834"/>
                <a:gd name="connsiteX128" fmla="*/ 378648 w 473586"/>
                <a:gd name="connsiteY128" fmla="*/ 52093 h 638834"/>
                <a:gd name="connsiteX129" fmla="*/ 375649 w 473586"/>
                <a:gd name="connsiteY129" fmla="*/ 59176 h 638834"/>
                <a:gd name="connsiteX130" fmla="*/ 375732 w 473586"/>
                <a:gd name="connsiteY130" fmla="*/ 60592 h 638834"/>
                <a:gd name="connsiteX131" fmla="*/ 367233 w 473586"/>
                <a:gd name="connsiteY131" fmla="*/ 88756 h 638834"/>
                <a:gd name="connsiteX132" fmla="*/ 349568 w 473586"/>
                <a:gd name="connsiteY132" fmla="*/ 103088 h 638834"/>
                <a:gd name="connsiteX133" fmla="*/ 331569 w 473586"/>
                <a:gd name="connsiteY133" fmla="*/ 122920 h 638834"/>
                <a:gd name="connsiteX134" fmla="*/ 334402 w 473586"/>
                <a:gd name="connsiteY134" fmla="*/ 125503 h 638834"/>
                <a:gd name="connsiteX135" fmla="*/ 334402 w 473586"/>
                <a:gd name="connsiteY135" fmla="*/ 125503 h 638834"/>
                <a:gd name="connsiteX136" fmla="*/ 341652 w 473586"/>
                <a:gd name="connsiteY136" fmla="*/ 121337 h 638834"/>
                <a:gd name="connsiteX137" fmla="*/ 349734 w 473586"/>
                <a:gd name="connsiteY137" fmla="*/ 114837 h 638834"/>
                <a:gd name="connsiteX138" fmla="*/ 361900 w 473586"/>
                <a:gd name="connsiteY138" fmla="*/ 104505 h 638834"/>
                <a:gd name="connsiteX139" fmla="*/ 370483 w 473586"/>
                <a:gd name="connsiteY139" fmla="*/ 98172 h 638834"/>
                <a:gd name="connsiteX140" fmla="*/ 371232 w 473586"/>
                <a:gd name="connsiteY140" fmla="*/ 95506 h 638834"/>
                <a:gd name="connsiteX141" fmla="*/ 370566 w 473586"/>
                <a:gd name="connsiteY141" fmla="*/ 99005 h 638834"/>
                <a:gd name="connsiteX142" fmla="*/ 365317 w 473586"/>
                <a:gd name="connsiteY142" fmla="*/ 119670 h 638834"/>
                <a:gd name="connsiteX143" fmla="*/ 370732 w 473586"/>
                <a:gd name="connsiteY143" fmla="*/ 121503 h 638834"/>
                <a:gd name="connsiteX144" fmla="*/ 374315 w 473586"/>
                <a:gd name="connsiteY144" fmla="*/ 86840 h 638834"/>
                <a:gd name="connsiteX145" fmla="*/ 385314 w 473586"/>
                <a:gd name="connsiteY145" fmla="*/ 55343 h 638834"/>
                <a:gd name="connsiteX146" fmla="*/ 430810 w 473586"/>
                <a:gd name="connsiteY146" fmla="*/ 13930 h 638834"/>
                <a:gd name="connsiteX147" fmla="*/ 431727 w 473586"/>
                <a:gd name="connsiteY147" fmla="*/ 13430 h 638834"/>
                <a:gd name="connsiteX148" fmla="*/ 429894 w 473586"/>
                <a:gd name="connsiteY148" fmla="*/ 17679 h 638834"/>
                <a:gd name="connsiteX149" fmla="*/ 419311 w 473586"/>
                <a:gd name="connsiteY149" fmla="*/ 46177 h 638834"/>
                <a:gd name="connsiteX150" fmla="*/ 426394 w 473586"/>
                <a:gd name="connsiteY150" fmla="*/ 51010 h 638834"/>
                <a:gd name="connsiteX151" fmla="*/ 438976 w 473586"/>
                <a:gd name="connsiteY151" fmla="*/ 25429 h 638834"/>
                <a:gd name="connsiteX152" fmla="*/ 458141 w 473586"/>
                <a:gd name="connsiteY152" fmla="*/ 18762 h 638834"/>
                <a:gd name="connsiteX153" fmla="*/ 456225 w 473586"/>
                <a:gd name="connsiteY153" fmla="*/ 24262 h 638834"/>
                <a:gd name="connsiteX154" fmla="*/ 456225 w 473586"/>
                <a:gd name="connsiteY154" fmla="*/ 24262 h 638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Lst>
              <a:rect l="l" t="t" r="r" b="b"/>
              <a:pathLst>
                <a:path w="473586" h="638834">
                  <a:moveTo>
                    <a:pt x="473557" y="13763"/>
                  </a:moveTo>
                  <a:cubicBezTo>
                    <a:pt x="471973" y="-1319"/>
                    <a:pt x="454892" y="7264"/>
                    <a:pt x="442809" y="15430"/>
                  </a:cubicBezTo>
                  <a:cubicBezTo>
                    <a:pt x="443059" y="14680"/>
                    <a:pt x="443309" y="13930"/>
                    <a:pt x="443642" y="13180"/>
                  </a:cubicBezTo>
                  <a:cubicBezTo>
                    <a:pt x="445976" y="7180"/>
                    <a:pt x="446059" y="-986"/>
                    <a:pt x="437143" y="98"/>
                  </a:cubicBezTo>
                  <a:cubicBezTo>
                    <a:pt x="426311" y="1347"/>
                    <a:pt x="413895" y="13930"/>
                    <a:pt x="406813" y="21262"/>
                  </a:cubicBezTo>
                  <a:cubicBezTo>
                    <a:pt x="402230" y="26012"/>
                    <a:pt x="396063" y="31428"/>
                    <a:pt x="390397" y="37178"/>
                  </a:cubicBezTo>
                  <a:cubicBezTo>
                    <a:pt x="390564" y="33928"/>
                    <a:pt x="389981" y="30845"/>
                    <a:pt x="387731" y="28762"/>
                  </a:cubicBezTo>
                  <a:cubicBezTo>
                    <a:pt x="374732" y="16679"/>
                    <a:pt x="347151" y="56009"/>
                    <a:pt x="341819" y="63175"/>
                  </a:cubicBezTo>
                  <a:cubicBezTo>
                    <a:pt x="323070" y="87923"/>
                    <a:pt x="309154" y="115670"/>
                    <a:pt x="292989" y="142085"/>
                  </a:cubicBezTo>
                  <a:cubicBezTo>
                    <a:pt x="285240" y="154834"/>
                    <a:pt x="278241" y="167999"/>
                    <a:pt x="270492" y="180831"/>
                  </a:cubicBezTo>
                  <a:cubicBezTo>
                    <a:pt x="268242" y="184498"/>
                    <a:pt x="265492" y="188581"/>
                    <a:pt x="263159" y="192747"/>
                  </a:cubicBezTo>
                  <a:cubicBezTo>
                    <a:pt x="262325" y="191997"/>
                    <a:pt x="261326" y="191414"/>
                    <a:pt x="260076" y="191164"/>
                  </a:cubicBezTo>
                  <a:cubicBezTo>
                    <a:pt x="247577" y="188331"/>
                    <a:pt x="240328" y="207579"/>
                    <a:pt x="234495" y="215745"/>
                  </a:cubicBezTo>
                  <a:cubicBezTo>
                    <a:pt x="223162" y="231493"/>
                    <a:pt x="213330" y="247825"/>
                    <a:pt x="204914" y="265240"/>
                  </a:cubicBezTo>
                  <a:cubicBezTo>
                    <a:pt x="195415" y="284905"/>
                    <a:pt x="183916" y="303487"/>
                    <a:pt x="172917" y="322319"/>
                  </a:cubicBezTo>
                  <a:cubicBezTo>
                    <a:pt x="165834" y="334567"/>
                    <a:pt x="159251" y="347483"/>
                    <a:pt x="152335" y="359815"/>
                  </a:cubicBezTo>
                  <a:cubicBezTo>
                    <a:pt x="145919" y="364898"/>
                    <a:pt x="139836" y="370231"/>
                    <a:pt x="134004" y="375980"/>
                  </a:cubicBezTo>
                  <a:cubicBezTo>
                    <a:pt x="133504" y="374980"/>
                    <a:pt x="132837" y="374064"/>
                    <a:pt x="131921" y="373481"/>
                  </a:cubicBezTo>
                  <a:cubicBezTo>
                    <a:pt x="129671" y="371814"/>
                    <a:pt x="126838" y="371314"/>
                    <a:pt x="124338" y="372897"/>
                  </a:cubicBezTo>
                  <a:cubicBezTo>
                    <a:pt x="117755" y="377147"/>
                    <a:pt x="114672" y="385563"/>
                    <a:pt x="110256" y="391812"/>
                  </a:cubicBezTo>
                  <a:cubicBezTo>
                    <a:pt x="103923" y="400728"/>
                    <a:pt x="98340" y="410061"/>
                    <a:pt x="92924" y="419476"/>
                  </a:cubicBezTo>
                  <a:cubicBezTo>
                    <a:pt x="81342" y="439975"/>
                    <a:pt x="70759" y="460639"/>
                    <a:pt x="61177" y="482137"/>
                  </a:cubicBezTo>
                  <a:cubicBezTo>
                    <a:pt x="56594" y="492303"/>
                    <a:pt x="52928" y="502636"/>
                    <a:pt x="49261" y="513051"/>
                  </a:cubicBezTo>
                  <a:cubicBezTo>
                    <a:pt x="36096" y="540882"/>
                    <a:pt x="23430" y="568963"/>
                    <a:pt x="8598" y="595877"/>
                  </a:cubicBezTo>
                  <a:cubicBezTo>
                    <a:pt x="1599" y="608709"/>
                    <a:pt x="-6734" y="624375"/>
                    <a:pt x="8848" y="634874"/>
                  </a:cubicBezTo>
                  <a:cubicBezTo>
                    <a:pt x="24097" y="645123"/>
                    <a:pt x="41429" y="633624"/>
                    <a:pt x="51011" y="621458"/>
                  </a:cubicBezTo>
                  <a:cubicBezTo>
                    <a:pt x="65926" y="602543"/>
                    <a:pt x="75676" y="579962"/>
                    <a:pt x="87341" y="559131"/>
                  </a:cubicBezTo>
                  <a:cubicBezTo>
                    <a:pt x="98590" y="539049"/>
                    <a:pt x="110339" y="520884"/>
                    <a:pt x="115922" y="498636"/>
                  </a:cubicBezTo>
                  <a:cubicBezTo>
                    <a:pt x="125671" y="486220"/>
                    <a:pt x="133587" y="472055"/>
                    <a:pt x="143920" y="460056"/>
                  </a:cubicBezTo>
                  <a:cubicBezTo>
                    <a:pt x="156419" y="445557"/>
                    <a:pt x="170084" y="431975"/>
                    <a:pt x="182666" y="417393"/>
                  </a:cubicBezTo>
                  <a:cubicBezTo>
                    <a:pt x="209247" y="386563"/>
                    <a:pt x="232661" y="354232"/>
                    <a:pt x="250826" y="317736"/>
                  </a:cubicBezTo>
                  <a:cubicBezTo>
                    <a:pt x="252410" y="314486"/>
                    <a:pt x="254826" y="309653"/>
                    <a:pt x="255576" y="305237"/>
                  </a:cubicBezTo>
                  <a:cubicBezTo>
                    <a:pt x="283490" y="280906"/>
                    <a:pt x="310821" y="256658"/>
                    <a:pt x="331736" y="225661"/>
                  </a:cubicBezTo>
                  <a:cubicBezTo>
                    <a:pt x="342652" y="209412"/>
                    <a:pt x="354567" y="193913"/>
                    <a:pt x="364233" y="176832"/>
                  </a:cubicBezTo>
                  <a:cubicBezTo>
                    <a:pt x="370149" y="166333"/>
                    <a:pt x="379315" y="150417"/>
                    <a:pt x="376315" y="138002"/>
                  </a:cubicBezTo>
                  <a:cubicBezTo>
                    <a:pt x="376065" y="137085"/>
                    <a:pt x="375482" y="136419"/>
                    <a:pt x="374732" y="135919"/>
                  </a:cubicBezTo>
                  <a:cubicBezTo>
                    <a:pt x="392647" y="123503"/>
                    <a:pt x="407979" y="107005"/>
                    <a:pt x="421061" y="89756"/>
                  </a:cubicBezTo>
                  <a:cubicBezTo>
                    <a:pt x="424311" y="85507"/>
                    <a:pt x="431060" y="78424"/>
                    <a:pt x="432310" y="71924"/>
                  </a:cubicBezTo>
                  <a:cubicBezTo>
                    <a:pt x="432394" y="71758"/>
                    <a:pt x="432560" y="71674"/>
                    <a:pt x="432643" y="71508"/>
                  </a:cubicBezTo>
                  <a:cubicBezTo>
                    <a:pt x="436060" y="66508"/>
                    <a:pt x="441393" y="63509"/>
                    <a:pt x="445309" y="58842"/>
                  </a:cubicBezTo>
                  <a:cubicBezTo>
                    <a:pt x="449892" y="53509"/>
                    <a:pt x="453725" y="47343"/>
                    <a:pt x="457891" y="41760"/>
                  </a:cubicBezTo>
                  <a:cubicBezTo>
                    <a:pt x="461724" y="36594"/>
                    <a:pt x="464724" y="31345"/>
                    <a:pt x="467891" y="25762"/>
                  </a:cubicBezTo>
                  <a:cubicBezTo>
                    <a:pt x="469890" y="22346"/>
                    <a:pt x="473973" y="17929"/>
                    <a:pt x="473557" y="13763"/>
                  </a:cubicBezTo>
                  <a:lnTo>
                    <a:pt x="473557" y="13763"/>
                  </a:lnTo>
                  <a:close/>
                  <a:moveTo>
                    <a:pt x="205081" y="292738"/>
                  </a:moveTo>
                  <a:cubicBezTo>
                    <a:pt x="214830" y="276823"/>
                    <a:pt x="222162" y="259741"/>
                    <a:pt x="232328" y="244076"/>
                  </a:cubicBezTo>
                  <a:cubicBezTo>
                    <a:pt x="237494" y="236243"/>
                    <a:pt x="243077" y="228827"/>
                    <a:pt x="248743" y="221411"/>
                  </a:cubicBezTo>
                  <a:cubicBezTo>
                    <a:pt x="250160" y="219578"/>
                    <a:pt x="253576" y="213078"/>
                    <a:pt x="256576" y="208495"/>
                  </a:cubicBezTo>
                  <a:cubicBezTo>
                    <a:pt x="257826" y="215495"/>
                    <a:pt x="255659" y="224994"/>
                    <a:pt x="255410" y="230660"/>
                  </a:cubicBezTo>
                  <a:cubicBezTo>
                    <a:pt x="255076" y="239909"/>
                    <a:pt x="253909" y="248908"/>
                    <a:pt x="252910" y="258074"/>
                  </a:cubicBezTo>
                  <a:cubicBezTo>
                    <a:pt x="251577" y="270157"/>
                    <a:pt x="248827" y="281989"/>
                    <a:pt x="247160" y="293988"/>
                  </a:cubicBezTo>
                  <a:cubicBezTo>
                    <a:pt x="237078" y="293488"/>
                    <a:pt x="223329" y="308236"/>
                    <a:pt x="217163" y="313069"/>
                  </a:cubicBezTo>
                  <a:cubicBezTo>
                    <a:pt x="203081" y="324068"/>
                    <a:pt x="187915" y="333818"/>
                    <a:pt x="173084" y="344150"/>
                  </a:cubicBezTo>
                  <a:cubicBezTo>
                    <a:pt x="185332" y="327901"/>
                    <a:pt x="194998" y="309153"/>
                    <a:pt x="205081" y="292738"/>
                  </a:cubicBezTo>
                  <a:lnTo>
                    <a:pt x="205081" y="292738"/>
                  </a:lnTo>
                  <a:close/>
                  <a:moveTo>
                    <a:pt x="109839" y="489887"/>
                  </a:moveTo>
                  <a:cubicBezTo>
                    <a:pt x="109256" y="492220"/>
                    <a:pt x="108589" y="494553"/>
                    <a:pt x="107923" y="496803"/>
                  </a:cubicBezTo>
                  <a:cubicBezTo>
                    <a:pt x="107089" y="498386"/>
                    <a:pt x="106340" y="499969"/>
                    <a:pt x="105506" y="501552"/>
                  </a:cubicBezTo>
                  <a:cubicBezTo>
                    <a:pt x="105090" y="502386"/>
                    <a:pt x="105090" y="503219"/>
                    <a:pt x="105423" y="503885"/>
                  </a:cubicBezTo>
                  <a:cubicBezTo>
                    <a:pt x="100340" y="516718"/>
                    <a:pt x="93091" y="528050"/>
                    <a:pt x="84925" y="539966"/>
                  </a:cubicBezTo>
                  <a:cubicBezTo>
                    <a:pt x="74509" y="555131"/>
                    <a:pt x="65926" y="571546"/>
                    <a:pt x="56594" y="587378"/>
                  </a:cubicBezTo>
                  <a:cubicBezTo>
                    <a:pt x="51595" y="595794"/>
                    <a:pt x="46678" y="604293"/>
                    <a:pt x="40762" y="612126"/>
                  </a:cubicBezTo>
                  <a:cubicBezTo>
                    <a:pt x="37929" y="615792"/>
                    <a:pt x="34929" y="619875"/>
                    <a:pt x="31013" y="622542"/>
                  </a:cubicBezTo>
                  <a:cubicBezTo>
                    <a:pt x="25680" y="627624"/>
                    <a:pt x="21347" y="626208"/>
                    <a:pt x="18097" y="618458"/>
                  </a:cubicBezTo>
                  <a:cubicBezTo>
                    <a:pt x="11431" y="616209"/>
                    <a:pt x="9432" y="613292"/>
                    <a:pt x="11931" y="609626"/>
                  </a:cubicBezTo>
                  <a:cubicBezTo>
                    <a:pt x="11931" y="609209"/>
                    <a:pt x="12015" y="608793"/>
                    <a:pt x="12098" y="608460"/>
                  </a:cubicBezTo>
                  <a:cubicBezTo>
                    <a:pt x="23514" y="589544"/>
                    <a:pt x="34513" y="570463"/>
                    <a:pt x="43762" y="550298"/>
                  </a:cubicBezTo>
                  <a:cubicBezTo>
                    <a:pt x="48095" y="540882"/>
                    <a:pt x="51678" y="531300"/>
                    <a:pt x="55344" y="521634"/>
                  </a:cubicBezTo>
                  <a:cubicBezTo>
                    <a:pt x="57761" y="515718"/>
                    <a:pt x="60094" y="509802"/>
                    <a:pt x="62427" y="503802"/>
                  </a:cubicBezTo>
                  <a:cubicBezTo>
                    <a:pt x="64010" y="500053"/>
                    <a:pt x="65677" y="496303"/>
                    <a:pt x="67427" y="492637"/>
                  </a:cubicBezTo>
                  <a:cubicBezTo>
                    <a:pt x="77092" y="472888"/>
                    <a:pt x="87258" y="453640"/>
                    <a:pt x="98173" y="434558"/>
                  </a:cubicBezTo>
                  <a:cubicBezTo>
                    <a:pt x="103673" y="424976"/>
                    <a:pt x="109256" y="415560"/>
                    <a:pt x="115505" y="406478"/>
                  </a:cubicBezTo>
                  <a:cubicBezTo>
                    <a:pt x="118505" y="402061"/>
                    <a:pt x="122088" y="397978"/>
                    <a:pt x="124921" y="393562"/>
                  </a:cubicBezTo>
                  <a:cubicBezTo>
                    <a:pt x="125005" y="393395"/>
                    <a:pt x="125171" y="393145"/>
                    <a:pt x="125254" y="392979"/>
                  </a:cubicBezTo>
                  <a:cubicBezTo>
                    <a:pt x="125505" y="392896"/>
                    <a:pt x="125671" y="392812"/>
                    <a:pt x="125921" y="392646"/>
                  </a:cubicBezTo>
                  <a:cubicBezTo>
                    <a:pt x="126088" y="392562"/>
                    <a:pt x="126171" y="392479"/>
                    <a:pt x="126338" y="392312"/>
                  </a:cubicBezTo>
                  <a:cubicBezTo>
                    <a:pt x="126004" y="405894"/>
                    <a:pt x="122088" y="430225"/>
                    <a:pt x="121671" y="432975"/>
                  </a:cubicBezTo>
                  <a:cubicBezTo>
                    <a:pt x="118922" y="452057"/>
                    <a:pt x="114505" y="471138"/>
                    <a:pt x="109839" y="489887"/>
                  </a:cubicBezTo>
                  <a:lnTo>
                    <a:pt x="109839" y="489887"/>
                  </a:lnTo>
                  <a:close/>
                  <a:moveTo>
                    <a:pt x="242244" y="314486"/>
                  </a:moveTo>
                  <a:cubicBezTo>
                    <a:pt x="239411" y="319319"/>
                    <a:pt x="237828" y="326068"/>
                    <a:pt x="235161" y="331401"/>
                  </a:cubicBezTo>
                  <a:cubicBezTo>
                    <a:pt x="231245" y="339150"/>
                    <a:pt x="226662" y="346233"/>
                    <a:pt x="221829" y="353482"/>
                  </a:cubicBezTo>
                  <a:cubicBezTo>
                    <a:pt x="212497" y="367648"/>
                    <a:pt x="200414" y="379063"/>
                    <a:pt x="190082" y="392479"/>
                  </a:cubicBezTo>
                  <a:cubicBezTo>
                    <a:pt x="180666" y="404811"/>
                    <a:pt x="170001" y="416643"/>
                    <a:pt x="159502" y="428059"/>
                  </a:cubicBezTo>
                  <a:cubicBezTo>
                    <a:pt x="148336" y="440141"/>
                    <a:pt x="136587" y="451224"/>
                    <a:pt x="126338" y="464222"/>
                  </a:cubicBezTo>
                  <a:cubicBezTo>
                    <a:pt x="124588" y="466389"/>
                    <a:pt x="123088" y="468722"/>
                    <a:pt x="121588" y="470972"/>
                  </a:cubicBezTo>
                  <a:cubicBezTo>
                    <a:pt x="125171" y="452640"/>
                    <a:pt x="128254" y="434142"/>
                    <a:pt x="130171" y="415643"/>
                  </a:cubicBezTo>
                  <a:cubicBezTo>
                    <a:pt x="130754" y="409644"/>
                    <a:pt x="135087" y="396062"/>
                    <a:pt x="135504" y="385646"/>
                  </a:cubicBezTo>
                  <a:cubicBezTo>
                    <a:pt x="158918" y="368981"/>
                    <a:pt x="183166" y="353732"/>
                    <a:pt x="206997" y="337484"/>
                  </a:cubicBezTo>
                  <a:cubicBezTo>
                    <a:pt x="219579" y="328901"/>
                    <a:pt x="231662" y="319569"/>
                    <a:pt x="244077" y="310653"/>
                  </a:cubicBezTo>
                  <a:cubicBezTo>
                    <a:pt x="244744" y="310153"/>
                    <a:pt x="245160" y="309903"/>
                    <a:pt x="245494" y="309736"/>
                  </a:cubicBezTo>
                  <a:cubicBezTo>
                    <a:pt x="245577" y="309820"/>
                    <a:pt x="245744" y="309903"/>
                    <a:pt x="245827" y="309903"/>
                  </a:cubicBezTo>
                  <a:cubicBezTo>
                    <a:pt x="245244" y="310820"/>
                    <a:pt x="242994" y="313236"/>
                    <a:pt x="242244" y="314486"/>
                  </a:cubicBezTo>
                  <a:lnTo>
                    <a:pt x="242244" y="314486"/>
                  </a:lnTo>
                  <a:close/>
                  <a:moveTo>
                    <a:pt x="347234" y="187497"/>
                  </a:moveTo>
                  <a:cubicBezTo>
                    <a:pt x="337402" y="201996"/>
                    <a:pt x="326403" y="216328"/>
                    <a:pt x="315154" y="229744"/>
                  </a:cubicBezTo>
                  <a:cubicBezTo>
                    <a:pt x="304072" y="243076"/>
                    <a:pt x="292489" y="256241"/>
                    <a:pt x="280574" y="268907"/>
                  </a:cubicBezTo>
                  <a:cubicBezTo>
                    <a:pt x="274824" y="274989"/>
                    <a:pt x="270241" y="281989"/>
                    <a:pt x="264159" y="287738"/>
                  </a:cubicBezTo>
                  <a:cubicBezTo>
                    <a:pt x="261492" y="290238"/>
                    <a:pt x="258576" y="292655"/>
                    <a:pt x="255743" y="294904"/>
                  </a:cubicBezTo>
                  <a:cubicBezTo>
                    <a:pt x="258326" y="280656"/>
                    <a:pt x="259826" y="266074"/>
                    <a:pt x="261742" y="251825"/>
                  </a:cubicBezTo>
                  <a:cubicBezTo>
                    <a:pt x="263076" y="241576"/>
                    <a:pt x="265242" y="230160"/>
                    <a:pt x="266075" y="218995"/>
                  </a:cubicBezTo>
                  <a:cubicBezTo>
                    <a:pt x="281824" y="207246"/>
                    <a:pt x="298906" y="196663"/>
                    <a:pt x="314904" y="185164"/>
                  </a:cubicBezTo>
                  <a:cubicBezTo>
                    <a:pt x="323903" y="178665"/>
                    <a:pt x="333069" y="172582"/>
                    <a:pt x="341819" y="165833"/>
                  </a:cubicBezTo>
                  <a:cubicBezTo>
                    <a:pt x="350484" y="159333"/>
                    <a:pt x="359233" y="151084"/>
                    <a:pt x="368816" y="145584"/>
                  </a:cubicBezTo>
                  <a:cubicBezTo>
                    <a:pt x="368400" y="159417"/>
                    <a:pt x="353400" y="178498"/>
                    <a:pt x="347234" y="187497"/>
                  </a:cubicBezTo>
                  <a:lnTo>
                    <a:pt x="347234" y="187497"/>
                  </a:lnTo>
                  <a:close/>
                  <a:moveTo>
                    <a:pt x="456225" y="24262"/>
                  </a:moveTo>
                  <a:cubicBezTo>
                    <a:pt x="453309" y="29928"/>
                    <a:pt x="449392" y="34928"/>
                    <a:pt x="445726" y="40177"/>
                  </a:cubicBezTo>
                  <a:cubicBezTo>
                    <a:pt x="441892" y="45677"/>
                    <a:pt x="438393" y="51510"/>
                    <a:pt x="433394" y="56009"/>
                  </a:cubicBezTo>
                  <a:cubicBezTo>
                    <a:pt x="431060" y="58092"/>
                    <a:pt x="429060" y="59759"/>
                    <a:pt x="427394" y="61759"/>
                  </a:cubicBezTo>
                  <a:cubicBezTo>
                    <a:pt x="426644" y="61425"/>
                    <a:pt x="425811" y="61259"/>
                    <a:pt x="424894" y="61175"/>
                  </a:cubicBezTo>
                  <a:cubicBezTo>
                    <a:pt x="418645" y="54593"/>
                    <a:pt x="405646" y="65008"/>
                    <a:pt x="400313" y="68841"/>
                  </a:cubicBezTo>
                  <a:cubicBezTo>
                    <a:pt x="395230" y="72508"/>
                    <a:pt x="383064" y="78674"/>
                    <a:pt x="384648" y="86340"/>
                  </a:cubicBezTo>
                  <a:cubicBezTo>
                    <a:pt x="384898" y="87590"/>
                    <a:pt x="386731" y="87840"/>
                    <a:pt x="387481" y="86923"/>
                  </a:cubicBezTo>
                  <a:cubicBezTo>
                    <a:pt x="389148" y="84923"/>
                    <a:pt x="393980" y="83923"/>
                    <a:pt x="396230" y="82840"/>
                  </a:cubicBezTo>
                  <a:cubicBezTo>
                    <a:pt x="399896" y="81090"/>
                    <a:pt x="403479" y="79007"/>
                    <a:pt x="406979" y="77007"/>
                  </a:cubicBezTo>
                  <a:cubicBezTo>
                    <a:pt x="410645" y="74924"/>
                    <a:pt x="414229" y="72674"/>
                    <a:pt x="418061" y="70841"/>
                  </a:cubicBezTo>
                  <a:cubicBezTo>
                    <a:pt x="421395" y="70758"/>
                    <a:pt x="419811" y="71758"/>
                    <a:pt x="418228" y="75091"/>
                  </a:cubicBezTo>
                  <a:cubicBezTo>
                    <a:pt x="416645" y="78507"/>
                    <a:pt x="412395" y="82840"/>
                    <a:pt x="409979" y="85673"/>
                  </a:cubicBezTo>
                  <a:cubicBezTo>
                    <a:pt x="403979" y="92673"/>
                    <a:pt x="397980" y="99839"/>
                    <a:pt x="391647" y="106588"/>
                  </a:cubicBezTo>
                  <a:cubicBezTo>
                    <a:pt x="380981" y="117920"/>
                    <a:pt x="369566" y="128503"/>
                    <a:pt x="358733" y="139668"/>
                  </a:cubicBezTo>
                  <a:cubicBezTo>
                    <a:pt x="340319" y="148001"/>
                    <a:pt x="323736" y="163333"/>
                    <a:pt x="308155" y="174915"/>
                  </a:cubicBezTo>
                  <a:cubicBezTo>
                    <a:pt x="294239" y="185248"/>
                    <a:pt x="278074" y="195580"/>
                    <a:pt x="266408" y="208912"/>
                  </a:cubicBezTo>
                  <a:cubicBezTo>
                    <a:pt x="266408" y="207746"/>
                    <a:pt x="266325" y="206579"/>
                    <a:pt x="266242" y="205412"/>
                  </a:cubicBezTo>
                  <a:cubicBezTo>
                    <a:pt x="276658" y="197746"/>
                    <a:pt x="285907" y="182081"/>
                    <a:pt x="291989" y="173082"/>
                  </a:cubicBezTo>
                  <a:cubicBezTo>
                    <a:pt x="304822" y="153917"/>
                    <a:pt x="318070" y="133252"/>
                    <a:pt x="328736" y="112754"/>
                  </a:cubicBezTo>
                  <a:cubicBezTo>
                    <a:pt x="340402" y="90256"/>
                    <a:pt x="353984" y="68258"/>
                    <a:pt x="370399" y="48927"/>
                  </a:cubicBezTo>
                  <a:cubicBezTo>
                    <a:pt x="371732" y="47343"/>
                    <a:pt x="377149" y="39177"/>
                    <a:pt x="379481" y="39011"/>
                  </a:cubicBezTo>
                  <a:cubicBezTo>
                    <a:pt x="383815" y="38761"/>
                    <a:pt x="380565" y="47343"/>
                    <a:pt x="378648" y="52093"/>
                  </a:cubicBezTo>
                  <a:cubicBezTo>
                    <a:pt x="377315" y="54426"/>
                    <a:pt x="376315" y="56759"/>
                    <a:pt x="375649" y="59176"/>
                  </a:cubicBezTo>
                  <a:cubicBezTo>
                    <a:pt x="375482" y="59759"/>
                    <a:pt x="375565" y="60175"/>
                    <a:pt x="375732" y="60592"/>
                  </a:cubicBezTo>
                  <a:cubicBezTo>
                    <a:pt x="372732" y="69925"/>
                    <a:pt x="369983" y="79340"/>
                    <a:pt x="367233" y="88756"/>
                  </a:cubicBezTo>
                  <a:cubicBezTo>
                    <a:pt x="360317" y="91839"/>
                    <a:pt x="354901" y="97922"/>
                    <a:pt x="349568" y="103088"/>
                  </a:cubicBezTo>
                  <a:cubicBezTo>
                    <a:pt x="343485" y="108921"/>
                    <a:pt x="334986" y="115004"/>
                    <a:pt x="331569" y="122920"/>
                  </a:cubicBezTo>
                  <a:cubicBezTo>
                    <a:pt x="330736" y="124920"/>
                    <a:pt x="332986" y="126420"/>
                    <a:pt x="334402" y="125503"/>
                  </a:cubicBezTo>
                  <a:lnTo>
                    <a:pt x="334402" y="125503"/>
                  </a:lnTo>
                  <a:cubicBezTo>
                    <a:pt x="336569" y="123920"/>
                    <a:pt x="339402" y="122920"/>
                    <a:pt x="341652" y="121337"/>
                  </a:cubicBezTo>
                  <a:cubicBezTo>
                    <a:pt x="344485" y="119337"/>
                    <a:pt x="347068" y="117004"/>
                    <a:pt x="349734" y="114837"/>
                  </a:cubicBezTo>
                  <a:cubicBezTo>
                    <a:pt x="353900" y="111504"/>
                    <a:pt x="357900" y="108088"/>
                    <a:pt x="361900" y="104505"/>
                  </a:cubicBezTo>
                  <a:cubicBezTo>
                    <a:pt x="364650" y="102088"/>
                    <a:pt x="367483" y="100255"/>
                    <a:pt x="370483" y="98172"/>
                  </a:cubicBezTo>
                  <a:cubicBezTo>
                    <a:pt x="370732" y="97256"/>
                    <a:pt x="370983" y="96422"/>
                    <a:pt x="371232" y="95506"/>
                  </a:cubicBezTo>
                  <a:cubicBezTo>
                    <a:pt x="371066" y="96672"/>
                    <a:pt x="370816" y="97839"/>
                    <a:pt x="370566" y="99005"/>
                  </a:cubicBezTo>
                  <a:cubicBezTo>
                    <a:pt x="368982" y="106005"/>
                    <a:pt x="365483" y="112421"/>
                    <a:pt x="365317" y="119670"/>
                  </a:cubicBezTo>
                  <a:cubicBezTo>
                    <a:pt x="365233" y="122420"/>
                    <a:pt x="368982" y="123336"/>
                    <a:pt x="370732" y="121503"/>
                  </a:cubicBezTo>
                  <a:cubicBezTo>
                    <a:pt x="375732" y="116170"/>
                    <a:pt x="387814" y="87090"/>
                    <a:pt x="374315" y="86840"/>
                  </a:cubicBezTo>
                  <a:cubicBezTo>
                    <a:pt x="378065" y="76424"/>
                    <a:pt x="381731" y="65842"/>
                    <a:pt x="385314" y="55343"/>
                  </a:cubicBezTo>
                  <a:cubicBezTo>
                    <a:pt x="399730" y="40927"/>
                    <a:pt x="413395" y="23762"/>
                    <a:pt x="430810" y="13930"/>
                  </a:cubicBezTo>
                  <a:cubicBezTo>
                    <a:pt x="430727" y="14013"/>
                    <a:pt x="431060" y="13763"/>
                    <a:pt x="431727" y="13430"/>
                  </a:cubicBezTo>
                  <a:cubicBezTo>
                    <a:pt x="430810" y="15430"/>
                    <a:pt x="430060" y="17263"/>
                    <a:pt x="429894" y="17679"/>
                  </a:cubicBezTo>
                  <a:cubicBezTo>
                    <a:pt x="425561" y="27095"/>
                    <a:pt x="423311" y="36761"/>
                    <a:pt x="419311" y="46177"/>
                  </a:cubicBezTo>
                  <a:cubicBezTo>
                    <a:pt x="417478" y="50510"/>
                    <a:pt x="423061" y="54926"/>
                    <a:pt x="426394" y="51010"/>
                  </a:cubicBezTo>
                  <a:cubicBezTo>
                    <a:pt x="432477" y="43927"/>
                    <a:pt x="435893" y="34678"/>
                    <a:pt x="438976" y="25429"/>
                  </a:cubicBezTo>
                  <a:cubicBezTo>
                    <a:pt x="445476" y="23929"/>
                    <a:pt x="451642" y="20512"/>
                    <a:pt x="458141" y="18762"/>
                  </a:cubicBezTo>
                  <a:cubicBezTo>
                    <a:pt x="457558" y="20762"/>
                    <a:pt x="456808" y="22929"/>
                    <a:pt x="456225" y="24262"/>
                  </a:cubicBezTo>
                  <a:lnTo>
                    <a:pt x="456225" y="24262"/>
                  </a:lnTo>
                  <a:close/>
                </a:path>
              </a:pathLst>
            </a:custGeom>
            <a:grpFill/>
            <a:ln w="8332" cap="flat">
              <a:noFill/>
              <a:prstDash val="solid"/>
              <a:miter/>
            </a:ln>
          </p:spPr>
          <p:txBody>
            <a:bodyPr rtlCol="0" anchor="ctr"/>
            <a:lstStyle/>
            <a:p>
              <a:endParaRPr lang="en-US"/>
            </a:p>
          </p:txBody>
        </p:sp>
        <p:sp>
          <p:nvSpPr>
            <p:cNvPr id="1464" name="Freeform: Shape 1463"/>
            <p:cNvSpPr/>
            <p:nvPr/>
          </p:nvSpPr>
          <p:spPr>
            <a:xfrm>
              <a:off x="2259432" y="2895583"/>
              <a:ext cx="446741" cy="467789"/>
            </a:xfrm>
            <a:custGeom>
              <a:avLst/>
              <a:gdLst>
                <a:gd name="connsiteX0" fmla="*/ 330189 w 446741"/>
                <a:gd name="connsiteY0" fmla="*/ 458292 h 467789"/>
                <a:gd name="connsiteX1" fmla="*/ 443096 w 446741"/>
                <a:gd name="connsiteY1" fmla="*/ 333803 h 467789"/>
                <a:gd name="connsiteX2" fmla="*/ 438346 w 446741"/>
                <a:gd name="connsiteY2" fmla="*/ 248644 h 467789"/>
                <a:gd name="connsiteX3" fmla="*/ 414431 w 446741"/>
                <a:gd name="connsiteY3" fmla="*/ 206315 h 467789"/>
                <a:gd name="connsiteX4" fmla="*/ 327856 w 446741"/>
                <a:gd name="connsiteY4" fmla="*/ 120323 h 467789"/>
                <a:gd name="connsiteX5" fmla="*/ 255362 w 446741"/>
                <a:gd name="connsiteY5" fmla="*/ 70244 h 467789"/>
                <a:gd name="connsiteX6" fmla="*/ 186869 w 446741"/>
                <a:gd name="connsiteY6" fmla="*/ 19832 h 467789"/>
                <a:gd name="connsiteX7" fmla="*/ 47214 w 446741"/>
                <a:gd name="connsiteY7" fmla="*/ 22915 h 467789"/>
                <a:gd name="connsiteX8" fmla="*/ 1719 w 446741"/>
                <a:gd name="connsiteY8" fmla="*/ 172401 h 467789"/>
                <a:gd name="connsiteX9" fmla="*/ 62713 w 446741"/>
                <a:gd name="connsiteY9" fmla="*/ 333637 h 467789"/>
                <a:gd name="connsiteX10" fmla="*/ 330189 w 446741"/>
                <a:gd name="connsiteY10" fmla="*/ 458292 h 467789"/>
                <a:gd name="connsiteX11" fmla="*/ 330189 w 446741"/>
                <a:gd name="connsiteY11" fmla="*/ 458292 h 467789"/>
                <a:gd name="connsiteX12" fmla="*/ 88461 w 446741"/>
                <a:gd name="connsiteY12" fmla="*/ 347052 h 467789"/>
                <a:gd name="connsiteX13" fmla="*/ 48714 w 446741"/>
                <a:gd name="connsiteY13" fmla="*/ 279142 h 467789"/>
                <a:gd name="connsiteX14" fmla="*/ 22050 w 446741"/>
                <a:gd name="connsiteY14" fmla="*/ 208065 h 467789"/>
                <a:gd name="connsiteX15" fmla="*/ 35799 w 446741"/>
                <a:gd name="connsiteY15" fmla="*/ 56245 h 467789"/>
                <a:gd name="connsiteX16" fmla="*/ 173786 w 446741"/>
                <a:gd name="connsiteY16" fmla="*/ 30581 h 467789"/>
                <a:gd name="connsiteX17" fmla="*/ 231781 w 446741"/>
                <a:gd name="connsiteY17" fmla="*/ 72744 h 467789"/>
                <a:gd name="connsiteX18" fmla="*/ 291692 w 446741"/>
                <a:gd name="connsiteY18" fmla="*/ 113823 h 467789"/>
                <a:gd name="connsiteX19" fmla="*/ 354104 w 446741"/>
                <a:gd name="connsiteY19" fmla="*/ 156486 h 467789"/>
                <a:gd name="connsiteX20" fmla="*/ 385434 w 446741"/>
                <a:gd name="connsiteY20" fmla="*/ 187733 h 467789"/>
                <a:gd name="connsiteX21" fmla="*/ 385601 w 446741"/>
                <a:gd name="connsiteY21" fmla="*/ 187983 h 467789"/>
                <a:gd name="connsiteX22" fmla="*/ 385767 w 446741"/>
                <a:gd name="connsiteY22" fmla="*/ 188150 h 467789"/>
                <a:gd name="connsiteX23" fmla="*/ 404516 w 446741"/>
                <a:gd name="connsiteY23" fmla="*/ 214064 h 467789"/>
                <a:gd name="connsiteX24" fmla="*/ 434596 w 446741"/>
                <a:gd name="connsiteY24" fmla="*/ 305806 h 467789"/>
                <a:gd name="connsiteX25" fmla="*/ 432846 w 446741"/>
                <a:gd name="connsiteY25" fmla="*/ 321554 h 467789"/>
                <a:gd name="connsiteX26" fmla="*/ 342105 w 446741"/>
                <a:gd name="connsiteY26" fmla="*/ 437544 h 467789"/>
                <a:gd name="connsiteX27" fmla="*/ 195534 w 446741"/>
                <a:gd name="connsiteY27" fmla="*/ 436794 h 467789"/>
                <a:gd name="connsiteX28" fmla="*/ 88461 w 446741"/>
                <a:gd name="connsiteY28" fmla="*/ 347052 h 467789"/>
                <a:gd name="connsiteX29" fmla="*/ 88461 w 446741"/>
                <a:gd name="connsiteY29" fmla="*/ 347052 h 467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46741" h="467789">
                  <a:moveTo>
                    <a:pt x="330189" y="458292"/>
                  </a:moveTo>
                  <a:cubicBezTo>
                    <a:pt x="386017" y="439294"/>
                    <a:pt x="429763" y="391215"/>
                    <a:pt x="443096" y="333803"/>
                  </a:cubicBezTo>
                  <a:cubicBezTo>
                    <a:pt x="449761" y="304973"/>
                    <a:pt x="446762" y="276725"/>
                    <a:pt x="438346" y="248644"/>
                  </a:cubicBezTo>
                  <a:cubicBezTo>
                    <a:pt x="433346" y="231896"/>
                    <a:pt x="425097" y="218230"/>
                    <a:pt x="414431" y="206315"/>
                  </a:cubicBezTo>
                  <a:cubicBezTo>
                    <a:pt x="393017" y="171151"/>
                    <a:pt x="362853" y="143154"/>
                    <a:pt x="327856" y="120323"/>
                  </a:cubicBezTo>
                  <a:cubicBezTo>
                    <a:pt x="303358" y="104241"/>
                    <a:pt x="279194" y="87326"/>
                    <a:pt x="255362" y="70244"/>
                  </a:cubicBezTo>
                  <a:cubicBezTo>
                    <a:pt x="232364" y="53745"/>
                    <a:pt x="211033" y="34664"/>
                    <a:pt x="186869" y="19832"/>
                  </a:cubicBezTo>
                  <a:cubicBezTo>
                    <a:pt x="145706" y="-5500"/>
                    <a:pt x="85794" y="-8749"/>
                    <a:pt x="47214" y="22915"/>
                  </a:cubicBezTo>
                  <a:cubicBezTo>
                    <a:pt x="3802" y="58495"/>
                    <a:pt x="-4197" y="119489"/>
                    <a:pt x="1719" y="172401"/>
                  </a:cubicBezTo>
                  <a:cubicBezTo>
                    <a:pt x="8218" y="230813"/>
                    <a:pt x="32632" y="283725"/>
                    <a:pt x="62713" y="333637"/>
                  </a:cubicBezTo>
                  <a:cubicBezTo>
                    <a:pt x="115958" y="422212"/>
                    <a:pt x="223948" y="494372"/>
                    <a:pt x="330189" y="458292"/>
                  </a:cubicBezTo>
                  <a:lnTo>
                    <a:pt x="330189" y="458292"/>
                  </a:lnTo>
                  <a:close/>
                  <a:moveTo>
                    <a:pt x="88461" y="347052"/>
                  </a:moveTo>
                  <a:cubicBezTo>
                    <a:pt x="72629" y="326137"/>
                    <a:pt x="60963" y="302223"/>
                    <a:pt x="48714" y="279142"/>
                  </a:cubicBezTo>
                  <a:cubicBezTo>
                    <a:pt x="36882" y="256727"/>
                    <a:pt x="27716" y="232729"/>
                    <a:pt x="22050" y="208065"/>
                  </a:cubicBezTo>
                  <a:cubicBezTo>
                    <a:pt x="11301" y="161152"/>
                    <a:pt x="5968" y="97575"/>
                    <a:pt x="35799" y="56245"/>
                  </a:cubicBezTo>
                  <a:cubicBezTo>
                    <a:pt x="67546" y="12166"/>
                    <a:pt x="127374" y="4833"/>
                    <a:pt x="173786" y="30581"/>
                  </a:cubicBezTo>
                  <a:cubicBezTo>
                    <a:pt x="194784" y="42246"/>
                    <a:pt x="212533" y="58578"/>
                    <a:pt x="231781" y="72744"/>
                  </a:cubicBezTo>
                  <a:cubicBezTo>
                    <a:pt x="251279" y="87159"/>
                    <a:pt x="271944" y="99908"/>
                    <a:pt x="291692" y="113823"/>
                  </a:cubicBezTo>
                  <a:cubicBezTo>
                    <a:pt x="312274" y="128322"/>
                    <a:pt x="334355" y="140737"/>
                    <a:pt x="354104" y="156486"/>
                  </a:cubicBezTo>
                  <a:cubicBezTo>
                    <a:pt x="365519" y="165652"/>
                    <a:pt x="376018" y="176234"/>
                    <a:pt x="385434" y="187733"/>
                  </a:cubicBezTo>
                  <a:cubicBezTo>
                    <a:pt x="385517" y="187816"/>
                    <a:pt x="385517" y="187900"/>
                    <a:pt x="385601" y="187983"/>
                  </a:cubicBezTo>
                  <a:cubicBezTo>
                    <a:pt x="385684" y="188066"/>
                    <a:pt x="385684" y="188066"/>
                    <a:pt x="385767" y="188150"/>
                  </a:cubicBezTo>
                  <a:cubicBezTo>
                    <a:pt x="392600" y="196399"/>
                    <a:pt x="398850" y="205148"/>
                    <a:pt x="404516" y="214064"/>
                  </a:cubicBezTo>
                  <a:cubicBezTo>
                    <a:pt x="422181" y="241895"/>
                    <a:pt x="433596" y="273892"/>
                    <a:pt x="434596" y="305806"/>
                  </a:cubicBezTo>
                  <a:cubicBezTo>
                    <a:pt x="434346" y="311055"/>
                    <a:pt x="433846" y="316222"/>
                    <a:pt x="432846" y="321554"/>
                  </a:cubicBezTo>
                  <a:cubicBezTo>
                    <a:pt x="424014" y="370467"/>
                    <a:pt x="388850" y="418296"/>
                    <a:pt x="342105" y="437544"/>
                  </a:cubicBezTo>
                  <a:cubicBezTo>
                    <a:pt x="294192" y="457292"/>
                    <a:pt x="243530" y="455542"/>
                    <a:pt x="195534" y="436794"/>
                  </a:cubicBezTo>
                  <a:cubicBezTo>
                    <a:pt x="152205" y="419629"/>
                    <a:pt x="116458" y="383966"/>
                    <a:pt x="88461" y="347052"/>
                  </a:cubicBezTo>
                  <a:lnTo>
                    <a:pt x="88461" y="347052"/>
                  </a:lnTo>
                  <a:close/>
                </a:path>
              </a:pathLst>
            </a:custGeom>
            <a:grpFill/>
            <a:ln w="8332" cap="flat">
              <a:noFill/>
              <a:prstDash val="solid"/>
              <a:miter/>
            </a:ln>
          </p:spPr>
          <p:txBody>
            <a:bodyPr rtlCol="0" anchor="ctr"/>
            <a:lstStyle/>
            <a:p>
              <a:endParaRPr lang="en-US"/>
            </a:p>
          </p:txBody>
        </p:sp>
        <p:sp>
          <p:nvSpPr>
            <p:cNvPr id="1465" name="Freeform: Shape 1464"/>
            <p:cNvSpPr/>
            <p:nvPr/>
          </p:nvSpPr>
          <p:spPr>
            <a:xfrm>
              <a:off x="2386949" y="2928586"/>
              <a:ext cx="277728" cy="222757"/>
            </a:xfrm>
            <a:custGeom>
              <a:avLst/>
              <a:gdLst>
                <a:gd name="connsiteX0" fmla="*/ 277582 w 277728"/>
                <a:gd name="connsiteY0" fmla="*/ 220724 h 222757"/>
                <a:gd name="connsiteX1" fmla="*/ 223920 w 277728"/>
                <a:gd name="connsiteY1" fmla="*/ 151564 h 222757"/>
                <a:gd name="connsiteX2" fmla="*/ 153593 w 277728"/>
                <a:gd name="connsiteY2" fmla="*/ 92486 h 222757"/>
                <a:gd name="connsiteX3" fmla="*/ 80849 w 277728"/>
                <a:gd name="connsiteY3" fmla="*/ 46906 h 222757"/>
                <a:gd name="connsiteX4" fmla="*/ 2940 w 277728"/>
                <a:gd name="connsiteY4" fmla="*/ 77 h 222757"/>
                <a:gd name="connsiteX5" fmla="*/ 1607 w 277728"/>
                <a:gd name="connsiteY5" fmla="*/ 5410 h 222757"/>
                <a:gd name="connsiteX6" fmla="*/ 44436 w 277728"/>
                <a:gd name="connsiteY6" fmla="*/ 28325 h 222757"/>
                <a:gd name="connsiteX7" fmla="*/ 79183 w 277728"/>
                <a:gd name="connsiteY7" fmla="*/ 58405 h 222757"/>
                <a:gd name="connsiteX8" fmla="*/ 145260 w 277728"/>
                <a:gd name="connsiteY8" fmla="*/ 98235 h 222757"/>
                <a:gd name="connsiteX9" fmla="*/ 212338 w 277728"/>
                <a:gd name="connsiteY9" fmla="*/ 149647 h 222757"/>
                <a:gd name="connsiteX10" fmla="*/ 275165 w 277728"/>
                <a:gd name="connsiteY10" fmla="*/ 222224 h 222757"/>
                <a:gd name="connsiteX11" fmla="*/ 277582 w 277728"/>
                <a:gd name="connsiteY11" fmla="*/ 220724 h 222757"/>
                <a:gd name="connsiteX12" fmla="*/ 277582 w 277728"/>
                <a:gd name="connsiteY12" fmla="*/ 220724 h 222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7728" h="222757">
                  <a:moveTo>
                    <a:pt x="277582" y="220724"/>
                  </a:moveTo>
                  <a:cubicBezTo>
                    <a:pt x="263000" y="194560"/>
                    <a:pt x="245585" y="172395"/>
                    <a:pt x="223920" y="151564"/>
                  </a:cubicBezTo>
                  <a:cubicBezTo>
                    <a:pt x="201755" y="130149"/>
                    <a:pt x="180007" y="108818"/>
                    <a:pt x="153593" y="92486"/>
                  </a:cubicBezTo>
                  <a:cubicBezTo>
                    <a:pt x="129012" y="77237"/>
                    <a:pt x="103514" y="65405"/>
                    <a:pt x="80849" y="46906"/>
                  </a:cubicBezTo>
                  <a:cubicBezTo>
                    <a:pt x="56352" y="26908"/>
                    <a:pt x="34354" y="7660"/>
                    <a:pt x="2940" y="77"/>
                  </a:cubicBezTo>
                  <a:cubicBezTo>
                    <a:pt x="-143" y="-672"/>
                    <a:pt x="-1143" y="4244"/>
                    <a:pt x="1607" y="5410"/>
                  </a:cubicBezTo>
                  <a:cubicBezTo>
                    <a:pt x="16855" y="11743"/>
                    <a:pt x="31437" y="17909"/>
                    <a:pt x="44436" y="28325"/>
                  </a:cubicBezTo>
                  <a:cubicBezTo>
                    <a:pt x="56352" y="37907"/>
                    <a:pt x="67184" y="48823"/>
                    <a:pt x="79183" y="58405"/>
                  </a:cubicBezTo>
                  <a:cubicBezTo>
                    <a:pt x="99681" y="74821"/>
                    <a:pt x="122262" y="85903"/>
                    <a:pt x="145260" y="98235"/>
                  </a:cubicBezTo>
                  <a:cubicBezTo>
                    <a:pt x="169925" y="111567"/>
                    <a:pt x="191839" y="130899"/>
                    <a:pt x="212338" y="149647"/>
                  </a:cubicBezTo>
                  <a:cubicBezTo>
                    <a:pt x="236919" y="172229"/>
                    <a:pt x="257750" y="193727"/>
                    <a:pt x="275165" y="222224"/>
                  </a:cubicBezTo>
                  <a:cubicBezTo>
                    <a:pt x="275999" y="223557"/>
                    <a:pt x="278332" y="222141"/>
                    <a:pt x="277582" y="220724"/>
                  </a:cubicBezTo>
                  <a:lnTo>
                    <a:pt x="277582" y="220724"/>
                  </a:lnTo>
                  <a:close/>
                </a:path>
              </a:pathLst>
            </a:custGeom>
            <a:grpFill/>
            <a:ln w="8332" cap="flat">
              <a:noFill/>
              <a:prstDash val="solid"/>
              <a:miter/>
            </a:ln>
          </p:spPr>
          <p:txBody>
            <a:bodyPr rtlCol="0" anchor="ctr"/>
            <a:lstStyle/>
            <a:p>
              <a:endParaRPr lang="en-US"/>
            </a:p>
          </p:txBody>
        </p:sp>
        <p:sp>
          <p:nvSpPr>
            <p:cNvPr id="1466" name="Freeform: Shape 1465"/>
            <p:cNvSpPr/>
            <p:nvPr/>
          </p:nvSpPr>
          <p:spPr>
            <a:xfrm>
              <a:off x="2287020" y="2939790"/>
              <a:ext cx="295233" cy="389830"/>
            </a:xfrm>
            <a:custGeom>
              <a:avLst/>
              <a:gdLst>
                <a:gd name="connsiteX0" fmla="*/ 293435 w 295233"/>
                <a:gd name="connsiteY0" fmla="*/ 383504 h 389830"/>
                <a:gd name="connsiteX1" fmla="*/ 291685 w 295233"/>
                <a:gd name="connsiteY1" fmla="*/ 377505 h 389830"/>
                <a:gd name="connsiteX2" fmla="*/ 157114 w 295233"/>
                <a:gd name="connsiteY2" fmla="*/ 348757 h 389830"/>
                <a:gd name="connsiteX3" fmla="*/ 61539 w 295233"/>
                <a:gd name="connsiteY3" fmla="*/ 257682 h 389830"/>
                <a:gd name="connsiteX4" fmla="*/ 10294 w 295233"/>
                <a:gd name="connsiteY4" fmla="*/ 134110 h 389830"/>
                <a:gd name="connsiteX5" fmla="*/ 10044 w 295233"/>
                <a:gd name="connsiteY5" fmla="*/ 67949 h 389830"/>
                <a:gd name="connsiteX6" fmla="*/ 51457 w 295233"/>
                <a:gd name="connsiteY6" fmla="*/ 872 h 389830"/>
                <a:gd name="connsiteX7" fmla="*/ 50874 w 295233"/>
                <a:gd name="connsiteY7" fmla="*/ 122 h 389830"/>
                <a:gd name="connsiteX8" fmla="*/ 8461 w 295233"/>
                <a:gd name="connsiteY8" fmla="*/ 50034 h 389830"/>
                <a:gd name="connsiteX9" fmla="*/ 462 w 295233"/>
                <a:gd name="connsiteY9" fmla="*/ 119361 h 389830"/>
                <a:gd name="connsiteX10" fmla="*/ 49124 w 295233"/>
                <a:gd name="connsiteY10" fmla="*/ 260015 h 389830"/>
                <a:gd name="connsiteX11" fmla="*/ 152864 w 295233"/>
                <a:gd name="connsiteY11" fmla="*/ 357840 h 389830"/>
                <a:gd name="connsiteX12" fmla="*/ 293435 w 295233"/>
                <a:gd name="connsiteY12" fmla="*/ 383504 h 389830"/>
                <a:gd name="connsiteX13" fmla="*/ 293435 w 295233"/>
                <a:gd name="connsiteY13" fmla="*/ 383504 h 389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95233" h="389830">
                  <a:moveTo>
                    <a:pt x="293435" y="383504"/>
                  </a:moveTo>
                  <a:cubicBezTo>
                    <a:pt x="296685" y="382171"/>
                    <a:pt x="295185" y="376588"/>
                    <a:pt x="291685" y="377505"/>
                  </a:cubicBezTo>
                  <a:cubicBezTo>
                    <a:pt x="247606" y="388254"/>
                    <a:pt x="195194" y="370672"/>
                    <a:pt x="157114" y="348757"/>
                  </a:cubicBezTo>
                  <a:cubicBezTo>
                    <a:pt x="119284" y="326926"/>
                    <a:pt x="84871" y="294512"/>
                    <a:pt x="61539" y="257682"/>
                  </a:cubicBezTo>
                  <a:cubicBezTo>
                    <a:pt x="37625" y="219852"/>
                    <a:pt x="17043" y="178773"/>
                    <a:pt x="10294" y="134110"/>
                  </a:cubicBezTo>
                  <a:cubicBezTo>
                    <a:pt x="7128" y="113195"/>
                    <a:pt x="6378" y="88864"/>
                    <a:pt x="10044" y="67949"/>
                  </a:cubicBezTo>
                  <a:cubicBezTo>
                    <a:pt x="14794" y="41368"/>
                    <a:pt x="31792" y="18370"/>
                    <a:pt x="51457" y="872"/>
                  </a:cubicBezTo>
                  <a:cubicBezTo>
                    <a:pt x="51957" y="455"/>
                    <a:pt x="51374" y="-294"/>
                    <a:pt x="50874" y="122"/>
                  </a:cubicBezTo>
                  <a:cubicBezTo>
                    <a:pt x="32709" y="13288"/>
                    <a:pt x="17460" y="29120"/>
                    <a:pt x="8461" y="50034"/>
                  </a:cubicBezTo>
                  <a:cubicBezTo>
                    <a:pt x="-705" y="71449"/>
                    <a:pt x="-538" y="96447"/>
                    <a:pt x="462" y="119361"/>
                  </a:cubicBezTo>
                  <a:cubicBezTo>
                    <a:pt x="2628" y="169690"/>
                    <a:pt x="23376" y="217353"/>
                    <a:pt x="49124" y="260015"/>
                  </a:cubicBezTo>
                  <a:cubicBezTo>
                    <a:pt x="74288" y="301678"/>
                    <a:pt x="110035" y="334759"/>
                    <a:pt x="152864" y="357840"/>
                  </a:cubicBezTo>
                  <a:cubicBezTo>
                    <a:pt x="192028" y="378838"/>
                    <a:pt x="249106" y="401003"/>
                    <a:pt x="293435" y="383504"/>
                  </a:cubicBezTo>
                  <a:lnTo>
                    <a:pt x="293435" y="383504"/>
                  </a:lnTo>
                  <a:close/>
                </a:path>
              </a:pathLst>
            </a:custGeom>
            <a:grpFill/>
            <a:ln w="8332" cap="flat">
              <a:noFill/>
              <a:prstDash val="solid"/>
              <a:miter/>
            </a:ln>
          </p:spPr>
          <p:txBody>
            <a:bodyPr rtlCol="0" anchor="ctr"/>
            <a:lstStyle/>
            <a:p>
              <a:endParaRPr lang="en-US"/>
            </a:p>
          </p:txBody>
        </p:sp>
        <p:sp>
          <p:nvSpPr>
            <p:cNvPr id="1467" name="Freeform: Shape 1466"/>
            <p:cNvSpPr/>
            <p:nvPr/>
          </p:nvSpPr>
          <p:spPr>
            <a:xfrm>
              <a:off x="2388218" y="3047349"/>
              <a:ext cx="209584" cy="218545"/>
            </a:xfrm>
            <a:custGeom>
              <a:avLst/>
              <a:gdLst>
                <a:gd name="connsiteX0" fmla="*/ 166073 w 209584"/>
                <a:gd name="connsiteY0" fmla="*/ 211535 h 218545"/>
                <a:gd name="connsiteX1" fmla="*/ 207819 w 209584"/>
                <a:gd name="connsiteY1" fmla="*/ 149374 h 218545"/>
                <a:gd name="connsiteX2" fmla="*/ 184571 w 209584"/>
                <a:gd name="connsiteY2" fmla="*/ 62131 h 218545"/>
                <a:gd name="connsiteX3" fmla="*/ 115661 w 209584"/>
                <a:gd name="connsiteY3" fmla="*/ 6636 h 218545"/>
                <a:gd name="connsiteX4" fmla="*/ 108161 w 209584"/>
                <a:gd name="connsiteY4" fmla="*/ 3970 h 218545"/>
                <a:gd name="connsiteX5" fmla="*/ 838 w 209584"/>
                <a:gd name="connsiteY5" fmla="*/ 69797 h 218545"/>
                <a:gd name="connsiteX6" fmla="*/ 22585 w 209584"/>
                <a:gd name="connsiteY6" fmla="*/ 145624 h 218545"/>
                <a:gd name="connsiteX7" fmla="*/ 89246 w 209584"/>
                <a:gd name="connsiteY7" fmla="*/ 207702 h 218545"/>
                <a:gd name="connsiteX8" fmla="*/ 166073 w 209584"/>
                <a:gd name="connsiteY8" fmla="*/ 211535 h 218545"/>
                <a:gd name="connsiteX9" fmla="*/ 166073 w 209584"/>
                <a:gd name="connsiteY9" fmla="*/ 211535 h 218545"/>
                <a:gd name="connsiteX10" fmla="*/ 101245 w 209584"/>
                <a:gd name="connsiteY10" fmla="*/ 197869 h 218545"/>
                <a:gd name="connsiteX11" fmla="*/ 44917 w 209584"/>
                <a:gd name="connsiteY11" fmla="*/ 152040 h 218545"/>
                <a:gd name="connsiteX12" fmla="*/ 12837 w 209584"/>
                <a:gd name="connsiteY12" fmla="*/ 84629 h 218545"/>
                <a:gd name="connsiteX13" fmla="*/ 108578 w 209584"/>
                <a:gd name="connsiteY13" fmla="*/ 16469 h 218545"/>
                <a:gd name="connsiteX14" fmla="*/ 169239 w 209584"/>
                <a:gd name="connsiteY14" fmla="*/ 59382 h 218545"/>
                <a:gd name="connsiteX15" fmla="*/ 189071 w 209584"/>
                <a:gd name="connsiteY15" fmla="*/ 89546 h 218545"/>
                <a:gd name="connsiteX16" fmla="*/ 197653 w 209584"/>
                <a:gd name="connsiteY16" fmla="*/ 121959 h 218545"/>
                <a:gd name="connsiteX17" fmla="*/ 171322 w 209584"/>
                <a:gd name="connsiteY17" fmla="*/ 191120 h 218545"/>
                <a:gd name="connsiteX18" fmla="*/ 101245 w 209584"/>
                <a:gd name="connsiteY18" fmla="*/ 197869 h 218545"/>
                <a:gd name="connsiteX19" fmla="*/ 101245 w 209584"/>
                <a:gd name="connsiteY19" fmla="*/ 197869 h 218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9584" h="218545">
                  <a:moveTo>
                    <a:pt x="166073" y="211535"/>
                  </a:moveTo>
                  <a:cubicBezTo>
                    <a:pt x="190737" y="199952"/>
                    <a:pt x="202069" y="174538"/>
                    <a:pt x="207819" y="149374"/>
                  </a:cubicBezTo>
                  <a:cubicBezTo>
                    <a:pt x="214735" y="119460"/>
                    <a:pt x="200153" y="87046"/>
                    <a:pt x="184571" y="62131"/>
                  </a:cubicBezTo>
                  <a:cubicBezTo>
                    <a:pt x="168489" y="36384"/>
                    <a:pt x="144408" y="16052"/>
                    <a:pt x="115661" y="6636"/>
                  </a:cubicBezTo>
                  <a:cubicBezTo>
                    <a:pt x="113161" y="5637"/>
                    <a:pt x="110661" y="4720"/>
                    <a:pt x="108161" y="3970"/>
                  </a:cubicBezTo>
                  <a:cubicBezTo>
                    <a:pt x="59666" y="-11362"/>
                    <a:pt x="8087" y="19219"/>
                    <a:pt x="838" y="69797"/>
                  </a:cubicBezTo>
                  <a:cubicBezTo>
                    <a:pt x="-3079" y="97295"/>
                    <a:pt x="7170" y="123293"/>
                    <a:pt x="22585" y="145624"/>
                  </a:cubicBezTo>
                  <a:cubicBezTo>
                    <a:pt x="39334" y="169955"/>
                    <a:pt x="62582" y="194370"/>
                    <a:pt x="89246" y="207702"/>
                  </a:cubicBezTo>
                  <a:cubicBezTo>
                    <a:pt x="112744" y="219534"/>
                    <a:pt x="141741" y="222950"/>
                    <a:pt x="166073" y="211535"/>
                  </a:cubicBezTo>
                  <a:lnTo>
                    <a:pt x="166073" y="211535"/>
                  </a:lnTo>
                  <a:close/>
                  <a:moveTo>
                    <a:pt x="101245" y="197869"/>
                  </a:moveTo>
                  <a:cubicBezTo>
                    <a:pt x="78664" y="188537"/>
                    <a:pt x="60499" y="170372"/>
                    <a:pt x="44917" y="152040"/>
                  </a:cubicBezTo>
                  <a:cubicBezTo>
                    <a:pt x="29085" y="133375"/>
                    <a:pt x="13670" y="109877"/>
                    <a:pt x="12837" y="84629"/>
                  </a:cubicBezTo>
                  <a:cubicBezTo>
                    <a:pt x="11086" y="33467"/>
                    <a:pt x="60749" y="-1113"/>
                    <a:pt x="108578" y="16469"/>
                  </a:cubicBezTo>
                  <a:cubicBezTo>
                    <a:pt x="131742" y="25051"/>
                    <a:pt x="153240" y="40717"/>
                    <a:pt x="169239" y="59382"/>
                  </a:cubicBezTo>
                  <a:cubicBezTo>
                    <a:pt x="177405" y="68964"/>
                    <a:pt x="183738" y="79047"/>
                    <a:pt x="189071" y="89546"/>
                  </a:cubicBezTo>
                  <a:cubicBezTo>
                    <a:pt x="192987" y="100045"/>
                    <a:pt x="195987" y="110877"/>
                    <a:pt x="197653" y="121959"/>
                  </a:cubicBezTo>
                  <a:cubicBezTo>
                    <a:pt x="201236" y="144874"/>
                    <a:pt x="189071" y="176371"/>
                    <a:pt x="171322" y="191120"/>
                  </a:cubicBezTo>
                  <a:cubicBezTo>
                    <a:pt x="151741" y="207535"/>
                    <a:pt x="123910" y="207202"/>
                    <a:pt x="101245" y="197869"/>
                  </a:cubicBezTo>
                  <a:lnTo>
                    <a:pt x="101245" y="197869"/>
                  </a:lnTo>
                  <a:close/>
                </a:path>
              </a:pathLst>
            </a:custGeom>
            <a:grpFill/>
            <a:ln w="8332" cap="flat">
              <a:noFill/>
              <a:prstDash val="solid"/>
              <a:miter/>
            </a:ln>
          </p:spPr>
          <p:txBody>
            <a:bodyPr rtlCol="0" anchor="ctr"/>
            <a:lstStyle/>
            <a:p>
              <a:endParaRPr lang="en-US"/>
            </a:p>
          </p:txBody>
        </p:sp>
        <p:sp>
          <p:nvSpPr>
            <p:cNvPr id="1468" name="Freeform: Shape 1467"/>
            <p:cNvSpPr/>
            <p:nvPr/>
          </p:nvSpPr>
          <p:spPr>
            <a:xfrm>
              <a:off x="1529364" y="41487"/>
              <a:ext cx="526522" cy="361194"/>
            </a:xfrm>
            <a:custGeom>
              <a:avLst/>
              <a:gdLst>
                <a:gd name="connsiteX0" fmla="*/ 519139 w 526522"/>
                <a:gd name="connsiteY0" fmla="*/ 216417 h 361194"/>
                <a:gd name="connsiteX1" fmla="*/ 484142 w 526522"/>
                <a:gd name="connsiteY1" fmla="*/ 52098 h 361194"/>
                <a:gd name="connsiteX2" fmla="*/ 412232 w 526522"/>
                <a:gd name="connsiteY2" fmla="*/ 6102 h 361194"/>
                <a:gd name="connsiteX3" fmla="*/ 363903 w 526522"/>
                <a:gd name="connsiteY3" fmla="*/ 686 h 361194"/>
                <a:gd name="connsiteX4" fmla="*/ 243414 w 526522"/>
                <a:gd name="connsiteY4" fmla="*/ 20434 h 361194"/>
                <a:gd name="connsiteX5" fmla="*/ 160338 w 526522"/>
                <a:gd name="connsiteY5" fmla="*/ 49848 h 361194"/>
                <a:gd name="connsiteX6" fmla="*/ 79345 w 526522"/>
                <a:gd name="connsiteY6" fmla="*/ 75929 h 361194"/>
                <a:gd name="connsiteX7" fmla="*/ 186 w 526522"/>
                <a:gd name="connsiteY7" fmla="*/ 190836 h 361194"/>
                <a:gd name="connsiteX8" fmla="*/ 94927 w 526522"/>
                <a:gd name="connsiteY8" fmla="*/ 315158 h 361194"/>
                <a:gd name="connsiteX9" fmla="*/ 261496 w 526522"/>
                <a:gd name="connsiteY9" fmla="*/ 360154 h 361194"/>
                <a:gd name="connsiteX10" fmla="*/ 519139 w 526522"/>
                <a:gd name="connsiteY10" fmla="*/ 216417 h 361194"/>
                <a:gd name="connsiteX11" fmla="*/ 519139 w 526522"/>
                <a:gd name="connsiteY11" fmla="*/ 216417 h 361194"/>
                <a:gd name="connsiteX12" fmla="*/ 287410 w 526522"/>
                <a:gd name="connsiteY12" fmla="*/ 346988 h 361194"/>
                <a:gd name="connsiteX13" fmla="*/ 209000 w 526522"/>
                <a:gd name="connsiteY13" fmla="*/ 339406 h 361194"/>
                <a:gd name="connsiteX14" fmla="*/ 135674 w 526522"/>
                <a:gd name="connsiteY14" fmla="*/ 319407 h 361194"/>
                <a:gd name="connsiteX15" fmla="*/ 20434 w 526522"/>
                <a:gd name="connsiteY15" fmla="*/ 219416 h 361194"/>
                <a:gd name="connsiteX16" fmla="*/ 80345 w 526522"/>
                <a:gd name="connsiteY16" fmla="*/ 92594 h 361194"/>
                <a:gd name="connsiteX17" fmla="*/ 148506 w 526522"/>
                <a:gd name="connsiteY17" fmla="*/ 70263 h 361194"/>
                <a:gd name="connsiteX18" fmla="*/ 216916 w 526522"/>
                <a:gd name="connsiteY18" fmla="*/ 45682 h 361194"/>
                <a:gd name="connsiteX19" fmla="*/ 288077 w 526522"/>
                <a:gd name="connsiteY19" fmla="*/ 20018 h 361194"/>
                <a:gd name="connsiteX20" fmla="*/ 331739 w 526522"/>
                <a:gd name="connsiteY20" fmla="*/ 12935 h 361194"/>
                <a:gd name="connsiteX21" fmla="*/ 332073 w 526522"/>
                <a:gd name="connsiteY21" fmla="*/ 12935 h 361194"/>
                <a:gd name="connsiteX22" fmla="*/ 332239 w 526522"/>
                <a:gd name="connsiteY22" fmla="*/ 12935 h 361194"/>
                <a:gd name="connsiteX23" fmla="*/ 364236 w 526522"/>
                <a:gd name="connsiteY23" fmla="*/ 12852 h 361194"/>
                <a:gd name="connsiteX24" fmla="*/ 456395 w 526522"/>
                <a:gd name="connsiteY24" fmla="*/ 42182 h 361194"/>
                <a:gd name="connsiteX25" fmla="*/ 468144 w 526522"/>
                <a:gd name="connsiteY25" fmla="*/ 52765 h 361194"/>
                <a:gd name="connsiteX26" fmla="*/ 509224 w 526522"/>
                <a:gd name="connsiteY26" fmla="*/ 194085 h 361194"/>
                <a:gd name="connsiteX27" fmla="*/ 422814 w 526522"/>
                <a:gd name="connsiteY27" fmla="*/ 312325 h 361194"/>
                <a:gd name="connsiteX28" fmla="*/ 287410 w 526522"/>
                <a:gd name="connsiteY28" fmla="*/ 346988 h 361194"/>
                <a:gd name="connsiteX29" fmla="*/ 287410 w 526522"/>
                <a:gd name="connsiteY29" fmla="*/ 346988 h 361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6522" h="361194">
                  <a:moveTo>
                    <a:pt x="519139" y="216417"/>
                  </a:moveTo>
                  <a:cubicBezTo>
                    <a:pt x="536388" y="160005"/>
                    <a:pt x="522889" y="96511"/>
                    <a:pt x="484142" y="52098"/>
                  </a:cubicBezTo>
                  <a:cubicBezTo>
                    <a:pt x="464644" y="29767"/>
                    <a:pt x="439980" y="15768"/>
                    <a:pt x="412232" y="6102"/>
                  </a:cubicBezTo>
                  <a:cubicBezTo>
                    <a:pt x="395734" y="353"/>
                    <a:pt x="379818" y="-980"/>
                    <a:pt x="363903" y="686"/>
                  </a:cubicBezTo>
                  <a:cubicBezTo>
                    <a:pt x="322823" y="-2480"/>
                    <a:pt x="282494" y="5519"/>
                    <a:pt x="243414" y="20434"/>
                  </a:cubicBezTo>
                  <a:cubicBezTo>
                    <a:pt x="216000" y="30933"/>
                    <a:pt x="188169" y="40599"/>
                    <a:pt x="160338" y="49848"/>
                  </a:cubicBezTo>
                  <a:cubicBezTo>
                    <a:pt x="133424" y="58848"/>
                    <a:pt x="105593" y="64930"/>
                    <a:pt x="79345" y="75929"/>
                  </a:cubicBezTo>
                  <a:cubicBezTo>
                    <a:pt x="34766" y="94511"/>
                    <a:pt x="-2980" y="141007"/>
                    <a:pt x="186" y="190836"/>
                  </a:cubicBezTo>
                  <a:cubicBezTo>
                    <a:pt x="3686" y="246831"/>
                    <a:pt x="48515" y="288993"/>
                    <a:pt x="94927" y="315158"/>
                  </a:cubicBezTo>
                  <a:cubicBezTo>
                    <a:pt x="146173" y="344072"/>
                    <a:pt x="203501" y="355237"/>
                    <a:pt x="261496" y="360154"/>
                  </a:cubicBezTo>
                  <a:cubicBezTo>
                    <a:pt x="364486" y="368820"/>
                    <a:pt x="486225" y="323574"/>
                    <a:pt x="519139" y="216417"/>
                  </a:cubicBezTo>
                  <a:lnTo>
                    <a:pt x="519139" y="216417"/>
                  </a:lnTo>
                  <a:close/>
                  <a:moveTo>
                    <a:pt x="287410" y="346988"/>
                  </a:moveTo>
                  <a:cubicBezTo>
                    <a:pt x="261162" y="347571"/>
                    <a:pt x="234915" y="343072"/>
                    <a:pt x="209000" y="339406"/>
                  </a:cubicBezTo>
                  <a:cubicBezTo>
                    <a:pt x="183919" y="335906"/>
                    <a:pt x="159088" y="329240"/>
                    <a:pt x="135674" y="319407"/>
                  </a:cubicBezTo>
                  <a:cubicBezTo>
                    <a:pt x="91344" y="300659"/>
                    <a:pt x="36516" y="267745"/>
                    <a:pt x="20434" y="219416"/>
                  </a:cubicBezTo>
                  <a:cubicBezTo>
                    <a:pt x="3269" y="167921"/>
                    <a:pt x="32266" y="115259"/>
                    <a:pt x="80345" y="92594"/>
                  </a:cubicBezTo>
                  <a:cubicBezTo>
                    <a:pt x="102093" y="82345"/>
                    <a:pt x="125674" y="77513"/>
                    <a:pt x="148506" y="70263"/>
                  </a:cubicBezTo>
                  <a:cubicBezTo>
                    <a:pt x="171587" y="62930"/>
                    <a:pt x="194002" y="53598"/>
                    <a:pt x="216916" y="45682"/>
                  </a:cubicBezTo>
                  <a:cubicBezTo>
                    <a:pt x="240748" y="37433"/>
                    <a:pt x="263662" y="26767"/>
                    <a:pt x="288077" y="20018"/>
                  </a:cubicBezTo>
                  <a:cubicBezTo>
                    <a:pt x="302159" y="16101"/>
                    <a:pt x="316907" y="13852"/>
                    <a:pt x="331739" y="12935"/>
                  </a:cubicBezTo>
                  <a:cubicBezTo>
                    <a:pt x="331823" y="12935"/>
                    <a:pt x="331989" y="12935"/>
                    <a:pt x="332073" y="12935"/>
                  </a:cubicBezTo>
                  <a:cubicBezTo>
                    <a:pt x="332156" y="12935"/>
                    <a:pt x="332156" y="12935"/>
                    <a:pt x="332239" y="12935"/>
                  </a:cubicBezTo>
                  <a:cubicBezTo>
                    <a:pt x="342905" y="12268"/>
                    <a:pt x="353654" y="12268"/>
                    <a:pt x="364236" y="12852"/>
                  </a:cubicBezTo>
                  <a:cubicBezTo>
                    <a:pt x="397150" y="14851"/>
                    <a:pt x="429814" y="24267"/>
                    <a:pt x="456395" y="42182"/>
                  </a:cubicBezTo>
                  <a:cubicBezTo>
                    <a:pt x="460478" y="45432"/>
                    <a:pt x="464394" y="48932"/>
                    <a:pt x="468144" y="52765"/>
                  </a:cubicBezTo>
                  <a:cubicBezTo>
                    <a:pt x="502641" y="88511"/>
                    <a:pt x="520889" y="145006"/>
                    <a:pt x="509224" y="194085"/>
                  </a:cubicBezTo>
                  <a:cubicBezTo>
                    <a:pt x="497225" y="244497"/>
                    <a:pt x="466144" y="284411"/>
                    <a:pt x="422814" y="312325"/>
                  </a:cubicBezTo>
                  <a:cubicBezTo>
                    <a:pt x="383568" y="337906"/>
                    <a:pt x="333739" y="345988"/>
                    <a:pt x="287410" y="346988"/>
                  </a:cubicBezTo>
                  <a:lnTo>
                    <a:pt x="287410" y="346988"/>
                  </a:lnTo>
                  <a:close/>
                </a:path>
              </a:pathLst>
            </a:custGeom>
            <a:grpFill/>
            <a:ln w="8332" cap="flat">
              <a:noFill/>
              <a:prstDash val="solid"/>
              <a:miter/>
            </a:ln>
          </p:spPr>
          <p:txBody>
            <a:bodyPr rtlCol="0" anchor="ctr"/>
            <a:lstStyle/>
            <a:p>
              <a:endParaRPr lang="en-US"/>
            </a:p>
          </p:txBody>
        </p:sp>
        <p:sp>
          <p:nvSpPr>
            <p:cNvPr id="1469" name="Freeform: Shape 1468"/>
            <p:cNvSpPr/>
            <p:nvPr/>
          </p:nvSpPr>
          <p:spPr>
            <a:xfrm>
              <a:off x="1585625" y="75461"/>
              <a:ext cx="341779" cy="99919"/>
            </a:xfrm>
            <a:custGeom>
              <a:avLst/>
              <a:gdLst>
                <a:gd name="connsiteX0" fmla="*/ 340639 w 341779"/>
                <a:gd name="connsiteY0" fmla="*/ 1959 h 99919"/>
                <a:gd name="connsiteX1" fmla="*/ 253064 w 341779"/>
                <a:gd name="connsiteY1" fmla="*/ 4959 h 99919"/>
                <a:gd name="connsiteX2" fmla="*/ 163905 w 341779"/>
                <a:gd name="connsiteY2" fmla="*/ 27374 h 99919"/>
                <a:gd name="connsiteX3" fmla="*/ 84412 w 341779"/>
                <a:gd name="connsiteY3" fmla="*/ 59621 h 99919"/>
                <a:gd name="connsiteX4" fmla="*/ 836 w 341779"/>
                <a:gd name="connsiteY4" fmla="*/ 95368 h 99919"/>
                <a:gd name="connsiteX5" fmla="*/ 4336 w 341779"/>
                <a:gd name="connsiteY5" fmla="*/ 99534 h 99919"/>
                <a:gd name="connsiteX6" fmla="*/ 47999 w 341779"/>
                <a:gd name="connsiteY6" fmla="*/ 78286 h 99919"/>
                <a:gd name="connsiteX7" fmla="*/ 92661 w 341779"/>
                <a:gd name="connsiteY7" fmla="*/ 67703 h 99919"/>
                <a:gd name="connsiteX8" fmla="*/ 163655 w 341779"/>
                <a:gd name="connsiteY8" fmla="*/ 37456 h 99919"/>
                <a:gd name="connsiteX9" fmla="*/ 244648 w 341779"/>
                <a:gd name="connsiteY9" fmla="*/ 13208 h 99919"/>
                <a:gd name="connsiteX10" fmla="*/ 340473 w 341779"/>
                <a:gd name="connsiteY10" fmla="*/ 4792 h 99919"/>
                <a:gd name="connsiteX11" fmla="*/ 340639 w 341779"/>
                <a:gd name="connsiteY11" fmla="*/ 1959 h 99919"/>
                <a:gd name="connsiteX12" fmla="*/ 340639 w 341779"/>
                <a:gd name="connsiteY12" fmla="*/ 1959 h 99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1779" h="99919">
                  <a:moveTo>
                    <a:pt x="340639" y="1959"/>
                  </a:moveTo>
                  <a:cubicBezTo>
                    <a:pt x="310892" y="-1457"/>
                    <a:pt x="282728" y="-374"/>
                    <a:pt x="253064" y="4959"/>
                  </a:cubicBezTo>
                  <a:cubicBezTo>
                    <a:pt x="222733" y="10459"/>
                    <a:pt x="192652" y="15541"/>
                    <a:pt x="163905" y="27374"/>
                  </a:cubicBezTo>
                  <a:cubicBezTo>
                    <a:pt x="137157" y="38373"/>
                    <a:pt x="112576" y="52121"/>
                    <a:pt x="84412" y="59621"/>
                  </a:cubicBezTo>
                  <a:cubicBezTo>
                    <a:pt x="53832" y="67787"/>
                    <a:pt x="25417" y="74369"/>
                    <a:pt x="836" y="95368"/>
                  </a:cubicBezTo>
                  <a:cubicBezTo>
                    <a:pt x="-1580" y="97451"/>
                    <a:pt x="1753" y="101117"/>
                    <a:pt x="4336" y="99534"/>
                  </a:cubicBezTo>
                  <a:cubicBezTo>
                    <a:pt x="18418" y="90868"/>
                    <a:pt x="31917" y="82702"/>
                    <a:pt x="47999" y="78286"/>
                  </a:cubicBezTo>
                  <a:cubicBezTo>
                    <a:pt x="62747" y="74203"/>
                    <a:pt x="77913" y="71786"/>
                    <a:pt x="92661" y="67703"/>
                  </a:cubicBezTo>
                  <a:cubicBezTo>
                    <a:pt x="117909" y="60704"/>
                    <a:pt x="140240" y="48872"/>
                    <a:pt x="163655" y="37456"/>
                  </a:cubicBezTo>
                  <a:cubicBezTo>
                    <a:pt x="188903" y="25207"/>
                    <a:pt x="217400" y="18791"/>
                    <a:pt x="244648" y="13208"/>
                  </a:cubicBezTo>
                  <a:cubicBezTo>
                    <a:pt x="277311" y="6542"/>
                    <a:pt x="306975" y="2209"/>
                    <a:pt x="340473" y="4792"/>
                  </a:cubicBezTo>
                  <a:cubicBezTo>
                    <a:pt x="342056" y="4876"/>
                    <a:pt x="342305" y="2126"/>
                    <a:pt x="340639" y="1959"/>
                  </a:cubicBezTo>
                  <a:lnTo>
                    <a:pt x="340639" y="1959"/>
                  </a:lnTo>
                  <a:close/>
                </a:path>
              </a:pathLst>
            </a:custGeom>
            <a:grpFill/>
            <a:ln w="8332" cap="flat">
              <a:noFill/>
              <a:prstDash val="solid"/>
              <a:miter/>
            </a:ln>
          </p:spPr>
          <p:txBody>
            <a:bodyPr rtlCol="0" anchor="ctr"/>
            <a:lstStyle/>
            <a:p>
              <a:endParaRPr lang="en-US"/>
            </a:p>
          </p:txBody>
        </p:sp>
        <p:sp>
          <p:nvSpPr>
            <p:cNvPr id="1470" name="Freeform: Shape 1469"/>
            <p:cNvSpPr/>
            <p:nvPr/>
          </p:nvSpPr>
          <p:spPr>
            <a:xfrm>
              <a:off x="1564963" y="218864"/>
              <a:ext cx="453379" cy="155002"/>
            </a:xfrm>
            <a:custGeom>
              <a:avLst/>
              <a:gdLst>
                <a:gd name="connsiteX0" fmla="*/ 453293 w 453379"/>
                <a:gd name="connsiteY0" fmla="*/ 28541 h 155002"/>
                <a:gd name="connsiteX1" fmla="*/ 447376 w 453379"/>
                <a:gd name="connsiteY1" fmla="*/ 26458 h 155002"/>
                <a:gd name="connsiteX2" fmla="*/ 345302 w 453379"/>
                <a:gd name="connsiteY2" fmla="*/ 118533 h 155002"/>
                <a:gd name="connsiteX3" fmla="*/ 215397 w 453379"/>
                <a:gd name="connsiteY3" fmla="*/ 142614 h 155002"/>
                <a:gd name="connsiteX4" fmla="*/ 85076 w 453379"/>
                <a:gd name="connsiteY4" fmla="*/ 111867 h 155002"/>
                <a:gd name="connsiteX5" fmla="*/ 31247 w 453379"/>
                <a:gd name="connsiteY5" fmla="*/ 73287 h 155002"/>
                <a:gd name="connsiteX6" fmla="*/ 1000 w 453379"/>
                <a:gd name="connsiteY6" fmla="*/ 460 h 155002"/>
                <a:gd name="connsiteX7" fmla="*/ 0 w 453379"/>
                <a:gd name="connsiteY7" fmla="*/ 544 h 155002"/>
                <a:gd name="connsiteX8" fmla="*/ 15665 w 453379"/>
                <a:gd name="connsiteY8" fmla="*/ 64121 h 155002"/>
                <a:gd name="connsiteX9" fmla="*/ 67244 w 453379"/>
                <a:gd name="connsiteY9" fmla="*/ 111200 h 155002"/>
                <a:gd name="connsiteX10" fmla="*/ 209898 w 453379"/>
                <a:gd name="connsiteY10" fmla="*/ 154113 h 155002"/>
                <a:gd name="connsiteX11" fmla="*/ 350052 w 453379"/>
                <a:gd name="connsiteY11" fmla="*/ 127365 h 155002"/>
                <a:gd name="connsiteX12" fmla="*/ 453293 w 453379"/>
                <a:gd name="connsiteY12" fmla="*/ 28541 h 155002"/>
                <a:gd name="connsiteX13" fmla="*/ 453293 w 453379"/>
                <a:gd name="connsiteY13" fmla="*/ 28541 h 155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53379" h="155002">
                  <a:moveTo>
                    <a:pt x="453293" y="28541"/>
                  </a:moveTo>
                  <a:cubicBezTo>
                    <a:pt x="454126" y="25125"/>
                    <a:pt x="448710" y="23125"/>
                    <a:pt x="447376" y="26458"/>
                  </a:cubicBezTo>
                  <a:cubicBezTo>
                    <a:pt x="430295" y="68537"/>
                    <a:pt x="385382" y="100535"/>
                    <a:pt x="345302" y="118533"/>
                  </a:cubicBezTo>
                  <a:cubicBezTo>
                    <a:pt x="305473" y="136448"/>
                    <a:pt x="258977" y="145364"/>
                    <a:pt x="215397" y="142614"/>
                  </a:cubicBezTo>
                  <a:cubicBezTo>
                    <a:pt x="170735" y="139864"/>
                    <a:pt x="125239" y="132448"/>
                    <a:pt x="85076" y="111867"/>
                  </a:cubicBezTo>
                  <a:cubicBezTo>
                    <a:pt x="66244" y="102201"/>
                    <a:pt x="46079" y="88536"/>
                    <a:pt x="31247" y="73287"/>
                  </a:cubicBezTo>
                  <a:cubicBezTo>
                    <a:pt x="12416" y="53872"/>
                    <a:pt x="3750" y="26625"/>
                    <a:pt x="1000" y="460"/>
                  </a:cubicBezTo>
                  <a:cubicBezTo>
                    <a:pt x="917" y="-206"/>
                    <a:pt x="0" y="-123"/>
                    <a:pt x="0" y="544"/>
                  </a:cubicBezTo>
                  <a:cubicBezTo>
                    <a:pt x="0" y="22958"/>
                    <a:pt x="4000" y="44623"/>
                    <a:pt x="15665" y="64121"/>
                  </a:cubicBezTo>
                  <a:cubicBezTo>
                    <a:pt x="27664" y="84119"/>
                    <a:pt x="48079" y="98618"/>
                    <a:pt x="67244" y="111200"/>
                  </a:cubicBezTo>
                  <a:cubicBezTo>
                    <a:pt x="109324" y="138948"/>
                    <a:pt x="160236" y="150030"/>
                    <a:pt x="209898" y="154113"/>
                  </a:cubicBezTo>
                  <a:cubicBezTo>
                    <a:pt x="258393" y="158113"/>
                    <a:pt x="306306" y="148530"/>
                    <a:pt x="350052" y="127365"/>
                  </a:cubicBezTo>
                  <a:cubicBezTo>
                    <a:pt x="390215" y="107867"/>
                    <a:pt x="441627" y="74537"/>
                    <a:pt x="453293" y="28541"/>
                  </a:cubicBezTo>
                  <a:lnTo>
                    <a:pt x="453293" y="28541"/>
                  </a:lnTo>
                  <a:close/>
                </a:path>
              </a:pathLst>
            </a:custGeom>
            <a:grpFill/>
            <a:ln w="8332" cap="flat">
              <a:noFill/>
              <a:prstDash val="solid"/>
              <a:miter/>
            </a:ln>
          </p:spPr>
          <p:txBody>
            <a:bodyPr rtlCol="0" anchor="ctr"/>
            <a:lstStyle/>
            <a:p>
              <a:endParaRPr lang="en-US"/>
            </a:p>
          </p:txBody>
        </p:sp>
        <p:sp>
          <p:nvSpPr>
            <p:cNvPr id="1471" name="Freeform: Shape 1470"/>
            <p:cNvSpPr/>
            <p:nvPr/>
          </p:nvSpPr>
          <p:spPr>
            <a:xfrm>
              <a:off x="1714330" y="128103"/>
              <a:ext cx="237405" cy="180441"/>
            </a:xfrm>
            <a:custGeom>
              <a:avLst/>
              <a:gdLst>
                <a:gd name="connsiteX0" fmla="*/ 236349 w 237405"/>
                <a:gd name="connsiteY0" fmla="*/ 102803 h 180441"/>
                <a:gd name="connsiteX1" fmla="*/ 210351 w 237405"/>
                <a:gd name="connsiteY1" fmla="*/ 32559 h 180441"/>
                <a:gd name="connsiteX2" fmla="*/ 125942 w 237405"/>
                <a:gd name="connsiteY2" fmla="*/ 312 h 180441"/>
                <a:gd name="connsiteX3" fmla="*/ 40617 w 237405"/>
                <a:gd name="connsiteY3" fmla="*/ 23727 h 180441"/>
                <a:gd name="connsiteX4" fmla="*/ 34034 w 237405"/>
                <a:gd name="connsiteY4" fmla="*/ 28226 h 180441"/>
                <a:gd name="connsiteX5" fmla="*/ 24785 w 237405"/>
                <a:gd name="connsiteY5" fmla="*/ 153632 h 180441"/>
                <a:gd name="connsiteX6" fmla="*/ 99028 w 237405"/>
                <a:gd name="connsiteY6" fmla="*/ 180379 h 180441"/>
                <a:gd name="connsiteX7" fmla="*/ 188437 w 237405"/>
                <a:gd name="connsiteY7" fmla="*/ 162714 h 180441"/>
                <a:gd name="connsiteX8" fmla="*/ 236349 w 237405"/>
                <a:gd name="connsiteY8" fmla="*/ 102803 h 180441"/>
                <a:gd name="connsiteX9" fmla="*/ 236349 w 237405"/>
                <a:gd name="connsiteY9" fmla="*/ 102803 h 180441"/>
                <a:gd name="connsiteX10" fmla="*/ 187437 w 237405"/>
                <a:gd name="connsiteY10" fmla="*/ 147299 h 180441"/>
                <a:gd name="connsiteX11" fmla="*/ 117276 w 237405"/>
                <a:gd name="connsiteY11" fmla="*/ 166131 h 180441"/>
                <a:gd name="connsiteX12" fmla="*/ 43783 w 237405"/>
                <a:gd name="connsiteY12" fmla="*/ 152715 h 180441"/>
                <a:gd name="connsiteX13" fmla="*/ 44450 w 237405"/>
                <a:gd name="connsiteY13" fmla="*/ 35309 h 180441"/>
                <a:gd name="connsiteX14" fmla="*/ 114777 w 237405"/>
                <a:gd name="connsiteY14" fmla="*/ 11228 h 180441"/>
                <a:gd name="connsiteX15" fmla="*/ 150857 w 237405"/>
                <a:gd name="connsiteY15" fmla="*/ 12811 h 180441"/>
                <a:gd name="connsiteX16" fmla="*/ 182187 w 237405"/>
                <a:gd name="connsiteY16" fmla="*/ 24810 h 180441"/>
                <a:gd name="connsiteX17" fmla="*/ 222934 w 237405"/>
                <a:gd name="connsiteY17" fmla="*/ 86638 h 180441"/>
                <a:gd name="connsiteX18" fmla="*/ 187437 w 237405"/>
                <a:gd name="connsiteY18" fmla="*/ 147299 h 180441"/>
                <a:gd name="connsiteX19" fmla="*/ 187437 w 237405"/>
                <a:gd name="connsiteY19" fmla="*/ 147299 h 180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7405" h="180441">
                  <a:moveTo>
                    <a:pt x="236349" y="102803"/>
                  </a:moveTo>
                  <a:cubicBezTo>
                    <a:pt x="241432" y="76055"/>
                    <a:pt x="227433" y="51974"/>
                    <a:pt x="210351" y="32559"/>
                  </a:cubicBezTo>
                  <a:cubicBezTo>
                    <a:pt x="190186" y="9478"/>
                    <a:pt x="155190" y="2312"/>
                    <a:pt x="125942" y="312"/>
                  </a:cubicBezTo>
                  <a:cubicBezTo>
                    <a:pt x="95695" y="-1688"/>
                    <a:pt x="65115" y="5895"/>
                    <a:pt x="40617" y="23727"/>
                  </a:cubicBezTo>
                  <a:cubicBezTo>
                    <a:pt x="38367" y="25143"/>
                    <a:pt x="36200" y="26643"/>
                    <a:pt x="34034" y="28226"/>
                  </a:cubicBezTo>
                  <a:cubicBezTo>
                    <a:pt x="-6796" y="58557"/>
                    <a:pt x="-12129" y="118135"/>
                    <a:pt x="24785" y="153632"/>
                  </a:cubicBezTo>
                  <a:cubicBezTo>
                    <a:pt x="44783" y="172880"/>
                    <a:pt x="71864" y="179796"/>
                    <a:pt x="99028" y="180379"/>
                  </a:cubicBezTo>
                  <a:cubicBezTo>
                    <a:pt x="128609" y="181046"/>
                    <a:pt x="161939" y="176463"/>
                    <a:pt x="188437" y="162714"/>
                  </a:cubicBezTo>
                  <a:cubicBezTo>
                    <a:pt x="211685" y="150632"/>
                    <a:pt x="231433" y="129134"/>
                    <a:pt x="236349" y="102803"/>
                  </a:cubicBezTo>
                  <a:lnTo>
                    <a:pt x="236349" y="102803"/>
                  </a:lnTo>
                  <a:close/>
                  <a:moveTo>
                    <a:pt x="187437" y="147299"/>
                  </a:moveTo>
                  <a:cubicBezTo>
                    <a:pt x="166689" y="160214"/>
                    <a:pt x="141274" y="164297"/>
                    <a:pt x="117276" y="166131"/>
                  </a:cubicBezTo>
                  <a:cubicBezTo>
                    <a:pt x="92862" y="168047"/>
                    <a:pt x="64781" y="166797"/>
                    <a:pt x="43783" y="152715"/>
                  </a:cubicBezTo>
                  <a:cubicBezTo>
                    <a:pt x="1287" y="124134"/>
                    <a:pt x="2203" y="63723"/>
                    <a:pt x="44450" y="35309"/>
                  </a:cubicBezTo>
                  <a:cubicBezTo>
                    <a:pt x="64948" y="21560"/>
                    <a:pt x="90279" y="13228"/>
                    <a:pt x="114777" y="11228"/>
                  </a:cubicBezTo>
                  <a:cubicBezTo>
                    <a:pt x="127359" y="10228"/>
                    <a:pt x="139191" y="10978"/>
                    <a:pt x="150857" y="12811"/>
                  </a:cubicBezTo>
                  <a:cubicBezTo>
                    <a:pt x="161689" y="15728"/>
                    <a:pt x="172188" y="19727"/>
                    <a:pt x="182187" y="24810"/>
                  </a:cubicBezTo>
                  <a:cubicBezTo>
                    <a:pt x="202852" y="35309"/>
                    <a:pt x="221267" y="63640"/>
                    <a:pt x="222934" y="86638"/>
                  </a:cubicBezTo>
                  <a:cubicBezTo>
                    <a:pt x="224767" y="112052"/>
                    <a:pt x="208268" y="134383"/>
                    <a:pt x="187437" y="147299"/>
                  </a:cubicBezTo>
                  <a:lnTo>
                    <a:pt x="187437" y="147299"/>
                  </a:lnTo>
                  <a:close/>
                </a:path>
              </a:pathLst>
            </a:custGeom>
            <a:grpFill/>
            <a:ln w="8332" cap="flat">
              <a:noFill/>
              <a:prstDash val="solid"/>
              <a:miter/>
            </a:ln>
          </p:spPr>
          <p:txBody>
            <a:bodyPr rtlCol="0" anchor="ctr"/>
            <a:lstStyle/>
            <a:p>
              <a:endParaRPr lang="en-US"/>
            </a:p>
          </p:txBody>
        </p:sp>
        <p:sp>
          <p:nvSpPr>
            <p:cNvPr id="1472" name="Freeform: Shape 1471"/>
            <p:cNvSpPr/>
            <p:nvPr/>
          </p:nvSpPr>
          <p:spPr>
            <a:xfrm>
              <a:off x="3213545" y="3048494"/>
              <a:ext cx="637958" cy="484662"/>
            </a:xfrm>
            <a:custGeom>
              <a:avLst/>
              <a:gdLst>
                <a:gd name="connsiteX0" fmla="*/ 615881 w 637958"/>
                <a:gd name="connsiteY0" fmla="*/ 100233 h 484662"/>
                <a:gd name="connsiteX1" fmla="*/ 593717 w 637958"/>
                <a:gd name="connsiteY1" fmla="*/ 46571 h 484662"/>
                <a:gd name="connsiteX2" fmla="*/ 580801 w 637958"/>
                <a:gd name="connsiteY2" fmla="*/ 17740 h 484662"/>
                <a:gd name="connsiteX3" fmla="*/ 573718 w 637958"/>
                <a:gd name="connsiteY3" fmla="*/ 3408 h 484662"/>
                <a:gd name="connsiteX4" fmla="*/ 535972 w 637958"/>
                <a:gd name="connsiteY4" fmla="*/ 8574 h 484662"/>
                <a:gd name="connsiteX5" fmla="*/ 478394 w 637958"/>
                <a:gd name="connsiteY5" fmla="*/ 28323 h 484662"/>
                <a:gd name="connsiteX6" fmla="*/ 393318 w 637958"/>
                <a:gd name="connsiteY6" fmla="*/ 57570 h 484662"/>
                <a:gd name="connsiteX7" fmla="*/ 344322 w 637958"/>
                <a:gd name="connsiteY7" fmla="*/ 73735 h 484662"/>
                <a:gd name="connsiteX8" fmla="*/ 128842 w 637958"/>
                <a:gd name="connsiteY8" fmla="*/ 154811 h 484662"/>
                <a:gd name="connsiteX9" fmla="*/ 31684 w 637958"/>
                <a:gd name="connsiteY9" fmla="*/ 196807 h 484662"/>
                <a:gd name="connsiteX10" fmla="*/ 3020 w 637958"/>
                <a:gd name="connsiteY10" fmla="*/ 220389 h 484662"/>
                <a:gd name="connsiteX11" fmla="*/ 3270 w 637958"/>
                <a:gd name="connsiteY11" fmla="*/ 259635 h 484662"/>
                <a:gd name="connsiteX12" fmla="*/ 107927 w 637958"/>
                <a:gd name="connsiteY12" fmla="*/ 411621 h 484662"/>
                <a:gd name="connsiteX13" fmla="*/ 309742 w 637958"/>
                <a:gd name="connsiteY13" fmla="*/ 482032 h 484662"/>
                <a:gd name="connsiteX14" fmla="*/ 508974 w 637958"/>
                <a:gd name="connsiteY14" fmla="*/ 443535 h 484662"/>
                <a:gd name="connsiteX15" fmla="*/ 622964 w 637958"/>
                <a:gd name="connsiteY15" fmla="*/ 295715 h 484662"/>
                <a:gd name="connsiteX16" fmla="*/ 615881 w 637958"/>
                <a:gd name="connsiteY16" fmla="*/ 100233 h 484662"/>
                <a:gd name="connsiteX17" fmla="*/ 615881 w 637958"/>
                <a:gd name="connsiteY17" fmla="*/ 100233 h 484662"/>
                <a:gd name="connsiteX18" fmla="*/ 138258 w 637958"/>
                <a:gd name="connsiteY18" fmla="*/ 168060 h 484662"/>
                <a:gd name="connsiteX19" fmla="*/ 347739 w 637958"/>
                <a:gd name="connsiteY19" fmla="*/ 86401 h 484662"/>
                <a:gd name="connsiteX20" fmla="*/ 373236 w 637958"/>
                <a:gd name="connsiteY20" fmla="*/ 77402 h 484662"/>
                <a:gd name="connsiteX21" fmla="*/ 437564 w 637958"/>
                <a:gd name="connsiteY21" fmla="*/ 55737 h 484662"/>
                <a:gd name="connsiteX22" fmla="*/ 518140 w 637958"/>
                <a:gd name="connsiteY22" fmla="*/ 29989 h 484662"/>
                <a:gd name="connsiteX23" fmla="*/ 550971 w 637958"/>
                <a:gd name="connsiteY23" fmla="*/ 97400 h 484662"/>
                <a:gd name="connsiteX24" fmla="*/ 568385 w 637958"/>
                <a:gd name="connsiteY24" fmla="*/ 181559 h 484662"/>
                <a:gd name="connsiteX25" fmla="*/ 501725 w 637958"/>
                <a:gd name="connsiteY25" fmla="*/ 334128 h 484662"/>
                <a:gd name="connsiteX26" fmla="*/ 335990 w 637958"/>
                <a:gd name="connsiteY26" fmla="*/ 383374 h 484662"/>
                <a:gd name="connsiteX27" fmla="*/ 187420 w 637958"/>
                <a:gd name="connsiteY27" fmla="*/ 321046 h 484662"/>
                <a:gd name="connsiteX28" fmla="*/ 117926 w 637958"/>
                <a:gd name="connsiteY28" fmla="*/ 254552 h 484662"/>
                <a:gd name="connsiteX29" fmla="*/ 75263 w 637958"/>
                <a:gd name="connsiteY29" fmla="*/ 194224 h 484662"/>
                <a:gd name="connsiteX30" fmla="*/ 138258 w 637958"/>
                <a:gd name="connsiteY30" fmla="*/ 168060 h 484662"/>
                <a:gd name="connsiteX31" fmla="*/ 138258 w 637958"/>
                <a:gd name="connsiteY31" fmla="*/ 168060 h 484662"/>
                <a:gd name="connsiteX32" fmla="*/ 349989 w 637958"/>
                <a:gd name="connsiteY32" fmla="*/ 470949 h 484662"/>
                <a:gd name="connsiteX33" fmla="*/ 250581 w 637958"/>
                <a:gd name="connsiteY33" fmla="*/ 456534 h 484662"/>
                <a:gd name="connsiteX34" fmla="*/ 153339 w 637958"/>
                <a:gd name="connsiteY34" fmla="*/ 422537 h 484662"/>
                <a:gd name="connsiteX35" fmla="*/ 27268 w 637958"/>
                <a:gd name="connsiteY35" fmla="*/ 288716 h 484662"/>
                <a:gd name="connsiteX36" fmla="*/ 18268 w 637958"/>
                <a:gd name="connsiteY36" fmla="*/ 248303 h 484662"/>
                <a:gd name="connsiteX37" fmla="*/ 19602 w 637958"/>
                <a:gd name="connsiteY37" fmla="*/ 226971 h 484662"/>
                <a:gd name="connsiteX38" fmla="*/ 48432 w 637958"/>
                <a:gd name="connsiteY38" fmla="*/ 269717 h 484662"/>
                <a:gd name="connsiteX39" fmla="*/ 93012 w 637958"/>
                <a:gd name="connsiteY39" fmla="*/ 325879 h 484662"/>
                <a:gd name="connsiteX40" fmla="*/ 155839 w 637958"/>
                <a:gd name="connsiteY40" fmla="*/ 373792 h 484662"/>
                <a:gd name="connsiteX41" fmla="*/ 217584 w 637958"/>
                <a:gd name="connsiteY41" fmla="*/ 413788 h 484662"/>
                <a:gd name="connsiteX42" fmla="*/ 349822 w 637958"/>
                <a:gd name="connsiteY42" fmla="*/ 461284 h 484662"/>
                <a:gd name="connsiteX43" fmla="*/ 430148 w 637958"/>
                <a:gd name="connsiteY43" fmla="*/ 460784 h 484662"/>
                <a:gd name="connsiteX44" fmla="*/ 435231 w 637958"/>
                <a:gd name="connsiteY44" fmla="*/ 460200 h 484662"/>
                <a:gd name="connsiteX45" fmla="*/ 349989 w 637958"/>
                <a:gd name="connsiteY45" fmla="*/ 470949 h 484662"/>
                <a:gd name="connsiteX46" fmla="*/ 349989 w 637958"/>
                <a:gd name="connsiteY46" fmla="*/ 470949 h 484662"/>
                <a:gd name="connsiteX47" fmla="*/ 619297 w 637958"/>
                <a:gd name="connsiteY47" fmla="*/ 247136 h 484662"/>
                <a:gd name="connsiteX48" fmla="*/ 532972 w 637958"/>
                <a:gd name="connsiteY48" fmla="*/ 407788 h 484662"/>
                <a:gd name="connsiteX49" fmla="*/ 489142 w 637958"/>
                <a:gd name="connsiteY49" fmla="*/ 438536 h 484662"/>
                <a:gd name="connsiteX50" fmla="*/ 341239 w 637958"/>
                <a:gd name="connsiteY50" fmla="*/ 445868 h 484662"/>
                <a:gd name="connsiteX51" fmla="*/ 215834 w 637958"/>
                <a:gd name="connsiteY51" fmla="*/ 396123 h 484662"/>
                <a:gd name="connsiteX52" fmla="*/ 98595 w 637958"/>
                <a:gd name="connsiteY52" fmla="*/ 312964 h 484662"/>
                <a:gd name="connsiteX53" fmla="*/ 25018 w 637958"/>
                <a:gd name="connsiteY53" fmla="*/ 220639 h 484662"/>
                <a:gd name="connsiteX54" fmla="*/ 45016 w 637958"/>
                <a:gd name="connsiteY54" fmla="*/ 208973 h 484662"/>
                <a:gd name="connsiteX55" fmla="*/ 71764 w 637958"/>
                <a:gd name="connsiteY55" fmla="*/ 195808 h 484662"/>
                <a:gd name="connsiteX56" fmla="*/ 108010 w 637958"/>
                <a:gd name="connsiteY56" fmla="*/ 254136 h 484662"/>
                <a:gd name="connsiteX57" fmla="*/ 171338 w 637958"/>
                <a:gd name="connsiteY57" fmla="*/ 320630 h 484662"/>
                <a:gd name="connsiteX58" fmla="*/ 325324 w 637958"/>
                <a:gd name="connsiteY58" fmla="*/ 393873 h 484662"/>
                <a:gd name="connsiteX59" fmla="*/ 503225 w 637958"/>
                <a:gd name="connsiteY59" fmla="*/ 348294 h 484662"/>
                <a:gd name="connsiteX60" fmla="*/ 579635 w 637958"/>
                <a:gd name="connsiteY60" fmla="*/ 198474 h 484662"/>
                <a:gd name="connsiteX61" fmla="*/ 562970 w 637958"/>
                <a:gd name="connsiteY61" fmla="*/ 97150 h 484662"/>
                <a:gd name="connsiteX62" fmla="*/ 530223 w 637958"/>
                <a:gd name="connsiteY62" fmla="*/ 26073 h 484662"/>
                <a:gd name="connsiteX63" fmla="*/ 564553 w 637958"/>
                <a:gd name="connsiteY63" fmla="*/ 19740 h 484662"/>
                <a:gd name="connsiteX64" fmla="*/ 571635 w 637958"/>
                <a:gd name="connsiteY64" fmla="*/ 38405 h 484662"/>
                <a:gd name="connsiteX65" fmla="*/ 583218 w 637958"/>
                <a:gd name="connsiteY65" fmla="*/ 62736 h 484662"/>
                <a:gd name="connsiteX66" fmla="*/ 619297 w 637958"/>
                <a:gd name="connsiteY66" fmla="*/ 247136 h 484662"/>
                <a:gd name="connsiteX67" fmla="*/ 619297 w 637958"/>
                <a:gd name="connsiteY67" fmla="*/ 247136 h 484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637958" h="484662">
                  <a:moveTo>
                    <a:pt x="615881" y="100233"/>
                  </a:moveTo>
                  <a:cubicBezTo>
                    <a:pt x="608549" y="82401"/>
                    <a:pt x="601966" y="63986"/>
                    <a:pt x="593717" y="46571"/>
                  </a:cubicBezTo>
                  <a:cubicBezTo>
                    <a:pt x="589133" y="36905"/>
                    <a:pt x="584551" y="27823"/>
                    <a:pt x="580801" y="17740"/>
                  </a:cubicBezTo>
                  <a:cubicBezTo>
                    <a:pt x="579135" y="13157"/>
                    <a:pt x="577468" y="6825"/>
                    <a:pt x="573718" y="3408"/>
                  </a:cubicBezTo>
                  <a:cubicBezTo>
                    <a:pt x="564303" y="-5424"/>
                    <a:pt x="545804" y="5325"/>
                    <a:pt x="535972" y="8574"/>
                  </a:cubicBezTo>
                  <a:cubicBezTo>
                    <a:pt x="516723" y="14991"/>
                    <a:pt x="497558" y="21740"/>
                    <a:pt x="478394" y="28323"/>
                  </a:cubicBezTo>
                  <a:cubicBezTo>
                    <a:pt x="450063" y="37905"/>
                    <a:pt x="421649" y="47571"/>
                    <a:pt x="393318" y="57570"/>
                  </a:cubicBezTo>
                  <a:cubicBezTo>
                    <a:pt x="376986" y="62820"/>
                    <a:pt x="360654" y="68236"/>
                    <a:pt x="344322" y="73735"/>
                  </a:cubicBezTo>
                  <a:cubicBezTo>
                    <a:pt x="271495" y="98233"/>
                    <a:pt x="200502" y="127397"/>
                    <a:pt x="128842" y="154811"/>
                  </a:cubicBezTo>
                  <a:cubicBezTo>
                    <a:pt x="96011" y="167393"/>
                    <a:pt x="62848" y="180226"/>
                    <a:pt x="31684" y="196807"/>
                  </a:cubicBezTo>
                  <a:cubicBezTo>
                    <a:pt x="20102" y="202974"/>
                    <a:pt x="8353" y="207806"/>
                    <a:pt x="3020" y="220389"/>
                  </a:cubicBezTo>
                  <a:cubicBezTo>
                    <a:pt x="-2563" y="233471"/>
                    <a:pt x="853" y="246220"/>
                    <a:pt x="3270" y="259635"/>
                  </a:cubicBezTo>
                  <a:cubicBezTo>
                    <a:pt x="14685" y="321880"/>
                    <a:pt x="54932" y="377958"/>
                    <a:pt x="107927" y="411621"/>
                  </a:cubicBezTo>
                  <a:cubicBezTo>
                    <a:pt x="168838" y="450368"/>
                    <a:pt x="237999" y="473449"/>
                    <a:pt x="309742" y="482032"/>
                  </a:cubicBezTo>
                  <a:cubicBezTo>
                    <a:pt x="379986" y="490448"/>
                    <a:pt x="447480" y="478949"/>
                    <a:pt x="508974" y="443535"/>
                  </a:cubicBezTo>
                  <a:cubicBezTo>
                    <a:pt x="563636" y="412038"/>
                    <a:pt x="602549" y="354293"/>
                    <a:pt x="622964" y="295715"/>
                  </a:cubicBezTo>
                  <a:cubicBezTo>
                    <a:pt x="645712" y="230888"/>
                    <a:pt x="641962" y="163477"/>
                    <a:pt x="615881" y="100233"/>
                  </a:cubicBezTo>
                  <a:lnTo>
                    <a:pt x="615881" y="100233"/>
                  </a:lnTo>
                  <a:close/>
                  <a:moveTo>
                    <a:pt x="138258" y="168060"/>
                  </a:moveTo>
                  <a:cubicBezTo>
                    <a:pt x="208001" y="140479"/>
                    <a:pt x="276995" y="111065"/>
                    <a:pt x="347739" y="86401"/>
                  </a:cubicBezTo>
                  <a:cubicBezTo>
                    <a:pt x="356238" y="83401"/>
                    <a:pt x="364737" y="80401"/>
                    <a:pt x="373236" y="77402"/>
                  </a:cubicBezTo>
                  <a:cubicBezTo>
                    <a:pt x="394651" y="69985"/>
                    <a:pt x="416066" y="62653"/>
                    <a:pt x="437564" y="55737"/>
                  </a:cubicBezTo>
                  <a:cubicBezTo>
                    <a:pt x="464395" y="47071"/>
                    <a:pt x="491226" y="38322"/>
                    <a:pt x="518140" y="29989"/>
                  </a:cubicBezTo>
                  <a:cubicBezTo>
                    <a:pt x="537055" y="46321"/>
                    <a:pt x="544638" y="74319"/>
                    <a:pt x="550971" y="97400"/>
                  </a:cubicBezTo>
                  <a:cubicBezTo>
                    <a:pt x="558553" y="125147"/>
                    <a:pt x="568719" y="152478"/>
                    <a:pt x="568385" y="181559"/>
                  </a:cubicBezTo>
                  <a:cubicBezTo>
                    <a:pt x="567885" y="237887"/>
                    <a:pt x="545721" y="297382"/>
                    <a:pt x="501725" y="334128"/>
                  </a:cubicBezTo>
                  <a:cubicBezTo>
                    <a:pt x="457146" y="371292"/>
                    <a:pt x="392735" y="385874"/>
                    <a:pt x="335990" y="383374"/>
                  </a:cubicBezTo>
                  <a:cubicBezTo>
                    <a:pt x="281328" y="380957"/>
                    <a:pt x="229999" y="353960"/>
                    <a:pt x="187420" y="321046"/>
                  </a:cubicBezTo>
                  <a:cubicBezTo>
                    <a:pt x="161755" y="301131"/>
                    <a:pt x="137424" y="280717"/>
                    <a:pt x="117926" y="254552"/>
                  </a:cubicBezTo>
                  <a:cubicBezTo>
                    <a:pt x="103261" y="234721"/>
                    <a:pt x="88929" y="214639"/>
                    <a:pt x="75263" y="194224"/>
                  </a:cubicBezTo>
                  <a:cubicBezTo>
                    <a:pt x="96178" y="184642"/>
                    <a:pt x="117259" y="176309"/>
                    <a:pt x="138258" y="168060"/>
                  </a:cubicBezTo>
                  <a:lnTo>
                    <a:pt x="138258" y="168060"/>
                  </a:lnTo>
                  <a:close/>
                  <a:moveTo>
                    <a:pt x="349989" y="470949"/>
                  </a:moveTo>
                  <a:cubicBezTo>
                    <a:pt x="316158" y="470366"/>
                    <a:pt x="283494" y="463950"/>
                    <a:pt x="250581" y="456534"/>
                  </a:cubicBezTo>
                  <a:cubicBezTo>
                    <a:pt x="217250" y="449035"/>
                    <a:pt x="183754" y="438452"/>
                    <a:pt x="153339" y="422537"/>
                  </a:cubicBezTo>
                  <a:cubicBezTo>
                    <a:pt x="96345" y="392706"/>
                    <a:pt x="49182" y="350794"/>
                    <a:pt x="27268" y="288716"/>
                  </a:cubicBezTo>
                  <a:cubicBezTo>
                    <a:pt x="22601" y="275550"/>
                    <a:pt x="20185" y="262135"/>
                    <a:pt x="18268" y="248303"/>
                  </a:cubicBezTo>
                  <a:cubicBezTo>
                    <a:pt x="17185" y="240470"/>
                    <a:pt x="16102" y="233471"/>
                    <a:pt x="19602" y="226971"/>
                  </a:cubicBezTo>
                  <a:cubicBezTo>
                    <a:pt x="28184" y="241887"/>
                    <a:pt x="38433" y="255552"/>
                    <a:pt x="48432" y="269717"/>
                  </a:cubicBezTo>
                  <a:cubicBezTo>
                    <a:pt x="62181" y="289216"/>
                    <a:pt x="75597" y="309297"/>
                    <a:pt x="93012" y="325879"/>
                  </a:cubicBezTo>
                  <a:cubicBezTo>
                    <a:pt x="112010" y="343961"/>
                    <a:pt x="134258" y="359126"/>
                    <a:pt x="155839" y="373792"/>
                  </a:cubicBezTo>
                  <a:cubicBezTo>
                    <a:pt x="176171" y="387540"/>
                    <a:pt x="196169" y="401622"/>
                    <a:pt x="217584" y="413788"/>
                  </a:cubicBezTo>
                  <a:cubicBezTo>
                    <a:pt x="258080" y="436786"/>
                    <a:pt x="303076" y="455951"/>
                    <a:pt x="349822" y="461284"/>
                  </a:cubicBezTo>
                  <a:cubicBezTo>
                    <a:pt x="376403" y="464367"/>
                    <a:pt x="403651" y="463867"/>
                    <a:pt x="430148" y="460784"/>
                  </a:cubicBezTo>
                  <a:cubicBezTo>
                    <a:pt x="431814" y="460617"/>
                    <a:pt x="433564" y="460367"/>
                    <a:pt x="435231" y="460200"/>
                  </a:cubicBezTo>
                  <a:cubicBezTo>
                    <a:pt x="407650" y="467950"/>
                    <a:pt x="378486" y="471449"/>
                    <a:pt x="349989" y="470949"/>
                  </a:cubicBezTo>
                  <a:lnTo>
                    <a:pt x="349989" y="470949"/>
                  </a:lnTo>
                  <a:close/>
                  <a:moveTo>
                    <a:pt x="619297" y="247136"/>
                  </a:moveTo>
                  <a:cubicBezTo>
                    <a:pt x="609299" y="307464"/>
                    <a:pt x="578551" y="366459"/>
                    <a:pt x="532972" y="407788"/>
                  </a:cubicBezTo>
                  <a:cubicBezTo>
                    <a:pt x="519640" y="419871"/>
                    <a:pt x="504891" y="430037"/>
                    <a:pt x="489142" y="438536"/>
                  </a:cubicBezTo>
                  <a:cubicBezTo>
                    <a:pt x="440230" y="448868"/>
                    <a:pt x="391318" y="455701"/>
                    <a:pt x="341239" y="445868"/>
                  </a:cubicBezTo>
                  <a:cubicBezTo>
                    <a:pt x="296743" y="437119"/>
                    <a:pt x="254581" y="419371"/>
                    <a:pt x="215834" y="396123"/>
                  </a:cubicBezTo>
                  <a:cubicBezTo>
                    <a:pt x="175838" y="372125"/>
                    <a:pt x="131842" y="345961"/>
                    <a:pt x="98595" y="312964"/>
                  </a:cubicBezTo>
                  <a:cubicBezTo>
                    <a:pt x="70764" y="285133"/>
                    <a:pt x="51849" y="248886"/>
                    <a:pt x="25018" y="220639"/>
                  </a:cubicBezTo>
                  <a:cubicBezTo>
                    <a:pt x="30767" y="215722"/>
                    <a:pt x="38683" y="212389"/>
                    <a:pt x="45016" y="208973"/>
                  </a:cubicBezTo>
                  <a:cubicBezTo>
                    <a:pt x="53765" y="204307"/>
                    <a:pt x="62764" y="199974"/>
                    <a:pt x="71764" y="195808"/>
                  </a:cubicBezTo>
                  <a:cubicBezTo>
                    <a:pt x="80679" y="217056"/>
                    <a:pt x="94845" y="235137"/>
                    <a:pt x="108010" y="254136"/>
                  </a:cubicBezTo>
                  <a:cubicBezTo>
                    <a:pt x="125925" y="280050"/>
                    <a:pt x="147257" y="300548"/>
                    <a:pt x="171338" y="320630"/>
                  </a:cubicBezTo>
                  <a:cubicBezTo>
                    <a:pt x="214917" y="357043"/>
                    <a:pt x="267746" y="388290"/>
                    <a:pt x="325324" y="393873"/>
                  </a:cubicBezTo>
                  <a:cubicBezTo>
                    <a:pt x="385735" y="399706"/>
                    <a:pt x="454063" y="385124"/>
                    <a:pt x="503225" y="348294"/>
                  </a:cubicBezTo>
                  <a:cubicBezTo>
                    <a:pt x="550554" y="312797"/>
                    <a:pt x="574385" y="256052"/>
                    <a:pt x="579635" y="198474"/>
                  </a:cubicBezTo>
                  <a:cubicBezTo>
                    <a:pt x="582967" y="162727"/>
                    <a:pt x="572802" y="130980"/>
                    <a:pt x="562970" y="97150"/>
                  </a:cubicBezTo>
                  <a:cubicBezTo>
                    <a:pt x="555887" y="72735"/>
                    <a:pt x="548554" y="44655"/>
                    <a:pt x="530223" y="26073"/>
                  </a:cubicBezTo>
                  <a:cubicBezTo>
                    <a:pt x="540638" y="22073"/>
                    <a:pt x="559469" y="13574"/>
                    <a:pt x="564553" y="19740"/>
                  </a:cubicBezTo>
                  <a:cubicBezTo>
                    <a:pt x="567802" y="23740"/>
                    <a:pt x="569302" y="33406"/>
                    <a:pt x="571635" y="38405"/>
                  </a:cubicBezTo>
                  <a:cubicBezTo>
                    <a:pt x="575468" y="46571"/>
                    <a:pt x="579801" y="54320"/>
                    <a:pt x="583218" y="62736"/>
                  </a:cubicBezTo>
                  <a:cubicBezTo>
                    <a:pt x="608132" y="122647"/>
                    <a:pt x="630296" y="181059"/>
                    <a:pt x="619297" y="247136"/>
                  </a:cubicBezTo>
                  <a:lnTo>
                    <a:pt x="619297" y="247136"/>
                  </a:lnTo>
                  <a:close/>
                </a:path>
              </a:pathLst>
            </a:custGeom>
            <a:grpFill/>
            <a:ln w="8332" cap="flat">
              <a:noFill/>
              <a:prstDash val="solid"/>
              <a:miter/>
            </a:ln>
          </p:spPr>
          <p:txBody>
            <a:bodyPr rtlCol="0" anchor="ctr"/>
            <a:lstStyle/>
            <a:p>
              <a:endParaRPr lang="en-US"/>
            </a:p>
          </p:txBody>
        </p:sp>
        <p:sp>
          <p:nvSpPr>
            <p:cNvPr id="1473" name="Freeform: Shape 1472"/>
            <p:cNvSpPr/>
            <p:nvPr/>
          </p:nvSpPr>
          <p:spPr>
            <a:xfrm>
              <a:off x="3426429" y="3213028"/>
              <a:ext cx="30917" cy="38064"/>
            </a:xfrm>
            <a:custGeom>
              <a:avLst/>
              <a:gdLst>
                <a:gd name="connsiteX0" fmla="*/ 21365 w 30917"/>
                <a:gd name="connsiteY0" fmla="*/ 1526 h 38064"/>
                <a:gd name="connsiteX1" fmla="*/ 8532 w 30917"/>
                <a:gd name="connsiteY1" fmla="*/ 15775 h 38064"/>
                <a:gd name="connsiteX2" fmla="*/ 367 w 30917"/>
                <a:gd name="connsiteY2" fmla="*/ 29524 h 38064"/>
                <a:gd name="connsiteX3" fmla="*/ 10616 w 30917"/>
                <a:gd name="connsiteY3" fmla="*/ 37440 h 38064"/>
                <a:gd name="connsiteX4" fmla="*/ 16699 w 30917"/>
                <a:gd name="connsiteY4" fmla="*/ 31524 h 38064"/>
                <a:gd name="connsiteX5" fmla="*/ 22032 w 30917"/>
                <a:gd name="connsiteY5" fmla="*/ 25024 h 38064"/>
                <a:gd name="connsiteX6" fmla="*/ 27114 w 30917"/>
                <a:gd name="connsiteY6" fmla="*/ 15525 h 38064"/>
                <a:gd name="connsiteX7" fmla="*/ 30864 w 30917"/>
                <a:gd name="connsiteY7" fmla="*/ 7026 h 38064"/>
                <a:gd name="connsiteX8" fmla="*/ 21365 w 30917"/>
                <a:gd name="connsiteY8" fmla="*/ 1526 h 38064"/>
                <a:gd name="connsiteX9" fmla="*/ 21365 w 30917"/>
                <a:gd name="connsiteY9" fmla="*/ 1526 h 38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917" h="38064">
                  <a:moveTo>
                    <a:pt x="21365" y="1526"/>
                  </a:moveTo>
                  <a:cubicBezTo>
                    <a:pt x="16199" y="5859"/>
                    <a:pt x="12866" y="10775"/>
                    <a:pt x="8532" y="15775"/>
                  </a:cubicBezTo>
                  <a:cubicBezTo>
                    <a:pt x="4867" y="20025"/>
                    <a:pt x="2117" y="24108"/>
                    <a:pt x="367" y="29524"/>
                  </a:cubicBezTo>
                  <a:cubicBezTo>
                    <a:pt x="-1716" y="35940"/>
                    <a:pt x="5533" y="39606"/>
                    <a:pt x="10616" y="37440"/>
                  </a:cubicBezTo>
                  <a:cubicBezTo>
                    <a:pt x="13449" y="36273"/>
                    <a:pt x="14782" y="33774"/>
                    <a:pt x="16699" y="31524"/>
                  </a:cubicBezTo>
                  <a:cubicBezTo>
                    <a:pt x="18032" y="29940"/>
                    <a:pt x="20448" y="27357"/>
                    <a:pt x="22032" y="25024"/>
                  </a:cubicBezTo>
                  <a:cubicBezTo>
                    <a:pt x="24031" y="22025"/>
                    <a:pt x="25531" y="18775"/>
                    <a:pt x="27114" y="15525"/>
                  </a:cubicBezTo>
                  <a:cubicBezTo>
                    <a:pt x="28364" y="12775"/>
                    <a:pt x="30364" y="10109"/>
                    <a:pt x="30864" y="7026"/>
                  </a:cubicBezTo>
                  <a:cubicBezTo>
                    <a:pt x="31530" y="1443"/>
                    <a:pt x="25781" y="-2223"/>
                    <a:pt x="21365" y="1526"/>
                  </a:cubicBezTo>
                  <a:lnTo>
                    <a:pt x="21365" y="1526"/>
                  </a:lnTo>
                  <a:close/>
                </a:path>
              </a:pathLst>
            </a:custGeom>
            <a:grpFill/>
            <a:ln w="8332" cap="flat">
              <a:noFill/>
              <a:prstDash val="solid"/>
              <a:miter/>
            </a:ln>
          </p:spPr>
          <p:txBody>
            <a:bodyPr rtlCol="0" anchor="ctr"/>
            <a:lstStyle/>
            <a:p>
              <a:endParaRPr lang="en-US"/>
            </a:p>
          </p:txBody>
        </p:sp>
        <p:sp>
          <p:nvSpPr>
            <p:cNvPr id="1474" name="Freeform: Shape 1473"/>
            <p:cNvSpPr/>
            <p:nvPr/>
          </p:nvSpPr>
          <p:spPr>
            <a:xfrm>
              <a:off x="3473479" y="3235275"/>
              <a:ext cx="24255" cy="45664"/>
            </a:xfrm>
            <a:custGeom>
              <a:avLst/>
              <a:gdLst>
                <a:gd name="connsiteX0" fmla="*/ 14062 w 24255"/>
                <a:gd name="connsiteY0" fmla="*/ 3527 h 45664"/>
                <a:gd name="connsiteX1" fmla="*/ 1063 w 24255"/>
                <a:gd name="connsiteY1" fmla="*/ 28691 h 45664"/>
                <a:gd name="connsiteX2" fmla="*/ 8479 w 24255"/>
                <a:gd name="connsiteY2" fmla="*/ 45607 h 45664"/>
                <a:gd name="connsiteX3" fmla="*/ 15728 w 24255"/>
                <a:gd name="connsiteY3" fmla="*/ 38440 h 45664"/>
                <a:gd name="connsiteX4" fmla="*/ 15895 w 24255"/>
                <a:gd name="connsiteY4" fmla="*/ 37524 h 45664"/>
                <a:gd name="connsiteX5" fmla="*/ 16562 w 24255"/>
                <a:gd name="connsiteY5" fmla="*/ 33691 h 45664"/>
                <a:gd name="connsiteX6" fmla="*/ 17978 w 24255"/>
                <a:gd name="connsiteY6" fmla="*/ 27525 h 45664"/>
                <a:gd name="connsiteX7" fmla="*/ 24228 w 24255"/>
                <a:gd name="connsiteY7" fmla="*/ 4943 h 45664"/>
                <a:gd name="connsiteX8" fmla="*/ 14062 w 24255"/>
                <a:gd name="connsiteY8" fmla="*/ 3527 h 45664"/>
                <a:gd name="connsiteX9" fmla="*/ 14062 w 24255"/>
                <a:gd name="connsiteY9" fmla="*/ 3527 h 45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255" h="45664">
                  <a:moveTo>
                    <a:pt x="14062" y="3527"/>
                  </a:moveTo>
                  <a:cubicBezTo>
                    <a:pt x="10479" y="12359"/>
                    <a:pt x="4229" y="19609"/>
                    <a:pt x="1063" y="28691"/>
                  </a:cubicBezTo>
                  <a:cubicBezTo>
                    <a:pt x="-937" y="34441"/>
                    <a:pt x="-937" y="46606"/>
                    <a:pt x="8479" y="45607"/>
                  </a:cubicBezTo>
                  <a:cubicBezTo>
                    <a:pt x="11979" y="45190"/>
                    <a:pt x="15728" y="42023"/>
                    <a:pt x="15728" y="38440"/>
                  </a:cubicBezTo>
                  <a:cubicBezTo>
                    <a:pt x="15812" y="38107"/>
                    <a:pt x="15895" y="37857"/>
                    <a:pt x="15895" y="37524"/>
                  </a:cubicBezTo>
                  <a:cubicBezTo>
                    <a:pt x="16228" y="36274"/>
                    <a:pt x="16311" y="34941"/>
                    <a:pt x="16562" y="33691"/>
                  </a:cubicBezTo>
                  <a:cubicBezTo>
                    <a:pt x="16978" y="31608"/>
                    <a:pt x="17395" y="29524"/>
                    <a:pt x="17978" y="27525"/>
                  </a:cubicBezTo>
                  <a:cubicBezTo>
                    <a:pt x="20228" y="19859"/>
                    <a:pt x="23477" y="13026"/>
                    <a:pt x="24228" y="4943"/>
                  </a:cubicBezTo>
                  <a:cubicBezTo>
                    <a:pt x="24811" y="-1389"/>
                    <a:pt x="16062" y="-1389"/>
                    <a:pt x="14062" y="3527"/>
                  </a:cubicBezTo>
                  <a:lnTo>
                    <a:pt x="14062" y="3527"/>
                  </a:lnTo>
                  <a:close/>
                </a:path>
              </a:pathLst>
            </a:custGeom>
            <a:grpFill/>
            <a:ln w="8332" cap="flat">
              <a:noFill/>
              <a:prstDash val="solid"/>
              <a:miter/>
            </a:ln>
          </p:spPr>
          <p:txBody>
            <a:bodyPr rtlCol="0" anchor="ctr"/>
            <a:lstStyle/>
            <a:p>
              <a:endParaRPr lang="en-US"/>
            </a:p>
          </p:txBody>
        </p:sp>
        <p:sp>
          <p:nvSpPr>
            <p:cNvPr id="1475" name="Freeform: Shape 1474"/>
            <p:cNvSpPr/>
            <p:nvPr/>
          </p:nvSpPr>
          <p:spPr>
            <a:xfrm>
              <a:off x="3539599" y="3246321"/>
              <a:ext cx="18138" cy="43818"/>
            </a:xfrm>
            <a:custGeom>
              <a:avLst/>
              <a:gdLst>
                <a:gd name="connsiteX0" fmla="*/ 17268 w 18138"/>
                <a:gd name="connsiteY0" fmla="*/ 32311 h 43818"/>
                <a:gd name="connsiteX1" fmla="*/ 16685 w 18138"/>
                <a:gd name="connsiteY1" fmla="*/ 20812 h 43818"/>
                <a:gd name="connsiteX2" fmla="*/ 15185 w 18138"/>
                <a:gd name="connsiteY2" fmla="*/ 5397 h 43818"/>
                <a:gd name="connsiteX3" fmla="*/ 4353 w 18138"/>
                <a:gd name="connsiteY3" fmla="*/ 3897 h 43818"/>
                <a:gd name="connsiteX4" fmla="*/ 1353 w 18138"/>
                <a:gd name="connsiteY4" fmla="*/ 14729 h 43818"/>
                <a:gd name="connsiteX5" fmla="*/ 270 w 18138"/>
                <a:gd name="connsiteY5" fmla="*/ 25728 h 43818"/>
                <a:gd name="connsiteX6" fmla="*/ 6769 w 18138"/>
                <a:gd name="connsiteY6" fmla="*/ 42810 h 43818"/>
                <a:gd name="connsiteX7" fmla="*/ 17268 w 18138"/>
                <a:gd name="connsiteY7" fmla="*/ 32311 h 43818"/>
                <a:gd name="connsiteX8" fmla="*/ 17268 w 18138"/>
                <a:gd name="connsiteY8" fmla="*/ 32311 h 43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138" h="43818">
                  <a:moveTo>
                    <a:pt x="17268" y="32311"/>
                  </a:moveTo>
                  <a:cubicBezTo>
                    <a:pt x="16518" y="30727"/>
                    <a:pt x="16935" y="23562"/>
                    <a:pt x="16685" y="20812"/>
                  </a:cubicBezTo>
                  <a:cubicBezTo>
                    <a:pt x="16185" y="15645"/>
                    <a:pt x="15685" y="10563"/>
                    <a:pt x="15185" y="5397"/>
                  </a:cubicBezTo>
                  <a:cubicBezTo>
                    <a:pt x="14685" y="-520"/>
                    <a:pt x="6103" y="-2353"/>
                    <a:pt x="4353" y="3897"/>
                  </a:cubicBezTo>
                  <a:cubicBezTo>
                    <a:pt x="3353" y="7563"/>
                    <a:pt x="1936" y="10896"/>
                    <a:pt x="1353" y="14729"/>
                  </a:cubicBezTo>
                  <a:cubicBezTo>
                    <a:pt x="853" y="18395"/>
                    <a:pt x="603" y="22062"/>
                    <a:pt x="270" y="25728"/>
                  </a:cubicBezTo>
                  <a:cubicBezTo>
                    <a:pt x="-480" y="32561"/>
                    <a:pt x="-63" y="39143"/>
                    <a:pt x="6769" y="42810"/>
                  </a:cubicBezTo>
                  <a:cubicBezTo>
                    <a:pt x="13769" y="46560"/>
                    <a:pt x="20601" y="39143"/>
                    <a:pt x="17268" y="32311"/>
                  </a:cubicBezTo>
                  <a:lnTo>
                    <a:pt x="17268" y="32311"/>
                  </a:lnTo>
                  <a:close/>
                </a:path>
              </a:pathLst>
            </a:custGeom>
            <a:grpFill/>
            <a:ln w="8332" cap="flat">
              <a:noFill/>
              <a:prstDash val="solid"/>
              <a:miter/>
            </a:ln>
          </p:spPr>
          <p:txBody>
            <a:bodyPr rtlCol="0" anchor="ctr"/>
            <a:lstStyle/>
            <a:p>
              <a:endParaRPr lang="en-US"/>
            </a:p>
          </p:txBody>
        </p:sp>
        <p:sp>
          <p:nvSpPr>
            <p:cNvPr id="1476" name="Freeform: Shape 1475"/>
            <p:cNvSpPr/>
            <p:nvPr/>
          </p:nvSpPr>
          <p:spPr>
            <a:xfrm>
              <a:off x="3593704" y="3241188"/>
              <a:ext cx="33721" cy="35194"/>
            </a:xfrm>
            <a:custGeom>
              <a:avLst/>
              <a:gdLst>
                <a:gd name="connsiteX0" fmla="*/ 31574 w 33721"/>
                <a:gd name="connsiteY0" fmla="*/ 21195 h 35194"/>
                <a:gd name="connsiteX1" fmla="*/ 20909 w 33721"/>
                <a:gd name="connsiteY1" fmla="*/ 8779 h 35194"/>
                <a:gd name="connsiteX2" fmla="*/ 14909 w 33721"/>
                <a:gd name="connsiteY2" fmla="*/ 3613 h 35194"/>
                <a:gd name="connsiteX3" fmla="*/ 7160 w 33721"/>
                <a:gd name="connsiteY3" fmla="*/ 613 h 35194"/>
                <a:gd name="connsiteX4" fmla="*/ 1410 w 33721"/>
                <a:gd name="connsiteY4" fmla="*/ 8113 h 35194"/>
                <a:gd name="connsiteX5" fmla="*/ 7076 w 33721"/>
                <a:gd name="connsiteY5" fmla="*/ 12529 h 35194"/>
                <a:gd name="connsiteX6" fmla="*/ 11326 w 33721"/>
                <a:gd name="connsiteY6" fmla="*/ 18945 h 35194"/>
                <a:gd name="connsiteX7" fmla="*/ 20242 w 33721"/>
                <a:gd name="connsiteY7" fmla="*/ 32611 h 35194"/>
                <a:gd name="connsiteX8" fmla="*/ 31574 w 33721"/>
                <a:gd name="connsiteY8" fmla="*/ 21195 h 35194"/>
                <a:gd name="connsiteX9" fmla="*/ 31574 w 33721"/>
                <a:gd name="connsiteY9" fmla="*/ 21195 h 35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3721" h="35194">
                  <a:moveTo>
                    <a:pt x="31574" y="21195"/>
                  </a:moveTo>
                  <a:cubicBezTo>
                    <a:pt x="27908" y="17112"/>
                    <a:pt x="24575" y="12862"/>
                    <a:pt x="20909" y="8779"/>
                  </a:cubicBezTo>
                  <a:cubicBezTo>
                    <a:pt x="19159" y="6863"/>
                    <a:pt x="17159" y="4946"/>
                    <a:pt x="14909" y="3613"/>
                  </a:cubicBezTo>
                  <a:cubicBezTo>
                    <a:pt x="12493" y="2113"/>
                    <a:pt x="9576" y="2030"/>
                    <a:pt x="7160" y="613"/>
                  </a:cubicBezTo>
                  <a:cubicBezTo>
                    <a:pt x="2494" y="-1970"/>
                    <a:pt x="-2506" y="4196"/>
                    <a:pt x="1410" y="8113"/>
                  </a:cubicBezTo>
                  <a:cubicBezTo>
                    <a:pt x="3160" y="9779"/>
                    <a:pt x="5410" y="10862"/>
                    <a:pt x="7076" y="12529"/>
                  </a:cubicBezTo>
                  <a:cubicBezTo>
                    <a:pt x="8743" y="14362"/>
                    <a:pt x="10076" y="16779"/>
                    <a:pt x="11326" y="18945"/>
                  </a:cubicBezTo>
                  <a:cubicBezTo>
                    <a:pt x="14159" y="23695"/>
                    <a:pt x="16576" y="28444"/>
                    <a:pt x="20242" y="32611"/>
                  </a:cubicBezTo>
                  <a:cubicBezTo>
                    <a:pt x="27075" y="40360"/>
                    <a:pt x="38490" y="28944"/>
                    <a:pt x="31574" y="21195"/>
                  </a:cubicBezTo>
                  <a:lnTo>
                    <a:pt x="31574" y="21195"/>
                  </a:lnTo>
                  <a:close/>
                </a:path>
              </a:pathLst>
            </a:custGeom>
            <a:grpFill/>
            <a:ln w="8332" cap="flat">
              <a:noFill/>
              <a:prstDash val="solid"/>
              <a:miter/>
            </a:ln>
          </p:spPr>
          <p:txBody>
            <a:bodyPr rtlCol="0" anchor="ctr"/>
            <a:lstStyle/>
            <a:p>
              <a:endParaRPr lang="en-US"/>
            </a:p>
          </p:txBody>
        </p:sp>
        <p:sp>
          <p:nvSpPr>
            <p:cNvPr id="1477" name="Freeform: Shape 1476"/>
            <p:cNvSpPr/>
            <p:nvPr/>
          </p:nvSpPr>
          <p:spPr>
            <a:xfrm>
              <a:off x="3629658" y="3205208"/>
              <a:ext cx="46721" cy="19305"/>
            </a:xfrm>
            <a:custGeom>
              <a:avLst/>
              <a:gdLst>
                <a:gd name="connsiteX0" fmla="*/ 43366 w 46721"/>
                <a:gd name="connsiteY0" fmla="*/ 6096 h 19305"/>
                <a:gd name="connsiteX1" fmla="*/ 24451 w 46721"/>
                <a:gd name="connsiteY1" fmla="*/ 2763 h 19305"/>
                <a:gd name="connsiteX2" fmla="*/ 6786 w 46721"/>
                <a:gd name="connsiteY2" fmla="*/ 97 h 19305"/>
                <a:gd name="connsiteX3" fmla="*/ 3869 w 46721"/>
                <a:gd name="connsiteY3" fmla="*/ 10512 h 19305"/>
                <a:gd name="connsiteX4" fmla="*/ 41782 w 46721"/>
                <a:gd name="connsiteY4" fmla="*/ 18595 h 19305"/>
                <a:gd name="connsiteX5" fmla="*/ 43366 w 46721"/>
                <a:gd name="connsiteY5" fmla="*/ 6096 h 19305"/>
                <a:gd name="connsiteX6" fmla="*/ 43366 w 46721"/>
                <a:gd name="connsiteY6" fmla="*/ 6096 h 19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721" h="19305">
                  <a:moveTo>
                    <a:pt x="43366" y="6096"/>
                  </a:moveTo>
                  <a:cubicBezTo>
                    <a:pt x="37116" y="3263"/>
                    <a:pt x="31200" y="3263"/>
                    <a:pt x="24451" y="2763"/>
                  </a:cubicBezTo>
                  <a:cubicBezTo>
                    <a:pt x="18368" y="2263"/>
                    <a:pt x="12702" y="1096"/>
                    <a:pt x="6786" y="97"/>
                  </a:cubicBezTo>
                  <a:cubicBezTo>
                    <a:pt x="37" y="-1070"/>
                    <a:pt x="-2964" y="8679"/>
                    <a:pt x="3869" y="10512"/>
                  </a:cubicBezTo>
                  <a:cubicBezTo>
                    <a:pt x="16618" y="13929"/>
                    <a:pt x="27951" y="21678"/>
                    <a:pt x="41782" y="18595"/>
                  </a:cubicBezTo>
                  <a:cubicBezTo>
                    <a:pt x="47199" y="17262"/>
                    <a:pt x="48782" y="8429"/>
                    <a:pt x="43366" y="6096"/>
                  </a:cubicBezTo>
                  <a:lnTo>
                    <a:pt x="43366" y="6096"/>
                  </a:lnTo>
                  <a:close/>
                </a:path>
              </a:pathLst>
            </a:custGeom>
            <a:grpFill/>
            <a:ln w="8332" cap="flat">
              <a:noFill/>
              <a:prstDash val="solid"/>
              <a:miter/>
            </a:ln>
          </p:spPr>
          <p:txBody>
            <a:bodyPr rtlCol="0" anchor="ctr"/>
            <a:lstStyle/>
            <a:p>
              <a:endParaRPr lang="en-US"/>
            </a:p>
          </p:txBody>
        </p:sp>
        <p:sp>
          <p:nvSpPr>
            <p:cNvPr id="1478" name="Freeform: Shape 1477"/>
            <p:cNvSpPr/>
            <p:nvPr/>
          </p:nvSpPr>
          <p:spPr>
            <a:xfrm>
              <a:off x="3637006" y="3155640"/>
              <a:ext cx="47809" cy="16326"/>
            </a:xfrm>
            <a:custGeom>
              <a:avLst/>
              <a:gdLst>
                <a:gd name="connsiteX0" fmla="*/ 42184 w 47809"/>
                <a:gd name="connsiteY0" fmla="*/ 3 h 16326"/>
                <a:gd name="connsiteX1" fmla="*/ 26102 w 47809"/>
                <a:gd name="connsiteY1" fmla="*/ 3169 h 16326"/>
                <a:gd name="connsiteX2" fmla="*/ 2687 w 47809"/>
                <a:gd name="connsiteY2" fmla="*/ 7919 h 16326"/>
                <a:gd name="connsiteX3" fmla="*/ 2687 w 47809"/>
                <a:gd name="connsiteY3" fmla="*/ 15168 h 16326"/>
                <a:gd name="connsiteX4" fmla="*/ 30351 w 47809"/>
                <a:gd name="connsiteY4" fmla="*/ 15751 h 16326"/>
                <a:gd name="connsiteX5" fmla="*/ 47183 w 47809"/>
                <a:gd name="connsiteY5" fmla="*/ 8669 h 16326"/>
                <a:gd name="connsiteX6" fmla="*/ 42184 w 47809"/>
                <a:gd name="connsiteY6" fmla="*/ 3 h 16326"/>
                <a:gd name="connsiteX7" fmla="*/ 42184 w 47809"/>
                <a:gd name="connsiteY7" fmla="*/ 3 h 16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809" h="16326">
                  <a:moveTo>
                    <a:pt x="42184" y="3"/>
                  </a:moveTo>
                  <a:cubicBezTo>
                    <a:pt x="36517" y="-81"/>
                    <a:pt x="31602" y="1669"/>
                    <a:pt x="26102" y="3169"/>
                  </a:cubicBezTo>
                  <a:cubicBezTo>
                    <a:pt x="18436" y="5252"/>
                    <a:pt x="10520" y="6752"/>
                    <a:pt x="2687" y="7919"/>
                  </a:cubicBezTo>
                  <a:cubicBezTo>
                    <a:pt x="-896" y="8502"/>
                    <a:pt x="-896" y="14668"/>
                    <a:pt x="2687" y="15168"/>
                  </a:cubicBezTo>
                  <a:cubicBezTo>
                    <a:pt x="11853" y="16501"/>
                    <a:pt x="21102" y="16668"/>
                    <a:pt x="30351" y="15751"/>
                  </a:cubicBezTo>
                  <a:cubicBezTo>
                    <a:pt x="36351" y="15168"/>
                    <a:pt x="44267" y="15001"/>
                    <a:pt x="47183" y="8669"/>
                  </a:cubicBezTo>
                  <a:cubicBezTo>
                    <a:pt x="48933" y="4752"/>
                    <a:pt x="46933" y="3"/>
                    <a:pt x="42184" y="3"/>
                  </a:cubicBezTo>
                  <a:lnTo>
                    <a:pt x="42184" y="3"/>
                  </a:lnTo>
                  <a:close/>
                </a:path>
              </a:pathLst>
            </a:custGeom>
            <a:grpFill/>
            <a:ln w="8332" cap="flat">
              <a:noFill/>
              <a:prstDash val="solid"/>
              <a:miter/>
            </a:ln>
          </p:spPr>
          <p:txBody>
            <a:bodyPr rtlCol="0" anchor="ctr"/>
            <a:lstStyle/>
            <a:p>
              <a:endParaRPr lang="en-US"/>
            </a:p>
          </p:txBody>
        </p:sp>
        <p:sp>
          <p:nvSpPr>
            <p:cNvPr id="1479" name="Freeform: Shape 1478"/>
            <p:cNvSpPr/>
            <p:nvPr/>
          </p:nvSpPr>
          <p:spPr>
            <a:xfrm>
              <a:off x="3638307" y="3123904"/>
              <a:ext cx="33356" cy="19689"/>
            </a:xfrm>
            <a:custGeom>
              <a:avLst/>
              <a:gdLst>
                <a:gd name="connsiteX0" fmla="*/ 24634 w 33356"/>
                <a:gd name="connsiteY0" fmla="*/ 74 h 19689"/>
                <a:gd name="connsiteX1" fmla="*/ 8385 w 33356"/>
                <a:gd name="connsiteY1" fmla="*/ 6907 h 19689"/>
                <a:gd name="connsiteX2" fmla="*/ 2386 w 33356"/>
                <a:gd name="connsiteY2" fmla="*/ 11407 h 19689"/>
                <a:gd name="connsiteX3" fmla="*/ 720 w 33356"/>
                <a:gd name="connsiteY3" fmla="*/ 13490 h 19689"/>
                <a:gd name="connsiteX4" fmla="*/ 302 w 33356"/>
                <a:gd name="connsiteY4" fmla="*/ 14990 h 19689"/>
                <a:gd name="connsiteX5" fmla="*/ 1136 w 33356"/>
                <a:gd name="connsiteY5" fmla="*/ 18323 h 19689"/>
                <a:gd name="connsiteX6" fmla="*/ 13468 w 33356"/>
                <a:gd name="connsiteY6" fmla="*/ 18740 h 19689"/>
                <a:gd name="connsiteX7" fmla="*/ 29884 w 33356"/>
                <a:gd name="connsiteY7" fmla="*/ 12490 h 19689"/>
                <a:gd name="connsiteX8" fmla="*/ 24634 w 33356"/>
                <a:gd name="connsiteY8" fmla="*/ 74 h 19689"/>
                <a:gd name="connsiteX9" fmla="*/ 24634 w 33356"/>
                <a:gd name="connsiteY9" fmla="*/ 74 h 19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3356" h="19689">
                  <a:moveTo>
                    <a:pt x="24634" y="74"/>
                  </a:moveTo>
                  <a:cubicBezTo>
                    <a:pt x="18551" y="908"/>
                    <a:pt x="13218" y="3157"/>
                    <a:pt x="8385" y="6907"/>
                  </a:cubicBezTo>
                  <a:cubicBezTo>
                    <a:pt x="6469" y="8407"/>
                    <a:pt x="4136" y="9657"/>
                    <a:pt x="2386" y="11407"/>
                  </a:cubicBezTo>
                  <a:cubicBezTo>
                    <a:pt x="1719" y="12073"/>
                    <a:pt x="1136" y="12740"/>
                    <a:pt x="720" y="13490"/>
                  </a:cubicBezTo>
                  <a:cubicBezTo>
                    <a:pt x="553" y="13740"/>
                    <a:pt x="-197" y="16240"/>
                    <a:pt x="302" y="14990"/>
                  </a:cubicBezTo>
                  <a:cubicBezTo>
                    <a:pt x="-280" y="16240"/>
                    <a:pt x="-31" y="17490"/>
                    <a:pt x="1136" y="18323"/>
                  </a:cubicBezTo>
                  <a:cubicBezTo>
                    <a:pt x="4052" y="20406"/>
                    <a:pt x="10218" y="19739"/>
                    <a:pt x="13468" y="18740"/>
                  </a:cubicBezTo>
                  <a:cubicBezTo>
                    <a:pt x="19051" y="17073"/>
                    <a:pt x="24800" y="15406"/>
                    <a:pt x="29884" y="12490"/>
                  </a:cubicBezTo>
                  <a:cubicBezTo>
                    <a:pt x="37133" y="8407"/>
                    <a:pt x="31883" y="-925"/>
                    <a:pt x="24634" y="74"/>
                  </a:cubicBezTo>
                  <a:lnTo>
                    <a:pt x="24634" y="74"/>
                  </a:lnTo>
                  <a:close/>
                </a:path>
              </a:pathLst>
            </a:custGeom>
            <a:grpFill/>
            <a:ln w="8332" cap="flat">
              <a:noFill/>
              <a:prstDash val="solid"/>
              <a:miter/>
            </a:ln>
          </p:spPr>
          <p:txBody>
            <a:bodyPr rtlCol="0" anchor="ctr"/>
            <a:lstStyle/>
            <a:p>
              <a:endParaRPr lang="en-US"/>
            </a:p>
          </p:txBody>
        </p:sp>
        <p:sp>
          <p:nvSpPr>
            <p:cNvPr id="1480" name="Freeform: Shape 1479"/>
            <p:cNvSpPr/>
            <p:nvPr/>
          </p:nvSpPr>
          <p:spPr>
            <a:xfrm>
              <a:off x="3412123" y="3271579"/>
              <a:ext cx="29918" cy="42618"/>
            </a:xfrm>
            <a:custGeom>
              <a:avLst/>
              <a:gdLst>
                <a:gd name="connsiteX0" fmla="*/ 18172 w 29918"/>
                <a:gd name="connsiteY0" fmla="*/ 2970 h 42618"/>
                <a:gd name="connsiteX1" fmla="*/ 3007 w 29918"/>
                <a:gd name="connsiteY1" fmla="*/ 24384 h 42618"/>
                <a:gd name="connsiteX2" fmla="*/ 5673 w 29918"/>
                <a:gd name="connsiteY2" fmla="*/ 41883 h 42618"/>
                <a:gd name="connsiteX3" fmla="*/ 15172 w 29918"/>
                <a:gd name="connsiteY3" fmla="*/ 32717 h 42618"/>
                <a:gd name="connsiteX4" fmla="*/ 15339 w 29918"/>
                <a:gd name="connsiteY4" fmla="*/ 32384 h 42618"/>
                <a:gd name="connsiteX5" fmla="*/ 16755 w 29918"/>
                <a:gd name="connsiteY5" fmla="*/ 29884 h 42618"/>
                <a:gd name="connsiteX6" fmla="*/ 20589 w 29918"/>
                <a:gd name="connsiteY6" fmla="*/ 23301 h 42618"/>
                <a:gd name="connsiteX7" fmla="*/ 29004 w 29918"/>
                <a:gd name="connsiteY7" fmla="*/ 9302 h 42618"/>
                <a:gd name="connsiteX8" fmla="*/ 18172 w 29918"/>
                <a:gd name="connsiteY8" fmla="*/ 2970 h 42618"/>
                <a:gd name="connsiteX9" fmla="*/ 18172 w 29918"/>
                <a:gd name="connsiteY9" fmla="*/ 2970 h 42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918" h="42618">
                  <a:moveTo>
                    <a:pt x="18172" y="2970"/>
                  </a:moveTo>
                  <a:cubicBezTo>
                    <a:pt x="13506" y="10469"/>
                    <a:pt x="7923" y="17052"/>
                    <a:pt x="3007" y="24384"/>
                  </a:cubicBezTo>
                  <a:cubicBezTo>
                    <a:pt x="-993" y="30384"/>
                    <a:pt x="-1826" y="38216"/>
                    <a:pt x="5673" y="41883"/>
                  </a:cubicBezTo>
                  <a:cubicBezTo>
                    <a:pt x="11339" y="44716"/>
                    <a:pt x="18755" y="38883"/>
                    <a:pt x="15172" y="32717"/>
                  </a:cubicBezTo>
                  <a:cubicBezTo>
                    <a:pt x="15256" y="32634"/>
                    <a:pt x="15256" y="32550"/>
                    <a:pt x="15339" y="32384"/>
                  </a:cubicBezTo>
                  <a:cubicBezTo>
                    <a:pt x="15839" y="31550"/>
                    <a:pt x="16255" y="30717"/>
                    <a:pt x="16755" y="29884"/>
                  </a:cubicBezTo>
                  <a:cubicBezTo>
                    <a:pt x="18005" y="27717"/>
                    <a:pt x="19338" y="25468"/>
                    <a:pt x="20589" y="23301"/>
                  </a:cubicBezTo>
                  <a:cubicBezTo>
                    <a:pt x="23338" y="18635"/>
                    <a:pt x="26255" y="13969"/>
                    <a:pt x="29004" y="9302"/>
                  </a:cubicBezTo>
                  <a:cubicBezTo>
                    <a:pt x="33087" y="2303"/>
                    <a:pt x="22421" y="-3863"/>
                    <a:pt x="18172" y="2970"/>
                  </a:cubicBezTo>
                  <a:lnTo>
                    <a:pt x="18172" y="2970"/>
                  </a:lnTo>
                  <a:close/>
                </a:path>
              </a:pathLst>
            </a:custGeom>
            <a:grpFill/>
            <a:ln w="8332" cap="flat">
              <a:noFill/>
              <a:prstDash val="solid"/>
              <a:miter/>
            </a:ln>
          </p:spPr>
          <p:txBody>
            <a:bodyPr rtlCol="0" anchor="ctr"/>
            <a:lstStyle/>
            <a:p>
              <a:endParaRPr lang="en-US"/>
            </a:p>
          </p:txBody>
        </p:sp>
        <p:sp>
          <p:nvSpPr>
            <p:cNvPr id="1481" name="Freeform: Shape 1480"/>
            <p:cNvSpPr/>
            <p:nvPr/>
          </p:nvSpPr>
          <p:spPr>
            <a:xfrm>
              <a:off x="3481977" y="3303651"/>
              <a:ext cx="22479" cy="44858"/>
            </a:xfrm>
            <a:custGeom>
              <a:avLst/>
              <a:gdLst>
                <a:gd name="connsiteX0" fmla="*/ 9313 w 22479"/>
                <a:gd name="connsiteY0" fmla="*/ 3228 h 44858"/>
                <a:gd name="connsiteX1" fmla="*/ 2897 w 22479"/>
                <a:gd name="connsiteY1" fmla="*/ 41808 h 44858"/>
                <a:gd name="connsiteX2" fmla="*/ 15146 w 22479"/>
                <a:gd name="connsiteY2" fmla="*/ 38475 h 44858"/>
                <a:gd name="connsiteX3" fmla="*/ 18063 w 22479"/>
                <a:gd name="connsiteY3" fmla="*/ 24643 h 44858"/>
                <a:gd name="connsiteX4" fmla="*/ 21979 w 22479"/>
                <a:gd name="connsiteY4" fmla="*/ 8561 h 44858"/>
                <a:gd name="connsiteX5" fmla="*/ 9313 w 22479"/>
                <a:gd name="connsiteY5" fmla="*/ 3228 h 44858"/>
                <a:gd name="connsiteX6" fmla="*/ 9313 w 22479"/>
                <a:gd name="connsiteY6" fmla="*/ 3228 h 44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479" h="44858">
                  <a:moveTo>
                    <a:pt x="9313" y="3228"/>
                  </a:moveTo>
                  <a:cubicBezTo>
                    <a:pt x="3814" y="13227"/>
                    <a:pt x="-4436" y="31143"/>
                    <a:pt x="2897" y="41808"/>
                  </a:cubicBezTo>
                  <a:cubicBezTo>
                    <a:pt x="6397" y="46974"/>
                    <a:pt x="15229" y="45391"/>
                    <a:pt x="15146" y="38475"/>
                  </a:cubicBezTo>
                  <a:cubicBezTo>
                    <a:pt x="15146" y="33892"/>
                    <a:pt x="17146" y="29143"/>
                    <a:pt x="18063" y="24643"/>
                  </a:cubicBezTo>
                  <a:cubicBezTo>
                    <a:pt x="19062" y="19144"/>
                    <a:pt x="19812" y="13894"/>
                    <a:pt x="21979" y="8561"/>
                  </a:cubicBezTo>
                  <a:cubicBezTo>
                    <a:pt x="25062" y="1312"/>
                    <a:pt x="13063" y="-3521"/>
                    <a:pt x="9313" y="3228"/>
                  </a:cubicBezTo>
                  <a:lnTo>
                    <a:pt x="9313" y="3228"/>
                  </a:lnTo>
                  <a:close/>
                </a:path>
              </a:pathLst>
            </a:custGeom>
            <a:grpFill/>
            <a:ln w="8332" cap="flat">
              <a:noFill/>
              <a:prstDash val="solid"/>
              <a:miter/>
            </a:ln>
          </p:spPr>
          <p:txBody>
            <a:bodyPr rtlCol="0" anchor="ctr"/>
            <a:lstStyle/>
            <a:p>
              <a:endParaRPr lang="en-US"/>
            </a:p>
          </p:txBody>
        </p:sp>
        <p:sp>
          <p:nvSpPr>
            <p:cNvPr id="1482" name="Freeform: Shape 1481"/>
            <p:cNvSpPr/>
            <p:nvPr/>
          </p:nvSpPr>
          <p:spPr>
            <a:xfrm>
              <a:off x="3552793" y="3310906"/>
              <a:ext cx="19512" cy="39065"/>
            </a:xfrm>
            <a:custGeom>
              <a:avLst/>
              <a:gdLst>
                <a:gd name="connsiteX0" fmla="*/ 19406 w 19512"/>
                <a:gd name="connsiteY0" fmla="*/ 31636 h 39065"/>
                <a:gd name="connsiteX1" fmla="*/ 11407 w 19512"/>
                <a:gd name="connsiteY1" fmla="*/ 3139 h 39065"/>
                <a:gd name="connsiteX2" fmla="*/ 158 w 19512"/>
                <a:gd name="connsiteY2" fmla="*/ 7888 h 39065"/>
                <a:gd name="connsiteX3" fmla="*/ 12240 w 19512"/>
                <a:gd name="connsiteY3" fmla="*/ 38802 h 39065"/>
                <a:gd name="connsiteX4" fmla="*/ 19406 w 19512"/>
                <a:gd name="connsiteY4" fmla="*/ 31636 h 39065"/>
                <a:gd name="connsiteX5" fmla="*/ 19406 w 19512"/>
                <a:gd name="connsiteY5" fmla="*/ 31636 h 39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512" h="39065">
                  <a:moveTo>
                    <a:pt x="19406" y="31636"/>
                  </a:moveTo>
                  <a:cubicBezTo>
                    <a:pt x="17740" y="22220"/>
                    <a:pt x="15573" y="11721"/>
                    <a:pt x="11407" y="3139"/>
                  </a:cubicBezTo>
                  <a:cubicBezTo>
                    <a:pt x="8241" y="-3444"/>
                    <a:pt x="-1342" y="1389"/>
                    <a:pt x="158" y="7888"/>
                  </a:cubicBezTo>
                  <a:cubicBezTo>
                    <a:pt x="2574" y="19054"/>
                    <a:pt x="-2175" y="34219"/>
                    <a:pt x="12240" y="38802"/>
                  </a:cubicBezTo>
                  <a:cubicBezTo>
                    <a:pt x="16823" y="40219"/>
                    <a:pt x="20157" y="35636"/>
                    <a:pt x="19406" y="31636"/>
                  </a:cubicBezTo>
                  <a:lnTo>
                    <a:pt x="19406" y="31636"/>
                  </a:lnTo>
                  <a:close/>
                </a:path>
              </a:pathLst>
            </a:custGeom>
            <a:grpFill/>
            <a:ln w="8332" cap="flat">
              <a:noFill/>
              <a:prstDash val="solid"/>
              <a:miter/>
            </a:ln>
          </p:spPr>
          <p:txBody>
            <a:bodyPr rtlCol="0" anchor="ctr"/>
            <a:lstStyle/>
            <a:p>
              <a:endParaRPr lang="en-US"/>
            </a:p>
          </p:txBody>
        </p:sp>
        <p:sp>
          <p:nvSpPr>
            <p:cNvPr id="1483" name="Freeform: Shape 1482"/>
            <p:cNvSpPr/>
            <p:nvPr/>
          </p:nvSpPr>
          <p:spPr>
            <a:xfrm>
              <a:off x="3608873" y="3303449"/>
              <a:ext cx="33904" cy="33127"/>
            </a:xfrm>
            <a:custGeom>
              <a:avLst/>
              <a:gdLst>
                <a:gd name="connsiteX0" fmla="*/ 33737 w 33904"/>
                <a:gd name="connsiteY0" fmla="*/ 24345 h 33127"/>
                <a:gd name="connsiteX1" fmla="*/ 20988 w 33904"/>
                <a:gd name="connsiteY1" fmla="*/ 10596 h 33127"/>
                <a:gd name="connsiteX2" fmla="*/ 7405 w 33904"/>
                <a:gd name="connsiteY2" fmla="*/ 763 h 33127"/>
                <a:gd name="connsiteX3" fmla="*/ 1406 w 33904"/>
                <a:gd name="connsiteY3" fmla="*/ 8513 h 33127"/>
                <a:gd name="connsiteX4" fmla="*/ 26987 w 33904"/>
                <a:gd name="connsiteY4" fmla="*/ 33094 h 33127"/>
                <a:gd name="connsiteX5" fmla="*/ 33737 w 33904"/>
                <a:gd name="connsiteY5" fmla="*/ 24345 h 33127"/>
                <a:gd name="connsiteX6" fmla="*/ 33737 w 33904"/>
                <a:gd name="connsiteY6" fmla="*/ 24345 h 33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904" h="33127">
                  <a:moveTo>
                    <a:pt x="33737" y="24345"/>
                  </a:moveTo>
                  <a:cubicBezTo>
                    <a:pt x="32237" y="18095"/>
                    <a:pt x="25904" y="14179"/>
                    <a:pt x="20988" y="10596"/>
                  </a:cubicBezTo>
                  <a:cubicBezTo>
                    <a:pt x="16488" y="7263"/>
                    <a:pt x="12072" y="3846"/>
                    <a:pt x="7405" y="763"/>
                  </a:cubicBezTo>
                  <a:cubicBezTo>
                    <a:pt x="2739" y="-2320"/>
                    <a:pt x="-2593" y="4680"/>
                    <a:pt x="1406" y="8513"/>
                  </a:cubicBezTo>
                  <a:cubicBezTo>
                    <a:pt x="10072" y="16679"/>
                    <a:pt x="13155" y="31844"/>
                    <a:pt x="26987" y="33094"/>
                  </a:cubicBezTo>
                  <a:cubicBezTo>
                    <a:pt x="31737" y="33594"/>
                    <a:pt x="34653" y="28344"/>
                    <a:pt x="33737" y="24345"/>
                  </a:cubicBezTo>
                  <a:lnTo>
                    <a:pt x="33737" y="24345"/>
                  </a:lnTo>
                  <a:close/>
                </a:path>
              </a:pathLst>
            </a:custGeom>
            <a:grpFill/>
            <a:ln w="8332" cap="flat">
              <a:noFill/>
              <a:prstDash val="solid"/>
              <a:miter/>
            </a:ln>
          </p:spPr>
          <p:txBody>
            <a:bodyPr rtlCol="0" anchor="ctr"/>
            <a:lstStyle/>
            <a:p>
              <a:endParaRPr lang="en-US"/>
            </a:p>
          </p:txBody>
        </p:sp>
        <p:sp>
          <p:nvSpPr>
            <p:cNvPr id="1484" name="Freeform: Shape 1483"/>
            <p:cNvSpPr/>
            <p:nvPr/>
          </p:nvSpPr>
          <p:spPr>
            <a:xfrm>
              <a:off x="3663087" y="3258793"/>
              <a:ext cx="46121" cy="18057"/>
            </a:xfrm>
            <a:custGeom>
              <a:avLst/>
              <a:gdLst>
                <a:gd name="connsiteX0" fmla="*/ 36184 w 46121"/>
                <a:gd name="connsiteY0" fmla="*/ 1923 h 18057"/>
                <a:gd name="connsiteX1" fmla="*/ 7020 w 46121"/>
                <a:gd name="connsiteY1" fmla="*/ 90 h 18057"/>
                <a:gd name="connsiteX2" fmla="*/ 4020 w 46121"/>
                <a:gd name="connsiteY2" fmla="*/ 10839 h 18057"/>
                <a:gd name="connsiteX3" fmla="*/ 42100 w 46121"/>
                <a:gd name="connsiteY3" fmla="*/ 15922 h 18057"/>
                <a:gd name="connsiteX4" fmla="*/ 36184 w 46121"/>
                <a:gd name="connsiteY4" fmla="*/ 1923 h 18057"/>
                <a:gd name="connsiteX5" fmla="*/ 36184 w 46121"/>
                <a:gd name="connsiteY5" fmla="*/ 1923 h 18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121" h="18057">
                  <a:moveTo>
                    <a:pt x="36184" y="1923"/>
                  </a:moveTo>
                  <a:cubicBezTo>
                    <a:pt x="26518" y="3507"/>
                    <a:pt x="16519" y="1757"/>
                    <a:pt x="7020" y="90"/>
                  </a:cubicBezTo>
                  <a:cubicBezTo>
                    <a:pt x="20" y="-1076"/>
                    <a:pt x="-3063" y="9423"/>
                    <a:pt x="4020" y="10839"/>
                  </a:cubicBezTo>
                  <a:cubicBezTo>
                    <a:pt x="16769" y="13422"/>
                    <a:pt x="29268" y="22005"/>
                    <a:pt x="42100" y="15922"/>
                  </a:cubicBezTo>
                  <a:cubicBezTo>
                    <a:pt x="50599" y="11923"/>
                    <a:pt x="44183" y="590"/>
                    <a:pt x="36184" y="1923"/>
                  </a:cubicBezTo>
                  <a:lnTo>
                    <a:pt x="36184" y="1923"/>
                  </a:lnTo>
                  <a:close/>
                </a:path>
              </a:pathLst>
            </a:custGeom>
            <a:grpFill/>
            <a:ln w="8332" cap="flat">
              <a:noFill/>
              <a:prstDash val="solid"/>
              <a:miter/>
            </a:ln>
          </p:spPr>
          <p:txBody>
            <a:bodyPr rtlCol="0" anchor="ctr"/>
            <a:lstStyle/>
            <a:p>
              <a:endParaRPr lang="en-US"/>
            </a:p>
          </p:txBody>
        </p:sp>
        <p:sp>
          <p:nvSpPr>
            <p:cNvPr id="1485" name="Freeform: Shape 1484"/>
            <p:cNvSpPr/>
            <p:nvPr/>
          </p:nvSpPr>
          <p:spPr>
            <a:xfrm>
              <a:off x="3695469" y="3196983"/>
              <a:ext cx="34132" cy="12244"/>
            </a:xfrm>
            <a:custGeom>
              <a:avLst/>
              <a:gdLst>
                <a:gd name="connsiteX0" fmla="*/ 30383 w 34132"/>
                <a:gd name="connsiteY0" fmla="*/ 656 h 12244"/>
                <a:gd name="connsiteX1" fmla="*/ 4968 w 34132"/>
                <a:gd name="connsiteY1" fmla="*/ 1489 h 12244"/>
                <a:gd name="connsiteX2" fmla="*/ 4968 w 34132"/>
                <a:gd name="connsiteY2" fmla="*/ 11822 h 12244"/>
                <a:gd name="connsiteX3" fmla="*/ 30383 w 34132"/>
                <a:gd name="connsiteY3" fmla="*/ 10739 h 12244"/>
                <a:gd name="connsiteX4" fmla="*/ 30383 w 34132"/>
                <a:gd name="connsiteY4" fmla="*/ 656 h 12244"/>
                <a:gd name="connsiteX5" fmla="*/ 30383 w 34132"/>
                <a:gd name="connsiteY5" fmla="*/ 656 h 12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132" h="12244">
                  <a:moveTo>
                    <a:pt x="30383" y="656"/>
                  </a:moveTo>
                  <a:cubicBezTo>
                    <a:pt x="21634" y="-844"/>
                    <a:pt x="13634" y="573"/>
                    <a:pt x="4968" y="1489"/>
                  </a:cubicBezTo>
                  <a:cubicBezTo>
                    <a:pt x="-1615" y="2156"/>
                    <a:pt x="-1698" y="11155"/>
                    <a:pt x="4968" y="11822"/>
                  </a:cubicBezTo>
                  <a:cubicBezTo>
                    <a:pt x="13634" y="12655"/>
                    <a:pt x="21883" y="12238"/>
                    <a:pt x="30383" y="10739"/>
                  </a:cubicBezTo>
                  <a:cubicBezTo>
                    <a:pt x="35382" y="9905"/>
                    <a:pt x="35382" y="1573"/>
                    <a:pt x="30383" y="656"/>
                  </a:cubicBezTo>
                  <a:lnTo>
                    <a:pt x="30383" y="656"/>
                  </a:lnTo>
                  <a:close/>
                </a:path>
              </a:pathLst>
            </a:custGeom>
            <a:grpFill/>
            <a:ln w="8332" cap="flat">
              <a:noFill/>
              <a:prstDash val="solid"/>
              <a:miter/>
            </a:ln>
          </p:spPr>
          <p:txBody>
            <a:bodyPr rtlCol="0" anchor="ctr"/>
            <a:lstStyle/>
            <a:p>
              <a:endParaRPr lang="en-US"/>
            </a:p>
          </p:txBody>
        </p:sp>
        <p:sp>
          <p:nvSpPr>
            <p:cNvPr id="1486" name="Freeform: Shape 1485"/>
            <p:cNvSpPr/>
            <p:nvPr/>
          </p:nvSpPr>
          <p:spPr>
            <a:xfrm>
              <a:off x="748017" y="-142218"/>
              <a:ext cx="637957" cy="484662"/>
            </a:xfrm>
            <a:custGeom>
              <a:avLst/>
              <a:gdLst>
                <a:gd name="connsiteX0" fmla="*/ 615881 w 637957"/>
                <a:gd name="connsiteY0" fmla="*/ 100233 h 484662"/>
                <a:gd name="connsiteX1" fmla="*/ 593717 w 637957"/>
                <a:gd name="connsiteY1" fmla="*/ 46571 h 484662"/>
                <a:gd name="connsiteX2" fmla="*/ 580801 w 637957"/>
                <a:gd name="connsiteY2" fmla="*/ 17740 h 484662"/>
                <a:gd name="connsiteX3" fmla="*/ 573718 w 637957"/>
                <a:gd name="connsiteY3" fmla="*/ 3408 h 484662"/>
                <a:gd name="connsiteX4" fmla="*/ 535972 w 637957"/>
                <a:gd name="connsiteY4" fmla="*/ 8574 h 484662"/>
                <a:gd name="connsiteX5" fmla="*/ 478394 w 637957"/>
                <a:gd name="connsiteY5" fmla="*/ 28323 h 484662"/>
                <a:gd name="connsiteX6" fmla="*/ 393318 w 637957"/>
                <a:gd name="connsiteY6" fmla="*/ 57570 h 484662"/>
                <a:gd name="connsiteX7" fmla="*/ 344322 w 637957"/>
                <a:gd name="connsiteY7" fmla="*/ 73735 h 484662"/>
                <a:gd name="connsiteX8" fmla="*/ 128842 w 637957"/>
                <a:gd name="connsiteY8" fmla="*/ 154811 h 484662"/>
                <a:gd name="connsiteX9" fmla="*/ 31684 w 637957"/>
                <a:gd name="connsiteY9" fmla="*/ 196807 h 484662"/>
                <a:gd name="connsiteX10" fmla="*/ 3020 w 637957"/>
                <a:gd name="connsiteY10" fmla="*/ 220389 h 484662"/>
                <a:gd name="connsiteX11" fmla="*/ 3270 w 637957"/>
                <a:gd name="connsiteY11" fmla="*/ 259635 h 484662"/>
                <a:gd name="connsiteX12" fmla="*/ 107927 w 637957"/>
                <a:gd name="connsiteY12" fmla="*/ 411621 h 484662"/>
                <a:gd name="connsiteX13" fmla="*/ 309742 w 637957"/>
                <a:gd name="connsiteY13" fmla="*/ 482032 h 484662"/>
                <a:gd name="connsiteX14" fmla="*/ 508974 w 637957"/>
                <a:gd name="connsiteY14" fmla="*/ 443535 h 484662"/>
                <a:gd name="connsiteX15" fmla="*/ 622964 w 637957"/>
                <a:gd name="connsiteY15" fmla="*/ 295715 h 484662"/>
                <a:gd name="connsiteX16" fmla="*/ 615881 w 637957"/>
                <a:gd name="connsiteY16" fmla="*/ 100233 h 484662"/>
                <a:gd name="connsiteX17" fmla="*/ 615881 w 637957"/>
                <a:gd name="connsiteY17" fmla="*/ 100233 h 484662"/>
                <a:gd name="connsiteX18" fmla="*/ 138258 w 637957"/>
                <a:gd name="connsiteY18" fmla="*/ 168060 h 484662"/>
                <a:gd name="connsiteX19" fmla="*/ 347739 w 637957"/>
                <a:gd name="connsiteY19" fmla="*/ 86401 h 484662"/>
                <a:gd name="connsiteX20" fmla="*/ 373236 w 637957"/>
                <a:gd name="connsiteY20" fmla="*/ 77402 h 484662"/>
                <a:gd name="connsiteX21" fmla="*/ 437564 w 637957"/>
                <a:gd name="connsiteY21" fmla="*/ 55737 h 484662"/>
                <a:gd name="connsiteX22" fmla="*/ 518140 w 637957"/>
                <a:gd name="connsiteY22" fmla="*/ 29989 h 484662"/>
                <a:gd name="connsiteX23" fmla="*/ 550970 w 637957"/>
                <a:gd name="connsiteY23" fmla="*/ 97400 h 484662"/>
                <a:gd name="connsiteX24" fmla="*/ 568386 w 637957"/>
                <a:gd name="connsiteY24" fmla="*/ 181559 h 484662"/>
                <a:gd name="connsiteX25" fmla="*/ 501725 w 637957"/>
                <a:gd name="connsiteY25" fmla="*/ 334128 h 484662"/>
                <a:gd name="connsiteX26" fmla="*/ 335990 w 637957"/>
                <a:gd name="connsiteY26" fmla="*/ 383374 h 484662"/>
                <a:gd name="connsiteX27" fmla="*/ 187420 w 637957"/>
                <a:gd name="connsiteY27" fmla="*/ 321046 h 484662"/>
                <a:gd name="connsiteX28" fmla="*/ 117926 w 637957"/>
                <a:gd name="connsiteY28" fmla="*/ 254552 h 484662"/>
                <a:gd name="connsiteX29" fmla="*/ 75263 w 637957"/>
                <a:gd name="connsiteY29" fmla="*/ 194141 h 484662"/>
                <a:gd name="connsiteX30" fmla="*/ 138258 w 637957"/>
                <a:gd name="connsiteY30" fmla="*/ 168060 h 484662"/>
                <a:gd name="connsiteX31" fmla="*/ 138258 w 637957"/>
                <a:gd name="connsiteY31" fmla="*/ 168060 h 484662"/>
                <a:gd name="connsiteX32" fmla="*/ 349988 w 637957"/>
                <a:gd name="connsiteY32" fmla="*/ 470949 h 484662"/>
                <a:gd name="connsiteX33" fmla="*/ 250581 w 637957"/>
                <a:gd name="connsiteY33" fmla="*/ 456534 h 484662"/>
                <a:gd name="connsiteX34" fmla="*/ 153340 w 637957"/>
                <a:gd name="connsiteY34" fmla="*/ 422537 h 484662"/>
                <a:gd name="connsiteX35" fmla="*/ 27268 w 637957"/>
                <a:gd name="connsiteY35" fmla="*/ 288716 h 484662"/>
                <a:gd name="connsiteX36" fmla="*/ 18268 w 637957"/>
                <a:gd name="connsiteY36" fmla="*/ 248303 h 484662"/>
                <a:gd name="connsiteX37" fmla="*/ 19602 w 637957"/>
                <a:gd name="connsiteY37" fmla="*/ 226971 h 484662"/>
                <a:gd name="connsiteX38" fmla="*/ 48432 w 637957"/>
                <a:gd name="connsiteY38" fmla="*/ 269718 h 484662"/>
                <a:gd name="connsiteX39" fmla="*/ 93012 w 637957"/>
                <a:gd name="connsiteY39" fmla="*/ 325879 h 484662"/>
                <a:gd name="connsiteX40" fmla="*/ 155839 w 637957"/>
                <a:gd name="connsiteY40" fmla="*/ 373792 h 484662"/>
                <a:gd name="connsiteX41" fmla="*/ 217584 w 637957"/>
                <a:gd name="connsiteY41" fmla="*/ 413788 h 484662"/>
                <a:gd name="connsiteX42" fmla="*/ 349822 w 637957"/>
                <a:gd name="connsiteY42" fmla="*/ 461284 h 484662"/>
                <a:gd name="connsiteX43" fmla="*/ 430148 w 637957"/>
                <a:gd name="connsiteY43" fmla="*/ 460784 h 484662"/>
                <a:gd name="connsiteX44" fmla="*/ 435231 w 637957"/>
                <a:gd name="connsiteY44" fmla="*/ 460200 h 484662"/>
                <a:gd name="connsiteX45" fmla="*/ 349988 w 637957"/>
                <a:gd name="connsiteY45" fmla="*/ 470949 h 484662"/>
                <a:gd name="connsiteX46" fmla="*/ 349988 w 637957"/>
                <a:gd name="connsiteY46" fmla="*/ 470949 h 484662"/>
                <a:gd name="connsiteX47" fmla="*/ 619298 w 637957"/>
                <a:gd name="connsiteY47" fmla="*/ 247136 h 484662"/>
                <a:gd name="connsiteX48" fmla="*/ 532972 w 637957"/>
                <a:gd name="connsiteY48" fmla="*/ 407788 h 484662"/>
                <a:gd name="connsiteX49" fmla="*/ 489143 w 637957"/>
                <a:gd name="connsiteY49" fmla="*/ 438536 h 484662"/>
                <a:gd name="connsiteX50" fmla="*/ 341239 w 637957"/>
                <a:gd name="connsiteY50" fmla="*/ 445868 h 484662"/>
                <a:gd name="connsiteX51" fmla="*/ 215834 w 637957"/>
                <a:gd name="connsiteY51" fmla="*/ 396123 h 484662"/>
                <a:gd name="connsiteX52" fmla="*/ 98594 w 637957"/>
                <a:gd name="connsiteY52" fmla="*/ 312964 h 484662"/>
                <a:gd name="connsiteX53" fmla="*/ 25018 w 637957"/>
                <a:gd name="connsiteY53" fmla="*/ 220639 h 484662"/>
                <a:gd name="connsiteX54" fmla="*/ 45016 w 637957"/>
                <a:gd name="connsiteY54" fmla="*/ 208973 h 484662"/>
                <a:gd name="connsiteX55" fmla="*/ 71764 w 637957"/>
                <a:gd name="connsiteY55" fmla="*/ 195808 h 484662"/>
                <a:gd name="connsiteX56" fmla="*/ 108010 w 637957"/>
                <a:gd name="connsiteY56" fmla="*/ 254136 h 484662"/>
                <a:gd name="connsiteX57" fmla="*/ 171338 w 637957"/>
                <a:gd name="connsiteY57" fmla="*/ 320630 h 484662"/>
                <a:gd name="connsiteX58" fmla="*/ 325324 w 637957"/>
                <a:gd name="connsiteY58" fmla="*/ 393873 h 484662"/>
                <a:gd name="connsiteX59" fmla="*/ 503225 w 637957"/>
                <a:gd name="connsiteY59" fmla="*/ 348294 h 484662"/>
                <a:gd name="connsiteX60" fmla="*/ 579635 w 637957"/>
                <a:gd name="connsiteY60" fmla="*/ 198474 h 484662"/>
                <a:gd name="connsiteX61" fmla="*/ 562969 w 637957"/>
                <a:gd name="connsiteY61" fmla="*/ 97150 h 484662"/>
                <a:gd name="connsiteX62" fmla="*/ 530222 w 637957"/>
                <a:gd name="connsiteY62" fmla="*/ 26073 h 484662"/>
                <a:gd name="connsiteX63" fmla="*/ 564553 w 637957"/>
                <a:gd name="connsiteY63" fmla="*/ 19740 h 484662"/>
                <a:gd name="connsiteX64" fmla="*/ 571635 w 637957"/>
                <a:gd name="connsiteY64" fmla="*/ 38405 h 484662"/>
                <a:gd name="connsiteX65" fmla="*/ 583218 w 637957"/>
                <a:gd name="connsiteY65" fmla="*/ 62736 h 484662"/>
                <a:gd name="connsiteX66" fmla="*/ 619298 w 637957"/>
                <a:gd name="connsiteY66" fmla="*/ 247136 h 484662"/>
                <a:gd name="connsiteX67" fmla="*/ 619298 w 637957"/>
                <a:gd name="connsiteY67" fmla="*/ 247136 h 484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637957" h="484662">
                  <a:moveTo>
                    <a:pt x="615881" y="100233"/>
                  </a:moveTo>
                  <a:cubicBezTo>
                    <a:pt x="608549" y="82401"/>
                    <a:pt x="601966" y="63986"/>
                    <a:pt x="593717" y="46571"/>
                  </a:cubicBezTo>
                  <a:cubicBezTo>
                    <a:pt x="589134" y="36905"/>
                    <a:pt x="584551" y="27823"/>
                    <a:pt x="580801" y="17740"/>
                  </a:cubicBezTo>
                  <a:cubicBezTo>
                    <a:pt x="579135" y="13157"/>
                    <a:pt x="577468" y="6825"/>
                    <a:pt x="573718" y="3408"/>
                  </a:cubicBezTo>
                  <a:cubicBezTo>
                    <a:pt x="564219" y="-5424"/>
                    <a:pt x="545804" y="5325"/>
                    <a:pt x="535972" y="8574"/>
                  </a:cubicBezTo>
                  <a:cubicBezTo>
                    <a:pt x="516724" y="14991"/>
                    <a:pt x="497559" y="21823"/>
                    <a:pt x="478394" y="28323"/>
                  </a:cubicBezTo>
                  <a:cubicBezTo>
                    <a:pt x="450063" y="37905"/>
                    <a:pt x="421649" y="47571"/>
                    <a:pt x="393318" y="57570"/>
                  </a:cubicBezTo>
                  <a:cubicBezTo>
                    <a:pt x="376986" y="62820"/>
                    <a:pt x="360654" y="68236"/>
                    <a:pt x="344322" y="73735"/>
                  </a:cubicBezTo>
                  <a:cubicBezTo>
                    <a:pt x="271496" y="98233"/>
                    <a:pt x="200502" y="127397"/>
                    <a:pt x="128842" y="154811"/>
                  </a:cubicBezTo>
                  <a:cubicBezTo>
                    <a:pt x="96011" y="167393"/>
                    <a:pt x="62848" y="180226"/>
                    <a:pt x="31684" y="196807"/>
                  </a:cubicBezTo>
                  <a:cubicBezTo>
                    <a:pt x="20102" y="202974"/>
                    <a:pt x="8353" y="207806"/>
                    <a:pt x="3020" y="220389"/>
                  </a:cubicBezTo>
                  <a:cubicBezTo>
                    <a:pt x="-2563" y="233471"/>
                    <a:pt x="853" y="246220"/>
                    <a:pt x="3270" y="259635"/>
                  </a:cubicBezTo>
                  <a:cubicBezTo>
                    <a:pt x="14685" y="321796"/>
                    <a:pt x="54932" y="377958"/>
                    <a:pt x="107927" y="411621"/>
                  </a:cubicBezTo>
                  <a:cubicBezTo>
                    <a:pt x="168838" y="450368"/>
                    <a:pt x="237999" y="473449"/>
                    <a:pt x="309742" y="482032"/>
                  </a:cubicBezTo>
                  <a:cubicBezTo>
                    <a:pt x="379986" y="490448"/>
                    <a:pt x="447480" y="478949"/>
                    <a:pt x="508974" y="443535"/>
                  </a:cubicBezTo>
                  <a:cubicBezTo>
                    <a:pt x="563636" y="412038"/>
                    <a:pt x="602549" y="354293"/>
                    <a:pt x="622964" y="295715"/>
                  </a:cubicBezTo>
                  <a:cubicBezTo>
                    <a:pt x="645712" y="230888"/>
                    <a:pt x="641962" y="163477"/>
                    <a:pt x="615881" y="100233"/>
                  </a:cubicBezTo>
                  <a:lnTo>
                    <a:pt x="615881" y="100233"/>
                  </a:lnTo>
                  <a:close/>
                  <a:moveTo>
                    <a:pt x="138258" y="168060"/>
                  </a:moveTo>
                  <a:cubicBezTo>
                    <a:pt x="208001" y="140479"/>
                    <a:pt x="276995" y="111065"/>
                    <a:pt x="347739" y="86401"/>
                  </a:cubicBezTo>
                  <a:cubicBezTo>
                    <a:pt x="356238" y="83401"/>
                    <a:pt x="364737" y="80401"/>
                    <a:pt x="373236" y="77402"/>
                  </a:cubicBezTo>
                  <a:cubicBezTo>
                    <a:pt x="394651" y="69986"/>
                    <a:pt x="416066" y="62653"/>
                    <a:pt x="437564" y="55737"/>
                  </a:cubicBezTo>
                  <a:cubicBezTo>
                    <a:pt x="464395" y="47071"/>
                    <a:pt x="491226" y="38322"/>
                    <a:pt x="518140" y="29989"/>
                  </a:cubicBezTo>
                  <a:cubicBezTo>
                    <a:pt x="537055" y="46321"/>
                    <a:pt x="544638" y="74319"/>
                    <a:pt x="550970" y="97400"/>
                  </a:cubicBezTo>
                  <a:cubicBezTo>
                    <a:pt x="558553" y="125147"/>
                    <a:pt x="568719" y="152478"/>
                    <a:pt x="568386" y="181559"/>
                  </a:cubicBezTo>
                  <a:cubicBezTo>
                    <a:pt x="567886" y="237887"/>
                    <a:pt x="545721" y="297382"/>
                    <a:pt x="501725" y="334128"/>
                  </a:cubicBezTo>
                  <a:cubicBezTo>
                    <a:pt x="457146" y="371292"/>
                    <a:pt x="392735" y="385874"/>
                    <a:pt x="335990" y="383374"/>
                  </a:cubicBezTo>
                  <a:cubicBezTo>
                    <a:pt x="281328" y="380958"/>
                    <a:pt x="229999" y="353960"/>
                    <a:pt x="187420" y="321046"/>
                  </a:cubicBezTo>
                  <a:cubicBezTo>
                    <a:pt x="161755" y="301131"/>
                    <a:pt x="137424" y="280717"/>
                    <a:pt x="117926" y="254552"/>
                  </a:cubicBezTo>
                  <a:cubicBezTo>
                    <a:pt x="103261" y="234721"/>
                    <a:pt x="88929" y="214639"/>
                    <a:pt x="75263" y="194141"/>
                  </a:cubicBezTo>
                  <a:cubicBezTo>
                    <a:pt x="96178" y="184725"/>
                    <a:pt x="117260" y="176393"/>
                    <a:pt x="138258" y="168060"/>
                  </a:cubicBezTo>
                  <a:lnTo>
                    <a:pt x="138258" y="168060"/>
                  </a:lnTo>
                  <a:close/>
                  <a:moveTo>
                    <a:pt x="349988" y="470949"/>
                  </a:moveTo>
                  <a:cubicBezTo>
                    <a:pt x="316158" y="470366"/>
                    <a:pt x="283495" y="463950"/>
                    <a:pt x="250581" y="456534"/>
                  </a:cubicBezTo>
                  <a:cubicBezTo>
                    <a:pt x="217251" y="449035"/>
                    <a:pt x="183753" y="438452"/>
                    <a:pt x="153340" y="422537"/>
                  </a:cubicBezTo>
                  <a:cubicBezTo>
                    <a:pt x="96345" y="392707"/>
                    <a:pt x="49182" y="350794"/>
                    <a:pt x="27268" y="288716"/>
                  </a:cubicBezTo>
                  <a:cubicBezTo>
                    <a:pt x="22601" y="275550"/>
                    <a:pt x="20185" y="262135"/>
                    <a:pt x="18268" y="248303"/>
                  </a:cubicBezTo>
                  <a:cubicBezTo>
                    <a:pt x="17185" y="240470"/>
                    <a:pt x="16102" y="233471"/>
                    <a:pt x="19602" y="226971"/>
                  </a:cubicBezTo>
                  <a:cubicBezTo>
                    <a:pt x="28184" y="241887"/>
                    <a:pt x="38433" y="255552"/>
                    <a:pt x="48432" y="269718"/>
                  </a:cubicBezTo>
                  <a:cubicBezTo>
                    <a:pt x="62181" y="289216"/>
                    <a:pt x="75597" y="309297"/>
                    <a:pt x="93012" y="325879"/>
                  </a:cubicBezTo>
                  <a:cubicBezTo>
                    <a:pt x="112010" y="343961"/>
                    <a:pt x="134258" y="359126"/>
                    <a:pt x="155839" y="373792"/>
                  </a:cubicBezTo>
                  <a:cubicBezTo>
                    <a:pt x="176171" y="387540"/>
                    <a:pt x="196169" y="401622"/>
                    <a:pt x="217584" y="413788"/>
                  </a:cubicBezTo>
                  <a:cubicBezTo>
                    <a:pt x="258080" y="436786"/>
                    <a:pt x="303076" y="455951"/>
                    <a:pt x="349822" y="461284"/>
                  </a:cubicBezTo>
                  <a:cubicBezTo>
                    <a:pt x="376403" y="464367"/>
                    <a:pt x="403650" y="463867"/>
                    <a:pt x="430148" y="460784"/>
                  </a:cubicBezTo>
                  <a:cubicBezTo>
                    <a:pt x="431815" y="460617"/>
                    <a:pt x="433564" y="460367"/>
                    <a:pt x="435231" y="460200"/>
                  </a:cubicBezTo>
                  <a:cubicBezTo>
                    <a:pt x="407483" y="467950"/>
                    <a:pt x="378403" y="471449"/>
                    <a:pt x="349988" y="470949"/>
                  </a:cubicBezTo>
                  <a:lnTo>
                    <a:pt x="349988" y="470949"/>
                  </a:lnTo>
                  <a:close/>
                  <a:moveTo>
                    <a:pt x="619298" y="247136"/>
                  </a:moveTo>
                  <a:cubicBezTo>
                    <a:pt x="609299" y="307548"/>
                    <a:pt x="578551" y="366459"/>
                    <a:pt x="532972" y="407788"/>
                  </a:cubicBezTo>
                  <a:cubicBezTo>
                    <a:pt x="519640" y="419871"/>
                    <a:pt x="504891" y="430036"/>
                    <a:pt x="489143" y="438536"/>
                  </a:cubicBezTo>
                  <a:cubicBezTo>
                    <a:pt x="440230" y="448868"/>
                    <a:pt x="391318" y="455701"/>
                    <a:pt x="341239" y="445868"/>
                  </a:cubicBezTo>
                  <a:cubicBezTo>
                    <a:pt x="296743" y="437119"/>
                    <a:pt x="254580" y="419371"/>
                    <a:pt x="215834" y="396123"/>
                  </a:cubicBezTo>
                  <a:cubicBezTo>
                    <a:pt x="175838" y="372125"/>
                    <a:pt x="131842" y="345961"/>
                    <a:pt x="98594" y="312964"/>
                  </a:cubicBezTo>
                  <a:cubicBezTo>
                    <a:pt x="70764" y="285133"/>
                    <a:pt x="51849" y="248886"/>
                    <a:pt x="25018" y="220639"/>
                  </a:cubicBezTo>
                  <a:cubicBezTo>
                    <a:pt x="30767" y="215722"/>
                    <a:pt x="38683" y="212389"/>
                    <a:pt x="45016" y="208973"/>
                  </a:cubicBezTo>
                  <a:cubicBezTo>
                    <a:pt x="53765" y="204307"/>
                    <a:pt x="62764" y="199974"/>
                    <a:pt x="71764" y="195808"/>
                  </a:cubicBezTo>
                  <a:cubicBezTo>
                    <a:pt x="80679" y="217056"/>
                    <a:pt x="94845" y="235137"/>
                    <a:pt x="108010" y="254136"/>
                  </a:cubicBezTo>
                  <a:cubicBezTo>
                    <a:pt x="125925" y="280050"/>
                    <a:pt x="147257" y="300548"/>
                    <a:pt x="171338" y="320630"/>
                  </a:cubicBezTo>
                  <a:cubicBezTo>
                    <a:pt x="214917" y="357043"/>
                    <a:pt x="267746" y="388290"/>
                    <a:pt x="325324" y="393873"/>
                  </a:cubicBezTo>
                  <a:cubicBezTo>
                    <a:pt x="385735" y="399706"/>
                    <a:pt x="454063" y="385124"/>
                    <a:pt x="503225" y="348294"/>
                  </a:cubicBezTo>
                  <a:cubicBezTo>
                    <a:pt x="550554" y="312797"/>
                    <a:pt x="574385" y="256052"/>
                    <a:pt x="579635" y="198474"/>
                  </a:cubicBezTo>
                  <a:cubicBezTo>
                    <a:pt x="582968" y="162727"/>
                    <a:pt x="572802" y="130980"/>
                    <a:pt x="562969" y="97150"/>
                  </a:cubicBezTo>
                  <a:cubicBezTo>
                    <a:pt x="555887" y="72735"/>
                    <a:pt x="548554" y="44655"/>
                    <a:pt x="530222" y="26073"/>
                  </a:cubicBezTo>
                  <a:cubicBezTo>
                    <a:pt x="540638" y="22073"/>
                    <a:pt x="559470" y="13574"/>
                    <a:pt x="564553" y="19740"/>
                  </a:cubicBezTo>
                  <a:cubicBezTo>
                    <a:pt x="567802" y="23740"/>
                    <a:pt x="569302" y="33406"/>
                    <a:pt x="571635" y="38405"/>
                  </a:cubicBezTo>
                  <a:cubicBezTo>
                    <a:pt x="575468" y="46571"/>
                    <a:pt x="579801" y="54320"/>
                    <a:pt x="583218" y="62736"/>
                  </a:cubicBezTo>
                  <a:cubicBezTo>
                    <a:pt x="608132" y="122731"/>
                    <a:pt x="630213" y="181226"/>
                    <a:pt x="619298" y="247136"/>
                  </a:cubicBezTo>
                  <a:lnTo>
                    <a:pt x="619298" y="247136"/>
                  </a:lnTo>
                  <a:close/>
                </a:path>
              </a:pathLst>
            </a:custGeom>
            <a:grpFill/>
            <a:ln w="8332" cap="flat">
              <a:noFill/>
              <a:prstDash val="solid"/>
              <a:miter/>
            </a:ln>
          </p:spPr>
          <p:txBody>
            <a:bodyPr rtlCol="0" anchor="ctr"/>
            <a:lstStyle/>
            <a:p>
              <a:endParaRPr lang="en-US"/>
            </a:p>
          </p:txBody>
        </p:sp>
        <p:sp>
          <p:nvSpPr>
            <p:cNvPr id="1487" name="Freeform: Shape 1486"/>
            <p:cNvSpPr/>
            <p:nvPr/>
          </p:nvSpPr>
          <p:spPr>
            <a:xfrm>
              <a:off x="960735" y="22352"/>
              <a:ext cx="30930" cy="38028"/>
            </a:xfrm>
            <a:custGeom>
              <a:avLst/>
              <a:gdLst>
                <a:gd name="connsiteX0" fmla="*/ 21365 w 30930"/>
                <a:gd name="connsiteY0" fmla="*/ 1490 h 38028"/>
                <a:gd name="connsiteX1" fmla="*/ 8533 w 30930"/>
                <a:gd name="connsiteY1" fmla="*/ 15739 h 38028"/>
                <a:gd name="connsiteX2" fmla="*/ 367 w 30930"/>
                <a:gd name="connsiteY2" fmla="*/ 29487 h 38028"/>
                <a:gd name="connsiteX3" fmla="*/ 10616 w 30930"/>
                <a:gd name="connsiteY3" fmla="*/ 37403 h 38028"/>
                <a:gd name="connsiteX4" fmla="*/ 16698 w 30930"/>
                <a:gd name="connsiteY4" fmla="*/ 31487 h 38028"/>
                <a:gd name="connsiteX5" fmla="*/ 22031 w 30930"/>
                <a:gd name="connsiteY5" fmla="*/ 24988 h 38028"/>
                <a:gd name="connsiteX6" fmla="*/ 27114 w 30930"/>
                <a:gd name="connsiteY6" fmla="*/ 15489 h 38028"/>
                <a:gd name="connsiteX7" fmla="*/ 30864 w 30930"/>
                <a:gd name="connsiteY7" fmla="*/ 6989 h 38028"/>
                <a:gd name="connsiteX8" fmla="*/ 21365 w 30930"/>
                <a:gd name="connsiteY8" fmla="*/ 1490 h 38028"/>
                <a:gd name="connsiteX9" fmla="*/ 21365 w 30930"/>
                <a:gd name="connsiteY9" fmla="*/ 1490 h 38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930" h="38028">
                  <a:moveTo>
                    <a:pt x="21365" y="1490"/>
                  </a:moveTo>
                  <a:cubicBezTo>
                    <a:pt x="16199" y="5823"/>
                    <a:pt x="12866" y="10739"/>
                    <a:pt x="8533" y="15739"/>
                  </a:cubicBezTo>
                  <a:cubicBezTo>
                    <a:pt x="4866" y="19988"/>
                    <a:pt x="2116" y="24071"/>
                    <a:pt x="367" y="29487"/>
                  </a:cubicBezTo>
                  <a:cubicBezTo>
                    <a:pt x="-1716" y="35904"/>
                    <a:pt x="5533" y="39570"/>
                    <a:pt x="10616" y="37403"/>
                  </a:cubicBezTo>
                  <a:cubicBezTo>
                    <a:pt x="13449" y="36237"/>
                    <a:pt x="14782" y="33737"/>
                    <a:pt x="16698" y="31487"/>
                  </a:cubicBezTo>
                  <a:cubicBezTo>
                    <a:pt x="18032" y="29904"/>
                    <a:pt x="20448" y="27321"/>
                    <a:pt x="22031" y="24988"/>
                  </a:cubicBezTo>
                  <a:cubicBezTo>
                    <a:pt x="24031" y="21988"/>
                    <a:pt x="25531" y="18738"/>
                    <a:pt x="27114" y="15489"/>
                  </a:cubicBezTo>
                  <a:cubicBezTo>
                    <a:pt x="28364" y="12739"/>
                    <a:pt x="30364" y="10073"/>
                    <a:pt x="30864" y="6989"/>
                  </a:cubicBezTo>
                  <a:cubicBezTo>
                    <a:pt x="31614" y="1407"/>
                    <a:pt x="25864" y="-2176"/>
                    <a:pt x="21365" y="1490"/>
                  </a:cubicBezTo>
                  <a:lnTo>
                    <a:pt x="21365" y="1490"/>
                  </a:lnTo>
                  <a:close/>
                </a:path>
              </a:pathLst>
            </a:custGeom>
            <a:grpFill/>
            <a:ln w="8332" cap="flat">
              <a:noFill/>
              <a:prstDash val="solid"/>
              <a:miter/>
            </a:ln>
          </p:spPr>
          <p:txBody>
            <a:bodyPr rtlCol="0" anchor="ctr"/>
            <a:lstStyle/>
            <a:p>
              <a:endParaRPr lang="en-US"/>
            </a:p>
          </p:txBody>
        </p:sp>
        <p:sp>
          <p:nvSpPr>
            <p:cNvPr id="1488" name="Freeform: Shape 1487"/>
            <p:cNvSpPr/>
            <p:nvPr/>
          </p:nvSpPr>
          <p:spPr>
            <a:xfrm>
              <a:off x="1007868" y="44646"/>
              <a:ext cx="24263" cy="45664"/>
            </a:xfrm>
            <a:custGeom>
              <a:avLst/>
              <a:gdLst>
                <a:gd name="connsiteX0" fmla="*/ 14062 w 24263"/>
                <a:gd name="connsiteY0" fmla="*/ 3527 h 45664"/>
                <a:gd name="connsiteX1" fmla="*/ 1063 w 24263"/>
                <a:gd name="connsiteY1" fmla="*/ 28691 h 45664"/>
                <a:gd name="connsiteX2" fmla="*/ 8479 w 24263"/>
                <a:gd name="connsiteY2" fmla="*/ 45606 h 45664"/>
                <a:gd name="connsiteX3" fmla="*/ 15728 w 24263"/>
                <a:gd name="connsiteY3" fmla="*/ 38440 h 45664"/>
                <a:gd name="connsiteX4" fmla="*/ 15895 w 24263"/>
                <a:gd name="connsiteY4" fmla="*/ 37524 h 45664"/>
                <a:gd name="connsiteX5" fmla="*/ 16561 w 24263"/>
                <a:gd name="connsiteY5" fmla="*/ 33691 h 45664"/>
                <a:gd name="connsiteX6" fmla="*/ 17978 w 24263"/>
                <a:gd name="connsiteY6" fmla="*/ 27525 h 45664"/>
                <a:gd name="connsiteX7" fmla="*/ 24227 w 24263"/>
                <a:gd name="connsiteY7" fmla="*/ 4943 h 45664"/>
                <a:gd name="connsiteX8" fmla="*/ 14062 w 24263"/>
                <a:gd name="connsiteY8" fmla="*/ 3527 h 45664"/>
                <a:gd name="connsiteX9" fmla="*/ 14062 w 24263"/>
                <a:gd name="connsiteY9" fmla="*/ 3527 h 45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263" h="45664">
                  <a:moveTo>
                    <a:pt x="14062" y="3527"/>
                  </a:moveTo>
                  <a:cubicBezTo>
                    <a:pt x="10479" y="12359"/>
                    <a:pt x="4229" y="19609"/>
                    <a:pt x="1063" y="28691"/>
                  </a:cubicBezTo>
                  <a:cubicBezTo>
                    <a:pt x="-937" y="34441"/>
                    <a:pt x="-937" y="46606"/>
                    <a:pt x="8479" y="45606"/>
                  </a:cubicBezTo>
                  <a:cubicBezTo>
                    <a:pt x="11978" y="45190"/>
                    <a:pt x="15728" y="42023"/>
                    <a:pt x="15728" y="38440"/>
                  </a:cubicBezTo>
                  <a:cubicBezTo>
                    <a:pt x="15811" y="38107"/>
                    <a:pt x="15895" y="37857"/>
                    <a:pt x="15895" y="37524"/>
                  </a:cubicBezTo>
                  <a:cubicBezTo>
                    <a:pt x="16228" y="36274"/>
                    <a:pt x="16311" y="34941"/>
                    <a:pt x="16561" y="33691"/>
                  </a:cubicBezTo>
                  <a:cubicBezTo>
                    <a:pt x="16978" y="31608"/>
                    <a:pt x="17395" y="29525"/>
                    <a:pt x="17978" y="27525"/>
                  </a:cubicBezTo>
                  <a:cubicBezTo>
                    <a:pt x="20228" y="19859"/>
                    <a:pt x="23477" y="13026"/>
                    <a:pt x="24227" y="4943"/>
                  </a:cubicBezTo>
                  <a:cubicBezTo>
                    <a:pt x="24894" y="-1389"/>
                    <a:pt x="16061" y="-1389"/>
                    <a:pt x="14062" y="3527"/>
                  </a:cubicBezTo>
                  <a:lnTo>
                    <a:pt x="14062" y="3527"/>
                  </a:lnTo>
                  <a:close/>
                </a:path>
              </a:pathLst>
            </a:custGeom>
            <a:grpFill/>
            <a:ln w="8332" cap="flat">
              <a:noFill/>
              <a:prstDash val="solid"/>
              <a:miter/>
            </a:ln>
          </p:spPr>
          <p:txBody>
            <a:bodyPr rtlCol="0" anchor="ctr"/>
            <a:lstStyle/>
            <a:p>
              <a:endParaRPr lang="en-US"/>
            </a:p>
          </p:txBody>
        </p:sp>
        <p:sp>
          <p:nvSpPr>
            <p:cNvPr id="1489" name="Freeform: Shape 1488"/>
            <p:cNvSpPr/>
            <p:nvPr/>
          </p:nvSpPr>
          <p:spPr>
            <a:xfrm>
              <a:off x="1073988" y="55609"/>
              <a:ext cx="18144" cy="43825"/>
            </a:xfrm>
            <a:custGeom>
              <a:avLst/>
              <a:gdLst>
                <a:gd name="connsiteX0" fmla="*/ 17268 w 18144"/>
                <a:gd name="connsiteY0" fmla="*/ 32311 h 43825"/>
                <a:gd name="connsiteX1" fmla="*/ 16685 w 18144"/>
                <a:gd name="connsiteY1" fmla="*/ 20812 h 43825"/>
                <a:gd name="connsiteX2" fmla="*/ 15185 w 18144"/>
                <a:gd name="connsiteY2" fmla="*/ 5396 h 43825"/>
                <a:gd name="connsiteX3" fmla="*/ 4353 w 18144"/>
                <a:gd name="connsiteY3" fmla="*/ 3897 h 43825"/>
                <a:gd name="connsiteX4" fmla="*/ 1353 w 18144"/>
                <a:gd name="connsiteY4" fmla="*/ 14729 h 43825"/>
                <a:gd name="connsiteX5" fmla="*/ 270 w 18144"/>
                <a:gd name="connsiteY5" fmla="*/ 25728 h 43825"/>
                <a:gd name="connsiteX6" fmla="*/ 6769 w 18144"/>
                <a:gd name="connsiteY6" fmla="*/ 42810 h 43825"/>
                <a:gd name="connsiteX7" fmla="*/ 17268 w 18144"/>
                <a:gd name="connsiteY7" fmla="*/ 32311 h 43825"/>
                <a:gd name="connsiteX8" fmla="*/ 17268 w 18144"/>
                <a:gd name="connsiteY8" fmla="*/ 32311 h 4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144" h="43825">
                  <a:moveTo>
                    <a:pt x="17268" y="32311"/>
                  </a:moveTo>
                  <a:cubicBezTo>
                    <a:pt x="16518" y="30727"/>
                    <a:pt x="16935" y="23561"/>
                    <a:pt x="16685" y="20812"/>
                  </a:cubicBezTo>
                  <a:cubicBezTo>
                    <a:pt x="16185" y="15645"/>
                    <a:pt x="15685" y="10563"/>
                    <a:pt x="15185" y="5396"/>
                  </a:cubicBezTo>
                  <a:cubicBezTo>
                    <a:pt x="14685" y="-520"/>
                    <a:pt x="6103" y="-2353"/>
                    <a:pt x="4353" y="3897"/>
                  </a:cubicBezTo>
                  <a:cubicBezTo>
                    <a:pt x="3353" y="7563"/>
                    <a:pt x="1936" y="10896"/>
                    <a:pt x="1353" y="14729"/>
                  </a:cubicBezTo>
                  <a:cubicBezTo>
                    <a:pt x="853" y="18395"/>
                    <a:pt x="603" y="22062"/>
                    <a:pt x="270" y="25728"/>
                  </a:cubicBezTo>
                  <a:cubicBezTo>
                    <a:pt x="-480" y="32561"/>
                    <a:pt x="-64" y="39143"/>
                    <a:pt x="6769" y="42810"/>
                  </a:cubicBezTo>
                  <a:cubicBezTo>
                    <a:pt x="13852" y="46559"/>
                    <a:pt x="20601" y="39227"/>
                    <a:pt x="17268" y="32311"/>
                  </a:cubicBezTo>
                  <a:lnTo>
                    <a:pt x="17268" y="32311"/>
                  </a:lnTo>
                  <a:close/>
                </a:path>
              </a:pathLst>
            </a:custGeom>
            <a:grpFill/>
            <a:ln w="8332" cap="flat">
              <a:noFill/>
              <a:prstDash val="solid"/>
              <a:miter/>
            </a:ln>
          </p:spPr>
          <p:txBody>
            <a:bodyPr rtlCol="0" anchor="ctr"/>
            <a:lstStyle/>
            <a:p>
              <a:endParaRPr lang="en-US"/>
            </a:p>
          </p:txBody>
        </p:sp>
        <p:sp>
          <p:nvSpPr>
            <p:cNvPr id="1490" name="Freeform: Shape 1489"/>
            <p:cNvSpPr/>
            <p:nvPr/>
          </p:nvSpPr>
          <p:spPr>
            <a:xfrm>
              <a:off x="1128093" y="50559"/>
              <a:ext cx="33721" cy="35183"/>
            </a:xfrm>
            <a:custGeom>
              <a:avLst/>
              <a:gdLst>
                <a:gd name="connsiteX0" fmla="*/ 31574 w 33721"/>
                <a:gd name="connsiteY0" fmla="*/ 21112 h 35183"/>
                <a:gd name="connsiteX1" fmla="*/ 20908 w 33721"/>
                <a:gd name="connsiteY1" fmla="*/ 8696 h 35183"/>
                <a:gd name="connsiteX2" fmla="*/ 14909 w 33721"/>
                <a:gd name="connsiteY2" fmla="*/ 3530 h 35183"/>
                <a:gd name="connsiteX3" fmla="*/ 7160 w 33721"/>
                <a:gd name="connsiteY3" fmla="*/ 613 h 35183"/>
                <a:gd name="connsiteX4" fmla="*/ 1410 w 33721"/>
                <a:gd name="connsiteY4" fmla="*/ 8113 h 35183"/>
                <a:gd name="connsiteX5" fmla="*/ 7076 w 33721"/>
                <a:gd name="connsiteY5" fmla="*/ 12529 h 35183"/>
                <a:gd name="connsiteX6" fmla="*/ 11326 w 33721"/>
                <a:gd name="connsiteY6" fmla="*/ 18945 h 35183"/>
                <a:gd name="connsiteX7" fmla="*/ 20242 w 33721"/>
                <a:gd name="connsiteY7" fmla="*/ 32611 h 35183"/>
                <a:gd name="connsiteX8" fmla="*/ 31574 w 33721"/>
                <a:gd name="connsiteY8" fmla="*/ 21112 h 35183"/>
                <a:gd name="connsiteX9" fmla="*/ 31574 w 33721"/>
                <a:gd name="connsiteY9" fmla="*/ 21112 h 35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3721" h="35183">
                  <a:moveTo>
                    <a:pt x="31574" y="21112"/>
                  </a:moveTo>
                  <a:cubicBezTo>
                    <a:pt x="27908" y="17029"/>
                    <a:pt x="24575" y="12779"/>
                    <a:pt x="20908" y="8696"/>
                  </a:cubicBezTo>
                  <a:cubicBezTo>
                    <a:pt x="19159" y="6780"/>
                    <a:pt x="17159" y="4863"/>
                    <a:pt x="14909" y="3530"/>
                  </a:cubicBezTo>
                  <a:cubicBezTo>
                    <a:pt x="12492" y="2030"/>
                    <a:pt x="9576" y="1947"/>
                    <a:pt x="7160" y="613"/>
                  </a:cubicBezTo>
                  <a:cubicBezTo>
                    <a:pt x="2493" y="-1970"/>
                    <a:pt x="-2506" y="4196"/>
                    <a:pt x="1410" y="8113"/>
                  </a:cubicBezTo>
                  <a:cubicBezTo>
                    <a:pt x="3160" y="9779"/>
                    <a:pt x="5410" y="10863"/>
                    <a:pt x="7076" y="12529"/>
                  </a:cubicBezTo>
                  <a:cubicBezTo>
                    <a:pt x="8743" y="14362"/>
                    <a:pt x="10076" y="16779"/>
                    <a:pt x="11326" y="18945"/>
                  </a:cubicBezTo>
                  <a:cubicBezTo>
                    <a:pt x="14159" y="23695"/>
                    <a:pt x="16575" y="28444"/>
                    <a:pt x="20242" y="32611"/>
                  </a:cubicBezTo>
                  <a:cubicBezTo>
                    <a:pt x="27074" y="40360"/>
                    <a:pt x="38490" y="28861"/>
                    <a:pt x="31574" y="21112"/>
                  </a:cubicBezTo>
                  <a:lnTo>
                    <a:pt x="31574" y="21112"/>
                  </a:lnTo>
                  <a:close/>
                </a:path>
              </a:pathLst>
            </a:custGeom>
            <a:grpFill/>
            <a:ln w="8332" cap="flat">
              <a:noFill/>
              <a:prstDash val="solid"/>
              <a:miter/>
            </a:ln>
          </p:spPr>
          <p:txBody>
            <a:bodyPr rtlCol="0" anchor="ctr"/>
            <a:lstStyle/>
            <a:p>
              <a:endParaRPr lang="en-US"/>
            </a:p>
          </p:txBody>
        </p:sp>
        <p:sp>
          <p:nvSpPr>
            <p:cNvPr id="1491" name="Freeform: Shape 1490"/>
            <p:cNvSpPr/>
            <p:nvPr/>
          </p:nvSpPr>
          <p:spPr>
            <a:xfrm>
              <a:off x="1164130" y="14496"/>
              <a:ext cx="46721" cy="19304"/>
            </a:xfrm>
            <a:custGeom>
              <a:avLst/>
              <a:gdLst>
                <a:gd name="connsiteX0" fmla="*/ 43366 w 46721"/>
                <a:gd name="connsiteY0" fmla="*/ 6096 h 19304"/>
                <a:gd name="connsiteX1" fmla="*/ 24451 w 46721"/>
                <a:gd name="connsiteY1" fmla="*/ 2763 h 19304"/>
                <a:gd name="connsiteX2" fmla="*/ 6786 w 46721"/>
                <a:gd name="connsiteY2" fmla="*/ 97 h 19304"/>
                <a:gd name="connsiteX3" fmla="*/ 3869 w 46721"/>
                <a:gd name="connsiteY3" fmla="*/ 10512 h 19304"/>
                <a:gd name="connsiteX4" fmla="*/ 41783 w 46721"/>
                <a:gd name="connsiteY4" fmla="*/ 18595 h 19304"/>
                <a:gd name="connsiteX5" fmla="*/ 43366 w 46721"/>
                <a:gd name="connsiteY5" fmla="*/ 6096 h 19304"/>
                <a:gd name="connsiteX6" fmla="*/ 43366 w 46721"/>
                <a:gd name="connsiteY6" fmla="*/ 6096 h 19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721" h="19304">
                  <a:moveTo>
                    <a:pt x="43366" y="6096"/>
                  </a:moveTo>
                  <a:cubicBezTo>
                    <a:pt x="37116" y="3263"/>
                    <a:pt x="31200" y="3263"/>
                    <a:pt x="24451" y="2763"/>
                  </a:cubicBezTo>
                  <a:cubicBezTo>
                    <a:pt x="18368" y="2263"/>
                    <a:pt x="12702" y="1097"/>
                    <a:pt x="6786" y="97"/>
                  </a:cubicBezTo>
                  <a:cubicBezTo>
                    <a:pt x="36" y="-1070"/>
                    <a:pt x="-2963" y="8679"/>
                    <a:pt x="3869" y="10512"/>
                  </a:cubicBezTo>
                  <a:cubicBezTo>
                    <a:pt x="16618" y="13929"/>
                    <a:pt x="27951" y="21678"/>
                    <a:pt x="41783" y="18595"/>
                  </a:cubicBezTo>
                  <a:cubicBezTo>
                    <a:pt x="47199" y="17345"/>
                    <a:pt x="48782" y="8512"/>
                    <a:pt x="43366" y="6096"/>
                  </a:cubicBezTo>
                  <a:lnTo>
                    <a:pt x="43366" y="6096"/>
                  </a:lnTo>
                  <a:close/>
                </a:path>
              </a:pathLst>
            </a:custGeom>
            <a:grpFill/>
            <a:ln w="8332" cap="flat">
              <a:noFill/>
              <a:prstDash val="solid"/>
              <a:miter/>
            </a:ln>
          </p:spPr>
          <p:txBody>
            <a:bodyPr rtlCol="0" anchor="ctr"/>
            <a:lstStyle/>
            <a:p>
              <a:endParaRPr lang="en-US"/>
            </a:p>
          </p:txBody>
        </p:sp>
        <p:sp>
          <p:nvSpPr>
            <p:cNvPr id="1492" name="Freeform: Shape 1491"/>
            <p:cNvSpPr/>
            <p:nvPr/>
          </p:nvSpPr>
          <p:spPr>
            <a:xfrm>
              <a:off x="1171478" y="-35072"/>
              <a:ext cx="47809" cy="16326"/>
            </a:xfrm>
            <a:custGeom>
              <a:avLst/>
              <a:gdLst>
                <a:gd name="connsiteX0" fmla="*/ 42184 w 47809"/>
                <a:gd name="connsiteY0" fmla="*/ 3 h 16326"/>
                <a:gd name="connsiteX1" fmla="*/ 26102 w 47809"/>
                <a:gd name="connsiteY1" fmla="*/ 3169 h 16326"/>
                <a:gd name="connsiteX2" fmla="*/ 2687 w 47809"/>
                <a:gd name="connsiteY2" fmla="*/ 7919 h 16326"/>
                <a:gd name="connsiteX3" fmla="*/ 2687 w 47809"/>
                <a:gd name="connsiteY3" fmla="*/ 15168 h 16326"/>
                <a:gd name="connsiteX4" fmla="*/ 30351 w 47809"/>
                <a:gd name="connsiteY4" fmla="*/ 15751 h 16326"/>
                <a:gd name="connsiteX5" fmla="*/ 47183 w 47809"/>
                <a:gd name="connsiteY5" fmla="*/ 8669 h 16326"/>
                <a:gd name="connsiteX6" fmla="*/ 42184 w 47809"/>
                <a:gd name="connsiteY6" fmla="*/ 3 h 16326"/>
                <a:gd name="connsiteX7" fmla="*/ 42184 w 47809"/>
                <a:gd name="connsiteY7" fmla="*/ 3 h 16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809" h="16326">
                  <a:moveTo>
                    <a:pt x="42184" y="3"/>
                  </a:moveTo>
                  <a:cubicBezTo>
                    <a:pt x="36518" y="-80"/>
                    <a:pt x="31601" y="1669"/>
                    <a:pt x="26102" y="3169"/>
                  </a:cubicBezTo>
                  <a:cubicBezTo>
                    <a:pt x="18436" y="5252"/>
                    <a:pt x="10520" y="6752"/>
                    <a:pt x="2687" y="7919"/>
                  </a:cubicBezTo>
                  <a:cubicBezTo>
                    <a:pt x="-896" y="8502"/>
                    <a:pt x="-896" y="14668"/>
                    <a:pt x="2687" y="15168"/>
                  </a:cubicBezTo>
                  <a:cubicBezTo>
                    <a:pt x="11853" y="16501"/>
                    <a:pt x="21102" y="16668"/>
                    <a:pt x="30351" y="15751"/>
                  </a:cubicBezTo>
                  <a:cubicBezTo>
                    <a:pt x="36351" y="15168"/>
                    <a:pt x="44267" y="15002"/>
                    <a:pt x="47183" y="8669"/>
                  </a:cubicBezTo>
                  <a:cubicBezTo>
                    <a:pt x="48933" y="4752"/>
                    <a:pt x="46933" y="3"/>
                    <a:pt x="42184" y="3"/>
                  </a:cubicBezTo>
                  <a:lnTo>
                    <a:pt x="42184" y="3"/>
                  </a:lnTo>
                  <a:close/>
                </a:path>
              </a:pathLst>
            </a:custGeom>
            <a:grpFill/>
            <a:ln w="8332" cap="flat">
              <a:noFill/>
              <a:prstDash val="solid"/>
              <a:miter/>
            </a:ln>
          </p:spPr>
          <p:txBody>
            <a:bodyPr rtlCol="0" anchor="ctr"/>
            <a:lstStyle/>
            <a:p>
              <a:endParaRPr lang="en-US"/>
            </a:p>
          </p:txBody>
        </p:sp>
        <p:sp>
          <p:nvSpPr>
            <p:cNvPr id="1493" name="Freeform: Shape 1492"/>
            <p:cNvSpPr/>
            <p:nvPr/>
          </p:nvSpPr>
          <p:spPr>
            <a:xfrm>
              <a:off x="946512" y="80867"/>
              <a:ext cx="29890" cy="42618"/>
            </a:xfrm>
            <a:custGeom>
              <a:avLst/>
              <a:gdLst>
                <a:gd name="connsiteX0" fmla="*/ 18172 w 29890"/>
                <a:gd name="connsiteY0" fmla="*/ 2970 h 42618"/>
                <a:gd name="connsiteX1" fmla="*/ 3007 w 29890"/>
                <a:gd name="connsiteY1" fmla="*/ 24384 h 42618"/>
                <a:gd name="connsiteX2" fmla="*/ 5673 w 29890"/>
                <a:gd name="connsiteY2" fmla="*/ 41883 h 42618"/>
                <a:gd name="connsiteX3" fmla="*/ 15172 w 29890"/>
                <a:gd name="connsiteY3" fmla="*/ 32717 h 42618"/>
                <a:gd name="connsiteX4" fmla="*/ 15339 w 29890"/>
                <a:gd name="connsiteY4" fmla="*/ 32384 h 42618"/>
                <a:gd name="connsiteX5" fmla="*/ 16755 w 29890"/>
                <a:gd name="connsiteY5" fmla="*/ 29884 h 42618"/>
                <a:gd name="connsiteX6" fmla="*/ 20588 w 29890"/>
                <a:gd name="connsiteY6" fmla="*/ 23301 h 42618"/>
                <a:gd name="connsiteX7" fmla="*/ 29004 w 29890"/>
                <a:gd name="connsiteY7" fmla="*/ 9302 h 42618"/>
                <a:gd name="connsiteX8" fmla="*/ 18172 w 29890"/>
                <a:gd name="connsiteY8" fmla="*/ 2970 h 42618"/>
                <a:gd name="connsiteX9" fmla="*/ 18172 w 29890"/>
                <a:gd name="connsiteY9" fmla="*/ 2970 h 42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890" h="42618">
                  <a:moveTo>
                    <a:pt x="18172" y="2970"/>
                  </a:moveTo>
                  <a:cubicBezTo>
                    <a:pt x="13506" y="10469"/>
                    <a:pt x="7923" y="17052"/>
                    <a:pt x="3007" y="24384"/>
                  </a:cubicBezTo>
                  <a:cubicBezTo>
                    <a:pt x="-993" y="30384"/>
                    <a:pt x="-1826" y="38216"/>
                    <a:pt x="5673" y="41883"/>
                  </a:cubicBezTo>
                  <a:cubicBezTo>
                    <a:pt x="11339" y="44716"/>
                    <a:pt x="18755" y="38883"/>
                    <a:pt x="15172" y="32717"/>
                  </a:cubicBezTo>
                  <a:cubicBezTo>
                    <a:pt x="15256" y="32634"/>
                    <a:pt x="15256" y="32550"/>
                    <a:pt x="15339" y="32384"/>
                  </a:cubicBezTo>
                  <a:cubicBezTo>
                    <a:pt x="15839" y="31550"/>
                    <a:pt x="16255" y="30717"/>
                    <a:pt x="16755" y="29884"/>
                  </a:cubicBezTo>
                  <a:cubicBezTo>
                    <a:pt x="18005" y="27717"/>
                    <a:pt x="19338" y="25468"/>
                    <a:pt x="20588" y="23301"/>
                  </a:cubicBezTo>
                  <a:cubicBezTo>
                    <a:pt x="23338" y="18635"/>
                    <a:pt x="26254" y="13969"/>
                    <a:pt x="29004" y="9302"/>
                  </a:cubicBezTo>
                  <a:cubicBezTo>
                    <a:pt x="33004" y="2303"/>
                    <a:pt x="22422" y="-3863"/>
                    <a:pt x="18172" y="2970"/>
                  </a:cubicBezTo>
                  <a:lnTo>
                    <a:pt x="18172" y="2970"/>
                  </a:lnTo>
                  <a:close/>
                </a:path>
              </a:pathLst>
            </a:custGeom>
            <a:grpFill/>
            <a:ln w="8332" cap="flat">
              <a:noFill/>
              <a:prstDash val="solid"/>
              <a:miter/>
            </a:ln>
          </p:spPr>
          <p:txBody>
            <a:bodyPr rtlCol="0" anchor="ctr"/>
            <a:lstStyle/>
            <a:p>
              <a:endParaRPr lang="en-US"/>
            </a:p>
          </p:txBody>
        </p:sp>
        <p:sp>
          <p:nvSpPr>
            <p:cNvPr id="1494" name="Freeform: Shape 1493"/>
            <p:cNvSpPr/>
            <p:nvPr/>
          </p:nvSpPr>
          <p:spPr>
            <a:xfrm>
              <a:off x="1016449" y="113003"/>
              <a:ext cx="22457" cy="44877"/>
            </a:xfrm>
            <a:custGeom>
              <a:avLst/>
              <a:gdLst>
                <a:gd name="connsiteX0" fmla="*/ 9313 w 22457"/>
                <a:gd name="connsiteY0" fmla="*/ 3247 h 44877"/>
                <a:gd name="connsiteX1" fmla="*/ 2897 w 22457"/>
                <a:gd name="connsiteY1" fmla="*/ 41827 h 44877"/>
                <a:gd name="connsiteX2" fmla="*/ 15146 w 22457"/>
                <a:gd name="connsiteY2" fmla="*/ 38494 h 44877"/>
                <a:gd name="connsiteX3" fmla="*/ 18062 w 22457"/>
                <a:gd name="connsiteY3" fmla="*/ 24662 h 44877"/>
                <a:gd name="connsiteX4" fmla="*/ 21979 w 22457"/>
                <a:gd name="connsiteY4" fmla="*/ 8580 h 44877"/>
                <a:gd name="connsiteX5" fmla="*/ 9313 w 22457"/>
                <a:gd name="connsiteY5" fmla="*/ 3247 h 44877"/>
                <a:gd name="connsiteX6" fmla="*/ 9313 w 22457"/>
                <a:gd name="connsiteY6" fmla="*/ 3247 h 44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457" h="44877">
                  <a:moveTo>
                    <a:pt x="9313" y="3247"/>
                  </a:moveTo>
                  <a:cubicBezTo>
                    <a:pt x="3814" y="13246"/>
                    <a:pt x="-4436" y="31161"/>
                    <a:pt x="2897" y="41827"/>
                  </a:cubicBezTo>
                  <a:cubicBezTo>
                    <a:pt x="6397" y="46993"/>
                    <a:pt x="15229" y="45410"/>
                    <a:pt x="15146" y="38494"/>
                  </a:cubicBezTo>
                  <a:cubicBezTo>
                    <a:pt x="15146" y="33911"/>
                    <a:pt x="17146" y="29161"/>
                    <a:pt x="18062" y="24662"/>
                  </a:cubicBezTo>
                  <a:cubicBezTo>
                    <a:pt x="19062" y="19162"/>
                    <a:pt x="19812" y="13913"/>
                    <a:pt x="21979" y="8580"/>
                  </a:cubicBezTo>
                  <a:cubicBezTo>
                    <a:pt x="24978" y="1247"/>
                    <a:pt x="13063" y="-3502"/>
                    <a:pt x="9313" y="3247"/>
                  </a:cubicBezTo>
                  <a:lnTo>
                    <a:pt x="9313" y="3247"/>
                  </a:lnTo>
                  <a:close/>
                </a:path>
              </a:pathLst>
            </a:custGeom>
            <a:grpFill/>
            <a:ln w="8332" cap="flat">
              <a:noFill/>
              <a:prstDash val="solid"/>
              <a:miter/>
            </a:ln>
          </p:spPr>
          <p:txBody>
            <a:bodyPr rtlCol="0" anchor="ctr"/>
            <a:lstStyle/>
            <a:p>
              <a:endParaRPr lang="en-US"/>
            </a:p>
          </p:txBody>
        </p:sp>
        <p:sp>
          <p:nvSpPr>
            <p:cNvPr id="1495" name="Freeform: Shape 1494"/>
            <p:cNvSpPr/>
            <p:nvPr/>
          </p:nvSpPr>
          <p:spPr>
            <a:xfrm>
              <a:off x="1087265" y="120194"/>
              <a:ext cx="19512" cy="39093"/>
            </a:xfrm>
            <a:custGeom>
              <a:avLst/>
              <a:gdLst>
                <a:gd name="connsiteX0" fmla="*/ 19406 w 19512"/>
                <a:gd name="connsiteY0" fmla="*/ 31636 h 39093"/>
                <a:gd name="connsiteX1" fmla="*/ 11407 w 19512"/>
                <a:gd name="connsiteY1" fmla="*/ 3139 h 39093"/>
                <a:gd name="connsiteX2" fmla="*/ 158 w 19512"/>
                <a:gd name="connsiteY2" fmla="*/ 7888 h 39093"/>
                <a:gd name="connsiteX3" fmla="*/ 12240 w 19512"/>
                <a:gd name="connsiteY3" fmla="*/ 38802 h 39093"/>
                <a:gd name="connsiteX4" fmla="*/ 19406 w 19512"/>
                <a:gd name="connsiteY4" fmla="*/ 31636 h 39093"/>
                <a:gd name="connsiteX5" fmla="*/ 19406 w 19512"/>
                <a:gd name="connsiteY5" fmla="*/ 31636 h 39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512" h="39093">
                  <a:moveTo>
                    <a:pt x="19406" y="31636"/>
                  </a:moveTo>
                  <a:cubicBezTo>
                    <a:pt x="17740" y="22221"/>
                    <a:pt x="15573" y="11721"/>
                    <a:pt x="11407" y="3139"/>
                  </a:cubicBezTo>
                  <a:cubicBezTo>
                    <a:pt x="8241" y="-3444"/>
                    <a:pt x="-1342" y="1389"/>
                    <a:pt x="158" y="7888"/>
                  </a:cubicBezTo>
                  <a:cubicBezTo>
                    <a:pt x="2575" y="19054"/>
                    <a:pt x="-2175" y="34219"/>
                    <a:pt x="12240" y="38802"/>
                  </a:cubicBezTo>
                  <a:cubicBezTo>
                    <a:pt x="16823" y="40302"/>
                    <a:pt x="20156" y="35719"/>
                    <a:pt x="19406" y="31636"/>
                  </a:cubicBezTo>
                  <a:lnTo>
                    <a:pt x="19406" y="31636"/>
                  </a:lnTo>
                  <a:close/>
                </a:path>
              </a:pathLst>
            </a:custGeom>
            <a:grpFill/>
            <a:ln w="8332" cap="flat">
              <a:noFill/>
              <a:prstDash val="solid"/>
              <a:miter/>
            </a:ln>
          </p:spPr>
          <p:txBody>
            <a:bodyPr rtlCol="0" anchor="ctr"/>
            <a:lstStyle/>
            <a:p>
              <a:endParaRPr lang="en-US"/>
            </a:p>
          </p:txBody>
        </p:sp>
        <p:sp>
          <p:nvSpPr>
            <p:cNvPr id="1496" name="Freeform: Shape 1495"/>
            <p:cNvSpPr/>
            <p:nvPr/>
          </p:nvSpPr>
          <p:spPr>
            <a:xfrm>
              <a:off x="1143345" y="112737"/>
              <a:ext cx="33904" cy="33127"/>
            </a:xfrm>
            <a:custGeom>
              <a:avLst/>
              <a:gdLst>
                <a:gd name="connsiteX0" fmla="*/ 33737 w 33904"/>
                <a:gd name="connsiteY0" fmla="*/ 24345 h 33127"/>
                <a:gd name="connsiteX1" fmla="*/ 20988 w 33904"/>
                <a:gd name="connsiteY1" fmla="*/ 10596 h 33127"/>
                <a:gd name="connsiteX2" fmla="*/ 7406 w 33904"/>
                <a:gd name="connsiteY2" fmla="*/ 763 h 33127"/>
                <a:gd name="connsiteX3" fmla="*/ 1406 w 33904"/>
                <a:gd name="connsiteY3" fmla="*/ 8513 h 33127"/>
                <a:gd name="connsiteX4" fmla="*/ 26987 w 33904"/>
                <a:gd name="connsiteY4" fmla="*/ 33094 h 33127"/>
                <a:gd name="connsiteX5" fmla="*/ 33737 w 33904"/>
                <a:gd name="connsiteY5" fmla="*/ 24345 h 33127"/>
                <a:gd name="connsiteX6" fmla="*/ 33737 w 33904"/>
                <a:gd name="connsiteY6" fmla="*/ 24345 h 33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904" h="33127">
                  <a:moveTo>
                    <a:pt x="33737" y="24345"/>
                  </a:moveTo>
                  <a:cubicBezTo>
                    <a:pt x="32237" y="18095"/>
                    <a:pt x="25904" y="14179"/>
                    <a:pt x="20988" y="10596"/>
                  </a:cubicBezTo>
                  <a:cubicBezTo>
                    <a:pt x="16488" y="7263"/>
                    <a:pt x="12072" y="3846"/>
                    <a:pt x="7406" y="763"/>
                  </a:cubicBezTo>
                  <a:cubicBezTo>
                    <a:pt x="2740" y="-2320"/>
                    <a:pt x="-2593" y="4680"/>
                    <a:pt x="1406" y="8513"/>
                  </a:cubicBezTo>
                  <a:cubicBezTo>
                    <a:pt x="10072" y="16679"/>
                    <a:pt x="13155" y="31844"/>
                    <a:pt x="26987" y="33094"/>
                  </a:cubicBezTo>
                  <a:cubicBezTo>
                    <a:pt x="31737" y="33594"/>
                    <a:pt x="34653" y="28344"/>
                    <a:pt x="33737" y="24345"/>
                  </a:cubicBezTo>
                  <a:lnTo>
                    <a:pt x="33737" y="24345"/>
                  </a:lnTo>
                  <a:close/>
                </a:path>
              </a:pathLst>
            </a:custGeom>
            <a:grpFill/>
            <a:ln w="8332" cap="flat">
              <a:noFill/>
              <a:prstDash val="solid"/>
              <a:miter/>
            </a:ln>
          </p:spPr>
          <p:txBody>
            <a:bodyPr rtlCol="0" anchor="ctr"/>
            <a:lstStyle/>
            <a:p>
              <a:endParaRPr lang="en-US"/>
            </a:p>
          </p:txBody>
        </p:sp>
        <p:sp>
          <p:nvSpPr>
            <p:cNvPr id="1497" name="Freeform: Shape 1496"/>
            <p:cNvSpPr/>
            <p:nvPr/>
          </p:nvSpPr>
          <p:spPr>
            <a:xfrm>
              <a:off x="1197560" y="68081"/>
              <a:ext cx="46065" cy="18057"/>
            </a:xfrm>
            <a:custGeom>
              <a:avLst/>
              <a:gdLst>
                <a:gd name="connsiteX0" fmla="*/ 36184 w 46065"/>
                <a:gd name="connsiteY0" fmla="*/ 1923 h 18057"/>
                <a:gd name="connsiteX1" fmla="*/ 7020 w 46065"/>
                <a:gd name="connsiteY1" fmla="*/ 90 h 18057"/>
                <a:gd name="connsiteX2" fmla="*/ 4020 w 46065"/>
                <a:gd name="connsiteY2" fmla="*/ 10839 h 18057"/>
                <a:gd name="connsiteX3" fmla="*/ 42100 w 46065"/>
                <a:gd name="connsiteY3" fmla="*/ 15922 h 18057"/>
                <a:gd name="connsiteX4" fmla="*/ 36184 w 46065"/>
                <a:gd name="connsiteY4" fmla="*/ 1923 h 18057"/>
                <a:gd name="connsiteX5" fmla="*/ 36184 w 46065"/>
                <a:gd name="connsiteY5" fmla="*/ 1923 h 18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065" h="18057">
                  <a:moveTo>
                    <a:pt x="36184" y="1923"/>
                  </a:moveTo>
                  <a:cubicBezTo>
                    <a:pt x="26518" y="3507"/>
                    <a:pt x="16519" y="1757"/>
                    <a:pt x="7020" y="90"/>
                  </a:cubicBezTo>
                  <a:cubicBezTo>
                    <a:pt x="20" y="-1076"/>
                    <a:pt x="-3063" y="9423"/>
                    <a:pt x="4020" y="10839"/>
                  </a:cubicBezTo>
                  <a:cubicBezTo>
                    <a:pt x="16769" y="13422"/>
                    <a:pt x="29268" y="22005"/>
                    <a:pt x="42100" y="15922"/>
                  </a:cubicBezTo>
                  <a:cubicBezTo>
                    <a:pt x="50516" y="11923"/>
                    <a:pt x="44100" y="590"/>
                    <a:pt x="36184" y="1923"/>
                  </a:cubicBezTo>
                  <a:lnTo>
                    <a:pt x="36184" y="1923"/>
                  </a:lnTo>
                  <a:close/>
                </a:path>
              </a:pathLst>
            </a:custGeom>
            <a:grpFill/>
            <a:ln w="8332" cap="flat">
              <a:noFill/>
              <a:prstDash val="solid"/>
              <a:miter/>
            </a:ln>
          </p:spPr>
          <p:txBody>
            <a:bodyPr rtlCol="0" anchor="ctr"/>
            <a:lstStyle/>
            <a:p>
              <a:endParaRPr lang="en-US"/>
            </a:p>
          </p:txBody>
        </p:sp>
        <p:sp>
          <p:nvSpPr>
            <p:cNvPr id="1498" name="Freeform: Shape 1497"/>
            <p:cNvSpPr/>
            <p:nvPr/>
          </p:nvSpPr>
          <p:spPr>
            <a:xfrm>
              <a:off x="1229942" y="6354"/>
              <a:ext cx="34132" cy="12244"/>
            </a:xfrm>
            <a:custGeom>
              <a:avLst/>
              <a:gdLst>
                <a:gd name="connsiteX0" fmla="*/ 30383 w 34132"/>
                <a:gd name="connsiteY0" fmla="*/ 656 h 12244"/>
                <a:gd name="connsiteX1" fmla="*/ 4968 w 34132"/>
                <a:gd name="connsiteY1" fmla="*/ 1489 h 12244"/>
                <a:gd name="connsiteX2" fmla="*/ 4968 w 34132"/>
                <a:gd name="connsiteY2" fmla="*/ 11822 h 12244"/>
                <a:gd name="connsiteX3" fmla="*/ 30383 w 34132"/>
                <a:gd name="connsiteY3" fmla="*/ 10738 h 12244"/>
                <a:gd name="connsiteX4" fmla="*/ 30383 w 34132"/>
                <a:gd name="connsiteY4" fmla="*/ 656 h 12244"/>
                <a:gd name="connsiteX5" fmla="*/ 30383 w 34132"/>
                <a:gd name="connsiteY5" fmla="*/ 656 h 12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132" h="12244">
                  <a:moveTo>
                    <a:pt x="30383" y="656"/>
                  </a:moveTo>
                  <a:cubicBezTo>
                    <a:pt x="21634" y="-844"/>
                    <a:pt x="13634" y="573"/>
                    <a:pt x="4968" y="1489"/>
                  </a:cubicBezTo>
                  <a:cubicBezTo>
                    <a:pt x="-1614" y="2156"/>
                    <a:pt x="-1698" y="11155"/>
                    <a:pt x="4968" y="11822"/>
                  </a:cubicBezTo>
                  <a:cubicBezTo>
                    <a:pt x="13634" y="12655"/>
                    <a:pt x="21884" y="12238"/>
                    <a:pt x="30383" y="10738"/>
                  </a:cubicBezTo>
                  <a:cubicBezTo>
                    <a:pt x="35382" y="9905"/>
                    <a:pt x="35382" y="1489"/>
                    <a:pt x="30383" y="656"/>
                  </a:cubicBezTo>
                  <a:lnTo>
                    <a:pt x="30383" y="656"/>
                  </a:lnTo>
                  <a:close/>
                </a:path>
              </a:pathLst>
            </a:custGeom>
            <a:grpFill/>
            <a:ln w="8332" cap="flat">
              <a:noFill/>
              <a:prstDash val="solid"/>
              <a:miter/>
            </a:ln>
          </p:spPr>
          <p:txBody>
            <a:bodyPr rtlCol="0" anchor="ctr"/>
            <a:lstStyle/>
            <a:p>
              <a:endParaRPr lang="en-US"/>
            </a:p>
          </p:txBody>
        </p:sp>
        <p:sp>
          <p:nvSpPr>
            <p:cNvPr id="1499" name="Freeform: Shape 1498"/>
            <p:cNvSpPr/>
            <p:nvPr/>
          </p:nvSpPr>
          <p:spPr>
            <a:xfrm>
              <a:off x="4958620" y="557611"/>
              <a:ext cx="413049" cy="515560"/>
            </a:xfrm>
            <a:custGeom>
              <a:avLst/>
              <a:gdLst>
                <a:gd name="connsiteX0" fmla="*/ 405252 w 413049"/>
                <a:gd name="connsiteY0" fmla="*/ 202997 h 515560"/>
                <a:gd name="connsiteX1" fmla="*/ 394503 w 413049"/>
                <a:gd name="connsiteY1" fmla="*/ 172083 h 515560"/>
                <a:gd name="connsiteX2" fmla="*/ 404002 w 413049"/>
                <a:gd name="connsiteY2" fmla="*/ 142086 h 515560"/>
                <a:gd name="connsiteX3" fmla="*/ 391086 w 413049"/>
                <a:gd name="connsiteY3" fmla="*/ 88674 h 515560"/>
                <a:gd name="connsiteX4" fmla="*/ 345341 w 413049"/>
                <a:gd name="connsiteY4" fmla="*/ 79592 h 515560"/>
                <a:gd name="connsiteX5" fmla="*/ 349257 w 413049"/>
                <a:gd name="connsiteY5" fmla="*/ 64093 h 515560"/>
                <a:gd name="connsiteX6" fmla="*/ 347673 w 413049"/>
                <a:gd name="connsiteY6" fmla="*/ 46928 h 515560"/>
                <a:gd name="connsiteX7" fmla="*/ 327509 w 413049"/>
                <a:gd name="connsiteY7" fmla="*/ 16014 h 515560"/>
                <a:gd name="connsiteX8" fmla="*/ 269597 w 413049"/>
                <a:gd name="connsiteY8" fmla="*/ 29929 h 515560"/>
                <a:gd name="connsiteX9" fmla="*/ 188105 w 413049"/>
                <a:gd name="connsiteY9" fmla="*/ 515 h 515560"/>
                <a:gd name="connsiteX10" fmla="*/ 151941 w 413049"/>
                <a:gd name="connsiteY10" fmla="*/ 12681 h 515560"/>
                <a:gd name="connsiteX11" fmla="*/ 131193 w 413049"/>
                <a:gd name="connsiteY11" fmla="*/ 40095 h 515560"/>
                <a:gd name="connsiteX12" fmla="*/ 105195 w 413049"/>
                <a:gd name="connsiteY12" fmla="*/ 52511 h 515560"/>
                <a:gd name="connsiteX13" fmla="*/ 85114 w 413049"/>
                <a:gd name="connsiteY13" fmla="*/ 56344 h 515560"/>
                <a:gd name="connsiteX14" fmla="*/ 52867 w 413049"/>
                <a:gd name="connsiteY14" fmla="*/ 80175 h 515560"/>
                <a:gd name="connsiteX15" fmla="*/ 41534 w 413049"/>
                <a:gd name="connsiteY15" fmla="*/ 145752 h 515560"/>
                <a:gd name="connsiteX16" fmla="*/ 28452 w 413049"/>
                <a:gd name="connsiteY16" fmla="*/ 154501 h 515560"/>
                <a:gd name="connsiteX17" fmla="*/ 14287 w 413049"/>
                <a:gd name="connsiteY17" fmla="*/ 169667 h 515560"/>
                <a:gd name="connsiteX18" fmla="*/ 38 w 413049"/>
                <a:gd name="connsiteY18" fmla="*/ 209830 h 515560"/>
                <a:gd name="connsiteX19" fmla="*/ 50450 w 413049"/>
                <a:gd name="connsiteY19" fmla="*/ 272158 h 515560"/>
                <a:gd name="connsiteX20" fmla="*/ 72865 w 413049"/>
                <a:gd name="connsiteY20" fmla="*/ 273491 h 515560"/>
                <a:gd name="connsiteX21" fmla="*/ 91197 w 413049"/>
                <a:gd name="connsiteY21" fmla="*/ 270491 h 515560"/>
                <a:gd name="connsiteX22" fmla="*/ 103362 w 413049"/>
                <a:gd name="connsiteY22" fmla="*/ 286906 h 515560"/>
                <a:gd name="connsiteX23" fmla="*/ 111695 w 413049"/>
                <a:gd name="connsiteY23" fmla="*/ 292906 h 515560"/>
                <a:gd name="connsiteX24" fmla="*/ 111945 w 413049"/>
                <a:gd name="connsiteY24" fmla="*/ 395646 h 515560"/>
                <a:gd name="connsiteX25" fmla="*/ 105779 w 413049"/>
                <a:gd name="connsiteY25" fmla="*/ 460974 h 515560"/>
                <a:gd name="connsiteX26" fmla="*/ 100696 w 413049"/>
                <a:gd name="connsiteY26" fmla="*/ 488305 h 515560"/>
                <a:gd name="connsiteX27" fmla="*/ 101196 w 413049"/>
                <a:gd name="connsiteY27" fmla="*/ 500637 h 515560"/>
                <a:gd name="connsiteX28" fmla="*/ 107695 w 413049"/>
                <a:gd name="connsiteY28" fmla="*/ 504387 h 515560"/>
                <a:gd name="connsiteX29" fmla="*/ 155191 w 413049"/>
                <a:gd name="connsiteY29" fmla="*/ 506470 h 515560"/>
                <a:gd name="connsiteX30" fmla="*/ 197854 w 413049"/>
                <a:gd name="connsiteY30" fmla="*/ 515552 h 515560"/>
                <a:gd name="connsiteX31" fmla="*/ 228184 w 413049"/>
                <a:gd name="connsiteY31" fmla="*/ 466307 h 515560"/>
                <a:gd name="connsiteX32" fmla="*/ 241433 w 413049"/>
                <a:gd name="connsiteY32" fmla="*/ 372898 h 515560"/>
                <a:gd name="connsiteX33" fmla="*/ 256849 w 413049"/>
                <a:gd name="connsiteY33" fmla="*/ 313154 h 515560"/>
                <a:gd name="connsiteX34" fmla="*/ 258682 w 413049"/>
                <a:gd name="connsiteY34" fmla="*/ 317987 h 515560"/>
                <a:gd name="connsiteX35" fmla="*/ 275014 w 413049"/>
                <a:gd name="connsiteY35" fmla="*/ 337985 h 515560"/>
                <a:gd name="connsiteX36" fmla="*/ 329508 w 413049"/>
                <a:gd name="connsiteY36" fmla="*/ 354900 h 515560"/>
                <a:gd name="connsiteX37" fmla="*/ 372505 w 413049"/>
                <a:gd name="connsiteY37" fmla="*/ 323903 h 515560"/>
                <a:gd name="connsiteX38" fmla="*/ 389753 w 413049"/>
                <a:gd name="connsiteY38" fmla="*/ 298322 h 515560"/>
                <a:gd name="connsiteX39" fmla="*/ 405335 w 413049"/>
                <a:gd name="connsiteY39" fmla="*/ 267908 h 515560"/>
                <a:gd name="connsiteX40" fmla="*/ 405252 w 413049"/>
                <a:gd name="connsiteY40" fmla="*/ 202997 h 515560"/>
                <a:gd name="connsiteX41" fmla="*/ 405252 w 413049"/>
                <a:gd name="connsiteY41" fmla="*/ 202997 h 515560"/>
                <a:gd name="connsiteX42" fmla="*/ 234351 w 413049"/>
                <a:gd name="connsiteY42" fmla="*/ 340901 h 515560"/>
                <a:gd name="connsiteX43" fmla="*/ 219352 w 413049"/>
                <a:gd name="connsiteY43" fmla="*/ 427727 h 515560"/>
                <a:gd name="connsiteX44" fmla="*/ 213019 w 413049"/>
                <a:gd name="connsiteY44" fmla="*/ 470473 h 515560"/>
                <a:gd name="connsiteX45" fmla="*/ 209186 w 413049"/>
                <a:gd name="connsiteY45" fmla="*/ 489221 h 515560"/>
                <a:gd name="connsiteX46" fmla="*/ 187355 w 413049"/>
                <a:gd name="connsiteY46" fmla="*/ 499054 h 515560"/>
                <a:gd name="connsiteX47" fmla="*/ 116195 w 413049"/>
                <a:gd name="connsiteY47" fmla="*/ 488971 h 515560"/>
                <a:gd name="connsiteX48" fmla="*/ 118611 w 413049"/>
                <a:gd name="connsiteY48" fmla="*/ 477472 h 515560"/>
                <a:gd name="connsiteX49" fmla="*/ 121777 w 413049"/>
                <a:gd name="connsiteY49" fmla="*/ 448975 h 515560"/>
                <a:gd name="connsiteX50" fmla="*/ 125360 w 413049"/>
                <a:gd name="connsiteY50" fmla="*/ 386814 h 515560"/>
                <a:gd name="connsiteX51" fmla="*/ 119111 w 413049"/>
                <a:gd name="connsiteY51" fmla="*/ 296239 h 515560"/>
                <a:gd name="connsiteX52" fmla="*/ 164107 w 413049"/>
                <a:gd name="connsiteY52" fmla="*/ 287906 h 515560"/>
                <a:gd name="connsiteX53" fmla="*/ 161857 w 413049"/>
                <a:gd name="connsiteY53" fmla="*/ 304905 h 515560"/>
                <a:gd name="connsiteX54" fmla="*/ 155024 w 413049"/>
                <a:gd name="connsiteY54" fmla="*/ 351900 h 515560"/>
                <a:gd name="connsiteX55" fmla="*/ 179355 w 413049"/>
                <a:gd name="connsiteY55" fmla="*/ 391897 h 515560"/>
                <a:gd name="connsiteX56" fmla="*/ 205270 w 413049"/>
                <a:gd name="connsiteY56" fmla="*/ 386981 h 515560"/>
                <a:gd name="connsiteX57" fmla="*/ 213685 w 413049"/>
                <a:gd name="connsiteY57" fmla="*/ 363733 h 515560"/>
                <a:gd name="connsiteX58" fmla="*/ 217352 w 413049"/>
                <a:gd name="connsiteY58" fmla="*/ 325319 h 515560"/>
                <a:gd name="connsiteX59" fmla="*/ 220768 w 413049"/>
                <a:gd name="connsiteY59" fmla="*/ 300488 h 515560"/>
                <a:gd name="connsiteX60" fmla="*/ 221352 w 413049"/>
                <a:gd name="connsiteY60" fmla="*/ 293489 h 515560"/>
                <a:gd name="connsiteX61" fmla="*/ 237933 w 413049"/>
                <a:gd name="connsiteY61" fmla="*/ 295989 h 515560"/>
                <a:gd name="connsiteX62" fmla="*/ 253349 w 413049"/>
                <a:gd name="connsiteY62" fmla="*/ 292739 h 515560"/>
                <a:gd name="connsiteX63" fmla="*/ 234351 w 413049"/>
                <a:gd name="connsiteY63" fmla="*/ 340901 h 515560"/>
                <a:gd name="connsiteX64" fmla="*/ 234351 w 413049"/>
                <a:gd name="connsiteY64" fmla="*/ 340901 h 515560"/>
                <a:gd name="connsiteX65" fmla="*/ 166273 w 413049"/>
                <a:gd name="connsiteY65" fmla="*/ 353400 h 515560"/>
                <a:gd name="connsiteX66" fmla="*/ 169856 w 413049"/>
                <a:gd name="connsiteY66" fmla="*/ 325403 h 515560"/>
                <a:gd name="connsiteX67" fmla="*/ 171940 w 413049"/>
                <a:gd name="connsiteY67" fmla="*/ 280990 h 515560"/>
                <a:gd name="connsiteX68" fmla="*/ 183272 w 413049"/>
                <a:gd name="connsiteY68" fmla="*/ 267325 h 515560"/>
                <a:gd name="connsiteX69" fmla="*/ 196354 w 413049"/>
                <a:gd name="connsiteY69" fmla="*/ 282740 h 515560"/>
                <a:gd name="connsiteX70" fmla="*/ 209353 w 413049"/>
                <a:gd name="connsiteY70" fmla="*/ 289656 h 515560"/>
                <a:gd name="connsiteX71" fmla="*/ 205436 w 413049"/>
                <a:gd name="connsiteY71" fmla="*/ 322570 h 515560"/>
                <a:gd name="connsiteX72" fmla="*/ 203020 w 413049"/>
                <a:gd name="connsiteY72" fmla="*/ 348817 h 515560"/>
                <a:gd name="connsiteX73" fmla="*/ 193271 w 413049"/>
                <a:gd name="connsiteY73" fmla="*/ 378648 h 515560"/>
                <a:gd name="connsiteX74" fmla="*/ 168440 w 413049"/>
                <a:gd name="connsiteY74" fmla="*/ 371065 h 515560"/>
                <a:gd name="connsiteX75" fmla="*/ 166273 w 413049"/>
                <a:gd name="connsiteY75" fmla="*/ 353400 h 515560"/>
                <a:gd name="connsiteX76" fmla="*/ 166273 w 413049"/>
                <a:gd name="connsiteY76" fmla="*/ 353400 h 515560"/>
                <a:gd name="connsiteX77" fmla="*/ 394586 w 413049"/>
                <a:gd name="connsiteY77" fmla="*/ 254492 h 515560"/>
                <a:gd name="connsiteX78" fmla="*/ 369921 w 413049"/>
                <a:gd name="connsiteY78" fmla="*/ 303905 h 515560"/>
                <a:gd name="connsiteX79" fmla="*/ 339175 w 413049"/>
                <a:gd name="connsiteY79" fmla="*/ 335985 h 515560"/>
                <a:gd name="connsiteX80" fmla="*/ 288512 w 413049"/>
                <a:gd name="connsiteY80" fmla="*/ 328236 h 515560"/>
                <a:gd name="connsiteX81" fmla="*/ 269764 w 413049"/>
                <a:gd name="connsiteY81" fmla="*/ 308154 h 515560"/>
                <a:gd name="connsiteX82" fmla="*/ 264848 w 413049"/>
                <a:gd name="connsiteY82" fmla="*/ 283740 h 515560"/>
                <a:gd name="connsiteX83" fmla="*/ 258598 w 413049"/>
                <a:gd name="connsiteY83" fmla="*/ 278990 h 515560"/>
                <a:gd name="connsiteX84" fmla="*/ 229601 w 413049"/>
                <a:gd name="connsiteY84" fmla="*/ 282240 h 515560"/>
                <a:gd name="connsiteX85" fmla="*/ 194271 w 413049"/>
                <a:gd name="connsiteY85" fmla="*/ 261242 h 515560"/>
                <a:gd name="connsiteX86" fmla="*/ 181105 w 413049"/>
                <a:gd name="connsiteY86" fmla="*/ 252076 h 515560"/>
                <a:gd name="connsiteX87" fmla="*/ 165023 w 413049"/>
                <a:gd name="connsiteY87" fmla="*/ 268158 h 515560"/>
                <a:gd name="connsiteX88" fmla="*/ 127027 w 413049"/>
                <a:gd name="connsiteY88" fmla="*/ 282490 h 515560"/>
                <a:gd name="connsiteX89" fmla="*/ 102196 w 413049"/>
                <a:gd name="connsiteY89" fmla="*/ 258575 h 515560"/>
                <a:gd name="connsiteX90" fmla="*/ 85947 w 413049"/>
                <a:gd name="connsiteY90" fmla="*/ 253909 h 515560"/>
                <a:gd name="connsiteX91" fmla="*/ 42618 w 413049"/>
                <a:gd name="connsiteY91" fmla="*/ 252493 h 515560"/>
                <a:gd name="connsiteX92" fmla="*/ 24953 w 413049"/>
                <a:gd name="connsiteY92" fmla="*/ 182082 h 515560"/>
                <a:gd name="connsiteX93" fmla="*/ 47951 w 413049"/>
                <a:gd name="connsiteY93" fmla="*/ 158668 h 515560"/>
                <a:gd name="connsiteX94" fmla="*/ 57616 w 413049"/>
                <a:gd name="connsiteY94" fmla="*/ 147252 h 515560"/>
                <a:gd name="connsiteX95" fmla="*/ 54950 w 413049"/>
                <a:gd name="connsiteY95" fmla="*/ 139336 h 515560"/>
                <a:gd name="connsiteX96" fmla="*/ 52617 w 413049"/>
                <a:gd name="connsiteY96" fmla="*/ 119588 h 515560"/>
                <a:gd name="connsiteX97" fmla="*/ 72532 w 413049"/>
                <a:gd name="connsiteY97" fmla="*/ 83591 h 515560"/>
                <a:gd name="connsiteX98" fmla="*/ 107528 w 413049"/>
                <a:gd name="connsiteY98" fmla="*/ 69176 h 515560"/>
                <a:gd name="connsiteX99" fmla="*/ 135943 w 413049"/>
                <a:gd name="connsiteY99" fmla="*/ 62760 h 515560"/>
                <a:gd name="connsiteX100" fmla="*/ 147192 w 413049"/>
                <a:gd name="connsiteY100" fmla="*/ 40095 h 515560"/>
                <a:gd name="connsiteX101" fmla="*/ 181938 w 413049"/>
                <a:gd name="connsiteY101" fmla="*/ 12098 h 515560"/>
                <a:gd name="connsiteX102" fmla="*/ 268181 w 413049"/>
                <a:gd name="connsiteY102" fmla="*/ 36845 h 515560"/>
                <a:gd name="connsiteX103" fmla="*/ 268181 w 413049"/>
                <a:gd name="connsiteY103" fmla="*/ 37095 h 515560"/>
                <a:gd name="connsiteX104" fmla="*/ 279513 w 413049"/>
                <a:gd name="connsiteY104" fmla="*/ 37095 h 515560"/>
                <a:gd name="connsiteX105" fmla="*/ 312843 w 413049"/>
                <a:gd name="connsiteY105" fmla="*/ 24013 h 515560"/>
                <a:gd name="connsiteX106" fmla="*/ 333342 w 413049"/>
                <a:gd name="connsiteY106" fmla="*/ 44845 h 515560"/>
                <a:gd name="connsiteX107" fmla="*/ 334175 w 413049"/>
                <a:gd name="connsiteY107" fmla="*/ 71926 h 515560"/>
                <a:gd name="connsiteX108" fmla="*/ 330842 w 413049"/>
                <a:gd name="connsiteY108" fmla="*/ 90257 h 515560"/>
                <a:gd name="connsiteX109" fmla="*/ 339757 w 413049"/>
                <a:gd name="connsiteY109" fmla="*/ 95340 h 515560"/>
                <a:gd name="connsiteX110" fmla="*/ 365755 w 413049"/>
                <a:gd name="connsiteY110" fmla="*/ 91840 h 515560"/>
                <a:gd name="connsiteX111" fmla="*/ 389503 w 413049"/>
                <a:gd name="connsiteY111" fmla="*/ 114588 h 515560"/>
                <a:gd name="connsiteX112" fmla="*/ 378754 w 413049"/>
                <a:gd name="connsiteY112" fmla="*/ 168417 h 515560"/>
                <a:gd name="connsiteX113" fmla="*/ 379004 w 413049"/>
                <a:gd name="connsiteY113" fmla="*/ 196664 h 515560"/>
                <a:gd name="connsiteX114" fmla="*/ 394836 w 413049"/>
                <a:gd name="connsiteY114" fmla="*/ 218496 h 515560"/>
                <a:gd name="connsiteX115" fmla="*/ 394586 w 413049"/>
                <a:gd name="connsiteY115" fmla="*/ 254492 h 515560"/>
                <a:gd name="connsiteX116" fmla="*/ 394586 w 413049"/>
                <a:gd name="connsiteY116" fmla="*/ 254492 h 515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Lst>
              <a:rect l="l" t="t" r="r" b="b"/>
              <a:pathLst>
                <a:path w="413049" h="515560">
                  <a:moveTo>
                    <a:pt x="405252" y="202997"/>
                  </a:moveTo>
                  <a:cubicBezTo>
                    <a:pt x="397836" y="190332"/>
                    <a:pt x="388087" y="189332"/>
                    <a:pt x="394503" y="172083"/>
                  </a:cubicBezTo>
                  <a:cubicBezTo>
                    <a:pt x="398419" y="161751"/>
                    <a:pt x="402585" y="153335"/>
                    <a:pt x="404002" y="142086"/>
                  </a:cubicBezTo>
                  <a:cubicBezTo>
                    <a:pt x="406585" y="122088"/>
                    <a:pt x="405835" y="103673"/>
                    <a:pt x="391086" y="88674"/>
                  </a:cubicBezTo>
                  <a:cubicBezTo>
                    <a:pt x="377671" y="75009"/>
                    <a:pt x="362006" y="76759"/>
                    <a:pt x="345341" y="79592"/>
                  </a:cubicBezTo>
                  <a:cubicBezTo>
                    <a:pt x="346674" y="74509"/>
                    <a:pt x="349090" y="68759"/>
                    <a:pt x="349257" y="64093"/>
                  </a:cubicBezTo>
                  <a:cubicBezTo>
                    <a:pt x="349423" y="58427"/>
                    <a:pt x="348757" y="52511"/>
                    <a:pt x="347673" y="46928"/>
                  </a:cubicBezTo>
                  <a:cubicBezTo>
                    <a:pt x="345174" y="34346"/>
                    <a:pt x="339091" y="22430"/>
                    <a:pt x="327509" y="16014"/>
                  </a:cubicBezTo>
                  <a:cubicBezTo>
                    <a:pt x="309427" y="6015"/>
                    <a:pt x="277263" y="8431"/>
                    <a:pt x="269597" y="29929"/>
                  </a:cubicBezTo>
                  <a:cubicBezTo>
                    <a:pt x="244850" y="14181"/>
                    <a:pt x="218769" y="-3234"/>
                    <a:pt x="188105" y="515"/>
                  </a:cubicBezTo>
                  <a:cubicBezTo>
                    <a:pt x="175356" y="2015"/>
                    <a:pt x="162773" y="5515"/>
                    <a:pt x="151941" y="12681"/>
                  </a:cubicBezTo>
                  <a:cubicBezTo>
                    <a:pt x="140359" y="20347"/>
                    <a:pt x="136276" y="27846"/>
                    <a:pt x="131193" y="40095"/>
                  </a:cubicBezTo>
                  <a:cubicBezTo>
                    <a:pt x="126360" y="51927"/>
                    <a:pt x="116611" y="51344"/>
                    <a:pt x="105195" y="52511"/>
                  </a:cubicBezTo>
                  <a:cubicBezTo>
                    <a:pt x="98279" y="53177"/>
                    <a:pt x="91697" y="53761"/>
                    <a:pt x="85114" y="56344"/>
                  </a:cubicBezTo>
                  <a:cubicBezTo>
                    <a:pt x="72782" y="61177"/>
                    <a:pt x="61366" y="70176"/>
                    <a:pt x="52867" y="80175"/>
                  </a:cubicBezTo>
                  <a:cubicBezTo>
                    <a:pt x="36452" y="99590"/>
                    <a:pt x="33369" y="122921"/>
                    <a:pt x="41534" y="145752"/>
                  </a:cubicBezTo>
                  <a:cubicBezTo>
                    <a:pt x="37868" y="149002"/>
                    <a:pt x="31619" y="151752"/>
                    <a:pt x="28452" y="154501"/>
                  </a:cubicBezTo>
                  <a:cubicBezTo>
                    <a:pt x="23203" y="159001"/>
                    <a:pt x="18370" y="164084"/>
                    <a:pt x="14287" y="169667"/>
                  </a:cubicBezTo>
                  <a:cubicBezTo>
                    <a:pt x="5704" y="181249"/>
                    <a:pt x="538" y="195331"/>
                    <a:pt x="38" y="209830"/>
                  </a:cubicBezTo>
                  <a:cubicBezTo>
                    <a:pt x="-1045" y="239910"/>
                    <a:pt x="20953" y="266908"/>
                    <a:pt x="50450" y="272158"/>
                  </a:cubicBezTo>
                  <a:cubicBezTo>
                    <a:pt x="57700" y="273491"/>
                    <a:pt x="65532" y="273907"/>
                    <a:pt x="72865" y="273491"/>
                  </a:cubicBezTo>
                  <a:cubicBezTo>
                    <a:pt x="77364" y="273241"/>
                    <a:pt x="87530" y="269074"/>
                    <a:pt x="91197" y="270491"/>
                  </a:cubicBezTo>
                  <a:cubicBezTo>
                    <a:pt x="94696" y="271824"/>
                    <a:pt x="100029" y="283740"/>
                    <a:pt x="103362" y="286906"/>
                  </a:cubicBezTo>
                  <a:cubicBezTo>
                    <a:pt x="105862" y="289323"/>
                    <a:pt x="108695" y="291239"/>
                    <a:pt x="111695" y="292906"/>
                  </a:cubicBezTo>
                  <a:cubicBezTo>
                    <a:pt x="112361" y="327236"/>
                    <a:pt x="114778" y="361233"/>
                    <a:pt x="111945" y="395646"/>
                  </a:cubicBezTo>
                  <a:cubicBezTo>
                    <a:pt x="110195" y="417478"/>
                    <a:pt x="108445" y="439309"/>
                    <a:pt x="105779" y="460974"/>
                  </a:cubicBezTo>
                  <a:cubicBezTo>
                    <a:pt x="104612" y="470306"/>
                    <a:pt x="103112" y="479222"/>
                    <a:pt x="100696" y="488305"/>
                  </a:cubicBezTo>
                  <a:cubicBezTo>
                    <a:pt x="99363" y="493471"/>
                    <a:pt x="98696" y="495637"/>
                    <a:pt x="101196" y="500637"/>
                  </a:cubicBezTo>
                  <a:cubicBezTo>
                    <a:pt x="102279" y="502803"/>
                    <a:pt x="105195" y="504553"/>
                    <a:pt x="107695" y="504387"/>
                  </a:cubicBezTo>
                  <a:cubicBezTo>
                    <a:pt x="123694" y="502970"/>
                    <a:pt x="139275" y="503970"/>
                    <a:pt x="155191" y="506470"/>
                  </a:cubicBezTo>
                  <a:cubicBezTo>
                    <a:pt x="169190" y="508720"/>
                    <a:pt x="183605" y="515219"/>
                    <a:pt x="197854" y="515552"/>
                  </a:cubicBezTo>
                  <a:cubicBezTo>
                    <a:pt x="224018" y="516136"/>
                    <a:pt x="224935" y="485472"/>
                    <a:pt x="228184" y="466307"/>
                  </a:cubicBezTo>
                  <a:cubicBezTo>
                    <a:pt x="233434" y="435309"/>
                    <a:pt x="235350" y="403812"/>
                    <a:pt x="241433" y="372898"/>
                  </a:cubicBezTo>
                  <a:cubicBezTo>
                    <a:pt x="245183" y="353650"/>
                    <a:pt x="250016" y="332569"/>
                    <a:pt x="256849" y="313154"/>
                  </a:cubicBezTo>
                  <a:cubicBezTo>
                    <a:pt x="257349" y="314737"/>
                    <a:pt x="257932" y="316404"/>
                    <a:pt x="258682" y="317987"/>
                  </a:cubicBezTo>
                  <a:cubicBezTo>
                    <a:pt x="262515" y="325819"/>
                    <a:pt x="268181" y="332652"/>
                    <a:pt x="275014" y="337985"/>
                  </a:cubicBezTo>
                  <a:cubicBezTo>
                    <a:pt x="289929" y="349567"/>
                    <a:pt x="310677" y="356983"/>
                    <a:pt x="329508" y="354900"/>
                  </a:cubicBezTo>
                  <a:cubicBezTo>
                    <a:pt x="351090" y="352484"/>
                    <a:pt x="364339" y="343568"/>
                    <a:pt x="372505" y="323903"/>
                  </a:cubicBezTo>
                  <a:cubicBezTo>
                    <a:pt x="376504" y="314320"/>
                    <a:pt x="384337" y="307238"/>
                    <a:pt x="389753" y="298322"/>
                  </a:cubicBezTo>
                  <a:cubicBezTo>
                    <a:pt x="395586" y="288573"/>
                    <a:pt x="401002" y="278324"/>
                    <a:pt x="405335" y="267908"/>
                  </a:cubicBezTo>
                  <a:cubicBezTo>
                    <a:pt x="414084" y="247326"/>
                    <a:pt x="417084" y="223162"/>
                    <a:pt x="405252" y="202997"/>
                  </a:cubicBezTo>
                  <a:lnTo>
                    <a:pt x="405252" y="202997"/>
                  </a:lnTo>
                  <a:close/>
                  <a:moveTo>
                    <a:pt x="234351" y="340901"/>
                  </a:moveTo>
                  <a:cubicBezTo>
                    <a:pt x="226601" y="369482"/>
                    <a:pt x="223351" y="398479"/>
                    <a:pt x="219352" y="427727"/>
                  </a:cubicBezTo>
                  <a:cubicBezTo>
                    <a:pt x="217435" y="441976"/>
                    <a:pt x="215686" y="456308"/>
                    <a:pt x="213019" y="470473"/>
                  </a:cubicBezTo>
                  <a:cubicBezTo>
                    <a:pt x="211852" y="476472"/>
                    <a:pt x="211353" y="483555"/>
                    <a:pt x="209186" y="489221"/>
                  </a:cubicBezTo>
                  <a:cubicBezTo>
                    <a:pt x="205186" y="499887"/>
                    <a:pt x="198187" y="501554"/>
                    <a:pt x="187355" y="499054"/>
                  </a:cubicBezTo>
                  <a:cubicBezTo>
                    <a:pt x="163773" y="493554"/>
                    <a:pt x="140359" y="488555"/>
                    <a:pt x="116195" y="488971"/>
                  </a:cubicBezTo>
                  <a:cubicBezTo>
                    <a:pt x="117444" y="485305"/>
                    <a:pt x="118027" y="481305"/>
                    <a:pt x="118611" y="477472"/>
                  </a:cubicBezTo>
                  <a:cubicBezTo>
                    <a:pt x="120194" y="468057"/>
                    <a:pt x="121027" y="458474"/>
                    <a:pt x="121777" y="448975"/>
                  </a:cubicBezTo>
                  <a:cubicBezTo>
                    <a:pt x="123277" y="428227"/>
                    <a:pt x="124277" y="407479"/>
                    <a:pt x="125360" y="386814"/>
                  </a:cubicBezTo>
                  <a:cubicBezTo>
                    <a:pt x="126943" y="356317"/>
                    <a:pt x="123527" y="326236"/>
                    <a:pt x="119111" y="296239"/>
                  </a:cubicBezTo>
                  <a:cubicBezTo>
                    <a:pt x="136026" y="302571"/>
                    <a:pt x="151441" y="297655"/>
                    <a:pt x="164107" y="287906"/>
                  </a:cubicBezTo>
                  <a:cubicBezTo>
                    <a:pt x="163107" y="293572"/>
                    <a:pt x="162607" y="299239"/>
                    <a:pt x="161857" y="304905"/>
                  </a:cubicBezTo>
                  <a:cubicBezTo>
                    <a:pt x="159690" y="320570"/>
                    <a:pt x="157107" y="336235"/>
                    <a:pt x="155024" y="351900"/>
                  </a:cubicBezTo>
                  <a:cubicBezTo>
                    <a:pt x="152525" y="370732"/>
                    <a:pt x="157524" y="389397"/>
                    <a:pt x="179355" y="391897"/>
                  </a:cubicBezTo>
                  <a:cubicBezTo>
                    <a:pt x="187355" y="392813"/>
                    <a:pt x="198603" y="391897"/>
                    <a:pt x="205270" y="386981"/>
                  </a:cubicBezTo>
                  <a:cubicBezTo>
                    <a:pt x="212852" y="381398"/>
                    <a:pt x="212686" y="372315"/>
                    <a:pt x="213685" y="363733"/>
                  </a:cubicBezTo>
                  <a:cubicBezTo>
                    <a:pt x="215269" y="350900"/>
                    <a:pt x="216435" y="338235"/>
                    <a:pt x="217352" y="325319"/>
                  </a:cubicBezTo>
                  <a:cubicBezTo>
                    <a:pt x="217935" y="316987"/>
                    <a:pt x="219185" y="308738"/>
                    <a:pt x="220768" y="300488"/>
                  </a:cubicBezTo>
                  <a:cubicBezTo>
                    <a:pt x="221018" y="299239"/>
                    <a:pt x="221101" y="296155"/>
                    <a:pt x="221352" y="293489"/>
                  </a:cubicBezTo>
                  <a:cubicBezTo>
                    <a:pt x="226768" y="294906"/>
                    <a:pt x="232351" y="295905"/>
                    <a:pt x="237933" y="295989"/>
                  </a:cubicBezTo>
                  <a:cubicBezTo>
                    <a:pt x="243433" y="296072"/>
                    <a:pt x="248349" y="293906"/>
                    <a:pt x="253349" y="292739"/>
                  </a:cubicBezTo>
                  <a:cubicBezTo>
                    <a:pt x="242767" y="304988"/>
                    <a:pt x="238183" y="326736"/>
                    <a:pt x="234351" y="340901"/>
                  </a:cubicBezTo>
                  <a:lnTo>
                    <a:pt x="234351" y="340901"/>
                  </a:lnTo>
                  <a:close/>
                  <a:moveTo>
                    <a:pt x="166273" y="353400"/>
                  </a:moveTo>
                  <a:cubicBezTo>
                    <a:pt x="166856" y="343984"/>
                    <a:pt x="168690" y="334735"/>
                    <a:pt x="169856" y="325403"/>
                  </a:cubicBezTo>
                  <a:cubicBezTo>
                    <a:pt x="171523" y="311737"/>
                    <a:pt x="173606" y="295322"/>
                    <a:pt x="171940" y="280990"/>
                  </a:cubicBezTo>
                  <a:cubicBezTo>
                    <a:pt x="176106" y="276824"/>
                    <a:pt x="179939" y="272158"/>
                    <a:pt x="183272" y="267325"/>
                  </a:cubicBezTo>
                  <a:cubicBezTo>
                    <a:pt x="187022" y="271658"/>
                    <a:pt x="194521" y="281407"/>
                    <a:pt x="196354" y="282740"/>
                  </a:cubicBezTo>
                  <a:cubicBezTo>
                    <a:pt x="200353" y="285740"/>
                    <a:pt x="204770" y="287906"/>
                    <a:pt x="209353" y="289656"/>
                  </a:cubicBezTo>
                  <a:cubicBezTo>
                    <a:pt x="206436" y="299905"/>
                    <a:pt x="206186" y="312737"/>
                    <a:pt x="205436" y="322570"/>
                  </a:cubicBezTo>
                  <a:cubicBezTo>
                    <a:pt x="204770" y="331402"/>
                    <a:pt x="204103" y="340068"/>
                    <a:pt x="203020" y="348817"/>
                  </a:cubicBezTo>
                  <a:cubicBezTo>
                    <a:pt x="201937" y="357900"/>
                    <a:pt x="203520" y="373732"/>
                    <a:pt x="193271" y="378648"/>
                  </a:cubicBezTo>
                  <a:cubicBezTo>
                    <a:pt x="184938" y="382648"/>
                    <a:pt x="172689" y="378398"/>
                    <a:pt x="168440" y="371065"/>
                  </a:cubicBezTo>
                  <a:cubicBezTo>
                    <a:pt x="164940" y="365233"/>
                    <a:pt x="165856" y="359733"/>
                    <a:pt x="166273" y="353400"/>
                  </a:cubicBezTo>
                  <a:lnTo>
                    <a:pt x="166273" y="353400"/>
                  </a:lnTo>
                  <a:close/>
                  <a:moveTo>
                    <a:pt x="394586" y="254492"/>
                  </a:moveTo>
                  <a:cubicBezTo>
                    <a:pt x="389753" y="271241"/>
                    <a:pt x="381254" y="290489"/>
                    <a:pt x="369921" y="303905"/>
                  </a:cubicBezTo>
                  <a:cubicBezTo>
                    <a:pt x="359839" y="315904"/>
                    <a:pt x="355423" y="330986"/>
                    <a:pt x="339175" y="335985"/>
                  </a:cubicBezTo>
                  <a:cubicBezTo>
                    <a:pt x="321509" y="341401"/>
                    <a:pt x="304094" y="337735"/>
                    <a:pt x="288512" y="328236"/>
                  </a:cubicBezTo>
                  <a:cubicBezTo>
                    <a:pt x="280513" y="323320"/>
                    <a:pt x="273597" y="316904"/>
                    <a:pt x="269764" y="308154"/>
                  </a:cubicBezTo>
                  <a:cubicBezTo>
                    <a:pt x="266347" y="300322"/>
                    <a:pt x="267431" y="291739"/>
                    <a:pt x="264848" y="283740"/>
                  </a:cubicBezTo>
                  <a:cubicBezTo>
                    <a:pt x="264015" y="281157"/>
                    <a:pt x="261515" y="278824"/>
                    <a:pt x="258598" y="278990"/>
                  </a:cubicBezTo>
                  <a:cubicBezTo>
                    <a:pt x="248266" y="279490"/>
                    <a:pt x="240766" y="284240"/>
                    <a:pt x="229601" y="282240"/>
                  </a:cubicBezTo>
                  <a:cubicBezTo>
                    <a:pt x="214686" y="279490"/>
                    <a:pt x="203270" y="273407"/>
                    <a:pt x="194271" y="261242"/>
                  </a:cubicBezTo>
                  <a:cubicBezTo>
                    <a:pt x="190854" y="256659"/>
                    <a:pt x="187688" y="251076"/>
                    <a:pt x="181105" y="252076"/>
                  </a:cubicBezTo>
                  <a:cubicBezTo>
                    <a:pt x="173523" y="253243"/>
                    <a:pt x="170190" y="263325"/>
                    <a:pt x="165023" y="268158"/>
                  </a:cubicBezTo>
                  <a:cubicBezTo>
                    <a:pt x="154857" y="277657"/>
                    <a:pt x="141442" y="286490"/>
                    <a:pt x="127027" y="282490"/>
                  </a:cubicBezTo>
                  <a:cubicBezTo>
                    <a:pt x="113611" y="278824"/>
                    <a:pt x="110362" y="267908"/>
                    <a:pt x="102196" y="258575"/>
                  </a:cubicBezTo>
                  <a:cubicBezTo>
                    <a:pt x="97279" y="252993"/>
                    <a:pt x="92946" y="252909"/>
                    <a:pt x="85947" y="253909"/>
                  </a:cubicBezTo>
                  <a:cubicBezTo>
                    <a:pt x="70865" y="256159"/>
                    <a:pt x="57616" y="259242"/>
                    <a:pt x="42618" y="252493"/>
                  </a:cubicBezTo>
                  <a:cubicBezTo>
                    <a:pt x="15287" y="240077"/>
                    <a:pt x="10787" y="205997"/>
                    <a:pt x="24953" y="182082"/>
                  </a:cubicBezTo>
                  <a:cubicBezTo>
                    <a:pt x="30619" y="172500"/>
                    <a:pt x="38951" y="165001"/>
                    <a:pt x="47951" y="158668"/>
                  </a:cubicBezTo>
                  <a:cubicBezTo>
                    <a:pt x="52117" y="155751"/>
                    <a:pt x="57449" y="153085"/>
                    <a:pt x="57616" y="147252"/>
                  </a:cubicBezTo>
                  <a:cubicBezTo>
                    <a:pt x="57700" y="144502"/>
                    <a:pt x="55783" y="141919"/>
                    <a:pt x="54950" y="139336"/>
                  </a:cubicBezTo>
                  <a:cubicBezTo>
                    <a:pt x="53033" y="133087"/>
                    <a:pt x="52200" y="126087"/>
                    <a:pt x="52617" y="119588"/>
                  </a:cubicBezTo>
                  <a:cubicBezTo>
                    <a:pt x="53533" y="105256"/>
                    <a:pt x="61949" y="92757"/>
                    <a:pt x="72532" y="83591"/>
                  </a:cubicBezTo>
                  <a:cubicBezTo>
                    <a:pt x="83197" y="74342"/>
                    <a:pt x="93613" y="70426"/>
                    <a:pt x="107528" y="69176"/>
                  </a:cubicBezTo>
                  <a:cubicBezTo>
                    <a:pt x="116861" y="68343"/>
                    <a:pt x="127860" y="67759"/>
                    <a:pt x="135943" y="62760"/>
                  </a:cubicBezTo>
                  <a:cubicBezTo>
                    <a:pt x="144859" y="57260"/>
                    <a:pt x="144608" y="49261"/>
                    <a:pt x="147192" y="40095"/>
                  </a:cubicBezTo>
                  <a:cubicBezTo>
                    <a:pt x="151608" y="24597"/>
                    <a:pt x="167273" y="15764"/>
                    <a:pt x="181938" y="12098"/>
                  </a:cubicBezTo>
                  <a:cubicBezTo>
                    <a:pt x="214352" y="4182"/>
                    <a:pt x="241516" y="20514"/>
                    <a:pt x="268181" y="36845"/>
                  </a:cubicBezTo>
                  <a:cubicBezTo>
                    <a:pt x="268181" y="36929"/>
                    <a:pt x="268181" y="37012"/>
                    <a:pt x="268181" y="37095"/>
                  </a:cubicBezTo>
                  <a:cubicBezTo>
                    <a:pt x="267514" y="44428"/>
                    <a:pt x="278680" y="44261"/>
                    <a:pt x="279513" y="37095"/>
                  </a:cubicBezTo>
                  <a:cubicBezTo>
                    <a:pt x="281096" y="23347"/>
                    <a:pt x="302844" y="21097"/>
                    <a:pt x="312843" y="24013"/>
                  </a:cubicBezTo>
                  <a:cubicBezTo>
                    <a:pt x="323842" y="27096"/>
                    <a:pt x="330259" y="33929"/>
                    <a:pt x="333342" y="44845"/>
                  </a:cubicBezTo>
                  <a:cubicBezTo>
                    <a:pt x="335758" y="53594"/>
                    <a:pt x="336091" y="63093"/>
                    <a:pt x="334175" y="71926"/>
                  </a:cubicBezTo>
                  <a:cubicBezTo>
                    <a:pt x="332675" y="78592"/>
                    <a:pt x="329759" y="83425"/>
                    <a:pt x="330842" y="90257"/>
                  </a:cubicBezTo>
                  <a:cubicBezTo>
                    <a:pt x="331508" y="94424"/>
                    <a:pt x="336258" y="95840"/>
                    <a:pt x="339757" y="95340"/>
                  </a:cubicBezTo>
                  <a:cubicBezTo>
                    <a:pt x="347840" y="94090"/>
                    <a:pt x="357589" y="90674"/>
                    <a:pt x="365755" y="91840"/>
                  </a:cubicBezTo>
                  <a:cubicBezTo>
                    <a:pt x="377088" y="93424"/>
                    <a:pt x="387087" y="103506"/>
                    <a:pt x="389503" y="114588"/>
                  </a:cubicBezTo>
                  <a:cubicBezTo>
                    <a:pt x="393503" y="132587"/>
                    <a:pt x="387420" y="153002"/>
                    <a:pt x="378754" y="168417"/>
                  </a:cubicBezTo>
                  <a:cubicBezTo>
                    <a:pt x="373088" y="178499"/>
                    <a:pt x="371338" y="187165"/>
                    <a:pt x="379004" y="196664"/>
                  </a:cubicBezTo>
                  <a:cubicBezTo>
                    <a:pt x="385004" y="204080"/>
                    <a:pt x="391836" y="208913"/>
                    <a:pt x="394836" y="218496"/>
                  </a:cubicBezTo>
                  <a:cubicBezTo>
                    <a:pt x="398503" y="230161"/>
                    <a:pt x="398003" y="242743"/>
                    <a:pt x="394586" y="254492"/>
                  </a:cubicBezTo>
                  <a:lnTo>
                    <a:pt x="394586" y="254492"/>
                  </a:lnTo>
                  <a:close/>
                </a:path>
              </a:pathLst>
            </a:custGeom>
            <a:grpFill/>
            <a:ln w="8332" cap="flat">
              <a:noFill/>
              <a:prstDash val="solid"/>
              <a:miter/>
            </a:ln>
          </p:spPr>
          <p:txBody>
            <a:bodyPr rtlCol="0" anchor="ctr"/>
            <a:lstStyle/>
            <a:p>
              <a:endParaRPr lang="en-US"/>
            </a:p>
          </p:txBody>
        </p:sp>
        <p:sp>
          <p:nvSpPr>
            <p:cNvPr id="1500" name="Freeform: Shape 1499"/>
            <p:cNvSpPr/>
            <p:nvPr/>
          </p:nvSpPr>
          <p:spPr>
            <a:xfrm>
              <a:off x="5033465" y="650011"/>
              <a:ext cx="102664" cy="165944"/>
            </a:xfrm>
            <a:custGeom>
              <a:avLst/>
              <a:gdLst>
                <a:gd name="connsiteX0" fmla="*/ 94594 w 102664"/>
                <a:gd name="connsiteY0" fmla="*/ 149678 h 165944"/>
                <a:gd name="connsiteX1" fmla="*/ 67097 w 102664"/>
                <a:gd name="connsiteY1" fmla="*/ 144761 h 165944"/>
                <a:gd name="connsiteX2" fmla="*/ 69180 w 102664"/>
                <a:gd name="connsiteY2" fmla="*/ 120597 h 165944"/>
                <a:gd name="connsiteX3" fmla="*/ 61597 w 102664"/>
                <a:gd name="connsiteY3" fmla="*/ 114847 h 165944"/>
                <a:gd name="connsiteX4" fmla="*/ 21684 w 102664"/>
                <a:gd name="connsiteY4" fmla="*/ 96349 h 165944"/>
                <a:gd name="connsiteX5" fmla="*/ 37266 w 102664"/>
                <a:gd name="connsiteY5" fmla="*/ 68352 h 165944"/>
                <a:gd name="connsiteX6" fmla="*/ 24350 w 102664"/>
                <a:gd name="connsiteY6" fmla="*/ 58519 h 165944"/>
                <a:gd name="connsiteX7" fmla="*/ 27017 w 102664"/>
                <a:gd name="connsiteY7" fmla="*/ 20939 h 165944"/>
                <a:gd name="connsiteX8" fmla="*/ 87928 w 102664"/>
                <a:gd name="connsiteY8" fmla="*/ 11440 h 165944"/>
                <a:gd name="connsiteX9" fmla="*/ 89595 w 102664"/>
                <a:gd name="connsiteY9" fmla="*/ 8524 h 165944"/>
                <a:gd name="connsiteX10" fmla="*/ 14602 w 102664"/>
                <a:gd name="connsiteY10" fmla="*/ 18856 h 165944"/>
                <a:gd name="connsiteX11" fmla="*/ 6102 w 102664"/>
                <a:gd name="connsiteY11" fmla="*/ 50187 h 165944"/>
                <a:gd name="connsiteX12" fmla="*/ 13102 w 102664"/>
                <a:gd name="connsiteY12" fmla="*/ 63852 h 165944"/>
                <a:gd name="connsiteX13" fmla="*/ 23934 w 102664"/>
                <a:gd name="connsiteY13" fmla="*/ 73101 h 165944"/>
                <a:gd name="connsiteX14" fmla="*/ 4436 w 102664"/>
                <a:gd name="connsiteY14" fmla="*/ 123180 h 165944"/>
                <a:gd name="connsiteX15" fmla="*/ 56348 w 102664"/>
                <a:gd name="connsiteY15" fmla="*/ 130846 h 165944"/>
                <a:gd name="connsiteX16" fmla="*/ 60431 w 102664"/>
                <a:gd name="connsiteY16" fmla="*/ 158510 h 165944"/>
                <a:gd name="connsiteX17" fmla="*/ 98178 w 102664"/>
                <a:gd name="connsiteY17" fmla="*/ 162510 h 165944"/>
                <a:gd name="connsiteX18" fmla="*/ 94594 w 102664"/>
                <a:gd name="connsiteY18" fmla="*/ 149678 h 165944"/>
                <a:gd name="connsiteX19" fmla="*/ 94594 w 102664"/>
                <a:gd name="connsiteY19" fmla="*/ 149678 h 16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2664" h="165944">
                  <a:moveTo>
                    <a:pt x="94594" y="149678"/>
                  </a:moveTo>
                  <a:cubicBezTo>
                    <a:pt x="86679" y="152594"/>
                    <a:pt x="71763" y="155260"/>
                    <a:pt x="67097" y="144761"/>
                  </a:cubicBezTo>
                  <a:cubicBezTo>
                    <a:pt x="64180" y="138262"/>
                    <a:pt x="69180" y="127596"/>
                    <a:pt x="69180" y="120597"/>
                  </a:cubicBezTo>
                  <a:cubicBezTo>
                    <a:pt x="69180" y="117097"/>
                    <a:pt x="65264" y="113348"/>
                    <a:pt x="61597" y="114847"/>
                  </a:cubicBezTo>
                  <a:cubicBezTo>
                    <a:pt x="46182" y="121097"/>
                    <a:pt x="1853" y="124180"/>
                    <a:pt x="21684" y="96349"/>
                  </a:cubicBezTo>
                  <a:cubicBezTo>
                    <a:pt x="26684" y="89350"/>
                    <a:pt x="44682" y="79017"/>
                    <a:pt x="37266" y="68352"/>
                  </a:cubicBezTo>
                  <a:cubicBezTo>
                    <a:pt x="34266" y="64019"/>
                    <a:pt x="28017" y="62269"/>
                    <a:pt x="24350" y="58519"/>
                  </a:cubicBezTo>
                  <a:cubicBezTo>
                    <a:pt x="12851" y="46687"/>
                    <a:pt x="13351" y="31105"/>
                    <a:pt x="27017" y="20939"/>
                  </a:cubicBezTo>
                  <a:cubicBezTo>
                    <a:pt x="43349" y="8690"/>
                    <a:pt x="68847" y="24"/>
                    <a:pt x="87928" y="11440"/>
                  </a:cubicBezTo>
                  <a:cubicBezTo>
                    <a:pt x="89845" y="12607"/>
                    <a:pt x="91261" y="9857"/>
                    <a:pt x="89595" y="8524"/>
                  </a:cubicBezTo>
                  <a:cubicBezTo>
                    <a:pt x="68263" y="-7558"/>
                    <a:pt x="32350" y="941"/>
                    <a:pt x="14602" y="18856"/>
                  </a:cubicBezTo>
                  <a:cubicBezTo>
                    <a:pt x="6436" y="27105"/>
                    <a:pt x="2936" y="38938"/>
                    <a:pt x="6102" y="50187"/>
                  </a:cubicBezTo>
                  <a:cubicBezTo>
                    <a:pt x="7519" y="55103"/>
                    <a:pt x="10019" y="59769"/>
                    <a:pt x="13102" y="63852"/>
                  </a:cubicBezTo>
                  <a:cubicBezTo>
                    <a:pt x="14768" y="66102"/>
                    <a:pt x="20601" y="70018"/>
                    <a:pt x="23934" y="73101"/>
                  </a:cubicBezTo>
                  <a:cubicBezTo>
                    <a:pt x="9768" y="85433"/>
                    <a:pt x="-8563" y="104598"/>
                    <a:pt x="4436" y="123180"/>
                  </a:cubicBezTo>
                  <a:cubicBezTo>
                    <a:pt x="15352" y="138845"/>
                    <a:pt x="39099" y="137762"/>
                    <a:pt x="56348" y="130846"/>
                  </a:cubicBezTo>
                  <a:cubicBezTo>
                    <a:pt x="54681" y="140678"/>
                    <a:pt x="52015" y="150594"/>
                    <a:pt x="60431" y="158510"/>
                  </a:cubicBezTo>
                  <a:cubicBezTo>
                    <a:pt x="70597" y="168176"/>
                    <a:pt x="86179" y="167176"/>
                    <a:pt x="98178" y="162510"/>
                  </a:cubicBezTo>
                  <a:cubicBezTo>
                    <a:pt x="106093" y="159510"/>
                    <a:pt x="102677" y="146678"/>
                    <a:pt x="94594" y="149678"/>
                  </a:cubicBezTo>
                  <a:lnTo>
                    <a:pt x="94594" y="149678"/>
                  </a:lnTo>
                  <a:close/>
                </a:path>
              </a:pathLst>
            </a:custGeom>
            <a:grpFill/>
            <a:ln w="8332" cap="flat">
              <a:noFill/>
              <a:prstDash val="solid"/>
              <a:miter/>
            </a:ln>
          </p:spPr>
          <p:txBody>
            <a:bodyPr rtlCol="0" anchor="ctr"/>
            <a:lstStyle/>
            <a:p>
              <a:endParaRPr lang="en-US"/>
            </a:p>
          </p:txBody>
        </p:sp>
        <p:sp>
          <p:nvSpPr>
            <p:cNvPr id="1501" name="Freeform: Shape 1500"/>
            <p:cNvSpPr/>
            <p:nvPr/>
          </p:nvSpPr>
          <p:spPr>
            <a:xfrm>
              <a:off x="5133759" y="727482"/>
              <a:ext cx="107368" cy="87544"/>
            </a:xfrm>
            <a:custGeom>
              <a:avLst/>
              <a:gdLst>
                <a:gd name="connsiteX0" fmla="*/ 91959 w 107368"/>
                <a:gd name="connsiteY0" fmla="*/ 53791 h 87544"/>
                <a:gd name="connsiteX1" fmla="*/ 56045 w 107368"/>
                <a:gd name="connsiteY1" fmla="*/ 58457 h 87544"/>
                <a:gd name="connsiteX2" fmla="*/ 53212 w 107368"/>
                <a:gd name="connsiteY2" fmla="*/ 39959 h 87544"/>
                <a:gd name="connsiteX3" fmla="*/ 45879 w 107368"/>
                <a:gd name="connsiteY3" fmla="*/ 38042 h 87544"/>
                <a:gd name="connsiteX4" fmla="*/ 15465 w 107368"/>
                <a:gd name="connsiteY4" fmla="*/ 42125 h 87544"/>
                <a:gd name="connsiteX5" fmla="*/ 20215 w 107368"/>
                <a:gd name="connsiteY5" fmla="*/ 5545 h 87544"/>
                <a:gd name="connsiteX6" fmla="*/ 13715 w 107368"/>
                <a:gd name="connsiteY6" fmla="*/ 1796 h 87544"/>
                <a:gd name="connsiteX7" fmla="*/ 8633 w 107368"/>
                <a:gd name="connsiteY7" fmla="*/ 53541 h 87544"/>
                <a:gd name="connsiteX8" fmla="*/ 41796 w 107368"/>
                <a:gd name="connsiteY8" fmla="*/ 55124 h 87544"/>
                <a:gd name="connsiteX9" fmla="*/ 45379 w 107368"/>
                <a:gd name="connsiteY9" fmla="*/ 67373 h 87544"/>
                <a:gd name="connsiteX10" fmla="*/ 63211 w 107368"/>
                <a:gd name="connsiteY10" fmla="*/ 85871 h 87544"/>
                <a:gd name="connsiteX11" fmla="*/ 107290 w 107368"/>
                <a:gd name="connsiteY11" fmla="*/ 55791 h 87544"/>
                <a:gd name="connsiteX12" fmla="*/ 91959 w 107368"/>
                <a:gd name="connsiteY12" fmla="*/ 53791 h 87544"/>
                <a:gd name="connsiteX13" fmla="*/ 91959 w 107368"/>
                <a:gd name="connsiteY13" fmla="*/ 53791 h 87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7368" h="87544">
                  <a:moveTo>
                    <a:pt x="91959" y="53791"/>
                  </a:moveTo>
                  <a:cubicBezTo>
                    <a:pt x="86542" y="70623"/>
                    <a:pt x="64294" y="79122"/>
                    <a:pt x="56045" y="58457"/>
                  </a:cubicBezTo>
                  <a:cubicBezTo>
                    <a:pt x="53629" y="52458"/>
                    <a:pt x="56378" y="45292"/>
                    <a:pt x="53212" y="39959"/>
                  </a:cubicBezTo>
                  <a:cubicBezTo>
                    <a:pt x="51795" y="37626"/>
                    <a:pt x="48296" y="36459"/>
                    <a:pt x="45879" y="38042"/>
                  </a:cubicBezTo>
                  <a:cubicBezTo>
                    <a:pt x="37380" y="43792"/>
                    <a:pt x="24548" y="49625"/>
                    <a:pt x="15465" y="42125"/>
                  </a:cubicBezTo>
                  <a:cubicBezTo>
                    <a:pt x="3467" y="32293"/>
                    <a:pt x="14382" y="15794"/>
                    <a:pt x="20215" y="5545"/>
                  </a:cubicBezTo>
                  <a:cubicBezTo>
                    <a:pt x="22631" y="1296"/>
                    <a:pt x="16382" y="-2287"/>
                    <a:pt x="13715" y="1796"/>
                  </a:cubicBezTo>
                  <a:cubicBezTo>
                    <a:pt x="3800" y="17211"/>
                    <a:pt x="-8699" y="38042"/>
                    <a:pt x="8633" y="53541"/>
                  </a:cubicBezTo>
                  <a:cubicBezTo>
                    <a:pt x="17882" y="61874"/>
                    <a:pt x="31297" y="60874"/>
                    <a:pt x="41796" y="55124"/>
                  </a:cubicBezTo>
                  <a:cubicBezTo>
                    <a:pt x="42296" y="59374"/>
                    <a:pt x="43879" y="63540"/>
                    <a:pt x="45379" y="67373"/>
                  </a:cubicBezTo>
                  <a:cubicBezTo>
                    <a:pt x="48796" y="75789"/>
                    <a:pt x="54295" y="83038"/>
                    <a:pt x="63211" y="85871"/>
                  </a:cubicBezTo>
                  <a:cubicBezTo>
                    <a:pt x="85209" y="92871"/>
                    <a:pt x="104624" y="76955"/>
                    <a:pt x="107290" y="55791"/>
                  </a:cubicBezTo>
                  <a:cubicBezTo>
                    <a:pt x="108540" y="46875"/>
                    <a:pt x="94542" y="45875"/>
                    <a:pt x="91959" y="53791"/>
                  </a:cubicBezTo>
                  <a:lnTo>
                    <a:pt x="91959" y="53791"/>
                  </a:lnTo>
                  <a:close/>
                </a:path>
              </a:pathLst>
            </a:custGeom>
            <a:grpFill/>
            <a:ln w="8332" cap="flat">
              <a:noFill/>
              <a:prstDash val="solid"/>
              <a:miter/>
            </a:ln>
          </p:spPr>
          <p:txBody>
            <a:bodyPr rtlCol="0" anchor="ctr"/>
            <a:lstStyle/>
            <a:p>
              <a:endParaRPr lang="en-US"/>
            </a:p>
          </p:txBody>
        </p:sp>
        <p:sp>
          <p:nvSpPr>
            <p:cNvPr id="1502" name="Freeform: Shape 1501"/>
            <p:cNvSpPr/>
            <p:nvPr/>
          </p:nvSpPr>
          <p:spPr>
            <a:xfrm>
              <a:off x="5247031" y="667200"/>
              <a:ext cx="58802" cy="110278"/>
            </a:xfrm>
            <a:custGeom>
              <a:avLst/>
              <a:gdLst>
                <a:gd name="connsiteX0" fmla="*/ 58678 w 58802"/>
                <a:gd name="connsiteY0" fmla="*/ 66411 h 110278"/>
                <a:gd name="connsiteX1" fmla="*/ 47430 w 58802"/>
                <a:gd name="connsiteY1" fmla="*/ 49746 h 110278"/>
                <a:gd name="connsiteX2" fmla="*/ 47179 w 58802"/>
                <a:gd name="connsiteY2" fmla="*/ 9166 h 110278"/>
                <a:gd name="connsiteX3" fmla="*/ 11183 w 58802"/>
                <a:gd name="connsiteY3" fmla="*/ 3583 h 110278"/>
                <a:gd name="connsiteX4" fmla="*/ 12683 w 58802"/>
                <a:gd name="connsiteY4" fmla="*/ 8916 h 110278"/>
                <a:gd name="connsiteX5" fmla="*/ 37764 w 58802"/>
                <a:gd name="connsiteY5" fmla="*/ 18665 h 110278"/>
                <a:gd name="connsiteX6" fmla="*/ 33264 w 58802"/>
                <a:gd name="connsiteY6" fmla="*/ 32581 h 110278"/>
                <a:gd name="connsiteX7" fmla="*/ 29181 w 58802"/>
                <a:gd name="connsiteY7" fmla="*/ 50329 h 110278"/>
                <a:gd name="connsiteX8" fmla="*/ 35431 w 58802"/>
                <a:gd name="connsiteY8" fmla="*/ 57578 h 110278"/>
                <a:gd name="connsiteX9" fmla="*/ 33931 w 58802"/>
                <a:gd name="connsiteY9" fmla="*/ 78743 h 110278"/>
                <a:gd name="connsiteX10" fmla="*/ 2517 w 58802"/>
                <a:gd name="connsiteY10" fmla="*/ 100241 h 110278"/>
                <a:gd name="connsiteX11" fmla="*/ 6683 w 58802"/>
                <a:gd name="connsiteY11" fmla="*/ 110157 h 110278"/>
                <a:gd name="connsiteX12" fmla="*/ 52846 w 58802"/>
                <a:gd name="connsiteY12" fmla="*/ 83243 h 110278"/>
                <a:gd name="connsiteX13" fmla="*/ 58678 w 58802"/>
                <a:gd name="connsiteY13" fmla="*/ 66411 h 110278"/>
                <a:gd name="connsiteX14" fmla="*/ 58678 w 58802"/>
                <a:gd name="connsiteY14" fmla="*/ 66411 h 110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8802" h="110278">
                  <a:moveTo>
                    <a:pt x="58678" y="66411"/>
                  </a:moveTo>
                  <a:cubicBezTo>
                    <a:pt x="57679" y="57745"/>
                    <a:pt x="51846" y="56245"/>
                    <a:pt x="47430" y="49746"/>
                  </a:cubicBezTo>
                  <a:cubicBezTo>
                    <a:pt x="39347" y="37913"/>
                    <a:pt x="53512" y="22915"/>
                    <a:pt x="47179" y="9166"/>
                  </a:cubicBezTo>
                  <a:cubicBezTo>
                    <a:pt x="40764" y="-4999"/>
                    <a:pt x="22599" y="750"/>
                    <a:pt x="11183" y="3583"/>
                  </a:cubicBezTo>
                  <a:cubicBezTo>
                    <a:pt x="7683" y="4416"/>
                    <a:pt x="9183" y="9583"/>
                    <a:pt x="12683" y="8916"/>
                  </a:cubicBezTo>
                  <a:cubicBezTo>
                    <a:pt x="21932" y="7083"/>
                    <a:pt x="37430" y="4833"/>
                    <a:pt x="37764" y="18665"/>
                  </a:cubicBezTo>
                  <a:cubicBezTo>
                    <a:pt x="37930" y="24081"/>
                    <a:pt x="35680" y="27914"/>
                    <a:pt x="33264" y="32581"/>
                  </a:cubicBezTo>
                  <a:cubicBezTo>
                    <a:pt x="30181" y="38413"/>
                    <a:pt x="26515" y="43580"/>
                    <a:pt x="29181" y="50329"/>
                  </a:cubicBezTo>
                  <a:cubicBezTo>
                    <a:pt x="30598" y="53829"/>
                    <a:pt x="33597" y="54745"/>
                    <a:pt x="35431" y="57578"/>
                  </a:cubicBezTo>
                  <a:cubicBezTo>
                    <a:pt x="40847" y="66328"/>
                    <a:pt x="41764" y="71910"/>
                    <a:pt x="33931" y="78743"/>
                  </a:cubicBezTo>
                  <a:cubicBezTo>
                    <a:pt x="24348" y="87159"/>
                    <a:pt x="12849" y="92825"/>
                    <a:pt x="2517" y="100241"/>
                  </a:cubicBezTo>
                  <a:cubicBezTo>
                    <a:pt x="-2482" y="103824"/>
                    <a:pt x="517" y="111323"/>
                    <a:pt x="6683" y="110157"/>
                  </a:cubicBezTo>
                  <a:cubicBezTo>
                    <a:pt x="24099" y="106824"/>
                    <a:pt x="42013" y="97741"/>
                    <a:pt x="52846" y="83243"/>
                  </a:cubicBezTo>
                  <a:cubicBezTo>
                    <a:pt x="56679" y="78243"/>
                    <a:pt x="59429" y="72744"/>
                    <a:pt x="58678" y="66411"/>
                  </a:cubicBezTo>
                  <a:lnTo>
                    <a:pt x="58678" y="66411"/>
                  </a:lnTo>
                  <a:close/>
                </a:path>
              </a:pathLst>
            </a:custGeom>
            <a:grpFill/>
            <a:ln w="8332" cap="flat">
              <a:noFill/>
              <a:prstDash val="solid"/>
              <a:miter/>
            </a:ln>
          </p:spPr>
          <p:txBody>
            <a:bodyPr rtlCol="0" anchor="ctr"/>
            <a:lstStyle/>
            <a:p>
              <a:endParaRPr lang="en-US"/>
            </a:p>
          </p:txBody>
        </p:sp>
        <p:sp>
          <p:nvSpPr>
            <p:cNvPr id="1503" name="Freeform: Shape 1502"/>
            <p:cNvSpPr/>
            <p:nvPr/>
          </p:nvSpPr>
          <p:spPr>
            <a:xfrm>
              <a:off x="83725" y="2849009"/>
              <a:ext cx="413049" cy="515539"/>
            </a:xfrm>
            <a:custGeom>
              <a:avLst/>
              <a:gdLst>
                <a:gd name="connsiteX0" fmla="*/ 405252 w 413049"/>
                <a:gd name="connsiteY0" fmla="*/ 203059 h 515539"/>
                <a:gd name="connsiteX1" fmla="*/ 394503 w 413049"/>
                <a:gd name="connsiteY1" fmla="*/ 172146 h 515539"/>
                <a:gd name="connsiteX2" fmla="*/ 404002 w 413049"/>
                <a:gd name="connsiteY2" fmla="*/ 142148 h 515539"/>
                <a:gd name="connsiteX3" fmla="*/ 391086 w 413049"/>
                <a:gd name="connsiteY3" fmla="*/ 88736 h 515539"/>
                <a:gd name="connsiteX4" fmla="*/ 345341 w 413049"/>
                <a:gd name="connsiteY4" fmla="*/ 79654 h 515539"/>
                <a:gd name="connsiteX5" fmla="*/ 349257 w 413049"/>
                <a:gd name="connsiteY5" fmla="*/ 64155 h 515539"/>
                <a:gd name="connsiteX6" fmla="*/ 347674 w 413049"/>
                <a:gd name="connsiteY6" fmla="*/ 46990 h 515539"/>
                <a:gd name="connsiteX7" fmla="*/ 327509 w 413049"/>
                <a:gd name="connsiteY7" fmla="*/ 16076 h 515539"/>
                <a:gd name="connsiteX8" fmla="*/ 269597 w 413049"/>
                <a:gd name="connsiteY8" fmla="*/ 29992 h 515539"/>
                <a:gd name="connsiteX9" fmla="*/ 188105 w 413049"/>
                <a:gd name="connsiteY9" fmla="*/ 494 h 515539"/>
                <a:gd name="connsiteX10" fmla="*/ 151941 w 413049"/>
                <a:gd name="connsiteY10" fmla="*/ 12660 h 515539"/>
                <a:gd name="connsiteX11" fmla="*/ 131193 w 413049"/>
                <a:gd name="connsiteY11" fmla="*/ 40074 h 515539"/>
                <a:gd name="connsiteX12" fmla="*/ 105196 w 413049"/>
                <a:gd name="connsiteY12" fmla="*/ 52490 h 515539"/>
                <a:gd name="connsiteX13" fmla="*/ 85114 w 413049"/>
                <a:gd name="connsiteY13" fmla="*/ 56323 h 515539"/>
                <a:gd name="connsiteX14" fmla="*/ 52867 w 413049"/>
                <a:gd name="connsiteY14" fmla="*/ 80154 h 515539"/>
                <a:gd name="connsiteX15" fmla="*/ 41535 w 413049"/>
                <a:gd name="connsiteY15" fmla="*/ 145731 h 515539"/>
                <a:gd name="connsiteX16" fmla="*/ 28452 w 413049"/>
                <a:gd name="connsiteY16" fmla="*/ 154481 h 515539"/>
                <a:gd name="connsiteX17" fmla="*/ 14287 w 413049"/>
                <a:gd name="connsiteY17" fmla="*/ 169646 h 515539"/>
                <a:gd name="connsiteX18" fmla="*/ 38 w 413049"/>
                <a:gd name="connsiteY18" fmla="*/ 209809 h 515539"/>
                <a:gd name="connsiteX19" fmla="*/ 50450 w 413049"/>
                <a:gd name="connsiteY19" fmla="*/ 272137 h 515539"/>
                <a:gd name="connsiteX20" fmla="*/ 72865 w 413049"/>
                <a:gd name="connsiteY20" fmla="*/ 273470 h 515539"/>
                <a:gd name="connsiteX21" fmla="*/ 91197 w 413049"/>
                <a:gd name="connsiteY21" fmla="*/ 270470 h 515539"/>
                <a:gd name="connsiteX22" fmla="*/ 103362 w 413049"/>
                <a:gd name="connsiteY22" fmla="*/ 286885 h 515539"/>
                <a:gd name="connsiteX23" fmla="*/ 111695 w 413049"/>
                <a:gd name="connsiteY23" fmla="*/ 292885 h 515539"/>
                <a:gd name="connsiteX24" fmla="*/ 111945 w 413049"/>
                <a:gd name="connsiteY24" fmla="*/ 395626 h 515539"/>
                <a:gd name="connsiteX25" fmla="*/ 105779 w 413049"/>
                <a:gd name="connsiteY25" fmla="*/ 460953 h 515539"/>
                <a:gd name="connsiteX26" fmla="*/ 100696 w 413049"/>
                <a:gd name="connsiteY26" fmla="*/ 488284 h 515539"/>
                <a:gd name="connsiteX27" fmla="*/ 101196 w 413049"/>
                <a:gd name="connsiteY27" fmla="*/ 500616 h 515539"/>
                <a:gd name="connsiteX28" fmla="*/ 107695 w 413049"/>
                <a:gd name="connsiteY28" fmla="*/ 504366 h 515539"/>
                <a:gd name="connsiteX29" fmla="*/ 155191 w 413049"/>
                <a:gd name="connsiteY29" fmla="*/ 506449 h 515539"/>
                <a:gd name="connsiteX30" fmla="*/ 197854 w 413049"/>
                <a:gd name="connsiteY30" fmla="*/ 515531 h 515539"/>
                <a:gd name="connsiteX31" fmla="*/ 228184 w 413049"/>
                <a:gd name="connsiteY31" fmla="*/ 466286 h 515539"/>
                <a:gd name="connsiteX32" fmla="*/ 241433 w 413049"/>
                <a:gd name="connsiteY32" fmla="*/ 372877 h 515539"/>
                <a:gd name="connsiteX33" fmla="*/ 256849 w 413049"/>
                <a:gd name="connsiteY33" fmla="*/ 313133 h 515539"/>
                <a:gd name="connsiteX34" fmla="*/ 258682 w 413049"/>
                <a:gd name="connsiteY34" fmla="*/ 317966 h 515539"/>
                <a:gd name="connsiteX35" fmla="*/ 275014 w 413049"/>
                <a:gd name="connsiteY35" fmla="*/ 337964 h 515539"/>
                <a:gd name="connsiteX36" fmla="*/ 329509 w 413049"/>
                <a:gd name="connsiteY36" fmla="*/ 354879 h 515539"/>
                <a:gd name="connsiteX37" fmla="*/ 372505 w 413049"/>
                <a:gd name="connsiteY37" fmla="*/ 323882 h 515539"/>
                <a:gd name="connsiteX38" fmla="*/ 389753 w 413049"/>
                <a:gd name="connsiteY38" fmla="*/ 298301 h 515539"/>
                <a:gd name="connsiteX39" fmla="*/ 405335 w 413049"/>
                <a:gd name="connsiteY39" fmla="*/ 267887 h 515539"/>
                <a:gd name="connsiteX40" fmla="*/ 405252 w 413049"/>
                <a:gd name="connsiteY40" fmla="*/ 203059 h 515539"/>
                <a:gd name="connsiteX41" fmla="*/ 405252 w 413049"/>
                <a:gd name="connsiteY41" fmla="*/ 203059 h 515539"/>
                <a:gd name="connsiteX42" fmla="*/ 234351 w 413049"/>
                <a:gd name="connsiteY42" fmla="*/ 340964 h 515539"/>
                <a:gd name="connsiteX43" fmla="*/ 219352 w 413049"/>
                <a:gd name="connsiteY43" fmla="*/ 427789 h 515539"/>
                <a:gd name="connsiteX44" fmla="*/ 213019 w 413049"/>
                <a:gd name="connsiteY44" fmla="*/ 470535 h 515539"/>
                <a:gd name="connsiteX45" fmla="*/ 209186 w 413049"/>
                <a:gd name="connsiteY45" fmla="*/ 489284 h 515539"/>
                <a:gd name="connsiteX46" fmla="*/ 187355 w 413049"/>
                <a:gd name="connsiteY46" fmla="*/ 499116 h 515539"/>
                <a:gd name="connsiteX47" fmla="*/ 116195 w 413049"/>
                <a:gd name="connsiteY47" fmla="*/ 489034 h 515539"/>
                <a:gd name="connsiteX48" fmla="*/ 118611 w 413049"/>
                <a:gd name="connsiteY48" fmla="*/ 477535 h 515539"/>
                <a:gd name="connsiteX49" fmla="*/ 121777 w 413049"/>
                <a:gd name="connsiteY49" fmla="*/ 449037 h 515539"/>
                <a:gd name="connsiteX50" fmla="*/ 125360 w 413049"/>
                <a:gd name="connsiteY50" fmla="*/ 386876 h 515539"/>
                <a:gd name="connsiteX51" fmla="*/ 119111 w 413049"/>
                <a:gd name="connsiteY51" fmla="*/ 296301 h 515539"/>
                <a:gd name="connsiteX52" fmla="*/ 164107 w 413049"/>
                <a:gd name="connsiteY52" fmla="*/ 287968 h 515539"/>
                <a:gd name="connsiteX53" fmla="*/ 161857 w 413049"/>
                <a:gd name="connsiteY53" fmla="*/ 304967 h 515539"/>
                <a:gd name="connsiteX54" fmla="*/ 155024 w 413049"/>
                <a:gd name="connsiteY54" fmla="*/ 352046 h 515539"/>
                <a:gd name="connsiteX55" fmla="*/ 179355 w 413049"/>
                <a:gd name="connsiteY55" fmla="*/ 392043 h 515539"/>
                <a:gd name="connsiteX56" fmla="*/ 205270 w 413049"/>
                <a:gd name="connsiteY56" fmla="*/ 387126 h 515539"/>
                <a:gd name="connsiteX57" fmla="*/ 213686 w 413049"/>
                <a:gd name="connsiteY57" fmla="*/ 363878 h 515539"/>
                <a:gd name="connsiteX58" fmla="*/ 217352 w 413049"/>
                <a:gd name="connsiteY58" fmla="*/ 325465 h 515539"/>
                <a:gd name="connsiteX59" fmla="*/ 220768 w 413049"/>
                <a:gd name="connsiteY59" fmla="*/ 300634 h 515539"/>
                <a:gd name="connsiteX60" fmla="*/ 221352 w 413049"/>
                <a:gd name="connsiteY60" fmla="*/ 293635 h 515539"/>
                <a:gd name="connsiteX61" fmla="*/ 237934 w 413049"/>
                <a:gd name="connsiteY61" fmla="*/ 296134 h 515539"/>
                <a:gd name="connsiteX62" fmla="*/ 253349 w 413049"/>
                <a:gd name="connsiteY62" fmla="*/ 292885 h 515539"/>
                <a:gd name="connsiteX63" fmla="*/ 234351 w 413049"/>
                <a:gd name="connsiteY63" fmla="*/ 340964 h 515539"/>
                <a:gd name="connsiteX64" fmla="*/ 234351 w 413049"/>
                <a:gd name="connsiteY64" fmla="*/ 340964 h 515539"/>
                <a:gd name="connsiteX65" fmla="*/ 166190 w 413049"/>
                <a:gd name="connsiteY65" fmla="*/ 353546 h 515539"/>
                <a:gd name="connsiteX66" fmla="*/ 169773 w 413049"/>
                <a:gd name="connsiteY66" fmla="*/ 325548 h 515539"/>
                <a:gd name="connsiteX67" fmla="*/ 171856 w 413049"/>
                <a:gd name="connsiteY67" fmla="*/ 281136 h 515539"/>
                <a:gd name="connsiteX68" fmla="*/ 183189 w 413049"/>
                <a:gd name="connsiteY68" fmla="*/ 267470 h 515539"/>
                <a:gd name="connsiteX69" fmla="*/ 196271 w 413049"/>
                <a:gd name="connsiteY69" fmla="*/ 282886 h 515539"/>
                <a:gd name="connsiteX70" fmla="*/ 209269 w 413049"/>
                <a:gd name="connsiteY70" fmla="*/ 289802 h 515539"/>
                <a:gd name="connsiteX71" fmla="*/ 205353 w 413049"/>
                <a:gd name="connsiteY71" fmla="*/ 322715 h 515539"/>
                <a:gd name="connsiteX72" fmla="*/ 202937 w 413049"/>
                <a:gd name="connsiteY72" fmla="*/ 348963 h 515539"/>
                <a:gd name="connsiteX73" fmla="*/ 193188 w 413049"/>
                <a:gd name="connsiteY73" fmla="*/ 378794 h 515539"/>
                <a:gd name="connsiteX74" fmla="*/ 168357 w 413049"/>
                <a:gd name="connsiteY74" fmla="*/ 371211 h 515539"/>
                <a:gd name="connsiteX75" fmla="*/ 166190 w 413049"/>
                <a:gd name="connsiteY75" fmla="*/ 353546 h 515539"/>
                <a:gd name="connsiteX76" fmla="*/ 166190 w 413049"/>
                <a:gd name="connsiteY76" fmla="*/ 353546 h 515539"/>
                <a:gd name="connsiteX77" fmla="*/ 394503 w 413049"/>
                <a:gd name="connsiteY77" fmla="*/ 254555 h 515539"/>
                <a:gd name="connsiteX78" fmla="*/ 369838 w 413049"/>
                <a:gd name="connsiteY78" fmla="*/ 303967 h 515539"/>
                <a:gd name="connsiteX79" fmla="*/ 339091 w 413049"/>
                <a:gd name="connsiteY79" fmla="*/ 336048 h 515539"/>
                <a:gd name="connsiteX80" fmla="*/ 288429 w 413049"/>
                <a:gd name="connsiteY80" fmla="*/ 328298 h 515539"/>
                <a:gd name="connsiteX81" fmla="*/ 269681 w 413049"/>
                <a:gd name="connsiteY81" fmla="*/ 308217 h 515539"/>
                <a:gd name="connsiteX82" fmla="*/ 264764 w 413049"/>
                <a:gd name="connsiteY82" fmla="*/ 283802 h 515539"/>
                <a:gd name="connsiteX83" fmla="*/ 258515 w 413049"/>
                <a:gd name="connsiteY83" fmla="*/ 279053 h 515539"/>
                <a:gd name="connsiteX84" fmla="*/ 229518 w 413049"/>
                <a:gd name="connsiteY84" fmla="*/ 282302 h 515539"/>
                <a:gd name="connsiteX85" fmla="*/ 194187 w 413049"/>
                <a:gd name="connsiteY85" fmla="*/ 261304 h 515539"/>
                <a:gd name="connsiteX86" fmla="*/ 181022 w 413049"/>
                <a:gd name="connsiteY86" fmla="*/ 252138 h 515539"/>
                <a:gd name="connsiteX87" fmla="*/ 164940 w 413049"/>
                <a:gd name="connsiteY87" fmla="*/ 268220 h 515539"/>
                <a:gd name="connsiteX88" fmla="*/ 126944 w 413049"/>
                <a:gd name="connsiteY88" fmla="*/ 282552 h 515539"/>
                <a:gd name="connsiteX89" fmla="*/ 102112 w 413049"/>
                <a:gd name="connsiteY89" fmla="*/ 258638 h 515539"/>
                <a:gd name="connsiteX90" fmla="*/ 85864 w 413049"/>
                <a:gd name="connsiteY90" fmla="*/ 253972 h 515539"/>
                <a:gd name="connsiteX91" fmla="*/ 42618 w 413049"/>
                <a:gd name="connsiteY91" fmla="*/ 252555 h 515539"/>
                <a:gd name="connsiteX92" fmla="*/ 24953 w 413049"/>
                <a:gd name="connsiteY92" fmla="*/ 182145 h 515539"/>
                <a:gd name="connsiteX93" fmla="*/ 47951 w 413049"/>
                <a:gd name="connsiteY93" fmla="*/ 158730 h 515539"/>
                <a:gd name="connsiteX94" fmla="*/ 57616 w 413049"/>
                <a:gd name="connsiteY94" fmla="*/ 147314 h 515539"/>
                <a:gd name="connsiteX95" fmla="*/ 54950 w 413049"/>
                <a:gd name="connsiteY95" fmla="*/ 139399 h 515539"/>
                <a:gd name="connsiteX96" fmla="*/ 52617 w 413049"/>
                <a:gd name="connsiteY96" fmla="*/ 119650 h 515539"/>
                <a:gd name="connsiteX97" fmla="*/ 72532 w 413049"/>
                <a:gd name="connsiteY97" fmla="*/ 83654 h 515539"/>
                <a:gd name="connsiteX98" fmla="*/ 107529 w 413049"/>
                <a:gd name="connsiteY98" fmla="*/ 69238 h 515539"/>
                <a:gd name="connsiteX99" fmla="*/ 135943 w 413049"/>
                <a:gd name="connsiteY99" fmla="*/ 62822 h 515539"/>
                <a:gd name="connsiteX100" fmla="*/ 147192 w 413049"/>
                <a:gd name="connsiteY100" fmla="*/ 40158 h 515539"/>
                <a:gd name="connsiteX101" fmla="*/ 181939 w 413049"/>
                <a:gd name="connsiteY101" fmla="*/ 12160 h 515539"/>
                <a:gd name="connsiteX102" fmla="*/ 268181 w 413049"/>
                <a:gd name="connsiteY102" fmla="*/ 36908 h 515539"/>
                <a:gd name="connsiteX103" fmla="*/ 268181 w 413049"/>
                <a:gd name="connsiteY103" fmla="*/ 37158 h 515539"/>
                <a:gd name="connsiteX104" fmla="*/ 279513 w 413049"/>
                <a:gd name="connsiteY104" fmla="*/ 37158 h 515539"/>
                <a:gd name="connsiteX105" fmla="*/ 312844 w 413049"/>
                <a:gd name="connsiteY105" fmla="*/ 24076 h 515539"/>
                <a:gd name="connsiteX106" fmla="*/ 333342 w 413049"/>
                <a:gd name="connsiteY106" fmla="*/ 44907 h 515539"/>
                <a:gd name="connsiteX107" fmla="*/ 334175 w 413049"/>
                <a:gd name="connsiteY107" fmla="*/ 71988 h 515539"/>
                <a:gd name="connsiteX108" fmla="*/ 330842 w 413049"/>
                <a:gd name="connsiteY108" fmla="*/ 90320 h 515539"/>
                <a:gd name="connsiteX109" fmla="*/ 339758 w 413049"/>
                <a:gd name="connsiteY109" fmla="*/ 95403 h 515539"/>
                <a:gd name="connsiteX110" fmla="*/ 365755 w 413049"/>
                <a:gd name="connsiteY110" fmla="*/ 91903 h 515539"/>
                <a:gd name="connsiteX111" fmla="*/ 389503 w 413049"/>
                <a:gd name="connsiteY111" fmla="*/ 114651 h 515539"/>
                <a:gd name="connsiteX112" fmla="*/ 378754 w 413049"/>
                <a:gd name="connsiteY112" fmla="*/ 168479 h 515539"/>
                <a:gd name="connsiteX113" fmla="*/ 379004 w 413049"/>
                <a:gd name="connsiteY113" fmla="*/ 196727 h 515539"/>
                <a:gd name="connsiteX114" fmla="*/ 394836 w 413049"/>
                <a:gd name="connsiteY114" fmla="*/ 218558 h 515539"/>
                <a:gd name="connsiteX115" fmla="*/ 394503 w 413049"/>
                <a:gd name="connsiteY115" fmla="*/ 254555 h 515539"/>
                <a:gd name="connsiteX116" fmla="*/ 394503 w 413049"/>
                <a:gd name="connsiteY116" fmla="*/ 254555 h 515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Lst>
              <a:rect l="l" t="t" r="r" b="b"/>
              <a:pathLst>
                <a:path w="413049" h="515539">
                  <a:moveTo>
                    <a:pt x="405252" y="203059"/>
                  </a:moveTo>
                  <a:cubicBezTo>
                    <a:pt x="397836" y="190394"/>
                    <a:pt x="388087" y="189394"/>
                    <a:pt x="394503" y="172146"/>
                  </a:cubicBezTo>
                  <a:cubicBezTo>
                    <a:pt x="398419" y="161813"/>
                    <a:pt x="402585" y="153397"/>
                    <a:pt x="404002" y="142148"/>
                  </a:cubicBezTo>
                  <a:cubicBezTo>
                    <a:pt x="406585" y="122150"/>
                    <a:pt x="405835" y="103735"/>
                    <a:pt x="391086" y="88736"/>
                  </a:cubicBezTo>
                  <a:cubicBezTo>
                    <a:pt x="377671" y="75071"/>
                    <a:pt x="362006" y="76821"/>
                    <a:pt x="345341" y="79654"/>
                  </a:cubicBezTo>
                  <a:cubicBezTo>
                    <a:pt x="346674" y="74571"/>
                    <a:pt x="349090" y="68822"/>
                    <a:pt x="349257" y="64155"/>
                  </a:cubicBezTo>
                  <a:cubicBezTo>
                    <a:pt x="349424" y="58489"/>
                    <a:pt x="348757" y="52573"/>
                    <a:pt x="347674" y="46990"/>
                  </a:cubicBezTo>
                  <a:cubicBezTo>
                    <a:pt x="345174" y="34408"/>
                    <a:pt x="339091" y="22409"/>
                    <a:pt x="327509" y="16076"/>
                  </a:cubicBezTo>
                  <a:cubicBezTo>
                    <a:pt x="309427" y="6077"/>
                    <a:pt x="277263" y="8494"/>
                    <a:pt x="269597" y="29992"/>
                  </a:cubicBezTo>
                  <a:cubicBezTo>
                    <a:pt x="244850" y="14243"/>
                    <a:pt x="218685" y="-3172"/>
                    <a:pt x="188105" y="494"/>
                  </a:cubicBezTo>
                  <a:cubicBezTo>
                    <a:pt x="175356" y="1994"/>
                    <a:pt x="162774" y="5494"/>
                    <a:pt x="151941" y="12660"/>
                  </a:cubicBezTo>
                  <a:cubicBezTo>
                    <a:pt x="140359" y="20326"/>
                    <a:pt x="136276" y="27825"/>
                    <a:pt x="131193" y="40074"/>
                  </a:cubicBezTo>
                  <a:cubicBezTo>
                    <a:pt x="126360" y="51906"/>
                    <a:pt x="116611" y="51323"/>
                    <a:pt x="105196" y="52490"/>
                  </a:cubicBezTo>
                  <a:cubicBezTo>
                    <a:pt x="98279" y="53156"/>
                    <a:pt x="91697" y="53740"/>
                    <a:pt x="85114" y="56323"/>
                  </a:cubicBezTo>
                  <a:cubicBezTo>
                    <a:pt x="72782" y="61156"/>
                    <a:pt x="61366" y="70155"/>
                    <a:pt x="52867" y="80154"/>
                  </a:cubicBezTo>
                  <a:cubicBezTo>
                    <a:pt x="36452" y="99569"/>
                    <a:pt x="33369" y="122900"/>
                    <a:pt x="41535" y="145731"/>
                  </a:cubicBezTo>
                  <a:cubicBezTo>
                    <a:pt x="37868" y="148981"/>
                    <a:pt x="31619" y="151731"/>
                    <a:pt x="28452" y="154481"/>
                  </a:cubicBezTo>
                  <a:cubicBezTo>
                    <a:pt x="23203" y="158980"/>
                    <a:pt x="18370" y="164063"/>
                    <a:pt x="14287" y="169646"/>
                  </a:cubicBezTo>
                  <a:cubicBezTo>
                    <a:pt x="5704" y="181228"/>
                    <a:pt x="538" y="195310"/>
                    <a:pt x="38" y="209809"/>
                  </a:cubicBezTo>
                  <a:cubicBezTo>
                    <a:pt x="-1045" y="239890"/>
                    <a:pt x="20953" y="266887"/>
                    <a:pt x="50450" y="272137"/>
                  </a:cubicBezTo>
                  <a:cubicBezTo>
                    <a:pt x="57700" y="273470"/>
                    <a:pt x="65532" y="273886"/>
                    <a:pt x="72865" y="273470"/>
                  </a:cubicBezTo>
                  <a:cubicBezTo>
                    <a:pt x="77365" y="273220"/>
                    <a:pt x="87530" y="269054"/>
                    <a:pt x="91197" y="270470"/>
                  </a:cubicBezTo>
                  <a:cubicBezTo>
                    <a:pt x="94696" y="271803"/>
                    <a:pt x="100029" y="283719"/>
                    <a:pt x="103362" y="286885"/>
                  </a:cubicBezTo>
                  <a:cubicBezTo>
                    <a:pt x="105862" y="289302"/>
                    <a:pt x="108695" y="291218"/>
                    <a:pt x="111695" y="292885"/>
                  </a:cubicBezTo>
                  <a:cubicBezTo>
                    <a:pt x="112362" y="327215"/>
                    <a:pt x="114778" y="361212"/>
                    <a:pt x="111945" y="395626"/>
                  </a:cubicBezTo>
                  <a:cubicBezTo>
                    <a:pt x="110195" y="417457"/>
                    <a:pt x="108445" y="439288"/>
                    <a:pt x="105779" y="460953"/>
                  </a:cubicBezTo>
                  <a:cubicBezTo>
                    <a:pt x="104612" y="470285"/>
                    <a:pt x="103112" y="479201"/>
                    <a:pt x="100696" y="488284"/>
                  </a:cubicBezTo>
                  <a:cubicBezTo>
                    <a:pt x="99363" y="493450"/>
                    <a:pt x="98696" y="495616"/>
                    <a:pt x="101196" y="500616"/>
                  </a:cubicBezTo>
                  <a:cubicBezTo>
                    <a:pt x="102279" y="502782"/>
                    <a:pt x="105196" y="504532"/>
                    <a:pt x="107695" y="504366"/>
                  </a:cubicBezTo>
                  <a:cubicBezTo>
                    <a:pt x="123694" y="502949"/>
                    <a:pt x="139276" y="503949"/>
                    <a:pt x="155191" y="506449"/>
                  </a:cubicBezTo>
                  <a:cubicBezTo>
                    <a:pt x="169190" y="508699"/>
                    <a:pt x="183605" y="515198"/>
                    <a:pt x="197854" y="515531"/>
                  </a:cubicBezTo>
                  <a:cubicBezTo>
                    <a:pt x="224018" y="516115"/>
                    <a:pt x="224935" y="485451"/>
                    <a:pt x="228184" y="466286"/>
                  </a:cubicBezTo>
                  <a:cubicBezTo>
                    <a:pt x="233434" y="435289"/>
                    <a:pt x="235350" y="403791"/>
                    <a:pt x="241433" y="372877"/>
                  </a:cubicBezTo>
                  <a:cubicBezTo>
                    <a:pt x="245183" y="353629"/>
                    <a:pt x="250016" y="332548"/>
                    <a:pt x="256849" y="313133"/>
                  </a:cubicBezTo>
                  <a:cubicBezTo>
                    <a:pt x="257348" y="314716"/>
                    <a:pt x="257932" y="316383"/>
                    <a:pt x="258682" y="317966"/>
                  </a:cubicBezTo>
                  <a:cubicBezTo>
                    <a:pt x="262515" y="325798"/>
                    <a:pt x="268181" y="332631"/>
                    <a:pt x="275014" y="337964"/>
                  </a:cubicBezTo>
                  <a:cubicBezTo>
                    <a:pt x="289929" y="349629"/>
                    <a:pt x="310677" y="356962"/>
                    <a:pt x="329509" y="354879"/>
                  </a:cubicBezTo>
                  <a:cubicBezTo>
                    <a:pt x="351090" y="352463"/>
                    <a:pt x="364339" y="343547"/>
                    <a:pt x="372505" y="323882"/>
                  </a:cubicBezTo>
                  <a:cubicBezTo>
                    <a:pt x="376504" y="314299"/>
                    <a:pt x="384337" y="307217"/>
                    <a:pt x="389753" y="298301"/>
                  </a:cubicBezTo>
                  <a:cubicBezTo>
                    <a:pt x="395586" y="288552"/>
                    <a:pt x="401002" y="278303"/>
                    <a:pt x="405335" y="267887"/>
                  </a:cubicBezTo>
                  <a:cubicBezTo>
                    <a:pt x="414084" y="247389"/>
                    <a:pt x="417084" y="223224"/>
                    <a:pt x="405252" y="203059"/>
                  </a:cubicBezTo>
                  <a:lnTo>
                    <a:pt x="405252" y="203059"/>
                  </a:lnTo>
                  <a:close/>
                  <a:moveTo>
                    <a:pt x="234351" y="340964"/>
                  </a:moveTo>
                  <a:cubicBezTo>
                    <a:pt x="226601" y="369544"/>
                    <a:pt x="223352" y="398542"/>
                    <a:pt x="219352" y="427789"/>
                  </a:cubicBezTo>
                  <a:cubicBezTo>
                    <a:pt x="217435" y="442038"/>
                    <a:pt x="215686" y="456370"/>
                    <a:pt x="213019" y="470535"/>
                  </a:cubicBezTo>
                  <a:cubicBezTo>
                    <a:pt x="211853" y="476535"/>
                    <a:pt x="211353" y="483618"/>
                    <a:pt x="209186" y="489284"/>
                  </a:cubicBezTo>
                  <a:cubicBezTo>
                    <a:pt x="205187" y="499949"/>
                    <a:pt x="198187" y="501616"/>
                    <a:pt x="187355" y="499116"/>
                  </a:cubicBezTo>
                  <a:cubicBezTo>
                    <a:pt x="163774" y="493617"/>
                    <a:pt x="140359" y="488617"/>
                    <a:pt x="116195" y="489034"/>
                  </a:cubicBezTo>
                  <a:cubicBezTo>
                    <a:pt x="117444" y="485367"/>
                    <a:pt x="118028" y="481368"/>
                    <a:pt x="118611" y="477535"/>
                  </a:cubicBezTo>
                  <a:cubicBezTo>
                    <a:pt x="120194" y="468119"/>
                    <a:pt x="121027" y="458536"/>
                    <a:pt x="121777" y="449037"/>
                  </a:cubicBezTo>
                  <a:cubicBezTo>
                    <a:pt x="123277" y="428289"/>
                    <a:pt x="124277" y="407541"/>
                    <a:pt x="125360" y="386876"/>
                  </a:cubicBezTo>
                  <a:cubicBezTo>
                    <a:pt x="126944" y="356379"/>
                    <a:pt x="123527" y="326298"/>
                    <a:pt x="119111" y="296301"/>
                  </a:cubicBezTo>
                  <a:cubicBezTo>
                    <a:pt x="136026" y="302634"/>
                    <a:pt x="151441" y="297718"/>
                    <a:pt x="164107" y="287968"/>
                  </a:cubicBezTo>
                  <a:cubicBezTo>
                    <a:pt x="163107" y="293635"/>
                    <a:pt x="162607" y="299301"/>
                    <a:pt x="161857" y="304967"/>
                  </a:cubicBezTo>
                  <a:cubicBezTo>
                    <a:pt x="159691" y="320632"/>
                    <a:pt x="157108" y="336298"/>
                    <a:pt x="155024" y="352046"/>
                  </a:cubicBezTo>
                  <a:cubicBezTo>
                    <a:pt x="152525" y="370878"/>
                    <a:pt x="157524" y="389543"/>
                    <a:pt x="179355" y="392043"/>
                  </a:cubicBezTo>
                  <a:cubicBezTo>
                    <a:pt x="187355" y="392959"/>
                    <a:pt x="198604" y="392043"/>
                    <a:pt x="205270" y="387126"/>
                  </a:cubicBezTo>
                  <a:cubicBezTo>
                    <a:pt x="212853" y="381543"/>
                    <a:pt x="212686" y="372461"/>
                    <a:pt x="213686" y="363878"/>
                  </a:cubicBezTo>
                  <a:cubicBezTo>
                    <a:pt x="215269" y="351046"/>
                    <a:pt x="216435" y="338381"/>
                    <a:pt x="217352" y="325465"/>
                  </a:cubicBezTo>
                  <a:cubicBezTo>
                    <a:pt x="217935" y="317132"/>
                    <a:pt x="219185" y="308883"/>
                    <a:pt x="220768" y="300634"/>
                  </a:cubicBezTo>
                  <a:cubicBezTo>
                    <a:pt x="221018" y="299384"/>
                    <a:pt x="221102" y="296301"/>
                    <a:pt x="221352" y="293635"/>
                  </a:cubicBezTo>
                  <a:cubicBezTo>
                    <a:pt x="226768" y="295051"/>
                    <a:pt x="232351" y="296051"/>
                    <a:pt x="237934" y="296134"/>
                  </a:cubicBezTo>
                  <a:cubicBezTo>
                    <a:pt x="243433" y="296218"/>
                    <a:pt x="248349" y="294051"/>
                    <a:pt x="253349" y="292885"/>
                  </a:cubicBezTo>
                  <a:cubicBezTo>
                    <a:pt x="242766" y="305050"/>
                    <a:pt x="238183" y="326798"/>
                    <a:pt x="234351" y="340964"/>
                  </a:cubicBezTo>
                  <a:lnTo>
                    <a:pt x="234351" y="340964"/>
                  </a:lnTo>
                  <a:close/>
                  <a:moveTo>
                    <a:pt x="166190" y="353546"/>
                  </a:moveTo>
                  <a:cubicBezTo>
                    <a:pt x="166773" y="344130"/>
                    <a:pt x="168607" y="334881"/>
                    <a:pt x="169773" y="325548"/>
                  </a:cubicBezTo>
                  <a:cubicBezTo>
                    <a:pt x="171440" y="311883"/>
                    <a:pt x="173523" y="295468"/>
                    <a:pt x="171856" y="281136"/>
                  </a:cubicBezTo>
                  <a:cubicBezTo>
                    <a:pt x="176023" y="276970"/>
                    <a:pt x="179855" y="272303"/>
                    <a:pt x="183189" y="267470"/>
                  </a:cubicBezTo>
                  <a:cubicBezTo>
                    <a:pt x="186938" y="271803"/>
                    <a:pt x="194437" y="281552"/>
                    <a:pt x="196271" y="282886"/>
                  </a:cubicBezTo>
                  <a:cubicBezTo>
                    <a:pt x="200270" y="285885"/>
                    <a:pt x="204687" y="288052"/>
                    <a:pt x="209269" y="289802"/>
                  </a:cubicBezTo>
                  <a:cubicBezTo>
                    <a:pt x="206353" y="300051"/>
                    <a:pt x="206103" y="312883"/>
                    <a:pt x="205353" y="322715"/>
                  </a:cubicBezTo>
                  <a:cubicBezTo>
                    <a:pt x="204687" y="331548"/>
                    <a:pt x="204020" y="340214"/>
                    <a:pt x="202937" y="348963"/>
                  </a:cubicBezTo>
                  <a:cubicBezTo>
                    <a:pt x="201853" y="358045"/>
                    <a:pt x="203437" y="373877"/>
                    <a:pt x="193188" y="378794"/>
                  </a:cubicBezTo>
                  <a:cubicBezTo>
                    <a:pt x="184855" y="382793"/>
                    <a:pt x="172606" y="378544"/>
                    <a:pt x="168357" y="371211"/>
                  </a:cubicBezTo>
                  <a:cubicBezTo>
                    <a:pt x="164857" y="365378"/>
                    <a:pt x="165773" y="359879"/>
                    <a:pt x="166190" y="353546"/>
                  </a:cubicBezTo>
                  <a:lnTo>
                    <a:pt x="166190" y="353546"/>
                  </a:lnTo>
                  <a:close/>
                  <a:moveTo>
                    <a:pt x="394503" y="254555"/>
                  </a:moveTo>
                  <a:cubicBezTo>
                    <a:pt x="389670" y="271303"/>
                    <a:pt x="381171" y="290552"/>
                    <a:pt x="369838" y="303967"/>
                  </a:cubicBezTo>
                  <a:cubicBezTo>
                    <a:pt x="359756" y="315966"/>
                    <a:pt x="355340" y="331048"/>
                    <a:pt x="339091" y="336048"/>
                  </a:cubicBezTo>
                  <a:cubicBezTo>
                    <a:pt x="321426" y="341464"/>
                    <a:pt x="304011" y="337797"/>
                    <a:pt x="288429" y="328298"/>
                  </a:cubicBezTo>
                  <a:cubicBezTo>
                    <a:pt x="280430" y="323382"/>
                    <a:pt x="273514" y="316966"/>
                    <a:pt x="269681" y="308217"/>
                  </a:cubicBezTo>
                  <a:cubicBezTo>
                    <a:pt x="266264" y="300384"/>
                    <a:pt x="267348" y="291802"/>
                    <a:pt x="264764" y="283802"/>
                  </a:cubicBezTo>
                  <a:cubicBezTo>
                    <a:pt x="263931" y="281219"/>
                    <a:pt x="261431" y="278886"/>
                    <a:pt x="258515" y="279053"/>
                  </a:cubicBezTo>
                  <a:cubicBezTo>
                    <a:pt x="248183" y="279553"/>
                    <a:pt x="240683" y="284302"/>
                    <a:pt x="229518" y="282302"/>
                  </a:cubicBezTo>
                  <a:cubicBezTo>
                    <a:pt x="214602" y="279553"/>
                    <a:pt x="203187" y="273470"/>
                    <a:pt x="194187" y="261304"/>
                  </a:cubicBezTo>
                  <a:cubicBezTo>
                    <a:pt x="190771" y="256721"/>
                    <a:pt x="187605" y="251139"/>
                    <a:pt x="181022" y="252138"/>
                  </a:cubicBezTo>
                  <a:cubicBezTo>
                    <a:pt x="173439" y="253305"/>
                    <a:pt x="170106" y="263387"/>
                    <a:pt x="164940" y="268220"/>
                  </a:cubicBezTo>
                  <a:cubicBezTo>
                    <a:pt x="154774" y="277720"/>
                    <a:pt x="141359" y="286552"/>
                    <a:pt x="126944" y="282552"/>
                  </a:cubicBezTo>
                  <a:cubicBezTo>
                    <a:pt x="113528" y="278886"/>
                    <a:pt x="110278" y="267970"/>
                    <a:pt x="102112" y="258638"/>
                  </a:cubicBezTo>
                  <a:cubicBezTo>
                    <a:pt x="97196" y="253055"/>
                    <a:pt x="92863" y="252972"/>
                    <a:pt x="85864" y="253972"/>
                  </a:cubicBezTo>
                  <a:cubicBezTo>
                    <a:pt x="70782" y="256221"/>
                    <a:pt x="57533" y="259304"/>
                    <a:pt x="42618" y="252555"/>
                  </a:cubicBezTo>
                  <a:cubicBezTo>
                    <a:pt x="15287" y="240139"/>
                    <a:pt x="10787" y="206059"/>
                    <a:pt x="24953" y="182145"/>
                  </a:cubicBezTo>
                  <a:cubicBezTo>
                    <a:pt x="30619" y="172562"/>
                    <a:pt x="38951" y="165063"/>
                    <a:pt x="47951" y="158730"/>
                  </a:cubicBezTo>
                  <a:cubicBezTo>
                    <a:pt x="52117" y="155814"/>
                    <a:pt x="57450" y="153147"/>
                    <a:pt x="57616" y="147314"/>
                  </a:cubicBezTo>
                  <a:cubicBezTo>
                    <a:pt x="57700" y="144565"/>
                    <a:pt x="55783" y="141982"/>
                    <a:pt x="54950" y="139399"/>
                  </a:cubicBezTo>
                  <a:cubicBezTo>
                    <a:pt x="53034" y="133149"/>
                    <a:pt x="52200" y="126150"/>
                    <a:pt x="52617" y="119650"/>
                  </a:cubicBezTo>
                  <a:cubicBezTo>
                    <a:pt x="53533" y="105318"/>
                    <a:pt x="61949" y="92819"/>
                    <a:pt x="72532" y="83654"/>
                  </a:cubicBezTo>
                  <a:cubicBezTo>
                    <a:pt x="83197" y="74404"/>
                    <a:pt x="93613" y="70488"/>
                    <a:pt x="107529" y="69238"/>
                  </a:cubicBezTo>
                  <a:cubicBezTo>
                    <a:pt x="116778" y="68405"/>
                    <a:pt x="127860" y="67822"/>
                    <a:pt x="135943" y="62822"/>
                  </a:cubicBezTo>
                  <a:cubicBezTo>
                    <a:pt x="144859" y="57323"/>
                    <a:pt x="144609" y="49323"/>
                    <a:pt x="147192" y="40158"/>
                  </a:cubicBezTo>
                  <a:cubicBezTo>
                    <a:pt x="151608" y="24659"/>
                    <a:pt x="167273" y="15826"/>
                    <a:pt x="181939" y="12160"/>
                  </a:cubicBezTo>
                  <a:cubicBezTo>
                    <a:pt x="214352" y="4244"/>
                    <a:pt x="241517" y="20576"/>
                    <a:pt x="268181" y="36908"/>
                  </a:cubicBezTo>
                  <a:cubicBezTo>
                    <a:pt x="268181" y="36991"/>
                    <a:pt x="268181" y="37075"/>
                    <a:pt x="268181" y="37158"/>
                  </a:cubicBezTo>
                  <a:cubicBezTo>
                    <a:pt x="267514" y="44490"/>
                    <a:pt x="278680" y="44324"/>
                    <a:pt x="279513" y="37158"/>
                  </a:cubicBezTo>
                  <a:cubicBezTo>
                    <a:pt x="281096" y="23409"/>
                    <a:pt x="302844" y="21159"/>
                    <a:pt x="312844" y="24076"/>
                  </a:cubicBezTo>
                  <a:cubicBezTo>
                    <a:pt x="323842" y="27159"/>
                    <a:pt x="330259" y="33991"/>
                    <a:pt x="333342" y="44907"/>
                  </a:cubicBezTo>
                  <a:cubicBezTo>
                    <a:pt x="335758" y="53656"/>
                    <a:pt x="336091" y="63156"/>
                    <a:pt x="334175" y="71988"/>
                  </a:cubicBezTo>
                  <a:cubicBezTo>
                    <a:pt x="332675" y="78654"/>
                    <a:pt x="329759" y="83487"/>
                    <a:pt x="330842" y="90320"/>
                  </a:cubicBezTo>
                  <a:cubicBezTo>
                    <a:pt x="331509" y="94486"/>
                    <a:pt x="336258" y="95903"/>
                    <a:pt x="339758" y="95403"/>
                  </a:cubicBezTo>
                  <a:cubicBezTo>
                    <a:pt x="347840" y="94153"/>
                    <a:pt x="357589" y="90736"/>
                    <a:pt x="365755" y="91903"/>
                  </a:cubicBezTo>
                  <a:cubicBezTo>
                    <a:pt x="377088" y="93486"/>
                    <a:pt x="387087" y="103568"/>
                    <a:pt x="389503" y="114651"/>
                  </a:cubicBezTo>
                  <a:cubicBezTo>
                    <a:pt x="393503" y="132649"/>
                    <a:pt x="387420" y="153064"/>
                    <a:pt x="378754" y="168479"/>
                  </a:cubicBezTo>
                  <a:cubicBezTo>
                    <a:pt x="373088" y="178562"/>
                    <a:pt x="371338" y="187228"/>
                    <a:pt x="379004" y="196727"/>
                  </a:cubicBezTo>
                  <a:cubicBezTo>
                    <a:pt x="385004" y="204143"/>
                    <a:pt x="391836" y="208976"/>
                    <a:pt x="394836" y="218558"/>
                  </a:cubicBezTo>
                  <a:cubicBezTo>
                    <a:pt x="398419" y="230224"/>
                    <a:pt x="397919" y="242806"/>
                    <a:pt x="394503" y="254555"/>
                  </a:cubicBezTo>
                  <a:lnTo>
                    <a:pt x="394503" y="254555"/>
                  </a:lnTo>
                  <a:close/>
                </a:path>
              </a:pathLst>
            </a:custGeom>
            <a:grpFill/>
            <a:ln w="8332" cap="flat">
              <a:noFill/>
              <a:prstDash val="solid"/>
              <a:miter/>
            </a:ln>
          </p:spPr>
          <p:txBody>
            <a:bodyPr rtlCol="0" anchor="ctr"/>
            <a:lstStyle/>
            <a:p>
              <a:endParaRPr lang="en-US"/>
            </a:p>
          </p:txBody>
        </p:sp>
        <p:sp>
          <p:nvSpPr>
            <p:cNvPr id="1504" name="Freeform: Shape 1503"/>
            <p:cNvSpPr/>
            <p:nvPr/>
          </p:nvSpPr>
          <p:spPr>
            <a:xfrm>
              <a:off x="158571" y="2941554"/>
              <a:ext cx="102599" cy="165944"/>
            </a:xfrm>
            <a:custGeom>
              <a:avLst/>
              <a:gdLst>
                <a:gd name="connsiteX0" fmla="*/ 94511 w 102599"/>
                <a:gd name="connsiteY0" fmla="*/ 149678 h 165944"/>
                <a:gd name="connsiteX1" fmla="*/ 67014 w 102599"/>
                <a:gd name="connsiteY1" fmla="*/ 144761 h 165944"/>
                <a:gd name="connsiteX2" fmla="*/ 69097 w 102599"/>
                <a:gd name="connsiteY2" fmla="*/ 120597 h 165944"/>
                <a:gd name="connsiteX3" fmla="*/ 61514 w 102599"/>
                <a:gd name="connsiteY3" fmla="*/ 114847 h 165944"/>
                <a:gd name="connsiteX4" fmla="*/ 21601 w 102599"/>
                <a:gd name="connsiteY4" fmla="*/ 96349 h 165944"/>
                <a:gd name="connsiteX5" fmla="*/ 37183 w 102599"/>
                <a:gd name="connsiteY5" fmla="*/ 68352 h 165944"/>
                <a:gd name="connsiteX6" fmla="*/ 24267 w 102599"/>
                <a:gd name="connsiteY6" fmla="*/ 58519 h 165944"/>
                <a:gd name="connsiteX7" fmla="*/ 26934 w 102599"/>
                <a:gd name="connsiteY7" fmla="*/ 20939 h 165944"/>
                <a:gd name="connsiteX8" fmla="*/ 87845 w 102599"/>
                <a:gd name="connsiteY8" fmla="*/ 11440 h 165944"/>
                <a:gd name="connsiteX9" fmla="*/ 89512 w 102599"/>
                <a:gd name="connsiteY9" fmla="*/ 8524 h 165944"/>
                <a:gd name="connsiteX10" fmla="*/ 14518 w 102599"/>
                <a:gd name="connsiteY10" fmla="*/ 18856 h 165944"/>
                <a:gd name="connsiteX11" fmla="*/ 6102 w 102599"/>
                <a:gd name="connsiteY11" fmla="*/ 50187 h 165944"/>
                <a:gd name="connsiteX12" fmla="*/ 13102 w 102599"/>
                <a:gd name="connsiteY12" fmla="*/ 63852 h 165944"/>
                <a:gd name="connsiteX13" fmla="*/ 23934 w 102599"/>
                <a:gd name="connsiteY13" fmla="*/ 73101 h 165944"/>
                <a:gd name="connsiteX14" fmla="*/ 4436 w 102599"/>
                <a:gd name="connsiteY14" fmla="*/ 123180 h 165944"/>
                <a:gd name="connsiteX15" fmla="*/ 56348 w 102599"/>
                <a:gd name="connsiteY15" fmla="*/ 130846 h 165944"/>
                <a:gd name="connsiteX16" fmla="*/ 60431 w 102599"/>
                <a:gd name="connsiteY16" fmla="*/ 158510 h 165944"/>
                <a:gd name="connsiteX17" fmla="*/ 98178 w 102599"/>
                <a:gd name="connsiteY17" fmla="*/ 162510 h 165944"/>
                <a:gd name="connsiteX18" fmla="*/ 94511 w 102599"/>
                <a:gd name="connsiteY18" fmla="*/ 149678 h 165944"/>
                <a:gd name="connsiteX19" fmla="*/ 94511 w 102599"/>
                <a:gd name="connsiteY19" fmla="*/ 149678 h 16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2599" h="165944">
                  <a:moveTo>
                    <a:pt x="94511" y="149678"/>
                  </a:moveTo>
                  <a:cubicBezTo>
                    <a:pt x="86595" y="152594"/>
                    <a:pt x="71680" y="155261"/>
                    <a:pt x="67014" y="144761"/>
                  </a:cubicBezTo>
                  <a:cubicBezTo>
                    <a:pt x="64097" y="138262"/>
                    <a:pt x="69097" y="127596"/>
                    <a:pt x="69097" y="120597"/>
                  </a:cubicBezTo>
                  <a:cubicBezTo>
                    <a:pt x="69097" y="117097"/>
                    <a:pt x="65180" y="113347"/>
                    <a:pt x="61514" y="114847"/>
                  </a:cubicBezTo>
                  <a:cubicBezTo>
                    <a:pt x="46099" y="121097"/>
                    <a:pt x="1770" y="124180"/>
                    <a:pt x="21601" y="96349"/>
                  </a:cubicBezTo>
                  <a:cubicBezTo>
                    <a:pt x="26601" y="89350"/>
                    <a:pt x="44599" y="79017"/>
                    <a:pt x="37183" y="68352"/>
                  </a:cubicBezTo>
                  <a:cubicBezTo>
                    <a:pt x="34183" y="64019"/>
                    <a:pt x="27934" y="62269"/>
                    <a:pt x="24267" y="58519"/>
                  </a:cubicBezTo>
                  <a:cubicBezTo>
                    <a:pt x="12769" y="46687"/>
                    <a:pt x="13268" y="31105"/>
                    <a:pt x="26934" y="20939"/>
                  </a:cubicBezTo>
                  <a:cubicBezTo>
                    <a:pt x="43266" y="8690"/>
                    <a:pt x="68764" y="24"/>
                    <a:pt x="87845" y="11440"/>
                  </a:cubicBezTo>
                  <a:cubicBezTo>
                    <a:pt x="89762" y="12607"/>
                    <a:pt x="91178" y="9857"/>
                    <a:pt x="89512" y="8524"/>
                  </a:cubicBezTo>
                  <a:cubicBezTo>
                    <a:pt x="68180" y="-7558"/>
                    <a:pt x="32267" y="941"/>
                    <a:pt x="14518" y="18856"/>
                  </a:cubicBezTo>
                  <a:cubicBezTo>
                    <a:pt x="6352" y="27105"/>
                    <a:pt x="2853" y="38937"/>
                    <a:pt x="6102" y="50187"/>
                  </a:cubicBezTo>
                  <a:cubicBezTo>
                    <a:pt x="7519" y="55103"/>
                    <a:pt x="10019" y="59769"/>
                    <a:pt x="13102" y="63852"/>
                  </a:cubicBezTo>
                  <a:cubicBezTo>
                    <a:pt x="14768" y="66102"/>
                    <a:pt x="20601" y="70018"/>
                    <a:pt x="23934" y="73101"/>
                  </a:cubicBezTo>
                  <a:cubicBezTo>
                    <a:pt x="9769" y="85433"/>
                    <a:pt x="-8563" y="104598"/>
                    <a:pt x="4436" y="123180"/>
                  </a:cubicBezTo>
                  <a:cubicBezTo>
                    <a:pt x="15352" y="138845"/>
                    <a:pt x="39099" y="137762"/>
                    <a:pt x="56348" y="130846"/>
                  </a:cubicBezTo>
                  <a:cubicBezTo>
                    <a:pt x="54681" y="140679"/>
                    <a:pt x="52015" y="150594"/>
                    <a:pt x="60431" y="158510"/>
                  </a:cubicBezTo>
                  <a:cubicBezTo>
                    <a:pt x="70597" y="168176"/>
                    <a:pt x="86179" y="167176"/>
                    <a:pt x="98178" y="162510"/>
                  </a:cubicBezTo>
                  <a:cubicBezTo>
                    <a:pt x="106010" y="159427"/>
                    <a:pt x="102594" y="146678"/>
                    <a:pt x="94511" y="149678"/>
                  </a:cubicBezTo>
                  <a:lnTo>
                    <a:pt x="94511" y="149678"/>
                  </a:lnTo>
                  <a:close/>
                </a:path>
              </a:pathLst>
            </a:custGeom>
            <a:grpFill/>
            <a:ln w="8332" cap="flat">
              <a:noFill/>
              <a:prstDash val="solid"/>
              <a:miter/>
            </a:ln>
          </p:spPr>
          <p:txBody>
            <a:bodyPr rtlCol="0" anchor="ctr"/>
            <a:lstStyle/>
            <a:p>
              <a:endParaRPr lang="en-US"/>
            </a:p>
          </p:txBody>
        </p:sp>
        <p:sp>
          <p:nvSpPr>
            <p:cNvPr id="1505" name="Freeform: Shape 1504"/>
            <p:cNvSpPr/>
            <p:nvPr/>
          </p:nvSpPr>
          <p:spPr>
            <a:xfrm>
              <a:off x="258864" y="3019026"/>
              <a:ext cx="107369" cy="87544"/>
            </a:xfrm>
            <a:custGeom>
              <a:avLst/>
              <a:gdLst>
                <a:gd name="connsiteX0" fmla="*/ 91958 w 107369"/>
                <a:gd name="connsiteY0" fmla="*/ 53791 h 87544"/>
                <a:gd name="connsiteX1" fmla="*/ 56045 w 107369"/>
                <a:gd name="connsiteY1" fmla="*/ 58457 h 87544"/>
                <a:gd name="connsiteX2" fmla="*/ 53212 w 107369"/>
                <a:gd name="connsiteY2" fmla="*/ 39959 h 87544"/>
                <a:gd name="connsiteX3" fmla="*/ 45879 w 107369"/>
                <a:gd name="connsiteY3" fmla="*/ 38042 h 87544"/>
                <a:gd name="connsiteX4" fmla="*/ 15465 w 107369"/>
                <a:gd name="connsiteY4" fmla="*/ 42125 h 87544"/>
                <a:gd name="connsiteX5" fmla="*/ 20215 w 107369"/>
                <a:gd name="connsiteY5" fmla="*/ 5545 h 87544"/>
                <a:gd name="connsiteX6" fmla="*/ 13715 w 107369"/>
                <a:gd name="connsiteY6" fmla="*/ 1796 h 87544"/>
                <a:gd name="connsiteX7" fmla="*/ 8633 w 107369"/>
                <a:gd name="connsiteY7" fmla="*/ 53541 h 87544"/>
                <a:gd name="connsiteX8" fmla="*/ 41796 w 107369"/>
                <a:gd name="connsiteY8" fmla="*/ 55124 h 87544"/>
                <a:gd name="connsiteX9" fmla="*/ 45379 w 107369"/>
                <a:gd name="connsiteY9" fmla="*/ 67373 h 87544"/>
                <a:gd name="connsiteX10" fmla="*/ 63211 w 107369"/>
                <a:gd name="connsiteY10" fmla="*/ 85871 h 87544"/>
                <a:gd name="connsiteX11" fmla="*/ 107290 w 107369"/>
                <a:gd name="connsiteY11" fmla="*/ 55791 h 87544"/>
                <a:gd name="connsiteX12" fmla="*/ 91958 w 107369"/>
                <a:gd name="connsiteY12" fmla="*/ 53791 h 87544"/>
                <a:gd name="connsiteX13" fmla="*/ 91958 w 107369"/>
                <a:gd name="connsiteY13" fmla="*/ 53791 h 87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7369" h="87544">
                  <a:moveTo>
                    <a:pt x="91958" y="53791"/>
                  </a:moveTo>
                  <a:cubicBezTo>
                    <a:pt x="86542" y="70623"/>
                    <a:pt x="64294" y="79122"/>
                    <a:pt x="56045" y="58457"/>
                  </a:cubicBezTo>
                  <a:cubicBezTo>
                    <a:pt x="53629" y="52458"/>
                    <a:pt x="56378" y="45292"/>
                    <a:pt x="53212" y="39959"/>
                  </a:cubicBezTo>
                  <a:cubicBezTo>
                    <a:pt x="51795" y="37626"/>
                    <a:pt x="48296" y="36459"/>
                    <a:pt x="45879" y="38042"/>
                  </a:cubicBezTo>
                  <a:cubicBezTo>
                    <a:pt x="37380" y="43792"/>
                    <a:pt x="24548" y="49625"/>
                    <a:pt x="15465" y="42125"/>
                  </a:cubicBezTo>
                  <a:cubicBezTo>
                    <a:pt x="3466" y="32293"/>
                    <a:pt x="14382" y="15794"/>
                    <a:pt x="20215" y="5545"/>
                  </a:cubicBezTo>
                  <a:cubicBezTo>
                    <a:pt x="22631" y="1296"/>
                    <a:pt x="16382" y="-2287"/>
                    <a:pt x="13715" y="1796"/>
                  </a:cubicBezTo>
                  <a:cubicBezTo>
                    <a:pt x="3800" y="17211"/>
                    <a:pt x="-8699" y="38042"/>
                    <a:pt x="8633" y="53541"/>
                  </a:cubicBezTo>
                  <a:cubicBezTo>
                    <a:pt x="17882" y="61874"/>
                    <a:pt x="31297" y="60874"/>
                    <a:pt x="41796" y="55124"/>
                  </a:cubicBezTo>
                  <a:cubicBezTo>
                    <a:pt x="42296" y="59374"/>
                    <a:pt x="43880" y="63540"/>
                    <a:pt x="45379" y="67373"/>
                  </a:cubicBezTo>
                  <a:cubicBezTo>
                    <a:pt x="48796" y="75789"/>
                    <a:pt x="54295" y="83038"/>
                    <a:pt x="63211" y="85871"/>
                  </a:cubicBezTo>
                  <a:cubicBezTo>
                    <a:pt x="85209" y="92871"/>
                    <a:pt x="104624" y="76956"/>
                    <a:pt x="107290" y="55791"/>
                  </a:cubicBezTo>
                  <a:cubicBezTo>
                    <a:pt x="108540" y="46792"/>
                    <a:pt x="94541" y="45792"/>
                    <a:pt x="91958" y="53791"/>
                  </a:cubicBezTo>
                  <a:lnTo>
                    <a:pt x="91958" y="53791"/>
                  </a:lnTo>
                  <a:close/>
                </a:path>
              </a:pathLst>
            </a:custGeom>
            <a:grpFill/>
            <a:ln w="8332" cap="flat">
              <a:noFill/>
              <a:prstDash val="solid"/>
              <a:miter/>
            </a:ln>
          </p:spPr>
          <p:txBody>
            <a:bodyPr rtlCol="0" anchor="ctr"/>
            <a:lstStyle/>
            <a:p>
              <a:endParaRPr lang="en-US"/>
            </a:p>
          </p:txBody>
        </p:sp>
        <p:sp>
          <p:nvSpPr>
            <p:cNvPr id="1506" name="Freeform: Shape 1505"/>
            <p:cNvSpPr/>
            <p:nvPr/>
          </p:nvSpPr>
          <p:spPr>
            <a:xfrm>
              <a:off x="372054" y="2958660"/>
              <a:ext cx="58802" cy="110278"/>
            </a:xfrm>
            <a:custGeom>
              <a:avLst/>
              <a:gdLst>
                <a:gd name="connsiteX0" fmla="*/ 58679 w 58802"/>
                <a:gd name="connsiteY0" fmla="*/ 66411 h 110278"/>
                <a:gd name="connsiteX1" fmla="*/ 47430 w 58802"/>
                <a:gd name="connsiteY1" fmla="*/ 49746 h 110278"/>
                <a:gd name="connsiteX2" fmla="*/ 47180 w 58802"/>
                <a:gd name="connsiteY2" fmla="*/ 9166 h 110278"/>
                <a:gd name="connsiteX3" fmla="*/ 11183 w 58802"/>
                <a:gd name="connsiteY3" fmla="*/ 3583 h 110278"/>
                <a:gd name="connsiteX4" fmla="*/ 12683 w 58802"/>
                <a:gd name="connsiteY4" fmla="*/ 8916 h 110278"/>
                <a:gd name="connsiteX5" fmla="*/ 37764 w 58802"/>
                <a:gd name="connsiteY5" fmla="*/ 18665 h 110278"/>
                <a:gd name="connsiteX6" fmla="*/ 33264 w 58802"/>
                <a:gd name="connsiteY6" fmla="*/ 32581 h 110278"/>
                <a:gd name="connsiteX7" fmla="*/ 29181 w 58802"/>
                <a:gd name="connsiteY7" fmla="*/ 50329 h 110278"/>
                <a:gd name="connsiteX8" fmla="*/ 35431 w 58802"/>
                <a:gd name="connsiteY8" fmla="*/ 57578 h 110278"/>
                <a:gd name="connsiteX9" fmla="*/ 33931 w 58802"/>
                <a:gd name="connsiteY9" fmla="*/ 78743 h 110278"/>
                <a:gd name="connsiteX10" fmla="*/ 2517 w 58802"/>
                <a:gd name="connsiteY10" fmla="*/ 100241 h 110278"/>
                <a:gd name="connsiteX11" fmla="*/ 6683 w 58802"/>
                <a:gd name="connsiteY11" fmla="*/ 110157 h 110278"/>
                <a:gd name="connsiteX12" fmla="*/ 52846 w 58802"/>
                <a:gd name="connsiteY12" fmla="*/ 83243 h 110278"/>
                <a:gd name="connsiteX13" fmla="*/ 58679 w 58802"/>
                <a:gd name="connsiteY13" fmla="*/ 66411 h 110278"/>
                <a:gd name="connsiteX14" fmla="*/ 58679 w 58802"/>
                <a:gd name="connsiteY14" fmla="*/ 66411 h 110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8802" h="110278">
                  <a:moveTo>
                    <a:pt x="58679" y="66411"/>
                  </a:moveTo>
                  <a:cubicBezTo>
                    <a:pt x="57679" y="57745"/>
                    <a:pt x="51846" y="56245"/>
                    <a:pt x="47430" y="49746"/>
                  </a:cubicBezTo>
                  <a:cubicBezTo>
                    <a:pt x="39347" y="37913"/>
                    <a:pt x="53512" y="22915"/>
                    <a:pt x="47180" y="9166"/>
                  </a:cubicBezTo>
                  <a:cubicBezTo>
                    <a:pt x="40764" y="-4999"/>
                    <a:pt x="22599" y="750"/>
                    <a:pt x="11183" y="3583"/>
                  </a:cubicBezTo>
                  <a:cubicBezTo>
                    <a:pt x="7683" y="4416"/>
                    <a:pt x="9183" y="9583"/>
                    <a:pt x="12683" y="8916"/>
                  </a:cubicBezTo>
                  <a:cubicBezTo>
                    <a:pt x="21932" y="7083"/>
                    <a:pt x="37431" y="4833"/>
                    <a:pt x="37764" y="18665"/>
                  </a:cubicBezTo>
                  <a:cubicBezTo>
                    <a:pt x="37931" y="24081"/>
                    <a:pt x="35681" y="27914"/>
                    <a:pt x="33264" y="32581"/>
                  </a:cubicBezTo>
                  <a:cubicBezTo>
                    <a:pt x="30181" y="38414"/>
                    <a:pt x="26515" y="43580"/>
                    <a:pt x="29181" y="50329"/>
                  </a:cubicBezTo>
                  <a:cubicBezTo>
                    <a:pt x="30598" y="53829"/>
                    <a:pt x="33598" y="54745"/>
                    <a:pt x="35431" y="57578"/>
                  </a:cubicBezTo>
                  <a:cubicBezTo>
                    <a:pt x="40847" y="66327"/>
                    <a:pt x="41763" y="71910"/>
                    <a:pt x="33931" y="78743"/>
                  </a:cubicBezTo>
                  <a:cubicBezTo>
                    <a:pt x="24348" y="87159"/>
                    <a:pt x="12849" y="92825"/>
                    <a:pt x="2517" y="100241"/>
                  </a:cubicBezTo>
                  <a:cubicBezTo>
                    <a:pt x="-2483" y="103824"/>
                    <a:pt x="517" y="111324"/>
                    <a:pt x="6683" y="110157"/>
                  </a:cubicBezTo>
                  <a:cubicBezTo>
                    <a:pt x="24098" y="106824"/>
                    <a:pt x="42013" y="97741"/>
                    <a:pt x="52846" y="83243"/>
                  </a:cubicBezTo>
                  <a:cubicBezTo>
                    <a:pt x="56679" y="78243"/>
                    <a:pt x="59429" y="72744"/>
                    <a:pt x="58679" y="66411"/>
                  </a:cubicBezTo>
                  <a:lnTo>
                    <a:pt x="58679" y="66411"/>
                  </a:lnTo>
                  <a:close/>
                </a:path>
              </a:pathLst>
            </a:custGeom>
            <a:grpFill/>
            <a:ln w="8332" cap="flat">
              <a:noFill/>
              <a:prstDash val="solid"/>
              <a:miter/>
            </a:ln>
          </p:spPr>
          <p:txBody>
            <a:bodyPr rtlCol="0" anchor="ctr"/>
            <a:lstStyle/>
            <a:p>
              <a:endParaRPr lang="en-US"/>
            </a:p>
          </p:txBody>
        </p:sp>
        <p:sp>
          <p:nvSpPr>
            <p:cNvPr id="1507" name="Freeform: Shape 1506"/>
            <p:cNvSpPr/>
            <p:nvPr/>
          </p:nvSpPr>
          <p:spPr>
            <a:xfrm>
              <a:off x="4258766" y="66156"/>
              <a:ext cx="412995" cy="515643"/>
            </a:xfrm>
            <a:custGeom>
              <a:avLst/>
              <a:gdLst>
                <a:gd name="connsiteX0" fmla="*/ 405251 w 412995"/>
                <a:gd name="connsiteY0" fmla="*/ 202997 h 515643"/>
                <a:gd name="connsiteX1" fmla="*/ 394503 w 412995"/>
                <a:gd name="connsiteY1" fmla="*/ 172083 h 515643"/>
                <a:gd name="connsiteX2" fmla="*/ 404002 w 412995"/>
                <a:gd name="connsiteY2" fmla="*/ 142086 h 515643"/>
                <a:gd name="connsiteX3" fmla="*/ 391086 w 412995"/>
                <a:gd name="connsiteY3" fmla="*/ 88674 h 515643"/>
                <a:gd name="connsiteX4" fmla="*/ 345341 w 412995"/>
                <a:gd name="connsiteY4" fmla="*/ 79592 h 515643"/>
                <a:gd name="connsiteX5" fmla="*/ 349257 w 412995"/>
                <a:gd name="connsiteY5" fmla="*/ 64093 h 515643"/>
                <a:gd name="connsiteX6" fmla="*/ 347673 w 412995"/>
                <a:gd name="connsiteY6" fmla="*/ 46928 h 515643"/>
                <a:gd name="connsiteX7" fmla="*/ 327509 w 412995"/>
                <a:gd name="connsiteY7" fmla="*/ 16014 h 515643"/>
                <a:gd name="connsiteX8" fmla="*/ 269597 w 412995"/>
                <a:gd name="connsiteY8" fmla="*/ 29929 h 515643"/>
                <a:gd name="connsiteX9" fmla="*/ 188104 w 412995"/>
                <a:gd name="connsiteY9" fmla="*/ 515 h 515643"/>
                <a:gd name="connsiteX10" fmla="*/ 151941 w 412995"/>
                <a:gd name="connsiteY10" fmla="*/ 12681 h 515643"/>
                <a:gd name="connsiteX11" fmla="*/ 131193 w 412995"/>
                <a:gd name="connsiteY11" fmla="*/ 40095 h 515643"/>
                <a:gd name="connsiteX12" fmla="*/ 105195 w 412995"/>
                <a:gd name="connsiteY12" fmla="*/ 52511 h 515643"/>
                <a:gd name="connsiteX13" fmla="*/ 85114 w 412995"/>
                <a:gd name="connsiteY13" fmla="*/ 56344 h 515643"/>
                <a:gd name="connsiteX14" fmla="*/ 52867 w 412995"/>
                <a:gd name="connsiteY14" fmla="*/ 80175 h 515643"/>
                <a:gd name="connsiteX15" fmla="*/ 41534 w 412995"/>
                <a:gd name="connsiteY15" fmla="*/ 145836 h 515643"/>
                <a:gd name="connsiteX16" fmla="*/ 28452 w 412995"/>
                <a:gd name="connsiteY16" fmla="*/ 154585 h 515643"/>
                <a:gd name="connsiteX17" fmla="*/ 14287 w 412995"/>
                <a:gd name="connsiteY17" fmla="*/ 169750 h 515643"/>
                <a:gd name="connsiteX18" fmla="*/ 38 w 412995"/>
                <a:gd name="connsiteY18" fmla="*/ 209913 h 515643"/>
                <a:gd name="connsiteX19" fmla="*/ 50450 w 412995"/>
                <a:gd name="connsiteY19" fmla="*/ 272241 h 515643"/>
                <a:gd name="connsiteX20" fmla="*/ 72865 w 412995"/>
                <a:gd name="connsiteY20" fmla="*/ 273574 h 515643"/>
                <a:gd name="connsiteX21" fmla="*/ 91197 w 412995"/>
                <a:gd name="connsiteY21" fmla="*/ 270574 h 515643"/>
                <a:gd name="connsiteX22" fmla="*/ 103362 w 412995"/>
                <a:gd name="connsiteY22" fmla="*/ 286990 h 515643"/>
                <a:gd name="connsiteX23" fmla="*/ 111695 w 412995"/>
                <a:gd name="connsiteY23" fmla="*/ 292989 h 515643"/>
                <a:gd name="connsiteX24" fmla="*/ 112028 w 412995"/>
                <a:gd name="connsiteY24" fmla="*/ 395730 h 515643"/>
                <a:gd name="connsiteX25" fmla="*/ 105862 w 412995"/>
                <a:gd name="connsiteY25" fmla="*/ 461057 h 515643"/>
                <a:gd name="connsiteX26" fmla="*/ 100779 w 412995"/>
                <a:gd name="connsiteY26" fmla="*/ 488388 h 515643"/>
                <a:gd name="connsiteX27" fmla="*/ 101279 w 412995"/>
                <a:gd name="connsiteY27" fmla="*/ 500720 h 515643"/>
                <a:gd name="connsiteX28" fmla="*/ 107779 w 412995"/>
                <a:gd name="connsiteY28" fmla="*/ 504470 h 515643"/>
                <a:gd name="connsiteX29" fmla="*/ 155274 w 412995"/>
                <a:gd name="connsiteY29" fmla="*/ 506553 h 515643"/>
                <a:gd name="connsiteX30" fmla="*/ 197937 w 412995"/>
                <a:gd name="connsiteY30" fmla="*/ 515636 h 515643"/>
                <a:gd name="connsiteX31" fmla="*/ 228267 w 412995"/>
                <a:gd name="connsiteY31" fmla="*/ 466390 h 515643"/>
                <a:gd name="connsiteX32" fmla="*/ 241516 w 412995"/>
                <a:gd name="connsiteY32" fmla="*/ 372982 h 515643"/>
                <a:gd name="connsiteX33" fmla="*/ 256931 w 412995"/>
                <a:gd name="connsiteY33" fmla="*/ 313237 h 515643"/>
                <a:gd name="connsiteX34" fmla="*/ 258765 w 412995"/>
                <a:gd name="connsiteY34" fmla="*/ 318070 h 515643"/>
                <a:gd name="connsiteX35" fmla="*/ 275096 w 412995"/>
                <a:gd name="connsiteY35" fmla="*/ 338068 h 515643"/>
                <a:gd name="connsiteX36" fmla="*/ 329592 w 412995"/>
                <a:gd name="connsiteY36" fmla="*/ 354983 h 515643"/>
                <a:gd name="connsiteX37" fmla="*/ 372588 w 412995"/>
                <a:gd name="connsiteY37" fmla="*/ 323986 h 515643"/>
                <a:gd name="connsiteX38" fmla="*/ 389836 w 412995"/>
                <a:gd name="connsiteY38" fmla="*/ 298405 h 515643"/>
                <a:gd name="connsiteX39" fmla="*/ 405418 w 412995"/>
                <a:gd name="connsiteY39" fmla="*/ 267991 h 515643"/>
                <a:gd name="connsiteX40" fmla="*/ 405251 w 412995"/>
                <a:gd name="connsiteY40" fmla="*/ 202997 h 515643"/>
                <a:gd name="connsiteX41" fmla="*/ 405251 w 412995"/>
                <a:gd name="connsiteY41" fmla="*/ 202997 h 515643"/>
                <a:gd name="connsiteX42" fmla="*/ 234351 w 412995"/>
                <a:gd name="connsiteY42" fmla="*/ 340901 h 515643"/>
                <a:gd name="connsiteX43" fmla="*/ 219351 w 412995"/>
                <a:gd name="connsiteY43" fmla="*/ 427727 h 515643"/>
                <a:gd name="connsiteX44" fmla="*/ 213019 w 412995"/>
                <a:gd name="connsiteY44" fmla="*/ 470473 h 515643"/>
                <a:gd name="connsiteX45" fmla="*/ 209186 w 412995"/>
                <a:gd name="connsiteY45" fmla="*/ 489221 h 515643"/>
                <a:gd name="connsiteX46" fmla="*/ 187355 w 412995"/>
                <a:gd name="connsiteY46" fmla="*/ 499054 h 515643"/>
                <a:gd name="connsiteX47" fmla="*/ 116195 w 412995"/>
                <a:gd name="connsiteY47" fmla="*/ 488971 h 515643"/>
                <a:gd name="connsiteX48" fmla="*/ 118611 w 412995"/>
                <a:gd name="connsiteY48" fmla="*/ 477472 h 515643"/>
                <a:gd name="connsiteX49" fmla="*/ 121777 w 412995"/>
                <a:gd name="connsiteY49" fmla="*/ 448975 h 515643"/>
                <a:gd name="connsiteX50" fmla="*/ 125360 w 412995"/>
                <a:gd name="connsiteY50" fmla="*/ 386814 h 515643"/>
                <a:gd name="connsiteX51" fmla="*/ 119111 w 412995"/>
                <a:gd name="connsiteY51" fmla="*/ 296239 h 515643"/>
                <a:gd name="connsiteX52" fmla="*/ 164107 w 412995"/>
                <a:gd name="connsiteY52" fmla="*/ 287906 h 515643"/>
                <a:gd name="connsiteX53" fmla="*/ 161857 w 412995"/>
                <a:gd name="connsiteY53" fmla="*/ 304905 h 515643"/>
                <a:gd name="connsiteX54" fmla="*/ 155024 w 412995"/>
                <a:gd name="connsiteY54" fmla="*/ 351900 h 515643"/>
                <a:gd name="connsiteX55" fmla="*/ 179355 w 412995"/>
                <a:gd name="connsiteY55" fmla="*/ 391897 h 515643"/>
                <a:gd name="connsiteX56" fmla="*/ 205269 w 412995"/>
                <a:gd name="connsiteY56" fmla="*/ 386981 h 515643"/>
                <a:gd name="connsiteX57" fmla="*/ 213685 w 412995"/>
                <a:gd name="connsiteY57" fmla="*/ 363733 h 515643"/>
                <a:gd name="connsiteX58" fmla="*/ 217352 w 412995"/>
                <a:gd name="connsiteY58" fmla="*/ 325319 h 515643"/>
                <a:gd name="connsiteX59" fmla="*/ 220768 w 412995"/>
                <a:gd name="connsiteY59" fmla="*/ 300488 h 515643"/>
                <a:gd name="connsiteX60" fmla="*/ 221352 w 412995"/>
                <a:gd name="connsiteY60" fmla="*/ 293489 h 515643"/>
                <a:gd name="connsiteX61" fmla="*/ 237933 w 412995"/>
                <a:gd name="connsiteY61" fmla="*/ 295989 h 515643"/>
                <a:gd name="connsiteX62" fmla="*/ 253349 w 412995"/>
                <a:gd name="connsiteY62" fmla="*/ 292739 h 515643"/>
                <a:gd name="connsiteX63" fmla="*/ 234351 w 412995"/>
                <a:gd name="connsiteY63" fmla="*/ 340901 h 515643"/>
                <a:gd name="connsiteX64" fmla="*/ 234351 w 412995"/>
                <a:gd name="connsiteY64" fmla="*/ 340901 h 515643"/>
                <a:gd name="connsiteX65" fmla="*/ 166190 w 412995"/>
                <a:gd name="connsiteY65" fmla="*/ 353317 h 515643"/>
                <a:gd name="connsiteX66" fmla="*/ 169773 w 412995"/>
                <a:gd name="connsiteY66" fmla="*/ 325319 h 515643"/>
                <a:gd name="connsiteX67" fmla="*/ 171856 w 412995"/>
                <a:gd name="connsiteY67" fmla="*/ 280907 h 515643"/>
                <a:gd name="connsiteX68" fmla="*/ 183188 w 412995"/>
                <a:gd name="connsiteY68" fmla="*/ 267241 h 515643"/>
                <a:gd name="connsiteX69" fmla="*/ 196271 w 412995"/>
                <a:gd name="connsiteY69" fmla="*/ 282657 h 515643"/>
                <a:gd name="connsiteX70" fmla="*/ 209269 w 412995"/>
                <a:gd name="connsiteY70" fmla="*/ 289573 h 515643"/>
                <a:gd name="connsiteX71" fmla="*/ 205353 w 412995"/>
                <a:gd name="connsiteY71" fmla="*/ 322486 h 515643"/>
                <a:gd name="connsiteX72" fmla="*/ 202937 w 412995"/>
                <a:gd name="connsiteY72" fmla="*/ 348734 h 515643"/>
                <a:gd name="connsiteX73" fmla="*/ 193188 w 412995"/>
                <a:gd name="connsiteY73" fmla="*/ 378565 h 515643"/>
                <a:gd name="connsiteX74" fmla="*/ 168356 w 412995"/>
                <a:gd name="connsiteY74" fmla="*/ 370982 h 515643"/>
                <a:gd name="connsiteX75" fmla="*/ 166190 w 412995"/>
                <a:gd name="connsiteY75" fmla="*/ 353317 h 515643"/>
                <a:gd name="connsiteX76" fmla="*/ 166190 w 412995"/>
                <a:gd name="connsiteY76" fmla="*/ 353317 h 515643"/>
                <a:gd name="connsiteX77" fmla="*/ 394586 w 412995"/>
                <a:gd name="connsiteY77" fmla="*/ 254492 h 515643"/>
                <a:gd name="connsiteX78" fmla="*/ 369921 w 412995"/>
                <a:gd name="connsiteY78" fmla="*/ 303905 h 515643"/>
                <a:gd name="connsiteX79" fmla="*/ 339174 w 412995"/>
                <a:gd name="connsiteY79" fmla="*/ 335985 h 515643"/>
                <a:gd name="connsiteX80" fmla="*/ 288512 w 412995"/>
                <a:gd name="connsiteY80" fmla="*/ 328236 h 515643"/>
                <a:gd name="connsiteX81" fmla="*/ 269764 w 412995"/>
                <a:gd name="connsiteY81" fmla="*/ 308154 h 515643"/>
                <a:gd name="connsiteX82" fmla="*/ 264848 w 412995"/>
                <a:gd name="connsiteY82" fmla="*/ 283740 h 515643"/>
                <a:gd name="connsiteX83" fmla="*/ 258598 w 412995"/>
                <a:gd name="connsiteY83" fmla="*/ 278990 h 515643"/>
                <a:gd name="connsiteX84" fmla="*/ 229601 w 412995"/>
                <a:gd name="connsiteY84" fmla="*/ 282240 h 515643"/>
                <a:gd name="connsiteX85" fmla="*/ 194271 w 412995"/>
                <a:gd name="connsiteY85" fmla="*/ 261242 h 515643"/>
                <a:gd name="connsiteX86" fmla="*/ 181105 w 412995"/>
                <a:gd name="connsiteY86" fmla="*/ 252076 h 515643"/>
                <a:gd name="connsiteX87" fmla="*/ 165023 w 412995"/>
                <a:gd name="connsiteY87" fmla="*/ 268158 h 515643"/>
                <a:gd name="connsiteX88" fmla="*/ 127027 w 412995"/>
                <a:gd name="connsiteY88" fmla="*/ 282490 h 515643"/>
                <a:gd name="connsiteX89" fmla="*/ 102195 w 412995"/>
                <a:gd name="connsiteY89" fmla="*/ 258575 h 515643"/>
                <a:gd name="connsiteX90" fmla="*/ 85947 w 412995"/>
                <a:gd name="connsiteY90" fmla="*/ 253909 h 515643"/>
                <a:gd name="connsiteX91" fmla="*/ 42701 w 412995"/>
                <a:gd name="connsiteY91" fmla="*/ 252493 h 515643"/>
                <a:gd name="connsiteX92" fmla="*/ 25036 w 412995"/>
                <a:gd name="connsiteY92" fmla="*/ 182082 h 515643"/>
                <a:gd name="connsiteX93" fmla="*/ 48034 w 412995"/>
                <a:gd name="connsiteY93" fmla="*/ 158668 h 515643"/>
                <a:gd name="connsiteX94" fmla="*/ 57700 w 412995"/>
                <a:gd name="connsiteY94" fmla="*/ 147252 h 515643"/>
                <a:gd name="connsiteX95" fmla="*/ 55033 w 412995"/>
                <a:gd name="connsiteY95" fmla="*/ 139336 h 515643"/>
                <a:gd name="connsiteX96" fmla="*/ 52700 w 412995"/>
                <a:gd name="connsiteY96" fmla="*/ 119588 h 515643"/>
                <a:gd name="connsiteX97" fmla="*/ 72615 w 412995"/>
                <a:gd name="connsiteY97" fmla="*/ 83591 h 515643"/>
                <a:gd name="connsiteX98" fmla="*/ 107612 w 412995"/>
                <a:gd name="connsiteY98" fmla="*/ 69176 h 515643"/>
                <a:gd name="connsiteX99" fmla="*/ 136026 w 412995"/>
                <a:gd name="connsiteY99" fmla="*/ 62760 h 515643"/>
                <a:gd name="connsiteX100" fmla="*/ 147275 w 412995"/>
                <a:gd name="connsiteY100" fmla="*/ 40095 h 515643"/>
                <a:gd name="connsiteX101" fmla="*/ 182022 w 412995"/>
                <a:gd name="connsiteY101" fmla="*/ 12098 h 515643"/>
                <a:gd name="connsiteX102" fmla="*/ 268264 w 412995"/>
                <a:gd name="connsiteY102" fmla="*/ 36845 h 515643"/>
                <a:gd name="connsiteX103" fmla="*/ 268264 w 412995"/>
                <a:gd name="connsiteY103" fmla="*/ 37095 h 515643"/>
                <a:gd name="connsiteX104" fmla="*/ 279596 w 412995"/>
                <a:gd name="connsiteY104" fmla="*/ 37095 h 515643"/>
                <a:gd name="connsiteX105" fmla="*/ 312927 w 412995"/>
                <a:gd name="connsiteY105" fmla="*/ 24013 h 515643"/>
                <a:gd name="connsiteX106" fmla="*/ 333425 w 412995"/>
                <a:gd name="connsiteY106" fmla="*/ 44845 h 515643"/>
                <a:gd name="connsiteX107" fmla="*/ 334258 w 412995"/>
                <a:gd name="connsiteY107" fmla="*/ 71926 h 515643"/>
                <a:gd name="connsiteX108" fmla="*/ 330925 w 412995"/>
                <a:gd name="connsiteY108" fmla="*/ 90257 h 515643"/>
                <a:gd name="connsiteX109" fmla="*/ 339841 w 412995"/>
                <a:gd name="connsiteY109" fmla="*/ 95340 h 515643"/>
                <a:gd name="connsiteX110" fmla="*/ 365838 w 412995"/>
                <a:gd name="connsiteY110" fmla="*/ 91840 h 515643"/>
                <a:gd name="connsiteX111" fmla="*/ 389587 w 412995"/>
                <a:gd name="connsiteY111" fmla="*/ 114588 h 515643"/>
                <a:gd name="connsiteX112" fmla="*/ 378837 w 412995"/>
                <a:gd name="connsiteY112" fmla="*/ 168417 h 515643"/>
                <a:gd name="connsiteX113" fmla="*/ 379087 w 412995"/>
                <a:gd name="connsiteY113" fmla="*/ 196664 h 515643"/>
                <a:gd name="connsiteX114" fmla="*/ 394919 w 412995"/>
                <a:gd name="connsiteY114" fmla="*/ 218496 h 515643"/>
                <a:gd name="connsiteX115" fmla="*/ 394586 w 412995"/>
                <a:gd name="connsiteY115" fmla="*/ 254492 h 515643"/>
                <a:gd name="connsiteX116" fmla="*/ 394586 w 412995"/>
                <a:gd name="connsiteY116" fmla="*/ 254492 h 515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Lst>
              <a:rect l="l" t="t" r="r" b="b"/>
              <a:pathLst>
                <a:path w="412995" h="515643">
                  <a:moveTo>
                    <a:pt x="405251" y="202997"/>
                  </a:moveTo>
                  <a:cubicBezTo>
                    <a:pt x="397836" y="190332"/>
                    <a:pt x="388086" y="189332"/>
                    <a:pt x="394503" y="172083"/>
                  </a:cubicBezTo>
                  <a:cubicBezTo>
                    <a:pt x="398419" y="161751"/>
                    <a:pt x="402585" y="153335"/>
                    <a:pt x="404002" y="142086"/>
                  </a:cubicBezTo>
                  <a:cubicBezTo>
                    <a:pt x="406585" y="122088"/>
                    <a:pt x="405835" y="103673"/>
                    <a:pt x="391086" y="88674"/>
                  </a:cubicBezTo>
                  <a:cubicBezTo>
                    <a:pt x="377671" y="75009"/>
                    <a:pt x="362006" y="76758"/>
                    <a:pt x="345341" y="79592"/>
                  </a:cubicBezTo>
                  <a:cubicBezTo>
                    <a:pt x="346674" y="74509"/>
                    <a:pt x="349090" y="68759"/>
                    <a:pt x="349257" y="64093"/>
                  </a:cubicBezTo>
                  <a:cubicBezTo>
                    <a:pt x="349423" y="58427"/>
                    <a:pt x="348757" y="52511"/>
                    <a:pt x="347673" y="46928"/>
                  </a:cubicBezTo>
                  <a:cubicBezTo>
                    <a:pt x="345174" y="34346"/>
                    <a:pt x="339091" y="22430"/>
                    <a:pt x="327509" y="16014"/>
                  </a:cubicBezTo>
                  <a:cubicBezTo>
                    <a:pt x="309427" y="6015"/>
                    <a:pt x="277263" y="8431"/>
                    <a:pt x="269597" y="29929"/>
                  </a:cubicBezTo>
                  <a:cubicBezTo>
                    <a:pt x="244849" y="14181"/>
                    <a:pt x="218769" y="-3234"/>
                    <a:pt x="188104" y="515"/>
                  </a:cubicBezTo>
                  <a:cubicBezTo>
                    <a:pt x="175356" y="2015"/>
                    <a:pt x="162773" y="5515"/>
                    <a:pt x="151941" y="12681"/>
                  </a:cubicBezTo>
                  <a:cubicBezTo>
                    <a:pt x="140359" y="20347"/>
                    <a:pt x="136276" y="27846"/>
                    <a:pt x="131193" y="40095"/>
                  </a:cubicBezTo>
                  <a:cubicBezTo>
                    <a:pt x="126360" y="51927"/>
                    <a:pt x="116611" y="51344"/>
                    <a:pt x="105195" y="52511"/>
                  </a:cubicBezTo>
                  <a:cubicBezTo>
                    <a:pt x="98279" y="53177"/>
                    <a:pt x="91697" y="53761"/>
                    <a:pt x="85114" y="56344"/>
                  </a:cubicBezTo>
                  <a:cubicBezTo>
                    <a:pt x="72782" y="61177"/>
                    <a:pt x="61366" y="70176"/>
                    <a:pt x="52867" y="80175"/>
                  </a:cubicBezTo>
                  <a:cubicBezTo>
                    <a:pt x="36452" y="99590"/>
                    <a:pt x="33369" y="122921"/>
                    <a:pt x="41534" y="145836"/>
                  </a:cubicBezTo>
                  <a:cubicBezTo>
                    <a:pt x="37868" y="149085"/>
                    <a:pt x="31619" y="151835"/>
                    <a:pt x="28452" y="154585"/>
                  </a:cubicBezTo>
                  <a:cubicBezTo>
                    <a:pt x="23203" y="159084"/>
                    <a:pt x="18370" y="164167"/>
                    <a:pt x="14287" y="169750"/>
                  </a:cubicBezTo>
                  <a:cubicBezTo>
                    <a:pt x="5704" y="181332"/>
                    <a:pt x="538" y="195414"/>
                    <a:pt x="38" y="209913"/>
                  </a:cubicBezTo>
                  <a:cubicBezTo>
                    <a:pt x="-1045" y="239994"/>
                    <a:pt x="20953" y="266991"/>
                    <a:pt x="50450" y="272241"/>
                  </a:cubicBezTo>
                  <a:cubicBezTo>
                    <a:pt x="57700" y="273574"/>
                    <a:pt x="65532" y="273991"/>
                    <a:pt x="72865" y="273574"/>
                  </a:cubicBezTo>
                  <a:cubicBezTo>
                    <a:pt x="77364" y="273324"/>
                    <a:pt x="87530" y="269158"/>
                    <a:pt x="91197" y="270574"/>
                  </a:cubicBezTo>
                  <a:cubicBezTo>
                    <a:pt x="94696" y="271908"/>
                    <a:pt x="100029" y="283823"/>
                    <a:pt x="103362" y="286990"/>
                  </a:cubicBezTo>
                  <a:cubicBezTo>
                    <a:pt x="105862" y="289406"/>
                    <a:pt x="108695" y="291322"/>
                    <a:pt x="111695" y="292989"/>
                  </a:cubicBezTo>
                  <a:cubicBezTo>
                    <a:pt x="112361" y="327319"/>
                    <a:pt x="114778" y="361316"/>
                    <a:pt x="112028" y="395730"/>
                  </a:cubicBezTo>
                  <a:cubicBezTo>
                    <a:pt x="110278" y="417561"/>
                    <a:pt x="108528" y="439392"/>
                    <a:pt x="105862" y="461057"/>
                  </a:cubicBezTo>
                  <a:cubicBezTo>
                    <a:pt x="104696" y="470390"/>
                    <a:pt x="103195" y="479306"/>
                    <a:pt x="100779" y="488388"/>
                  </a:cubicBezTo>
                  <a:cubicBezTo>
                    <a:pt x="99446" y="493554"/>
                    <a:pt x="98779" y="495721"/>
                    <a:pt x="101279" y="500720"/>
                  </a:cubicBezTo>
                  <a:cubicBezTo>
                    <a:pt x="102362" y="502887"/>
                    <a:pt x="105278" y="504637"/>
                    <a:pt x="107779" y="504470"/>
                  </a:cubicBezTo>
                  <a:cubicBezTo>
                    <a:pt x="123777" y="503053"/>
                    <a:pt x="139359" y="504053"/>
                    <a:pt x="155274" y="506553"/>
                  </a:cubicBezTo>
                  <a:cubicBezTo>
                    <a:pt x="169273" y="508803"/>
                    <a:pt x="183688" y="515302"/>
                    <a:pt x="197937" y="515636"/>
                  </a:cubicBezTo>
                  <a:cubicBezTo>
                    <a:pt x="224101" y="516219"/>
                    <a:pt x="225018" y="485555"/>
                    <a:pt x="228267" y="466390"/>
                  </a:cubicBezTo>
                  <a:cubicBezTo>
                    <a:pt x="233517" y="435393"/>
                    <a:pt x="235434" y="403896"/>
                    <a:pt x="241516" y="372982"/>
                  </a:cubicBezTo>
                  <a:cubicBezTo>
                    <a:pt x="245266" y="353733"/>
                    <a:pt x="250099" y="332652"/>
                    <a:pt x="256931" y="313237"/>
                  </a:cubicBezTo>
                  <a:cubicBezTo>
                    <a:pt x="257431" y="314820"/>
                    <a:pt x="258015" y="316487"/>
                    <a:pt x="258765" y="318070"/>
                  </a:cubicBezTo>
                  <a:cubicBezTo>
                    <a:pt x="262598" y="325903"/>
                    <a:pt x="268264" y="332735"/>
                    <a:pt x="275096" y="338068"/>
                  </a:cubicBezTo>
                  <a:cubicBezTo>
                    <a:pt x="290012" y="349651"/>
                    <a:pt x="310760" y="357067"/>
                    <a:pt x="329592" y="354983"/>
                  </a:cubicBezTo>
                  <a:cubicBezTo>
                    <a:pt x="351173" y="352567"/>
                    <a:pt x="364422" y="343651"/>
                    <a:pt x="372588" y="323986"/>
                  </a:cubicBezTo>
                  <a:cubicBezTo>
                    <a:pt x="376588" y="314404"/>
                    <a:pt x="384420" y="307321"/>
                    <a:pt x="389836" y="298405"/>
                  </a:cubicBezTo>
                  <a:cubicBezTo>
                    <a:pt x="395669" y="288656"/>
                    <a:pt x="401085" y="278407"/>
                    <a:pt x="405418" y="267991"/>
                  </a:cubicBezTo>
                  <a:cubicBezTo>
                    <a:pt x="414001" y="247243"/>
                    <a:pt x="417001" y="223162"/>
                    <a:pt x="405251" y="202997"/>
                  </a:cubicBezTo>
                  <a:lnTo>
                    <a:pt x="405251" y="202997"/>
                  </a:lnTo>
                  <a:close/>
                  <a:moveTo>
                    <a:pt x="234351" y="340901"/>
                  </a:moveTo>
                  <a:cubicBezTo>
                    <a:pt x="226601" y="369482"/>
                    <a:pt x="223351" y="398479"/>
                    <a:pt x="219351" y="427727"/>
                  </a:cubicBezTo>
                  <a:cubicBezTo>
                    <a:pt x="217435" y="441976"/>
                    <a:pt x="215685" y="456308"/>
                    <a:pt x="213019" y="470473"/>
                  </a:cubicBezTo>
                  <a:cubicBezTo>
                    <a:pt x="211852" y="476472"/>
                    <a:pt x="211353" y="483555"/>
                    <a:pt x="209186" y="489221"/>
                  </a:cubicBezTo>
                  <a:cubicBezTo>
                    <a:pt x="205186" y="499887"/>
                    <a:pt x="198187" y="501554"/>
                    <a:pt x="187355" y="499054"/>
                  </a:cubicBezTo>
                  <a:cubicBezTo>
                    <a:pt x="163773" y="493554"/>
                    <a:pt x="140359" y="488555"/>
                    <a:pt x="116195" y="488971"/>
                  </a:cubicBezTo>
                  <a:cubicBezTo>
                    <a:pt x="117444" y="485305"/>
                    <a:pt x="118027" y="481305"/>
                    <a:pt x="118611" y="477472"/>
                  </a:cubicBezTo>
                  <a:cubicBezTo>
                    <a:pt x="120194" y="468057"/>
                    <a:pt x="121027" y="458474"/>
                    <a:pt x="121777" y="448975"/>
                  </a:cubicBezTo>
                  <a:cubicBezTo>
                    <a:pt x="123277" y="428227"/>
                    <a:pt x="124277" y="407479"/>
                    <a:pt x="125360" y="386814"/>
                  </a:cubicBezTo>
                  <a:cubicBezTo>
                    <a:pt x="126943" y="356317"/>
                    <a:pt x="123527" y="326236"/>
                    <a:pt x="119111" y="296239"/>
                  </a:cubicBezTo>
                  <a:cubicBezTo>
                    <a:pt x="136026" y="302571"/>
                    <a:pt x="151441" y="297655"/>
                    <a:pt x="164107" y="287906"/>
                  </a:cubicBezTo>
                  <a:cubicBezTo>
                    <a:pt x="163107" y="293572"/>
                    <a:pt x="162607" y="299238"/>
                    <a:pt x="161857" y="304905"/>
                  </a:cubicBezTo>
                  <a:cubicBezTo>
                    <a:pt x="159690" y="320570"/>
                    <a:pt x="157107" y="336235"/>
                    <a:pt x="155024" y="351900"/>
                  </a:cubicBezTo>
                  <a:cubicBezTo>
                    <a:pt x="152525" y="370732"/>
                    <a:pt x="157524" y="389397"/>
                    <a:pt x="179355" y="391897"/>
                  </a:cubicBezTo>
                  <a:cubicBezTo>
                    <a:pt x="187355" y="392813"/>
                    <a:pt x="198603" y="391897"/>
                    <a:pt x="205269" y="386981"/>
                  </a:cubicBezTo>
                  <a:cubicBezTo>
                    <a:pt x="212852" y="381398"/>
                    <a:pt x="212686" y="372315"/>
                    <a:pt x="213685" y="363733"/>
                  </a:cubicBezTo>
                  <a:cubicBezTo>
                    <a:pt x="215269" y="350900"/>
                    <a:pt x="216435" y="338235"/>
                    <a:pt x="217352" y="325319"/>
                  </a:cubicBezTo>
                  <a:cubicBezTo>
                    <a:pt x="217935" y="316987"/>
                    <a:pt x="219185" y="308738"/>
                    <a:pt x="220768" y="300488"/>
                  </a:cubicBezTo>
                  <a:cubicBezTo>
                    <a:pt x="221018" y="299238"/>
                    <a:pt x="221101" y="296155"/>
                    <a:pt x="221352" y="293489"/>
                  </a:cubicBezTo>
                  <a:cubicBezTo>
                    <a:pt x="226768" y="294905"/>
                    <a:pt x="232350" y="295905"/>
                    <a:pt x="237933" y="295989"/>
                  </a:cubicBezTo>
                  <a:cubicBezTo>
                    <a:pt x="243433" y="296072"/>
                    <a:pt x="248349" y="293906"/>
                    <a:pt x="253349" y="292739"/>
                  </a:cubicBezTo>
                  <a:cubicBezTo>
                    <a:pt x="242683" y="304988"/>
                    <a:pt x="238183" y="326736"/>
                    <a:pt x="234351" y="340901"/>
                  </a:cubicBezTo>
                  <a:lnTo>
                    <a:pt x="234351" y="340901"/>
                  </a:lnTo>
                  <a:close/>
                  <a:moveTo>
                    <a:pt x="166190" y="353317"/>
                  </a:moveTo>
                  <a:cubicBezTo>
                    <a:pt x="166773" y="343901"/>
                    <a:pt x="168606" y="334652"/>
                    <a:pt x="169773" y="325319"/>
                  </a:cubicBezTo>
                  <a:cubicBezTo>
                    <a:pt x="171439" y="311654"/>
                    <a:pt x="173522" y="295239"/>
                    <a:pt x="171856" y="280907"/>
                  </a:cubicBezTo>
                  <a:cubicBezTo>
                    <a:pt x="176022" y="276740"/>
                    <a:pt x="179855" y="272074"/>
                    <a:pt x="183188" y="267241"/>
                  </a:cubicBezTo>
                  <a:cubicBezTo>
                    <a:pt x="186938" y="271574"/>
                    <a:pt x="194437" y="281323"/>
                    <a:pt x="196271" y="282657"/>
                  </a:cubicBezTo>
                  <a:cubicBezTo>
                    <a:pt x="200270" y="285656"/>
                    <a:pt x="204687" y="287823"/>
                    <a:pt x="209269" y="289573"/>
                  </a:cubicBezTo>
                  <a:cubicBezTo>
                    <a:pt x="206353" y="299822"/>
                    <a:pt x="206103" y="312654"/>
                    <a:pt x="205353" y="322486"/>
                  </a:cubicBezTo>
                  <a:cubicBezTo>
                    <a:pt x="204687" y="331319"/>
                    <a:pt x="204020" y="339985"/>
                    <a:pt x="202937" y="348734"/>
                  </a:cubicBezTo>
                  <a:cubicBezTo>
                    <a:pt x="201853" y="357817"/>
                    <a:pt x="203436" y="373648"/>
                    <a:pt x="193188" y="378565"/>
                  </a:cubicBezTo>
                  <a:cubicBezTo>
                    <a:pt x="184855" y="382564"/>
                    <a:pt x="172606" y="378315"/>
                    <a:pt x="168356" y="370982"/>
                  </a:cubicBezTo>
                  <a:cubicBezTo>
                    <a:pt x="164857" y="365232"/>
                    <a:pt x="165690" y="359733"/>
                    <a:pt x="166190" y="353317"/>
                  </a:cubicBezTo>
                  <a:lnTo>
                    <a:pt x="166190" y="353317"/>
                  </a:lnTo>
                  <a:close/>
                  <a:moveTo>
                    <a:pt x="394586" y="254492"/>
                  </a:moveTo>
                  <a:cubicBezTo>
                    <a:pt x="389753" y="271241"/>
                    <a:pt x="381254" y="290489"/>
                    <a:pt x="369921" y="303905"/>
                  </a:cubicBezTo>
                  <a:cubicBezTo>
                    <a:pt x="359839" y="315904"/>
                    <a:pt x="355423" y="330986"/>
                    <a:pt x="339174" y="335985"/>
                  </a:cubicBezTo>
                  <a:cubicBezTo>
                    <a:pt x="321509" y="341401"/>
                    <a:pt x="304094" y="337735"/>
                    <a:pt x="288512" y="328236"/>
                  </a:cubicBezTo>
                  <a:cubicBezTo>
                    <a:pt x="280513" y="323320"/>
                    <a:pt x="273597" y="316903"/>
                    <a:pt x="269764" y="308154"/>
                  </a:cubicBezTo>
                  <a:cubicBezTo>
                    <a:pt x="266347" y="300322"/>
                    <a:pt x="267431" y="291739"/>
                    <a:pt x="264848" y="283740"/>
                  </a:cubicBezTo>
                  <a:cubicBezTo>
                    <a:pt x="264015" y="281157"/>
                    <a:pt x="261514" y="278824"/>
                    <a:pt x="258598" y="278990"/>
                  </a:cubicBezTo>
                  <a:cubicBezTo>
                    <a:pt x="248266" y="279490"/>
                    <a:pt x="240766" y="284240"/>
                    <a:pt x="229601" y="282240"/>
                  </a:cubicBezTo>
                  <a:cubicBezTo>
                    <a:pt x="214685" y="279490"/>
                    <a:pt x="203270" y="273407"/>
                    <a:pt x="194271" y="261242"/>
                  </a:cubicBezTo>
                  <a:cubicBezTo>
                    <a:pt x="190854" y="256659"/>
                    <a:pt x="187688" y="251076"/>
                    <a:pt x="181105" y="252076"/>
                  </a:cubicBezTo>
                  <a:cubicBezTo>
                    <a:pt x="173522" y="253243"/>
                    <a:pt x="170190" y="263325"/>
                    <a:pt x="165023" y="268158"/>
                  </a:cubicBezTo>
                  <a:cubicBezTo>
                    <a:pt x="154857" y="277657"/>
                    <a:pt x="141442" y="286490"/>
                    <a:pt x="127027" y="282490"/>
                  </a:cubicBezTo>
                  <a:cubicBezTo>
                    <a:pt x="113611" y="278824"/>
                    <a:pt x="110362" y="267908"/>
                    <a:pt x="102195" y="258575"/>
                  </a:cubicBezTo>
                  <a:cubicBezTo>
                    <a:pt x="97279" y="252993"/>
                    <a:pt x="92946" y="252909"/>
                    <a:pt x="85947" y="253909"/>
                  </a:cubicBezTo>
                  <a:cubicBezTo>
                    <a:pt x="70865" y="256159"/>
                    <a:pt x="57616" y="259242"/>
                    <a:pt x="42701" y="252493"/>
                  </a:cubicBezTo>
                  <a:cubicBezTo>
                    <a:pt x="15370" y="240077"/>
                    <a:pt x="10871" y="205997"/>
                    <a:pt x="25036" y="182082"/>
                  </a:cubicBezTo>
                  <a:cubicBezTo>
                    <a:pt x="30702" y="172500"/>
                    <a:pt x="39035" y="165001"/>
                    <a:pt x="48034" y="158668"/>
                  </a:cubicBezTo>
                  <a:cubicBezTo>
                    <a:pt x="52200" y="155751"/>
                    <a:pt x="57533" y="153085"/>
                    <a:pt x="57700" y="147252"/>
                  </a:cubicBezTo>
                  <a:cubicBezTo>
                    <a:pt x="57783" y="144502"/>
                    <a:pt x="55866" y="141919"/>
                    <a:pt x="55033" y="139336"/>
                  </a:cubicBezTo>
                  <a:cubicBezTo>
                    <a:pt x="53117" y="133087"/>
                    <a:pt x="52283" y="126087"/>
                    <a:pt x="52700" y="119588"/>
                  </a:cubicBezTo>
                  <a:cubicBezTo>
                    <a:pt x="53617" y="105256"/>
                    <a:pt x="62033" y="92757"/>
                    <a:pt x="72615" y="83591"/>
                  </a:cubicBezTo>
                  <a:cubicBezTo>
                    <a:pt x="83281" y="74342"/>
                    <a:pt x="93696" y="70426"/>
                    <a:pt x="107612" y="69176"/>
                  </a:cubicBezTo>
                  <a:cubicBezTo>
                    <a:pt x="116944" y="68343"/>
                    <a:pt x="127943" y="67759"/>
                    <a:pt x="136026" y="62760"/>
                  </a:cubicBezTo>
                  <a:cubicBezTo>
                    <a:pt x="144942" y="57260"/>
                    <a:pt x="144692" y="49261"/>
                    <a:pt x="147275" y="40095"/>
                  </a:cubicBezTo>
                  <a:cubicBezTo>
                    <a:pt x="151691" y="24597"/>
                    <a:pt x="167356" y="15764"/>
                    <a:pt x="182022" y="12098"/>
                  </a:cubicBezTo>
                  <a:cubicBezTo>
                    <a:pt x="214436" y="4182"/>
                    <a:pt x="241600" y="20514"/>
                    <a:pt x="268264" y="36845"/>
                  </a:cubicBezTo>
                  <a:cubicBezTo>
                    <a:pt x="268264" y="36929"/>
                    <a:pt x="268264" y="37012"/>
                    <a:pt x="268264" y="37095"/>
                  </a:cubicBezTo>
                  <a:cubicBezTo>
                    <a:pt x="267597" y="44428"/>
                    <a:pt x="278763" y="44261"/>
                    <a:pt x="279596" y="37095"/>
                  </a:cubicBezTo>
                  <a:cubicBezTo>
                    <a:pt x="281180" y="23347"/>
                    <a:pt x="302928" y="21097"/>
                    <a:pt x="312927" y="24013"/>
                  </a:cubicBezTo>
                  <a:cubicBezTo>
                    <a:pt x="323926" y="27096"/>
                    <a:pt x="330342" y="33929"/>
                    <a:pt x="333425" y="44845"/>
                  </a:cubicBezTo>
                  <a:cubicBezTo>
                    <a:pt x="335841" y="53594"/>
                    <a:pt x="336258" y="63093"/>
                    <a:pt x="334258" y="71926"/>
                  </a:cubicBezTo>
                  <a:cubicBezTo>
                    <a:pt x="332758" y="78592"/>
                    <a:pt x="329842" y="83425"/>
                    <a:pt x="330925" y="90257"/>
                  </a:cubicBezTo>
                  <a:cubicBezTo>
                    <a:pt x="331592" y="94424"/>
                    <a:pt x="336341" y="95840"/>
                    <a:pt x="339841" y="95340"/>
                  </a:cubicBezTo>
                  <a:cubicBezTo>
                    <a:pt x="347924" y="94090"/>
                    <a:pt x="357673" y="90674"/>
                    <a:pt x="365838" y="91840"/>
                  </a:cubicBezTo>
                  <a:cubicBezTo>
                    <a:pt x="377171" y="93424"/>
                    <a:pt x="387170" y="103506"/>
                    <a:pt x="389587" y="114588"/>
                  </a:cubicBezTo>
                  <a:cubicBezTo>
                    <a:pt x="393586" y="132587"/>
                    <a:pt x="387503" y="153002"/>
                    <a:pt x="378837" y="168417"/>
                  </a:cubicBezTo>
                  <a:cubicBezTo>
                    <a:pt x="373171" y="178499"/>
                    <a:pt x="371421" y="187165"/>
                    <a:pt x="379087" y="196664"/>
                  </a:cubicBezTo>
                  <a:cubicBezTo>
                    <a:pt x="385087" y="204080"/>
                    <a:pt x="391919" y="208913"/>
                    <a:pt x="394919" y="218496"/>
                  </a:cubicBezTo>
                  <a:cubicBezTo>
                    <a:pt x="398502" y="230078"/>
                    <a:pt x="398002" y="242660"/>
                    <a:pt x="394586" y="254492"/>
                  </a:cubicBezTo>
                  <a:lnTo>
                    <a:pt x="394586" y="254492"/>
                  </a:lnTo>
                  <a:close/>
                </a:path>
              </a:pathLst>
            </a:custGeom>
            <a:grpFill/>
            <a:ln w="8332" cap="flat">
              <a:noFill/>
              <a:prstDash val="solid"/>
              <a:miter/>
            </a:ln>
          </p:spPr>
          <p:txBody>
            <a:bodyPr rtlCol="0" anchor="ctr"/>
            <a:lstStyle/>
            <a:p>
              <a:endParaRPr lang="en-US"/>
            </a:p>
          </p:txBody>
        </p:sp>
        <p:sp>
          <p:nvSpPr>
            <p:cNvPr id="1508" name="Freeform: Shape 1507"/>
            <p:cNvSpPr/>
            <p:nvPr/>
          </p:nvSpPr>
          <p:spPr>
            <a:xfrm>
              <a:off x="4333528" y="158555"/>
              <a:ext cx="102687" cy="165944"/>
            </a:xfrm>
            <a:custGeom>
              <a:avLst/>
              <a:gdLst>
                <a:gd name="connsiteX0" fmla="*/ 94594 w 102687"/>
                <a:gd name="connsiteY0" fmla="*/ 149678 h 165944"/>
                <a:gd name="connsiteX1" fmla="*/ 67097 w 102687"/>
                <a:gd name="connsiteY1" fmla="*/ 144761 h 165944"/>
                <a:gd name="connsiteX2" fmla="*/ 69180 w 102687"/>
                <a:gd name="connsiteY2" fmla="*/ 120597 h 165944"/>
                <a:gd name="connsiteX3" fmla="*/ 61597 w 102687"/>
                <a:gd name="connsiteY3" fmla="*/ 114847 h 165944"/>
                <a:gd name="connsiteX4" fmla="*/ 21684 w 102687"/>
                <a:gd name="connsiteY4" fmla="*/ 96349 h 165944"/>
                <a:gd name="connsiteX5" fmla="*/ 37266 w 102687"/>
                <a:gd name="connsiteY5" fmla="*/ 68352 h 165944"/>
                <a:gd name="connsiteX6" fmla="*/ 24350 w 102687"/>
                <a:gd name="connsiteY6" fmla="*/ 58519 h 165944"/>
                <a:gd name="connsiteX7" fmla="*/ 27017 w 102687"/>
                <a:gd name="connsiteY7" fmla="*/ 20939 h 165944"/>
                <a:gd name="connsiteX8" fmla="*/ 87928 w 102687"/>
                <a:gd name="connsiteY8" fmla="*/ 11440 h 165944"/>
                <a:gd name="connsiteX9" fmla="*/ 89595 w 102687"/>
                <a:gd name="connsiteY9" fmla="*/ 8524 h 165944"/>
                <a:gd name="connsiteX10" fmla="*/ 14602 w 102687"/>
                <a:gd name="connsiteY10" fmla="*/ 18856 h 165944"/>
                <a:gd name="connsiteX11" fmla="*/ 6102 w 102687"/>
                <a:gd name="connsiteY11" fmla="*/ 50187 h 165944"/>
                <a:gd name="connsiteX12" fmla="*/ 13102 w 102687"/>
                <a:gd name="connsiteY12" fmla="*/ 63852 h 165944"/>
                <a:gd name="connsiteX13" fmla="*/ 23934 w 102687"/>
                <a:gd name="connsiteY13" fmla="*/ 73101 h 165944"/>
                <a:gd name="connsiteX14" fmla="*/ 4436 w 102687"/>
                <a:gd name="connsiteY14" fmla="*/ 123180 h 165944"/>
                <a:gd name="connsiteX15" fmla="*/ 56348 w 102687"/>
                <a:gd name="connsiteY15" fmla="*/ 130846 h 165944"/>
                <a:gd name="connsiteX16" fmla="*/ 60431 w 102687"/>
                <a:gd name="connsiteY16" fmla="*/ 158510 h 165944"/>
                <a:gd name="connsiteX17" fmla="*/ 98178 w 102687"/>
                <a:gd name="connsiteY17" fmla="*/ 162510 h 165944"/>
                <a:gd name="connsiteX18" fmla="*/ 94594 w 102687"/>
                <a:gd name="connsiteY18" fmla="*/ 149678 h 165944"/>
                <a:gd name="connsiteX19" fmla="*/ 94594 w 102687"/>
                <a:gd name="connsiteY19" fmla="*/ 149678 h 16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2687" h="165944">
                  <a:moveTo>
                    <a:pt x="94594" y="149678"/>
                  </a:moveTo>
                  <a:cubicBezTo>
                    <a:pt x="86679" y="152594"/>
                    <a:pt x="71763" y="155260"/>
                    <a:pt x="67097" y="144761"/>
                  </a:cubicBezTo>
                  <a:cubicBezTo>
                    <a:pt x="64180" y="138262"/>
                    <a:pt x="69180" y="127596"/>
                    <a:pt x="69180" y="120597"/>
                  </a:cubicBezTo>
                  <a:cubicBezTo>
                    <a:pt x="69180" y="117097"/>
                    <a:pt x="65264" y="113348"/>
                    <a:pt x="61597" y="114847"/>
                  </a:cubicBezTo>
                  <a:cubicBezTo>
                    <a:pt x="46182" y="121097"/>
                    <a:pt x="1853" y="124180"/>
                    <a:pt x="21684" y="96349"/>
                  </a:cubicBezTo>
                  <a:cubicBezTo>
                    <a:pt x="26684" y="89350"/>
                    <a:pt x="44682" y="79101"/>
                    <a:pt x="37266" y="68352"/>
                  </a:cubicBezTo>
                  <a:cubicBezTo>
                    <a:pt x="34266" y="64019"/>
                    <a:pt x="28017" y="62269"/>
                    <a:pt x="24350" y="58519"/>
                  </a:cubicBezTo>
                  <a:cubicBezTo>
                    <a:pt x="12851" y="46687"/>
                    <a:pt x="13351" y="31105"/>
                    <a:pt x="27017" y="20939"/>
                  </a:cubicBezTo>
                  <a:cubicBezTo>
                    <a:pt x="43349" y="8690"/>
                    <a:pt x="68847" y="24"/>
                    <a:pt x="87928" y="11440"/>
                  </a:cubicBezTo>
                  <a:cubicBezTo>
                    <a:pt x="89845" y="12607"/>
                    <a:pt x="91261" y="9857"/>
                    <a:pt x="89595" y="8524"/>
                  </a:cubicBezTo>
                  <a:cubicBezTo>
                    <a:pt x="68263" y="-7558"/>
                    <a:pt x="32350" y="941"/>
                    <a:pt x="14602" y="18856"/>
                  </a:cubicBezTo>
                  <a:cubicBezTo>
                    <a:pt x="6436" y="27105"/>
                    <a:pt x="2936" y="38938"/>
                    <a:pt x="6102" y="50187"/>
                  </a:cubicBezTo>
                  <a:cubicBezTo>
                    <a:pt x="7519" y="55103"/>
                    <a:pt x="10019" y="59769"/>
                    <a:pt x="13102" y="63852"/>
                  </a:cubicBezTo>
                  <a:cubicBezTo>
                    <a:pt x="14768" y="66102"/>
                    <a:pt x="20601" y="70018"/>
                    <a:pt x="23934" y="73101"/>
                  </a:cubicBezTo>
                  <a:cubicBezTo>
                    <a:pt x="9768" y="85433"/>
                    <a:pt x="-8563" y="104598"/>
                    <a:pt x="4436" y="123180"/>
                  </a:cubicBezTo>
                  <a:cubicBezTo>
                    <a:pt x="15352" y="138845"/>
                    <a:pt x="39099" y="137762"/>
                    <a:pt x="56348" y="130846"/>
                  </a:cubicBezTo>
                  <a:cubicBezTo>
                    <a:pt x="54681" y="140678"/>
                    <a:pt x="52015" y="150594"/>
                    <a:pt x="60431" y="158510"/>
                  </a:cubicBezTo>
                  <a:cubicBezTo>
                    <a:pt x="70597" y="168176"/>
                    <a:pt x="86179" y="167176"/>
                    <a:pt x="98178" y="162510"/>
                  </a:cubicBezTo>
                  <a:cubicBezTo>
                    <a:pt x="106093" y="159510"/>
                    <a:pt x="102760" y="146678"/>
                    <a:pt x="94594" y="149678"/>
                  </a:cubicBezTo>
                  <a:lnTo>
                    <a:pt x="94594" y="149678"/>
                  </a:lnTo>
                  <a:close/>
                </a:path>
              </a:pathLst>
            </a:custGeom>
            <a:grpFill/>
            <a:ln w="8332" cap="flat">
              <a:noFill/>
              <a:prstDash val="solid"/>
              <a:miter/>
            </a:ln>
          </p:spPr>
          <p:txBody>
            <a:bodyPr rtlCol="0" anchor="ctr"/>
            <a:lstStyle/>
            <a:p>
              <a:endParaRPr lang="en-US"/>
            </a:p>
          </p:txBody>
        </p:sp>
        <p:sp>
          <p:nvSpPr>
            <p:cNvPr id="1509" name="Freeform: Shape 1508"/>
            <p:cNvSpPr/>
            <p:nvPr/>
          </p:nvSpPr>
          <p:spPr>
            <a:xfrm>
              <a:off x="4433822" y="236027"/>
              <a:ext cx="107368" cy="87544"/>
            </a:xfrm>
            <a:custGeom>
              <a:avLst/>
              <a:gdLst>
                <a:gd name="connsiteX0" fmla="*/ 91959 w 107368"/>
                <a:gd name="connsiteY0" fmla="*/ 53791 h 87544"/>
                <a:gd name="connsiteX1" fmla="*/ 56045 w 107368"/>
                <a:gd name="connsiteY1" fmla="*/ 58457 h 87544"/>
                <a:gd name="connsiteX2" fmla="*/ 53212 w 107368"/>
                <a:gd name="connsiteY2" fmla="*/ 39959 h 87544"/>
                <a:gd name="connsiteX3" fmla="*/ 45879 w 107368"/>
                <a:gd name="connsiteY3" fmla="*/ 38042 h 87544"/>
                <a:gd name="connsiteX4" fmla="*/ 15465 w 107368"/>
                <a:gd name="connsiteY4" fmla="*/ 42125 h 87544"/>
                <a:gd name="connsiteX5" fmla="*/ 20215 w 107368"/>
                <a:gd name="connsiteY5" fmla="*/ 5545 h 87544"/>
                <a:gd name="connsiteX6" fmla="*/ 13715 w 107368"/>
                <a:gd name="connsiteY6" fmla="*/ 1796 h 87544"/>
                <a:gd name="connsiteX7" fmla="*/ 8633 w 107368"/>
                <a:gd name="connsiteY7" fmla="*/ 53541 h 87544"/>
                <a:gd name="connsiteX8" fmla="*/ 41796 w 107368"/>
                <a:gd name="connsiteY8" fmla="*/ 55124 h 87544"/>
                <a:gd name="connsiteX9" fmla="*/ 45379 w 107368"/>
                <a:gd name="connsiteY9" fmla="*/ 67373 h 87544"/>
                <a:gd name="connsiteX10" fmla="*/ 63211 w 107368"/>
                <a:gd name="connsiteY10" fmla="*/ 85871 h 87544"/>
                <a:gd name="connsiteX11" fmla="*/ 107290 w 107368"/>
                <a:gd name="connsiteY11" fmla="*/ 55791 h 87544"/>
                <a:gd name="connsiteX12" fmla="*/ 91959 w 107368"/>
                <a:gd name="connsiteY12" fmla="*/ 53791 h 87544"/>
                <a:gd name="connsiteX13" fmla="*/ 91959 w 107368"/>
                <a:gd name="connsiteY13" fmla="*/ 53791 h 87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7368" h="87544">
                  <a:moveTo>
                    <a:pt x="91959" y="53791"/>
                  </a:moveTo>
                  <a:cubicBezTo>
                    <a:pt x="86542" y="70623"/>
                    <a:pt x="64294" y="79122"/>
                    <a:pt x="56045" y="58457"/>
                  </a:cubicBezTo>
                  <a:cubicBezTo>
                    <a:pt x="53629" y="52458"/>
                    <a:pt x="56378" y="45292"/>
                    <a:pt x="53212" y="39959"/>
                  </a:cubicBezTo>
                  <a:cubicBezTo>
                    <a:pt x="51795" y="37626"/>
                    <a:pt x="48296" y="36459"/>
                    <a:pt x="45879" y="38042"/>
                  </a:cubicBezTo>
                  <a:cubicBezTo>
                    <a:pt x="37380" y="43792"/>
                    <a:pt x="24548" y="49625"/>
                    <a:pt x="15465" y="42125"/>
                  </a:cubicBezTo>
                  <a:cubicBezTo>
                    <a:pt x="3467" y="32293"/>
                    <a:pt x="14382" y="15794"/>
                    <a:pt x="20215" y="5545"/>
                  </a:cubicBezTo>
                  <a:cubicBezTo>
                    <a:pt x="22631" y="1296"/>
                    <a:pt x="16382" y="-2287"/>
                    <a:pt x="13715" y="1796"/>
                  </a:cubicBezTo>
                  <a:cubicBezTo>
                    <a:pt x="3800" y="17211"/>
                    <a:pt x="-8699" y="38042"/>
                    <a:pt x="8633" y="53541"/>
                  </a:cubicBezTo>
                  <a:cubicBezTo>
                    <a:pt x="17882" y="61873"/>
                    <a:pt x="31297" y="60874"/>
                    <a:pt x="41796" y="55124"/>
                  </a:cubicBezTo>
                  <a:cubicBezTo>
                    <a:pt x="42296" y="59374"/>
                    <a:pt x="43879" y="63540"/>
                    <a:pt x="45379" y="67373"/>
                  </a:cubicBezTo>
                  <a:cubicBezTo>
                    <a:pt x="48796" y="75789"/>
                    <a:pt x="54295" y="83038"/>
                    <a:pt x="63211" y="85871"/>
                  </a:cubicBezTo>
                  <a:cubicBezTo>
                    <a:pt x="85209" y="92871"/>
                    <a:pt x="104624" y="76955"/>
                    <a:pt x="107290" y="55791"/>
                  </a:cubicBezTo>
                  <a:cubicBezTo>
                    <a:pt x="108540" y="46792"/>
                    <a:pt x="94542" y="45875"/>
                    <a:pt x="91959" y="53791"/>
                  </a:cubicBezTo>
                  <a:lnTo>
                    <a:pt x="91959" y="53791"/>
                  </a:lnTo>
                  <a:close/>
                </a:path>
              </a:pathLst>
            </a:custGeom>
            <a:grpFill/>
            <a:ln w="8332" cap="flat">
              <a:noFill/>
              <a:prstDash val="solid"/>
              <a:miter/>
            </a:ln>
          </p:spPr>
          <p:txBody>
            <a:bodyPr rtlCol="0" anchor="ctr"/>
            <a:lstStyle/>
            <a:p>
              <a:endParaRPr lang="en-US"/>
            </a:p>
          </p:txBody>
        </p:sp>
        <p:sp>
          <p:nvSpPr>
            <p:cNvPr id="1510" name="Freeform: Shape 1509"/>
            <p:cNvSpPr/>
            <p:nvPr/>
          </p:nvSpPr>
          <p:spPr>
            <a:xfrm>
              <a:off x="4547094" y="175744"/>
              <a:ext cx="58799" cy="110278"/>
            </a:xfrm>
            <a:custGeom>
              <a:avLst/>
              <a:gdLst>
                <a:gd name="connsiteX0" fmla="*/ 58678 w 58799"/>
                <a:gd name="connsiteY0" fmla="*/ 66411 h 110278"/>
                <a:gd name="connsiteX1" fmla="*/ 47430 w 58799"/>
                <a:gd name="connsiteY1" fmla="*/ 49746 h 110278"/>
                <a:gd name="connsiteX2" fmla="*/ 47179 w 58799"/>
                <a:gd name="connsiteY2" fmla="*/ 9166 h 110278"/>
                <a:gd name="connsiteX3" fmla="*/ 11183 w 58799"/>
                <a:gd name="connsiteY3" fmla="*/ 3583 h 110278"/>
                <a:gd name="connsiteX4" fmla="*/ 12683 w 58799"/>
                <a:gd name="connsiteY4" fmla="*/ 8916 h 110278"/>
                <a:gd name="connsiteX5" fmla="*/ 37764 w 58799"/>
                <a:gd name="connsiteY5" fmla="*/ 18665 h 110278"/>
                <a:gd name="connsiteX6" fmla="*/ 33264 w 58799"/>
                <a:gd name="connsiteY6" fmla="*/ 32581 h 110278"/>
                <a:gd name="connsiteX7" fmla="*/ 29181 w 58799"/>
                <a:gd name="connsiteY7" fmla="*/ 50329 h 110278"/>
                <a:gd name="connsiteX8" fmla="*/ 35431 w 58799"/>
                <a:gd name="connsiteY8" fmla="*/ 57578 h 110278"/>
                <a:gd name="connsiteX9" fmla="*/ 33931 w 58799"/>
                <a:gd name="connsiteY9" fmla="*/ 78743 h 110278"/>
                <a:gd name="connsiteX10" fmla="*/ 2517 w 58799"/>
                <a:gd name="connsiteY10" fmla="*/ 100241 h 110278"/>
                <a:gd name="connsiteX11" fmla="*/ 6683 w 58799"/>
                <a:gd name="connsiteY11" fmla="*/ 110157 h 110278"/>
                <a:gd name="connsiteX12" fmla="*/ 52846 w 58799"/>
                <a:gd name="connsiteY12" fmla="*/ 83243 h 110278"/>
                <a:gd name="connsiteX13" fmla="*/ 58678 w 58799"/>
                <a:gd name="connsiteY13" fmla="*/ 66411 h 110278"/>
                <a:gd name="connsiteX14" fmla="*/ 58678 w 58799"/>
                <a:gd name="connsiteY14" fmla="*/ 66411 h 110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8799" h="110278">
                  <a:moveTo>
                    <a:pt x="58678" y="66411"/>
                  </a:moveTo>
                  <a:cubicBezTo>
                    <a:pt x="57679" y="57745"/>
                    <a:pt x="51846" y="56245"/>
                    <a:pt x="47430" y="49746"/>
                  </a:cubicBezTo>
                  <a:cubicBezTo>
                    <a:pt x="39347" y="37913"/>
                    <a:pt x="53512" y="22915"/>
                    <a:pt x="47179" y="9166"/>
                  </a:cubicBezTo>
                  <a:cubicBezTo>
                    <a:pt x="40764" y="-4999"/>
                    <a:pt x="22599" y="750"/>
                    <a:pt x="11183" y="3583"/>
                  </a:cubicBezTo>
                  <a:cubicBezTo>
                    <a:pt x="7683" y="4416"/>
                    <a:pt x="9183" y="9583"/>
                    <a:pt x="12683" y="8916"/>
                  </a:cubicBezTo>
                  <a:cubicBezTo>
                    <a:pt x="21932" y="7083"/>
                    <a:pt x="37430" y="4833"/>
                    <a:pt x="37764" y="18665"/>
                  </a:cubicBezTo>
                  <a:cubicBezTo>
                    <a:pt x="37930" y="24081"/>
                    <a:pt x="35680" y="27914"/>
                    <a:pt x="33264" y="32581"/>
                  </a:cubicBezTo>
                  <a:cubicBezTo>
                    <a:pt x="30181" y="38413"/>
                    <a:pt x="26515" y="43580"/>
                    <a:pt x="29181" y="50329"/>
                  </a:cubicBezTo>
                  <a:cubicBezTo>
                    <a:pt x="30598" y="53829"/>
                    <a:pt x="33597" y="54745"/>
                    <a:pt x="35431" y="57578"/>
                  </a:cubicBezTo>
                  <a:cubicBezTo>
                    <a:pt x="40847" y="66328"/>
                    <a:pt x="41764" y="71910"/>
                    <a:pt x="33931" y="78743"/>
                  </a:cubicBezTo>
                  <a:cubicBezTo>
                    <a:pt x="24348" y="87159"/>
                    <a:pt x="12849" y="92825"/>
                    <a:pt x="2517" y="100241"/>
                  </a:cubicBezTo>
                  <a:cubicBezTo>
                    <a:pt x="-2482" y="103824"/>
                    <a:pt x="517" y="111323"/>
                    <a:pt x="6683" y="110157"/>
                  </a:cubicBezTo>
                  <a:cubicBezTo>
                    <a:pt x="24099" y="106824"/>
                    <a:pt x="42013" y="97741"/>
                    <a:pt x="52846" y="83243"/>
                  </a:cubicBezTo>
                  <a:cubicBezTo>
                    <a:pt x="56595" y="78243"/>
                    <a:pt x="59429" y="72744"/>
                    <a:pt x="58678" y="66411"/>
                  </a:cubicBezTo>
                  <a:lnTo>
                    <a:pt x="58678" y="66411"/>
                  </a:lnTo>
                  <a:close/>
                </a:path>
              </a:pathLst>
            </a:custGeom>
            <a:grpFill/>
            <a:ln w="8332" cap="flat">
              <a:noFill/>
              <a:prstDash val="solid"/>
              <a:miter/>
            </a:ln>
          </p:spPr>
          <p:txBody>
            <a:bodyPr rtlCol="0" anchor="ctr"/>
            <a:lstStyle/>
            <a:p>
              <a:endParaRPr lang="en-US"/>
            </a:p>
          </p:txBody>
        </p:sp>
        <p:sp>
          <p:nvSpPr>
            <p:cNvPr id="1511" name="Freeform: Shape 1510"/>
            <p:cNvSpPr/>
            <p:nvPr/>
          </p:nvSpPr>
          <p:spPr>
            <a:xfrm>
              <a:off x="5443761" y="472809"/>
              <a:ext cx="637854" cy="484662"/>
            </a:xfrm>
            <a:custGeom>
              <a:avLst/>
              <a:gdLst>
                <a:gd name="connsiteX0" fmla="*/ 615798 w 637854"/>
                <a:gd name="connsiteY0" fmla="*/ 100233 h 484662"/>
                <a:gd name="connsiteX1" fmla="*/ 593633 w 637854"/>
                <a:gd name="connsiteY1" fmla="*/ 46571 h 484662"/>
                <a:gd name="connsiteX2" fmla="*/ 580801 w 637854"/>
                <a:gd name="connsiteY2" fmla="*/ 17740 h 484662"/>
                <a:gd name="connsiteX3" fmla="*/ 573719 w 637854"/>
                <a:gd name="connsiteY3" fmla="*/ 3408 h 484662"/>
                <a:gd name="connsiteX4" fmla="*/ 535972 w 637854"/>
                <a:gd name="connsiteY4" fmla="*/ 8574 h 484662"/>
                <a:gd name="connsiteX5" fmla="*/ 478394 w 637854"/>
                <a:gd name="connsiteY5" fmla="*/ 28323 h 484662"/>
                <a:gd name="connsiteX6" fmla="*/ 393318 w 637854"/>
                <a:gd name="connsiteY6" fmla="*/ 57570 h 484662"/>
                <a:gd name="connsiteX7" fmla="*/ 344322 w 637854"/>
                <a:gd name="connsiteY7" fmla="*/ 73735 h 484662"/>
                <a:gd name="connsiteX8" fmla="*/ 128842 w 637854"/>
                <a:gd name="connsiteY8" fmla="*/ 154811 h 484662"/>
                <a:gd name="connsiteX9" fmla="*/ 31684 w 637854"/>
                <a:gd name="connsiteY9" fmla="*/ 196808 h 484662"/>
                <a:gd name="connsiteX10" fmla="*/ 3020 w 637854"/>
                <a:gd name="connsiteY10" fmla="*/ 220389 h 484662"/>
                <a:gd name="connsiteX11" fmla="*/ 3270 w 637854"/>
                <a:gd name="connsiteY11" fmla="*/ 259635 h 484662"/>
                <a:gd name="connsiteX12" fmla="*/ 107927 w 637854"/>
                <a:gd name="connsiteY12" fmla="*/ 411621 h 484662"/>
                <a:gd name="connsiteX13" fmla="*/ 309742 w 637854"/>
                <a:gd name="connsiteY13" fmla="*/ 482032 h 484662"/>
                <a:gd name="connsiteX14" fmla="*/ 508974 w 637854"/>
                <a:gd name="connsiteY14" fmla="*/ 443535 h 484662"/>
                <a:gd name="connsiteX15" fmla="*/ 622964 w 637854"/>
                <a:gd name="connsiteY15" fmla="*/ 295715 h 484662"/>
                <a:gd name="connsiteX16" fmla="*/ 615798 w 637854"/>
                <a:gd name="connsiteY16" fmla="*/ 100233 h 484662"/>
                <a:gd name="connsiteX17" fmla="*/ 615798 w 637854"/>
                <a:gd name="connsiteY17" fmla="*/ 100233 h 484662"/>
                <a:gd name="connsiteX18" fmla="*/ 138174 w 637854"/>
                <a:gd name="connsiteY18" fmla="*/ 168060 h 484662"/>
                <a:gd name="connsiteX19" fmla="*/ 347656 w 637854"/>
                <a:gd name="connsiteY19" fmla="*/ 86401 h 484662"/>
                <a:gd name="connsiteX20" fmla="*/ 373153 w 637854"/>
                <a:gd name="connsiteY20" fmla="*/ 77402 h 484662"/>
                <a:gd name="connsiteX21" fmla="*/ 437481 w 637854"/>
                <a:gd name="connsiteY21" fmla="*/ 55737 h 484662"/>
                <a:gd name="connsiteX22" fmla="*/ 518056 w 637854"/>
                <a:gd name="connsiteY22" fmla="*/ 29989 h 484662"/>
                <a:gd name="connsiteX23" fmla="*/ 550887 w 637854"/>
                <a:gd name="connsiteY23" fmla="*/ 97400 h 484662"/>
                <a:gd name="connsiteX24" fmla="*/ 568302 w 637854"/>
                <a:gd name="connsiteY24" fmla="*/ 181559 h 484662"/>
                <a:gd name="connsiteX25" fmla="*/ 501642 w 637854"/>
                <a:gd name="connsiteY25" fmla="*/ 334128 h 484662"/>
                <a:gd name="connsiteX26" fmla="*/ 335906 w 637854"/>
                <a:gd name="connsiteY26" fmla="*/ 383374 h 484662"/>
                <a:gd name="connsiteX27" fmla="*/ 187337 w 637854"/>
                <a:gd name="connsiteY27" fmla="*/ 321046 h 484662"/>
                <a:gd name="connsiteX28" fmla="*/ 117843 w 637854"/>
                <a:gd name="connsiteY28" fmla="*/ 254552 h 484662"/>
                <a:gd name="connsiteX29" fmla="*/ 75180 w 637854"/>
                <a:gd name="connsiteY29" fmla="*/ 194224 h 484662"/>
                <a:gd name="connsiteX30" fmla="*/ 138174 w 637854"/>
                <a:gd name="connsiteY30" fmla="*/ 168060 h 484662"/>
                <a:gd name="connsiteX31" fmla="*/ 138174 w 637854"/>
                <a:gd name="connsiteY31" fmla="*/ 168060 h 484662"/>
                <a:gd name="connsiteX32" fmla="*/ 349822 w 637854"/>
                <a:gd name="connsiteY32" fmla="*/ 470949 h 484662"/>
                <a:gd name="connsiteX33" fmla="*/ 250414 w 637854"/>
                <a:gd name="connsiteY33" fmla="*/ 456534 h 484662"/>
                <a:gd name="connsiteX34" fmla="*/ 153173 w 637854"/>
                <a:gd name="connsiteY34" fmla="*/ 422537 h 484662"/>
                <a:gd name="connsiteX35" fmla="*/ 27101 w 637854"/>
                <a:gd name="connsiteY35" fmla="*/ 288716 h 484662"/>
                <a:gd name="connsiteX36" fmla="*/ 18102 w 637854"/>
                <a:gd name="connsiteY36" fmla="*/ 248303 h 484662"/>
                <a:gd name="connsiteX37" fmla="*/ 19435 w 637854"/>
                <a:gd name="connsiteY37" fmla="*/ 226971 h 484662"/>
                <a:gd name="connsiteX38" fmla="*/ 48266 w 637854"/>
                <a:gd name="connsiteY38" fmla="*/ 269718 h 484662"/>
                <a:gd name="connsiteX39" fmla="*/ 92845 w 637854"/>
                <a:gd name="connsiteY39" fmla="*/ 325879 h 484662"/>
                <a:gd name="connsiteX40" fmla="*/ 155673 w 637854"/>
                <a:gd name="connsiteY40" fmla="*/ 373791 h 484662"/>
                <a:gd name="connsiteX41" fmla="*/ 217417 w 637854"/>
                <a:gd name="connsiteY41" fmla="*/ 413788 h 484662"/>
                <a:gd name="connsiteX42" fmla="*/ 349655 w 637854"/>
                <a:gd name="connsiteY42" fmla="*/ 461284 h 484662"/>
                <a:gd name="connsiteX43" fmla="*/ 429982 w 637854"/>
                <a:gd name="connsiteY43" fmla="*/ 460784 h 484662"/>
                <a:gd name="connsiteX44" fmla="*/ 435064 w 637854"/>
                <a:gd name="connsiteY44" fmla="*/ 460200 h 484662"/>
                <a:gd name="connsiteX45" fmla="*/ 349822 w 637854"/>
                <a:gd name="connsiteY45" fmla="*/ 470949 h 484662"/>
                <a:gd name="connsiteX46" fmla="*/ 349822 w 637854"/>
                <a:gd name="connsiteY46" fmla="*/ 470949 h 484662"/>
                <a:gd name="connsiteX47" fmla="*/ 619131 w 637854"/>
                <a:gd name="connsiteY47" fmla="*/ 247136 h 484662"/>
                <a:gd name="connsiteX48" fmla="*/ 532889 w 637854"/>
                <a:gd name="connsiteY48" fmla="*/ 407788 h 484662"/>
                <a:gd name="connsiteX49" fmla="*/ 489059 w 637854"/>
                <a:gd name="connsiteY49" fmla="*/ 438536 h 484662"/>
                <a:gd name="connsiteX50" fmla="*/ 341156 w 637854"/>
                <a:gd name="connsiteY50" fmla="*/ 445868 h 484662"/>
                <a:gd name="connsiteX51" fmla="*/ 215751 w 637854"/>
                <a:gd name="connsiteY51" fmla="*/ 396123 h 484662"/>
                <a:gd name="connsiteX52" fmla="*/ 98511 w 637854"/>
                <a:gd name="connsiteY52" fmla="*/ 312964 h 484662"/>
                <a:gd name="connsiteX53" fmla="*/ 24934 w 637854"/>
                <a:gd name="connsiteY53" fmla="*/ 220639 h 484662"/>
                <a:gd name="connsiteX54" fmla="*/ 44933 w 637854"/>
                <a:gd name="connsiteY54" fmla="*/ 208973 h 484662"/>
                <a:gd name="connsiteX55" fmla="*/ 71680 w 637854"/>
                <a:gd name="connsiteY55" fmla="*/ 195808 h 484662"/>
                <a:gd name="connsiteX56" fmla="*/ 107927 w 637854"/>
                <a:gd name="connsiteY56" fmla="*/ 254136 h 484662"/>
                <a:gd name="connsiteX57" fmla="*/ 171254 w 637854"/>
                <a:gd name="connsiteY57" fmla="*/ 320630 h 484662"/>
                <a:gd name="connsiteX58" fmla="*/ 325241 w 637854"/>
                <a:gd name="connsiteY58" fmla="*/ 393873 h 484662"/>
                <a:gd name="connsiteX59" fmla="*/ 503141 w 637854"/>
                <a:gd name="connsiteY59" fmla="*/ 348294 h 484662"/>
                <a:gd name="connsiteX60" fmla="*/ 579551 w 637854"/>
                <a:gd name="connsiteY60" fmla="*/ 198474 h 484662"/>
                <a:gd name="connsiteX61" fmla="*/ 562886 w 637854"/>
                <a:gd name="connsiteY61" fmla="*/ 97150 h 484662"/>
                <a:gd name="connsiteX62" fmla="*/ 530139 w 637854"/>
                <a:gd name="connsiteY62" fmla="*/ 26073 h 484662"/>
                <a:gd name="connsiteX63" fmla="*/ 564469 w 637854"/>
                <a:gd name="connsiteY63" fmla="*/ 19740 h 484662"/>
                <a:gd name="connsiteX64" fmla="*/ 571552 w 637854"/>
                <a:gd name="connsiteY64" fmla="*/ 38405 h 484662"/>
                <a:gd name="connsiteX65" fmla="*/ 583134 w 637854"/>
                <a:gd name="connsiteY65" fmla="*/ 62736 h 484662"/>
                <a:gd name="connsiteX66" fmla="*/ 619131 w 637854"/>
                <a:gd name="connsiteY66" fmla="*/ 247136 h 484662"/>
                <a:gd name="connsiteX67" fmla="*/ 619131 w 637854"/>
                <a:gd name="connsiteY67" fmla="*/ 247136 h 484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637854" h="484662">
                  <a:moveTo>
                    <a:pt x="615798" y="100233"/>
                  </a:moveTo>
                  <a:cubicBezTo>
                    <a:pt x="608465" y="82401"/>
                    <a:pt x="601883" y="63986"/>
                    <a:pt x="593633" y="46571"/>
                  </a:cubicBezTo>
                  <a:cubicBezTo>
                    <a:pt x="589050" y="36905"/>
                    <a:pt x="584467" y="27823"/>
                    <a:pt x="580801" y="17740"/>
                  </a:cubicBezTo>
                  <a:cubicBezTo>
                    <a:pt x="579134" y="13157"/>
                    <a:pt x="577468" y="6825"/>
                    <a:pt x="573719" y="3408"/>
                  </a:cubicBezTo>
                  <a:cubicBezTo>
                    <a:pt x="564303" y="-5424"/>
                    <a:pt x="545804" y="5325"/>
                    <a:pt x="535972" y="8574"/>
                  </a:cubicBezTo>
                  <a:cubicBezTo>
                    <a:pt x="516724" y="14991"/>
                    <a:pt x="497559" y="21823"/>
                    <a:pt x="478394" y="28323"/>
                  </a:cubicBezTo>
                  <a:cubicBezTo>
                    <a:pt x="450063" y="37905"/>
                    <a:pt x="421649" y="47571"/>
                    <a:pt x="393318" y="57570"/>
                  </a:cubicBezTo>
                  <a:cubicBezTo>
                    <a:pt x="376986" y="62820"/>
                    <a:pt x="360654" y="68236"/>
                    <a:pt x="344322" y="73735"/>
                  </a:cubicBezTo>
                  <a:cubicBezTo>
                    <a:pt x="271496" y="98233"/>
                    <a:pt x="200502" y="127397"/>
                    <a:pt x="128842" y="154811"/>
                  </a:cubicBezTo>
                  <a:cubicBezTo>
                    <a:pt x="96011" y="167393"/>
                    <a:pt x="62848" y="180226"/>
                    <a:pt x="31684" y="196808"/>
                  </a:cubicBezTo>
                  <a:cubicBezTo>
                    <a:pt x="20102" y="202974"/>
                    <a:pt x="8353" y="207806"/>
                    <a:pt x="3020" y="220389"/>
                  </a:cubicBezTo>
                  <a:cubicBezTo>
                    <a:pt x="-2563" y="233471"/>
                    <a:pt x="854" y="246220"/>
                    <a:pt x="3270" y="259635"/>
                  </a:cubicBezTo>
                  <a:cubicBezTo>
                    <a:pt x="14685" y="321796"/>
                    <a:pt x="54932" y="377958"/>
                    <a:pt x="107927" y="411621"/>
                  </a:cubicBezTo>
                  <a:cubicBezTo>
                    <a:pt x="168838" y="450368"/>
                    <a:pt x="237999" y="473449"/>
                    <a:pt x="309742" y="482032"/>
                  </a:cubicBezTo>
                  <a:cubicBezTo>
                    <a:pt x="379986" y="490448"/>
                    <a:pt x="447480" y="478949"/>
                    <a:pt x="508974" y="443535"/>
                  </a:cubicBezTo>
                  <a:cubicBezTo>
                    <a:pt x="563636" y="412038"/>
                    <a:pt x="602549" y="354293"/>
                    <a:pt x="622964" y="295715"/>
                  </a:cubicBezTo>
                  <a:cubicBezTo>
                    <a:pt x="645545" y="230888"/>
                    <a:pt x="641879" y="163477"/>
                    <a:pt x="615798" y="100233"/>
                  </a:cubicBezTo>
                  <a:lnTo>
                    <a:pt x="615798" y="100233"/>
                  </a:lnTo>
                  <a:close/>
                  <a:moveTo>
                    <a:pt x="138174" y="168060"/>
                  </a:moveTo>
                  <a:cubicBezTo>
                    <a:pt x="207918" y="140479"/>
                    <a:pt x="276912" y="111065"/>
                    <a:pt x="347656" y="86401"/>
                  </a:cubicBezTo>
                  <a:cubicBezTo>
                    <a:pt x="356154" y="83401"/>
                    <a:pt x="364654" y="80401"/>
                    <a:pt x="373153" y="77402"/>
                  </a:cubicBezTo>
                  <a:cubicBezTo>
                    <a:pt x="394568" y="69986"/>
                    <a:pt x="415982" y="62653"/>
                    <a:pt x="437481" y="55737"/>
                  </a:cubicBezTo>
                  <a:cubicBezTo>
                    <a:pt x="464312" y="47071"/>
                    <a:pt x="491142" y="38322"/>
                    <a:pt x="518056" y="29989"/>
                  </a:cubicBezTo>
                  <a:cubicBezTo>
                    <a:pt x="536972" y="46321"/>
                    <a:pt x="544555" y="74319"/>
                    <a:pt x="550887" y="97400"/>
                  </a:cubicBezTo>
                  <a:cubicBezTo>
                    <a:pt x="558470" y="125147"/>
                    <a:pt x="568635" y="152478"/>
                    <a:pt x="568302" y="181559"/>
                  </a:cubicBezTo>
                  <a:cubicBezTo>
                    <a:pt x="567802" y="237887"/>
                    <a:pt x="545638" y="297382"/>
                    <a:pt x="501642" y="334128"/>
                  </a:cubicBezTo>
                  <a:cubicBezTo>
                    <a:pt x="457062" y="371292"/>
                    <a:pt x="392651" y="385874"/>
                    <a:pt x="335906" y="383374"/>
                  </a:cubicBezTo>
                  <a:cubicBezTo>
                    <a:pt x="281245" y="380958"/>
                    <a:pt x="229916" y="353960"/>
                    <a:pt x="187337" y="321046"/>
                  </a:cubicBezTo>
                  <a:cubicBezTo>
                    <a:pt x="161672" y="301131"/>
                    <a:pt x="137341" y="280717"/>
                    <a:pt x="117843" y="254552"/>
                  </a:cubicBezTo>
                  <a:cubicBezTo>
                    <a:pt x="103177" y="234721"/>
                    <a:pt x="88846" y="214639"/>
                    <a:pt x="75180" y="194224"/>
                  </a:cubicBezTo>
                  <a:cubicBezTo>
                    <a:pt x="96011" y="184725"/>
                    <a:pt x="117176" y="176393"/>
                    <a:pt x="138174" y="168060"/>
                  </a:cubicBezTo>
                  <a:lnTo>
                    <a:pt x="138174" y="168060"/>
                  </a:lnTo>
                  <a:close/>
                  <a:moveTo>
                    <a:pt x="349822" y="470949"/>
                  </a:moveTo>
                  <a:cubicBezTo>
                    <a:pt x="315991" y="470366"/>
                    <a:pt x="283328" y="463950"/>
                    <a:pt x="250414" y="456534"/>
                  </a:cubicBezTo>
                  <a:cubicBezTo>
                    <a:pt x="217084" y="449035"/>
                    <a:pt x="183587" y="438452"/>
                    <a:pt x="153173" y="422537"/>
                  </a:cubicBezTo>
                  <a:cubicBezTo>
                    <a:pt x="96178" y="392706"/>
                    <a:pt x="49016" y="350794"/>
                    <a:pt x="27101" y="288716"/>
                  </a:cubicBezTo>
                  <a:cubicBezTo>
                    <a:pt x="22435" y="275550"/>
                    <a:pt x="20018" y="262135"/>
                    <a:pt x="18102" y="248303"/>
                  </a:cubicBezTo>
                  <a:cubicBezTo>
                    <a:pt x="17019" y="240470"/>
                    <a:pt x="15935" y="233471"/>
                    <a:pt x="19435" y="226971"/>
                  </a:cubicBezTo>
                  <a:cubicBezTo>
                    <a:pt x="28017" y="241887"/>
                    <a:pt x="38267" y="255552"/>
                    <a:pt x="48266" y="269718"/>
                  </a:cubicBezTo>
                  <a:cubicBezTo>
                    <a:pt x="62014" y="289216"/>
                    <a:pt x="75430" y="309297"/>
                    <a:pt x="92845" y="325879"/>
                  </a:cubicBezTo>
                  <a:cubicBezTo>
                    <a:pt x="111843" y="343961"/>
                    <a:pt x="134091" y="359126"/>
                    <a:pt x="155673" y="373791"/>
                  </a:cubicBezTo>
                  <a:cubicBezTo>
                    <a:pt x="176004" y="387540"/>
                    <a:pt x="196002" y="401622"/>
                    <a:pt x="217417" y="413788"/>
                  </a:cubicBezTo>
                  <a:cubicBezTo>
                    <a:pt x="257914" y="436786"/>
                    <a:pt x="302910" y="455951"/>
                    <a:pt x="349655" y="461284"/>
                  </a:cubicBezTo>
                  <a:cubicBezTo>
                    <a:pt x="376236" y="464367"/>
                    <a:pt x="403483" y="463867"/>
                    <a:pt x="429982" y="460784"/>
                  </a:cubicBezTo>
                  <a:cubicBezTo>
                    <a:pt x="431648" y="460617"/>
                    <a:pt x="433398" y="460367"/>
                    <a:pt x="435064" y="460200"/>
                  </a:cubicBezTo>
                  <a:cubicBezTo>
                    <a:pt x="407483" y="467950"/>
                    <a:pt x="378403" y="471449"/>
                    <a:pt x="349822" y="470949"/>
                  </a:cubicBezTo>
                  <a:lnTo>
                    <a:pt x="349822" y="470949"/>
                  </a:lnTo>
                  <a:close/>
                  <a:moveTo>
                    <a:pt x="619131" y="247136"/>
                  </a:moveTo>
                  <a:cubicBezTo>
                    <a:pt x="609132" y="307547"/>
                    <a:pt x="578385" y="366459"/>
                    <a:pt x="532889" y="407788"/>
                  </a:cubicBezTo>
                  <a:cubicBezTo>
                    <a:pt x="519557" y="419871"/>
                    <a:pt x="504808" y="430036"/>
                    <a:pt x="489059" y="438536"/>
                  </a:cubicBezTo>
                  <a:cubicBezTo>
                    <a:pt x="440147" y="448868"/>
                    <a:pt x="391235" y="455701"/>
                    <a:pt x="341156" y="445868"/>
                  </a:cubicBezTo>
                  <a:cubicBezTo>
                    <a:pt x="296660" y="437119"/>
                    <a:pt x="254497" y="419371"/>
                    <a:pt x="215751" y="396123"/>
                  </a:cubicBezTo>
                  <a:cubicBezTo>
                    <a:pt x="175754" y="372125"/>
                    <a:pt x="131758" y="345961"/>
                    <a:pt x="98511" y="312964"/>
                  </a:cubicBezTo>
                  <a:cubicBezTo>
                    <a:pt x="70681" y="285133"/>
                    <a:pt x="51765" y="248886"/>
                    <a:pt x="24934" y="220639"/>
                  </a:cubicBezTo>
                  <a:cubicBezTo>
                    <a:pt x="30684" y="215722"/>
                    <a:pt x="38600" y="212389"/>
                    <a:pt x="44933" y="208973"/>
                  </a:cubicBezTo>
                  <a:cubicBezTo>
                    <a:pt x="53682" y="204307"/>
                    <a:pt x="62681" y="199974"/>
                    <a:pt x="71680" y="195808"/>
                  </a:cubicBezTo>
                  <a:cubicBezTo>
                    <a:pt x="80596" y="217056"/>
                    <a:pt x="94761" y="235137"/>
                    <a:pt x="107927" y="254136"/>
                  </a:cubicBezTo>
                  <a:cubicBezTo>
                    <a:pt x="125842" y="280050"/>
                    <a:pt x="147174" y="300548"/>
                    <a:pt x="171254" y="320630"/>
                  </a:cubicBezTo>
                  <a:cubicBezTo>
                    <a:pt x="214834" y="357043"/>
                    <a:pt x="267662" y="388290"/>
                    <a:pt x="325241" y="393873"/>
                  </a:cubicBezTo>
                  <a:cubicBezTo>
                    <a:pt x="385652" y="399706"/>
                    <a:pt x="453979" y="385124"/>
                    <a:pt x="503141" y="348294"/>
                  </a:cubicBezTo>
                  <a:cubicBezTo>
                    <a:pt x="550470" y="312797"/>
                    <a:pt x="574301" y="256052"/>
                    <a:pt x="579551" y="198474"/>
                  </a:cubicBezTo>
                  <a:cubicBezTo>
                    <a:pt x="582884" y="162727"/>
                    <a:pt x="572719" y="130980"/>
                    <a:pt x="562886" y="97150"/>
                  </a:cubicBezTo>
                  <a:cubicBezTo>
                    <a:pt x="555803" y="72735"/>
                    <a:pt x="548471" y="44654"/>
                    <a:pt x="530139" y="26073"/>
                  </a:cubicBezTo>
                  <a:cubicBezTo>
                    <a:pt x="540555" y="22073"/>
                    <a:pt x="559386" y="13574"/>
                    <a:pt x="564469" y="19740"/>
                  </a:cubicBezTo>
                  <a:cubicBezTo>
                    <a:pt x="567719" y="23740"/>
                    <a:pt x="569219" y="33406"/>
                    <a:pt x="571552" y="38405"/>
                  </a:cubicBezTo>
                  <a:cubicBezTo>
                    <a:pt x="575385" y="46571"/>
                    <a:pt x="579718" y="54320"/>
                    <a:pt x="583134" y="62736"/>
                  </a:cubicBezTo>
                  <a:cubicBezTo>
                    <a:pt x="607965" y="122731"/>
                    <a:pt x="630130" y="181226"/>
                    <a:pt x="619131" y="247136"/>
                  </a:cubicBezTo>
                  <a:lnTo>
                    <a:pt x="619131" y="247136"/>
                  </a:lnTo>
                  <a:close/>
                </a:path>
              </a:pathLst>
            </a:custGeom>
            <a:grpFill/>
            <a:ln w="8332" cap="flat">
              <a:noFill/>
              <a:prstDash val="solid"/>
              <a:miter/>
            </a:ln>
          </p:spPr>
          <p:txBody>
            <a:bodyPr rtlCol="0" anchor="ctr"/>
            <a:lstStyle/>
            <a:p>
              <a:endParaRPr lang="en-US"/>
            </a:p>
          </p:txBody>
        </p:sp>
        <p:sp>
          <p:nvSpPr>
            <p:cNvPr id="1512" name="Freeform: Shape 1511"/>
            <p:cNvSpPr/>
            <p:nvPr/>
          </p:nvSpPr>
          <p:spPr>
            <a:xfrm>
              <a:off x="5656478" y="637380"/>
              <a:ext cx="30930" cy="38028"/>
            </a:xfrm>
            <a:custGeom>
              <a:avLst/>
              <a:gdLst>
                <a:gd name="connsiteX0" fmla="*/ 21365 w 30930"/>
                <a:gd name="connsiteY0" fmla="*/ 1490 h 38028"/>
                <a:gd name="connsiteX1" fmla="*/ 8532 w 30930"/>
                <a:gd name="connsiteY1" fmla="*/ 15739 h 38028"/>
                <a:gd name="connsiteX2" fmla="*/ 367 w 30930"/>
                <a:gd name="connsiteY2" fmla="*/ 29487 h 38028"/>
                <a:gd name="connsiteX3" fmla="*/ 10616 w 30930"/>
                <a:gd name="connsiteY3" fmla="*/ 37403 h 38028"/>
                <a:gd name="connsiteX4" fmla="*/ 16699 w 30930"/>
                <a:gd name="connsiteY4" fmla="*/ 31487 h 38028"/>
                <a:gd name="connsiteX5" fmla="*/ 22031 w 30930"/>
                <a:gd name="connsiteY5" fmla="*/ 24988 h 38028"/>
                <a:gd name="connsiteX6" fmla="*/ 27114 w 30930"/>
                <a:gd name="connsiteY6" fmla="*/ 15489 h 38028"/>
                <a:gd name="connsiteX7" fmla="*/ 30864 w 30930"/>
                <a:gd name="connsiteY7" fmla="*/ 6989 h 38028"/>
                <a:gd name="connsiteX8" fmla="*/ 21365 w 30930"/>
                <a:gd name="connsiteY8" fmla="*/ 1490 h 38028"/>
                <a:gd name="connsiteX9" fmla="*/ 21365 w 30930"/>
                <a:gd name="connsiteY9" fmla="*/ 1490 h 38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930" h="38028">
                  <a:moveTo>
                    <a:pt x="21365" y="1490"/>
                  </a:moveTo>
                  <a:cubicBezTo>
                    <a:pt x="16199" y="5823"/>
                    <a:pt x="12866" y="10739"/>
                    <a:pt x="8532" y="15739"/>
                  </a:cubicBezTo>
                  <a:cubicBezTo>
                    <a:pt x="4866" y="19988"/>
                    <a:pt x="2117" y="24071"/>
                    <a:pt x="367" y="29487"/>
                  </a:cubicBezTo>
                  <a:cubicBezTo>
                    <a:pt x="-1716" y="35903"/>
                    <a:pt x="5533" y="39570"/>
                    <a:pt x="10616" y="37403"/>
                  </a:cubicBezTo>
                  <a:cubicBezTo>
                    <a:pt x="13449" y="36237"/>
                    <a:pt x="14782" y="33737"/>
                    <a:pt x="16699" y="31487"/>
                  </a:cubicBezTo>
                  <a:cubicBezTo>
                    <a:pt x="18032" y="29904"/>
                    <a:pt x="20448" y="27321"/>
                    <a:pt x="22031" y="24988"/>
                  </a:cubicBezTo>
                  <a:cubicBezTo>
                    <a:pt x="24031" y="21988"/>
                    <a:pt x="25531" y="18738"/>
                    <a:pt x="27114" y="15489"/>
                  </a:cubicBezTo>
                  <a:cubicBezTo>
                    <a:pt x="28364" y="12739"/>
                    <a:pt x="30364" y="10073"/>
                    <a:pt x="30864" y="6989"/>
                  </a:cubicBezTo>
                  <a:cubicBezTo>
                    <a:pt x="31614" y="1407"/>
                    <a:pt x="25864" y="-2176"/>
                    <a:pt x="21365" y="1490"/>
                  </a:cubicBezTo>
                  <a:lnTo>
                    <a:pt x="21365" y="1490"/>
                  </a:lnTo>
                  <a:close/>
                </a:path>
              </a:pathLst>
            </a:custGeom>
            <a:grpFill/>
            <a:ln w="8332" cap="flat">
              <a:noFill/>
              <a:prstDash val="solid"/>
              <a:miter/>
            </a:ln>
          </p:spPr>
          <p:txBody>
            <a:bodyPr rtlCol="0" anchor="ctr"/>
            <a:lstStyle/>
            <a:p>
              <a:endParaRPr lang="en-US"/>
            </a:p>
          </p:txBody>
        </p:sp>
        <p:sp>
          <p:nvSpPr>
            <p:cNvPr id="1513" name="Freeform: Shape 1512"/>
            <p:cNvSpPr/>
            <p:nvPr/>
          </p:nvSpPr>
          <p:spPr>
            <a:xfrm>
              <a:off x="5703528" y="659590"/>
              <a:ext cx="24255" cy="45664"/>
            </a:xfrm>
            <a:custGeom>
              <a:avLst/>
              <a:gdLst>
                <a:gd name="connsiteX0" fmla="*/ 14061 w 24255"/>
                <a:gd name="connsiteY0" fmla="*/ 3527 h 45664"/>
                <a:gd name="connsiteX1" fmla="*/ 1063 w 24255"/>
                <a:gd name="connsiteY1" fmla="*/ 28691 h 45664"/>
                <a:gd name="connsiteX2" fmla="*/ 8479 w 24255"/>
                <a:gd name="connsiteY2" fmla="*/ 45606 h 45664"/>
                <a:gd name="connsiteX3" fmla="*/ 15728 w 24255"/>
                <a:gd name="connsiteY3" fmla="*/ 38440 h 45664"/>
                <a:gd name="connsiteX4" fmla="*/ 15895 w 24255"/>
                <a:gd name="connsiteY4" fmla="*/ 37524 h 45664"/>
                <a:gd name="connsiteX5" fmla="*/ 16562 w 24255"/>
                <a:gd name="connsiteY5" fmla="*/ 33691 h 45664"/>
                <a:gd name="connsiteX6" fmla="*/ 17978 w 24255"/>
                <a:gd name="connsiteY6" fmla="*/ 27525 h 45664"/>
                <a:gd name="connsiteX7" fmla="*/ 24228 w 24255"/>
                <a:gd name="connsiteY7" fmla="*/ 4943 h 45664"/>
                <a:gd name="connsiteX8" fmla="*/ 14061 w 24255"/>
                <a:gd name="connsiteY8" fmla="*/ 3527 h 45664"/>
                <a:gd name="connsiteX9" fmla="*/ 14061 w 24255"/>
                <a:gd name="connsiteY9" fmla="*/ 3527 h 45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255" h="45664">
                  <a:moveTo>
                    <a:pt x="14061" y="3527"/>
                  </a:moveTo>
                  <a:cubicBezTo>
                    <a:pt x="10479" y="12359"/>
                    <a:pt x="4229" y="19609"/>
                    <a:pt x="1063" y="28691"/>
                  </a:cubicBezTo>
                  <a:cubicBezTo>
                    <a:pt x="-937" y="34441"/>
                    <a:pt x="-937" y="46606"/>
                    <a:pt x="8479" y="45606"/>
                  </a:cubicBezTo>
                  <a:cubicBezTo>
                    <a:pt x="11978" y="45190"/>
                    <a:pt x="15728" y="42023"/>
                    <a:pt x="15728" y="38440"/>
                  </a:cubicBezTo>
                  <a:cubicBezTo>
                    <a:pt x="15812" y="38107"/>
                    <a:pt x="15895" y="37857"/>
                    <a:pt x="15895" y="37524"/>
                  </a:cubicBezTo>
                  <a:cubicBezTo>
                    <a:pt x="16228" y="36274"/>
                    <a:pt x="16311" y="34941"/>
                    <a:pt x="16562" y="33691"/>
                  </a:cubicBezTo>
                  <a:cubicBezTo>
                    <a:pt x="16978" y="31608"/>
                    <a:pt x="17395" y="29525"/>
                    <a:pt x="17978" y="27525"/>
                  </a:cubicBezTo>
                  <a:cubicBezTo>
                    <a:pt x="20228" y="19859"/>
                    <a:pt x="23477" y="13026"/>
                    <a:pt x="24228" y="4943"/>
                  </a:cubicBezTo>
                  <a:cubicBezTo>
                    <a:pt x="24811" y="-1389"/>
                    <a:pt x="16062" y="-1389"/>
                    <a:pt x="14061" y="3527"/>
                  </a:cubicBezTo>
                  <a:lnTo>
                    <a:pt x="14061" y="3527"/>
                  </a:lnTo>
                  <a:close/>
                </a:path>
              </a:pathLst>
            </a:custGeom>
            <a:grpFill/>
            <a:ln w="8332" cap="flat">
              <a:noFill/>
              <a:prstDash val="solid"/>
              <a:miter/>
            </a:ln>
          </p:spPr>
          <p:txBody>
            <a:bodyPr rtlCol="0" anchor="ctr"/>
            <a:lstStyle/>
            <a:p>
              <a:endParaRPr lang="en-US"/>
            </a:p>
          </p:txBody>
        </p:sp>
        <p:sp>
          <p:nvSpPr>
            <p:cNvPr id="1514" name="Freeform: Shape 1513"/>
            <p:cNvSpPr/>
            <p:nvPr/>
          </p:nvSpPr>
          <p:spPr>
            <a:xfrm>
              <a:off x="5769648" y="670636"/>
              <a:ext cx="18144" cy="43825"/>
            </a:xfrm>
            <a:custGeom>
              <a:avLst/>
              <a:gdLst>
                <a:gd name="connsiteX0" fmla="*/ 17268 w 18144"/>
                <a:gd name="connsiteY0" fmla="*/ 32311 h 43825"/>
                <a:gd name="connsiteX1" fmla="*/ 16685 w 18144"/>
                <a:gd name="connsiteY1" fmla="*/ 20812 h 43825"/>
                <a:gd name="connsiteX2" fmla="*/ 15185 w 18144"/>
                <a:gd name="connsiteY2" fmla="*/ 5396 h 43825"/>
                <a:gd name="connsiteX3" fmla="*/ 4353 w 18144"/>
                <a:gd name="connsiteY3" fmla="*/ 3897 h 43825"/>
                <a:gd name="connsiteX4" fmla="*/ 1353 w 18144"/>
                <a:gd name="connsiteY4" fmla="*/ 14729 h 43825"/>
                <a:gd name="connsiteX5" fmla="*/ 270 w 18144"/>
                <a:gd name="connsiteY5" fmla="*/ 25728 h 43825"/>
                <a:gd name="connsiteX6" fmla="*/ 6769 w 18144"/>
                <a:gd name="connsiteY6" fmla="*/ 42810 h 43825"/>
                <a:gd name="connsiteX7" fmla="*/ 17268 w 18144"/>
                <a:gd name="connsiteY7" fmla="*/ 32311 h 43825"/>
                <a:gd name="connsiteX8" fmla="*/ 17268 w 18144"/>
                <a:gd name="connsiteY8" fmla="*/ 32311 h 4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144" h="43825">
                  <a:moveTo>
                    <a:pt x="17268" y="32311"/>
                  </a:moveTo>
                  <a:cubicBezTo>
                    <a:pt x="16518" y="30727"/>
                    <a:pt x="16935" y="23561"/>
                    <a:pt x="16685" y="20812"/>
                  </a:cubicBezTo>
                  <a:cubicBezTo>
                    <a:pt x="16185" y="15645"/>
                    <a:pt x="15685" y="10563"/>
                    <a:pt x="15185" y="5396"/>
                  </a:cubicBezTo>
                  <a:cubicBezTo>
                    <a:pt x="14685" y="-520"/>
                    <a:pt x="6103" y="-2353"/>
                    <a:pt x="4353" y="3897"/>
                  </a:cubicBezTo>
                  <a:cubicBezTo>
                    <a:pt x="3353" y="7563"/>
                    <a:pt x="1936" y="10896"/>
                    <a:pt x="1353" y="14729"/>
                  </a:cubicBezTo>
                  <a:cubicBezTo>
                    <a:pt x="853" y="18395"/>
                    <a:pt x="603" y="22061"/>
                    <a:pt x="270" y="25728"/>
                  </a:cubicBezTo>
                  <a:cubicBezTo>
                    <a:pt x="-480" y="32561"/>
                    <a:pt x="-63" y="39143"/>
                    <a:pt x="6769" y="42810"/>
                  </a:cubicBezTo>
                  <a:cubicBezTo>
                    <a:pt x="13852" y="46559"/>
                    <a:pt x="20601" y="39227"/>
                    <a:pt x="17268" y="32311"/>
                  </a:cubicBezTo>
                  <a:lnTo>
                    <a:pt x="17268" y="32311"/>
                  </a:lnTo>
                  <a:close/>
                </a:path>
              </a:pathLst>
            </a:custGeom>
            <a:grpFill/>
            <a:ln w="8332" cap="flat">
              <a:noFill/>
              <a:prstDash val="solid"/>
              <a:miter/>
            </a:ln>
          </p:spPr>
          <p:txBody>
            <a:bodyPr rtlCol="0" anchor="ctr"/>
            <a:lstStyle/>
            <a:p>
              <a:endParaRPr lang="en-US"/>
            </a:p>
          </p:txBody>
        </p:sp>
        <p:sp>
          <p:nvSpPr>
            <p:cNvPr id="1515" name="Freeform: Shape 1514"/>
            <p:cNvSpPr/>
            <p:nvPr/>
          </p:nvSpPr>
          <p:spPr>
            <a:xfrm>
              <a:off x="5823836" y="665587"/>
              <a:ext cx="33721" cy="35183"/>
            </a:xfrm>
            <a:custGeom>
              <a:avLst/>
              <a:gdLst>
                <a:gd name="connsiteX0" fmla="*/ 31574 w 33721"/>
                <a:gd name="connsiteY0" fmla="*/ 21112 h 35183"/>
                <a:gd name="connsiteX1" fmla="*/ 20908 w 33721"/>
                <a:gd name="connsiteY1" fmla="*/ 8696 h 35183"/>
                <a:gd name="connsiteX2" fmla="*/ 14909 w 33721"/>
                <a:gd name="connsiteY2" fmla="*/ 3530 h 35183"/>
                <a:gd name="connsiteX3" fmla="*/ 7160 w 33721"/>
                <a:gd name="connsiteY3" fmla="*/ 613 h 35183"/>
                <a:gd name="connsiteX4" fmla="*/ 1410 w 33721"/>
                <a:gd name="connsiteY4" fmla="*/ 8113 h 35183"/>
                <a:gd name="connsiteX5" fmla="*/ 7076 w 33721"/>
                <a:gd name="connsiteY5" fmla="*/ 12529 h 35183"/>
                <a:gd name="connsiteX6" fmla="*/ 11326 w 33721"/>
                <a:gd name="connsiteY6" fmla="*/ 18945 h 35183"/>
                <a:gd name="connsiteX7" fmla="*/ 20242 w 33721"/>
                <a:gd name="connsiteY7" fmla="*/ 32611 h 35183"/>
                <a:gd name="connsiteX8" fmla="*/ 31574 w 33721"/>
                <a:gd name="connsiteY8" fmla="*/ 21112 h 35183"/>
                <a:gd name="connsiteX9" fmla="*/ 31574 w 33721"/>
                <a:gd name="connsiteY9" fmla="*/ 21112 h 35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3721" h="35183">
                  <a:moveTo>
                    <a:pt x="31574" y="21112"/>
                  </a:moveTo>
                  <a:cubicBezTo>
                    <a:pt x="27908" y="17029"/>
                    <a:pt x="24575" y="12696"/>
                    <a:pt x="20908" y="8696"/>
                  </a:cubicBezTo>
                  <a:cubicBezTo>
                    <a:pt x="19159" y="6779"/>
                    <a:pt x="17158" y="4863"/>
                    <a:pt x="14909" y="3530"/>
                  </a:cubicBezTo>
                  <a:cubicBezTo>
                    <a:pt x="12492" y="2030"/>
                    <a:pt x="9576" y="1947"/>
                    <a:pt x="7160" y="613"/>
                  </a:cubicBezTo>
                  <a:cubicBezTo>
                    <a:pt x="2494" y="-1970"/>
                    <a:pt x="-2506" y="4196"/>
                    <a:pt x="1410" y="8113"/>
                  </a:cubicBezTo>
                  <a:cubicBezTo>
                    <a:pt x="3160" y="9779"/>
                    <a:pt x="5410" y="10862"/>
                    <a:pt x="7076" y="12529"/>
                  </a:cubicBezTo>
                  <a:cubicBezTo>
                    <a:pt x="8743" y="14362"/>
                    <a:pt x="10076" y="16779"/>
                    <a:pt x="11326" y="18945"/>
                  </a:cubicBezTo>
                  <a:cubicBezTo>
                    <a:pt x="14159" y="23695"/>
                    <a:pt x="16576" y="28444"/>
                    <a:pt x="20242" y="32611"/>
                  </a:cubicBezTo>
                  <a:cubicBezTo>
                    <a:pt x="27074" y="40360"/>
                    <a:pt x="38490" y="28861"/>
                    <a:pt x="31574" y="21112"/>
                  </a:cubicBezTo>
                  <a:lnTo>
                    <a:pt x="31574" y="21112"/>
                  </a:lnTo>
                  <a:close/>
                </a:path>
              </a:pathLst>
            </a:custGeom>
            <a:grpFill/>
            <a:ln w="8332" cap="flat">
              <a:noFill/>
              <a:prstDash val="solid"/>
              <a:miter/>
            </a:ln>
          </p:spPr>
          <p:txBody>
            <a:bodyPr rtlCol="0" anchor="ctr"/>
            <a:lstStyle/>
            <a:p>
              <a:endParaRPr lang="en-US"/>
            </a:p>
          </p:txBody>
        </p:sp>
        <p:sp>
          <p:nvSpPr>
            <p:cNvPr id="1516" name="Freeform: Shape 1515"/>
            <p:cNvSpPr/>
            <p:nvPr/>
          </p:nvSpPr>
          <p:spPr>
            <a:xfrm>
              <a:off x="5859790" y="629524"/>
              <a:ext cx="46695" cy="19304"/>
            </a:xfrm>
            <a:custGeom>
              <a:avLst/>
              <a:gdLst>
                <a:gd name="connsiteX0" fmla="*/ 43366 w 46695"/>
                <a:gd name="connsiteY0" fmla="*/ 6096 h 19304"/>
                <a:gd name="connsiteX1" fmla="*/ 24451 w 46695"/>
                <a:gd name="connsiteY1" fmla="*/ 2763 h 19304"/>
                <a:gd name="connsiteX2" fmla="*/ 6786 w 46695"/>
                <a:gd name="connsiteY2" fmla="*/ 97 h 19304"/>
                <a:gd name="connsiteX3" fmla="*/ 3869 w 46695"/>
                <a:gd name="connsiteY3" fmla="*/ 10512 h 19304"/>
                <a:gd name="connsiteX4" fmla="*/ 41783 w 46695"/>
                <a:gd name="connsiteY4" fmla="*/ 18595 h 19304"/>
                <a:gd name="connsiteX5" fmla="*/ 43366 w 46695"/>
                <a:gd name="connsiteY5" fmla="*/ 6096 h 19304"/>
                <a:gd name="connsiteX6" fmla="*/ 43366 w 46695"/>
                <a:gd name="connsiteY6" fmla="*/ 6096 h 19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695" h="19304">
                  <a:moveTo>
                    <a:pt x="43366" y="6096"/>
                  </a:moveTo>
                  <a:cubicBezTo>
                    <a:pt x="37116" y="3263"/>
                    <a:pt x="31200" y="3263"/>
                    <a:pt x="24451" y="2763"/>
                  </a:cubicBezTo>
                  <a:cubicBezTo>
                    <a:pt x="18368" y="2263"/>
                    <a:pt x="12702" y="1096"/>
                    <a:pt x="6786" y="97"/>
                  </a:cubicBezTo>
                  <a:cubicBezTo>
                    <a:pt x="36" y="-1070"/>
                    <a:pt x="-2963" y="8679"/>
                    <a:pt x="3869" y="10512"/>
                  </a:cubicBezTo>
                  <a:cubicBezTo>
                    <a:pt x="16618" y="13929"/>
                    <a:pt x="27951" y="21678"/>
                    <a:pt x="41783" y="18595"/>
                  </a:cubicBezTo>
                  <a:cubicBezTo>
                    <a:pt x="47116" y="17428"/>
                    <a:pt x="48782" y="8512"/>
                    <a:pt x="43366" y="6096"/>
                  </a:cubicBezTo>
                  <a:lnTo>
                    <a:pt x="43366" y="6096"/>
                  </a:lnTo>
                  <a:close/>
                </a:path>
              </a:pathLst>
            </a:custGeom>
            <a:grpFill/>
            <a:ln w="8332" cap="flat">
              <a:noFill/>
              <a:prstDash val="solid"/>
              <a:miter/>
            </a:ln>
          </p:spPr>
          <p:txBody>
            <a:bodyPr rtlCol="0" anchor="ctr"/>
            <a:lstStyle/>
            <a:p>
              <a:endParaRPr lang="en-US"/>
            </a:p>
          </p:txBody>
        </p:sp>
        <p:sp>
          <p:nvSpPr>
            <p:cNvPr id="1517" name="Freeform: Shape 1516"/>
            <p:cNvSpPr/>
            <p:nvPr/>
          </p:nvSpPr>
          <p:spPr>
            <a:xfrm>
              <a:off x="5867138" y="579955"/>
              <a:ext cx="47798" cy="16326"/>
            </a:xfrm>
            <a:custGeom>
              <a:avLst/>
              <a:gdLst>
                <a:gd name="connsiteX0" fmla="*/ 42184 w 47798"/>
                <a:gd name="connsiteY0" fmla="*/ 3 h 16326"/>
                <a:gd name="connsiteX1" fmla="*/ 26102 w 47798"/>
                <a:gd name="connsiteY1" fmla="*/ 3169 h 16326"/>
                <a:gd name="connsiteX2" fmla="*/ 2687 w 47798"/>
                <a:gd name="connsiteY2" fmla="*/ 7919 h 16326"/>
                <a:gd name="connsiteX3" fmla="*/ 2687 w 47798"/>
                <a:gd name="connsiteY3" fmla="*/ 15168 h 16326"/>
                <a:gd name="connsiteX4" fmla="*/ 30351 w 47798"/>
                <a:gd name="connsiteY4" fmla="*/ 15752 h 16326"/>
                <a:gd name="connsiteX5" fmla="*/ 47183 w 47798"/>
                <a:gd name="connsiteY5" fmla="*/ 8669 h 16326"/>
                <a:gd name="connsiteX6" fmla="*/ 42184 w 47798"/>
                <a:gd name="connsiteY6" fmla="*/ 3 h 16326"/>
                <a:gd name="connsiteX7" fmla="*/ 42184 w 47798"/>
                <a:gd name="connsiteY7" fmla="*/ 3 h 16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798" h="16326">
                  <a:moveTo>
                    <a:pt x="42184" y="3"/>
                  </a:moveTo>
                  <a:cubicBezTo>
                    <a:pt x="36517" y="-80"/>
                    <a:pt x="31602" y="1669"/>
                    <a:pt x="26102" y="3169"/>
                  </a:cubicBezTo>
                  <a:cubicBezTo>
                    <a:pt x="18436" y="5252"/>
                    <a:pt x="10520" y="6752"/>
                    <a:pt x="2687" y="7919"/>
                  </a:cubicBezTo>
                  <a:cubicBezTo>
                    <a:pt x="-896" y="8502"/>
                    <a:pt x="-896" y="14668"/>
                    <a:pt x="2687" y="15168"/>
                  </a:cubicBezTo>
                  <a:cubicBezTo>
                    <a:pt x="11853" y="16501"/>
                    <a:pt x="21102" y="16668"/>
                    <a:pt x="30351" y="15752"/>
                  </a:cubicBezTo>
                  <a:cubicBezTo>
                    <a:pt x="36351" y="15168"/>
                    <a:pt x="44267" y="15002"/>
                    <a:pt x="47183" y="8669"/>
                  </a:cubicBezTo>
                  <a:cubicBezTo>
                    <a:pt x="48933" y="4752"/>
                    <a:pt x="46850" y="3"/>
                    <a:pt x="42184" y="3"/>
                  </a:cubicBezTo>
                  <a:lnTo>
                    <a:pt x="42184" y="3"/>
                  </a:lnTo>
                  <a:close/>
                </a:path>
              </a:pathLst>
            </a:custGeom>
            <a:grpFill/>
            <a:ln w="8332" cap="flat">
              <a:noFill/>
              <a:prstDash val="solid"/>
              <a:miter/>
            </a:ln>
          </p:spPr>
          <p:txBody>
            <a:bodyPr rtlCol="0" anchor="ctr"/>
            <a:lstStyle/>
            <a:p>
              <a:endParaRPr lang="en-US"/>
            </a:p>
          </p:txBody>
        </p:sp>
        <p:sp>
          <p:nvSpPr>
            <p:cNvPr id="1518" name="Freeform: Shape 1517"/>
            <p:cNvSpPr/>
            <p:nvPr/>
          </p:nvSpPr>
          <p:spPr>
            <a:xfrm>
              <a:off x="5868440" y="548220"/>
              <a:ext cx="33355" cy="19689"/>
            </a:xfrm>
            <a:custGeom>
              <a:avLst/>
              <a:gdLst>
                <a:gd name="connsiteX0" fmla="*/ 24634 w 33355"/>
                <a:gd name="connsiteY0" fmla="*/ 74 h 19689"/>
                <a:gd name="connsiteX1" fmla="*/ 8386 w 33355"/>
                <a:gd name="connsiteY1" fmla="*/ 6907 h 19689"/>
                <a:gd name="connsiteX2" fmla="*/ 2386 w 33355"/>
                <a:gd name="connsiteY2" fmla="*/ 11407 h 19689"/>
                <a:gd name="connsiteX3" fmla="*/ 719 w 33355"/>
                <a:gd name="connsiteY3" fmla="*/ 13490 h 19689"/>
                <a:gd name="connsiteX4" fmla="*/ 303 w 33355"/>
                <a:gd name="connsiteY4" fmla="*/ 14990 h 19689"/>
                <a:gd name="connsiteX5" fmla="*/ 1136 w 33355"/>
                <a:gd name="connsiteY5" fmla="*/ 18323 h 19689"/>
                <a:gd name="connsiteX6" fmla="*/ 13468 w 33355"/>
                <a:gd name="connsiteY6" fmla="*/ 18739 h 19689"/>
                <a:gd name="connsiteX7" fmla="*/ 29883 w 33355"/>
                <a:gd name="connsiteY7" fmla="*/ 12490 h 19689"/>
                <a:gd name="connsiteX8" fmla="*/ 24634 w 33355"/>
                <a:gd name="connsiteY8" fmla="*/ 74 h 19689"/>
                <a:gd name="connsiteX9" fmla="*/ 24634 w 33355"/>
                <a:gd name="connsiteY9" fmla="*/ 74 h 19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3355" h="19689">
                  <a:moveTo>
                    <a:pt x="24634" y="74"/>
                  </a:moveTo>
                  <a:cubicBezTo>
                    <a:pt x="18551" y="908"/>
                    <a:pt x="13218" y="3158"/>
                    <a:pt x="8386" y="6907"/>
                  </a:cubicBezTo>
                  <a:cubicBezTo>
                    <a:pt x="6469" y="8407"/>
                    <a:pt x="4136" y="9657"/>
                    <a:pt x="2386" y="11407"/>
                  </a:cubicBezTo>
                  <a:cubicBezTo>
                    <a:pt x="1719" y="12073"/>
                    <a:pt x="1136" y="12740"/>
                    <a:pt x="719" y="13490"/>
                  </a:cubicBezTo>
                  <a:cubicBezTo>
                    <a:pt x="553" y="13740"/>
                    <a:pt x="-197" y="16240"/>
                    <a:pt x="303" y="14990"/>
                  </a:cubicBezTo>
                  <a:cubicBezTo>
                    <a:pt x="-281" y="16240"/>
                    <a:pt x="-30" y="17490"/>
                    <a:pt x="1136" y="18323"/>
                  </a:cubicBezTo>
                  <a:cubicBezTo>
                    <a:pt x="4052" y="20406"/>
                    <a:pt x="10219" y="19739"/>
                    <a:pt x="13468" y="18739"/>
                  </a:cubicBezTo>
                  <a:cubicBezTo>
                    <a:pt x="19051" y="17073"/>
                    <a:pt x="24801" y="15406"/>
                    <a:pt x="29883" y="12490"/>
                  </a:cubicBezTo>
                  <a:cubicBezTo>
                    <a:pt x="37133" y="8407"/>
                    <a:pt x="31884" y="-925"/>
                    <a:pt x="24634" y="74"/>
                  </a:cubicBezTo>
                  <a:lnTo>
                    <a:pt x="24634" y="74"/>
                  </a:lnTo>
                  <a:close/>
                </a:path>
              </a:pathLst>
            </a:custGeom>
            <a:grpFill/>
            <a:ln w="8332" cap="flat">
              <a:noFill/>
              <a:prstDash val="solid"/>
              <a:miter/>
            </a:ln>
          </p:spPr>
          <p:txBody>
            <a:bodyPr rtlCol="0" anchor="ctr"/>
            <a:lstStyle/>
            <a:p>
              <a:endParaRPr lang="en-US"/>
            </a:p>
          </p:txBody>
        </p:sp>
        <p:sp>
          <p:nvSpPr>
            <p:cNvPr id="1519" name="Freeform: Shape 1518"/>
            <p:cNvSpPr/>
            <p:nvPr/>
          </p:nvSpPr>
          <p:spPr>
            <a:xfrm>
              <a:off x="5642256" y="695894"/>
              <a:ext cx="29890" cy="42618"/>
            </a:xfrm>
            <a:custGeom>
              <a:avLst/>
              <a:gdLst>
                <a:gd name="connsiteX0" fmla="*/ 18172 w 29890"/>
                <a:gd name="connsiteY0" fmla="*/ 2970 h 42618"/>
                <a:gd name="connsiteX1" fmla="*/ 3006 w 29890"/>
                <a:gd name="connsiteY1" fmla="*/ 24384 h 42618"/>
                <a:gd name="connsiteX2" fmla="*/ 5673 w 29890"/>
                <a:gd name="connsiteY2" fmla="*/ 41883 h 42618"/>
                <a:gd name="connsiteX3" fmla="*/ 15172 w 29890"/>
                <a:gd name="connsiteY3" fmla="*/ 32717 h 42618"/>
                <a:gd name="connsiteX4" fmla="*/ 15339 w 29890"/>
                <a:gd name="connsiteY4" fmla="*/ 32384 h 42618"/>
                <a:gd name="connsiteX5" fmla="*/ 16755 w 29890"/>
                <a:gd name="connsiteY5" fmla="*/ 29884 h 42618"/>
                <a:gd name="connsiteX6" fmla="*/ 20589 w 29890"/>
                <a:gd name="connsiteY6" fmla="*/ 23301 h 42618"/>
                <a:gd name="connsiteX7" fmla="*/ 29004 w 29890"/>
                <a:gd name="connsiteY7" fmla="*/ 9302 h 42618"/>
                <a:gd name="connsiteX8" fmla="*/ 18172 w 29890"/>
                <a:gd name="connsiteY8" fmla="*/ 2970 h 42618"/>
                <a:gd name="connsiteX9" fmla="*/ 18172 w 29890"/>
                <a:gd name="connsiteY9" fmla="*/ 2970 h 42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890" h="42618">
                  <a:moveTo>
                    <a:pt x="18172" y="2970"/>
                  </a:moveTo>
                  <a:cubicBezTo>
                    <a:pt x="13506" y="10469"/>
                    <a:pt x="7923" y="17052"/>
                    <a:pt x="3006" y="24384"/>
                  </a:cubicBezTo>
                  <a:cubicBezTo>
                    <a:pt x="-993" y="30384"/>
                    <a:pt x="-1826" y="38216"/>
                    <a:pt x="5673" y="41883"/>
                  </a:cubicBezTo>
                  <a:cubicBezTo>
                    <a:pt x="11339" y="44716"/>
                    <a:pt x="18755" y="38883"/>
                    <a:pt x="15172" y="32717"/>
                  </a:cubicBezTo>
                  <a:cubicBezTo>
                    <a:pt x="15256" y="32634"/>
                    <a:pt x="15256" y="32550"/>
                    <a:pt x="15339" y="32384"/>
                  </a:cubicBezTo>
                  <a:cubicBezTo>
                    <a:pt x="15839" y="31550"/>
                    <a:pt x="16255" y="30717"/>
                    <a:pt x="16755" y="29884"/>
                  </a:cubicBezTo>
                  <a:cubicBezTo>
                    <a:pt x="18005" y="27717"/>
                    <a:pt x="19338" y="25468"/>
                    <a:pt x="20589" y="23301"/>
                  </a:cubicBezTo>
                  <a:cubicBezTo>
                    <a:pt x="23338" y="18635"/>
                    <a:pt x="26255" y="13969"/>
                    <a:pt x="29004" y="9302"/>
                  </a:cubicBezTo>
                  <a:cubicBezTo>
                    <a:pt x="33004" y="2303"/>
                    <a:pt x="22421" y="-3863"/>
                    <a:pt x="18172" y="2970"/>
                  </a:cubicBezTo>
                  <a:lnTo>
                    <a:pt x="18172" y="2970"/>
                  </a:lnTo>
                  <a:close/>
                </a:path>
              </a:pathLst>
            </a:custGeom>
            <a:grpFill/>
            <a:ln w="8332" cap="flat">
              <a:noFill/>
              <a:prstDash val="solid"/>
              <a:miter/>
            </a:ln>
          </p:spPr>
          <p:txBody>
            <a:bodyPr rtlCol="0" anchor="ctr"/>
            <a:lstStyle/>
            <a:p>
              <a:endParaRPr lang="en-US"/>
            </a:p>
          </p:txBody>
        </p:sp>
        <p:sp>
          <p:nvSpPr>
            <p:cNvPr id="1520" name="Freeform: Shape 1519"/>
            <p:cNvSpPr/>
            <p:nvPr/>
          </p:nvSpPr>
          <p:spPr>
            <a:xfrm>
              <a:off x="5712109" y="728031"/>
              <a:ext cx="22458" cy="44877"/>
            </a:xfrm>
            <a:custGeom>
              <a:avLst/>
              <a:gdLst>
                <a:gd name="connsiteX0" fmla="*/ 9313 w 22458"/>
                <a:gd name="connsiteY0" fmla="*/ 3247 h 44877"/>
                <a:gd name="connsiteX1" fmla="*/ 2897 w 22458"/>
                <a:gd name="connsiteY1" fmla="*/ 41827 h 44877"/>
                <a:gd name="connsiteX2" fmla="*/ 15146 w 22458"/>
                <a:gd name="connsiteY2" fmla="*/ 38494 h 44877"/>
                <a:gd name="connsiteX3" fmla="*/ 18062 w 22458"/>
                <a:gd name="connsiteY3" fmla="*/ 24662 h 44877"/>
                <a:gd name="connsiteX4" fmla="*/ 21979 w 22458"/>
                <a:gd name="connsiteY4" fmla="*/ 8580 h 44877"/>
                <a:gd name="connsiteX5" fmla="*/ 9313 w 22458"/>
                <a:gd name="connsiteY5" fmla="*/ 3247 h 44877"/>
                <a:gd name="connsiteX6" fmla="*/ 9313 w 22458"/>
                <a:gd name="connsiteY6" fmla="*/ 3247 h 44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458" h="44877">
                  <a:moveTo>
                    <a:pt x="9313" y="3247"/>
                  </a:moveTo>
                  <a:cubicBezTo>
                    <a:pt x="3814" y="13246"/>
                    <a:pt x="-4436" y="31161"/>
                    <a:pt x="2897" y="41827"/>
                  </a:cubicBezTo>
                  <a:cubicBezTo>
                    <a:pt x="6397" y="46993"/>
                    <a:pt x="15230" y="45410"/>
                    <a:pt x="15146" y="38494"/>
                  </a:cubicBezTo>
                  <a:cubicBezTo>
                    <a:pt x="15146" y="33911"/>
                    <a:pt x="17146" y="29161"/>
                    <a:pt x="18062" y="24662"/>
                  </a:cubicBezTo>
                  <a:cubicBezTo>
                    <a:pt x="19062" y="19162"/>
                    <a:pt x="19812" y="13913"/>
                    <a:pt x="21979" y="8580"/>
                  </a:cubicBezTo>
                  <a:cubicBezTo>
                    <a:pt x="24979" y="1247"/>
                    <a:pt x="13063" y="-3502"/>
                    <a:pt x="9313" y="3247"/>
                  </a:cubicBezTo>
                  <a:lnTo>
                    <a:pt x="9313" y="3247"/>
                  </a:lnTo>
                  <a:close/>
                </a:path>
              </a:pathLst>
            </a:custGeom>
            <a:grpFill/>
            <a:ln w="8332" cap="flat">
              <a:noFill/>
              <a:prstDash val="solid"/>
              <a:miter/>
            </a:ln>
          </p:spPr>
          <p:txBody>
            <a:bodyPr rtlCol="0" anchor="ctr"/>
            <a:lstStyle/>
            <a:p>
              <a:endParaRPr lang="en-US"/>
            </a:p>
          </p:txBody>
        </p:sp>
        <p:sp>
          <p:nvSpPr>
            <p:cNvPr id="1521" name="Freeform: Shape 1520"/>
            <p:cNvSpPr/>
            <p:nvPr/>
          </p:nvSpPr>
          <p:spPr>
            <a:xfrm>
              <a:off x="5782842" y="735222"/>
              <a:ext cx="19511" cy="39093"/>
            </a:xfrm>
            <a:custGeom>
              <a:avLst/>
              <a:gdLst>
                <a:gd name="connsiteX0" fmla="*/ 19406 w 19511"/>
                <a:gd name="connsiteY0" fmla="*/ 31636 h 39093"/>
                <a:gd name="connsiteX1" fmla="*/ 11407 w 19511"/>
                <a:gd name="connsiteY1" fmla="*/ 3139 h 39093"/>
                <a:gd name="connsiteX2" fmla="*/ 158 w 19511"/>
                <a:gd name="connsiteY2" fmla="*/ 7888 h 39093"/>
                <a:gd name="connsiteX3" fmla="*/ 12240 w 19511"/>
                <a:gd name="connsiteY3" fmla="*/ 38802 h 39093"/>
                <a:gd name="connsiteX4" fmla="*/ 19406 w 19511"/>
                <a:gd name="connsiteY4" fmla="*/ 31636 h 39093"/>
                <a:gd name="connsiteX5" fmla="*/ 19406 w 19511"/>
                <a:gd name="connsiteY5" fmla="*/ 31636 h 39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511" h="39093">
                  <a:moveTo>
                    <a:pt x="19406" y="31636"/>
                  </a:moveTo>
                  <a:cubicBezTo>
                    <a:pt x="17740" y="22220"/>
                    <a:pt x="15573" y="11721"/>
                    <a:pt x="11407" y="3139"/>
                  </a:cubicBezTo>
                  <a:cubicBezTo>
                    <a:pt x="8241" y="-3444"/>
                    <a:pt x="-1342" y="1389"/>
                    <a:pt x="158" y="7888"/>
                  </a:cubicBezTo>
                  <a:cubicBezTo>
                    <a:pt x="2574" y="19054"/>
                    <a:pt x="-2175" y="34219"/>
                    <a:pt x="12240" y="38802"/>
                  </a:cubicBezTo>
                  <a:cubicBezTo>
                    <a:pt x="16823" y="40302"/>
                    <a:pt x="20156" y="35719"/>
                    <a:pt x="19406" y="31636"/>
                  </a:cubicBezTo>
                  <a:lnTo>
                    <a:pt x="19406" y="31636"/>
                  </a:lnTo>
                  <a:close/>
                </a:path>
              </a:pathLst>
            </a:custGeom>
            <a:grpFill/>
            <a:ln w="8332" cap="flat">
              <a:noFill/>
              <a:prstDash val="solid"/>
              <a:miter/>
            </a:ln>
          </p:spPr>
          <p:txBody>
            <a:bodyPr rtlCol="0" anchor="ctr"/>
            <a:lstStyle/>
            <a:p>
              <a:endParaRPr lang="en-US"/>
            </a:p>
          </p:txBody>
        </p:sp>
        <p:sp>
          <p:nvSpPr>
            <p:cNvPr id="1522" name="Freeform: Shape 1521"/>
            <p:cNvSpPr/>
            <p:nvPr/>
          </p:nvSpPr>
          <p:spPr>
            <a:xfrm>
              <a:off x="5838922" y="727765"/>
              <a:ext cx="33929" cy="33127"/>
            </a:xfrm>
            <a:custGeom>
              <a:avLst/>
              <a:gdLst>
                <a:gd name="connsiteX0" fmla="*/ 33737 w 33929"/>
                <a:gd name="connsiteY0" fmla="*/ 24345 h 33127"/>
                <a:gd name="connsiteX1" fmla="*/ 20988 w 33929"/>
                <a:gd name="connsiteY1" fmla="*/ 10596 h 33127"/>
                <a:gd name="connsiteX2" fmla="*/ 7406 w 33929"/>
                <a:gd name="connsiteY2" fmla="*/ 763 h 33127"/>
                <a:gd name="connsiteX3" fmla="*/ 1406 w 33929"/>
                <a:gd name="connsiteY3" fmla="*/ 8513 h 33127"/>
                <a:gd name="connsiteX4" fmla="*/ 26988 w 33929"/>
                <a:gd name="connsiteY4" fmla="*/ 33094 h 33127"/>
                <a:gd name="connsiteX5" fmla="*/ 33737 w 33929"/>
                <a:gd name="connsiteY5" fmla="*/ 24345 h 33127"/>
                <a:gd name="connsiteX6" fmla="*/ 33737 w 33929"/>
                <a:gd name="connsiteY6" fmla="*/ 24345 h 33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929" h="33127">
                  <a:moveTo>
                    <a:pt x="33737" y="24345"/>
                  </a:moveTo>
                  <a:cubicBezTo>
                    <a:pt x="32237" y="18095"/>
                    <a:pt x="25904" y="14179"/>
                    <a:pt x="20988" y="10596"/>
                  </a:cubicBezTo>
                  <a:cubicBezTo>
                    <a:pt x="16488" y="7263"/>
                    <a:pt x="12072" y="3846"/>
                    <a:pt x="7406" y="763"/>
                  </a:cubicBezTo>
                  <a:cubicBezTo>
                    <a:pt x="2739" y="-2320"/>
                    <a:pt x="-2593" y="4680"/>
                    <a:pt x="1406" y="8513"/>
                  </a:cubicBezTo>
                  <a:cubicBezTo>
                    <a:pt x="10072" y="16679"/>
                    <a:pt x="13155" y="31844"/>
                    <a:pt x="26988" y="33094"/>
                  </a:cubicBezTo>
                  <a:cubicBezTo>
                    <a:pt x="31737" y="33594"/>
                    <a:pt x="34737" y="28428"/>
                    <a:pt x="33737" y="24345"/>
                  </a:cubicBezTo>
                  <a:lnTo>
                    <a:pt x="33737" y="24345"/>
                  </a:lnTo>
                  <a:close/>
                </a:path>
              </a:pathLst>
            </a:custGeom>
            <a:grpFill/>
            <a:ln w="8332" cap="flat">
              <a:noFill/>
              <a:prstDash val="solid"/>
              <a:miter/>
            </a:ln>
          </p:spPr>
          <p:txBody>
            <a:bodyPr rtlCol="0" anchor="ctr"/>
            <a:lstStyle/>
            <a:p>
              <a:endParaRPr lang="en-US"/>
            </a:p>
          </p:txBody>
        </p:sp>
        <p:sp>
          <p:nvSpPr>
            <p:cNvPr id="1523" name="Freeform: Shape 1522"/>
            <p:cNvSpPr/>
            <p:nvPr/>
          </p:nvSpPr>
          <p:spPr>
            <a:xfrm>
              <a:off x="5893220" y="683108"/>
              <a:ext cx="46065" cy="18057"/>
            </a:xfrm>
            <a:custGeom>
              <a:avLst/>
              <a:gdLst>
                <a:gd name="connsiteX0" fmla="*/ 36184 w 46065"/>
                <a:gd name="connsiteY0" fmla="*/ 1923 h 18057"/>
                <a:gd name="connsiteX1" fmla="*/ 7020 w 46065"/>
                <a:gd name="connsiteY1" fmla="*/ 90 h 18057"/>
                <a:gd name="connsiteX2" fmla="*/ 4020 w 46065"/>
                <a:gd name="connsiteY2" fmla="*/ 10839 h 18057"/>
                <a:gd name="connsiteX3" fmla="*/ 42100 w 46065"/>
                <a:gd name="connsiteY3" fmla="*/ 15922 h 18057"/>
                <a:gd name="connsiteX4" fmla="*/ 36184 w 46065"/>
                <a:gd name="connsiteY4" fmla="*/ 1923 h 18057"/>
                <a:gd name="connsiteX5" fmla="*/ 36184 w 46065"/>
                <a:gd name="connsiteY5" fmla="*/ 1923 h 18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065" h="18057">
                  <a:moveTo>
                    <a:pt x="36184" y="1923"/>
                  </a:moveTo>
                  <a:cubicBezTo>
                    <a:pt x="26518" y="3507"/>
                    <a:pt x="16519" y="1757"/>
                    <a:pt x="7020" y="90"/>
                  </a:cubicBezTo>
                  <a:cubicBezTo>
                    <a:pt x="20" y="-1076"/>
                    <a:pt x="-3063" y="9423"/>
                    <a:pt x="4020" y="10839"/>
                  </a:cubicBezTo>
                  <a:cubicBezTo>
                    <a:pt x="16769" y="13422"/>
                    <a:pt x="29268" y="22005"/>
                    <a:pt x="42100" y="15922"/>
                  </a:cubicBezTo>
                  <a:cubicBezTo>
                    <a:pt x="50516" y="11923"/>
                    <a:pt x="44100" y="590"/>
                    <a:pt x="36184" y="1923"/>
                  </a:cubicBezTo>
                  <a:lnTo>
                    <a:pt x="36184" y="1923"/>
                  </a:lnTo>
                  <a:close/>
                </a:path>
              </a:pathLst>
            </a:custGeom>
            <a:grpFill/>
            <a:ln w="8332" cap="flat">
              <a:noFill/>
              <a:prstDash val="solid"/>
              <a:miter/>
            </a:ln>
          </p:spPr>
          <p:txBody>
            <a:bodyPr rtlCol="0" anchor="ctr"/>
            <a:lstStyle/>
            <a:p>
              <a:endParaRPr lang="en-US"/>
            </a:p>
          </p:txBody>
        </p:sp>
        <p:sp>
          <p:nvSpPr>
            <p:cNvPr id="1524" name="Freeform: Shape 1523"/>
            <p:cNvSpPr/>
            <p:nvPr/>
          </p:nvSpPr>
          <p:spPr>
            <a:xfrm>
              <a:off x="5925518" y="621382"/>
              <a:ext cx="34163" cy="12244"/>
            </a:xfrm>
            <a:custGeom>
              <a:avLst/>
              <a:gdLst>
                <a:gd name="connsiteX0" fmla="*/ 30383 w 34163"/>
                <a:gd name="connsiteY0" fmla="*/ 656 h 12244"/>
                <a:gd name="connsiteX1" fmla="*/ 4969 w 34163"/>
                <a:gd name="connsiteY1" fmla="*/ 1489 h 12244"/>
                <a:gd name="connsiteX2" fmla="*/ 4969 w 34163"/>
                <a:gd name="connsiteY2" fmla="*/ 11822 h 12244"/>
                <a:gd name="connsiteX3" fmla="*/ 30383 w 34163"/>
                <a:gd name="connsiteY3" fmla="*/ 10738 h 12244"/>
                <a:gd name="connsiteX4" fmla="*/ 30383 w 34163"/>
                <a:gd name="connsiteY4" fmla="*/ 656 h 12244"/>
                <a:gd name="connsiteX5" fmla="*/ 30383 w 34163"/>
                <a:gd name="connsiteY5" fmla="*/ 656 h 12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163" h="12244">
                  <a:moveTo>
                    <a:pt x="30383" y="656"/>
                  </a:moveTo>
                  <a:cubicBezTo>
                    <a:pt x="21634" y="-844"/>
                    <a:pt x="13634" y="573"/>
                    <a:pt x="4969" y="1489"/>
                  </a:cubicBezTo>
                  <a:cubicBezTo>
                    <a:pt x="-1614" y="2156"/>
                    <a:pt x="-1698" y="11155"/>
                    <a:pt x="4969" y="11822"/>
                  </a:cubicBezTo>
                  <a:cubicBezTo>
                    <a:pt x="13634" y="12655"/>
                    <a:pt x="21884" y="12238"/>
                    <a:pt x="30383" y="10738"/>
                  </a:cubicBezTo>
                  <a:cubicBezTo>
                    <a:pt x="35382" y="9905"/>
                    <a:pt x="35466" y="1489"/>
                    <a:pt x="30383" y="656"/>
                  </a:cubicBezTo>
                  <a:lnTo>
                    <a:pt x="30383" y="656"/>
                  </a:lnTo>
                  <a:close/>
                </a:path>
              </a:pathLst>
            </a:custGeom>
            <a:grpFill/>
            <a:ln w="8332" cap="flat">
              <a:noFill/>
              <a:prstDash val="solid"/>
              <a:miter/>
            </a:ln>
          </p:spPr>
          <p:txBody>
            <a:bodyPr rtlCol="0" anchor="ctr"/>
            <a:lstStyle/>
            <a:p>
              <a:endParaRPr lang="en-US"/>
            </a:p>
          </p:txBody>
        </p:sp>
        <p:sp>
          <p:nvSpPr>
            <p:cNvPr id="1525" name="Freeform: Shape 1524"/>
            <p:cNvSpPr/>
            <p:nvPr/>
          </p:nvSpPr>
          <p:spPr>
            <a:xfrm>
              <a:off x="1847878" y="2342121"/>
              <a:ext cx="369137" cy="558127"/>
            </a:xfrm>
            <a:custGeom>
              <a:avLst/>
              <a:gdLst>
                <a:gd name="connsiteX0" fmla="*/ 313698 w 369137"/>
                <a:gd name="connsiteY0" fmla="*/ 121751 h 558127"/>
                <a:gd name="connsiteX1" fmla="*/ 262036 w 369137"/>
                <a:gd name="connsiteY1" fmla="*/ 98336 h 558127"/>
                <a:gd name="connsiteX2" fmla="*/ 199042 w 369137"/>
                <a:gd name="connsiteY2" fmla="*/ 98670 h 558127"/>
                <a:gd name="connsiteX3" fmla="*/ 180127 w 369137"/>
                <a:gd name="connsiteY3" fmla="*/ 102003 h 558127"/>
                <a:gd name="connsiteX4" fmla="*/ 171711 w 369137"/>
                <a:gd name="connsiteY4" fmla="*/ 90671 h 558127"/>
                <a:gd name="connsiteX5" fmla="*/ 162295 w 369137"/>
                <a:gd name="connsiteY5" fmla="*/ 50757 h 558127"/>
                <a:gd name="connsiteX6" fmla="*/ 157212 w 369137"/>
                <a:gd name="connsiteY6" fmla="*/ 16927 h 558127"/>
                <a:gd name="connsiteX7" fmla="*/ 150880 w 369137"/>
                <a:gd name="connsiteY7" fmla="*/ 1512 h 558127"/>
                <a:gd name="connsiteX8" fmla="*/ 115633 w 369137"/>
                <a:gd name="connsiteY8" fmla="*/ 19427 h 558127"/>
                <a:gd name="connsiteX9" fmla="*/ 107467 w 369137"/>
                <a:gd name="connsiteY9" fmla="*/ 59756 h 558127"/>
                <a:gd name="connsiteX10" fmla="*/ 118216 w 369137"/>
                <a:gd name="connsiteY10" fmla="*/ 91504 h 558127"/>
                <a:gd name="connsiteX11" fmla="*/ 127298 w 369137"/>
                <a:gd name="connsiteY11" fmla="*/ 115918 h 558127"/>
                <a:gd name="connsiteX12" fmla="*/ 117966 w 369137"/>
                <a:gd name="connsiteY12" fmla="*/ 116085 h 558127"/>
                <a:gd name="connsiteX13" fmla="*/ 106300 w 369137"/>
                <a:gd name="connsiteY13" fmla="*/ 121418 h 558127"/>
                <a:gd name="connsiteX14" fmla="*/ 93552 w 369137"/>
                <a:gd name="connsiteY14" fmla="*/ 129334 h 558127"/>
                <a:gd name="connsiteX15" fmla="*/ 76136 w 369137"/>
                <a:gd name="connsiteY15" fmla="*/ 142416 h 558127"/>
                <a:gd name="connsiteX16" fmla="*/ 69470 w 369137"/>
                <a:gd name="connsiteY16" fmla="*/ 147915 h 558127"/>
                <a:gd name="connsiteX17" fmla="*/ 53055 w 369137"/>
                <a:gd name="connsiteY17" fmla="*/ 163497 h 558127"/>
                <a:gd name="connsiteX18" fmla="*/ 2310 w 369137"/>
                <a:gd name="connsiteY18" fmla="*/ 254072 h 558127"/>
                <a:gd name="connsiteX19" fmla="*/ 5143 w 369137"/>
                <a:gd name="connsiteY19" fmla="*/ 275320 h 558127"/>
                <a:gd name="connsiteX20" fmla="*/ 16808 w 369137"/>
                <a:gd name="connsiteY20" fmla="*/ 272237 h 558127"/>
                <a:gd name="connsiteX21" fmla="*/ 18142 w 369137"/>
                <a:gd name="connsiteY21" fmla="*/ 323483 h 558127"/>
                <a:gd name="connsiteX22" fmla="*/ 49972 w 369137"/>
                <a:gd name="connsiteY22" fmla="*/ 401392 h 558127"/>
                <a:gd name="connsiteX23" fmla="*/ 181627 w 369137"/>
                <a:gd name="connsiteY23" fmla="*/ 529214 h 558127"/>
                <a:gd name="connsiteX24" fmla="*/ 260536 w 369137"/>
                <a:gd name="connsiteY24" fmla="*/ 557962 h 558127"/>
                <a:gd name="connsiteX25" fmla="*/ 323447 w 369137"/>
                <a:gd name="connsiteY25" fmla="*/ 515382 h 558127"/>
                <a:gd name="connsiteX26" fmla="*/ 369110 w 369137"/>
                <a:gd name="connsiteY26" fmla="*/ 349314 h 558127"/>
                <a:gd name="connsiteX27" fmla="*/ 359111 w 369137"/>
                <a:gd name="connsiteY27" fmla="*/ 244240 h 558127"/>
                <a:gd name="connsiteX28" fmla="*/ 328530 w 369137"/>
                <a:gd name="connsiteY28" fmla="*/ 161997 h 558127"/>
                <a:gd name="connsiteX29" fmla="*/ 337113 w 369137"/>
                <a:gd name="connsiteY29" fmla="*/ 163331 h 558127"/>
                <a:gd name="connsiteX30" fmla="*/ 342029 w 369137"/>
                <a:gd name="connsiteY30" fmla="*/ 156998 h 558127"/>
                <a:gd name="connsiteX31" fmla="*/ 313698 w 369137"/>
                <a:gd name="connsiteY31" fmla="*/ 121751 h 558127"/>
                <a:gd name="connsiteX32" fmla="*/ 313698 w 369137"/>
                <a:gd name="connsiteY32" fmla="*/ 121751 h 558127"/>
                <a:gd name="connsiteX33" fmla="*/ 352445 w 369137"/>
                <a:gd name="connsiteY33" fmla="*/ 309567 h 558127"/>
                <a:gd name="connsiteX34" fmla="*/ 332447 w 369137"/>
                <a:gd name="connsiteY34" fmla="*/ 464303 h 558127"/>
                <a:gd name="connsiteX35" fmla="*/ 285617 w 369137"/>
                <a:gd name="connsiteY35" fmla="*/ 530464 h 558127"/>
                <a:gd name="connsiteX36" fmla="*/ 243288 w 369137"/>
                <a:gd name="connsiteY36" fmla="*/ 540047 h 558127"/>
                <a:gd name="connsiteX37" fmla="*/ 208125 w 369137"/>
                <a:gd name="connsiteY37" fmla="*/ 525881 h 558127"/>
                <a:gd name="connsiteX38" fmla="*/ 139964 w 369137"/>
                <a:gd name="connsiteY38" fmla="*/ 484302 h 558127"/>
                <a:gd name="connsiteX39" fmla="*/ 81969 w 369137"/>
                <a:gd name="connsiteY39" fmla="*/ 425474 h 558127"/>
                <a:gd name="connsiteX40" fmla="*/ 35723 w 369137"/>
                <a:gd name="connsiteY40" fmla="*/ 343064 h 558127"/>
                <a:gd name="connsiteX41" fmla="*/ 26391 w 369137"/>
                <a:gd name="connsiteY41" fmla="*/ 298735 h 558127"/>
                <a:gd name="connsiteX42" fmla="*/ 24974 w 369137"/>
                <a:gd name="connsiteY42" fmla="*/ 263988 h 558127"/>
                <a:gd name="connsiteX43" fmla="*/ 66304 w 369137"/>
                <a:gd name="connsiteY43" fmla="*/ 219992 h 558127"/>
                <a:gd name="connsiteX44" fmla="*/ 88219 w 369137"/>
                <a:gd name="connsiteY44" fmla="*/ 202910 h 558127"/>
                <a:gd name="connsiteX45" fmla="*/ 82552 w 369137"/>
                <a:gd name="connsiteY45" fmla="*/ 223325 h 558127"/>
                <a:gd name="connsiteX46" fmla="*/ 80469 w 369137"/>
                <a:gd name="connsiteY46" fmla="*/ 276737 h 558127"/>
                <a:gd name="connsiteX47" fmla="*/ 90552 w 369137"/>
                <a:gd name="connsiteY47" fmla="*/ 278070 h 558127"/>
                <a:gd name="connsiteX48" fmla="*/ 122799 w 369137"/>
                <a:gd name="connsiteY48" fmla="*/ 229908 h 558127"/>
                <a:gd name="connsiteX49" fmla="*/ 137881 w 369137"/>
                <a:gd name="connsiteY49" fmla="*/ 200910 h 558127"/>
                <a:gd name="connsiteX50" fmla="*/ 143214 w 369137"/>
                <a:gd name="connsiteY50" fmla="*/ 190662 h 558127"/>
                <a:gd name="connsiteX51" fmla="*/ 146630 w 369137"/>
                <a:gd name="connsiteY51" fmla="*/ 220909 h 558127"/>
                <a:gd name="connsiteX52" fmla="*/ 156796 w 369137"/>
                <a:gd name="connsiteY52" fmla="*/ 261072 h 558127"/>
                <a:gd name="connsiteX53" fmla="*/ 167878 w 369137"/>
                <a:gd name="connsiteY53" fmla="*/ 261072 h 558127"/>
                <a:gd name="connsiteX54" fmla="*/ 176877 w 369137"/>
                <a:gd name="connsiteY54" fmla="*/ 221742 h 558127"/>
                <a:gd name="connsiteX55" fmla="*/ 176794 w 369137"/>
                <a:gd name="connsiteY55" fmla="*/ 174496 h 558127"/>
                <a:gd name="connsiteX56" fmla="*/ 194126 w 369137"/>
                <a:gd name="connsiteY56" fmla="*/ 189578 h 558127"/>
                <a:gd name="connsiteX57" fmla="*/ 213791 w 369137"/>
                <a:gd name="connsiteY57" fmla="*/ 210076 h 558127"/>
                <a:gd name="connsiteX58" fmla="*/ 240955 w 369137"/>
                <a:gd name="connsiteY58" fmla="*/ 238074 h 558127"/>
                <a:gd name="connsiteX59" fmla="*/ 249621 w 369137"/>
                <a:gd name="connsiteY59" fmla="*/ 231408 h 558127"/>
                <a:gd name="connsiteX60" fmla="*/ 234456 w 369137"/>
                <a:gd name="connsiteY60" fmla="*/ 187245 h 558127"/>
                <a:gd name="connsiteX61" fmla="*/ 224706 w 369137"/>
                <a:gd name="connsiteY61" fmla="*/ 163497 h 558127"/>
                <a:gd name="connsiteX62" fmla="*/ 219790 w 369137"/>
                <a:gd name="connsiteY62" fmla="*/ 152998 h 558127"/>
                <a:gd name="connsiteX63" fmla="*/ 257037 w 369137"/>
                <a:gd name="connsiteY63" fmla="*/ 172496 h 558127"/>
                <a:gd name="connsiteX64" fmla="*/ 300366 w 369137"/>
                <a:gd name="connsiteY64" fmla="*/ 199411 h 558127"/>
                <a:gd name="connsiteX65" fmla="*/ 308366 w 369137"/>
                <a:gd name="connsiteY65" fmla="*/ 191411 h 558127"/>
                <a:gd name="connsiteX66" fmla="*/ 283784 w 369137"/>
                <a:gd name="connsiteY66" fmla="*/ 155081 h 558127"/>
                <a:gd name="connsiteX67" fmla="*/ 262536 w 369137"/>
                <a:gd name="connsiteY67" fmla="*/ 131417 h 558127"/>
                <a:gd name="connsiteX68" fmla="*/ 300866 w 369137"/>
                <a:gd name="connsiteY68" fmla="*/ 147499 h 558127"/>
                <a:gd name="connsiteX69" fmla="*/ 312282 w 369137"/>
                <a:gd name="connsiteY69" fmla="*/ 153998 h 558127"/>
                <a:gd name="connsiteX70" fmla="*/ 352445 w 369137"/>
                <a:gd name="connsiteY70" fmla="*/ 309567 h 558127"/>
                <a:gd name="connsiteX71" fmla="*/ 352445 w 369137"/>
                <a:gd name="connsiteY71" fmla="*/ 309567 h 558127"/>
                <a:gd name="connsiteX72" fmla="*/ 314115 w 369137"/>
                <a:gd name="connsiteY72" fmla="*/ 142916 h 558127"/>
                <a:gd name="connsiteX73" fmla="*/ 287451 w 369137"/>
                <a:gd name="connsiteY73" fmla="*/ 130167 h 558127"/>
                <a:gd name="connsiteX74" fmla="*/ 251787 w 369137"/>
                <a:gd name="connsiteY74" fmla="*/ 120834 h 558127"/>
                <a:gd name="connsiteX75" fmla="*/ 247454 w 369137"/>
                <a:gd name="connsiteY75" fmla="*/ 128250 h 558127"/>
                <a:gd name="connsiteX76" fmla="*/ 268869 w 369137"/>
                <a:gd name="connsiteY76" fmla="*/ 155665 h 558127"/>
                <a:gd name="connsiteX77" fmla="*/ 284618 w 369137"/>
                <a:gd name="connsiteY77" fmla="*/ 177079 h 558127"/>
                <a:gd name="connsiteX78" fmla="*/ 261120 w 369137"/>
                <a:gd name="connsiteY78" fmla="*/ 162497 h 558127"/>
                <a:gd name="connsiteX79" fmla="*/ 212957 w 369137"/>
                <a:gd name="connsiteY79" fmla="*/ 138333 h 558127"/>
                <a:gd name="connsiteX80" fmla="*/ 205458 w 369137"/>
                <a:gd name="connsiteY80" fmla="*/ 144082 h 558127"/>
                <a:gd name="connsiteX81" fmla="*/ 218873 w 369137"/>
                <a:gd name="connsiteY81" fmla="*/ 181162 h 558127"/>
                <a:gd name="connsiteX82" fmla="*/ 231122 w 369137"/>
                <a:gd name="connsiteY82" fmla="*/ 211576 h 558127"/>
                <a:gd name="connsiteX83" fmla="*/ 226956 w 369137"/>
                <a:gd name="connsiteY83" fmla="*/ 206827 h 558127"/>
                <a:gd name="connsiteX84" fmla="*/ 204625 w 369137"/>
                <a:gd name="connsiteY84" fmla="*/ 184662 h 558127"/>
                <a:gd name="connsiteX85" fmla="*/ 169211 w 369137"/>
                <a:gd name="connsiteY85" fmla="*/ 162664 h 558127"/>
                <a:gd name="connsiteX86" fmla="*/ 165962 w 369137"/>
                <a:gd name="connsiteY86" fmla="*/ 166830 h 558127"/>
                <a:gd name="connsiteX87" fmla="*/ 164545 w 369137"/>
                <a:gd name="connsiteY87" fmla="*/ 208993 h 558127"/>
                <a:gd name="connsiteX88" fmla="*/ 162295 w 369137"/>
                <a:gd name="connsiteY88" fmla="*/ 239990 h 558127"/>
                <a:gd name="connsiteX89" fmla="*/ 158962 w 369137"/>
                <a:gd name="connsiteY89" fmla="*/ 213993 h 558127"/>
                <a:gd name="connsiteX90" fmla="*/ 154879 w 369137"/>
                <a:gd name="connsiteY90" fmla="*/ 172996 h 558127"/>
                <a:gd name="connsiteX91" fmla="*/ 147797 w 369137"/>
                <a:gd name="connsiteY91" fmla="*/ 165914 h 558127"/>
                <a:gd name="connsiteX92" fmla="*/ 138464 w 369137"/>
                <a:gd name="connsiteY92" fmla="*/ 173163 h 558127"/>
                <a:gd name="connsiteX93" fmla="*/ 122799 w 369137"/>
                <a:gd name="connsiteY93" fmla="*/ 201410 h 558127"/>
                <a:gd name="connsiteX94" fmla="*/ 89385 w 369137"/>
                <a:gd name="connsiteY94" fmla="*/ 260405 h 558127"/>
                <a:gd name="connsiteX95" fmla="*/ 96635 w 369137"/>
                <a:gd name="connsiteY95" fmla="*/ 222075 h 558127"/>
                <a:gd name="connsiteX96" fmla="*/ 113633 w 369137"/>
                <a:gd name="connsiteY96" fmla="*/ 183995 h 558127"/>
                <a:gd name="connsiteX97" fmla="*/ 106050 w 369137"/>
                <a:gd name="connsiteY97" fmla="*/ 174163 h 558127"/>
                <a:gd name="connsiteX98" fmla="*/ 44056 w 369137"/>
                <a:gd name="connsiteY98" fmla="*/ 224658 h 558127"/>
                <a:gd name="connsiteX99" fmla="*/ 20308 w 369137"/>
                <a:gd name="connsiteY99" fmla="*/ 251489 h 558127"/>
                <a:gd name="connsiteX100" fmla="*/ 15308 w 369137"/>
                <a:gd name="connsiteY100" fmla="*/ 258489 h 558127"/>
                <a:gd name="connsiteX101" fmla="*/ 13309 w 369137"/>
                <a:gd name="connsiteY101" fmla="*/ 258655 h 558127"/>
                <a:gd name="connsiteX102" fmla="*/ 18308 w 369137"/>
                <a:gd name="connsiteY102" fmla="*/ 241990 h 558127"/>
                <a:gd name="connsiteX103" fmla="*/ 58221 w 369137"/>
                <a:gd name="connsiteY103" fmla="*/ 174246 h 558127"/>
                <a:gd name="connsiteX104" fmla="*/ 78386 w 369137"/>
                <a:gd name="connsiteY104" fmla="*/ 153165 h 558127"/>
                <a:gd name="connsiteX105" fmla="*/ 101301 w 369137"/>
                <a:gd name="connsiteY105" fmla="*/ 139749 h 558127"/>
                <a:gd name="connsiteX106" fmla="*/ 128965 w 369137"/>
                <a:gd name="connsiteY106" fmla="*/ 129167 h 558127"/>
                <a:gd name="connsiteX107" fmla="*/ 139047 w 369137"/>
                <a:gd name="connsiteY107" fmla="*/ 126834 h 558127"/>
                <a:gd name="connsiteX108" fmla="*/ 141714 w 369137"/>
                <a:gd name="connsiteY108" fmla="*/ 120501 h 558127"/>
                <a:gd name="connsiteX109" fmla="*/ 125465 w 369137"/>
                <a:gd name="connsiteY109" fmla="*/ 77088 h 558127"/>
                <a:gd name="connsiteX110" fmla="*/ 115966 w 369137"/>
                <a:gd name="connsiteY110" fmla="*/ 48091 h 558127"/>
                <a:gd name="connsiteX111" fmla="*/ 128382 w 369137"/>
                <a:gd name="connsiteY111" fmla="*/ 21760 h 558127"/>
                <a:gd name="connsiteX112" fmla="*/ 146963 w 369137"/>
                <a:gd name="connsiteY112" fmla="*/ 16344 h 558127"/>
                <a:gd name="connsiteX113" fmla="*/ 150380 w 369137"/>
                <a:gd name="connsiteY113" fmla="*/ 43841 h 558127"/>
                <a:gd name="connsiteX114" fmla="*/ 161879 w 369137"/>
                <a:gd name="connsiteY114" fmla="*/ 100919 h 558127"/>
                <a:gd name="connsiteX115" fmla="*/ 178711 w 369137"/>
                <a:gd name="connsiteY115" fmla="*/ 114918 h 558127"/>
                <a:gd name="connsiteX116" fmla="*/ 238788 w 369137"/>
                <a:gd name="connsiteY116" fmla="*/ 108002 h 558127"/>
                <a:gd name="connsiteX117" fmla="*/ 290950 w 369137"/>
                <a:gd name="connsiteY117" fmla="*/ 122168 h 558127"/>
                <a:gd name="connsiteX118" fmla="*/ 313615 w 369137"/>
                <a:gd name="connsiteY118" fmla="*/ 138083 h 558127"/>
                <a:gd name="connsiteX119" fmla="*/ 324781 w 369137"/>
                <a:gd name="connsiteY119" fmla="*/ 149082 h 558127"/>
                <a:gd name="connsiteX120" fmla="*/ 314115 w 369137"/>
                <a:gd name="connsiteY120" fmla="*/ 142916 h 558127"/>
                <a:gd name="connsiteX121" fmla="*/ 314115 w 369137"/>
                <a:gd name="connsiteY121" fmla="*/ 142916 h 558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369137" h="558127">
                  <a:moveTo>
                    <a:pt x="313698" y="121751"/>
                  </a:moveTo>
                  <a:cubicBezTo>
                    <a:pt x="298783" y="110002"/>
                    <a:pt x="280701" y="101669"/>
                    <a:pt x="262036" y="98336"/>
                  </a:cubicBezTo>
                  <a:cubicBezTo>
                    <a:pt x="240538" y="94503"/>
                    <a:pt x="220623" y="94587"/>
                    <a:pt x="199042" y="98670"/>
                  </a:cubicBezTo>
                  <a:cubicBezTo>
                    <a:pt x="193709" y="99670"/>
                    <a:pt x="185543" y="103086"/>
                    <a:pt x="180127" y="102003"/>
                  </a:cubicBezTo>
                  <a:cubicBezTo>
                    <a:pt x="173794" y="100753"/>
                    <a:pt x="173378" y="96670"/>
                    <a:pt x="171711" y="90671"/>
                  </a:cubicBezTo>
                  <a:cubicBezTo>
                    <a:pt x="168128" y="77505"/>
                    <a:pt x="164795" y="64256"/>
                    <a:pt x="162295" y="50757"/>
                  </a:cubicBezTo>
                  <a:cubicBezTo>
                    <a:pt x="160295" y="39508"/>
                    <a:pt x="159129" y="28176"/>
                    <a:pt x="157212" y="16927"/>
                  </a:cubicBezTo>
                  <a:cubicBezTo>
                    <a:pt x="156296" y="11428"/>
                    <a:pt x="156129" y="4928"/>
                    <a:pt x="150880" y="1512"/>
                  </a:cubicBezTo>
                  <a:cubicBezTo>
                    <a:pt x="140381" y="-5321"/>
                    <a:pt x="122299" y="12844"/>
                    <a:pt x="115633" y="19427"/>
                  </a:cubicBezTo>
                  <a:cubicBezTo>
                    <a:pt x="103884" y="31009"/>
                    <a:pt x="103717" y="44508"/>
                    <a:pt x="107467" y="59756"/>
                  </a:cubicBezTo>
                  <a:cubicBezTo>
                    <a:pt x="110133" y="70589"/>
                    <a:pt x="114383" y="81005"/>
                    <a:pt x="118216" y="91504"/>
                  </a:cubicBezTo>
                  <a:cubicBezTo>
                    <a:pt x="120882" y="98670"/>
                    <a:pt x="125382" y="107752"/>
                    <a:pt x="127298" y="115918"/>
                  </a:cubicBezTo>
                  <a:cubicBezTo>
                    <a:pt x="124132" y="115835"/>
                    <a:pt x="119883" y="115585"/>
                    <a:pt x="117966" y="116085"/>
                  </a:cubicBezTo>
                  <a:cubicBezTo>
                    <a:pt x="113716" y="117168"/>
                    <a:pt x="109883" y="119084"/>
                    <a:pt x="106300" y="121418"/>
                  </a:cubicBezTo>
                  <a:cubicBezTo>
                    <a:pt x="102134" y="123418"/>
                    <a:pt x="98051" y="126084"/>
                    <a:pt x="93552" y="129334"/>
                  </a:cubicBezTo>
                  <a:cubicBezTo>
                    <a:pt x="87635" y="133583"/>
                    <a:pt x="81803" y="137916"/>
                    <a:pt x="76136" y="142416"/>
                  </a:cubicBezTo>
                  <a:cubicBezTo>
                    <a:pt x="73803" y="144166"/>
                    <a:pt x="71637" y="145999"/>
                    <a:pt x="69470" y="147915"/>
                  </a:cubicBezTo>
                  <a:cubicBezTo>
                    <a:pt x="63721" y="152832"/>
                    <a:pt x="58221" y="157914"/>
                    <a:pt x="53055" y="163497"/>
                  </a:cubicBezTo>
                  <a:cubicBezTo>
                    <a:pt x="29391" y="188995"/>
                    <a:pt x="11559" y="220742"/>
                    <a:pt x="2310" y="254072"/>
                  </a:cubicBezTo>
                  <a:cubicBezTo>
                    <a:pt x="643" y="260155"/>
                    <a:pt x="-3106" y="271904"/>
                    <a:pt x="5143" y="275320"/>
                  </a:cubicBezTo>
                  <a:cubicBezTo>
                    <a:pt x="8892" y="276904"/>
                    <a:pt x="13142" y="274987"/>
                    <a:pt x="16808" y="272237"/>
                  </a:cubicBezTo>
                  <a:cubicBezTo>
                    <a:pt x="13975" y="289319"/>
                    <a:pt x="15892" y="308901"/>
                    <a:pt x="18142" y="323483"/>
                  </a:cubicBezTo>
                  <a:cubicBezTo>
                    <a:pt x="22558" y="351397"/>
                    <a:pt x="35973" y="377228"/>
                    <a:pt x="49972" y="401392"/>
                  </a:cubicBezTo>
                  <a:cubicBezTo>
                    <a:pt x="81469" y="456054"/>
                    <a:pt x="126465" y="498967"/>
                    <a:pt x="181627" y="529214"/>
                  </a:cubicBezTo>
                  <a:cubicBezTo>
                    <a:pt x="205041" y="542046"/>
                    <a:pt x="232706" y="560045"/>
                    <a:pt x="260536" y="557962"/>
                  </a:cubicBezTo>
                  <a:cubicBezTo>
                    <a:pt x="286201" y="555962"/>
                    <a:pt x="308949" y="535214"/>
                    <a:pt x="323447" y="515382"/>
                  </a:cubicBezTo>
                  <a:cubicBezTo>
                    <a:pt x="357861" y="468470"/>
                    <a:pt x="368610" y="406142"/>
                    <a:pt x="369110" y="349314"/>
                  </a:cubicBezTo>
                  <a:cubicBezTo>
                    <a:pt x="369443" y="313650"/>
                    <a:pt x="366777" y="279070"/>
                    <a:pt x="359111" y="244240"/>
                  </a:cubicBezTo>
                  <a:cubicBezTo>
                    <a:pt x="352861" y="215576"/>
                    <a:pt x="343946" y="186828"/>
                    <a:pt x="328530" y="161997"/>
                  </a:cubicBezTo>
                  <a:cubicBezTo>
                    <a:pt x="331363" y="162830"/>
                    <a:pt x="334196" y="163331"/>
                    <a:pt x="337113" y="163331"/>
                  </a:cubicBezTo>
                  <a:cubicBezTo>
                    <a:pt x="340196" y="163331"/>
                    <a:pt x="342362" y="159747"/>
                    <a:pt x="342029" y="156998"/>
                  </a:cubicBezTo>
                  <a:cubicBezTo>
                    <a:pt x="340529" y="143666"/>
                    <a:pt x="323281" y="129334"/>
                    <a:pt x="313698" y="121751"/>
                  </a:cubicBezTo>
                  <a:lnTo>
                    <a:pt x="313698" y="121751"/>
                  </a:lnTo>
                  <a:close/>
                  <a:moveTo>
                    <a:pt x="352445" y="309567"/>
                  </a:moveTo>
                  <a:cubicBezTo>
                    <a:pt x="355361" y="361313"/>
                    <a:pt x="352945" y="416141"/>
                    <a:pt x="332447" y="464303"/>
                  </a:cubicBezTo>
                  <a:cubicBezTo>
                    <a:pt x="321531" y="489968"/>
                    <a:pt x="309032" y="514049"/>
                    <a:pt x="285617" y="530464"/>
                  </a:cubicBezTo>
                  <a:cubicBezTo>
                    <a:pt x="272285" y="539880"/>
                    <a:pt x="259620" y="544546"/>
                    <a:pt x="243288" y="540047"/>
                  </a:cubicBezTo>
                  <a:cubicBezTo>
                    <a:pt x="231206" y="536714"/>
                    <a:pt x="219290" y="531547"/>
                    <a:pt x="208125" y="525881"/>
                  </a:cubicBezTo>
                  <a:cubicBezTo>
                    <a:pt x="184377" y="513799"/>
                    <a:pt x="160629" y="501300"/>
                    <a:pt x="139964" y="484302"/>
                  </a:cubicBezTo>
                  <a:cubicBezTo>
                    <a:pt x="118466" y="466553"/>
                    <a:pt x="98968" y="447805"/>
                    <a:pt x="81969" y="425474"/>
                  </a:cubicBezTo>
                  <a:cubicBezTo>
                    <a:pt x="63137" y="400892"/>
                    <a:pt x="46389" y="372062"/>
                    <a:pt x="35723" y="343064"/>
                  </a:cubicBezTo>
                  <a:cubicBezTo>
                    <a:pt x="30474" y="328649"/>
                    <a:pt x="27474" y="314067"/>
                    <a:pt x="26391" y="298735"/>
                  </a:cubicBezTo>
                  <a:cubicBezTo>
                    <a:pt x="25641" y="288403"/>
                    <a:pt x="24058" y="275487"/>
                    <a:pt x="24974" y="263988"/>
                  </a:cubicBezTo>
                  <a:cubicBezTo>
                    <a:pt x="38223" y="248490"/>
                    <a:pt x="50305" y="233074"/>
                    <a:pt x="66304" y="219992"/>
                  </a:cubicBezTo>
                  <a:cubicBezTo>
                    <a:pt x="73470" y="214159"/>
                    <a:pt x="80803" y="208493"/>
                    <a:pt x="88219" y="202910"/>
                  </a:cubicBezTo>
                  <a:cubicBezTo>
                    <a:pt x="85969" y="209826"/>
                    <a:pt x="84219" y="216909"/>
                    <a:pt x="82552" y="223325"/>
                  </a:cubicBezTo>
                  <a:cubicBezTo>
                    <a:pt x="78720" y="238157"/>
                    <a:pt x="69720" y="263072"/>
                    <a:pt x="80469" y="276737"/>
                  </a:cubicBezTo>
                  <a:cubicBezTo>
                    <a:pt x="82969" y="279987"/>
                    <a:pt x="87302" y="280237"/>
                    <a:pt x="90552" y="278070"/>
                  </a:cubicBezTo>
                  <a:cubicBezTo>
                    <a:pt x="106467" y="267571"/>
                    <a:pt x="114466" y="246323"/>
                    <a:pt x="122799" y="229908"/>
                  </a:cubicBezTo>
                  <a:cubicBezTo>
                    <a:pt x="127715" y="220159"/>
                    <a:pt x="132631" y="210493"/>
                    <a:pt x="137881" y="200910"/>
                  </a:cubicBezTo>
                  <a:cubicBezTo>
                    <a:pt x="138797" y="199327"/>
                    <a:pt x="140964" y="195078"/>
                    <a:pt x="143214" y="190662"/>
                  </a:cubicBezTo>
                  <a:cubicBezTo>
                    <a:pt x="144047" y="200744"/>
                    <a:pt x="145463" y="210910"/>
                    <a:pt x="146630" y="220909"/>
                  </a:cubicBezTo>
                  <a:cubicBezTo>
                    <a:pt x="148130" y="234574"/>
                    <a:pt x="148130" y="249823"/>
                    <a:pt x="156796" y="261072"/>
                  </a:cubicBezTo>
                  <a:cubicBezTo>
                    <a:pt x="159712" y="264905"/>
                    <a:pt x="164878" y="264322"/>
                    <a:pt x="167878" y="261072"/>
                  </a:cubicBezTo>
                  <a:cubicBezTo>
                    <a:pt x="176627" y="251489"/>
                    <a:pt x="176044" y="233824"/>
                    <a:pt x="176877" y="221742"/>
                  </a:cubicBezTo>
                  <a:cubicBezTo>
                    <a:pt x="177294" y="216076"/>
                    <a:pt x="174544" y="175413"/>
                    <a:pt x="176794" y="174496"/>
                  </a:cubicBezTo>
                  <a:cubicBezTo>
                    <a:pt x="179460" y="173413"/>
                    <a:pt x="192126" y="187662"/>
                    <a:pt x="194126" y="189578"/>
                  </a:cubicBezTo>
                  <a:cubicBezTo>
                    <a:pt x="200875" y="196244"/>
                    <a:pt x="207375" y="203160"/>
                    <a:pt x="213791" y="210076"/>
                  </a:cubicBezTo>
                  <a:cubicBezTo>
                    <a:pt x="221790" y="218659"/>
                    <a:pt x="230456" y="232574"/>
                    <a:pt x="240955" y="238074"/>
                  </a:cubicBezTo>
                  <a:cubicBezTo>
                    <a:pt x="245121" y="240240"/>
                    <a:pt x="250371" y="235824"/>
                    <a:pt x="249621" y="231408"/>
                  </a:cubicBezTo>
                  <a:cubicBezTo>
                    <a:pt x="246871" y="215992"/>
                    <a:pt x="240288" y="201660"/>
                    <a:pt x="234456" y="187245"/>
                  </a:cubicBezTo>
                  <a:cubicBezTo>
                    <a:pt x="231289" y="179329"/>
                    <a:pt x="227873" y="171413"/>
                    <a:pt x="224706" y="163497"/>
                  </a:cubicBezTo>
                  <a:cubicBezTo>
                    <a:pt x="223373" y="160164"/>
                    <a:pt x="221457" y="156581"/>
                    <a:pt x="219790" y="152998"/>
                  </a:cubicBezTo>
                  <a:cubicBezTo>
                    <a:pt x="232539" y="158748"/>
                    <a:pt x="244788" y="165830"/>
                    <a:pt x="257037" y="172496"/>
                  </a:cubicBezTo>
                  <a:cubicBezTo>
                    <a:pt x="271869" y="180579"/>
                    <a:pt x="284951" y="192828"/>
                    <a:pt x="300366" y="199411"/>
                  </a:cubicBezTo>
                  <a:cubicBezTo>
                    <a:pt x="304949" y="201327"/>
                    <a:pt x="310782" y="196244"/>
                    <a:pt x="308366" y="191411"/>
                  </a:cubicBezTo>
                  <a:cubicBezTo>
                    <a:pt x="301866" y="178496"/>
                    <a:pt x="292283" y="166747"/>
                    <a:pt x="283784" y="155081"/>
                  </a:cubicBezTo>
                  <a:cubicBezTo>
                    <a:pt x="277951" y="146999"/>
                    <a:pt x="269036" y="139583"/>
                    <a:pt x="262536" y="131417"/>
                  </a:cubicBezTo>
                  <a:cubicBezTo>
                    <a:pt x="275535" y="133416"/>
                    <a:pt x="291450" y="142832"/>
                    <a:pt x="300866" y="147499"/>
                  </a:cubicBezTo>
                  <a:cubicBezTo>
                    <a:pt x="304616" y="149332"/>
                    <a:pt x="308366" y="151665"/>
                    <a:pt x="312282" y="153998"/>
                  </a:cubicBezTo>
                  <a:cubicBezTo>
                    <a:pt x="334697" y="202244"/>
                    <a:pt x="349529" y="256489"/>
                    <a:pt x="352445" y="309567"/>
                  </a:cubicBezTo>
                  <a:lnTo>
                    <a:pt x="352445" y="309567"/>
                  </a:lnTo>
                  <a:close/>
                  <a:moveTo>
                    <a:pt x="314115" y="142916"/>
                  </a:moveTo>
                  <a:cubicBezTo>
                    <a:pt x="305283" y="138499"/>
                    <a:pt x="296533" y="134000"/>
                    <a:pt x="287451" y="130167"/>
                  </a:cubicBezTo>
                  <a:cubicBezTo>
                    <a:pt x="277035" y="125751"/>
                    <a:pt x="263369" y="118584"/>
                    <a:pt x="251787" y="120834"/>
                  </a:cubicBezTo>
                  <a:cubicBezTo>
                    <a:pt x="248537" y="121501"/>
                    <a:pt x="245788" y="124917"/>
                    <a:pt x="247454" y="128250"/>
                  </a:cubicBezTo>
                  <a:cubicBezTo>
                    <a:pt x="252287" y="138333"/>
                    <a:pt x="262286" y="146582"/>
                    <a:pt x="268869" y="155665"/>
                  </a:cubicBezTo>
                  <a:cubicBezTo>
                    <a:pt x="273869" y="162581"/>
                    <a:pt x="279368" y="169747"/>
                    <a:pt x="284618" y="177079"/>
                  </a:cubicBezTo>
                  <a:cubicBezTo>
                    <a:pt x="276785" y="171996"/>
                    <a:pt x="269119" y="166664"/>
                    <a:pt x="261120" y="162497"/>
                  </a:cubicBezTo>
                  <a:cubicBezTo>
                    <a:pt x="245288" y="154331"/>
                    <a:pt x="229373" y="145165"/>
                    <a:pt x="212957" y="138333"/>
                  </a:cubicBezTo>
                  <a:cubicBezTo>
                    <a:pt x="209041" y="136750"/>
                    <a:pt x="205041" y="140083"/>
                    <a:pt x="205458" y="144082"/>
                  </a:cubicBezTo>
                  <a:cubicBezTo>
                    <a:pt x="206708" y="156248"/>
                    <a:pt x="214374" y="169830"/>
                    <a:pt x="218873" y="181162"/>
                  </a:cubicBezTo>
                  <a:cubicBezTo>
                    <a:pt x="222790" y="191078"/>
                    <a:pt x="227456" y="201244"/>
                    <a:pt x="231122" y="211576"/>
                  </a:cubicBezTo>
                  <a:cubicBezTo>
                    <a:pt x="229623" y="209743"/>
                    <a:pt x="228206" y="208077"/>
                    <a:pt x="226956" y="206827"/>
                  </a:cubicBezTo>
                  <a:cubicBezTo>
                    <a:pt x="219623" y="199327"/>
                    <a:pt x="212291" y="191828"/>
                    <a:pt x="204625" y="184662"/>
                  </a:cubicBezTo>
                  <a:cubicBezTo>
                    <a:pt x="196626" y="177079"/>
                    <a:pt x="181794" y="158914"/>
                    <a:pt x="169211" y="162664"/>
                  </a:cubicBezTo>
                  <a:cubicBezTo>
                    <a:pt x="167378" y="163247"/>
                    <a:pt x="166378" y="165080"/>
                    <a:pt x="165962" y="166830"/>
                  </a:cubicBezTo>
                  <a:cubicBezTo>
                    <a:pt x="162878" y="180079"/>
                    <a:pt x="165212" y="195411"/>
                    <a:pt x="164545" y="208993"/>
                  </a:cubicBezTo>
                  <a:cubicBezTo>
                    <a:pt x="164212" y="216659"/>
                    <a:pt x="164462" y="229575"/>
                    <a:pt x="162295" y="239990"/>
                  </a:cubicBezTo>
                  <a:cubicBezTo>
                    <a:pt x="160295" y="231408"/>
                    <a:pt x="160045" y="221742"/>
                    <a:pt x="158962" y="213993"/>
                  </a:cubicBezTo>
                  <a:cubicBezTo>
                    <a:pt x="157129" y="200494"/>
                    <a:pt x="154463" y="186745"/>
                    <a:pt x="154879" y="172996"/>
                  </a:cubicBezTo>
                  <a:cubicBezTo>
                    <a:pt x="155046" y="168747"/>
                    <a:pt x="152130" y="165664"/>
                    <a:pt x="147797" y="165914"/>
                  </a:cubicBezTo>
                  <a:cubicBezTo>
                    <a:pt x="142797" y="166164"/>
                    <a:pt x="141047" y="169163"/>
                    <a:pt x="138464" y="173163"/>
                  </a:cubicBezTo>
                  <a:cubicBezTo>
                    <a:pt x="132715" y="181996"/>
                    <a:pt x="127965" y="192161"/>
                    <a:pt x="122799" y="201410"/>
                  </a:cubicBezTo>
                  <a:cubicBezTo>
                    <a:pt x="113216" y="218742"/>
                    <a:pt x="104384" y="245323"/>
                    <a:pt x="89385" y="260405"/>
                  </a:cubicBezTo>
                  <a:cubicBezTo>
                    <a:pt x="88552" y="248406"/>
                    <a:pt x="94801" y="229491"/>
                    <a:pt x="96635" y="222075"/>
                  </a:cubicBezTo>
                  <a:cubicBezTo>
                    <a:pt x="99718" y="209743"/>
                    <a:pt x="103134" y="192161"/>
                    <a:pt x="113633" y="183995"/>
                  </a:cubicBezTo>
                  <a:cubicBezTo>
                    <a:pt x="119966" y="179079"/>
                    <a:pt x="112466" y="169247"/>
                    <a:pt x="106050" y="174163"/>
                  </a:cubicBezTo>
                  <a:cubicBezTo>
                    <a:pt x="85052" y="190245"/>
                    <a:pt x="62804" y="205827"/>
                    <a:pt x="44056" y="224658"/>
                  </a:cubicBezTo>
                  <a:cubicBezTo>
                    <a:pt x="35640" y="233157"/>
                    <a:pt x="27474" y="241990"/>
                    <a:pt x="20308" y="251489"/>
                  </a:cubicBezTo>
                  <a:cubicBezTo>
                    <a:pt x="18725" y="253906"/>
                    <a:pt x="17058" y="256239"/>
                    <a:pt x="15308" y="258489"/>
                  </a:cubicBezTo>
                  <a:cubicBezTo>
                    <a:pt x="8976" y="265071"/>
                    <a:pt x="8309" y="265071"/>
                    <a:pt x="13309" y="258655"/>
                  </a:cubicBezTo>
                  <a:cubicBezTo>
                    <a:pt x="14559" y="253072"/>
                    <a:pt x="16392" y="247406"/>
                    <a:pt x="18308" y="241990"/>
                  </a:cubicBezTo>
                  <a:cubicBezTo>
                    <a:pt x="26974" y="217492"/>
                    <a:pt x="42056" y="194411"/>
                    <a:pt x="58221" y="174246"/>
                  </a:cubicBezTo>
                  <a:cubicBezTo>
                    <a:pt x="64388" y="166580"/>
                    <a:pt x="71220" y="159747"/>
                    <a:pt x="78386" y="153165"/>
                  </a:cubicBezTo>
                  <a:cubicBezTo>
                    <a:pt x="85802" y="148415"/>
                    <a:pt x="93552" y="144166"/>
                    <a:pt x="101301" y="139749"/>
                  </a:cubicBezTo>
                  <a:cubicBezTo>
                    <a:pt x="110967" y="134250"/>
                    <a:pt x="117633" y="130000"/>
                    <a:pt x="128965" y="129167"/>
                  </a:cubicBezTo>
                  <a:cubicBezTo>
                    <a:pt x="133548" y="128834"/>
                    <a:pt x="134965" y="129250"/>
                    <a:pt x="139047" y="126834"/>
                  </a:cubicBezTo>
                  <a:cubicBezTo>
                    <a:pt x="141131" y="125667"/>
                    <a:pt x="141880" y="122668"/>
                    <a:pt x="141714" y="120501"/>
                  </a:cubicBezTo>
                  <a:cubicBezTo>
                    <a:pt x="140297" y="106252"/>
                    <a:pt x="130881" y="90254"/>
                    <a:pt x="125465" y="77088"/>
                  </a:cubicBezTo>
                  <a:cubicBezTo>
                    <a:pt x="121715" y="67922"/>
                    <a:pt x="117133" y="58007"/>
                    <a:pt x="115966" y="48091"/>
                  </a:cubicBezTo>
                  <a:cubicBezTo>
                    <a:pt x="114466" y="35592"/>
                    <a:pt x="119382" y="29509"/>
                    <a:pt x="128382" y="21760"/>
                  </a:cubicBezTo>
                  <a:cubicBezTo>
                    <a:pt x="133964" y="16927"/>
                    <a:pt x="142714" y="6261"/>
                    <a:pt x="146963" y="16344"/>
                  </a:cubicBezTo>
                  <a:cubicBezTo>
                    <a:pt x="150213" y="24010"/>
                    <a:pt x="149297" y="35592"/>
                    <a:pt x="150380" y="43841"/>
                  </a:cubicBezTo>
                  <a:cubicBezTo>
                    <a:pt x="152963" y="63090"/>
                    <a:pt x="157379" y="82088"/>
                    <a:pt x="161879" y="100919"/>
                  </a:cubicBezTo>
                  <a:cubicBezTo>
                    <a:pt x="164379" y="111585"/>
                    <a:pt x="167628" y="115085"/>
                    <a:pt x="178711" y="114918"/>
                  </a:cubicBezTo>
                  <a:cubicBezTo>
                    <a:pt x="198959" y="114585"/>
                    <a:pt x="218207" y="106252"/>
                    <a:pt x="238788" y="108002"/>
                  </a:cubicBezTo>
                  <a:cubicBezTo>
                    <a:pt x="256953" y="109585"/>
                    <a:pt x="274702" y="113752"/>
                    <a:pt x="290950" y="122168"/>
                  </a:cubicBezTo>
                  <a:cubicBezTo>
                    <a:pt x="299116" y="126417"/>
                    <a:pt x="306865" y="131750"/>
                    <a:pt x="313615" y="138083"/>
                  </a:cubicBezTo>
                  <a:cubicBezTo>
                    <a:pt x="315781" y="140083"/>
                    <a:pt x="320781" y="144582"/>
                    <a:pt x="324781" y="149082"/>
                  </a:cubicBezTo>
                  <a:cubicBezTo>
                    <a:pt x="321114" y="146999"/>
                    <a:pt x="317281" y="144499"/>
                    <a:pt x="314115" y="142916"/>
                  </a:cubicBezTo>
                  <a:lnTo>
                    <a:pt x="314115" y="142916"/>
                  </a:lnTo>
                  <a:close/>
                </a:path>
              </a:pathLst>
            </a:custGeom>
            <a:grpFill/>
            <a:ln w="8332" cap="flat">
              <a:noFill/>
              <a:prstDash val="solid"/>
              <a:miter/>
            </a:ln>
          </p:spPr>
          <p:txBody>
            <a:bodyPr rtlCol="0" anchor="ctr"/>
            <a:lstStyle/>
            <a:p>
              <a:endParaRPr lang="en-US"/>
            </a:p>
          </p:txBody>
        </p:sp>
        <p:sp>
          <p:nvSpPr>
            <p:cNvPr id="1526" name="Freeform: Shape 1525"/>
            <p:cNvSpPr/>
            <p:nvPr/>
          </p:nvSpPr>
          <p:spPr>
            <a:xfrm>
              <a:off x="1935522" y="2658247"/>
              <a:ext cx="20577" cy="26448"/>
            </a:xfrm>
            <a:custGeom>
              <a:avLst/>
              <a:gdLst>
                <a:gd name="connsiteX0" fmla="*/ 15990 w 20577"/>
                <a:gd name="connsiteY0" fmla="*/ 1941 h 26448"/>
                <a:gd name="connsiteX1" fmla="*/ 8990 w 20577"/>
                <a:gd name="connsiteY1" fmla="*/ 107 h 26448"/>
                <a:gd name="connsiteX2" fmla="*/ 2574 w 20577"/>
                <a:gd name="connsiteY2" fmla="*/ 3857 h 26448"/>
                <a:gd name="connsiteX3" fmla="*/ 574 w 20577"/>
                <a:gd name="connsiteY3" fmla="*/ 14106 h 26448"/>
                <a:gd name="connsiteX4" fmla="*/ 2824 w 20577"/>
                <a:gd name="connsiteY4" fmla="*/ 22855 h 26448"/>
                <a:gd name="connsiteX5" fmla="*/ 17573 w 20577"/>
                <a:gd name="connsiteY5" fmla="*/ 22855 h 26448"/>
                <a:gd name="connsiteX6" fmla="*/ 20572 w 20577"/>
                <a:gd name="connsiteY6" fmla="*/ 14273 h 26448"/>
                <a:gd name="connsiteX7" fmla="*/ 15990 w 20577"/>
                <a:gd name="connsiteY7" fmla="*/ 1941 h 26448"/>
                <a:gd name="connsiteX8" fmla="*/ 15990 w 20577"/>
                <a:gd name="connsiteY8" fmla="*/ 1941 h 26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577" h="26448">
                  <a:moveTo>
                    <a:pt x="15990" y="1941"/>
                  </a:moveTo>
                  <a:cubicBezTo>
                    <a:pt x="14240" y="524"/>
                    <a:pt x="11240" y="-309"/>
                    <a:pt x="8990" y="107"/>
                  </a:cubicBezTo>
                  <a:cubicBezTo>
                    <a:pt x="6324" y="524"/>
                    <a:pt x="4407" y="1857"/>
                    <a:pt x="2574" y="3857"/>
                  </a:cubicBezTo>
                  <a:cubicBezTo>
                    <a:pt x="-9" y="6607"/>
                    <a:pt x="-592" y="10690"/>
                    <a:pt x="574" y="14106"/>
                  </a:cubicBezTo>
                  <a:cubicBezTo>
                    <a:pt x="158" y="17189"/>
                    <a:pt x="908" y="20522"/>
                    <a:pt x="2824" y="22855"/>
                  </a:cubicBezTo>
                  <a:cubicBezTo>
                    <a:pt x="6657" y="27605"/>
                    <a:pt x="13823" y="27688"/>
                    <a:pt x="17573" y="22855"/>
                  </a:cubicBezTo>
                  <a:cubicBezTo>
                    <a:pt x="19489" y="20439"/>
                    <a:pt x="20489" y="17356"/>
                    <a:pt x="20572" y="14273"/>
                  </a:cubicBezTo>
                  <a:cubicBezTo>
                    <a:pt x="20656" y="9523"/>
                    <a:pt x="19823" y="5024"/>
                    <a:pt x="15990" y="1941"/>
                  </a:cubicBezTo>
                  <a:lnTo>
                    <a:pt x="15990" y="1941"/>
                  </a:lnTo>
                  <a:close/>
                </a:path>
              </a:pathLst>
            </a:custGeom>
            <a:grpFill/>
            <a:ln w="8332" cap="flat">
              <a:noFill/>
              <a:prstDash val="solid"/>
              <a:miter/>
            </a:ln>
          </p:spPr>
          <p:txBody>
            <a:bodyPr rtlCol="0" anchor="ctr"/>
            <a:lstStyle/>
            <a:p>
              <a:endParaRPr lang="en-US"/>
            </a:p>
          </p:txBody>
        </p:sp>
        <p:sp>
          <p:nvSpPr>
            <p:cNvPr id="1527" name="Freeform: Shape 1526"/>
            <p:cNvSpPr/>
            <p:nvPr/>
          </p:nvSpPr>
          <p:spPr>
            <a:xfrm>
              <a:off x="1990622" y="2658403"/>
              <a:ext cx="21642" cy="25586"/>
            </a:xfrm>
            <a:custGeom>
              <a:avLst/>
              <a:gdLst>
                <a:gd name="connsiteX0" fmla="*/ 11302 w 21642"/>
                <a:gd name="connsiteY0" fmla="*/ 35 h 25586"/>
                <a:gd name="connsiteX1" fmla="*/ 1053 w 21642"/>
                <a:gd name="connsiteY1" fmla="*/ 5951 h 25586"/>
                <a:gd name="connsiteX2" fmla="*/ 2887 w 21642"/>
                <a:gd name="connsiteY2" fmla="*/ 19950 h 25586"/>
                <a:gd name="connsiteX3" fmla="*/ 14636 w 21642"/>
                <a:gd name="connsiteY3" fmla="*/ 25366 h 25586"/>
                <a:gd name="connsiteX4" fmla="*/ 21468 w 21642"/>
                <a:gd name="connsiteY4" fmla="*/ 18533 h 25586"/>
                <a:gd name="connsiteX5" fmla="*/ 21551 w 21642"/>
                <a:gd name="connsiteY5" fmla="*/ 15616 h 25586"/>
                <a:gd name="connsiteX6" fmla="*/ 21135 w 21642"/>
                <a:gd name="connsiteY6" fmla="*/ 13950 h 25586"/>
                <a:gd name="connsiteX7" fmla="*/ 21385 w 21642"/>
                <a:gd name="connsiteY7" fmla="*/ 10200 h 25586"/>
                <a:gd name="connsiteX8" fmla="*/ 11302 w 21642"/>
                <a:gd name="connsiteY8" fmla="*/ 35 h 25586"/>
                <a:gd name="connsiteX9" fmla="*/ 11302 w 21642"/>
                <a:gd name="connsiteY9" fmla="*/ 35 h 25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642" h="25586">
                  <a:moveTo>
                    <a:pt x="11302" y="35"/>
                  </a:moveTo>
                  <a:cubicBezTo>
                    <a:pt x="7053" y="-299"/>
                    <a:pt x="2720" y="1784"/>
                    <a:pt x="1053" y="5951"/>
                  </a:cubicBezTo>
                  <a:cubicBezTo>
                    <a:pt x="-863" y="10784"/>
                    <a:pt x="-113" y="15783"/>
                    <a:pt x="2887" y="19950"/>
                  </a:cubicBezTo>
                  <a:cubicBezTo>
                    <a:pt x="5303" y="23366"/>
                    <a:pt x="10302" y="26449"/>
                    <a:pt x="14636" y="25366"/>
                  </a:cubicBezTo>
                  <a:cubicBezTo>
                    <a:pt x="18302" y="24449"/>
                    <a:pt x="20718" y="22366"/>
                    <a:pt x="21468" y="18533"/>
                  </a:cubicBezTo>
                  <a:cubicBezTo>
                    <a:pt x="21635" y="17533"/>
                    <a:pt x="21718" y="16783"/>
                    <a:pt x="21551" y="15616"/>
                  </a:cubicBezTo>
                  <a:cubicBezTo>
                    <a:pt x="21468" y="15033"/>
                    <a:pt x="21301" y="14450"/>
                    <a:pt x="21135" y="13950"/>
                  </a:cubicBezTo>
                  <a:cubicBezTo>
                    <a:pt x="21385" y="12700"/>
                    <a:pt x="21468" y="11367"/>
                    <a:pt x="21385" y="10200"/>
                  </a:cubicBezTo>
                  <a:cubicBezTo>
                    <a:pt x="20718" y="5034"/>
                    <a:pt x="16635" y="368"/>
                    <a:pt x="11302" y="35"/>
                  </a:cubicBezTo>
                  <a:lnTo>
                    <a:pt x="11302" y="35"/>
                  </a:lnTo>
                  <a:close/>
                </a:path>
              </a:pathLst>
            </a:custGeom>
            <a:grpFill/>
            <a:ln w="8332" cap="flat">
              <a:noFill/>
              <a:prstDash val="solid"/>
              <a:miter/>
            </a:ln>
          </p:spPr>
          <p:txBody>
            <a:bodyPr rtlCol="0" anchor="ctr"/>
            <a:lstStyle/>
            <a:p>
              <a:endParaRPr lang="en-US"/>
            </a:p>
          </p:txBody>
        </p:sp>
        <p:sp>
          <p:nvSpPr>
            <p:cNvPr id="1528" name="Freeform: Shape 1527"/>
            <p:cNvSpPr/>
            <p:nvPr/>
          </p:nvSpPr>
          <p:spPr>
            <a:xfrm>
              <a:off x="2052330" y="2648652"/>
              <a:ext cx="21513" cy="24291"/>
            </a:xfrm>
            <a:custGeom>
              <a:avLst/>
              <a:gdLst>
                <a:gd name="connsiteX0" fmla="*/ 14505 w 21513"/>
                <a:gd name="connsiteY0" fmla="*/ 703 h 24291"/>
                <a:gd name="connsiteX1" fmla="*/ 1839 w 21513"/>
                <a:gd name="connsiteY1" fmla="*/ 10452 h 24291"/>
                <a:gd name="connsiteX2" fmla="*/ 2006 w 21513"/>
                <a:gd name="connsiteY2" fmla="*/ 11285 h 24291"/>
                <a:gd name="connsiteX3" fmla="*/ 1589 w 21513"/>
                <a:gd name="connsiteY3" fmla="*/ 20618 h 24291"/>
                <a:gd name="connsiteX4" fmla="*/ 12088 w 21513"/>
                <a:gd name="connsiteY4" fmla="*/ 24201 h 24291"/>
                <a:gd name="connsiteX5" fmla="*/ 21504 w 21513"/>
                <a:gd name="connsiteY5" fmla="*/ 13535 h 24291"/>
                <a:gd name="connsiteX6" fmla="*/ 14505 w 21513"/>
                <a:gd name="connsiteY6" fmla="*/ 703 h 24291"/>
                <a:gd name="connsiteX7" fmla="*/ 14505 w 21513"/>
                <a:gd name="connsiteY7" fmla="*/ 703 h 24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513" h="24291">
                  <a:moveTo>
                    <a:pt x="14505" y="703"/>
                  </a:moveTo>
                  <a:cubicBezTo>
                    <a:pt x="8505" y="-2047"/>
                    <a:pt x="423" y="3703"/>
                    <a:pt x="1839" y="10452"/>
                  </a:cubicBezTo>
                  <a:cubicBezTo>
                    <a:pt x="1922" y="10702"/>
                    <a:pt x="2006" y="10952"/>
                    <a:pt x="2006" y="11285"/>
                  </a:cubicBezTo>
                  <a:cubicBezTo>
                    <a:pt x="-327" y="13868"/>
                    <a:pt x="-827" y="17618"/>
                    <a:pt x="1589" y="20618"/>
                  </a:cubicBezTo>
                  <a:cubicBezTo>
                    <a:pt x="4006" y="23618"/>
                    <a:pt x="8422" y="24617"/>
                    <a:pt x="12088" y="24201"/>
                  </a:cubicBezTo>
                  <a:cubicBezTo>
                    <a:pt x="17505" y="23534"/>
                    <a:pt x="21254" y="18868"/>
                    <a:pt x="21504" y="13535"/>
                  </a:cubicBezTo>
                  <a:cubicBezTo>
                    <a:pt x="21671" y="8202"/>
                    <a:pt x="19588" y="3036"/>
                    <a:pt x="14505" y="703"/>
                  </a:cubicBezTo>
                  <a:lnTo>
                    <a:pt x="14505" y="703"/>
                  </a:lnTo>
                  <a:close/>
                </a:path>
              </a:pathLst>
            </a:custGeom>
            <a:grpFill/>
            <a:ln w="8332" cap="flat">
              <a:noFill/>
              <a:prstDash val="solid"/>
              <a:miter/>
            </a:ln>
          </p:spPr>
          <p:txBody>
            <a:bodyPr rtlCol="0" anchor="ctr"/>
            <a:lstStyle/>
            <a:p>
              <a:endParaRPr lang="en-US"/>
            </a:p>
          </p:txBody>
        </p:sp>
        <p:sp>
          <p:nvSpPr>
            <p:cNvPr id="1529" name="Freeform: Shape 1528"/>
            <p:cNvSpPr/>
            <p:nvPr/>
          </p:nvSpPr>
          <p:spPr>
            <a:xfrm>
              <a:off x="2116831" y="2613680"/>
              <a:ext cx="22176" cy="22905"/>
            </a:xfrm>
            <a:custGeom>
              <a:avLst/>
              <a:gdLst>
                <a:gd name="connsiteX0" fmla="*/ 16914 w 22176"/>
                <a:gd name="connsiteY0" fmla="*/ 2011 h 22905"/>
                <a:gd name="connsiteX1" fmla="*/ 12164 w 22176"/>
                <a:gd name="connsiteY1" fmla="*/ 95 h 22905"/>
                <a:gd name="connsiteX2" fmla="*/ 7082 w 22176"/>
                <a:gd name="connsiteY2" fmla="*/ 762 h 22905"/>
                <a:gd name="connsiteX3" fmla="*/ 916 w 22176"/>
                <a:gd name="connsiteY3" fmla="*/ 8761 h 22905"/>
                <a:gd name="connsiteX4" fmla="*/ 999 w 22176"/>
                <a:gd name="connsiteY4" fmla="*/ 11011 h 22905"/>
                <a:gd name="connsiteX5" fmla="*/ 82 w 22176"/>
                <a:gd name="connsiteY5" fmla="*/ 13344 h 22905"/>
                <a:gd name="connsiteX6" fmla="*/ 11748 w 22176"/>
                <a:gd name="connsiteY6" fmla="*/ 22843 h 22905"/>
                <a:gd name="connsiteX7" fmla="*/ 21414 w 22176"/>
                <a:gd name="connsiteY7" fmla="*/ 15927 h 22905"/>
                <a:gd name="connsiteX8" fmla="*/ 21247 w 22176"/>
                <a:gd name="connsiteY8" fmla="*/ 7344 h 22905"/>
                <a:gd name="connsiteX9" fmla="*/ 16914 w 22176"/>
                <a:gd name="connsiteY9" fmla="*/ 2011 h 22905"/>
                <a:gd name="connsiteX10" fmla="*/ 16914 w 22176"/>
                <a:gd name="connsiteY10" fmla="*/ 2011 h 229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176" h="22905">
                  <a:moveTo>
                    <a:pt x="16914" y="2011"/>
                  </a:moveTo>
                  <a:cubicBezTo>
                    <a:pt x="15498" y="928"/>
                    <a:pt x="13915" y="345"/>
                    <a:pt x="12164" y="95"/>
                  </a:cubicBezTo>
                  <a:cubicBezTo>
                    <a:pt x="10415" y="-155"/>
                    <a:pt x="8748" y="95"/>
                    <a:pt x="7082" y="762"/>
                  </a:cubicBezTo>
                  <a:cubicBezTo>
                    <a:pt x="3999" y="2011"/>
                    <a:pt x="1166" y="5261"/>
                    <a:pt x="916" y="8761"/>
                  </a:cubicBezTo>
                  <a:cubicBezTo>
                    <a:pt x="832" y="9511"/>
                    <a:pt x="916" y="10261"/>
                    <a:pt x="999" y="11011"/>
                  </a:cubicBezTo>
                  <a:cubicBezTo>
                    <a:pt x="582" y="11677"/>
                    <a:pt x="249" y="12427"/>
                    <a:pt x="82" y="13344"/>
                  </a:cubicBezTo>
                  <a:cubicBezTo>
                    <a:pt x="-834" y="19926"/>
                    <a:pt x="6082" y="23426"/>
                    <a:pt x="11748" y="22843"/>
                  </a:cubicBezTo>
                  <a:cubicBezTo>
                    <a:pt x="15831" y="22426"/>
                    <a:pt x="19831" y="19843"/>
                    <a:pt x="21414" y="15927"/>
                  </a:cubicBezTo>
                  <a:cubicBezTo>
                    <a:pt x="22497" y="13260"/>
                    <a:pt x="22414" y="10011"/>
                    <a:pt x="21247" y="7344"/>
                  </a:cubicBezTo>
                  <a:cubicBezTo>
                    <a:pt x="20414" y="5261"/>
                    <a:pt x="18831" y="3095"/>
                    <a:pt x="16914" y="2011"/>
                  </a:cubicBezTo>
                  <a:lnTo>
                    <a:pt x="16914" y="2011"/>
                  </a:lnTo>
                  <a:close/>
                </a:path>
              </a:pathLst>
            </a:custGeom>
            <a:grpFill/>
            <a:ln w="8332" cap="flat">
              <a:noFill/>
              <a:prstDash val="solid"/>
              <a:miter/>
            </a:ln>
          </p:spPr>
          <p:txBody>
            <a:bodyPr rtlCol="0" anchor="ctr"/>
            <a:lstStyle/>
            <a:p>
              <a:endParaRPr lang="en-US"/>
            </a:p>
          </p:txBody>
        </p:sp>
        <p:sp>
          <p:nvSpPr>
            <p:cNvPr id="1530" name="Freeform: Shape 1529"/>
            <p:cNvSpPr/>
            <p:nvPr/>
          </p:nvSpPr>
          <p:spPr>
            <a:xfrm>
              <a:off x="2102385" y="2672447"/>
              <a:ext cx="23596" cy="27153"/>
            </a:xfrm>
            <a:custGeom>
              <a:avLst/>
              <a:gdLst>
                <a:gd name="connsiteX0" fmla="*/ 18612 w 23596"/>
                <a:gd name="connsiteY0" fmla="*/ 4655 h 27153"/>
                <a:gd name="connsiteX1" fmla="*/ 14779 w 23596"/>
                <a:gd name="connsiteY1" fmla="*/ 1322 h 27153"/>
                <a:gd name="connsiteX2" fmla="*/ 5946 w 23596"/>
                <a:gd name="connsiteY2" fmla="*/ 656 h 27153"/>
                <a:gd name="connsiteX3" fmla="*/ 30 w 23596"/>
                <a:gd name="connsiteY3" fmla="*/ 8322 h 27153"/>
                <a:gd name="connsiteX4" fmla="*/ 697 w 23596"/>
                <a:gd name="connsiteY4" fmla="*/ 5906 h 27153"/>
                <a:gd name="connsiteX5" fmla="*/ 30 w 23596"/>
                <a:gd name="connsiteY5" fmla="*/ 8322 h 27153"/>
                <a:gd name="connsiteX6" fmla="*/ 363 w 23596"/>
                <a:gd name="connsiteY6" fmla="*/ 12155 h 27153"/>
                <a:gd name="connsiteX7" fmla="*/ 4030 w 23596"/>
                <a:gd name="connsiteY7" fmla="*/ 17821 h 27153"/>
                <a:gd name="connsiteX8" fmla="*/ 4030 w 23596"/>
                <a:gd name="connsiteY8" fmla="*/ 17821 h 27153"/>
                <a:gd name="connsiteX9" fmla="*/ 4030 w 23596"/>
                <a:gd name="connsiteY9" fmla="*/ 18238 h 27153"/>
                <a:gd name="connsiteX10" fmla="*/ 4530 w 23596"/>
                <a:gd name="connsiteY10" fmla="*/ 20738 h 27153"/>
                <a:gd name="connsiteX11" fmla="*/ 19528 w 23596"/>
                <a:gd name="connsiteY11" fmla="*/ 25070 h 27153"/>
                <a:gd name="connsiteX12" fmla="*/ 22195 w 23596"/>
                <a:gd name="connsiteY12" fmla="*/ 9655 h 27153"/>
                <a:gd name="connsiteX13" fmla="*/ 18612 w 23596"/>
                <a:gd name="connsiteY13" fmla="*/ 4655 h 27153"/>
                <a:gd name="connsiteX14" fmla="*/ 18612 w 23596"/>
                <a:gd name="connsiteY14" fmla="*/ 4655 h 27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3596" h="27153">
                  <a:moveTo>
                    <a:pt x="18612" y="4655"/>
                  </a:moveTo>
                  <a:cubicBezTo>
                    <a:pt x="17362" y="3322"/>
                    <a:pt x="16279" y="2239"/>
                    <a:pt x="14779" y="1322"/>
                  </a:cubicBezTo>
                  <a:cubicBezTo>
                    <a:pt x="11946" y="-261"/>
                    <a:pt x="9029" y="-344"/>
                    <a:pt x="5946" y="656"/>
                  </a:cubicBezTo>
                  <a:cubicBezTo>
                    <a:pt x="2863" y="1656"/>
                    <a:pt x="363" y="5072"/>
                    <a:pt x="30" y="8322"/>
                  </a:cubicBezTo>
                  <a:cubicBezTo>
                    <a:pt x="280" y="7488"/>
                    <a:pt x="447" y="6739"/>
                    <a:pt x="697" y="5906"/>
                  </a:cubicBezTo>
                  <a:cubicBezTo>
                    <a:pt x="363" y="6655"/>
                    <a:pt x="113" y="7488"/>
                    <a:pt x="30" y="8322"/>
                  </a:cubicBezTo>
                  <a:cubicBezTo>
                    <a:pt x="-53" y="9655"/>
                    <a:pt x="30" y="10822"/>
                    <a:pt x="363" y="12155"/>
                  </a:cubicBezTo>
                  <a:cubicBezTo>
                    <a:pt x="947" y="14571"/>
                    <a:pt x="2280" y="16071"/>
                    <a:pt x="4030" y="17821"/>
                  </a:cubicBezTo>
                  <a:lnTo>
                    <a:pt x="4030" y="17821"/>
                  </a:lnTo>
                  <a:cubicBezTo>
                    <a:pt x="1697" y="15488"/>
                    <a:pt x="3030" y="17071"/>
                    <a:pt x="4030" y="18238"/>
                  </a:cubicBezTo>
                  <a:cubicBezTo>
                    <a:pt x="4113" y="19071"/>
                    <a:pt x="4196" y="19904"/>
                    <a:pt x="4530" y="20738"/>
                  </a:cubicBezTo>
                  <a:cubicBezTo>
                    <a:pt x="6529" y="26987"/>
                    <a:pt x="14445" y="29153"/>
                    <a:pt x="19528" y="25070"/>
                  </a:cubicBezTo>
                  <a:cubicBezTo>
                    <a:pt x="24278" y="21237"/>
                    <a:pt x="24445" y="14905"/>
                    <a:pt x="22195" y="9655"/>
                  </a:cubicBezTo>
                  <a:cubicBezTo>
                    <a:pt x="21278" y="7739"/>
                    <a:pt x="19945" y="6156"/>
                    <a:pt x="18612" y="4655"/>
                  </a:cubicBezTo>
                  <a:lnTo>
                    <a:pt x="18612" y="4655"/>
                  </a:lnTo>
                  <a:close/>
                </a:path>
              </a:pathLst>
            </a:custGeom>
            <a:grpFill/>
            <a:ln w="8332" cap="flat">
              <a:noFill/>
              <a:prstDash val="solid"/>
              <a:miter/>
            </a:ln>
          </p:spPr>
          <p:txBody>
            <a:bodyPr rtlCol="0" anchor="ctr"/>
            <a:lstStyle/>
            <a:p>
              <a:endParaRPr lang="en-US"/>
            </a:p>
          </p:txBody>
        </p:sp>
        <p:sp>
          <p:nvSpPr>
            <p:cNvPr id="1531" name="Freeform: Shape 1530"/>
            <p:cNvSpPr/>
            <p:nvPr/>
          </p:nvSpPr>
          <p:spPr>
            <a:xfrm>
              <a:off x="2033146" y="2710694"/>
              <a:ext cx="26738" cy="26967"/>
            </a:xfrm>
            <a:custGeom>
              <a:avLst/>
              <a:gdLst>
                <a:gd name="connsiteX0" fmla="*/ 22273 w 26738"/>
                <a:gd name="connsiteY0" fmla="*/ 5905 h 26967"/>
                <a:gd name="connsiteX1" fmla="*/ 2442 w 26738"/>
                <a:gd name="connsiteY1" fmla="*/ 4072 h 26967"/>
                <a:gd name="connsiteX2" fmla="*/ 8524 w 26738"/>
                <a:gd name="connsiteY2" fmla="*/ 24903 h 26967"/>
                <a:gd name="connsiteX3" fmla="*/ 13774 w 26738"/>
                <a:gd name="connsiteY3" fmla="*/ 25153 h 26967"/>
                <a:gd name="connsiteX4" fmla="*/ 21190 w 26738"/>
                <a:gd name="connsiteY4" fmla="*/ 26403 h 26967"/>
                <a:gd name="connsiteX5" fmla="*/ 26606 w 26738"/>
                <a:gd name="connsiteY5" fmla="*/ 18904 h 26967"/>
                <a:gd name="connsiteX6" fmla="*/ 22273 w 26738"/>
                <a:gd name="connsiteY6" fmla="*/ 5905 h 26967"/>
                <a:gd name="connsiteX7" fmla="*/ 22273 w 26738"/>
                <a:gd name="connsiteY7" fmla="*/ 5905 h 26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738" h="26967">
                  <a:moveTo>
                    <a:pt x="22273" y="5905"/>
                  </a:moveTo>
                  <a:cubicBezTo>
                    <a:pt x="17190" y="155"/>
                    <a:pt x="8108" y="-3011"/>
                    <a:pt x="2442" y="4072"/>
                  </a:cubicBezTo>
                  <a:cubicBezTo>
                    <a:pt x="-2641" y="10404"/>
                    <a:pt x="608" y="22320"/>
                    <a:pt x="8524" y="24903"/>
                  </a:cubicBezTo>
                  <a:cubicBezTo>
                    <a:pt x="10358" y="25486"/>
                    <a:pt x="12191" y="25486"/>
                    <a:pt x="13774" y="25153"/>
                  </a:cubicBezTo>
                  <a:cubicBezTo>
                    <a:pt x="15857" y="26819"/>
                    <a:pt x="18273" y="27569"/>
                    <a:pt x="21190" y="26403"/>
                  </a:cubicBezTo>
                  <a:cubicBezTo>
                    <a:pt x="24356" y="25153"/>
                    <a:pt x="26189" y="22237"/>
                    <a:pt x="26606" y="18904"/>
                  </a:cubicBezTo>
                  <a:cubicBezTo>
                    <a:pt x="27273" y="14154"/>
                    <a:pt x="25356" y="9321"/>
                    <a:pt x="22273" y="5905"/>
                  </a:cubicBezTo>
                  <a:lnTo>
                    <a:pt x="22273" y="5905"/>
                  </a:lnTo>
                  <a:close/>
                </a:path>
              </a:pathLst>
            </a:custGeom>
            <a:grpFill/>
            <a:ln w="8332" cap="flat">
              <a:noFill/>
              <a:prstDash val="solid"/>
              <a:miter/>
            </a:ln>
          </p:spPr>
          <p:txBody>
            <a:bodyPr rtlCol="0" anchor="ctr"/>
            <a:lstStyle/>
            <a:p>
              <a:endParaRPr lang="en-US"/>
            </a:p>
          </p:txBody>
        </p:sp>
        <p:sp>
          <p:nvSpPr>
            <p:cNvPr id="1532" name="Freeform: Shape 1531"/>
            <p:cNvSpPr/>
            <p:nvPr/>
          </p:nvSpPr>
          <p:spPr>
            <a:xfrm>
              <a:off x="1959022" y="2719455"/>
              <a:ext cx="23581" cy="22443"/>
            </a:xfrm>
            <a:custGeom>
              <a:avLst/>
              <a:gdLst>
                <a:gd name="connsiteX0" fmla="*/ 8655 w 23581"/>
                <a:gd name="connsiteY0" fmla="*/ 227 h 22443"/>
                <a:gd name="connsiteX1" fmla="*/ 656 w 23581"/>
                <a:gd name="connsiteY1" fmla="*/ 13892 h 22443"/>
                <a:gd name="connsiteX2" fmla="*/ 1822 w 23581"/>
                <a:gd name="connsiteY2" fmla="*/ 15975 h 22443"/>
                <a:gd name="connsiteX3" fmla="*/ 7905 w 23581"/>
                <a:gd name="connsiteY3" fmla="*/ 21475 h 22443"/>
                <a:gd name="connsiteX4" fmla="*/ 10988 w 23581"/>
                <a:gd name="connsiteY4" fmla="*/ 22058 h 22443"/>
                <a:gd name="connsiteX5" fmla="*/ 12405 w 23581"/>
                <a:gd name="connsiteY5" fmla="*/ 22308 h 22443"/>
                <a:gd name="connsiteX6" fmla="*/ 21238 w 23581"/>
                <a:gd name="connsiteY6" fmla="*/ 18892 h 22443"/>
                <a:gd name="connsiteX7" fmla="*/ 21238 w 23581"/>
                <a:gd name="connsiteY7" fmla="*/ 5310 h 22443"/>
                <a:gd name="connsiteX8" fmla="*/ 8655 w 23581"/>
                <a:gd name="connsiteY8" fmla="*/ 227 h 22443"/>
                <a:gd name="connsiteX9" fmla="*/ 8655 w 23581"/>
                <a:gd name="connsiteY9" fmla="*/ 227 h 22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581" h="22443">
                  <a:moveTo>
                    <a:pt x="8655" y="227"/>
                  </a:moveTo>
                  <a:cubicBezTo>
                    <a:pt x="2156" y="1477"/>
                    <a:pt x="-1594" y="7560"/>
                    <a:pt x="656" y="13892"/>
                  </a:cubicBezTo>
                  <a:cubicBezTo>
                    <a:pt x="906" y="14642"/>
                    <a:pt x="1323" y="15309"/>
                    <a:pt x="1822" y="15975"/>
                  </a:cubicBezTo>
                  <a:cubicBezTo>
                    <a:pt x="3239" y="18392"/>
                    <a:pt x="5322" y="20142"/>
                    <a:pt x="7905" y="21475"/>
                  </a:cubicBezTo>
                  <a:cubicBezTo>
                    <a:pt x="8822" y="21975"/>
                    <a:pt x="9905" y="22142"/>
                    <a:pt x="10988" y="22058"/>
                  </a:cubicBezTo>
                  <a:cubicBezTo>
                    <a:pt x="11238" y="22142"/>
                    <a:pt x="11655" y="22225"/>
                    <a:pt x="12405" y="22308"/>
                  </a:cubicBezTo>
                  <a:cubicBezTo>
                    <a:pt x="15655" y="22891"/>
                    <a:pt x="19238" y="21558"/>
                    <a:pt x="21238" y="18892"/>
                  </a:cubicBezTo>
                  <a:cubicBezTo>
                    <a:pt x="24237" y="14975"/>
                    <a:pt x="24487" y="9143"/>
                    <a:pt x="21238" y="5310"/>
                  </a:cubicBezTo>
                  <a:cubicBezTo>
                    <a:pt x="18321" y="1643"/>
                    <a:pt x="13488" y="-773"/>
                    <a:pt x="8655" y="227"/>
                  </a:cubicBezTo>
                  <a:lnTo>
                    <a:pt x="8655" y="227"/>
                  </a:lnTo>
                  <a:close/>
                </a:path>
              </a:pathLst>
            </a:custGeom>
            <a:grpFill/>
            <a:ln w="8332" cap="flat">
              <a:noFill/>
              <a:prstDash val="solid"/>
              <a:miter/>
            </a:ln>
          </p:spPr>
          <p:txBody>
            <a:bodyPr rtlCol="0" anchor="ctr"/>
            <a:lstStyle/>
            <a:p>
              <a:endParaRPr lang="en-US"/>
            </a:p>
          </p:txBody>
        </p:sp>
        <p:sp>
          <p:nvSpPr>
            <p:cNvPr id="1533" name="Freeform: Shape 1532"/>
            <p:cNvSpPr/>
            <p:nvPr/>
          </p:nvSpPr>
          <p:spPr>
            <a:xfrm>
              <a:off x="2008734" y="2765447"/>
              <a:ext cx="25035" cy="26704"/>
            </a:xfrm>
            <a:custGeom>
              <a:avLst/>
              <a:gdLst>
                <a:gd name="connsiteX0" fmla="*/ 18938 w 25035"/>
                <a:gd name="connsiteY0" fmla="*/ 2147 h 26704"/>
                <a:gd name="connsiteX1" fmla="*/ 3106 w 25035"/>
                <a:gd name="connsiteY1" fmla="*/ 6314 h 26704"/>
                <a:gd name="connsiteX2" fmla="*/ 2439 w 25035"/>
                <a:gd name="connsiteY2" fmla="*/ 9647 h 26704"/>
                <a:gd name="connsiteX3" fmla="*/ 2439 w 25035"/>
                <a:gd name="connsiteY3" fmla="*/ 9647 h 26704"/>
                <a:gd name="connsiteX4" fmla="*/ 1273 w 25035"/>
                <a:gd name="connsiteY4" fmla="*/ 18646 h 26704"/>
                <a:gd name="connsiteX5" fmla="*/ 4023 w 25035"/>
                <a:gd name="connsiteY5" fmla="*/ 22312 h 26704"/>
                <a:gd name="connsiteX6" fmla="*/ 5189 w 25035"/>
                <a:gd name="connsiteY6" fmla="*/ 23479 h 26704"/>
                <a:gd name="connsiteX7" fmla="*/ 5356 w 25035"/>
                <a:gd name="connsiteY7" fmla="*/ 23562 h 26704"/>
                <a:gd name="connsiteX8" fmla="*/ 8605 w 25035"/>
                <a:gd name="connsiteY8" fmla="*/ 25812 h 26704"/>
                <a:gd name="connsiteX9" fmla="*/ 24021 w 25035"/>
                <a:gd name="connsiteY9" fmla="*/ 18979 h 26704"/>
                <a:gd name="connsiteX10" fmla="*/ 18938 w 25035"/>
                <a:gd name="connsiteY10" fmla="*/ 2147 h 26704"/>
                <a:gd name="connsiteX11" fmla="*/ 18938 w 25035"/>
                <a:gd name="connsiteY11" fmla="*/ 2147 h 26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035" h="26704">
                  <a:moveTo>
                    <a:pt x="18938" y="2147"/>
                  </a:moveTo>
                  <a:cubicBezTo>
                    <a:pt x="13772" y="-2019"/>
                    <a:pt x="5606" y="148"/>
                    <a:pt x="3106" y="6314"/>
                  </a:cubicBezTo>
                  <a:cubicBezTo>
                    <a:pt x="2689" y="7397"/>
                    <a:pt x="2523" y="8480"/>
                    <a:pt x="2439" y="9647"/>
                  </a:cubicBezTo>
                  <a:lnTo>
                    <a:pt x="2439" y="9647"/>
                  </a:lnTo>
                  <a:cubicBezTo>
                    <a:pt x="-394" y="12063"/>
                    <a:pt x="-727" y="15646"/>
                    <a:pt x="1273" y="18646"/>
                  </a:cubicBezTo>
                  <a:cubicBezTo>
                    <a:pt x="2106" y="19979"/>
                    <a:pt x="2856" y="21229"/>
                    <a:pt x="4023" y="22312"/>
                  </a:cubicBezTo>
                  <a:cubicBezTo>
                    <a:pt x="4439" y="22645"/>
                    <a:pt x="4772" y="23145"/>
                    <a:pt x="5189" y="23479"/>
                  </a:cubicBezTo>
                  <a:cubicBezTo>
                    <a:pt x="5522" y="23729"/>
                    <a:pt x="5522" y="23645"/>
                    <a:pt x="5356" y="23562"/>
                  </a:cubicBezTo>
                  <a:cubicBezTo>
                    <a:pt x="6356" y="24479"/>
                    <a:pt x="7189" y="25229"/>
                    <a:pt x="8605" y="25812"/>
                  </a:cubicBezTo>
                  <a:cubicBezTo>
                    <a:pt x="14855" y="28395"/>
                    <a:pt x="21521" y="25145"/>
                    <a:pt x="24021" y="18979"/>
                  </a:cubicBezTo>
                  <a:cubicBezTo>
                    <a:pt x="26604" y="12813"/>
                    <a:pt x="24021" y="6064"/>
                    <a:pt x="18938" y="2147"/>
                  </a:cubicBezTo>
                  <a:lnTo>
                    <a:pt x="18938" y="2147"/>
                  </a:lnTo>
                  <a:close/>
                </a:path>
              </a:pathLst>
            </a:custGeom>
            <a:grpFill/>
            <a:ln w="8332" cap="flat">
              <a:noFill/>
              <a:prstDash val="solid"/>
              <a:miter/>
            </a:ln>
          </p:spPr>
          <p:txBody>
            <a:bodyPr rtlCol="0" anchor="ctr"/>
            <a:lstStyle/>
            <a:p>
              <a:endParaRPr lang="en-US"/>
            </a:p>
          </p:txBody>
        </p:sp>
        <p:sp>
          <p:nvSpPr>
            <p:cNvPr id="1534" name="Freeform: Shape 1533"/>
            <p:cNvSpPr/>
            <p:nvPr/>
          </p:nvSpPr>
          <p:spPr>
            <a:xfrm>
              <a:off x="2082235" y="2761947"/>
              <a:ext cx="21031" cy="23205"/>
            </a:xfrm>
            <a:custGeom>
              <a:avLst/>
              <a:gdLst>
                <a:gd name="connsiteX0" fmla="*/ 8764 w 21031"/>
                <a:gd name="connsiteY0" fmla="*/ 314 h 23205"/>
                <a:gd name="connsiteX1" fmla="*/ 1598 w 21031"/>
                <a:gd name="connsiteY1" fmla="*/ 8313 h 23205"/>
                <a:gd name="connsiteX2" fmla="*/ 1515 w 21031"/>
                <a:gd name="connsiteY2" fmla="*/ 11396 h 23205"/>
                <a:gd name="connsiteX3" fmla="*/ 1598 w 21031"/>
                <a:gd name="connsiteY3" fmla="*/ 11813 h 23205"/>
                <a:gd name="connsiteX4" fmla="*/ 598 w 21031"/>
                <a:gd name="connsiteY4" fmla="*/ 12980 h 23205"/>
                <a:gd name="connsiteX5" fmla="*/ 1765 w 21031"/>
                <a:gd name="connsiteY5" fmla="*/ 18979 h 23205"/>
                <a:gd name="connsiteX6" fmla="*/ 3931 w 21031"/>
                <a:gd name="connsiteY6" fmla="*/ 20312 h 23205"/>
                <a:gd name="connsiteX7" fmla="*/ 13014 w 21031"/>
                <a:gd name="connsiteY7" fmla="*/ 22562 h 23205"/>
                <a:gd name="connsiteX8" fmla="*/ 19680 w 21031"/>
                <a:gd name="connsiteY8" fmla="*/ 14646 h 23205"/>
                <a:gd name="connsiteX9" fmla="*/ 20930 w 21031"/>
                <a:gd name="connsiteY9" fmla="*/ 8980 h 23205"/>
                <a:gd name="connsiteX10" fmla="*/ 18680 w 21031"/>
                <a:gd name="connsiteY10" fmla="*/ 3647 h 23205"/>
                <a:gd name="connsiteX11" fmla="*/ 8764 w 21031"/>
                <a:gd name="connsiteY11" fmla="*/ 314 h 23205"/>
                <a:gd name="connsiteX12" fmla="*/ 8764 w 21031"/>
                <a:gd name="connsiteY12" fmla="*/ 314 h 23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031" h="23205">
                  <a:moveTo>
                    <a:pt x="8764" y="314"/>
                  </a:moveTo>
                  <a:cubicBezTo>
                    <a:pt x="5264" y="1231"/>
                    <a:pt x="1765" y="4480"/>
                    <a:pt x="1598" y="8313"/>
                  </a:cubicBezTo>
                  <a:cubicBezTo>
                    <a:pt x="1515" y="9313"/>
                    <a:pt x="1515" y="10397"/>
                    <a:pt x="1515" y="11396"/>
                  </a:cubicBezTo>
                  <a:cubicBezTo>
                    <a:pt x="1515" y="11563"/>
                    <a:pt x="1598" y="11646"/>
                    <a:pt x="1598" y="11813"/>
                  </a:cubicBezTo>
                  <a:cubicBezTo>
                    <a:pt x="1265" y="12146"/>
                    <a:pt x="931" y="12563"/>
                    <a:pt x="598" y="12980"/>
                  </a:cubicBezTo>
                  <a:cubicBezTo>
                    <a:pt x="-402" y="14813"/>
                    <a:pt x="-235" y="17812"/>
                    <a:pt x="1765" y="18979"/>
                  </a:cubicBezTo>
                  <a:cubicBezTo>
                    <a:pt x="2515" y="19396"/>
                    <a:pt x="3264" y="19812"/>
                    <a:pt x="3931" y="20312"/>
                  </a:cubicBezTo>
                  <a:cubicBezTo>
                    <a:pt x="6014" y="22979"/>
                    <a:pt x="9597" y="23979"/>
                    <a:pt x="13014" y="22562"/>
                  </a:cubicBezTo>
                  <a:cubicBezTo>
                    <a:pt x="16180" y="21312"/>
                    <a:pt x="18430" y="18062"/>
                    <a:pt x="19680" y="14646"/>
                  </a:cubicBezTo>
                  <a:cubicBezTo>
                    <a:pt x="20763" y="12980"/>
                    <a:pt x="21263" y="10897"/>
                    <a:pt x="20930" y="8980"/>
                  </a:cubicBezTo>
                  <a:cubicBezTo>
                    <a:pt x="20513" y="6813"/>
                    <a:pt x="19846" y="5480"/>
                    <a:pt x="18680" y="3647"/>
                  </a:cubicBezTo>
                  <a:cubicBezTo>
                    <a:pt x="16930" y="481"/>
                    <a:pt x="12097" y="-602"/>
                    <a:pt x="8764" y="314"/>
                  </a:cubicBezTo>
                  <a:lnTo>
                    <a:pt x="8764" y="314"/>
                  </a:lnTo>
                  <a:close/>
                </a:path>
              </a:pathLst>
            </a:custGeom>
            <a:grpFill/>
            <a:ln w="8332" cap="flat">
              <a:noFill/>
              <a:prstDash val="solid"/>
              <a:miter/>
            </a:ln>
          </p:spPr>
          <p:txBody>
            <a:bodyPr rtlCol="0" anchor="ctr"/>
            <a:lstStyle/>
            <a:p>
              <a:endParaRPr lang="en-US"/>
            </a:p>
          </p:txBody>
        </p:sp>
        <p:sp>
          <p:nvSpPr>
            <p:cNvPr id="1535" name="Freeform: Shape 1534"/>
            <p:cNvSpPr/>
            <p:nvPr/>
          </p:nvSpPr>
          <p:spPr>
            <a:xfrm>
              <a:off x="2138102" y="2714803"/>
              <a:ext cx="24278" cy="25533"/>
            </a:xfrm>
            <a:custGeom>
              <a:avLst/>
              <a:gdLst>
                <a:gd name="connsiteX0" fmla="*/ 12059 w 24278"/>
                <a:gd name="connsiteY0" fmla="*/ 46 h 25533"/>
                <a:gd name="connsiteX1" fmla="*/ 643 w 24278"/>
                <a:gd name="connsiteY1" fmla="*/ 8045 h 25533"/>
                <a:gd name="connsiteX2" fmla="*/ 4559 w 24278"/>
                <a:gd name="connsiteY2" fmla="*/ 19294 h 25533"/>
                <a:gd name="connsiteX3" fmla="*/ 5309 w 24278"/>
                <a:gd name="connsiteY3" fmla="*/ 19627 h 25533"/>
                <a:gd name="connsiteX4" fmla="*/ 6309 w 24278"/>
                <a:gd name="connsiteY4" fmla="*/ 22044 h 25533"/>
                <a:gd name="connsiteX5" fmla="*/ 13475 w 24278"/>
                <a:gd name="connsiteY5" fmla="*/ 25460 h 25533"/>
                <a:gd name="connsiteX6" fmla="*/ 18475 w 24278"/>
                <a:gd name="connsiteY6" fmla="*/ 24877 h 25533"/>
                <a:gd name="connsiteX7" fmla="*/ 24141 w 24278"/>
                <a:gd name="connsiteY7" fmla="*/ 17544 h 25533"/>
                <a:gd name="connsiteX8" fmla="*/ 23141 w 24278"/>
                <a:gd name="connsiteY8" fmla="*/ 10045 h 25533"/>
                <a:gd name="connsiteX9" fmla="*/ 20225 w 24278"/>
                <a:gd name="connsiteY9" fmla="*/ 4712 h 25533"/>
                <a:gd name="connsiteX10" fmla="*/ 12059 w 24278"/>
                <a:gd name="connsiteY10" fmla="*/ 46 h 25533"/>
                <a:gd name="connsiteX11" fmla="*/ 12059 w 24278"/>
                <a:gd name="connsiteY11" fmla="*/ 46 h 25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278" h="25533">
                  <a:moveTo>
                    <a:pt x="12059" y="46"/>
                  </a:moveTo>
                  <a:cubicBezTo>
                    <a:pt x="6559" y="-454"/>
                    <a:pt x="2560" y="3212"/>
                    <a:pt x="643" y="8045"/>
                  </a:cubicBezTo>
                  <a:cubicBezTo>
                    <a:pt x="-1024" y="12295"/>
                    <a:pt x="643" y="17044"/>
                    <a:pt x="4559" y="19294"/>
                  </a:cubicBezTo>
                  <a:cubicBezTo>
                    <a:pt x="4809" y="19461"/>
                    <a:pt x="5059" y="19544"/>
                    <a:pt x="5309" y="19627"/>
                  </a:cubicBezTo>
                  <a:cubicBezTo>
                    <a:pt x="5559" y="20461"/>
                    <a:pt x="5809" y="21210"/>
                    <a:pt x="6309" y="22044"/>
                  </a:cubicBezTo>
                  <a:cubicBezTo>
                    <a:pt x="7892" y="24710"/>
                    <a:pt x="10725" y="25627"/>
                    <a:pt x="13475" y="25460"/>
                  </a:cubicBezTo>
                  <a:cubicBezTo>
                    <a:pt x="15058" y="25627"/>
                    <a:pt x="16641" y="25543"/>
                    <a:pt x="18475" y="24877"/>
                  </a:cubicBezTo>
                  <a:cubicBezTo>
                    <a:pt x="21474" y="23877"/>
                    <a:pt x="23808" y="20627"/>
                    <a:pt x="24141" y="17544"/>
                  </a:cubicBezTo>
                  <a:cubicBezTo>
                    <a:pt x="24474" y="14878"/>
                    <a:pt x="24224" y="12545"/>
                    <a:pt x="23141" y="10045"/>
                  </a:cubicBezTo>
                  <a:cubicBezTo>
                    <a:pt x="22391" y="8212"/>
                    <a:pt x="21391" y="6295"/>
                    <a:pt x="20225" y="4712"/>
                  </a:cubicBezTo>
                  <a:cubicBezTo>
                    <a:pt x="18475" y="2379"/>
                    <a:pt x="15225" y="296"/>
                    <a:pt x="12059" y="46"/>
                  </a:cubicBezTo>
                  <a:lnTo>
                    <a:pt x="12059" y="46"/>
                  </a:lnTo>
                  <a:close/>
                </a:path>
              </a:pathLst>
            </a:custGeom>
            <a:grpFill/>
            <a:ln w="8332" cap="flat">
              <a:noFill/>
              <a:prstDash val="solid"/>
              <a:miter/>
            </a:ln>
          </p:spPr>
          <p:txBody>
            <a:bodyPr rtlCol="0" anchor="ctr"/>
            <a:lstStyle/>
            <a:p>
              <a:endParaRPr lang="en-US"/>
            </a:p>
          </p:txBody>
        </p:sp>
        <p:sp>
          <p:nvSpPr>
            <p:cNvPr id="1536" name="Freeform: Shape 1535"/>
            <p:cNvSpPr/>
            <p:nvPr/>
          </p:nvSpPr>
          <p:spPr>
            <a:xfrm>
              <a:off x="2066276" y="2818307"/>
              <a:ext cx="21258" cy="21810"/>
            </a:xfrm>
            <a:custGeom>
              <a:avLst/>
              <a:gdLst>
                <a:gd name="connsiteX0" fmla="*/ 17058 w 21258"/>
                <a:gd name="connsiteY0" fmla="*/ 1782 h 21810"/>
                <a:gd name="connsiteX1" fmla="*/ 6225 w 21258"/>
                <a:gd name="connsiteY1" fmla="*/ 1782 h 21810"/>
                <a:gd name="connsiteX2" fmla="*/ 3559 w 21258"/>
                <a:gd name="connsiteY2" fmla="*/ 5365 h 21810"/>
                <a:gd name="connsiteX3" fmla="*/ 1643 w 21258"/>
                <a:gd name="connsiteY3" fmla="*/ 6615 h 21810"/>
                <a:gd name="connsiteX4" fmla="*/ 1143 w 21258"/>
                <a:gd name="connsiteY4" fmla="*/ 13948 h 21810"/>
                <a:gd name="connsiteX5" fmla="*/ 4809 w 21258"/>
                <a:gd name="connsiteY5" fmla="*/ 17781 h 21810"/>
                <a:gd name="connsiteX6" fmla="*/ 5059 w 21258"/>
                <a:gd name="connsiteY6" fmla="*/ 17947 h 21810"/>
                <a:gd name="connsiteX7" fmla="*/ 5309 w 21258"/>
                <a:gd name="connsiteY7" fmla="*/ 18197 h 21810"/>
                <a:gd name="connsiteX8" fmla="*/ 7892 w 21258"/>
                <a:gd name="connsiteY8" fmla="*/ 20447 h 21810"/>
                <a:gd name="connsiteX9" fmla="*/ 18724 w 21258"/>
                <a:gd name="connsiteY9" fmla="*/ 17947 h 21810"/>
                <a:gd name="connsiteX10" fmla="*/ 18891 w 21258"/>
                <a:gd name="connsiteY10" fmla="*/ 17781 h 21810"/>
                <a:gd name="connsiteX11" fmla="*/ 20141 w 21258"/>
                <a:gd name="connsiteY11" fmla="*/ 15698 h 21810"/>
                <a:gd name="connsiteX12" fmla="*/ 21141 w 21258"/>
                <a:gd name="connsiteY12" fmla="*/ 12281 h 21810"/>
                <a:gd name="connsiteX13" fmla="*/ 20807 w 21258"/>
                <a:gd name="connsiteY13" fmla="*/ 7782 h 21810"/>
                <a:gd name="connsiteX14" fmla="*/ 17058 w 21258"/>
                <a:gd name="connsiteY14" fmla="*/ 1782 h 21810"/>
                <a:gd name="connsiteX15" fmla="*/ 17058 w 21258"/>
                <a:gd name="connsiteY15" fmla="*/ 1782 h 21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1258" h="21810">
                  <a:moveTo>
                    <a:pt x="17058" y="1782"/>
                  </a:moveTo>
                  <a:cubicBezTo>
                    <a:pt x="14308" y="-717"/>
                    <a:pt x="9058" y="-467"/>
                    <a:pt x="6225" y="1782"/>
                  </a:cubicBezTo>
                  <a:cubicBezTo>
                    <a:pt x="5059" y="2782"/>
                    <a:pt x="4142" y="4032"/>
                    <a:pt x="3559" y="5365"/>
                  </a:cubicBezTo>
                  <a:cubicBezTo>
                    <a:pt x="2809" y="5615"/>
                    <a:pt x="2226" y="6032"/>
                    <a:pt x="1643" y="6615"/>
                  </a:cubicBezTo>
                  <a:cubicBezTo>
                    <a:pt x="-274" y="8532"/>
                    <a:pt x="-607" y="11781"/>
                    <a:pt x="1143" y="13948"/>
                  </a:cubicBezTo>
                  <a:cubicBezTo>
                    <a:pt x="2226" y="15281"/>
                    <a:pt x="3476" y="16614"/>
                    <a:pt x="4809" y="17781"/>
                  </a:cubicBezTo>
                  <a:cubicBezTo>
                    <a:pt x="5059" y="17947"/>
                    <a:pt x="5559" y="18614"/>
                    <a:pt x="5059" y="17947"/>
                  </a:cubicBezTo>
                  <a:cubicBezTo>
                    <a:pt x="4476" y="17198"/>
                    <a:pt x="5142" y="18031"/>
                    <a:pt x="5309" y="18197"/>
                  </a:cubicBezTo>
                  <a:cubicBezTo>
                    <a:pt x="6142" y="19031"/>
                    <a:pt x="6892" y="19864"/>
                    <a:pt x="7892" y="20447"/>
                  </a:cubicBezTo>
                  <a:cubicBezTo>
                    <a:pt x="11975" y="22947"/>
                    <a:pt x="16308" y="21947"/>
                    <a:pt x="18724" y="17947"/>
                  </a:cubicBezTo>
                  <a:cubicBezTo>
                    <a:pt x="18724" y="17947"/>
                    <a:pt x="18808" y="17864"/>
                    <a:pt x="18891" y="17781"/>
                  </a:cubicBezTo>
                  <a:cubicBezTo>
                    <a:pt x="19391" y="17281"/>
                    <a:pt x="19807" y="16364"/>
                    <a:pt x="20141" y="15698"/>
                  </a:cubicBezTo>
                  <a:cubicBezTo>
                    <a:pt x="20641" y="14614"/>
                    <a:pt x="20974" y="13448"/>
                    <a:pt x="21141" y="12281"/>
                  </a:cubicBezTo>
                  <a:cubicBezTo>
                    <a:pt x="21391" y="10782"/>
                    <a:pt x="21224" y="9282"/>
                    <a:pt x="20807" y="7782"/>
                  </a:cubicBezTo>
                  <a:cubicBezTo>
                    <a:pt x="20307" y="5199"/>
                    <a:pt x="18974" y="3532"/>
                    <a:pt x="17058" y="1782"/>
                  </a:cubicBezTo>
                  <a:lnTo>
                    <a:pt x="17058" y="1782"/>
                  </a:lnTo>
                  <a:close/>
                </a:path>
              </a:pathLst>
            </a:custGeom>
            <a:grpFill/>
            <a:ln w="8332" cap="flat">
              <a:noFill/>
              <a:prstDash val="solid"/>
              <a:miter/>
            </a:ln>
          </p:spPr>
          <p:txBody>
            <a:bodyPr rtlCol="0" anchor="ctr"/>
            <a:lstStyle/>
            <a:p>
              <a:endParaRPr lang="en-US"/>
            </a:p>
          </p:txBody>
        </p:sp>
        <p:sp>
          <p:nvSpPr>
            <p:cNvPr id="1537" name="Freeform: Shape 1536"/>
            <p:cNvSpPr/>
            <p:nvPr/>
          </p:nvSpPr>
          <p:spPr>
            <a:xfrm>
              <a:off x="2125307" y="2787165"/>
              <a:ext cx="26264" cy="25573"/>
            </a:xfrm>
            <a:custGeom>
              <a:avLst/>
              <a:gdLst>
                <a:gd name="connsiteX0" fmla="*/ 18938 w 26264"/>
                <a:gd name="connsiteY0" fmla="*/ 761 h 25573"/>
                <a:gd name="connsiteX1" fmla="*/ 8689 w 26264"/>
                <a:gd name="connsiteY1" fmla="*/ 2927 h 25573"/>
                <a:gd name="connsiteX2" fmla="*/ 5855 w 26264"/>
                <a:gd name="connsiteY2" fmla="*/ 9426 h 25573"/>
                <a:gd name="connsiteX3" fmla="*/ 522 w 26264"/>
                <a:gd name="connsiteY3" fmla="*/ 13843 h 25573"/>
                <a:gd name="connsiteX4" fmla="*/ 4689 w 26264"/>
                <a:gd name="connsiteY4" fmla="*/ 23758 h 25573"/>
                <a:gd name="connsiteX5" fmla="*/ 20354 w 26264"/>
                <a:gd name="connsiteY5" fmla="*/ 22675 h 25573"/>
                <a:gd name="connsiteX6" fmla="*/ 25520 w 26264"/>
                <a:gd name="connsiteY6" fmla="*/ 15509 h 25573"/>
                <a:gd name="connsiteX7" fmla="*/ 24854 w 26264"/>
                <a:gd name="connsiteY7" fmla="*/ 5927 h 25573"/>
                <a:gd name="connsiteX8" fmla="*/ 18938 w 26264"/>
                <a:gd name="connsiteY8" fmla="*/ 761 h 25573"/>
                <a:gd name="connsiteX9" fmla="*/ 18938 w 26264"/>
                <a:gd name="connsiteY9" fmla="*/ 761 h 25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264" h="25573">
                  <a:moveTo>
                    <a:pt x="18938" y="761"/>
                  </a:moveTo>
                  <a:cubicBezTo>
                    <a:pt x="15605" y="-989"/>
                    <a:pt x="11105" y="511"/>
                    <a:pt x="8689" y="2927"/>
                  </a:cubicBezTo>
                  <a:cubicBezTo>
                    <a:pt x="7105" y="4510"/>
                    <a:pt x="5939" y="7010"/>
                    <a:pt x="5855" y="9426"/>
                  </a:cubicBezTo>
                  <a:cubicBezTo>
                    <a:pt x="3522" y="9926"/>
                    <a:pt x="1439" y="11509"/>
                    <a:pt x="522" y="13843"/>
                  </a:cubicBezTo>
                  <a:cubicBezTo>
                    <a:pt x="-977" y="17926"/>
                    <a:pt x="856" y="21842"/>
                    <a:pt x="4689" y="23758"/>
                  </a:cubicBezTo>
                  <a:cubicBezTo>
                    <a:pt x="9855" y="26258"/>
                    <a:pt x="15688" y="26425"/>
                    <a:pt x="20354" y="22675"/>
                  </a:cubicBezTo>
                  <a:cubicBezTo>
                    <a:pt x="22687" y="20759"/>
                    <a:pt x="24604" y="18342"/>
                    <a:pt x="25520" y="15509"/>
                  </a:cubicBezTo>
                  <a:cubicBezTo>
                    <a:pt x="26604" y="12260"/>
                    <a:pt x="26604" y="8926"/>
                    <a:pt x="24854" y="5927"/>
                  </a:cubicBezTo>
                  <a:cubicBezTo>
                    <a:pt x="23437" y="3427"/>
                    <a:pt x="21437" y="2094"/>
                    <a:pt x="18938" y="761"/>
                  </a:cubicBezTo>
                  <a:lnTo>
                    <a:pt x="18938" y="761"/>
                  </a:lnTo>
                  <a:close/>
                </a:path>
              </a:pathLst>
            </a:custGeom>
            <a:grpFill/>
            <a:ln w="8332" cap="flat">
              <a:noFill/>
              <a:prstDash val="solid"/>
              <a:miter/>
            </a:ln>
          </p:spPr>
          <p:txBody>
            <a:bodyPr rtlCol="0" anchor="ctr"/>
            <a:lstStyle/>
            <a:p>
              <a:endParaRPr lang="en-US"/>
            </a:p>
          </p:txBody>
        </p:sp>
        <p:sp>
          <p:nvSpPr>
            <p:cNvPr id="1538" name="Freeform: Shape 1537"/>
            <p:cNvSpPr/>
            <p:nvPr/>
          </p:nvSpPr>
          <p:spPr>
            <a:xfrm>
              <a:off x="2068585" y="2599970"/>
              <a:ext cx="20342" cy="21027"/>
            </a:xfrm>
            <a:custGeom>
              <a:avLst/>
              <a:gdLst>
                <a:gd name="connsiteX0" fmla="*/ 2916 w 20342"/>
                <a:gd name="connsiteY0" fmla="*/ 2972 h 21027"/>
                <a:gd name="connsiteX1" fmla="*/ 0 w 20342"/>
                <a:gd name="connsiteY1" fmla="*/ 9972 h 21027"/>
                <a:gd name="connsiteX2" fmla="*/ 3916 w 20342"/>
                <a:gd name="connsiteY2" fmla="*/ 18054 h 21027"/>
                <a:gd name="connsiteX3" fmla="*/ 6083 w 20342"/>
                <a:gd name="connsiteY3" fmla="*/ 19304 h 21027"/>
                <a:gd name="connsiteX4" fmla="*/ 18248 w 20342"/>
                <a:gd name="connsiteY4" fmla="*/ 17638 h 21027"/>
                <a:gd name="connsiteX5" fmla="*/ 17998 w 20342"/>
                <a:gd name="connsiteY5" fmla="*/ 3806 h 21027"/>
                <a:gd name="connsiteX6" fmla="*/ 2916 w 20342"/>
                <a:gd name="connsiteY6" fmla="*/ 2972 h 21027"/>
                <a:gd name="connsiteX7" fmla="*/ 2916 w 20342"/>
                <a:gd name="connsiteY7" fmla="*/ 2972 h 21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342" h="21027">
                  <a:moveTo>
                    <a:pt x="2916" y="2972"/>
                  </a:moveTo>
                  <a:cubicBezTo>
                    <a:pt x="1000" y="4972"/>
                    <a:pt x="0" y="7222"/>
                    <a:pt x="0" y="9972"/>
                  </a:cubicBezTo>
                  <a:cubicBezTo>
                    <a:pt x="0" y="13471"/>
                    <a:pt x="1500" y="15721"/>
                    <a:pt x="3916" y="18054"/>
                  </a:cubicBezTo>
                  <a:cubicBezTo>
                    <a:pt x="4583" y="18721"/>
                    <a:pt x="5333" y="19054"/>
                    <a:pt x="6083" y="19304"/>
                  </a:cubicBezTo>
                  <a:cubicBezTo>
                    <a:pt x="9749" y="21971"/>
                    <a:pt x="15832" y="21637"/>
                    <a:pt x="18248" y="17638"/>
                  </a:cubicBezTo>
                  <a:cubicBezTo>
                    <a:pt x="20915" y="13305"/>
                    <a:pt x="21248" y="7972"/>
                    <a:pt x="17998" y="3806"/>
                  </a:cubicBezTo>
                  <a:cubicBezTo>
                    <a:pt x="14332" y="-944"/>
                    <a:pt x="7166" y="-1277"/>
                    <a:pt x="2916" y="2972"/>
                  </a:cubicBezTo>
                  <a:lnTo>
                    <a:pt x="2916" y="2972"/>
                  </a:lnTo>
                  <a:close/>
                </a:path>
              </a:pathLst>
            </a:custGeom>
            <a:grpFill/>
            <a:ln w="8332" cap="flat">
              <a:noFill/>
              <a:prstDash val="solid"/>
              <a:miter/>
            </a:ln>
          </p:spPr>
          <p:txBody>
            <a:bodyPr rtlCol="0" anchor="ctr"/>
            <a:lstStyle/>
            <a:p>
              <a:endParaRPr lang="en-US"/>
            </a:p>
          </p:txBody>
        </p:sp>
        <p:sp>
          <p:nvSpPr>
            <p:cNvPr id="1539" name="Freeform: Shape 1538"/>
            <p:cNvSpPr/>
            <p:nvPr/>
          </p:nvSpPr>
          <p:spPr>
            <a:xfrm>
              <a:off x="1981392" y="2616217"/>
              <a:ext cx="21853" cy="25280"/>
            </a:xfrm>
            <a:custGeom>
              <a:avLst/>
              <a:gdLst>
                <a:gd name="connsiteX0" fmla="*/ 5367 w 21853"/>
                <a:gd name="connsiteY0" fmla="*/ 1391 h 25280"/>
                <a:gd name="connsiteX1" fmla="*/ 868 w 21853"/>
                <a:gd name="connsiteY1" fmla="*/ 14223 h 25280"/>
                <a:gd name="connsiteX2" fmla="*/ 2534 w 21853"/>
                <a:gd name="connsiteY2" fmla="*/ 17473 h 25280"/>
                <a:gd name="connsiteX3" fmla="*/ 2534 w 21853"/>
                <a:gd name="connsiteY3" fmla="*/ 17556 h 25280"/>
                <a:gd name="connsiteX4" fmla="*/ 1784 w 21853"/>
                <a:gd name="connsiteY4" fmla="*/ 16306 h 25280"/>
                <a:gd name="connsiteX5" fmla="*/ 2784 w 21853"/>
                <a:gd name="connsiteY5" fmla="*/ 18640 h 25280"/>
                <a:gd name="connsiteX6" fmla="*/ 2617 w 21853"/>
                <a:gd name="connsiteY6" fmla="*/ 17889 h 25280"/>
                <a:gd name="connsiteX7" fmla="*/ 4284 w 21853"/>
                <a:gd name="connsiteY7" fmla="*/ 21473 h 25280"/>
                <a:gd name="connsiteX8" fmla="*/ 4784 w 21853"/>
                <a:gd name="connsiteY8" fmla="*/ 22056 h 25280"/>
                <a:gd name="connsiteX9" fmla="*/ 4367 w 21853"/>
                <a:gd name="connsiteY9" fmla="*/ 21306 h 25280"/>
                <a:gd name="connsiteX10" fmla="*/ 14700 w 21853"/>
                <a:gd name="connsiteY10" fmla="*/ 24806 h 25280"/>
                <a:gd name="connsiteX11" fmla="*/ 18699 w 21853"/>
                <a:gd name="connsiteY11" fmla="*/ 3974 h 25280"/>
                <a:gd name="connsiteX12" fmla="*/ 5367 w 21853"/>
                <a:gd name="connsiteY12" fmla="*/ 1391 h 25280"/>
                <a:gd name="connsiteX13" fmla="*/ 5367 w 21853"/>
                <a:gd name="connsiteY13" fmla="*/ 1391 h 25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853" h="25280">
                  <a:moveTo>
                    <a:pt x="5367" y="1391"/>
                  </a:moveTo>
                  <a:cubicBezTo>
                    <a:pt x="1201" y="3808"/>
                    <a:pt x="-1466" y="9640"/>
                    <a:pt x="868" y="14223"/>
                  </a:cubicBezTo>
                  <a:cubicBezTo>
                    <a:pt x="1451" y="15306"/>
                    <a:pt x="1951" y="16390"/>
                    <a:pt x="2534" y="17473"/>
                  </a:cubicBezTo>
                  <a:cubicBezTo>
                    <a:pt x="2534" y="17473"/>
                    <a:pt x="2534" y="17473"/>
                    <a:pt x="2534" y="17556"/>
                  </a:cubicBezTo>
                  <a:cubicBezTo>
                    <a:pt x="2284" y="17139"/>
                    <a:pt x="2034" y="16723"/>
                    <a:pt x="1784" y="16306"/>
                  </a:cubicBezTo>
                  <a:cubicBezTo>
                    <a:pt x="2201" y="17056"/>
                    <a:pt x="2534" y="17806"/>
                    <a:pt x="2784" y="18640"/>
                  </a:cubicBezTo>
                  <a:cubicBezTo>
                    <a:pt x="2701" y="18390"/>
                    <a:pt x="2617" y="18140"/>
                    <a:pt x="2617" y="17889"/>
                  </a:cubicBezTo>
                  <a:cubicBezTo>
                    <a:pt x="2951" y="19139"/>
                    <a:pt x="3367" y="20223"/>
                    <a:pt x="4284" y="21473"/>
                  </a:cubicBezTo>
                  <a:cubicBezTo>
                    <a:pt x="4451" y="21723"/>
                    <a:pt x="4617" y="21889"/>
                    <a:pt x="4784" y="22056"/>
                  </a:cubicBezTo>
                  <a:cubicBezTo>
                    <a:pt x="4617" y="21806"/>
                    <a:pt x="4534" y="21556"/>
                    <a:pt x="4367" y="21306"/>
                  </a:cubicBezTo>
                  <a:cubicBezTo>
                    <a:pt x="6617" y="25055"/>
                    <a:pt x="10617" y="25972"/>
                    <a:pt x="14700" y="24806"/>
                  </a:cubicBezTo>
                  <a:cubicBezTo>
                    <a:pt x="23032" y="22472"/>
                    <a:pt x="23699" y="9640"/>
                    <a:pt x="18699" y="3974"/>
                  </a:cubicBezTo>
                  <a:cubicBezTo>
                    <a:pt x="15283" y="58"/>
                    <a:pt x="10033" y="-1275"/>
                    <a:pt x="5367" y="1391"/>
                  </a:cubicBezTo>
                  <a:lnTo>
                    <a:pt x="5367" y="1391"/>
                  </a:lnTo>
                  <a:close/>
                </a:path>
              </a:pathLst>
            </a:custGeom>
            <a:grpFill/>
            <a:ln w="8332" cap="flat">
              <a:noFill/>
              <a:prstDash val="solid"/>
              <a:miter/>
            </a:ln>
          </p:spPr>
          <p:txBody>
            <a:bodyPr rtlCol="0" anchor="ctr"/>
            <a:lstStyle/>
            <a:p>
              <a:endParaRPr lang="en-US"/>
            </a:p>
          </p:txBody>
        </p:sp>
        <p:sp>
          <p:nvSpPr>
            <p:cNvPr id="1540" name="Freeform: Shape 1539"/>
            <p:cNvSpPr/>
            <p:nvPr/>
          </p:nvSpPr>
          <p:spPr>
            <a:xfrm>
              <a:off x="5938093" y="849672"/>
              <a:ext cx="369137" cy="558127"/>
            </a:xfrm>
            <a:custGeom>
              <a:avLst/>
              <a:gdLst>
                <a:gd name="connsiteX0" fmla="*/ 313698 w 369137"/>
                <a:gd name="connsiteY0" fmla="*/ 121751 h 558127"/>
                <a:gd name="connsiteX1" fmla="*/ 262036 w 369137"/>
                <a:gd name="connsiteY1" fmla="*/ 98336 h 558127"/>
                <a:gd name="connsiteX2" fmla="*/ 199042 w 369137"/>
                <a:gd name="connsiteY2" fmla="*/ 98670 h 558127"/>
                <a:gd name="connsiteX3" fmla="*/ 180127 w 369137"/>
                <a:gd name="connsiteY3" fmla="*/ 102003 h 558127"/>
                <a:gd name="connsiteX4" fmla="*/ 171711 w 369137"/>
                <a:gd name="connsiteY4" fmla="*/ 90670 h 558127"/>
                <a:gd name="connsiteX5" fmla="*/ 162295 w 369137"/>
                <a:gd name="connsiteY5" fmla="*/ 50757 h 558127"/>
                <a:gd name="connsiteX6" fmla="*/ 157212 w 369137"/>
                <a:gd name="connsiteY6" fmla="*/ 16927 h 558127"/>
                <a:gd name="connsiteX7" fmla="*/ 150879 w 369137"/>
                <a:gd name="connsiteY7" fmla="*/ 1512 h 558127"/>
                <a:gd name="connsiteX8" fmla="*/ 115633 w 369137"/>
                <a:gd name="connsiteY8" fmla="*/ 19427 h 558127"/>
                <a:gd name="connsiteX9" fmla="*/ 107467 w 369137"/>
                <a:gd name="connsiteY9" fmla="*/ 59757 h 558127"/>
                <a:gd name="connsiteX10" fmla="*/ 118216 w 369137"/>
                <a:gd name="connsiteY10" fmla="*/ 91504 h 558127"/>
                <a:gd name="connsiteX11" fmla="*/ 127299 w 369137"/>
                <a:gd name="connsiteY11" fmla="*/ 115918 h 558127"/>
                <a:gd name="connsiteX12" fmla="*/ 117966 w 369137"/>
                <a:gd name="connsiteY12" fmla="*/ 116085 h 558127"/>
                <a:gd name="connsiteX13" fmla="*/ 106300 w 369137"/>
                <a:gd name="connsiteY13" fmla="*/ 121418 h 558127"/>
                <a:gd name="connsiteX14" fmla="*/ 93551 w 369137"/>
                <a:gd name="connsiteY14" fmla="*/ 129334 h 558127"/>
                <a:gd name="connsiteX15" fmla="*/ 76136 w 369137"/>
                <a:gd name="connsiteY15" fmla="*/ 142416 h 558127"/>
                <a:gd name="connsiteX16" fmla="*/ 69470 w 369137"/>
                <a:gd name="connsiteY16" fmla="*/ 147915 h 558127"/>
                <a:gd name="connsiteX17" fmla="*/ 53055 w 369137"/>
                <a:gd name="connsiteY17" fmla="*/ 163497 h 558127"/>
                <a:gd name="connsiteX18" fmla="*/ 2310 w 369137"/>
                <a:gd name="connsiteY18" fmla="*/ 254072 h 558127"/>
                <a:gd name="connsiteX19" fmla="*/ 5143 w 369137"/>
                <a:gd name="connsiteY19" fmla="*/ 275320 h 558127"/>
                <a:gd name="connsiteX20" fmla="*/ 16808 w 369137"/>
                <a:gd name="connsiteY20" fmla="*/ 272237 h 558127"/>
                <a:gd name="connsiteX21" fmla="*/ 18141 w 369137"/>
                <a:gd name="connsiteY21" fmla="*/ 323483 h 558127"/>
                <a:gd name="connsiteX22" fmla="*/ 49972 w 369137"/>
                <a:gd name="connsiteY22" fmla="*/ 401392 h 558127"/>
                <a:gd name="connsiteX23" fmla="*/ 181627 w 369137"/>
                <a:gd name="connsiteY23" fmla="*/ 529214 h 558127"/>
                <a:gd name="connsiteX24" fmla="*/ 260536 w 369137"/>
                <a:gd name="connsiteY24" fmla="*/ 557962 h 558127"/>
                <a:gd name="connsiteX25" fmla="*/ 323447 w 369137"/>
                <a:gd name="connsiteY25" fmla="*/ 515382 h 558127"/>
                <a:gd name="connsiteX26" fmla="*/ 369110 w 369137"/>
                <a:gd name="connsiteY26" fmla="*/ 349314 h 558127"/>
                <a:gd name="connsiteX27" fmla="*/ 359111 w 369137"/>
                <a:gd name="connsiteY27" fmla="*/ 244240 h 558127"/>
                <a:gd name="connsiteX28" fmla="*/ 328530 w 369137"/>
                <a:gd name="connsiteY28" fmla="*/ 161997 h 558127"/>
                <a:gd name="connsiteX29" fmla="*/ 337113 w 369137"/>
                <a:gd name="connsiteY29" fmla="*/ 163330 h 558127"/>
                <a:gd name="connsiteX30" fmla="*/ 342029 w 369137"/>
                <a:gd name="connsiteY30" fmla="*/ 156998 h 558127"/>
                <a:gd name="connsiteX31" fmla="*/ 313698 w 369137"/>
                <a:gd name="connsiteY31" fmla="*/ 121751 h 558127"/>
                <a:gd name="connsiteX32" fmla="*/ 313698 w 369137"/>
                <a:gd name="connsiteY32" fmla="*/ 121751 h 558127"/>
                <a:gd name="connsiteX33" fmla="*/ 352528 w 369137"/>
                <a:gd name="connsiteY33" fmla="*/ 309567 h 558127"/>
                <a:gd name="connsiteX34" fmla="*/ 332530 w 369137"/>
                <a:gd name="connsiteY34" fmla="*/ 464303 h 558127"/>
                <a:gd name="connsiteX35" fmla="*/ 285701 w 369137"/>
                <a:gd name="connsiteY35" fmla="*/ 530464 h 558127"/>
                <a:gd name="connsiteX36" fmla="*/ 243371 w 369137"/>
                <a:gd name="connsiteY36" fmla="*/ 540047 h 558127"/>
                <a:gd name="connsiteX37" fmla="*/ 208208 w 369137"/>
                <a:gd name="connsiteY37" fmla="*/ 525881 h 558127"/>
                <a:gd name="connsiteX38" fmla="*/ 140047 w 369137"/>
                <a:gd name="connsiteY38" fmla="*/ 484302 h 558127"/>
                <a:gd name="connsiteX39" fmla="*/ 82052 w 369137"/>
                <a:gd name="connsiteY39" fmla="*/ 425474 h 558127"/>
                <a:gd name="connsiteX40" fmla="*/ 35806 w 369137"/>
                <a:gd name="connsiteY40" fmla="*/ 343064 h 558127"/>
                <a:gd name="connsiteX41" fmla="*/ 26474 w 369137"/>
                <a:gd name="connsiteY41" fmla="*/ 298735 h 558127"/>
                <a:gd name="connsiteX42" fmla="*/ 25058 w 369137"/>
                <a:gd name="connsiteY42" fmla="*/ 263988 h 558127"/>
                <a:gd name="connsiteX43" fmla="*/ 66387 w 369137"/>
                <a:gd name="connsiteY43" fmla="*/ 219992 h 558127"/>
                <a:gd name="connsiteX44" fmla="*/ 88302 w 369137"/>
                <a:gd name="connsiteY44" fmla="*/ 202910 h 558127"/>
                <a:gd name="connsiteX45" fmla="*/ 82636 w 369137"/>
                <a:gd name="connsiteY45" fmla="*/ 223325 h 558127"/>
                <a:gd name="connsiteX46" fmla="*/ 80552 w 369137"/>
                <a:gd name="connsiteY46" fmla="*/ 276737 h 558127"/>
                <a:gd name="connsiteX47" fmla="*/ 90635 w 369137"/>
                <a:gd name="connsiteY47" fmla="*/ 278070 h 558127"/>
                <a:gd name="connsiteX48" fmla="*/ 122882 w 369137"/>
                <a:gd name="connsiteY48" fmla="*/ 229908 h 558127"/>
                <a:gd name="connsiteX49" fmla="*/ 137964 w 369137"/>
                <a:gd name="connsiteY49" fmla="*/ 200911 h 558127"/>
                <a:gd name="connsiteX50" fmla="*/ 143297 w 369137"/>
                <a:gd name="connsiteY50" fmla="*/ 190661 h 558127"/>
                <a:gd name="connsiteX51" fmla="*/ 146713 w 369137"/>
                <a:gd name="connsiteY51" fmla="*/ 220909 h 558127"/>
                <a:gd name="connsiteX52" fmla="*/ 156879 w 369137"/>
                <a:gd name="connsiteY52" fmla="*/ 261072 h 558127"/>
                <a:gd name="connsiteX53" fmla="*/ 167962 w 369137"/>
                <a:gd name="connsiteY53" fmla="*/ 261072 h 558127"/>
                <a:gd name="connsiteX54" fmla="*/ 176960 w 369137"/>
                <a:gd name="connsiteY54" fmla="*/ 221742 h 558127"/>
                <a:gd name="connsiteX55" fmla="*/ 176877 w 369137"/>
                <a:gd name="connsiteY55" fmla="*/ 174496 h 558127"/>
                <a:gd name="connsiteX56" fmla="*/ 194209 w 369137"/>
                <a:gd name="connsiteY56" fmla="*/ 189578 h 558127"/>
                <a:gd name="connsiteX57" fmla="*/ 213874 w 369137"/>
                <a:gd name="connsiteY57" fmla="*/ 210076 h 558127"/>
                <a:gd name="connsiteX58" fmla="*/ 241038 w 369137"/>
                <a:gd name="connsiteY58" fmla="*/ 238074 h 558127"/>
                <a:gd name="connsiteX59" fmla="*/ 249704 w 369137"/>
                <a:gd name="connsiteY59" fmla="*/ 231408 h 558127"/>
                <a:gd name="connsiteX60" fmla="*/ 234539 w 369137"/>
                <a:gd name="connsiteY60" fmla="*/ 187245 h 558127"/>
                <a:gd name="connsiteX61" fmla="*/ 224789 w 369137"/>
                <a:gd name="connsiteY61" fmla="*/ 163497 h 558127"/>
                <a:gd name="connsiteX62" fmla="*/ 219873 w 369137"/>
                <a:gd name="connsiteY62" fmla="*/ 152998 h 558127"/>
                <a:gd name="connsiteX63" fmla="*/ 257120 w 369137"/>
                <a:gd name="connsiteY63" fmla="*/ 172496 h 558127"/>
                <a:gd name="connsiteX64" fmla="*/ 300449 w 369137"/>
                <a:gd name="connsiteY64" fmla="*/ 199411 h 558127"/>
                <a:gd name="connsiteX65" fmla="*/ 308449 w 369137"/>
                <a:gd name="connsiteY65" fmla="*/ 191411 h 558127"/>
                <a:gd name="connsiteX66" fmla="*/ 283868 w 369137"/>
                <a:gd name="connsiteY66" fmla="*/ 155081 h 558127"/>
                <a:gd name="connsiteX67" fmla="*/ 262620 w 369137"/>
                <a:gd name="connsiteY67" fmla="*/ 131417 h 558127"/>
                <a:gd name="connsiteX68" fmla="*/ 300949 w 369137"/>
                <a:gd name="connsiteY68" fmla="*/ 147499 h 558127"/>
                <a:gd name="connsiteX69" fmla="*/ 312365 w 369137"/>
                <a:gd name="connsiteY69" fmla="*/ 153998 h 558127"/>
                <a:gd name="connsiteX70" fmla="*/ 352528 w 369137"/>
                <a:gd name="connsiteY70" fmla="*/ 309567 h 558127"/>
                <a:gd name="connsiteX71" fmla="*/ 352528 w 369137"/>
                <a:gd name="connsiteY71" fmla="*/ 309567 h 558127"/>
                <a:gd name="connsiteX72" fmla="*/ 314115 w 369137"/>
                <a:gd name="connsiteY72" fmla="*/ 142916 h 558127"/>
                <a:gd name="connsiteX73" fmla="*/ 287451 w 369137"/>
                <a:gd name="connsiteY73" fmla="*/ 130167 h 558127"/>
                <a:gd name="connsiteX74" fmla="*/ 251787 w 369137"/>
                <a:gd name="connsiteY74" fmla="*/ 120834 h 558127"/>
                <a:gd name="connsiteX75" fmla="*/ 247454 w 369137"/>
                <a:gd name="connsiteY75" fmla="*/ 128250 h 558127"/>
                <a:gd name="connsiteX76" fmla="*/ 268869 w 369137"/>
                <a:gd name="connsiteY76" fmla="*/ 155665 h 558127"/>
                <a:gd name="connsiteX77" fmla="*/ 284618 w 369137"/>
                <a:gd name="connsiteY77" fmla="*/ 177079 h 558127"/>
                <a:gd name="connsiteX78" fmla="*/ 261120 w 369137"/>
                <a:gd name="connsiteY78" fmla="*/ 162497 h 558127"/>
                <a:gd name="connsiteX79" fmla="*/ 212957 w 369137"/>
                <a:gd name="connsiteY79" fmla="*/ 138333 h 558127"/>
                <a:gd name="connsiteX80" fmla="*/ 205458 w 369137"/>
                <a:gd name="connsiteY80" fmla="*/ 144082 h 558127"/>
                <a:gd name="connsiteX81" fmla="*/ 218874 w 369137"/>
                <a:gd name="connsiteY81" fmla="*/ 181162 h 558127"/>
                <a:gd name="connsiteX82" fmla="*/ 231122 w 369137"/>
                <a:gd name="connsiteY82" fmla="*/ 211576 h 558127"/>
                <a:gd name="connsiteX83" fmla="*/ 226956 w 369137"/>
                <a:gd name="connsiteY83" fmla="*/ 206827 h 558127"/>
                <a:gd name="connsiteX84" fmla="*/ 204625 w 369137"/>
                <a:gd name="connsiteY84" fmla="*/ 184662 h 558127"/>
                <a:gd name="connsiteX85" fmla="*/ 169211 w 369137"/>
                <a:gd name="connsiteY85" fmla="*/ 162664 h 558127"/>
                <a:gd name="connsiteX86" fmla="*/ 165961 w 369137"/>
                <a:gd name="connsiteY86" fmla="*/ 166830 h 558127"/>
                <a:gd name="connsiteX87" fmla="*/ 164545 w 369137"/>
                <a:gd name="connsiteY87" fmla="*/ 208993 h 558127"/>
                <a:gd name="connsiteX88" fmla="*/ 162295 w 369137"/>
                <a:gd name="connsiteY88" fmla="*/ 239990 h 558127"/>
                <a:gd name="connsiteX89" fmla="*/ 158962 w 369137"/>
                <a:gd name="connsiteY89" fmla="*/ 213993 h 558127"/>
                <a:gd name="connsiteX90" fmla="*/ 154879 w 369137"/>
                <a:gd name="connsiteY90" fmla="*/ 172996 h 558127"/>
                <a:gd name="connsiteX91" fmla="*/ 147796 w 369137"/>
                <a:gd name="connsiteY91" fmla="*/ 165914 h 558127"/>
                <a:gd name="connsiteX92" fmla="*/ 138464 w 369137"/>
                <a:gd name="connsiteY92" fmla="*/ 173163 h 558127"/>
                <a:gd name="connsiteX93" fmla="*/ 122799 w 369137"/>
                <a:gd name="connsiteY93" fmla="*/ 201410 h 558127"/>
                <a:gd name="connsiteX94" fmla="*/ 89385 w 369137"/>
                <a:gd name="connsiteY94" fmla="*/ 260488 h 558127"/>
                <a:gd name="connsiteX95" fmla="*/ 96634 w 369137"/>
                <a:gd name="connsiteY95" fmla="*/ 222158 h 558127"/>
                <a:gd name="connsiteX96" fmla="*/ 113633 w 369137"/>
                <a:gd name="connsiteY96" fmla="*/ 184079 h 558127"/>
                <a:gd name="connsiteX97" fmla="*/ 106050 w 369137"/>
                <a:gd name="connsiteY97" fmla="*/ 174246 h 558127"/>
                <a:gd name="connsiteX98" fmla="*/ 44056 w 369137"/>
                <a:gd name="connsiteY98" fmla="*/ 224742 h 558127"/>
                <a:gd name="connsiteX99" fmla="*/ 20308 w 369137"/>
                <a:gd name="connsiteY99" fmla="*/ 251573 h 558127"/>
                <a:gd name="connsiteX100" fmla="*/ 15225 w 369137"/>
                <a:gd name="connsiteY100" fmla="*/ 258572 h 558127"/>
                <a:gd name="connsiteX101" fmla="*/ 13225 w 369137"/>
                <a:gd name="connsiteY101" fmla="*/ 258739 h 558127"/>
                <a:gd name="connsiteX102" fmla="*/ 18225 w 369137"/>
                <a:gd name="connsiteY102" fmla="*/ 242073 h 558127"/>
                <a:gd name="connsiteX103" fmla="*/ 58138 w 369137"/>
                <a:gd name="connsiteY103" fmla="*/ 174330 h 558127"/>
                <a:gd name="connsiteX104" fmla="*/ 78303 w 369137"/>
                <a:gd name="connsiteY104" fmla="*/ 153248 h 558127"/>
                <a:gd name="connsiteX105" fmla="*/ 101218 w 369137"/>
                <a:gd name="connsiteY105" fmla="*/ 139833 h 558127"/>
                <a:gd name="connsiteX106" fmla="*/ 128882 w 369137"/>
                <a:gd name="connsiteY106" fmla="*/ 129250 h 558127"/>
                <a:gd name="connsiteX107" fmla="*/ 138964 w 369137"/>
                <a:gd name="connsiteY107" fmla="*/ 126917 h 558127"/>
                <a:gd name="connsiteX108" fmla="*/ 141630 w 369137"/>
                <a:gd name="connsiteY108" fmla="*/ 120584 h 558127"/>
                <a:gd name="connsiteX109" fmla="*/ 125382 w 369137"/>
                <a:gd name="connsiteY109" fmla="*/ 77172 h 558127"/>
                <a:gd name="connsiteX110" fmla="*/ 115883 w 369137"/>
                <a:gd name="connsiteY110" fmla="*/ 48174 h 558127"/>
                <a:gd name="connsiteX111" fmla="*/ 128298 w 369137"/>
                <a:gd name="connsiteY111" fmla="*/ 21843 h 558127"/>
                <a:gd name="connsiteX112" fmla="*/ 146880 w 369137"/>
                <a:gd name="connsiteY112" fmla="*/ 16427 h 558127"/>
                <a:gd name="connsiteX113" fmla="*/ 150296 w 369137"/>
                <a:gd name="connsiteY113" fmla="*/ 43925 h 558127"/>
                <a:gd name="connsiteX114" fmla="*/ 161795 w 369137"/>
                <a:gd name="connsiteY114" fmla="*/ 101003 h 558127"/>
                <a:gd name="connsiteX115" fmla="*/ 178627 w 369137"/>
                <a:gd name="connsiteY115" fmla="*/ 115001 h 558127"/>
                <a:gd name="connsiteX116" fmla="*/ 238705 w 369137"/>
                <a:gd name="connsiteY116" fmla="*/ 108085 h 558127"/>
                <a:gd name="connsiteX117" fmla="*/ 290867 w 369137"/>
                <a:gd name="connsiteY117" fmla="*/ 122251 h 558127"/>
                <a:gd name="connsiteX118" fmla="*/ 313532 w 369137"/>
                <a:gd name="connsiteY118" fmla="*/ 138166 h 558127"/>
                <a:gd name="connsiteX119" fmla="*/ 324697 w 369137"/>
                <a:gd name="connsiteY119" fmla="*/ 149165 h 558127"/>
                <a:gd name="connsiteX120" fmla="*/ 314115 w 369137"/>
                <a:gd name="connsiteY120" fmla="*/ 142916 h 558127"/>
                <a:gd name="connsiteX121" fmla="*/ 314115 w 369137"/>
                <a:gd name="connsiteY121" fmla="*/ 142916 h 558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369137" h="558127">
                  <a:moveTo>
                    <a:pt x="313698" y="121751"/>
                  </a:moveTo>
                  <a:cubicBezTo>
                    <a:pt x="298783" y="110002"/>
                    <a:pt x="280701" y="101669"/>
                    <a:pt x="262036" y="98336"/>
                  </a:cubicBezTo>
                  <a:cubicBezTo>
                    <a:pt x="240538" y="94503"/>
                    <a:pt x="220623" y="94587"/>
                    <a:pt x="199042" y="98670"/>
                  </a:cubicBezTo>
                  <a:cubicBezTo>
                    <a:pt x="193709" y="99670"/>
                    <a:pt x="185543" y="103086"/>
                    <a:pt x="180127" y="102003"/>
                  </a:cubicBezTo>
                  <a:cubicBezTo>
                    <a:pt x="173794" y="100753"/>
                    <a:pt x="173377" y="96670"/>
                    <a:pt x="171711" y="90670"/>
                  </a:cubicBezTo>
                  <a:cubicBezTo>
                    <a:pt x="168128" y="77505"/>
                    <a:pt x="164795" y="64256"/>
                    <a:pt x="162295" y="50757"/>
                  </a:cubicBezTo>
                  <a:cubicBezTo>
                    <a:pt x="160295" y="39508"/>
                    <a:pt x="159129" y="28176"/>
                    <a:pt x="157212" y="16927"/>
                  </a:cubicBezTo>
                  <a:cubicBezTo>
                    <a:pt x="156296" y="11428"/>
                    <a:pt x="156129" y="4928"/>
                    <a:pt x="150879" y="1512"/>
                  </a:cubicBezTo>
                  <a:cubicBezTo>
                    <a:pt x="140380" y="-5321"/>
                    <a:pt x="122299" y="12844"/>
                    <a:pt x="115633" y="19427"/>
                  </a:cubicBezTo>
                  <a:cubicBezTo>
                    <a:pt x="103884" y="31009"/>
                    <a:pt x="103717" y="44508"/>
                    <a:pt x="107467" y="59757"/>
                  </a:cubicBezTo>
                  <a:cubicBezTo>
                    <a:pt x="110133" y="70589"/>
                    <a:pt x="114383" y="81005"/>
                    <a:pt x="118216" y="91504"/>
                  </a:cubicBezTo>
                  <a:cubicBezTo>
                    <a:pt x="120882" y="98670"/>
                    <a:pt x="125382" y="107752"/>
                    <a:pt x="127299" y="115918"/>
                  </a:cubicBezTo>
                  <a:cubicBezTo>
                    <a:pt x="124132" y="115835"/>
                    <a:pt x="119882" y="115585"/>
                    <a:pt x="117966" y="116085"/>
                  </a:cubicBezTo>
                  <a:cubicBezTo>
                    <a:pt x="113716" y="117168"/>
                    <a:pt x="109883" y="119084"/>
                    <a:pt x="106300" y="121418"/>
                  </a:cubicBezTo>
                  <a:cubicBezTo>
                    <a:pt x="102134" y="123417"/>
                    <a:pt x="98051" y="126084"/>
                    <a:pt x="93551" y="129334"/>
                  </a:cubicBezTo>
                  <a:cubicBezTo>
                    <a:pt x="87635" y="133583"/>
                    <a:pt x="81802" y="137916"/>
                    <a:pt x="76136" y="142416"/>
                  </a:cubicBezTo>
                  <a:cubicBezTo>
                    <a:pt x="73803" y="144166"/>
                    <a:pt x="71636" y="145999"/>
                    <a:pt x="69470" y="147915"/>
                  </a:cubicBezTo>
                  <a:cubicBezTo>
                    <a:pt x="63721" y="152831"/>
                    <a:pt x="58221" y="157914"/>
                    <a:pt x="53055" y="163497"/>
                  </a:cubicBezTo>
                  <a:cubicBezTo>
                    <a:pt x="29391" y="188995"/>
                    <a:pt x="11559" y="220742"/>
                    <a:pt x="2310" y="254072"/>
                  </a:cubicBezTo>
                  <a:cubicBezTo>
                    <a:pt x="643" y="260155"/>
                    <a:pt x="-3107" y="271904"/>
                    <a:pt x="5143" y="275320"/>
                  </a:cubicBezTo>
                  <a:cubicBezTo>
                    <a:pt x="8892" y="276904"/>
                    <a:pt x="13142" y="274987"/>
                    <a:pt x="16808" y="272237"/>
                  </a:cubicBezTo>
                  <a:cubicBezTo>
                    <a:pt x="13975" y="289319"/>
                    <a:pt x="15892" y="308901"/>
                    <a:pt x="18141" y="323483"/>
                  </a:cubicBezTo>
                  <a:cubicBezTo>
                    <a:pt x="22558" y="351397"/>
                    <a:pt x="35973" y="377228"/>
                    <a:pt x="49972" y="401392"/>
                  </a:cubicBezTo>
                  <a:cubicBezTo>
                    <a:pt x="81469" y="456054"/>
                    <a:pt x="126465" y="498967"/>
                    <a:pt x="181627" y="529214"/>
                  </a:cubicBezTo>
                  <a:cubicBezTo>
                    <a:pt x="205041" y="542046"/>
                    <a:pt x="232705" y="560045"/>
                    <a:pt x="260536" y="557962"/>
                  </a:cubicBezTo>
                  <a:cubicBezTo>
                    <a:pt x="286200" y="555962"/>
                    <a:pt x="308949" y="535214"/>
                    <a:pt x="323447" y="515382"/>
                  </a:cubicBezTo>
                  <a:cubicBezTo>
                    <a:pt x="357861" y="468470"/>
                    <a:pt x="368610" y="406142"/>
                    <a:pt x="369110" y="349314"/>
                  </a:cubicBezTo>
                  <a:cubicBezTo>
                    <a:pt x="369443" y="313650"/>
                    <a:pt x="366777" y="279070"/>
                    <a:pt x="359111" y="244240"/>
                  </a:cubicBezTo>
                  <a:cubicBezTo>
                    <a:pt x="352861" y="215576"/>
                    <a:pt x="343946" y="186828"/>
                    <a:pt x="328530" y="161997"/>
                  </a:cubicBezTo>
                  <a:cubicBezTo>
                    <a:pt x="331363" y="162831"/>
                    <a:pt x="334196" y="163330"/>
                    <a:pt x="337113" y="163330"/>
                  </a:cubicBezTo>
                  <a:cubicBezTo>
                    <a:pt x="340196" y="163330"/>
                    <a:pt x="342362" y="159748"/>
                    <a:pt x="342029" y="156998"/>
                  </a:cubicBezTo>
                  <a:cubicBezTo>
                    <a:pt x="340529" y="143666"/>
                    <a:pt x="323364" y="129334"/>
                    <a:pt x="313698" y="121751"/>
                  </a:cubicBezTo>
                  <a:lnTo>
                    <a:pt x="313698" y="121751"/>
                  </a:lnTo>
                  <a:close/>
                  <a:moveTo>
                    <a:pt x="352528" y="309567"/>
                  </a:moveTo>
                  <a:cubicBezTo>
                    <a:pt x="355445" y="361313"/>
                    <a:pt x="353028" y="416141"/>
                    <a:pt x="332530" y="464303"/>
                  </a:cubicBezTo>
                  <a:cubicBezTo>
                    <a:pt x="321614" y="489968"/>
                    <a:pt x="309115" y="514049"/>
                    <a:pt x="285701" y="530464"/>
                  </a:cubicBezTo>
                  <a:cubicBezTo>
                    <a:pt x="272369" y="539880"/>
                    <a:pt x="259703" y="544546"/>
                    <a:pt x="243371" y="540047"/>
                  </a:cubicBezTo>
                  <a:cubicBezTo>
                    <a:pt x="231289" y="536713"/>
                    <a:pt x="219373" y="531547"/>
                    <a:pt x="208208" y="525881"/>
                  </a:cubicBezTo>
                  <a:cubicBezTo>
                    <a:pt x="184460" y="513799"/>
                    <a:pt x="160712" y="501300"/>
                    <a:pt x="140047" y="484302"/>
                  </a:cubicBezTo>
                  <a:cubicBezTo>
                    <a:pt x="118549" y="466553"/>
                    <a:pt x="99051" y="447805"/>
                    <a:pt x="82052" y="425474"/>
                  </a:cubicBezTo>
                  <a:cubicBezTo>
                    <a:pt x="63221" y="400892"/>
                    <a:pt x="46472" y="372062"/>
                    <a:pt x="35806" y="343064"/>
                  </a:cubicBezTo>
                  <a:cubicBezTo>
                    <a:pt x="30557" y="328649"/>
                    <a:pt x="27557" y="314067"/>
                    <a:pt x="26474" y="298735"/>
                  </a:cubicBezTo>
                  <a:cubicBezTo>
                    <a:pt x="25724" y="288403"/>
                    <a:pt x="24141" y="275487"/>
                    <a:pt x="25058" y="263988"/>
                  </a:cubicBezTo>
                  <a:cubicBezTo>
                    <a:pt x="38306" y="248489"/>
                    <a:pt x="50388" y="233074"/>
                    <a:pt x="66387" y="219992"/>
                  </a:cubicBezTo>
                  <a:cubicBezTo>
                    <a:pt x="73553" y="214159"/>
                    <a:pt x="80886" y="208493"/>
                    <a:pt x="88302" y="202910"/>
                  </a:cubicBezTo>
                  <a:cubicBezTo>
                    <a:pt x="86052" y="209826"/>
                    <a:pt x="84302" y="216909"/>
                    <a:pt x="82636" y="223325"/>
                  </a:cubicBezTo>
                  <a:cubicBezTo>
                    <a:pt x="78803" y="238157"/>
                    <a:pt x="69804" y="263072"/>
                    <a:pt x="80552" y="276737"/>
                  </a:cubicBezTo>
                  <a:cubicBezTo>
                    <a:pt x="83053" y="279987"/>
                    <a:pt x="87385" y="280237"/>
                    <a:pt x="90635" y="278070"/>
                  </a:cubicBezTo>
                  <a:cubicBezTo>
                    <a:pt x="106550" y="267571"/>
                    <a:pt x="114549" y="246323"/>
                    <a:pt x="122882" y="229908"/>
                  </a:cubicBezTo>
                  <a:cubicBezTo>
                    <a:pt x="127798" y="220159"/>
                    <a:pt x="132714" y="210493"/>
                    <a:pt x="137964" y="200911"/>
                  </a:cubicBezTo>
                  <a:cubicBezTo>
                    <a:pt x="138880" y="199327"/>
                    <a:pt x="141047" y="195078"/>
                    <a:pt x="143297" y="190661"/>
                  </a:cubicBezTo>
                  <a:cubicBezTo>
                    <a:pt x="144130" y="200744"/>
                    <a:pt x="145547" y="210910"/>
                    <a:pt x="146713" y="220909"/>
                  </a:cubicBezTo>
                  <a:cubicBezTo>
                    <a:pt x="148213" y="234574"/>
                    <a:pt x="148213" y="249823"/>
                    <a:pt x="156879" y="261072"/>
                  </a:cubicBezTo>
                  <a:cubicBezTo>
                    <a:pt x="159795" y="264905"/>
                    <a:pt x="164961" y="264321"/>
                    <a:pt x="167962" y="261072"/>
                  </a:cubicBezTo>
                  <a:cubicBezTo>
                    <a:pt x="176711" y="251489"/>
                    <a:pt x="176127" y="233824"/>
                    <a:pt x="176960" y="221742"/>
                  </a:cubicBezTo>
                  <a:cubicBezTo>
                    <a:pt x="177377" y="216076"/>
                    <a:pt x="174628" y="175413"/>
                    <a:pt x="176877" y="174496"/>
                  </a:cubicBezTo>
                  <a:cubicBezTo>
                    <a:pt x="179544" y="173413"/>
                    <a:pt x="192209" y="187662"/>
                    <a:pt x="194209" y="189578"/>
                  </a:cubicBezTo>
                  <a:cubicBezTo>
                    <a:pt x="200958" y="196244"/>
                    <a:pt x="207458" y="203160"/>
                    <a:pt x="213874" y="210076"/>
                  </a:cubicBezTo>
                  <a:cubicBezTo>
                    <a:pt x="221873" y="218659"/>
                    <a:pt x="230539" y="232574"/>
                    <a:pt x="241038" y="238074"/>
                  </a:cubicBezTo>
                  <a:cubicBezTo>
                    <a:pt x="245204" y="240240"/>
                    <a:pt x="250454" y="235824"/>
                    <a:pt x="249704" y="231408"/>
                  </a:cubicBezTo>
                  <a:cubicBezTo>
                    <a:pt x="246954" y="215992"/>
                    <a:pt x="240371" y="201660"/>
                    <a:pt x="234539" y="187245"/>
                  </a:cubicBezTo>
                  <a:cubicBezTo>
                    <a:pt x="231372" y="179329"/>
                    <a:pt x="227956" y="171413"/>
                    <a:pt x="224789" y="163497"/>
                  </a:cubicBezTo>
                  <a:cubicBezTo>
                    <a:pt x="223456" y="160164"/>
                    <a:pt x="221540" y="156581"/>
                    <a:pt x="219873" y="152998"/>
                  </a:cubicBezTo>
                  <a:cubicBezTo>
                    <a:pt x="232622" y="158748"/>
                    <a:pt x="244871" y="165830"/>
                    <a:pt x="257120" y="172496"/>
                  </a:cubicBezTo>
                  <a:cubicBezTo>
                    <a:pt x="271952" y="180579"/>
                    <a:pt x="285034" y="192828"/>
                    <a:pt x="300449" y="199411"/>
                  </a:cubicBezTo>
                  <a:cubicBezTo>
                    <a:pt x="305032" y="201327"/>
                    <a:pt x="310865" y="196244"/>
                    <a:pt x="308449" y="191411"/>
                  </a:cubicBezTo>
                  <a:cubicBezTo>
                    <a:pt x="301949" y="178496"/>
                    <a:pt x="292367" y="166747"/>
                    <a:pt x="283868" y="155081"/>
                  </a:cubicBezTo>
                  <a:cubicBezTo>
                    <a:pt x="278035" y="146999"/>
                    <a:pt x="269119" y="139583"/>
                    <a:pt x="262620" y="131417"/>
                  </a:cubicBezTo>
                  <a:cubicBezTo>
                    <a:pt x="275618" y="133417"/>
                    <a:pt x="291533" y="142832"/>
                    <a:pt x="300949" y="147499"/>
                  </a:cubicBezTo>
                  <a:cubicBezTo>
                    <a:pt x="304699" y="149332"/>
                    <a:pt x="308449" y="151665"/>
                    <a:pt x="312365" y="153998"/>
                  </a:cubicBezTo>
                  <a:cubicBezTo>
                    <a:pt x="334696" y="202244"/>
                    <a:pt x="349528" y="256489"/>
                    <a:pt x="352528" y="309567"/>
                  </a:cubicBezTo>
                  <a:lnTo>
                    <a:pt x="352528" y="309567"/>
                  </a:lnTo>
                  <a:close/>
                  <a:moveTo>
                    <a:pt x="314115" y="142916"/>
                  </a:moveTo>
                  <a:cubicBezTo>
                    <a:pt x="305282" y="138499"/>
                    <a:pt x="296533" y="134000"/>
                    <a:pt x="287451" y="130167"/>
                  </a:cubicBezTo>
                  <a:cubicBezTo>
                    <a:pt x="277035" y="125751"/>
                    <a:pt x="263369" y="118585"/>
                    <a:pt x="251787" y="120834"/>
                  </a:cubicBezTo>
                  <a:cubicBezTo>
                    <a:pt x="248538" y="121501"/>
                    <a:pt x="245788" y="124917"/>
                    <a:pt x="247454" y="128250"/>
                  </a:cubicBezTo>
                  <a:cubicBezTo>
                    <a:pt x="252287" y="138333"/>
                    <a:pt x="262286" y="146582"/>
                    <a:pt x="268869" y="155665"/>
                  </a:cubicBezTo>
                  <a:cubicBezTo>
                    <a:pt x="273868" y="162581"/>
                    <a:pt x="279368" y="169747"/>
                    <a:pt x="284618" y="177079"/>
                  </a:cubicBezTo>
                  <a:cubicBezTo>
                    <a:pt x="276785" y="171996"/>
                    <a:pt x="269119" y="166664"/>
                    <a:pt x="261120" y="162497"/>
                  </a:cubicBezTo>
                  <a:cubicBezTo>
                    <a:pt x="245288" y="154331"/>
                    <a:pt x="229373" y="145166"/>
                    <a:pt x="212957" y="138333"/>
                  </a:cubicBezTo>
                  <a:cubicBezTo>
                    <a:pt x="209041" y="136750"/>
                    <a:pt x="205041" y="140083"/>
                    <a:pt x="205458" y="144082"/>
                  </a:cubicBezTo>
                  <a:cubicBezTo>
                    <a:pt x="206708" y="156248"/>
                    <a:pt x="214374" y="169830"/>
                    <a:pt x="218874" y="181162"/>
                  </a:cubicBezTo>
                  <a:cubicBezTo>
                    <a:pt x="222790" y="191078"/>
                    <a:pt x="227456" y="201244"/>
                    <a:pt x="231122" y="211576"/>
                  </a:cubicBezTo>
                  <a:cubicBezTo>
                    <a:pt x="229622" y="209743"/>
                    <a:pt x="228206" y="208076"/>
                    <a:pt x="226956" y="206827"/>
                  </a:cubicBezTo>
                  <a:cubicBezTo>
                    <a:pt x="219623" y="199327"/>
                    <a:pt x="212290" y="191828"/>
                    <a:pt x="204625" y="184662"/>
                  </a:cubicBezTo>
                  <a:cubicBezTo>
                    <a:pt x="196625" y="177079"/>
                    <a:pt x="181793" y="158914"/>
                    <a:pt x="169211" y="162664"/>
                  </a:cubicBezTo>
                  <a:cubicBezTo>
                    <a:pt x="167378" y="163247"/>
                    <a:pt x="166378" y="165080"/>
                    <a:pt x="165961" y="166830"/>
                  </a:cubicBezTo>
                  <a:cubicBezTo>
                    <a:pt x="162878" y="180079"/>
                    <a:pt x="165212" y="195411"/>
                    <a:pt x="164545" y="208993"/>
                  </a:cubicBezTo>
                  <a:cubicBezTo>
                    <a:pt x="164212" y="216659"/>
                    <a:pt x="164462" y="229574"/>
                    <a:pt x="162295" y="239990"/>
                  </a:cubicBezTo>
                  <a:cubicBezTo>
                    <a:pt x="160295" y="231408"/>
                    <a:pt x="160046" y="221742"/>
                    <a:pt x="158962" y="213993"/>
                  </a:cubicBezTo>
                  <a:cubicBezTo>
                    <a:pt x="157129" y="200494"/>
                    <a:pt x="154462" y="186745"/>
                    <a:pt x="154879" y="172996"/>
                  </a:cubicBezTo>
                  <a:cubicBezTo>
                    <a:pt x="155046" y="168747"/>
                    <a:pt x="152129" y="165664"/>
                    <a:pt x="147796" y="165914"/>
                  </a:cubicBezTo>
                  <a:cubicBezTo>
                    <a:pt x="142797" y="166164"/>
                    <a:pt x="141047" y="169163"/>
                    <a:pt x="138464" y="173163"/>
                  </a:cubicBezTo>
                  <a:cubicBezTo>
                    <a:pt x="132714" y="181996"/>
                    <a:pt x="127965" y="192078"/>
                    <a:pt x="122799" y="201410"/>
                  </a:cubicBezTo>
                  <a:cubicBezTo>
                    <a:pt x="113216" y="218742"/>
                    <a:pt x="104384" y="245323"/>
                    <a:pt x="89385" y="260488"/>
                  </a:cubicBezTo>
                  <a:cubicBezTo>
                    <a:pt x="88552" y="248489"/>
                    <a:pt x="94801" y="229574"/>
                    <a:pt x="96634" y="222158"/>
                  </a:cubicBezTo>
                  <a:cubicBezTo>
                    <a:pt x="99718" y="209826"/>
                    <a:pt x="103134" y="192245"/>
                    <a:pt x="113633" y="184079"/>
                  </a:cubicBezTo>
                  <a:cubicBezTo>
                    <a:pt x="119966" y="179162"/>
                    <a:pt x="112383" y="169330"/>
                    <a:pt x="106050" y="174246"/>
                  </a:cubicBezTo>
                  <a:cubicBezTo>
                    <a:pt x="85052" y="190328"/>
                    <a:pt x="62804" y="205910"/>
                    <a:pt x="44056" y="224742"/>
                  </a:cubicBezTo>
                  <a:cubicBezTo>
                    <a:pt x="35640" y="233241"/>
                    <a:pt x="27474" y="242073"/>
                    <a:pt x="20308" y="251573"/>
                  </a:cubicBezTo>
                  <a:cubicBezTo>
                    <a:pt x="18725" y="253989"/>
                    <a:pt x="17058" y="256322"/>
                    <a:pt x="15225" y="258572"/>
                  </a:cubicBezTo>
                  <a:cubicBezTo>
                    <a:pt x="8892" y="265155"/>
                    <a:pt x="8226" y="265155"/>
                    <a:pt x="13225" y="258739"/>
                  </a:cubicBezTo>
                  <a:cubicBezTo>
                    <a:pt x="14475" y="253156"/>
                    <a:pt x="16308" y="247490"/>
                    <a:pt x="18225" y="242073"/>
                  </a:cubicBezTo>
                  <a:cubicBezTo>
                    <a:pt x="26891" y="217576"/>
                    <a:pt x="41972" y="194494"/>
                    <a:pt x="58138" y="174330"/>
                  </a:cubicBezTo>
                  <a:cubicBezTo>
                    <a:pt x="64304" y="166664"/>
                    <a:pt x="71137" y="159831"/>
                    <a:pt x="78303" y="153248"/>
                  </a:cubicBezTo>
                  <a:cubicBezTo>
                    <a:pt x="85719" y="148499"/>
                    <a:pt x="93468" y="144249"/>
                    <a:pt x="101218" y="139833"/>
                  </a:cubicBezTo>
                  <a:cubicBezTo>
                    <a:pt x="110883" y="134333"/>
                    <a:pt x="117549" y="130084"/>
                    <a:pt x="128882" y="129250"/>
                  </a:cubicBezTo>
                  <a:cubicBezTo>
                    <a:pt x="133465" y="128917"/>
                    <a:pt x="134881" y="129334"/>
                    <a:pt x="138964" y="126917"/>
                  </a:cubicBezTo>
                  <a:cubicBezTo>
                    <a:pt x="141047" y="125751"/>
                    <a:pt x="141797" y="122751"/>
                    <a:pt x="141630" y="120584"/>
                  </a:cubicBezTo>
                  <a:cubicBezTo>
                    <a:pt x="140214" y="106336"/>
                    <a:pt x="130798" y="90337"/>
                    <a:pt x="125382" y="77172"/>
                  </a:cubicBezTo>
                  <a:cubicBezTo>
                    <a:pt x="121632" y="68006"/>
                    <a:pt x="117049" y="58090"/>
                    <a:pt x="115883" y="48174"/>
                  </a:cubicBezTo>
                  <a:cubicBezTo>
                    <a:pt x="114383" y="35675"/>
                    <a:pt x="119299" y="29593"/>
                    <a:pt x="128298" y="21843"/>
                  </a:cubicBezTo>
                  <a:cubicBezTo>
                    <a:pt x="133881" y="17010"/>
                    <a:pt x="142630" y="6345"/>
                    <a:pt x="146880" y="16427"/>
                  </a:cubicBezTo>
                  <a:cubicBezTo>
                    <a:pt x="150130" y="24093"/>
                    <a:pt x="149213" y="35675"/>
                    <a:pt x="150296" y="43925"/>
                  </a:cubicBezTo>
                  <a:cubicBezTo>
                    <a:pt x="152879" y="63173"/>
                    <a:pt x="157296" y="82171"/>
                    <a:pt x="161795" y="101003"/>
                  </a:cubicBezTo>
                  <a:cubicBezTo>
                    <a:pt x="164295" y="111669"/>
                    <a:pt x="167545" y="115168"/>
                    <a:pt x="178627" y="115001"/>
                  </a:cubicBezTo>
                  <a:cubicBezTo>
                    <a:pt x="198875" y="114668"/>
                    <a:pt x="218123" y="106336"/>
                    <a:pt x="238705" y="108085"/>
                  </a:cubicBezTo>
                  <a:cubicBezTo>
                    <a:pt x="256870" y="109669"/>
                    <a:pt x="274619" y="113835"/>
                    <a:pt x="290867" y="122251"/>
                  </a:cubicBezTo>
                  <a:cubicBezTo>
                    <a:pt x="299033" y="126500"/>
                    <a:pt x="306782" y="131833"/>
                    <a:pt x="313532" y="138166"/>
                  </a:cubicBezTo>
                  <a:cubicBezTo>
                    <a:pt x="315698" y="140166"/>
                    <a:pt x="320697" y="144666"/>
                    <a:pt x="324697" y="149165"/>
                  </a:cubicBezTo>
                  <a:cubicBezTo>
                    <a:pt x="321197" y="146999"/>
                    <a:pt x="317281" y="144499"/>
                    <a:pt x="314115" y="142916"/>
                  </a:cubicBezTo>
                  <a:lnTo>
                    <a:pt x="314115" y="142916"/>
                  </a:lnTo>
                  <a:close/>
                </a:path>
              </a:pathLst>
            </a:custGeom>
            <a:grpFill/>
            <a:ln w="8332" cap="flat">
              <a:noFill/>
              <a:prstDash val="solid"/>
              <a:miter/>
            </a:ln>
          </p:spPr>
          <p:txBody>
            <a:bodyPr rtlCol="0" anchor="ctr"/>
            <a:lstStyle/>
            <a:p>
              <a:endParaRPr lang="en-US"/>
            </a:p>
          </p:txBody>
        </p:sp>
        <p:sp>
          <p:nvSpPr>
            <p:cNvPr id="1541" name="Freeform: Shape 1540"/>
            <p:cNvSpPr/>
            <p:nvPr/>
          </p:nvSpPr>
          <p:spPr>
            <a:xfrm>
              <a:off x="6025737" y="1165798"/>
              <a:ext cx="20590" cy="26448"/>
            </a:xfrm>
            <a:custGeom>
              <a:avLst/>
              <a:gdLst>
                <a:gd name="connsiteX0" fmla="*/ 15989 w 20590"/>
                <a:gd name="connsiteY0" fmla="*/ 1941 h 26448"/>
                <a:gd name="connsiteX1" fmla="*/ 8990 w 20590"/>
                <a:gd name="connsiteY1" fmla="*/ 107 h 26448"/>
                <a:gd name="connsiteX2" fmla="*/ 2574 w 20590"/>
                <a:gd name="connsiteY2" fmla="*/ 3857 h 26448"/>
                <a:gd name="connsiteX3" fmla="*/ 574 w 20590"/>
                <a:gd name="connsiteY3" fmla="*/ 14106 h 26448"/>
                <a:gd name="connsiteX4" fmla="*/ 2824 w 20590"/>
                <a:gd name="connsiteY4" fmla="*/ 22855 h 26448"/>
                <a:gd name="connsiteX5" fmla="*/ 17573 w 20590"/>
                <a:gd name="connsiteY5" fmla="*/ 22855 h 26448"/>
                <a:gd name="connsiteX6" fmla="*/ 20572 w 20590"/>
                <a:gd name="connsiteY6" fmla="*/ 14273 h 26448"/>
                <a:gd name="connsiteX7" fmla="*/ 15989 w 20590"/>
                <a:gd name="connsiteY7" fmla="*/ 1941 h 26448"/>
                <a:gd name="connsiteX8" fmla="*/ 15989 w 20590"/>
                <a:gd name="connsiteY8" fmla="*/ 1941 h 26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590" h="26448">
                  <a:moveTo>
                    <a:pt x="15989" y="1941"/>
                  </a:moveTo>
                  <a:cubicBezTo>
                    <a:pt x="14239" y="524"/>
                    <a:pt x="11240" y="-309"/>
                    <a:pt x="8990" y="107"/>
                  </a:cubicBezTo>
                  <a:cubicBezTo>
                    <a:pt x="6324" y="524"/>
                    <a:pt x="4407" y="1857"/>
                    <a:pt x="2574" y="3857"/>
                  </a:cubicBezTo>
                  <a:cubicBezTo>
                    <a:pt x="-9" y="6607"/>
                    <a:pt x="-592" y="10690"/>
                    <a:pt x="574" y="14106"/>
                  </a:cubicBezTo>
                  <a:cubicBezTo>
                    <a:pt x="157" y="17189"/>
                    <a:pt x="908" y="20522"/>
                    <a:pt x="2824" y="22855"/>
                  </a:cubicBezTo>
                  <a:cubicBezTo>
                    <a:pt x="6657" y="27605"/>
                    <a:pt x="13823" y="27688"/>
                    <a:pt x="17573" y="22855"/>
                  </a:cubicBezTo>
                  <a:cubicBezTo>
                    <a:pt x="19489" y="20439"/>
                    <a:pt x="20489" y="17356"/>
                    <a:pt x="20572" y="14273"/>
                  </a:cubicBezTo>
                  <a:cubicBezTo>
                    <a:pt x="20739" y="9523"/>
                    <a:pt x="19823" y="5024"/>
                    <a:pt x="15989" y="1941"/>
                  </a:cubicBezTo>
                  <a:lnTo>
                    <a:pt x="15989" y="1941"/>
                  </a:lnTo>
                  <a:close/>
                </a:path>
              </a:pathLst>
            </a:custGeom>
            <a:grpFill/>
            <a:ln w="8332" cap="flat">
              <a:noFill/>
              <a:prstDash val="solid"/>
              <a:miter/>
            </a:ln>
          </p:spPr>
          <p:txBody>
            <a:bodyPr rtlCol="0" anchor="ctr"/>
            <a:lstStyle/>
            <a:p>
              <a:endParaRPr lang="en-US"/>
            </a:p>
          </p:txBody>
        </p:sp>
        <p:sp>
          <p:nvSpPr>
            <p:cNvPr id="1542" name="Freeform: Shape 1541"/>
            <p:cNvSpPr/>
            <p:nvPr/>
          </p:nvSpPr>
          <p:spPr>
            <a:xfrm>
              <a:off x="6080837" y="1165954"/>
              <a:ext cx="21642" cy="25586"/>
            </a:xfrm>
            <a:custGeom>
              <a:avLst/>
              <a:gdLst>
                <a:gd name="connsiteX0" fmla="*/ 11302 w 21642"/>
                <a:gd name="connsiteY0" fmla="*/ 35 h 25586"/>
                <a:gd name="connsiteX1" fmla="*/ 1053 w 21642"/>
                <a:gd name="connsiteY1" fmla="*/ 5951 h 25586"/>
                <a:gd name="connsiteX2" fmla="*/ 2886 w 21642"/>
                <a:gd name="connsiteY2" fmla="*/ 19949 h 25586"/>
                <a:gd name="connsiteX3" fmla="*/ 14635 w 21642"/>
                <a:gd name="connsiteY3" fmla="*/ 25366 h 25586"/>
                <a:gd name="connsiteX4" fmla="*/ 21468 w 21642"/>
                <a:gd name="connsiteY4" fmla="*/ 18533 h 25586"/>
                <a:gd name="connsiteX5" fmla="*/ 21552 w 21642"/>
                <a:gd name="connsiteY5" fmla="*/ 15616 h 25586"/>
                <a:gd name="connsiteX6" fmla="*/ 21135 w 21642"/>
                <a:gd name="connsiteY6" fmla="*/ 13950 h 25586"/>
                <a:gd name="connsiteX7" fmla="*/ 21385 w 21642"/>
                <a:gd name="connsiteY7" fmla="*/ 10200 h 25586"/>
                <a:gd name="connsiteX8" fmla="*/ 11302 w 21642"/>
                <a:gd name="connsiteY8" fmla="*/ 35 h 25586"/>
                <a:gd name="connsiteX9" fmla="*/ 11302 w 21642"/>
                <a:gd name="connsiteY9" fmla="*/ 35 h 25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642" h="25586">
                  <a:moveTo>
                    <a:pt x="11302" y="35"/>
                  </a:moveTo>
                  <a:cubicBezTo>
                    <a:pt x="7052" y="-299"/>
                    <a:pt x="2720" y="1784"/>
                    <a:pt x="1053" y="5951"/>
                  </a:cubicBezTo>
                  <a:cubicBezTo>
                    <a:pt x="-863" y="10784"/>
                    <a:pt x="-113" y="15783"/>
                    <a:pt x="2886" y="19949"/>
                  </a:cubicBezTo>
                  <a:cubicBezTo>
                    <a:pt x="5303" y="23366"/>
                    <a:pt x="10302" y="26449"/>
                    <a:pt x="14635" y="25366"/>
                  </a:cubicBezTo>
                  <a:cubicBezTo>
                    <a:pt x="18302" y="24449"/>
                    <a:pt x="20718" y="22366"/>
                    <a:pt x="21468" y="18533"/>
                  </a:cubicBezTo>
                  <a:cubicBezTo>
                    <a:pt x="21635" y="17533"/>
                    <a:pt x="21718" y="16783"/>
                    <a:pt x="21552" y="15616"/>
                  </a:cubicBezTo>
                  <a:cubicBezTo>
                    <a:pt x="21468" y="15033"/>
                    <a:pt x="21301" y="14450"/>
                    <a:pt x="21135" y="13950"/>
                  </a:cubicBezTo>
                  <a:cubicBezTo>
                    <a:pt x="21385" y="12700"/>
                    <a:pt x="21468" y="11367"/>
                    <a:pt x="21385" y="10200"/>
                  </a:cubicBezTo>
                  <a:cubicBezTo>
                    <a:pt x="20718" y="5034"/>
                    <a:pt x="16719" y="368"/>
                    <a:pt x="11302" y="35"/>
                  </a:cubicBezTo>
                  <a:lnTo>
                    <a:pt x="11302" y="35"/>
                  </a:lnTo>
                  <a:close/>
                </a:path>
              </a:pathLst>
            </a:custGeom>
            <a:grpFill/>
            <a:ln w="8332" cap="flat">
              <a:noFill/>
              <a:prstDash val="solid"/>
              <a:miter/>
            </a:ln>
          </p:spPr>
          <p:txBody>
            <a:bodyPr rtlCol="0" anchor="ctr"/>
            <a:lstStyle/>
            <a:p>
              <a:endParaRPr lang="en-US"/>
            </a:p>
          </p:txBody>
        </p:sp>
        <p:sp>
          <p:nvSpPr>
            <p:cNvPr id="1543" name="Freeform: Shape 1542"/>
            <p:cNvSpPr/>
            <p:nvPr/>
          </p:nvSpPr>
          <p:spPr>
            <a:xfrm>
              <a:off x="6142545" y="1156203"/>
              <a:ext cx="21523" cy="24290"/>
            </a:xfrm>
            <a:custGeom>
              <a:avLst/>
              <a:gdLst>
                <a:gd name="connsiteX0" fmla="*/ 14505 w 21523"/>
                <a:gd name="connsiteY0" fmla="*/ 703 h 24290"/>
                <a:gd name="connsiteX1" fmla="*/ 1839 w 21523"/>
                <a:gd name="connsiteY1" fmla="*/ 10452 h 24290"/>
                <a:gd name="connsiteX2" fmla="*/ 2006 w 21523"/>
                <a:gd name="connsiteY2" fmla="*/ 11285 h 24290"/>
                <a:gd name="connsiteX3" fmla="*/ 1589 w 21523"/>
                <a:gd name="connsiteY3" fmla="*/ 20618 h 24290"/>
                <a:gd name="connsiteX4" fmla="*/ 12088 w 21523"/>
                <a:gd name="connsiteY4" fmla="*/ 24201 h 24290"/>
                <a:gd name="connsiteX5" fmla="*/ 21504 w 21523"/>
                <a:gd name="connsiteY5" fmla="*/ 13535 h 24290"/>
                <a:gd name="connsiteX6" fmla="*/ 14505 w 21523"/>
                <a:gd name="connsiteY6" fmla="*/ 703 h 24290"/>
                <a:gd name="connsiteX7" fmla="*/ 14505 w 21523"/>
                <a:gd name="connsiteY7" fmla="*/ 703 h 24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523" h="24290">
                  <a:moveTo>
                    <a:pt x="14505" y="703"/>
                  </a:moveTo>
                  <a:cubicBezTo>
                    <a:pt x="8505" y="-2047"/>
                    <a:pt x="423" y="3703"/>
                    <a:pt x="1839" y="10452"/>
                  </a:cubicBezTo>
                  <a:cubicBezTo>
                    <a:pt x="1923" y="10702"/>
                    <a:pt x="2006" y="10952"/>
                    <a:pt x="2006" y="11285"/>
                  </a:cubicBezTo>
                  <a:cubicBezTo>
                    <a:pt x="-327" y="13868"/>
                    <a:pt x="-827" y="17618"/>
                    <a:pt x="1589" y="20618"/>
                  </a:cubicBezTo>
                  <a:cubicBezTo>
                    <a:pt x="4006" y="23618"/>
                    <a:pt x="8422" y="24617"/>
                    <a:pt x="12088" y="24201"/>
                  </a:cubicBezTo>
                  <a:cubicBezTo>
                    <a:pt x="17505" y="23534"/>
                    <a:pt x="21254" y="18868"/>
                    <a:pt x="21504" y="13535"/>
                  </a:cubicBezTo>
                  <a:cubicBezTo>
                    <a:pt x="21754" y="8119"/>
                    <a:pt x="19588" y="3036"/>
                    <a:pt x="14505" y="703"/>
                  </a:cubicBezTo>
                  <a:lnTo>
                    <a:pt x="14505" y="703"/>
                  </a:lnTo>
                  <a:close/>
                </a:path>
              </a:pathLst>
            </a:custGeom>
            <a:grpFill/>
            <a:ln w="8332" cap="flat">
              <a:noFill/>
              <a:prstDash val="solid"/>
              <a:miter/>
            </a:ln>
          </p:spPr>
          <p:txBody>
            <a:bodyPr rtlCol="0" anchor="ctr"/>
            <a:lstStyle/>
            <a:p>
              <a:endParaRPr lang="en-US"/>
            </a:p>
          </p:txBody>
        </p:sp>
        <p:sp>
          <p:nvSpPr>
            <p:cNvPr id="1544" name="Freeform: Shape 1543"/>
            <p:cNvSpPr/>
            <p:nvPr/>
          </p:nvSpPr>
          <p:spPr>
            <a:xfrm>
              <a:off x="6207046" y="1121314"/>
              <a:ext cx="22176" cy="22905"/>
            </a:xfrm>
            <a:custGeom>
              <a:avLst/>
              <a:gdLst>
                <a:gd name="connsiteX0" fmla="*/ 16914 w 22176"/>
                <a:gd name="connsiteY0" fmla="*/ 2012 h 22905"/>
                <a:gd name="connsiteX1" fmla="*/ 12165 w 22176"/>
                <a:gd name="connsiteY1" fmla="*/ 95 h 22905"/>
                <a:gd name="connsiteX2" fmla="*/ 7082 w 22176"/>
                <a:gd name="connsiteY2" fmla="*/ 762 h 22905"/>
                <a:gd name="connsiteX3" fmla="*/ 916 w 22176"/>
                <a:gd name="connsiteY3" fmla="*/ 8761 h 22905"/>
                <a:gd name="connsiteX4" fmla="*/ 999 w 22176"/>
                <a:gd name="connsiteY4" fmla="*/ 11011 h 22905"/>
                <a:gd name="connsiteX5" fmla="*/ 82 w 22176"/>
                <a:gd name="connsiteY5" fmla="*/ 13344 h 22905"/>
                <a:gd name="connsiteX6" fmla="*/ 11748 w 22176"/>
                <a:gd name="connsiteY6" fmla="*/ 22843 h 22905"/>
                <a:gd name="connsiteX7" fmla="*/ 21414 w 22176"/>
                <a:gd name="connsiteY7" fmla="*/ 15927 h 22905"/>
                <a:gd name="connsiteX8" fmla="*/ 21247 w 22176"/>
                <a:gd name="connsiteY8" fmla="*/ 7344 h 22905"/>
                <a:gd name="connsiteX9" fmla="*/ 16914 w 22176"/>
                <a:gd name="connsiteY9" fmla="*/ 2012 h 22905"/>
                <a:gd name="connsiteX10" fmla="*/ 16914 w 22176"/>
                <a:gd name="connsiteY10" fmla="*/ 2012 h 229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176" h="22905">
                  <a:moveTo>
                    <a:pt x="16914" y="2012"/>
                  </a:moveTo>
                  <a:cubicBezTo>
                    <a:pt x="15498" y="928"/>
                    <a:pt x="13915" y="345"/>
                    <a:pt x="12165" y="95"/>
                  </a:cubicBezTo>
                  <a:cubicBezTo>
                    <a:pt x="10415" y="-155"/>
                    <a:pt x="8749" y="95"/>
                    <a:pt x="7082" y="762"/>
                  </a:cubicBezTo>
                  <a:cubicBezTo>
                    <a:pt x="3999" y="2012"/>
                    <a:pt x="1166" y="5261"/>
                    <a:pt x="916" y="8761"/>
                  </a:cubicBezTo>
                  <a:cubicBezTo>
                    <a:pt x="832" y="9511"/>
                    <a:pt x="916" y="10261"/>
                    <a:pt x="999" y="11011"/>
                  </a:cubicBezTo>
                  <a:cubicBezTo>
                    <a:pt x="582" y="11677"/>
                    <a:pt x="249" y="12427"/>
                    <a:pt x="82" y="13344"/>
                  </a:cubicBezTo>
                  <a:cubicBezTo>
                    <a:pt x="-834" y="19927"/>
                    <a:pt x="6082" y="23426"/>
                    <a:pt x="11748" y="22843"/>
                  </a:cubicBezTo>
                  <a:cubicBezTo>
                    <a:pt x="15831" y="22426"/>
                    <a:pt x="19831" y="19843"/>
                    <a:pt x="21414" y="15927"/>
                  </a:cubicBezTo>
                  <a:cubicBezTo>
                    <a:pt x="22497" y="13261"/>
                    <a:pt x="22414" y="10011"/>
                    <a:pt x="21247" y="7344"/>
                  </a:cubicBezTo>
                  <a:cubicBezTo>
                    <a:pt x="20497" y="5261"/>
                    <a:pt x="18914" y="3095"/>
                    <a:pt x="16914" y="2012"/>
                  </a:cubicBezTo>
                  <a:lnTo>
                    <a:pt x="16914" y="2012"/>
                  </a:lnTo>
                  <a:close/>
                </a:path>
              </a:pathLst>
            </a:custGeom>
            <a:grpFill/>
            <a:ln w="8332" cap="flat">
              <a:noFill/>
              <a:prstDash val="solid"/>
              <a:miter/>
            </a:ln>
          </p:spPr>
          <p:txBody>
            <a:bodyPr rtlCol="0" anchor="ctr"/>
            <a:lstStyle/>
            <a:p>
              <a:endParaRPr lang="en-US"/>
            </a:p>
          </p:txBody>
        </p:sp>
        <p:sp>
          <p:nvSpPr>
            <p:cNvPr id="1545" name="Freeform: Shape 1544"/>
            <p:cNvSpPr/>
            <p:nvPr/>
          </p:nvSpPr>
          <p:spPr>
            <a:xfrm>
              <a:off x="6192600" y="1179998"/>
              <a:ext cx="23596" cy="27153"/>
            </a:xfrm>
            <a:custGeom>
              <a:avLst/>
              <a:gdLst>
                <a:gd name="connsiteX0" fmla="*/ 18612 w 23596"/>
                <a:gd name="connsiteY0" fmla="*/ 4656 h 27153"/>
                <a:gd name="connsiteX1" fmla="*/ 14779 w 23596"/>
                <a:gd name="connsiteY1" fmla="*/ 1322 h 27153"/>
                <a:gd name="connsiteX2" fmla="*/ 5946 w 23596"/>
                <a:gd name="connsiteY2" fmla="*/ 656 h 27153"/>
                <a:gd name="connsiteX3" fmla="*/ 30 w 23596"/>
                <a:gd name="connsiteY3" fmla="*/ 8322 h 27153"/>
                <a:gd name="connsiteX4" fmla="*/ 697 w 23596"/>
                <a:gd name="connsiteY4" fmla="*/ 5905 h 27153"/>
                <a:gd name="connsiteX5" fmla="*/ 30 w 23596"/>
                <a:gd name="connsiteY5" fmla="*/ 8322 h 27153"/>
                <a:gd name="connsiteX6" fmla="*/ 364 w 23596"/>
                <a:gd name="connsiteY6" fmla="*/ 12155 h 27153"/>
                <a:gd name="connsiteX7" fmla="*/ 4030 w 23596"/>
                <a:gd name="connsiteY7" fmla="*/ 17821 h 27153"/>
                <a:gd name="connsiteX8" fmla="*/ 4030 w 23596"/>
                <a:gd name="connsiteY8" fmla="*/ 17821 h 27153"/>
                <a:gd name="connsiteX9" fmla="*/ 4030 w 23596"/>
                <a:gd name="connsiteY9" fmla="*/ 18238 h 27153"/>
                <a:gd name="connsiteX10" fmla="*/ 4530 w 23596"/>
                <a:gd name="connsiteY10" fmla="*/ 20737 h 27153"/>
                <a:gd name="connsiteX11" fmla="*/ 19529 w 23596"/>
                <a:gd name="connsiteY11" fmla="*/ 25070 h 27153"/>
                <a:gd name="connsiteX12" fmla="*/ 22195 w 23596"/>
                <a:gd name="connsiteY12" fmla="*/ 9655 h 27153"/>
                <a:gd name="connsiteX13" fmla="*/ 18612 w 23596"/>
                <a:gd name="connsiteY13" fmla="*/ 4656 h 27153"/>
                <a:gd name="connsiteX14" fmla="*/ 18612 w 23596"/>
                <a:gd name="connsiteY14" fmla="*/ 4656 h 27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3596" h="27153">
                  <a:moveTo>
                    <a:pt x="18612" y="4656"/>
                  </a:moveTo>
                  <a:cubicBezTo>
                    <a:pt x="17362" y="3322"/>
                    <a:pt x="16279" y="2239"/>
                    <a:pt x="14779" y="1322"/>
                  </a:cubicBezTo>
                  <a:cubicBezTo>
                    <a:pt x="11946" y="-261"/>
                    <a:pt x="9029" y="-344"/>
                    <a:pt x="5946" y="656"/>
                  </a:cubicBezTo>
                  <a:cubicBezTo>
                    <a:pt x="2863" y="1656"/>
                    <a:pt x="364" y="5072"/>
                    <a:pt x="30" y="8322"/>
                  </a:cubicBezTo>
                  <a:cubicBezTo>
                    <a:pt x="280" y="7489"/>
                    <a:pt x="447" y="6739"/>
                    <a:pt x="697" y="5905"/>
                  </a:cubicBezTo>
                  <a:cubicBezTo>
                    <a:pt x="364" y="6655"/>
                    <a:pt x="113" y="7489"/>
                    <a:pt x="30" y="8322"/>
                  </a:cubicBezTo>
                  <a:cubicBezTo>
                    <a:pt x="-53" y="9655"/>
                    <a:pt x="30" y="10822"/>
                    <a:pt x="364" y="12155"/>
                  </a:cubicBezTo>
                  <a:cubicBezTo>
                    <a:pt x="947" y="14571"/>
                    <a:pt x="2280" y="16071"/>
                    <a:pt x="4030" y="17821"/>
                  </a:cubicBezTo>
                  <a:lnTo>
                    <a:pt x="4030" y="17821"/>
                  </a:lnTo>
                  <a:cubicBezTo>
                    <a:pt x="1697" y="15488"/>
                    <a:pt x="3030" y="17071"/>
                    <a:pt x="4030" y="18238"/>
                  </a:cubicBezTo>
                  <a:cubicBezTo>
                    <a:pt x="4113" y="19071"/>
                    <a:pt x="4196" y="19904"/>
                    <a:pt x="4530" y="20737"/>
                  </a:cubicBezTo>
                  <a:cubicBezTo>
                    <a:pt x="6530" y="26987"/>
                    <a:pt x="14446" y="29153"/>
                    <a:pt x="19529" y="25070"/>
                  </a:cubicBezTo>
                  <a:cubicBezTo>
                    <a:pt x="24278" y="21237"/>
                    <a:pt x="24444" y="14905"/>
                    <a:pt x="22195" y="9655"/>
                  </a:cubicBezTo>
                  <a:cubicBezTo>
                    <a:pt x="21278" y="7739"/>
                    <a:pt x="20028" y="6155"/>
                    <a:pt x="18612" y="4656"/>
                  </a:cubicBezTo>
                  <a:lnTo>
                    <a:pt x="18612" y="4656"/>
                  </a:lnTo>
                  <a:close/>
                </a:path>
              </a:pathLst>
            </a:custGeom>
            <a:grpFill/>
            <a:ln w="8332" cap="flat">
              <a:noFill/>
              <a:prstDash val="solid"/>
              <a:miter/>
            </a:ln>
          </p:spPr>
          <p:txBody>
            <a:bodyPr rtlCol="0" anchor="ctr"/>
            <a:lstStyle/>
            <a:p>
              <a:endParaRPr lang="en-US"/>
            </a:p>
          </p:txBody>
        </p:sp>
        <p:sp>
          <p:nvSpPr>
            <p:cNvPr id="1546" name="Freeform: Shape 1545"/>
            <p:cNvSpPr/>
            <p:nvPr/>
          </p:nvSpPr>
          <p:spPr>
            <a:xfrm>
              <a:off x="6123361" y="1218245"/>
              <a:ext cx="26734" cy="26884"/>
            </a:xfrm>
            <a:custGeom>
              <a:avLst/>
              <a:gdLst>
                <a:gd name="connsiteX0" fmla="*/ 22273 w 26734"/>
                <a:gd name="connsiteY0" fmla="*/ 5905 h 26884"/>
                <a:gd name="connsiteX1" fmla="*/ 2442 w 26734"/>
                <a:gd name="connsiteY1" fmla="*/ 4071 h 26884"/>
                <a:gd name="connsiteX2" fmla="*/ 8524 w 26734"/>
                <a:gd name="connsiteY2" fmla="*/ 24820 h 26884"/>
                <a:gd name="connsiteX3" fmla="*/ 13774 w 26734"/>
                <a:gd name="connsiteY3" fmla="*/ 25070 h 26884"/>
                <a:gd name="connsiteX4" fmla="*/ 21190 w 26734"/>
                <a:gd name="connsiteY4" fmla="*/ 26320 h 26884"/>
                <a:gd name="connsiteX5" fmla="*/ 26606 w 26734"/>
                <a:gd name="connsiteY5" fmla="*/ 18820 h 26884"/>
                <a:gd name="connsiteX6" fmla="*/ 22273 w 26734"/>
                <a:gd name="connsiteY6" fmla="*/ 5905 h 26884"/>
                <a:gd name="connsiteX7" fmla="*/ 22273 w 26734"/>
                <a:gd name="connsiteY7" fmla="*/ 5905 h 26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734" h="26884">
                  <a:moveTo>
                    <a:pt x="22273" y="5905"/>
                  </a:moveTo>
                  <a:cubicBezTo>
                    <a:pt x="17190" y="155"/>
                    <a:pt x="8108" y="-3011"/>
                    <a:pt x="2442" y="4071"/>
                  </a:cubicBezTo>
                  <a:cubicBezTo>
                    <a:pt x="-2641" y="10404"/>
                    <a:pt x="608" y="22320"/>
                    <a:pt x="8524" y="24820"/>
                  </a:cubicBezTo>
                  <a:cubicBezTo>
                    <a:pt x="10357" y="25403"/>
                    <a:pt x="12191" y="25403"/>
                    <a:pt x="13774" y="25070"/>
                  </a:cubicBezTo>
                  <a:cubicBezTo>
                    <a:pt x="15857" y="26736"/>
                    <a:pt x="18273" y="27486"/>
                    <a:pt x="21190" y="26320"/>
                  </a:cubicBezTo>
                  <a:cubicBezTo>
                    <a:pt x="24357" y="25070"/>
                    <a:pt x="26189" y="22153"/>
                    <a:pt x="26606" y="18820"/>
                  </a:cubicBezTo>
                  <a:cubicBezTo>
                    <a:pt x="27273" y="14154"/>
                    <a:pt x="25273" y="9321"/>
                    <a:pt x="22273" y="5905"/>
                  </a:cubicBezTo>
                  <a:lnTo>
                    <a:pt x="22273" y="5905"/>
                  </a:lnTo>
                  <a:close/>
                </a:path>
              </a:pathLst>
            </a:custGeom>
            <a:grpFill/>
            <a:ln w="8332" cap="flat">
              <a:noFill/>
              <a:prstDash val="solid"/>
              <a:miter/>
            </a:ln>
          </p:spPr>
          <p:txBody>
            <a:bodyPr rtlCol="0" anchor="ctr"/>
            <a:lstStyle/>
            <a:p>
              <a:endParaRPr lang="en-US"/>
            </a:p>
          </p:txBody>
        </p:sp>
        <p:sp>
          <p:nvSpPr>
            <p:cNvPr id="1547" name="Freeform: Shape 1546"/>
            <p:cNvSpPr/>
            <p:nvPr/>
          </p:nvSpPr>
          <p:spPr>
            <a:xfrm>
              <a:off x="6049320" y="1226955"/>
              <a:ext cx="23581" cy="22411"/>
            </a:xfrm>
            <a:custGeom>
              <a:avLst/>
              <a:gdLst>
                <a:gd name="connsiteX0" fmla="*/ 8655 w 23581"/>
                <a:gd name="connsiteY0" fmla="*/ 195 h 22411"/>
                <a:gd name="connsiteX1" fmla="*/ 656 w 23581"/>
                <a:gd name="connsiteY1" fmla="*/ 13861 h 22411"/>
                <a:gd name="connsiteX2" fmla="*/ 1823 w 23581"/>
                <a:gd name="connsiteY2" fmla="*/ 15944 h 22411"/>
                <a:gd name="connsiteX3" fmla="*/ 7905 w 23581"/>
                <a:gd name="connsiteY3" fmla="*/ 21443 h 22411"/>
                <a:gd name="connsiteX4" fmla="*/ 10988 w 23581"/>
                <a:gd name="connsiteY4" fmla="*/ 22027 h 22411"/>
                <a:gd name="connsiteX5" fmla="*/ 12405 w 23581"/>
                <a:gd name="connsiteY5" fmla="*/ 22277 h 22411"/>
                <a:gd name="connsiteX6" fmla="*/ 21238 w 23581"/>
                <a:gd name="connsiteY6" fmla="*/ 18860 h 22411"/>
                <a:gd name="connsiteX7" fmla="*/ 21238 w 23581"/>
                <a:gd name="connsiteY7" fmla="*/ 5278 h 22411"/>
                <a:gd name="connsiteX8" fmla="*/ 8655 w 23581"/>
                <a:gd name="connsiteY8" fmla="*/ 195 h 22411"/>
                <a:gd name="connsiteX9" fmla="*/ 8655 w 23581"/>
                <a:gd name="connsiteY9" fmla="*/ 195 h 22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581" h="22411">
                  <a:moveTo>
                    <a:pt x="8655" y="195"/>
                  </a:moveTo>
                  <a:cubicBezTo>
                    <a:pt x="2156" y="1445"/>
                    <a:pt x="-1594" y="7528"/>
                    <a:pt x="656" y="13861"/>
                  </a:cubicBezTo>
                  <a:cubicBezTo>
                    <a:pt x="906" y="14611"/>
                    <a:pt x="1323" y="15277"/>
                    <a:pt x="1823" y="15944"/>
                  </a:cubicBezTo>
                  <a:cubicBezTo>
                    <a:pt x="3239" y="18360"/>
                    <a:pt x="5322" y="20110"/>
                    <a:pt x="7905" y="21443"/>
                  </a:cubicBezTo>
                  <a:cubicBezTo>
                    <a:pt x="8822" y="21943"/>
                    <a:pt x="9905" y="22110"/>
                    <a:pt x="10988" y="22027"/>
                  </a:cubicBezTo>
                  <a:cubicBezTo>
                    <a:pt x="11238" y="22110"/>
                    <a:pt x="11655" y="22193"/>
                    <a:pt x="12405" y="22277"/>
                  </a:cubicBezTo>
                  <a:cubicBezTo>
                    <a:pt x="15654" y="22860"/>
                    <a:pt x="19238" y="21527"/>
                    <a:pt x="21238" y="18860"/>
                  </a:cubicBezTo>
                  <a:cubicBezTo>
                    <a:pt x="24237" y="14944"/>
                    <a:pt x="24487" y="9111"/>
                    <a:pt x="21238" y="5278"/>
                  </a:cubicBezTo>
                  <a:cubicBezTo>
                    <a:pt x="18237" y="1695"/>
                    <a:pt x="13405" y="-721"/>
                    <a:pt x="8655" y="195"/>
                  </a:cubicBezTo>
                  <a:lnTo>
                    <a:pt x="8655" y="195"/>
                  </a:lnTo>
                  <a:close/>
                </a:path>
              </a:pathLst>
            </a:custGeom>
            <a:grpFill/>
            <a:ln w="8332" cap="flat">
              <a:noFill/>
              <a:prstDash val="solid"/>
              <a:miter/>
            </a:ln>
          </p:spPr>
          <p:txBody>
            <a:bodyPr rtlCol="0" anchor="ctr"/>
            <a:lstStyle/>
            <a:p>
              <a:endParaRPr lang="en-US"/>
            </a:p>
          </p:txBody>
        </p:sp>
        <p:sp>
          <p:nvSpPr>
            <p:cNvPr id="1548" name="Freeform: Shape 1547"/>
            <p:cNvSpPr/>
            <p:nvPr/>
          </p:nvSpPr>
          <p:spPr>
            <a:xfrm>
              <a:off x="6098949" y="1272998"/>
              <a:ext cx="25022" cy="26621"/>
            </a:xfrm>
            <a:custGeom>
              <a:avLst/>
              <a:gdLst>
                <a:gd name="connsiteX0" fmla="*/ 18938 w 25022"/>
                <a:gd name="connsiteY0" fmla="*/ 2147 h 26621"/>
                <a:gd name="connsiteX1" fmla="*/ 3106 w 25022"/>
                <a:gd name="connsiteY1" fmla="*/ 6314 h 26621"/>
                <a:gd name="connsiteX2" fmla="*/ 2439 w 25022"/>
                <a:gd name="connsiteY2" fmla="*/ 9647 h 26621"/>
                <a:gd name="connsiteX3" fmla="*/ 2439 w 25022"/>
                <a:gd name="connsiteY3" fmla="*/ 9647 h 26621"/>
                <a:gd name="connsiteX4" fmla="*/ 1273 w 25022"/>
                <a:gd name="connsiteY4" fmla="*/ 18646 h 26621"/>
                <a:gd name="connsiteX5" fmla="*/ 4022 w 25022"/>
                <a:gd name="connsiteY5" fmla="*/ 22312 h 26621"/>
                <a:gd name="connsiteX6" fmla="*/ 5189 w 25022"/>
                <a:gd name="connsiteY6" fmla="*/ 23479 h 26621"/>
                <a:gd name="connsiteX7" fmla="*/ 5356 w 25022"/>
                <a:gd name="connsiteY7" fmla="*/ 23479 h 26621"/>
                <a:gd name="connsiteX8" fmla="*/ 8606 w 25022"/>
                <a:gd name="connsiteY8" fmla="*/ 25729 h 26621"/>
                <a:gd name="connsiteX9" fmla="*/ 24021 w 25022"/>
                <a:gd name="connsiteY9" fmla="*/ 18896 h 26621"/>
                <a:gd name="connsiteX10" fmla="*/ 18938 w 25022"/>
                <a:gd name="connsiteY10" fmla="*/ 2147 h 26621"/>
                <a:gd name="connsiteX11" fmla="*/ 18938 w 25022"/>
                <a:gd name="connsiteY11" fmla="*/ 2147 h 26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022" h="26621">
                  <a:moveTo>
                    <a:pt x="18938" y="2147"/>
                  </a:moveTo>
                  <a:cubicBezTo>
                    <a:pt x="13772" y="-2019"/>
                    <a:pt x="5605" y="148"/>
                    <a:pt x="3106" y="6314"/>
                  </a:cubicBezTo>
                  <a:cubicBezTo>
                    <a:pt x="2689" y="7397"/>
                    <a:pt x="2522" y="8480"/>
                    <a:pt x="2439" y="9647"/>
                  </a:cubicBezTo>
                  <a:lnTo>
                    <a:pt x="2439" y="9647"/>
                  </a:lnTo>
                  <a:cubicBezTo>
                    <a:pt x="-394" y="12063"/>
                    <a:pt x="-727" y="15646"/>
                    <a:pt x="1273" y="18646"/>
                  </a:cubicBezTo>
                  <a:cubicBezTo>
                    <a:pt x="2106" y="19979"/>
                    <a:pt x="2856" y="21229"/>
                    <a:pt x="4022" y="22312"/>
                  </a:cubicBezTo>
                  <a:cubicBezTo>
                    <a:pt x="4439" y="22645"/>
                    <a:pt x="4772" y="23145"/>
                    <a:pt x="5189" y="23479"/>
                  </a:cubicBezTo>
                  <a:cubicBezTo>
                    <a:pt x="5522" y="23729"/>
                    <a:pt x="5522" y="23645"/>
                    <a:pt x="5356" y="23479"/>
                  </a:cubicBezTo>
                  <a:cubicBezTo>
                    <a:pt x="6356" y="24395"/>
                    <a:pt x="7189" y="25145"/>
                    <a:pt x="8606" y="25729"/>
                  </a:cubicBezTo>
                  <a:cubicBezTo>
                    <a:pt x="14855" y="28312"/>
                    <a:pt x="21521" y="25062"/>
                    <a:pt x="24021" y="18896"/>
                  </a:cubicBezTo>
                  <a:cubicBezTo>
                    <a:pt x="26604" y="12813"/>
                    <a:pt x="23937" y="6064"/>
                    <a:pt x="18938" y="2147"/>
                  </a:cubicBezTo>
                  <a:lnTo>
                    <a:pt x="18938" y="2147"/>
                  </a:lnTo>
                  <a:close/>
                </a:path>
              </a:pathLst>
            </a:custGeom>
            <a:grpFill/>
            <a:ln w="8332" cap="flat">
              <a:noFill/>
              <a:prstDash val="solid"/>
              <a:miter/>
            </a:ln>
          </p:spPr>
          <p:txBody>
            <a:bodyPr rtlCol="0" anchor="ctr"/>
            <a:lstStyle/>
            <a:p>
              <a:endParaRPr lang="en-US"/>
            </a:p>
          </p:txBody>
        </p:sp>
        <p:sp>
          <p:nvSpPr>
            <p:cNvPr id="1549" name="Freeform: Shape 1548"/>
            <p:cNvSpPr/>
            <p:nvPr/>
          </p:nvSpPr>
          <p:spPr>
            <a:xfrm>
              <a:off x="6172450" y="1269488"/>
              <a:ext cx="21031" cy="23215"/>
            </a:xfrm>
            <a:custGeom>
              <a:avLst/>
              <a:gdLst>
                <a:gd name="connsiteX0" fmla="*/ 8764 w 21031"/>
                <a:gd name="connsiteY0" fmla="*/ 324 h 23215"/>
                <a:gd name="connsiteX1" fmla="*/ 1598 w 21031"/>
                <a:gd name="connsiteY1" fmla="*/ 8324 h 23215"/>
                <a:gd name="connsiteX2" fmla="*/ 1515 w 21031"/>
                <a:gd name="connsiteY2" fmla="*/ 11407 h 23215"/>
                <a:gd name="connsiteX3" fmla="*/ 1598 w 21031"/>
                <a:gd name="connsiteY3" fmla="*/ 11823 h 23215"/>
                <a:gd name="connsiteX4" fmla="*/ 598 w 21031"/>
                <a:gd name="connsiteY4" fmla="*/ 12990 h 23215"/>
                <a:gd name="connsiteX5" fmla="*/ 1765 w 21031"/>
                <a:gd name="connsiteY5" fmla="*/ 18989 h 23215"/>
                <a:gd name="connsiteX6" fmla="*/ 3931 w 21031"/>
                <a:gd name="connsiteY6" fmla="*/ 20323 h 23215"/>
                <a:gd name="connsiteX7" fmla="*/ 13014 w 21031"/>
                <a:gd name="connsiteY7" fmla="*/ 22572 h 23215"/>
                <a:gd name="connsiteX8" fmla="*/ 19680 w 21031"/>
                <a:gd name="connsiteY8" fmla="*/ 14656 h 23215"/>
                <a:gd name="connsiteX9" fmla="*/ 20930 w 21031"/>
                <a:gd name="connsiteY9" fmla="*/ 8990 h 23215"/>
                <a:gd name="connsiteX10" fmla="*/ 18680 w 21031"/>
                <a:gd name="connsiteY10" fmla="*/ 3657 h 23215"/>
                <a:gd name="connsiteX11" fmla="*/ 8764 w 21031"/>
                <a:gd name="connsiteY11" fmla="*/ 324 h 23215"/>
                <a:gd name="connsiteX12" fmla="*/ 8764 w 21031"/>
                <a:gd name="connsiteY12" fmla="*/ 324 h 23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031" h="23215">
                  <a:moveTo>
                    <a:pt x="8764" y="324"/>
                  </a:moveTo>
                  <a:cubicBezTo>
                    <a:pt x="5264" y="1241"/>
                    <a:pt x="1765" y="4491"/>
                    <a:pt x="1598" y="8324"/>
                  </a:cubicBezTo>
                  <a:cubicBezTo>
                    <a:pt x="1515" y="9324"/>
                    <a:pt x="1515" y="10407"/>
                    <a:pt x="1515" y="11407"/>
                  </a:cubicBezTo>
                  <a:cubicBezTo>
                    <a:pt x="1515" y="11573"/>
                    <a:pt x="1598" y="11657"/>
                    <a:pt x="1598" y="11823"/>
                  </a:cubicBezTo>
                  <a:cubicBezTo>
                    <a:pt x="1265" y="12157"/>
                    <a:pt x="931" y="12573"/>
                    <a:pt x="598" y="12990"/>
                  </a:cubicBezTo>
                  <a:cubicBezTo>
                    <a:pt x="-402" y="14823"/>
                    <a:pt x="-235" y="17823"/>
                    <a:pt x="1765" y="18989"/>
                  </a:cubicBezTo>
                  <a:cubicBezTo>
                    <a:pt x="2515" y="19406"/>
                    <a:pt x="3265" y="19823"/>
                    <a:pt x="3931" y="20323"/>
                  </a:cubicBezTo>
                  <a:cubicBezTo>
                    <a:pt x="6014" y="22989"/>
                    <a:pt x="9598" y="23989"/>
                    <a:pt x="13014" y="22572"/>
                  </a:cubicBezTo>
                  <a:cubicBezTo>
                    <a:pt x="16180" y="21322"/>
                    <a:pt x="18430" y="18073"/>
                    <a:pt x="19680" y="14656"/>
                  </a:cubicBezTo>
                  <a:cubicBezTo>
                    <a:pt x="20763" y="12990"/>
                    <a:pt x="21263" y="10907"/>
                    <a:pt x="20930" y="8990"/>
                  </a:cubicBezTo>
                  <a:cubicBezTo>
                    <a:pt x="20513" y="6824"/>
                    <a:pt x="19846" y="5491"/>
                    <a:pt x="18680" y="3657"/>
                  </a:cubicBezTo>
                  <a:cubicBezTo>
                    <a:pt x="16930" y="408"/>
                    <a:pt x="12097" y="-592"/>
                    <a:pt x="8764" y="324"/>
                  </a:cubicBezTo>
                  <a:lnTo>
                    <a:pt x="8764" y="324"/>
                  </a:lnTo>
                  <a:close/>
                </a:path>
              </a:pathLst>
            </a:custGeom>
            <a:grpFill/>
            <a:ln w="8332" cap="flat">
              <a:noFill/>
              <a:prstDash val="solid"/>
              <a:miter/>
            </a:ln>
          </p:spPr>
          <p:txBody>
            <a:bodyPr rtlCol="0" anchor="ctr"/>
            <a:lstStyle/>
            <a:p>
              <a:endParaRPr lang="en-US"/>
            </a:p>
          </p:txBody>
        </p:sp>
        <p:sp>
          <p:nvSpPr>
            <p:cNvPr id="1550" name="Freeform: Shape 1549"/>
            <p:cNvSpPr/>
            <p:nvPr/>
          </p:nvSpPr>
          <p:spPr>
            <a:xfrm>
              <a:off x="6228400" y="1222355"/>
              <a:ext cx="24278" cy="25533"/>
            </a:xfrm>
            <a:custGeom>
              <a:avLst/>
              <a:gdLst>
                <a:gd name="connsiteX0" fmla="*/ 12058 w 24278"/>
                <a:gd name="connsiteY0" fmla="*/ 46 h 25533"/>
                <a:gd name="connsiteX1" fmla="*/ 643 w 24278"/>
                <a:gd name="connsiteY1" fmla="*/ 8045 h 25533"/>
                <a:gd name="connsiteX2" fmla="*/ 4559 w 24278"/>
                <a:gd name="connsiteY2" fmla="*/ 19294 h 25533"/>
                <a:gd name="connsiteX3" fmla="*/ 5309 w 24278"/>
                <a:gd name="connsiteY3" fmla="*/ 19627 h 25533"/>
                <a:gd name="connsiteX4" fmla="*/ 6309 w 24278"/>
                <a:gd name="connsiteY4" fmla="*/ 22044 h 25533"/>
                <a:gd name="connsiteX5" fmla="*/ 13475 w 24278"/>
                <a:gd name="connsiteY5" fmla="*/ 25460 h 25533"/>
                <a:gd name="connsiteX6" fmla="*/ 18475 w 24278"/>
                <a:gd name="connsiteY6" fmla="*/ 24877 h 25533"/>
                <a:gd name="connsiteX7" fmla="*/ 24141 w 24278"/>
                <a:gd name="connsiteY7" fmla="*/ 17544 h 25533"/>
                <a:gd name="connsiteX8" fmla="*/ 23141 w 24278"/>
                <a:gd name="connsiteY8" fmla="*/ 10045 h 25533"/>
                <a:gd name="connsiteX9" fmla="*/ 20225 w 24278"/>
                <a:gd name="connsiteY9" fmla="*/ 4712 h 25533"/>
                <a:gd name="connsiteX10" fmla="*/ 12058 w 24278"/>
                <a:gd name="connsiteY10" fmla="*/ 46 h 25533"/>
                <a:gd name="connsiteX11" fmla="*/ 12058 w 24278"/>
                <a:gd name="connsiteY11" fmla="*/ 46 h 25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278" h="25533">
                  <a:moveTo>
                    <a:pt x="12058" y="46"/>
                  </a:moveTo>
                  <a:cubicBezTo>
                    <a:pt x="6559" y="-454"/>
                    <a:pt x="2560" y="3212"/>
                    <a:pt x="643" y="8045"/>
                  </a:cubicBezTo>
                  <a:cubicBezTo>
                    <a:pt x="-1023" y="12295"/>
                    <a:pt x="643" y="17127"/>
                    <a:pt x="4559" y="19294"/>
                  </a:cubicBezTo>
                  <a:cubicBezTo>
                    <a:pt x="4809" y="19461"/>
                    <a:pt x="5059" y="19544"/>
                    <a:pt x="5309" y="19627"/>
                  </a:cubicBezTo>
                  <a:cubicBezTo>
                    <a:pt x="5559" y="20460"/>
                    <a:pt x="5809" y="21210"/>
                    <a:pt x="6309" y="22044"/>
                  </a:cubicBezTo>
                  <a:cubicBezTo>
                    <a:pt x="7892" y="24710"/>
                    <a:pt x="10725" y="25627"/>
                    <a:pt x="13475" y="25460"/>
                  </a:cubicBezTo>
                  <a:cubicBezTo>
                    <a:pt x="15059" y="25627"/>
                    <a:pt x="16642" y="25543"/>
                    <a:pt x="18475" y="24877"/>
                  </a:cubicBezTo>
                  <a:cubicBezTo>
                    <a:pt x="21474" y="23877"/>
                    <a:pt x="23808" y="20627"/>
                    <a:pt x="24141" y="17544"/>
                  </a:cubicBezTo>
                  <a:cubicBezTo>
                    <a:pt x="24474" y="14878"/>
                    <a:pt x="24224" y="12545"/>
                    <a:pt x="23141" y="10045"/>
                  </a:cubicBezTo>
                  <a:cubicBezTo>
                    <a:pt x="22391" y="8212"/>
                    <a:pt x="21391" y="6295"/>
                    <a:pt x="20225" y="4712"/>
                  </a:cubicBezTo>
                  <a:cubicBezTo>
                    <a:pt x="18391" y="2295"/>
                    <a:pt x="15142" y="296"/>
                    <a:pt x="12058" y="46"/>
                  </a:cubicBezTo>
                  <a:lnTo>
                    <a:pt x="12058" y="46"/>
                  </a:lnTo>
                  <a:close/>
                </a:path>
              </a:pathLst>
            </a:custGeom>
            <a:grpFill/>
            <a:ln w="8332" cap="flat">
              <a:noFill/>
              <a:prstDash val="solid"/>
              <a:miter/>
            </a:ln>
          </p:spPr>
          <p:txBody>
            <a:bodyPr rtlCol="0" anchor="ctr"/>
            <a:lstStyle/>
            <a:p>
              <a:endParaRPr lang="en-US"/>
            </a:p>
          </p:txBody>
        </p:sp>
        <p:sp>
          <p:nvSpPr>
            <p:cNvPr id="1551" name="Freeform: Shape 1550"/>
            <p:cNvSpPr/>
            <p:nvPr/>
          </p:nvSpPr>
          <p:spPr>
            <a:xfrm>
              <a:off x="6156574" y="1325858"/>
              <a:ext cx="21258" cy="21810"/>
            </a:xfrm>
            <a:custGeom>
              <a:avLst/>
              <a:gdLst>
                <a:gd name="connsiteX0" fmla="*/ 17058 w 21258"/>
                <a:gd name="connsiteY0" fmla="*/ 1782 h 21810"/>
                <a:gd name="connsiteX1" fmla="*/ 6226 w 21258"/>
                <a:gd name="connsiteY1" fmla="*/ 1782 h 21810"/>
                <a:gd name="connsiteX2" fmla="*/ 3559 w 21258"/>
                <a:gd name="connsiteY2" fmla="*/ 5365 h 21810"/>
                <a:gd name="connsiteX3" fmla="*/ 1642 w 21258"/>
                <a:gd name="connsiteY3" fmla="*/ 6615 h 21810"/>
                <a:gd name="connsiteX4" fmla="*/ 1142 w 21258"/>
                <a:gd name="connsiteY4" fmla="*/ 13948 h 21810"/>
                <a:gd name="connsiteX5" fmla="*/ 4809 w 21258"/>
                <a:gd name="connsiteY5" fmla="*/ 17781 h 21810"/>
                <a:gd name="connsiteX6" fmla="*/ 5059 w 21258"/>
                <a:gd name="connsiteY6" fmla="*/ 17947 h 21810"/>
                <a:gd name="connsiteX7" fmla="*/ 5309 w 21258"/>
                <a:gd name="connsiteY7" fmla="*/ 18197 h 21810"/>
                <a:gd name="connsiteX8" fmla="*/ 7892 w 21258"/>
                <a:gd name="connsiteY8" fmla="*/ 20447 h 21810"/>
                <a:gd name="connsiteX9" fmla="*/ 18725 w 21258"/>
                <a:gd name="connsiteY9" fmla="*/ 17947 h 21810"/>
                <a:gd name="connsiteX10" fmla="*/ 18891 w 21258"/>
                <a:gd name="connsiteY10" fmla="*/ 17781 h 21810"/>
                <a:gd name="connsiteX11" fmla="*/ 20141 w 21258"/>
                <a:gd name="connsiteY11" fmla="*/ 15698 h 21810"/>
                <a:gd name="connsiteX12" fmla="*/ 21141 w 21258"/>
                <a:gd name="connsiteY12" fmla="*/ 12281 h 21810"/>
                <a:gd name="connsiteX13" fmla="*/ 20808 w 21258"/>
                <a:gd name="connsiteY13" fmla="*/ 7782 h 21810"/>
                <a:gd name="connsiteX14" fmla="*/ 17058 w 21258"/>
                <a:gd name="connsiteY14" fmla="*/ 1782 h 21810"/>
                <a:gd name="connsiteX15" fmla="*/ 17058 w 21258"/>
                <a:gd name="connsiteY15" fmla="*/ 1782 h 21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1258" h="21810">
                  <a:moveTo>
                    <a:pt x="17058" y="1782"/>
                  </a:moveTo>
                  <a:cubicBezTo>
                    <a:pt x="14308" y="-717"/>
                    <a:pt x="9058" y="-467"/>
                    <a:pt x="6226" y="1782"/>
                  </a:cubicBezTo>
                  <a:cubicBezTo>
                    <a:pt x="5059" y="2782"/>
                    <a:pt x="4142" y="4032"/>
                    <a:pt x="3559" y="5365"/>
                  </a:cubicBezTo>
                  <a:cubicBezTo>
                    <a:pt x="2809" y="5615"/>
                    <a:pt x="2226" y="6032"/>
                    <a:pt x="1642" y="6615"/>
                  </a:cubicBezTo>
                  <a:cubicBezTo>
                    <a:pt x="-274" y="8532"/>
                    <a:pt x="-607" y="11781"/>
                    <a:pt x="1142" y="13948"/>
                  </a:cubicBezTo>
                  <a:cubicBezTo>
                    <a:pt x="2226" y="15281"/>
                    <a:pt x="3476" y="16614"/>
                    <a:pt x="4809" y="17781"/>
                  </a:cubicBezTo>
                  <a:cubicBezTo>
                    <a:pt x="5059" y="17947"/>
                    <a:pt x="5559" y="18614"/>
                    <a:pt x="5059" y="17947"/>
                  </a:cubicBezTo>
                  <a:cubicBezTo>
                    <a:pt x="4476" y="17198"/>
                    <a:pt x="5142" y="18031"/>
                    <a:pt x="5309" y="18197"/>
                  </a:cubicBezTo>
                  <a:cubicBezTo>
                    <a:pt x="6142" y="19031"/>
                    <a:pt x="6892" y="19864"/>
                    <a:pt x="7892" y="20447"/>
                  </a:cubicBezTo>
                  <a:cubicBezTo>
                    <a:pt x="11975" y="22947"/>
                    <a:pt x="16308" y="21947"/>
                    <a:pt x="18725" y="17947"/>
                  </a:cubicBezTo>
                  <a:cubicBezTo>
                    <a:pt x="18725" y="17947"/>
                    <a:pt x="18807" y="17864"/>
                    <a:pt x="18891" y="17781"/>
                  </a:cubicBezTo>
                  <a:cubicBezTo>
                    <a:pt x="19391" y="17281"/>
                    <a:pt x="19807" y="16364"/>
                    <a:pt x="20141" y="15698"/>
                  </a:cubicBezTo>
                  <a:cubicBezTo>
                    <a:pt x="20641" y="14614"/>
                    <a:pt x="20974" y="13448"/>
                    <a:pt x="21141" y="12281"/>
                  </a:cubicBezTo>
                  <a:cubicBezTo>
                    <a:pt x="21390" y="10781"/>
                    <a:pt x="21224" y="9282"/>
                    <a:pt x="20808" y="7782"/>
                  </a:cubicBezTo>
                  <a:cubicBezTo>
                    <a:pt x="20224" y="5199"/>
                    <a:pt x="18891" y="3532"/>
                    <a:pt x="17058" y="1782"/>
                  </a:cubicBezTo>
                  <a:lnTo>
                    <a:pt x="17058" y="1782"/>
                  </a:lnTo>
                  <a:close/>
                </a:path>
              </a:pathLst>
            </a:custGeom>
            <a:grpFill/>
            <a:ln w="8332" cap="flat">
              <a:noFill/>
              <a:prstDash val="solid"/>
              <a:miter/>
            </a:ln>
          </p:spPr>
          <p:txBody>
            <a:bodyPr rtlCol="0" anchor="ctr"/>
            <a:lstStyle/>
            <a:p>
              <a:endParaRPr lang="en-US"/>
            </a:p>
          </p:txBody>
        </p:sp>
        <p:sp>
          <p:nvSpPr>
            <p:cNvPr id="1552" name="Freeform: Shape 1551"/>
            <p:cNvSpPr/>
            <p:nvPr/>
          </p:nvSpPr>
          <p:spPr>
            <a:xfrm>
              <a:off x="6215605" y="1294716"/>
              <a:ext cx="26264" cy="25572"/>
            </a:xfrm>
            <a:custGeom>
              <a:avLst/>
              <a:gdLst>
                <a:gd name="connsiteX0" fmla="*/ 18938 w 26264"/>
                <a:gd name="connsiteY0" fmla="*/ 761 h 25572"/>
                <a:gd name="connsiteX1" fmla="*/ 8688 w 26264"/>
                <a:gd name="connsiteY1" fmla="*/ 2927 h 25572"/>
                <a:gd name="connsiteX2" fmla="*/ 5855 w 26264"/>
                <a:gd name="connsiteY2" fmla="*/ 9426 h 25572"/>
                <a:gd name="connsiteX3" fmla="*/ 522 w 26264"/>
                <a:gd name="connsiteY3" fmla="*/ 13843 h 25572"/>
                <a:gd name="connsiteX4" fmla="*/ 4689 w 26264"/>
                <a:gd name="connsiteY4" fmla="*/ 23758 h 25572"/>
                <a:gd name="connsiteX5" fmla="*/ 20354 w 26264"/>
                <a:gd name="connsiteY5" fmla="*/ 22675 h 25572"/>
                <a:gd name="connsiteX6" fmla="*/ 25520 w 26264"/>
                <a:gd name="connsiteY6" fmla="*/ 15509 h 25572"/>
                <a:gd name="connsiteX7" fmla="*/ 24853 w 26264"/>
                <a:gd name="connsiteY7" fmla="*/ 5927 h 25572"/>
                <a:gd name="connsiteX8" fmla="*/ 18938 w 26264"/>
                <a:gd name="connsiteY8" fmla="*/ 761 h 25572"/>
                <a:gd name="connsiteX9" fmla="*/ 18938 w 26264"/>
                <a:gd name="connsiteY9" fmla="*/ 761 h 25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264" h="25572">
                  <a:moveTo>
                    <a:pt x="18938" y="761"/>
                  </a:moveTo>
                  <a:cubicBezTo>
                    <a:pt x="15604" y="-989"/>
                    <a:pt x="11105" y="510"/>
                    <a:pt x="8688" y="2927"/>
                  </a:cubicBezTo>
                  <a:cubicBezTo>
                    <a:pt x="7106" y="4510"/>
                    <a:pt x="5939" y="7010"/>
                    <a:pt x="5855" y="9426"/>
                  </a:cubicBezTo>
                  <a:cubicBezTo>
                    <a:pt x="3522" y="9926"/>
                    <a:pt x="1439" y="11509"/>
                    <a:pt x="522" y="13843"/>
                  </a:cubicBezTo>
                  <a:cubicBezTo>
                    <a:pt x="-977" y="17926"/>
                    <a:pt x="856" y="21842"/>
                    <a:pt x="4689" y="23758"/>
                  </a:cubicBezTo>
                  <a:cubicBezTo>
                    <a:pt x="9855" y="26258"/>
                    <a:pt x="15688" y="26425"/>
                    <a:pt x="20354" y="22675"/>
                  </a:cubicBezTo>
                  <a:cubicBezTo>
                    <a:pt x="22687" y="20759"/>
                    <a:pt x="24604" y="18342"/>
                    <a:pt x="25520" y="15509"/>
                  </a:cubicBezTo>
                  <a:cubicBezTo>
                    <a:pt x="26603" y="12259"/>
                    <a:pt x="26603" y="8926"/>
                    <a:pt x="24853" y="5927"/>
                  </a:cubicBezTo>
                  <a:cubicBezTo>
                    <a:pt x="23354" y="3427"/>
                    <a:pt x="21437" y="2010"/>
                    <a:pt x="18938" y="761"/>
                  </a:cubicBezTo>
                  <a:lnTo>
                    <a:pt x="18938" y="761"/>
                  </a:lnTo>
                  <a:close/>
                </a:path>
              </a:pathLst>
            </a:custGeom>
            <a:grpFill/>
            <a:ln w="8332" cap="flat">
              <a:noFill/>
              <a:prstDash val="solid"/>
              <a:miter/>
            </a:ln>
          </p:spPr>
          <p:txBody>
            <a:bodyPr rtlCol="0" anchor="ctr"/>
            <a:lstStyle/>
            <a:p>
              <a:endParaRPr lang="en-US"/>
            </a:p>
          </p:txBody>
        </p:sp>
        <p:sp>
          <p:nvSpPr>
            <p:cNvPr id="1553" name="Freeform: Shape 1552"/>
            <p:cNvSpPr/>
            <p:nvPr/>
          </p:nvSpPr>
          <p:spPr>
            <a:xfrm>
              <a:off x="6158799" y="1107521"/>
              <a:ext cx="20342" cy="21027"/>
            </a:xfrm>
            <a:custGeom>
              <a:avLst/>
              <a:gdLst>
                <a:gd name="connsiteX0" fmla="*/ 2917 w 20342"/>
                <a:gd name="connsiteY0" fmla="*/ 2972 h 21027"/>
                <a:gd name="connsiteX1" fmla="*/ 0 w 20342"/>
                <a:gd name="connsiteY1" fmla="*/ 9972 h 21027"/>
                <a:gd name="connsiteX2" fmla="*/ 3917 w 20342"/>
                <a:gd name="connsiteY2" fmla="*/ 18054 h 21027"/>
                <a:gd name="connsiteX3" fmla="*/ 6083 w 20342"/>
                <a:gd name="connsiteY3" fmla="*/ 19304 h 21027"/>
                <a:gd name="connsiteX4" fmla="*/ 18248 w 20342"/>
                <a:gd name="connsiteY4" fmla="*/ 17638 h 21027"/>
                <a:gd name="connsiteX5" fmla="*/ 17999 w 20342"/>
                <a:gd name="connsiteY5" fmla="*/ 3806 h 21027"/>
                <a:gd name="connsiteX6" fmla="*/ 2917 w 20342"/>
                <a:gd name="connsiteY6" fmla="*/ 2972 h 21027"/>
                <a:gd name="connsiteX7" fmla="*/ 2917 w 20342"/>
                <a:gd name="connsiteY7" fmla="*/ 2972 h 21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342" h="21027">
                  <a:moveTo>
                    <a:pt x="2917" y="2972"/>
                  </a:moveTo>
                  <a:cubicBezTo>
                    <a:pt x="1000" y="4972"/>
                    <a:pt x="0" y="7222"/>
                    <a:pt x="0" y="9972"/>
                  </a:cubicBezTo>
                  <a:cubicBezTo>
                    <a:pt x="0" y="13471"/>
                    <a:pt x="1500" y="15721"/>
                    <a:pt x="3917" y="18054"/>
                  </a:cubicBezTo>
                  <a:cubicBezTo>
                    <a:pt x="4583" y="18721"/>
                    <a:pt x="5333" y="19054"/>
                    <a:pt x="6083" y="19304"/>
                  </a:cubicBezTo>
                  <a:cubicBezTo>
                    <a:pt x="9749" y="21970"/>
                    <a:pt x="15832" y="21637"/>
                    <a:pt x="18248" y="17638"/>
                  </a:cubicBezTo>
                  <a:cubicBezTo>
                    <a:pt x="20915" y="13305"/>
                    <a:pt x="21248" y="7972"/>
                    <a:pt x="17999" y="3806"/>
                  </a:cubicBezTo>
                  <a:cubicBezTo>
                    <a:pt x="14332" y="-944"/>
                    <a:pt x="7166" y="-1277"/>
                    <a:pt x="2917" y="2972"/>
                  </a:cubicBezTo>
                  <a:lnTo>
                    <a:pt x="2917" y="2972"/>
                  </a:lnTo>
                  <a:close/>
                </a:path>
              </a:pathLst>
            </a:custGeom>
            <a:grpFill/>
            <a:ln w="8332" cap="flat">
              <a:noFill/>
              <a:prstDash val="solid"/>
              <a:miter/>
            </a:ln>
          </p:spPr>
          <p:txBody>
            <a:bodyPr rtlCol="0" anchor="ctr"/>
            <a:lstStyle/>
            <a:p>
              <a:endParaRPr lang="en-US"/>
            </a:p>
          </p:txBody>
        </p:sp>
        <p:sp>
          <p:nvSpPr>
            <p:cNvPr id="1554" name="Freeform: Shape 1553"/>
            <p:cNvSpPr/>
            <p:nvPr/>
          </p:nvSpPr>
          <p:spPr>
            <a:xfrm>
              <a:off x="6071606" y="1123851"/>
              <a:ext cx="21853" cy="25280"/>
            </a:xfrm>
            <a:custGeom>
              <a:avLst/>
              <a:gdLst>
                <a:gd name="connsiteX0" fmla="*/ 5367 w 21853"/>
                <a:gd name="connsiteY0" fmla="*/ 1391 h 25280"/>
                <a:gd name="connsiteX1" fmla="*/ 868 w 21853"/>
                <a:gd name="connsiteY1" fmla="*/ 14223 h 25280"/>
                <a:gd name="connsiteX2" fmla="*/ 2534 w 21853"/>
                <a:gd name="connsiteY2" fmla="*/ 17473 h 25280"/>
                <a:gd name="connsiteX3" fmla="*/ 2534 w 21853"/>
                <a:gd name="connsiteY3" fmla="*/ 17556 h 25280"/>
                <a:gd name="connsiteX4" fmla="*/ 1784 w 21853"/>
                <a:gd name="connsiteY4" fmla="*/ 16306 h 25280"/>
                <a:gd name="connsiteX5" fmla="*/ 2784 w 21853"/>
                <a:gd name="connsiteY5" fmla="*/ 18639 h 25280"/>
                <a:gd name="connsiteX6" fmla="*/ 2618 w 21853"/>
                <a:gd name="connsiteY6" fmla="*/ 17889 h 25280"/>
                <a:gd name="connsiteX7" fmla="*/ 4284 w 21853"/>
                <a:gd name="connsiteY7" fmla="*/ 21472 h 25280"/>
                <a:gd name="connsiteX8" fmla="*/ 4784 w 21853"/>
                <a:gd name="connsiteY8" fmla="*/ 22056 h 25280"/>
                <a:gd name="connsiteX9" fmla="*/ 4367 w 21853"/>
                <a:gd name="connsiteY9" fmla="*/ 21306 h 25280"/>
                <a:gd name="connsiteX10" fmla="*/ 14700 w 21853"/>
                <a:gd name="connsiteY10" fmla="*/ 24805 h 25280"/>
                <a:gd name="connsiteX11" fmla="*/ 18700 w 21853"/>
                <a:gd name="connsiteY11" fmla="*/ 3974 h 25280"/>
                <a:gd name="connsiteX12" fmla="*/ 5367 w 21853"/>
                <a:gd name="connsiteY12" fmla="*/ 1391 h 25280"/>
                <a:gd name="connsiteX13" fmla="*/ 5367 w 21853"/>
                <a:gd name="connsiteY13" fmla="*/ 1391 h 25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853" h="25280">
                  <a:moveTo>
                    <a:pt x="5367" y="1391"/>
                  </a:moveTo>
                  <a:cubicBezTo>
                    <a:pt x="1201" y="3807"/>
                    <a:pt x="-1466" y="9640"/>
                    <a:pt x="868" y="14223"/>
                  </a:cubicBezTo>
                  <a:cubicBezTo>
                    <a:pt x="1451" y="15306"/>
                    <a:pt x="1951" y="16390"/>
                    <a:pt x="2534" y="17473"/>
                  </a:cubicBezTo>
                  <a:cubicBezTo>
                    <a:pt x="2534" y="17473"/>
                    <a:pt x="2534" y="17473"/>
                    <a:pt x="2534" y="17556"/>
                  </a:cubicBezTo>
                  <a:cubicBezTo>
                    <a:pt x="2284" y="17140"/>
                    <a:pt x="2034" y="16723"/>
                    <a:pt x="1784" y="16306"/>
                  </a:cubicBezTo>
                  <a:cubicBezTo>
                    <a:pt x="2201" y="17056"/>
                    <a:pt x="2534" y="17806"/>
                    <a:pt x="2784" y="18639"/>
                  </a:cubicBezTo>
                  <a:cubicBezTo>
                    <a:pt x="2701" y="18389"/>
                    <a:pt x="2618" y="18139"/>
                    <a:pt x="2618" y="17889"/>
                  </a:cubicBezTo>
                  <a:cubicBezTo>
                    <a:pt x="2951" y="19139"/>
                    <a:pt x="3367" y="20223"/>
                    <a:pt x="4284" y="21472"/>
                  </a:cubicBezTo>
                  <a:cubicBezTo>
                    <a:pt x="4451" y="21722"/>
                    <a:pt x="4618" y="21889"/>
                    <a:pt x="4784" y="22056"/>
                  </a:cubicBezTo>
                  <a:cubicBezTo>
                    <a:pt x="4618" y="21806"/>
                    <a:pt x="4534" y="21556"/>
                    <a:pt x="4367" y="21306"/>
                  </a:cubicBezTo>
                  <a:cubicBezTo>
                    <a:pt x="6617" y="25055"/>
                    <a:pt x="10617" y="25972"/>
                    <a:pt x="14700" y="24805"/>
                  </a:cubicBezTo>
                  <a:cubicBezTo>
                    <a:pt x="23032" y="22472"/>
                    <a:pt x="23699" y="9640"/>
                    <a:pt x="18700" y="3974"/>
                  </a:cubicBezTo>
                  <a:cubicBezTo>
                    <a:pt x="15283" y="58"/>
                    <a:pt x="10033" y="-1275"/>
                    <a:pt x="5367" y="1391"/>
                  </a:cubicBezTo>
                  <a:lnTo>
                    <a:pt x="5367" y="1391"/>
                  </a:lnTo>
                  <a:close/>
                </a:path>
              </a:pathLst>
            </a:custGeom>
            <a:grpFill/>
            <a:ln w="8332" cap="flat">
              <a:noFill/>
              <a:prstDash val="solid"/>
              <a:miter/>
            </a:ln>
          </p:spPr>
          <p:txBody>
            <a:bodyPr rtlCol="0" anchor="ctr"/>
            <a:lstStyle/>
            <a:p>
              <a:endParaRPr lang="en-US"/>
            </a:p>
          </p:txBody>
        </p:sp>
        <p:sp>
          <p:nvSpPr>
            <p:cNvPr id="1555" name="Freeform: Shape 1554"/>
            <p:cNvSpPr/>
            <p:nvPr/>
          </p:nvSpPr>
          <p:spPr>
            <a:xfrm>
              <a:off x="-72905" y="1718311"/>
              <a:ext cx="496227" cy="397916"/>
            </a:xfrm>
            <a:custGeom>
              <a:avLst/>
              <a:gdLst>
                <a:gd name="connsiteX0" fmla="*/ 60762 w 496227"/>
                <a:gd name="connsiteY0" fmla="*/ 146614 h 397916"/>
                <a:gd name="connsiteX1" fmla="*/ 55512 w 496227"/>
                <a:gd name="connsiteY1" fmla="*/ 203026 h 397916"/>
                <a:gd name="connsiteX2" fmla="*/ 76427 w 496227"/>
                <a:gd name="connsiteY2" fmla="*/ 262437 h 397916"/>
                <a:gd name="connsiteX3" fmla="*/ 85759 w 496227"/>
                <a:gd name="connsiteY3" fmla="*/ 279186 h 397916"/>
                <a:gd name="connsiteX4" fmla="*/ 77760 w 496227"/>
                <a:gd name="connsiteY4" fmla="*/ 290851 h 397916"/>
                <a:gd name="connsiteX5" fmla="*/ 43097 w 496227"/>
                <a:gd name="connsiteY5" fmla="*/ 312766 h 397916"/>
                <a:gd name="connsiteX6" fmla="*/ 12766 w 496227"/>
                <a:gd name="connsiteY6" fmla="*/ 328598 h 397916"/>
                <a:gd name="connsiteX7" fmla="*/ 267 w 496227"/>
                <a:gd name="connsiteY7" fmla="*/ 339597 h 397916"/>
                <a:gd name="connsiteX8" fmla="*/ 28681 w 496227"/>
                <a:gd name="connsiteY8" fmla="*/ 367094 h 397916"/>
                <a:gd name="connsiteX9" fmla="*/ 69511 w 496227"/>
                <a:gd name="connsiteY9" fmla="*/ 361678 h 397916"/>
                <a:gd name="connsiteX10" fmla="*/ 96009 w 496227"/>
                <a:gd name="connsiteY10" fmla="*/ 341180 h 397916"/>
                <a:gd name="connsiteX11" fmla="*/ 116090 w 496227"/>
                <a:gd name="connsiteY11" fmla="*/ 324598 h 397916"/>
                <a:gd name="connsiteX12" fmla="*/ 119256 w 496227"/>
                <a:gd name="connsiteY12" fmla="*/ 333347 h 397916"/>
                <a:gd name="connsiteX13" fmla="*/ 128089 w 496227"/>
                <a:gd name="connsiteY13" fmla="*/ 342680 h 397916"/>
                <a:gd name="connsiteX14" fmla="*/ 139671 w 496227"/>
                <a:gd name="connsiteY14" fmla="*/ 352096 h 397916"/>
                <a:gd name="connsiteX15" fmla="*/ 157753 w 496227"/>
                <a:gd name="connsiteY15" fmla="*/ 364261 h 397916"/>
                <a:gd name="connsiteX16" fmla="*/ 165169 w 496227"/>
                <a:gd name="connsiteY16" fmla="*/ 368761 h 397916"/>
                <a:gd name="connsiteX17" fmla="*/ 185250 w 496227"/>
                <a:gd name="connsiteY17" fmla="*/ 379177 h 397916"/>
                <a:gd name="connsiteX18" fmla="*/ 287575 w 496227"/>
                <a:gd name="connsiteY18" fmla="*/ 397508 h 397916"/>
                <a:gd name="connsiteX19" fmla="*/ 306740 w 496227"/>
                <a:gd name="connsiteY19" fmla="*/ 387926 h 397916"/>
                <a:gd name="connsiteX20" fmla="*/ 299990 w 496227"/>
                <a:gd name="connsiteY20" fmla="*/ 377927 h 397916"/>
                <a:gd name="connsiteX21" fmla="*/ 347986 w 496227"/>
                <a:gd name="connsiteY21" fmla="*/ 359928 h 397916"/>
                <a:gd name="connsiteX22" fmla="*/ 411313 w 496227"/>
                <a:gd name="connsiteY22" fmla="*/ 304350 h 397916"/>
                <a:gd name="connsiteX23" fmla="*/ 489223 w 496227"/>
                <a:gd name="connsiteY23" fmla="*/ 138282 h 397916"/>
                <a:gd name="connsiteX24" fmla="*/ 490556 w 496227"/>
                <a:gd name="connsiteY24" fmla="*/ 54373 h 397916"/>
                <a:gd name="connsiteX25" fmla="*/ 429728 w 496227"/>
                <a:gd name="connsiteY25" fmla="*/ 8793 h 397916"/>
                <a:gd name="connsiteX26" fmla="*/ 257661 w 496227"/>
                <a:gd name="connsiteY26" fmla="*/ 19959 h 397916"/>
                <a:gd name="connsiteX27" fmla="*/ 161419 w 496227"/>
                <a:gd name="connsiteY27" fmla="*/ 63788 h 397916"/>
                <a:gd name="connsiteX28" fmla="*/ 93592 w 496227"/>
                <a:gd name="connsiteY28" fmla="*/ 119617 h 397916"/>
                <a:gd name="connsiteX29" fmla="*/ 92009 w 496227"/>
                <a:gd name="connsiteY29" fmla="*/ 111118 h 397916"/>
                <a:gd name="connsiteX30" fmla="*/ 84426 w 496227"/>
                <a:gd name="connsiteY30" fmla="*/ 108534 h 397916"/>
                <a:gd name="connsiteX31" fmla="*/ 60762 w 496227"/>
                <a:gd name="connsiteY31" fmla="*/ 146614 h 397916"/>
                <a:gd name="connsiteX32" fmla="*/ 60762 w 496227"/>
                <a:gd name="connsiteY32" fmla="*/ 146614 h 397916"/>
                <a:gd name="connsiteX33" fmla="*/ 225830 w 496227"/>
                <a:gd name="connsiteY33" fmla="*/ 48540 h 397916"/>
                <a:gd name="connsiteX34" fmla="*/ 378816 w 496227"/>
                <a:gd name="connsiteY34" fmla="*/ 16876 h 397916"/>
                <a:gd name="connsiteX35" fmla="*/ 456726 w 496227"/>
                <a:gd name="connsiteY35" fmla="*/ 39457 h 397916"/>
                <a:gd name="connsiteX36" fmla="*/ 479557 w 496227"/>
                <a:gd name="connsiteY36" fmla="*/ 76371 h 397916"/>
                <a:gd name="connsiteX37" fmla="*/ 477641 w 496227"/>
                <a:gd name="connsiteY37" fmla="*/ 114201 h 397916"/>
                <a:gd name="connsiteX38" fmla="*/ 460559 w 496227"/>
                <a:gd name="connsiteY38" fmla="*/ 192110 h 397916"/>
                <a:gd name="connsiteX39" fmla="*/ 423979 w 496227"/>
                <a:gd name="connsiteY39" fmla="*/ 266020 h 397916"/>
                <a:gd name="connsiteX40" fmla="*/ 361151 w 496227"/>
                <a:gd name="connsiteY40" fmla="*/ 336597 h 397916"/>
                <a:gd name="connsiteX41" fmla="*/ 322321 w 496227"/>
                <a:gd name="connsiteY41" fmla="*/ 359845 h 397916"/>
                <a:gd name="connsiteX42" fmla="*/ 289908 w 496227"/>
                <a:gd name="connsiteY42" fmla="*/ 372594 h 397916"/>
                <a:gd name="connsiteX43" fmla="*/ 234746 w 496227"/>
                <a:gd name="connsiteY43" fmla="*/ 347929 h 397916"/>
                <a:gd name="connsiteX44" fmla="*/ 211415 w 496227"/>
                <a:gd name="connsiteY44" fmla="*/ 332847 h 397916"/>
                <a:gd name="connsiteX45" fmla="*/ 232580 w 496227"/>
                <a:gd name="connsiteY45" fmla="*/ 331514 h 397916"/>
                <a:gd name="connsiteX46" fmla="*/ 283742 w 496227"/>
                <a:gd name="connsiteY46" fmla="*/ 316016 h 397916"/>
                <a:gd name="connsiteX47" fmla="*/ 281742 w 496227"/>
                <a:gd name="connsiteY47" fmla="*/ 306017 h 397916"/>
                <a:gd name="connsiteX48" fmla="*/ 225663 w 496227"/>
                <a:gd name="connsiteY48" fmla="*/ 291268 h 397916"/>
                <a:gd name="connsiteX49" fmla="*/ 193333 w 496227"/>
                <a:gd name="connsiteY49" fmla="*/ 286518 h 397916"/>
                <a:gd name="connsiteX50" fmla="*/ 181917 w 496227"/>
                <a:gd name="connsiteY50" fmla="*/ 284769 h 397916"/>
                <a:gd name="connsiteX51" fmla="*/ 209415 w 496227"/>
                <a:gd name="connsiteY51" fmla="*/ 271686 h 397916"/>
                <a:gd name="connsiteX52" fmla="*/ 243995 w 496227"/>
                <a:gd name="connsiteY52" fmla="*/ 248938 h 397916"/>
                <a:gd name="connsiteX53" fmla="*/ 240329 w 496227"/>
                <a:gd name="connsiteY53" fmla="*/ 238523 h 397916"/>
                <a:gd name="connsiteX54" fmla="*/ 200166 w 496227"/>
                <a:gd name="connsiteY54" fmla="*/ 242856 h 397916"/>
                <a:gd name="connsiteX55" fmla="*/ 155503 w 496227"/>
                <a:gd name="connsiteY55" fmla="*/ 258354 h 397916"/>
                <a:gd name="connsiteX56" fmla="*/ 164086 w 496227"/>
                <a:gd name="connsiteY56" fmla="*/ 237106 h 397916"/>
                <a:gd name="connsiteX57" fmla="*/ 177001 w 496227"/>
                <a:gd name="connsiteY57" fmla="*/ 211775 h 397916"/>
                <a:gd name="connsiteX58" fmla="*/ 194583 w 496227"/>
                <a:gd name="connsiteY58" fmla="*/ 176945 h 397916"/>
                <a:gd name="connsiteX59" fmla="*/ 185500 w 496227"/>
                <a:gd name="connsiteY59" fmla="*/ 170945 h 397916"/>
                <a:gd name="connsiteX60" fmla="*/ 148670 w 496227"/>
                <a:gd name="connsiteY60" fmla="*/ 199693 h 397916"/>
                <a:gd name="connsiteX61" fmla="*/ 129422 w 496227"/>
                <a:gd name="connsiteY61" fmla="*/ 216691 h 397916"/>
                <a:gd name="connsiteX62" fmla="*/ 121090 w 496227"/>
                <a:gd name="connsiteY62" fmla="*/ 224774 h 397916"/>
                <a:gd name="connsiteX63" fmla="*/ 127422 w 496227"/>
                <a:gd name="connsiteY63" fmla="*/ 183194 h 397916"/>
                <a:gd name="connsiteX64" fmla="*/ 138671 w 496227"/>
                <a:gd name="connsiteY64" fmla="*/ 133449 h 397916"/>
                <a:gd name="connsiteX65" fmla="*/ 128506 w 496227"/>
                <a:gd name="connsiteY65" fmla="*/ 128533 h 397916"/>
                <a:gd name="connsiteX66" fmla="*/ 102175 w 496227"/>
                <a:gd name="connsiteY66" fmla="*/ 163613 h 397916"/>
                <a:gd name="connsiteX67" fmla="*/ 86759 w 496227"/>
                <a:gd name="connsiteY67" fmla="*/ 191360 h 397916"/>
                <a:gd name="connsiteX68" fmla="*/ 89426 w 496227"/>
                <a:gd name="connsiteY68" fmla="*/ 149947 h 397916"/>
                <a:gd name="connsiteX69" fmla="*/ 91759 w 496227"/>
                <a:gd name="connsiteY69" fmla="*/ 137032 h 397916"/>
                <a:gd name="connsiteX70" fmla="*/ 225830 w 496227"/>
                <a:gd name="connsiteY70" fmla="*/ 48540 h 397916"/>
                <a:gd name="connsiteX71" fmla="*/ 225830 w 496227"/>
                <a:gd name="connsiteY71" fmla="*/ 48540 h 397916"/>
                <a:gd name="connsiteX72" fmla="*/ 80677 w 496227"/>
                <a:gd name="connsiteY72" fmla="*/ 139282 h 397916"/>
                <a:gd name="connsiteX73" fmla="*/ 77343 w 496227"/>
                <a:gd name="connsiteY73" fmla="*/ 168612 h 397916"/>
                <a:gd name="connsiteX74" fmla="*/ 80260 w 496227"/>
                <a:gd name="connsiteY74" fmla="*/ 205359 h 397916"/>
                <a:gd name="connsiteX75" fmla="*/ 88759 w 496227"/>
                <a:gd name="connsiteY75" fmla="*/ 207025 h 397916"/>
                <a:gd name="connsiteX76" fmla="*/ 107674 w 496227"/>
                <a:gd name="connsiteY76" fmla="*/ 177861 h 397916"/>
                <a:gd name="connsiteX77" fmla="*/ 122756 w 496227"/>
                <a:gd name="connsiteY77" fmla="*/ 155947 h 397916"/>
                <a:gd name="connsiteX78" fmla="*/ 116673 w 496227"/>
                <a:gd name="connsiteY78" fmla="*/ 182944 h 397916"/>
                <a:gd name="connsiteX79" fmla="*/ 109591 w 496227"/>
                <a:gd name="connsiteY79" fmla="*/ 236356 h 397916"/>
                <a:gd name="connsiteX80" fmla="*/ 117507 w 496227"/>
                <a:gd name="connsiteY80" fmla="*/ 241606 h 397916"/>
                <a:gd name="connsiteX81" fmla="*/ 148170 w 496227"/>
                <a:gd name="connsiteY81" fmla="*/ 216775 h 397916"/>
                <a:gd name="connsiteX82" fmla="*/ 172835 w 496227"/>
                <a:gd name="connsiteY82" fmla="*/ 195277 h 397916"/>
                <a:gd name="connsiteX83" fmla="*/ 169669 w 496227"/>
                <a:gd name="connsiteY83" fmla="*/ 200693 h 397916"/>
                <a:gd name="connsiteX84" fmla="*/ 156003 w 496227"/>
                <a:gd name="connsiteY84" fmla="*/ 229024 h 397916"/>
                <a:gd name="connsiteX85" fmla="*/ 146754 w 496227"/>
                <a:gd name="connsiteY85" fmla="*/ 269687 h 397916"/>
                <a:gd name="connsiteX86" fmla="*/ 151753 w 496227"/>
                <a:gd name="connsiteY86" fmla="*/ 271353 h 397916"/>
                <a:gd name="connsiteX87" fmla="*/ 192083 w 496227"/>
                <a:gd name="connsiteY87" fmla="*/ 258854 h 397916"/>
                <a:gd name="connsiteX88" fmla="*/ 222080 w 496227"/>
                <a:gd name="connsiteY88" fmla="*/ 250855 h 397916"/>
                <a:gd name="connsiteX89" fmla="*/ 198583 w 496227"/>
                <a:gd name="connsiteY89" fmla="*/ 262520 h 397916"/>
                <a:gd name="connsiteX90" fmla="*/ 161169 w 496227"/>
                <a:gd name="connsiteY90" fmla="*/ 279769 h 397916"/>
                <a:gd name="connsiteX91" fmla="*/ 156753 w 496227"/>
                <a:gd name="connsiteY91" fmla="*/ 288768 h 397916"/>
                <a:gd name="connsiteX92" fmla="*/ 166669 w 496227"/>
                <a:gd name="connsiteY92" fmla="*/ 295268 h 397916"/>
                <a:gd name="connsiteX93" fmla="*/ 198499 w 496227"/>
                <a:gd name="connsiteY93" fmla="*/ 300850 h 397916"/>
                <a:gd name="connsiteX94" fmla="*/ 265243 w 496227"/>
                <a:gd name="connsiteY94" fmla="*/ 313099 h 397916"/>
                <a:gd name="connsiteX95" fmla="*/ 226580 w 496227"/>
                <a:gd name="connsiteY95" fmla="*/ 318765 h 397916"/>
                <a:gd name="connsiteX96" fmla="*/ 185084 w 496227"/>
                <a:gd name="connsiteY96" fmla="*/ 315099 h 397916"/>
                <a:gd name="connsiteX97" fmla="*/ 178251 w 496227"/>
                <a:gd name="connsiteY97" fmla="*/ 325515 h 397916"/>
                <a:gd name="connsiteX98" fmla="*/ 246245 w 496227"/>
                <a:gd name="connsiteY98" fmla="*/ 367594 h 397916"/>
                <a:gd name="connsiteX99" fmla="*/ 279409 w 496227"/>
                <a:gd name="connsiteY99" fmla="*/ 381260 h 397916"/>
                <a:gd name="connsiteX100" fmla="*/ 287658 w 496227"/>
                <a:gd name="connsiteY100" fmla="*/ 383760 h 397916"/>
                <a:gd name="connsiteX101" fmla="*/ 288408 w 496227"/>
                <a:gd name="connsiteY101" fmla="*/ 385593 h 397916"/>
                <a:gd name="connsiteX102" fmla="*/ 270993 w 496227"/>
                <a:gd name="connsiteY102" fmla="*/ 386259 h 397916"/>
                <a:gd name="connsiteX103" fmla="*/ 193833 w 496227"/>
                <a:gd name="connsiteY103" fmla="*/ 370677 h 397916"/>
                <a:gd name="connsiteX104" fmla="*/ 167335 w 496227"/>
                <a:gd name="connsiteY104" fmla="*/ 358429 h 397916"/>
                <a:gd name="connsiteX105" fmla="*/ 147171 w 496227"/>
                <a:gd name="connsiteY105" fmla="*/ 341097 h 397916"/>
                <a:gd name="connsiteX106" fmla="*/ 128089 w 496227"/>
                <a:gd name="connsiteY106" fmla="*/ 318432 h 397916"/>
                <a:gd name="connsiteX107" fmla="*/ 122589 w 496227"/>
                <a:gd name="connsiteY107" fmla="*/ 309683 h 397916"/>
                <a:gd name="connsiteX108" fmla="*/ 115673 w 496227"/>
                <a:gd name="connsiteY108" fmla="*/ 309266 h 397916"/>
                <a:gd name="connsiteX109" fmla="*/ 80010 w 496227"/>
                <a:gd name="connsiteY109" fmla="*/ 338847 h 397916"/>
                <a:gd name="connsiteX110" fmla="*/ 55762 w 496227"/>
                <a:gd name="connsiteY110" fmla="*/ 357345 h 397916"/>
                <a:gd name="connsiteX111" fmla="*/ 26765 w 496227"/>
                <a:gd name="connsiteY111" fmla="*/ 354179 h 397916"/>
                <a:gd name="connsiteX112" fmla="*/ 15516 w 496227"/>
                <a:gd name="connsiteY112" fmla="*/ 338347 h 397916"/>
                <a:gd name="connsiteX113" fmla="*/ 40347 w 496227"/>
                <a:gd name="connsiteY113" fmla="*/ 326181 h 397916"/>
                <a:gd name="connsiteX114" fmla="*/ 90592 w 496227"/>
                <a:gd name="connsiteY114" fmla="*/ 296684 h 397916"/>
                <a:gd name="connsiteX115" fmla="*/ 98258 w 496227"/>
                <a:gd name="connsiteY115" fmla="*/ 276269 h 397916"/>
                <a:gd name="connsiteX116" fmla="*/ 72094 w 496227"/>
                <a:gd name="connsiteY116" fmla="*/ 221774 h 397916"/>
                <a:gd name="connsiteX117" fmla="*/ 68428 w 496227"/>
                <a:gd name="connsiteY117" fmla="*/ 167862 h 397916"/>
                <a:gd name="connsiteX118" fmla="*/ 76010 w 496227"/>
                <a:gd name="connsiteY118" fmla="*/ 141281 h 397916"/>
                <a:gd name="connsiteX119" fmla="*/ 82760 w 496227"/>
                <a:gd name="connsiteY119" fmla="*/ 127116 h 397916"/>
                <a:gd name="connsiteX120" fmla="*/ 80677 w 496227"/>
                <a:gd name="connsiteY120" fmla="*/ 139282 h 397916"/>
                <a:gd name="connsiteX121" fmla="*/ 80677 w 496227"/>
                <a:gd name="connsiteY121" fmla="*/ 139282 h 3979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496227" h="397916">
                  <a:moveTo>
                    <a:pt x="60762" y="146614"/>
                  </a:moveTo>
                  <a:cubicBezTo>
                    <a:pt x="54512" y="164529"/>
                    <a:pt x="52596" y="184361"/>
                    <a:pt x="55512" y="203026"/>
                  </a:cubicBezTo>
                  <a:cubicBezTo>
                    <a:pt x="58928" y="224607"/>
                    <a:pt x="65511" y="243439"/>
                    <a:pt x="76427" y="262437"/>
                  </a:cubicBezTo>
                  <a:cubicBezTo>
                    <a:pt x="79093" y="267104"/>
                    <a:pt x="85010" y="273769"/>
                    <a:pt x="85759" y="279186"/>
                  </a:cubicBezTo>
                  <a:cubicBezTo>
                    <a:pt x="86676" y="285518"/>
                    <a:pt x="82926" y="287352"/>
                    <a:pt x="77760" y="290851"/>
                  </a:cubicBezTo>
                  <a:cubicBezTo>
                    <a:pt x="66428" y="298601"/>
                    <a:pt x="55012" y="306017"/>
                    <a:pt x="43097" y="312766"/>
                  </a:cubicBezTo>
                  <a:cubicBezTo>
                    <a:pt x="33181" y="318349"/>
                    <a:pt x="22848" y="323182"/>
                    <a:pt x="12766" y="328598"/>
                  </a:cubicBezTo>
                  <a:cubicBezTo>
                    <a:pt x="7850" y="331264"/>
                    <a:pt x="1767" y="333514"/>
                    <a:pt x="267" y="339597"/>
                  </a:cubicBezTo>
                  <a:cubicBezTo>
                    <a:pt x="-2733" y="351763"/>
                    <a:pt x="20349" y="362928"/>
                    <a:pt x="28681" y="367094"/>
                  </a:cubicBezTo>
                  <a:cubicBezTo>
                    <a:pt x="43430" y="374427"/>
                    <a:pt x="56345" y="370094"/>
                    <a:pt x="69511" y="361678"/>
                  </a:cubicBezTo>
                  <a:cubicBezTo>
                    <a:pt x="78927" y="355595"/>
                    <a:pt x="87343" y="348179"/>
                    <a:pt x="96009" y="341180"/>
                  </a:cubicBezTo>
                  <a:cubicBezTo>
                    <a:pt x="101925" y="336347"/>
                    <a:pt x="109007" y="329098"/>
                    <a:pt x="116090" y="324598"/>
                  </a:cubicBezTo>
                  <a:cubicBezTo>
                    <a:pt x="117007" y="327598"/>
                    <a:pt x="118256" y="331764"/>
                    <a:pt x="119256" y="333347"/>
                  </a:cubicBezTo>
                  <a:cubicBezTo>
                    <a:pt x="121673" y="337014"/>
                    <a:pt x="124756" y="340014"/>
                    <a:pt x="128089" y="342680"/>
                  </a:cubicBezTo>
                  <a:cubicBezTo>
                    <a:pt x="131339" y="346013"/>
                    <a:pt x="135255" y="348929"/>
                    <a:pt x="139671" y="352096"/>
                  </a:cubicBezTo>
                  <a:cubicBezTo>
                    <a:pt x="145587" y="356345"/>
                    <a:pt x="151587" y="360428"/>
                    <a:pt x="157753" y="364261"/>
                  </a:cubicBezTo>
                  <a:cubicBezTo>
                    <a:pt x="160169" y="365844"/>
                    <a:pt x="162669" y="367344"/>
                    <a:pt x="165169" y="368761"/>
                  </a:cubicBezTo>
                  <a:cubicBezTo>
                    <a:pt x="171668" y="372594"/>
                    <a:pt x="178334" y="376094"/>
                    <a:pt x="185250" y="379177"/>
                  </a:cubicBezTo>
                  <a:cubicBezTo>
                    <a:pt x="217081" y="393176"/>
                    <a:pt x="252911" y="399675"/>
                    <a:pt x="287575" y="397508"/>
                  </a:cubicBezTo>
                  <a:cubicBezTo>
                    <a:pt x="293907" y="397092"/>
                    <a:pt x="306156" y="396842"/>
                    <a:pt x="306740" y="387926"/>
                  </a:cubicBezTo>
                  <a:cubicBezTo>
                    <a:pt x="306990" y="383843"/>
                    <a:pt x="303823" y="380510"/>
                    <a:pt x="299990" y="377927"/>
                  </a:cubicBezTo>
                  <a:cubicBezTo>
                    <a:pt x="317072" y="375010"/>
                    <a:pt x="334987" y="366845"/>
                    <a:pt x="347986" y="359928"/>
                  </a:cubicBezTo>
                  <a:cubicBezTo>
                    <a:pt x="372900" y="346680"/>
                    <a:pt x="392982" y="325432"/>
                    <a:pt x="411313" y="304350"/>
                  </a:cubicBezTo>
                  <a:cubicBezTo>
                    <a:pt x="452643" y="256688"/>
                    <a:pt x="478641" y="200276"/>
                    <a:pt x="489223" y="138282"/>
                  </a:cubicBezTo>
                  <a:cubicBezTo>
                    <a:pt x="493723" y="111951"/>
                    <a:pt x="501722" y="79954"/>
                    <a:pt x="490556" y="54373"/>
                  </a:cubicBezTo>
                  <a:cubicBezTo>
                    <a:pt x="480307" y="30708"/>
                    <a:pt x="453226" y="16043"/>
                    <a:pt x="429728" y="8793"/>
                  </a:cubicBezTo>
                  <a:cubicBezTo>
                    <a:pt x="374150" y="-8372"/>
                    <a:pt x="311572" y="1877"/>
                    <a:pt x="257661" y="19959"/>
                  </a:cubicBezTo>
                  <a:cubicBezTo>
                    <a:pt x="223830" y="31291"/>
                    <a:pt x="192000" y="45123"/>
                    <a:pt x="161419" y="63788"/>
                  </a:cubicBezTo>
                  <a:cubicBezTo>
                    <a:pt x="136422" y="79120"/>
                    <a:pt x="112174" y="96869"/>
                    <a:pt x="93592" y="119617"/>
                  </a:cubicBezTo>
                  <a:cubicBezTo>
                    <a:pt x="93425" y="116700"/>
                    <a:pt x="93009" y="113784"/>
                    <a:pt x="92009" y="111118"/>
                  </a:cubicBezTo>
                  <a:cubicBezTo>
                    <a:pt x="91009" y="108201"/>
                    <a:pt x="86926" y="107284"/>
                    <a:pt x="84426" y="108534"/>
                  </a:cubicBezTo>
                  <a:cubicBezTo>
                    <a:pt x="72677" y="114034"/>
                    <a:pt x="64845" y="135032"/>
                    <a:pt x="60762" y="146614"/>
                  </a:cubicBezTo>
                  <a:lnTo>
                    <a:pt x="60762" y="146614"/>
                  </a:lnTo>
                  <a:close/>
                  <a:moveTo>
                    <a:pt x="225830" y="48540"/>
                  </a:moveTo>
                  <a:cubicBezTo>
                    <a:pt x="273742" y="28875"/>
                    <a:pt x="326488" y="13210"/>
                    <a:pt x="378816" y="16876"/>
                  </a:cubicBezTo>
                  <a:cubicBezTo>
                    <a:pt x="406647" y="18792"/>
                    <a:pt x="433478" y="22792"/>
                    <a:pt x="456726" y="39457"/>
                  </a:cubicBezTo>
                  <a:cubicBezTo>
                    <a:pt x="469975" y="48956"/>
                    <a:pt x="478557" y="59455"/>
                    <a:pt x="479557" y="76371"/>
                  </a:cubicBezTo>
                  <a:cubicBezTo>
                    <a:pt x="480307" y="88869"/>
                    <a:pt x="479391" y="101785"/>
                    <a:pt x="477641" y="114201"/>
                  </a:cubicBezTo>
                  <a:cubicBezTo>
                    <a:pt x="473974" y="140615"/>
                    <a:pt x="469975" y="167113"/>
                    <a:pt x="460559" y="192110"/>
                  </a:cubicBezTo>
                  <a:cubicBezTo>
                    <a:pt x="450810" y="218274"/>
                    <a:pt x="439394" y="242772"/>
                    <a:pt x="423979" y="266020"/>
                  </a:cubicBezTo>
                  <a:cubicBezTo>
                    <a:pt x="406897" y="291851"/>
                    <a:pt x="385149" y="317099"/>
                    <a:pt x="361151" y="336597"/>
                  </a:cubicBezTo>
                  <a:cubicBezTo>
                    <a:pt x="349236" y="346346"/>
                    <a:pt x="336404" y="353846"/>
                    <a:pt x="322321" y="359845"/>
                  </a:cubicBezTo>
                  <a:cubicBezTo>
                    <a:pt x="312822" y="363928"/>
                    <a:pt x="301073" y="369594"/>
                    <a:pt x="289908" y="372594"/>
                  </a:cubicBezTo>
                  <a:cubicBezTo>
                    <a:pt x="270909" y="365094"/>
                    <a:pt x="252411" y="358762"/>
                    <a:pt x="234746" y="347929"/>
                  </a:cubicBezTo>
                  <a:cubicBezTo>
                    <a:pt x="226830" y="343097"/>
                    <a:pt x="219081" y="338014"/>
                    <a:pt x="211415" y="332847"/>
                  </a:cubicBezTo>
                  <a:cubicBezTo>
                    <a:pt x="218747" y="332764"/>
                    <a:pt x="225997" y="332014"/>
                    <a:pt x="232580" y="331514"/>
                  </a:cubicBezTo>
                  <a:cubicBezTo>
                    <a:pt x="247911" y="330348"/>
                    <a:pt x="274409" y="330681"/>
                    <a:pt x="283742" y="316016"/>
                  </a:cubicBezTo>
                  <a:cubicBezTo>
                    <a:pt x="285908" y="312599"/>
                    <a:pt x="284825" y="308433"/>
                    <a:pt x="281742" y="306017"/>
                  </a:cubicBezTo>
                  <a:cubicBezTo>
                    <a:pt x="266577" y="294434"/>
                    <a:pt x="243912" y="293768"/>
                    <a:pt x="225663" y="291268"/>
                  </a:cubicBezTo>
                  <a:cubicBezTo>
                    <a:pt x="214831" y="289851"/>
                    <a:pt x="204082" y="288351"/>
                    <a:pt x="193333" y="286518"/>
                  </a:cubicBezTo>
                  <a:cubicBezTo>
                    <a:pt x="191500" y="286185"/>
                    <a:pt x="186750" y="285518"/>
                    <a:pt x="181917" y="284769"/>
                  </a:cubicBezTo>
                  <a:cubicBezTo>
                    <a:pt x="191167" y="280686"/>
                    <a:pt x="200249" y="276019"/>
                    <a:pt x="209415" y="271686"/>
                  </a:cubicBezTo>
                  <a:cubicBezTo>
                    <a:pt x="221831" y="265770"/>
                    <a:pt x="236246" y="260854"/>
                    <a:pt x="243995" y="248938"/>
                  </a:cubicBezTo>
                  <a:cubicBezTo>
                    <a:pt x="246662" y="244939"/>
                    <a:pt x="244495" y="240273"/>
                    <a:pt x="240329" y="238523"/>
                  </a:cubicBezTo>
                  <a:cubicBezTo>
                    <a:pt x="228413" y="233440"/>
                    <a:pt x="211915" y="239689"/>
                    <a:pt x="200166" y="242856"/>
                  </a:cubicBezTo>
                  <a:cubicBezTo>
                    <a:pt x="194666" y="244355"/>
                    <a:pt x="157170" y="260187"/>
                    <a:pt x="155503" y="258354"/>
                  </a:cubicBezTo>
                  <a:cubicBezTo>
                    <a:pt x="153587" y="256271"/>
                    <a:pt x="162919" y="239606"/>
                    <a:pt x="164086" y="237106"/>
                  </a:cubicBezTo>
                  <a:cubicBezTo>
                    <a:pt x="168169" y="228524"/>
                    <a:pt x="172585" y="220191"/>
                    <a:pt x="177001" y="211775"/>
                  </a:cubicBezTo>
                  <a:cubicBezTo>
                    <a:pt x="182501" y="201443"/>
                    <a:pt x="192833" y="188694"/>
                    <a:pt x="194583" y="176945"/>
                  </a:cubicBezTo>
                  <a:cubicBezTo>
                    <a:pt x="195333" y="172279"/>
                    <a:pt x="189417" y="168779"/>
                    <a:pt x="185500" y="170945"/>
                  </a:cubicBezTo>
                  <a:cubicBezTo>
                    <a:pt x="171835" y="178528"/>
                    <a:pt x="160419" y="189527"/>
                    <a:pt x="148670" y="199693"/>
                  </a:cubicBezTo>
                  <a:cubicBezTo>
                    <a:pt x="142254" y="205276"/>
                    <a:pt x="135922" y="211025"/>
                    <a:pt x="129422" y="216691"/>
                  </a:cubicBezTo>
                  <a:cubicBezTo>
                    <a:pt x="126756" y="219024"/>
                    <a:pt x="124006" y="222024"/>
                    <a:pt x="121090" y="224774"/>
                  </a:cubicBezTo>
                  <a:cubicBezTo>
                    <a:pt x="122339" y="210859"/>
                    <a:pt x="125089" y="196943"/>
                    <a:pt x="127422" y="183194"/>
                  </a:cubicBezTo>
                  <a:cubicBezTo>
                    <a:pt x="130255" y="166529"/>
                    <a:pt x="137588" y="150197"/>
                    <a:pt x="138671" y="133449"/>
                  </a:cubicBezTo>
                  <a:cubicBezTo>
                    <a:pt x="139005" y="128449"/>
                    <a:pt x="132255" y="124616"/>
                    <a:pt x="128506" y="128533"/>
                  </a:cubicBezTo>
                  <a:cubicBezTo>
                    <a:pt x="118423" y="138865"/>
                    <a:pt x="110507" y="151781"/>
                    <a:pt x="102175" y="163613"/>
                  </a:cubicBezTo>
                  <a:cubicBezTo>
                    <a:pt x="96425" y="171695"/>
                    <a:pt x="92342" y="182611"/>
                    <a:pt x="86759" y="191360"/>
                  </a:cubicBezTo>
                  <a:cubicBezTo>
                    <a:pt x="84426" y="178445"/>
                    <a:pt x="88093" y="160280"/>
                    <a:pt x="89426" y="149947"/>
                  </a:cubicBezTo>
                  <a:cubicBezTo>
                    <a:pt x="89926" y="145864"/>
                    <a:pt x="90926" y="141448"/>
                    <a:pt x="91759" y="137032"/>
                  </a:cubicBezTo>
                  <a:cubicBezTo>
                    <a:pt x="130089" y="100368"/>
                    <a:pt x="176501" y="68705"/>
                    <a:pt x="225830" y="48540"/>
                  </a:cubicBezTo>
                  <a:lnTo>
                    <a:pt x="225830" y="48540"/>
                  </a:lnTo>
                  <a:close/>
                  <a:moveTo>
                    <a:pt x="80677" y="139282"/>
                  </a:moveTo>
                  <a:cubicBezTo>
                    <a:pt x="79427" y="149031"/>
                    <a:pt x="78010" y="158780"/>
                    <a:pt x="77343" y="168612"/>
                  </a:cubicBezTo>
                  <a:cubicBezTo>
                    <a:pt x="76594" y="179861"/>
                    <a:pt x="74260" y="195110"/>
                    <a:pt x="80260" y="205359"/>
                  </a:cubicBezTo>
                  <a:cubicBezTo>
                    <a:pt x="81926" y="208192"/>
                    <a:pt x="86093" y="209692"/>
                    <a:pt x="88759" y="207025"/>
                  </a:cubicBezTo>
                  <a:cubicBezTo>
                    <a:pt x="96758" y="199193"/>
                    <a:pt x="101258" y="187027"/>
                    <a:pt x="107674" y="177861"/>
                  </a:cubicBezTo>
                  <a:cubicBezTo>
                    <a:pt x="112590" y="170862"/>
                    <a:pt x="117507" y="163279"/>
                    <a:pt x="122756" y="155947"/>
                  </a:cubicBezTo>
                  <a:cubicBezTo>
                    <a:pt x="120506" y="164946"/>
                    <a:pt x="117923" y="174028"/>
                    <a:pt x="116673" y="182944"/>
                  </a:cubicBezTo>
                  <a:cubicBezTo>
                    <a:pt x="114174" y="200609"/>
                    <a:pt x="110674" y="218608"/>
                    <a:pt x="109591" y="236356"/>
                  </a:cubicBezTo>
                  <a:cubicBezTo>
                    <a:pt x="109341" y="240523"/>
                    <a:pt x="113840" y="243272"/>
                    <a:pt x="117507" y="241606"/>
                  </a:cubicBezTo>
                  <a:cubicBezTo>
                    <a:pt x="128589" y="236439"/>
                    <a:pt x="138921" y="224774"/>
                    <a:pt x="148170" y="216775"/>
                  </a:cubicBezTo>
                  <a:cubicBezTo>
                    <a:pt x="156253" y="209775"/>
                    <a:pt x="164336" y="202109"/>
                    <a:pt x="172835" y="195277"/>
                  </a:cubicBezTo>
                  <a:cubicBezTo>
                    <a:pt x="171585" y="197276"/>
                    <a:pt x="170502" y="199110"/>
                    <a:pt x="169669" y="200693"/>
                  </a:cubicBezTo>
                  <a:cubicBezTo>
                    <a:pt x="165002" y="210109"/>
                    <a:pt x="160336" y="219441"/>
                    <a:pt x="156003" y="229024"/>
                  </a:cubicBezTo>
                  <a:cubicBezTo>
                    <a:pt x="151503" y="239023"/>
                    <a:pt x="139171" y="259021"/>
                    <a:pt x="146754" y="269687"/>
                  </a:cubicBezTo>
                  <a:cubicBezTo>
                    <a:pt x="147920" y="271270"/>
                    <a:pt x="150004" y="271520"/>
                    <a:pt x="151753" y="271353"/>
                  </a:cubicBezTo>
                  <a:cubicBezTo>
                    <a:pt x="165252" y="269937"/>
                    <a:pt x="179001" y="262770"/>
                    <a:pt x="192083" y="258854"/>
                  </a:cubicBezTo>
                  <a:cubicBezTo>
                    <a:pt x="199416" y="256688"/>
                    <a:pt x="211498" y="252188"/>
                    <a:pt x="222080" y="250855"/>
                  </a:cubicBezTo>
                  <a:cubicBezTo>
                    <a:pt x="214581" y="255604"/>
                    <a:pt x="205582" y="258937"/>
                    <a:pt x="198583" y="262520"/>
                  </a:cubicBezTo>
                  <a:cubicBezTo>
                    <a:pt x="186417" y="268687"/>
                    <a:pt x="174251" y="275686"/>
                    <a:pt x="161169" y="279769"/>
                  </a:cubicBezTo>
                  <a:cubicBezTo>
                    <a:pt x="157086" y="281019"/>
                    <a:pt x="155087" y="284685"/>
                    <a:pt x="156753" y="288768"/>
                  </a:cubicBezTo>
                  <a:cubicBezTo>
                    <a:pt x="158670" y="293434"/>
                    <a:pt x="162086" y="294101"/>
                    <a:pt x="166669" y="295268"/>
                  </a:cubicBezTo>
                  <a:cubicBezTo>
                    <a:pt x="176918" y="297851"/>
                    <a:pt x="188000" y="299017"/>
                    <a:pt x="198499" y="300850"/>
                  </a:cubicBezTo>
                  <a:cubicBezTo>
                    <a:pt x="217998" y="304267"/>
                    <a:pt x="245995" y="303933"/>
                    <a:pt x="265243" y="313099"/>
                  </a:cubicBezTo>
                  <a:cubicBezTo>
                    <a:pt x="254161" y="317765"/>
                    <a:pt x="234246" y="318099"/>
                    <a:pt x="226580" y="318765"/>
                  </a:cubicBezTo>
                  <a:cubicBezTo>
                    <a:pt x="213915" y="319849"/>
                    <a:pt x="196166" y="322432"/>
                    <a:pt x="185084" y="315099"/>
                  </a:cubicBezTo>
                  <a:cubicBezTo>
                    <a:pt x="178418" y="310683"/>
                    <a:pt x="171585" y="321098"/>
                    <a:pt x="178251" y="325515"/>
                  </a:cubicBezTo>
                  <a:cubicBezTo>
                    <a:pt x="200332" y="340097"/>
                    <a:pt x="222330" y="356095"/>
                    <a:pt x="246245" y="367594"/>
                  </a:cubicBezTo>
                  <a:cubicBezTo>
                    <a:pt x="256994" y="372761"/>
                    <a:pt x="267993" y="377593"/>
                    <a:pt x="279409" y="381260"/>
                  </a:cubicBezTo>
                  <a:cubicBezTo>
                    <a:pt x="282158" y="382010"/>
                    <a:pt x="284992" y="382843"/>
                    <a:pt x="287658" y="383760"/>
                  </a:cubicBezTo>
                  <a:cubicBezTo>
                    <a:pt x="295907" y="387593"/>
                    <a:pt x="296157" y="388176"/>
                    <a:pt x="288408" y="385593"/>
                  </a:cubicBezTo>
                  <a:cubicBezTo>
                    <a:pt x="282658" y="386259"/>
                    <a:pt x="276742" y="386343"/>
                    <a:pt x="270993" y="386259"/>
                  </a:cubicBezTo>
                  <a:cubicBezTo>
                    <a:pt x="244995" y="386093"/>
                    <a:pt x="218247" y="379343"/>
                    <a:pt x="193833" y="370677"/>
                  </a:cubicBezTo>
                  <a:cubicBezTo>
                    <a:pt x="184584" y="367344"/>
                    <a:pt x="175835" y="363178"/>
                    <a:pt x="167335" y="358429"/>
                  </a:cubicBezTo>
                  <a:cubicBezTo>
                    <a:pt x="160419" y="352929"/>
                    <a:pt x="153920" y="347013"/>
                    <a:pt x="147171" y="341097"/>
                  </a:cubicBezTo>
                  <a:cubicBezTo>
                    <a:pt x="138838" y="333764"/>
                    <a:pt x="132672" y="328848"/>
                    <a:pt x="128089" y="318432"/>
                  </a:cubicBezTo>
                  <a:cubicBezTo>
                    <a:pt x="126256" y="314266"/>
                    <a:pt x="126172" y="312766"/>
                    <a:pt x="122589" y="309683"/>
                  </a:cubicBezTo>
                  <a:cubicBezTo>
                    <a:pt x="120756" y="308100"/>
                    <a:pt x="117757" y="308350"/>
                    <a:pt x="115673" y="309266"/>
                  </a:cubicBezTo>
                  <a:cubicBezTo>
                    <a:pt x="102675" y="315182"/>
                    <a:pt x="90676" y="329431"/>
                    <a:pt x="80010" y="338847"/>
                  </a:cubicBezTo>
                  <a:cubicBezTo>
                    <a:pt x="72594" y="345346"/>
                    <a:pt x="64678" y="352929"/>
                    <a:pt x="55762" y="357345"/>
                  </a:cubicBezTo>
                  <a:cubicBezTo>
                    <a:pt x="44430" y="362845"/>
                    <a:pt x="37097" y="360178"/>
                    <a:pt x="26765" y="354179"/>
                  </a:cubicBezTo>
                  <a:cubicBezTo>
                    <a:pt x="20349" y="350429"/>
                    <a:pt x="7433" y="345680"/>
                    <a:pt x="15516" y="338347"/>
                  </a:cubicBezTo>
                  <a:cubicBezTo>
                    <a:pt x="21682" y="332764"/>
                    <a:pt x="32931" y="329848"/>
                    <a:pt x="40347" y="326181"/>
                  </a:cubicBezTo>
                  <a:cubicBezTo>
                    <a:pt x="57679" y="317516"/>
                    <a:pt x="74177" y="307016"/>
                    <a:pt x="90592" y="296684"/>
                  </a:cubicBezTo>
                  <a:cubicBezTo>
                    <a:pt x="99841" y="290851"/>
                    <a:pt x="102091" y="286602"/>
                    <a:pt x="98258" y="276269"/>
                  </a:cubicBezTo>
                  <a:cubicBezTo>
                    <a:pt x="91342" y="257188"/>
                    <a:pt x="77177" y="241772"/>
                    <a:pt x="72094" y="221774"/>
                  </a:cubicBezTo>
                  <a:cubicBezTo>
                    <a:pt x="67594" y="204109"/>
                    <a:pt x="65761" y="185944"/>
                    <a:pt x="68428" y="167862"/>
                  </a:cubicBezTo>
                  <a:cubicBezTo>
                    <a:pt x="69761" y="158697"/>
                    <a:pt x="72261" y="149697"/>
                    <a:pt x="76010" y="141281"/>
                  </a:cubicBezTo>
                  <a:cubicBezTo>
                    <a:pt x="77260" y="138615"/>
                    <a:pt x="79760" y="132449"/>
                    <a:pt x="82760" y="127116"/>
                  </a:cubicBezTo>
                  <a:cubicBezTo>
                    <a:pt x="82176" y="131282"/>
                    <a:pt x="81177" y="135782"/>
                    <a:pt x="80677" y="139282"/>
                  </a:cubicBezTo>
                  <a:lnTo>
                    <a:pt x="80677" y="139282"/>
                  </a:lnTo>
                  <a:close/>
                </a:path>
              </a:pathLst>
            </a:custGeom>
            <a:grpFill/>
            <a:ln w="8332" cap="flat">
              <a:noFill/>
              <a:prstDash val="solid"/>
              <a:miter/>
            </a:ln>
          </p:spPr>
          <p:txBody>
            <a:bodyPr rtlCol="0" anchor="ctr"/>
            <a:lstStyle/>
            <a:p>
              <a:endParaRPr lang="en-US"/>
            </a:p>
          </p:txBody>
        </p:sp>
        <p:sp>
          <p:nvSpPr>
            <p:cNvPr id="1556" name="Freeform: Shape 1555"/>
            <p:cNvSpPr/>
            <p:nvPr/>
          </p:nvSpPr>
          <p:spPr>
            <a:xfrm>
              <a:off x="241789" y="1989987"/>
              <a:ext cx="26018" cy="21955"/>
            </a:xfrm>
            <a:custGeom>
              <a:avLst/>
              <a:gdLst>
                <a:gd name="connsiteX0" fmla="*/ 460 w 26018"/>
                <a:gd name="connsiteY0" fmla="*/ 9093 h 21955"/>
                <a:gd name="connsiteX1" fmla="*/ 960 w 26018"/>
                <a:gd name="connsiteY1" fmla="*/ 16259 h 21955"/>
                <a:gd name="connsiteX2" fmla="*/ 6626 w 26018"/>
                <a:gd name="connsiteY2" fmla="*/ 21176 h 21955"/>
                <a:gd name="connsiteX3" fmla="*/ 16959 w 26018"/>
                <a:gd name="connsiteY3" fmla="*/ 19676 h 21955"/>
                <a:gd name="connsiteX4" fmla="*/ 24541 w 26018"/>
                <a:gd name="connsiteY4" fmla="*/ 14759 h 21955"/>
                <a:gd name="connsiteX5" fmla="*/ 19708 w 26018"/>
                <a:gd name="connsiteY5" fmla="*/ 761 h 21955"/>
                <a:gd name="connsiteX6" fmla="*/ 10626 w 26018"/>
                <a:gd name="connsiteY6" fmla="*/ 677 h 21955"/>
                <a:gd name="connsiteX7" fmla="*/ 460 w 26018"/>
                <a:gd name="connsiteY7" fmla="*/ 9093 h 21955"/>
                <a:gd name="connsiteX8" fmla="*/ 460 w 26018"/>
                <a:gd name="connsiteY8" fmla="*/ 9093 h 21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18" h="21955">
                  <a:moveTo>
                    <a:pt x="460" y="9093"/>
                  </a:moveTo>
                  <a:cubicBezTo>
                    <a:pt x="-290" y="11260"/>
                    <a:pt x="-123" y="14343"/>
                    <a:pt x="960" y="16259"/>
                  </a:cubicBezTo>
                  <a:cubicBezTo>
                    <a:pt x="2293" y="18676"/>
                    <a:pt x="4127" y="20092"/>
                    <a:pt x="6626" y="21176"/>
                  </a:cubicBezTo>
                  <a:cubicBezTo>
                    <a:pt x="10126" y="22675"/>
                    <a:pt x="14042" y="21925"/>
                    <a:pt x="16959" y="19676"/>
                  </a:cubicBezTo>
                  <a:cubicBezTo>
                    <a:pt x="19958" y="19092"/>
                    <a:pt x="22875" y="17259"/>
                    <a:pt x="24541" y="14759"/>
                  </a:cubicBezTo>
                  <a:cubicBezTo>
                    <a:pt x="27791" y="9593"/>
                    <a:pt x="25458" y="2844"/>
                    <a:pt x="19708" y="761"/>
                  </a:cubicBezTo>
                  <a:cubicBezTo>
                    <a:pt x="16792" y="-239"/>
                    <a:pt x="13542" y="-239"/>
                    <a:pt x="10626" y="677"/>
                  </a:cubicBezTo>
                  <a:cubicBezTo>
                    <a:pt x="6126" y="2094"/>
                    <a:pt x="2127" y="4427"/>
                    <a:pt x="460" y="9093"/>
                  </a:cubicBezTo>
                  <a:lnTo>
                    <a:pt x="460" y="9093"/>
                  </a:lnTo>
                  <a:close/>
                </a:path>
              </a:pathLst>
            </a:custGeom>
            <a:grpFill/>
            <a:ln w="8332" cap="flat">
              <a:noFill/>
              <a:prstDash val="solid"/>
              <a:miter/>
            </a:ln>
          </p:spPr>
          <p:txBody>
            <a:bodyPr rtlCol="0" anchor="ctr"/>
            <a:lstStyle/>
            <a:p>
              <a:endParaRPr lang="en-US"/>
            </a:p>
          </p:txBody>
        </p:sp>
        <p:sp>
          <p:nvSpPr>
            <p:cNvPr id="1557" name="Freeform: Shape 1556"/>
            <p:cNvSpPr/>
            <p:nvPr/>
          </p:nvSpPr>
          <p:spPr>
            <a:xfrm>
              <a:off x="223766" y="1936328"/>
              <a:ext cx="24453" cy="23440"/>
            </a:xfrm>
            <a:custGeom>
              <a:avLst/>
              <a:gdLst>
                <a:gd name="connsiteX0" fmla="*/ 318 w 24453"/>
                <a:gd name="connsiteY0" fmla="*/ 15673 h 23440"/>
                <a:gd name="connsiteX1" fmla="*/ 9234 w 24453"/>
                <a:gd name="connsiteY1" fmla="*/ 23422 h 23440"/>
                <a:gd name="connsiteX2" fmla="*/ 21900 w 24453"/>
                <a:gd name="connsiteY2" fmla="*/ 17173 h 23440"/>
                <a:gd name="connsiteX3" fmla="*/ 23149 w 24453"/>
                <a:gd name="connsiteY3" fmla="*/ 4341 h 23440"/>
                <a:gd name="connsiteX4" fmla="*/ 14484 w 24453"/>
                <a:gd name="connsiteY4" fmla="*/ 91 h 23440"/>
                <a:gd name="connsiteX5" fmla="*/ 11734 w 24453"/>
                <a:gd name="connsiteY5" fmla="*/ 924 h 23440"/>
                <a:gd name="connsiteX6" fmla="*/ 10317 w 24453"/>
                <a:gd name="connsiteY6" fmla="*/ 1924 h 23440"/>
                <a:gd name="connsiteX7" fmla="*/ 6651 w 24453"/>
                <a:gd name="connsiteY7" fmla="*/ 2924 h 23440"/>
                <a:gd name="connsiteX8" fmla="*/ 318 w 24453"/>
                <a:gd name="connsiteY8" fmla="*/ 15673 h 23440"/>
                <a:gd name="connsiteX9" fmla="*/ 318 w 24453"/>
                <a:gd name="connsiteY9" fmla="*/ 15673 h 23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453" h="23440">
                  <a:moveTo>
                    <a:pt x="318" y="15673"/>
                  </a:moveTo>
                  <a:cubicBezTo>
                    <a:pt x="1401" y="19839"/>
                    <a:pt x="4818" y="23172"/>
                    <a:pt x="9234" y="23422"/>
                  </a:cubicBezTo>
                  <a:cubicBezTo>
                    <a:pt x="14400" y="23672"/>
                    <a:pt x="18900" y="21339"/>
                    <a:pt x="21900" y="17173"/>
                  </a:cubicBezTo>
                  <a:cubicBezTo>
                    <a:pt x="24316" y="13756"/>
                    <a:pt x="25566" y="8007"/>
                    <a:pt x="23149" y="4341"/>
                  </a:cubicBezTo>
                  <a:cubicBezTo>
                    <a:pt x="21066" y="1174"/>
                    <a:pt x="18316" y="-409"/>
                    <a:pt x="14484" y="91"/>
                  </a:cubicBezTo>
                  <a:cubicBezTo>
                    <a:pt x="13484" y="257"/>
                    <a:pt x="12734" y="424"/>
                    <a:pt x="11734" y="924"/>
                  </a:cubicBezTo>
                  <a:cubicBezTo>
                    <a:pt x="11234" y="1174"/>
                    <a:pt x="10734" y="1507"/>
                    <a:pt x="10317" y="1924"/>
                  </a:cubicBezTo>
                  <a:cubicBezTo>
                    <a:pt x="9067" y="2091"/>
                    <a:pt x="7817" y="2424"/>
                    <a:pt x="6651" y="2924"/>
                  </a:cubicBezTo>
                  <a:cubicBezTo>
                    <a:pt x="1985" y="5090"/>
                    <a:pt x="-1015" y="10423"/>
                    <a:pt x="318" y="15673"/>
                  </a:cubicBezTo>
                  <a:lnTo>
                    <a:pt x="318" y="15673"/>
                  </a:lnTo>
                  <a:close/>
                </a:path>
              </a:pathLst>
            </a:custGeom>
            <a:grpFill/>
            <a:ln w="8332" cap="flat">
              <a:noFill/>
              <a:prstDash val="solid"/>
              <a:miter/>
            </a:ln>
          </p:spPr>
          <p:txBody>
            <a:bodyPr rtlCol="0" anchor="ctr"/>
            <a:lstStyle/>
            <a:p>
              <a:endParaRPr lang="en-US"/>
            </a:p>
          </p:txBody>
        </p:sp>
        <p:sp>
          <p:nvSpPr>
            <p:cNvPr id="1558" name="Freeform: Shape 1557"/>
            <p:cNvSpPr/>
            <p:nvPr/>
          </p:nvSpPr>
          <p:spPr>
            <a:xfrm>
              <a:off x="194382" y="1882436"/>
              <a:ext cx="24326" cy="21128"/>
            </a:xfrm>
            <a:custGeom>
              <a:avLst/>
              <a:gdLst>
                <a:gd name="connsiteX0" fmla="*/ 39 w 24326"/>
                <a:gd name="connsiteY0" fmla="*/ 11237 h 21128"/>
                <a:gd name="connsiteX1" fmla="*/ 13371 w 24326"/>
                <a:gd name="connsiteY1" fmla="*/ 20070 h 21128"/>
                <a:gd name="connsiteX2" fmla="*/ 14037 w 24326"/>
                <a:gd name="connsiteY2" fmla="*/ 19653 h 21128"/>
                <a:gd name="connsiteX3" fmla="*/ 22953 w 24326"/>
                <a:gd name="connsiteY3" fmla="*/ 16987 h 21128"/>
                <a:gd name="connsiteX4" fmla="*/ 22870 w 24326"/>
                <a:gd name="connsiteY4" fmla="*/ 5904 h 21128"/>
                <a:gd name="connsiteX5" fmla="*/ 9705 w 24326"/>
                <a:gd name="connsiteY5" fmla="*/ 488 h 21128"/>
                <a:gd name="connsiteX6" fmla="*/ 39 w 24326"/>
                <a:gd name="connsiteY6" fmla="*/ 11237 h 21128"/>
                <a:gd name="connsiteX7" fmla="*/ 39 w 24326"/>
                <a:gd name="connsiteY7" fmla="*/ 11237 h 21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26" h="21128">
                  <a:moveTo>
                    <a:pt x="39" y="11237"/>
                  </a:moveTo>
                  <a:cubicBezTo>
                    <a:pt x="-628" y="17820"/>
                    <a:pt x="7455" y="23569"/>
                    <a:pt x="13371" y="20070"/>
                  </a:cubicBezTo>
                  <a:cubicBezTo>
                    <a:pt x="13621" y="19903"/>
                    <a:pt x="13871" y="19736"/>
                    <a:pt x="14037" y="19653"/>
                  </a:cubicBezTo>
                  <a:cubicBezTo>
                    <a:pt x="17287" y="20986"/>
                    <a:pt x="20954" y="20236"/>
                    <a:pt x="22953" y="16987"/>
                  </a:cubicBezTo>
                  <a:cubicBezTo>
                    <a:pt x="25036" y="13737"/>
                    <a:pt x="24537" y="9237"/>
                    <a:pt x="22870" y="5904"/>
                  </a:cubicBezTo>
                  <a:cubicBezTo>
                    <a:pt x="20454" y="988"/>
                    <a:pt x="14871" y="-1012"/>
                    <a:pt x="9705" y="488"/>
                  </a:cubicBezTo>
                  <a:cubicBezTo>
                    <a:pt x="4705" y="1988"/>
                    <a:pt x="539" y="5654"/>
                    <a:pt x="39" y="11237"/>
                  </a:cubicBezTo>
                  <a:lnTo>
                    <a:pt x="39" y="11237"/>
                  </a:lnTo>
                  <a:close/>
                </a:path>
              </a:pathLst>
            </a:custGeom>
            <a:grpFill/>
            <a:ln w="8332" cap="flat">
              <a:noFill/>
              <a:prstDash val="solid"/>
              <a:miter/>
            </a:ln>
          </p:spPr>
          <p:txBody>
            <a:bodyPr rtlCol="0" anchor="ctr"/>
            <a:lstStyle/>
            <a:p>
              <a:endParaRPr lang="en-US"/>
            </a:p>
          </p:txBody>
        </p:sp>
        <p:sp>
          <p:nvSpPr>
            <p:cNvPr id="1559" name="Freeform: Shape 1558"/>
            <p:cNvSpPr/>
            <p:nvPr/>
          </p:nvSpPr>
          <p:spPr>
            <a:xfrm>
              <a:off x="140106" y="1832663"/>
              <a:ext cx="22999" cy="22018"/>
            </a:xfrm>
            <a:custGeom>
              <a:avLst/>
              <a:gdLst>
                <a:gd name="connsiteX0" fmla="*/ 486 w 22999"/>
                <a:gd name="connsiteY0" fmla="*/ 8848 h 22018"/>
                <a:gd name="connsiteX1" fmla="*/ 236 w 22999"/>
                <a:gd name="connsiteY1" fmla="*/ 13931 h 22018"/>
                <a:gd name="connsiteX2" fmla="*/ 2486 w 22999"/>
                <a:gd name="connsiteY2" fmla="*/ 18514 h 22018"/>
                <a:gd name="connsiteX3" fmla="*/ 12068 w 22999"/>
                <a:gd name="connsiteY3" fmla="*/ 21764 h 22018"/>
                <a:gd name="connsiteX4" fmla="*/ 14235 w 22999"/>
                <a:gd name="connsiteY4" fmla="*/ 21014 h 22018"/>
                <a:gd name="connsiteX5" fmla="*/ 16651 w 22999"/>
                <a:gd name="connsiteY5" fmla="*/ 21097 h 22018"/>
                <a:gd name="connsiteX6" fmla="*/ 21818 w 22999"/>
                <a:gd name="connsiteY6" fmla="*/ 6932 h 22018"/>
                <a:gd name="connsiteX7" fmla="*/ 12152 w 22999"/>
                <a:gd name="connsiteY7" fmla="*/ 16 h 22018"/>
                <a:gd name="connsiteX8" fmla="*/ 4069 w 22999"/>
                <a:gd name="connsiteY8" fmla="*/ 2932 h 22018"/>
                <a:gd name="connsiteX9" fmla="*/ 486 w 22999"/>
                <a:gd name="connsiteY9" fmla="*/ 8848 h 22018"/>
                <a:gd name="connsiteX10" fmla="*/ 486 w 22999"/>
                <a:gd name="connsiteY10" fmla="*/ 8848 h 22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999" h="22018">
                  <a:moveTo>
                    <a:pt x="486" y="8848"/>
                  </a:moveTo>
                  <a:cubicBezTo>
                    <a:pt x="-14" y="10515"/>
                    <a:pt x="-181" y="12265"/>
                    <a:pt x="236" y="13931"/>
                  </a:cubicBezTo>
                  <a:cubicBezTo>
                    <a:pt x="569" y="15681"/>
                    <a:pt x="1319" y="17181"/>
                    <a:pt x="2486" y="18514"/>
                  </a:cubicBezTo>
                  <a:cubicBezTo>
                    <a:pt x="4736" y="21014"/>
                    <a:pt x="8652" y="22680"/>
                    <a:pt x="12068" y="21764"/>
                  </a:cubicBezTo>
                  <a:cubicBezTo>
                    <a:pt x="12818" y="21514"/>
                    <a:pt x="13568" y="21264"/>
                    <a:pt x="14235" y="21014"/>
                  </a:cubicBezTo>
                  <a:cubicBezTo>
                    <a:pt x="14985" y="21181"/>
                    <a:pt x="15818" y="21264"/>
                    <a:pt x="16651" y="21097"/>
                  </a:cubicBezTo>
                  <a:cubicBezTo>
                    <a:pt x="23151" y="19764"/>
                    <a:pt x="24234" y="12098"/>
                    <a:pt x="21818" y="6932"/>
                  </a:cubicBezTo>
                  <a:cubicBezTo>
                    <a:pt x="20068" y="3182"/>
                    <a:pt x="16318" y="266"/>
                    <a:pt x="12152" y="16"/>
                  </a:cubicBezTo>
                  <a:cubicBezTo>
                    <a:pt x="9319" y="-151"/>
                    <a:pt x="6236" y="1016"/>
                    <a:pt x="4069" y="2932"/>
                  </a:cubicBezTo>
                  <a:cubicBezTo>
                    <a:pt x="2403" y="4432"/>
                    <a:pt x="903" y="6682"/>
                    <a:pt x="486" y="8848"/>
                  </a:cubicBezTo>
                  <a:lnTo>
                    <a:pt x="486" y="8848"/>
                  </a:lnTo>
                  <a:close/>
                </a:path>
              </a:pathLst>
            </a:custGeom>
            <a:grpFill/>
            <a:ln w="8332" cap="flat">
              <a:noFill/>
              <a:prstDash val="solid"/>
              <a:miter/>
            </a:ln>
          </p:spPr>
          <p:txBody>
            <a:bodyPr rtlCol="0" anchor="ctr"/>
            <a:lstStyle/>
            <a:p>
              <a:endParaRPr lang="en-US"/>
            </a:p>
          </p:txBody>
        </p:sp>
        <p:sp>
          <p:nvSpPr>
            <p:cNvPr id="1560" name="Freeform: Shape 1559"/>
            <p:cNvSpPr/>
            <p:nvPr/>
          </p:nvSpPr>
          <p:spPr>
            <a:xfrm>
              <a:off x="200912" y="1824466"/>
              <a:ext cx="25499" cy="25676"/>
            </a:xfrm>
            <a:custGeom>
              <a:avLst/>
              <a:gdLst>
                <a:gd name="connsiteX0" fmla="*/ 2007 w 25499"/>
                <a:gd name="connsiteY0" fmla="*/ 9045 h 25676"/>
                <a:gd name="connsiteX1" fmla="*/ 174 w 25499"/>
                <a:gd name="connsiteY1" fmla="*/ 13795 h 25676"/>
                <a:gd name="connsiteX2" fmla="*/ 2424 w 25499"/>
                <a:gd name="connsiteY2" fmla="*/ 22378 h 25676"/>
                <a:gd name="connsiteX3" fmla="*/ 11590 w 25499"/>
                <a:gd name="connsiteY3" fmla="*/ 25461 h 25676"/>
                <a:gd name="connsiteX4" fmla="*/ 9173 w 25499"/>
                <a:gd name="connsiteY4" fmla="*/ 25627 h 25676"/>
                <a:gd name="connsiteX5" fmla="*/ 11673 w 25499"/>
                <a:gd name="connsiteY5" fmla="*/ 25461 h 25676"/>
                <a:gd name="connsiteX6" fmla="*/ 15173 w 25499"/>
                <a:gd name="connsiteY6" fmla="*/ 23961 h 25676"/>
                <a:gd name="connsiteX7" fmla="*/ 19339 w 25499"/>
                <a:gd name="connsiteY7" fmla="*/ 18628 h 25676"/>
                <a:gd name="connsiteX8" fmla="*/ 19339 w 25499"/>
                <a:gd name="connsiteY8" fmla="*/ 18628 h 25676"/>
                <a:gd name="connsiteX9" fmla="*/ 19672 w 25499"/>
                <a:gd name="connsiteY9" fmla="*/ 18461 h 25676"/>
                <a:gd name="connsiteX10" fmla="*/ 21839 w 25499"/>
                <a:gd name="connsiteY10" fmla="*/ 17211 h 25676"/>
                <a:gd name="connsiteX11" fmla="*/ 21005 w 25499"/>
                <a:gd name="connsiteY11" fmla="*/ 1630 h 25676"/>
                <a:gd name="connsiteX12" fmla="*/ 5590 w 25499"/>
                <a:gd name="connsiteY12" fmla="*/ 4213 h 25676"/>
                <a:gd name="connsiteX13" fmla="*/ 2007 w 25499"/>
                <a:gd name="connsiteY13" fmla="*/ 9045 h 25676"/>
                <a:gd name="connsiteX14" fmla="*/ 2007 w 25499"/>
                <a:gd name="connsiteY14" fmla="*/ 9045 h 2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499" h="25676">
                  <a:moveTo>
                    <a:pt x="2007" y="9045"/>
                  </a:moveTo>
                  <a:cubicBezTo>
                    <a:pt x="1174" y="10629"/>
                    <a:pt x="424" y="12045"/>
                    <a:pt x="174" y="13795"/>
                  </a:cubicBezTo>
                  <a:cubicBezTo>
                    <a:pt x="-409" y="16962"/>
                    <a:pt x="507" y="19795"/>
                    <a:pt x="2424" y="22378"/>
                  </a:cubicBezTo>
                  <a:cubicBezTo>
                    <a:pt x="4424" y="24961"/>
                    <a:pt x="8507" y="26211"/>
                    <a:pt x="11590" y="25461"/>
                  </a:cubicBezTo>
                  <a:cubicBezTo>
                    <a:pt x="10756" y="25544"/>
                    <a:pt x="9923" y="25544"/>
                    <a:pt x="9173" y="25627"/>
                  </a:cubicBezTo>
                  <a:cubicBezTo>
                    <a:pt x="10006" y="25711"/>
                    <a:pt x="10840" y="25627"/>
                    <a:pt x="11673" y="25461"/>
                  </a:cubicBezTo>
                  <a:cubicBezTo>
                    <a:pt x="12923" y="25127"/>
                    <a:pt x="14089" y="24627"/>
                    <a:pt x="15173" y="23961"/>
                  </a:cubicBezTo>
                  <a:cubicBezTo>
                    <a:pt x="17256" y="22628"/>
                    <a:pt x="18256" y="20794"/>
                    <a:pt x="19339" y="18628"/>
                  </a:cubicBezTo>
                  <a:lnTo>
                    <a:pt x="19339" y="18628"/>
                  </a:lnTo>
                  <a:cubicBezTo>
                    <a:pt x="17922" y="21628"/>
                    <a:pt x="18922" y="19795"/>
                    <a:pt x="19672" y="18461"/>
                  </a:cubicBezTo>
                  <a:cubicBezTo>
                    <a:pt x="20422" y="18128"/>
                    <a:pt x="21172" y="17711"/>
                    <a:pt x="21839" y="17211"/>
                  </a:cubicBezTo>
                  <a:cubicBezTo>
                    <a:pt x="27088" y="13212"/>
                    <a:pt x="26588" y="5129"/>
                    <a:pt x="21005" y="1630"/>
                  </a:cubicBezTo>
                  <a:cubicBezTo>
                    <a:pt x="15839" y="-1620"/>
                    <a:pt x="9756" y="379"/>
                    <a:pt x="5590" y="4213"/>
                  </a:cubicBezTo>
                  <a:cubicBezTo>
                    <a:pt x="4090" y="5546"/>
                    <a:pt x="2924" y="7296"/>
                    <a:pt x="2007" y="9045"/>
                  </a:cubicBezTo>
                  <a:lnTo>
                    <a:pt x="2007" y="9045"/>
                  </a:lnTo>
                  <a:close/>
                </a:path>
              </a:pathLst>
            </a:custGeom>
            <a:grpFill/>
            <a:ln w="8332" cap="flat">
              <a:noFill/>
              <a:prstDash val="solid"/>
              <a:miter/>
            </a:ln>
          </p:spPr>
          <p:txBody>
            <a:bodyPr rtlCol="0" anchor="ctr"/>
            <a:lstStyle/>
            <a:p>
              <a:endParaRPr lang="en-US"/>
            </a:p>
          </p:txBody>
        </p:sp>
        <p:sp>
          <p:nvSpPr>
            <p:cNvPr id="1561" name="Freeform: Shape 1560"/>
            <p:cNvSpPr/>
            <p:nvPr/>
          </p:nvSpPr>
          <p:spPr>
            <a:xfrm>
              <a:off x="259161" y="1873945"/>
              <a:ext cx="24836" cy="28475"/>
            </a:xfrm>
            <a:custGeom>
              <a:avLst/>
              <a:gdLst>
                <a:gd name="connsiteX0" fmla="*/ 2420 w 24836"/>
                <a:gd name="connsiteY0" fmla="*/ 8563 h 28475"/>
                <a:gd name="connsiteX1" fmla="*/ 7169 w 24836"/>
                <a:gd name="connsiteY1" fmla="*/ 27894 h 28475"/>
                <a:gd name="connsiteX2" fmla="*/ 24835 w 24836"/>
                <a:gd name="connsiteY2" fmla="*/ 15312 h 28475"/>
                <a:gd name="connsiteX3" fmla="*/ 23335 w 24836"/>
                <a:gd name="connsiteY3" fmla="*/ 10313 h 28475"/>
                <a:gd name="connsiteX4" fmla="*/ 22085 w 24836"/>
                <a:gd name="connsiteY4" fmla="*/ 2897 h 28475"/>
                <a:gd name="connsiteX5" fmla="*/ 13252 w 24836"/>
                <a:gd name="connsiteY5" fmla="*/ 230 h 28475"/>
                <a:gd name="connsiteX6" fmla="*/ 2420 w 24836"/>
                <a:gd name="connsiteY6" fmla="*/ 8563 h 28475"/>
                <a:gd name="connsiteX7" fmla="*/ 2420 w 24836"/>
                <a:gd name="connsiteY7" fmla="*/ 8563 h 28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836" h="28475">
                  <a:moveTo>
                    <a:pt x="2420" y="8563"/>
                  </a:moveTo>
                  <a:cubicBezTo>
                    <a:pt x="-1330" y="15229"/>
                    <a:pt x="-1413" y="24895"/>
                    <a:pt x="7169" y="27894"/>
                  </a:cubicBezTo>
                  <a:cubicBezTo>
                    <a:pt x="14835" y="30561"/>
                    <a:pt x="25001" y="23645"/>
                    <a:pt x="24835" y="15312"/>
                  </a:cubicBezTo>
                  <a:cubicBezTo>
                    <a:pt x="24751" y="13312"/>
                    <a:pt x="24251" y="11646"/>
                    <a:pt x="23335" y="10313"/>
                  </a:cubicBezTo>
                  <a:cubicBezTo>
                    <a:pt x="24168" y="7813"/>
                    <a:pt x="24168" y="5230"/>
                    <a:pt x="22085" y="2897"/>
                  </a:cubicBezTo>
                  <a:cubicBezTo>
                    <a:pt x="19835" y="314"/>
                    <a:pt x="16502" y="-437"/>
                    <a:pt x="13252" y="230"/>
                  </a:cubicBezTo>
                  <a:cubicBezTo>
                    <a:pt x="8669" y="1230"/>
                    <a:pt x="4753" y="4480"/>
                    <a:pt x="2420" y="8563"/>
                  </a:cubicBezTo>
                  <a:lnTo>
                    <a:pt x="2420" y="8563"/>
                  </a:lnTo>
                  <a:close/>
                </a:path>
              </a:pathLst>
            </a:custGeom>
            <a:grpFill/>
            <a:ln w="8332" cap="flat">
              <a:noFill/>
              <a:prstDash val="solid"/>
              <a:miter/>
            </a:ln>
          </p:spPr>
          <p:txBody>
            <a:bodyPr rtlCol="0" anchor="ctr"/>
            <a:lstStyle/>
            <a:p>
              <a:endParaRPr lang="en-US"/>
            </a:p>
          </p:txBody>
        </p:sp>
        <p:sp>
          <p:nvSpPr>
            <p:cNvPr id="1562" name="Freeform: Shape 1561"/>
            <p:cNvSpPr/>
            <p:nvPr/>
          </p:nvSpPr>
          <p:spPr>
            <a:xfrm>
              <a:off x="291648" y="1945748"/>
              <a:ext cx="21896" cy="24041"/>
            </a:xfrm>
            <a:custGeom>
              <a:avLst/>
              <a:gdLst>
                <a:gd name="connsiteX0" fmla="*/ 1513 w 21896"/>
                <a:gd name="connsiteY0" fmla="*/ 18586 h 24041"/>
                <a:gd name="connsiteX1" fmla="*/ 17012 w 21896"/>
                <a:gd name="connsiteY1" fmla="*/ 21669 h 24041"/>
                <a:gd name="connsiteX2" fmla="*/ 18595 w 21896"/>
                <a:gd name="connsiteY2" fmla="*/ 19919 h 24041"/>
                <a:gd name="connsiteX3" fmla="*/ 21845 w 21896"/>
                <a:gd name="connsiteY3" fmla="*/ 12419 h 24041"/>
                <a:gd name="connsiteX4" fmla="*/ 21345 w 21896"/>
                <a:gd name="connsiteY4" fmla="*/ 9253 h 24041"/>
                <a:gd name="connsiteX5" fmla="*/ 21178 w 21896"/>
                <a:gd name="connsiteY5" fmla="*/ 7837 h 24041"/>
                <a:gd name="connsiteX6" fmla="*/ 15095 w 21896"/>
                <a:gd name="connsiteY6" fmla="*/ 587 h 24041"/>
                <a:gd name="connsiteX7" fmla="*/ 2180 w 21896"/>
                <a:gd name="connsiteY7" fmla="*/ 5003 h 24041"/>
                <a:gd name="connsiteX8" fmla="*/ 1513 w 21896"/>
                <a:gd name="connsiteY8" fmla="*/ 18586 h 24041"/>
                <a:gd name="connsiteX9" fmla="*/ 1513 w 21896"/>
                <a:gd name="connsiteY9" fmla="*/ 18586 h 24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896" h="24041">
                  <a:moveTo>
                    <a:pt x="1513" y="18586"/>
                  </a:moveTo>
                  <a:cubicBezTo>
                    <a:pt x="4846" y="24335"/>
                    <a:pt x="11762" y="25835"/>
                    <a:pt x="17012" y="21669"/>
                  </a:cubicBezTo>
                  <a:cubicBezTo>
                    <a:pt x="17595" y="21169"/>
                    <a:pt x="18178" y="20585"/>
                    <a:pt x="18595" y="19919"/>
                  </a:cubicBezTo>
                  <a:cubicBezTo>
                    <a:pt x="20428" y="17836"/>
                    <a:pt x="21428" y="15252"/>
                    <a:pt x="21845" y="12419"/>
                  </a:cubicBezTo>
                  <a:cubicBezTo>
                    <a:pt x="22011" y="11336"/>
                    <a:pt x="21761" y="10253"/>
                    <a:pt x="21345" y="9253"/>
                  </a:cubicBezTo>
                  <a:cubicBezTo>
                    <a:pt x="21345" y="9003"/>
                    <a:pt x="21261" y="8586"/>
                    <a:pt x="21178" y="7837"/>
                  </a:cubicBezTo>
                  <a:cubicBezTo>
                    <a:pt x="20678" y="4587"/>
                    <a:pt x="18261" y="1671"/>
                    <a:pt x="15095" y="587"/>
                  </a:cubicBezTo>
                  <a:cubicBezTo>
                    <a:pt x="10429" y="-996"/>
                    <a:pt x="4846" y="670"/>
                    <a:pt x="2180" y="5003"/>
                  </a:cubicBezTo>
                  <a:cubicBezTo>
                    <a:pt x="-237" y="9003"/>
                    <a:pt x="-903" y="14336"/>
                    <a:pt x="1513" y="18586"/>
                  </a:cubicBezTo>
                  <a:lnTo>
                    <a:pt x="1513" y="18586"/>
                  </a:lnTo>
                  <a:close/>
                </a:path>
              </a:pathLst>
            </a:custGeom>
            <a:grpFill/>
            <a:ln w="8332" cap="flat">
              <a:noFill/>
              <a:prstDash val="solid"/>
              <a:miter/>
            </a:ln>
          </p:spPr>
          <p:txBody>
            <a:bodyPr rtlCol="0" anchor="ctr"/>
            <a:lstStyle/>
            <a:p>
              <a:endParaRPr lang="en-US"/>
            </a:p>
          </p:txBody>
        </p:sp>
        <p:sp>
          <p:nvSpPr>
            <p:cNvPr id="1563" name="Freeform: Shape 1562"/>
            <p:cNvSpPr/>
            <p:nvPr/>
          </p:nvSpPr>
          <p:spPr>
            <a:xfrm>
              <a:off x="318426" y="1881574"/>
              <a:ext cx="26253" cy="24442"/>
            </a:xfrm>
            <a:custGeom>
              <a:avLst/>
              <a:gdLst>
                <a:gd name="connsiteX0" fmla="*/ 566 w 26253"/>
                <a:gd name="connsiteY0" fmla="*/ 10349 h 24442"/>
                <a:gd name="connsiteX1" fmla="*/ 9648 w 26253"/>
                <a:gd name="connsiteY1" fmla="*/ 23932 h 24442"/>
                <a:gd name="connsiteX2" fmla="*/ 12981 w 26253"/>
                <a:gd name="connsiteY2" fmla="*/ 23431 h 24442"/>
                <a:gd name="connsiteX3" fmla="*/ 12981 w 26253"/>
                <a:gd name="connsiteY3" fmla="*/ 23431 h 24442"/>
                <a:gd name="connsiteX4" fmla="*/ 21897 w 26253"/>
                <a:gd name="connsiteY4" fmla="*/ 21598 h 24442"/>
                <a:gd name="connsiteX5" fmla="*/ 24480 w 26253"/>
                <a:gd name="connsiteY5" fmla="*/ 17849 h 24442"/>
                <a:gd name="connsiteX6" fmla="*/ 25147 w 26253"/>
                <a:gd name="connsiteY6" fmla="*/ 16349 h 24442"/>
                <a:gd name="connsiteX7" fmla="*/ 25147 w 26253"/>
                <a:gd name="connsiteY7" fmla="*/ 16182 h 24442"/>
                <a:gd name="connsiteX8" fmla="*/ 26230 w 26253"/>
                <a:gd name="connsiteY8" fmla="*/ 12349 h 24442"/>
                <a:gd name="connsiteX9" fmla="*/ 14731 w 26253"/>
                <a:gd name="connsiteY9" fmla="*/ 17 h 24442"/>
                <a:gd name="connsiteX10" fmla="*/ 566 w 26253"/>
                <a:gd name="connsiteY10" fmla="*/ 10349 h 24442"/>
                <a:gd name="connsiteX11" fmla="*/ 566 w 26253"/>
                <a:gd name="connsiteY11" fmla="*/ 10349 h 24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253" h="24442">
                  <a:moveTo>
                    <a:pt x="566" y="10349"/>
                  </a:moveTo>
                  <a:cubicBezTo>
                    <a:pt x="-1684" y="16599"/>
                    <a:pt x="3066" y="23598"/>
                    <a:pt x="9648" y="23932"/>
                  </a:cubicBezTo>
                  <a:cubicBezTo>
                    <a:pt x="10815" y="24015"/>
                    <a:pt x="11898" y="23765"/>
                    <a:pt x="12981" y="23431"/>
                  </a:cubicBezTo>
                  <a:lnTo>
                    <a:pt x="12981" y="23431"/>
                  </a:lnTo>
                  <a:cubicBezTo>
                    <a:pt x="16148" y="25348"/>
                    <a:pt x="19648" y="24431"/>
                    <a:pt x="21897" y="21598"/>
                  </a:cubicBezTo>
                  <a:cubicBezTo>
                    <a:pt x="22897" y="20348"/>
                    <a:pt x="23814" y="19265"/>
                    <a:pt x="24480" y="17849"/>
                  </a:cubicBezTo>
                  <a:cubicBezTo>
                    <a:pt x="24730" y="17349"/>
                    <a:pt x="24980" y="16849"/>
                    <a:pt x="25147" y="16349"/>
                  </a:cubicBezTo>
                  <a:cubicBezTo>
                    <a:pt x="25314" y="15932"/>
                    <a:pt x="25230" y="16015"/>
                    <a:pt x="25147" y="16182"/>
                  </a:cubicBezTo>
                  <a:cubicBezTo>
                    <a:pt x="25730" y="14932"/>
                    <a:pt x="26147" y="13932"/>
                    <a:pt x="26230" y="12349"/>
                  </a:cubicBezTo>
                  <a:cubicBezTo>
                    <a:pt x="26647" y="5600"/>
                    <a:pt x="21397" y="350"/>
                    <a:pt x="14731" y="17"/>
                  </a:cubicBezTo>
                  <a:cubicBezTo>
                    <a:pt x="8232" y="-316"/>
                    <a:pt x="2732" y="4350"/>
                    <a:pt x="566" y="10349"/>
                  </a:cubicBezTo>
                  <a:lnTo>
                    <a:pt x="566" y="10349"/>
                  </a:lnTo>
                  <a:close/>
                </a:path>
              </a:pathLst>
            </a:custGeom>
            <a:grpFill/>
            <a:ln w="8332" cap="flat">
              <a:noFill/>
              <a:prstDash val="solid"/>
              <a:miter/>
            </a:ln>
          </p:spPr>
          <p:txBody>
            <a:bodyPr rtlCol="0" anchor="ctr"/>
            <a:lstStyle/>
            <a:p>
              <a:endParaRPr lang="en-US"/>
            </a:p>
          </p:txBody>
        </p:sp>
        <p:sp>
          <p:nvSpPr>
            <p:cNvPr id="1564" name="Freeform: Shape 1563"/>
            <p:cNvSpPr/>
            <p:nvPr/>
          </p:nvSpPr>
          <p:spPr>
            <a:xfrm>
              <a:off x="291556" y="1818610"/>
              <a:ext cx="23306" cy="19844"/>
            </a:xfrm>
            <a:custGeom>
              <a:avLst/>
              <a:gdLst>
                <a:gd name="connsiteX0" fmla="*/ 1689 w 23306"/>
                <a:gd name="connsiteY0" fmla="*/ 15401 h 19844"/>
                <a:gd name="connsiteX1" fmla="*/ 11605 w 23306"/>
                <a:gd name="connsiteY1" fmla="*/ 19568 h 19844"/>
                <a:gd name="connsiteX2" fmla="*/ 14521 w 23306"/>
                <a:gd name="connsiteY2" fmla="*/ 18568 h 19844"/>
                <a:gd name="connsiteX3" fmla="*/ 14855 w 23306"/>
                <a:gd name="connsiteY3" fmla="*/ 18318 h 19844"/>
                <a:gd name="connsiteX4" fmla="*/ 16271 w 23306"/>
                <a:gd name="connsiteY4" fmla="*/ 18818 h 19844"/>
                <a:gd name="connsiteX5" fmla="*/ 21604 w 23306"/>
                <a:gd name="connsiteY5" fmla="*/ 15735 h 19844"/>
                <a:gd name="connsiteX6" fmla="*/ 22104 w 23306"/>
                <a:gd name="connsiteY6" fmla="*/ 13235 h 19844"/>
                <a:gd name="connsiteX7" fmla="*/ 21271 w 23306"/>
                <a:gd name="connsiteY7" fmla="*/ 3902 h 19844"/>
                <a:gd name="connsiteX8" fmla="*/ 11605 w 23306"/>
                <a:gd name="connsiteY8" fmla="*/ 236 h 19844"/>
                <a:gd name="connsiteX9" fmla="*/ 5855 w 23306"/>
                <a:gd name="connsiteY9" fmla="*/ 903 h 19844"/>
                <a:gd name="connsiteX10" fmla="*/ 1523 w 23306"/>
                <a:gd name="connsiteY10" fmla="*/ 4736 h 19844"/>
                <a:gd name="connsiteX11" fmla="*/ 1689 w 23306"/>
                <a:gd name="connsiteY11" fmla="*/ 15401 h 19844"/>
                <a:gd name="connsiteX12" fmla="*/ 1689 w 23306"/>
                <a:gd name="connsiteY12" fmla="*/ 15401 h 19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06" h="19844">
                  <a:moveTo>
                    <a:pt x="1689" y="15401"/>
                  </a:moveTo>
                  <a:cubicBezTo>
                    <a:pt x="3689" y="18401"/>
                    <a:pt x="7939" y="20651"/>
                    <a:pt x="11605" y="19568"/>
                  </a:cubicBezTo>
                  <a:cubicBezTo>
                    <a:pt x="12605" y="19318"/>
                    <a:pt x="13605" y="18984"/>
                    <a:pt x="14521" y="18568"/>
                  </a:cubicBezTo>
                  <a:cubicBezTo>
                    <a:pt x="14688" y="18484"/>
                    <a:pt x="14771" y="18401"/>
                    <a:pt x="14855" y="18318"/>
                  </a:cubicBezTo>
                  <a:cubicBezTo>
                    <a:pt x="15271" y="18568"/>
                    <a:pt x="15771" y="18734"/>
                    <a:pt x="16271" y="18818"/>
                  </a:cubicBezTo>
                  <a:cubicBezTo>
                    <a:pt x="18354" y="19151"/>
                    <a:pt x="21104" y="18068"/>
                    <a:pt x="21604" y="15735"/>
                  </a:cubicBezTo>
                  <a:cubicBezTo>
                    <a:pt x="21771" y="14901"/>
                    <a:pt x="21937" y="14068"/>
                    <a:pt x="22104" y="13235"/>
                  </a:cubicBezTo>
                  <a:cubicBezTo>
                    <a:pt x="23937" y="10319"/>
                    <a:pt x="23687" y="6652"/>
                    <a:pt x="21271" y="3902"/>
                  </a:cubicBezTo>
                  <a:cubicBezTo>
                    <a:pt x="19021" y="1319"/>
                    <a:pt x="15271" y="236"/>
                    <a:pt x="11605" y="236"/>
                  </a:cubicBezTo>
                  <a:cubicBezTo>
                    <a:pt x="9688" y="-180"/>
                    <a:pt x="7522" y="-97"/>
                    <a:pt x="5855" y="903"/>
                  </a:cubicBezTo>
                  <a:cubicBezTo>
                    <a:pt x="3939" y="1986"/>
                    <a:pt x="2939" y="3069"/>
                    <a:pt x="1523" y="4736"/>
                  </a:cubicBezTo>
                  <a:cubicBezTo>
                    <a:pt x="-811" y="7652"/>
                    <a:pt x="-227" y="12568"/>
                    <a:pt x="1689" y="15401"/>
                  </a:cubicBezTo>
                  <a:lnTo>
                    <a:pt x="1689" y="15401"/>
                  </a:lnTo>
                  <a:close/>
                </a:path>
              </a:pathLst>
            </a:custGeom>
            <a:grpFill/>
            <a:ln w="8332" cap="flat">
              <a:noFill/>
              <a:prstDash val="solid"/>
              <a:miter/>
            </a:ln>
          </p:spPr>
          <p:txBody>
            <a:bodyPr rtlCol="0" anchor="ctr"/>
            <a:lstStyle/>
            <a:p>
              <a:endParaRPr lang="en-US"/>
            </a:p>
          </p:txBody>
        </p:sp>
        <p:sp>
          <p:nvSpPr>
            <p:cNvPr id="1565" name="Freeform: Shape 1564"/>
            <p:cNvSpPr/>
            <p:nvPr/>
          </p:nvSpPr>
          <p:spPr>
            <a:xfrm>
              <a:off x="228723" y="1776209"/>
              <a:ext cx="24498" cy="25562"/>
            </a:xfrm>
            <a:custGeom>
              <a:avLst/>
              <a:gdLst>
                <a:gd name="connsiteX0" fmla="*/ 277 w 24498"/>
                <a:gd name="connsiteY0" fmla="*/ 17390 h 25562"/>
                <a:gd name="connsiteX1" fmla="*/ 11526 w 24498"/>
                <a:gd name="connsiteY1" fmla="*/ 25556 h 25562"/>
                <a:gd name="connsiteX2" fmla="*/ 20859 w 24498"/>
                <a:gd name="connsiteY2" fmla="*/ 18140 h 25562"/>
                <a:gd name="connsiteX3" fmla="*/ 20942 w 24498"/>
                <a:gd name="connsiteY3" fmla="*/ 17307 h 25562"/>
                <a:gd name="connsiteX4" fmla="*/ 22859 w 24498"/>
                <a:gd name="connsiteY4" fmla="*/ 15557 h 25562"/>
                <a:gd name="connsiteX5" fmla="*/ 23775 w 24498"/>
                <a:gd name="connsiteY5" fmla="*/ 7641 h 25562"/>
                <a:gd name="connsiteX6" fmla="*/ 21609 w 24498"/>
                <a:gd name="connsiteY6" fmla="*/ 3141 h 25562"/>
                <a:gd name="connsiteX7" fmla="*/ 12859 w 24498"/>
                <a:gd name="connsiteY7" fmla="*/ 225 h 25562"/>
                <a:gd name="connsiteX8" fmla="*/ 6110 w 24498"/>
                <a:gd name="connsiteY8" fmla="*/ 3558 h 25562"/>
                <a:gd name="connsiteX9" fmla="*/ 2027 w 24498"/>
                <a:gd name="connsiteY9" fmla="*/ 8057 h 25562"/>
                <a:gd name="connsiteX10" fmla="*/ 277 w 24498"/>
                <a:gd name="connsiteY10" fmla="*/ 17390 h 25562"/>
                <a:gd name="connsiteX11" fmla="*/ 277 w 24498"/>
                <a:gd name="connsiteY11" fmla="*/ 17390 h 25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498" h="25562">
                  <a:moveTo>
                    <a:pt x="277" y="17390"/>
                  </a:moveTo>
                  <a:cubicBezTo>
                    <a:pt x="1611" y="22723"/>
                    <a:pt x="6360" y="25306"/>
                    <a:pt x="11526" y="25556"/>
                  </a:cubicBezTo>
                  <a:cubicBezTo>
                    <a:pt x="16026" y="25722"/>
                    <a:pt x="20026" y="22556"/>
                    <a:pt x="20859" y="18140"/>
                  </a:cubicBezTo>
                  <a:cubicBezTo>
                    <a:pt x="20942" y="17890"/>
                    <a:pt x="20942" y="17557"/>
                    <a:pt x="20942" y="17307"/>
                  </a:cubicBezTo>
                  <a:cubicBezTo>
                    <a:pt x="21609" y="16807"/>
                    <a:pt x="22275" y="16306"/>
                    <a:pt x="22859" y="15557"/>
                  </a:cubicBezTo>
                  <a:cubicBezTo>
                    <a:pt x="24858" y="13140"/>
                    <a:pt x="24858" y="10224"/>
                    <a:pt x="23775" y="7641"/>
                  </a:cubicBezTo>
                  <a:cubicBezTo>
                    <a:pt x="23442" y="6058"/>
                    <a:pt x="22775" y="4641"/>
                    <a:pt x="21609" y="3141"/>
                  </a:cubicBezTo>
                  <a:cubicBezTo>
                    <a:pt x="19692" y="641"/>
                    <a:pt x="15859" y="-525"/>
                    <a:pt x="12859" y="225"/>
                  </a:cubicBezTo>
                  <a:cubicBezTo>
                    <a:pt x="10276" y="808"/>
                    <a:pt x="8110" y="1808"/>
                    <a:pt x="6110" y="3558"/>
                  </a:cubicBezTo>
                  <a:cubicBezTo>
                    <a:pt x="4610" y="4891"/>
                    <a:pt x="3110" y="6391"/>
                    <a:pt x="2027" y="8057"/>
                  </a:cubicBezTo>
                  <a:cubicBezTo>
                    <a:pt x="361" y="10640"/>
                    <a:pt x="-473" y="14307"/>
                    <a:pt x="277" y="17390"/>
                  </a:cubicBezTo>
                  <a:lnTo>
                    <a:pt x="277" y="17390"/>
                  </a:lnTo>
                  <a:close/>
                </a:path>
              </a:pathLst>
            </a:custGeom>
            <a:grpFill/>
            <a:ln w="8332" cap="flat">
              <a:noFill/>
              <a:prstDash val="solid"/>
              <a:miter/>
            </a:ln>
          </p:spPr>
          <p:txBody>
            <a:bodyPr rtlCol="0" anchor="ctr"/>
            <a:lstStyle/>
            <a:p>
              <a:endParaRPr lang="en-US"/>
            </a:p>
          </p:txBody>
        </p:sp>
        <p:sp>
          <p:nvSpPr>
            <p:cNvPr id="1566" name="Freeform: Shape 1565"/>
            <p:cNvSpPr/>
            <p:nvPr/>
          </p:nvSpPr>
          <p:spPr>
            <a:xfrm>
              <a:off x="349970" y="1814760"/>
              <a:ext cx="21246" cy="21061"/>
            </a:xfrm>
            <a:custGeom>
              <a:avLst/>
              <a:gdLst>
                <a:gd name="connsiteX0" fmla="*/ 520 w 21246"/>
                <a:gd name="connsiteY0" fmla="*/ 7586 h 21061"/>
                <a:gd name="connsiteX1" fmla="*/ 4103 w 21246"/>
                <a:gd name="connsiteY1" fmla="*/ 17752 h 21061"/>
                <a:gd name="connsiteX2" fmla="*/ 8352 w 21246"/>
                <a:gd name="connsiteY2" fmla="*/ 19085 h 21061"/>
                <a:gd name="connsiteX3" fmla="*/ 10102 w 21246"/>
                <a:gd name="connsiteY3" fmla="*/ 20501 h 21061"/>
                <a:gd name="connsiteX4" fmla="*/ 17185 w 21246"/>
                <a:gd name="connsiteY4" fmla="*/ 18585 h 21061"/>
                <a:gd name="connsiteX5" fmla="*/ 19601 w 21246"/>
                <a:gd name="connsiteY5" fmla="*/ 13836 h 21061"/>
                <a:gd name="connsiteX6" fmla="*/ 19601 w 21246"/>
                <a:gd name="connsiteY6" fmla="*/ 13586 h 21061"/>
                <a:gd name="connsiteX7" fmla="*/ 19768 w 21246"/>
                <a:gd name="connsiteY7" fmla="*/ 13252 h 21061"/>
                <a:gd name="connsiteX8" fmla="*/ 21018 w 21246"/>
                <a:gd name="connsiteY8" fmla="*/ 10086 h 21061"/>
                <a:gd name="connsiteX9" fmla="*/ 15102 w 21246"/>
                <a:gd name="connsiteY9" fmla="*/ 670 h 21061"/>
                <a:gd name="connsiteX10" fmla="*/ 14935 w 21246"/>
                <a:gd name="connsiteY10" fmla="*/ 587 h 21061"/>
                <a:gd name="connsiteX11" fmla="*/ 12519 w 21246"/>
                <a:gd name="connsiteY11" fmla="*/ 87 h 21061"/>
                <a:gd name="connsiteX12" fmla="*/ 8935 w 21246"/>
                <a:gd name="connsiteY12" fmla="*/ 253 h 21061"/>
                <a:gd name="connsiteX13" fmla="*/ 4769 w 21246"/>
                <a:gd name="connsiteY13" fmla="*/ 2003 h 21061"/>
                <a:gd name="connsiteX14" fmla="*/ 520 w 21246"/>
                <a:gd name="connsiteY14" fmla="*/ 7586 h 21061"/>
                <a:gd name="connsiteX15" fmla="*/ 520 w 21246"/>
                <a:gd name="connsiteY15" fmla="*/ 7586 h 21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1246" h="21061">
                  <a:moveTo>
                    <a:pt x="520" y="7586"/>
                  </a:moveTo>
                  <a:cubicBezTo>
                    <a:pt x="-980" y="11002"/>
                    <a:pt x="936" y="15919"/>
                    <a:pt x="4103" y="17752"/>
                  </a:cubicBezTo>
                  <a:cubicBezTo>
                    <a:pt x="5436" y="18585"/>
                    <a:pt x="6852" y="19002"/>
                    <a:pt x="8352" y="19085"/>
                  </a:cubicBezTo>
                  <a:cubicBezTo>
                    <a:pt x="8852" y="19668"/>
                    <a:pt x="9435" y="20168"/>
                    <a:pt x="10102" y="20501"/>
                  </a:cubicBezTo>
                  <a:cubicBezTo>
                    <a:pt x="12519" y="21668"/>
                    <a:pt x="15685" y="21001"/>
                    <a:pt x="17185" y="18585"/>
                  </a:cubicBezTo>
                  <a:cubicBezTo>
                    <a:pt x="18101" y="17085"/>
                    <a:pt x="18935" y="15502"/>
                    <a:pt x="19601" y="13836"/>
                  </a:cubicBezTo>
                  <a:cubicBezTo>
                    <a:pt x="19685" y="13586"/>
                    <a:pt x="20101" y="12919"/>
                    <a:pt x="19601" y="13586"/>
                  </a:cubicBezTo>
                  <a:cubicBezTo>
                    <a:pt x="19018" y="14335"/>
                    <a:pt x="19685" y="13502"/>
                    <a:pt x="19768" y="13252"/>
                  </a:cubicBezTo>
                  <a:cubicBezTo>
                    <a:pt x="20268" y="12252"/>
                    <a:pt x="20768" y="11252"/>
                    <a:pt x="21018" y="10086"/>
                  </a:cubicBezTo>
                  <a:cubicBezTo>
                    <a:pt x="22018" y="5420"/>
                    <a:pt x="19685" y="1670"/>
                    <a:pt x="15102" y="670"/>
                  </a:cubicBezTo>
                  <a:cubicBezTo>
                    <a:pt x="15102" y="670"/>
                    <a:pt x="15018" y="587"/>
                    <a:pt x="14935" y="587"/>
                  </a:cubicBezTo>
                  <a:cubicBezTo>
                    <a:pt x="14268" y="253"/>
                    <a:pt x="13268" y="170"/>
                    <a:pt x="12519" y="87"/>
                  </a:cubicBezTo>
                  <a:cubicBezTo>
                    <a:pt x="11352" y="-80"/>
                    <a:pt x="10102" y="3"/>
                    <a:pt x="8935" y="253"/>
                  </a:cubicBezTo>
                  <a:cubicBezTo>
                    <a:pt x="7436" y="587"/>
                    <a:pt x="6019" y="1170"/>
                    <a:pt x="4769" y="2003"/>
                  </a:cubicBezTo>
                  <a:cubicBezTo>
                    <a:pt x="2686" y="3420"/>
                    <a:pt x="1519" y="5253"/>
                    <a:pt x="520" y="7586"/>
                  </a:cubicBezTo>
                  <a:lnTo>
                    <a:pt x="520" y="7586"/>
                  </a:lnTo>
                  <a:close/>
                </a:path>
              </a:pathLst>
            </a:custGeom>
            <a:grpFill/>
            <a:ln w="8332" cap="flat">
              <a:noFill/>
              <a:prstDash val="solid"/>
              <a:miter/>
            </a:ln>
          </p:spPr>
          <p:txBody>
            <a:bodyPr rtlCol="0" anchor="ctr"/>
            <a:lstStyle/>
            <a:p>
              <a:endParaRPr lang="en-US"/>
            </a:p>
          </p:txBody>
        </p:sp>
        <p:sp>
          <p:nvSpPr>
            <p:cNvPr id="1567" name="Freeform: Shape 1566"/>
            <p:cNvSpPr/>
            <p:nvPr/>
          </p:nvSpPr>
          <p:spPr>
            <a:xfrm>
              <a:off x="300002" y="1764268"/>
              <a:ext cx="26624" cy="24166"/>
            </a:xfrm>
            <a:custGeom>
              <a:avLst/>
              <a:gdLst>
                <a:gd name="connsiteX0" fmla="*/ 75 w 26624"/>
                <a:gd name="connsiteY0" fmla="*/ 10999 h 24166"/>
                <a:gd name="connsiteX1" fmla="*/ 5491 w 26624"/>
                <a:gd name="connsiteY1" fmla="*/ 19998 h 24166"/>
                <a:gd name="connsiteX2" fmla="*/ 12574 w 26624"/>
                <a:gd name="connsiteY2" fmla="*/ 20581 h 24166"/>
                <a:gd name="connsiteX3" fmla="*/ 18490 w 26624"/>
                <a:gd name="connsiteY3" fmla="*/ 24164 h 24166"/>
                <a:gd name="connsiteX4" fmla="*/ 26489 w 26624"/>
                <a:gd name="connsiteY4" fmla="*/ 16999 h 24166"/>
                <a:gd name="connsiteX5" fmla="*/ 20323 w 26624"/>
                <a:gd name="connsiteY5" fmla="*/ 2583 h 24166"/>
                <a:gd name="connsiteX6" fmla="*/ 11824 w 26624"/>
                <a:gd name="connsiteY6" fmla="*/ 0 h 24166"/>
                <a:gd name="connsiteX7" fmla="*/ 2991 w 26624"/>
                <a:gd name="connsiteY7" fmla="*/ 3750 h 24166"/>
                <a:gd name="connsiteX8" fmla="*/ 75 w 26624"/>
                <a:gd name="connsiteY8" fmla="*/ 10999 h 24166"/>
                <a:gd name="connsiteX9" fmla="*/ 75 w 26624"/>
                <a:gd name="connsiteY9" fmla="*/ 10999 h 24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624" h="24166">
                  <a:moveTo>
                    <a:pt x="75" y="10999"/>
                  </a:moveTo>
                  <a:cubicBezTo>
                    <a:pt x="-508" y="14665"/>
                    <a:pt x="2408" y="18498"/>
                    <a:pt x="5491" y="19998"/>
                  </a:cubicBezTo>
                  <a:cubicBezTo>
                    <a:pt x="7574" y="20998"/>
                    <a:pt x="10241" y="21248"/>
                    <a:pt x="12574" y="20581"/>
                  </a:cubicBezTo>
                  <a:cubicBezTo>
                    <a:pt x="13824" y="22665"/>
                    <a:pt x="15990" y="24081"/>
                    <a:pt x="18490" y="24164"/>
                  </a:cubicBezTo>
                  <a:cubicBezTo>
                    <a:pt x="22823" y="24248"/>
                    <a:pt x="25989" y="21248"/>
                    <a:pt x="26489" y="16999"/>
                  </a:cubicBezTo>
                  <a:cubicBezTo>
                    <a:pt x="27156" y="11332"/>
                    <a:pt x="25406" y="5750"/>
                    <a:pt x="20323" y="2583"/>
                  </a:cubicBezTo>
                  <a:cubicBezTo>
                    <a:pt x="17823" y="1000"/>
                    <a:pt x="14824" y="0"/>
                    <a:pt x="11824" y="0"/>
                  </a:cubicBezTo>
                  <a:cubicBezTo>
                    <a:pt x="8408" y="0"/>
                    <a:pt x="5241" y="1083"/>
                    <a:pt x="2991" y="3750"/>
                  </a:cubicBezTo>
                  <a:cubicBezTo>
                    <a:pt x="1158" y="5916"/>
                    <a:pt x="492" y="8249"/>
                    <a:pt x="75" y="10999"/>
                  </a:cubicBezTo>
                  <a:lnTo>
                    <a:pt x="75" y="10999"/>
                  </a:lnTo>
                  <a:close/>
                </a:path>
              </a:pathLst>
            </a:custGeom>
            <a:grpFill/>
            <a:ln w="8332" cap="flat">
              <a:noFill/>
              <a:prstDash val="solid"/>
              <a:miter/>
            </a:ln>
          </p:spPr>
          <p:txBody>
            <a:bodyPr rtlCol="0" anchor="ctr"/>
            <a:lstStyle/>
            <a:p>
              <a:endParaRPr lang="en-US"/>
            </a:p>
          </p:txBody>
        </p:sp>
        <p:sp>
          <p:nvSpPr>
            <p:cNvPr id="1568" name="Freeform: Shape 1567"/>
            <p:cNvSpPr/>
            <p:nvPr/>
          </p:nvSpPr>
          <p:spPr>
            <a:xfrm>
              <a:off x="143098" y="1884827"/>
              <a:ext cx="20621" cy="20683"/>
            </a:xfrm>
            <a:custGeom>
              <a:avLst/>
              <a:gdLst>
                <a:gd name="connsiteX0" fmla="*/ 5827 w 20621"/>
                <a:gd name="connsiteY0" fmla="*/ 19679 h 20683"/>
                <a:gd name="connsiteX1" fmla="*/ 13409 w 20621"/>
                <a:gd name="connsiteY1" fmla="*/ 20095 h 20683"/>
                <a:gd name="connsiteX2" fmla="*/ 19742 w 20621"/>
                <a:gd name="connsiteY2" fmla="*/ 13762 h 20683"/>
                <a:gd name="connsiteX3" fmla="*/ 20242 w 20621"/>
                <a:gd name="connsiteY3" fmla="*/ 11346 h 20683"/>
                <a:gd name="connsiteX4" fmla="*/ 14659 w 20621"/>
                <a:gd name="connsiteY4" fmla="*/ 347 h 20683"/>
                <a:gd name="connsiteX5" fmla="*/ 1660 w 20621"/>
                <a:gd name="connsiteY5" fmla="*/ 5097 h 20683"/>
                <a:gd name="connsiteX6" fmla="*/ 5827 w 20621"/>
                <a:gd name="connsiteY6" fmla="*/ 19679 h 20683"/>
                <a:gd name="connsiteX7" fmla="*/ 5827 w 20621"/>
                <a:gd name="connsiteY7" fmla="*/ 19679 h 20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621" h="20683">
                  <a:moveTo>
                    <a:pt x="5827" y="19679"/>
                  </a:moveTo>
                  <a:cubicBezTo>
                    <a:pt x="8327" y="20845"/>
                    <a:pt x="10826" y="21012"/>
                    <a:pt x="13409" y="20095"/>
                  </a:cubicBezTo>
                  <a:cubicBezTo>
                    <a:pt x="16659" y="19012"/>
                    <a:pt x="18326" y="16762"/>
                    <a:pt x="19742" y="13762"/>
                  </a:cubicBezTo>
                  <a:cubicBezTo>
                    <a:pt x="20159" y="12846"/>
                    <a:pt x="20242" y="12096"/>
                    <a:pt x="20242" y="11346"/>
                  </a:cubicBezTo>
                  <a:cubicBezTo>
                    <a:pt x="21575" y="7013"/>
                    <a:pt x="19326" y="1430"/>
                    <a:pt x="14659" y="347"/>
                  </a:cubicBezTo>
                  <a:cubicBezTo>
                    <a:pt x="9743" y="-736"/>
                    <a:pt x="4577" y="680"/>
                    <a:pt x="1660" y="5097"/>
                  </a:cubicBezTo>
                  <a:cubicBezTo>
                    <a:pt x="-1756" y="10180"/>
                    <a:pt x="327" y="17012"/>
                    <a:pt x="5827" y="19679"/>
                  </a:cubicBezTo>
                  <a:lnTo>
                    <a:pt x="5827" y="19679"/>
                  </a:lnTo>
                  <a:close/>
                </a:path>
              </a:pathLst>
            </a:custGeom>
            <a:grpFill/>
            <a:ln w="8332" cap="flat">
              <a:noFill/>
              <a:prstDash val="solid"/>
              <a:miter/>
            </a:ln>
          </p:spPr>
          <p:txBody>
            <a:bodyPr rtlCol="0" anchor="ctr"/>
            <a:lstStyle/>
            <a:p>
              <a:endParaRPr lang="en-US"/>
            </a:p>
          </p:txBody>
        </p:sp>
        <p:sp>
          <p:nvSpPr>
            <p:cNvPr id="1569" name="Freeform: Shape 1568"/>
            <p:cNvSpPr/>
            <p:nvPr/>
          </p:nvSpPr>
          <p:spPr>
            <a:xfrm>
              <a:off x="186969" y="1959264"/>
              <a:ext cx="24558" cy="23011"/>
            </a:xfrm>
            <a:custGeom>
              <a:avLst/>
              <a:gdLst>
                <a:gd name="connsiteX0" fmla="*/ 3535 w 24558"/>
                <a:gd name="connsiteY0" fmla="*/ 20402 h 23011"/>
                <a:gd name="connsiteX1" fmla="*/ 17200 w 24558"/>
                <a:gd name="connsiteY1" fmla="*/ 20485 h 23011"/>
                <a:gd name="connsiteX2" fmla="*/ 19700 w 24558"/>
                <a:gd name="connsiteY2" fmla="*/ 17818 h 23011"/>
                <a:gd name="connsiteX3" fmla="*/ 19784 w 24558"/>
                <a:gd name="connsiteY3" fmla="*/ 17818 h 23011"/>
                <a:gd name="connsiteX4" fmla="*/ 18784 w 24558"/>
                <a:gd name="connsiteY4" fmla="*/ 18902 h 23011"/>
                <a:gd name="connsiteX5" fmla="*/ 20617 w 24558"/>
                <a:gd name="connsiteY5" fmla="*/ 17152 h 23011"/>
                <a:gd name="connsiteX6" fmla="*/ 19950 w 24558"/>
                <a:gd name="connsiteY6" fmla="*/ 17569 h 23011"/>
                <a:gd name="connsiteX7" fmla="*/ 22783 w 24558"/>
                <a:gd name="connsiteY7" fmla="*/ 14819 h 23011"/>
                <a:gd name="connsiteX8" fmla="*/ 23200 w 24558"/>
                <a:gd name="connsiteY8" fmla="*/ 14152 h 23011"/>
                <a:gd name="connsiteX9" fmla="*/ 22617 w 24558"/>
                <a:gd name="connsiteY9" fmla="*/ 14819 h 23011"/>
                <a:gd name="connsiteX10" fmla="*/ 22617 w 24558"/>
                <a:gd name="connsiteY10" fmla="*/ 3903 h 23011"/>
                <a:gd name="connsiteX11" fmla="*/ 1619 w 24558"/>
                <a:gd name="connsiteY11" fmla="*/ 6903 h 23011"/>
                <a:gd name="connsiteX12" fmla="*/ 3535 w 24558"/>
                <a:gd name="connsiteY12" fmla="*/ 20402 h 23011"/>
                <a:gd name="connsiteX13" fmla="*/ 3535 w 24558"/>
                <a:gd name="connsiteY13" fmla="*/ 20402 h 23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558" h="23011">
                  <a:moveTo>
                    <a:pt x="3535" y="20402"/>
                  </a:moveTo>
                  <a:cubicBezTo>
                    <a:pt x="7118" y="23568"/>
                    <a:pt x="13534" y="24151"/>
                    <a:pt x="17200" y="20485"/>
                  </a:cubicBezTo>
                  <a:cubicBezTo>
                    <a:pt x="18034" y="19568"/>
                    <a:pt x="18867" y="18735"/>
                    <a:pt x="19700" y="17818"/>
                  </a:cubicBezTo>
                  <a:cubicBezTo>
                    <a:pt x="19700" y="17818"/>
                    <a:pt x="19700" y="17818"/>
                    <a:pt x="19784" y="17818"/>
                  </a:cubicBezTo>
                  <a:cubicBezTo>
                    <a:pt x="19450" y="18152"/>
                    <a:pt x="19117" y="18568"/>
                    <a:pt x="18784" y="18902"/>
                  </a:cubicBezTo>
                  <a:cubicBezTo>
                    <a:pt x="19367" y="18235"/>
                    <a:pt x="19950" y="17652"/>
                    <a:pt x="20617" y="17152"/>
                  </a:cubicBezTo>
                  <a:cubicBezTo>
                    <a:pt x="20367" y="17319"/>
                    <a:pt x="20200" y="17402"/>
                    <a:pt x="19950" y="17569"/>
                  </a:cubicBezTo>
                  <a:cubicBezTo>
                    <a:pt x="21033" y="16819"/>
                    <a:pt x="21950" y="16068"/>
                    <a:pt x="22783" y="14819"/>
                  </a:cubicBezTo>
                  <a:cubicBezTo>
                    <a:pt x="22950" y="14569"/>
                    <a:pt x="23033" y="14319"/>
                    <a:pt x="23200" y="14152"/>
                  </a:cubicBezTo>
                  <a:cubicBezTo>
                    <a:pt x="23033" y="14402"/>
                    <a:pt x="22867" y="14569"/>
                    <a:pt x="22617" y="14819"/>
                  </a:cubicBezTo>
                  <a:cubicBezTo>
                    <a:pt x="25450" y="11486"/>
                    <a:pt x="24950" y="7403"/>
                    <a:pt x="22617" y="3903"/>
                  </a:cubicBezTo>
                  <a:cubicBezTo>
                    <a:pt x="17617" y="-3180"/>
                    <a:pt x="5368" y="320"/>
                    <a:pt x="1619" y="6903"/>
                  </a:cubicBezTo>
                  <a:cubicBezTo>
                    <a:pt x="-965" y="11486"/>
                    <a:pt x="-548" y="16902"/>
                    <a:pt x="3535" y="20402"/>
                  </a:cubicBezTo>
                  <a:lnTo>
                    <a:pt x="3535" y="20402"/>
                  </a:lnTo>
                  <a:close/>
                </a:path>
              </a:pathLst>
            </a:custGeom>
            <a:grpFill/>
            <a:ln w="8332" cap="flat">
              <a:noFill/>
              <a:prstDash val="solid"/>
              <a:miter/>
            </a:ln>
          </p:spPr>
          <p:txBody>
            <a:bodyPr rtlCol="0" anchor="ctr"/>
            <a:lstStyle/>
            <a:p>
              <a:endParaRPr lang="en-US"/>
            </a:p>
          </p:txBody>
        </p:sp>
        <p:sp>
          <p:nvSpPr>
            <p:cNvPr id="1570" name="Freeform: Shape 1569"/>
            <p:cNvSpPr/>
            <p:nvPr/>
          </p:nvSpPr>
          <p:spPr>
            <a:xfrm>
              <a:off x="902339" y="3837954"/>
              <a:ext cx="496144" cy="397916"/>
            </a:xfrm>
            <a:custGeom>
              <a:avLst/>
              <a:gdLst>
                <a:gd name="connsiteX0" fmla="*/ 60678 w 496144"/>
                <a:gd name="connsiteY0" fmla="*/ 146698 h 397916"/>
                <a:gd name="connsiteX1" fmla="*/ 55429 w 496144"/>
                <a:gd name="connsiteY1" fmla="*/ 203109 h 397916"/>
                <a:gd name="connsiteX2" fmla="*/ 76344 w 496144"/>
                <a:gd name="connsiteY2" fmla="*/ 262521 h 397916"/>
                <a:gd name="connsiteX3" fmla="*/ 85676 w 496144"/>
                <a:gd name="connsiteY3" fmla="*/ 279269 h 397916"/>
                <a:gd name="connsiteX4" fmla="*/ 77677 w 496144"/>
                <a:gd name="connsiteY4" fmla="*/ 290935 h 397916"/>
                <a:gd name="connsiteX5" fmla="*/ 43013 w 496144"/>
                <a:gd name="connsiteY5" fmla="*/ 312849 h 397916"/>
                <a:gd name="connsiteX6" fmla="*/ 12766 w 496144"/>
                <a:gd name="connsiteY6" fmla="*/ 328681 h 397916"/>
                <a:gd name="connsiteX7" fmla="*/ 267 w 496144"/>
                <a:gd name="connsiteY7" fmla="*/ 339680 h 397916"/>
                <a:gd name="connsiteX8" fmla="*/ 28681 w 496144"/>
                <a:gd name="connsiteY8" fmla="*/ 367178 h 397916"/>
                <a:gd name="connsiteX9" fmla="*/ 69511 w 496144"/>
                <a:gd name="connsiteY9" fmla="*/ 361678 h 397916"/>
                <a:gd name="connsiteX10" fmla="*/ 95925 w 496144"/>
                <a:gd name="connsiteY10" fmla="*/ 341180 h 397916"/>
                <a:gd name="connsiteX11" fmla="*/ 116007 w 496144"/>
                <a:gd name="connsiteY11" fmla="*/ 324598 h 397916"/>
                <a:gd name="connsiteX12" fmla="*/ 119173 w 496144"/>
                <a:gd name="connsiteY12" fmla="*/ 333348 h 397916"/>
                <a:gd name="connsiteX13" fmla="*/ 128006 w 496144"/>
                <a:gd name="connsiteY13" fmla="*/ 342680 h 397916"/>
                <a:gd name="connsiteX14" fmla="*/ 139588 w 496144"/>
                <a:gd name="connsiteY14" fmla="*/ 352096 h 397916"/>
                <a:gd name="connsiteX15" fmla="*/ 157670 w 496144"/>
                <a:gd name="connsiteY15" fmla="*/ 364261 h 397916"/>
                <a:gd name="connsiteX16" fmla="*/ 165086 w 496144"/>
                <a:gd name="connsiteY16" fmla="*/ 368761 h 397916"/>
                <a:gd name="connsiteX17" fmla="*/ 185167 w 496144"/>
                <a:gd name="connsiteY17" fmla="*/ 379177 h 397916"/>
                <a:gd name="connsiteX18" fmla="*/ 287491 w 496144"/>
                <a:gd name="connsiteY18" fmla="*/ 397508 h 397916"/>
                <a:gd name="connsiteX19" fmla="*/ 306656 w 496144"/>
                <a:gd name="connsiteY19" fmla="*/ 387926 h 397916"/>
                <a:gd name="connsiteX20" fmla="*/ 299907 w 496144"/>
                <a:gd name="connsiteY20" fmla="*/ 377927 h 397916"/>
                <a:gd name="connsiteX21" fmla="*/ 347902 w 496144"/>
                <a:gd name="connsiteY21" fmla="*/ 359929 h 397916"/>
                <a:gd name="connsiteX22" fmla="*/ 411230 w 496144"/>
                <a:gd name="connsiteY22" fmla="*/ 304350 h 397916"/>
                <a:gd name="connsiteX23" fmla="*/ 489140 w 496144"/>
                <a:gd name="connsiteY23" fmla="*/ 138282 h 397916"/>
                <a:gd name="connsiteX24" fmla="*/ 490473 w 496144"/>
                <a:gd name="connsiteY24" fmla="*/ 54372 h 397916"/>
                <a:gd name="connsiteX25" fmla="*/ 429645 w 496144"/>
                <a:gd name="connsiteY25" fmla="*/ 8793 h 397916"/>
                <a:gd name="connsiteX26" fmla="*/ 257577 w 496144"/>
                <a:gd name="connsiteY26" fmla="*/ 19959 h 397916"/>
                <a:gd name="connsiteX27" fmla="*/ 161336 w 496144"/>
                <a:gd name="connsiteY27" fmla="*/ 63788 h 397916"/>
                <a:gd name="connsiteX28" fmla="*/ 93509 w 496144"/>
                <a:gd name="connsiteY28" fmla="*/ 119617 h 397916"/>
                <a:gd name="connsiteX29" fmla="*/ 91926 w 496144"/>
                <a:gd name="connsiteY29" fmla="*/ 111117 h 397916"/>
                <a:gd name="connsiteX30" fmla="*/ 84343 w 496144"/>
                <a:gd name="connsiteY30" fmla="*/ 108534 h 397916"/>
                <a:gd name="connsiteX31" fmla="*/ 60678 w 496144"/>
                <a:gd name="connsiteY31" fmla="*/ 146698 h 397916"/>
                <a:gd name="connsiteX32" fmla="*/ 60678 w 496144"/>
                <a:gd name="connsiteY32" fmla="*/ 146698 h 397916"/>
                <a:gd name="connsiteX33" fmla="*/ 225747 w 496144"/>
                <a:gd name="connsiteY33" fmla="*/ 48623 h 397916"/>
                <a:gd name="connsiteX34" fmla="*/ 378733 w 496144"/>
                <a:gd name="connsiteY34" fmla="*/ 16959 h 397916"/>
                <a:gd name="connsiteX35" fmla="*/ 456643 w 496144"/>
                <a:gd name="connsiteY35" fmla="*/ 39541 h 397916"/>
                <a:gd name="connsiteX36" fmla="*/ 479474 w 496144"/>
                <a:gd name="connsiteY36" fmla="*/ 76454 h 397916"/>
                <a:gd name="connsiteX37" fmla="*/ 477557 w 496144"/>
                <a:gd name="connsiteY37" fmla="*/ 114284 h 397916"/>
                <a:gd name="connsiteX38" fmla="*/ 460476 w 496144"/>
                <a:gd name="connsiteY38" fmla="*/ 192194 h 397916"/>
                <a:gd name="connsiteX39" fmla="*/ 423896 w 496144"/>
                <a:gd name="connsiteY39" fmla="*/ 266104 h 397916"/>
                <a:gd name="connsiteX40" fmla="*/ 361068 w 496144"/>
                <a:gd name="connsiteY40" fmla="*/ 336680 h 397916"/>
                <a:gd name="connsiteX41" fmla="*/ 322238 w 496144"/>
                <a:gd name="connsiteY41" fmla="*/ 359929 h 397916"/>
                <a:gd name="connsiteX42" fmla="*/ 289824 w 496144"/>
                <a:gd name="connsiteY42" fmla="*/ 372677 h 397916"/>
                <a:gd name="connsiteX43" fmla="*/ 234663 w 496144"/>
                <a:gd name="connsiteY43" fmla="*/ 348013 h 397916"/>
                <a:gd name="connsiteX44" fmla="*/ 211331 w 496144"/>
                <a:gd name="connsiteY44" fmla="*/ 332931 h 397916"/>
                <a:gd name="connsiteX45" fmla="*/ 232496 w 496144"/>
                <a:gd name="connsiteY45" fmla="*/ 331598 h 397916"/>
                <a:gd name="connsiteX46" fmla="*/ 283658 w 496144"/>
                <a:gd name="connsiteY46" fmla="*/ 316099 h 397916"/>
                <a:gd name="connsiteX47" fmla="*/ 281658 w 496144"/>
                <a:gd name="connsiteY47" fmla="*/ 306100 h 397916"/>
                <a:gd name="connsiteX48" fmla="*/ 225580 w 496144"/>
                <a:gd name="connsiteY48" fmla="*/ 291351 h 397916"/>
                <a:gd name="connsiteX49" fmla="*/ 193250 w 496144"/>
                <a:gd name="connsiteY49" fmla="*/ 286601 h 397916"/>
                <a:gd name="connsiteX50" fmla="*/ 181834 w 496144"/>
                <a:gd name="connsiteY50" fmla="*/ 284852 h 397916"/>
                <a:gd name="connsiteX51" fmla="*/ 209332 w 496144"/>
                <a:gd name="connsiteY51" fmla="*/ 271770 h 397916"/>
                <a:gd name="connsiteX52" fmla="*/ 243912 w 496144"/>
                <a:gd name="connsiteY52" fmla="*/ 249021 h 397916"/>
                <a:gd name="connsiteX53" fmla="*/ 240246 w 496144"/>
                <a:gd name="connsiteY53" fmla="*/ 238606 h 397916"/>
                <a:gd name="connsiteX54" fmla="*/ 200082 w 496144"/>
                <a:gd name="connsiteY54" fmla="*/ 242939 h 397916"/>
                <a:gd name="connsiteX55" fmla="*/ 155420 w 496144"/>
                <a:gd name="connsiteY55" fmla="*/ 258437 h 397916"/>
                <a:gd name="connsiteX56" fmla="*/ 164002 w 496144"/>
                <a:gd name="connsiteY56" fmla="*/ 237189 h 397916"/>
                <a:gd name="connsiteX57" fmla="*/ 176918 w 496144"/>
                <a:gd name="connsiteY57" fmla="*/ 211858 h 397916"/>
                <a:gd name="connsiteX58" fmla="*/ 194500 w 496144"/>
                <a:gd name="connsiteY58" fmla="*/ 177028 h 397916"/>
                <a:gd name="connsiteX59" fmla="*/ 185417 w 496144"/>
                <a:gd name="connsiteY59" fmla="*/ 171029 h 397916"/>
                <a:gd name="connsiteX60" fmla="*/ 148587 w 496144"/>
                <a:gd name="connsiteY60" fmla="*/ 199776 h 397916"/>
                <a:gd name="connsiteX61" fmla="*/ 129339 w 496144"/>
                <a:gd name="connsiteY61" fmla="*/ 216774 h 397916"/>
                <a:gd name="connsiteX62" fmla="*/ 121006 w 496144"/>
                <a:gd name="connsiteY62" fmla="*/ 224857 h 397916"/>
                <a:gd name="connsiteX63" fmla="*/ 127339 w 496144"/>
                <a:gd name="connsiteY63" fmla="*/ 183278 h 397916"/>
                <a:gd name="connsiteX64" fmla="*/ 138588 w 496144"/>
                <a:gd name="connsiteY64" fmla="*/ 133532 h 397916"/>
                <a:gd name="connsiteX65" fmla="*/ 128422 w 496144"/>
                <a:gd name="connsiteY65" fmla="*/ 128616 h 397916"/>
                <a:gd name="connsiteX66" fmla="*/ 102091 w 496144"/>
                <a:gd name="connsiteY66" fmla="*/ 163696 h 397916"/>
                <a:gd name="connsiteX67" fmla="*/ 86676 w 496144"/>
                <a:gd name="connsiteY67" fmla="*/ 191527 h 397916"/>
                <a:gd name="connsiteX68" fmla="*/ 89342 w 496144"/>
                <a:gd name="connsiteY68" fmla="*/ 150114 h 397916"/>
                <a:gd name="connsiteX69" fmla="*/ 91676 w 496144"/>
                <a:gd name="connsiteY69" fmla="*/ 137198 h 397916"/>
                <a:gd name="connsiteX70" fmla="*/ 225747 w 496144"/>
                <a:gd name="connsiteY70" fmla="*/ 48623 h 397916"/>
                <a:gd name="connsiteX71" fmla="*/ 225747 w 496144"/>
                <a:gd name="connsiteY71" fmla="*/ 48623 h 397916"/>
                <a:gd name="connsiteX72" fmla="*/ 80593 w 496144"/>
                <a:gd name="connsiteY72" fmla="*/ 139365 h 397916"/>
                <a:gd name="connsiteX73" fmla="*/ 77260 w 496144"/>
                <a:gd name="connsiteY73" fmla="*/ 168696 h 397916"/>
                <a:gd name="connsiteX74" fmla="*/ 80177 w 496144"/>
                <a:gd name="connsiteY74" fmla="*/ 205442 h 397916"/>
                <a:gd name="connsiteX75" fmla="*/ 88676 w 496144"/>
                <a:gd name="connsiteY75" fmla="*/ 207109 h 397916"/>
                <a:gd name="connsiteX76" fmla="*/ 107591 w 496144"/>
                <a:gd name="connsiteY76" fmla="*/ 177945 h 397916"/>
                <a:gd name="connsiteX77" fmla="*/ 122673 w 496144"/>
                <a:gd name="connsiteY77" fmla="*/ 156030 h 397916"/>
                <a:gd name="connsiteX78" fmla="*/ 116590 w 496144"/>
                <a:gd name="connsiteY78" fmla="*/ 183028 h 397916"/>
                <a:gd name="connsiteX79" fmla="*/ 109507 w 496144"/>
                <a:gd name="connsiteY79" fmla="*/ 236440 h 397916"/>
                <a:gd name="connsiteX80" fmla="*/ 117423 w 496144"/>
                <a:gd name="connsiteY80" fmla="*/ 241689 h 397916"/>
                <a:gd name="connsiteX81" fmla="*/ 148087 w 496144"/>
                <a:gd name="connsiteY81" fmla="*/ 216858 h 397916"/>
                <a:gd name="connsiteX82" fmla="*/ 172752 w 496144"/>
                <a:gd name="connsiteY82" fmla="*/ 195360 h 397916"/>
                <a:gd name="connsiteX83" fmla="*/ 169585 w 496144"/>
                <a:gd name="connsiteY83" fmla="*/ 200776 h 397916"/>
                <a:gd name="connsiteX84" fmla="*/ 155920 w 496144"/>
                <a:gd name="connsiteY84" fmla="*/ 229107 h 397916"/>
                <a:gd name="connsiteX85" fmla="*/ 146671 w 496144"/>
                <a:gd name="connsiteY85" fmla="*/ 269770 h 397916"/>
                <a:gd name="connsiteX86" fmla="*/ 151670 w 496144"/>
                <a:gd name="connsiteY86" fmla="*/ 271436 h 397916"/>
                <a:gd name="connsiteX87" fmla="*/ 192000 w 496144"/>
                <a:gd name="connsiteY87" fmla="*/ 258937 h 397916"/>
                <a:gd name="connsiteX88" fmla="*/ 221997 w 496144"/>
                <a:gd name="connsiteY88" fmla="*/ 250938 h 397916"/>
                <a:gd name="connsiteX89" fmla="*/ 198499 w 496144"/>
                <a:gd name="connsiteY89" fmla="*/ 262604 h 397916"/>
                <a:gd name="connsiteX90" fmla="*/ 161086 w 496144"/>
                <a:gd name="connsiteY90" fmla="*/ 279852 h 397916"/>
                <a:gd name="connsiteX91" fmla="*/ 156670 w 496144"/>
                <a:gd name="connsiteY91" fmla="*/ 288851 h 397916"/>
                <a:gd name="connsiteX92" fmla="*/ 166502 w 496144"/>
                <a:gd name="connsiteY92" fmla="*/ 295351 h 397916"/>
                <a:gd name="connsiteX93" fmla="*/ 198333 w 496144"/>
                <a:gd name="connsiteY93" fmla="*/ 300934 h 397916"/>
                <a:gd name="connsiteX94" fmla="*/ 265077 w 496144"/>
                <a:gd name="connsiteY94" fmla="*/ 313182 h 397916"/>
                <a:gd name="connsiteX95" fmla="*/ 226413 w 496144"/>
                <a:gd name="connsiteY95" fmla="*/ 318849 h 397916"/>
                <a:gd name="connsiteX96" fmla="*/ 184917 w 496144"/>
                <a:gd name="connsiteY96" fmla="*/ 315182 h 397916"/>
                <a:gd name="connsiteX97" fmla="*/ 178084 w 496144"/>
                <a:gd name="connsiteY97" fmla="*/ 325598 h 397916"/>
                <a:gd name="connsiteX98" fmla="*/ 246078 w 496144"/>
                <a:gd name="connsiteY98" fmla="*/ 367678 h 397916"/>
                <a:gd name="connsiteX99" fmla="*/ 279242 w 496144"/>
                <a:gd name="connsiteY99" fmla="*/ 381343 h 397916"/>
                <a:gd name="connsiteX100" fmla="*/ 287491 w 496144"/>
                <a:gd name="connsiteY100" fmla="*/ 383843 h 397916"/>
                <a:gd name="connsiteX101" fmla="*/ 288241 w 496144"/>
                <a:gd name="connsiteY101" fmla="*/ 385676 h 397916"/>
                <a:gd name="connsiteX102" fmla="*/ 270826 w 496144"/>
                <a:gd name="connsiteY102" fmla="*/ 386343 h 397916"/>
                <a:gd name="connsiteX103" fmla="*/ 193666 w 496144"/>
                <a:gd name="connsiteY103" fmla="*/ 370761 h 397916"/>
                <a:gd name="connsiteX104" fmla="*/ 167169 w 496144"/>
                <a:gd name="connsiteY104" fmla="*/ 358512 h 397916"/>
                <a:gd name="connsiteX105" fmla="*/ 147004 w 496144"/>
                <a:gd name="connsiteY105" fmla="*/ 341180 h 397916"/>
                <a:gd name="connsiteX106" fmla="*/ 127922 w 496144"/>
                <a:gd name="connsiteY106" fmla="*/ 318515 h 397916"/>
                <a:gd name="connsiteX107" fmla="*/ 122423 w 496144"/>
                <a:gd name="connsiteY107" fmla="*/ 309766 h 397916"/>
                <a:gd name="connsiteX108" fmla="*/ 115507 w 496144"/>
                <a:gd name="connsiteY108" fmla="*/ 309350 h 397916"/>
                <a:gd name="connsiteX109" fmla="*/ 79843 w 496144"/>
                <a:gd name="connsiteY109" fmla="*/ 338930 h 397916"/>
                <a:gd name="connsiteX110" fmla="*/ 55595 w 496144"/>
                <a:gd name="connsiteY110" fmla="*/ 357428 h 397916"/>
                <a:gd name="connsiteX111" fmla="*/ 26598 w 496144"/>
                <a:gd name="connsiteY111" fmla="*/ 354262 h 397916"/>
                <a:gd name="connsiteX112" fmla="*/ 15349 w 496144"/>
                <a:gd name="connsiteY112" fmla="*/ 338430 h 397916"/>
                <a:gd name="connsiteX113" fmla="*/ 40180 w 496144"/>
                <a:gd name="connsiteY113" fmla="*/ 326265 h 397916"/>
                <a:gd name="connsiteX114" fmla="*/ 90426 w 496144"/>
                <a:gd name="connsiteY114" fmla="*/ 296768 h 397916"/>
                <a:gd name="connsiteX115" fmla="*/ 98092 w 496144"/>
                <a:gd name="connsiteY115" fmla="*/ 276353 h 397916"/>
                <a:gd name="connsiteX116" fmla="*/ 71927 w 496144"/>
                <a:gd name="connsiteY116" fmla="*/ 221858 h 397916"/>
                <a:gd name="connsiteX117" fmla="*/ 68261 w 496144"/>
                <a:gd name="connsiteY117" fmla="*/ 167946 h 397916"/>
                <a:gd name="connsiteX118" fmla="*/ 75844 w 496144"/>
                <a:gd name="connsiteY118" fmla="*/ 141365 h 397916"/>
                <a:gd name="connsiteX119" fmla="*/ 82593 w 496144"/>
                <a:gd name="connsiteY119" fmla="*/ 127199 h 397916"/>
                <a:gd name="connsiteX120" fmla="*/ 80593 w 496144"/>
                <a:gd name="connsiteY120" fmla="*/ 139365 h 397916"/>
                <a:gd name="connsiteX121" fmla="*/ 80593 w 496144"/>
                <a:gd name="connsiteY121" fmla="*/ 139365 h 3979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496144" h="397916">
                  <a:moveTo>
                    <a:pt x="60678" y="146698"/>
                  </a:moveTo>
                  <a:cubicBezTo>
                    <a:pt x="54429" y="164613"/>
                    <a:pt x="52512" y="184444"/>
                    <a:pt x="55429" y="203109"/>
                  </a:cubicBezTo>
                  <a:cubicBezTo>
                    <a:pt x="58845" y="224690"/>
                    <a:pt x="65511" y="243522"/>
                    <a:pt x="76344" y="262521"/>
                  </a:cubicBezTo>
                  <a:cubicBezTo>
                    <a:pt x="79010" y="267187"/>
                    <a:pt x="84926" y="273853"/>
                    <a:pt x="85676" y="279269"/>
                  </a:cubicBezTo>
                  <a:cubicBezTo>
                    <a:pt x="86593" y="285602"/>
                    <a:pt x="82843" y="287435"/>
                    <a:pt x="77677" y="290935"/>
                  </a:cubicBezTo>
                  <a:cubicBezTo>
                    <a:pt x="66345" y="298684"/>
                    <a:pt x="54929" y="306100"/>
                    <a:pt x="43013" y="312849"/>
                  </a:cubicBezTo>
                  <a:cubicBezTo>
                    <a:pt x="33098" y="318432"/>
                    <a:pt x="22765" y="323265"/>
                    <a:pt x="12766" y="328681"/>
                  </a:cubicBezTo>
                  <a:cubicBezTo>
                    <a:pt x="7850" y="331347"/>
                    <a:pt x="1767" y="333597"/>
                    <a:pt x="267" y="339680"/>
                  </a:cubicBezTo>
                  <a:cubicBezTo>
                    <a:pt x="-2733" y="351846"/>
                    <a:pt x="20349" y="363012"/>
                    <a:pt x="28681" y="367178"/>
                  </a:cubicBezTo>
                  <a:cubicBezTo>
                    <a:pt x="43430" y="374511"/>
                    <a:pt x="56345" y="370178"/>
                    <a:pt x="69511" y="361678"/>
                  </a:cubicBezTo>
                  <a:cubicBezTo>
                    <a:pt x="78927" y="355596"/>
                    <a:pt x="87343" y="348179"/>
                    <a:pt x="95925" y="341180"/>
                  </a:cubicBezTo>
                  <a:cubicBezTo>
                    <a:pt x="101841" y="336347"/>
                    <a:pt x="108924" y="329098"/>
                    <a:pt x="116007" y="324598"/>
                  </a:cubicBezTo>
                  <a:cubicBezTo>
                    <a:pt x="116923" y="327598"/>
                    <a:pt x="118173" y="331764"/>
                    <a:pt x="119173" y="333348"/>
                  </a:cubicBezTo>
                  <a:cubicBezTo>
                    <a:pt x="121589" y="337014"/>
                    <a:pt x="124673" y="340014"/>
                    <a:pt x="128006" y="342680"/>
                  </a:cubicBezTo>
                  <a:cubicBezTo>
                    <a:pt x="131255" y="346013"/>
                    <a:pt x="135172" y="348930"/>
                    <a:pt x="139588" y="352096"/>
                  </a:cubicBezTo>
                  <a:cubicBezTo>
                    <a:pt x="145504" y="356345"/>
                    <a:pt x="151504" y="360429"/>
                    <a:pt x="157670" y="364261"/>
                  </a:cubicBezTo>
                  <a:cubicBezTo>
                    <a:pt x="160086" y="365844"/>
                    <a:pt x="162586" y="367344"/>
                    <a:pt x="165086" y="368761"/>
                  </a:cubicBezTo>
                  <a:cubicBezTo>
                    <a:pt x="171585" y="372594"/>
                    <a:pt x="178251" y="376093"/>
                    <a:pt x="185167" y="379177"/>
                  </a:cubicBezTo>
                  <a:cubicBezTo>
                    <a:pt x="216998" y="393176"/>
                    <a:pt x="252828" y="399675"/>
                    <a:pt x="287491" y="397508"/>
                  </a:cubicBezTo>
                  <a:cubicBezTo>
                    <a:pt x="293824" y="397092"/>
                    <a:pt x="306073" y="396842"/>
                    <a:pt x="306656" y="387926"/>
                  </a:cubicBezTo>
                  <a:cubicBezTo>
                    <a:pt x="306906" y="383843"/>
                    <a:pt x="303740" y="380510"/>
                    <a:pt x="299907" y="377927"/>
                  </a:cubicBezTo>
                  <a:cubicBezTo>
                    <a:pt x="316989" y="375011"/>
                    <a:pt x="334904" y="366844"/>
                    <a:pt x="347902" y="359929"/>
                  </a:cubicBezTo>
                  <a:cubicBezTo>
                    <a:pt x="372817" y="346680"/>
                    <a:pt x="392898" y="325432"/>
                    <a:pt x="411230" y="304350"/>
                  </a:cubicBezTo>
                  <a:cubicBezTo>
                    <a:pt x="452560" y="256688"/>
                    <a:pt x="478557" y="200276"/>
                    <a:pt x="489140" y="138282"/>
                  </a:cubicBezTo>
                  <a:cubicBezTo>
                    <a:pt x="493639" y="111951"/>
                    <a:pt x="501639" y="79954"/>
                    <a:pt x="490473" y="54372"/>
                  </a:cubicBezTo>
                  <a:cubicBezTo>
                    <a:pt x="480224" y="30708"/>
                    <a:pt x="453143" y="16043"/>
                    <a:pt x="429645" y="8793"/>
                  </a:cubicBezTo>
                  <a:cubicBezTo>
                    <a:pt x="374067" y="-8372"/>
                    <a:pt x="311489" y="1877"/>
                    <a:pt x="257577" y="19959"/>
                  </a:cubicBezTo>
                  <a:cubicBezTo>
                    <a:pt x="223747" y="31292"/>
                    <a:pt x="191917" y="45123"/>
                    <a:pt x="161336" y="63788"/>
                  </a:cubicBezTo>
                  <a:cubicBezTo>
                    <a:pt x="136338" y="79120"/>
                    <a:pt x="112090" y="96869"/>
                    <a:pt x="93509" y="119617"/>
                  </a:cubicBezTo>
                  <a:cubicBezTo>
                    <a:pt x="93342" y="116701"/>
                    <a:pt x="92925" y="113784"/>
                    <a:pt x="91926" y="111117"/>
                  </a:cubicBezTo>
                  <a:cubicBezTo>
                    <a:pt x="90926" y="108201"/>
                    <a:pt x="86843" y="107285"/>
                    <a:pt x="84343" y="108534"/>
                  </a:cubicBezTo>
                  <a:cubicBezTo>
                    <a:pt x="72594" y="114200"/>
                    <a:pt x="64678" y="135032"/>
                    <a:pt x="60678" y="146698"/>
                  </a:cubicBezTo>
                  <a:lnTo>
                    <a:pt x="60678" y="146698"/>
                  </a:lnTo>
                  <a:close/>
                  <a:moveTo>
                    <a:pt x="225747" y="48623"/>
                  </a:moveTo>
                  <a:cubicBezTo>
                    <a:pt x="273659" y="28958"/>
                    <a:pt x="326404" y="13293"/>
                    <a:pt x="378733" y="16959"/>
                  </a:cubicBezTo>
                  <a:cubicBezTo>
                    <a:pt x="406564" y="18876"/>
                    <a:pt x="433395" y="22875"/>
                    <a:pt x="456643" y="39541"/>
                  </a:cubicBezTo>
                  <a:cubicBezTo>
                    <a:pt x="469892" y="49039"/>
                    <a:pt x="478474" y="59539"/>
                    <a:pt x="479474" y="76454"/>
                  </a:cubicBezTo>
                  <a:cubicBezTo>
                    <a:pt x="480224" y="88953"/>
                    <a:pt x="479307" y="101868"/>
                    <a:pt x="477557" y="114284"/>
                  </a:cubicBezTo>
                  <a:cubicBezTo>
                    <a:pt x="473891" y="140698"/>
                    <a:pt x="469892" y="167196"/>
                    <a:pt x="460476" y="192194"/>
                  </a:cubicBezTo>
                  <a:cubicBezTo>
                    <a:pt x="450727" y="218358"/>
                    <a:pt x="439311" y="242855"/>
                    <a:pt x="423896" y="266104"/>
                  </a:cubicBezTo>
                  <a:cubicBezTo>
                    <a:pt x="406814" y="291934"/>
                    <a:pt x="385066" y="317182"/>
                    <a:pt x="361068" y="336680"/>
                  </a:cubicBezTo>
                  <a:cubicBezTo>
                    <a:pt x="349152" y="346429"/>
                    <a:pt x="336320" y="353929"/>
                    <a:pt x="322238" y="359929"/>
                  </a:cubicBezTo>
                  <a:cubicBezTo>
                    <a:pt x="312739" y="364012"/>
                    <a:pt x="300990" y="369678"/>
                    <a:pt x="289824" y="372677"/>
                  </a:cubicBezTo>
                  <a:cubicBezTo>
                    <a:pt x="270826" y="365178"/>
                    <a:pt x="252328" y="358845"/>
                    <a:pt x="234663" y="348013"/>
                  </a:cubicBezTo>
                  <a:cubicBezTo>
                    <a:pt x="226747" y="343180"/>
                    <a:pt x="218997" y="338097"/>
                    <a:pt x="211331" y="332931"/>
                  </a:cubicBezTo>
                  <a:cubicBezTo>
                    <a:pt x="218664" y="332848"/>
                    <a:pt x="225913" y="332098"/>
                    <a:pt x="232496" y="331598"/>
                  </a:cubicBezTo>
                  <a:cubicBezTo>
                    <a:pt x="247828" y="330431"/>
                    <a:pt x="274326" y="330765"/>
                    <a:pt x="283658" y="316099"/>
                  </a:cubicBezTo>
                  <a:cubicBezTo>
                    <a:pt x="285825" y="312683"/>
                    <a:pt x="284741" y="308516"/>
                    <a:pt x="281658" y="306100"/>
                  </a:cubicBezTo>
                  <a:cubicBezTo>
                    <a:pt x="266493" y="294518"/>
                    <a:pt x="243828" y="293851"/>
                    <a:pt x="225580" y="291351"/>
                  </a:cubicBezTo>
                  <a:cubicBezTo>
                    <a:pt x="214748" y="289935"/>
                    <a:pt x="203999" y="288435"/>
                    <a:pt x="193250" y="286601"/>
                  </a:cubicBezTo>
                  <a:cubicBezTo>
                    <a:pt x="191417" y="286268"/>
                    <a:pt x="186667" y="285602"/>
                    <a:pt x="181834" y="284852"/>
                  </a:cubicBezTo>
                  <a:cubicBezTo>
                    <a:pt x="191083" y="280769"/>
                    <a:pt x="200166" y="276102"/>
                    <a:pt x="209332" y="271770"/>
                  </a:cubicBezTo>
                  <a:cubicBezTo>
                    <a:pt x="221747" y="265853"/>
                    <a:pt x="236163" y="260937"/>
                    <a:pt x="243912" y="249021"/>
                  </a:cubicBezTo>
                  <a:cubicBezTo>
                    <a:pt x="246578" y="245022"/>
                    <a:pt x="244412" y="240356"/>
                    <a:pt x="240246" y="238606"/>
                  </a:cubicBezTo>
                  <a:cubicBezTo>
                    <a:pt x="228330" y="233523"/>
                    <a:pt x="211831" y="239772"/>
                    <a:pt x="200082" y="242939"/>
                  </a:cubicBezTo>
                  <a:cubicBezTo>
                    <a:pt x="194583" y="244439"/>
                    <a:pt x="157086" y="260271"/>
                    <a:pt x="155420" y="258437"/>
                  </a:cubicBezTo>
                  <a:cubicBezTo>
                    <a:pt x="153503" y="256354"/>
                    <a:pt x="162836" y="239689"/>
                    <a:pt x="164002" y="237189"/>
                  </a:cubicBezTo>
                  <a:cubicBezTo>
                    <a:pt x="168085" y="228607"/>
                    <a:pt x="172502" y="220274"/>
                    <a:pt x="176918" y="211858"/>
                  </a:cubicBezTo>
                  <a:cubicBezTo>
                    <a:pt x="182417" y="201526"/>
                    <a:pt x="192750" y="188777"/>
                    <a:pt x="194500" y="177028"/>
                  </a:cubicBezTo>
                  <a:cubicBezTo>
                    <a:pt x="195250" y="172362"/>
                    <a:pt x="189333" y="168862"/>
                    <a:pt x="185417" y="171029"/>
                  </a:cubicBezTo>
                  <a:cubicBezTo>
                    <a:pt x="171752" y="178612"/>
                    <a:pt x="160336" y="189611"/>
                    <a:pt x="148587" y="199776"/>
                  </a:cubicBezTo>
                  <a:cubicBezTo>
                    <a:pt x="142171" y="205359"/>
                    <a:pt x="135838" y="211108"/>
                    <a:pt x="129339" y="216774"/>
                  </a:cubicBezTo>
                  <a:cubicBezTo>
                    <a:pt x="126672" y="219108"/>
                    <a:pt x="123923" y="222107"/>
                    <a:pt x="121006" y="224857"/>
                  </a:cubicBezTo>
                  <a:cubicBezTo>
                    <a:pt x="122256" y="210942"/>
                    <a:pt x="125006" y="197026"/>
                    <a:pt x="127339" y="183278"/>
                  </a:cubicBezTo>
                  <a:cubicBezTo>
                    <a:pt x="130172" y="166613"/>
                    <a:pt x="137505" y="150281"/>
                    <a:pt x="138588" y="133532"/>
                  </a:cubicBezTo>
                  <a:cubicBezTo>
                    <a:pt x="138921" y="128533"/>
                    <a:pt x="132172" y="124699"/>
                    <a:pt x="128422" y="128616"/>
                  </a:cubicBezTo>
                  <a:cubicBezTo>
                    <a:pt x="118340" y="138948"/>
                    <a:pt x="110424" y="151864"/>
                    <a:pt x="102091" y="163696"/>
                  </a:cubicBezTo>
                  <a:cubicBezTo>
                    <a:pt x="96342" y="171779"/>
                    <a:pt x="92259" y="182694"/>
                    <a:pt x="86676" y="191527"/>
                  </a:cubicBezTo>
                  <a:cubicBezTo>
                    <a:pt x="84343" y="178612"/>
                    <a:pt x="88009" y="160447"/>
                    <a:pt x="89342" y="150114"/>
                  </a:cubicBezTo>
                  <a:cubicBezTo>
                    <a:pt x="89842" y="146031"/>
                    <a:pt x="90842" y="141615"/>
                    <a:pt x="91676" y="137198"/>
                  </a:cubicBezTo>
                  <a:cubicBezTo>
                    <a:pt x="130089" y="100535"/>
                    <a:pt x="176501" y="68788"/>
                    <a:pt x="225747" y="48623"/>
                  </a:cubicBezTo>
                  <a:lnTo>
                    <a:pt x="225747" y="48623"/>
                  </a:lnTo>
                  <a:close/>
                  <a:moveTo>
                    <a:pt x="80593" y="139365"/>
                  </a:moveTo>
                  <a:cubicBezTo>
                    <a:pt x="79343" y="149114"/>
                    <a:pt x="77927" y="158863"/>
                    <a:pt x="77260" y="168696"/>
                  </a:cubicBezTo>
                  <a:cubicBezTo>
                    <a:pt x="76510" y="179945"/>
                    <a:pt x="74177" y="195193"/>
                    <a:pt x="80177" y="205442"/>
                  </a:cubicBezTo>
                  <a:cubicBezTo>
                    <a:pt x="81843" y="208276"/>
                    <a:pt x="86009" y="209775"/>
                    <a:pt x="88676" y="207109"/>
                  </a:cubicBezTo>
                  <a:cubicBezTo>
                    <a:pt x="96675" y="199276"/>
                    <a:pt x="101175" y="187110"/>
                    <a:pt x="107591" y="177945"/>
                  </a:cubicBezTo>
                  <a:cubicBezTo>
                    <a:pt x="112507" y="170945"/>
                    <a:pt x="117423" y="163363"/>
                    <a:pt x="122673" y="156030"/>
                  </a:cubicBezTo>
                  <a:cubicBezTo>
                    <a:pt x="120423" y="165029"/>
                    <a:pt x="117840" y="174112"/>
                    <a:pt x="116590" y="183028"/>
                  </a:cubicBezTo>
                  <a:cubicBezTo>
                    <a:pt x="114090" y="200693"/>
                    <a:pt x="110591" y="218691"/>
                    <a:pt x="109507" y="236440"/>
                  </a:cubicBezTo>
                  <a:cubicBezTo>
                    <a:pt x="109257" y="240606"/>
                    <a:pt x="113757" y="243355"/>
                    <a:pt x="117423" y="241689"/>
                  </a:cubicBezTo>
                  <a:cubicBezTo>
                    <a:pt x="128506" y="236523"/>
                    <a:pt x="138838" y="224857"/>
                    <a:pt x="148087" y="216858"/>
                  </a:cubicBezTo>
                  <a:cubicBezTo>
                    <a:pt x="156170" y="209859"/>
                    <a:pt x="164252" y="202192"/>
                    <a:pt x="172752" y="195360"/>
                  </a:cubicBezTo>
                  <a:cubicBezTo>
                    <a:pt x="171502" y="197360"/>
                    <a:pt x="170418" y="199193"/>
                    <a:pt x="169585" y="200776"/>
                  </a:cubicBezTo>
                  <a:cubicBezTo>
                    <a:pt x="164919" y="210192"/>
                    <a:pt x="160253" y="219524"/>
                    <a:pt x="155920" y="229107"/>
                  </a:cubicBezTo>
                  <a:cubicBezTo>
                    <a:pt x="151420" y="239106"/>
                    <a:pt x="139088" y="259104"/>
                    <a:pt x="146671" y="269770"/>
                  </a:cubicBezTo>
                  <a:cubicBezTo>
                    <a:pt x="147837" y="271353"/>
                    <a:pt x="149920" y="271686"/>
                    <a:pt x="151670" y="271436"/>
                  </a:cubicBezTo>
                  <a:cubicBezTo>
                    <a:pt x="165169" y="270020"/>
                    <a:pt x="178918" y="262854"/>
                    <a:pt x="192000" y="258937"/>
                  </a:cubicBezTo>
                  <a:cubicBezTo>
                    <a:pt x="199333" y="256771"/>
                    <a:pt x="211415" y="252271"/>
                    <a:pt x="221997" y="250938"/>
                  </a:cubicBezTo>
                  <a:cubicBezTo>
                    <a:pt x="214498" y="255688"/>
                    <a:pt x="205499" y="259021"/>
                    <a:pt x="198499" y="262604"/>
                  </a:cubicBezTo>
                  <a:cubicBezTo>
                    <a:pt x="186334" y="268770"/>
                    <a:pt x="174168" y="275769"/>
                    <a:pt x="161086" y="279852"/>
                  </a:cubicBezTo>
                  <a:cubicBezTo>
                    <a:pt x="157003" y="281102"/>
                    <a:pt x="155003" y="284769"/>
                    <a:pt x="156670" y="288851"/>
                  </a:cubicBezTo>
                  <a:cubicBezTo>
                    <a:pt x="158586" y="293518"/>
                    <a:pt x="162003" y="294184"/>
                    <a:pt x="166502" y="295351"/>
                  </a:cubicBezTo>
                  <a:cubicBezTo>
                    <a:pt x="176751" y="297934"/>
                    <a:pt x="187834" y="299100"/>
                    <a:pt x="198333" y="300934"/>
                  </a:cubicBezTo>
                  <a:cubicBezTo>
                    <a:pt x="217831" y="304350"/>
                    <a:pt x="245828" y="304017"/>
                    <a:pt x="265077" y="313182"/>
                  </a:cubicBezTo>
                  <a:cubicBezTo>
                    <a:pt x="253994" y="317849"/>
                    <a:pt x="234079" y="318182"/>
                    <a:pt x="226413" y="318849"/>
                  </a:cubicBezTo>
                  <a:cubicBezTo>
                    <a:pt x="213748" y="319932"/>
                    <a:pt x="196000" y="322515"/>
                    <a:pt x="184917" y="315182"/>
                  </a:cubicBezTo>
                  <a:cubicBezTo>
                    <a:pt x="178251" y="310766"/>
                    <a:pt x="171335" y="321182"/>
                    <a:pt x="178084" y="325598"/>
                  </a:cubicBezTo>
                  <a:cubicBezTo>
                    <a:pt x="200166" y="340180"/>
                    <a:pt x="222164" y="356179"/>
                    <a:pt x="246078" y="367678"/>
                  </a:cubicBezTo>
                  <a:cubicBezTo>
                    <a:pt x="256827" y="372844"/>
                    <a:pt x="267826" y="377677"/>
                    <a:pt x="279242" y="381343"/>
                  </a:cubicBezTo>
                  <a:cubicBezTo>
                    <a:pt x="281992" y="382093"/>
                    <a:pt x="284825" y="382926"/>
                    <a:pt x="287491" y="383843"/>
                  </a:cubicBezTo>
                  <a:cubicBezTo>
                    <a:pt x="295741" y="387676"/>
                    <a:pt x="295991" y="388259"/>
                    <a:pt x="288241" y="385676"/>
                  </a:cubicBezTo>
                  <a:cubicBezTo>
                    <a:pt x="282492" y="386343"/>
                    <a:pt x="276576" y="386426"/>
                    <a:pt x="270826" y="386343"/>
                  </a:cubicBezTo>
                  <a:cubicBezTo>
                    <a:pt x="244828" y="386176"/>
                    <a:pt x="218081" y="379427"/>
                    <a:pt x="193666" y="370761"/>
                  </a:cubicBezTo>
                  <a:cubicBezTo>
                    <a:pt x="184417" y="367428"/>
                    <a:pt x="175668" y="363261"/>
                    <a:pt x="167169" y="358512"/>
                  </a:cubicBezTo>
                  <a:cubicBezTo>
                    <a:pt x="160253" y="353012"/>
                    <a:pt x="153753" y="347096"/>
                    <a:pt x="147004" y="341180"/>
                  </a:cubicBezTo>
                  <a:cubicBezTo>
                    <a:pt x="138671" y="333848"/>
                    <a:pt x="132505" y="328931"/>
                    <a:pt x="127922" y="318515"/>
                  </a:cubicBezTo>
                  <a:cubicBezTo>
                    <a:pt x="126089" y="314349"/>
                    <a:pt x="126006" y="312849"/>
                    <a:pt x="122423" y="309766"/>
                  </a:cubicBezTo>
                  <a:cubicBezTo>
                    <a:pt x="120590" y="308183"/>
                    <a:pt x="117590" y="308433"/>
                    <a:pt x="115507" y="309350"/>
                  </a:cubicBezTo>
                  <a:cubicBezTo>
                    <a:pt x="102508" y="315266"/>
                    <a:pt x="90509" y="329514"/>
                    <a:pt x="79843" y="338930"/>
                  </a:cubicBezTo>
                  <a:cubicBezTo>
                    <a:pt x="72427" y="345429"/>
                    <a:pt x="64511" y="353012"/>
                    <a:pt x="55595" y="357428"/>
                  </a:cubicBezTo>
                  <a:cubicBezTo>
                    <a:pt x="44263" y="362928"/>
                    <a:pt x="36931" y="360262"/>
                    <a:pt x="26598" y="354262"/>
                  </a:cubicBezTo>
                  <a:cubicBezTo>
                    <a:pt x="20182" y="350513"/>
                    <a:pt x="7266" y="345763"/>
                    <a:pt x="15349" y="338430"/>
                  </a:cubicBezTo>
                  <a:cubicBezTo>
                    <a:pt x="21515" y="332848"/>
                    <a:pt x="32764" y="329931"/>
                    <a:pt x="40180" y="326265"/>
                  </a:cubicBezTo>
                  <a:cubicBezTo>
                    <a:pt x="57512" y="317599"/>
                    <a:pt x="74011" y="307100"/>
                    <a:pt x="90426" y="296768"/>
                  </a:cubicBezTo>
                  <a:cubicBezTo>
                    <a:pt x="99675" y="290935"/>
                    <a:pt x="101925" y="286685"/>
                    <a:pt x="98092" y="276353"/>
                  </a:cubicBezTo>
                  <a:cubicBezTo>
                    <a:pt x="91176" y="257271"/>
                    <a:pt x="77010" y="241856"/>
                    <a:pt x="71927" y="221858"/>
                  </a:cubicBezTo>
                  <a:cubicBezTo>
                    <a:pt x="67428" y="204193"/>
                    <a:pt x="65595" y="186027"/>
                    <a:pt x="68261" y="167946"/>
                  </a:cubicBezTo>
                  <a:cubicBezTo>
                    <a:pt x="69594" y="158780"/>
                    <a:pt x="72094" y="149781"/>
                    <a:pt x="75844" y="141365"/>
                  </a:cubicBezTo>
                  <a:cubicBezTo>
                    <a:pt x="77094" y="138698"/>
                    <a:pt x="79593" y="132532"/>
                    <a:pt x="82593" y="127199"/>
                  </a:cubicBezTo>
                  <a:cubicBezTo>
                    <a:pt x="82093" y="131365"/>
                    <a:pt x="81010" y="135782"/>
                    <a:pt x="80593" y="139365"/>
                  </a:cubicBezTo>
                  <a:lnTo>
                    <a:pt x="80593" y="139365"/>
                  </a:lnTo>
                  <a:close/>
                </a:path>
              </a:pathLst>
            </a:custGeom>
            <a:grpFill/>
            <a:ln w="8332" cap="flat">
              <a:noFill/>
              <a:prstDash val="solid"/>
              <a:miter/>
            </a:ln>
          </p:spPr>
          <p:txBody>
            <a:bodyPr rtlCol="0" anchor="ctr"/>
            <a:lstStyle/>
            <a:p>
              <a:endParaRPr lang="en-US"/>
            </a:p>
          </p:txBody>
        </p:sp>
        <p:sp>
          <p:nvSpPr>
            <p:cNvPr id="1571" name="Freeform: Shape 1570"/>
            <p:cNvSpPr/>
            <p:nvPr/>
          </p:nvSpPr>
          <p:spPr>
            <a:xfrm>
              <a:off x="1217035" y="4109629"/>
              <a:ext cx="26018" cy="21955"/>
            </a:xfrm>
            <a:custGeom>
              <a:avLst/>
              <a:gdLst>
                <a:gd name="connsiteX0" fmla="*/ 460 w 26018"/>
                <a:gd name="connsiteY0" fmla="*/ 9094 h 21955"/>
                <a:gd name="connsiteX1" fmla="*/ 960 w 26018"/>
                <a:gd name="connsiteY1" fmla="*/ 16260 h 21955"/>
                <a:gd name="connsiteX2" fmla="*/ 6626 w 26018"/>
                <a:gd name="connsiteY2" fmla="*/ 21175 h 21955"/>
                <a:gd name="connsiteX3" fmla="*/ 16959 w 26018"/>
                <a:gd name="connsiteY3" fmla="*/ 19676 h 21955"/>
                <a:gd name="connsiteX4" fmla="*/ 24541 w 26018"/>
                <a:gd name="connsiteY4" fmla="*/ 14760 h 21955"/>
                <a:gd name="connsiteX5" fmla="*/ 19708 w 26018"/>
                <a:gd name="connsiteY5" fmla="*/ 761 h 21955"/>
                <a:gd name="connsiteX6" fmla="*/ 10626 w 26018"/>
                <a:gd name="connsiteY6" fmla="*/ 678 h 21955"/>
                <a:gd name="connsiteX7" fmla="*/ 460 w 26018"/>
                <a:gd name="connsiteY7" fmla="*/ 9094 h 21955"/>
                <a:gd name="connsiteX8" fmla="*/ 460 w 26018"/>
                <a:gd name="connsiteY8" fmla="*/ 9094 h 21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18" h="21955">
                  <a:moveTo>
                    <a:pt x="460" y="9094"/>
                  </a:moveTo>
                  <a:cubicBezTo>
                    <a:pt x="-290" y="11260"/>
                    <a:pt x="-123" y="14343"/>
                    <a:pt x="960" y="16260"/>
                  </a:cubicBezTo>
                  <a:cubicBezTo>
                    <a:pt x="2293" y="18676"/>
                    <a:pt x="4126" y="20092"/>
                    <a:pt x="6626" y="21175"/>
                  </a:cubicBezTo>
                  <a:cubicBezTo>
                    <a:pt x="10126" y="22675"/>
                    <a:pt x="14042" y="21926"/>
                    <a:pt x="16959" y="19676"/>
                  </a:cubicBezTo>
                  <a:cubicBezTo>
                    <a:pt x="19958" y="19092"/>
                    <a:pt x="22875" y="17259"/>
                    <a:pt x="24541" y="14760"/>
                  </a:cubicBezTo>
                  <a:cubicBezTo>
                    <a:pt x="27791" y="9594"/>
                    <a:pt x="25458" y="2844"/>
                    <a:pt x="19708" y="761"/>
                  </a:cubicBezTo>
                  <a:cubicBezTo>
                    <a:pt x="16792" y="-239"/>
                    <a:pt x="13542" y="-239"/>
                    <a:pt x="10626" y="678"/>
                  </a:cubicBezTo>
                  <a:cubicBezTo>
                    <a:pt x="6126" y="2177"/>
                    <a:pt x="2127" y="4427"/>
                    <a:pt x="460" y="9094"/>
                  </a:cubicBezTo>
                  <a:lnTo>
                    <a:pt x="460" y="9094"/>
                  </a:lnTo>
                  <a:close/>
                </a:path>
              </a:pathLst>
            </a:custGeom>
            <a:grpFill/>
            <a:ln w="8332" cap="flat">
              <a:noFill/>
              <a:prstDash val="solid"/>
              <a:miter/>
            </a:ln>
          </p:spPr>
          <p:txBody>
            <a:bodyPr rtlCol="0" anchor="ctr"/>
            <a:lstStyle/>
            <a:p>
              <a:endParaRPr lang="en-US"/>
            </a:p>
          </p:txBody>
        </p:sp>
        <p:sp>
          <p:nvSpPr>
            <p:cNvPr id="1572" name="Freeform: Shape 1571"/>
            <p:cNvSpPr/>
            <p:nvPr/>
          </p:nvSpPr>
          <p:spPr>
            <a:xfrm>
              <a:off x="1198983" y="4056137"/>
              <a:ext cx="24481" cy="23440"/>
            </a:xfrm>
            <a:custGeom>
              <a:avLst/>
              <a:gdLst>
                <a:gd name="connsiteX0" fmla="*/ 346 w 24481"/>
                <a:gd name="connsiteY0" fmla="*/ 15673 h 23440"/>
                <a:gd name="connsiteX1" fmla="*/ 9262 w 24481"/>
                <a:gd name="connsiteY1" fmla="*/ 23422 h 23440"/>
                <a:gd name="connsiteX2" fmla="*/ 21928 w 24481"/>
                <a:gd name="connsiteY2" fmla="*/ 17173 h 23440"/>
                <a:gd name="connsiteX3" fmla="*/ 23178 w 24481"/>
                <a:gd name="connsiteY3" fmla="*/ 4340 h 23440"/>
                <a:gd name="connsiteX4" fmla="*/ 14512 w 24481"/>
                <a:gd name="connsiteY4" fmla="*/ 91 h 23440"/>
                <a:gd name="connsiteX5" fmla="*/ 11762 w 24481"/>
                <a:gd name="connsiteY5" fmla="*/ 924 h 23440"/>
                <a:gd name="connsiteX6" fmla="*/ 10345 w 24481"/>
                <a:gd name="connsiteY6" fmla="*/ 1924 h 23440"/>
                <a:gd name="connsiteX7" fmla="*/ 6763 w 24481"/>
                <a:gd name="connsiteY7" fmla="*/ 2924 h 23440"/>
                <a:gd name="connsiteX8" fmla="*/ 346 w 24481"/>
                <a:gd name="connsiteY8" fmla="*/ 15673 h 23440"/>
                <a:gd name="connsiteX9" fmla="*/ 346 w 24481"/>
                <a:gd name="connsiteY9" fmla="*/ 15673 h 23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481" h="23440">
                  <a:moveTo>
                    <a:pt x="346" y="15673"/>
                  </a:moveTo>
                  <a:cubicBezTo>
                    <a:pt x="1430" y="19839"/>
                    <a:pt x="4846" y="23172"/>
                    <a:pt x="9262" y="23422"/>
                  </a:cubicBezTo>
                  <a:cubicBezTo>
                    <a:pt x="14429" y="23672"/>
                    <a:pt x="18928" y="21339"/>
                    <a:pt x="21928" y="17173"/>
                  </a:cubicBezTo>
                  <a:cubicBezTo>
                    <a:pt x="24344" y="13756"/>
                    <a:pt x="25594" y="8007"/>
                    <a:pt x="23178" y="4340"/>
                  </a:cubicBezTo>
                  <a:cubicBezTo>
                    <a:pt x="21095" y="1174"/>
                    <a:pt x="18345" y="-409"/>
                    <a:pt x="14512" y="91"/>
                  </a:cubicBezTo>
                  <a:cubicBezTo>
                    <a:pt x="13512" y="257"/>
                    <a:pt x="12762" y="424"/>
                    <a:pt x="11762" y="924"/>
                  </a:cubicBezTo>
                  <a:cubicBezTo>
                    <a:pt x="11262" y="1174"/>
                    <a:pt x="10762" y="1507"/>
                    <a:pt x="10345" y="1924"/>
                  </a:cubicBezTo>
                  <a:cubicBezTo>
                    <a:pt x="9096" y="2091"/>
                    <a:pt x="7846" y="2424"/>
                    <a:pt x="6763" y="2924"/>
                  </a:cubicBezTo>
                  <a:cubicBezTo>
                    <a:pt x="2013" y="5090"/>
                    <a:pt x="-1070" y="10423"/>
                    <a:pt x="346" y="15673"/>
                  </a:cubicBezTo>
                  <a:lnTo>
                    <a:pt x="346" y="15673"/>
                  </a:lnTo>
                  <a:close/>
                </a:path>
              </a:pathLst>
            </a:custGeom>
            <a:grpFill/>
            <a:ln w="8332" cap="flat">
              <a:noFill/>
              <a:prstDash val="solid"/>
              <a:miter/>
            </a:ln>
          </p:spPr>
          <p:txBody>
            <a:bodyPr rtlCol="0" anchor="ctr"/>
            <a:lstStyle/>
            <a:p>
              <a:endParaRPr lang="en-US"/>
            </a:p>
          </p:txBody>
        </p:sp>
        <p:sp>
          <p:nvSpPr>
            <p:cNvPr id="1573" name="Freeform: Shape 1572"/>
            <p:cNvSpPr/>
            <p:nvPr/>
          </p:nvSpPr>
          <p:spPr>
            <a:xfrm>
              <a:off x="1169460" y="4002161"/>
              <a:ext cx="24326" cy="21128"/>
            </a:xfrm>
            <a:custGeom>
              <a:avLst/>
              <a:gdLst>
                <a:gd name="connsiteX0" fmla="*/ 39 w 24326"/>
                <a:gd name="connsiteY0" fmla="*/ 11237 h 21128"/>
                <a:gd name="connsiteX1" fmla="*/ 13371 w 24326"/>
                <a:gd name="connsiteY1" fmla="*/ 20070 h 21128"/>
                <a:gd name="connsiteX2" fmla="*/ 14038 w 24326"/>
                <a:gd name="connsiteY2" fmla="*/ 19653 h 21128"/>
                <a:gd name="connsiteX3" fmla="*/ 22953 w 24326"/>
                <a:gd name="connsiteY3" fmla="*/ 16987 h 21128"/>
                <a:gd name="connsiteX4" fmla="*/ 22870 w 24326"/>
                <a:gd name="connsiteY4" fmla="*/ 5904 h 21128"/>
                <a:gd name="connsiteX5" fmla="*/ 9705 w 24326"/>
                <a:gd name="connsiteY5" fmla="*/ 488 h 21128"/>
                <a:gd name="connsiteX6" fmla="*/ 39 w 24326"/>
                <a:gd name="connsiteY6" fmla="*/ 11237 h 21128"/>
                <a:gd name="connsiteX7" fmla="*/ 39 w 24326"/>
                <a:gd name="connsiteY7" fmla="*/ 11237 h 21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26" h="21128">
                  <a:moveTo>
                    <a:pt x="39" y="11237"/>
                  </a:moveTo>
                  <a:cubicBezTo>
                    <a:pt x="-628" y="17820"/>
                    <a:pt x="7455" y="23569"/>
                    <a:pt x="13371" y="20070"/>
                  </a:cubicBezTo>
                  <a:cubicBezTo>
                    <a:pt x="13621" y="19903"/>
                    <a:pt x="13871" y="19736"/>
                    <a:pt x="14038" y="19653"/>
                  </a:cubicBezTo>
                  <a:cubicBezTo>
                    <a:pt x="17287" y="20986"/>
                    <a:pt x="20954" y="20236"/>
                    <a:pt x="22953" y="16987"/>
                  </a:cubicBezTo>
                  <a:cubicBezTo>
                    <a:pt x="25036" y="13737"/>
                    <a:pt x="24537" y="9238"/>
                    <a:pt x="22870" y="5904"/>
                  </a:cubicBezTo>
                  <a:cubicBezTo>
                    <a:pt x="20454" y="988"/>
                    <a:pt x="14871" y="-1012"/>
                    <a:pt x="9705" y="488"/>
                  </a:cubicBezTo>
                  <a:cubicBezTo>
                    <a:pt x="4788" y="1988"/>
                    <a:pt x="622" y="5738"/>
                    <a:pt x="39" y="11237"/>
                  </a:cubicBezTo>
                  <a:lnTo>
                    <a:pt x="39" y="11237"/>
                  </a:lnTo>
                  <a:close/>
                </a:path>
              </a:pathLst>
            </a:custGeom>
            <a:grpFill/>
            <a:ln w="8332" cap="flat">
              <a:noFill/>
              <a:prstDash val="solid"/>
              <a:miter/>
            </a:ln>
          </p:spPr>
          <p:txBody>
            <a:bodyPr rtlCol="0" anchor="ctr"/>
            <a:lstStyle/>
            <a:p>
              <a:endParaRPr lang="en-US"/>
            </a:p>
          </p:txBody>
        </p:sp>
        <p:sp>
          <p:nvSpPr>
            <p:cNvPr id="1574" name="Freeform: Shape 1573"/>
            <p:cNvSpPr/>
            <p:nvPr/>
          </p:nvSpPr>
          <p:spPr>
            <a:xfrm>
              <a:off x="1115351" y="3952388"/>
              <a:ext cx="22999" cy="22018"/>
            </a:xfrm>
            <a:custGeom>
              <a:avLst/>
              <a:gdLst>
                <a:gd name="connsiteX0" fmla="*/ 486 w 22999"/>
                <a:gd name="connsiteY0" fmla="*/ 8848 h 22018"/>
                <a:gd name="connsiteX1" fmla="*/ 236 w 22999"/>
                <a:gd name="connsiteY1" fmla="*/ 13931 h 22018"/>
                <a:gd name="connsiteX2" fmla="*/ 2486 w 22999"/>
                <a:gd name="connsiteY2" fmla="*/ 18514 h 22018"/>
                <a:gd name="connsiteX3" fmla="*/ 12068 w 22999"/>
                <a:gd name="connsiteY3" fmla="*/ 21764 h 22018"/>
                <a:gd name="connsiteX4" fmla="*/ 14235 w 22999"/>
                <a:gd name="connsiteY4" fmla="*/ 21014 h 22018"/>
                <a:gd name="connsiteX5" fmla="*/ 16651 w 22999"/>
                <a:gd name="connsiteY5" fmla="*/ 21097 h 22018"/>
                <a:gd name="connsiteX6" fmla="*/ 21818 w 22999"/>
                <a:gd name="connsiteY6" fmla="*/ 6932 h 22018"/>
                <a:gd name="connsiteX7" fmla="*/ 12152 w 22999"/>
                <a:gd name="connsiteY7" fmla="*/ 16 h 22018"/>
                <a:gd name="connsiteX8" fmla="*/ 4069 w 22999"/>
                <a:gd name="connsiteY8" fmla="*/ 2932 h 22018"/>
                <a:gd name="connsiteX9" fmla="*/ 486 w 22999"/>
                <a:gd name="connsiteY9" fmla="*/ 8848 h 22018"/>
                <a:gd name="connsiteX10" fmla="*/ 486 w 22999"/>
                <a:gd name="connsiteY10" fmla="*/ 8848 h 22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999" h="22018">
                  <a:moveTo>
                    <a:pt x="486" y="8848"/>
                  </a:moveTo>
                  <a:cubicBezTo>
                    <a:pt x="-14" y="10515"/>
                    <a:pt x="-180" y="12264"/>
                    <a:pt x="236" y="13931"/>
                  </a:cubicBezTo>
                  <a:cubicBezTo>
                    <a:pt x="569" y="15681"/>
                    <a:pt x="1319" y="17181"/>
                    <a:pt x="2486" y="18514"/>
                  </a:cubicBezTo>
                  <a:cubicBezTo>
                    <a:pt x="4736" y="21014"/>
                    <a:pt x="8652" y="22680"/>
                    <a:pt x="12068" y="21764"/>
                  </a:cubicBezTo>
                  <a:cubicBezTo>
                    <a:pt x="12818" y="21514"/>
                    <a:pt x="13568" y="21264"/>
                    <a:pt x="14235" y="21014"/>
                  </a:cubicBezTo>
                  <a:cubicBezTo>
                    <a:pt x="14985" y="21180"/>
                    <a:pt x="15818" y="21264"/>
                    <a:pt x="16651" y="21097"/>
                  </a:cubicBezTo>
                  <a:cubicBezTo>
                    <a:pt x="23151" y="19764"/>
                    <a:pt x="24234" y="12098"/>
                    <a:pt x="21818" y="6932"/>
                  </a:cubicBezTo>
                  <a:cubicBezTo>
                    <a:pt x="20068" y="3182"/>
                    <a:pt x="16318" y="266"/>
                    <a:pt x="12152" y="16"/>
                  </a:cubicBezTo>
                  <a:cubicBezTo>
                    <a:pt x="9319" y="-151"/>
                    <a:pt x="6236" y="1016"/>
                    <a:pt x="4069" y="2932"/>
                  </a:cubicBezTo>
                  <a:cubicBezTo>
                    <a:pt x="2403" y="4432"/>
                    <a:pt x="903" y="6598"/>
                    <a:pt x="486" y="8848"/>
                  </a:cubicBezTo>
                  <a:lnTo>
                    <a:pt x="486" y="8848"/>
                  </a:lnTo>
                  <a:close/>
                </a:path>
              </a:pathLst>
            </a:custGeom>
            <a:grpFill/>
            <a:ln w="8332" cap="flat">
              <a:noFill/>
              <a:prstDash val="solid"/>
              <a:miter/>
            </a:ln>
          </p:spPr>
          <p:txBody>
            <a:bodyPr rtlCol="0" anchor="ctr"/>
            <a:lstStyle/>
            <a:p>
              <a:endParaRPr lang="en-US"/>
            </a:p>
          </p:txBody>
        </p:sp>
        <p:sp>
          <p:nvSpPr>
            <p:cNvPr id="1575" name="Freeform: Shape 1574"/>
            <p:cNvSpPr/>
            <p:nvPr/>
          </p:nvSpPr>
          <p:spPr>
            <a:xfrm>
              <a:off x="1176158" y="3944192"/>
              <a:ext cx="25499" cy="25676"/>
            </a:xfrm>
            <a:custGeom>
              <a:avLst/>
              <a:gdLst>
                <a:gd name="connsiteX0" fmla="*/ 2007 w 25499"/>
                <a:gd name="connsiteY0" fmla="*/ 9045 h 25676"/>
                <a:gd name="connsiteX1" fmla="*/ 174 w 25499"/>
                <a:gd name="connsiteY1" fmla="*/ 13795 h 25676"/>
                <a:gd name="connsiteX2" fmla="*/ 2424 w 25499"/>
                <a:gd name="connsiteY2" fmla="*/ 22378 h 25676"/>
                <a:gd name="connsiteX3" fmla="*/ 11590 w 25499"/>
                <a:gd name="connsiteY3" fmla="*/ 25461 h 25676"/>
                <a:gd name="connsiteX4" fmla="*/ 9173 w 25499"/>
                <a:gd name="connsiteY4" fmla="*/ 25627 h 25676"/>
                <a:gd name="connsiteX5" fmla="*/ 11673 w 25499"/>
                <a:gd name="connsiteY5" fmla="*/ 25461 h 25676"/>
                <a:gd name="connsiteX6" fmla="*/ 15173 w 25499"/>
                <a:gd name="connsiteY6" fmla="*/ 23961 h 25676"/>
                <a:gd name="connsiteX7" fmla="*/ 19339 w 25499"/>
                <a:gd name="connsiteY7" fmla="*/ 18628 h 25676"/>
                <a:gd name="connsiteX8" fmla="*/ 19339 w 25499"/>
                <a:gd name="connsiteY8" fmla="*/ 18628 h 25676"/>
                <a:gd name="connsiteX9" fmla="*/ 19672 w 25499"/>
                <a:gd name="connsiteY9" fmla="*/ 18461 h 25676"/>
                <a:gd name="connsiteX10" fmla="*/ 21839 w 25499"/>
                <a:gd name="connsiteY10" fmla="*/ 17211 h 25676"/>
                <a:gd name="connsiteX11" fmla="*/ 21005 w 25499"/>
                <a:gd name="connsiteY11" fmla="*/ 1630 h 25676"/>
                <a:gd name="connsiteX12" fmla="*/ 5590 w 25499"/>
                <a:gd name="connsiteY12" fmla="*/ 4213 h 25676"/>
                <a:gd name="connsiteX13" fmla="*/ 2007 w 25499"/>
                <a:gd name="connsiteY13" fmla="*/ 9045 h 25676"/>
                <a:gd name="connsiteX14" fmla="*/ 2007 w 25499"/>
                <a:gd name="connsiteY14" fmla="*/ 9045 h 2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499" h="25676">
                  <a:moveTo>
                    <a:pt x="2007" y="9045"/>
                  </a:moveTo>
                  <a:cubicBezTo>
                    <a:pt x="1174" y="10628"/>
                    <a:pt x="424" y="12045"/>
                    <a:pt x="174" y="13795"/>
                  </a:cubicBezTo>
                  <a:cubicBezTo>
                    <a:pt x="-409" y="16961"/>
                    <a:pt x="507" y="19795"/>
                    <a:pt x="2424" y="22378"/>
                  </a:cubicBezTo>
                  <a:cubicBezTo>
                    <a:pt x="4424" y="24961"/>
                    <a:pt x="8507" y="26210"/>
                    <a:pt x="11590" y="25461"/>
                  </a:cubicBezTo>
                  <a:cubicBezTo>
                    <a:pt x="10756" y="25544"/>
                    <a:pt x="9923" y="25544"/>
                    <a:pt x="9173" y="25627"/>
                  </a:cubicBezTo>
                  <a:cubicBezTo>
                    <a:pt x="10006" y="25710"/>
                    <a:pt x="10840" y="25627"/>
                    <a:pt x="11673" y="25461"/>
                  </a:cubicBezTo>
                  <a:cubicBezTo>
                    <a:pt x="12923" y="25127"/>
                    <a:pt x="14089" y="24627"/>
                    <a:pt x="15173" y="23961"/>
                  </a:cubicBezTo>
                  <a:cubicBezTo>
                    <a:pt x="17256" y="22627"/>
                    <a:pt x="18256" y="20794"/>
                    <a:pt x="19339" y="18628"/>
                  </a:cubicBezTo>
                  <a:lnTo>
                    <a:pt x="19339" y="18628"/>
                  </a:lnTo>
                  <a:cubicBezTo>
                    <a:pt x="17922" y="21627"/>
                    <a:pt x="18922" y="19795"/>
                    <a:pt x="19672" y="18461"/>
                  </a:cubicBezTo>
                  <a:cubicBezTo>
                    <a:pt x="20422" y="18128"/>
                    <a:pt x="21172" y="17711"/>
                    <a:pt x="21839" y="17211"/>
                  </a:cubicBezTo>
                  <a:cubicBezTo>
                    <a:pt x="27088" y="13211"/>
                    <a:pt x="26588" y="5129"/>
                    <a:pt x="21005" y="1630"/>
                  </a:cubicBezTo>
                  <a:cubicBezTo>
                    <a:pt x="15839" y="-1620"/>
                    <a:pt x="9756" y="379"/>
                    <a:pt x="5590" y="4213"/>
                  </a:cubicBezTo>
                  <a:cubicBezTo>
                    <a:pt x="4007" y="5546"/>
                    <a:pt x="2924" y="7296"/>
                    <a:pt x="2007" y="9045"/>
                  </a:cubicBezTo>
                  <a:lnTo>
                    <a:pt x="2007" y="9045"/>
                  </a:lnTo>
                  <a:close/>
                </a:path>
              </a:pathLst>
            </a:custGeom>
            <a:grpFill/>
            <a:ln w="8332" cap="flat">
              <a:noFill/>
              <a:prstDash val="solid"/>
              <a:miter/>
            </a:ln>
          </p:spPr>
          <p:txBody>
            <a:bodyPr rtlCol="0" anchor="ctr"/>
            <a:lstStyle/>
            <a:p>
              <a:endParaRPr lang="en-US"/>
            </a:p>
          </p:txBody>
        </p:sp>
        <p:sp>
          <p:nvSpPr>
            <p:cNvPr id="1576" name="Freeform: Shape 1575"/>
            <p:cNvSpPr/>
            <p:nvPr/>
          </p:nvSpPr>
          <p:spPr>
            <a:xfrm>
              <a:off x="1234407" y="3993670"/>
              <a:ext cx="24836" cy="28475"/>
            </a:xfrm>
            <a:custGeom>
              <a:avLst/>
              <a:gdLst>
                <a:gd name="connsiteX0" fmla="*/ 2420 w 24836"/>
                <a:gd name="connsiteY0" fmla="*/ 8563 h 28475"/>
                <a:gd name="connsiteX1" fmla="*/ 7169 w 24836"/>
                <a:gd name="connsiteY1" fmla="*/ 27894 h 28475"/>
                <a:gd name="connsiteX2" fmla="*/ 24834 w 24836"/>
                <a:gd name="connsiteY2" fmla="*/ 15312 h 28475"/>
                <a:gd name="connsiteX3" fmla="*/ 23335 w 24836"/>
                <a:gd name="connsiteY3" fmla="*/ 10313 h 28475"/>
                <a:gd name="connsiteX4" fmla="*/ 22085 w 24836"/>
                <a:gd name="connsiteY4" fmla="*/ 2897 h 28475"/>
                <a:gd name="connsiteX5" fmla="*/ 13252 w 24836"/>
                <a:gd name="connsiteY5" fmla="*/ 230 h 28475"/>
                <a:gd name="connsiteX6" fmla="*/ 2420 w 24836"/>
                <a:gd name="connsiteY6" fmla="*/ 8563 h 28475"/>
                <a:gd name="connsiteX7" fmla="*/ 2420 w 24836"/>
                <a:gd name="connsiteY7" fmla="*/ 8563 h 28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836" h="28475">
                  <a:moveTo>
                    <a:pt x="2420" y="8563"/>
                  </a:moveTo>
                  <a:cubicBezTo>
                    <a:pt x="-1330" y="15229"/>
                    <a:pt x="-1413" y="24895"/>
                    <a:pt x="7169" y="27894"/>
                  </a:cubicBezTo>
                  <a:cubicBezTo>
                    <a:pt x="14835" y="30561"/>
                    <a:pt x="25001" y="23645"/>
                    <a:pt x="24834" y="15312"/>
                  </a:cubicBezTo>
                  <a:cubicBezTo>
                    <a:pt x="24751" y="13312"/>
                    <a:pt x="24251" y="11646"/>
                    <a:pt x="23335" y="10313"/>
                  </a:cubicBezTo>
                  <a:cubicBezTo>
                    <a:pt x="24168" y="7813"/>
                    <a:pt x="24168" y="5230"/>
                    <a:pt x="22085" y="2897"/>
                  </a:cubicBezTo>
                  <a:cubicBezTo>
                    <a:pt x="19835" y="314"/>
                    <a:pt x="16502" y="-437"/>
                    <a:pt x="13252" y="230"/>
                  </a:cubicBezTo>
                  <a:cubicBezTo>
                    <a:pt x="8669" y="1147"/>
                    <a:pt x="4753" y="4563"/>
                    <a:pt x="2420" y="8563"/>
                  </a:cubicBezTo>
                  <a:lnTo>
                    <a:pt x="2420" y="8563"/>
                  </a:lnTo>
                  <a:close/>
                </a:path>
              </a:pathLst>
            </a:custGeom>
            <a:grpFill/>
            <a:ln w="8332" cap="flat">
              <a:noFill/>
              <a:prstDash val="solid"/>
              <a:miter/>
            </a:ln>
          </p:spPr>
          <p:txBody>
            <a:bodyPr rtlCol="0" anchor="ctr"/>
            <a:lstStyle/>
            <a:p>
              <a:endParaRPr lang="en-US"/>
            </a:p>
          </p:txBody>
        </p:sp>
        <p:sp>
          <p:nvSpPr>
            <p:cNvPr id="1577" name="Freeform: Shape 1576"/>
            <p:cNvSpPr/>
            <p:nvPr/>
          </p:nvSpPr>
          <p:spPr>
            <a:xfrm>
              <a:off x="1266894" y="4065390"/>
              <a:ext cx="21896" cy="24041"/>
            </a:xfrm>
            <a:custGeom>
              <a:avLst/>
              <a:gdLst>
                <a:gd name="connsiteX0" fmla="*/ 1513 w 21896"/>
                <a:gd name="connsiteY0" fmla="*/ 18585 h 24041"/>
                <a:gd name="connsiteX1" fmla="*/ 17012 w 21896"/>
                <a:gd name="connsiteY1" fmla="*/ 21668 h 24041"/>
                <a:gd name="connsiteX2" fmla="*/ 18595 w 21896"/>
                <a:gd name="connsiteY2" fmla="*/ 19919 h 24041"/>
                <a:gd name="connsiteX3" fmla="*/ 21845 w 21896"/>
                <a:gd name="connsiteY3" fmla="*/ 12419 h 24041"/>
                <a:gd name="connsiteX4" fmla="*/ 21345 w 21896"/>
                <a:gd name="connsiteY4" fmla="*/ 9253 h 24041"/>
                <a:gd name="connsiteX5" fmla="*/ 21178 w 21896"/>
                <a:gd name="connsiteY5" fmla="*/ 7837 h 24041"/>
                <a:gd name="connsiteX6" fmla="*/ 15095 w 21896"/>
                <a:gd name="connsiteY6" fmla="*/ 587 h 24041"/>
                <a:gd name="connsiteX7" fmla="*/ 2180 w 21896"/>
                <a:gd name="connsiteY7" fmla="*/ 5003 h 24041"/>
                <a:gd name="connsiteX8" fmla="*/ 1513 w 21896"/>
                <a:gd name="connsiteY8" fmla="*/ 18585 h 24041"/>
                <a:gd name="connsiteX9" fmla="*/ 1513 w 21896"/>
                <a:gd name="connsiteY9" fmla="*/ 18585 h 24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896" h="24041">
                  <a:moveTo>
                    <a:pt x="1513" y="18585"/>
                  </a:moveTo>
                  <a:cubicBezTo>
                    <a:pt x="4846" y="24335"/>
                    <a:pt x="11762" y="25835"/>
                    <a:pt x="17012" y="21668"/>
                  </a:cubicBezTo>
                  <a:cubicBezTo>
                    <a:pt x="17595" y="21168"/>
                    <a:pt x="18178" y="20585"/>
                    <a:pt x="18595" y="19919"/>
                  </a:cubicBezTo>
                  <a:cubicBezTo>
                    <a:pt x="20428" y="17836"/>
                    <a:pt x="21428" y="15253"/>
                    <a:pt x="21845" y="12419"/>
                  </a:cubicBezTo>
                  <a:cubicBezTo>
                    <a:pt x="22011" y="11336"/>
                    <a:pt x="21761" y="10253"/>
                    <a:pt x="21345" y="9253"/>
                  </a:cubicBezTo>
                  <a:cubicBezTo>
                    <a:pt x="21345" y="9003"/>
                    <a:pt x="21261" y="8586"/>
                    <a:pt x="21178" y="7837"/>
                  </a:cubicBezTo>
                  <a:cubicBezTo>
                    <a:pt x="20678" y="4587"/>
                    <a:pt x="18262" y="1670"/>
                    <a:pt x="15095" y="587"/>
                  </a:cubicBezTo>
                  <a:cubicBezTo>
                    <a:pt x="10429" y="-996"/>
                    <a:pt x="4846" y="671"/>
                    <a:pt x="2180" y="5003"/>
                  </a:cubicBezTo>
                  <a:cubicBezTo>
                    <a:pt x="-237" y="9003"/>
                    <a:pt x="-903" y="14419"/>
                    <a:pt x="1513" y="18585"/>
                  </a:cubicBezTo>
                  <a:lnTo>
                    <a:pt x="1513" y="18585"/>
                  </a:lnTo>
                  <a:close/>
                </a:path>
              </a:pathLst>
            </a:custGeom>
            <a:grpFill/>
            <a:ln w="8332" cap="flat">
              <a:noFill/>
              <a:prstDash val="solid"/>
              <a:miter/>
            </a:ln>
          </p:spPr>
          <p:txBody>
            <a:bodyPr rtlCol="0" anchor="ctr"/>
            <a:lstStyle/>
            <a:p>
              <a:endParaRPr lang="en-US"/>
            </a:p>
          </p:txBody>
        </p:sp>
        <p:sp>
          <p:nvSpPr>
            <p:cNvPr id="1578" name="Freeform: Shape 1577"/>
            <p:cNvSpPr/>
            <p:nvPr/>
          </p:nvSpPr>
          <p:spPr>
            <a:xfrm>
              <a:off x="1293589" y="4001374"/>
              <a:ext cx="26253" cy="24450"/>
            </a:xfrm>
            <a:custGeom>
              <a:avLst/>
              <a:gdLst>
                <a:gd name="connsiteX0" fmla="*/ 566 w 26253"/>
                <a:gd name="connsiteY0" fmla="*/ 10358 h 24450"/>
                <a:gd name="connsiteX1" fmla="*/ 9649 w 26253"/>
                <a:gd name="connsiteY1" fmla="*/ 23940 h 24450"/>
                <a:gd name="connsiteX2" fmla="*/ 12982 w 26253"/>
                <a:gd name="connsiteY2" fmla="*/ 23440 h 24450"/>
                <a:gd name="connsiteX3" fmla="*/ 12982 w 26253"/>
                <a:gd name="connsiteY3" fmla="*/ 23440 h 24450"/>
                <a:gd name="connsiteX4" fmla="*/ 21897 w 26253"/>
                <a:gd name="connsiteY4" fmla="*/ 21607 h 24450"/>
                <a:gd name="connsiteX5" fmla="*/ 24481 w 26253"/>
                <a:gd name="connsiteY5" fmla="*/ 17857 h 24450"/>
                <a:gd name="connsiteX6" fmla="*/ 25147 w 26253"/>
                <a:gd name="connsiteY6" fmla="*/ 16357 h 24450"/>
                <a:gd name="connsiteX7" fmla="*/ 25147 w 26253"/>
                <a:gd name="connsiteY7" fmla="*/ 16191 h 24450"/>
                <a:gd name="connsiteX8" fmla="*/ 26230 w 26253"/>
                <a:gd name="connsiteY8" fmla="*/ 12358 h 24450"/>
                <a:gd name="connsiteX9" fmla="*/ 14731 w 26253"/>
                <a:gd name="connsiteY9" fmla="*/ 25 h 24450"/>
                <a:gd name="connsiteX10" fmla="*/ 566 w 26253"/>
                <a:gd name="connsiteY10" fmla="*/ 10358 h 24450"/>
                <a:gd name="connsiteX11" fmla="*/ 566 w 26253"/>
                <a:gd name="connsiteY11" fmla="*/ 10358 h 24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253" h="24450">
                  <a:moveTo>
                    <a:pt x="566" y="10358"/>
                  </a:moveTo>
                  <a:cubicBezTo>
                    <a:pt x="-1684" y="16607"/>
                    <a:pt x="3066" y="23607"/>
                    <a:pt x="9649" y="23940"/>
                  </a:cubicBezTo>
                  <a:cubicBezTo>
                    <a:pt x="10815" y="24023"/>
                    <a:pt x="11898" y="23773"/>
                    <a:pt x="12982" y="23440"/>
                  </a:cubicBezTo>
                  <a:lnTo>
                    <a:pt x="12982" y="23440"/>
                  </a:lnTo>
                  <a:cubicBezTo>
                    <a:pt x="16148" y="25356"/>
                    <a:pt x="19648" y="24440"/>
                    <a:pt x="21897" y="21607"/>
                  </a:cubicBezTo>
                  <a:cubicBezTo>
                    <a:pt x="22897" y="20357"/>
                    <a:pt x="23814" y="19274"/>
                    <a:pt x="24481" y="17857"/>
                  </a:cubicBezTo>
                  <a:cubicBezTo>
                    <a:pt x="24731" y="17357"/>
                    <a:pt x="24981" y="16857"/>
                    <a:pt x="25147" y="16357"/>
                  </a:cubicBezTo>
                  <a:cubicBezTo>
                    <a:pt x="25314" y="15940"/>
                    <a:pt x="25231" y="16024"/>
                    <a:pt x="25147" y="16191"/>
                  </a:cubicBezTo>
                  <a:cubicBezTo>
                    <a:pt x="25730" y="14941"/>
                    <a:pt x="26147" y="13941"/>
                    <a:pt x="26230" y="12358"/>
                  </a:cubicBezTo>
                  <a:cubicBezTo>
                    <a:pt x="26647" y="5608"/>
                    <a:pt x="21397" y="359"/>
                    <a:pt x="14731" y="25"/>
                  </a:cubicBezTo>
                  <a:cubicBezTo>
                    <a:pt x="8232" y="-391"/>
                    <a:pt x="2732" y="4358"/>
                    <a:pt x="566" y="10358"/>
                  </a:cubicBezTo>
                  <a:lnTo>
                    <a:pt x="566" y="10358"/>
                  </a:lnTo>
                  <a:close/>
                </a:path>
              </a:pathLst>
            </a:custGeom>
            <a:grpFill/>
            <a:ln w="8332" cap="flat">
              <a:noFill/>
              <a:prstDash val="solid"/>
              <a:miter/>
            </a:ln>
          </p:spPr>
          <p:txBody>
            <a:bodyPr rtlCol="0" anchor="ctr"/>
            <a:lstStyle/>
            <a:p>
              <a:endParaRPr lang="en-US"/>
            </a:p>
          </p:txBody>
        </p:sp>
        <p:sp>
          <p:nvSpPr>
            <p:cNvPr id="1579" name="Freeform: Shape 1578"/>
            <p:cNvSpPr/>
            <p:nvPr/>
          </p:nvSpPr>
          <p:spPr>
            <a:xfrm>
              <a:off x="1266767" y="3938252"/>
              <a:ext cx="23340" cy="19843"/>
            </a:xfrm>
            <a:custGeom>
              <a:avLst/>
              <a:gdLst>
                <a:gd name="connsiteX0" fmla="*/ 1723 w 23340"/>
                <a:gd name="connsiteY0" fmla="*/ 15401 h 19843"/>
                <a:gd name="connsiteX1" fmla="*/ 11639 w 23340"/>
                <a:gd name="connsiteY1" fmla="*/ 19568 h 19843"/>
                <a:gd name="connsiteX2" fmla="*/ 14555 w 23340"/>
                <a:gd name="connsiteY2" fmla="*/ 18568 h 19843"/>
                <a:gd name="connsiteX3" fmla="*/ 14888 w 23340"/>
                <a:gd name="connsiteY3" fmla="*/ 18318 h 19843"/>
                <a:gd name="connsiteX4" fmla="*/ 16305 w 23340"/>
                <a:gd name="connsiteY4" fmla="*/ 18818 h 19843"/>
                <a:gd name="connsiteX5" fmla="*/ 21638 w 23340"/>
                <a:gd name="connsiteY5" fmla="*/ 15735 h 19843"/>
                <a:gd name="connsiteX6" fmla="*/ 22138 w 23340"/>
                <a:gd name="connsiteY6" fmla="*/ 13235 h 19843"/>
                <a:gd name="connsiteX7" fmla="*/ 21305 w 23340"/>
                <a:gd name="connsiteY7" fmla="*/ 3903 h 19843"/>
                <a:gd name="connsiteX8" fmla="*/ 11639 w 23340"/>
                <a:gd name="connsiteY8" fmla="*/ 236 h 19843"/>
                <a:gd name="connsiteX9" fmla="*/ 5889 w 23340"/>
                <a:gd name="connsiteY9" fmla="*/ 903 h 19843"/>
                <a:gd name="connsiteX10" fmla="*/ 1556 w 23340"/>
                <a:gd name="connsiteY10" fmla="*/ 4736 h 19843"/>
                <a:gd name="connsiteX11" fmla="*/ 1723 w 23340"/>
                <a:gd name="connsiteY11" fmla="*/ 15401 h 19843"/>
                <a:gd name="connsiteX12" fmla="*/ 1723 w 23340"/>
                <a:gd name="connsiteY12" fmla="*/ 15401 h 19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40" h="19843">
                  <a:moveTo>
                    <a:pt x="1723" y="15401"/>
                  </a:moveTo>
                  <a:cubicBezTo>
                    <a:pt x="3723" y="18401"/>
                    <a:pt x="7972" y="20651"/>
                    <a:pt x="11639" y="19568"/>
                  </a:cubicBezTo>
                  <a:cubicBezTo>
                    <a:pt x="12639" y="19318"/>
                    <a:pt x="13639" y="18985"/>
                    <a:pt x="14555" y="18568"/>
                  </a:cubicBezTo>
                  <a:cubicBezTo>
                    <a:pt x="14722" y="18485"/>
                    <a:pt x="14805" y="18401"/>
                    <a:pt x="14888" y="18318"/>
                  </a:cubicBezTo>
                  <a:cubicBezTo>
                    <a:pt x="15305" y="18568"/>
                    <a:pt x="15805" y="18735"/>
                    <a:pt x="16305" y="18818"/>
                  </a:cubicBezTo>
                  <a:cubicBezTo>
                    <a:pt x="18388" y="19151"/>
                    <a:pt x="21138" y="18068"/>
                    <a:pt x="21638" y="15735"/>
                  </a:cubicBezTo>
                  <a:cubicBezTo>
                    <a:pt x="21805" y="14901"/>
                    <a:pt x="21971" y="14068"/>
                    <a:pt x="22138" y="13235"/>
                  </a:cubicBezTo>
                  <a:cubicBezTo>
                    <a:pt x="23971" y="10319"/>
                    <a:pt x="23721" y="6652"/>
                    <a:pt x="21305" y="3903"/>
                  </a:cubicBezTo>
                  <a:cubicBezTo>
                    <a:pt x="19055" y="1320"/>
                    <a:pt x="15305" y="236"/>
                    <a:pt x="11639" y="236"/>
                  </a:cubicBezTo>
                  <a:cubicBezTo>
                    <a:pt x="9639" y="-181"/>
                    <a:pt x="7556" y="-97"/>
                    <a:pt x="5889" y="903"/>
                  </a:cubicBezTo>
                  <a:cubicBezTo>
                    <a:pt x="3973" y="1986"/>
                    <a:pt x="2973" y="3069"/>
                    <a:pt x="1556" y="4736"/>
                  </a:cubicBezTo>
                  <a:cubicBezTo>
                    <a:pt x="-860" y="7735"/>
                    <a:pt x="-193" y="12652"/>
                    <a:pt x="1723" y="15401"/>
                  </a:cubicBezTo>
                  <a:lnTo>
                    <a:pt x="1723" y="15401"/>
                  </a:lnTo>
                  <a:close/>
                </a:path>
              </a:pathLst>
            </a:custGeom>
            <a:grpFill/>
            <a:ln w="8332" cap="flat">
              <a:noFill/>
              <a:prstDash val="solid"/>
              <a:miter/>
            </a:ln>
          </p:spPr>
          <p:txBody>
            <a:bodyPr rtlCol="0" anchor="ctr"/>
            <a:lstStyle/>
            <a:p>
              <a:endParaRPr lang="en-US"/>
            </a:p>
          </p:txBody>
        </p:sp>
        <p:sp>
          <p:nvSpPr>
            <p:cNvPr id="1580" name="Freeform: Shape 1579"/>
            <p:cNvSpPr/>
            <p:nvPr/>
          </p:nvSpPr>
          <p:spPr>
            <a:xfrm>
              <a:off x="1203969" y="3895934"/>
              <a:ext cx="24499" cy="25561"/>
            </a:xfrm>
            <a:custGeom>
              <a:avLst/>
              <a:gdLst>
                <a:gd name="connsiteX0" fmla="*/ 277 w 24499"/>
                <a:gd name="connsiteY0" fmla="*/ 17390 h 25561"/>
                <a:gd name="connsiteX1" fmla="*/ 11526 w 24499"/>
                <a:gd name="connsiteY1" fmla="*/ 25556 h 25561"/>
                <a:gd name="connsiteX2" fmla="*/ 20859 w 24499"/>
                <a:gd name="connsiteY2" fmla="*/ 18140 h 25561"/>
                <a:gd name="connsiteX3" fmla="*/ 20942 w 24499"/>
                <a:gd name="connsiteY3" fmla="*/ 17306 h 25561"/>
                <a:gd name="connsiteX4" fmla="*/ 22859 w 24499"/>
                <a:gd name="connsiteY4" fmla="*/ 15556 h 25561"/>
                <a:gd name="connsiteX5" fmla="*/ 23775 w 24499"/>
                <a:gd name="connsiteY5" fmla="*/ 7641 h 25561"/>
                <a:gd name="connsiteX6" fmla="*/ 21609 w 24499"/>
                <a:gd name="connsiteY6" fmla="*/ 3141 h 25561"/>
                <a:gd name="connsiteX7" fmla="*/ 12860 w 24499"/>
                <a:gd name="connsiteY7" fmla="*/ 225 h 25561"/>
                <a:gd name="connsiteX8" fmla="*/ 6110 w 24499"/>
                <a:gd name="connsiteY8" fmla="*/ 3557 h 25561"/>
                <a:gd name="connsiteX9" fmla="*/ 2027 w 24499"/>
                <a:gd name="connsiteY9" fmla="*/ 8057 h 25561"/>
                <a:gd name="connsiteX10" fmla="*/ 277 w 24499"/>
                <a:gd name="connsiteY10" fmla="*/ 17390 h 25561"/>
                <a:gd name="connsiteX11" fmla="*/ 277 w 24499"/>
                <a:gd name="connsiteY11" fmla="*/ 17390 h 25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499" h="25561">
                  <a:moveTo>
                    <a:pt x="277" y="17390"/>
                  </a:moveTo>
                  <a:cubicBezTo>
                    <a:pt x="1611" y="22723"/>
                    <a:pt x="6360" y="25306"/>
                    <a:pt x="11526" y="25556"/>
                  </a:cubicBezTo>
                  <a:cubicBezTo>
                    <a:pt x="16026" y="25722"/>
                    <a:pt x="20026" y="22556"/>
                    <a:pt x="20859" y="18140"/>
                  </a:cubicBezTo>
                  <a:cubicBezTo>
                    <a:pt x="20942" y="17890"/>
                    <a:pt x="20942" y="17557"/>
                    <a:pt x="20942" y="17306"/>
                  </a:cubicBezTo>
                  <a:cubicBezTo>
                    <a:pt x="21609" y="16807"/>
                    <a:pt x="22275" y="16307"/>
                    <a:pt x="22859" y="15556"/>
                  </a:cubicBezTo>
                  <a:cubicBezTo>
                    <a:pt x="24859" y="13140"/>
                    <a:pt x="24859" y="10224"/>
                    <a:pt x="23775" y="7641"/>
                  </a:cubicBezTo>
                  <a:cubicBezTo>
                    <a:pt x="23442" y="6058"/>
                    <a:pt x="22775" y="4641"/>
                    <a:pt x="21609" y="3141"/>
                  </a:cubicBezTo>
                  <a:cubicBezTo>
                    <a:pt x="19692" y="641"/>
                    <a:pt x="15859" y="-525"/>
                    <a:pt x="12860" y="225"/>
                  </a:cubicBezTo>
                  <a:cubicBezTo>
                    <a:pt x="10277" y="808"/>
                    <a:pt x="8110" y="1808"/>
                    <a:pt x="6110" y="3557"/>
                  </a:cubicBezTo>
                  <a:cubicBezTo>
                    <a:pt x="4610" y="4891"/>
                    <a:pt x="3110" y="6391"/>
                    <a:pt x="2027" y="8057"/>
                  </a:cubicBezTo>
                  <a:cubicBezTo>
                    <a:pt x="361" y="10640"/>
                    <a:pt x="-473" y="14390"/>
                    <a:pt x="277" y="17390"/>
                  </a:cubicBezTo>
                  <a:lnTo>
                    <a:pt x="277" y="17390"/>
                  </a:lnTo>
                  <a:close/>
                </a:path>
              </a:pathLst>
            </a:custGeom>
            <a:grpFill/>
            <a:ln w="8332" cap="flat">
              <a:noFill/>
              <a:prstDash val="solid"/>
              <a:miter/>
            </a:ln>
          </p:spPr>
          <p:txBody>
            <a:bodyPr rtlCol="0" anchor="ctr"/>
            <a:lstStyle/>
            <a:p>
              <a:endParaRPr lang="en-US"/>
            </a:p>
          </p:txBody>
        </p:sp>
        <p:sp>
          <p:nvSpPr>
            <p:cNvPr id="1581" name="Freeform: Shape 1580"/>
            <p:cNvSpPr/>
            <p:nvPr/>
          </p:nvSpPr>
          <p:spPr>
            <a:xfrm>
              <a:off x="1325132" y="3934485"/>
              <a:ext cx="21246" cy="21061"/>
            </a:xfrm>
            <a:custGeom>
              <a:avLst/>
              <a:gdLst>
                <a:gd name="connsiteX0" fmla="*/ 520 w 21246"/>
                <a:gd name="connsiteY0" fmla="*/ 7586 h 21061"/>
                <a:gd name="connsiteX1" fmla="*/ 4103 w 21246"/>
                <a:gd name="connsiteY1" fmla="*/ 17752 h 21061"/>
                <a:gd name="connsiteX2" fmla="*/ 8352 w 21246"/>
                <a:gd name="connsiteY2" fmla="*/ 19085 h 21061"/>
                <a:gd name="connsiteX3" fmla="*/ 10102 w 21246"/>
                <a:gd name="connsiteY3" fmla="*/ 20502 h 21061"/>
                <a:gd name="connsiteX4" fmla="*/ 17185 w 21246"/>
                <a:gd name="connsiteY4" fmla="*/ 18585 h 21061"/>
                <a:gd name="connsiteX5" fmla="*/ 19601 w 21246"/>
                <a:gd name="connsiteY5" fmla="*/ 13836 h 21061"/>
                <a:gd name="connsiteX6" fmla="*/ 19601 w 21246"/>
                <a:gd name="connsiteY6" fmla="*/ 13586 h 21061"/>
                <a:gd name="connsiteX7" fmla="*/ 19768 w 21246"/>
                <a:gd name="connsiteY7" fmla="*/ 13252 h 21061"/>
                <a:gd name="connsiteX8" fmla="*/ 21018 w 21246"/>
                <a:gd name="connsiteY8" fmla="*/ 10086 h 21061"/>
                <a:gd name="connsiteX9" fmla="*/ 15102 w 21246"/>
                <a:gd name="connsiteY9" fmla="*/ 670 h 21061"/>
                <a:gd name="connsiteX10" fmla="*/ 14935 w 21246"/>
                <a:gd name="connsiteY10" fmla="*/ 587 h 21061"/>
                <a:gd name="connsiteX11" fmla="*/ 12518 w 21246"/>
                <a:gd name="connsiteY11" fmla="*/ 87 h 21061"/>
                <a:gd name="connsiteX12" fmla="*/ 8936 w 21246"/>
                <a:gd name="connsiteY12" fmla="*/ 254 h 21061"/>
                <a:gd name="connsiteX13" fmla="*/ 4769 w 21246"/>
                <a:gd name="connsiteY13" fmla="*/ 2003 h 21061"/>
                <a:gd name="connsiteX14" fmla="*/ 520 w 21246"/>
                <a:gd name="connsiteY14" fmla="*/ 7586 h 21061"/>
                <a:gd name="connsiteX15" fmla="*/ 520 w 21246"/>
                <a:gd name="connsiteY15" fmla="*/ 7586 h 21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1246" h="21061">
                  <a:moveTo>
                    <a:pt x="520" y="7586"/>
                  </a:moveTo>
                  <a:cubicBezTo>
                    <a:pt x="-980" y="11002"/>
                    <a:pt x="936" y="15919"/>
                    <a:pt x="4103" y="17752"/>
                  </a:cubicBezTo>
                  <a:cubicBezTo>
                    <a:pt x="5436" y="18585"/>
                    <a:pt x="6852" y="19002"/>
                    <a:pt x="8352" y="19085"/>
                  </a:cubicBezTo>
                  <a:cubicBezTo>
                    <a:pt x="8852" y="19669"/>
                    <a:pt x="9435" y="20169"/>
                    <a:pt x="10102" y="20502"/>
                  </a:cubicBezTo>
                  <a:cubicBezTo>
                    <a:pt x="12518" y="21668"/>
                    <a:pt x="15685" y="21002"/>
                    <a:pt x="17185" y="18585"/>
                  </a:cubicBezTo>
                  <a:cubicBezTo>
                    <a:pt x="18101" y="17085"/>
                    <a:pt x="18935" y="15502"/>
                    <a:pt x="19601" y="13836"/>
                  </a:cubicBezTo>
                  <a:cubicBezTo>
                    <a:pt x="19685" y="13586"/>
                    <a:pt x="20101" y="12919"/>
                    <a:pt x="19601" y="13586"/>
                  </a:cubicBezTo>
                  <a:cubicBezTo>
                    <a:pt x="19018" y="14336"/>
                    <a:pt x="19685" y="13502"/>
                    <a:pt x="19768" y="13252"/>
                  </a:cubicBezTo>
                  <a:cubicBezTo>
                    <a:pt x="20268" y="12253"/>
                    <a:pt x="20768" y="11253"/>
                    <a:pt x="21018" y="10086"/>
                  </a:cubicBezTo>
                  <a:cubicBezTo>
                    <a:pt x="22018" y="5420"/>
                    <a:pt x="19685" y="1670"/>
                    <a:pt x="15102" y="670"/>
                  </a:cubicBezTo>
                  <a:cubicBezTo>
                    <a:pt x="15102" y="670"/>
                    <a:pt x="15018" y="587"/>
                    <a:pt x="14935" y="587"/>
                  </a:cubicBezTo>
                  <a:cubicBezTo>
                    <a:pt x="14268" y="254"/>
                    <a:pt x="13268" y="170"/>
                    <a:pt x="12518" y="87"/>
                  </a:cubicBezTo>
                  <a:cubicBezTo>
                    <a:pt x="11352" y="-80"/>
                    <a:pt x="10102" y="3"/>
                    <a:pt x="8936" y="254"/>
                  </a:cubicBezTo>
                  <a:cubicBezTo>
                    <a:pt x="7436" y="587"/>
                    <a:pt x="6019" y="1170"/>
                    <a:pt x="4769" y="2003"/>
                  </a:cubicBezTo>
                  <a:cubicBezTo>
                    <a:pt x="2686" y="3420"/>
                    <a:pt x="1520" y="5253"/>
                    <a:pt x="520" y="7586"/>
                  </a:cubicBezTo>
                  <a:lnTo>
                    <a:pt x="520" y="7586"/>
                  </a:lnTo>
                  <a:close/>
                </a:path>
              </a:pathLst>
            </a:custGeom>
            <a:grpFill/>
            <a:ln w="8332" cap="flat">
              <a:noFill/>
              <a:prstDash val="solid"/>
              <a:miter/>
            </a:ln>
          </p:spPr>
          <p:txBody>
            <a:bodyPr rtlCol="0" anchor="ctr"/>
            <a:lstStyle/>
            <a:p>
              <a:endParaRPr lang="en-US"/>
            </a:p>
          </p:txBody>
        </p:sp>
        <p:sp>
          <p:nvSpPr>
            <p:cNvPr id="1582" name="Freeform: Shape 1581"/>
            <p:cNvSpPr/>
            <p:nvPr/>
          </p:nvSpPr>
          <p:spPr>
            <a:xfrm>
              <a:off x="1275248" y="3884077"/>
              <a:ext cx="26650" cy="24166"/>
            </a:xfrm>
            <a:custGeom>
              <a:avLst/>
              <a:gdLst>
                <a:gd name="connsiteX0" fmla="*/ 75 w 26650"/>
                <a:gd name="connsiteY0" fmla="*/ 10999 h 24166"/>
                <a:gd name="connsiteX1" fmla="*/ 5491 w 26650"/>
                <a:gd name="connsiteY1" fmla="*/ 19998 h 24166"/>
                <a:gd name="connsiteX2" fmla="*/ 12574 w 26650"/>
                <a:gd name="connsiteY2" fmla="*/ 20582 h 24166"/>
                <a:gd name="connsiteX3" fmla="*/ 18490 w 26650"/>
                <a:gd name="connsiteY3" fmla="*/ 24165 h 24166"/>
                <a:gd name="connsiteX4" fmla="*/ 26489 w 26650"/>
                <a:gd name="connsiteY4" fmla="*/ 16998 h 24166"/>
                <a:gd name="connsiteX5" fmla="*/ 20323 w 26650"/>
                <a:gd name="connsiteY5" fmla="*/ 2583 h 24166"/>
                <a:gd name="connsiteX6" fmla="*/ 11824 w 26650"/>
                <a:gd name="connsiteY6" fmla="*/ 0 h 24166"/>
                <a:gd name="connsiteX7" fmla="*/ 2991 w 26650"/>
                <a:gd name="connsiteY7" fmla="*/ 3750 h 24166"/>
                <a:gd name="connsiteX8" fmla="*/ 75 w 26650"/>
                <a:gd name="connsiteY8" fmla="*/ 10999 h 24166"/>
                <a:gd name="connsiteX9" fmla="*/ 75 w 26650"/>
                <a:gd name="connsiteY9" fmla="*/ 10999 h 24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650" h="24166">
                  <a:moveTo>
                    <a:pt x="75" y="10999"/>
                  </a:moveTo>
                  <a:cubicBezTo>
                    <a:pt x="-508" y="14665"/>
                    <a:pt x="2408" y="18499"/>
                    <a:pt x="5491" y="19998"/>
                  </a:cubicBezTo>
                  <a:cubicBezTo>
                    <a:pt x="7574" y="20998"/>
                    <a:pt x="10241" y="21248"/>
                    <a:pt x="12574" y="20582"/>
                  </a:cubicBezTo>
                  <a:cubicBezTo>
                    <a:pt x="13824" y="22665"/>
                    <a:pt x="15990" y="24081"/>
                    <a:pt x="18490" y="24165"/>
                  </a:cubicBezTo>
                  <a:cubicBezTo>
                    <a:pt x="22823" y="24248"/>
                    <a:pt x="25989" y="21248"/>
                    <a:pt x="26489" y="16998"/>
                  </a:cubicBezTo>
                  <a:cubicBezTo>
                    <a:pt x="27239" y="11332"/>
                    <a:pt x="25406" y="5750"/>
                    <a:pt x="20323" y="2583"/>
                  </a:cubicBezTo>
                  <a:cubicBezTo>
                    <a:pt x="17824" y="1000"/>
                    <a:pt x="14824" y="0"/>
                    <a:pt x="11824" y="0"/>
                  </a:cubicBezTo>
                  <a:cubicBezTo>
                    <a:pt x="8408" y="0"/>
                    <a:pt x="5241" y="1083"/>
                    <a:pt x="2991" y="3750"/>
                  </a:cubicBezTo>
                  <a:cubicBezTo>
                    <a:pt x="1158" y="5833"/>
                    <a:pt x="492" y="8166"/>
                    <a:pt x="75" y="10999"/>
                  </a:cubicBezTo>
                  <a:lnTo>
                    <a:pt x="75" y="10999"/>
                  </a:lnTo>
                  <a:close/>
                </a:path>
              </a:pathLst>
            </a:custGeom>
            <a:grpFill/>
            <a:ln w="8332" cap="flat">
              <a:noFill/>
              <a:prstDash val="solid"/>
              <a:miter/>
            </a:ln>
          </p:spPr>
          <p:txBody>
            <a:bodyPr rtlCol="0" anchor="ctr"/>
            <a:lstStyle/>
            <a:p>
              <a:endParaRPr lang="en-US"/>
            </a:p>
          </p:txBody>
        </p:sp>
        <p:sp>
          <p:nvSpPr>
            <p:cNvPr id="1583" name="Freeform: Shape 1582"/>
            <p:cNvSpPr/>
            <p:nvPr/>
          </p:nvSpPr>
          <p:spPr>
            <a:xfrm>
              <a:off x="1118269" y="4004552"/>
              <a:ext cx="20529" cy="20683"/>
            </a:xfrm>
            <a:custGeom>
              <a:avLst/>
              <a:gdLst>
                <a:gd name="connsiteX0" fmla="*/ 5734 w 20529"/>
                <a:gd name="connsiteY0" fmla="*/ 19679 h 20683"/>
                <a:gd name="connsiteX1" fmla="*/ 13317 w 20529"/>
                <a:gd name="connsiteY1" fmla="*/ 20095 h 20683"/>
                <a:gd name="connsiteX2" fmla="*/ 19650 w 20529"/>
                <a:gd name="connsiteY2" fmla="*/ 13762 h 20683"/>
                <a:gd name="connsiteX3" fmla="*/ 20150 w 20529"/>
                <a:gd name="connsiteY3" fmla="*/ 11346 h 20683"/>
                <a:gd name="connsiteX4" fmla="*/ 14567 w 20529"/>
                <a:gd name="connsiteY4" fmla="*/ 347 h 20683"/>
                <a:gd name="connsiteX5" fmla="*/ 1568 w 20529"/>
                <a:gd name="connsiteY5" fmla="*/ 5097 h 20683"/>
                <a:gd name="connsiteX6" fmla="*/ 5734 w 20529"/>
                <a:gd name="connsiteY6" fmla="*/ 19679 h 20683"/>
                <a:gd name="connsiteX7" fmla="*/ 5734 w 20529"/>
                <a:gd name="connsiteY7" fmla="*/ 19679 h 20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529" h="20683">
                  <a:moveTo>
                    <a:pt x="5734" y="19679"/>
                  </a:moveTo>
                  <a:cubicBezTo>
                    <a:pt x="8234" y="20845"/>
                    <a:pt x="10734" y="21012"/>
                    <a:pt x="13317" y="20095"/>
                  </a:cubicBezTo>
                  <a:cubicBezTo>
                    <a:pt x="16567" y="19012"/>
                    <a:pt x="18233" y="16763"/>
                    <a:pt x="19650" y="13762"/>
                  </a:cubicBezTo>
                  <a:cubicBezTo>
                    <a:pt x="20066" y="12846"/>
                    <a:pt x="20150" y="12096"/>
                    <a:pt x="20150" y="11346"/>
                  </a:cubicBezTo>
                  <a:cubicBezTo>
                    <a:pt x="21483" y="7013"/>
                    <a:pt x="19233" y="1347"/>
                    <a:pt x="14567" y="347"/>
                  </a:cubicBezTo>
                  <a:cubicBezTo>
                    <a:pt x="9651" y="-736"/>
                    <a:pt x="4484" y="680"/>
                    <a:pt x="1568" y="5097"/>
                  </a:cubicBezTo>
                  <a:cubicBezTo>
                    <a:pt x="-1682" y="10180"/>
                    <a:pt x="318" y="17096"/>
                    <a:pt x="5734" y="19679"/>
                  </a:cubicBezTo>
                  <a:lnTo>
                    <a:pt x="5734" y="19679"/>
                  </a:lnTo>
                  <a:close/>
                </a:path>
              </a:pathLst>
            </a:custGeom>
            <a:grpFill/>
            <a:ln w="8332" cap="flat">
              <a:noFill/>
              <a:prstDash val="solid"/>
              <a:miter/>
            </a:ln>
          </p:spPr>
          <p:txBody>
            <a:bodyPr rtlCol="0" anchor="ctr"/>
            <a:lstStyle/>
            <a:p>
              <a:endParaRPr lang="en-US"/>
            </a:p>
          </p:txBody>
        </p:sp>
        <p:sp>
          <p:nvSpPr>
            <p:cNvPr id="1584" name="Freeform: Shape 1583"/>
            <p:cNvSpPr/>
            <p:nvPr/>
          </p:nvSpPr>
          <p:spPr>
            <a:xfrm>
              <a:off x="1162131" y="4078989"/>
              <a:ext cx="24558" cy="23011"/>
            </a:xfrm>
            <a:custGeom>
              <a:avLst/>
              <a:gdLst>
                <a:gd name="connsiteX0" fmla="*/ 3535 w 24558"/>
                <a:gd name="connsiteY0" fmla="*/ 20402 h 23011"/>
                <a:gd name="connsiteX1" fmla="*/ 17201 w 24558"/>
                <a:gd name="connsiteY1" fmla="*/ 20485 h 23011"/>
                <a:gd name="connsiteX2" fmla="*/ 19700 w 24558"/>
                <a:gd name="connsiteY2" fmla="*/ 17819 h 23011"/>
                <a:gd name="connsiteX3" fmla="*/ 19784 w 24558"/>
                <a:gd name="connsiteY3" fmla="*/ 17819 h 23011"/>
                <a:gd name="connsiteX4" fmla="*/ 18784 w 24558"/>
                <a:gd name="connsiteY4" fmla="*/ 18902 h 23011"/>
                <a:gd name="connsiteX5" fmla="*/ 20617 w 24558"/>
                <a:gd name="connsiteY5" fmla="*/ 17152 h 23011"/>
                <a:gd name="connsiteX6" fmla="*/ 19950 w 24558"/>
                <a:gd name="connsiteY6" fmla="*/ 17568 h 23011"/>
                <a:gd name="connsiteX7" fmla="*/ 22783 w 24558"/>
                <a:gd name="connsiteY7" fmla="*/ 14818 h 23011"/>
                <a:gd name="connsiteX8" fmla="*/ 23200 w 24558"/>
                <a:gd name="connsiteY8" fmla="*/ 14152 h 23011"/>
                <a:gd name="connsiteX9" fmla="*/ 22617 w 24558"/>
                <a:gd name="connsiteY9" fmla="*/ 14818 h 23011"/>
                <a:gd name="connsiteX10" fmla="*/ 22617 w 24558"/>
                <a:gd name="connsiteY10" fmla="*/ 3903 h 23011"/>
                <a:gd name="connsiteX11" fmla="*/ 1619 w 24558"/>
                <a:gd name="connsiteY11" fmla="*/ 6903 h 23011"/>
                <a:gd name="connsiteX12" fmla="*/ 3535 w 24558"/>
                <a:gd name="connsiteY12" fmla="*/ 20402 h 23011"/>
                <a:gd name="connsiteX13" fmla="*/ 3535 w 24558"/>
                <a:gd name="connsiteY13" fmla="*/ 20402 h 23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558" h="23011">
                  <a:moveTo>
                    <a:pt x="3535" y="20402"/>
                  </a:moveTo>
                  <a:cubicBezTo>
                    <a:pt x="7118" y="23568"/>
                    <a:pt x="13534" y="24151"/>
                    <a:pt x="17201" y="20485"/>
                  </a:cubicBezTo>
                  <a:cubicBezTo>
                    <a:pt x="18034" y="19568"/>
                    <a:pt x="18867" y="18735"/>
                    <a:pt x="19700" y="17819"/>
                  </a:cubicBezTo>
                  <a:cubicBezTo>
                    <a:pt x="19700" y="17819"/>
                    <a:pt x="19700" y="17819"/>
                    <a:pt x="19784" y="17819"/>
                  </a:cubicBezTo>
                  <a:cubicBezTo>
                    <a:pt x="19450" y="18152"/>
                    <a:pt x="19117" y="18568"/>
                    <a:pt x="18784" y="18902"/>
                  </a:cubicBezTo>
                  <a:cubicBezTo>
                    <a:pt x="19367" y="18235"/>
                    <a:pt x="19950" y="17652"/>
                    <a:pt x="20617" y="17152"/>
                  </a:cubicBezTo>
                  <a:cubicBezTo>
                    <a:pt x="20367" y="17319"/>
                    <a:pt x="20200" y="17402"/>
                    <a:pt x="19950" y="17568"/>
                  </a:cubicBezTo>
                  <a:cubicBezTo>
                    <a:pt x="21033" y="16819"/>
                    <a:pt x="21950" y="16069"/>
                    <a:pt x="22783" y="14818"/>
                  </a:cubicBezTo>
                  <a:cubicBezTo>
                    <a:pt x="22950" y="14569"/>
                    <a:pt x="23033" y="14319"/>
                    <a:pt x="23200" y="14152"/>
                  </a:cubicBezTo>
                  <a:cubicBezTo>
                    <a:pt x="23033" y="14402"/>
                    <a:pt x="22867" y="14569"/>
                    <a:pt x="22617" y="14818"/>
                  </a:cubicBezTo>
                  <a:cubicBezTo>
                    <a:pt x="25450" y="11486"/>
                    <a:pt x="24950" y="7403"/>
                    <a:pt x="22617" y="3903"/>
                  </a:cubicBezTo>
                  <a:cubicBezTo>
                    <a:pt x="17617" y="-3180"/>
                    <a:pt x="5368" y="320"/>
                    <a:pt x="1619" y="6903"/>
                  </a:cubicBezTo>
                  <a:cubicBezTo>
                    <a:pt x="-965" y="11402"/>
                    <a:pt x="-548" y="16819"/>
                    <a:pt x="3535" y="20402"/>
                  </a:cubicBezTo>
                  <a:lnTo>
                    <a:pt x="3535" y="20402"/>
                  </a:lnTo>
                  <a:close/>
                </a:path>
              </a:pathLst>
            </a:custGeom>
            <a:grpFill/>
            <a:ln w="8332" cap="flat">
              <a:noFill/>
              <a:prstDash val="solid"/>
              <a:miter/>
            </a:ln>
          </p:spPr>
          <p:txBody>
            <a:bodyPr rtlCol="0" anchor="ctr"/>
            <a:lstStyle/>
            <a:p>
              <a:endParaRPr lang="en-US"/>
            </a:p>
          </p:txBody>
        </p:sp>
        <p:sp>
          <p:nvSpPr>
            <p:cNvPr id="1585" name="Freeform: Shape 1584"/>
            <p:cNvSpPr/>
            <p:nvPr/>
          </p:nvSpPr>
          <p:spPr>
            <a:xfrm>
              <a:off x="1565023" y="1690151"/>
              <a:ext cx="460196" cy="701351"/>
            </a:xfrm>
            <a:custGeom>
              <a:avLst/>
              <a:gdLst>
                <a:gd name="connsiteX0" fmla="*/ 404238 w 460196"/>
                <a:gd name="connsiteY0" fmla="*/ 290431 h 701351"/>
                <a:gd name="connsiteX1" fmla="*/ 347076 w 460196"/>
                <a:gd name="connsiteY1" fmla="*/ 259101 h 701351"/>
                <a:gd name="connsiteX2" fmla="*/ 308829 w 460196"/>
                <a:gd name="connsiteY2" fmla="*/ 258518 h 701351"/>
                <a:gd name="connsiteX3" fmla="*/ 298914 w 460196"/>
                <a:gd name="connsiteY3" fmla="*/ 259351 h 701351"/>
                <a:gd name="connsiteX4" fmla="*/ 326078 w 460196"/>
                <a:gd name="connsiteY4" fmla="*/ 197773 h 701351"/>
                <a:gd name="connsiteX5" fmla="*/ 336160 w 460196"/>
                <a:gd name="connsiteY5" fmla="*/ 103115 h 701351"/>
                <a:gd name="connsiteX6" fmla="*/ 331744 w 460196"/>
                <a:gd name="connsiteY6" fmla="*/ 49620 h 701351"/>
                <a:gd name="connsiteX7" fmla="*/ 328494 w 460196"/>
                <a:gd name="connsiteY7" fmla="*/ 5124 h 701351"/>
                <a:gd name="connsiteX8" fmla="*/ 318829 w 460196"/>
                <a:gd name="connsiteY8" fmla="*/ 957 h 701351"/>
                <a:gd name="connsiteX9" fmla="*/ 240835 w 460196"/>
                <a:gd name="connsiteY9" fmla="*/ 68701 h 701351"/>
                <a:gd name="connsiteX10" fmla="*/ 187590 w 460196"/>
                <a:gd name="connsiteY10" fmla="*/ 149027 h 701351"/>
                <a:gd name="connsiteX11" fmla="*/ 185090 w 460196"/>
                <a:gd name="connsiteY11" fmla="*/ 246102 h 701351"/>
                <a:gd name="connsiteX12" fmla="*/ 191507 w 460196"/>
                <a:gd name="connsiteY12" fmla="*/ 281682 h 701351"/>
                <a:gd name="connsiteX13" fmla="*/ 158093 w 460196"/>
                <a:gd name="connsiteY13" fmla="*/ 228437 h 701351"/>
                <a:gd name="connsiteX14" fmla="*/ 92349 w 460196"/>
                <a:gd name="connsiteY14" fmla="*/ 236436 h 701351"/>
                <a:gd name="connsiteX15" fmla="*/ 92266 w 460196"/>
                <a:gd name="connsiteY15" fmla="*/ 241852 h 701351"/>
                <a:gd name="connsiteX16" fmla="*/ 114180 w 460196"/>
                <a:gd name="connsiteY16" fmla="*/ 264934 h 701351"/>
                <a:gd name="connsiteX17" fmla="*/ 148427 w 460196"/>
                <a:gd name="connsiteY17" fmla="*/ 299764 h 701351"/>
                <a:gd name="connsiteX18" fmla="*/ 156676 w 460196"/>
                <a:gd name="connsiteY18" fmla="*/ 309180 h 701351"/>
                <a:gd name="connsiteX19" fmla="*/ 151010 w 460196"/>
                <a:gd name="connsiteY19" fmla="*/ 307596 h 701351"/>
                <a:gd name="connsiteX20" fmla="*/ 118680 w 460196"/>
                <a:gd name="connsiteY20" fmla="*/ 308346 h 701351"/>
                <a:gd name="connsiteX21" fmla="*/ 54769 w 460196"/>
                <a:gd name="connsiteY21" fmla="*/ 334344 h 701351"/>
                <a:gd name="connsiteX22" fmla="*/ 24 w 460196"/>
                <a:gd name="connsiteY22" fmla="*/ 436085 h 701351"/>
                <a:gd name="connsiteX23" fmla="*/ 39687 w 460196"/>
                <a:gd name="connsiteY23" fmla="*/ 570656 h 701351"/>
                <a:gd name="connsiteX24" fmla="*/ 131262 w 460196"/>
                <a:gd name="connsiteY24" fmla="*/ 673147 h 701351"/>
                <a:gd name="connsiteX25" fmla="*/ 242169 w 460196"/>
                <a:gd name="connsiteY25" fmla="*/ 689062 h 701351"/>
                <a:gd name="connsiteX26" fmla="*/ 264667 w 460196"/>
                <a:gd name="connsiteY26" fmla="*/ 669814 h 701351"/>
                <a:gd name="connsiteX27" fmla="*/ 283998 w 460196"/>
                <a:gd name="connsiteY27" fmla="*/ 656315 h 701351"/>
                <a:gd name="connsiteX28" fmla="*/ 301997 w 460196"/>
                <a:gd name="connsiteY28" fmla="*/ 659231 h 701351"/>
                <a:gd name="connsiteX29" fmla="*/ 365324 w 460196"/>
                <a:gd name="connsiteY29" fmla="*/ 662648 h 701351"/>
                <a:gd name="connsiteX30" fmla="*/ 443234 w 460196"/>
                <a:gd name="connsiteY30" fmla="*/ 573156 h 701351"/>
                <a:gd name="connsiteX31" fmla="*/ 459816 w 460196"/>
                <a:gd name="connsiteY31" fmla="*/ 429419 h 701351"/>
                <a:gd name="connsiteX32" fmla="*/ 404238 w 460196"/>
                <a:gd name="connsiteY32" fmla="*/ 290431 h 701351"/>
                <a:gd name="connsiteX33" fmla="*/ 404238 w 460196"/>
                <a:gd name="connsiteY33" fmla="*/ 290431 h 701351"/>
                <a:gd name="connsiteX34" fmla="*/ 195590 w 460196"/>
                <a:gd name="connsiteY34" fmla="*/ 243602 h 701351"/>
                <a:gd name="connsiteX35" fmla="*/ 199756 w 460196"/>
                <a:gd name="connsiteY35" fmla="*/ 149777 h 701351"/>
                <a:gd name="connsiteX36" fmla="*/ 256334 w 460196"/>
                <a:gd name="connsiteY36" fmla="*/ 72284 h 701351"/>
                <a:gd name="connsiteX37" fmla="*/ 317245 w 460196"/>
                <a:gd name="connsiteY37" fmla="*/ 19206 h 701351"/>
                <a:gd name="connsiteX38" fmla="*/ 318579 w 460196"/>
                <a:gd name="connsiteY38" fmla="*/ 43787 h 701351"/>
                <a:gd name="connsiteX39" fmla="*/ 323661 w 460196"/>
                <a:gd name="connsiteY39" fmla="*/ 99865 h 701351"/>
                <a:gd name="connsiteX40" fmla="*/ 313829 w 460196"/>
                <a:gd name="connsiteY40" fmla="*/ 194107 h 701351"/>
                <a:gd name="connsiteX41" fmla="*/ 272916 w 460196"/>
                <a:gd name="connsiteY41" fmla="*/ 273933 h 701351"/>
                <a:gd name="connsiteX42" fmla="*/ 225503 w 460196"/>
                <a:gd name="connsiteY42" fmla="*/ 322678 h 701351"/>
                <a:gd name="connsiteX43" fmla="*/ 237836 w 460196"/>
                <a:gd name="connsiteY43" fmla="*/ 196940 h 701351"/>
                <a:gd name="connsiteX44" fmla="*/ 286581 w 460196"/>
                <a:gd name="connsiteY44" fmla="*/ 79700 h 701351"/>
                <a:gd name="connsiteX45" fmla="*/ 284748 w 460196"/>
                <a:gd name="connsiteY45" fmla="*/ 78867 h 701351"/>
                <a:gd name="connsiteX46" fmla="*/ 228420 w 460196"/>
                <a:gd name="connsiteY46" fmla="*/ 197023 h 701351"/>
                <a:gd name="connsiteX47" fmla="*/ 213505 w 460196"/>
                <a:gd name="connsiteY47" fmla="*/ 318262 h 701351"/>
                <a:gd name="connsiteX48" fmla="*/ 206089 w 460196"/>
                <a:gd name="connsiteY48" fmla="*/ 293514 h 701351"/>
                <a:gd name="connsiteX49" fmla="*/ 195590 w 460196"/>
                <a:gd name="connsiteY49" fmla="*/ 243602 h 701351"/>
                <a:gd name="connsiteX50" fmla="*/ 195590 w 460196"/>
                <a:gd name="connsiteY50" fmla="*/ 243602 h 701351"/>
                <a:gd name="connsiteX51" fmla="*/ 131012 w 460196"/>
                <a:gd name="connsiteY51" fmla="*/ 263600 h 701351"/>
                <a:gd name="connsiteX52" fmla="*/ 103681 w 460196"/>
                <a:gd name="connsiteY52" fmla="*/ 238686 h 701351"/>
                <a:gd name="connsiteX53" fmla="*/ 136928 w 460196"/>
                <a:gd name="connsiteY53" fmla="*/ 226687 h 701351"/>
                <a:gd name="connsiteX54" fmla="*/ 156760 w 460196"/>
                <a:gd name="connsiteY54" fmla="*/ 244269 h 701351"/>
                <a:gd name="connsiteX55" fmla="*/ 169842 w 460196"/>
                <a:gd name="connsiteY55" fmla="*/ 266183 h 701351"/>
                <a:gd name="connsiteX56" fmla="*/ 212338 w 460196"/>
                <a:gd name="connsiteY56" fmla="*/ 345510 h 701351"/>
                <a:gd name="connsiteX57" fmla="*/ 209255 w 460196"/>
                <a:gd name="connsiteY57" fmla="*/ 346760 h 701351"/>
                <a:gd name="connsiteX58" fmla="*/ 202339 w 460196"/>
                <a:gd name="connsiteY58" fmla="*/ 348926 h 701351"/>
                <a:gd name="connsiteX59" fmla="*/ 191507 w 460196"/>
                <a:gd name="connsiteY59" fmla="*/ 332677 h 701351"/>
                <a:gd name="connsiteX60" fmla="*/ 163343 w 460196"/>
                <a:gd name="connsiteY60" fmla="*/ 296348 h 701351"/>
                <a:gd name="connsiteX61" fmla="*/ 131012 w 460196"/>
                <a:gd name="connsiteY61" fmla="*/ 263600 h 701351"/>
                <a:gd name="connsiteX62" fmla="*/ 131012 w 460196"/>
                <a:gd name="connsiteY62" fmla="*/ 263600 h 701351"/>
                <a:gd name="connsiteX63" fmla="*/ 445400 w 460196"/>
                <a:gd name="connsiteY63" fmla="*/ 429002 h 701351"/>
                <a:gd name="connsiteX64" fmla="*/ 433735 w 460196"/>
                <a:gd name="connsiteY64" fmla="*/ 553991 h 701351"/>
                <a:gd name="connsiteX65" fmla="*/ 363824 w 460196"/>
                <a:gd name="connsiteY65" fmla="*/ 646566 h 701351"/>
                <a:gd name="connsiteX66" fmla="*/ 304247 w 460196"/>
                <a:gd name="connsiteY66" fmla="*/ 642566 h 701351"/>
                <a:gd name="connsiteX67" fmla="*/ 263583 w 460196"/>
                <a:gd name="connsiteY67" fmla="*/ 647566 h 701351"/>
                <a:gd name="connsiteX68" fmla="*/ 221671 w 460196"/>
                <a:gd name="connsiteY68" fmla="*/ 681396 h 701351"/>
                <a:gd name="connsiteX69" fmla="*/ 160176 w 460196"/>
                <a:gd name="connsiteY69" fmla="*/ 673980 h 701351"/>
                <a:gd name="connsiteX70" fmla="*/ 73100 w 460196"/>
                <a:gd name="connsiteY70" fmla="*/ 593571 h 701351"/>
                <a:gd name="connsiteX71" fmla="*/ 20605 w 460196"/>
                <a:gd name="connsiteY71" fmla="*/ 476831 h 701351"/>
                <a:gd name="connsiteX72" fmla="*/ 17606 w 460196"/>
                <a:gd name="connsiteY72" fmla="*/ 407921 h 701351"/>
                <a:gd name="connsiteX73" fmla="*/ 53852 w 460196"/>
                <a:gd name="connsiteY73" fmla="*/ 353842 h 701351"/>
                <a:gd name="connsiteX74" fmla="*/ 116180 w 460196"/>
                <a:gd name="connsiteY74" fmla="*/ 322762 h 701351"/>
                <a:gd name="connsiteX75" fmla="*/ 154927 w 460196"/>
                <a:gd name="connsiteY75" fmla="*/ 320262 h 701351"/>
                <a:gd name="connsiteX76" fmla="*/ 166592 w 460196"/>
                <a:gd name="connsiteY76" fmla="*/ 321262 h 701351"/>
                <a:gd name="connsiteX77" fmla="*/ 180258 w 460196"/>
                <a:gd name="connsiteY77" fmla="*/ 339260 h 701351"/>
                <a:gd name="connsiteX78" fmla="*/ 189757 w 460196"/>
                <a:gd name="connsiteY78" fmla="*/ 352176 h 701351"/>
                <a:gd name="connsiteX79" fmla="*/ 161093 w 460196"/>
                <a:gd name="connsiteY79" fmla="*/ 355509 h 701351"/>
                <a:gd name="connsiteX80" fmla="*/ 160926 w 460196"/>
                <a:gd name="connsiteY80" fmla="*/ 360342 h 701351"/>
                <a:gd name="connsiteX81" fmla="*/ 201756 w 460196"/>
                <a:gd name="connsiteY81" fmla="*/ 360675 h 701351"/>
                <a:gd name="connsiteX82" fmla="*/ 204339 w 460196"/>
                <a:gd name="connsiteY82" fmla="*/ 360342 h 701351"/>
                <a:gd name="connsiteX83" fmla="*/ 256334 w 460196"/>
                <a:gd name="connsiteY83" fmla="*/ 328095 h 701351"/>
                <a:gd name="connsiteX84" fmla="*/ 249751 w 460196"/>
                <a:gd name="connsiteY84" fmla="*/ 321262 h 701351"/>
                <a:gd name="connsiteX85" fmla="*/ 224087 w 460196"/>
                <a:gd name="connsiteY85" fmla="*/ 339677 h 701351"/>
                <a:gd name="connsiteX86" fmla="*/ 224420 w 460196"/>
                <a:gd name="connsiteY86" fmla="*/ 338843 h 701351"/>
                <a:gd name="connsiteX87" fmla="*/ 250168 w 460196"/>
                <a:gd name="connsiteY87" fmla="*/ 312013 h 701351"/>
                <a:gd name="connsiteX88" fmla="*/ 283332 w 460196"/>
                <a:gd name="connsiteY88" fmla="*/ 281265 h 701351"/>
                <a:gd name="connsiteX89" fmla="*/ 287248 w 460196"/>
                <a:gd name="connsiteY89" fmla="*/ 276183 h 701351"/>
                <a:gd name="connsiteX90" fmla="*/ 293747 w 460196"/>
                <a:gd name="connsiteY90" fmla="*/ 274849 h 701351"/>
                <a:gd name="connsiteX91" fmla="*/ 323911 w 460196"/>
                <a:gd name="connsiteY91" fmla="*/ 272350 h 701351"/>
                <a:gd name="connsiteX92" fmla="*/ 352575 w 460196"/>
                <a:gd name="connsiteY92" fmla="*/ 276016 h 701351"/>
                <a:gd name="connsiteX93" fmla="*/ 404238 w 460196"/>
                <a:gd name="connsiteY93" fmla="*/ 311429 h 701351"/>
                <a:gd name="connsiteX94" fmla="*/ 445400 w 460196"/>
                <a:gd name="connsiteY94" fmla="*/ 429002 h 701351"/>
                <a:gd name="connsiteX95" fmla="*/ 445400 w 460196"/>
                <a:gd name="connsiteY95" fmla="*/ 429002 h 701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460196" h="701351">
                  <a:moveTo>
                    <a:pt x="404238" y="290431"/>
                  </a:moveTo>
                  <a:cubicBezTo>
                    <a:pt x="387989" y="275349"/>
                    <a:pt x="369241" y="263434"/>
                    <a:pt x="347076" y="259101"/>
                  </a:cubicBezTo>
                  <a:cubicBezTo>
                    <a:pt x="334410" y="256601"/>
                    <a:pt x="321578" y="257184"/>
                    <a:pt x="308829" y="258518"/>
                  </a:cubicBezTo>
                  <a:cubicBezTo>
                    <a:pt x="305663" y="258851"/>
                    <a:pt x="302247" y="258934"/>
                    <a:pt x="298914" y="259351"/>
                  </a:cubicBezTo>
                  <a:cubicBezTo>
                    <a:pt x="311079" y="240269"/>
                    <a:pt x="320995" y="218938"/>
                    <a:pt x="326078" y="197773"/>
                  </a:cubicBezTo>
                  <a:cubicBezTo>
                    <a:pt x="333577" y="166859"/>
                    <a:pt x="336244" y="134862"/>
                    <a:pt x="336160" y="103115"/>
                  </a:cubicBezTo>
                  <a:cubicBezTo>
                    <a:pt x="336077" y="85117"/>
                    <a:pt x="333910" y="67451"/>
                    <a:pt x="331744" y="49620"/>
                  </a:cubicBezTo>
                  <a:cubicBezTo>
                    <a:pt x="329994" y="35038"/>
                    <a:pt x="330994" y="19289"/>
                    <a:pt x="328494" y="5124"/>
                  </a:cubicBezTo>
                  <a:cubicBezTo>
                    <a:pt x="327828" y="1207"/>
                    <a:pt x="322245" y="-1542"/>
                    <a:pt x="318829" y="957"/>
                  </a:cubicBezTo>
                  <a:cubicBezTo>
                    <a:pt x="291331" y="21039"/>
                    <a:pt x="264917" y="44703"/>
                    <a:pt x="240835" y="68701"/>
                  </a:cubicBezTo>
                  <a:cubicBezTo>
                    <a:pt x="217088" y="92449"/>
                    <a:pt x="197423" y="116197"/>
                    <a:pt x="187590" y="149027"/>
                  </a:cubicBezTo>
                  <a:cubicBezTo>
                    <a:pt x="178424" y="179441"/>
                    <a:pt x="181841" y="214855"/>
                    <a:pt x="185090" y="246102"/>
                  </a:cubicBezTo>
                  <a:cubicBezTo>
                    <a:pt x="186341" y="258184"/>
                    <a:pt x="188174" y="270100"/>
                    <a:pt x="191507" y="281682"/>
                  </a:cubicBezTo>
                  <a:cubicBezTo>
                    <a:pt x="181091" y="263600"/>
                    <a:pt x="170842" y="244935"/>
                    <a:pt x="158093" y="228437"/>
                  </a:cubicBezTo>
                  <a:cubicBezTo>
                    <a:pt x="143844" y="209938"/>
                    <a:pt x="103431" y="216855"/>
                    <a:pt x="92349" y="236436"/>
                  </a:cubicBezTo>
                  <a:cubicBezTo>
                    <a:pt x="91432" y="238019"/>
                    <a:pt x="91182" y="240269"/>
                    <a:pt x="92266" y="241852"/>
                  </a:cubicBezTo>
                  <a:cubicBezTo>
                    <a:pt x="97848" y="250435"/>
                    <a:pt x="107098" y="257601"/>
                    <a:pt x="114180" y="264934"/>
                  </a:cubicBezTo>
                  <a:cubicBezTo>
                    <a:pt x="125513" y="276599"/>
                    <a:pt x="137428" y="287765"/>
                    <a:pt x="148427" y="299764"/>
                  </a:cubicBezTo>
                  <a:cubicBezTo>
                    <a:pt x="151260" y="302847"/>
                    <a:pt x="154010" y="306013"/>
                    <a:pt x="156676" y="309180"/>
                  </a:cubicBezTo>
                  <a:cubicBezTo>
                    <a:pt x="154843" y="308513"/>
                    <a:pt x="153010" y="307930"/>
                    <a:pt x="151010" y="307596"/>
                  </a:cubicBezTo>
                  <a:cubicBezTo>
                    <a:pt x="140095" y="305597"/>
                    <a:pt x="129512" y="306430"/>
                    <a:pt x="118680" y="308346"/>
                  </a:cubicBezTo>
                  <a:cubicBezTo>
                    <a:pt x="96348" y="312179"/>
                    <a:pt x="73684" y="321762"/>
                    <a:pt x="54769" y="334344"/>
                  </a:cubicBezTo>
                  <a:cubicBezTo>
                    <a:pt x="20272" y="357342"/>
                    <a:pt x="-809" y="394672"/>
                    <a:pt x="24" y="436085"/>
                  </a:cubicBezTo>
                  <a:cubicBezTo>
                    <a:pt x="941" y="481414"/>
                    <a:pt x="18022" y="531160"/>
                    <a:pt x="39687" y="570656"/>
                  </a:cubicBezTo>
                  <a:cubicBezTo>
                    <a:pt x="61352" y="610069"/>
                    <a:pt x="95432" y="646233"/>
                    <a:pt x="131262" y="673147"/>
                  </a:cubicBezTo>
                  <a:cubicBezTo>
                    <a:pt x="163842" y="697561"/>
                    <a:pt x="204672" y="713727"/>
                    <a:pt x="242169" y="689062"/>
                  </a:cubicBezTo>
                  <a:cubicBezTo>
                    <a:pt x="250418" y="683646"/>
                    <a:pt x="257584" y="676646"/>
                    <a:pt x="264667" y="669814"/>
                  </a:cubicBezTo>
                  <a:cubicBezTo>
                    <a:pt x="270083" y="664564"/>
                    <a:pt x="276166" y="657398"/>
                    <a:pt x="283998" y="656315"/>
                  </a:cubicBezTo>
                  <a:cubicBezTo>
                    <a:pt x="289581" y="655565"/>
                    <a:pt x="296580" y="657982"/>
                    <a:pt x="301997" y="659231"/>
                  </a:cubicBezTo>
                  <a:cubicBezTo>
                    <a:pt x="323328" y="663898"/>
                    <a:pt x="343659" y="667481"/>
                    <a:pt x="365324" y="662648"/>
                  </a:cubicBezTo>
                  <a:cubicBezTo>
                    <a:pt x="409987" y="652649"/>
                    <a:pt x="431068" y="613736"/>
                    <a:pt x="443234" y="573156"/>
                  </a:cubicBezTo>
                  <a:cubicBezTo>
                    <a:pt x="456983" y="527077"/>
                    <a:pt x="461649" y="477414"/>
                    <a:pt x="459816" y="429419"/>
                  </a:cubicBezTo>
                  <a:cubicBezTo>
                    <a:pt x="457816" y="377840"/>
                    <a:pt x="442984" y="326178"/>
                    <a:pt x="404238" y="290431"/>
                  </a:cubicBezTo>
                  <a:lnTo>
                    <a:pt x="404238" y="290431"/>
                  </a:lnTo>
                  <a:close/>
                  <a:moveTo>
                    <a:pt x="195590" y="243602"/>
                  </a:moveTo>
                  <a:cubicBezTo>
                    <a:pt x="192923" y="213272"/>
                    <a:pt x="189757" y="178941"/>
                    <a:pt x="199756" y="149777"/>
                  </a:cubicBezTo>
                  <a:cubicBezTo>
                    <a:pt x="210921" y="117364"/>
                    <a:pt x="232003" y="95282"/>
                    <a:pt x="256334" y="72284"/>
                  </a:cubicBezTo>
                  <a:cubicBezTo>
                    <a:pt x="275749" y="53869"/>
                    <a:pt x="296580" y="36371"/>
                    <a:pt x="317245" y="19206"/>
                  </a:cubicBezTo>
                  <a:cubicBezTo>
                    <a:pt x="317912" y="27372"/>
                    <a:pt x="317745" y="36037"/>
                    <a:pt x="318579" y="43787"/>
                  </a:cubicBezTo>
                  <a:cubicBezTo>
                    <a:pt x="320578" y="62535"/>
                    <a:pt x="323411" y="80950"/>
                    <a:pt x="323661" y="99865"/>
                  </a:cubicBezTo>
                  <a:cubicBezTo>
                    <a:pt x="323995" y="131446"/>
                    <a:pt x="321495" y="163359"/>
                    <a:pt x="313829" y="194107"/>
                  </a:cubicBezTo>
                  <a:cubicBezTo>
                    <a:pt x="306746" y="222604"/>
                    <a:pt x="290414" y="250601"/>
                    <a:pt x="272916" y="273933"/>
                  </a:cubicBezTo>
                  <a:cubicBezTo>
                    <a:pt x="259334" y="292264"/>
                    <a:pt x="240502" y="305763"/>
                    <a:pt x="225503" y="322678"/>
                  </a:cubicBezTo>
                  <a:cubicBezTo>
                    <a:pt x="228170" y="280682"/>
                    <a:pt x="229503" y="238186"/>
                    <a:pt x="237836" y="196940"/>
                  </a:cubicBezTo>
                  <a:cubicBezTo>
                    <a:pt x="246168" y="155777"/>
                    <a:pt x="271833" y="118863"/>
                    <a:pt x="286581" y="79700"/>
                  </a:cubicBezTo>
                  <a:cubicBezTo>
                    <a:pt x="286998" y="78617"/>
                    <a:pt x="285248" y="77867"/>
                    <a:pt x="284748" y="78867"/>
                  </a:cubicBezTo>
                  <a:cubicBezTo>
                    <a:pt x="265167" y="117280"/>
                    <a:pt x="237836" y="154360"/>
                    <a:pt x="228420" y="197023"/>
                  </a:cubicBezTo>
                  <a:cubicBezTo>
                    <a:pt x="219671" y="236853"/>
                    <a:pt x="216504" y="277599"/>
                    <a:pt x="213505" y="318262"/>
                  </a:cubicBezTo>
                  <a:cubicBezTo>
                    <a:pt x="211005" y="309929"/>
                    <a:pt x="208672" y="301430"/>
                    <a:pt x="206089" y="293514"/>
                  </a:cubicBezTo>
                  <a:cubicBezTo>
                    <a:pt x="200673" y="277266"/>
                    <a:pt x="197089" y="260851"/>
                    <a:pt x="195590" y="243602"/>
                  </a:cubicBezTo>
                  <a:lnTo>
                    <a:pt x="195590" y="243602"/>
                  </a:lnTo>
                  <a:close/>
                  <a:moveTo>
                    <a:pt x="131012" y="263600"/>
                  </a:moveTo>
                  <a:cubicBezTo>
                    <a:pt x="122346" y="255684"/>
                    <a:pt x="111680" y="247685"/>
                    <a:pt x="103681" y="238686"/>
                  </a:cubicBezTo>
                  <a:cubicBezTo>
                    <a:pt x="110514" y="230770"/>
                    <a:pt x="127512" y="226104"/>
                    <a:pt x="136928" y="226687"/>
                  </a:cubicBezTo>
                  <a:cubicBezTo>
                    <a:pt x="147594" y="227353"/>
                    <a:pt x="151760" y="235686"/>
                    <a:pt x="156760" y="244269"/>
                  </a:cubicBezTo>
                  <a:cubicBezTo>
                    <a:pt x="161009" y="251601"/>
                    <a:pt x="165426" y="258934"/>
                    <a:pt x="169842" y="266183"/>
                  </a:cubicBezTo>
                  <a:cubicBezTo>
                    <a:pt x="185340" y="291931"/>
                    <a:pt x="197256" y="319679"/>
                    <a:pt x="212338" y="345510"/>
                  </a:cubicBezTo>
                  <a:cubicBezTo>
                    <a:pt x="211338" y="345926"/>
                    <a:pt x="210338" y="346426"/>
                    <a:pt x="209255" y="346760"/>
                  </a:cubicBezTo>
                  <a:cubicBezTo>
                    <a:pt x="206922" y="347593"/>
                    <a:pt x="204672" y="348259"/>
                    <a:pt x="202339" y="348926"/>
                  </a:cubicBezTo>
                  <a:cubicBezTo>
                    <a:pt x="199422" y="343010"/>
                    <a:pt x="194923" y="337594"/>
                    <a:pt x="191507" y="332677"/>
                  </a:cubicBezTo>
                  <a:cubicBezTo>
                    <a:pt x="182841" y="320095"/>
                    <a:pt x="173258" y="307930"/>
                    <a:pt x="163343" y="296348"/>
                  </a:cubicBezTo>
                  <a:cubicBezTo>
                    <a:pt x="153427" y="284765"/>
                    <a:pt x="142428" y="274016"/>
                    <a:pt x="131012" y="263600"/>
                  </a:cubicBezTo>
                  <a:lnTo>
                    <a:pt x="131012" y="263600"/>
                  </a:lnTo>
                  <a:close/>
                  <a:moveTo>
                    <a:pt x="445400" y="429002"/>
                  </a:moveTo>
                  <a:cubicBezTo>
                    <a:pt x="446984" y="470415"/>
                    <a:pt x="443984" y="513745"/>
                    <a:pt x="433735" y="553991"/>
                  </a:cubicBezTo>
                  <a:cubicBezTo>
                    <a:pt x="423652" y="593487"/>
                    <a:pt x="407820" y="636067"/>
                    <a:pt x="363824" y="646566"/>
                  </a:cubicBezTo>
                  <a:cubicBezTo>
                    <a:pt x="343076" y="651482"/>
                    <a:pt x="324495" y="647066"/>
                    <a:pt x="304247" y="642566"/>
                  </a:cubicBezTo>
                  <a:cubicBezTo>
                    <a:pt x="288915" y="639233"/>
                    <a:pt x="276749" y="637733"/>
                    <a:pt x="263583" y="647566"/>
                  </a:cubicBezTo>
                  <a:cubicBezTo>
                    <a:pt x="248918" y="658565"/>
                    <a:pt x="239086" y="674063"/>
                    <a:pt x="221671" y="681396"/>
                  </a:cubicBezTo>
                  <a:cubicBezTo>
                    <a:pt x="200839" y="690145"/>
                    <a:pt x="179174" y="684563"/>
                    <a:pt x="160176" y="673980"/>
                  </a:cubicBezTo>
                  <a:cubicBezTo>
                    <a:pt x="125263" y="654482"/>
                    <a:pt x="97848" y="624151"/>
                    <a:pt x="73100" y="593571"/>
                  </a:cubicBezTo>
                  <a:cubicBezTo>
                    <a:pt x="45603" y="559407"/>
                    <a:pt x="31021" y="518994"/>
                    <a:pt x="20605" y="476831"/>
                  </a:cubicBezTo>
                  <a:cubicBezTo>
                    <a:pt x="15106" y="454333"/>
                    <a:pt x="12356" y="430669"/>
                    <a:pt x="17606" y="407921"/>
                  </a:cubicBezTo>
                  <a:cubicBezTo>
                    <a:pt x="22522" y="386506"/>
                    <a:pt x="37687" y="368174"/>
                    <a:pt x="53852" y="353842"/>
                  </a:cubicBezTo>
                  <a:cubicBezTo>
                    <a:pt x="70517" y="339093"/>
                    <a:pt x="94515" y="327761"/>
                    <a:pt x="116180" y="322762"/>
                  </a:cubicBezTo>
                  <a:cubicBezTo>
                    <a:pt x="129262" y="319762"/>
                    <a:pt x="141678" y="318679"/>
                    <a:pt x="154927" y="320262"/>
                  </a:cubicBezTo>
                  <a:cubicBezTo>
                    <a:pt x="158676" y="320679"/>
                    <a:pt x="162676" y="321262"/>
                    <a:pt x="166592" y="321262"/>
                  </a:cubicBezTo>
                  <a:cubicBezTo>
                    <a:pt x="171258" y="327178"/>
                    <a:pt x="175841" y="333177"/>
                    <a:pt x="180258" y="339260"/>
                  </a:cubicBezTo>
                  <a:cubicBezTo>
                    <a:pt x="183257" y="343260"/>
                    <a:pt x="186257" y="348343"/>
                    <a:pt x="189757" y="352176"/>
                  </a:cubicBezTo>
                  <a:cubicBezTo>
                    <a:pt x="180341" y="354009"/>
                    <a:pt x="170842" y="354926"/>
                    <a:pt x="161093" y="355509"/>
                  </a:cubicBezTo>
                  <a:cubicBezTo>
                    <a:pt x="158010" y="355675"/>
                    <a:pt x="157843" y="360008"/>
                    <a:pt x="160926" y="360342"/>
                  </a:cubicBezTo>
                  <a:cubicBezTo>
                    <a:pt x="173425" y="361758"/>
                    <a:pt x="187757" y="362341"/>
                    <a:pt x="201756" y="360675"/>
                  </a:cubicBezTo>
                  <a:cubicBezTo>
                    <a:pt x="202589" y="361008"/>
                    <a:pt x="203589" y="360925"/>
                    <a:pt x="204339" y="360342"/>
                  </a:cubicBezTo>
                  <a:cubicBezTo>
                    <a:pt x="226087" y="357342"/>
                    <a:pt x="246418" y="348509"/>
                    <a:pt x="256334" y="328095"/>
                  </a:cubicBezTo>
                  <a:cubicBezTo>
                    <a:pt x="258250" y="324178"/>
                    <a:pt x="254168" y="318262"/>
                    <a:pt x="249751" y="321262"/>
                  </a:cubicBezTo>
                  <a:cubicBezTo>
                    <a:pt x="240919" y="327261"/>
                    <a:pt x="232920" y="334094"/>
                    <a:pt x="224087" y="339677"/>
                  </a:cubicBezTo>
                  <a:cubicBezTo>
                    <a:pt x="224170" y="339427"/>
                    <a:pt x="224337" y="339177"/>
                    <a:pt x="224420" y="338843"/>
                  </a:cubicBezTo>
                  <a:cubicBezTo>
                    <a:pt x="233586" y="330678"/>
                    <a:pt x="241085" y="320345"/>
                    <a:pt x="250168" y="312013"/>
                  </a:cubicBezTo>
                  <a:cubicBezTo>
                    <a:pt x="261500" y="301764"/>
                    <a:pt x="273749" y="293431"/>
                    <a:pt x="283332" y="281265"/>
                  </a:cubicBezTo>
                  <a:cubicBezTo>
                    <a:pt x="284665" y="279599"/>
                    <a:pt x="285915" y="277932"/>
                    <a:pt x="287248" y="276183"/>
                  </a:cubicBezTo>
                  <a:cubicBezTo>
                    <a:pt x="289331" y="276766"/>
                    <a:pt x="291664" y="276516"/>
                    <a:pt x="293747" y="274849"/>
                  </a:cubicBezTo>
                  <a:cubicBezTo>
                    <a:pt x="298247" y="271350"/>
                    <a:pt x="318912" y="272433"/>
                    <a:pt x="323911" y="272350"/>
                  </a:cubicBezTo>
                  <a:cubicBezTo>
                    <a:pt x="333661" y="272183"/>
                    <a:pt x="343243" y="273016"/>
                    <a:pt x="352575" y="276016"/>
                  </a:cubicBezTo>
                  <a:cubicBezTo>
                    <a:pt x="373323" y="282682"/>
                    <a:pt x="389822" y="295264"/>
                    <a:pt x="404238" y="311429"/>
                  </a:cubicBezTo>
                  <a:cubicBezTo>
                    <a:pt x="433068" y="343343"/>
                    <a:pt x="443817" y="386756"/>
                    <a:pt x="445400" y="429002"/>
                  </a:cubicBezTo>
                  <a:lnTo>
                    <a:pt x="445400" y="429002"/>
                  </a:lnTo>
                  <a:close/>
                </a:path>
              </a:pathLst>
            </a:custGeom>
            <a:grpFill/>
            <a:ln w="8332" cap="flat">
              <a:noFill/>
              <a:prstDash val="solid"/>
              <a:miter/>
            </a:ln>
          </p:spPr>
          <p:txBody>
            <a:bodyPr rtlCol="0" anchor="ctr"/>
            <a:lstStyle/>
            <a:p>
              <a:endParaRPr lang="en-US"/>
            </a:p>
          </p:txBody>
        </p:sp>
        <p:sp>
          <p:nvSpPr>
            <p:cNvPr id="1586" name="Freeform: Shape 1585"/>
            <p:cNvSpPr/>
            <p:nvPr/>
          </p:nvSpPr>
          <p:spPr>
            <a:xfrm>
              <a:off x="59096" y="-202802"/>
              <a:ext cx="459649" cy="696767"/>
            </a:xfrm>
            <a:custGeom>
              <a:avLst/>
              <a:gdLst>
                <a:gd name="connsiteX0" fmla="*/ 3 w 459649"/>
                <a:gd name="connsiteY0" fmla="*/ 433626 h 696767"/>
                <a:gd name="connsiteX1" fmla="*/ 21335 w 459649"/>
                <a:gd name="connsiteY1" fmla="*/ 576697 h 696767"/>
                <a:gd name="connsiteX2" fmla="*/ 102161 w 459649"/>
                <a:gd name="connsiteY2" fmla="*/ 663522 h 696767"/>
                <a:gd name="connsiteX3" fmla="*/ 165405 w 459649"/>
                <a:gd name="connsiteY3" fmla="*/ 657940 h 696767"/>
                <a:gd name="connsiteX4" fmla="*/ 183320 w 459649"/>
                <a:gd name="connsiteY4" fmla="*/ 654440 h 696767"/>
                <a:gd name="connsiteX5" fmla="*/ 203068 w 459649"/>
                <a:gd name="connsiteY5" fmla="*/ 667272 h 696767"/>
                <a:gd name="connsiteX6" fmla="*/ 226150 w 459649"/>
                <a:gd name="connsiteY6" fmla="*/ 685770 h 696767"/>
                <a:gd name="connsiteX7" fmla="*/ 336390 w 459649"/>
                <a:gd name="connsiteY7" fmla="*/ 666189 h 696767"/>
                <a:gd name="connsiteX8" fmla="*/ 424465 w 459649"/>
                <a:gd name="connsiteY8" fmla="*/ 560698 h 696767"/>
                <a:gd name="connsiteX9" fmla="*/ 459629 w 459649"/>
                <a:gd name="connsiteY9" fmla="*/ 424877 h 696767"/>
                <a:gd name="connsiteX10" fmla="*/ 401467 w 459649"/>
                <a:gd name="connsiteY10" fmla="*/ 324970 h 696767"/>
                <a:gd name="connsiteX11" fmla="*/ 336723 w 459649"/>
                <a:gd name="connsiteY11" fmla="*/ 301138 h 696767"/>
                <a:gd name="connsiteX12" fmla="*/ 304309 w 459649"/>
                <a:gd name="connsiteY12" fmla="*/ 301472 h 696767"/>
                <a:gd name="connsiteX13" fmla="*/ 298726 w 459649"/>
                <a:gd name="connsiteY13" fmla="*/ 303305 h 696767"/>
                <a:gd name="connsiteX14" fmla="*/ 306642 w 459649"/>
                <a:gd name="connsiteY14" fmla="*/ 293639 h 696767"/>
                <a:gd name="connsiteX15" fmla="*/ 339723 w 459649"/>
                <a:gd name="connsiteY15" fmla="*/ 257642 h 696767"/>
                <a:gd name="connsiteX16" fmla="*/ 360887 w 459649"/>
                <a:gd name="connsiteY16" fmla="*/ 233894 h 696767"/>
                <a:gd name="connsiteX17" fmla="*/ 360637 w 459649"/>
                <a:gd name="connsiteY17" fmla="*/ 228478 h 696767"/>
                <a:gd name="connsiteX18" fmla="*/ 294643 w 459649"/>
                <a:gd name="connsiteY18" fmla="*/ 222729 h 696767"/>
                <a:gd name="connsiteX19" fmla="*/ 263063 w 459649"/>
                <a:gd name="connsiteY19" fmla="*/ 277057 h 696767"/>
                <a:gd name="connsiteX20" fmla="*/ 268312 w 459649"/>
                <a:gd name="connsiteY20" fmla="*/ 241310 h 696767"/>
                <a:gd name="connsiteX21" fmla="*/ 262563 w 459649"/>
                <a:gd name="connsiteY21" fmla="*/ 144402 h 696767"/>
                <a:gd name="connsiteX22" fmla="*/ 206651 w 459649"/>
                <a:gd name="connsiteY22" fmla="*/ 65910 h 696767"/>
                <a:gd name="connsiteX23" fmla="*/ 126492 w 459649"/>
                <a:gd name="connsiteY23" fmla="*/ 832 h 696767"/>
                <a:gd name="connsiteX24" fmla="*/ 116993 w 459649"/>
                <a:gd name="connsiteY24" fmla="*/ 5332 h 696767"/>
                <a:gd name="connsiteX25" fmla="*/ 115243 w 459649"/>
                <a:gd name="connsiteY25" fmla="*/ 49911 h 696767"/>
                <a:gd name="connsiteX26" fmla="*/ 112660 w 459649"/>
                <a:gd name="connsiteY26" fmla="*/ 103489 h 696767"/>
                <a:gd name="connsiteX27" fmla="*/ 125909 w 459649"/>
                <a:gd name="connsiteY27" fmla="*/ 197814 h 696767"/>
                <a:gd name="connsiteX28" fmla="*/ 155156 w 459649"/>
                <a:gd name="connsiteY28" fmla="*/ 258392 h 696767"/>
                <a:gd name="connsiteX29" fmla="*/ 145240 w 459649"/>
                <a:gd name="connsiteY29" fmla="*/ 257892 h 696767"/>
                <a:gd name="connsiteX30" fmla="*/ 107077 w 459649"/>
                <a:gd name="connsiteY30" fmla="*/ 259809 h 696767"/>
                <a:gd name="connsiteX31" fmla="*/ 50999 w 459649"/>
                <a:gd name="connsiteY31" fmla="*/ 292972 h 696767"/>
                <a:gd name="connsiteX32" fmla="*/ 3 w 459649"/>
                <a:gd name="connsiteY32" fmla="*/ 433626 h 696767"/>
                <a:gd name="connsiteX33" fmla="*/ 3 w 459649"/>
                <a:gd name="connsiteY33" fmla="*/ 433626 h 696767"/>
                <a:gd name="connsiteX34" fmla="*/ 248981 w 459649"/>
                <a:gd name="connsiteY34" fmla="*/ 289639 h 696767"/>
                <a:gd name="connsiteX35" fmla="*/ 242398 w 459649"/>
                <a:gd name="connsiteY35" fmla="*/ 314637 h 696767"/>
                <a:gd name="connsiteX36" fmla="*/ 223483 w 459649"/>
                <a:gd name="connsiteY36" fmla="*/ 193981 h 696767"/>
                <a:gd name="connsiteX37" fmla="*/ 163239 w 459649"/>
                <a:gd name="connsiteY37" fmla="*/ 77742 h 696767"/>
                <a:gd name="connsiteX38" fmla="*/ 161489 w 459649"/>
                <a:gd name="connsiteY38" fmla="*/ 78575 h 696767"/>
                <a:gd name="connsiteX39" fmla="*/ 214067 w 459649"/>
                <a:gd name="connsiteY39" fmla="*/ 194065 h 696767"/>
                <a:gd name="connsiteX40" fmla="*/ 230566 w 459649"/>
                <a:gd name="connsiteY40" fmla="*/ 319303 h 696767"/>
                <a:gd name="connsiteX41" fmla="*/ 181570 w 459649"/>
                <a:gd name="connsiteY41" fmla="*/ 272141 h 696767"/>
                <a:gd name="connsiteX42" fmla="*/ 138074 w 459649"/>
                <a:gd name="connsiteY42" fmla="*/ 193648 h 696767"/>
                <a:gd name="connsiteX43" fmla="*/ 125075 w 459649"/>
                <a:gd name="connsiteY43" fmla="*/ 99823 h 696767"/>
                <a:gd name="connsiteX44" fmla="*/ 128242 w 459649"/>
                <a:gd name="connsiteY44" fmla="*/ 43578 h 696767"/>
                <a:gd name="connsiteX45" fmla="*/ 128742 w 459649"/>
                <a:gd name="connsiteY45" fmla="*/ 18914 h 696767"/>
                <a:gd name="connsiteX46" fmla="*/ 191403 w 459649"/>
                <a:gd name="connsiteY46" fmla="*/ 69909 h 696767"/>
                <a:gd name="connsiteX47" fmla="*/ 250564 w 459649"/>
                <a:gd name="connsiteY47" fmla="*/ 145486 h 696767"/>
                <a:gd name="connsiteX48" fmla="*/ 257897 w 459649"/>
                <a:gd name="connsiteY48" fmla="*/ 239061 h 696767"/>
                <a:gd name="connsiteX49" fmla="*/ 248981 w 459649"/>
                <a:gd name="connsiteY49" fmla="*/ 289639 h 696767"/>
                <a:gd name="connsiteX50" fmla="*/ 248981 w 459649"/>
                <a:gd name="connsiteY50" fmla="*/ 289639 h 696767"/>
                <a:gd name="connsiteX51" fmla="*/ 291894 w 459649"/>
                <a:gd name="connsiteY51" fmla="*/ 290973 h 696767"/>
                <a:gd name="connsiteX52" fmla="*/ 264979 w 459649"/>
                <a:gd name="connsiteY52" fmla="*/ 328219 h 696767"/>
                <a:gd name="connsiteX53" fmla="*/ 254647 w 459649"/>
                <a:gd name="connsiteY53" fmla="*/ 344801 h 696767"/>
                <a:gd name="connsiteX54" fmla="*/ 247648 w 459649"/>
                <a:gd name="connsiteY54" fmla="*/ 342885 h 696767"/>
                <a:gd name="connsiteX55" fmla="*/ 244564 w 459649"/>
                <a:gd name="connsiteY55" fmla="*/ 341718 h 696767"/>
                <a:gd name="connsiteX56" fmla="*/ 284394 w 459649"/>
                <a:gd name="connsiteY56" fmla="*/ 260975 h 696767"/>
                <a:gd name="connsiteX57" fmla="*/ 296727 w 459649"/>
                <a:gd name="connsiteY57" fmla="*/ 238644 h 696767"/>
                <a:gd name="connsiteX58" fmla="*/ 315975 w 459649"/>
                <a:gd name="connsiteY58" fmla="*/ 220396 h 696767"/>
                <a:gd name="connsiteX59" fmla="*/ 349638 w 459649"/>
                <a:gd name="connsiteY59" fmla="*/ 231311 h 696767"/>
                <a:gd name="connsiteX60" fmla="*/ 323224 w 459649"/>
                <a:gd name="connsiteY60" fmla="*/ 257059 h 696767"/>
                <a:gd name="connsiteX61" fmla="*/ 291894 w 459649"/>
                <a:gd name="connsiteY61" fmla="*/ 290973 h 696767"/>
                <a:gd name="connsiteX62" fmla="*/ 291894 w 459649"/>
                <a:gd name="connsiteY62" fmla="*/ 290973 h 696767"/>
                <a:gd name="connsiteX63" fmla="*/ 51499 w 459649"/>
                <a:gd name="connsiteY63" fmla="*/ 313804 h 696767"/>
                <a:gd name="connsiteX64" fmla="*/ 101994 w 459649"/>
                <a:gd name="connsiteY64" fmla="*/ 276724 h 696767"/>
                <a:gd name="connsiteX65" fmla="*/ 130491 w 459649"/>
                <a:gd name="connsiteY65" fmla="*/ 272141 h 696767"/>
                <a:gd name="connsiteX66" fmla="*/ 160739 w 459649"/>
                <a:gd name="connsiteY66" fmla="*/ 273641 h 696767"/>
                <a:gd name="connsiteX67" fmla="*/ 167322 w 459649"/>
                <a:gd name="connsiteY67" fmla="*/ 274724 h 696767"/>
                <a:gd name="connsiteX68" fmla="*/ 171404 w 459649"/>
                <a:gd name="connsiteY68" fmla="*/ 279640 h 696767"/>
                <a:gd name="connsiteX69" fmla="*/ 205568 w 459649"/>
                <a:gd name="connsiteY69" fmla="*/ 309221 h 696767"/>
                <a:gd name="connsiteX70" fmla="*/ 232232 w 459649"/>
                <a:gd name="connsiteY70" fmla="*/ 335135 h 696767"/>
                <a:gd name="connsiteX71" fmla="*/ 232566 w 459649"/>
                <a:gd name="connsiteY71" fmla="*/ 335969 h 696767"/>
                <a:gd name="connsiteX72" fmla="*/ 206318 w 459649"/>
                <a:gd name="connsiteY72" fmla="*/ 318387 h 696767"/>
                <a:gd name="connsiteX73" fmla="*/ 199902 w 459649"/>
                <a:gd name="connsiteY73" fmla="*/ 325469 h 696767"/>
                <a:gd name="connsiteX74" fmla="*/ 252980 w 459649"/>
                <a:gd name="connsiteY74" fmla="*/ 355967 h 696767"/>
                <a:gd name="connsiteX75" fmla="*/ 255564 w 459649"/>
                <a:gd name="connsiteY75" fmla="*/ 356217 h 696767"/>
                <a:gd name="connsiteX76" fmla="*/ 296310 w 459649"/>
                <a:gd name="connsiteY76" fmla="*/ 354467 h 696767"/>
                <a:gd name="connsiteX77" fmla="*/ 295977 w 459649"/>
                <a:gd name="connsiteY77" fmla="*/ 349634 h 696767"/>
                <a:gd name="connsiteX78" fmla="*/ 267229 w 459649"/>
                <a:gd name="connsiteY78" fmla="*/ 347301 h 696767"/>
                <a:gd name="connsiteX79" fmla="*/ 276312 w 459649"/>
                <a:gd name="connsiteY79" fmla="*/ 334052 h 696767"/>
                <a:gd name="connsiteX80" fmla="*/ 289394 w 459649"/>
                <a:gd name="connsiteY80" fmla="*/ 315637 h 696767"/>
                <a:gd name="connsiteX81" fmla="*/ 300976 w 459649"/>
                <a:gd name="connsiteY81" fmla="*/ 314304 h 696767"/>
                <a:gd name="connsiteX82" fmla="*/ 339723 w 459649"/>
                <a:gd name="connsiteY82" fmla="*/ 315470 h 696767"/>
                <a:gd name="connsiteX83" fmla="*/ 403050 w 459649"/>
                <a:gd name="connsiteY83" fmla="*/ 344468 h 696767"/>
                <a:gd name="connsiteX84" fmla="*/ 441130 w 459649"/>
                <a:gd name="connsiteY84" fmla="*/ 397296 h 696767"/>
                <a:gd name="connsiteX85" fmla="*/ 440380 w 459649"/>
                <a:gd name="connsiteY85" fmla="*/ 466207 h 696767"/>
                <a:gd name="connsiteX86" fmla="*/ 391885 w 459649"/>
                <a:gd name="connsiteY86" fmla="*/ 584613 h 696767"/>
                <a:gd name="connsiteX87" fmla="*/ 307642 w 459649"/>
                <a:gd name="connsiteY87" fmla="*/ 667855 h 696767"/>
                <a:gd name="connsiteX88" fmla="*/ 246398 w 459649"/>
                <a:gd name="connsiteY88" fmla="*/ 677354 h 696767"/>
                <a:gd name="connsiteX89" fmla="*/ 203318 w 459649"/>
                <a:gd name="connsiteY89" fmla="*/ 644941 h 696767"/>
                <a:gd name="connsiteX90" fmla="*/ 162572 w 459649"/>
                <a:gd name="connsiteY90" fmla="*/ 641274 h 696767"/>
                <a:gd name="connsiteX91" fmla="*/ 103161 w 459649"/>
                <a:gd name="connsiteY91" fmla="*/ 647190 h 696767"/>
                <a:gd name="connsiteX92" fmla="*/ 30250 w 459649"/>
                <a:gd name="connsiteY92" fmla="*/ 557032 h 696767"/>
                <a:gd name="connsiteX93" fmla="*/ 14419 w 459649"/>
                <a:gd name="connsiteY93" fmla="*/ 432543 h 696767"/>
                <a:gd name="connsiteX94" fmla="*/ 51499 w 459649"/>
                <a:gd name="connsiteY94" fmla="*/ 313804 h 696767"/>
                <a:gd name="connsiteX95" fmla="*/ 51499 w 459649"/>
                <a:gd name="connsiteY95" fmla="*/ 313804 h 696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459649" h="696767">
                  <a:moveTo>
                    <a:pt x="3" y="433626"/>
                  </a:moveTo>
                  <a:cubicBezTo>
                    <a:pt x="-163" y="481705"/>
                    <a:pt x="6086" y="531118"/>
                    <a:pt x="21335" y="576697"/>
                  </a:cubicBezTo>
                  <a:cubicBezTo>
                    <a:pt x="34833" y="616943"/>
                    <a:pt x="57248" y="655023"/>
                    <a:pt x="102161" y="663522"/>
                  </a:cubicBezTo>
                  <a:cubicBezTo>
                    <a:pt x="123992" y="667689"/>
                    <a:pt x="144240" y="663356"/>
                    <a:pt x="165405" y="657940"/>
                  </a:cubicBezTo>
                  <a:cubicBezTo>
                    <a:pt x="170821" y="656523"/>
                    <a:pt x="177654" y="653940"/>
                    <a:pt x="183320" y="654440"/>
                  </a:cubicBezTo>
                  <a:cubicBezTo>
                    <a:pt x="191236" y="655190"/>
                    <a:pt x="197569" y="662189"/>
                    <a:pt x="203068" y="667272"/>
                  </a:cubicBezTo>
                  <a:cubicBezTo>
                    <a:pt x="210318" y="673855"/>
                    <a:pt x="217734" y="680604"/>
                    <a:pt x="226150" y="685770"/>
                  </a:cubicBezTo>
                  <a:cubicBezTo>
                    <a:pt x="264313" y="709185"/>
                    <a:pt x="304642" y="691687"/>
                    <a:pt x="336390" y="666189"/>
                  </a:cubicBezTo>
                  <a:cubicBezTo>
                    <a:pt x="371303" y="638108"/>
                    <a:pt x="404050" y="600778"/>
                    <a:pt x="424465" y="560698"/>
                  </a:cubicBezTo>
                  <a:cubicBezTo>
                    <a:pt x="444880" y="520452"/>
                    <a:pt x="460295" y="470206"/>
                    <a:pt x="459629" y="424877"/>
                  </a:cubicBezTo>
                  <a:cubicBezTo>
                    <a:pt x="459045" y="383381"/>
                    <a:pt x="436797" y="346801"/>
                    <a:pt x="401467" y="324970"/>
                  </a:cubicBezTo>
                  <a:cubicBezTo>
                    <a:pt x="382219" y="313054"/>
                    <a:pt x="359221" y="304138"/>
                    <a:pt x="336723" y="301138"/>
                  </a:cubicBezTo>
                  <a:cubicBezTo>
                    <a:pt x="325807" y="299638"/>
                    <a:pt x="315225" y="299139"/>
                    <a:pt x="304309" y="301472"/>
                  </a:cubicBezTo>
                  <a:cubicBezTo>
                    <a:pt x="302393" y="301888"/>
                    <a:pt x="300559" y="302555"/>
                    <a:pt x="298726" y="303305"/>
                  </a:cubicBezTo>
                  <a:cubicBezTo>
                    <a:pt x="301309" y="300055"/>
                    <a:pt x="303976" y="296805"/>
                    <a:pt x="306642" y="293639"/>
                  </a:cubicBezTo>
                  <a:cubicBezTo>
                    <a:pt x="317225" y="281223"/>
                    <a:pt x="328724" y="269725"/>
                    <a:pt x="339723" y="257642"/>
                  </a:cubicBezTo>
                  <a:cubicBezTo>
                    <a:pt x="346555" y="250143"/>
                    <a:pt x="355638" y="242644"/>
                    <a:pt x="360887" y="233894"/>
                  </a:cubicBezTo>
                  <a:cubicBezTo>
                    <a:pt x="361887" y="232228"/>
                    <a:pt x="361554" y="230061"/>
                    <a:pt x="360637" y="228478"/>
                  </a:cubicBezTo>
                  <a:cubicBezTo>
                    <a:pt x="348888" y="209313"/>
                    <a:pt x="308309" y="203730"/>
                    <a:pt x="294643" y="222729"/>
                  </a:cubicBezTo>
                  <a:cubicBezTo>
                    <a:pt x="282478" y="239644"/>
                    <a:pt x="272812" y="258642"/>
                    <a:pt x="263063" y="277057"/>
                  </a:cubicBezTo>
                  <a:cubicBezTo>
                    <a:pt x="265979" y="265392"/>
                    <a:pt x="267396" y="253393"/>
                    <a:pt x="268312" y="241310"/>
                  </a:cubicBezTo>
                  <a:cubicBezTo>
                    <a:pt x="270479" y="209980"/>
                    <a:pt x="272729" y="174483"/>
                    <a:pt x="262563" y="144402"/>
                  </a:cubicBezTo>
                  <a:cubicBezTo>
                    <a:pt x="251564" y="111822"/>
                    <a:pt x="231232" y="88824"/>
                    <a:pt x="206651" y="65910"/>
                  </a:cubicBezTo>
                  <a:cubicBezTo>
                    <a:pt x="181737" y="42662"/>
                    <a:pt x="154573" y="19830"/>
                    <a:pt x="126492" y="832"/>
                  </a:cubicBezTo>
                  <a:cubicBezTo>
                    <a:pt x="122992" y="-1501"/>
                    <a:pt x="117576" y="1415"/>
                    <a:pt x="116993" y="5332"/>
                  </a:cubicBezTo>
                  <a:cubicBezTo>
                    <a:pt x="114910" y="19664"/>
                    <a:pt x="116493" y="35329"/>
                    <a:pt x="115243" y="49911"/>
                  </a:cubicBezTo>
                  <a:cubicBezTo>
                    <a:pt x="113660" y="67826"/>
                    <a:pt x="112076" y="85491"/>
                    <a:pt x="112660" y="103489"/>
                  </a:cubicBezTo>
                  <a:cubicBezTo>
                    <a:pt x="113660" y="135237"/>
                    <a:pt x="117409" y="167150"/>
                    <a:pt x="125909" y="197814"/>
                  </a:cubicBezTo>
                  <a:cubicBezTo>
                    <a:pt x="131741" y="218812"/>
                    <a:pt x="142407" y="239727"/>
                    <a:pt x="155156" y="258392"/>
                  </a:cubicBezTo>
                  <a:cubicBezTo>
                    <a:pt x="151823" y="258142"/>
                    <a:pt x="148407" y="258142"/>
                    <a:pt x="145240" y="257892"/>
                  </a:cubicBezTo>
                  <a:cubicBezTo>
                    <a:pt x="132491" y="257059"/>
                    <a:pt x="119576" y="256892"/>
                    <a:pt x="107077" y="259809"/>
                  </a:cubicBezTo>
                  <a:cubicBezTo>
                    <a:pt x="85079" y="264892"/>
                    <a:pt x="66747" y="277390"/>
                    <a:pt x="50999" y="292972"/>
                  </a:cubicBezTo>
                  <a:cubicBezTo>
                    <a:pt x="13335" y="330052"/>
                    <a:pt x="253" y="382131"/>
                    <a:pt x="3" y="433626"/>
                  </a:cubicBezTo>
                  <a:lnTo>
                    <a:pt x="3" y="433626"/>
                  </a:lnTo>
                  <a:close/>
                  <a:moveTo>
                    <a:pt x="248981" y="289639"/>
                  </a:moveTo>
                  <a:cubicBezTo>
                    <a:pt x="246648" y="297639"/>
                    <a:pt x="244648" y="306221"/>
                    <a:pt x="242398" y="314637"/>
                  </a:cubicBezTo>
                  <a:cubicBezTo>
                    <a:pt x="238065" y="274057"/>
                    <a:pt x="233566" y="233478"/>
                    <a:pt x="223483" y="193981"/>
                  </a:cubicBezTo>
                  <a:cubicBezTo>
                    <a:pt x="212651" y="151568"/>
                    <a:pt x="184153" y="115488"/>
                    <a:pt x="163239" y="77742"/>
                  </a:cubicBezTo>
                  <a:cubicBezTo>
                    <a:pt x="162655" y="76742"/>
                    <a:pt x="160989" y="77575"/>
                    <a:pt x="161489" y="78575"/>
                  </a:cubicBezTo>
                  <a:cubicBezTo>
                    <a:pt x="177487" y="117155"/>
                    <a:pt x="204401" y="153235"/>
                    <a:pt x="214067" y="194065"/>
                  </a:cubicBezTo>
                  <a:cubicBezTo>
                    <a:pt x="223733" y="234978"/>
                    <a:pt x="226483" y="277390"/>
                    <a:pt x="230566" y="319303"/>
                  </a:cubicBezTo>
                  <a:cubicBezTo>
                    <a:pt x="215067" y="302888"/>
                    <a:pt x="195819" y="289973"/>
                    <a:pt x="181570" y="272141"/>
                  </a:cubicBezTo>
                  <a:cubicBezTo>
                    <a:pt x="163322" y="249310"/>
                    <a:pt x="146073" y="221812"/>
                    <a:pt x="138074" y="193648"/>
                  </a:cubicBezTo>
                  <a:cubicBezTo>
                    <a:pt x="129408" y="163234"/>
                    <a:pt x="125825" y="131320"/>
                    <a:pt x="125075" y="99823"/>
                  </a:cubicBezTo>
                  <a:cubicBezTo>
                    <a:pt x="124659" y="80908"/>
                    <a:pt x="126825" y="62410"/>
                    <a:pt x="128242" y="43578"/>
                  </a:cubicBezTo>
                  <a:cubicBezTo>
                    <a:pt x="128825" y="35746"/>
                    <a:pt x="128325" y="27163"/>
                    <a:pt x="128742" y="18914"/>
                  </a:cubicBezTo>
                  <a:cubicBezTo>
                    <a:pt x="149906" y="35412"/>
                    <a:pt x="171321" y="52161"/>
                    <a:pt x="191403" y="69909"/>
                  </a:cubicBezTo>
                  <a:cubicBezTo>
                    <a:pt x="216484" y="92157"/>
                    <a:pt x="238315" y="113489"/>
                    <a:pt x="250564" y="145486"/>
                  </a:cubicBezTo>
                  <a:cubicBezTo>
                    <a:pt x="261480" y="174316"/>
                    <a:pt x="259563" y="208730"/>
                    <a:pt x="257897" y="239061"/>
                  </a:cubicBezTo>
                  <a:cubicBezTo>
                    <a:pt x="256980" y="256476"/>
                    <a:pt x="253814" y="272974"/>
                    <a:pt x="248981" y="289639"/>
                  </a:cubicBezTo>
                  <a:lnTo>
                    <a:pt x="248981" y="289639"/>
                  </a:lnTo>
                  <a:close/>
                  <a:moveTo>
                    <a:pt x="291894" y="290973"/>
                  </a:moveTo>
                  <a:cubicBezTo>
                    <a:pt x="282394" y="302888"/>
                    <a:pt x="273229" y="315387"/>
                    <a:pt x="264979" y="328219"/>
                  </a:cubicBezTo>
                  <a:cubicBezTo>
                    <a:pt x="261730" y="333302"/>
                    <a:pt x="257397" y="338885"/>
                    <a:pt x="254647" y="344801"/>
                  </a:cubicBezTo>
                  <a:cubicBezTo>
                    <a:pt x="252314" y="344218"/>
                    <a:pt x="249981" y="343551"/>
                    <a:pt x="247648" y="342885"/>
                  </a:cubicBezTo>
                  <a:cubicBezTo>
                    <a:pt x="246564" y="342551"/>
                    <a:pt x="245564" y="342135"/>
                    <a:pt x="244564" y="341718"/>
                  </a:cubicBezTo>
                  <a:cubicBezTo>
                    <a:pt x="258813" y="315304"/>
                    <a:pt x="269729" y="287223"/>
                    <a:pt x="284394" y="260975"/>
                  </a:cubicBezTo>
                  <a:cubicBezTo>
                    <a:pt x="288561" y="253559"/>
                    <a:pt x="292644" y="246143"/>
                    <a:pt x="296727" y="238644"/>
                  </a:cubicBezTo>
                  <a:cubicBezTo>
                    <a:pt x="301476" y="229811"/>
                    <a:pt x="305392" y="221396"/>
                    <a:pt x="315975" y="220396"/>
                  </a:cubicBezTo>
                  <a:cubicBezTo>
                    <a:pt x="325307" y="219479"/>
                    <a:pt x="342472" y="223562"/>
                    <a:pt x="349638" y="231311"/>
                  </a:cubicBezTo>
                  <a:cubicBezTo>
                    <a:pt x="341972" y="240560"/>
                    <a:pt x="331640" y="248893"/>
                    <a:pt x="323224" y="257059"/>
                  </a:cubicBezTo>
                  <a:cubicBezTo>
                    <a:pt x="312058" y="267808"/>
                    <a:pt x="301476" y="278890"/>
                    <a:pt x="291894" y="290973"/>
                  </a:cubicBezTo>
                  <a:lnTo>
                    <a:pt x="291894" y="290973"/>
                  </a:lnTo>
                  <a:close/>
                  <a:moveTo>
                    <a:pt x="51499" y="313804"/>
                  </a:moveTo>
                  <a:cubicBezTo>
                    <a:pt x="65414" y="297222"/>
                    <a:pt x="81413" y="284057"/>
                    <a:pt x="101994" y="276724"/>
                  </a:cubicBezTo>
                  <a:cubicBezTo>
                    <a:pt x="111243" y="273391"/>
                    <a:pt x="120742" y="272308"/>
                    <a:pt x="130491" y="272141"/>
                  </a:cubicBezTo>
                  <a:cubicBezTo>
                    <a:pt x="135574" y="272058"/>
                    <a:pt x="156072" y="270308"/>
                    <a:pt x="160739" y="273641"/>
                  </a:cubicBezTo>
                  <a:cubicBezTo>
                    <a:pt x="162905" y="275224"/>
                    <a:pt x="165238" y="275391"/>
                    <a:pt x="167322" y="274724"/>
                  </a:cubicBezTo>
                  <a:cubicBezTo>
                    <a:pt x="168655" y="276391"/>
                    <a:pt x="170071" y="278057"/>
                    <a:pt x="171404" y="279640"/>
                  </a:cubicBezTo>
                  <a:cubicBezTo>
                    <a:pt x="181404" y="291389"/>
                    <a:pt x="193986" y="299389"/>
                    <a:pt x="205568" y="309221"/>
                  </a:cubicBezTo>
                  <a:cubicBezTo>
                    <a:pt x="214984" y="317220"/>
                    <a:pt x="222817" y="327303"/>
                    <a:pt x="232232" y="335135"/>
                  </a:cubicBezTo>
                  <a:cubicBezTo>
                    <a:pt x="232316" y="335385"/>
                    <a:pt x="232482" y="335719"/>
                    <a:pt x="232566" y="335969"/>
                  </a:cubicBezTo>
                  <a:cubicBezTo>
                    <a:pt x="223483" y="330719"/>
                    <a:pt x="215317" y="324136"/>
                    <a:pt x="206318" y="318387"/>
                  </a:cubicBezTo>
                  <a:cubicBezTo>
                    <a:pt x="201735" y="315470"/>
                    <a:pt x="197902" y="321553"/>
                    <a:pt x="199902" y="325469"/>
                  </a:cubicBezTo>
                  <a:cubicBezTo>
                    <a:pt x="210568" y="345551"/>
                    <a:pt x="231149" y="353717"/>
                    <a:pt x="252980" y="355967"/>
                  </a:cubicBezTo>
                  <a:cubicBezTo>
                    <a:pt x="253730" y="356467"/>
                    <a:pt x="254730" y="356633"/>
                    <a:pt x="255564" y="356217"/>
                  </a:cubicBezTo>
                  <a:cubicBezTo>
                    <a:pt x="269562" y="357383"/>
                    <a:pt x="283894" y="356300"/>
                    <a:pt x="296310" y="354467"/>
                  </a:cubicBezTo>
                  <a:cubicBezTo>
                    <a:pt x="299393" y="354050"/>
                    <a:pt x="299143" y="349717"/>
                    <a:pt x="295977" y="349634"/>
                  </a:cubicBezTo>
                  <a:cubicBezTo>
                    <a:pt x="286227" y="349467"/>
                    <a:pt x="276645" y="348801"/>
                    <a:pt x="267229" y="347301"/>
                  </a:cubicBezTo>
                  <a:cubicBezTo>
                    <a:pt x="270646" y="343301"/>
                    <a:pt x="273395" y="338218"/>
                    <a:pt x="276312" y="334052"/>
                  </a:cubicBezTo>
                  <a:cubicBezTo>
                    <a:pt x="280561" y="327886"/>
                    <a:pt x="284978" y="321720"/>
                    <a:pt x="289394" y="315637"/>
                  </a:cubicBezTo>
                  <a:cubicBezTo>
                    <a:pt x="293310" y="315554"/>
                    <a:pt x="297310" y="314887"/>
                    <a:pt x="300976" y="314304"/>
                  </a:cubicBezTo>
                  <a:cubicBezTo>
                    <a:pt x="314142" y="312221"/>
                    <a:pt x="326640" y="312971"/>
                    <a:pt x="339723" y="315470"/>
                  </a:cubicBezTo>
                  <a:cubicBezTo>
                    <a:pt x="361554" y="319720"/>
                    <a:pt x="385802" y="330219"/>
                    <a:pt x="403050" y="344468"/>
                  </a:cubicBezTo>
                  <a:cubicBezTo>
                    <a:pt x="419715" y="358217"/>
                    <a:pt x="435464" y="376048"/>
                    <a:pt x="441130" y="397296"/>
                  </a:cubicBezTo>
                  <a:cubicBezTo>
                    <a:pt x="447130" y="419961"/>
                    <a:pt x="445130" y="443709"/>
                    <a:pt x="440380" y="466207"/>
                  </a:cubicBezTo>
                  <a:cubicBezTo>
                    <a:pt x="431464" y="508786"/>
                    <a:pt x="418216" y="549616"/>
                    <a:pt x="391885" y="584613"/>
                  </a:cubicBezTo>
                  <a:cubicBezTo>
                    <a:pt x="368220" y="616110"/>
                    <a:pt x="341889" y="647274"/>
                    <a:pt x="307642" y="667855"/>
                  </a:cubicBezTo>
                  <a:cubicBezTo>
                    <a:pt x="288977" y="679104"/>
                    <a:pt x="267479" y="685354"/>
                    <a:pt x="246398" y="677354"/>
                  </a:cubicBezTo>
                  <a:cubicBezTo>
                    <a:pt x="228733" y="670605"/>
                    <a:pt x="218317" y="655440"/>
                    <a:pt x="203318" y="644941"/>
                  </a:cubicBezTo>
                  <a:cubicBezTo>
                    <a:pt x="189819" y="635525"/>
                    <a:pt x="177737" y="637441"/>
                    <a:pt x="162572" y="641274"/>
                  </a:cubicBezTo>
                  <a:cubicBezTo>
                    <a:pt x="142490" y="646357"/>
                    <a:pt x="123992" y="651523"/>
                    <a:pt x="103161" y="647190"/>
                  </a:cubicBezTo>
                  <a:cubicBezTo>
                    <a:pt x="58831" y="638108"/>
                    <a:pt x="41583" y="596028"/>
                    <a:pt x="30250" y="557032"/>
                  </a:cubicBezTo>
                  <a:cubicBezTo>
                    <a:pt x="18668" y="517119"/>
                    <a:pt x="14169" y="473956"/>
                    <a:pt x="14419" y="432543"/>
                  </a:cubicBezTo>
                  <a:cubicBezTo>
                    <a:pt x="14502" y="390547"/>
                    <a:pt x="23834" y="346884"/>
                    <a:pt x="51499" y="313804"/>
                  </a:cubicBezTo>
                  <a:lnTo>
                    <a:pt x="51499" y="313804"/>
                  </a:lnTo>
                  <a:close/>
                </a:path>
              </a:pathLst>
            </a:custGeom>
            <a:grpFill/>
            <a:ln w="8332" cap="flat">
              <a:noFill/>
              <a:prstDash val="solid"/>
              <a:miter/>
            </a:ln>
          </p:spPr>
          <p:txBody>
            <a:bodyPr rtlCol="0" anchor="ctr"/>
            <a:lstStyle/>
            <a:p>
              <a:endParaRPr lang="en-US"/>
            </a:p>
          </p:txBody>
        </p:sp>
        <p:sp>
          <p:nvSpPr>
            <p:cNvPr id="1587" name="Freeform: Shape 1586"/>
            <p:cNvSpPr/>
            <p:nvPr/>
          </p:nvSpPr>
          <p:spPr>
            <a:xfrm>
              <a:off x="6053332" y="167829"/>
              <a:ext cx="567252" cy="571598"/>
            </a:xfrm>
            <a:custGeom>
              <a:avLst/>
              <a:gdLst>
                <a:gd name="connsiteX0" fmla="*/ 141631 w 567252"/>
                <a:gd name="connsiteY0" fmla="*/ 430211 h 571598"/>
                <a:gd name="connsiteX1" fmla="*/ 239039 w 567252"/>
                <a:gd name="connsiteY1" fmla="*/ 537285 h 571598"/>
                <a:gd name="connsiteX2" fmla="*/ 354612 w 567252"/>
                <a:gd name="connsiteY2" fmla="*/ 564616 h 571598"/>
                <a:gd name="connsiteX3" fmla="*/ 404107 w 567252"/>
                <a:gd name="connsiteY3" fmla="*/ 524869 h 571598"/>
                <a:gd name="connsiteX4" fmla="*/ 417023 w 567252"/>
                <a:gd name="connsiteY4" fmla="*/ 512037 h 571598"/>
                <a:gd name="connsiteX5" fmla="*/ 440604 w 567252"/>
                <a:gd name="connsiteY5" fmla="*/ 511704 h 571598"/>
                <a:gd name="connsiteX6" fmla="*/ 470101 w 567252"/>
                <a:gd name="connsiteY6" fmla="*/ 514204 h 571598"/>
                <a:gd name="connsiteX7" fmla="*/ 550844 w 567252"/>
                <a:gd name="connsiteY7" fmla="*/ 436794 h 571598"/>
                <a:gd name="connsiteX8" fmla="*/ 565343 w 567252"/>
                <a:gd name="connsiteY8" fmla="*/ 300223 h 571598"/>
                <a:gd name="connsiteX9" fmla="*/ 519013 w 567252"/>
                <a:gd name="connsiteY9" fmla="*/ 167735 h 571598"/>
                <a:gd name="connsiteX10" fmla="*/ 415023 w 567252"/>
                <a:gd name="connsiteY10" fmla="*/ 116989 h 571598"/>
                <a:gd name="connsiteX11" fmla="*/ 347946 w 567252"/>
                <a:gd name="connsiteY11" fmla="*/ 133155 h 571598"/>
                <a:gd name="connsiteX12" fmla="*/ 321198 w 567252"/>
                <a:gd name="connsiteY12" fmla="*/ 151486 h 571598"/>
                <a:gd name="connsiteX13" fmla="*/ 317532 w 567252"/>
                <a:gd name="connsiteY13" fmla="*/ 156069 h 571598"/>
                <a:gd name="connsiteX14" fmla="*/ 318782 w 567252"/>
                <a:gd name="connsiteY14" fmla="*/ 143570 h 571598"/>
                <a:gd name="connsiteX15" fmla="*/ 326281 w 567252"/>
                <a:gd name="connsiteY15" fmla="*/ 95241 h 571598"/>
                <a:gd name="connsiteX16" fmla="*/ 330697 w 567252"/>
                <a:gd name="connsiteY16" fmla="*/ 63744 h 571598"/>
                <a:gd name="connsiteX17" fmla="*/ 327447 w 567252"/>
                <a:gd name="connsiteY17" fmla="*/ 59328 h 571598"/>
                <a:gd name="connsiteX18" fmla="*/ 269370 w 567252"/>
                <a:gd name="connsiteY18" fmla="*/ 91242 h 571598"/>
                <a:gd name="connsiteX19" fmla="*/ 273369 w 567252"/>
                <a:gd name="connsiteY19" fmla="*/ 153903 h 571598"/>
                <a:gd name="connsiteX20" fmla="*/ 257787 w 567252"/>
                <a:gd name="connsiteY20" fmla="*/ 121239 h 571598"/>
                <a:gd name="connsiteX21" fmla="*/ 199125 w 567252"/>
                <a:gd name="connsiteY21" fmla="*/ 43829 h 571598"/>
                <a:gd name="connsiteX22" fmla="*/ 108884 w 567252"/>
                <a:gd name="connsiteY22" fmla="*/ 9582 h 571598"/>
                <a:gd name="connsiteX23" fmla="*/ 5893 w 567252"/>
                <a:gd name="connsiteY23" fmla="*/ 0 h 571598"/>
                <a:gd name="connsiteX24" fmla="*/ 477 w 567252"/>
                <a:gd name="connsiteY24" fmla="*/ 8999 h 571598"/>
                <a:gd name="connsiteX25" fmla="*/ 23808 w 567252"/>
                <a:gd name="connsiteY25" fmla="*/ 47079 h 571598"/>
                <a:gd name="connsiteX26" fmla="*/ 51389 w 567252"/>
                <a:gd name="connsiteY26" fmla="*/ 93075 h 571598"/>
                <a:gd name="connsiteX27" fmla="*/ 114883 w 567252"/>
                <a:gd name="connsiteY27" fmla="*/ 164069 h 571598"/>
                <a:gd name="connsiteX28" fmla="*/ 172878 w 567252"/>
                <a:gd name="connsiteY28" fmla="*/ 198232 h 571598"/>
                <a:gd name="connsiteX29" fmla="*/ 164379 w 567252"/>
                <a:gd name="connsiteY29" fmla="*/ 203315 h 571598"/>
                <a:gd name="connsiteX30" fmla="*/ 133715 w 567252"/>
                <a:gd name="connsiteY30" fmla="*/ 226146 h 571598"/>
                <a:gd name="connsiteX31" fmla="*/ 105551 w 567252"/>
                <a:gd name="connsiteY31" fmla="*/ 284891 h 571598"/>
                <a:gd name="connsiteX32" fmla="*/ 141631 w 567252"/>
                <a:gd name="connsiteY32" fmla="*/ 430211 h 571598"/>
                <a:gd name="connsiteX33" fmla="*/ 141631 w 567252"/>
                <a:gd name="connsiteY33" fmla="*/ 430211 h 571598"/>
                <a:gd name="connsiteX34" fmla="*/ 268453 w 567252"/>
                <a:gd name="connsiteY34" fmla="*/ 172318 h 571598"/>
                <a:gd name="connsiteX35" fmla="*/ 276869 w 567252"/>
                <a:gd name="connsiteY35" fmla="*/ 196732 h 571598"/>
                <a:gd name="connsiteX36" fmla="*/ 194043 w 567252"/>
                <a:gd name="connsiteY36" fmla="*/ 106990 h 571598"/>
                <a:gd name="connsiteX37" fmla="*/ 79220 w 567252"/>
                <a:gd name="connsiteY37" fmla="*/ 43829 h 571598"/>
                <a:gd name="connsiteX38" fmla="*/ 78220 w 567252"/>
                <a:gd name="connsiteY38" fmla="*/ 45579 h 571598"/>
                <a:gd name="connsiteX39" fmla="*/ 186293 w 567252"/>
                <a:gd name="connsiteY39" fmla="*/ 112407 h 571598"/>
                <a:gd name="connsiteX40" fmla="*/ 269703 w 567252"/>
                <a:gd name="connsiteY40" fmla="*/ 207315 h 571598"/>
                <a:gd name="connsiteX41" fmla="*/ 202792 w 567252"/>
                <a:gd name="connsiteY41" fmla="*/ 195316 h 571598"/>
                <a:gd name="connsiteX42" fmla="*/ 122966 w 567252"/>
                <a:gd name="connsiteY42" fmla="*/ 154236 h 571598"/>
                <a:gd name="connsiteX43" fmla="*/ 59972 w 567252"/>
                <a:gd name="connsiteY43" fmla="*/ 83493 h 571598"/>
                <a:gd name="connsiteX44" fmla="*/ 31390 w 567252"/>
                <a:gd name="connsiteY44" fmla="*/ 34997 h 571598"/>
                <a:gd name="connsiteX45" fmla="*/ 18059 w 567252"/>
                <a:gd name="connsiteY45" fmla="*/ 14249 h 571598"/>
                <a:gd name="connsiteX46" fmla="*/ 98468 w 567252"/>
                <a:gd name="connsiteY46" fmla="*/ 21831 h 571598"/>
                <a:gd name="connsiteX47" fmla="*/ 189710 w 567252"/>
                <a:gd name="connsiteY47" fmla="*/ 51829 h 571598"/>
                <a:gd name="connsiteX48" fmla="*/ 247871 w 567252"/>
                <a:gd name="connsiteY48" fmla="*/ 125572 h 571598"/>
                <a:gd name="connsiteX49" fmla="*/ 268453 w 567252"/>
                <a:gd name="connsiteY49" fmla="*/ 172318 h 571598"/>
                <a:gd name="connsiteX50" fmla="*/ 268453 w 567252"/>
                <a:gd name="connsiteY50" fmla="*/ 172318 h 571598"/>
                <a:gd name="connsiteX51" fmla="*/ 304783 w 567252"/>
                <a:gd name="connsiteY51" fmla="*/ 149653 h 571598"/>
                <a:gd name="connsiteX52" fmla="*/ 303116 w 567252"/>
                <a:gd name="connsiteY52" fmla="*/ 195566 h 571598"/>
                <a:gd name="connsiteX53" fmla="*/ 303783 w 567252"/>
                <a:gd name="connsiteY53" fmla="*/ 215147 h 571598"/>
                <a:gd name="connsiteX54" fmla="*/ 296867 w 567252"/>
                <a:gd name="connsiteY54" fmla="*/ 217397 h 571598"/>
                <a:gd name="connsiteX55" fmla="*/ 293617 w 567252"/>
                <a:gd name="connsiteY55" fmla="*/ 218147 h 571598"/>
                <a:gd name="connsiteX56" fmla="*/ 281785 w 567252"/>
                <a:gd name="connsiteY56" fmla="*/ 128905 h 571598"/>
                <a:gd name="connsiteX57" fmla="*/ 279618 w 567252"/>
                <a:gd name="connsiteY57" fmla="*/ 103491 h 571598"/>
                <a:gd name="connsiteX58" fmla="*/ 285451 w 567252"/>
                <a:gd name="connsiteY58" fmla="*/ 77660 h 571598"/>
                <a:gd name="connsiteX59" fmla="*/ 319448 w 567252"/>
                <a:gd name="connsiteY59" fmla="*/ 67994 h 571598"/>
                <a:gd name="connsiteX60" fmla="*/ 311782 w 567252"/>
                <a:gd name="connsiteY60" fmla="*/ 104157 h 571598"/>
                <a:gd name="connsiteX61" fmla="*/ 304783 w 567252"/>
                <a:gd name="connsiteY61" fmla="*/ 149653 h 571598"/>
                <a:gd name="connsiteX62" fmla="*/ 304783 w 567252"/>
                <a:gd name="connsiteY62" fmla="*/ 149653 h 571598"/>
                <a:gd name="connsiteX63" fmla="*/ 117716 w 567252"/>
                <a:gd name="connsiteY63" fmla="*/ 302056 h 571598"/>
                <a:gd name="connsiteX64" fmla="*/ 139048 w 567252"/>
                <a:gd name="connsiteY64" fmla="*/ 243145 h 571598"/>
                <a:gd name="connsiteX65" fmla="*/ 160212 w 567252"/>
                <a:gd name="connsiteY65" fmla="*/ 223480 h 571598"/>
                <a:gd name="connsiteX66" fmla="*/ 186210 w 567252"/>
                <a:gd name="connsiteY66" fmla="*/ 207898 h 571598"/>
                <a:gd name="connsiteX67" fmla="*/ 192293 w 567252"/>
                <a:gd name="connsiteY67" fmla="*/ 205148 h 571598"/>
                <a:gd name="connsiteX68" fmla="*/ 198459 w 567252"/>
                <a:gd name="connsiteY68" fmla="*/ 206981 h 571598"/>
                <a:gd name="connsiteX69" fmla="*/ 243371 w 567252"/>
                <a:gd name="connsiteY69" fmla="*/ 212564 h 571598"/>
                <a:gd name="connsiteX70" fmla="*/ 279952 w 567252"/>
                <a:gd name="connsiteY70" fmla="*/ 219314 h 571598"/>
                <a:gd name="connsiteX71" fmla="*/ 280702 w 567252"/>
                <a:gd name="connsiteY71" fmla="*/ 219814 h 571598"/>
                <a:gd name="connsiteX72" fmla="*/ 249121 w 567252"/>
                <a:gd name="connsiteY72" fmla="*/ 219814 h 571598"/>
                <a:gd name="connsiteX73" fmla="*/ 247704 w 567252"/>
                <a:gd name="connsiteY73" fmla="*/ 229229 h 571598"/>
                <a:gd name="connsiteX74" fmla="*/ 308782 w 567252"/>
                <a:gd name="connsiteY74" fmla="*/ 225063 h 571598"/>
                <a:gd name="connsiteX75" fmla="*/ 311115 w 567252"/>
                <a:gd name="connsiteY75" fmla="*/ 223813 h 571598"/>
                <a:gd name="connsiteX76" fmla="*/ 344029 w 567252"/>
                <a:gd name="connsiteY76" fmla="*/ 199732 h 571598"/>
                <a:gd name="connsiteX77" fmla="*/ 341113 w 567252"/>
                <a:gd name="connsiteY77" fmla="*/ 195899 h 571598"/>
                <a:gd name="connsiteX78" fmla="*/ 315948 w 567252"/>
                <a:gd name="connsiteY78" fmla="*/ 209898 h 571598"/>
                <a:gd name="connsiteX79" fmla="*/ 316115 w 567252"/>
                <a:gd name="connsiteY79" fmla="*/ 193899 h 571598"/>
                <a:gd name="connsiteX80" fmla="*/ 316781 w 567252"/>
                <a:gd name="connsiteY80" fmla="*/ 171318 h 571598"/>
                <a:gd name="connsiteX81" fmla="*/ 325697 w 567252"/>
                <a:gd name="connsiteY81" fmla="*/ 163735 h 571598"/>
                <a:gd name="connsiteX82" fmla="*/ 358611 w 567252"/>
                <a:gd name="connsiteY82" fmla="*/ 143154 h 571598"/>
                <a:gd name="connsiteX83" fmla="*/ 427355 w 567252"/>
                <a:gd name="connsiteY83" fmla="*/ 132071 h 571598"/>
                <a:gd name="connsiteX84" fmla="*/ 488350 w 567252"/>
                <a:gd name="connsiteY84" fmla="*/ 154819 h 571598"/>
                <a:gd name="connsiteX85" fmla="*/ 526096 w 567252"/>
                <a:gd name="connsiteY85" fmla="*/ 212648 h 571598"/>
                <a:gd name="connsiteX86" fmla="*/ 551677 w 567252"/>
                <a:gd name="connsiteY86" fmla="*/ 338053 h 571598"/>
                <a:gd name="connsiteX87" fmla="*/ 527929 w 567252"/>
                <a:gd name="connsiteY87" fmla="*/ 454126 h 571598"/>
                <a:gd name="connsiteX88" fmla="*/ 482267 w 567252"/>
                <a:gd name="connsiteY88" fmla="*/ 496039 h 571598"/>
                <a:gd name="connsiteX89" fmla="*/ 428438 w 567252"/>
                <a:gd name="connsiteY89" fmla="*/ 493039 h 571598"/>
                <a:gd name="connsiteX90" fmla="*/ 392525 w 567252"/>
                <a:gd name="connsiteY90" fmla="*/ 512704 h 571598"/>
                <a:gd name="connsiteX91" fmla="*/ 346446 w 567252"/>
                <a:gd name="connsiteY91" fmla="*/ 550700 h 571598"/>
                <a:gd name="connsiteX92" fmla="*/ 235539 w 567252"/>
                <a:gd name="connsiteY92" fmla="*/ 516204 h 571598"/>
                <a:gd name="connsiteX93" fmla="*/ 153130 w 567252"/>
                <a:gd name="connsiteY93" fmla="*/ 421545 h 571598"/>
                <a:gd name="connsiteX94" fmla="*/ 117716 w 567252"/>
                <a:gd name="connsiteY94" fmla="*/ 302056 h 571598"/>
                <a:gd name="connsiteX95" fmla="*/ 117716 w 567252"/>
                <a:gd name="connsiteY95" fmla="*/ 302056 h 571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567252" h="571598">
                  <a:moveTo>
                    <a:pt x="141631" y="430211"/>
                  </a:moveTo>
                  <a:cubicBezTo>
                    <a:pt x="168128" y="470291"/>
                    <a:pt x="200959" y="507871"/>
                    <a:pt x="239039" y="537285"/>
                  </a:cubicBezTo>
                  <a:cubicBezTo>
                    <a:pt x="272619" y="563283"/>
                    <a:pt x="312449" y="582531"/>
                    <a:pt x="354612" y="564616"/>
                  </a:cubicBezTo>
                  <a:cubicBezTo>
                    <a:pt x="375110" y="555867"/>
                    <a:pt x="389525" y="541118"/>
                    <a:pt x="404107" y="524869"/>
                  </a:cubicBezTo>
                  <a:cubicBezTo>
                    <a:pt x="407857" y="520703"/>
                    <a:pt x="412106" y="514704"/>
                    <a:pt x="417023" y="512037"/>
                  </a:cubicBezTo>
                  <a:cubicBezTo>
                    <a:pt x="424022" y="508288"/>
                    <a:pt x="433188" y="510621"/>
                    <a:pt x="440604" y="511704"/>
                  </a:cubicBezTo>
                  <a:cubicBezTo>
                    <a:pt x="450353" y="513120"/>
                    <a:pt x="460185" y="514620"/>
                    <a:pt x="470101" y="514204"/>
                  </a:cubicBezTo>
                  <a:cubicBezTo>
                    <a:pt x="514847" y="512454"/>
                    <a:pt x="538595" y="475540"/>
                    <a:pt x="550844" y="436794"/>
                  </a:cubicBezTo>
                  <a:cubicBezTo>
                    <a:pt x="564259" y="394048"/>
                    <a:pt x="570759" y="344802"/>
                    <a:pt x="565343" y="300223"/>
                  </a:cubicBezTo>
                  <a:cubicBezTo>
                    <a:pt x="559927" y="255477"/>
                    <a:pt x="544761" y="205065"/>
                    <a:pt x="519013" y="167735"/>
                  </a:cubicBezTo>
                  <a:cubicBezTo>
                    <a:pt x="495515" y="133571"/>
                    <a:pt x="456602" y="115490"/>
                    <a:pt x="415023" y="116989"/>
                  </a:cubicBezTo>
                  <a:cubicBezTo>
                    <a:pt x="392358" y="117823"/>
                    <a:pt x="368360" y="123156"/>
                    <a:pt x="347946" y="133155"/>
                  </a:cubicBezTo>
                  <a:cubicBezTo>
                    <a:pt x="338030" y="137988"/>
                    <a:pt x="328947" y="143487"/>
                    <a:pt x="321198" y="151486"/>
                  </a:cubicBezTo>
                  <a:cubicBezTo>
                    <a:pt x="319782" y="152903"/>
                    <a:pt x="318615" y="154486"/>
                    <a:pt x="317532" y="156069"/>
                  </a:cubicBezTo>
                  <a:cubicBezTo>
                    <a:pt x="317865" y="151903"/>
                    <a:pt x="318282" y="147737"/>
                    <a:pt x="318782" y="143570"/>
                  </a:cubicBezTo>
                  <a:cubicBezTo>
                    <a:pt x="320698" y="127405"/>
                    <a:pt x="323864" y="111407"/>
                    <a:pt x="326281" y="95241"/>
                  </a:cubicBezTo>
                  <a:cubicBezTo>
                    <a:pt x="327780" y="85159"/>
                    <a:pt x="331114" y="73910"/>
                    <a:pt x="330697" y="63744"/>
                  </a:cubicBezTo>
                  <a:cubicBezTo>
                    <a:pt x="330614" y="61828"/>
                    <a:pt x="329114" y="60161"/>
                    <a:pt x="327447" y="59328"/>
                  </a:cubicBezTo>
                  <a:cubicBezTo>
                    <a:pt x="307032" y="49912"/>
                    <a:pt x="270203" y="67911"/>
                    <a:pt x="269370" y="91242"/>
                  </a:cubicBezTo>
                  <a:cubicBezTo>
                    <a:pt x="268619" y="112073"/>
                    <a:pt x="271202" y="133238"/>
                    <a:pt x="273369" y="153903"/>
                  </a:cubicBezTo>
                  <a:cubicBezTo>
                    <a:pt x="269286" y="142570"/>
                    <a:pt x="263870" y="131821"/>
                    <a:pt x="257787" y="121239"/>
                  </a:cubicBezTo>
                  <a:cubicBezTo>
                    <a:pt x="242205" y="93992"/>
                    <a:pt x="224290" y="63161"/>
                    <a:pt x="199125" y="43829"/>
                  </a:cubicBezTo>
                  <a:cubicBezTo>
                    <a:pt x="171878" y="22831"/>
                    <a:pt x="142131" y="15082"/>
                    <a:pt x="108884" y="9582"/>
                  </a:cubicBezTo>
                  <a:cubicBezTo>
                    <a:pt x="75303" y="4083"/>
                    <a:pt x="39973" y="250"/>
                    <a:pt x="5893" y="0"/>
                  </a:cubicBezTo>
                  <a:cubicBezTo>
                    <a:pt x="1726" y="0"/>
                    <a:pt x="-1190" y="5500"/>
                    <a:pt x="477" y="8999"/>
                  </a:cubicBezTo>
                  <a:cubicBezTo>
                    <a:pt x="6726" y="21998"/>
                    <a:pt x="16726" y="34247"/>
                    <a:pt x="23808" y="47079"/>
                  </a:cubicBezTo>
                  <a:cubicBezTo>
                    <a:pt x="32474" y="62828"/>
                    <a:pt x="40973" y="78410"/>
                    <a:pt x="51389" y="93075"/>
                  </a:cubicBezTo>
                  <a:cubicBezTo>
                    <a:pt x="69804" y="118906"/>
                    <a:pt x="90802" y="143404"/>
                    <a:pt x="114883" y="164069"/>
                  </a:cubicBezTo>
                  <a:cubicBezTo>
                    <a:pt x="131381" y="178317"/>
                    <a:pt x="151880" y="189816"/>
                    <a:pt x="172878" y="198232"/>
                  </a:cubicBezTo>
                  <a:cubicBezTo>
                    <a:pt x="169961" y="199899"/>
                    <a:pt x="167129" y="201732"/>
                    <a:pt x="164379" y="203315"/>
                  </a:cubicBezTo>
                  <a:cubicBezTo>
                    <a:pt x="153296" y="209648"/>
                    <a:pt x="142464" y="216730"/>
                    <a:pt x="133715" y="226146"/>
                  </a:cubicBezTo>
                  <a:cubicBezTo>
                    <a:pt x="118300" y="242561"/>
                    <a:pt x="109967" y="263226"/>
                    <a:pt x="105551" y="284891"/>
                  </a:cubicBezTo>
                  <a:cubicBezTo>
                    <a:pt x="94885" y="336720"/>
                    <a:pt x="113134" y="387298"/>
                    <a:pt x="141631" y="430211"/>
                  </a:cubicBezTo>
                  <a:lnTo>
                    <a:pt x="141631" y="430211"/>
                  </a:lnTo>
                  <a:close/>
                  <a:moveTo>
                    <a:pt x="268453" y="172318"/>
                  </a:moveTo>
                  <a:cubicBezTo>
                    <a:pt x="270952" y="180317"/>
                    <a:pt x="274036" y="188483"/>
                    <a:pt x="276869" y="196732"/>
                  </a:cubicBezTo>
                  <a:cubicBezTo>
                    <a:pt x="250704" y="165402"/>
                    <a:pt x="224373" y="134238"/>
                    <a:pt x="194043" y="106990"/>
                  </a:cubicBezTo>
                  <a:cubicBezTo>
                    <a:pt x="161546" y="77743"/>
                    <a:pt x="117633" y="63494"/>
                    <a:pt x="79220" y="43829"/>
                  </a:cubicBezTo>
                  <a:cubicBezTo>
                    <a:pt x="78220" y="43329"/>
                    <a:pt x="77303" y="44913"/>
                    <a:pt x="78220" y="45579"/>
                  </a:cubicBezTo>
                  <a:cubicBezTo>
                    <a:pt x="112967" y="68744"/>
                    <a:pt x="155463" y="83826"/>
                    <a:pt x="186293" y="112407"/>
                  </a:cubicBezTo>
                  <a:cubicBezTo>
                    <a:pt x="217124" y="141071"/>
                    <a:pt x="242955" y="174734"/>
                    <a:pt x="269703" y="207315"/>
                  </a:cubicBezTo>
                  <a:cubicBezTo>
                    <a:pt x="247621" y="202315"/>
                    <a:pt x="224540" y="202232"/>
                    <a:pt x="202792" y="195316"/>
                  </a:cubicBezTo>
                  <a:cubicBezTo>
                    <a:pt x="174961" y="186400"/>
                    <a:pt x="145297" y="173234"/>
                    <a:pt x="122966" y="154236"/>
                  </a:cubicBezTo>
                  <a:cubicBezTo>
                    <a:pt x="98885" y="133738"/>
                    <a:pt x="78137" y="109240"/>
                    <a:pt x="59972" y="83493"/>
                  </a:cubicBezTo>
                  <a:cubicBezTo>
                    <a:pt x="49139" y="68077"/>
                    <a:pt x="40640" y="51412"/>
                    <a:pt x="31390" y="34997"/>
                  </a:cubicBezTo>
                  <a:cubicBezTo>
                    <a:pt x="27558" y="28164"/>
                    <a:pt x="22392" y="21248"/>
                    <a:pt x="18059" y="14249"/>
                  </a:cubicBezTo>
                  <a:cubicBezTo>
                    <a:pt x="44806" y="16165"/>
                    <a:pt x="71971" y="18248"/>
                    <a:pt x="98468" y="21831"/>
                  </a:cubicBezTo>
                  <a:cubicBezTo>
                    <a:pt x="131715" y="26331"/>
                    <a:pt x="161712" y="31914"/>
                    <a:pt x="189710" y="51829"/>
                  </a:cubicBezTo>
                  <a:cubicBezTo>
                    <a:pt x="214791" y="69660"/>
                    <a:pt x="232373" y="99491"/>
                    <a:pt x="247871" y="125572"/>
                  </a:cubicBezTo>
                  <a:cubicBezTo>
                    <a:pt x="256537" y="140321"/>
                    <a:pt x="263120" y="155736"/>
                    <a:pt x="268453" y="172318"/>
                  </a:cubicBezTo>
                  <a:lnTo>
                    <a:pt x="268453" y="172318"/>
                  </a:lnTo>
                  <a:close/>
                  <a:moveTo>
                    <a:pt x="304783" y="149653"/>
                  </a:moveTo>
                  <a:cubicBezTo>
                    <a:pt x="303533" y="164819"/>
                    <a:pt x="302783" y="180317"/>
                    <a:pt x="303116" y="195566"/>
                  </a:cubicBezTo>
                  <a:cubicBezTo>
                    <a:pt x="303200" y="201565"/>
                    <a:pt x="302700" y="208648"/>
                    <a:pt x="303783" y="215147"/>
                  </a:cubicBezTo>
                  <a:cubicBezTo>
                    <a:pt x="301533" y="215981"/>
                    <a:pt x="299200" y="216730"/>
                    <a:pt x="296867" y="217397"/>
                  </a:cubicBezTo>
                  <a:cubicBezTo>
                    <a:pt x="295784" y="217730"/>
                    <a:pt x="294700" y="217897"/>
                    <a:pt x="293617" y="218147"/>
                  </a:cubicBezTo>
                  <a:cubicBezTo>
                    <a:pt x="290784" y="188316"/>
                    <a:pt x="284201" y="158819"/>
                    <a:pt x="281785" y="128905"/>
                  </a:cubicBezTo>
                  <a:cubicBezTo>
                    <a:pt x="281118" y="120406"/>
                    <a:pt x="280451" y="111990"/>
                    <a:pt x="279618" y="103491"/>
                  </a:cubicBezTo>
                  <a:cubicBezTo>
                    <a:pt x="278619" y="93492"/>
                    <a:pt x="277202" y="84409"/>
                    <a:pt x="285451" y="77660"/>
                  </a:cubicBezTo>
                  <a:cubicBezTo>
                    <a:pt x="292701" y="71660"/>
                    <a:pt x="309282" y="65577"/>
                    <a:pt x="319448" y="67994"/>
                  </a:cubicBezTo>
                  <a:cubicBezTo>
                    <a:pt x="318198" y="79909"/>
                    <a:pt x="314198" y="92658"/>
                    <a:pt x="311782" y="104157"/>
                  </a:cubicBezTo>
                  <a:cubicBezTo>
                    <a:pt x="308699" y="119239"/>
                    <a:pt x="306033" y="134238"/>
                    <a:pt x="304783" y="149653"/>
                  </a:cubicBezTo>
                  <a:lnTo>
                    <a:pt x="304783" y="149653"/>
                  </a:lnTo>
                  <a:close/>
                  <a:moveTo>
                    <a:pt x="117716" y="302056"/>
                  </a:moveTo>
                  <a:cubicBezTo>
                    <a:pt x="120049" y="280558"/>
                    <a:pt x="126049" y="260727"/>
                    <a:pt x="139048" y="243145"/>
                  </a:cubicBezTo>
                  <a:cubicBezTo>
                    <a:pt x="144881" y="235229"/>
                    <a:pt x="152130" y="229063"/>
                    <a:pt x="160212" y="223480"/>
                  </a:cubicBezTo>
                  <a:cubicBezTo>
                    <a:pt x="164379" y="220647"/>
                    <a:pt x="180460" y="207731"/>
                    <a:pt x="186210" y="207898"/>
                  </a:cubicBezTo>
                  <a:cubicBezTo>
                    <a:pt x="188876" y="207981"/>
                    <a:pt x="190960" y="206815"/>
                    <a:pt x="192293" y="205148"/>
                  </a:cubicBezTo>
                  <a:cubicBezTo>
                    <a:pt x="194376" y="205815"/>
                    <a:pt x="196376" y="206398"/>
                    <a:pt x="198459" y="206981"/>
                  </a:cubicBezTo>
                  <a:cubicBezTo>
                    <a:pt x="213291" y="211231"/>
                    <a:pt x="228123" y="210814"/>
                    <a:pt x="243371" y="212564"/>
                  </a:cubicBezTo>
                  <a:cubicBezTo>
                    <a:pt x="255621" y="213981"/>
                    <a:pt x="267703" y="217980"/>
                    <a:pt x="279952" y="219314"/>
                  </a:cubicBezTo>
                  <a:cubicBezTo>
                    <a:pt x="280202" y="219480"/>
                    <a:pt x="280451" y="219647"/>
                    <a:pt x="280702" y="219814"/>
                  </a:cubicBezTo>
                  <a:cubicBezTo>
                    <a:pt x="270286" y="220480"/>
                    <a:pt x="259787" y="219564"/>
                    <a:pt x="249121" y="219814"/>
                  </a:cubicBezTo>
                  <a:cubicBezTo>
                    <a:pt x="243705" y="219980"/>
                    <a:pt x="243871" y="227146"/>
                    <a:pt x="247704" y="229229"/>
                  </a:cubicBezTo>
                  <a:cubicBezTo>
                    <a:pt x="267703" y="239978"/>
                    <a:pt x="289367" y="235312"/>
                    <a:pt x="308782" y="225063"/>
                  </a:cubicBezTo>
                  <a:cubicBezTo>
                    <a:pt x="309699" y="225063"/>
                    <a:pt x="310615" y="224646"/>
                    <a:pt x="311115" y="223813"/>
                  </a:cubicBezTo>
                  <a:cubicBezTo>
                    <a:pt x="323448" y="216980"/>
                    <a:pt x="334697" y="208148"/>
                    <a:pt x="344029" y="199732"/>
                  </a:cubicBezTo>
                  <a:cubicBezTo>
                    <a:pt x="346363" y="197649"/>
                    <a:pt x="343696" y="194233"/>
                    <a:pt x="341113" y="195899"/>
                  </a:cubicBezTo>
                  <a:cubicBezTo>
                    <a:pt x="332947" y="201149"/>
                    <a:pt x="324614" y="205898"/>
                    <a:pt x="315948" y="209898"/>
                  </a:cubicBezTo>
                  <a:cubicBezTo>
                    <a:pt x="316532" y="204732"/>
                    <a:pt x="316032" y="198899"/>
                    <a:pt x="316115" y="193899"/>
                  </a:cubicBezTo>
                  <a:cubicBezTo>
                    <a:pt x="316199" y="186400"/>
                    <a:pt x="316448" y="178817"/>
                    <a:pt x="316781" y="171318"/>
                  </a:cubicBezTo>
                  <a:cubicBezTo>
                    <a:pt x="319948" y="169068"/>
                    <a:pt x="322948" y="166318"/>
                    <a:pt x="325697" y="163735"/>
                  </a:cubicBezTo>
                  <a:cubicBezTo>
                    <a:pt x="335530" y="154736"/>
                    <a:pt x="346279" y="148320"/>
                    <a:pt x="358611" y="143154"/>
                  </a:cubicBezTo>
                  <a:cubicBezTo>
                    <a:pt x="379109" y="134571"/>
                    <a:pt x="405191" y="129822"/>
                    <a:pt x="427355" y="132071"/>
                  </a:cubicBezTo>
                  <a:cubicBezTo>
                    <a:pt x="448770" y="134238"/>
                    <a:pt x="471935" y="140321"/>
                    <a:pt x="488350" y="154819"/>
                  </a:cubicBezTo>
                  <a:cubicBezTo>
                    <a:pt x="505931" y="170318"/>
                    <a:pt x="517514" y="191149"/>
                    <a:pt x="526096" y="212648"/>
                  </a:cubicBezTo>
                  <a:cubicBezTo>
                    <a:pt x="542262" y="252977"/>
                    <a:pt x="554010" y="294307"/>
                    <a:pt x="551677" y="338053"/>
                  </a:cubicBezTo>
                  <a:cubicBezTo>
                    <a:pt x="549511" y="377383"/>
                    <a:pt x="545011" y="417879"/>
                    <a:pt x="527929" y="454126"/>
                  </a:cubicBezTo>
                  <a:cubicBezTo>
                    <a:pt x="518680" y="473874"/>
                    <a:pt x="504265" y="490956"/>
                    <a:pt x="482267" y="496039"/>
                  </a:cubicBezTo>
                  <a:cubicBezTo>
                    <a:pt x="463852" y="500288"/>
                    <a:pt x="446770" y="493456"/>
                    <a:pt x="428438" y="493039"/>
                  </a:cubicBezTo>
                  <a:cubicBezTo>
                    <a:pt x="412023" y="492706"/>
                    <a:pt x="403024" y="501038"/>
                    <a:pt x="392525" y="512704"/>
                  </a:cubicBezTo>
                  <a:cubicBezTo>
                    <a:pt x="378610" y="528119"/>
                    <a:pt x="366111" y="542618"/>
                    <a:pt x="346446" y="550700"/>
                  </a:cubicBezTo>
                  <a:cubicBezTo>
                    <a:pt x="304616" y="567782"/>
                    <a:pt x="266786" y="542368"/>
                    <a:pt x="235539" y="516204"/>
                  </a:cubicBezTo>
                  <a:cubicBezTo>
                    <a:pt x="203709" y="489539"/>
                    <a:pt x="175961" y="456042"/>
                    <a:pt x="153130" y="421545"/>
                  </a:cubicBezTo>
                  <a:cubicBezTo>
                    <a:pt x="129632" y="386382"/>
                    <a:pt x="113050" y="344886"/>
                    <a:pt x="117716" y="302056"/>
                  </a:cubicBezTo>
                  <a:lnTo>
                    <a:pt x="117716" y="302056"/>
                  </a:lnTo>
                  <a:close/>
                </a:path>
              </a:pathLst>
            </a:custGeom>
            <a:grpFill/>
            <a:ln w="8332" cap="flat">
              <a:noFill/>
              <a:prstDash val="solid"/>
              <a:miter/>
            </a:ln>
          </p:spPr>
          <p:txBody>
            <a:bodyPr rtlCol="0" anchor="ctr"/>
            <a:lstStyle/>
            <a:p>
              <a:endParaRPr lang="en-US"/>
            </a:p>
          </p:txBody>
        </p:sp>
        <p:sp>
          <p:nvSpPr>
            <p:cNvPr id="1588" name="Freeform: Shape 1587"/>
            <p:cNvSpPr/>
            <p:nvPr/>
          </p:nvSpPr>
          <p:spPr>
            <a:xfrm>
              <a:off x="4166938" y="1770660"/>
              <a:ext cx="755289" cy="501014"/>
            </a:xfrm>
            <a:custGeom>
              <a:avLst/>
              <a:gdLst>
                <a:gd name="connsiteX0" fmla="*/ 703811 w 755289"/>
                <a:gd name="connsiteY0" fmla="*/ 167009 h 501014"/>
                <a:gd name="connsiteX1" fmla="*/ 666981 w 755289"/>
                <a:gd name="connsiteY1" fmla="*/ 129013 h 501014"/>
                <a:gd name="connsiteX2" fmla="*/ 676813 w 755289"/>
                <a:gd name="connsiteY2" fmla="*/ 73851 h 501014"/>
                <a:gd name="connsiteX3" fmla="*/ 672313 w 755289"/>
                <a:gd name="connsiteY3" fmla="*/ 358 h 501014"/>
                <a:gd name="connsiteX4" fmla="*/ 664897 w 755289"/>
                <a:gd name="connsiteY4" fmla="*/ 2524 h 501014"/>
                <a:gd name="connsiteX5" fmla="*/ 647149 w 755289"/>
                <a:gd name="connsiteY5" fmla="*/ 36188 h 501014"/>
                <a:gd name="connsiteX6" fmla="*/ 620818 w 755289"/>
                <a:gd name="connsiteY6" fmla="*/ 70685 h 501014"/>
                <a:gd name="connsiteX7" fmla="*/ 542992 w 755289"/>
                <a:gd name="connsiteY7" fmla="*/ 122930 h 501014"/>
                <a:gd name="connsiteX8" fmla="*/ 518328 w 755289"/>
                <a:gd name="connsiteY8" fmla="*/ 118097 h 501014"/>
                <a:gd name="connsiteX9" fmla="*/ 490496 w 755289"/>
                <a:gd name="connsiteY9" fmla="*/ 112264 h 501014"/>
                <a:gd name="connsiteX10" fmla="*/ 484830 w 755289"/>
                <a:gd name="connsiteY10" fmla="*/ 99515 h 501014"/>
                <a:gd name="connsiteX11" fmla="*/ 467082 w 755289"/>
                <a:gd name="connsiteY11" fmla="*/ 94016 h 501014"/>
                <a:gd name="connsiteX12" fmla="*/ 444418 w 755289"/>
                <a:gd name="connsiteY12" fmla="*/ 78101 h 501014"/>
                <a:gd name="connsiteX13" fmla="*/ 424003 w 755289"/>
                <a:gd name="connsiteY13" fmla="*/ 76184 h 501014"/>
                <a:gd name="connsiteX14" fmla="*/ 392089 w 755289"/>
                <a:gd name="connsiteY14" fmla="*/ 67685 h 501014"/>
                <a:gd name="connsiteX15" fmla="*/ 352342 w 755289"/>
                <a:gd name="connsiteY15" fmla="*/ 70435 h 501014"/>
                <a:gd name="connsiteX16" fmla="*/ 317262 w 755289"/>
                <a:gd name="connsiteY16" fmla="*/ 70351 h 501014"/>
                <a:gd name="connsiteX17" fmla="*/ 294431 w 755289"/>
                <a:gd name="connsiteY17" fmla="*/ 69268 h 501014"/>
                <a:gd name="connsiteX18" fmla="*/ 268350 w 755289"/>
                <a:gd name="connsiteY18" fmla="*/ 80934 h 501014"/>
                <a:gd name="connsiteX19" fmla="*/ 236186 w 755289"/>
                <a:gd name="connsiteY19" fmla="*/ 93683 h 501014"/>
                <a:gd name="connsiteX20" fmla="*/ 223937 w 755289"/>
                <a:gd name="connsiteY20" fmla="*/ 86267 h 501014"/>
                <a:gd name="connsiteX21" fmla="*/ 204522 w 755289"/>
                <a:gd name="connsiteY21" fmla="*/ 100432 h 501014"/>
                <a:gd name="connsiteX22" fmla="*/ 162776 w 755289"/>
                <a:gd name="connsiteY22" fmla="*/ 150011 h 501014"/>
                <a:gd name="connsiteX23" fmla="*/ 119030 w 755289"/>
                <a:gd name="connsiteY23" fmla="*/ 210589 h 501014"/>
                <a:gd name="connsiteX24" fmla="*/ 102531 w 755289"/>
                <a:gd name="connsiteY24" fmla="*/ 239170 h 501014"/>
                <a:gd name="connsiteX25" fmla="*/ 48870 w 755289"/>
                <a:gd name="connsiteY25" fmla="*/ 315996 h 501014"/>
                <a:gd name="connsiteX26" fmla="*/ 13540 w 755289"/>
                <a:gd name="connsiteY26" fmla="*/ 406821 h 501014"/>
                <a:gd name="connsiteX27" fmla="*/ 1041 w 755289"/>
                <a:gd name="connsiteY27" fmla="*/ 444818 h 501014"/>
                <a:gd name="connsiteX28" fmla="*/ 6540 w 755289"/>
                <a:gd name="connsiteY28" fmla="*/ 460983 h 501014"/>
                <a:gd name="connsiteX29" fmla="*/ 40120 w 755289"/>
                <a:gd name="connsiteY29" fmla="*/ 472898 h 501014"/>
                <a:gd name="connsiteX30" fmla="*/ 80284 w 755289"/>
                <a:gd name="connsiteY30" fmla="*/ 481148 h 501014"/>
                <a:gd name="connsiteX31" fmla="*/ 174358 w 755289"/>
                <a:gd name="connsiteY31" fmla="*/ 477731 h 501014"/>
                <a:gd name="connsiteX32" fmla="*/ 253934 w 755289"/>
                <a:gd name="connsiteY32" fmla="*/ 461149 h 501014"/>
                <a:gd name="connsiteX33" fmla="*/ 259267 w 755289"/>
                <a:gd name="connsiteY33" fmla="*/ 466899 h 501014"/>
                <a:gd name="connsiteX34" fmla="*/ 273183 w 755289"/>
                <a:gd name="connsiteY34" fmla="*/ 479065 h 501014"/>
                <a:gd name="connsiteX35" fmla="*/ 298597 w 755289"/>
                <a:gd name="connsiteY35" fmla="*/ 497313 h 501014"/>
                <a:gd name="connsiteX36" fmla="*/ 318429 w 755289"/>
                <a:gd name="connsiteY36" fmla="*/ 498229 h 501014"/>
                <a:gd name="connsiteX37" fmla="*/ 330761 w 755289"/>
                <a:gd name="connsiteY37" fmla="*/ 476148 h 501014"/>
                <a:gd name="connsiteX38" fmla="*/ 367174 w 755289"/>
                <a:gd name="connsiteY38" fmla="*/ 476482 h 501014"/>
                <a:gd name="connsiteX39" fmla="*/ 376507 w 755289"/>
                <a:gd name="connsiteY39" fmla="*/ 457150 h 501014"/>
                <a:gd name="connsiteX40" fmla="*/ 384506 w 755289"/>
                <a:gd name="connsiteY40" fmla="*/ 440901 h 501014"/>
                <a:gd name="connsiteX41" fmla="*/ 365675 w 755289"/>
                <a:gd name="connsiteY41" fmla="*/ 421903 h 501014"/>
                <a:gd name="connsiteX42" fmla="*/ 368841 w 755289"/>
                <a:gd name="connsiteY42" fmla="*/ 420570 h 501014"/>
                <a:gd name="connsiteX43" fmla="*/ 515327 w 755289"/>
                <a:gd name="connsiteY43" fmla="*/ 320246 h 501014"/>
                <a:gd name="connsiteX44" fmla="*/ 574739 w 755289"/>
                <a:gd name="connsiteY44" fmla="*/ 310246 h 501014"/>
                <a:gd name="connsiteX45" fmla="*/ 564573 w 755289"/>
                <a:gd name="connsiteY45" fmla="*/ 259584 h 501014"/>
                <a:gd name="connsiteX46" fmla="*/ 577989 w 755289"/>
                <a:gd name="connsiteY46" fmla="*/ 239170 h 501014"/>
                <a:gd name="connsiteX47" fmla="*/ 626651 w 755289"/>
                <a:gd name="connsiteY47" fmla="*/ 230087 h 501014"/>
                <a:gd name="connsiteX48" fmla="*/ 679313 w 755289"/>
                <a:gd name="connsiteY48" fmla="*/ 231170 h 501014"/>
                <a:gd name="connsiteX49" fmla="*/ 730725 w 755289"/>
                <a:gd name="connsiteY49" fmla="*/ 232420 h 501014"/>
                <a:gd name="connsiteX50" fmla="*/ 755139 w 755289"/>
                <a:gd name="connsiteY50" fmla="*/ 223088 h 501014"/>
                <a:gd name="connsiteX51" fmla="*/ 739141 w 755289"/>
                <a:gd name="connsiteY51" fmla="*/ 194840 h 501014"/>
                <a:gd name="connsiteX52" fmla="*/ 703811 w 755289"/>
                <a:gd name="connsiteY52" fmla="*/ 167009 h 501014"/>
                <a:gd name="connsiteX53" fmla="*/ 703811 w 755289"/>
                <a:gd name="connsiteY53" fmla="*/ 167009 h 501014"/>
                <a:gd name="connsiteX54" fmla="*/ 433168 w 755289"/>
                <a:gd name="connsiteY54" fmla="*/ 89600 h 501014"/>
                <a:gd name="connsiteX55" fmla="*/ 445251 w 755289"/>
                <a:gd name="connsiteY55" fmla="*/ 95349 h 501014"/>
                <a:gd name="connsiteX56" fmla="*/ 466582 w 755289"/>
                <a:gd name="connsiteY56" fmla="*/ 108431 h 501014"/>
                <a:gd name="connsiteX57" fmla="*/ 476081 w 755289"/>
                <a:gd name="connsiteY57" fmla="*/ 108765 h 501014"/>
                <a:gd name="connsiteX58" fmla="*/ 476414 w 755289"/>
                <a:gd name="connsiteY58" fmla="*/ 109931 h 501014"/>
                <a:gd name="connsiteX59" fmla="*/ 446334 w 755289"/>
                <a:gd name="connsiteY59" fmla="*/ 106432 h 501014"/>
                <a:gd name="connsiteX60" fmla="*/ 409921 w 755289"/>
                <a:gd name="connsiteY60" fmla="*/ 103765 h 501014"/>
                <a:gd name="connsiteX61" fmla="*/ 433168 w 755289"/>
                <a:gd name="connsiteY61" fmla="*/ 89600 h 501014"/>
                <a:gd name="connsiteX62" fmla="*/ 433168 w 755289"/>
                <a:gd name="connsiteY62" fmla="*/ 89600 h 501014"/>
                <a:gd name="connsiteX63" fmla="*/ 419503 w 755289"/>
                <a:gd name="connsiteY63" fmla="*/ 89100 h 501014"/>
                <a:gd name="connsiteX64" fmla="*/ 402921 w 755289"/>
                <a:gd name="connsiteY64" fmla="*/ 103598 h 501014"/>
                <a:gd name="connsiteX65" fmla="*/ 362258 w 755289"/>
                <a:gd name="connsiteY65" fmla="*/ 105015 h 501014"/>
                <a:gd name="connsiteX66" fmla="*/ 393005 w 755289"/>
                <a:gd name="connsiteY66" fmla="*/ 85017 h 501014"/>
                <a:gd name="connsiteX67" fmla="*/ 419503 w 755289"/>
                <a:gd name="connsiteY67" fmla="*/ 89100 h 501014"/>
                <a:gd name="connsiteX68" fmla="*/ 419503 w 755289"/>
                <a:gd name="connsiteY68" fmla="*/ 89100 h 501014"/>
                <a:gd name="connsiteX69" fmla="*/ 356675 w 755289"/>
                <a:gd name="connsiteY69" fmla="*/ 80267 h 501014"/>
                <a:gd name="connsiteX70" fmla="*/ 384089 w 755289"/>
                <a:gd name="connsiteY70" fmla="*/ 76184 h 501014"/>
                <a:gd name="connsiteX71" fmla="*/ 387422 w 755289"/>
                <a:gd name="connsiteY71" fmla="*/ 79517 h 501014"/>
                <a:gd name="connsiteX72" fmla="*/ 379090 w 755289"/>
                <a:gd name="connsiteY72" fmla="*/ 85100 h 501014"/>
                <a:gd name="connsiteX73" fmla="*/ 355592 w 755289"/>
                <a:gd name="connsiteY73" fmla="*/ 105932 h 501014"/>
                <a:gd name="connsiteX74" fmla="*/ 350759 w 755289"/>
                <a:gd name="connsiteY74" fmla="*/ 106598 h 501014"/>
                <a:gd name="connsiteX75" fmla="*/ 296514 w 755289"/>
                <a:gd name="connsiteY75" fmla="*/ 120430 h 501014"/>
                <a:gd name="connsiteX76" fmla="*/ 349342 w 755289"/>
                <a:gd name="connsiteY76" fmla="*/ 82850 h 501014"/>
                <a:gd name="connsiteX77" fmla="*/ 356675 w 755289"/>
                <a:gd name="connsiteY77" fmla="*/ 80267 h 501014"/>
                <a:gd name="connsiteX78" fmla="*/ 356675 w 755289"/>
                <a:gd name="connsiteY78" fmla="*/ 80267 h 501014"/>
                <a:gd name="connsiteX79" fmla="*/ 308263 w 755289"/>
                <a:gd name="connsiteY79" fmla="*/ 84100 h 501014"/>
                <a:gd name="connsiteX80" fmla="*/ 309096 w 755289"/>
                <a:gd name="connsiteY80" fmla="*/ 82767 h 501014"/>
                <a:gd name="connsiteX81" fmla="*/ 328928 w 755289"/>
                <a:gd name="connsiteY81" fmla="*/ 85600 h 501014"/>
                <a:gd name="connsiteX82" fmla="*/ 287598 w 755289"/>
                <a:gd name="connsiteY82" fmla="*/ 123597 h 501014"/>
                <a:gd name="connsiteX83" fmla="*/ 237436 w 755289"/>
                <a:gd name="connsiteY83" fmla="*/ 145011 h 501014"/>
                <a:gd name="connsiteX84" fmla="*/ 261101 w 755289"/>
                <a:gd name="connsiteY84" fmla="*/ 122263 h 501014"/>
                <a:gd name="connsiteX85" fmla="*/ 308263 w 755289"/>
                <a:gd name="connsiteY85" fmla="*/ 84100 h 501014"/>
                <a:gd name="connsiteX86" fmla="*/ 308263 w 755289"/>
                <a:gd name="connsiteY86" fmla="*/ 84100 h 501014"/>
                <a:gd name="connsiteX87" fmla="*/ 244602 w 755289"/>
                <a:gd name="connsiteY87" fmla="*/ 110931 h 501014"/>
                <a:gd name="connsiteX88" fmla="*/ 264184 w 755289"/>
                <a:gd name="connsiteY88" fmla="*/ 101099 h 501014"/>
                <a:gd name="connsiteX89" fmla="*/ 289098 w 755289"/>
                <a:gd name="connsiteY89" fmla="*/ 87350 h 501014"/>
                <a:gd name="connsiteX90" fmla="*/ 259184 w 755289"/>
                <a:gd name="connsiteY90" fmla="*/ 115264 h 501014"/>
                <a:gd name="connsiteX91" fmla="*/ 226687 w 755289"/>
                <a:gd name="connsiteY91" fmla="*/ 150261 h 501014"/>
                <a:gd name="connsiteX92" fmla="*/ 172192 w 755289"/>
                <a:gd name="connsiteY92" fmla="*/ 181925 h 501014"/>
                <a:gd name="connsiteX93" fmla="*/ 169692 w 755289"/>
                <a:gd name="connsiteY93" fmla="*/ 183591 h 501014"/>
                <a:gd name="connsiteX94" fmla="*/ 201606 w 755289"/>
                <a:gd name="connsiteY94" fmla="*/ 149928 h 501014"/>
                <a:gd name="connsiteX95" fmla="*/ 244602 w 755289"/>
                <a:gd name="connsiteY95" fmla="*/ 110931 h 501014"/>
                <a:gd name="connsiteX96" fmla="*/ 244602 w 755289"/>
                <a:gd name="connsiteY96" fmla="*/ 110931 h 501014"/>
                <a:gd name="connsiteX97" fmla="*/ 126196 w 755289"/>
                <a:gd name="connsiteY97" fmla="*/ 215588 h 501014"/>
                <a:gd name="connsiteX98" fmla="*/ 170526 w 755289"/>
                <a:gd name="connsiteY98" fmla="*/ 159010 h 501014"/>
                <a:gd name="connsiteX99" fmla="*/ 196023 w 755289"/>
                <a:gd name="connsiteY99" fmla="*/ 129263 h 501014"/>
                <a:gd name="connsiteX100" fmla="*/ 213105 w 755289"/>
                <a:gd name="connsiteY100" fmla="*/ 110931 h 501014"/>
                <a:gd name="connsiteX101" fmla="*/ 223604 w 755289"/>
                <a:gd name="connsiteY101" fmla="*/ 101182 h 501014"/>
                <a:gd name="connsiteX102" fmla="*/ 231520 w 755289"/>
                <a:gd name="connsiteY102" fmla="*/ 109765 h 501014"/>
                <a:gd name="connsiteX103" fmla="*/ 233436 w 755289"/>
                <a:gd name="connsiteY103" fmla="*/ 110598 h 501014"/>
                <a:gd name="connsiteX104" fmla="*/ 229437 w 755289"/>
                <a:gd name="connsiteY104" fmla="*/ 114181 h 501014"/>
                <a:gd name="connsiteX105" fmla="*/ 202522 w 755289"/>
                <a:gd name="connsiteY105" fmla="*/ 138929 h 501014"/>
                <a:gd name="connsiteX106" fmla="*/ 159360 w 755289"/>
                <a:gd name="connsiteY106" fmla="*/ 190590 h 501014"/>
                <a:gd name="connsiteX107" fmla="*/ 125279 w 755289"/>
                <a:gd name="connsiteY107" fmla="*/ 217088 h 501014"/>
                <a:gd name="connsiteX108" fmla="*/ 126196 w 755289"/>
                <a:gd name="connsiteY108" fmla="*/ 215588 h 501014"/>
                <a:gd name="connsiteX109" fmla="*/ 126196 w 755289"/>
                <a:gd name="connsiteY109" fmla="*/ 215588 h 501014"/>
                <a:gd name="connsiteX110" fmla="*/ 306430 w 755289"/>
                <a:gd name="connsiteY110" fmla="*/ 488064 h 501014"/>
                <a:gd name="connsiteX111" fmla="*/ 282015 w 755289"/>
                <a:gd name="connsiteY111" fmla="*/ 473482 h 501014"/>
                <a:gd name="connsiteX112" fmla="*/ 261767 w 755289"/>
                <a:gd name="connsiteY112" fmla="*/ 458483 h 501014"/>
                <a:gd name="connsiteX113" fmla="*/ 269600 w 755289"/>
                <a:gd name="connsiteY113" fmla="*/ 456233 h 501014"/>
                <a:gd name="connsiteX114" fmla="*/ 283182 w 755289"/>
                <a:gd name="connsiteY114" fmla="*/ 461816 h 501014"/>
                <a:gd name="connsiteX115" fmla="*/ 317012 w 755289"/>
                <a:gd name="connsiteY115" fmla="*/ 471399 h 501014"/>
                <a:gd name="connsiteX116" fmla="*/ 320929 w 755289"/>
                <a:gd name="connsiteY116" fmla="*/ 472648 h 501014"/>
                <a:gd name="connsiteX117" fmla="*/ 306430 w 755289"/>
                <a:gd name="connsiteY117" fmla="*/ 488064 h 501014"/>
                <a:gd name="connsiteX118" fmla="*/ 306430 w 755289"/>
                <a:gd name="connsiteY118" fmla="*/ 488064 h 501014"/>
                <a:gd name="connsiteX119" fmla="*/ 368258 w 755289"/>
                <a:gd name="connsiteY119" fmla="*/ 450900 h 501014"/>
                <a:gd name="connsiteX120" fmla="*/ 362758 w 755289"/>
                <a:gd name="connsiteY120" fmla="*/ 462149 h 501014"/>
                <a:gd name="connsiteX121" fmla="*/ 338843 w 755289"/>
                <a:gd name="connsiteY121" fmla="*/ 467482 h 501014"/>
                <a:gd name="connsiteX122" fmla="*/ 279515 w 755289"/>
                <a:gd name="connsiteY122" fmla="*/ 453234 h 501014"/>
                <a:gd name="connsiteX123" fmla="*/ 350842 w 755289"/>
                <a:gd name="connsiteY123" fmla="*/ 427652 h 501014"/>
                <a:gd name="connsiteX124" fmla="*/ 351926 w 755289"/>
                <a:gd name="connsiteY124" fmla="*/ 428152 h 501014"/>
                <a:gd name="connsiteX125" fmla="*/ 366841 w 755289"/>
                <a:gd name="connsiteY125" fmla="*/ 436485 h 501014"/>
                <a:gd name="connsiteX126" fmla="*/ 368258 w 755289"/>
                <a:gd name="connsiteY126" fmla="*/ 450900 h 501014"/>
                <a:gd name="connsiteX127" fmla="*/ 368258 w 755289"/>
                <a:gd name="connsiteY127" fmla="*/ 450900 h 501014"/>
                <a:gd name="connsiteX128" fmla="*/ 555990 w 755289"/>
                <a:gd name="connsiteY128" fmla="*/ 310996 h 501014"/>
                <a:gd name="connsiteX129" fmla="*/ 527410 w 755289"/>
                <a:gd name="connsiteY129" fmla="*/ 313829 h 501014"/>
                <a:gd name="connsiteX130" fmla="*/ 521994 w 755289"/>
                <a:gd name="connsiteY130" fmla="*/ 313329 h 501014"/>
                <a:gd name="connsiteX131" fmla="*/ 551824 w 755289"/>
                <a:gd name="connsiteY131" fmla="*/ 279333 h 501014"/>
                <a:gd name="connsiteX132" fmla="*/ 557490 w 755289"/>
                <a:gd name="connsiteY132" fmla="*/ 271083 h 501014"/>
                <a:gd name="connsiteX133" fmla="*/ 565657 w 755289"/>
                <a:gd name="connsiteY133" fmla="*/ 285082 h 501014"/>
                <a:gd name="connsiteX134" fmla="*/ 555990 w 755289"/>
                <a:gd name="connsiteY134" fmla="*/ 310996 h 501014"/>
                <a:gd name="connsiteX135" fmla="*/ 555990 w 755289"/>
                <a:gd name="connsiteY135" fmla="*/ 310996 h 501014"/>
                <a:gd name="connsiteX136" fmla="*/ 729558 w 755289"/>
                <a:gd name="connsiteY136" fmla="*/ 217588 h 501014"/>
                <a:gd name="connsiteX137" fmla="*/ 681063 w 755289"/>
                <a:gd name="connsiteY137" fmla="*/ 216171 h 501014"/>
                <a:gd name="connsiteX138" fmla="*/ 597487 w 755289"/>
                <a:gd name="connsiteY138" fmla="*/ 214672 h 501014"/>
                <a:gd name="connsiteX139" fmla="*/ 572573 w 755289"/>
                <a:gd name="connsiteY139" fmla="*/ 220838 h 501014"/>
                <a:gd name="connsiteX140" fmla="*/ 548741 w 755289"/>
                <a:gd name="connsiteY140" fmla="*/ 256918 h 501014"/>
                <a:gd name="connsiteX141" fmla="*/ 419503 w 755289"/>
                <a:gd name="connsiteY141" fmla="*/ 376491 h 501014"/>
                <a:gd name="connsiteX142" fmla="*/ 249602 w 755289"/>
                <a:gd name="connsiteY142" fmla="*/ 445984 h 501014"/>
                <a:gd name="connsiteX143" fmla="*/ 230353 w 755289"/>
                <a:gd name="connsiteY143" fmla="*/ 451150 h 501014"/>
                <a:gd name="connsiteX144" fmla="*/ 231770 w 755289"/>
                <a:gd name="connsiteY144" fmla="*/ 401072 h 501014"/>
                <a:gd name="connsiteX145" fmla="*/ 241102 w 755289"/>
                <a:gd name="connsiteY145" fmla="*/ 400155 h 501014"/>
                <a:gd name="connsiteX146" fmla="*/ 267350 w 755289"/>
                <a:gd name="connsiteY146" fmla="*/ 398905 h 501014"/>
                <a:gd name="connsiteX147" fmla="*/ 320512 w 755289"/>
                <a:gd name="connsiteY147" fmla="*/ 387823 h 501014"/>
                <a:gd name="connsiteX148" fmla="*/ 373340 w 755289"/>
                <a:gd name="connsiteY148" fmla="*/ 369991 h 501014"/>
                <a:gd name="connsiteX149" fmla="*/ 391839 w 755289"/>
                <a:gd name="connsiteY149" fmla="*/ 351159 h 501014"/>
                <a:gd name="connsiteX150" fmla="*/ 388256 w 755289"/>
                <a:gd name="connsiteY150" fmla="*/ 337161 h 501014"/>
                <a:gd name="connsiteX151" fmla="*/ 390839 w 755289"/>
                <a:gd name="connsiteY151" fmla="*/ 305664 h 501014"/>
                <a:gd name="connsiteX152" fmla="*/ 381173 w 755289"/>
                <a:gd name="connsiteY152" fmla="*/ 275833 h 501014"/>
                <a:gd name="connsiteX153" fmla="*/ 379590 w 755289"/>
                <a:gd name="connsiteY153" fmla="*/ 251168 h 501014"/>
                <a:gd name="connsiteX154" fmla="*/ 374340 w 755289"/>
                <a:gd name="connsiteY154" fmla="*/ 244086 h 501014"/>
                <a:gd name="connsiteX155" fmla="*/ 367424 w 755289"/>
                <a:gd name="connsiteY155" fmla="*/ 241669 h 501014"/>
                <a:gd name="connsiteX156" fmla="*/ 360592 w 755289"/>
                <a:gd name="connsiteY156" fmla="*/ 223254 h 501014"/>
                <a:gd name="connsiteX157" fmla="*/ 367424 w 755289"/>
                <a:gd name="connsiteY157" fmla="*/ 200090 h 501014"/>
                <a:gd name="connsiteX158" fmla="*/ 360342 w 755289"/>
                <a:gd name="connsiteY158" fmla="*/ 193174 h 501014"/>
                <a:gd name="connsiteX159" fmla="*/ 322678 w 755289"/>
                <a:gd name="connsiteY159" fmla="*/ 223504 h 501014"/>
                <a:gd name="connsiteX160" fmla="*/ 282932 w 755289"/>
                <a:gd name="connsiteY160" fmla="*/ 264584 h 501014"/>
                <a:gd name="connsiteX161" fmla="*/ 216021 w 755289"/>
                <a:gd name="connsiteY161" fmla="*/ 344660 h 501014"/>
                <a:gd name="connsiteX162" fmla="*/ 214605 w 755289"/>
                <a:gd name="connsiteY162" fmla="*/ 341910 h 501014"/>
                <a:gd name="connsiteX163" fmla="*/ 179275 w 755289"/>
                <a:gd name="connsiteY163" fmla="*/ 299581 h 501014"/>
                <a:gd name="connsiteX164" fmla="*/ 135945 w 755289"/>
                <a:gd name="connsiteY164" fmla="*/ 285582 h 501014"/>
                <a:gd name="connsiteX165" fmla="*/ 135362 w 755289"/>
                <a:gd name="connsiteY165" fmla="*/ 287832 h 501014"/>
                <a:gd name="connsiteX166" fmla="*/ 174525 w 755289"/>
                <a:gd name="connsiteY166" fmla="*/ 306080 h 501014"/>
                <a:gd name="connsiteX167" fmla="*/ 207022 w 755289"/>
                <a:gd name="connsiteY167" fmla="*/ 352409 h 501014"/>
                <a:gd name="connsiteX168" fmla="*/ 218521 w 755289"/>
                <a:gd name="connsiteY168" fmla="*/ 407404 h 501014"/>
                <a:gd name="connsiteX169" fmla="*/ 218104 w 755289"/>
                <a:gd name="connsiteY169" fmla="*/ 437152 h 501014"/>
                <a:gd name="connsiteX170" fmla="*/ 216021 w 755289"/>
                <a:gd name="connsiteY170" fmla="*/ 454483 h 501014"/>
                <a:gd name="connsiteX171" fmla="*/ 70034 w 755289"/>
                <a:gd name="connsiteY171" fmla="*/ 463649 h 501014"/>
                <a:gd name="connsiteX172" fmla="*/ 32538 w 755289"/>
                <a:gd name="connsiteY172" fmla="*/ 453983 h 501014"/>
                <a:gd name="connsiteX173" fmla="*/ 23455 w 755289"/>
                <a:gd name="connsiteY173" fmla="*/ 450484 h 501014"/>
                <a:gd name="connsiteX174" fmla="*/ 84366 w 755289"/>
                <a:gd name="connsiteY174" fmla="*/ 447984 h 501014"/>
                <a:gd name="connsiteX175" fmla="*/ 129196 w 755289"/>
                <a:gd name="connsiteY175" fmla="*/ 439901 h 501014"/>
                <a:gd name="connsiteX176" fmla="*/ 164193 w 755289"/>
                <a:gd name="connsiteY176" fmla="*/ 427403 h 501014"/>
                <a:gd name="connsiteX177" fmla="*/ 160526 w 755289"/>
                <a:gd name="connsiteY177" fmla="*/ 418987 h 501014"/>
                <a:gd name="connsiteX178" fmla="*/ 77201 w 755289"/>
                <a:gd name="connsiteY178" fmla="*/ 437568 h 501014"/>
                <a:gd name="connsiteX179" fmla="*/ 35204 w 755289"/>
                <a:gd name="connsiteY179" fmla="*/ 441235 h 501014"/>
                <a:gd name="connsiteX180" fmla="*/ 16623 w 755289"/>
                <a:gd name="connsiteY180" fmla="*/ 444484 h 501014"/>
                <a:gd name="connsiteX181" fmla="*/ 17122 w 755289"/>
                <a:gd name="connsiteY181" fmla="*/ 443151 h 501014"/>
                <a:gd name="connsiteX182" fmla="*/ 45537 w 755289"/>
                <a:gd name="connsiteY182" fmla="*/ 360159 h 501014"/>
                <a:gd name="connsiteX183" fmla="*/ 146028 w 755289"/>
                <a:gd name="connsiteY183" fmla="*/ 218005 h 501014"/>
                <a:gd name="connsiteX184" fmla="*/ 239686 w 755289"/>
                <a:gd name="connsiteY184" fmla="*/ 160593 h 501014"/>
                <a:gd name="connsiteX185" fmla="*/ 338260 w 755289"/>
                <a:gd name="connsiteY185" fmla="*/ 122763 h 501014"/>
                <a:gd name="connsiteX186" fmla="*/ 368258 w 755289"/>
                <a:gd name="connsiteY186" fmla="*/ 118514 h 501014"/>
                <a:gd name="connsiteX187" fmla="*/ 396922 w 755289"/>
                <a:gd name="connsiteY187" fmla="*/ 118847 h 501014"/>
                <a:gd name="connsiteX188" fmla="*/ 441834 w 755289"/>
                <a:gd name="connsiteY188" fmla="*/ 117764 h 501014"/>
                <a:gd name="connsiteX189" fmla="*/ 462583 w 755289"/>
                <a:gd name="connsiteY189" fmla="*/ 119347 h 501014"/>
                <a:gd name="connsiteX190" fmla="*/ 472165 w 755289"/>
                <a:gd name="connsiteY190" fmla="*/ 120597 h 501014"/>
                <a:gd name="connsiteX191" fmla="*/ 519244 w 755289"/>
                <a:gd name="connsiteY191" fmla="*/ 130013 h 501014"/>
                <a:gd name="connsiteX192" fmla="*/ 563323 w 755289"/>
                <a:gd name="connsiteY192" fmla="*/ 136595 h 501014"/>
                <a:gd name="connsiteX193" fmla="*/ 624734 w 755289"/>
                <a:gd name="connsiteY193" fmla="*/ 85267 h 501014"/>
                <a:gd name="connsiteX194" fmla="*/ 654065 w 755289"/>
                <a:gd name="connsiteY194" fmla="*/ 47104 h 501014"/>
                <a:gd name="connsiteX195" fmla="*/ 668564 w 755289"/>
                <a:gd name="connsiteY195" fmla="*/ 21023 h 501014"/>
                <a:gd name="connsiteX196" fmla="*/ 665648 w 755289"/>
                <a:gd name="connsiteY196" fmla="*/ 50937 h 501014"/>
                <a:gd name="connsiteX197" fmla="*/ 664481 w 755289"/>
                <a:gd name="connsiteY197" fmla="*/ 61102 h 501014"/>
                <a:gd name="connsiteX198" fmla="*/ 662398 w 755289"/>
                <a:gd name="connsiteY198" fmla="*/ 61686 h 501014"/>
                <a:gd name="connsiteX199" fmla="*/ 613652 w 755289"/>
                <a:gd name="connsiteY199" fmla="*/ 119930 h 501014"/>
                <a:gd name="connsiteX200" fmla="*/ 614818 w 755289"/>
                <a:gd name="connsiteY200" fmla="*/ 121097 h 501014"/>
                <a:gd name="connsiteX201" fmla="*/ 644149 w 755289"/>
                <a:gd name="connsiteY201" fmla="*/ 91850 h 501014"/>
                <a:gd name="connsiteX202" fmla="*/ 659898 w 755289"/>
                <a:gd name="connsiteY202" fmla="*/ 73101 h 501014"/>
                <a:gd name="connsiteX203" fmla="*/ 663064 w 755289"/>
                <a:gd name="connsiteY203" fmla="*/ 70601 h 501014"/>
                <a:gd name="connsiteX204" fmla="*/ 659898 w 755289"/>
                <a:gd name="connsiteY204" fmla="*/ 89183 h 501014"/>
                <a:gd name="connsiteX205" fmla="*/ 656981 w 755289"/>
                <a:gd name="connsiteY205" fmla="*/ 104348 h 501014"/>
                <a:gd name="connsiteX206" fmla="*/ 652065 w 755289"/>
                <a:gd name="connsiteY206" fmla="*/ 106848 h 501014"/>
                <a:gd name="connsiteX207" fmla="*/ 636983 w 755289"/>
                <a:gd name="connsiteY207" fmla="*/ 120930 h 501014"/>
                <a:gd name="connsiteX208" fmla="*/ 613902 w 755289"/>
                <a:gd name="connsiteY208" fmla="*/ 146594 h 501014"/>
                <a:gd name="connsiteX209" fmla="*/ 617819 w 755289"/>
                <a:gd name="connsiteY209" fmla="*/ 149428 h 501014"/>
                <a:gd name="connsiteX210" fmla="*/ 642983 w 755289"/>
                <a:gd name="connsiteY210" fmla="*/ 125096 h 501014"/>
                <a:gd name="connsiteX211" fmla="*/ 655065 w 755289"/>
                <a:gd name="connsiteY211" fmla="*/ 115264 h 501014"/>
                <a:gd name="connsiteX212" fmla="*/ 652565 w 755289"/>
                <a:gd name="connsiteY212" fmla="*/ 134429 h 501014"/>
                <a:gd name="connsiteX213" fmla="*/ 652898 w 755289"/>
                <a:gd name="connsiteY213" fmla="*/ 143428 h 501014"/>
                <a:gd name="connsiteX214" fmla="*/ 642566 w 755289"/>
                <a:gd name="connsiteY214" fmla="*/ 147761 h 501014"/>
                <a:gd name="connsiteX215" fmla="*/ 612569 w 755289"/>
                <a:gd name="connsiteY215" fmla="*/ 167926 h 501014"/>
                <a:gd name="connsiteX216" fmla="*/ 614319 w 755289"/>
                <a:gd name="connsiteY216" fmla="*/ 170176 h 501014"/>
                <a:gd name="connsiteX217" fmla="*/ 646983 w 755289"/>
                <a:gd name="connsiteY217" fmla="*/ 154760 h 501014"/>
                <a:gd name="connsiteX218" fmla="*/ 656565 w 755289"/>
                <a:gd name="connsiteY218" fmla="*/ 152261 h 501014"/>
                <a:gd name="connsiteX219" fmla="*/ 661314 w 755289"/>
                <a:gd name="connsiteY219" fmla="*/ 157260 h 501014"/>
                <a:gd name="connsiteX220" fmla="*/ 672730 w 755289"/>
                <a:gd name="connsiteY220" fmla="*/ 164843 h 501014"/>
                <a:gd name="connsiteX221" fmla="*/ 649315 w 755289"/>
                <a:gd name="connsiteY221" fmla="*/ 172009 h 501014"/>
                <a:gd name="connsiteX222" fmla="*/ 623151 w 755289"/>
                <a:gd name="connsiteY222" fmla="*/ 182008 h 501014"/>
                <a:gd name="connsiteX223" fmla="*/ 625901 w 755289"/>
                <a:gd name="connsiteY223" fmla="*/ 184674 h 501014"/>
                <a:gd name="connsiteX224" fmla="*/ 656065 w 755289"/>
                <a:gd name="connsiteY224" fmla="*/ 178258 h 501014"/>
                <a:gd name="connsiteX225" fmla="*/ 671897 w 755289"/>
                <a:gd name="connsiteY225" fmla="*/ 173925 h 501014"/>
                <a:gd name="connsiteX226" fmla="*/ 681313 w 755289"/>
                <a:gd name="connsiteY226" fmla="*/ 171426 h 501014"/>
                <a:gd name="connsiteX227" fmla="*/ 684146 w 755289"/>
                <a:gd name="connsiteY227" fmla="*/ 171092 h 501014"/>
                <a:gd name="connsiteX228" fmla="*/ 693812 w 755289"/>
                <a:gd name="connsiteY228" fmla="*/ 176759 h 501014"/>
                <a:gd name="connsiteX229" fmla="*/ 704977 w 755289"/>
                <a:gd name="connsiteY229" fmla="*/ 184258 h 501014"/>
                <a:gd name="connsiteX230" fmla="*/ 685896 w 755289"/>
                <a:gd name="connsiteY230" fmla="*/ 188007 h 501014"/>
                <a:gd name="connsiteX231" fmla="*/ 641899 w 755289"/>
                <a:gd name="connsiteY231" fmla="*/ 196090 h 501014"/>
                <a:gd name="connsiteX232" fmla="*/ 643316 w 755289"/>
                <a:gd name="connsiteY232" fmla="*/ 201006 h 501014"/>
                <a:gd name="connsiteX233" fmla="*/ 689562 w 755289"/>
                <a:gd name="connsiteY233" fmla="*/ 197007 h 501014"/>
                <a:gd name="connsiteX234" fmla="*/ 717976 w 755289"/>
                <a:gd name="connsiteY234" fmla="*/ 194007 h 501014"/>
                <a:gd name="connsiteX235" fmla="*/ 728142 w 755289"/>
                <a:gd name="connsiteY235" fmla="*/ 203839 h 501014"/>
                <a:gd name="connsiteX236" fmla="*/ 736724 w 755289"/>
                <a:gd name="connsiteY236" fmla="*/ 217088 h 501014"/>
                <a:gd name="connsiteX237" fmla="*/ 729558 w 755289"/>
                <a:gd name="connsiteY237" fmla="*/ 217588 h 501014"/>
                <a:gd name="connsiteX238" fmla="*/ 729558 w 755289"/>
                <a:gd name="connsiteY238" fmla="*/ 217588 h 501014"/>
                <a:gd name="connsiteX239" fmla="*/ 294848 w 755289"/>
                <a:gd name="connsiteY239" fmla="*/ 364158 h 501014"/>
                <a:gd name="connsiteX240" fmla="*/ 260184 w 755289"/>
                <a:gd name="connsiteY240" fmla="*/ 375157 h 501014"/>
                <a:gd name="connsiteX241" fmla="*/ 228270 w 755289"/>
                <a:gd name="connsiteY241" fmla="*/ 380990 h 501014"/>
                <a:gd name="connsiteX242" fmla="*/ 226687 w 755289"/>
                <a:gd name="connsiteY242" fmla="*/ 373907 h 501014"/>
                <a:gd name="connsiteX243" fmla="*/ 266267 w 755289"/>
                <a:gd name="connsiteY243" fmla="*/ 358492 h 501014"/>
                <a:gd name="connsiteX244" fmla="*/ 313346 w 755289"/>
                <a:gd name="connsiteY244" fmla="*/ 334244 h 501014"/>
                <a:gd name="connsiteX245" fmla="*/ 311429 w 755289"/>
                <a:gd name="connsiteY245" fmla="*/ 329828 h 501014"/>
                <a:gd name="connsiteX246" fmla="*/ 266683 w 755289"/>
                <a:gd name="connsiteY246" fmla="*/ 349160 h 501014"/>
                <a:gd name="connsiteX247" fmla="*/ 246019 w 755289"/>
                <a:gd name="connsiteY247" fmla="*/ 357659 h 501014"/>
                <a:gd name="connsiteX248" fmla="*/ 224521 w 755289"/>
                <a:gd name="connsiteY248" fmla="*/ 366075 h 501014"/>
                <a:gd name="connsiteX249" fmla="*/ 224187 w 755289"/>
                <a:gd name="connsiteY249" fmla="*/ 365075 h 501014"/>
                <a:gd name="connsiteX250" fmla="*/ 240769 w 755289"/>
                <a:gd name="connsiteY250" fmla="*/ 353659 h 501014"/>
                <a:gd name="connsiteX251" fmla="*/ 261850 w 755289"/>
                <a:gd name="connsiteY251" fmla="*/ 335661 h 501014"/>
                <a:gd name="connsiteX252" fmla="*/ 301597 w 755289"/>
                <a:gd name="connsiteY252" fmla="*/ 296664 h 501014"/>
                <a:gd name="connsiteX253" fmla="*/ 300430 w 755289"/>
                <a:gd name="connsiteY253" fmla="*/ 295498 h 501014"/>
                <a:gd name="connsiteX254" fmla="*/ 256184 w 755289"/>
                <a:gd name="connsiteY254" fmla="*/ 332744 h 501014"/>
                <a:gd name="connsiteX255" fmla="*/ 222354 w 755289"/>
                <a:gd name="connsiteY255" fmla="*/ 359825 h 501014"/>
                <a:gd name="connsiteX256" fmla="*/ 219104 w 755289"/>
                <a:gd name="connsiteY256" fmla="*/ 351743 h 501014"/>
                <a:gd name="connsiteX257" fmla="*/ 244769 w 755289"/>
                <a:gd name="connsiteY257" fmla="*/ 325995 h 501014"/>
                <a:gd name="connsiteX258" fmla="*/ 281932 w 755289"/>
                <a:gd name="connsiteY258" fmla="*/ 285915 h 501014"/>
                <a:gd name="connsiteX259" fmla="*/ 323012 w 755289"/>
                <a:gd name="connsiteY259" fmla="*/ 243002 h 501014"/>
                <a:gd name="connsiteX260" fmla="*/ 343343 w 755289"/>
                <a:gd name="connsiteY260" fmla="*/ 222754 h 501014"/>
                <a:gd name="connsiteX261" fmla="*/ 352842 w 755289"/>
                <a:gd name="connsiteY261" fmla="*/ 212505 h 501014"/>
                <a:gd name="connsiteX262" fmla="*/ 348343 w 755289"/>
                <a:gd name="connsiteY262" fmla="*/ 235503 h 501014"/>
                <a:gd name="connsiteX263" fmla="*/ 360592 w 755289"/>
                <a:gd name="connsiteY263" fmla="*/ 250419 h 501014"/>
                <a:gd name="connsiteX264" fmla="*/ 369257 w 755289"/>
                <a:gd name="connsiteY264" fmla="*/ 262334 h 501014"/>
                <a:gd name="connsiteX265" fmla="*/ 368258 w 755289"/>
                <a:gd name="connsiteY265" fmla="*/ 270917 h 501014"/>
                <a:gd name="connsiteX266" fmla="*/ 371090 w 755289"/>
                <a:gd name="connsiteY266" fmla="*/ 283999 h 501014"/>
                <a:gd name="connsiteX267" fmla="*/ 379506 w 755289"/>
                <a:gd name="connsiteY267" fmla="*/ 301580 h 501014"/>
                <a:gd name="connsiteX268" fmla="*/ 373507 w 755289"/>
                <a:gd name="connsiteY268" fmla="*/ 318079 h 501014"/>
                <a:gd name="connsiteX269" fmla="*/ 372591 w 755289"/>
                <a:gd name="connsiteY269" fmla="*/ 357492 h 501014"/>
                <a:gd name="connsiteX270" fmla="*/ 321595 w 755289"/>
                <a:gd name="connsiteY270" fmla="*/ 376824 h 501014"/>
                <a:gd name="connsiteX271" fmla="*/ 271183 w 755289"/>
                <a:gd name="connsiteY271" fmla="*/ 387656 h 501014"/>
                <a:gd name="connsiteX272" fmla="*/ 245602 w 755289"/>
                <a:gd name="connsiteY272" fmla="*/ 389739 h 501014"/>
                <a:gd name="connsiteX273" fmla="*/ 230187 w 755289"/>
                <a:gd name="connsiteY273" fmla="*/ 391573 h 501014"/>
                <a:gd name="connsiteX274" fmla="*/ 229354 w 755289"/>
                <a:gd name="connsiteY274" fmla="*/ 386906 h 501014"/>
                <a:gd name="connsiteX275" fmla="*/ 262767 w 755289"/>
                <a:gd name="connsiteY275" fmla="*/ 381490 h 501014"/>
                <a:gd name="connsiteX276" fmla="*/ 295348 w 755289"/>
                <a:gd name="connsiteY276" fmla="*/ 365325 h 501014"/>
                <a:gd name="connsiteX277" fmla="*/ 294848 w 755289"/>
                <a:gd name="connsiteY277" fmla="*/ 364158 h 501014"/>
                <a:gd name="connsiteX278" fmla="*/ 294848 w 755289"/>
                <a:gd name="connsiteY278" fmla="*/ 364158 h 50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Lst>
              <a:rect l="l" t="t" r="r" b="b"/>
              <a:pathLst>
                <a:path w="755289" h="501014">
                  <a:moveTo>
                    <a:pt x="703811" y="167009"/>
                  </a:moveTo>
                  <a:cubicBezTo>
                    <a:pt x="688979" y="157260"/>
                    <a:pt x="663898" y="150178"/>
                    <a:pt x="666981" y="129013"/>
                  </a:cubicBezTo>
                  <a:cubicBezTo>
                    <a:pt x="669647" y="110514"/>
                    <a:pt x="673980" y="92266"/>
                    <a:pt x="676813" y="73851"/>
                  </a:cubicBezTo>
                  <a:cubicBezTo>
                    <a:pt x="678896" y="60352"/>
                    <a:pt x="690645" y="6441"/>
                    <a:pt x="672313" y="358"/>
                  </a:cubicBezTo>
                  <a:cubicBezTo>
                    <a:pt x="669730" y="-476"/>
                    <a:pt x="666481" y="108"/>
                    <a:pt x="664897" y="2524"/>
                  </a:cubicBezTo>
                  <a:cubicBezTo>
                    <a:pt x="657898" y="13023"/>
                    <a:pt x="654232" y="25605"/>
                    <a:pt x="647149" y="36188"/>
                  </a:cubicBezTo>
                  <a:cubicBezTo>
                    <a:pt x="639067" y="48270"/>
                    <a:pt x="630067" y="59519"/>
                    <a:pt x="620818" y="70685"/>
                  </a:cubicBezTo>
                  <a:cubicBezTo>
                    <a:pt x="600987" y="94599"/>
                    <a:pt x="579239" y="130013"/>
                    <a:pt x="542992" y="122930"/>
                  </a:cubicBezTo>
                  <a:cubicBezTo>
                    <a:pt x="534742" y="121347"/>
                    <a:pt x="526493" y="119680"/>
                    <a:pt x="518328" y="118097"/>
                  </a:cubicBezTo>
                  <a:cubicBezTo>
                    <a:pt x="509078" y="115847"/>
                    <a:pt x="499829" y="113931"/>
                    <a:pt x="490496" y="112264"/>
                  </a:cubicBezTo>
                  <a:cubicBezTo>
                    <a:pt x="491080" y="107515"/>
                    <a:pt x="488997" y="102432"/>
                    <a:pt x="484830" y="99515"/>
                  </a:cubicBezTo>
                  <a:cubicBezTo>
                    <a:pt x="479914" y="96099"/>
                    <a:pt x="472498" y="96266"/>
                    <a:pt x="467082" y="94016"/>
                  </a:cubicBezTo>
                  <a:cubicBezTo>
                    <a:pt x="458249" y="90349"/>
                    <a:pt x="452916" y="82184"/>
                    <a:pt x="444418" y="78101"/>
                  </a:cubicBezTo>
                  <a:cubicBezTo>
                    <a:pt x="437834" y="74934"/>
                    <a:pt x="431085" y="75517"/>
                    <a:pt x="424003" y="76184"/>
                  </a:cubicBezTo>
                  <a:cubicBezTo>
                    <a:pt x="409837" y="77517"/>
                    <a:pt x="403421" y="76934"/>
                    <a:pt x="392089" y="67685"/>
                  </a:cubicBezTo>
                  <a:cubicBezTo>
                    <a:pt x="378423" y="56519"/>
                    <a:pt x="367008" y="64269"/>
                    <a:pt x="352342" y="70435"/>
                  </a:cubicBezTo>
                  <a:cubicBezTo>
                    <a:pt x="339010" y="76017"/>
                    <a:pt x="330344" y="75434"/>
                    <a:pt x="317262" y="70351"/>
                  </a:cubicBezTo>
                  <a:cubicBezTo>
                    <a:pt x="309930" y="67518"/>
                    <a:pt x="302097" y="67518"/>
                    <a:pt x="294431" y="69268"/>
                  </a:cubicBezTo>
                  <a:cubicBezTo>
                    <a:pt x="285099" y="71351"/>
                    <a:pt x="276516" y="76268"/>
                    <a:pt x="268350" y="80934"/>
                  </a:cubicBezTo>
                  <a:cubicBezTo>
                    <a:pt x="260601" y="85350"/>
                    <a:pt x="244852" y="99932"/>
                    <a:pt x="236186" y="93683"/>
                  </a:cubicBezTo>
                  <a:cubicBezTo>
                    <a:pt x="231603" y="90349"/>
                    <a:pt x="230853" y="85850"/>
                    <a:pt x="223937" y="86267"/>
                  </a:cubicBezTo>
                  <a:cubicBezTo>
                    <a:pt x="216021" y="86767"/>
                    <a:pt x="209605" y="95432"/>
                    <a:pt x="204522" y="100432"/>
                  </a:cubicBezTo>
                  <a:cubicBezTo>
                    <a:pt x="189190" y="115431"/>
                    <a:pt x="175275" y="132596"/>
                    <a:pt x="162776" y="150011"/>
                  </a:cubicBezTo>
                  <a:cubicBezTo>
                    <a:pt x="148277" y="170092"/>
                    <a:pt x="132362" y="189757"/>
                    <a:pt x="119030" y="210589"/>
                  </a:cubicBezTo>
                  <a:cubicBezTo>
                    <a:pt x="113031" y="220005"/>
                    <a:pt x="107614" y="229504"/>
                    <a:pt x="102531" y="239170"/>
                  </a:cubicBezTo>
                  <a:cubicBezTo>
                    <a:pt x="81200" y="261668"/>
                    <a:pt x="63035" y="287082"/>
                    <a:pt x="48870" y="315996"/>
                  </a:cubicBezTo>
                  <a:cubicBezTo>
                    <a:pt x="34538" y="345410"/>
                    <a:pt x="24122" y="376074"/>
                    <a:pt x="13540" y="406821"/>
                  </a:cubicBezTo>
                  <a:cubicBezTo>
                    <a:pt x="9206" y="419403"/>
                    <a:pt x="4707" y="432069"/>
                    <a:pt x="1041" y="444818"/>
                  </a:cubicBezTo>
                  <a:cubicBezTo>
                    <a:pt x="-1043" y="452067"/>
                    <a:pt x="-376" y="456567"/>
                    <a:pt x="6540" y="460983"/>
                  </a:cubicBezTo>
                  <a:cubicBezTo>
                    <a:pt x="15789" y="466899"/>
                    <a:pt x="29621" y="469982"/>
                    <a:pt x="40120" y="472898"/>
                  </a:cubicBezTo>
                  <a:cubicBezTo>
                    <a:pt x="53286" y="476565"/>
                    <a:pt x="66618" y="479731"/>
                    <a:pt x="80284" y="481148"/>
                  </a:cubicBezTo>
                  <a:cubicBezTo>
                    <a:pt x="111614" y="484314"/>
                    <a:pt x="143194" y="481898"/>
                    <a:pt x="174358" y="477731"/>
                  </a:cubicBezTo>
                  <a:cubicBezTo>
                    <a:pt x="201272" y="474148"/>
                    <a:pt x="227770" y="468399"/>
                    <a:pt x="253934" y="461149"/>
                  </a:cubicBezTo>
                  <a:cubicBezTo>
                    <a:pt x="255935" y="463066"/>
                    <a:pt x="257851" y="465649"/>
                    <a:pt x="259267" y="466899"/>
                  </a:cubicBezTo>
                  <a:cubicBezTo>
                    <a:pt x="263850" y="470982"/>
                    <a:pt x="268683" y="474898"/>
                    <a:pt x="273183" y="479065"/>
                  </a:cubicBezTo>
                  <a:cubicBezTo>
                    <a:pt x="281432" y="486730"/>
                    <a:pt x="288348" y="492563"/>
                    <a:pt x="298597" y="497313"/>
                  </a:cubicBezTo>
                  <a:cubicBezTo>
                    <a:pt x="305430" y="500479"/>
                    <a:pt x="311846" y="503312"/>
                    <a:pt x="318429" y="498229"/>
                  </a:cubicBezTo>
                  <a:cubicBezTo>
                    <a:pt x="325095" y="493147"/>
                    <a:pt x="328261" y="483981"/>
                    <a:pt x="330761" y="476148"/>
                  </a:cubicBezTo>
                  <a:cubicBezTo>
                    <a:pt x="343343" y="479981"/>
                    <a:pt x="358592" y="483314"/>
                    <a:pt x="367174" y="476482"/>
                  </a:cubicBezTo>
                  <a:cubicBezTo>
                    <a:pt x="372924" y="471898"/>
                    <a:pt x="372757" y="462899"/>
                    <a:pt x="376507" y="457150"/>
                  </a:cubicBezTo>
                  <a:cubicBezTo>
                    <a:pt x="380006" y="451817"/>
                    <a:pt x="386172" y="448484"/>
                    <a:pt x="384506" y="440901"/>
                  </a:cubicBezTo>
                  <a:cubicBezTo>
                    <a:pt x="383006" y="434235"/>
                    <a:pt x="374173" y="426569"/>
                    <a:pt x="365675" y="421903"/>
                  </a:cubicBezTo>
                  <a:cubicBezTo>
                    <a:pt x="366758" y="421486"/>
                    <a:pt x="367841" y="421070"/>
                    <a:pt x="368841" y="420570"/>
                  </a:cubicBezTo>
                  <a:cubicBezTo>
                    <a:pt x="423252" y="398155"/>
                    <a:pt x="473748" y="361909"/>
                    <a:pt x="515327" y="320246"/>
                  </a:cubicBezTo>
                  <a:cubicBezTo>
                    <a:pt x="536409" y="324662"/>
                    <a:pt x="559324" y="329411"/>
                    <a:pt x="574739" y="310246"/>
                  </a:cubicBezTo>
                  <a:cubicBezTo>
                    <a:pt x="587571" y="294248"/>
                    <a:pt x="575406" y="274416"/>
                    <a:pt x="564573" y="259584"/>
                  </a:cubicBezTo>
                  <a:cubicBezTo>
                    <a:pt x="568740" y="252418"/>
                    <a:pt x="572822" y="245336"/>
                    <a:pt x="577989" y="239170"/>
                  </a:cubicBezTo>
                  <a:cubicBezTo>
                    <a:pt x="589238" y="225754"/>
                    <a:pt x="610736" y="230170"/>
                    <a:pt x="626651" y="230087"/>
                  </a:cubicBezTo>
                  <a:cubicBezTo>
                    <a:pt x="644149" y="230004"/>
                    <a:pt x="661731" y="230920"/>
                    <a:pt x="679313" y="231170"/>
                  </a:cubicBezTo>
                  <a:cubicBezTo>
                    <a:pt x="696478" y="231337"/>
                    <a:pt x="713560" y="232670"/>
                    <a:pt x="730725" y="232420"/>
                  </a:cubicBezTo>
                  <a:cubicBezTo>
                    <a:pt x="738807" y="232337"/>
                    <a:pt x="753056" y="233920"/>
                    <a:pt x="755139" y="223088"/>
                  </a:cubicBezTo>
                  <a:cubicBezTo>
                    <a:pt x="756806" y="214255"/>
                    <a:pt x="744140" y="200506"/>
                    <a:pt x="739141" y="194840"/>
                  </a:cubicBezTo>
                  <a:cubicBezTo>
                    <a:pt x="729391" y="183591"/>
                    <a:pt x="716060" y="175092"/>
                    <a:pt x="703811" y="167009"/>
                  </a:cubicBezTo>
                  <a:lnTo>
                    <a:pt x="703811" y="167009"/>
                  </a:lnTo>
                  <a:close/>
                  <a:moveTo>
                    <a:pt x="433168" y="89600"/>
                  </a:moveTo>
                  <a:cubicBezTo>
                    <a:pt x="437501" y="90349"/>
                    <a:pt x="441584" y="92016"/>
                    <a:pt x="445251" y="95349"/>
                  </a:cubicBezTo>
                  <a:cubicBezTo>
                    <a:pt x="451583" y="101015"/>
                    <a:pt x="458416" y="105765"/>
                    <a:pt x="466582" y="108431"/>
                  </a:cubicBezTo>
                  <a:cubicBezTo>
                    <a:pt x="468082" y="108931"/>
                    <a:pt x="475998" y="109265"/>
                    <a:pt x="476081" y="108765"/>
                  </a:cubicBezTo>
                  <a:cubicBezTo>
                    <a:pt x="476248" y="109015"/>
                    <a:pt x="476331" y="109431"/>
                    <a:pt x="476414" y="109931"/>
                  </a:cubicBezTo>
                  <a:cubicBezTo>
                    <a:pt x="466415" y="108515"/>
                    <a:pt x="456416" y="107348"/>
                    <a:pt x="446334" y="106432"/>
                  </a:cubicBezTo>
                  <a:cubicBezTo>
                    <a:pt x="434168" y="105348"/>
                    <a:pt x="422003" y="104348"/>
                    <a:pt x="409921" y="103765"/>
                  </a:cubicBezTo>
                  <a:cubicBezTo>
                    <a:pt x="417503" y="98849"/>
                    <a:pt x="424919" y="93433"/>
                    <a:pt x="433168" y="89600"/>
                  </a:cubicBezTo>
                  <a:lnTo>
                    <a:pt x="433168" y="89600"/>
                  </a:lnTo>
                  <a:close/>
                  <a:moveTo>
                    <a:pt x="419503" y="89100"/>
                  </a:moveTo>
                  <a:cubicBezTo>
                    <a:pt x="413587" y="93183"/>
                    <a:pt x="408504" y="98682"/>
                    <a:pt x="402921" y="103598"/>
                  </a:cubicBezTo>
                  <a:cubicBezTo>
                    <a:pt x="389339" y="103182"/>
                    <a:pt x="375840" y="103432"/>
                    <a:pt x="362258" y="105015"/>
                  </a:cubicBezTo>
                  <a:cubicBezTo>
                    <a:pt x="371924" y="97516"/>
                    <a:pt x="381840" y="90266"/>
                    <a:pt x="393005" y="85017"/>
                  </a:cubicBezTo>
                  <a:cubicBezTo>
                    <a:pt x="401171" y="90183"/>
                    <a:pt x="410420" y="89516"/>
                    <a:pt x="419503" y="89100"/>
                  </a:cubicBezTo>
                  <a:lnTo>
                    <a:pt x="419503" y="89100"/>
                  </a:lnTo>
                  <a:close/>
                  <a:moveTo>
                    <a:pt x="356675" y="80267"/>
                  </a:moveTo>
                  <a:cubicBezTo>
                    <a:pt x="365091" y="77018"/>
                    <a:pt x="374340" y="69768"/>
                    <a:pt x="384089" y="76184"/>
                  </a:cubicBezTo>
                  <a:cubicBezTo>
                    <a:pt x="385339" y="77018"/>
                    <a:pt x="386423" y="78184"/>
                    <a:pt x="387422" y="79517"/>
                  </a:cubicBezTo>
                  <a:cubicBezTo>
                    <a:pt x="384256" y="81267"/>
                    <a:pt x="381340" y="83517"/>
                    <a:pt x="379090" y="85100"/>
                  </a:cubicBezTo>
                  <a:cubicBezTo>
                    <a:pt x="370590" y="91350"/>
                    <a:pt x="363091" y="98599"/>
                    <a:pt x="355592" y="105932"/>
                  </a:cubicBezTo>
                  <a:cubicBezTo>
                    <a:pt x="354009" y="106182"/>
                    <a:pt x="352342" y="106348"/>
                    <a:pt x="350759" y="106598"/>
                  </a:cubicBezTo>
                  <a:cubicBezTo>
                    <a:pt x="332428" y="109681"/>
                    <a:pt x="314346" y="114514"/>
                    <a:pt x="296514" y="120430"/>
                  </a:cubicBezTo>
                  <a:cubicBezTo>
                    <a:pt x="313262" y="106765"/>
                    <a:pt x="330844" y="95099"/>
                    <a:pt x="349342" y="82850"/>
                  </a:cubicBezTo>
                  <a:cubicBezTo>
                    <a:pt x="351842" y="82017"/>
                    <a:pt x="354259" y="81184"/>
                    <a:pt x="356675" y="80267"/>
                  </a:cubicBezTo>
                  <a:lnTo>
                    <a:pt x="356675" y="80267"/>
                  </a:lnTo>
                  <a:close/>
                  <a:moveTo>
                    <a:pt x="308263" y="84100"/>
                  </a:moveTo>
                  <a:cubicBezTo>
                    <a:pt x="308679" y="83767"/>
                    <a:pt x="309013" y="83267"/>
                    <a:pt x="309096" y="82767"/>
                  </a:cubicBezTo>
                  <a:cubicBezTo>
                    <a:pt x="315679" y="83100"/>
                    <a:pt x="321845" y="84933"/>
                    <a:pt x="328928" y="85600"/>
                  </a:cubicBezTo>
                  <a:cubicBezTo>
                    <a:pt x="313262" y="95516"/>
                    <a:pt x="299764" y="109931"/>
                    <a:pt x="287598" y="123597"/>
                  </a:cubicBezTo>
                  <a:cubicBezTo>
                    <a:pt x="270517" y="129763"/>
                    <a:pt x="253768" y="136929"/>
                    <a:pt x="237436" y="145011"/>
                  </a:cubicBezTo>
                  <a:cubicBezTo>
                    <a:pt x="245269" y="137345"/>
                    <a:pt x="253101" y="129679"/>
                    <a:pt x="261101" y="122263"/>
                  </a:cubicBezTo>
                  <a:cubicBezTo>
                    <a:pt x="276183" y="108098"/>
                    <a:pt x="292514" y="96932"/>
                    <a:pt x="308263" y="84100"/>
                  </a:cubicBezTo>
                  <a:lnTo>
                    <a:pt x="308263" y="84100"/>
                  </a:lnTo>
                  <a:close/>
                  <a:moveTo>
                    <a:pt x="244602" y="110931"/>
                  </a:moveTo>
                  <a:cubicBezTo>
                    <a:pt x="251685" y="109181"/>
                    <a:pt x="258434" y="104432"/>
                    <a:pt x="264184" y="101099"/>
                  </a:cubicBezTo>
                  <a:cubicBezTo>
                    <a:pt x="272350" y="96349"/>
                    <a:pt x="280432" y="91266"/>
                    <a:pt x="289098" y="87350"/>
                  </a:cubicBezTo>
                  <a:cubicBezTo>
                    <a:pt x="277932" y="95182"/>
                    <a:pt x="268016" y="106681"/>
                    <a:pt x="259184" y="115264"/>
                  </a:cubicBezTo>
                  <a:cubicBezTo>
                    <a:pt x="247685" y="126430"/>
                    <a:pt x="237353" y="138429"/>
                    <a:pt x="226687" y="150261"/>
                  </a:cubicBezTo>
                  <a:cubicBezTo>
                    <a:pt x="207855" y="160010"/>
                    <a:pt x="189690" y="170759"/>
                    <a:pt x="172192" y="181925"/>
                  </a:cubicBezTo>
                  <a:cubicBezTo>
                    <a:pt x="171359" y="182508"/>
                    <a:pt x="170526" y="183008"/>
                    <a:pt x="169692" y="183591"/>
                  </a:cubicBezTo>
                  <a:cubicBezTo>
                    <a:pt x="180441" y="172509"/>
                    <a:pt x="190857" y="161093"/>
                    <a:pt x="201606" y="149928"/>
                  </a:cubicBezTo>
                  <a:cubicBezTo>
                    <a:pt x="215105" y="135846"/>
                    <a:pt x="230020" y="123763"/>
                    <a:pt x="244602" y="110931"/>
                  </a:cubicBezTo>
                  <a:lnTo>
                    <a:pt x="244602" y="110931"/>
                  </a:lnTo>
                  <a:close/>
                  <a:moveTo>
                    <a:pt x="126196" y="215588"/>
                  </a:moveTo>
                  <a:cubicBezTo>
                    <a:pt x="139778" y="196090"/>
                    <a:pt x="155860" y="177758"/>
                    <a:pt x="170526" y="159010"/>
                  </a:cubicBezTo>
                  <a:cubicBezTo>
                    <a:pt x="178608" y="148678"/>
                    <a:pt x="187107" y="138929"/>
                    <a:pt x="196023" y="129263"/>
                  </a:cubicBezTo>
                  <a:cubicBezTo>
                    <a:pt x="201689" y="123097"/>
                    <a:pt x="207022" y="116764"/>
                    <a:pt x="213105" y="110931"/>
                  </a:cubicBezTo>
                  <a:cubicBezTo>
                    <a:pt x="214188" y="109931"/>
                    <a:pt x="222104" y="100849"/>
                    <a:pt x="223604" y="101182"/>
                  </a:cubicBezTo>
                  <a:cubicBezTo>
                    <a:pt x="225770" y="101598"/>
                    <a:pt x="228603" y="108181"/>
                    <a:pt x="231520" y="109765"/>
                  </a:cubicBezTo>
                  <a:cubicBezTo>
                    <a:pt x="232103" y="110098"/>
                    <a:pt x="232770" y="110348"/>
                    <a:pt x="233436" y="110598"/>
                  </a:cubicBezTo>
                  <a:cubicBezTo>
                    <a:pt x="232103" y="111848"/>
                    <a:pt x="230770" y="113097"/>
                    <a:pt x="229437" y="114181"/>
                  </a:cubicBezTo>
                  <a:cubicBezTo>
                    <a:pt x="220021" y="122013"/>
                    <a:pt x="210938" y="130096"/>
                    <a:pt x="202522" y="138929"/>
                  </a:cubicBezTo>
                  <a:cubicBezTo>
                    <a:pt x="187024" y="155260"/>
                    <a:pt x="173775" y="173342"/>
                    <a:pt x="159360" y="190590"/>
                  </a:cubicBezTo>
                  <a:cubicBezTo>
                    <a:pt x="147444" y="198840"/>
                    <a:pt x="136029" y="207672"/>
                    <a:pt x="125279" y="217088"/>
                  </a:cubicBezTo>
                  <a:cubicBezTo>
                    <a:pt x="125529" y="216505"/>
                    <a:pt x="125863" y="216005"/>
                    <a:pt x="126196" y="215588"/>
                  </a:cubicBezTo>
                  <a:lnTo>
                    <a:pt x="126196" y="215588"/>
                  </a:lnTo>
                  <a:close/>
                  <a:moveTo>
                    <a:pt x="306430" y="488064"/>
                  </a:moveTo>
                  <a:cubicBezTo>
                    <a:pt x="298097" y="487647"/>
                    <a:pt x="288182" y="478315"/>
                    <a:pt x="282015" y="473482"/>
                  </a:cubicBezTo>
                  <a:cubicBezTo>
                    <a:pt x="278349" y="470565"/>
                    <a:pt x="269683" y="462649"/>
                    <a:pt x="261767" y="458483"/>
                  </a:cubicBezTo>
                  <a:cubicBezTo>
                    <a:pt x="264350" y="457733"/>
                    <a:pt x="267017" y="456983"/>
                    <a:pt x="269600" y="456233"/>
                  </a:cubicBezTo>
                  <a:cubicBezTo>
                    <a:pt x="274016" y="458316"/>
                    <a:pt x="278432" y="460316"/>
                    <a:pt x="283182" y="461816"/>
                  </a:cubicBezTo>
                  <a:cubicBezTo>
                    <a:pt x="294348" y="465399"/>
                    <a:pt x="305847" y="467982"/>
                    <a:pt x="317012" y="471399"/>
                  </a:cubicBezTo>
                  <a:cubicBezTo>
                    <a:pt x="318179" y="471732"/>
                    <a:pt x="319512" y="472232"/>
                    <a:pt x="320929" y="472648"/>
                  </a:cubicBezTo>
                  <a:cubicBezTo>
                    <a:pt x="316929" y="478981"/>
                    <a:pt x="314596" y="488564"/>
                    <a:pt x="306430" y="488064"/>
                  </a:cubicBezTo>
                  <a:lnTo>
                    <a:pt x="306430" y="488064"/>
                  </a:lnTo>
                  <a:close/>
                  <a:moveTo>
                    <a:pt x="368258" y="450900"/>
                  </a:moveTo>
                  <a:cubicBezTo>
                    <a:pt x="366341" y="454400"/>
                    <a:pt x="364841" y="458816"/>
                    <a:pt x="362758" y="462149"/>
                  </a:cubicBezTo>
                  <a:cubicBezTo>
                    <a:pt x="357259" y="470982"/>
                    <a:pt x="347759" y="469065"/>
                    <a:pt x="338843" y="467482"/>
                  </a:cubicBezTo>
                  <a:cubicBezTo>
                    <a:pt x="318845" y="463983"/>
                    <a:pt x="299264" y="458233"/>
                    <a:pt x="279515" y="453234"/>
                  </a:cubicBezTo>
                  <a:cubicBezTo>
                    <a:pt x="303597" y="445651"/>
                    <a:pt x="327428" y="436985"/>
                    <a:pt x="350842" y="427652"/>
                  </a:cubicBezTo>
                  <a:cubicBezTo>
                    <a:pt x="351176" y="427819"/>
                    <a:pt x="351509" y="427986"/>
                    <a:pt x="351926" y="428152"/>
                  </a:cubicBezTo>
                  <a:cubicBezTo>
                    <a:pt x="356675" y="429652"/>
                    <a:pt x="363341" y="433069"/>
                    <a:pt x="366841" y="436485"/>
                  </a:cubicBezTo>
                  <a:cubicBezTo>
                    <a:pt x="372674" y="442151"/>
                    <a:pt x="371841" y="444318"/>
                    <a:pt x="368258" y="450900"/>
                  </a:cubicBezTo>
                  <a:lnTo>
                    <a:pt x="368258" y="450900"/>
                  </a:lnTo>
                  <a:close/>
                  <a:moveTo>
                    <a:pt x="555990" y="310996"/>
                  </a:moveTo>
                  <a:cubicBezTo>
                    <a:pt x="547075" y="315079"/>
                    <a:pt x="536909" y="314746"/>
                    <a:pt x="527410" y="313829"/>
                  </a:cubicBezTo>
                  <a:cubicBezTo>
                    <a:pt x="525493" y="313663"/>
                    <a:pt x="523743" y="313496"/>
                    <a:pt x="521994" y="313329"/>
                  </a:cubicBezTo>
                  <a:cubicBezTo>
                    <a:pt x="532410" y="302497"/>
                    <a:pt x="542659" y="291332"/>
                    <a:pt x="551824" y="279333"/>
                  </a:cubicBezTo>
                  <a:cubicBezTo>
                    <a:pt x="553824" y="276666"/>
                    <a:pt x="555741" y="273916"/>
                    <a:pt x="557490" y="271083"/>
                  </a:cubicBezTo>
                  <a:cubicBezTo>
                    <a:pt x="560407" y="275666"/>
                    <a:pt x="563240" y="280416"/>
                    <a:pt x="565657" y="285082"/>
                  </a:cubicBezTo>
                  <a:cubicBezTo>
                    <a:pt x="571323" y="296331"/>
                    <a:pt x="567573" y="305830"/>
                    <a:pt x="555990" y="310996"/>
                  </a:cubicBezTo>
                  <a:lnTo>
                    <a:pt x="555990" y="310996"/>
                  </a:lnTo>
                  <a:close/>
                  <a:moveTo>
                    <a:pt x="729558" y="217588"/>
                  </a:moveTo>
                  <a:cubicBezTo>
                    <a:pt x="713393" y="217755"/>
                    <a:pt x="697228" y="216421"/>
                    <a:pt x="681063" y="216171"/>
                  </a:cubicBezTo>
                  <a:cubicBezTo>
                    <a:pt x="653232" y="215755"/>
                    <a:pt x="625401" y="214422"/>
                    <a:pt x="597487" y="214672"/>
                  </a:cubicBezTo>
                  <a:cubicBezTo>
                    <a:pt x="587238" y="214755"/>
                    <a:pt x="580239" y="213422"/>
                    <a:pt x="572573" y="220838"/>
                  </a:cubicBezTo>
                  <a:cubicBezTo>
                    <a:pt x="562240" y="230837"/>
                    <a:pt x="556657" y="245086"/>
                    <a:pt x="548741" y="256918"/>
                  </a:cubicBezTo>
                  <a:cubicBezTo>
                    <a:pt x="516328" y="305664"/>
                    <a:pt x="468415" y="345077"/>
                    <a:pt x="419503" y="376491"/>
                  </a:cubicBezTo>
                  <a:cubicBezTo>
                    <a:pt x="368341" y="409404"/>
                    <a:pt x="307763" y="429736"/>
                    <a:pt x="249602" y="445984"/>
                  </a:cubicBezTo>
                  <a:cubicBezTo>
                    <a:pt x="243269" y="447734"/>
                    <a:pt x="236853" y="449484"/>
                    <a:pt x="230353" y="451150"/>
                  </a:cubicBezTo>
                  <a:cubicBezTo>
                    <a:pt x="231853" y="434152"/>
                    <a:pt x="234103" y="418570"/>
                    <a:pt x="231770" y="401072"/>
                  </a:cubicBezTo>
                  <a:cubicBezTo>
                    <a:pt x="234853" y="400905"/>
                    <a:pt x="237936" y="400405"/>
                    <a:pt x="241102" y="400155"/>
                  </a:cubicBezTo>
                  <a:cubicBezTo>
                    <a:pt x="249851" y="399488"/>
                    <a:pt x="258601" y="399822"/>
                    <a:pt x="267350" y="398905"/>
                  </a:cubicBezTo>
                  <a:cubicBezTo>
                    <a:pt x="285432" y="396989"/>
                    <a:pt x="302930" y="392406"/>
                    <a:pt x="320512" y="387823"/>
                  </a:cubicBezTo>
                  <a:cubicBezTo>
                    <a:pt x="338677" y="383157"/>
                    <a:pt x="356675" y="379157"/>
                    <a:pt x="373340" y="369991"/>
                  </a:cubicBezTo>
                  <a:cubicBezTo>
                    <a:pt x="380840" y="365825"/>
                    <a:pt x="390505" y="360492"/>
                    <a:pt x="391839" y="351159"/>
                  </a:cubicBezTo>
                  <a:cubicBezTo>
                    <a:pt x="392589" y="345993"/>
                    <a:pt x="390089" y="341827"/>
                    <a:pt x="388256" y="337161"/>
                  </a:cubicBezTo>
                  <a:cubicBezTo>
                    <a:pt x="382923" y="323912"/>
                    <a:pt x="386756" y="317829"/>
                    <a:pt x="390839" y="305664"/>
                  </a:cubicBezTo>
                  <a:cubicBezTo>
                    <a:pt x="395672" y="291248"/>
                    <a:pt x="386923" y="287665"/>
                    <a:pt x="381173" y="275833"/>
                  </a:cubicBezTo>
                  <a:cubicBezTo>
                    <a:pt x="376840" y="266750"/>
                    <a:pt x="382506" y="260084"/>
                    <a:pt x="379590" y="251168"/>
                  </a:cubicBezTo>
                  <a:cubicBezTo>
                    <a:pt x="378673" y="248252"/>
                    <a:pt x="376840" y="245835"/>
                    <a:pt x="374340" y="244086"/>
                  </a:cubicBezTo>
                  <a:cubicBezTo>
                    <a:pt x="372174" y="242586"/>
                    <a:pt x="369424" y="242836"/>
                    <a:pt x="367424" y="241669"/>
                  </a:cubicBezTo>
                  <a:cubicBezTo>
                    <a:pt x="358009" y="236420"/>
                    <a:pt x="358342" y="231837"/>
                    <a:pt x="360592" y="223254"/>
                  </a:cubicBezTo>
                  <a:cubicBezTo>
                    <a:pt x="362592" y="215505"/>
                    <a:pt x="365341" y="207922"/>
                    <a:pt x="367424" y="200090"/>
                  </a:cubicBezTo>
                  <a:cubicBezTo>
                    <a:pt x="368674" y="195423"/>
                    <a:pt x="364924" y="191757"/>
                    <a:pt x="360342" y="193174"/>
                  </a:cubicBezTo>
                  <a:cubicBezTo>
                    <a:pt x="345593" y="197840"/>
                    <a:pt x="333344" y="212922"/>
                    <a:pt x="322678" y="223504"/>
                  </a:cubicBezTo>
                  <a:cubicBezTo>
                    <a:pt x="309179" y="237003"/>
                    <a:pt x="296014" y="250752"/>
                    <a:pt x="282932" y="264584"/>
                  </a:cubicBezTo>
                  <a:cubicBezTo>
                    <a:pt x="258767" y="290165"/>
                    <a:pt x="237269" y="316912"/>
                    <a:pt x="216021" y="344660"/>
                  </a:cubicBezTo>
                  <a:cubicBezTo>
                    <a:pt x="215521" y="343743"/>
                    <a:pt x="215105" y="342827"/>
                    <a:pt x="214605" y="341910"/>
                  </a:cubicBezTo>
                  <a:cubicBezTo>
                    <a:pt x="205189" y="325995"/>
                    <a:pt x="194523" y="310413"/>
                    <a:pt x="179275" y="299581"/>
                  </a:cubicBezTo>
                  <a:cubicBezTo>
                    <a:pt x="165276" y="289582"/>
                    <a:pt x="152360" y="287915"/>
                    <a:pt x="135945" y="285582"/>
                  </a:cubicBezTo>
                  <a:cubicBezTo>
                    <a:pt x="134612" y="285415"/>
                    <a:pt x="134195" y="287332"/>
                    <a:pt x="135362" y="287832"/>
                  </a:cubicBezTo>
                  <a:cubicBezTo>
                    <a:pt x="149277" y="293498"/>
                    <a:pt x="162610" y="296248"/>
                    <a:pt x="174525" y="306080"/>
                  </a:cubicBezTo>
                  <a:cubicBezTo>
                    <a:pt x="188940" y="317913"/>
                    <a:pt x="199773" y="335328"/>
                    <a:pt x="207022" y="352409"/>
                  </a:cubicBezTo>
                  <a:cubicBezTo>
                    <a:pt x="214105" y="369241"/>
                    <a:pt x="216771" y="389323"/>
                    <a:pt x="218521" y="407404"/>
                  </a:cubicBezTo>
                  <a:cubicBezTo>
                    <a:pt x="219521" y="417320"/>
                    <a:pt x="219021" y="427153"/>
                    <a:pt x="218104" y="437152"/>
                  </a:cubicBezTo>
                  <a:cubicBezTo>
                    <a:pt x="217604" y="443068"/>
                    <a:pt x="215438" y="448650"/>
                    <a:pt x="216021" y="454483"/>
                  </a:cubicBezTo>
                  <a:cubicBezTo>
                    <a:pt x="168442" y="465482"/>
                    <a:pt x="117113" y="471732"/>
                    <a:pt x="70034" y="463649"/>
                  </a:cubicBezTo>
                  <a:cubicBezTo>
                    <a:pt x="57369" y="461483"/>
                    <a:pt x="44620" y="458233"/>
                    <a:pt x="32538" y="453983"/>
                  </a:cubicBezTo>
                  <a:cubicBezTo>
                    <a:pt x="29455" y="452900"/>
                    <a:pt x="26455" y="451650"/>
                    <a:pt x="23455" y="450484"/>
                  </a:cubicBezTo>
                  <a:cubicBezTo>
                    <a:pt x="43120" y="453900"/>
                    <a:pt x="65451" y="450984"/>
                    <a:pt x="84366" y="447984"/>
                  </a:cubicBezTo>
                  <a:cubicBezTo>
                    <a:pt x="99282" y="445567"/>
                    <a:pt x="114697" y="444068"/>
                    <a:pt x="129196" y="439901"/>
                  </a:cubicBezTo>
                  <a:cubicBezTo>
                    <a:pt x="141195" y="436485"/>
                    <a:pt x="152527" y="431569"/>
                    <a:pt x="164193" y="427403"/>
                  </a:cubicBezTo>
                  <a:cubicBezTo>
                    <a:pt x="169859" y="425403"/>
                    <a:pt x="166109" y="417320"/>
                    <a:pt x="160526" y="418987"/>
                  </a:cubicBezTo>
                  <a:cubicBezTo>
                    <a:pt x="132862" y="427403"/>
                    <a:pt x="105948" y="433735"/>
                    <a:pt x="77201" y="437568"/>
                  </a:cubicBezTo>
                  <a:cubicBezTo>
                    <a:pt x="63618" y="439401"/>
                    <a:pt x="48870" y="440901"/>
                    <a:pt x="35204" y="441235"/>
                  </a:cubicBezTo>
                  <a:cubicBezTo>
                    <a:pt x="28788" y="441401"/>
                    <a:pt x="22372" y="441818"/>
                    <a:pt x="16623" y="444484"/>
                  </a:cubicBezTo>
                  <a:cubicBezTo>
                    <a:pt x="16789" y="443984"/>
                    <a:pt x="16956" y="443484"/>
                    <a:pt x="17122" y="443151"/>
                  </a:cubicBezTo>
                  <a:cubicBezTo>
                    <a:pt x="25538" y="415320"/>
                    <a:pt x="34538" y="386906"/>
                    <a:pt x="45537" y="360159"/>
                  </a:cubicBezTo>
                  <a:cubicBezTo>
                    <a:pt x="68118" y="304913"/>
                    <a:pt x="98615" y="255418"/>
                    <a:pt x="146028" y="218005"/>
                  </a:cubicBezTo>
                  <a:cubicBezTo>
                    <a:pt x="174525" y="195423"/>
                    <a:pt x="207022" y="176592"/>
                    <a:pt x="239686" y="160593"/>
                  </a:cubicBezTo>
                  <a:cubicBezTo>
                    <a:pt x="271183" y="145178"/>
                    <a:pt x="303764" y="130346"/>
                    <a:pt x="338260" y="122763"/>
                  </a:cubicBezTo>
                  <a:cubicBezTo>
                    <a:pt x="348259" y="120597"/>
                    <a:pt x="358425" y="120347"/>
                    <a:pt x="368258" y="118514"/>
                  </a:cubicBezTo>
                  <a:cubicBezTo>
                    <a:pt x="380423" y="116264"/>
                    <a:pt x="385506" y="117097"/>
                    <a:pt x="396922" y="118847"/>
                  </a:cubicBezTo>
                  <a:cubicBezTo>
                    <a:pt x="410837" y="121014"/>
                    <a:pt x="427586" y="117180"/>
                    <a:pt x="441834" y="117764"/>
                  </a:cubicBezTo>
                  <a:cubicBezTo>
                    <a:pt x="448750" y="118264"/>
                    <a:pt x="455666" y="118764"/>
                    <a:pt x="462583" y="119347"/>
                  </a:cubicBezTo>
                  <a:cubicBezTo>
                    <a:pt x="465749" y="119763"/>
                    <a:pt x="468998" y="120097"/>
                    <a:pt x="472165" y="120597"/>
                  </a:cubicBezTo>
                  <a:cubicBezTo>
                    <a:pt x="487997" y="123180"/>
                    <a:pt x="503662" y="126096"/>
                    <a:pt x="519244" y="130013"/>
                  </a:cubicBezTo>
                  <a:cubicBezTo>
                    <a:pt x="533076" y="133512"/>
                    <a:pt x="548908" y="139762"/>
                    <a:pt x="563323" y="136595"/>
                  </a:cubicBezTo>
                  <a:cubicBezTo>
                    <a:pt x="591738" y="130429"/>
                    <a:pt x="608652" y="106931"/>
                    <a:pt x="624734" y="85267"/>
                  </a:cubicBezTo>
                  <a:cubicBezTo>
                    <a:pt x="634317" y="72351"/>
                    <a:pt x="644649" y="60186"/>
                    <a:pt x="654065" y="47104"/>
                  </a:cubicBezTo>
                  <a:cubicBezTo>
                    <a:pt x="659898" y="38938"/>
                    <a:pt x="663981" y="29772"/>
                    <a:pt x="668564" y="21023"/>
                  </a:cubicBezTo>
                  <a:cubicBezTo>
                    <a:pt x="667980" y="31605"/>
                    <a:pt x="665981" y="47853"/>
                    <a:pt x="665648" y="50937"/>
                  </a:cubicBezTo>
                  <a:cubicBezTo>
                    <a:pt x="665314" y="54353"/>
                    <a:pt x="664897" y="57686"/>
                    <a:pt x="664481" y="61102"/>
                  </a:cubicBezTo>
                  <a:cubicBezTo>
                    <a:pt x="663814" y="61102"/>
                    <a:pt x="663064" y="61269"/>
                    <a:pt x="662398" y="61686"/>
                  </a:cubicBezTo>
                  <a:cubicBezTo>
                    <a:pt x="640650" y="75018"/>
                    <a:pt x="630400" y="101765"/>
                    <a:pt x="613652" y="119930"/>
                  </a:cubicBezTo>
                  <a:cubicBezTo>
                    <a:pt x="612986" y="120680"/>
                    <a:pt x="614152" y="121597"/>
                    <a:pt x="614818" y="121097"/>
                  </a:cubicBezTo>
                  <a:cubicBezTo>
                    <a:pt x="625651" y="113264"/>
                    <a:pt x="635650" y="102098"/>
                    <a:pt x="644149" y="91850"/>
                  </a:cubicBezTo>
                  <a:cubicBezTo>
                    <a:pt x="649315" y="85683"/>
                    <a:pt x="653815" y="78434"/>
                    <a:pt x="659898" y="73101"/>
                  </a:cubicBezTo>
                  <a:cubicBezTo>
                    <a:pt x="660981" y="72101"/>
                    <a:pt x="662065" y="71351"/>
                    <a:pt x="663064" y="70601"/>
                  </a:cubicBezTo>
                  <a:cubicBezTo>
                    <a:pt x="662148" y="76768"/>
                    <a:pt x="661148" y="82934"/>
                    <a:pt x="659898" y="89183"/>
                  </a:cubicBezTo>
                  <a:cubicBezTo>
                    <a:pt x="658898" y="94183"/>
                    <a:pt x="657898" y="99265"/>
                    <a:pt x="656981" y="104348"/>
                  </a:cubicBezTo>
                  <a:cubicBezTo>
                    <a:pt x="655981" y="104265"/>
                    <a:pt x="653315" y="106015"/>
                    <a:pt x="652065" y="106848"/>
                  </a:cubicBezTo>
                  <a:cubicBezTo>
                    <a:pt x="646483" y="110598"/>
                    <a:pt x="641733" y="116181"/>
                    <a:pt x="636983" y="120930"/>
                  </a:cubicBezTo>
                  <a:cubicBezTo>
                    <a:pt x="628651" y="129263"/>
                    <a:pt x="620485" y="136845"/>
                    <a:pt x="613902" y="146594"/>
                  </a:cubicBezTo>
                  <a:cubicBezTo>
                    <a:pt x="612152" y="149178"/>
                    <a:pt x="615818" y="151844"/>
                    <a:pt x="617819" y="149428"/>
                  </a:cubicBezTo>
                  <a:cubicBezTo>
                    <a:pt x="625234" y="140345"/>
                    <a:pt x="634234" y="132846"/>
                    <a:pt x="642983" y="125096"/>
                  </a:cubicBezTo>
                  <a:cubicBezTo>
                    <a:pt x="646816" y="121680"/>
                    <a:pt x="651149" y="118680"/>
                    <a:pt x="655065" y="115264"/>
                  </a:cubicBezTo>
                  <a:cubicBezTo>
                    <a:pt x="653982" y="121680"/>
                    <a:pt x="653065" y="128013"/>
                    <a:pt x="652565" y="134429"/>
                  </a:cubicBezTo>
                  <a:cubicBezTo>
                    <a:pt x="652232" y="137679"/>
                    <a:pt x="652399" y="140678"/>
                    <a:pt x="652898" y="143428"/>
                  </a:cubicBezTo>
                  <a:cubicBezTo>
                    <a:pt x="649315" y="144511"/>
                    <a:pt x="645733" y="146261"/>
                    <a:pt x="642566" y="147761"/>
                  </a:cubicBezTo>
                  <a:cubicBezTo>
                    <a:pt x="630651" y="153511"/>
                    <a:pt x="622068" y="158593"/>
                    <a:pt x="612569" y="167926"/>
                  </a:cubicBezTo>
                  <a:cubicBezTo>
                    <a:pt x="611236" y="169176"/>
                    <a:pt x="612819" y="171176"/>
                    <a:pt x="614319" y="170176"/>
                  </a:cubicBezTo>
                  <a:cubicBezTo>
                    <a:pt x="624401" y="163510"/>
                    <a:pt x="635484" y="158593"/>
                    <a:pt x="646983" y="154760"/>
                  </a:cubicBezTo>
                  <a:cubicBezTo>
                    <a:pt x="650066" y="153677"/>
                    <a:pt x="653398" y="153094"/>
                    <a:pt x="656565" y="152261"/>
                  </a:cubicBezTo>
                  <a:cubicBezTo>
                    <a:pt x="657815" y="154011"/>
                    <a:pt x="659398" y="155677"/>
                    <a:pt x="661314" y="157260"/>
                  </a:cubicBezTo>
                  <a:cubicBezTo>
                    <a:pt x="664814" y="160177"/>
                    <a:pt x="668731" y="162593"/>
                    <a:pt x="672730" y="164843"/>
                  </a:cubicBezTo>
                  <a:cubicBezTo>
                    <a:pt x="664731" y="166093"/>
                    <a:pt x="657148" y="169342"/>
                    <a:pt x="649315" y="172009"/>
                  </a:cubicBezTo>
                  <a:cubicBezTo>
                    <a:pt x="641233" y="174759"/>
                    <a:pt x="629151" y="175508"/>
                    <a:pt x="623151" y="182008"/>
                  </a:cubicBezTo>
                  <a:cubicBezTo>
                    <a:pt x="621651" y="183591"/>
                    <a:pt x="624318" y="186091"/>
                    <a:pt x="625901" y="184674"/>
                  </a:cubicBezTo>
                  <a:cubicBezTo>
                    <a:pt x="632401" y="178842"/>
                    <a:pt x="647982" y="180175"/>
                    <a:pt x="656065" y="178258"/>
                  </a:cubicBezTo>
                  <a:cubicBezTo>
                    <a:pt x="661398" y="176925"/>
                    <a:pt x="666481" y="175009"/>
                    <a:pt x="671897" y="173925"/>
                  </a:cubicBezTo>
                  <a:cubicBezTo>
                    <a:pt x="672980" y="173759"/>
                    <a:pt x="680813" y="171342"/>
                    <a:pt x="681313" y="171426"/>
                  </a:cubicBezTo>
                  <a:cubicBezTo>
                    <a:pt x="682229" y="171676"/>
                    <a:pt x="683313" y="171592"/>
                    <a:pt x="684146" y="171092"/>
                  </a:cubicBezTo>
                  <a:cubicBezTo>
                    <a:pt x="687479" y="172842"/>
                    <a:pt x="690729" y="174675"/>
                    <a:pt x="693812" y="176759"/>
                  </a:cubicBezTo>
                  <a:cubicBezTo>
                    <a:pt x="697478" y="179175"/>
                    <a:pt x="701227" y="181675"/>
                    <a:pt x="704977" y="184258"/>
                  </a:cubicBezTo>
                  <a:cubicBezTo>
                    <a:pt x="698644" y="185091"/>
                    <a:pt x="692312" y="186591"/>
                    <a:pt x="685896" y="188007"/>
                  </a:cubicBezTo>
                  <a:cubicBezTo>
                    <a:pt x="671314" y="191174"/>
                    <a:pt x="656148" y="191507"/>
                    <a:pt x="641899" y="196090"/>
                  </a:cubicBezTo>
                  <a:cubicBezTo>
                    <a:pt x="639150" y="197007"/>
                    <a:pt x="640483" y="201673"/>
                    <a:pt x="643316" y="201006"/>
                  </a:cubicBezTo>
                  <a:cubicBezTo>
                    <a:pt x="658482" y="197673"/>
                    <a:pt x="674230" y="199840"/>
                    <a:pt x="689562" y="197007"/>
                  </a:cubicBezTo>
                  <a:cubicBezTo>
                    <a:pt x="698144" y="195423"/>
                    <a:pt x="709143" y="196423"/>
                    <a:pt x="717976" y="194007"/>
                  </a:cubicBezTo>
                  <a:cubicBezTo>
                    <a:pt x="721642" y="197090"/>
                    <a:pt x="725059" y="200340"/>
                    <a:pt x="728142" y="203839"/>
                  </a:cubicBezTo>
                  <a:cubicBezTo>
                    <a:pt x="731142" y="207339"/>
                    <a:pt x="733558" y="213172"/>
                    <a:pt x="736724" y="217088"/>
                  </a:cubicBezTo>
                  <a:cubicBezTo>
                    <a:pt x="733725" y="217255"/>
                    <a:pt x="730391" y="217588"/>
                    <a:pt x="729558" y="217588"/>
                  </a:cubicBezTo>
                  <a:lnTo>
                    <a:pt x="729558" y="217588"/>
                  </a:lnTo>
                  <a:close/>
                  <a:moveTo>
                    <a:pt x="294848" y="364158"/>
                  </a:moveTo>
                  <a:cubicBezTo>
                    <a:pt x="285599" y="369491"/>
                    <a:pt x="270517" y="372657"/>
                    <a:pt x="260184" y="375157"/>
                  </a:cubicBezTo>
                  <a:cubicBezTo>
                    <a:pt x="251102" y="377324"/>
                    <a:pt x="236103" y="375324"/>
                    <a:pt x="228270" y="380990"/>
                  </a:cubicBezTo>
                  <a:cubicBezTo>
                    <a:pt x="227770" y="378657"/>
                    <a:pt x="227270" y="376241"/>
                    <a:pt x="226687" y="373907"/>
                  </a:cubicBezTo>
                  <a:cubicBezTo>
                    <a:pt x="240602" y="370908"/>
                    <a:pt x="253268" y="364242"/>
                    <a:pt x="266267" y="358492"/>
                  </a:cubicBezTo>
                  <a:cubicBezTo>
                    <a:pt x="282265" y="351409"/>
                    <a:pt x="297514" y="341827"/>
                    <a:pt x="313346" y="334244"/>
                  </a:cubicBezTo>
                  <a:cubicBezTo>
                    <a:pt x="316179" y="332911"/>
                    <a:pt x="314346" y="328661"/>
                    <a:pt x="311429" y="329828"/>
                  </a:cubicBezTo>
                  <a:cubicBezTo>
                    <a:pt x="296097" y="335828"/>
                    <a:pt x="281265" y="341494"/>
                    <a:pt x="266683" y="349160"/>
                  </a:cubicBezTo>
                  <a:cubicBezTo>
                    <a:pt x="260017" y="352659"/>
                    <a:pt x="252685" y="354242"/>
                    <a:pt x="246019" y="357659"/>
                  </a:cubicBezTo>
                  <a:cubicBezTo>
                    <a:pt x="238686" y="361325"/>
                    <a:pt x="232603" y="364325"/>
                    <a:pt x="224521" y="366075"/>
                  </a:cubicBezTo>
                  <a:cubicBezTo>
                    <a:pt x="224437" y="365741"/>
                    <a:pt x="224354" y="365408"/>
                    <a:pt x="224187" y="365075"/>
                  </a:cubicBezTo>
                  <a:cubicBezTo>
                    <a:pt x="227687" y="361242"/>
                    <a:pt x="237353" y="356576"/>
                    <a:pt x="240769" y="353659"/>
                  </a:cubicBezTo>
                  <a:cubicBezTo>
                    <a:pt x="247768" y="347660"/>
                    <a:pt x="254684" y="341494"/>
                    <a:pt x="261850" y="335661"/>
                  </a:cubicBezTo>
                  <a:cubicBezTo>
                    <a:pt x="276016" y="324079"/>
                    <a:pt x="289265" y="310246"/>
                    <a:pt x="301597" y="296664"/>
                  </a:cubicBezTo>
                  <a:cubicBezTo>
                    <a:pt x="302264" y="295998"/>
                    <a:pt x="301097" y="294915"/>
                    <a:pt x="300430" y="295498"/>
                  </a:cubicBezTo>
                  <a:cubicBezTo>
                    <a:pt x="286515" y="308497"/>
                    <a:pt x="271516" y="321412"/>
                    <a:pt x="256184" y="332744"/>
                  </a:cubicBezTo>
                  <a:cubicBezTo>
                    <a:pt x="244518" y="341410"/>
                    <a:pt x="234103" y="351243"/>
                    <a:pt x="222354" y="359825"/>
                  </a:cubicBezTo>
                  <a:cubicBezTo>
                    <a:pt x="221354" y="357075"/>
                    <a:pt x="220271" y="354326"/>
                    <a:pt x="219104" y="351743"/>
                  </a:cubicBezTo>
                  <a:cubicBezTo>
                    <a:pt x="229020" y="345410"/>
                    <a:pt x="237353" y="334327"/>
                    <a:pt x="244769" y="325995"/>
                  </a:cubicBezTo>
                  <a:cubicBezTo>
                    <a:pt x="256934" y="312413"/>
                    <a:pt x="269433" y="299164"/>
                    <a:pt x="281932" y="285915"/>
                  </a:cubicBezTo>
                  <a:cubicBezTo>
                    <a:pt x="295514" y="271500"/>
                    <a:pt x="309096" y="257085"/>
                    <a:pt x="323012" y="243002"/>
                  </a:cubicBezTo>
                  <a:cubicBezTo>
                    <a:pt x="329761" y="236170"/>
                    <a:pt x="336594" y="229504"/>
                    <a:pt x="343343" y="222754"/>
                  </a:cubicBezTo>
                  <a:cubicBezTo>
                    <a:pt x="346259" y="219754"/>
                    <a:pt x="349509" y="216088"/>
                    <a:pt x="352842" y="212505"/>
                  </a:cubicBezTo>
                  <a:cubicBezTo>
                    <a:pt x="350426" y="220171"/>
                    <a:pt x="348010" y="227837"/>
                    <a:pt x="348343" y="235503"/>
                  </a:cubicBezTo>
                  <a:cubicBezTo>
                    <a:pt x="348759" y="245752"/>
                    <a:pt x="353009" y="245919"/>
                    <a:pt x="360592" y="250419"/>
                  </a:cubicBezTo>
                  <a:cubicBezTo>
                    <a:pt x="365341" y="253252"/>
                    <a:pt x="369091" y="254835"/>
                    <a:pt x="369257" y="262334"/>
                  </a:cubicBezTo>
                  <a:cubicBezTo>
                    <a:pt x="369341" y="265084"/>
                    <a:pt x="368258" y="268084"/>
                    <a:pt x="368258" y="270917"/>
                  </a:cubicBezTo>
                  <a:cubicBezTo>
                    <a:pt x="368174" y="275583"/>
                    <a:pt x="368758" y="279833"/>
                    <a:pt x="371090" y="283999"/>
                  </a:cubicBezTo>
                  <a:cubicBezTo>
                    <a:pt x="374840" y="290748"/>
                    <a:pt x="380840" y="292581"/>
                    <a:pt x="379506" y="301580"/>
                  </a:cubicBezTo>
                  <a:cubicBezTo>
                    <a:pt x="378673" y="307247"/>
                    <a:pt x="374674" y="312413"/>
                    <a:pt x="373507" y="318079"/>
                  </a:cubicBezTo>
                  <a:cubicBezTo>
                    <a:pt x="370674" y="331578"/>
                    <a:pt x="383673" y="346993"/>
                    <a:pt x="372591" y="357492"/>
                  </a:cubicBezTo>
                  <a:cubicBezTo>
                    <a:pt x="359758" y="369658"/>
                    <a:pt x="338010" y="372657"/>
                    <a:pt x="321595" y="376824"/>
                  </a:cubicBezTo>
                  <a:cubicBezTo>
                    <a:pt x="304847" y="381073"/>
                    <a:pt x="288348" y="385156"/>
                    <a:pt x="271183" y="387656"/>
                  </a:cubicBezTo>
                  <a:cubicBezTo>
                    <a:pt x="262684" y="388906"/>
                    <a:pt x="254101" y="389073"/>
                    <a:pt x="245602" y="389739"/>
                  </a:cubicBezTo>
                  <a:cubicBezTo>
                    <a:pt x="240686" y="390156"/>
                    <a:pt x="235269" y="391573"/>
                    <a:pt x="230187" y="391573"/>
                  </a:cubicBezTo>
                  <a:cubicBezTo>
                    <a:pt x="229936" y="389989"/>
                    <a:pt x="229603" y="388489"/>
                    <a:pt x="229354" y="386906"/>
                  </a:cubicBezTo>
                  <a:cubicBezTo>
                    <a:pt x="240269" y="387489"/>
                    <a:pt x="252601" y="384990"/>
                    <a:pt x="262767" y="381490"/>
                  </a:cubicBezTo>
                  <a:cubicBezTo>
                    <a:pt x="273600" y="377824"/>
                    <a:pt x="286598" y="372907"/>
                    <a:pt x="295348" y="365325"/>
                  </a:cubicBezTo>
                  <a:cubicBezTo>
                    <a:pt x="295931" y="364742"/>
                    <a:pt x="295514" y="363825"/>
                    <a:pt x="294848" y="364158"/>
                  </a:cubicBezTo>
                  <a:lnTo>
                    <a:pt x="294848" y="364158"/>
                  </a:lnTo>
                  <a:close/>
                </a:path>
              </a:pathLst>
            </a:custGeom>
            <a:grpFill/>
            <a:ln w="8332" cap="flat">
              <a:noFill/>
              <a:prstDash val="solid"/>
              <a:miter/>
            </a:ln>
          </p:spPr>
          <p:txBody>
            <a:bodyPr rtlCol="0" anchor="ctr"/>
            <a:lstStyle/>
            <a:p>
              <a:endParaRPr lang="en-US"/>
            </a:p>
          </p:txBody>
        </p:sp>
        <p:sp>
          <p:nvSpPr>
            <p:cNvPr id="1589" name="Freeform: Shape 1588"/>
            <p:cNvSpPr/>
            <p:nvPr/>
          </p:nvSpPr>
          <p:spPr>
            <a:xfrm>
              <a:off x="4244402" y="2131816"/>
              <a:ext cx="30416" cy="33887"/>
            </a:xfrm>
            <a:custGeom>
              <a:avLst/>
              <a:gdLst>
                <a:gd name="connsiteX0" fmla="*/ 24818 w 30416"/>
                <a:gd name="connsiteY0" fmla="*/ 3168 h 33887"/>
                <a:gd name="connsiteX1" fmla="*/ 1070 w 30416"/>
                <a:gd name="connsiteY1" fmla="*/ 11834 h 33887"/>
                <a:gd name="connsiteX2" fmla="*/ 2736 w 30416"/>
                <a:gd name="connsiteY2" fmla="*/ 26916 h 33887"/>
                <a:gd name="connsiteX3" fmla="*/ 3487 w 30416"/>
                <a:gd name="connsiteY3" fmla="*/ 27749 h 33887"/>
                <a:gd name="connsiteX4" fmla="*/ 16819 w 30416"/>
                <a:gd name="connsiteY4" fmla="*/ 33749 h 33887"/>
                <a:gd name="connsiteX5" fmla="*/ 24818 w 30416"/>
                <a:gd name="connsiteY5" fmla="*/ 3168 h 33887"/>
                <a:gd name="connsiteX6" fmla="*/ 24818 w 30416"/>
                <a:gd name="connsiteY6" fmla="*/ 3168 h 33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416" h="33887">
                  <a:moveTo>
                    <a:pt x="24818" y="3168"/>
                  </a:moveTo>
                  <a:cubicBezTo>
                    <a:pt x="16068" y="-4081"/>
                    <a:pt x="4403" y="2085"/>
                    <a:pt x="1070" y="11834"/>
                  </a:cubicBezTo>
                  <a:cubicBezTo>
                    <a:pt x="-597" y="16834"/>
                    <a:pt x="-513" y="22583"/>
                    <a:pt x="2736" y="26916"/>
                  </a:cubicBezTo>
                  <a:cubicBezTo>
                    <a:pt x="2986" y="27250"/>
                    <a:pt x="3236" y="27416"/>
                    <a:pt x="3487" y="27749"/>
                  </a:cubicBezTo>
                  <a:cubicBezTo>
                    <a:pt x="6236" y="32166"/>
                    <a:pt x="11652" y="34499"/>
                    <a:pt x="16819" y="33749"/>
                  </a:cubicBezTo>
                  <a:cubicBezTo>
                    <a:pt x="30567" y="31832"/>
                    <a:pt x="35067" y="11668"/>
                    <a:pt x="24818" y="3168"/>
                  </a:cubicBezTo>
                  <a:lnTo>
                    <a:pt x="24818" y="3168"/>
                  </a:lnTo>
                  <a:close/>
                </a:path>
              </a:pathLst>
            </a:custGeom>
            <a:grpFill/>
            <a:ln w="8332" cap="flat">
              <a:noFill/>
              <a:prstDash val="solid"/>
              <a:miter/>
            </a:ln>
          </p:spPr>
          <p:txBody>
            <a:bodyPr rtlCol="0" anchor="ctr"/>
            <a:lstStyle/>
            <a:p>
              <a:endParaRPr lang="en-US"/>
            </a:p>
          </p:txBody>
        </p:sp>
        <p:sp>
          <p:nvSpPr>
            <p:cNvPr id="1590" name="Freeform: Shape 1589"/>
            <p:cNvSpPr/>
            <p:nvPr/>
          </p:nvSpPr>
          <p:spPr>
            <a:xfrm>
              <a:off x="2001903" y="1455086"/>
              <a:ext cx="350318" cy="618151"/>
            </a:xfrm>
            <a:custGeom>
              <a:avLst/>
              <a:gdLst>
                <a:gd name="connsiteX0" fmla="*/ 328075 w 350318"/>
                <a:gd name="connsiteY0" fmla="*/ 294934 h 618151"/>
                <a:gd name="connsiteX1" fmla="*/ 345074 w 350318"/>
                <a:gd name="connsiteY1" fmla="*/ 198942 h 618151"/>
                <a:gd name="connsiteX2" fmla="*/ 349240 w 350318"/>
                <a:gd name="connsiteY2" fmla="*/ 114367 h 618151"/>
                <a:gd name="connsiteX3" fmla="*/ 260498 w 350318"/>
                <a:gd name="connsiteY3" fmla="*/ 1877 h 618151"/>
                <a:gd name="connsiteX4" fmla="*/ 121010 w 350318"/>
                <a:gd name="connsiteY4" fmla="*/ 60538 h 618151"/>
                <a:gd name="connsiteX5" fmla="*/ 77098 w 350318"/>
                <a:gd name="connsiteY5" fmla="*/ 132032 h 618151"/>
                <a:gd name="connsiteX6" fmla="*/ 58016 w 350318"/>
                <a:gd name="connsiteY6" fmla="*/ 175444 h 618151"/>
                <a:gd name="connsiteX7" fmla="*/ 28935 w 350318"/>
                <a:gd name="connsiteY7" fmla="*/ 262687 h 618151"/>
                <a:gd name="connsiteX8" fmla="*/ 9187 w 350318"/>
                <a:gd name="connsiteY8" fmla="*/ 355095 h 618151"/>
                <a:gd name="connsiteX9" fmla="*/ 1354 w 350318"/>
                <a:gd name="connsiteY9" fmla="*/ 432671 h 618151"/>
                <a:gd name="connsiteX10" fmla="*/ 41101 w 350318"/>
                <a:gd name="connsiteY10" fmla="*/ 478001 h 618151"/>
                <a:gd name="connsiteX11" fmla="*/ 98429 w 350318"/>
                <a:gd name="connsiteY11" fmla="*/ 494749 h 618151"/>
                <a:gd name="connsiteX12" fmla="*/ 76098 w 350318"/>
                <a:gd name="connsiteY12" fmla="*/ 574742 h 618151"/>
                <a:gd name="connsiteX13" fmla="*/ 117677 w 350318"/>
                <a:gd name="connsiteY13" fmla="*/ 617988 h 618151"/>
                <a:gd name="connsiteX14" fmla="*/ 149175 w 350318"/>
                <a:gd name="connsiteY14" fmla="*/ 608655 h 618151"/>
                <a:gd name="connsiteX15" fmla="*/ 163256 w 350318"/>
                <a:gd name="connsiteY15" fmla="*/ 574908 h 618151"/>
                <a:gd name="connsiteX16" fmla="*/ 171672 w 350318"/>
                <a:gd name="connsiteY16" fmla="*/ 525413 h 618151"/>
                <a:gd name="connsiteX17" fmla="*/ 174755 w 350318"/>
                <a:gd name="connsiteY17" fmla="*/ 506081 h 618151"/>
                <a:gd name="connsiteX18" fmla="*/ 274497 w 350318"/>
                <a:gd name="connsiteY18" fmla="*/ 469251 h 618151"/>
                <a:gd name="connsiteX19" fmla="*/ 328075 w 350318"/>
                <a:gd name="connsiteY19" fmla="*/ 294934 h 618151"/>
                <a:gd name="connsiteX20" fmla="*/ 328075 w 350318"/>
                <a:gd name="connsiteY20" fmla="*/ 294934 h 618151"/>
                <a:gd name="connsiteX21" fmla="*/ 150924 w 350318"/>
                <a:gd name="connsiteY21" fmla="*/ 564659 h 618151"/>
                <a:gd name="connsiteX22" fmla="*/ 142092 w 350318"/>
                <a:gd name="connsiteY22" fmla="*/ 595323 h 618151"/>
                <a:gd name="connsiteX23" fmla="*/ 102512 w 350318"/>
                <a:gd name="connsiteY23" fmla="*/ 597656 h 618151"/>
                <a:gd name="connsiteX24" fmla="*/ 89596 w 350318"/>
                <a:gd name="connsiteY24" fmla="*/ 573159 h 618151"/>
                <a:gd name="connsiteX25" fmla="*/ 94096 w 350318"/>
                <a:gd name="connsiteY25" fmla="*/ 542328 h 618151"/>
                <a:gd name="connsiteX26" fmla="*/ 108345 w 350318"/>
                <a:gd name="connsiteY26" fmla="*/ 496749 h 618151"/>
                <a:gd name="connsiteX27" fmla="*/ 131593 w 350318"/>
                <a:gd name="connsiteY27" fmla="*/ 501082 h 618151"/>
                <a:gd name="connsiteX28" fmla="*/ 160257 w 350318"/>
                <a:gd name="connsiteY28" fmla="*/ 504998 h 618151"/>
                <a:gd name="connsiteX29" fmla="*/ 150924 w 350318"/>
                <a:gd name="connsiteY29" fmla="*/ 564659 h 618151"/>
                <a:gd name="connsiteX30" fmla="*/ 150924 w 350318"/>
                <a:gd name="connsiteY30" fmla="*/ 564659 h 618151"/>
                <a:gd name="connsiteX31" fmla="*/ 251082 w 350318"/>
                <a:gd name="connsiteY31" fmla="*/ 475334 h 618151"/>
                <a:gd name="connsiteX32" fmla="*/ 173006 w 350318"/>
                <a:gd name="connsiteY32" fmla="*/ 491416 h 618151"/>
                <a:gd name="connsiteX33" fmla="*/ 90263 w 350318"/>
                <a:gd name="connsiteY33" fmla="*/ 476917 h 618151"/>
                <a:gd name="connsiteX34" fmla="*/ 20520 w 350318"/>
                <a:gd name="connsiteY34" fmla="*/ 443504 h 618151"/>
                <a:gd name="connsiteX35" fmla="*/ 16103 w 350318"/>
                <a:gd name="connsiteY35" fmla="*/ 398674 h 618151"/>
                <a:gd name="connsiteX36" fmla="*/ 19436 w 350318"/>
                <a:gd name="connsiteY36" fmla="*/ 374760 h 618151"/>
                <a:gd name="connsiteX37" fmla="*/ 54516 w 350318"/>
                <a:gd name="connsiteY37" fmla="*/ 387675 h 618151"/>
                <a:gd name="connsiteX38" fmla="*/ 138842 w 350318"/>
                <a:gd name="connsiteY38" fmla="*/ 413756 h 618151"/>
                <a:gd name="connsiteX39" fmla="*/ 279829 w 350318"/>
                <a:gd name="connsiteY39" fmla="*/ 429672 h 618151"/>
                <a:gd name="connsiteX40" fmla="*/ 251082 w 350318"/>
                <a:gd name="connsiteY40" fmla="*/ 475334 h 618151"/>
                <a:gd name="connsiteX41" fmla="*/ 251082 w 350318"/>
                <a:gd name="connsiteY41" fmla="*/ 475334 h 618151"/>
                <a:gd name="connsiteX42" fmla="*/ 287329 w 350318"/>
                <a:gd name="connsiteY42" fmla="*/ 407924 h 618151"/>
                <a:gd name="connsiteX43" fmla="*/ 284246 w 350318"/>
                <a:gd name="connsiteY43" fmla="*/ 417423 h 618151"/>
                <a:gd name="connsiteX44" fmla="*/ 255498 w 350318"/>
                <a:gd name="connsiteY44" fmla="*/ 418006 h 618151"/>
                <a:gd name="connsiteX45" fmla="*/ 216585 w 350318"/>
                <a:gd name="connsiteY45" fmla="*/ 414506 h 618151"/>
                <a:gd name="connsiteX46" fmla="*/ 146675 w 350318"/>
                <a:gd name="connsiteY46" fmla="*/ 402507 h 618151"/>
                <a:gd name="connsiteX47" fmla="*/ 72681 w 350318"/>
                <a:gd name="connsiteY47" fmla="*/ 382093 h 618151"/>
                <a:gd name="connsiteX48" fmla="*/ 21103 w 350318"/>
                <a:gd name="connsiteY48" fmla="*/ 366344 h 618151"/>
                <a:gd name="connsiteX49" fmla="*/ 24019 w 350318"/>
                <a:gd name="connsiteY49" fmla="*/ 352762 h 618151"/>
                <a:gd name="connsiteX50" fmla="*/ 41768 w 350318"/>
                <a:gd name="connsiteY50" fmla="*/ 275352 h 618151"/>
                <a:gd name="connsiteX51" fmla="*/ 94180 w 350318"/>
                <a:gd name="connsiteY51" fmla="*/ 127449 h 618151"/>
                <a:gd name="connsiteX52" fmla="*/ 201836 w 350318"/>
                <a:gd name="connsiteY52" fmla="*/ 19875 h 618151"/>
                <a:gd name="connsiteX53" fmla="*/ 283746 w 350318"/>
                <a:gd name="connsiteY53" fmla="*/ 23125 h 618151"/>
                <a:gd name="connsiteX54" fmla="*/ 333491 w 350318"/>
                <a:gd name="connsiteY54" fmla="*/ 86869 h 618151"/>
                <a:gd name="connsiteX55" fmla="*/ 325242 w 350318"/>
                <a:gd name="connsiteY55" fmla="*/ 248188 h 618151"/>
                <a:gd name="connsiteX56" fmla="*/ 306994 w 350318"/>
                <a:gd name="connsiteY56" fmla="*/ 330014 h 618151"/>
                <a:gd name="connsiteX57" fmla="*/ 287329 w 350318"/>
                <a:gd name="connsiteY57" fmla="*/ 407924 h 618151"/>
                <a:gd name="connsiteX58" fmla="*/ 287329 w 350318"/>
                <a:gd name="connsiteY58" fmla="*/ 407924 h 618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350318" h="618151">
                  <a:moveTo>
                    <a:pt x="328075" y="294934"/>
                  </a:moveTo>
                  <a:cubicBezTo>
                    <a:pt x="335241" y="263103"/>
                    <a:pt x="340491" y="231189"/>
                    <a:pt x="345074" y="198942"/>
                  </a:cubicBezTo>
                  <a:cubicBezTo>
                    <a:pt x="349073" y="170945"/>
                    <a:pt x="351990" y="142531"/>
                    <a:pt x="349240" y="114367"/>
                  </a:cubicBezTo>
                  <a:cubicBezTo>
                    <a:pt x="344157" y="62955"/>
                    <a:pt x="315410" y="12292"/>
                    <a:pt x="260498" y="1877"/>
                  </a:cubicBezTo>
                  <a:cubicBezTo>
                    <a:pt x="208669" y="-7956"/>
                    <a:pt x="153674" y="22208"/>
                    <a:pt x="121010" y="60538"/>
                  </a:cubicBezTo>
                  <a:cubicBezTo>
                    <a:pt x="102929" y="81870"/>
                    <a:pt x="88680" y="106284"/>
                    <a:pt x="77098" y="132032"/>
                  </a:cubicBezTo>
                  <a:cubicBezTo>
                    <a:pt x="69848" y="146114"/>
                    <a:pt x="63515" y="160862"/>
                    <a:pt x="58016" y="175444"/>
                  </a:cubicBezTo>
                  <a:cubicBezTo>
                    <a:pt x="47184" y="203942"/>
                    <a:pt x="36768" y="233356"/>
                    <a:pt x="28935" y="262687"/>
                  </a:cubicBezTo>
                  <a:cubicBezTo>
                    <a:pt x="20853" y="293017"/>
                    <a:pt x="15853" y="324514"/>
                    <a:pt x="9187" y="355095"/>
                  </a:cubicBezTo>
                  <a:cubicBezTo>
                    <a:pt x="4021" y="378760"/>
                    <a:pt x="-2978" y="408507"/>
                    <a:pt x="1354" y="432671"/>
                  </a:cubicBezTo>
                  <a:cubicBezTo>
                    <a:pt x="5271" y="454669"/>
                    <a:pt x="20770" y="470251"/>
                    <a:pt x="41101" y="478001"/>
                  </a:cubicBezTo>
                  <a:cubicBezTo>
                    <a:pt x="59516" y="485000"/>
                    <a:pt x="78931" y="490416"/>
                    <a:pt x="98429" y="494749"/>
                  </a:cubicBezTo>
                  <a:cubicBezTo>
                    <a:pt x="88597" y="520997"/>
                    <a:pt x="79098" y="546494"/>
                    <a:pt x="76098" y="574742"/>
                  </a:cubicBezTo>
                  <a:cubicBezTo>
                    <a:pt x="73848" y="596073"/>
                    <a:pt x="97596" y="616321"/>
                    <a:pt x="117677" y="617988"/>
                  </a:cubicBezTo>
                  <a:cubicBezTo>
                    <a:pt x="128760" y="618905"/>
                    <a:pt x="140592" y="615988"/>
                    <a:pt x="149175" y="608655"/>
                  </a:cubicBezTo>
                  <a:cubicBezTo>
                    <a:pt x="159840" y="599490"/>
                    <a:pt x="160673" y="587991"/>
                    <a:pt x="163256" y="574908"/>
                  </a:cubicBezTo>
                  <a:cubicBezTo>
                    <a:pt x="166506" y="558410"/>
                    <a:pt x="169756" y="542078"/>
                    <a:pt x="171672" y="525413"/>
                  </a:cubicBezTo>
                  <a:cubicBezTo>
                    <a:pt x="172256" y="520497"/>
                    <a:pt x="174422" y="512997"/>
                    <a:pt x="174755" y="506081"/>
                  </a:cubicBezTo>
                  <a:cubicBezTo>
                    <a:pt x="212919" y="507998"/>
                    <a:pt x="252582" y="501582"/>
                    <a:pt x="274497" y="469251"/>
                  </a:cubicBezTo>
                  <a:cubicBezTo>
                    <a:pt x="308160" y="419506"/>
                    <a:pt x="315160" y="352429"/>
                    <a:pt x="328075" y="294934"/>
                  </a:cubicBezTo>
                  <a:lnTo>
                    <a:pt x="328075" y="294934"/>
                  </a:lnTo>
                  <a:close/>
                  <a:moveTo>
                    <a:pt x="150924" y="564659"/>
                  </a:moveTo>
                  <a:cubicBezTo>
                    <a:pt x="148924" y="574492"/>
                    <a:pt x="149008" y="587657"/>
                    <a:pt x="142092" y="595323"/>
                  </a:cubicBezTo>
                  <a:cubicBezTo>
                    <a:pt x="132426" y="605989"/>
                    <a:pt x="113428" y="606239"/>
                    <a:pt x="102512" y="597656"/>
                  </a:cubicBezTo>
                  <a:cubicBezTo>
                    <a:pt x="94263" y="591240"/>
                    <a:pt x="88513" y="583241"/>
                    <a:pt x="89596" y="573159"/>
                  </a:cubicBezTo>
                  <a:cubicBezTo>
                    <a:pt x="90596" y="562993"/>
                    <a:pt x="92096" y="552411"/>
                    <a:pt x="94096" y="542328"/>
                  </a:cubicBezTo>
                  <a:cubicBezTo>
                    <a:pt x="97179" y="526746"/>
                    <a:pt x="104012" y="512081"/>
                    <a:pt x="108345" y="496749"/>
                  </a:cubicBezTo>
                  <a:cubicBezTo>
                    <a:pt x="116094" y="498332"/>
                    <a:pt x="123844" y="499749"/>
                    <a:pt x="131593" y="501082"/>
                  </a:cubicBezTo>
                  <a:cubicBezTo>
                    <a:pt x="140592" y="502582"/>
                    <a:pt x="150258" y="503998"/>
                    <a:pt x="160257" y="504998"/>
                  </a:cubicBezTo>
                  <a:cubicBezTo>
                    <a:pt x="158924" y="525080"/>
                    <a:pt x="154841" y="545244"/>
                    <a:pt x="150924" y="564659"/>
                  </a:cubicBezTo>
                  <a:lnTo>
                    <a:pt x="150924" y="564659"/>
                  </a:lnTo>
                  <a:close/>
                  <a:moveTo>
                    <a:pt x="251082" y="475334"/>
                  </a:moveTo>
                  <a:cubicBezTo>
                    <a:pt x="231834" y="492333"/>
                    <a:pt x="197337" y="492749"/>
                    <a:pt x="173006" y="491416"/>
                  </a:cubicBezTo>
                  <a:cubicBezTo>
                    <a:pt x="144925" y="489916"/>
                    <a:pt x="117427" y="483583"/>
                    <a:pt x="90263" y="476917"/>
                  </a:cubicBezTo>
                  <a:cubicBezTo>
                    <a:pt x="66015" y="471001"/>
                    <a:pt x="34685" y="466418"/>
                    <a:pt x="20520" y="443504"/>
                  </a:cubicBezTo>
                  <a:cubicBezTo>
                    <a:pt x="11854" y="429505"/>
                    <a:pt x="14187" y="414090"/>
                    <a:pt x="16103" y="398674"/>
                  </a:cubicBezTo>
                  <a:cubicBezTo>
                    <a:pt x="17103" y="390675"/>
                    <a:pt x="18103" y="382676"/>
                    <a:pt x="19436" y="374760"/>
                  </a:cubicBezTo>
                  <a:cubicBezTo>
                    <a:pt x="29435" y="381509"/>
                    <a:pt x="45850" y="384509"/>
                    <a:pt x="54516" y="387675"/>
                  </a:cubicBezTo>
                  <a:cubicBezTo>
                    <a:pt x="82347" y="397674"/>
                    <a:pt x="110345" y="405924"/>
                    <a:pt x="138842" y="413756"/>
                  </a:cubicBezTo>
                  <a:cubicBezTo>
                    <a:pt x="182922" y="425922"/>
                    <a:pt x="233667" y="434921"/>
                    <a:pt x="279829" y="429672"/>
                  </a:cubicBezTo>
                  <a:cubicBezTo>
                    <a:pt x="272997" y="446837"/>
                    <a:pt x="263998" y="464002"/>
                    <a:pt x="251082" y="475334"/>
                  </a:cubicBezTo>
                  <a:lnTo>
                    <a:pt x="251082" y="475334"/>
                  </a:lnTo>
                  <a:close/>
                  <a:moveTo>
                    <a:pt x="287329" y="407924"/>
                  </a:moveTo>
                  <a:cubicBezTo>
                    <a:pt x="286329" y="411007"/>
                    <a:pt x="285329" y="414173"/>
                    <a:pt x="284246" y="417423"/>
                  </a:cubicBezTo>
                  <a:cubicBezTo>
                    <a:pt x="274663" y="417173"/>
                    <a:pt x="265081" y="418506"/>
                    <a:pt x="255498" y="418006"/>
                  </a:cubicBezTo>
                  <a:cubicBezTo>
                    <a:pt x="242416" y="417256"/>
                    <a:pt x="229501" y="416089"/>
                    <a:pt x="216585" y="414506"/>
                  </a:cubicBezTo>
                  <a:cubicBezTo>
                    <a:pt x="193337" y="411590"/>
                    <a:pt x="169423" y="408257"/>
                    <a:pt x="146675" y="402507"/>
                  </a:cubicBezTo>
                  <a:cubicBezTo>
                    <a:pt x="121760" y="396258"/>
                    <a:pt x="97179" y="389759"/>
                    <a:pt x="72681" y="382093"/>
                  </a:cubicBezTo>
                  <a:cubicBezTo>
                    <a:pt x="55766" y="376760"/>
                    <a:pt x="38518" y="370427"/>
                    <a:pt x="21103" y="366344"/>
                  </a:cubicBezTo>
                  <a:cubicBezTo>
                    <a:pt x="22103" y="361761"/>
                    <a:pt x="23019" y="357261"/>
                    <a:pt x="24019" y="352762"/>
                  </a:cubicBezTo>
                  <a:cubicBezTo>
                    <a:pt x="29435" y="326931"/>
                    <a:pt x="34768" y="300766"/>
                    <a:pt x="41768" y="275352"/>
                  </a:cubicBezTo>
                  <a:cubicBezTo>
                    <a:pt x="55350" y="225607"/>
                    <a:pt x="71598" y="173778"/>
                    <a:pt x="94180" y="127449"/>
                  </a:cubicBezTo>
                  <a:cubicBezTo>
                    <a:pt x="116761" y="81120"/>
                    <a:pt x="151174" y="36707"/>
                    <a:pt x="201836" y="19875"/>
                  </a:cubicBezTo>
                  <a:cubicBezTo>
                    <a:pt x="228834" y="10959"/>
                    <a:pt x="258165" y="9293"/>
                    <a:pt x="283746" y="23125"/>
                  </a:cubicBezTo>
                  <a:cubicBezTo>
                    <a:pt x="309243" y="36957"/>
                    <a:pt x="326325" y="58788"/>
                    <a:pt x="333491" y="86869"/>
                  </a:cubicBezTo>
                  <a:cubicBezTo>
                    <a:pt x="346823" y="139281"/>
                    <a:pt x="334741" y="196109"/>
                    <a:pt x="325242" y="248188"/>
                  </a:cubicBezTo>
                  <a:cubicBezTo>
                    <a:pt x="320243" y="275686"/>
                    <a:pt x="313410" y="302850"/>
                    <a:pt x="306994" y="330014"/>
                  </a:cubicBezTo>
                  <a:cubicBezTo>
                    <a:pt x="300661" y="356012"/>
                    <a:pt x="295328" y="382426"/>
                    <a:pt x="287329" y="407924"/>
                  </a:cubicBezTo>
                  <a:lnTo>
                    <a:pt x="287329" y="407924"/>
                  </a:lnTo>
                  <a:close/>
                </a:path>
              </a:pathLst>
            </a:custGeom>
            <a:grpFill/>
            <a:ln w="8332" cap="flat">
              <a:noFill/>
              <a:prstDash val="solid"/>
              <a:miter/>
            </a:ln>
          </p:spPr>
          <p:txBody>
            <a:bodyPr rtlCol="0" anchor="ctr"/>
            <a:lstStyle/>
            <a:p>
              <a:endParaRPr lang="en-US"/>
            </a:p>
          </p:txBody>
        </p:sp>
        <p:sp>
          <p:nvSpPr>
            <p:cNvPr id="1591" name="Freeform: Shape 1590"/>
            <p:cNvSpPr/>
            <p:nvPr/>
          </p:nvSpPr>
          <p:spPr>
            <a:xfrm>
              <a:off x="2072829" y="1513419"/>
              <a:ext cx="142289" cy="306679"/>
            </a:xfrm>
            <a:custGeom>
              <a:avLst/>
              <a:gdLst>
                <a:gd name="connsiteX0" fmla="*/ 138660 w 142289"/>
                <a:gd name="connsiteY0" fmla="*/ 36951 h 306679"/>
                <a:gd name="connsiteX1" fmla="*/ 139910 w 142289"/>
                <a:gd name="connsiteY1" fmla="*/ 8620 h 306679"/>
                <a:gd name="connsiteX2" fmla="*/ 137244 w 142289"/>
                <a:gd name="connsiteY2" fmla="*/ 5371 h 306679"/>
                <a:gd name="connsiteX3" fmla="*/ 135410 w 142289"/>
                <a:gd name="connsiteY3" fmla="*/ 2788 h 306679"/>
                <a:gd name="connsiteX4" fmla="*/ 131577 w 142289"/>
                <a:gd name="connsiteY4" fmla="*/ 1621 h 306679"/>
                <a:gd name="connsiteX5" fmla="*/ 113579 w 142289"/>
                <a:gd name="connsiteY5" fmla="*/ 1955 h 306679"/>
                <a:gd name="connsiteX6" fmla="*/ 72833 w 142289"/>
                <a:gd name="connsiteY6" fmla="*/ 47784 h 306679"/>
                <a:gd name="connsiteX7" fmla="*/ 45169 w 142289"/>
                <a:gd name="connsiteY7" fmla="*/ 106112 h 306679"/>
                <a:gd name="connsiteX8" fmla="*/ 14921 w 142289"/>
                <a:gd name="connsiteY8" fmla="*/ 195520 h 306679"/>
                <a:gd name="connsiteX9" fmla="*/ 1672 w 142289"/>
                <a:gd name="connsiteY9" fmla="*/ 280179 h 306679"/>
                <a:gd name="connsiteX10" fmla="*/ 42669 w 142289"/>
                <a:gd name="connsiteY10" fmla="*/ 304594 h 306679"/>
                <a:gd name="connsiteX11" fmla="*/ 79999 w 142289"/>
                <a:gd name="connsiteY11" fmla="*/ 236100 h 306679"/>
                <a:gd name="connsiteX12" fmla="*/ 111163 w 142289"/>
                <a:gd name="connsiteY12" fmla="*/ 134609 h 306679"/>
                <a:gd name="connsiteX13" fmla="*/ 138660 w 142289"/>
                <a:gd name="connsiteY13" fmla="*/ 36951 h 306679"/>
                <a:gd name="connsiteX14" fmla="*/ 138660 w 142289"/>
                <a:gd name="connsiteY14" fmla="*/ 36951 h 306679"/>
                <a:gd name="connsiteX15" fmla="*/ 109996 w 142289"/>
                <a:gd name="connsiteY15" fmla="*/ 105612 h 306679"/>
                <a:gd name="connsiteX16" fmla="*/ 81665 w 142289"/>
                <a:gd name="connsiteY16" fmla="*/ 195687 h 306679"/>
                <a:gd name="connsiteX17" fmla="*/ 49585 w 142289"/>
                <a:gd name="connsiteY17" fmla="*/ 280929 h 306679"/>
                <a:gd name="connsiteX18" fmla="*/ 24670 w 142289"/>
                <a:gd name="connsiteY18" fmla="*/ 292428 h 306679"/>
                <a:gd name="connsiteX19" fmla="*/ 12421 w 142289"/>
                <a:gd name="connsiteY19" fmla="*/ 272430 h 306679"/>
                <a:gd name="connsiteX20" fmla="*/ 17004 w 142289"/>
                <a:gd name="connsiteY20" fmla="*/ 227684 h 306679"/>
                <a:gd name="connsiteX21" fmla="*/ 40919 w 142289"/>
                <a:gd name="connsiteY21" fmla="*/ 142608 h 306679"/>
                <a:gd name="connsiteX22" fmla="*/ 77249 w 142289"/>
                <a:gd name="connsiteY22" fmla="*/ 59199 h 306679"/>
                <a:gd name="connsiteX23" fmla="*/ 117245 w 142289"/>
                <a:gd name="connsiteY23" fmla="*/ 9204 h 306679"/>
                <a:gd name="connsiteX24" fmla="*/ 133077 w 142289"/>
                <a:gd name="connsiteY24" fmla="*/ 20619 h 306679"/>
                <a:gd name="connsiteX25" fmla="*/ 128411 w 142289"/>
                <a:gd name="connsiteY25" fmla="*/ 39951 h 306679"/>
                <a:gd name="connsiteX26" fmla="*/ 123745 w 142289"/>
                <a:gd name="connsiteY26" fmla="*/ 62116 h 306679"/>
                <a:gd name="connsiteX27" fmla="*/ 109996 w 142289"/>
                <a:gd name="connsiteY27" fmla="*/ 105612 h 306679"/>
                <a:gd name="connsiteX28" fmla="*/ 109996 w 142289"/>
                <a:gd name="connsiteY28" fmla="*/ 105612 h 306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2289" h="306679">
                  <a:moveTo>
                    <a:pt x="138660" y="36951"/>
                  </a:moveTo>
                  <a:cubicBezTo>
                    <a:pt x="140327" y="28119"/>
                    <a:pt x="145160" y="17036"/>
                    <a:pt x="139910" y="8620"/>
                  </a:cubicBezTo>
                  <a:cubicBezTo>
                    <a:pt x="139160" y="7371"/>
                    <a:pt x="138243" y="6287"/>
                    <a:pt x="137244" y="5371"/>
                  </a:cubicBezTo>
                  <a:cubicBezTo>
                    <a:pt x="137244" y="4288"/>
                    <a:pt x="136744" y="3204"/>
                    <a:pt x="135410" y="2788"/>
                  </a:cubicBezTo>
                  <a:cubicBezTo>
                    <a:pt x="134077" y="2288"/>
                    <a:pt x="132827" y="1955"/>
                    <a:pt x="131577" y="1621"/>
                  </a:cubicBezTo>
                  <a:cubicBezTo>
                    <a:pt x="125994" y="-712"/>
                    <a:pt x="119245" y="-462"/>
                    <a:pt x="113579" y="1955"/>
                  </a:cubicBezTo>
                  <a:cubicBezTo>
                    <a:pt x="94247" y="10204"/>
                    <a:pt x="82248" y="28702"/>
                    <a:pt x="72833" y="47784"/>
                  </a:cubicBezTo>
                  <a:cubicBezTo>
                    <a:pt x="62000" y="66449"/>
                    <a:pt x="53251" y="86447"/>
                    <a:pt x="45169" y="106112"/>
                  </a:cubicBezTo>
                  <a:cubicBezTo>
                    <a:pt x="33170" y="135276"/>
                    <a:pt x="23754" y="165273"/>
                    <a:pt x="14921" y="195520"/>
                  </a:cubicBezTo>
                  <a:cubicBezTo>
                    <a:pt x="7505" y="220935"/>
                    <a:pt x="-4410" y="253432"/>
                    <a:pt x="1672" y="280179"/>
                  </a:cubicBezTo>
                  <a:cubicBezTo>
                    <a:pt x="5589" y="297594"/>
                    <a:pt x="25004" y="312260"/>
                    <a:pt x="42669" y="304594"/>
                  </a:cubicBezTo>
                  <a:cubicBezTo>
                    <a:pt x="65833" y="294595"/>
                    <a:pt x="72999" y="257182"/>
                    <a:pt x="79999" y="236100"/>
                  </a:cubicBezTo>
                  <a:cubicBezTo>
                    <a:pt x="91164" y="202436"/>
                    <a:pt x="100913" y="168606"/>
                    <a:pt x="111163" y="134609"/>
                  </a:cubicBezTo>
                  <a:cubicBezTo>
                    <a:pt x="120995" y="102029"/>
                    <a:pt x="132411" y="70698"/>
                    <a:pt x="138660" y="36951"/>
                  </a:cubicBezTo>
                  <a:lnTo>
                    <a:pt x="138660" y="36951"/>
                  </a:lnTo>
                  <a:close/>
                  <a:moveTo>
                    <a:pt x="109996" y="105612"/>
                  </a:moveTo>
                  <a:cubicBezTo>
                    <a:pt x="99663" y="135442"/>
                    <a:pt x="91331" y="165773"/>
                    <a:pt x="81665" y="195687"/>
                  </a:cubicBezTo>
                  <a:cubicBezTo>
                    <a:pt x="72666" y="223601"/>
                    <a:pt x="65333" y="256098"/>
                    <a:pt x="49585" y="280929"/>
                  </a:cubicBezTo>
                  <a:cubicBezTo>
                    <a:pt x="43669" y="290345"/>
                    <a:pt x="36419" y="297844"/>
                    <a:pt x="24670" y="292428"/>
                  </a:cubicBezTo>
                  <a:cubicBezTo>
                    <a:pt x="16754" y="288762"/>
                    <a:pt x="13088" y="280596"/>
                    <a:pt x="12421" y="272430"/>
                  </a:cubicBezTo>
                  <a:cubicBezTo>
                    <a:pt x="11255" y="257515"/>
                    <a:pt x="13838" y="242183"/>
                    <a:pt x="17004" y="227684"/>
                  </a:cubicBezTo>
                  <a:cubicBezTo>
                    <a:pt x="23254" y="198937"/>
                    <a:pt x="31420" y="170356"/>
                    <a:pt x="40919" y="142608"/>
                  </a:cubicBezTo>
                  <a:cubicBezTo>
                    <a:pt x="50668" y="113944"/>
                    <a:pt x="62667" y="85697"/>
                    <a:pt x="77249" y="59199"/>
                  </a:cubicBezTo>
                  <a:cubicBezTo>
                    <a:pt x="85498" y="44117"/>
                    <a:pt x="98664" y="17036"/>
                    <a:pt x="117245" y="9204"/>
                  </a:cubicBezTo>
                  <a:cubicBezTo>
                    <a:pt x="122412" y="9370"/>
                    <a:pt x="127661" y="13203"/>
                    <a:pt x="133077" y="20619"/>
                  </a:cubicBezTo>
                  <a:cubicBezTo>
                    <a:pt x="133661" y="25869"/>
                    <a:pt x="129577" y="34618"/>
                    <a:pt x="128411" y="39951"/>
                  </a:cubicBezTo>
                  <a:cubicBezTo>
                    <a:pt x="126911" y="47367"/>
                    <a:pt x="125578" y="54783"/>
                    <a:pt x="123745" y="62116"/>
                  </a:cubicBezTo>
                  <a:cubicBezTo>
                    <a:pt x="119912" y="76781"/>
                    <a:pt x="114995" y="91280"/>
                    <a:pt x="109996" y="105612"/>
                  </a:cubicBezTo>
                  <a:lnTo>
                    <a:pt x="109996" y="105612"/>
                  </a:lnTo>
                  <a:close/>
                </a:path>
              </a:pathLst>
            </a:custGeom>
            <a:grpFill/>
            <a:ln w="8332" cap="flat">
              <a:noFill/>
              <a:prstDash val="solid"/>
              <a:miter/>
            </a:ln>
          </p:spPr>
          <p:txBody>
            <a:bodyPr rtlCol="0" anchor="ctr"/>
            <a:lstStyle/>
            <a:p>
              <a:endParaRPr lang="en-US"/>
            </a:p>
          </p:txBody>
        </p:sp>
        <p:sp>
          <p:nvSpPr>
            <p:cNvPr id="1592" name="Freeform: Shape 1591"/>
            <p:cNvSpPr/>
            <p:nvPr/>
          </p:nvSpPr>
          <p:spPr>
            <a:xfrm>
              <a:off x="2171903" y="1539750"/>
              <a:ext cx="142289" cy="306679"/>
            </a:xfrm>
            <a:custGeom>
              <a:avLst/>
              <a:gdLst>
                <a:gd name="connsiteX0" fmla="*/ 138660 w 142289"/>
                <a:gd name="connsiteY0" fmla="*/ 36951 h 306679"/>
                <a:gd name="connsiteX1" fmla="*/ 139910 w 142289"/>
                <a:gd name="connsiteY1" fmla="*/ 8620 h 306679"/>
                <a:gd name="connsiteX2" fmla="*/ 137244 w 142289"/>
                <a:gd name="connsiteY2" fmla="*/ 5371 h 306679"/>
                <a:gd name="connsiteX3" fmla="*/ 135411 w 142289"/>
                <a:gd name="connsiteY3" fmla="*/ 2788 h 306679"/>
                <a:gd name="connsiteX4" fmla="*/ 131577 w 142289"/>
                <a:gd name="connsiteY4" fmla="*/ 1621 h 306679"/>
                <a:gd name="connsiteX5" fmla="*/ 113579 w 142289"/>
                <a:gd name="connsiteY5" fmla="*/ 1954 h 306679"/>
                <a:gd name="connsiteX6" fmla="*/ 72833 w 142289"/>
                <a:gd name="connsiteY6" fmla="*/ 47784 h 306679"/>
                <a:gd name="connsiteX7" fmla="*/ 45169 w 142289"/>
                <a:gd name="connsiteY7" fmla="*/ 106112 h 306679"/>
                <a:gd name="connsiteX8" fmla="*/ 14921 w 142289"/>
                <a:gd name="connsiteY8" fmla="*/ 195520 h 306679"/>
                <a:gd name="connsiteX9" fmla="*/ 1672 w 142289"/>
                <a:gd name="connsiteY9" fmla="*/ 280179 h 306679"/>
                <a:gd name="connsiteX10" fmla="*/ 42669 w 142289"/>
                <a:gd name="connsiteY10" fmla="*/ 304594 h 306679"/>
                <a:gd name="connsiteX11" fmla="*/ 79999 w 142289"/>
                <a:gd name="connsiteY11" fmla="*/ 236100 h 306679"/>
                <a:gd name="connsiteX12" fmla="*/ 111163 w 142289"/>
                <a:gd name="connsiteY12" fmla="*/ 134609 h 306679"/>
                <a:gd name="connsiteX13" fmla="*/ 138660 w 142289"/>
                <a:gd name="connsiteY13" fmla="*/ 36951 h 306679"/>
                <a:gd name="connsiteX14" fmla="*/ 138660 w 142289"/>
                <a:gd name="connsiteY14" fmla="*/ 36951 h 306679"/>
                <a:gd name="connsiteX15" fmla="*/ 110079 w 142289"/>
                <a:gd name="connsiteY15" fmla="*/ 105528 h 306679"/>
                <a:gd name="connsiteX16" fmla="*/ 81749 w 142289"/>
                <a:gd name="connsiteY16" fmla="*/ 195604 h 306679"/>
                <a:gd name="connsiteX17" fmla="*/ 49668 w 142289"/>
                <a:gd name="connsiteY17" fmla="*/ 280846 h 306679"/>
                <a:gd name="connsiteX18" fmla="*/ 24754 w 142289"/>
                <a:gd name="connsiteY18" fmla="*/ 292345 h 306679"/>
                <a:gd name="connsiteX19" fmla="*/ 12505 w 142289"/>
                <a:gd name="connsiteY19" fmla="*/ 272347 h 306679"/>
                <a:gd name="connsiteX20" fmla="*/ 17088 w 142289"/>
                <a:gd name="connsiteY20" fmla="*/ 227601 h 306679"/>
                <a:gd name="connsiteX21" fmla="*/ 41002 w 142289"/>
                <a:gd name="connsiteY21" fmla="*/ 142525 h 306679"/>
                <a:gd name="connsiteX22" fmla="*/ 77332 w 142289"/>
                <a:gd name="connsiteY22" fmla="*/ 59116 h 306679"/>
                <a:gd name="connsiteX23" fmla="*/ 117329 w 142289"/>
                <a:gd name="connsiteY23" fmla="*/ 9120 h 306679"/>
                <a:gd name="connsiteX24" fmla="*/ 133161 w 142289"/>
                <a:gd name="connsiteY24" fmla="*/ 20536 h 306679"/>
                <a:gd name="connsiteX25" fmla="*/ 128494 w 142289"/>
                <a:gd name="connsiteY25" fmla="*/ 39868 h 306679"/>
                <a:gd name="connsiteX26" fmla="*/ 123828 w 142289"/>
                <a:gd name="connsiteY26" fmla="*/ 62032 h 306679"/>
                <a:gd name="connsiteX27" fmla="*/ 110079 w 142289"/>
                <a:gd name="connsiteY27" fmla="*/ 105528 h 306679"/>
                <a:gd name="connsiteX28" fmla="*/ 110079 w 142289"/>
                <a:gd name="connsiteY28" fmla="*/ 105528 h 306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2289" h="306679">
                  <a:moveTo>
                    <a:pt x="138660" y="36951"/>
                  </a:moveTo>
                  <a:cubicBezTo>
                    <a:pt x="140327" y="28119"/>
                    <a:pt x="145160" y="17036"/>
                    <a:pt x="139910" y="8620"/>
                  </a:cubicBezTo>
                  <a:cubicBezTo>
                    <a:pt x="139160" y="7371"/>
                    <a:pt x="138244" y="6287"/>
                    <a:pt x="137244" y="5371"/>
                  </a:cubicBezTo>
                  <a:cubicBezTo>
                    <a:pt x="137244" y="4288"/>
                    <a:pt x="136744" y="3204"/>
                    <a:pt x="135411" y="2788"/>
                  </a:cubicBezTo>
                  <a:cubicBezTo>
                    <a:pt x="134077" y="2288"/>
                    <a:pt x="132827" y="1954"/>
                    <a:pt x="131577" y="1621"/>
                  </a:cubicBezTo>
                  <a:cubicBezTo>
                    <a:pt x="125995" y="-712"/>
                    <a:pt x="119245" y="-462"/>
                    <a:pt x="113579" y="1954"/>
                  </a:cubicBezTo>
                  <a:cubicBezTo>
                    <a:pt x="94248" y="10204"/>
                    <a:pt x="82249" y="28702"/>
                    <a:pt x="72833" y="47784"/>
                  </a:cubicBezTo>
                  <a:cubicBezTo>
                    <a:pt x="62000" y="66449"/>
                    <a:pt x="53251" y="86447"/>
                    <a:pt x="45169" y="106112"/>
                  </a:cubicBezTo>
                  <a:cubicBezTo>
                    <a:pt x="33170" y="135276"/>
                    <a:pt x="23754" y="165356"/>
                    <a:pt x="14921" y="195520"/>
                  </a:cubicBezTo>
                  <a:cubicBezTo>
                    <a:pt x="7505" y="220935"/>
                    <a:pt x="-4410" y="253348"/>
                    <a:pt x="1672" y="280179"/>
                  </a:cubicBezTo>
                  <a:cubicBezTo>
                    <a:pt x="5589" y="297594"/>
                    <a:pt x="25004" y="312260"/>
                    <a:pt x="42669" y="304594"/>
                  </a:cubicBezTo>
                  <a:cubicBezTo>
                    <a:pt x="65833" y="294595"/>
                    <a:pt x="72999" y="257182"/>
                    <a:pt x="79999" y="236100"/>
                  </a:cubicBezTo>
                  <a:cubicBezTo>
                    <a:pt x="91164" y="202436"/>
                    <a:pt x="100914" y="168606"/>
                    <a:pt x="111163" y="134609"/>
                  </a:cubicBezTo>
                  <a:cubicBezTo>
                    <a:pt x="121079" y="101945"/>
                    <a:pt x="132411" y="70698"/>
                    <a:pt x="138660" y="36951"/>
                  </a:cubicBezTo>
                  <a:lnTo>
                    <a:pt x="138660" y="36951"/>
                  </a:lnTo>
                  <a:close/>
                  <a:moveTo>
                    <a:pt x="110079" y="105528"/>
                  </a:moveTo>
                  <a:cubicBezTo>
                    <a:pt x="99747" y="135276"/>
                    <a:pt x="91414" y="165690"/>
                    <a:pt x="81749" y="195604"/>
                  </a:cubicBezTo>
                  <a:cubicBezTo>
                    <a:pt x="72749" y="223518"/>
                    <a:pt x="65417" y="255931"/>
                    <a:pt x="49668" y="280846"/>
                  </a:cubicBezTo>
                  <a:cubicBezTo>
                    <a:pt x="43752" y="290262"/>
                    <a:pt x="36503" y="297761"/>
                    <a:pt x="24754" y="292345"/>
                  </a:cubicBezTo>
                  <a:cubicBezTo>
                    <a:pt x="16838" y="288679"/>
                    <a:pt x="13171" y="280513"/>
                    <a:pt x="12505" y="272347"/>
                  </a:cubicBezTo>
                  <a:cubicBezTo>
                    <a:pt x="11338" y="257432"/>
                    <a:pt x="13921" y="242099"/>
                    <a:pt x="17088" y="227601"/>
                  </a:cubicBezTo>
                  <a:cubicBezTo>
                    <a:pt x="23337" y="198853"/>
                    <a:pt x="31503" y="170273"/>
                    <a:pt x="41002" y="142525"/>
                  </a:cubicBezTo>
                  <a:cubicBezTo>
                    <a:pt x="50752" y="113861"/>
                    <a:pt x="62750" y="85614"/>
                    <a:pt x="77332" y="59116"/>
                  </a:cubicBezTo>
                  <a:cubicBezTo>
                    <a:pt x="85582" y="44034"/>
                    <a:pt x="98747" y="16953"/>
                    <a:pt x="117329" y="9120"/>
                  </a:cubicBezTo>
                  <a:cubicBezTo>
                    <a:pt x="122495" y="9287"/>
                    <a:pt x="127744" y="13120"/>
                    <a:pt x="133161" y="20536"/>
                  </a:cubicBezTo>
                  <a:cubicBezTo>
                    <a:pt x="133744" y="25786"/>
                    <a:pt x="129661" y="34535"/>
                    <a:pt x="128494" y="39868"/>
                  </a:cubicBezTo>
                  <a:cubicBezTo>
                    <a:pt x="126995" y="47284"/>
                    <a:pt x="125661" y="54700"/>
                    <a:pt x="123828" y="62032"/>
                  </a:cubicBezTo>
                  <a:cubicBezTo>
                    <a:pt x="119995" y="76781"/>
                    <a:pt x="114996" y="91280"/>
                    <a:pt x="110079" y="105528"/>
                  </a:cubicBezTo>
                  <a:lnTo>
                    <a:pt x="110079" y="105528"/>
                  </a:lnTo>
                  <a:close/>
                </a:path>
              </a:pathLst>
            </a:custGeom>
            <a:grpFill/>
            <a:ln w="8332" cap="flat">
              <a:noFill/>
              <a:prstDash val="solid"/>
              <a:miter/>
            </a:ln>
          </p:spPr>
          <p:txBody>
            <a:bodyPr rtlCol="0" anchor="ctr"/>
            <a:lstStyle/>
            <a:p>
              <a:endParaRPr lang="en-US"/>
            </a:p>
          </p:txBody>
        </p:sp>
        <p:sp>
          <p:nvSpPr>
            <p:cNvPr id="1593" name="Freeform: Shape 1592"/>
            <p:cNvSpPr/>
            <p:nvPr/>
          </p:nvSpPr>
          <p:spPr>
            <a:xfrm>
              <a:off x="509706" y="1266121"/>
              <a:ext cx="350424" cy="608909"/>
            </a:xfrm>
            <a:custGeom>
              <a:avLst/>
              <a:gdLst>
                <a:gd name="connsiteX0" fmla="*/ 302742 w 350424"/>
                <a:gd name="connsiteY0" fmla="*/ 218923 h 608909"/>
                <a:gd name="connsiteX1" fmla="*/ 265912 w 350424"/>
                <a:gd name="connsiteY1" fmla="*/ 128597 h 608909"/>
                <a:gd name="connsiteX2" fmla="*/ 224333 w 350424"/>
                <a:gd name="connsiteY2" fmla="*/ 54854 h 608909"/>
                <a:gd name="connsiteX3" fmla="*/ 89261 w 350424"/>
                <a:gd name="connsiteY3" fmla="*/ 6858 h 608909"/>
                <a:gd name="connsiteX4" fmla="*/ 2519 w 350424"/>
                <a:gd name="connsiteY4" fmla="*/ 130681 h 608909"/>
                <a:gd name="connsiteX5" fmla="*/ 3519 w 350424"/>
                <a:gd name="connsiteY5" fmla="*/ 214590 h 608909"/>
                <a:gd name="connsiteX6" fmla="*/ 10435 w 350424"/>
                <a:gd name="connsiteY6" fmla="*/ 261502 h 608909"/>
                <a:gd name="connsiteX7" fmla="*/ 32350 w 350424"/>
                <a:gd name="connsiteY7" fmla="*/ 350827 h 608909"/>
                <a:gd name="connsiteX8" fmla="*/ 64930 w 350424"/>
                <a:gd name="connsiteY8" fmla="*/ 439569 h 608909"/>
                <a:gd name="connsiteX9" fmla="*/ 99677 w 350424"/>
                <a:gd name="connsiteY9" fmla="*/ 509397 h 608909"/>
                <a:gd name="connsiteX10" fmla="*/ 157505 w 350424"/>
                <a:gd name="connsiteY10" fmla="*/ 526562 h 608909"/>
                <a:gd name="connsiteX11" fmla="*/ 214917 w 350424"/>
                <a:gd name="connsiteY11" fmla="*/ 510230 h 608909"/>
                <a:gd name="connsiteX12" fmla="*/ 238748 w 350424"/>
                <a:gd name="connsiteY12" fmla="*/ 589806 h 608909"/>
                <a:gd name="connsiteX13" fmla="*/ 296993 w 350424"/>
                <a:gd name="connsiteY13" fmla="*/ 604221 h 608909"/>
                <a:gd name="connsiteX14" fmla="*/ 318657 w 350424"/>
                <a:gd name="connsiteY14" fmla="*/ 579557 h 608909"/>
                <a:gd name="connsiteX15" fmla="*/ 312575 w 350424"/>
                <a:gd name="connsiteY15" fmla="*/ 543560 h 608909"/>
                <a:gd name="connsiteX16" fmla="*/ 293326 w 350424"/>
                <a:gd name="connsiteY16" fmla="*/ 497148 h 608909"/>
                <a:gd name="connsiteX17" fmla="*/ 285660 w 350424"/>
                <a:gd name="connsiteY17" fmla="*/ 479233 h 608909"/>
                <a:gd name="connsiteX18" fmla="*/ 350321 w 350424"/>
                <a:gd name="connsiteY18" fmla="*/ 395074 h 608909"/>
                <a:gd name="connsiteX19" fmla="*/ 302742 w 350424"/>
                <a:gd name="connsiteY19" fmla="*/ 218923 h 608909"/>
                <a:gd name="connsiteX20" fmla="*/ 302742 w 350424"/>
                <a:gd name="connsiteY20" fmla="*/ 218923 h 608909"/>
                <a:gd name="connsiteX21" fmla="*/ 296743 w 350424"/>
                <a:gd name="connsiteY21" fmla="*/ 541560 h 608909"/>
                <a:gd name="connsiteX22" fmla="*/ 305659 w 350424"/>
                <a:gd name="connsiteY22" fmla="*/ 572224 h 608909"/>
                <a:gd name="connsiteX23" fmla="*/ 273412 w 350424"/>
                <a:gd name="connsiteY23" fmla="*/ 595305 h 608909"/>
                <a:gd name="connsiteX24" fmla="*/ 249414 w 350424"/>
                <a:gd name="connsiteY24" fmla="*/ 581473 h 608909"/>
                <a:gd name="connsiteX25" fmla="*/ 236748 w 350424"/>
                <a:gd name="connsiteY25" fmla="*/ 552976 h 608909"/>
                <a:gd name="connsiteX26" fmla="*/ 224583 w 350424"/>
                <a:gd name="connsiteY26" fmla="*/ 506813 h 608909"/>
                <a:gd name="connsiteX27" fmla="*/ 246581 w 350424"/>
                <a:gd name="connsiteY27" fmla="*/ 498064 h 608909"/>
                <a:gd name="connsiteX28" fmla="*/ 272912 w 350424"/>
                <a:gd name="connsiteY28" fmla="*/ 486149 h 608909"/>
                <a:gd name="connsiteX29" fmla="*/ 296743 w 350424"/>
                <a:gd name="connsiteY29" fmla="*/ 541560 h 608909"/>
                <a:gd name="connsiteX30" fmla="*/ 296743 w 350424"/>
                <a:gd name="connsiteY30" fmla="*/ 541560 h 608909"/>
                <a:gd name="connsiteX31" fmla="*/ 333823 w 350424"/>
                <a:gd name="connsiteY31" fmla="*/ 412572 h 608909"/>
                <a:gd name="connsiteX32" fmla="*/ 276328 w 350424"/>
                <a:gd name="connsiteY32" fmla="*/ 467817 h 608909"/>
                <a:gd name="connsiteX33" fmla="*/ 198585 w 350424"/>
                <a:gd name="connsiteY33" fmla="*/ 499647 h 608909"/>
                <a:gd name="connsiteX34" fmla="*/ 121842 w 350424"/>
                <a:gd name="connsiteY34" fmla="*/ 508563 h 608909"/>
                <a:gd name="connsiteX35" fmla="*/ 94178 w 350424"/>
                <a:gd name="connsiteY35" fmla="*/ 472983 h 608909"/>
                <a:gd name="connsiteX36" fmla="*/ 84262 w 350424"/>
                <a:gd name="connsiteY36" fmla="*/ 450985 h 608909"/>
                <a:gd name="connsiteX37" fmla="*/ 120759 w 350424"/>
                <a:gd name="connsiteY37" fmla="*/ 443236 h 608909"/>
                <a:gd name="connsiteX38" fmla="*/ 206001 w 350424"/>
                <a:gd name="connsiteY38" fmla="*/ 420405 h 608909"/>
                <a:gd name="connsiteX39" fmla="*/ 333740 w 350424"/>
                <a:gd name="connsiteY39" fmla="*/ 358743 h 608909"/>
                <a:gd name="connsiteX40" fmla="*/ 333823 w 350424"/>
                <a:gd name="connsiteY40" fmla="*/ 412572 h 608909"/>
                <a:gd name="connsiteX41" fmla="*/ 333823 w 350424"/>
                <a:gd name="connsiteY41" fmla="*/ 412572 h 608909"/>
                <a:gd name="connsiteX42" fmla="*/ 328490 w 350424"/>
                <a:gd name="connsiteY42" fmla="*/ 336245 h 608909"/>
                <a:gd name="connsiteX43" fmla="*/ 330906 w 350424"/>
                <a:gd name="connsiteY43" fmla="*/ 345995 h 608909"/>
                <a:gd name="connsiteX44" fmla="*/ 306825 w 350424"/>
                <a:gd name="connsiteY44" fmla="*/ 361826 h 608909"/>
                <a:gd name="connsiteX45" fmla="*/ 271995 w 350424"/>
                <a:gd name="connsiteY45" fmla="*/ 379575 h 608909"/>
                <a:gd name="connsiteX46" fmla="*/ 206501 w 350424"/>
                <a:gd name="connsiteY46" fmla="*/ 406739 h 608909"/>
                <a:gd name="connsiteX47" fmla="*/ 133008 w 350424"/>
                <a:gd name="connsiteY47" fmla="*/ 428904 h 608909"/>
                <a:gd name="connsiteX48" fmla="*/ 80929 w 350424"/>
                <a:gd name="connsiteY48" fmla="*/ 443069 h 608909"/>
                <a:gd name="connsiteX49" fmla="*/ 76096 w 350424"/>
                <a:gd name="connsiteY49" fmla="*/ 430070 h 608909"/>
                <a:gd name="connsiteX50" fmla="*/ 49848 w 350424"/>
                <a:gd name="connsiteY50" fmla="*/ 355160 h 608909"/>
                <a:gd name="connsiteX51" fmla="*/ 15351 w 350424"/>
                <a:gd name="connsiteY51" fmla="*/ 202091 h 608909"/>
                <a:gd name="connsiteX52" fmla="*/ 49015 w 350424"/>
                <a:gd name="connsiteY52" fmla="*/ 53771 h 608909"/>
                <a:gd name="connsiteX53" fmla="*/ 120009 w 350424"/>
                <a:gd name="connsiteY53" fmla="*/ 12858 h 608909"/>
                <a:gd name="connsiteX54" fmla="*/ 196085 w 350424"/>
                <a:gd name="connsiteY54" fmla="*/ 40272 h 608909"/>
                <a:gd name="connsiteX55" fmla="*/ 275161 w 350424"/>
                <a:gd name="connsiteY55" fmla="*/ 181176 h 608909"/>
                <a:gd name="connsiteX56" fmla="*/ 303409 w 350424"/>
                <a:gd name="connsiteY56" fmla="*/ 260086 h 608909"/>
                <a:gd name="connsiteX57" fmla="*/ 328490 w 350424"/>
                <a:gd name="connsiteY57" fmla="*/ 336245 h 608909"/>
                <a:gd name="connsiteX58" fmla="*/ 328490 w 350424"/>
                <a:gd name="connsiteY58" fmla="*/ 336245 h 608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350424" h="608909">
                  <a:moveTo>
                    <a:pt x="302742" y="218923"/>
                  </a:moveTo>
                  <a:cubicBezTo>
                    <a:pt x="291827" y="188175"/>
                    <a:pt x="279244" y="158345"/>
                    <a:pt x="265912" y="128597"/>
                  </a:cubicBezTo>
                  <a:cubicBezTo>
                    <a:pt x="254330" y="102767"/>
                    <a:pt x="241748" y="77185"/>
                    <a:pt x="224333" y="54854"/>
                  </a:cubicBezTo>
                  <a:cubicBezTo>
                    <a:pt x="192669" y="14024"/>
                    <a:pt x="141340" y="-13473"/>
                    <a:pt x="89261" y="6858"/>
                  </a:cubicBezTo>
                  <a:cubicBezTo>
                    <a:pt x="40099" y="26190"/>
                    <a:pt x="9769" y="80852"/>
                    <a:pt x="2519" y="130681"/>
                  </a:cubicBezTo>
                  <a:cubicBezTo>
                    <a:pt x="-1480" y="158345"/>
                    <a:pt x="-397" y="186592"/>
                    <a:pt x="3519" y="214590"/>
                  </a:cubicBezTo>
                  <a:cubicBezTo>
                    <a:pt x="4852" y="230422"/>
                    <a:pt x="7436" y="246170"/>
                    <a:pt x="10435" y="261502"/>
                  </a:cubicBezTo>
                  <a:cubicBezTo>
                    <a:pt x="16435" y="291333"/>
                    <a:pt x="23351" y="321747"/>
                    <a:pt x="32350" y="350827"/>
                  </a:cubicBezTo>
                  <a:cubicBezTo>
                    <a:pt x="41682" y="380825"/>
                    <a:pt x="54181" y="410072"/>
                    <a:pt x="64930" y="439569"/>
                  </a:cubicBezTo>
                  <a:cubicBezTo>
                    <a:pt x="73180" y="462317"/>
                    <a:pt x="83095" y="491315"/>
                    <a:pt x="99677" y="509397"/>
                  </a:cubicBezTo>
                  <a:cubicBezTo>
                    <a:pt x="114759" y="525895"/>
                    <a:pt x="136091" y="530895"/>
                    <a:pt x="157505" y="526562"/>
                  </a:cubicBezTo>
                  <a:cubicBezTo>
                    <a:pt x="176837" y="522645"/>
                    <a:pt x="196085" y="516896"/>
                    <a:pt x="214917" y="510230"/>
                  </a:cubicBezTo>
                  <a:cubicBezTo>
                    <a:pt x="220583" y="537644"/>
                    <a:pt x="226166" y="564308"/>
                    <a:pt x="238748" y="589806"/>
                  </a:cubicBezTo>
                  <a:cubicBezTo>
                    <a:pt x="248247" y="609054"/>
                    <a:pt x="279078" y="613554"/>
                    <a:pt x="296993" y="604221"/>
                  </a:cubicBezTo>
                  <a:cubicBezTo>
                    <a:pt x="306909" y="599138"/>
                    <a:pt x="315324" y="590306"/>
                    <a:pt x="318657" y="579557"/>
                  </a:cubicBezTo>
                  <a:cubicBezTo>
                    <a:pt x="322824" y="566058"/>
                    <a:pt x="317408" y="555976"/>
                    <a:pt x="312575" y="543560"/>
                  </a:cubicBezTo>
                  <a:cubicBezTo>
                    <a:pt x="306492" y="527895"/>
                    <a:pt x="300576" y="512313"/>
                    <a:pt x="293326" y="497148"/>
                  </a:cubicBezTo>
                  <a:cubicBezTo>
                    <a:pt x="291160" y="492731"/>
                    <a:pt x="288993" y="485232"/>
                    <a:pt x="285660" y="479233"/>
                  </a:cubicBezTo>
                  <a:cubicBezTo>
                    <a:pt x="318907" y="460568"/>
                    <a:pt x="349071" y="433987"/>
                    <a:pt x="350321" y="395074"/>
                  </a:cubicBezTo>
                  <a:cubicBezTo>
                    <a:pt x="352404" y="334912"/>
                    <a:pt x="322490" y="274501"/>
                    <a:pt x="302742" y="218923"/>
                  </a:cubicBezTo>
                  <a:lnTo>
                    <a:pt x="302742" y="218923"/>
                  </a:lnTo>
                  <a:close/>
                  <a:moveTo>
                    <a:pt x="296743" y="541560"/>
                  </a:moveTo>
                  <a:cubicBezTo>
                    <a:pt x="300326" y="550976"/>
                    <a:pt x="307409" y="561975"/>
                    <a:pt x="305659" y="572224"/>
                  </a:cubicBezTo>
                  <a:cubicBezTo>
                    <a:pt x="303159" y="586390"/>
                    <a:pt x="287244" y="596722"/>
                    <a:pt x="273412" y="595305"/>
                  </a:cubicBezTo>
                  <a:cubicBezTo>
                    <a:pt x="262996" y="594222"/>
                    <a:pt x="253913" y="590556"/>
                    <a:pt x="249414" y="581473"/>
                  </a:cubicBezTo>
                  <a:cubicBezTo>
                    <a:pt x="244831" y="572307"/>
                    <a:pt x="240498" y="562558"/>
                    <a:pt x="236748" y="552976"/>
                  </a:cubicBezTo>
                  <a:cubicBezTo>
                    <a:pt x="230999" y="538144"/>
                    <a:pt x="229082" y="522062"/>
                    <a:pt x="224583" y="506813"/>
                  </a:cubicBezTo>
                  <a:cubicBezTo>
                    <a:pt x="231999" y="503980"/>
                    <a:pt x="239331" y="501064"/>
                    <a:pt x="246581" y="498064"/>
                  </a:cubicBezTo>
                  <a:cubicBezTo>
                    <a:pt x="254997" y="494565"/>
                    <a:pt x="263996" y="490565"/>
                    <a:pt x="272912" y="486149"/>
                  </a:cubicBezTo>
                  <a:cubicBezTo>
                    <a:pt x="282411" y="503730"/>
                    <a:pt x="289660" y="522979"/>
                    <a:pt x="296743" y="541560"/>
                  </a:cubicBezTo>
                  <a:lnTo>
                    <a:pt x="296743" y="541560"/>
                  </a:lnTo>
                  <a:close/>
                  <a:moveTo>
                    <a:pt x="333823" y="412572"/>
                  </a:moveTo>
                  <a:cubicBezTo>
                    <a:pt x="326574" y="437236"/>
                    <a:pt x="297576" y="455985"/>
                    <a:pt x="276328" y="467817"/>
                  </a:cubicBezTo>
                  <a:cubicBezTo>
                    <a:pt x="251830" y="481482"/>
                    <a:pt x="225166" y="490815"/>
                    <a:pt x="198585" y="499647"/>
                  </a:cubicBezTo>
                  <a:cubicBezTo>
                    <a:pt x="174920" y="507563"/>
                    <a:pt x="145923" y="520396"/>
                    <a:pt x="121842" y="508563"/>
                  </a:cubicBezTo>
                  <a:cubicBezTo>
                    <a:pt x="107093" y="501314"/>
                    <a:pt x="100760" y="487065"/>
                    <a:pt x="94178" y="472983"/>
                  </a:cubicBezTo>
                  <a:cubicBezTo>
                    <a:pt x="90761" y="465650"/>
                    <a:pt x="87345" y="458401"/>
                    <a:pt x="84262" y="450985"/>
                  </a:cubicBezTo>
                  <a:cubicBezTo>
                    <a:pt x="96261" y="451402"/>
                    <a:pt x="111843" y="445152"/>
                    <a:pt x="120759" y="443236"/>
                  </a:cubicBezTo>
                  <a:cubicBezTo>
                    <a:pt x="149673" y="436820"/>
                    <a:pt x="177670" y="428904"/>
                    <a:pt x="206001" y="420405"/>
                  </a:cubicBezTo>
                  <a:cubicBezTo>
                    <a:pt x="249747" y="407239"/>
                    <a:pt x="297493" y="387824"/>
                    <a:pt x="333740" y="358743"/>
                  </a:cubicBezTo>
                  <a:cubicBezTo>
                    <a:pt x="337156" y="376825"/>
                    <a:pt x="338656" y="396073"/>
                    <a:pt x="333823" y="412572"/>
                  </a:cubicBezTo>
                  <a:lnTo>
                    <a:pt x="333823" y="412572"/>
                  </a:lnTo>
                  <a:close/>
                  <a:moveTo>
                    <a:pt x="328490" y="336245"/>
                  </a:moveTo>
                  <a:cubicBezTo>
                    <a:pt x="329323" y="339412"/>
                    <a:pt x="330156" y="342661"/>
                    <a:pt x="330906" y="345995"/>
                  </a:cubicBezTo>
                  <a:cubicBezTo>
                    <a:pt x="322657" y="350911"/>
                    <a:pt x="315241" y="357160"/>
                    <a:pt x="306825" y="361826"/>
                  </a:cubicBezTo>
                  <a:cubicBezTo>
                    <a:pt x="295410" y="368159"/>
                    <a:pt x="283827" y="374075"/>
                    <a:pt x="271995" y="379575"/>
                  </a:cubicBezTo>
                  <a:cubicBezTo>
                    <a:pt x="250830" y="389491"/>
                    <a:pt x="228749" y="399406"/>
                    <a:pt x="206501" y="406739"/>
                  </a:cubicBezTo>
                  <a:cubicBezTo>
                    <a:pt x="182086" y="414738"/>
                    <a:pt x="157839" y="422321"/>
                    <a:pt x="133008" y="428904"/>
                  </a:cubicBezTo>
                  <a:cubicBezTo>
                    <a:pt x="115842" y="433487"/>
                    <a:pt x="97844" y="437236"/>
                    <a:pt x="80929" y="443069"/>
                  </a:cubicBezTo>
                  <a:cubicBezTo>
                    <a:pt x="79346" y="438736"/>
                    <a:pt x="77763" y="434320"/>
                    <a:pt x="76096" y="430070"/>
                  </a:cubicBezTo>
                  <a:cubicBezTo>
                    <a:pt x="66847" y="405323"/>
                    <a:pt x="57514" y="380325"/>
                    <a:pt x="49848" y="355160"/>
                  </a:cubicBezTo>
                  <a:cubicBezTo>
                    <a:pt x="34850" y="305831"/>
                    <a:pt x="20934" y="253336"/>
                    <a:pt x="15351" y="202091"/>
                  </a:cubicBezTo>
                  <a:cubicBezTo>
                    <a:pt x="9769" y="150845"/>
                    <a:pt x="15185" y="94934"/>
                    <a:pt x="49015" y="53771"/>
                  </a:cubicBezTo>
                  <a:cubicBezTo>
                    <a:pt x="67097" y="31856"/>
                    <a:pt x="91095" y="14774"/>
                    <a:pt x="120009" y="12858"/>
                  </a:cubicBezTo>
                  <a:cubicBezTo>
                    <a:pt x="148923" y="10941"/>
                    <a:pt x="175087" y="20274"/>
                    <a:pt x="196085" y="40272"/>
                  </a:cubicBezTo>
                  <a:cubicBezTo>
                    <a:pt x="235332" y="77519"/>
                    <a:pt x="255413" y="132014"/>
                    <a:pt x="275161" y="181176"/>
                  </a:cubicBezTo>
                  <a:cubicBezTo>
                    <a:pt x="285577" y="207090"/>
                    <a:pt x="294243" y="233755"/>
                    <a:pt x="303409" y="260086"/>
                  </a:cubicBezTo>
                  <a:cubicBezTo>
                    <a:pt x="312075" y="285250"/>
                    <a:pt x="321741" y="310414"/>
                    <a:pt x="328490" y="336245"/>
                  </a:cubicBezTo>
                  <a:lnTo>
                    <a:pt x="328490" y="336245"/>
                  </a:lnTo>
                  <a:close/>
                </a:path>
              </a:pathLst>
            </a:custGeom>
            <a:grpFill/>
            <a:ln w="8332" cap="flat">
              <a:noFill/>
              <a:prstDash val="solid"/>
              <a:miter/>
            </a:ln>
          </p:spPr>
          <p:txBody>
            <a:bodyPr rtlCol="0" anchor="ctr"/>
            <a:lstStyle/>
            <a:p>
              <a:endParaRPr lang="en-US"/>
            </a:p>
          </p:txBody>
        </p:sp>
        <p:sp>
          <p:nvSpPr>
            <p:cNvPr id="1594" name="Freeform: Shape 1593"/>
            <p:cNvSpPr/>
            <p:nvPr/>
          </p:nvSpPr>
          <p:spPr>
            <a:xfrm>
              <a:off x="554620" y="1352051"/>
              <a:ext cx="118879" cy="316081"/>
            </a:xfrm>
            <a:custGeom>
              <a:avLst/>
              <a:gdLst>
                <a:gd name="connsiteX0" fmla="*/ 51013 w 118879"/>
                <a:gd name="connsiteY0" fmla="*/ 27251 h 316081"/>
                <a:gd name="connsiteX1" fmla="*/ 37015 w 118879"/>
                <a:gd name="connsiteY1" fmla="*/ 2670 h 316081"/>
                <a:gd name="connsiteX2" fmla="*/ 33015 w 118879"/>
                <a:gd name="connsiteY2" fmla="*/ 1337 h 316081"/>
                <a:gd name="connsiteX3" fmla="*/ 30099 w 118879"/>
                <a:gd name="connsiteY3" fmla="*/ 87 h 316081"/>
                <a:gd name="connsiteX4" fmla="*/ 26182 w 118879"/>
                <a:gd name="connsiteY4" fmla="*/ 1170 h 316081"/>
                <a:gd name="connsiteX5" fmla="*/ 11100 w 118879"/>
                <a:gd name="connsiteY5" fmla="*/ 11086 h 316081"/>
                <a:gd name="connsiteX6" fmla="*/ 1101 w 118879"/>
                <a:gd name="connsiteY6" fmla="*/ 71497 h 316081"/>
                <a:gd name="connsiteX7" fmla="*/ 8767 w 118879"/>
                <a:gd name="connsiteY7" fmla="*/ 135575 h 316081"/>
                <a:gd name="connsiteX8" fmla="*/ 30932 w 118879"/>
                <a:gd name="connsiteY8" fmla="*/ 227317 h 316081"/>
                <a:gd name="connsiteX9" fmla="*/ 64845 w 118879"/>
                <a:gd name="connsiteY9" fmla="*/ 305976 h 316081"/>
                <a:gd name="connsiteX10" fmla="*/ 112591 w 118879"/>
                <a:gd name="connsiteY10" fmla="*/ 304810 h 316081"/>
                <a:gd name="connsiteX11" fmla="*/ 107675 w 118879"/>
                <a:gd name="connsiteY11" fmla="*/ 226983 h 316081"/>
                <a:gd name="connsiteX12" fmla="*/ 79927 w 118879"/>
                <a:gd name="connsiteY12" fmla="*/ 124576 h 316081"/>
                <a:gd name="connsiteX13" fmla="*/ 51013 w 118879"/>
                <a:gd name="connsiteY13" fmla="*/ 27251 h 316081"/>
                <a:gd name="connsiteX14" fmla="*/ 51013 w 118879"/>
                <a:gd name="connsiteY14" fmla="*/ 27251 h 316081"/>
                <a:gd name="connsiteX15" fmla="*/ 63429 w 118879"/>
                <a:gd name="connsiteY15" fmla="*/ 100412 h 316081"/>
                <a:gd name="connsiteX16" fmla="*/ 87510 w 118879"/>
                <a:gd name="connsiteY16" fmla="*/ 191737 h 316081"/>
                <a:gd name="connsiteX17" fmla="*/ 105842 w 118879"/>
                <a:gd name="connsiteY17" fmla="*/ 280979 h 316081"/>
                <a:gd name="connsiteX18" fmla="*/ 90926 w 118879"/>
                <a:gd name="connsiteY18" fmla="*/ 303976 h 316081"/>
                <a:gd name="connsiteX19" fmla="*/ 69928 w 118879"/>
                <a:gd name="connsiteY19" fmla="*/ 293644 h 316081"/>
                <a:gd name="connsiteX20" fmla="*/ 49930 w 118879"/>
                <a:gd name="connsiteY20" fmla="*/ 253314 h 316081"/>
                <a:gd name="connsiteX21" fmla="*/ 24766 w 118879"/>
                <a:gd name="connsiteY21" fmla="*/ 168572 h 316081"/>
                <a:gd name="connsiteX22" fmla="*/ 11017 w 118879"/>
                <a:gd name="connsiteY22" fmla="*/ 78663 h 316081"/>
                <a:gd name="connsiteX23" fmla="*/ 18266 w 118879"/>
                <a:gd name="connsiteY23" fmla="*/ 15086 h 316081"/>
                <a:gd name="connsiteX24" fmla="*/ 37765 w 118879"/>
                <a:gd name="connsiteY24" fmla="*/ 16336 h 316081"/>
                <a:gd name="connsiteX25" fmla="*/ 44097 w 118879"/>
                <a:gd name="connsiteY25" fmla="*/ 35167 h 316081"/>
                <a:gd name="connsiteX26" fmla="*/ 51930 w 118879"/>
                <a:gd name="connsiteY26" fmla="*/ 56415 h 316081"/>
                <a:gd name="connsiteX27" fmla="*/ 63429 w 118879"/>
                <a:gd name="connsiteY27" fmla="*/ 100412 h 316081"/>
                <a:gd name="connsiteX28" fmla="*/ 63429 w 118879"/>
                <a:gd name="connsiteY28" fmla="*/ 100412 h 316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18879" h="316081">
                  <a:moveTo>
                    <a:pt x="51013" y="27251"/>
                  </a:moveTo>
                  <a:cubicBezTo>
                    <a:pt x="47680" y="18919"/>
                    <a:pt x="45930" y="6920"/>
                    <a:pt x="37015" y="2670"/>
                  </a:cubicBezTo>
                  <a:cubicBezTo>
                    <a:pt x="35681" y="2004"/>
                    <a:pt x="34348" y="1587"/>
                    <a:pt x="33015" y="1337"/>
                  </a:cubicBezTo>
                  <a:cubicBezTo>
                    <a:pt x="32432" y="421"/>
                    <a:pt x="31432" y="-246"/>
                    <a:pt x="30099" y="87"/>
                  </a:cubicBezTo>
                  <a:cubicBezTo>
                    <a:pt x="28765" y="421"/>
                    <a:pt x="27432" y="754"/>
                    <a:pt x="26182" y="1170"/>
                  </a:cubicBezTo>
                  <a:cubicBezTo>
                    <a:pt x="20183" y="2170"/>
                    <a:pt x="14600" y="6003"/>
                    <a:pt x="11100" y="11086"/>
                  </a:cubicBezTo>
                  <a:cubicBezTo>
                    <a:pt x="-899" y="28335"/>
                    <a:pt x="-1149" y="50416"/>
                    <a:pt x="1101" y="71497"/>
                  </a:cubicBezTo>
                  <a:cubicBezTo>
                    <a:pt x="1934" y="93079"/>
                    <a:pt x="5184" y="114660"/>
                    <a:pt x="8767" y="135575"/>
                  </a:cubicBezTo>
                  <a:cubicBezTo>
                    <a:pt x="14100" y="166656"/>
                    <a:pt x="22266" y="197153"/>
                    <a:pt x="30932" y="227317"/>
                  </a:cubicBezTo>
                  <a:cubicBezTo>
                    <a:pt x="38181" y="252731"/>
                    <a:pt x="45430" y="286478"/>
                    <a:pt x="64845" y="305976"/>
                  </a:cubicBezTo>
                  <a:cubicBezTo>
                    <a:pt x="77428" y="318642"/>
                    <a:pt x="101675" y="320642"/>
                    <a:pt x="112591" y="304810"/>
                  </a:cubicBezTo>
                  <a:cubicBezTo>
                    <a:pt x="126923" y="284062"/>
                    <a:pt x="113008" y="248565"/>
                    <a:pt x="107675" y="226983"/>
                  </a:cubicBezTo>
                  <a:cubicBezTo>
                    <a:pt x="99176" y="192570"/>
                    <a:pt x="89343" y="158740"/>
                    <a:pt x="79927" y="124576"/>
                  </a:cubicBezTo>
                  <a:cubicBezTo>
                    <a:pt x="70761" y="91579"/>
                    <a:pt x="63679" y="58999"/>
                    <a:pt x="51013" y="27251"/>
                  </a:cubicBezTo>
                  <a:lnTo>
                    <a:pt x="51013" y="27251"/>
                  </a:lnTo>
                  <a:close/>
                  <a:moveTo>
                    <a:pt x="63429" y="100412"/>
                  </a:moveTo>
                  <a:cubicBezTo>
                    <a:pt x="70595" y="131159"/>
                    <a:pt x="79761" y="161156"/>
                    <a:pt x="87510" y="191737"/>
                  </a:cubicBezTo>
                  <a:cubicBezTo>
                    <a:pt x="94759" y="220151"/>
                    <a:pt x="105925" y="251565"/>
                    <a:pt x="105842" y="280979"/>
                  </a:cubicBezTo>
                  <a:cubicBezTo>
                    <a:pt x="105842" y="292061"/>
                    <a:pt x="103675" y="302310"/>
                    <a:pt x="90926" y="303976"/>
                  </a:cubicBezTo>
                  <a:cubicBezTo>
                    <a:pt x="82260" y="305060"/>
                    <a:pt x="74761" y="300144"/>
                    <a:pt x="69928" y="293644"/>
                  </a:cubicBezTo>
                  <a:cubicBezTo>
                    <a:pt x="60929" y="281645"/>
                    <a:pt x="55013" y="267313"/>
                    <a:pt x="49930" y="253314"/>
                  </a:cubicBezTo>
                  <a:cubicBezTo>
                    <a:pt x="39931" y="225650"/>
                    <a:pt x="31598" y="197153"/>
                    <a:pt x="24766" y="168572"/>
                  </a:cubicBezTo>
                  <a:cubicBezTo>
                    <a:pt x="17766" y="139158"/>
                    <a:pt x="12850" y="108827"/>
                    <a:pt x="11017" y="78663"/>
                  </a:cubicBezTo>
                  <a:cubicBezTo>
                    <a:pt x="9934" y="61498"/>
                    <a:pt x="6684" y="31584"/>
                    <a:pt x="18266" y="15086"/>
                  </a:cubicBezTo>
                  <a:cubicBezTo>
                    <a:pt x="22683" y="12503"/>
                    <a:pt x="29182" y="12919"/>
                    <a:pt x="37765" y="16336"/>
                  </a:cubicBezTo>
                  <a:cubicBezTo>
                    <a:pt x="41097" y="20502"/>
                    <a:pt x="42264" y="30084"/>
                    <a:pt x="44097" y="35167"/>
                  </a:cubicBezTo>
                  <a:cubicBezTo>
                    <a:pt x="46764" y="42250"/>
                    <a:pt x="49597" y="49166"/>
                    <a:pt x="51930" y="56415"/>
                  </a:cubicBezTo>
                  <a:cubicBezTo>
                    <a:pt x="56430" y="70748"/>
                    <a:pt x="59929" y="85663"/>
                    <a:pt x="63429" y="100412"/>
                  </a:cubicBezTo>
                  <a:lnTo>
                    <a:pt x="63429" y="100412"/>
                  </a:lnTo>
                  <a:close/>
                </a:path>
              </a:pathLst>
            </a:custGeom>
            <a:grpFill/>
            <a:ln w="8332" cap="flat">
              <a:noFill/>
              <a:prstDash val="solid"/>
              <a:miter/>
            </a:ln>
          </p:spPr>
          <p:txBody>
            <a:bodyPr rtlCol="0" anchor="ctr"/>
            <a:lstStyle/>
            <a:p>
              <a:endParaRPr lang="en-US"/>
            </a:p>
          </p:txBody>
        </p:sp>
        <p:sp>
          <p:nvSpPr>
            <p:cNvPr id="1595" name="Freeform: Shape 1594"/>
            <p:cNvSpPr/>
            <p:nvPr/>
          </p:nvSpPr>
          <p:spPr>
            <a:xfrm>
              <a:off x="652611" y="1321554"/>
              <a:ext cx="118879" cy="316165"/>
            </a:xfrm>
            <a:custGeom>
              <a:avLst/>
              <a:gdLst>
                <a:gd name="connsiteX0" fmla="*/ 50930 w 118879"/>
                <a:gd name="connsiteY0" fmla="*/ 27251 h 316165"/>
                <a:gd name="connsiteX1" fmla="*/ 36931 w 118879"/>
                <a:gd name="connsiteY1" fmla="*/ 2670 h 316165"/>
                <a:gd name="connsiteX2" fmla="*/ 33015 w 118879"/>
                <a:gd name="connsiteY2" fmla="*/ 1337 h 316165"/>
                <a:gd name="connsiteX3" fmla="*/ 30099 w 118879"/>
                <a:gd name="connsiteY3" fmla="*/ 87 h 316165"/>
                <a:gd name="connsiteX4" fmla="*/ 26182 w 118879"/>
                <a:gd name="connsiteY4" fmla="*/ 1170 h 316165"/>
                <a:gd name="connsiteX5" fmla="*/ 11100 w 118879"/>
                <a:gd name="connsiteY5" fmla="*/ 11086 h 316165"/>
                <a:gd name="connsiteX6" fmla="*/ 1101 w 118879"/>
                <a:gd name="connsiteY6" fmla="*/ 71581 h 316165"/>
                <a:gd name="connsiteX7" fmla="*/ 8767 w 118879"/>
                <a:gd name="connsiteY7" fmla="*/ 135658 h 316165"/>
                <a:gd name="connsiteX8" fmla="*/ 30932 w 118879"/>
                <a:gd name="connsiteY8" fmla="*/ 227400 h 316165"/>
                <a:gd name="connsiteX9" fmla="*/ 64845 w 118879"/>
                <a:gd name="connsiteY9" fmla="*/ 306060 h 316165"/>
                <a:gd name="connsiteX10" fmla="*/ 112591 w 118879"/>
                <a:gd name="connsiteY10" fmla="*/ 304893 h 316165"/>
                <a:gd name="connsiteX11" fmla="*/ 107675 w 118879"/>
                <a:gd name="connsiteY11" fmla="*/ 227067 h 316165"/>
                <a:gd name="connsiteX12" fmla="*/ 79927 w 118879"/>
                <a:gd name="connsiteY12" fmla="*/ 124659 h 316165"/>
                <a:gd name="connsiteX13" fmla="*/ 50930 w 118879"/>
                <a:gd name="connsiteY13" fmla="*/ 27251 h 316165"/>
                <a:gd name="connsiteX14" fmla="*/ 50930 w 118879"/>
                <a:gd name="connsiteY14" fmla="*/ 27251 h 316165"/>
                <a:gd name="connsiteX15" fmla="*/ 63346 w 118879"/>
                <a:gd name="connsiteY15" fmla="*/ 100411 h 316165"/>
                <a:gd name="connsiteX16" fmla="*/ 87427 w 118879"/>
                <a:gd name="connsiteY16" fmla="*/ 191737 h 316165"/>
                <a:gd name="connsiteX17" fmla="*/ 105758 w 118879"/>
                <a:gd name="connsiteY17" fmla="*/ 280978 h 316165"/>
                <a:gd name="connsiteX18" fmla="*/ 90843 w 118879"/>
                <a:gd name="connsiteY18" fmla="*/ 303976 h 316165"/>
                <a:gd name="connsiteX19" fmla="*/ 69845 w 118879"/>
                <a:gd name="connsiteY19" fmla="*/ 293644 h 316165"/>
                <a:gd name="connsiteX20" fmla="*/ 49847 w 118879"/>
                <a:gd name="connsiteY20" fmla="*/ 253314 h 316165"/>
                <a:gd name="connsiteX21" fmla="*/ 24682 w 118879"/>
                <a:gd name="connsiteY21" fmla="*/ 168572 h 316165"/>
                <a:gd name="connsiteX22" fmla="*/ 10934 w 118879"/>
                <a:gd name="connsiteY22" fmla="*/ 78663 h 316165"/>
                <a:gd name="connsiteX23" fmla="*/ 18183 w 118879"/>
                <a:gd name="connsiteY23" fmla="*/ 15086 h 316165"/>
                <a:gd name="connsiteX24" fmla="*/ 37681 w 118879"/>
                <a:gd name="connsiteY24" fmla="*/ 16336 h 316165"/>
                <a:gd name="connsiteX25" fmla="*/ 44014 w 118879"/>
                <a:gd name="connsiteY25" fmla="*/ 35167 h 316165"/>
                <a:gd name="connsiteX26" fmla="*/ 51847 w 118879"/>
                <a:gd name="connsiteY26" fmla="*/ 56415 h 316165"/>
                <a:gd name="connsiteX27" fmla="*/ 63346 w 118879"/>
                <a:gd name="connsiteY27" fmla="*/ 100411 h 316165"/>
                <a:gd name="connsiteX28" fmla="*/ 63346 w 118879"/>
                <a:gd name="connsiteY28" fmla="*/ 100411 h 3161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18879" h="316165">
                  <a:moveTo>
                    <a:pt x="50930" y="27251"/>
                  </a:moveTo>
                  <a:cubicBezTo>
                    <a:pt x="47597" y="18919"/>
                    <a:pt x="45847" y="6920"/>
                    <a:pt x="36931" y="2670"/>
                  </a:cubicBezTo>
                  <a:cubicBezTo>
                    <a:pt x="35598" y="2004"/>
                    <a:pt x="34265" y="1587"/>
                    <a:pt x="33015" y="1337"/>
                  </a:cubicBezTo>
                  <a:cubicBezTo>
                    <a:pt x="32432" y="420"/>
                    <a:pt x="31432" y="-246"/>
                    <a:pt x="30099" y="87"/>
                  </a:cubicBezTo>
                  <a:cubicBezTo>
                    <a:pt x="28765" y="420"/>
                    <a:pt x="27432" y="754"/>
                    <a:pt x="26182" y="1170"/>
                  </a:cubicBezTo>
                  <a:cubicBezTo>
                    <a:pt x="20183" y="2170"/>
                    <a:pt x="14600" y="6003"/>
                    <a:pt x="11100" y="11086"/>
                  </a:cubicBezTo>
                  <a:cubicBezTo>
                    <a:pt x="-899" y="28335"/>
                    <a:pt x="-1149" y="50416"/>
                    <a:pt x="1101" y="71581"/>
                  </a:cubicBezTo>
                  <a:cubicBezTo>
                    <a:pt x="1934" y="93162"/>
                    <a:pt x="5184" y="114743"/>
                    <a:pt x="8767" y="135658"/>
                  </a:cubicBezTo>
                  <a:cubicBezTo>
                    <a:pt x="14100" y="166739"/>
                    <a:pt x="22266" y="197153"/>
                    <a:pt x="30932" y="227400"/>
                  </a:cubicBezTo>
                  <a:cubicBezTo>
                    <a:pt x="38181" y="252814"/>
                    <a:pt x="45430" y="286645"/>
                    <a:pt x="64845" y="306060"/>
                  </a:cubicBezTo>
                  <a:cubicBezTo>
                    <a:pt x="77428" y="318725"/>
                    <a:pt x="101675" y="320725"/>
                    <a:pt x="112591" y="304893"/>
                  </a:cubicBezTo>
                  <a:cubicBezTo>
                    <a:pt x="126923" y="284145"/>
                    <a:pt x="113008" y="248648"/>
                    <a:pt x="107675" y="227067"/>
                  </a:cubicBezTo>
                  <a:cubicBezTo>
                    <a:pt x="99176" y="192653"/>
                    <a:pt x="89426" y="158823"/>
                    <a:pt x="79927" y="124659"/>
                  </a:cubicBezTo>
                  <a:cubicBezTo>
                    <a:pt x="70762" y="91579"/>
                    <a:pt x="63596" y="59082"/>
                    <a:pt x="50930" y="27251"/>
                  </a:cubicBezTo>
                  <a:lnTo>
                    <a:pt x="50930" y="27251"/>
                  </a:lnTo>
                  <a:close/>
                  <a:moveTo>
                    <a:pt x="63346" y="100411"/>
                  </a:moveTo>
                  <a:cubicBezTo>
                    <a:pt x="70512" y="131159"/>
                    <a:pt x="79677" y="161239"/>
                    <a:pt x="87427" y="191737"/>
                  </a:cubicBezTo>
                  <a:cubicBezTo>
                    <a:pt x="94676" y="220151"/>
                    <a:pt x="105842" y="251481"/>
                    <a:pt x="105758" y="280978"/>
                  </a:cubicBezTo>
                  <a:cubicBezTo>
                    <a:pt x="105758" y="292061"/>
                    <a:pt x="103592" y="302310"/>
                    <a:pt x="90843" y="303976"/>
                  </a:cubicBezTo>
                  <a:cubicBezTo>
                    <a:pt x="82177" y="305060"/>
                    <a:pt x="74678" y="300143"/>
                    <a:pt x="69845" y="293644"/>
                  </a:cubicBezTo>
                  <a:cubicBezTo>
                    <a:pt x="60846" y="281645"/>
                    <a:pt x="54930" y="267313"/>
                    <a:pt x="49847" y="253314"/>
                  </a:cubicBezTo>
                  <a:cubicBezTo>
                    <a:pt x="39848" y="225650"/>
                    <a:pt x="31515" y="197153"/>
                    <a:pt x="24682" y="168572"/>
                  </a:cubicBezTo>
                  <a:cubicBezTo>
                    <a:pt x="17683" y="139158"/>
                    <a:pt x="12767" y="108827"/>
                    <a:pt x="10934" y="78663"/>
                  </a:cubicBezTo>
                  <a:cubicBezTo>
                    <a:pt x="9850" y="61498"/>
                    <a:pt x="6601" y="31584"/>
                    <a:pt x="18183" y="15086"/>
                  </a:cubicBezTo>
                  <a:cubicBezTo>
                    <a:pt x="22599" y="12503"/>
                    <a:pt x="29099" y="12919"/>
                    <a:pt x="37681" y="16336"/>
                  </a:cubicBezTo>
                  <a:cubicBezTo>
                    <a:pt x="41014" y="20502"/>
                    <a:pt x="42181" y="30084"/>
                    <a:pt x="44014" y="35167"/>
                  </a:cubicBezTo>
                  <a:cubicBezTo>
                    <a:pt x="46680" y="42250"/>
                    <a:pt x="49513" y="49166"/>
                    <a:pt x="51847" y="56415"/>
                  </a:cubicBezTo>
                  <a:cubicBezTo>
                    <a:pt x="56346" y="70831"/>
                    <a:pt x="59929" y="85663"/>
                    <a:pt x="63346" y="100411"/>
                  </a:cubicBezTo>
                  <a:lnTo>
                    <a:pt x="63346" y="100411"/>
                  </a:lnTo>
                  <a:close/>
                </a:path>
              </a:pathLst>
            </a:custGeom>
            <a:grpFill/>
            <a:ln w="8332" cap="flat">
              <a:noFill/>
              <a:prstDash val="solid"/>
              <a:miter/>
            </a:ln>
          </p:spPr>
          <p:txBody>
            <a:bodyPr rtlCol="0" anchor="ctr"/>
            <a:lstStyle/>
            <a:p>
              <a:endParaRPr lang="en-US"/>
            </a:p>
          </p:txBody>
        </p:sp>
        <p:sp>
          <p:nvSpPr>
            <p:cNvPr id="1596" name="Freeform: Shape 1595"/>
            <p:cNvSpPr/>
            <p:nvPr/>
          </p:nvSpPr>
          <p:spPr>
            <a:xfrm>
              <a:off x="3828157" y="3616992"/>
              <a:ext cx="350416" cy="608909"/>
            </a:xfrm>
            <a:custGeom>
              <a:avLst/>
              <a:gdLst>
                <a:gd name="connsiteX0" fmla="*/ 302742 w 350416"/>
                <a:gd name="connsiteY0" fmla="*/ 218923 h 608909"/>
                <a:gd name="connsiteX1" fmla="*/ 265912 w 350416"/>
                <a:gd name="connsiteY1" fmla="*/ 128597 h 608909"/>
                <a:gd name="connsiteX2" fmla="*/ 224333 w 350416"/>
                <a:gd name="connsiteY2" fmla="*/ 54854 h 608909"/>
                <a:gd name="connsiteX3" fmla="*/ 89262 w 350416"/>
                <a:gd name="connsiteY3" fmla="*/ 6858 h 608909"/>
                <a:gd name="connsiteX4" fmla="*/ 2520 w 350416"/>
                <a:gd name="connsiteY4" fmla="*/ 130681 h 608909"/>
                <a:gd name="connsiteX5" fmla="*/ 3519 w 350416"/>
                <a:gd name="connsiteY5" fmla="*/ 214590 h 608909"/>
                <a:gd name="connsiteX6" fmla="*/ 10435 w 350416"/>
                <a:gd name="connsiteY6" fmla="*/ 261502 h 608909"/>
                <a:gd name="connsiteX7" fmla="*/ 32350 w 350416"/>
                <a:gd name="connsiteY7" fmla="*/ 350827 h 608909"/>
                <a:gd name="connsiteX8" fmla="*/ 64931 w 350416"/>
                <a:gd name="connsiteY8" fmla="*/ 439569 h 608909"/>
                <a:gd name="connsiteX9" fmla="*/ 99677 w 350416"/>
                <a:gd name="connsiteY9" fmla="*/ 509396 h 608909"/>
                <a:gd name="connsiteX10" fmla="*/ 157505 w 350416"/>
                <a:gd name="connsiteY10" fmla="*/ 526562 h 608909"/>
                <a:gd name="connsiteX11" fmla="*/ 214917 w 350416"/>
                <a:gd name="connsiteY11" fmla="*/ 510230 h 608909"/>
                <a:gd name="connsiteX12" fmla="*/ 238748 w 350416"/>
                <a:gd name="connsiteY12" fmla="*/ 589806 h 608909"/>
                <a:gd name="connsiteX13" fmla="*/ 296993 w 350416"/>
                <a:gd name="connsiteY13" fmla="*/ 604221 h 608909"/>
                <a:gd name="connsiteX14" fmla="*/ 318658 w 350416"/>
                <a:gd name="connsiteY14" fmla="*/ 579557 h 608909"/>
                <a:gd name="connsiteX15" fmla="*/ 312575 w 350416"/>
                <a:gd name="connsiteY15" fmla="*/ 543560 h 608909"/>
                <a:gd name="connsiteX16" fmla="*/ 293326 w 350416"/>
                <a:gd name="connsiteY16" fmla="*/ 497147 h 608909"/>
                <a:gd name="connsiteX17" fmla="*/ 285661 w 350416"/>
                <a:gd name="connsiteY17" fmla="*/ 479233 h 608909"/>
                <a:gd name="connsiteX18" fmla="*/ 350321 w 350416"/>
                <a:gd name="connsiteY18" fmla="*/ 395073 h 608909"/>
                <a:gd name="connsiteX19" fmla="*/ 302742 w 350416"/>
                <a:gd name="connsiteY19" fmla="*/ 218923 h 608909"/>
                <a:gd name="connsiteX20" fmla="*/ 302742 w 350416"/>
                <a:gd name="connsiteY20" fmla="*/ 218923 h 608909"/>
                <a:gd name="connsiteX21" fmla="*/ 296743 w 350416"/>
                <a:gd name="connsiteY21" fmla="*/ 541644 h 608909"/>
                <a:gd name="connsiteX22" fmla="*/ 305659 w 350416"/>
                <a:gd name="connsiteY22" fmla="*/ 572307 h 608909"/>
                <a:gd name="connsiteX23" fmla="*/ 273411 w 350416"/>
                <a:gd name="connsiteY23" fmla="*/ 595389 h 608909"/>
                <a:gd name="connsiteX24" fmla="*/ 249414 w 350416"/>
                <a:gd name="connsiteY24" fmla="*/ 581556 h 608909"/>
                <a:gd name="connsiteX25" fmla="*/ 236748 w 350416"/>
                <a:gd name="connsiteY25" fmla="*/ 553059 h 608909"/>
                <a:gd name="connsiteX26" fmla="*/ 224583 w 350416"/>
                <a:gd name="connsiteY26" fmla="*/ 506897 h 608909"/>
                <a:gd name="connsiteX27" fmla="*/ 246581 w 350416"/>
                <a:gd name="connsiteY27" fmla="*/ 498147 h 608909"/>
                <a:gd name="connsiteX28" fmla="*/ 272911 w 350416"/>
                <a:gd name="connsiteY28" fmla="*/ 486232 h 608909"/>
                <a:gd name="connsiteX29" fmla="*/ 296743 w 350416"/>
                <a:gd name="connsiteY29" fmla="*/ 541644 h 608909"/>
                <a:gd name="connsiteX30" fmla="*/ 296743 w 350416"/>
                <a:gd name="connsiteY30" fmla="*/ 541644 h 608909"/>
                <a:gd name="connsiteX31" fmla="*/ 333740 w 350416"/>
                <a:gd name="connsiteY31" fmla="*/ 412655 h 608909"/>
                <a:gd name="connsiteX32" fmla="*/ 276245 w 350416"/>
                <a:gd name="connsiteY32" fmla="*/ 467900 h 608909"/>
                <a:gd name="connsiteX33" fmla="*/ 198502 w 350416"/>
                <a:gd name="connsiteY33" fmla="*/ 499730 h 608909"/>
                <a:gd name="connsiteX34" fmla="*/ 121759 w 350416"/>
                <a:gd name="connsiteY34" fmla="*/ 508646 h 608909"/>
                <a:gd name="connsiteX35" fmla="*/ 94095 w 350416"/>
                <a:gd name="connsiteY35" fmla="*/ 473067 h 608909"/>
                <a:gd name="connsiteX36" fmla="*/ 84179 w 350416"/>
                <a:gd name="connsiteY36" fmla="*/ 451068 h 608909"/>
                <a:gd name="connsiteX37" fmla="*/ 120676 w 350416"/>
                <a:gd name="connsiteY37" fmla="*/ 443319 h 608909"/>
                <a:gd name="connsiteX38" fmla="*/ 205918 w 350416"/>
                <a:gd name="connsiteY38" fmla="*/ 420488 h 608909"/>
                <a:gd name="connsiteX39" fmla="*/ 333656 w 350416"/>
                <a:gd name="connsiteY39" fmla="*/ 358827 h 608909"/>
                <a:gd name="connsiteX40" fmla="*/ 333740 w 350416"/>
                <a:gd name="connsiteY40" fmla="*/ 412655 h 608909"/>
                <a:gd name="connsiteX41" fmla="*/ 333740 w 350416"/>
                <a:gd name="connsiteY41" fmla="*/ 412655 h 608909"/>
                <a:gd name="connsiteX42" fmla="*/ 328407 w 350416"/>
                <a:gd name="connsiteY42" fmla="*/ 336245 h 608909"/>
                <a:gd name="connsiteX43" fmla="*/ 330823 w 350416"/>
                <a:gd name="connsiteY43" fmla="*/ 345995 h 608909"/>
                <a:gd name="connsiteX44" fmla="*/ 306742 w 350416"/>
                <a:gd name="connsiteY44" fmla="*/ 361826 h 608909"/>
                <a:gd name="connsiteX45" fmla="*/ 271912 w 350416"/>
                <a:gd name="connsiteY45" fmla="*/ 379575 h 608909"/>
                <a:gd name="connsiteX46" fmla="*/ 206418 w 350416"/>
                <a:gd name="connsiteY46" fmla="*/ 406739 h 608909"/>
                <a:gd name="connsiteX47" fmla="*/ 132924 w 350416"/>
                <a:gd name="connsiteY47" fmla="*/ 428903 h 608909"/>
                <a:gd name="connsiteX48" fmla="*/ 80846 w 350416"/>
                <a:gd name="connsiteY48" fmla="*/ 443069 h 608909"/>
                <a:gd name="connsiteX49" fmla="*/ 76013 w 350416"/>
                <a:gd name="connsiteY49" fmla="*/ 430070 h 608909"/>
                <a:gd name="connsiteX50" fmla="*/ 49765 w 350416"/>
                <a:gd name="connsiteY50" fmla="*/ 355160 h 608909"/>
                <a:gd name="connsiteX51" fmla="*/ 15268 w 350416"/>
                <a:gd name="connsiteY51" fmla="*/ 202091 h 608909"/>
                <a:gd name="connsiteX52" fmla="*/ 48932 w 350416"/>
                <a:gd name="connsiteY52" fmla="*/ 53771 h 608909"/>
                <a:gd name="connsiteX53" fmla="*/ 119925 w 350416"/>
                <a:gd name="connsiteY53" fmla="*/ 12858 h 608909"/>
                <a:gd name="connsiteX54" fmla="*/ 196002 w 350416"/>
                <a:gd name="connsiteY54" fmla="*/ 40272 h 608909"/>
                <a:gd name="connsiteX55" fmla="*/ 275078 w 350416"/>
                <a:gd name="connsiteY55" fmla="*/ 181176 h 608909"/>
                <a:gd name="connsiteX56" fmla="*/ 303326 w 350416"/>
                <a:gd name="connsiteY56" fmla="*/ 260086 h 608909"/>
                <a:gd name="connsiteX57" fmla="*/ 328407 w 350416"/>
                <a:gd name="connsiteY57" fmla="*/ 336245 h 608909"/>
                <a:gd name="connsiteX58" fmla="*/ 328407 w 350416"/>
                <a:gd name="connsiteY58" fmla="*/ 336245 h 608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350416" h="608909">
                  <a:moveTo>
                    <a:pt x="302742" y="218923"/>
                  </a:moveTo>
                  <a:cubicBezTo>
                    <a:pt x="291827" y="188175"/>
                    <a:pt x="279244" y="158261"/>
                    <a:pt x="265912" y="128597"/>
                  </a:cubicBezTo>
                  <a:cubicBezTo>
                    <a:pt x="254330" y="102766"/>
                    <a:pt x="241748" y="77185"/>
                    <a:pt x="224333" y="54854"/>
                  </a:cubicBezTo>
                  <a:cubicBezTo>
                    <a:pt x="192669" y="14024"/>
                    <a:pt x="141340" y="-13473"/>
                    <a:pt x="89262" y="6858"/>
                  </a:cubicBezTo>
                  <a:cubicBezTo>
                    <a:pt x="40099" y="26190"/>
                    <a:pt x="9769" y="80852"/>
                    <a:pt x="2520" y="130681"/>
                  </a:cubicBezTo>
                  <a:cubicBezTo>
                    <a:pt x="-1480" y="158345"/>
                    <a:pt x="-397" y="186592"/>
                    <a:pt x="3519" y="214590"/>
                  </a:cubicBezTo>
                  <a:cubicBezTo>
                    <a:pt x="4852" y="230422"/>
                    <a:pt x="7435" y="246170"/>
                    <a:pt x="10435" y="261502"/>
                  </a:cubicBezTo>
                  <a:cubicBezTo>
                    <a:pt x="16435" y="291333"/>
                    <a:pt x="23351" y="321747"/>
                    <a:pt x="32350" y="350827"/>
                  </a:cubicBezTo>
                  <a:cubicBezTo>
                    <a:pt x="41682" y="380825"/>
                    <a:pt x="54181" y="409989"/>
                    <a:pt x="64931" y="439569"/>
                  </a:cubicBezTo>
                  <a:cubicBezTo>
                    <a:pt x="73180" y="462317"/>
                    <a:pt x="83095" y="491315"/>
                    <a:pt x="99677" y="509396"/>
                  </a:cubicBezTo>
                  <a:cubicBezTo>
                    <a:pt x="114759" y="525978"/>
                    <a:pt x="136091" y="530895"/>
                    <a:pt x="157505" y="526562"/>
                  </a:cubicBezTo>
                  <a:cubicBezTo>
                    <a:pt x="176837" y="522645"/>
                    <a:pt x="196085" y="516896"/>
                    <a:pt x="214917" y="510230"/>
                  </a:cubicBezTo>
                  <a:cubicBezTo>
                    <a:pt x="220583" y="537644"/>
                    <a:pt x="226166" y="564308"/>
                    <a:pt x="238748" y="589806"/>
                  </a:cubicBezTo>
                  <a:cubicBezTo>
                    <a:pt x="248247" y="609054"/>
                    <a:pt x="279078" y="613554"/>
                    <a:pt x="296993" y="604221"/>
                  </a:cubicBezTo>
                  <a:cubicBezTo>
                    <a:pt x="306909" y="599138"/>
                    <a:pt x="315325" y="590306"/>
                    <a:pt x="318658" y="579557"/>
                  </a:cubicBezTo>
                  <a:cubicBezTo>
                    <a:pt x="322824" y="566058"/>
                    <a:pt x="317408" y="555975"/>
                    <a:pt x="312575" y="543560"/>
                  </a:cubicBezTo>
                  <a:cubicBezTo>
                    <a:pt x="306492" y="527895"/>
                    <a:pt x="300576" y="512313"/>
                    <a:pt x="293326" y="497147"/>
                  </a:cubicBezTo>
                  <a:cubicBezTo>
                    <a:pt x="291160" y="492731"/>
                    <a:pt x="288994" y="485232"/>
                    <a:pt x="285661" y="479233"/>
                  </a:cubicBezTo>
                  <a:cubicBezTo>
                    <a:pt x="318907" y="460568"/>
                    <a:pt x="349071" y="433987"/>
                    <a:pt x="350321" y="395073"/>
                  </a:cubicBezTo>
                  <a:cubicBezTo>
                    <a:pt x="352321" y="334996"/>
                    <a:pt x="322407" y="274501"/>
                    <a:pt x="302742" y="218923"/>
                  </a:cubicBezTo>
                  <a:lnTo>
                    <a:pt x="302742" y="218923"/>
                  </a:lnTo>
                  <a:close/>
                  <a:moveTo>
                    <a:pt x="296743" y="541644"/>
                  </a:moveTo>
                  <a:cubicBezTo>
                    <a:pt x="300326" y="551059"/>
                    <a:pt x="307408" y="562058"/>
                    <a:pt x="305659" y="572307"/>
                  </a:cubicBezTo>
                  <a:cubicBezTo>
                    <a:pt x="303159" y="586473"/>
                    <a:pt x="287244" y="596805"/>
                    <a:pt x="273411" y="595389"/>
                  </a:cubicBezTo>
                  <a:cubicBezTo>
                    <a:pt x="262996" y="594306"/>
                    <a:pt x="253913" y="590639"/>
                    <a:pt x="249414" y="581556"/>
                  </a:cubicBezTo>
                  <a:cubicBezTo>
                    <a:pt x="244831" y="572391"/>
                    <a:pt x="240498" y="562642"/>
                    <a:pt x="236748" y="553059"/>
                  </a:cubicBezTo>
                  <a:cubicBezTo>
                    <a:pt x="230999" y="538227"/>
                    <a:pt x="229082" y="522145"/>
                    <a:pt x="224583" y="506897"/>
                  </a:cubicBezTo>
                  <a:cubicBezTo>
                    <a:pt x="231999" y="504064"/>
                    <a:pt x="239331" y="501147"/>
                    <a:pt x="246581" y="498147"/>
                  </a:cubicBezTo>
                  <a:cubicBezTo>
                    <a:pt x="254997" y="494648"/>
                    <a:pt x="263996" y="490648"/>
                    <a:pt x="272911" y="486232"/>
                  </a:cubicBezTo>
                  <a:cubicBezTo>
                    <a:pt x="282411" y="503814"/>
                    <a:pt x="289660" y="523062"/>
                    <a:pt x="296743" y="541644"/>
                  </a:cubicBezTo>
                  <a:lnTo>
                    <a:pt x="296743" y="541644"/>
                  </a:lnTo>
                  <a:close/>
                  <a:moveTo>
                    <a:pt x="333740" y="412655"/>
                  </a:moveTo>
                  <a:cubicBezTo>
                    <a:pt x="326490" y="437319"/>
                    <a:pt x="297493" y="456068"/>
                    <a:pt x="276245" y="467900"/>
                  </a:cubicBezTo>
                  <a:cubicBezTo>
                    <a:pt x="251747" y="481565"/>
                    <a:pt x="225083" y="490898"/>
                    <a:pt x="198502" y="499730"/>
                  </a:cubicBezTo>
                  <a:cubicBezTo>
                    <a:pt x="174837" y="507646"/>
                    <a:pt x="145840" y="520479"/>
                    <a:pt x="121759" y="508646"/>
                  </a:cubicBezTo>
                  <a:cubicBezTo>
                    <a:pt x="107010" y="501397"/>
                    <a:pt x="100677" y="487149"/>
                    <a:pt x="94095" y="473067"/>
                  </a:cubicBezTo>
                  <a:cubicBezTo>
                    <a:pt x="90678" y="465734"/>
                    <a:pt x="87262" y="458485"/>
                    <a:pt x="84179" y="451068"/>
                  </a:cubicBezTo>
                  <a:cubicBezTo>
                    <a:pt x="96178" y="451485"/>
                    <a:pt x="111760" y="445236"/>
                    <a:pt x="120676" y="443319"/>
                  </a:cubicBezTo>
                  <a:cubicBezTo>
                    <a:pt x="149589" y="436903"/>
                    <a:pt x="177587" y="428987"/>
                    <a:pt x="205918" y="420488"/>
                  </a:cubicBezTo>
                  <a:cubicBezTo>
                    <a:pt x="249664" y="407322"/>
                    <a:pt x="297409" y="387907"/>
                    <a:pt x="333656" y="358827"/>
                  </a:cubicBezTo>
                  <a:cubicBezTo>
                    <a:pt x="337072" y="376908"/>
                    <a:pt x="338572" y="396156"/>
                    <a:pt x="333740" y="412655"/>
                  </a:cubicBezTo>
                  <a:lnTo>
                    <a:pt x="333740" y="412655"/>
                  </a:lnTo>
                  <a:close/>
                  <a:moveTo>
                    <a:pt x="328407" y="336245"/>
                  </a:moveTo>
                  <a:cubicBezTo>
                    <a:pt x="329240" y="339412"/>
                    <a:pt x="330073" y="342661"/>
                    <a:pt x="330823" y="345995"/>
                  </a:cubicBezTo>
                  <a:cubicBezTo>
                    <a:pt x="322574" y="350911"/>
                    <a:pt x="315158" y="357160"/>
                    <a:pt x="306742" y="361826"/>
                  </a:cubicBezTo>
                  <a:cubicBezTo>
                    <a:pt x="295326" y="368159"/>
                    <a:pt x="283744" y="374075"/>
                    <a:pt x="271912" y="379575"/>
                  </a:cubicBezTo>
                  <a:cubicBezTo>
                    <a:pt x="250747" y="389491"/>
                    <a:pt x="228665" y="399406"/>
                    <a:pt x="206418" y="406739"/>
                  </a:cubicBezTo>
                  <a:cubicBezTo>
                    <a:pt x="182003" y="414738"/>
                    <a:pt x="157756" y="422321"/>
                    <a:pt x="132924" y="428903"/>
                  </a:cubicBezTo>
                  <a:cubicBezTo>
                    <a:pt x="115759" y="433487"/>
                    <a:pt x="97761" y="437236"/>
                    <a:pt x="80846" y="443069"/>
                  </a:cubicBezTo>
                  <a:cubicBezTo>
                    <a:pt x="79262" y="438736"/>
                    <a:pt x="77679" y="434320"/>
                    <a:pt x="76013" y="430070"/>
                  </a:cubicBezTo>
                  <a:cubicBezTo>
                    <a:pt x="66763" y="405323"/>
                    <a:pt x="57431" y="380325"/>
                    <a:pt x="49765" y="355160"/>
                  </a:cubicBezTo>
                  <a:cubicBezTo>
                    <a:pt x="34767" y="305832"/>
                    <a:pt x="20851" y="253336"/>
                    <a:pt x="15268" y="202091"/>
                  </a:cubicBezTo>
                  <a:cubicBezTo>
                    <a:pt x="9685" y="150845"/>
                    <a:pt x="15101" y="94934"/>
                    <a:pt x="48932" y="53771"/>
                  </a:cubicBezTo>
                  <a:cubicBezTo>
                    <a:pt x="67014" y="31856"/>
                    <a:pt x="91012" y="14774"/>
                    <a:pt x="119925" y="12858"/>
                  </a:cubicBezTo>
                  <a:cubicBezTo>
                    <a:pt x="148840" y="10941"/>
                    <a:pt x="175004" y="20274"/>
                    <a:pt x="196002" y="40272"/>
                  </a:cubicBezTo>
                  <a:cubicBezTo>
                    <a:pt x="235249" y="77519"/>
                    <a:pt x="255330" y="132014"/>
                    <a:pt x="275078" y="181176"/>
                  </a:cubicBezTo>
                  <a:cubicBezTo>
                    <a:pt x="285494" y="207090"/>
                    <a:pt x="294160" y="233755"/>
                    <a:pt x="303326" y="260086"/>
                  </a:cubicBezTo>
                  <a:cubicBezTo>
                    <a:pt x="312075" y="285333"/>
                    <a:pt x="321657" y="310498"/>
                    <a:pt x="328407" y="336245"/>
                  </a:cubicBezTo>
                  <a:lnTo>
                    <a:pt x="328407" y="336245"/>
                  </a:lnTo>
                  <a:close/>
                </a:path>
              </a:pathLst>
            </a:custGeom>
            <a:grpFill/>
            <a:ln w="8332" cap="flat">
              <a:noFill/>
              <a:prstDash val="solid"/>
              <a:miter/>
            </a:ln>
          </p:spPr>
          <p:txBody>
            <a:bodyPr rtlCol="0" anchor="ctr"/>
            <a:lstStyle/>
            <a:p>
              <a:endParaRPr lang="en-US"/>
            </a:p>
          </p:txBody>
        </p:sp>
        <p:sp>
          <p:nvSpPr>
            <p:cNvPr id="1597" name="Freeform: Shape 1596"/>
            <p:cNvSpPr/>
            <p:nvPr/>
          </p:nvSpPr>
          <p:spPr>
            <a:xfrm>
              <a:off x="3873071" y="3702923"/>
              <a:ext cx="118879" cy="316164"/>
            </a:xfrm>
            <a:custGeom>
              <a:avLst/>
              <a:gdLst>
                <a:gd name="connsiteX0" fmla="*/ 51013 w 118879"/>
                <a:gd name="connsiteY0" fmla="*/ 27251 h 316164"/>
                <a:gd name="connsiteX1" fmla="*/ 37015 w 118879"/>
                <a:gd name="connsiteY1" fmla="*/ 2670 h 316164"/>
                <a:gd name="connsiteX2" fmla="*/ 33015 w 118879"/>
                <a:gd name="connsiteY2" fmla="*/ 1337 h 316164"/>
                <a:gd name="connsiteX3" fmla="*/ 30098 w 118879"/>
                <a:gd name="connsiteY3" fmla="*/ 87 h 316164"/>
                <a:gd name="connsiteX4" fmla="*/ 26182 w 118879"/>
                <a:gd name="connsiteY4" fmla="*/ 1170 h 316164"/>
                <a:gd name="connsiteX5" fmla="*/ 11100 w 118879"/>
                <a:gd name="connsiteY5" fmla="*/ 11086 h 316164"/>
                <a:gd name="connsiteX6" fmla="*/ 1101 w 118879"/>
                <a:gd name="connsiteY6" fmla="*/ 71581 h 316164"/>
                <a:gd name="connsiteX7" fmla="*/ 8767 w 118879"/>
                <a:gd name="connsiteY7" fmla="*/ 135658 h 316164"/>
                <a:gd name="connsiteX8" fmla="*/ 30932 w 118879"/>
                <a:gd name="connsiteY8" fmla="*/ 227400 h 316164"/>
                <a:gd name="connsiteX9" fmla="*/ 64846 w 118879"/>
                <a:gd name="connsiteY9" fmla="*/ 306059 h 316164"/>
                <a:gd name="connsiteX10" fmla="*/ 112591 w 118879"/>
                <a:gd name="connsiteY10" fmla="*/ 304893 h 316164"/>
                <a:gd name="connsiteX11" fmla="*/ 107675 w 118879"/>
                <a:gd name="connsiteY11" fmla="*/ 227067 h 316164"/>
                <a:gd name="connsiteX12" fmla="*/ 79928 w 118879"/>
                <a:gd name="connsiteY12" fmla="*/ 124659 h 316164"/>
                <a:gd name="connsiteX13" fmla="*/ 51013 w 118879"/>
                <a:gd name="connsiteY13" fmla="*/ 27251 h 316164"/>
                <a:gd name="connsiteX14" fmla="*/ 51013 w 118879"/>
                <a:gd name="connsiteY14" fmla="*/ 27251 h 316164"/>
                <a:gd name="connsiteX15" fmla="*/ 63429 w 118879"/>
                <a:gd name="connsiteY15" fmla="*/ 100495 h 316164"/>
                <a:gd name="connsiteX16" fmla="*/ 87510 w 118879"/>
                <a:gd name="connsiteY16" fmla="*/ 191820 h 316164"/>
                <a:gd name="connsiteX17" fmla="*/ 105842 w 118879"/>
                <a:gd name="connsiteY17" fmla="*/ 281062 h 316164"/>
                <a:gd name="connsiteX18" fmla="*/ 90927 w 118879"/>
                <a:gd name="connsiteY18" fmla="*/ 304060 h 316164"/>
                <a:gd name="connsiteX19" fmla="*/ 69928 w 118879"/>
                <a:gd name="connsiteY19" fmla="*/ 293727 h 316164"/>
                <a:gd name="connsiteX20" fmla="*/ 49930 w 118879"/>
                <a:gd name="connsiteY20" fmla="*/ 253397 h 316164"/>
                <a:gd name="connsiteX21" fmla="*/ 24766 w 118879"/>
                <a:gd name="connsiteY21" fmla="*/ 168655 h 316164"/>
                <a:gd name="connsiteX22" fmla="*/ 11017 w 118879"/>
                <a:gd name="connsiteY22" fmla="*/ 78747 h 316164"/>
                <a:gd name="connsiteX23" fmla="*/ 18266 w 118879"/>
                <a:gd name="connsiteY23" fmla="*/ 15169 h 316164"/>
                <a:gd name="connsiteX24" fmla="*/ 37765 w 118879"/>
                <a:gd name="connsiteY24" fmla="*/ 16419 h 316164"/>
                <a:gd name="connsiteX25" fmla="*/ 44098 w 118879"/>
                <a:gd name="connsiteY25" fmla="*/ 35250 h 316164"/>
                <a:gd name="connsiteX26" fmla="*/ 51930 w 118879"/>
                <a:gd name="connsiteY26" fmla="*/ 56499 h 316164"/>
                <a:gd name="connsiteX27" fmla="*/ 63429 w 118879"/>
                <a:gd name="connsiteY27" fmla="*/ 100495 h 316164"/>
                <a:gd name="connsiteX28" fmla="*/ 63429 w 118879"/>
                <a:gd name="connsiteY28" fmla="*/ 100495 h 316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18879" h="316164">
                  <a:moveTo>
                    <a:pt x="51013" y="27251"/>
                  </a:moveTo>
                  <a:cubicBezTo>
                    <a:pt x="47681" y="18919"/>
                    <a:pt x="45931" y="6920"/>
                    <a:pt x="37015" y="2670"/>
                  </a:cubicBezTo>
                  <a:cubicBezTo>
                    <a:pt x="35682" y="2004"/>
                    <a:pt x="34348" y="1587"/>
                    <a:pt x="33015" y="1337"/>
                  </a:cubicBezTo>
                  <a:cubicBezTo>
                    <a:pt x="32432" y="420"/>
                    <a:pt x="31432" y="-246"/>
                    <a:pt x="30098" y="87"/>
                  </a:cubicBezTo>
                  <a:cubicBezTo>
                    <a:pt x="28765" y="420"/>
                    <a:pt x="27432" y="754"/>
                    <a:pt x="26182" y="1170"/>
                  </a:cubicBezTo>
                  <a:cubicBezTo>
                    <a:pt x="20183" y="2170"/>
                    <a:pt x="14600" y="6003"/>
                    <a:pt x="11100" y="11086"/>
                  </a:cubicBezTo>
                  <a:cubicBezTo>
                    <a:pt x="-899" y="28335"/>
                    <a:pt x="-1149" y="50416"/>
                    <a:pt x="1101" y="71581"/>
                  </a:cubicBezTo>
                  <a:cubicBezTo>
                    <a:pt x="1935" y="93162"/>
                    <a:pt x="5184" y="114743"/>
                    <a:pt x="8767" y="135658"/>
                  </a:cubicBezTo>
                  <a:cubicBezTo>
                    <a:pt x="14100" y="166739"/>
                    <a:pt x="22266" y="197236"/>
                    <a:pt x="30932" y="227400"/>
                  </a:cubicBezTo>
                  <a:cubicBezTo>
                    <a:pt x="38181" y="252814"/>
                    <a:pt x="45431" y="286561"/>
                    <a:pt x="64846" y="306059"/>
                  </a:cubicBezTo>
                  <a:cubicBezTo>
                    <a:pt x="77428" y="318725"/>
                    <a:pt x="101676" y="320725"/>
                    <a:pt x="112591" y="304893"/>
                  </a:cubicBezTo>
                  <a:cubicBezTo>
                    <a:pt x="126923" y="284145"/>
                    <a:pt x="113008" y="248648"/>
                    <a:pt x="107675" y="227067"/>
                  </a:cubicBezTo>
                  <a:cubicBezTo>
                    <a:pt x="99176" y="192653"/>
                    <a:pt x="89343" y="158823"/>
                    <a:pt x="79928" y="124659"/>
                  </a:cubicBezTo>
                  <a:cubicBezTo>
                    <a:pt x="70761" y="91662"/>
                    <a:pt x="63679" y="59082"/>
                    <a:pt x="51013" y="27251"/>
                  </a:cubicBezTo>
                  <a:lnTo>
                    <a:pt x="51013" y="27251"/>
                  </a:lnTo>
                  <a:close/>
                  <a:moveTo>
                    <a:pt x="63429" y="100495"/>
                  </a:moveTo>
                  <a:cubicBezTo>
                    <a:pt x="70595" y="131242"/>
                    <a:pt x="79761" y="161322"/>
                    <a:pt x="87510" y="191820"/>
                  </a:cubicBezTo>
                  <a:cubicBezTo>
                    <a:pt x="94759" y="220234"/>
                    <a:pt x="105925" y="251648"/>
                    <a:pt x="105842" y="281062"/>
                  </a:cubicBezTo>
                  <a:cubicBezTo>
                    <a:pt x="105842" y="292144"/>
                    <a:pt x="103675" y="302393"/>
                    <a:pt x="90927" y="304060"/>
                  </a:cubicBezTo>
                  <a:cubicBezTo>
                    <a:pt x="82260" y="305143"/>
                    <a:pt x="74761" y="300226"/>
                    <a:pt x="69928" y="293727"/>
                  </a:cubicBezTo>
                  <a:cubicBezTo>
                    <a:pt x="60929" y="281728"/>
                    <a:pt x="55013" y="267396"/>
                    <a:pt x="49930" y="253397"/>
                  </a:cubicBezTo>
                  <a:cubicBezTo>
                    <a:pt x="39931" y="225733"/>
                    <a:pt x="31599" y="197236"/>
                    <a:pt x="24766" y="168655"/>
                  </a:cubicBezTo>
                  <a:cubicBezTo>
                    <a:pt x="17766" y="139241"/>
                    <a:pt x="12850" y="108911"/>
                    <a:pt x="11017" y="78747"/>
                  </a:cubicBezTo>
                  <a:cubicBezTo>
                    <a:pt x="9934" y="61581"/>
                    <a:pt x="6684" y="31668"/>
                    <a:pt x="18266" y="15169"/>
                  </a:cubicBezTo>
                  <a:cubicBezTo>
                    <a:pt x="22683" y="12586"/>
                    <a:pt x="29182" y="13003"/>
                    <a:pt x="37765" y="16419"/>
                  </a:cubicBezTo>
                  <a:cubicBezTo>
                    <a:pt x="41097" y="20585"/>
                    <a:pt x="42264" y="30168"/>
                    <a:pt x="44098" y="35250"/>
                  </a:cubicBezTo>
                  <a:cubicBezTo>
                    <a:pt x="46764" y="42333"/>
                    <a:pt x="49597" y="49249"/>
                    <a:pt x="51930" y="56499"/>
                  </a:cubicBezTo>
                  <a:cubicBezTo>
                    <a:pt x="56430" y="70831"/>
                    <a:pt x="59929" y="85746"/>
                    <a:pt x="63429" y="100495"/>
                  </a:cubicBezTo>
                  <a:lnTo>
                    <a:pt x="63429" y="100495"/>
                  </a:lnTo>
                  <a:close/>
                </a:path>
              </a:pathLst>
            </a:custGeom>
            <a:grpFill/>
            <a:ln w="8332" cap="flat">
              <a:noFill/>
              <a:prstDash val="solid"/>
              <a:miter/>
            </a:ln>
          </p:spPr>
          <p:txBody>
            <a:bodyPr rtlCol="0" anchor="ctr"/>
            <a:lstStyle/>
            <a:p>
              <a:endParaRPr lang="en-US"/>
            </a:p>
          </p:txBody>
        </p:sp>
        <p:sp>
          <p:nvSpPr>
            <p:cNvPr id="1598" name="Freeform: Shape 1597"/>
            <p:cNvSpPr/>
            <p:nvPr/>
          </p:nvSpPr>
          <p:spPr>
            <a:xfrm>
              <a:off x="3970896" y="3672509"/>
              <a:ext cx="118879" cy="316081"/>
            </a:xfrm>
            <a:custGeom>
              <a:avLst/>
              <a:gdLst>
                <a:gd name="connsiteX0" fmla="*/ 51013 w 118879"/>
                <a:gd name="connsiteY0" fmla="*/ 27251 h 316081"/>
                <a:gd name="connsiteX1" fmla="*/ 37014 w 118879"/>
                <a:gd name="connsiteY1" fmla="*/ 2670 h 316081"/>
                <a:gd name="connsiteX2" fmla="*/ 33015 w 118879"/>
                <a:gd name="connsiteY2" fmla="*/ 1337 h 316081"/>
                <a:gd name="connsiteX3" fmla="*/ 30099 w 118879"/>
                <a:gd name="connsiteY3" fmla="*/ 87 h 316081"/>
                <a:gd name="connsiteX4" fmla="*/ 26182 w 118879"/>
                <a:gd name="connsiteY4" fmla="*/ 1170 h 316081"/>
                <a:gd name="connsiteX5" fmla="*/ 11100 w 118879"/>
                <a:gd name="connsiteY5" fmla="*/ 11086 h 316081"/>
                <a:gd name="connsiteX6" fmla="*/ 1101 w 118879"/>
                <a:gd name="connsiteY6" fmla="*/ 71497 h 316081"/>
                <a:gd name="connsiteX7" fmla="*/ 8767 w 118879"/>
                <a:gd name="connsiteY7" fmla="*/ 135575 h 316081"/>
                <a:gd name="connsiteX8" fmla="*/ 30932 w 118879"/>
                <a:gd name="connsiteY8" fmla="*/ 227317 h 316081"/>
                <a:gd name="connsiteX9" fmla="*/ 64845 w 118879"/>
                <a:gd name="connsiteY9" fmla="*/ 305976 h 316081"/>
                <a:gd name="connsiteX10" fmla="*/ 112591 w 118879"/>
                <a:gd name="connsiteY10" fmla="*/ 304810 h 316081"/>
                <a:gd name="connsiteX11" fmla="*/ 107675 w 118879"/>
                <a:gd name="connsiteY11" fmla="*/ 226983 h 316081"/>
                <a:gd name="connsiteX12" fmla="*/ 79927 w 118879"/>
                <a:gd name="connsiteY12" fmla="*/ 124576 h 316081"/>
                <a:gd name="connsiteX13" fmla="*/ 51013 w 118879"/>
                <a:gd name="connsiteY13" fmla="*/ 27251 h 316081"/>
                <a:gd name="connsiteX14" fmla="*/ 51013 w 118879"/>
                <a:gd name="connsiteY14" fmla="*/ 27251 h 316081"/>
                <a:gd name="connsiteX15" fmla="*/ 63429 w 118879"/>
                <a:gd name="connsiteY15" fmla="*/ 100411 h 316081"/>
                <a:gd name="connsiteX16" fmla="*/ 87510 w 118879"/>
                <a:gd name="connsiteY16" fmla="*/ 191736 h 316081"/>
                <a:gd name="connsiteX17" fmla="*/ 105842 w 118879"/>
                <a:gd name="connsiteY17" fmla="*/ 280979 h 316081"/>
                <a:gd name="connsiteX18" fmla="*/ 90926 w 118879"/>
                <a:gd name="connsiteY18" fmla="*/ 303977 h 316081"/>
                <a:gd name="connsiteX19" fmla="*/ 69928 w 118879"/>
                <a:gd name="connsiteY19" fmla="*/ 293644 h 316081"/>
                <a:gd name="connsiteX20" fmla="*/ 49930 w 118879"/>
                <a:gd name="connsiteY20" fmla="*/ 253314 h 316081"/>
                <a:gd name="connsiteX21" fmla="*/ 24766 w 118879"/>
                <a:gd name="connsiteY21" fmla="*/ 168572 h 316081"/>
                <a:gd name="connsiteX22" fmla="*/ 11017 w 118879"/>
                <a:gd name="connsiteY22" fmla="*/ 78664 h 316081"/>
                <a:gd name="connsiteX23" fmla="*/ 18266 w 118879"/>
                <a:gd name="connsiteY23" fmla="*/ 15086 h 316081"/>
                <a:gd name="connsiteX24" fmla="*/ 37765 w 118879"/>
                <a:gd name="connsiteY24" fmla="*/ 16336 h 316081"/>
                <a:gd name="connsiteX25" fmla="*/ 44097 w 118879"/>
                <a:gd name="connsiteY25" fmla="*/ 35167 h 316081"/>
                <a:gd name="connsiteX26" fmla="*/ 51930 w 118879"/>
                <a:gd name="connsiteY26" fmla="*/ 56415 h 316081"/>
                <a:gd name="connsiteX27" fmla="*/ 63429 w 118879"/>
                <a:gd name="connsiteY27" fmla="*/ 100411 h 316081"/>
                <a:gd name="connsiteX28" fmla="*/ 63429 w 118879"/>
                <a:gd name="connsiteY28" fmla="*/ 100411 h 316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18879" h="316081">
                  <a:moveTo>
                    <a:pt x="51013" y="27251"/>
                  </a:moveTo>
                  <a:cubicBezTo>
                    <a:pt x="47680" y="18919"/>
                    <a:pt x="45930" y="6920"/>
                    <a:pt x="37014" y="2670"/>
                  </a:cubicBezTo>
                  <a:cubicBezTo>
                    <a:pt x="35681" y="2004"/>
                    <a:pt x="34348" y="1587"/>
                    <a:pt x="33015" y="1337"/>
                  </a:cubicBezTo>
                  <a:cubicBezTo>
                    <a:pt x="32432" y="420"/>
                    <a:pt x="31432" y="-246"/>
                    <a:pt x="30099" y="87"/>
                  </a:cubicBezTo>
                  <a:cubicBezTo>
                    <a:pt x="28765" y="420"/>
                    <a:pt x="27432" y="754"/>
                    <a:pt x="26182" y="1170"/>
                  </a:cubicBezTo>
                  <a:cubicBezTo>
                    <a:pt x="20183" y="2170"/>
                    <a:pt x="14600" y="6003"/>
                    <a:pt x="11100" y="11086"/>
                  </a:cubicBezTo>
                  <a:cubicBezTo>
                    <a:pt x="-899" y="28335"/>
                    <a:pt x="-1148" y="50416"/>
                    <a:pt x="1101" y="71497"/>
                  </a:cubicBezTo>
                  <a:cubicBezTo>
                    <a:pt x="1935" y="93079"/>
                    <a:pt x="5184" y="114660"/>
                    <a:pt x="8767" y="135575"/>
                  </a:cubicBezTo>
                  <a:cubicBezTo>
                    <a:pt x="14100" y="166656"/>
                    <a:pt x="22266" y="197069"/>
                    <a:pt x="30932" y="227317"/>
                  </a:cubicBezTo>
                  <a:cubicBezTo>
                    <a:pt x="38181" y="252731"/>
                    <a:pt x="45430" y="286478"/>
                    <a:pt x="64845" y="305976"/>
                  </a:cubicBezTo>
                  <a:cubicBezTo>
                    <a:pt x="77428" y="318642"/>
                    <a:pt x="101675" y="320642"/>
                    <a:pt x="112591" y="304810"/>
                  </a:cubicBezTo>
                  <a:cubicBezTo>
                    <a:pt x="126923" y="284062"/>
                    <a:pt x="113007" y="248565"/>
                    <a:pt x="107675" y="226983"/>
                  </a:cubicBezTo>
                  <a:cubicBezTo>
                    <a:pt x="99176" y="192570"/>
                    <a:pt x="89343" y="158740"/>
                    <a:pt x="79927" y="124576"/>
                  </a:cubicBezTo>
                  <a:cubicBezTo>
                    <a:pt x="70845" y="91579"/>
                    <a:pt x="63762" y="58999"/>
                    <a:pt x="51013" y="27251"/>
                  </a:cubicBezTo>
                  <a:lnTo>
                    <a:pt x="51013" y="27251"/>
                  </a:lnTo>
                  <a:close/>
                  <a:moveTo>
                    <a:pt x="63429" y="100411"/>
                  </a:moveTo>
                  <a:cubicBezTo>
                    <a:pt x="70595" y="131159"/>
                    <a:pt x="79761" y="161156"/>
                    <a:pt x="87510" y="191736"/>
                  </a:cubicBezTo>
                  <a:cubicBezTo>
                    <a:pt x="94759" y="220151"/>
                    <a:pt x="105925" y="251564"/>
                    <a:pt x="105842" y="280979"/>
                  </a:cubicBezTo>
                  <a:cubicBezTo>
                    <a:pt x="105842" y="292061"/>
                    <a:pt x="103675" y="302310"/>
                    <a:pt x="90926" y="303977"/>
                  </a:cubicBezTo>
                  <a:cubicBezTo>
                    <a:pt x="82260" y="305060"/>
                    <a:pt x="74761" y="300143"/>
                    <a:pt x="69928" y="293644"/>
                  </a:cubicBezTo>
                  <a:cubicBezTo>
                    <a:pt x="60929" y="281645"/>
                    <a:pt x="55013" y="267313"/>
                    <a:pt x="49930" y="253314"/>
                  </a:cubicBezTo>
                  <a:cubicBezTo>
                    <a:pt x="39931" y="225650"/>
                    <a:pt x="31598" y="197153"/>
                    <a:pt x="24766" y="168572"/>
                  </a:cubicBezTo>
                  <a:cubicBezTo>
                    <a:pt x="17766" y="139158"/>
                    <a:pt x="12850" y="108827"/>
                    <a:pt x="11017" y="78664"/>
                  </a:cubicBezTo>
                  <a:cubicBezTo>
                    <a:pt x="9933" y="61498"/>
                    <a:pt x="6684" y="31584"/>
                    <a:pt x="18266" y="15086"/>
                  </a:cubicBezTo>
                  <a:cubicBezTo>
                    <a:pt x="22683" y="12503"/>
                    <a:pt x="29182" y="12919"/>
                    <a:pt x="37765" y="16336"/>
                  </a:cubicBezTo>
                  <a:cubicBezTo>
                    <a:pt x="41097" y="20502"/>
                    <a:pt x="42264" y="30084"/>
                    <a:pt x="44097" y="35167"/>
                  </a:cubicBezTo>
                  <a:cubicBezTo>
                    <a:pt x="46764" y="42250"/>
                    <a:pt x="49597" y="49166"/>
                    <a:pt x="51930" y="56415"/>
                  </a:cubicBezTo>
                  <a:cubicBezTo>
                    <a:pt x="56429" y="70747"/>
                    <a:pt x="60012" y="85663"/>
                    <a:pt x="63429" y="100411"/>
                  </a:cubicBezTo>
                  <a:lnTo>
                    <a:pt x="63429" y="100411"/>
                  </a:lnTo>
                  <a:close/>
                </a:path>
              </a:pathLst>
            </a:custGeom>
            <a:grpFill/>
            <a:ln w="8332" cap="flat">
              <a:noFill/>
              <a:prstDash val="solid"/>
              <a:miter/>
            </a:ln>
          </p:spPr>
          <p:txBody>
            <a:bodyPr rtlCol="0" anchor="ctr"/>
            <a:lstStyle/>
            <a:p>
              <a:endParaRPr lang="en-US"/>
            </a:p>
          </p:txBody>
        </p:sp>
        <p:sp>
          <p:nvSpPr>
            <p:cNvPr id="1599" name="Freeform: Shape 1598"/>
            <p:cNvSpPr/>
            <p:nvPr/>
          </p:nvSpPr>
          <p:spPr>
            <a:xfrm>
              <a:off x="4175293" y="1064317"/>
              <a:ext cx="389054" cy="752675"/>
            </a:xfrm>
            <a:custGeom>
              <a:avLst/>
              <a:gdLst>
                <a:gd name="connsiteX0" fmla="*/ 226748 w 389054"/>
                <a:gd name="connsiteY0" fmla="*/ 677119 h 752675"/>
                <a:gd name="connsiteX1" fmla="*/ 211916 w 389054"/>
                <a:gd name="connsiteY1" fmla="*/ 657038 h 752675"/>
                <a:gd name="connsiteX2" fmla="*/ 207416 w 389054"/>
                <a:gd name="connsiteY2" fmla="*/ 633040 h 752675"/>
                <a:gd name="connsiteX3" fmla="*/ 213083 w 389054"/>
                <a:gd name="connsiteY3" fmla="*/ 568796 h 752675"/>
                <a:gd name="connsiteX4" fmla="*/ 246663 w 389054"/>
                <a:gd name="connsiteY4" fmla="*/ 440724 h 752675"/>
                <a:gd name="connsiteX5" fmla="*/ 247246 w 389054"/>
                <a:gd name="connsiteY5" fmla="*/ 440641 h 752675"/>
                <a:gd name="connsiteX6" fmla="*/ 251162 w 389054"/>
                <a:gd name="connsiteY6" fmla="*/ 440057 h 752675"/>
                <a:gd name="connsiteX7" fmla="*/ 251412 w 389054"/>
                <a:gd name="connsiteY7" fmla="*/ 439974 h 752675"/>
                <a:gd name="connsiteX8" fmla="*/ 260828 w 389054"/>
                <a:gd name="connsiteY8" fmla="*/ 437224 h 752675"/>
                <a:gd name="connsiteX9" fmla="*/ 263495 w 389054"/>
                <a:gd name="connsiteY9" fmla="*/ 435141 h 752675"/>
                <a:gd name="connsiteX10" fmla="*/ 303158 w 389054"/>
                <a:gd name="connsiteY10" fmla="*/ 412560 h 752675"/>
                <a:gd name="connsiteX11" fmla="*/ 316740 w 389054"/>
                <a:gd name="connsiteY11" fmla="*/ 362481 h 752675"/>
                <a:gd name="connsiteX12" fmla="*/ 355236 w 389054"/>
                <a:gd name="connsiteY12" fmla="*/ 309319 h 752675"/>
                <a:gd name="connsiteX13" fmla="*/ 356736 w 389054"/>
                <a:gd name="connsiteY13" fmla="*/ 283071 h 752675"/>
                <a:gd name="connsiteX14" fmla="*/ 354986 w 389054"/>
                <a:gd name="connsiteY14" fmla="*/ 265656 h 752675"/>
                <a:gd name="connsiteX15" fmla="*/ 367319 w 389054"/>
                <a:gd name="connsiteY15" fmla="*/ 247158 h 752675"/>
                <a:gd name="connsiteX16" fmla="*/ 388983 w 389054"/>
                <a:gd name="connsiteY16" fmla="*/ 199496 h 752675"/>
                <a:gd name="connsiteX17" fmla="*/ 366485 w 389054"/>
                <a:gd name="connsiteY17" fmla="*/ 143501 h 752675"/>
                <a:gd name="connsiteX18" fmla="*/ 361569 w 389054"/>
                <a:gd name="connsiteY18" fmla="*/ 84089 h 752675"/>
                <a:gd name="connsiteX19" fmla="*/ 324322 w 389054"/>
                <a:gd name="connsiteY19" fmla="*/ 53759 h 752675"/>
                <a:gd name="connsiteX20" fmla="*/ 289492 w 389054"/>
                <a:gd name="connsiteY20" fmla="*/ 37427 h 752675"/>
                <a:gd name="connsiteX21" fmla="*/ 273660 w 389054"/>
                <a:gd name="connsiteY21" fmla="*/ 17512 h 752675"/>
                <a:gd name="connsiteX22" fmla="*/ 221081 w 389054"/>
                <a:gd name="connsiteY22" fmla="*/ 97 h 752675"/>
                <a:gd name="connsiteX23" fmla="*/ 162504 w 389054"/>
                <a:gd name="connsiteY23" fmla="*/ 12096 h 752675"/>
                <a:gd name="connsiteX24" fmla="*/ 106592 w 389054"/>
                <a:gd name="connsiteY24" fmla="*/ 23012 h 752675"/>
                <a:gd name="connsiteX25" fmla="*/ 65596 w 389054"/>
                <a:gd name="connsiteY25" fmla="*/ 60425 h 752675"/>
                <a:gd name="connsiteX26" fmla="*/ 23766 w 389054"/>
                <a:gd name="connsiteY26" fmla="*/ 88839 h 752675"/>
                <a:gd name="connsiteX27" fmla="*/ 9767 w 389054"/>
                <a:gd name="connsiteY27" fmla="*/ 137585 h 752675"/>
                <a:gd name="connsiteX28" fmla="*/ 11267 w 389054"/>
                <a:gd name="connsiteY28" fmla="*/ 152083 h 752675"/>
                <a:gd name="connsiteX29" fmla="*/ 5684 w 389054"/>
                <a:gd name="connsiteY29" fmla="*/ 169748 h 752675"/>
                <a:gd name="connsiteX30" fmla="*/ 18 w 389054"/>
                <a:gd name="connsiteY30" fmla="*/ 195246 h 752675"/>
                <a:gd name="connsiteX31" fmla="*/ 21933 w 389054"/>
                <a:gd name="connsiteY31" fmla="*/ 249741 h 752675"/>
                <a:gd name="connsiteX32" fmla="*/ 28516 w 389054"/>
                <a:gd name="connsiteY32" fmla="*/ 284655 h 752675"/>
                <a:gd name="connsiteX33" fmla="*/ 23849 w 389054"/>
                <a:gd name="connsiteY33" fmla="*/ 312402 h 752675"/>
                <a:gd name="connsiteX34" fmla="*/ 99593 w 389054"/>
                <a:gd name="connsiteY34" fmla="*/ 409060 h 752675"/>
                <a:gd name="connsiteX35" fmla="*/ 113008 w 389054"/>
                <a:gd name="connsiteY35" fmla="*/ 433475 h 752675"/>
                <a:gd name="connsiteX36" fmla="*/ 132256 w 389054"/>
                <a:gd name="connsiteY36" fmla="*/ 470305 h 752675"/>
                <a:gd name="connsiteX37" fmla="*/ 134423 w 389054"/>
                <a:gd name="connsiteY37" fmla="*/ 472304 h 752675"/>
                <a:gd name="connsiteX38" fmla="*/ 141172 w 389054"/>
                <a:gd name="connsiteY38" fmla="*/ 556547 h 752675"/>
                <a:gd name="connsiteX39" fmla="*/ 142756 w 389054"/>
                <a:gd name="connsiteY39" fmla="*/ 612375 h 752675"/>
                <a:gd name="connsiteX40" fmla="*/ 112508 w 389054"/>
                <a:gd name="connsiteY40" fmla="*/ 655371 h 752675"/>
                <a:gd name="connsiteX41" fmla="*/ 96260 w 389054"/>
                <a:gd name="connsiteY41" fmla="*/ 730198 h 752675"/>
                <a:gd name="connsiteX42" fmla="*/ 137922 w 389054"/>
                <a:gd name="connsiteY42" fmla="*/ 732614 h 752675"/>
                <a:gd name="connsiteX43" fmla="*/ 161254 w 389054"/>
                <a:gd name="connsiteY43" fmla="*/ 717699 h 752675"/>
                <a:gd name="connsiteX44" fmla="*/ 212999 w 389054"/>
                <a:gd name="connsiteY44" fmla="*/ 750863 h 752675"/>
                <a:gd name="connsiteX45" fmla="*/ 226748 w 389054"/>
                <a:gd name="connsiteY45" fmla="*/ 677119 h 752675"/>
                <a:gd name="connsiteX46" fmla="*/ 226748 w 389054"/>
                <a:gd name="connsiteY46" fmla="*/ 677119 h 752675"/>
                <a:gd name="connsiteX47" fmla="*/ 118425 w 389054"/>
                <a:gd name="connsiteY47" fmla="*/ 419726 h 752675"/>
                <a:gd name="connsiteX48" fmla="*/ 105175 w 389054"/>
                <a:gd name="connsiteY48" fmla="*/ 404561 h 752675"/>
                <a:gd name="connsiteX49" fmla="*/ 105175 w 389054"/>
                <a:gd name="connsiteY49" fmla="*/ 404561 h 752675"/>
                <a:gd name="connsiteX50" fmla="*/ 40931 w 389054"/>
                <a:gd name="connsiteY50" fmla="*/ 314069 h 752675"/>
                <a:gd name="connsiteX51" fmla="*/ 50597 w 389054"/>
                <a:gd name="connsiteY51" fmla="*/ 268073 h 752675"/>
                <a:gd name="connsiteX52" fmla="*/ 32099 w 389054"/>
                <a:gd name="connsiteY52" fmla="*/ 230659 h 752675"/>
                <a:gd name="connsiteX53" fmla="*/ 20933 w 389054"/>
                <a:gd name="connsiteY53" fmla="*/ 178498 h 752675"/>
                <a:gd name="connsiteX54" fmla="*/ 28516 w 389054"/>
                <a:gd name="connsiteY54" fmla="*/ 157416 h 752675"/>
                <a:gd name="connsiteX55" fmla="*/ 26516 w 389054"/>
                <a:gd name="connsiteY55" fmla="*/ 130752 h 752675"/>
                <a:gd name="connsiteX56" fmla="*/ 50763 w 389054"/>
                <a:gd name="connsiteY56" fmla="*/ 83006 h 752675"/>
                <a:gd name="connsiteX57" fmla="*/ 89427 w 389054"/>
                <a:gd name="connsiteY57" fmla="*/ 58675 h 752675"/>
                <a:gd name="connsiteX58" fmla="*/ 136339 w 389054"/>
                <a:gd name="connsiteY58" fmla="*/ 29844 h 752675"/>
                <a:gd name="connsiteX59" fmla="*/ 185585 w 389054"/>
                <a:gd name="connsiteY59" fmla="*/ 20928 h 752675"/>
                <a:gd name="connsiteX60" fmla="*/ 238997 w 389054"/>
                <a:gd name="connsiteY60" fmla="*/ 17762 h 752675"/>
                <a:gd name="connsiteX61" fmla="*/ 266661 w 389054"/>
                <a:gd name="connsiteY61" fmla="*/ 30761 h 752675"/>
                <a:gd name="connsiteX62" fmla="*/ 282659 w 389054"/>
                <a:gd name="connsiteY62" fmla="*/ 53676 h 752675"/>
                <a:gd name="connsiteX63" fmla="*/ 302324 w 389054"/>
                <a:gd name="connsiteY63" fmla="*/ 61092 h 752675"/>
                <a:gd name="connsiteX64" fmla="*/ 332238 w 389054"/>
                <a:gd name="connsiteY64" fmla="*/ 75674 h 752675"/>
                <a:gd name="connsiteX65" fmla="*/ 348153 w 389054"/>
                <a:gd name="connsiteY65" fmla="*/ 94838 h 752675"/>
                <a:gd name="connsiteX66" fmla="*/ 345821 w 389054"/>
                <a:gd name="connsiteY66" fmla="*/ 128252 h 752675"/>
                <a:gd name="connsiteX67" fmla="*/ 362069 w 389054"/>
                <a:gd name="connsiteY67" fmla="*/ 170165 h 752675"/>
                <a:gd name="connsiteX68" fmla="*/ 358653 w 389054"/>
                <a:gd name="connsiteY68" fmla="*/ 230160 h 752675"/>
                <a:gd name="connsiteX69" fmla="*/ 337821 w 389054"/>
                <a:gd name="connsiteY69" fmla="*/ 275239 h 752675"/>
                <a:gd name="connsiteX70" fmla="*/ 333405 w 389054"/>
                <a:gd name="connsiteY70" fmla="*/ 314652 h 752675"/>
                <a:gd name="connsiteX71" fmla="*/ 312823 w 389054"/>
                <a:gd name="connsiteY71" fmla="*/ 337733 h 752675"/>
                <a:gd name="connsiteX72" fmla="*/ 296741 w 389054"/>
                <a:gd name="connsiteY72" fmla="*/ 382979 h 752675"/>
                <a:gd name="connsiteX73" fmla="*/ 277910 w 389054"/>
                <a:gd name="connsiteY73" fmla="*/ 409560 h 752675"/>
                <a:gd name="connsiteX74" fmla="*/ 245496 w 389054"/>
                <a:gd name="connsiteY74" fmla="*/ 425975 h 752675"/>
                <a:gd name="connsiteX75" fmla="*/ 244996 w 389054"/>
                <a:gd name="connsiteY75" fmla="*/ 426309 h 752675"/>
                <a:gd name="connsiteX76" fmla="*/ 219082 w 389054"/>
                <a:gd name="connsiteY76" fmla="*/ 431725 h 752675"/>
                <a:gd name="connsiteX77" fmla="*/ 200250 w 389054"/>
                <a:gd name="connsiteY77" fmla="*/ 443890 h 752675"/>
                <a:gd name="connsiteX78" fmla="*/ 160837 w 389054"/>
                <a:gd name="connsiteY78" fmla="*/ 419476 h 752675"/>
                <a:gd name="connsiteX79" fmla="*/ 138006 w 389054"/>
                <a:gd name="connsiteY79" fmla="*/ 449390 h 752675"/>
                <a:gd name="connsiteX80" fmla="*/ 133506 w 389054"/>
                <a:gd name="connsiteY80" fmla="*/ 439891 h 752675"/>
                <a:gd name="connsiteX81" fmla="*/ 118425 w 389054"/>
                <a:gd name="connsiteY81" fmla="*/ 419726 h 752675"/>
                <a:gd name="connsiteX82" fmla="*/ 118425 w 389054"/>
                <a:gd name="connsiteY82" fmla="*/ 419726 h 752675"/>
                <a:gd name="connsiteX83" fmla="*/ 213332 w 389054"/>
                <a:gd name="connsiteY83" fmla="*/ 730864 h 752675"/>
                <a:gd name="connsiteX84" fmla="*/ 188918 w 389054"/>
                <a:gd name="connsiteY84" fmla="*/ 731114 h 752675"/>
                <a:gd name="connsiteX85" fmla="*/ 172836 w 389054"/>
                <a:gd name="connsiteY85" fmla="*/ 699784 h 752675"/>
                <a:gd name="connsiteX86" fmla="*/ 159921 w 389054"/>
                <a:gd name="connsiteY86" fmla="*/ 696368 h 752675"/>
                <a:gd name="connsiteX87" fmla="*/ 138339 w 389054"/>
                <a:gd name="connsiteY87" fmla="*/ 716032 h 752675"/>
                <a:gd name="connsiteX88" fmla="*/ 108342 w 389054"/>
                <a:gd name="connsiteY88" fmla="*/ 717949 h 752675"/>
                <a:gd name="connsiteX89" fmla="*/ 119507 w 389054"/>
                <a:gd name="connsiteY89" fmla="*/ 672036 h 752675"/>
                <a:gd name="connsiteX90" fmla="*/ 158171 w 389054"/>
                <a:gd name="connsiteY90" fmla="*/ 613792 h 752675"/>
                <a:gd name="connsiteX91" fmla="*/ 152504 w 389054"/>
                <a:gd name="connsiteY91" fmla="*/ 528716 h 752675"/>
                <a:gd name="connsiteX92" fmla="*/ 144755 w 389054"/>
                <a:gd name="connsiteY92" fmla="*/ 485220 h 752675"/>
                <a:gd name="connsiteX93" fmla="*/ 143005 w 389054"/>
                <a:gd name="connsiteY93" fmla="*/ 470388 h 752675"/>
                <a:gd name="connsiteX94" fmla="*/ 143505 w 389054"/>
                <a:gd name="connsiteY94" fmla="*/ 469888 h 752675"/>
                <a:gd name="connsiteX95" fmla="*/ 160504 w 389054"/>
                <a:gd name="connsiteY95" fmla="*/ 435474 h 752675"/>
                <a:gd name="connsiteX96" fmla="*/ 178586 w 389054"/>
                <a:gd name="connsiteY96" fmla="*/ 439557 h 752675"/>
                <a:gd name="connsiteX97" fmla="*/ 184668 w 389054"/>
                <a:gd name="connsiteY97" fmla="*/ 446890 h 752675"/>
                <a:gd name="connsiteX98" fmla="*/ 194918 w 389054"/>
                <a:gd name="connsiteY98" fmla="*/ 458056 h 752675"/>
                <a:gd name="connsiteX99" fmla="*/ 202167 w 389054"/>
                <a:gd name="connsiteY99" fmla="*/ 459056 h 752675"/>
                <a:gd name="connsiteX100" fmla="*/ 224415 w 389054"/>
                <a:gd name="connsiteY100" fmla="*/ 444974 h 752675"/>
                <a:gd name="connsiteX101" fmla="*/ 227748 w 389054"/>
                <a:gd name="connsiteY101" fmla="*/ 443807 h 752675"/>
                <a:gd name="connsiteX102" fmla="*/ 202917 w 389054"/>
                <a:gd name="connsiteY102" fmla="*/ 515051 h 752675"/>
                <a:gd name="connsiteX103" fmla="*/ 197501 w 389054"/>
                <a:gd name="connsiteY103" fmla="*/ 561630 h 752675"/>
                <a:gd name="connsiteX104" fmla="*/ 194167 w 389054"/>
                <a:gd name="connsiteY104" fmla="*/ 616708 h 752675"/>
                <a:gd name="connsiteX105" fmla="*/ 190001 w 389054"/>
                <a:gd name="connsiteY105" fmla="*/ 654621 h 752675"/>
                <a:gd name="connsiteX106" fmla="*/ 212583 w 389054"/>
                <a:gd name="connsiteY106" fmla="*/ 682369 h 752675"/>
                <a:gd name="connsiteX107" fmla="*/ 213332 w 389054"/>
                <a:gd name="connsiteY107" fmla="*/ 730864 h 752675"/>
                <a:gd name="connsiteX108" fmla="*/ 213332 w 389054"/>
                <a:gd name="connsiteY108" fmla="*/ 730864 h 752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389054" h="752675">
                  <a:moveTo>
                    <a:pt x="226748" y="677119"/>
                  </a:moveTo>
                  <a:cubicBezTo>
                    <a:pt x="222498" y="669870"/>
                    <a:pt x="217249" y="663454"/>
                    <a:pt x="211916" y="657038"/>
                  </a:cubicBezTo>
                  <a:cubicBezTo>
                    <a:pt x="205000" y="648705"/>
                    <a:pt x="205416" y="643372"/>
                    <a:pt x="207416" y="633040"/>
                  </a:cubicBezTo>
                  <a:cubicBezTo>
                    <a:pt x="211666" y="611375"/>
                    <a:pt x="211249" y="590627"/>
                    <a:pt x="213083" y="568796"/>
                  </a:cubicBezTo>
                  <a:cubicBezTo>
                    <a:pt x="216582" y="527383"/>
                    <a:pt x="218416" y="473888"/>
                    <a:pt x="246663" y="440724"/>
                  </a:cubicBezTo>
                  <a:cubicBezTo>
                    <a:pt x="246829" y="440724"/>
                    <a:pt x="247079" y="440641"/>
                    <a:pt x="247246" y="440641"/>
                  </a:cubicBezTo>
                  <a:cubicBezTo>
                    <a:pt x="248413" y="440807"/>
                    <a:pt x="249746" y="440641"/>
                    <a:pt x="251162" y="440057"/>
                  </a:cubicBezTo>
                  <a:cubicBezTo>
                    <a:pt x="251245" y="440057"/>
                    <a:pt x="251329" y="439974"/>
                    <a:pt x="251412" y="439974"/>
                  </a:cubicBezTo>
                  <a:cubicBezTo>
                    <a:pt x="254579" y="439391"/>
                    <a:pt x="257745" y="438558"/>
                    <a:pt x="260828" y="437224"/>
                  </a:cubicBezTo>
                  <a:cubicBezTo>
                    <a:pt x="261995" y="436724"/>
                    <a:pt x="262911" y="435974"/>
                    <a:pt x="263495" y="435141"/>
                  </a:cubicBezTo>
                  <a:cubicBezTo>
                    <a:pt x="277743" y="429475"/>
                    <a:pt x="292992" y="422892"/>
                    <a:pt x="303158" y="412560"/>
                  </a:cubicBezTo>
                  <a:cubicBezTo>
                    <a:pt x="317073" y="398561"/>
                    <a:pt x="309657" y="378979"/>
                    <a:pt x="316740" y="362481"/>
                  </a:cubicBezTo>
                  <a:cubicBezTo>
                    <a:pt x="325572" y="341900"/>
                    <a:pt x="348653" y="331817"/>
                    <a:pt x="355236" y="309319"/>
                  </a:cubicBezTo>
                  <a:cubicBezTo>
                    <a:pt x="357736" y="300986"/>
                    <a:pt x="357486" y="291654"/>
                    <a:pt x="356736" y="283071"/>
                  </a:cubicBezTo>
                  <a:cubicBezTo>
                    <a:pt x="356236" y="277572"/>
                    <a:pt x="354070" y="271156"/>
                    <a:pt x="354986" y="265656"/>
                  </a:cubicBezTo>
                  <a:cubicBezTo>
                    <a:pt x="356236" y="258240"/>
                    <a:pt x="362653" y="252574"/>
                    <a:pt x="367319" y="247158"/>
                  </a:cubicBezTo>
                  <a:cubicBezTo>
                    <a:pt x="378651" y="233993"/>
                    <a:pt x="390067" y="217744"/>
                    <a:pt x="388983" y="199496"/>
                  </a:cubicBezTo>
                  <a:cubicBezTo>
                    <a:pt x="387817" y="178581"/>
                    <a:pt x="375151" y="161749"/>
                    <a:pt x="366485" y="143501"/>
                  </a:cubicBezTo>
                  <a:cubicBezTo>
                    <a:pt x="357569" y="124586"/>
                    <a:pt x="370568" y="103588"/>
                    <a:pt x="361569" y="84089"/>
                  </a:cubicBezTo>
                  <a:cubicBezTo>
                    <a:pt x="354653" y="69091"/>
                    <a:pt x="338571" y="60508"/>
                    <a:pt x="324322" y="53759"/>
                  </a:cubicBezTo>
                  <a:cubicBezTo>
                    <a:pt x="313323" y="48593"/>
                    <a:pt x="297825" y="47093"/>
                    <a:pt x="289492" y="37427"/>
                  </a:cubicBezTo>
                  <a:cubicBezTo>
                    <a:pt x="283826" y="30678"/>
                    <a:pt x="281076" y="23178"/>
                    <a:pt x="273660" y="17512"/>
                  </a:cubicBezTo>
                  <a:cubicBezTo>
                    <a:pt x="258912" y="6180"/>
                    <a:pt x="239330" y="1014"/>
                    <a:pt x="221081" y="97"/>
                  </a:cubicBezTo>
                  <a:cubicBezTo>
                    <a:pt x="200417" y="-986"/>
                    <a:pt x="182168" y="7263"/>
                    <a:pt x="162504" y="12096"/>
                  </a:cubicBezTo>
                  <a:cubicBezTo>
                    <a:pt x="143755" y="16679"/>
                    <a:pt x="124007" y="13512"/>
                    <a:pt x="106592" y="23012"/>
                  </a:cubicBezTo>
                  <a:cubicBezTo>
                    <a:pt x="89677" y="32261"/>
                    <a:pt x="82677" y="52676"/>
                    <a:pt x="65596" y="60425"/>
                  </a:cubicBezTo>
                  <a:cubicBezTo>
                    <a:pt x="49347" y="67841"/>
                    <a:pt x="34098" y="72924"/>
                    <a:pt x="23766" y="88839"/>
                  </a:cubicBezTo>
                  <a:cubicBezTo>
                    <a:pt x="15600" y="101421"/>
                    <a:pt x="8684" y="122253"/>
                    <a:pt x="9767" y="137585"/>
                  </a:cubicBezTo>
                  <a:cubicBezTo>
                    <a:pt x="10101" y="142417"/>
                    <a:pt x="11517" y="147167"/>
                    <a:pt x="11267" y="152083"/>
                  </a:cubicBezTo>
                  <a:cubicBezTo>
                    <a:pt x="10934" y="158499"/>
                    <a:pt x="8268" y="163916"/>
                    <a:pt x="5684" y="169748"/>
                  </a:cubicBezTo>
                  <a:cubicBezTo>
                    <a:pt x="2101" y="178081"/>
                    <a:pt x="-232" y="185997"/>
                    <a:pt x="18" y="195246"/>
                  </a:cubicBezTo>
                  <a:cubicBezTo>
                    <a:pt x="602" y="215578"/>
                    <a:pt x="11767" y="232826"/>
                    <a:pt x="21933" y="249741"/>
                  </a:cubicBezTo>
                  <a:cubicBezTo>
                    <a:pt x="29932" y="263073"/>
                    <a:pt x="32765" y="269239"/>
                    <a:pt x="28516" y="284655"/>
                  </a:cubicBezTo>
                  <a:cubicBezTo>
                    <a:pt x="25933" y="293820"/>
                    <a:pt x="23433" y="302736"/>
                    <a:pt x="23849" y="312402"/>
                  </a:cubicBezTo>
                  <a:cubicBezTo>
                    <a:pt x="25683" y="357815"/>
                    <a:pt x="65345" y="386229"/>
                    <a:pt x="99593" y="409060"/>
                  </a:cubicBezTo>
                  <a:cubicBezTo>
                    <a:pt x="104176" y="417059"/>
                    <a:pt x="107592" y="425559"/>
                    <a:pt x="113008" y="433475"/>
                  </a:cubicBezTo>
                  <a:cubicBezTo>
                    <a:pt x="121008" y="445223"/>
                    <a:pt x="124924" y="458389"/>
                    <a:pt x="132256" y="470305"/>
                  </a:cubicBezTo>
                  <a:cubicBezTo>
                    <a:pt x="132756" y="471138"/>
                    <a:pt x="133506" y="471804"/>
                    <a:pt x="134423" y="472304"/>
                  </a:cubicBezTo>
                  <a:cubicBezTo>
                    <a:pt x="138089" y="500135"/>
                    <a:pt x="141172" y="528799"/>
                    <a:pt x="141172" y="556547"/>
                  </a:cubicBezTo>
                  <a:cubicBezTo>
                    <a:pt x="141172" y="575129"/>
                    <a:pt x="142839" y="593793"/>
                    <a:pt x="142756" y="612375"/>
                  </a:cubicBezTo>
                  <a:cubicBezTo>
                    <a:pt x="142672" y="631457"/>
                    <a:pt x="124424" y="642122"/>
                    <a:pt x="112508" y="655371"/>
                  </a:cubicBezTo>
                  <a:cubicBezTo>
                    <a:pt x="97259" y="672536"/>
                    <a:pt x="67762" y="711200"/>
                    <a:pt x="96260" y="730198"/>
                  </a:cubicBezTo>
                  <a:cubicBezTo>
                    <a:pt x="107925" y="737947"/>
                    <a:pt x="125090" y="736031"/>
                    <a:pt x="137922" y="732614"/>
                  </a:cubicBezTo>
                  <a:cubicBezTo>
                    <a:pt x="146838" y="730198"/>
                    <a:pt x="154838" y="724615"/>
                    <a:pt x="161254" y="717699"/>
                  </a:cubicBezTo>
                  <a:cubicBezTo>
                    <a:pt x="167670" y="739947"/>
                    <a:pt x="188001" y="758695"/>
                    <a:pt x="212999" y="750863"/>
                  </a:cubicBezTo>
                  <a:cubicBezTo>
                    <a:pt x="243080" y="741030"/>
                    <a:pt x="238913" y="697867"/>
                    <a:pt x="226748" y="677119"/>
                  </a:cubicBezTo>
                  <a:lnTo>
                    <a:pt x="226748" y="677119"/>
                  </a:lnTo>
                  <a:close/>
                  <a:moveTo>
                    <a:pt x="118425" y="419726"/>
                  </a:moveTo>
                  <a:cubicBezTo>
                    <a:pt x="114341" y="414393"/>
                    <a:pt x="110925" y="407644"/>
                    <a:pt x="105175" y="404561"/>
                  </a:cubicBezTo>
                  <a:lnTo>
                    <a:pt x="105175" y="404561"/>
                  </a:lnTo>
                  <a:cubicBezTo>
                    <a:pt x="77761" y="384562"/>
                    <a:pt x="42514" y="350315"/>
                    <a:pt x="40931" y="314069"/>
                  </a:cubicBezTo>
                  <a:cubicBezTo>
                    <a:pt x="40265" y="298070"/>
                    <a:pt x="51847" y="283988"/>
                    <a:pt x="50597" y="268073"/>
                  </a:cubicBezTo>
                  <a:cubicBezTo>
                    <a:pt x="49514" y="254407"/>
                    <a:pt x="38765" y="242075"/>
                    <a:pt x="32099" y="230659"/>
                  </a:cubicBezTo>
                  <a:cubicBezTo>
                    <a:pt x="22183" y="213828"/>
                    <a:pt x="13850" y="198162"/>
                    <a:pt x="20933" y="178498"/>
                  </a:cubicBezTo>
                  <a:cubicBezTo>
                    <a:pt x="23433" y="171498"/>
                    <a:pt x="27516" y="164999"/>
                    <a:pt x="28516" y="157416"/>
                  </a:cubicBezTo>
                  <a:cubicBezTo>
                    <a:pt x="29682" y="148334"/>
                    <a:pt x="25933" y="139751"/>
                    <a:pt x="26516" y="130752"/>
                  </a:cubicBezTo>
                  <a:cubicBezTo>
                    <a:pt x="27766" y="113170"/>
                    <a:pt x="36265" y="93172"/>
                    <a:pt x="50763" y="83006"/>
                  </a:cubicBezTo>
                  <a:cubicBezTo>
                    <a:pt x="64263" y="73507"/>
                    <a:pt x="78845" y="72257"/>
                    <a:pt x="89427" y="58675"/>
                  </a:cubicBezTo>
                  <a:cubicBezTo>
                    <a:pt x="102342" y="42093"/>
                    <a:pt x="114008" y="30344"/>
                    <a:pt x="136339" y="29844"/>
                  </a:cubicBezTo>
                  <a:cubicBezTo>
                    <a:pt x="153421" y="29511"/>
                    <a:pt x="169253" y="25678"/>
                    <a:pt x="185585" y="20928"/>
                  </a:cubicBezTo>
                  <a:cubicBezTo>
                    <a:pt x="203583" y="15679"/>
                    <a:pt x="220499" y="13262"/>
                    <a:pt x="238997" y="17762"/>
                  </a:cubicBezTo>
                  <a:cubicBezTo>
                    <a:pt x="248662" y="20178"/>
                    <a:pt x="258995" y="24178"/>
                    <a:pt x="266661" y="30761"/>
                  </a:cubicBezTo>
                  <a:cubicBezTo>
                    <a:pt x="274160" y="37260"/>
                    <a:pt x="275494" y="47343"/>
                    <a:pt x="282659" y="53676"/>
                  </a:cubicBezTo>
                  <a:cubicBezTo>
                    <a:pt x="288076" y="58425"/>
                    <a:pt x="295825" y="59008"/>
                    <a:pt x="302324" y="61092"/>
                  </a:cubicBezTo>
                  <a:cubicBezTo>
                    <a:pt x="312823" y="64424"/>
                    <a:pt x="323073" y="69591"/>
                    <a:pt x="332238" y="75674"/>
                  </a:cubicBezTo>
                  <a:cubicBezTo>
                    <a:pt x="339654" y="80590"/>
                    <a:pt x="345821" y="85923"/>
                    <a:pt x="348153" y="94838"/>
                  </a:cubicBezTo>
                  <a:cubicBezTo>
                    <a:pt x="350987" y="106004"/>
                    <a:pt x="346154" y="117086"/>
                    <a:pt x="345821" y="128252"/>
                  </a:cubicBezTo>
                  <a:cubicBezTo>
                    <a:pt x="345321" y="143917"/>
                    <a:pt x="355070" y="156916"/>
                    <a:pt x="362069" y="170165"/>
                  </a:cubicBezTo>
                  <a:cubicBezTo>
                    <a:pt x="373818" y="192496"/>
                    <a:pt x="374985" y="210078"/>
                    <a:pt x="358653" y="230160"/>
                  </a:cubicBezTo>
                  <a:cubicBezTo>
                    <a:pt x="346654" y="244908"/>
                    <a:pt x="335488" y="254907"/>
                    <a:pt x="337821" y="275239"/>
                  </a:cubicBezTo>
                  <a:cubicBezTo>
                    <a:pt x="339404" y="289238"/>
                    <a:pt x="341654" y="301986"/>
                    <a:pt x="333405" y="314652"/>
                  </a:cubicBezTo>
                  <a:cubicBezTo>
                    <a:pt x="327739" y="323318"/>
                    <a:pt x="319573" y="329984"/>
                    <a:pt x="312823" y="337733"/>
                  </a:cubicBezTo>
                  <a:cubicBezTo>
                    <a:pt x="300991" y="351315"/>
                    <a:pt x="297492" y="365397"/>
                    <a:pt x="296741" y="382979"/>
                  </a:cubicBezTo>
                  <a:cubicBezTo>
                    <a:pt x="296075" y="397311"/>
                    <a:pt x="289992" y="402894"/>
                    <a:pt x="277910" y="409560"/>
                  </a:cubicBezTo>
                  <a:cubicBezTo>
                    <a:pt x="267328" y="415393"/>
                    <a:pt x="256329" y="420642"/>
                    <a:pt x="245496" y="425975"/>
                  </a:cubicBezTo>
                  <a:cubicBezTo>
                    <a:pt x="245330" y="426059"/>
                    <a:pt x="245163" y="426225"/>
                    <a:pt x="244996" y="426309"/>
                  </a:cubicBezTo>
                  <a:cubicBezTo>
                    <a:pt x="236247" y="427059"/>
                    <a:pt x="227665" y="428308"/>
                    <a:pt x="219082" y="431725"/>
                  </a:cubicBezTo>
                  <a:cubicBezTo>
                    <a:pt x="211583" y="434724"/>
                    <a:pt x="206583" y="439891"/>
                    <a:pt x="200250" y="443890"/>
                  </a:cubicBezTo>
                  <a:cubicBezTo>
                    <a:pt x="187751" y="433225"/>
                    <a:pt x="180752" y="416226"/>
                    <a:pt x="160837" y="419476"/>
                  </a:cubicBezTo>
                  <a:cubicBezTo>
                    <a:pt x="143755" y="422309"/>
                    <a:pt x="142172" y="436308"/>
                    <a:pt x="138006" y="449390"/>
                  </a:cubicBezTo>
                  <a:cubicBezTo>
                    <a:pt x="136672" y="446140"/>
                    <a:pt x="135339" y="442890"/>
                    <a:pt x="133506" y="439891"/>
                  </a:cubicBezTo>
                  <a:cubicBezTo>
                    <a:pt x="129090" y="432641"/>
                    <a:pt x="123424" y="426309"/>
                    <a:pt x="118425" y="419726"/>
                  </a:cubicBezTo>
                  <a:lnTo>
                    <a:pt x="118425" y="419726"/>
                  </a:lnTo>
                  <a:close/>
                  <a:moveTo>
                    <a:pt x="213332" y="730864"/>
                  </a:moveTo>
                  <a:cubicBezTo>
                    <a:pt x="206250" y="738031"/>
                    <a:pt x="196667" y="735447"/>
                    <a:pt x="188918" y="731114"/>
                  </a:cubicBezTo>
                  <a:cubicBezTo>
                    <a:pt x="177335" y="724615"/>
                    <a:pt x="172336" y="713033"/>
                    <a:pt x="172836" y="699784"/>
                  </a:cubicBezTo>
                  <a:cubicBezTo>
                    <a:pt x="173169" y="691951"/>
                    <a:pt x="163587" y="689701"/>
                    <a:pt x="159921" y="696368"/>
                  </a:cubicBezTo>
                  <a:cubicBezTo>
                    <a:pt x="155171" y="704867"/>
                    <a:pt x="147338" y="712283"/>
                    <a:pt x="138339" y="716032"/>
                  </a:cubicBezTo>
                  <a:cubicBezTo>
                    <a:pt x="131173" y="718949"/>
                    <a:pt x="115675" y="721865"/>
                    <a:pt x="108342" y="717949"/>
                  </a:cubicBezTo>
                  <a:cubicBezTo>
                    <a:pt x="90010" y="708200"/>
                    <a:pt x="111425" y="681119"/>
                    <a:pt x="119507" y="672036"/>
                  </a:cubicBezTo>
                  <a:cubicBezTo>
                    <a:pt x="135839" y="653788"/>
                    <a:pt x="158671" y="640373"/>
                    <a:pt x="158171" y="613792"/>
                  </a:cubicBezTo>
                  <a:cubicBezTo>
                    <a:pt x="157587" y="585878"/>
                    <a:pt x="156671" y="556214"/>
                    <a:pt x="152504" y="528716"/>
                  </a:cubicBezTo>
                  <a:cubicBezTo>
                    <a:pt x="150338" y="514134"/>
                    <a:pt x="147589" y="499719"/>
                    <a:pt x="144755" y="485220"/>
                  </a:cubicBezTo>
                  <a:cubicBezTo>
                    <a:pt x="143839" y="480387"/>
                    <a:pt x="143589" y="475304"/>
                    <a:pt x="143005" y="470388"/>
                  </a:cubicBezTo>
                  <a:cubicBezTo>
                    <a:pt x="143172" y="470221"/>
                    <a:pt x="143339" y="470055"/>
                    <a:pt x="143505" y="469888"/>
                  </a:cubicBezTo>
                  <a:cubicBezTo>
                    <a:pt x="151505" y="459056"/>
                    <a:pt x="149088" y="442974"/>
                    <a:pt x="160504" y="435474"/>
                  </a:cubicBezTo>
                  <a:cubicBezTo>
                    <a:pt x="168420" y="430225"/>
                    <a:pt x="172003" y="433058"/>
                    <a:pt x="178586" y="439557"/>
                  </a:cubicBezTo>
                  <a:cubicBezTo>
                    <a:pt x="180752" y="441724"/>
                    <a:pt x="182668" y="444557"/>
                    <a:pt x="184668" y="446890"/>
                  </a:cubicBezTo>
                  <a:cubicBezTo>
                    <a:pt x="187918" y="450723"/>
                    <a:pt x="190834" y="455139"/>
                    <a:pt x="194918" y="458056"/>
                  </a:cubicBezTo>
                  <a:cubicBezTo>
                    <a:pt x="197001" y="459556"/>
                    <a:pt x="199834" y="460139"/>
                    <a:pt x="202167" y="459056"/>
                  </a:cubicBezTo>
                  <a:cubicBezTo>
                    <a:pt x="210249" y="455223"/>
                    <a:pt x="215999" y="448473"/>
                    <a:pt x="224415" y="444974"/>
                  </a:cubicBezTo>
                  <a:cubicBezTo>
                    <a:pt x="225498" y="444557"/>
                    <a:pt x="226581" y="444140"/>
                    <a:pt x="227748" y="443807"/>
                  </a:cubicBezTo>
                  <a:cubicBezTo>
                    <a:pt x="213249" y="463888"/>
                    <a:pt x="206083" y="492386"/>
                    <a:pt x="202917" y="515051"/>
                  </a:cubicBezTo>
                  <a:cubicBezTo>
                    <a:pt x="200750" y="530549"/>
                    <a:pt x="199250" y="546048"/>
                    <a:pt x="197501" y="561630"/>
                  </a:cubicBezTo>
                  <a:cubicBezTo>
                    <a:pt x="195501" y="579961"/>
                    <a:pt x="197001" y="598460"/>
                    <a:pt x="194167" y="616708"/>
                  </a:cubicBezTo>
                  <a:cubicBezTo>
                    <a:pt x="192417" y="627874"/>
                    <a:pt x="186002" y="643456"/>
                    <a:pt x="190001" y="654621"/>
                  </a:cubicBezTo>
                  <a:cubicBezTo>
                    <a:pt x="193834" y="665204"/>
                    <a:pt x="206666" y="672453"/>
                    <a:pt x="212583" y="682369"/>
                  </a:cubicBezTo>
                  <a:cubicBezTo>
                    <a:pt x="220748" y="695868"/>
                    <a:pt x="225915" y="718116"/>
                    <a:pt x="213332" y="730864"/>
                  </a:cubicBezTo>
                  <a:lnTo>
                    <a:pt x="213332" y="730864"/>
                  </a:lnTo>
                  <a:close/>
                </a:path>
              </a:pathLst>
            </a:custGeom>
            <a:grpFill/>
            <a:ln w="8332" cap="flat">
              <a:noFill/>
              <a:prstDash val="solid"/>
              <a:miter/>
            </a:ln>
          </p:spPr>
          <p:txBody>
            <a:bodyPr rtlCol="0" anchor="ctr"/>
            <a:lstStyle/>
            <a:p>
              <a:endParaRPr lang="en-US"/>
            </a:p>
          </p:txBody>
        </p:sp>
        <p:sp>
          <p:nvSpPr>
            <p:cNvPr id="1600" name="Freeform: Shape 1599"/>
            <p:cNvSpPr/>
            <p:nvPr/>
          </p:nvSpPr>
          <p:spPr>
            <a:xfrm>
              <a:off x="4243987" y="1159805"/>
              <a:ext cx="74983" cy="242579"/>
            </a:xfrm>
            <a:custGeom>
              <a:avLst/>
              <a:gdLst>
                <a:gd name="connsiteX0" fmla="*/ 61896 w 74983"/>
                <a:gd name="connsiteY0" fmla="*/ 234913 h 242579"/>
                <a:gd name="connsiteX1" fmla="*/ 31899 w 74983"/>
                <a:gd name="connsiteY1" fmla="*/ 209082 h 242579"/>
                <a:gd name="connsiteX2" fmla="*/ 43898 w 74983"/>
                <a:gd name="connsiteY2" fmla="*/ 176085 h 242579"/>
                <a:gd name="connsiteX3" fmla="*/ 18817 w 74983"/>
                <a:gd name="connsiteY3" fmla="*/ 127673 h 242579"/>
                <a:gd name="connsiteX4" fmla="*/ 24983 w 74983"/>
                <a:gd name="connsiteY4" fmla="*/ 89510 h 242579"/>
                <a:gd name="connsiteX5" fmla="*/ 17234 w 74983"/>
                <a:gd name="connsiteY5" fmla="*/ 67928 h 242579"/>
                <a:gd name="connsiteX6" fmla="*/ 25899 w 74983"/>
                <a:gd name="connsiteY6" fmla="*/ 19933 h 242579"/>
                <a:gd name="connsiteX7" fmla="*/ 73728 w 74983"/>
                <a:gd name="connsiteY7" fmla="*/ 4767 h 242579"/>
                <a:gd name="connsiteX8" fmla="*/ 74395 w 74983"/>
                <a:gd name="connsiteY8" fmla="*/ 3101 h 242579"/>
                <a:gd name="connsiteX9" fmla="*/ 5818 w 74983"/>
                <a:gd name="connsiteY9" fmla="*/ 28932 h 242579"/>
                <a:gd name="connsiteX10" fmla="*/ 3818 w 74983"/>
                <a:gd name="connsiteY10" fmla="*/ 65845 h 242579"/>
                <a:gd name="connsiteX11" fmla="*/ 9568 w 74983"/>
                <a:gd name="connsiteY11" fmla="*/ 94259 h 242579"/>
                <a:gd name="connsiteX12" fmla="*/ 1902 w 74983"/>
                <a:gd name="connsiteY12" fmla="*/ 116924 h 242579"/>
                <a:gd name="connsiteX13" fmla="*/ 14567 w 74983"/>
                <a:gd name="connsiteY13" fmla="*/ 153671 h 242579"/>
                <a:gd name="connsiteX14" fmla="*/ 29566 w 74983"/>
                <a:gd name="connsiteY14" fmla="*/ 170252 h 242579"/>
                <a:gd name="connsiteX15" fmla="*/ 21317 w 74983"/>
                <a:gd name="connsiteY15" fmla="*/ 188251 h 242579"/>
                <a:gd name="connsiteX16" fmla="*/ 23067 w 74983"/>
                <a:gd name="connsiteY16" fmla="*/ 226581 h 242579"/>
                <a:gd name="connsiteX17" fmla="*/ 58646 w 74983"/>
                <a:gd name="connsiteY17" fmla="*/ 242579 h 242579"/>
                <a:gd name="connsiteX18" fmla="*/ 61896 w 74983"/>
                <a:gd name="connsiteY18" fmla="*/ 234913 h 242579"/>
                <a:gd name="connsiteX19" fmla="*/ 61896 w 74983"/>
                <a:gd name="connsiteY19" fmla="*/ 234913 h 242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4983" h="242579">
                  <a:moveTo>
                    <a:pt x="61896" y="234913"/>
                  </a:moveTo>
                  <a:cubicBezTo>
                    <a:pt x="49897" y="227581"/>
                    <a:pt x="33982" y="226164"/>
                    <a:pt x="31899" y="209082"/>
                  </a:cubicBezTo>
                  <a:cubicBezTo>
                    <a:pt x="30233" y="195583"/>
                    <a:pt x="38649" y="187084"/>
                    <a:pt x="43898" y="176085"/>
                  </a:cubicBezTo>
                  <a:cubicBezTo>
                    <a:pt x="53147" y="156670"/>
                    <a:pt x="23983" y="145171"/>
                    <a:pt x="18817" y="127673"/>
                  </a:cubicBezTo>
                  <a:cubicBezTo>
                    <a:pt x="14651" y="113591"/>
                    <a:pt x="24233" y="103008"/>
                    <a:pt x="24983" y="89510"/>
                  </a:cubicBezTo>
                  <a:cubicBezTo>
                    <a:pt x="25483" y="80927"/>
                    <a:pt x="21650" y="74928"/>
                    <a:pt x="17234" y="67928"/>
                  </a:cubicBezTo>
                  <a:cubicBezTo>
                    <a:pt x="5651" y="49347"/>
                    <a:pt x="8401" y="33431"/>
                    <a:pt x="25899" y="19933"/>
                  </a:cubicBezTo>
                  <a:cubicBezTo>
                    <a:pt x="39565" y="9350"/>
                    <a:pt x="56147" y="-232"/>
                    <a:pt x="73728" y="4767"/>
                  </a:cubicBezTo>
                  <a:cubicBezTo>
                    <a:pt x="74812" y="5101"/>
                    <a:pt x="75562" y="3601"/>
                    <a:pt x="74395" y="3101"/>
                  </a:cubicBezTo>
                  <a:cubicBezTo>
                    <a:pt x="51647" y="-6898"/>
                    <a:pt x="18734" y="8767"/>
                    <a:pt x="5818" y="28932"/>
                  </a:cubicBezTo>
                  <a:cubicBezTo>
                    <a:pt x="-1431" y="40264"/>
                    <a:pt x="-1681" y="53846"/>
                    <a:pt x="3818" y="65845"/>
                  </a:cubicBezTo>
                  <a:cubicBezTo>
                    <a:pt x="8568" y="76094"/>
                    <a:pt x="13317" y="82594"/>
                    <a:pt x="9568" y="94259"/>
                  </a:cubicBezTo>
                  <a:cubicBezTo>
                    <a:pt x="6985" y="102092"/>
                    <a:pt x="2819" y="108425"/>
                    <a:pt x="1902" y="116924"/>
                  </a:cubicBezTo>
                  <a:cubicBezTo>
                    <a:pt x="318" y="131006"/>
                    <a:pt x="6068" y="142922"/>
                    <a:pt x="14567" y="153671"/>
                  </a:cubicBezTo>
                  <a:cubicBezTo>
                    <a:pt x="17650" y="157504"/>
                    <a:pt x="28733" y="166086"/>
                    <a:pt x="29566" y="170252"/>
                  </a:cubicBezTo>
                  <a:cubicBezTo>
                    <a:pt x="30316" y="174086"/>
                    <a:pt x="22650" y="184251"/>
                    <a:pt x="21317" y="188251"/>
                  </a:cubicBezTo>
                  <a:cubicBezTo>
                    <a:pt x="16817" y="201083"/>
                    <a:pt x="16067" y="214498"/>
                    <a:pt x="23067" y="226581"/>
                  </a:cubicBezTo>
                  <a:cubicBezTo>
                    <a:pt x="30899" y="240163"/>
                    <a:pt x="43815" y="242579"/>
                    <a:pt x="58646" y="242579"/>
                  </a:cubicBezTo>
                  <a:cubicBezTo>
                    <a:pt x="62313" y="242413"/>
                    <a:pt x="65896" y="237330"/>
                    <a:pt x="61896" y="234913"/>
                  </a:cubicBezTo>
                  <a:lnTo>
                    <a:pt x="61896" y="234913"/>
                  </a:lnTo>
                  <a:close/>
                </a:path>
              </a:pathLst>
            </a:custGeom>
            <a:grpFill/>
            <a:ln w="8332" cap="flat">
              <a:noFill/>
              <a:prstDash val="solid"/>
              <a:miter/>
            </a:ln>
          </p:spPr>
          <p:txBody>
            <a:bodyPr rtlCol="0" anchor="ctr"/>
            <a:lstStyle/>
            <a:p>
              <a:endParaRPr lang="en-US"/>
            </a:p>
          </p:txBody>
        </p:sp>
        <p:sp>
          <p:nvSpPr>
            <p:cNvPr id="1601" name="Freeform: Shape 1600"/>
            <p:cNvSpPr/>
            <p:nvPr/>
          </p:nvSpPr>
          <p:spPr>
            <a:xfrm>
              <a:off x="4311565" y="1365151"/>
              <a:ext cx="71008" cy="80183"/>
            </a:xfrm>
            <a:custGeom>
              <a:avLst/>
              <a:gdLst>
                <a:gd name="connsiteX0" fmla="*/ 66979 w 71008"/>
                <a:gd name="connsiteY0" fmla="*/ 66064 h 80183"/>
                <a:gd name="connsiteX1" fmla="*/ 24733 w 71008"/>
                <a:gd name="connsiteY1" fmla="*/ 51732 h 80183"/>
                <a:gd name="connsiteX2" fmla="*/ 16233 w 71008"/>
                <a:gd name="connsiteY2" fmla="*/ 37566 h 80183"/>
                <a:gd name="connsiteX3" fmla="*/ 17983 w 71008"/>
                <a:gd name="connsiteY3" fmla="*/ 5319 h 80183"/>
                <a:gd name="connsiteX4" fmla="*/ 11317 w 71008"/>
                <a:gd name="connsiteY4" fmla="*/ 1403 h 80183"/>
                <a:gd name="connsiteX5" fmla="*/ 151 w 71008"/>
                <a:gd name="connsiteY5" fmla="*/ 30233 h 80183"/>
                <a:gd name="connsiteX6" fmla="*/ 5734 w 71008"/>
                <a:gd name="connsiteY6" fmla="*/ 45482 h 80183"/>
                <a:gd name="connsiteX7" fmla="*/ 14567 w 71008"/>
                <a:gd name="connsiteY7" fmla="*/ 62647 h 80183"/>
                <a:gd name="connsiteX8" fmla="*/ 69228 w 71008"/>
                <a:gd name="connsiteY8" fmla="*/ 74396 h 80183"/>
                <a:gd name="connsiteX9" fmla="*/ 66979 w 71008"/>
                <a:gd name="connsiteY9" fmla="*/ 66064 h 80183"/>
                <a:gd name="connsiteX10" fmla="*/ 66979 w 71008"/>
                <a:gd name="connsiteY10" fmla="*/ 66064 h 80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1008" h="80183">
                  <a:moveTo>
                    <a:pt x="66979" y="66064"/>
                  </a:moveTo>
                  <a:cubicBezTo>
                    <a:pt x="51814" y="62064"/>
                    <a:pt x="34149" y="69230"/>
                    <a:pt x="24733" y="51732"/>
                  </a:cubicBezTo>
                  <a:cubicBezTo>
                    <a:pt x="22066" y="46732"/>
                    <a:pt x="19233" y="42399"/>
                    <a:pt x="16233" y="37566"/>
                  </a:cubicBezTo>
                  <a:cubicBezTo>
                    <a:pt x="9317" y="26317"/>
                    <a:pt x="11817" y="16235"/>
                    <a:pt x="17983" y="5319"/>
                  </a:cubicBezTo>
                  <a:cubicBezTo>
                    <a:pt x="20150" y="1403"/>
                    <a:pt x="13900" y="-2014"/>
                    <a:pt x="11317" y="1403"/>
                  </a:cubicBezTo>
                  <a:cubicBezTo>
                    <a:pt x="4734" y="10069"/>
                    <a:pt x="-1015" y="18901"/>
                    <a:pt x="151" y="30233"/>
                  </a:cubicBezTo>
                  <a:cubicBezTo>
                    <a:pt x="735" y="35983"/>
                    <a:pt x="2735" y="40649"/>
                    <a:pt x="5734" y="45482"/>
                  </a:cubicBezTo>
                  <a:cubicBezTo>
                    <a:pt x="9151" y="51065"/>
                    <a:pt x="11234" y="57148"/>
                    <a:pt x="14567" y="62647"/>
                  </a:cubicBezTo>
                  <a:cubicBezTo>
                    <a:pt x="24233" y="78562"/>
                    <a:pt x="54313" y="86312"/>
                    <a:pt x="69228" y="74396"/>
                  </a:cubicBezTo>
                  <a:cubicBezTo>
                    <a:pt x="72645" y="71730"/>
                    <a:pt x="70728" y="67063"/>
                    <a:pt x="66979" y="66064"/>
                  </a:cubicBezTo>
                  <a:lnTo>
                    <a:pt x="66979" y="66064"/>
                  </a:lnTo>
                  <a:close/>
                </a:path>
              </a:pathLst>
            </a:custGeom>
            <a:grpFill/>
            <a:ln w="8332" cap="flat">
              <a:noFill/>
              <a:prstDash val="solid"/>
              <a:miter/>
            </a:ln>
          </p:spPr>
          <p:txBody>
            <a:bodyPr rtlCol="0" anchor="ctr"/>
            <a:lstStyle/>
            <a:p>
              <a:endParaRPr lang="en-US"/>
            </a:p>
          </p:txBody>
        </p:sp>
        <p:sp>
          <p:nvSpPr>
            <p:cNvPr id="1602" name="Freeform: Shape 1601"/>
            <p:cNvSpPr/>
            <p:nvPr/>
          </p:nvSpPr>
          <p:spPr>
            <a:xfrm>
              <a:off x="4289944" y="1265208"/>
              <a:ext cx="81705" cy="95315"/>
            </a:xfrm>
            <a:custGeom>
              <a:avLst/>
              <a:gdLst>
                <a:gd name="connsiteX0" fmla="*/ 75434 w 81705"/>
                <a:gd name="connsiteY0" fmla="*/ 80515 h 95315"/>
                <a:gd name="connsiteX1" fmla="*/ 54519 w 81705"/>
                <a:gd name="connsiteY1" fmla="*/ 68349 h 95315"/>
                <a:gd name="connsiteX2" fmla="*/ 66768 w 81705"/>
                <a:gd name="connsiteY2" fmla="*/ 47934 h 95315"/>
                <a:gd name="connsiteX3" fmla="*/ 58352 w 81705"/>
                <a:gd name="connsiteY3" fmla="*/ 41352 h 95315"/>
                <a:gd name="connsiteX4" fmla="*/ 41354 w 81705"/>
                <a:gd name="connsiteY4" fmla="*/ 68432 h 95315"/>
                <a:gd name="connsiteX5" fmla="*/ 14273 w 81705"/>
                <a:gd name="connsiteY5" fmla="*/ 47851 h 95315"/>
                <a:gd name="connsiteX6" fmla="*/ 30771 w 81705"/>
                <a:gd name="connsiteY6" fmla="*/ 6355 h 95315"/>
                <a:gd name="connsiteX7" fmla="*/ 26438 w 81705"/>
                <a:gd name="connsiteY7" fmla="*/ 605 h 95315"/>
                <a:gd name="connsiteX8" fmla="*/ 1857 w 81705"/>
                <a:gd name="connsiteY8" fmla="*/ 53517 h 95315"/>
                <a:gd name="connsiteX9" fmla="*/ 43020 w 81705"/>
                <a:gd name="connsiteY9" fmla="*/ 79515 h 95315"/>
                <a:gd name="connsiteX10" fmla="*/ 57435 w 81705"/>
                <a:gd name="connsiteY10" fmla="*/ 93847 h 95315"/>
                <a:gd name="connsiteX11" fmla="*/ 79350 w 81705"/>
                <a:gd name="connsiteY11" fmla="*/ 90264 h 95315"/>
                <a:gd name="connsiteX12" fmla="*/ 75434 w 81705"/>
                <a:gd name="connsiteY12" fmla="*/ 80515 h 95315"/>
                <a:gd name="connsiteX13" fmla="*/ 75434 w 81705"/>
                <a:gd name="connsiteY13" fmla="*/ 80515 h 95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1705" h="95315">
                  <a:moveTo>
                    <a:pt x="75434" y="80515"/>
                  </a:moveTo>
                  <a:cubicBezTo>
                    <a:pt x="67268" y="81348"/>
                    <a:pt x="54186" y="79682"/>
                    <a:pt x="54519" y="68349"/>
                  </a:cubicBezTo>
                  <a:cubicBezTo>
                    <a:pt x="54769" y="60517"/>
                    <a:pt x="62352" y="53684"/>
                    <a:pt x="66768" y="47934"/>
                  </a:cubicBezTo>
                  <a:cubicBezTo>
                    <a:pt x="71018" y="42518"/>
                    <a:pt x="62602" y="35935"/>
                    <a:pt x="58352" y="41352"/>
                  </a:cubicBezTo>
                  <a:cubicBezTo>
                    <a:pt x="51936" y="49601"/>
                    <a:pt x="42687" y="58100"/>
                    <a:pt x="41354" y="68432"/>
                  </a:cubicBezTo>
                  <a:cubicBezTo>
                    <a:pt x="29688" y="65349"/>
                    <a:pt x="18106" y="60683"/>
                    <a:pt x="14273" y="47851"/>
                  </a:cubicBezTo>
                  <a:cubicBezTo>
                    <a:pt x="9106" y="30519"/>
                    <a:pt x="17023" y="16604"/>
                    <a:pt x="30771" y="6355"/>
                  </a:cubicBezTo>
                  <a:cubicBezTo>
                    <a:pt x="34521" y="3605"/>
                    <a:pt x="30272" y="-1811"/>
                    <a:pt x="26438" y="605"/>
                  </a:cubicBezTo>
                  <a:cubicBezTo>
                    <a:pt x="8273" y="12188"/>
                    <a:pt x="-5059" y="31103"/>
                    <a:pt x="1857" y="53517"/>
                  </a:cubicBezTo>
                  <a:cubicBezTo>
                    <a:pt x="7023" y="70099"/>
                    <a:pt x="25439" y="84181"/>
                    <a:pt x="43020" y="79515"/>
                  </a:cubicBezTo>
                  <a:cubicBezTo>
                    <a:pt x="45770" y="85681"/>
                    <a:pt x="51353" y="91181"/>
                    <a:pt x="57435" y="93847"/>
                  </a:cubicBezTo>
                  <a:cubicBezTo>
                    <a:pt x="65351" y="97180"/>
                    <a:pt x="72601" y="94347"/>
                    <a:pt x="79350" y="90264"/>
                  </a:cubicBezTo>
                  <a:cubicBezTo>
                    <a:pt x="84433" y="87347"/>
                    <a:pt x="80433" y="80015"/>
                    <a:pt x="75434" y="80515"/>
                  </a:cubicBezTo>
                  <a:lnTo>
                    <a:pt x="75434" y="80515"/>
                  </a:lnTo>
                  <a:close/>
                </a:path>
              </a:pathLst>
            </a:custGeom>
            <a:grpFill/>
            <a:ln w="8332" cap="flat">
              <a:noFill/>
              <a:prstDash val="solid"/>
              <a:miter/>
            </a:ln>
          </p:spPr>
          <p:txBody>
            <a:bodyPr rtlCol="0" anchor="ctr"/>
            <a:lstStyle/>
            <a:p>
              <a:endParaRPr lang="en-US"/>
            </a:p>
          </p:txBody>
        </p:sp>
        <p:sp>
          <p:nvSpPr>
            <p:cNvPr id="1603" name="Freeform: Shape 1602"/>
            <p:cNvSpPr/>
            <p:nvPr/>
          </p:nvSpPr>
          <p:spPr>
            <a:xfrm>
              <a:off x="4307989" y="1199741"/>
              <a:ext cx="32767" cy="47806"/>
            </a:xfrm>
            <a:custGeom>
              <a:avLst/>
              <a:gdLst>
                <a:gd name="connsiteX0" fmla="*/ 27725 w 32767"/>
                <a:gd name="connsiteY0" fmla="*/ 35491 h 47806"/>
                <a:gd name="connsiteX1" fmla="*/ 13476 w 32767"/>
                <a:gd name="connsiteY1" fmla="*/ 24826 h 47806"/>
                <a:gd name="connsiteX2" fmla="*/ 21142 w 32767"/>
                <a:gd name="connsiteY2" fmla="*/ 8161 h 47806"/>
                <a:gd name="connsiteX3" fmla="*/ 11143 w 32767"/>
                <a:gd name="connsiteY3" fmla="*/ 2328 h 47806"/>
                <a:gd name="connsiteX4" fmla="*/ 144 w 32767"/>
                <a:gd name="connsiteY4" fmla="*/ 30492 h 47806"/>
                <a:gd name="connsiteX5" fmla="*/ 27808 w 32767"/>
                <a:gd name="connsiteY5" fmla="*/ 47240 h 47806"/>
                <a:gd name="connsiteX6" fmla="*/ 27725 w 32767"/>
                <a:gd name="connsiteY6" fmla="*/ 35491 h 47806"/>
                <a:gd name="connsiteX7" fmla="*/ 27725 w 32767"/>
                <a:gd name="connsiteY7" fmla="*/ 35491 h 47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767" h="47806">
                  <a:moveTo>
                    <a:pt x="27725" y="35491"/>
                  </a:moveTo>
                  <a:cubicBezTo>
                    <a:pt x="21059" y="34908"/>
                    <a:pt x="12309" y="33492"/>
                    <a:pt x="13476" y="24826"/>
                  </a:cubicBezTo>
                  <a:cubicBezTo>
                    <a:pt x="14309" y="18826"/>
                    <a:pt x="18309" y="13327"/>
                    <a:pt x="21142" y="8161"/>
                  </a:cubicBezTo>
                  <a:cubicBezTo>
                    <a:pt x="24225" y="2411"/>
                    <a:pt x="14559" y="-3338"/>
                    <a:pt x="11143" y="2328"/>
                  </a:cubicBezTo>
                  <a:cubicBezTo>
                    <a:pt x="6060" y="10744"/>
                    <a:pt x="-1106" y="20076"/>
                    <a:pt x="144" y="30492"/>
                  </a:cubicBezTo>
                  <a:cubicBezTo>
                    <a:pt x="1727" y="44824"/>
                    <a:pt x="15226" y="49574"/>
                    <a:pt x="27808" y="47240"/>
                  </a:cubicBezTo>
                  <a:cubicBezTo>
                    <a:pt x="34141" y="45991"/>
                    <a:pt x="34724" y="36075"/>
                    <a:pt x="27725" y="35491"/>
                  </a:cubicBezTo>
                  <a:lnTo>
                    <a:pt x="27725" y="35491"/>
                  </a:lnTo>
                  <a:close/>
                </a:path>
              </a:pathLst>
            </a:custGeom>
            <a:grpFill/>
            <a:ln w="8332" cap="flat">
              <a:noFill/>
              <a:prstDash val="solid"/>
              <a:miter/>
            </a:ln>
          </p:spPr>
          <p:txBody>
            <a:bodyPr rtlCol="0" anchor="ctr"/>
            <a:lstStyle/>
            <a:p>
              <a:endParaRPr lang="en-US"/>
            </a:p>
          </p:txBody>
        </p:sp>
        <p:sp>
          <p:nvSpPr>
            <p:cNvPr id="1604" name="Freeform: Shape 1603"/>
            <p:cNvSpPr/>
            <p:nvPr/>
          </p:nvSpPr>
          <p:spPr>
            <a:xfrm>
              <a:off x="4343034" y="1114460"/>
              <a:ext cx="110075" cy="58638"/>
            </a:xfrm>
            <a:custGeom>
              <a:avLst/>
              <a:gdLst>
                <a:gd name="connsiteX0" fmla="*/ 109753 w 110075"/>
                <a:gd name="connsiteY0" fmla="*/ 36696 h 58638"/>
                <a:gd name="connsiteX1" fmla="*/ 77339 w 110075"/>
                <a:gd name="connsiteY1" fmla="*/ 2200 h 58638"/>
                <a:gd name="connsiteX2" fmla="*/ 35176 w 110075"/>
                <a:gd name="connsiteY2" fmla="*/ 10699 h 58638"/>
                <a:gd name="connsiteX3" fmla="*/ 32927 w 110075"/>
                <a:gd name="connsiteY3" fmla="*/ 12199 h 58638"/>
                <a:gd name="connsiteX4" fmla="*/ 27510 w 110075"/>
                <a:gd name="connsiteY4" fmla="*/ 11199 h 58638"/>
                <a:gd name="connsiteX5" fmla="*/ 9512 w 110075"/>
                <a:gd name="connsiteY5" fmla="*/ 20031 h 58638"/>
                <a:gd name="connsiteX6" fmla="*/ 3596 w 110075"/>
                <a:gd name="connsiteY6" fmla="*/ 55945 h 58638"/>
                <a:gd name="connsiteX7" fmla="*/ 12095 w 110075"/>
                <a:gd name="connsiteY7" fmla="*/ 52445 h 58638"/>
                <a:gd name="connsiteX8" fmla="*/ 33843 w 110075"/>
                <a:gd name="connsiteY8" fmla="*/ 23781 h 58638"/>
                <a:gd name="connsiteX9" fmla="*/ 39343 w 110075"/>
                <a:gd name="connsiteY9" fmla="*/ 23114 h 58638"/>
                <a:gd name="connsiteX10" fmla="*/ 50175 w 110075"/>
                <a:gd name="connsiteY10" fmla="*/ 16865 h 58638"/>
                <a:gd name="connsiteX11" fmla="*/ 83755 w 110075"/>
                <a:gd name="connsiteY11" fmla="*/ 24448 h 58638"/>
                <a:gd name="connsiteX12" fmla="*/ 105420 w 110075"/>
                <a:gd name="connsiteY12" fmla="*/ 42446 h 58638"/>
                <a:gd name="connsiteX13" fmla="*/ 109753 w 110075"/>
                <a:gd name="connsiteY13" fmla="*/ 36696 h 58638"/>
                <a:gd name="connsiteX14" fmla="*/ 109753 w 110075"/>
                <a:gd name="connsiteY14" fmla="*/ 36696 h 58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0075" h="58638">
                  <a:moveTo>
                    <a:pt x="109753" y="36696"/>
                  </a:moveTo>
                  <a:cubicBezTo>
                    <a:pt x="104420" y="24531"/>
                    <a:pt x="89505" y="7699"/>
                    <a:pt x="77339" y="2200"/>
                  </a:cubicBezTo>
                  <a:cubicBezTo>
                    <a:pt x="63924" y="-3883"/>
                    <a:pt x="46759" y="3866"/>
                    <a:pt x="35176" y="10699"/>
                  </a:cubicBezTo>
                  <a:cubicBezTo>
                    <a:pt x="33843" y="11449"/>
                    <a:pt x="33010" y="11949"/>
                    <a:pt x="32927" y="12199"/>
                  </a:cubicBezTo>
                  <a:cubicBezTo>
                    <a:pt x="31177" y="11949"/>
                    <a:pt x="29261" y="11199"/>
                    <a:pt x="27510" y="11199"/>
                  </a:cubicBezTo>
                  <a:cubicBezTo>
                    <a:pt x="20594" y="11282"/>
                    <a:pt x="14261" y="15282"/>
                    <a:pt x="9512" y="20031"/>
                  </a:cubicBezTo>
                  <a:cubicBezTo>
                    <a:pt x="-1070" y="30614"/>
                    <a:pt x="-2487" y="42863"/>
                    <a:pt x="3596" y="55945"/>
                  </a:cubicBezTo>
                  <a:cubicBezTo>
                    <a:pt x="6096" y="61278"/>
                    <a:pt x="14261" y="57945"/>
                    <a:pt x="12095" y="52445"/>
                  </a:cubicBezTo>
                  <a:cubicBezTo>
                    <a:pt x="6762" y="38863"/>
                    <a:pt x="16762" y="17948"/>
                    <a:pt x="33843" y="23781"/>
                  </a:cubicBezTo>
                  <a:cubicBezTo>
                    <a:pt x="35510" y="24364"/>
                    <a:pt x="37926" y="24448"/>
                    <a:pt x="39343" y="23114"/>
                  </a:cubicBezTo>
                  <a:cubicBezTo>
                    <a:pt x="42592" y="19948"/>
                    <a:pt x="45926" y="18532"/>
                    <a:pt x="50175" y="16865"/>
                  </a:cubicBezTo>
                  <a:cubicBezTo>
                    <a:pt x="63757" y="11782"/>
                    <a:pt x="73507" y="13365"/>
                    <a:pt x="83755" y="24448"/>
                  </a:cubicBezTo>
                  <a:cubicBezTo>
                    <a:pt x="90088" y="31280"/>
                    <a:pt x="95921" y="40363"/>
                    <a:pt x="105420" y="42446"/>
                  </a:cubicBezTo>
                  <a:cubicBezTo>
                    <a:pt x="108420" y="43279"/>
                    <a:pt x="111003" y="39446"/>
                    <a:pt x="109753" y="36696"/>
                  </a:cubicBezTo>
                  <a:lnTo>
                    <a:pt x="109753" y="36696"/>
                  </a:lnTo>
                  <a:close/>
                </a:path>
              </a:pathLst>
            </a:custGeom>
            <a:grpFill/>
            <a:ln w="8332" cap="flat">
              <a:noFill/>
              <a:prstDash val="solid"/>
              <a:miter/>
            </a:ln>
          </p:spPr>
          <p:txBody>
            <a:bodyPr rtlCol="0" anchor="ctr"/>
            <a:lstStyle/>
            <a:p>
              <a:endParaRPr lang="en-US"/>
            </a:p>
          </p:txBody>
        </p:sp>
        <p:sp>
          <p:nvSpPr>
            <p:cNvPr id="1605" name="Freeform: Shape 1604"/>
            <p:cNvSpPr/>
            <p:nvPr/>
          </p:nvSpPr>
          <p:spPr>
            <a:xfrm>
              <a:off x="4467318" y="1211969"/>
              <a:ext cx="40113" cy="116369"/>
            </a:xfrm>
            <a:custGeom>
              <a:avLst/>
              <a:gdLst>
                <a:gd name="connsiteX0" fmla="*/ 32964 w 40113"/>
                <a:gd name="connsiteY0" fmla="*/ 54094 h 116369"/>
                <a:gd name="connsiteX1" fmla="*/ 34380 w 40113"/>
                <a:gd name="connsiteY1" fmla="*/ 12264 h 116369"/>
                <a:gd name="connsiteX2" fmla="*/ 3800 w 40113"/>
                <a:gd name="connsiteY2" fmla="*/ 432 h 116369"/>
                <a:gd name="connsiteX3" fmla="*/ 3800 w 40113"/>
                <a:gd name="connsiteY3" fmla="*/ 7681 h 116369"/>
                <a:gd name="connsiteX4" fmla="*/ 20049 w 40113"/>
                <a:gd name="connsiteY4" fmla="*/ 55427 h 116369"/>
                <a:gd name="connsiteX5" fmla="*/ 21298 w 40113"/>
                <a:gd name="connsiteY5" fmla="*/ 88841 h 116369"/>
                <a:gd name="connsiteX6" fmla="*/ 1467 w 40113"/>
                <a:gd name="connsiteY6" fmla="*/ 107089 h 116369"/>
                <a:gd name="connsiteX7" fmla="*/ 8299 w 40113"/>
                <a:gd name="connsiteY7" fmla="*/ 116088 h 116369"/>
                <a:gd name="connsiteX8" fmla="*/ 37797 w 40113"/>
                <a:gd name="connsiteY8" fmla="*/ 87674 h 116369"/>
                <a:gd name="connsiteX9" fmla="*/ 32964 w 40113"/>
                <a:gd name="connsiteY9" fmla="*/ 54094 h 116369"/>
                <a:gd name="connsiteX10" fmla="*/ 32964 w 40113"/>
                <a:gd name="connsiteY10" fmla="*/ 54094 h 11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113" h="116369">
                  <a:moveTo>
                    <a:pt x="32964" y="54094"/>
                  </a:moveTo>
                  <a:cubicBezTo>
                    <a:pt x="27298" y="41511"/>
                    <a:pt x="40880" y="27013"/>
                    <a:pt x="34380" y="12264"/>
                  </a:cubicBezTo>
                  <a:cubicBezTo>
                    <a:pt x="28631" y="-651"/>
                    <a:pt x="15966" y="-651"/>
                    <a:pt x="3800" y="432"/>
                  </a:cubicBezTo>
                  <a:cubicBezTo>
                    <a:pt x="-283" y="848"/>
                    <a:pt x="-366" y="7598"/>
                    <a:pt x="3800" y="7681"/>
                  </a:cubicBezTo>
                  <a:cubicBezTo>
                    <a:pt x="37464" y="8515"/>
                    <a:pt x="12549" y="38678"/>
                    <a:pt x="20049" y="55427"/>
                  </a:cubicBezTo>
                  <a:cubicBezTo>
                    <a:pt x="25631" y="68009"/>
                    <a:pt x="31131" y="75592"/>
                    <a:pt x="21298" y="88841"/>
                  </a:cubicBezTo>
                  <a:cubicBezTo>
                    <a:pt x="15882" y="96090"/>
                    <a:pt x="7633" y="100589"/>
                    <a:pt x="1467" y="107089"/>
                  </a:cubicBezTo>
                  <a:cubicBezTo>
                    <a:pt x="-2866" y="111672"/>
                    <a:pt x="3300" y="117755"/>
                    <a:pt x="8299" y="116088"/>
                  </a:cubicBezTo>
                  <a:cubicBezTo>
                    <a:pt x="21882" y="111505"/>
                    <a:pt x="32548" y="101006"/>
                    <a:pt x="37797" y="87674"/>
                  </a:cubicBezTo>
                  <a:cubicBezTo>
                    <a:pt x="43130" y="74009"/>
                    <a:pt x="38297" y="66009"/>
                    <a:pt x="32964" y="54094"/>
                  </a:cubicBezTo>
                  <a:lnTo>
                    <a:pt x="32964" y="54094"/>
                  </a:lnTo>
                  <a:close/>
                </a:path>
              </a:pathLst>
            </a:custGeom>
            <a:grpFill/>
            <a:ln w="8332" cap="flat">
              <a:noFill/>
              <a:prstDash val="solid"/>
              <a:miter/>
            </a:ln>
          </p:spPr>
          <p:txBody>
            <a:bodyPr rtlCol="0" anchor="ctr"/>
            <a:lstStyle/>
            <a:p>
              <a:endParaRPr lang="en-US"/>
            </a:p>
          </p:txBody>
        </p:sp>
        <p:sp>
          <p:nvSpPr>
            <p:cNvPr id="1606" name="Freeform: Shape 1605"/>
            <p:cNvSpPr/>
            <p:nvPr/>
          </p:nvSpPr>
          <p:spPr>
            <a:xfrm>
              <a:off x="4432908" y="1323856"/>
              <a:ext cx="21128" cy="55822"/>
            </a:xfrm>
            <a:custGeom>
              <a:avLst/>
              <a:gdLst>
                <a:gd name="connsiteX0" fmla="*/ 16129 w 21128"/>
                <a:gd name="connsiteY0" fmla="*/ 2701 h 55822"/>
                <a:gd name="connsiteX1" fmla="*/ 8130 w 21128"/>
                <a:gd name="connsiteY1" fmla="*/ 6034 h 55822"/>
                <a:gd name="connsiteX2" fmla="*/ 10546 w 21128"/>
                <a:gd name="connsiteY2" fmla="*/ 29532 h 55822"/>
                <a:gd name="connsiteX3" fmla="*/ 297 w 21128"/>
                <a:gd name="connsiteY3" fmla="*/ 50447 h 55822"/>
                <a:gd name="connsiteX4" fmla="*/ 5297 w 21128"/>
                <a:gd name="connsiteY4" fmla="*/ 55447 h 55822"/>
                <a:gd name="connsiteX5" fmla="*/ 16129 w 21128"/>
                <a:gd name="connsiteY5" fmla="*/ 2701 h 55822"/>
                <a:gd name="connsiteX6" fmla="*/ 16129 w 21128"/>
                <a:gd name="connsiteY6" fmla="*/ 2701 h 55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128" h="55822">
                  <a:moveTo>
                    <a:pt x="16129" y="2701"/>
                  </a:moveTo>
                  <a:cubicBezTo>
                    <a:pt x="14379" y="-2631"/>
                    <a:pt x="6463" y="702"/>
                    <a:pt x="8130" y="6034"/>
                  </a:cubicBezTo>
                  <a:cubicBezTo>
                    <a:pt x="10546" y="13700"/>
                    <a:pt x="12796" y="21616"/>
                    <a:pt x="10546" y="29532"/>
                  </a:cubicBezTo>
                  <a:cubicBezTo>
                    <a:pt x="8546" y="36782"/>
                    <a:pt x="3547" y="43614"/>
                    <a:pt x="297" y="50447"/>
                  </a:cubicBezTo>
                  <a:cubicBezTo>
                    <a:pt x="-1036" y="53280"/>
                    <a:pt x="2380" y="57030"/>
                    <a:pt x="5297" y="55447"/>
                  </a:cubicBezTo>
                  <a:cubicBezTo>
                    <a:pt x="26378" y="44281"/>
                    <a:pt x="22378" y="21533"/>
                    <a:pt x="16129" y="2701"/>
                  </a:cubicBezTo>
                  <a:lnTo>
                    <a:pt x="16129" y="2701"/>
                  </a:lnTo>
                  <a:close/>
                </a:path>
              </a:pathLst>
            </a:custGeom>
            <a:grpFill/>
            <a:ln w="8332" cap="flat">
              <a:noFill/>
              <a:prstDash val="solid"/>
              <a:miter/>
            </a:ln>
          </p:spPr>
          <p:txBody>
            <a:bodyPr rtlCol="0" anchor="ctr"/>
            <a:lstStyle/>
            <a:p>
              <a:endParaRPr lang="en-US"/>
            </a:p>
          </p:txBody>
        </p:sp>
        <p:sp>
          <p:nvSpPr>
            <p:cNvPr id="1607" name="Freeform: Shape 1606"/>
            <p:cNvSpPr/>
            <p:nvPr/>
          </p:nvSpPr>
          <p:spPr>
            <a:xfrm>
              <a:off x="1713943" y="363216"/>
              <a:ext cx="682644" cy="534136"/>
            </a:xfrm>
            <a:custGeom>
              <a:avLst/>
              <a:gdLst>
                <a:gd name="connsiteX0" fmla="*/ 592703 w 682644"/>
                <a:gd name="connsiteY0" fmla="*/ 72338 h 534136"/>
                <a:gd name="connsiteX1" fmla="*/ 583454 w 682644"/>
                <a:gd name="connsiteY1" fmla="*/ 44007 h 534136"/>
                <a:gd name="connsiteX2" fmla="*/ 556373 w 682644"/>
                <a:gd name="connsiteY2" fmla="*/ 21676 h 534136"/>
                <a:gd name="connsiteX3" fmla="*/ 513460 w 682644"/>
                <a:gd name="connsiteY3" fmla="*/ 6011 h 534136"/>
                <a:gd name="connsiteX4" fmla="*/ 481630 w 682644"/>
                <a:gd name="connsiteY4" fmla="*/ 595 h 534136"/>
                <a:gd name="connsiteX5" fmla="*/ 396471 w 682644"/>
                <a:gd name="connsiteY5" fmla="*/ 7261 h 534136"/>
                <a:gd name="connsiteX6" fmla="*/ 229986 w 682644"/>
                <a:gd name="connsiteY6" fmla="*/ 61423 h 534136"/>
                <a:gd name="connsiteX7" fmla="*/ 85499 w 682644"/>
                <a:gd name="connsiteY7" fmla="*/ 155581 h 534136"/>
                <a:gd name="connsiteX8" fmla="*/ 41920 w 682644"/>
                <a:gd name="connsiteY8" fmla="*/ 216825 h 534136"/>
                <a:gd name="connsiteX9" fmla="*/ 28337 w 682644"/>
                <a:gd name="connsiteY9" fmla="*/ 281569 h 534136"/>
                <a:gd name="connsiteX10" fmla="*/ 43420 w 682644"/>
                <a:gd name="connsiteY10" fmla="*/ 303734 h 534136"/>
                <a:gd name="connsiteX11" fmla="*/ 33421 w 682644"/>
                <a:gd name="connsiteY11" fmla="*/ 312983 h 534136"/>
                <a:gd name="connsiteX12" fmla="*/ 1923 w 682644"/>
                <a:gd name="connsiteY12" fmla="*/ 348563 h 534136"/>
                <a:gd name="connsiteX13" fmla="*/ 7673 w 682644"/>
                <a:gd name="connsiteY13" fmla="*/ 370478 h 534136"/>
                <a:gd name="connsiteX14" fmla="*/ 43336 w 682644"/>
                <a:gd name="connsiteY14" fmla="*/ 364812 h 534136"/>
                <a:gd name="connsiteX15" fmla="*/ 68417 w 682644"/>
                <a:gd name="connsiteY15" fmla="*/ 354813 h 534136"/>
                <a:gd name="connsiteX16" fmla="*/ 68167 w 682644"/>
                <a:gd name="connsiteY16" fmla="*/ 397059 h 534136"/>
                <a:gd name="connsiteX17" fmla="*/ 88749 w 682644"/>
                <a:gd name="connsiteY17" fmla="*/ 412641 h 534136"/>
                <a:gd name="connsiteX18" fmla="*/ 95415 w 682644"/>
                <a:gd name="connsiteY18" fmla="*/ 452554 h 534136"/>
                <a:gd name="connsiteX19" fmla="*/ 91832 w 682644"/>
                <a:gd name="connsiteY19" fmla="*/ 462303 h 534136"/>
                <a:gd name="connsiteX20" fmla="*/ 99164 w 682644"/>
                <a:gd name="connsiteY20" fmla="*/ 493300 h 534136"/>
                <a:gd name="connsiteX21" fmla="*/ 150243 w 682644"/>
                <a:gd name="connsiteY21" fmla="*/ 533963 h 534136"/>
                <a:gd name="connsiteX22" fmla="*/ 232653 w 682644"/>
                <a:gd name="connsiteY22" fmla="*/ 521714 h 534136"/>
                <a:gd name="connsiteX23" fmla="*/ 322228 w 682644"/>
                <a:gd name="connsiteY23" fmla="*/ 495967 h 534136"/>
                <a:gd name="connsiteX24" fmla="*/ 411803 w 682644"/>
                <a:gd name="connsiteY24" fmla="*/ 468219 h 534136"/>
                <a:gd name="connsiteX25" fmla="*/ 501712 w 682644"/>
                <a:gd name="connsiteY25" fmla="*/ 431389 h 534136"/>
                <a:gd name="connsiteX26" fmla="*/ 656448 w 682644"/>
                <a:gd name="connsiteY26" fmla="*/ 331232 h 534136"/>
                <a:gd name="connsiteX27" fmla="*/ 679696 w 682644"/>
                <a:gd name="connsiteY27" fmla="*/ 298401 h 534136"/>
                <a:gd name="connsiteX28" fmla="*/ 680529 w 682644"/>
                <a:gd name="connsiteY28" fmla="*/ 255572 h 534136"/>
                <a:gd name="connsiteX29" fmla="*/ 640449 w 682644"/>
                <a:gd name="connsiteY29" fmla="*/ 202077 h 534136"/>
                <a:gd name="connsiteX30" fmla="*/ 644865 w 682644"/>
                <a:gd name="connsiteY30" fmla="*/ 189578 h 534136"/>
                <a:gd name="connsiteX31" fmla="*/ 645282 w 682644"/>
                <a:gd name="connsiteY31" fmla="*/ 156497 h 534136"/>
                <a:gd name="connsiteX32" fmla="*/ 629950 w 682644"/>
                <a:gd name="connsiteY32" fmla="*/ 132249 h 534136"/>
                <a:gd name="connsiteX33" fmla="*/ 650115 w 682644"/>
                <a:gd name="connsiteY33" fmla="*/ 103335 h 534136"/>
                <a:gd name="connsiteX34" fmla="*/ 592703 w 682644"/>
                <a:gd name="connsiteY34" fmla="*/ 72338 h 534136"/>
                <a:gd name="connsiteX35" fmla="*/ 592703 w 682644"/>
                <a:gd name="connsiteY35" fmla="*/ 72338 h 534136"/>
                <a:gd name="connsiteX36" fmla="*/ 55585 w 682644"/>
                <a:gd name="connsiteY36" fmla="*/ 225574 h 534136"/>
                <a:gd name="connsiteX37" fmla="*/ 95831 w 682644"/>
                <a:gd name="connsiteY37" fmla="*/ 167413 h 534136"/>
                <a:gd name="connsiteX38" fmla="*/ 224653 w 682644"/>
                <a:gd name="connsiteY38" fmla="*/ 80171 h 534136"/>
                <a:gd name="connsiteX39" fmla="*/ 384472 w 682644"/>
                <a:gd name="connsiteY39" fmla="*/ 23343 h 534136"/>
                <a:gd name="connsiteX40" fmla="*/ 404387 w 682644"/>
                <a:gd name="connsiteY40" fmla="*/ 19093 h 534136"/>
                <a:gd name="connsiteX41" fmla="*/ 443884 w 682644"/>
                <a:gd name="connsiteY41" fmla="*/ 16427 h 534136"/>
                <a:gd name="connsiteX42" fmla="*/ 513294 w 682644"/>
                <a:gd name="connsiteY42" fmla="*/ 20760 h 534136"/>
                <a:gd name="connsiteX43" fmla="*/ 546708 w 682644"/>
                <a:gd name="connsiteY43" fmla="*/ 33925 h 534136"/>
                <a:gd name="connsiteX44" fmla="*/ 573039 w 682644"/>
                <a:gd name="connsiteY44" fmla="*/ 58673 h 534136"/>
                <a:gd name="connsiteX45" fmla="*/ 568622 w 682644"/>
                <a:gd name="connsiteY45" fmla="*/ 94670 h 534136"/>
                <a:gd name="connsiteX46" fmla="*/ 540041 w 682644"/>
                <a:gd name="connsiteY46" fmla="*/ 122834 h 534136"/>
                <a:gd name="connsiteX47" fmla="*/ 476797 w 682644"/>
                <a:gd name="connsiteY47" fmla="*/ 159747 h 534136"/>
                <a:gd name="connsiteX48" fmla="*/ 341893 w 682644"/>
                <a:gd name="connsiteY48" fmla="*/ 219158 h 534136"/>
                <a:gd name="connsiteX49" fmla="*/ 201155 w 682644"/>
                <a:gd name="connsiteY49" fmla="*/ 274403 h 534136"/>
                <a:gd name="connsiteX50" fmla="*/ 130995 w 682644"/>
                <a:gd name="connsiteY50" fmla="*/ 293902 h 534136"/>
                <a:gd name="connsiteX51" fmla="*/ 91082 w 682644"/>
                <a:gd name="connsiteY51" fmla="*/ 296901 h 534136"/>
                <a:gd name="connsiteX52" fmla="*/ 55668 w 682644"/>
                <a:gd name="connsiteY52" fmla="*/ 292735 h 534136"/>
                <a:gd name="connsiteX53" fmla="*/ 55585 w 682644"/>
                <a:gd name="connsiteY53" fmla="*/ 225574 h 534136"/>
                <a:gd name="connsiteX54" fmla="*/ 55585 w 682644"/>
                <a:gd name="connsiteY54" fmla="*/ 225574 h 534136"/>
                <a:gd name="connsiteX55" fmla="*/ 154493 w 682644"/>
                <a:gd name="connsiteY55" fmla="*/ 439055 h 534136"/>
                <a:gd name="connsiteX56" fmla="*/ 200406 w 682644"/>
                <a:gd name="connsiteY56" fmla="*/ 411641 h 534136"/>
                <a:gd name="connsiteX57" fmla="*/ 216904 w 682644"/>
                <a:gd name="connsiteY57" fmla="*/ 394309 h 534136"/>
                <a:gd name="connsiteX58" fmla="*/ 240402 w 682644"/>
                <a:gd name="connsiteY58" fmla="*/ 392476 h 534136"/>
                <a:gd name="connsiteX59" fmla="*/ 241985 w 682644"/>
                <a:gd name="connsiteY59" fmla="*/ 392059 h 534136"/>
                <a:gd name="connsiteX60" fmla="*/ 222403 w 682644"/>
                <a:gd name="connsiteY60" fmla="*/ 417890 h 534136"/>
                <a:gd name="connsiteX61" fmla="*/ 171825 w 682644"/>
                <a:gd name="connsiteY61" fmla="*/ 444055 h 534136"/>
                <a:gd name="connsiteX62" fmla="*/ 121663 w 682644"/>
                <a:gd name="connsiteY62" fmla="*/ 452471 h 534136"/>
                <a:gd name="connsiteX63" fmla="*/ 99665 w 682644"/>
                <a:gd name="connsiteY63" fmla="*/ 425806 h 534136"/>
                <a:gd name="connsiteX64" fmla="*/ 99831 w 682644"/>
                <a:gd name="connsiteY64" fmla="*/ 413141 h 534136"/>
                <a:gd name="connsiteX65" fmla="*/ 106581 w 682644"/>
                <a:gd name="connsiteY65" fmla="*/ 411891 h 534136"/>
                <a:gd name="connsiteX66" fmla="*/ 119079 w 682644"/>
                <a:gd name="connsiteY66" fmla="*/ 407641 h 534136"/>
                <a:gd name="connsiteX67" fmla="*/ 154493 w 682644"/>
                <a:gd name="connsiteY67" fmla="*/ 439055 h 534136"/>
                <a:gd name="connsiteX68" fmla="*/ 154493 w 682644"/>
                <a:gd name="connsiteY68" fmla="*/ 439055 h 534136"/>
                <a:gd name="connsiteX69" fmla="*/ 122496 w 682644"/>
                <a:gd name="connsiteY69" fmla="*/ 406808 h 534136"/>
                <a:gd name="connsiteX70" fmla="*/ 133745 w 682644"/>
                <a:gd name="connsiteY70" fmla="*/ 407725 h 534136"/>
                <a:gd name="connsiteX71" fmla="*/ 154076 w 682644"/>
                <a:gd name="connsiteY71" fmla="*/ 415224 h 534136"/>
                <a:gd name="connsiteX72" fmla="*/ 179074 w 682644"/>
                <a:gd name="connsiteY72" fmla="*/ 405891 h 534136"/>
                <a:gd name="connsiteX73" fmla="*/ 189990 w 682644"/>
                <a:gd name="connsiteY73" fmla="*/ 396559 h 534136"/>
                <a:gd name="connsiteX74" fmla="*/ 197656 w 682644"/>
                <a:gd name="connsiteY74" fmla="*/ 385893 h 534136"/>
                <a:gd name="connsiteX75" fmla="*/ 205988 w 682644"/>
                <a:gd name="connsiteY75" fmla="*/ 390893 h 534136"/>
                <a:gd name="connsiteX76" fmla="*/ 200822 w 682644"/>
                <a:gd name="connsiteY76" fmla="*/ 396309 h 534136"/>
                <a:gd name="connsiteX77" fmla="*/ 175658 w 682644"/>
                <a:gd name="connsiteY77" fmla="*/ 417224 h 534136"/>
                <a:gd name="connsiteX78" fmla="*/ 122496 w 682644"/>
                <a:gd name="connsiteY78" fmla="*/ 406808 h 534136"/>
                <a:gd name="connsiteX79" fmla="*/ 122496 w 682644"/>
                <a:gd name="connsiteY79" fmla="*/ 406808 h 534136"/>
                <a:gd name="connsiteX80" fmla="*/ 665530 w 682644"/>
                <a:gd name="connsiteY80" fmla="*/ 270904 h 534136"/>
                <a:gd name="connsiteX81" fmla="*/ 657697 w 682644"/>
                <a:gd name="connsiteY81" fmla="*/ 305401 h 534136"/>
                <a:gd name="connsiteX82" fmla="*/ 635200 w 682644"/>
                <a:gd name="connsiteY82" fmla="*/ 332315 h 534136"/>
                <a:gd name="connsiteX83" fmla="*/ 504461 w 682644"/>
                <a:gd name="connsiteY83" fmla="*/ 415641 h 534136"/>
                <a:gd name="connsiteX84" fmla="*/ 369973 w 682644"/>
                <a:gd name="connsiteY84" fmla="*/ 470469 h 534136"/>
                <a:gd name="connsiteX85" fmla="*/ 299480 w 682644"/>
                <a:gd name="connsiteY85" fmla="*/ 490884 h 534136"/>
                <a:gd name="connsiteX86" fmla="*/ 232319 w 682644"/>
                <a:gd name="connsiteY86" fmla="*/ 511299 h 534136"/>
                <a:gd name="connsiteX87" fmla="*/ 189323 w 682644"/>
                <a:gd name="connsiteY87" fmla="*/ 519215 h 534136"/>
                <a:gd name="connsiteX88" fmla="*/ 150827 w 682644"/>
                <a:gd name="connsiteY88" fmla="*/ 522381 h 534136"/>
                <a:gd name="connsiteX89" fmla="*/ 104497 w 682644"/>
                <a:gd name="connsiteY89" fmla="*/ 459720 h 534136"/>
                <a:gd name="connsiteX90" fmla="*/ 151826 w 682644"/>
                <a:gd name="connsiteY90" fmla="*/ 462803 h 534136"/>
                <a:gd name="connsiteX91" fmla="*/ 257817 w 682644"/>
                <a:gd name="connsiteY91" fmla="*/ 387726 h 534136"/>
                <a:gd name="connsiteX92" fmla="*/ 361391 w 682644"/>
                <a:gd name="connsiteY92" fmla="*/ 398725 h 534136"/>
                <a:gd name="connsiteX93" fmla="*/ 423969 w 682644"/>
                <a:gd name="connsiteY93" fmla="*/ 335981 h 534136"/>
                <a:gd name="connsiteX94" fmla="*/ 522460 w 682644"/>
                <a:gd name="connsiteY94" fmla="*/ 332731 h 534136"/>
                <a:gd name="connsiteX95" fmla="*/ 559207 w 682644"/>
                <a:gd name="connsiteY95" fmla="*/ 297568 h 534136"/>
                <a:gd name="connsiteX96" fmla="*/ 565706 w 682644"/>
                <a:gd name="connsiteY96" fmla="*/ 267071 h 534136"/>
                <a:gd name="connsiteX97" fmla="*/ 618368 w 682644"/>
                <a:gd name="connsiteY97" fmla="*/ 259738 h 534136"/>
                <a:gd name="connsiteX98" fmla="*/ 639116 w 682644"/>
                <a:gd name="connsiteY98" fmla="*/ 218825 h 534136"/>
                <a:gd name="connsiteX99" fmla="*/ 654281 w 682644"/>
                <a:gd name="connsiteY99" fmla="*/ 232240 h 534136"/>
                <a:gd name="connsiteX100" fmla="*/ 665530 w 682644"/>
                <a:gd name="connsiteY100" fmla="*/ 270904 h 534136"/>
                <a:gd name="connsiteX101" fmla="*/ 665530 w 682644"/>
                <a:gd name="connsiteY101" fmla="*/ 270904 h 534136"/>
                <a:gd name="connsiteX102" fmla="*/ 325561 w 682644"/>
                <a:gd name="connsiteY102" fmla="*/ 376227 h 534136"/>
                <a:gd name="connsiteX103" fmla="*/ 359058 w 682644"/>
                <a:gd name="connsiteY103" fmla="*/ 372978 h 534136"/>
                <a:gd name="connsiteX104" fmla="*/ 391472 w 682644"/>
                <a:gd name="connsiteY104" fmla="*/ 338648 h 534136"/>
                <a:gd name="connsiteX105" fmla="*/ 412220 w 682644"/>
                <a:gd name="connsiteY105" fmla="*/ 329148 h 534136"/>
                <a:gd name="connsiteX106" fmla="*/ 405554 w 682644"/>
                <a:gd name="connsiteY106" fmla="*/ 350063 h 534136"/>
                <a:gd name="connsiteX107" fmla="*/ 389222 w 682644"/>
                <a:gd name="connsiteY107" fmla="*/ 366478 h 534136"/>
                <a:gd name="connsiteX108" fmla="*/ 349309 w 682644"/>
                <a:gd name="connsiteY108" fmla="*/ 389726 h 534136"/>
                <a:gd name="connsiteX109" fmla="*/ 258567 w 682644"/>
                <a:gd name="connsiteY109" fmla="*/ 384560 h 534136"/>
                <a:gd name="connsiteX110" fmla="*/ 258567 w 682644"/>
                <a:gd name="connsiteY110" fmla="*/ 384477 h 534136"/>
                <a:gd name="connsiteX111" fmla="*/ 265400 w 682644"/>
                <a:gd name="connsiteY111" fmla="*/ 379144 h 534136"/>
                <a:gd name="connsiteX112" fmla="*/ 274066 w 682644"/>
                <a:gd name="connsiteY112" fmla="*/ 368895 h 534136"/>
                <a:gd name="connsiteX113" fmla="*/ 285231 w 682644"/>
                <a:gd name="connsiteY113" fmla="*/ 363145 h 534136"/>
                <a:gd name="connsiteX114" fmla="*/ 307812 w 682644"/>
                <a:gd name="connsiteY114" fmla="*/ 365978 h 534136"/>
                <a:gd name="connsiteX115" fmla="*/ 325561 w 682644"/>
                <a:gd name="connsiteY115" fmla="*/ 376227 h 534136"/>
                <a:gd name="connsiteX116" fmla="*/ 325561 w 682644"/>
                <a:gd name="connsiteY116" fmla="*/ 376227 h 534136"/>
                <a:gd name="connsiteX117" fmla="*/ 316728 w 682644"/>
                <a:gd name="connsiteY117" fmla="*/ 364479 h 534136"/>
                <a:gd name="connsiteX118" fmla="*/ 339726 w 682644"/>
                <a:gd name="connsiteY118" fmla="*/ 354063 h 534136"/>
                <a:gd name="connsiteX119" fmla="*/ 363391 w 682644"/>
                <a:gd name="connsiteY119" fmla="*/ 338148 h 534136"/>
                <a:gd name="connsiteX120" fmla="*/ 380889 w 682644"/>
                <a:gd name="connsiteY120" fmla="*/ 339731 h 534136"/>
                <a:gd name="connsiteX121" fmla="*/ 378223 w 682644"/>
                <a:gd name="connsiteY121" fmla="*/ 345064 h 534136"/>
                <a:gd name="connsiteX122" fmla="*/ 350642 w 682644"/>
                <a:gd name="connsiteY122" fmla="*/ 366728 h 534136"/>
                <a:gd name="connsiteX123" fmla="*/ 331310 w 682644"/>
                <a:gd name="connsiteY123" fmla="*/ 368645 h 534136"/>
                <a:gd name="connsiteX124" fmla="*/ 316728 w 682644"/>
                <a:gd name="connsiteY124" fmla="*/ 364479 h 534136"/>
                <a:gd name="connsiteX125" fmla="*/ 316728 w 682644"/>
                <a:gd name="connsiteY125" fmla="*/ 364479 h 534136"/>
                <a:gd name="connsiteX126" fmla="*/ 420802 w 682644"/>
                <a:gd name="connsiteY126" fmla="*/ 321316 h 534136"/>
                <a:gd name="connsiteX127" fmla="*/ 427468 w 682644"/>
                <a:gd name="connsiteY127" fmla="*/ 312400 h 534136"/>
                <a:gd name="connsiteX128" fmla="*/ 434884 w 682644"/>
                <a:gd name="connsiteY128" fmla="*/ 306151 h 534136"/>
                <a:gd name="connsiteX129" fmla="*/ 464632 w 682644"/>
                <a:gd name="connsiteY129" fmla="*/ 319983 h 534136"/>
                <a:gd name="connsiteX130" fmla="*/ 497129 w 682644"/>
                <a:gd name="connsiteY130" fmla="*/ 312900 h 534136"/>
                <a:gd name="connsiteX131" fmla="*/ 524959 w 682644"/>
                <a:gd name="connsiteY131" fmla="*/ 296568 h 534136"/>
                <a:gd name="connsiteX132" fmla="*/ 530209 w 682644"/>
                <a:gd name="connsiteY132" fmla="*/ 286652 h 534136"/>
                <a:gd name="connsiteX133" fmla="*/ 530376 w 682644"/>
                <a:gd name="connsiteY133" fmla="*/ 277570 h 534136"/>
                <a:gd name="connsiteX134" fmla="*/ 546708 w 682644"/>
                <a:gd name="connsiteY134" fmla="*/ 271904 h 534136"/>
                <a:gd name="connsiteX135" fmla="*/ 554457 w 682644"/>
                <a:gd name="connsiteY135" fmla="*/ 267321 h 534136"/>
                <a:gd name="connsiteX136" fmla="*/ 553624 w 682644"/>
                <a:gd name="connsiteY136" fmla="*/ 280653 h 534136"/>
                <a:gd name="connsiteX137" fmla="*/ 540791 w 682644"/>
                <a:gd name="connsiteY137" fmla="*/ 303984 h 534136"/>
                <a:gd name="connsiteX138" fmla="*/ 506461 w 682644"/>
                <a:gd name="connsiteY138" fmla="*/ 327482 h 534136"/>
                <a:gd name="connsiteX139" fmla="*/ 423385 w 682644"/>
                <a:gd name="connsiteY139" fmla="*/ 329732 h 534136"/>
                <a:gd name="connsiteX140" fmla="*/ 421219 w 682644"/>
                <a:gd name="connsiteY140" fmla="*/ 321982 h 534136"/>
                <a:gd name="connsiteX141" fmla="*/ 420802 w 682644"/>
                <a:gd name="connsiteY141" fmla="*/ 321316 h 534136"/>
                <a:gd name="connsiteX142" fmla="*/ 420802 w 682644"/>
                <a:gd name="connsiteY142" fmla="*/ 321316 h 534136"/>
                <a:gd name="connsiteX143" fmla="*/ 445550 w 682644"/>
                <a:gd name="connsiteY143" fmla="*/ 307484 h 534136"/>
                <a:gd name="connsiteX144" fmla="*/ 490213 w 682644"/>
                <a:gd name="connsiteY144" fmla="*/ 293985 h 534136"/>
                <a:gd name="connsiteX145" fmla="*/ 517210 w 682644"/>
                <a:gd name="connsiteY145" fmla="*/ 278486 h 534136"/>
                <a:gd name="connsiteX146" fmla="*/ 521543 w 682644"/>
                <a:gd name="connsiteY146" fmla="*/ 278570 h 534136"/>
                <a:gd name="connsiteX147" fmla="*/ 521460 w 682644"/>
                <a:gd name="connsiteY147" fmla="*/ 280486 h 534136"/>
                <a:gd name="connsiteX148" fmla="*/ 503462 w 682644"/>
                <a:gd name="connsiteY148" fmla="*/ 299151 h 534136"/>
                <a:gd name="connsiteX149" fmla="*/ 471631 w 682644"/>
                <a:gd name="connsiteY149" fmla="*/ 310567 h 534136"/>
                <a:gd name="connsiteX150" fmla="*/ 445550 w 682644"/>
                <a:gd name="connsiteY150" fmla="*/ 307484 h 534136"/>
                <a:gd name="connsiteX151" fmla="*/ 445550 w 682644"/>
                <a:gd name="connsiteY151" fmla="*/ 307484 h 534136"/>
                <a:gd name="connsiteX152" fmla="*/ 564539 w 682644"/>
                <a:gd name="connsiteY152" fmla="*/ 262654 h 534136"/>
                <a:gd name="connsiteX153" fmla="*/ 563623 w 682644"/>
                <a:gd name="connsiteY153" fmla="*/ 260071 h 534136"/>
                <a:gd name="connsiteX154" fmla="*/ 568539 w 682644"/>
                <a:gd name="connsiteY154" fmla="*/ 254738 h 534136"/>
                <a:gd name="connsiteX155" fmla="*/ 585621 w 682644"/>
                <a:gd name="connsiteY155" fmla="*/ 236823 h 534136"/>
                <a:gd name="connsiteX156" fmla="*/ 602203 w 682644"/>
                <a:gd name="connsiteY156" fmla="*/ 235157 h 534136"/>
                <a:gd name="connsiteX157" fmla="*/ 627200 w 682644"/>
                <a:gd name="connsiteY157" fmla="*/ 221408 h 534136"/>
                <a:gd name="connsiteX158" fmla="*/ 602036 w 682644"/>
                <a:gd name="connsiteY158" fmla="*/ 258321 h 534136"/>
                <a:gd name="connsiteX159" fmla="*/ 564539 w 682644"/>
                <a:gd name="connsiteY159" fmla="*/ 262654 h 534136"/>
                <a:gd name="connsiteX160" fmla="*/ 564539 w 682644"/>
                <a:gd name="connsiteY160" fmla="*/ 262654 h 534136"/>
                <a:gd name="connsiteX161" fmla="*/ 633033 w 682644"/>
                <a:gd name="connsiteY161" fmla="*/ 167330 h 534136"/>
                <a:gd name="connsiteX162" fmla="*/ 619284 w 682644"/>
                <a:gd name="connsiteY162" fmla="*/ 208826 h 534136"/>
                <a:gd name="connsiteX163" fmla="*/ 578455 w 682644"/>
                <a:gd name="connsiteY163" fmla="*/ 224908 h 534136"/>
                <a:gd name="connsiteX164" fmla="*/ 557957 w 682644"/>
                <a:gd name="connsiteY164" fmla="*/ 243239 h 534136"/>
                <a:gd name="connsiteX165" fmla="*/ 520210 w 682644"/>
                <a:gd name="connsiteY165" fmla="*/ 264404 h 534136"/>
                <a:gd name="connsiteX166" fmla="*/ 491296 w 682644"/>
                <a:gd name="connsiteY166" fmla="*/ 268987 h 534136"/>
                <a:gd name="connsiteX167" fmla="*/ 455716 w 682644"/>
                <a:gd name="connsiteY167" fmla="*/ 292818 h 534136"/>
                <a:gd name="connsiteX168" fmla="*/ 426635 w 682644"/>
                <a:gd name="connsiteY168" fmla="*/ 289402 h 534136"/>
                <a:gd name="connsiteX169" fmla="*/ 402387 w 682644"/>
                <a:gd name="connsiteY169" fmla="*/ 315983 h 534136"/>
                <a:gd name="connsiteX170" fmla="*/ 361974 w 682644"/>
                <a:gd name="connsiteY170" fmla="*/ 322732 h 534136"/>
                <a:gd name="connsiteX171" fmla="*/ 344726 w 682644"/>
                <a:gd name="connsiteY171" fmla="*/ 329648 h 534136"/>
                <a:gd name="connsiteX172" fmla="*/ 308479 w 682644"/>
                <a:gd name="connsiteY172" fmla="*/ 353230 h 534136"/>
                <a:gd name="connsiteX173" fmla="*/ 285731 w 682644"/>
                <a:gd name="connsiteY173" fmla="*/ 351396 h 534136"/>
                <a:gd name="connsiteX174" fmla="*/ 276732 w 682644"/>
                <a:gd name="connsiteY174" fmla="*/ 350313 h 534136"/>
                <a:gd name="connsiteX175" fmla="*/ 258484 w 682644"/>
                <a:gd name="connsiteY175" fmla="*/ 367062 h 534136"/>
                <a:gd name="connsiteX176" fmla="*/ 220987 w 682644"/>
                <a:gd name="connsiteY176" fmla="*/ 380644 h 534136"/>
                <a:gd name="connsiteX177" fmla="*/ 215737 w 682644"/>
                <a:gd name="connsiteY177" fmla="*/ 380227 h 534136"/>
                <a:gd name="connsiteX178" fmla="*/ 194906 w 682644"/>
                <a:gd name="connsiteY178" fmla="*/ 371811 h 534136"/>
                <a:gd name="connsiteX179" fmla="*/ 168408 w 682644"/>
                <a:gd name="connsiteY179" fmla="*/ 395476 h 534136"/>
                <a:gd name="connsiteX180" fmla="*/ 141661 w 682644"/>
                <a:gd name="connsiteY180" fmla="*/ 397142 h 534136"/>
                <a:gd name="connsiteX181" fmla="*/ 129329 w 682644"/>
                <a:gd name="connsiteY181" fmla="*/ 392559 h 534136"/>
                <a:gd name="connsiteX182" fmla="*/ 100831 w 682644"/>
                <a:gd name="connsiteY182" fmla="*/ 399559 h 534136"/>
                <a:gd name="connsiteX183" fmla="*/ 74917 w 682644"/>
                <a:gd name="connsiteY183" fmla="*/ 381560 h 534136"/>
                <a:gd name="connsiteX184" fmla="*/ 76250 w 682644"/>
                <a:gd name="connsiteY184" fmla="*/ 355229 h 534136"/>
                <a:gd name="connsiteX185" fmla="*/ 94748 w 682644"/>
                <a:gd name="connsiteY185" fmla="*/ 366312 h 534136"/>
                <a:gd name="connsiteX186" fmla="*/ 129912 w 682644"/>
                <a:gd name="connsiteY186" fmla="*/ 368145 h 534136"/>
                <a:gd name="connsiteX187" fmla="*/ 163909 w 682644"/>
                <a:gd name="connsiteY187" fmla="*/ 343564 h 534136"/>
                <a:gd name="connsiteX188" fmla="*/ 182740 w 682644"/>
                <a:gd name="connsiteY188" fmla="*/ 327565 h 534136"/>
                <a:gd name="connsiteX189" fmla="*/ 219404 w 682644"/>
                <a:gd name="connsiteY189" fmla="*/ 326565 h 534136"/>
                <a:gd name="connsiteX190" fmla="*/ 257067 w 682644"/>
                <a:gd name="connsiteY190" fmla="*/ 318566 h 534136"/>
                <a:gd name="connsiteX191" fmla="*/ 305896 w 682644"/>
                <a:gd name="connsiteY191" fmla="*/ 285319 h 534136"/>
                <a:gd name="connsiteX192" fmla="*/ 350142 w 682644"/>
                <a:gd name="connsiteY192" fmla="*/ 281153 h 534136"/>
                <a:gd name="connsiteX193" fmla="*/ 394388 w 682644"/>
                <a:gd name="connsiteY193" fmla="*/ 254988 h 534136"/>
                <a:gd name="connsiteX194" fmla="*/ 415386 w 682644"/>
                <a:gd name="connsiteY194" fmla="*/ 239406 h 534136"/>
                <a:gd name="connsiteX195" fmla="*/ 446467 w 682644"/>
                <a:gd name="connsiteY195" fmla="*/ 231574 h 534136"/>
                <a:gd name="connsiteX196" fmla="*/ 490379 w 682644"/>
                <a:gd name="connsiteY196" fmla="*/ 217242 h 534136"/>
                <a:gd name="connsiteX197" fmla="*/ 532542 w 682644"/>
                <a:gd name="connsiteY197" fmla="*/ 185078 h 534136"/>
                <a:gd name="connsiteX198" fmla="*/ 555957 w 682644"/>
                <a:gd name="connsiteY198" fmla="*/ 180328 h 534136"/>
                <a:gd name="connsiteX199" fmla="*/ 574788 w 682644"/>
                <a:gd name="connsiteY199" fmla="*/ 167330 h 534136"/>
                <a:gd name="connsiteX200" fmla="*/ 602536 w 682644"/>
                <a:gd name="connsiteY200" fmla="*/ 146165 h 534136"/>
                <a:gd name="connsiteX201" fmla="*/ 618951 w 682644"/>
                <a:gd name="connsiteY201" fmla="*/ 138582 h 534136"/>
                <a:gd name="connsiteX202" fmla="*/ 633033 w 682644"/>
                <a:gd name="connsiteY202" fmla="*/ 167330 h 534136"/>
                <a:gd name="connsiteX203" fmla="*/ 633033 w 682644"/>
                <a:gd name="connsiteY203" fmla="*/ 167330 h 534136"/>
                <a:gd name="connsiteX204" fmla="*/ 616785 w 682644"/>
                <a:gd name="connsiteY204" fmla="*/ 123750 h 534136"/>
                <a:gd name="connsiteX205" fmla="*/ 578788 w 682644"/>
                <a:gd name="connsiteY205" fmla="*/ 142915 h 534136"/>
                <a:gd name="connsiteX206" fmla="*/ 544458 w 682644"/>
                <a:gd name="connsiteY206" fmla="*/ 166496 h 534136"/>
                <a:gd name="connsiteX207" fmla="*/ 511711 w 682644"/>
                <a:gd name="connsiteY207" fmla="*/ 179079 h 534136"/>
                <a:gd name="connsiteX208" fmla="*/ 481213 w 682644"/>
                <a:gd name="connsiteY208" fmla="*/ 204910 h 534136"/>
                <a:gd name="connsiteX209" fmla="*/ 399054 w 682644"/>
                <a:gd name="connsiteY209" fmla="*/ 234157 h 534136"/>
                <a:gd name="connsiteX210" fmla="*/ 371723 w 682644"/>
                <a:gd name="connsiteY210" fmla="*/ 256738 h 534136"/>
                <a:gd name="connsiteX211" fmla="*/ 325227 w 682644"/>
                <a:gd name="connsiteY211" fmla="*/ 269820 h 534136"/>
                <a:gd name="connsiteX212" fmla="*/ 292147 w 682644"/>
                <a:gd name="connsiteY212" fmla="*/ 274070 h 534136"/>
                <a:gd name="connsiteX213" fmla="*/ 257484 w 682644"/>
                <a:gd name="connsiteY213" fmla="*/ 298651 h 534136"/>
                <a:gd name="connsiteX214" fmla="*/ 217154 w 682644"/>
                <a:gd name="connsiteY214" fmla="*/ 311067 h 534136"/>
                <a:gd name="connsiteX215" fmla="*/ 182490 w 682644"/>
                <a:gd name="connsiteY215" fmla="*/ 311733 h 534136"/>
                <a:gd name="connsiteX216" fmla="*/ 117663 w 682644"/>
                <a:gd name="connsiteY216" fmla="*/ 358646 h 534136"/>
                <a:gd name="connsiteX217" fmla="*/ 80083 w 682644"/>
                <a:gd name="connsiteY217" fmla="*/ 342814 h 534136"/>
                <a:gd name="connsiteX218" fmla="*/ 47086 w 682644"/>
                <a:gd name="connsiteY218" fmla="*/ 349813 h 534136"/>
                <a:gd name="connsiteX219" fmla="*/ 22171 w 682644"/>
                <a:gd name="connsiteY219" fmla="*/ 357729 h 534136"/>
                <a:gd name="connsiteX220" fmla="*/ 17672 w 682644"/>
                <a:gd name="connsiteY220" fmla="*/ 348480 h 534136"/>
                <a:gd name="connsiteX221" fmla="*/ 25088 w 682644"/>
                <a:gd name="connsiteY221" fmla="*/ 339481 h 534136"/>
                <a:gd name="connsiteX222" fmla="*/ 38920 w 682644"/>
                <a:gd name="connsiteY222" fmla="*/ 323149 h 534136"/>
                <a:gd name="connsiteX223" fmla="*/ 53335 w 682644"/>
                <a:gd name="connsiteY223" fmla="*/ 308317 h 534136"/>
                <a:gd name="connsiteX224" fmla="*/ 74417 w 682644"/>
                <a:gd name="connsiteY224" fmla="*/ 311733 h 534136"/>
                <a:gd name="connsiteX225" fmla="*/ 155576 w 682644"/>
                <a:gd name="connsiteY225" fmla="*/ 305067 h 534136"/>
                <a:gd name="connsiteX226" fmla="*/ 316895 w 682644"/>
                <a:gd name="connsiteY226" fmla="*/ 245489 h 534136"/>
                <a:gd name="connsiteX227" fmla="*/ 484296 w 682644"/>
                <a:gd name="connsiteY227" fmla="*/ 170913 h 534136"/>
                <a:gd name="connsiteX228" fmla="*/ 553290 w 682644"/>
                <a:gd name="connsiteY228" fmla="*/ 131166 h 534136"/>
                <a:gd name="connsiteX229" fmla="*/ 591204 w 682644"/>
                <a:gd name="connsiteY229" fmla="*/ 86420 h 534136"/>
                <a:gd name="connsiteX230" fmla="*/ 623534 w 682644"/>
                <a:gd name="connsiteY230" fmla="*/ 88003 h 534136"/>
                <a:gd name="connsiteX231" fmla="*/ 616785 w 682644"/>
                <a:gd name="connsiteY231" fmla="*/ 123750 h 534136"/>
                <a:gd name="connsiteX232" fmla="*/ 616785 w 682644"/>
                <a:gd name="connsiteY232" fmla="*/ 123750 h 534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682644" h="534136">
                  <a:moveTo>
                    <a:pt x="592703" y="72338"/>
                  </a:moveTo>
                  <a:cubicBezTo>
                    <a:pt x="592287" y="62422"/>
                    <a:pt x="588454" y="52257"/>
                    <a:pt x="583454" y="44007"/>
                  </a:cubicBezTo>
                  <a:cubicBezTo>
                    <a:pt x="577122" y="33508"/>
                    <a:pt x="566206" y="28342"/>
                    <a:pt x="556373" y="21676"/>
                  </a:cubicBezTo>
                  <a:cubicBezTo>
                    <a:pt x="543541" y="13010"/>
                    <a:pt x="528709" y="8344"/>
                    <a:pt x="513460" y="6011"/>
                  </a:cubicBezTo>
                  <a:cubicBezTo>
                    <a:pt x="503378" y="3261"/>
                    <a:pt x="492879" y="1428"/>
                    <a:pt x="481630" y="595"/>
                  </a:cubicBezTo>
                  <a:cubicBezTo>
                    <a:pt x="452799" y="-1405"/>
                    <a:pt x="424719" y="1845"/>
                    <a:pt x="396471" y="7261"/>
                  </a:cubicBezTo>
                  <a:cubicBezTo>
                    <a:pt x="338726" y="18343"/>
                    <a:pt x="283231" y="36591"/>
                    <a:pt x="229986" y="61423"/>
                  </a:cubicBezTo>
                  <a:cubicBezTo>
                    <a:pt x="176991" y="86170"/>
                    <a:pt x="126912" y="113584"/>
                    <a:pt x="85499" y="155581"/>
                  </a:cubicBezTo>
                  <a:cubicBezTo>
                    <a:pt x="67834" y="173579"/>
                    <a:pt x="52669" y="193994"/>
                    <a:pt x="41920" y="216825"/>
                  </a:cubicBezTo>
                  <a:cubicBezTo>
                    <a:pt x="32921" y="236073"/>
                    <a:pt x="23421" y="260071"/>
                    <a:pt x="28337" y="281569"/>
                  </a:cubicBezTo>
                  <a:cubicBezTo>
                    <a:pt x="30837" y="292652"/>
                    <a:pt x="36254" y="299401"/>
                    <a:pt x="43420" y="303734"/>
                  </a:cubicBezTo>
                  <a:cubicBezTo>
                    <a:pt x="39670" y="306401"/>
                    <a:pt x="36337" y="310067"/>
                    <a:pt x="33421" y="312983"/>
                  </a:cubicBezTo>
                  <a:cubicBezTo>
                    <a:pt x="23338" y="323149"/>
                    <a:pt x="7839" y="335398"/>
                    <a:pt x="1923" y="348563"/>
                  </a:cubicBezTo>
                  <a:cubicBezTo>
                    <a:pt x="-1576" y="356479"/>
                    <a:pt x="-660" y="366395"/>
                    <a:pt x="7673" y="370478"/>
                  </a:cubicBezTo>
                  <a:cubicBezTo>
                    <a:pt x="17505" y="375311"/>
                    <a:pt x="34004" y="368145"/>
                    <a:pt x="43336" y="364812"/>
                  </a:cubicBezTo>
                  <a:cubicBezTo>
                    <a:pt x="51752" y="361812"/>
                    <a:pt x="59418" y="356229"/>
                    <a:pt x="68417" y="354813"/>
                  </a:cubicBezTo>
                  <a:cubicBezTo>
                    <a:pt x="62085" y="366145"/>
                    <a:pt x="63584" y="387227"/>
                    <a:pt x="68167" y="397059"/>
                  </a:cubicBezTo>
                  <a:cubicBezTo>
                    <a:pt x="72500" y="406308"/>
                    <a:pt x="80083" y="411141"/>
                    <a:pt x="88749" y="412641"/>
                  </a:cubicBezTo>
                  <a:cubicBezTo>
                    <a:pt x="85166" y="425806"/>
                    <a:pt x="86666" y="442722"/>
                    <a:pt x="95415" y="452554"/>
                  </a:cubicBezTo>
                  <a:cubicBezTo>
                    <a:pt x="93165" y="455054"/>
                    <a:pt x="92332" y="459053"/>
                    <a:pt x="91832" y="462303"/>
                  </a:cubicBezTo>
                  <a:cubicBezTo>
                    <a:pt x="90249" y="472386"/>
                    <a:pt x="94165" y="484718"/>
                    <a:pt x="99164" y="493300"/>
                  </a:cubicBezTo>
                  <a:cubicBezTo>
                    <a:pt x="110164" y="512299"/>
                    <a:pt x="126662" y="532630"/>
                    <a:pt x="150243" y="533963"/>
                  </a:cubicBezTo>
                  <a:cubicBezTo>
                    <a:pt x="176908" y="535380"/>
                    <a:pt x="206822" y="527797"/>
                    <a:pt x="232653" y="521714"/>
                  </a:cubicBezTo>
                  <a:cubicBezTo>
                    <a:pt x="262900" y="514465"/>
                    <a:pt x="292480" y="505299"/>
                    <a:pt x="322228" y="495967"/>
                  </a:cubicBezTo>
                  <a:cubicBezTo>
                    <a:pt x="352308" y="486551"/>
                    <a:pt x="382139" y="479635"/>
                    <a:pt x="411803" y="468219"/>
                  </a:cubicBezTo>
                  <a:cubicBezTo>
                    <a:pt x="441967" y="456554"/>
                    <a:pt x="472048" y="444555"/>
                    <a:pt x="501712" y="431389"/>
                  </a:cubicBezTo>
                  <a:cubicBezTo>
                    <a:pt x="557540" y="406641"/>
                    <a:pt x="614702" y="376727"/>
                    <a:pt x="656448" y="331232"/>
                  </a:cubicBezTo>
                  <a:cubicBezTo>
                    <a:pt x="665030" y="321816"/>
                    <a:pt x="675613" y="310733"/>
                    <a:pt x="679696" y="298401"/>
                  </a:cubicBezTo>
                  <a:cubicBezTo>
                    <a:pt x="684028" y="285319"/>
                    <a:pt x="682945" y="268904"/>
                    <a:pt x="680529" y="255572"/>
                  </a:cubicBezTo>
                  <a:cubicBezTo>
                    <a:pt x="675863" y="229907"/>
                    <a:pt x="664030" y="210076"/>
                    <a:pt x="640449" y="202077"/>
                  </a:cubicBezTo>
                  <a:cubicBezTo>
                    <a:pt x="642282" y="198077"/>
                    <a:pt x="643782" y="193911"/>
                    <a:pt x="644865" y="189578"/>
                  </a:cubicBezTo>
                  <a:cubicBezTo>
                    <a:pt x="647615" y="179079"/>
                    <a:pt x="648365" y="166996"/>
                    <a:pt x="645282" y="156497"/>
                  </a:cubicBezTo>
                  <a:cubicBezTo>
                    <a:pt x="642449" y="146915"/>
                    <a:pt x="635950" y="139749"/>
                    <a:pt x="629950" y="132249"/>
                  </a:cubicBezTo>
                  <a:cubicBezTo>
                    <a:pt x="640032" y="125333"/>
                    <a:pt x="648865" y="116084"/>
                    <a:pt x="650115" y="103335"/>
                  </a:cubicBezTo>
                  <a:cubicBezTo>
                    <a:pt x="653448" y="69838"/>
                    <a:pt x="617785" y="71172"/>
                    <a:pt x="592703" y="72338"/>
                  </a:cubicBezTo>
                  <a:lnTo>
                    <a:pt x="592703" y="72338"/>
                  </a:lnTo>
                  <a:close/>
                  <a:moveTo>
                    <a:pt x="55585" y="225574"/>
                  </a:moveTo>
                  <a:cubicBezTo>
                    <a:pt x="65418" y="203826"/>
                    <a:pt x="79333" y="184495"/>
                    <a:pt x="95831" y="167413"/>
                  </a:cubicBezTo>
                  <a:cubicBezTo>
                    <a:pt x="132495" y="129083"/>
                    <a:pt x="177241" y="103002"/>
                    <a:pt x="224653" y="80171"/>
                  </a:cubicBezTo>
                  <a:cubicBezTo>
                    <a:pt x="276065" y="55256"/>
                    <a:pt x="328811" y="36425"/>
                    <a:pt x="384472" y="23343"/>
                  </a:cubicBezTo>
                  <a:cubicBezTo>
                    <a:pt x="391138" y="21759"/>
                    <a:pt x="397721" y="20343"/>
                    <a:pt x="404387" y="19093"/>
                  </a:cubicBezTo>
                  <a:cubicBezTo>
                    <a:pt x="417386" y="17426"/>
                    <a:pt x="430551" y="16427"/>
                    <a:pt x="443884" y="16427"/>
                  </a:cubicBezTo>
                  <a:cubicBezTo>
                    <a:pt x="466881" y="16427"/>
                    <a:pt x="490629" y="16177"/>
                    <a:pt x="513294" y="20760"/>
                  </a:cubicBezTo>
                  <a:cubicBezTo>
                    <a:pt x="525126" y="23176"/>
                    <a:pt x="536708" y="27009"/>
                    <a:pt x="546708" y="33925"/>
                  </a:cubicBezTo>
                  <a:cubicBezTo>
                    <a:pt x="556957" y="41008"/>
                    <a:pt x="567789" y="46757"/>
                    <a:pt x="573039" y="58673"/>
                  </a:cubicBezTo>
                  <a:cubicBezTo>
                    <a:pt x="579121" y="72505"/>
                    <a:pt x="577372" y="82671"/>
                    <a:pt x="568622" y="94670"/>
                  </a:cubicBezTo>
                  <a:cubicBezTo>
                    <a:pt x="560706" y="105419"/>
                    <a:pt x="550707" y="115001"/>
                    <a:pt x="540041" y="122834"/>
                  </a:cubicBezTo>
                  <a:cubicBezTo>
                    <a:pt x="520293" y="137249"/>
                    <a:pt x="498379" y="148415"/>
                    <a:pt x="476797" y="159747"/>
                  </a:cubicBezTo>
                  <a:cubicBezTo>
                    <a:pt x="433218" y="182495"/>
                    <a:pt x="387805" y="201577"/>
                    <a:pt x="341893" y="219158"/>
                  </a:cubicBezTo>
                  <a:cubicBezTo>
                    <a:pt x="294897" y="237157"/>
                    <a:pt x="248651" y="257322"/>
                    <a:pt x="201155" y="274403"/>
                  </a:cubicBezTo>
                  <a:cubicBezTo>
                    <a:pt x="178157" y="282653"/>
                    <a:pt x="154993" y="289402"/>
                    <a:pt x="130995" y="293902"/>
                  </a:cubicBezTo>
                  <a:cubicBezTo>
                    <a:pt x="117746" y="296401"/>
                    <a:pt x="104664" y="297568"/>
                    <a:pt x="91082" y="296901"/>
                  </a:cubicBezTo>
                  <a:cubicBezTo>
                    <a:pt x="80250" y="296318"/>
                    <a:pt x="65668" y="297318"/>
                    <a:pt x="55668" y="292735"/>
                  </a:cubicBezTo>
                  <a:cubicBezTo>
                    <a:pt x="31421" y="281653"/>
                    <a:pt x="47669" y="243073"/>
                    <a:pt x="55585" y="225574"/>
                  </a:cubicBezTo>
                  <a:lnTo>
                    <a:pt x="55585" y="225574"/>
                  </a:lnTo>
                  <a:close/>
                  <a:moveTo>
                    <a:pt x="154493" y="439055"/>
                  </a:moveTo>
                  <a:cubicBezTo>
                    <a:pt x="172075" y="434889"/>
                    <a:pt x="187073" y="423307"/>
                    <a:pt x="200406" y="411641"/>
                  </a:cubicBezTo>
                  <a:cubicBezTo>
                    <a:pt x="207321" y="405641"/>
                    <a:pt x="212904" y="400809"/>
                    <a:pt x="216904" y="394309"/>
                  </a:cubicBezTo>
                  <a:cubicBezTo>
                    <a:pt x="223737" y="395392"/>
                    <a:pt x="231153" y="394726"/>
                    <a:pt x="240402" y="392476"/>
                  </a:cubicBezTo>
                  <a:cubicBezTo>
                    <a:pt x="240985" y="392309"/>
                    <a:pt x="241485" y="392143"/>
                    <a:pt x="241985" y="392059"/>
                  </a:cubicBezTo>
                  <a:cubicBezTo>
                    <a:pt x="236402" y="401392"/>
                    <a:pt x="230486" y="410474"/>
                    <a:pt x="222403" y="417890"/>
                  </a:cubicBezTo>
                  <a:cubicBezTo>
                    <a:pt x="208571" y="430473"/>
                    <a:pt x="189573" y="438639"/>
                    <a:pt x="171825" y="444055"/>
                  </a:cubicBezTo>
                  <a:cubicBezTo>
                    <a:pt x="155659" y="448888"/>
                    <a:pt x="138744" y="456554"/>
                    <a:pt x="121663" y="452471"/>
                  </a:cubicBezTo>
                  <a:cubicBezTo>
                    <a:pt x="107914" y="449221"/>
                    <a:pt x="99331" y="440638"/>
                    <a:pt x="99665" y="425806"/>
                  </a:cubicBezTo>
                  <a:cubicBezTo>
                    <a:pt x="99748" y="421557"/>
                    <a:pt x="99998" y="417390"/>
                    <a:pt x="99831" y="413141"/>
                  </a:cubicBezTo>
                  <a:cubicBezTo>
                    <a:pt x="102081" y="412891"/>
                    <a:pt x="104331" y="412474"/>
                    <a:pt x="106581" y="411891"/>
                  </a:cubicBezTo>
                  <a:cubicBezTo>
                    <a:pt x="110913" y="410808"/>
                    <a:pt x="114997" y="408891"/>
                    <a:pt x="119079" y="407641"/>
                  </a:cubicBezTo>
                  <a:cubicBezTo>
                    <a:pt x="114913" y="429639"/>
                    <a:pt x="130828" y="444555"/>
                    <a:pt x="154493" y="439055"/>
                  </a:cubicBezTo>
                  <a:lnTo>
                    <a:pt x="154493" y="439055"/>
                  </a:lnTo>
                  <a:close/>
                  <a:moveTo>
                    <a:pt x="122496" y="406808"/>
                  </a:moveTo>
                  <a:cubicBezTo>
                    <a:pt x="126162" y="406058"/>
                    <a:pt x="129829" y="406058"/>
                    <a:pt x="133745" y="407725"/>
                  </a:cubicBezTo>
                  <a:cubicBezTo>
                    <a:pt x="141077" y="410891"/>
                    <a:pt x="145577" y="415224"/>
                    <a:pt x="154076" y="415224"/>
                  </a:cubicBezTo>
                  <a:cubicBezTo>
                    <a:pt x="163325" y="415224"/>
                    <a:pt x="171741" y="411308"/>
                    <a:pt x="179074" y="405891"/>
                  </a:cubicBezTo>
                  <a:cubicBezTo>
                    <a:pt x="182824" y="403142"/>
                    <a:pt x="186657" y="399975"/>
                    <a:pt x="189990" y="396559"/>
                  </a:cubicBezTo>
                  <a:cubicBezTo>
                    <a:pt x="192323" y="394143"/>
                    <a:pt x="194739" y="388810"/>
                    <a:pt x="197656" y="385893"/>
                  </a:cubicBezTo>
                  <a:cubicBezTo>
                    <a:pt x="200489" y="387893"/>
                    <a:pt x="203239" y="389560"/>
                    <a:pt x="205988" y="390893"/>
                  </a:cubicBezTo>
                  <a:cubicBezTo>
                    <a:pt x="204405" y="392726"/>
                    <a:pt x="202739" y="394559"/>
                    <a:pt x="200822" y="396309"/>
                  </a:cubicBezTo>
                  <a:cubicBezTo>
                    <a:pt x="192739" y="403725"/>
                    <a:pt x="184490" y="410724"/>
                    <a:pt x="175658" y="417224"/>
                  </a:cubicBezTo>
                  <a:cubicBezTo>
                    <a:pt x="157742" y="430556"/>
                    <a:pt x="119413" y="441638"/>
                    <a:pt x="122496" y="406808"/>
                  </a:cubicBezTo>
                  <a:lnTo>
                    <a:pt x="122496" y="406808"/>
                  </a:lnTo>
                  <a:close/>
                  <a:moveTo>
                    <a:pt x="665530" y="270904"/>
                  </a:moveTo>
                  <a:cubicBezTo>
                    <a:pt x="666613" y="284236"/>
                    <a:pt x="665530" y="294402"/>
                    <a:pt x="657697" y="305401"/>
                  </a:cubicBezTo>
                  <a:cubicBezTo>
                    <a:pt x="650865" y="314983"/>
                    <a:pt x="643366" y="323982"/>
                    <a:pt x="635200" y="332315"/>
                  </a:cubicBezTo>
                  <a:cubicBezTo>
                    <a:pt x="599369" y="368978"/>
                    <a:pt x="550791" y="394809"/>
                    <a:pt x="504461" y="415641"/>
                  </a:cubicBezTo>
                  <a:cubicBezTo>
                    <a:pt x="460715" y="435472"/>
                    <a:pt x="415719" y="455720"/>
                    <a:pt x="369973" y="470469"/>
                  </a:cubicBezTo>
                  <a:cubicBezTo>
                    <a:pt x="346642" y="477968"/>
                    <a:pt x="322728" y="482885"/>
                    <a:pt x="299480" y="490884"/>
                  </a:cubicBezTo>
                  <a:cubicBezTo>
                    <a:pt x="277399" y="498466"/>
                    <a:pt x="254984" y="505549"/>
                    <a:pt x="232319" y="511299"/>
                  </a:cubicBezTo>
                  <a:cubicBezTo>
                    <a:pt x="217987" y="514965"/>
                    <a:pt x="203905" y="517131"/>
                    <a:pt x="189323" y="519215"/>
                  </a:cubicBezTo>
                  <a:cubicBezTo>
                    <a:pt x="176991" y="520964"/>
                    <a:pt x="163325" y="524381"/>
                    <a:pt x="150827" y="522381"/>
                  </a:cubicBezTo>
                  <a:cubicBezTo>
                    <a:pt x="132078" y="519298"/>
                    <a:pt x="96081" y="481885"/>
                    <a:pt x="104497" y="459720"/>
                  </a:cubicBezTo>
                  <a:cubicBezTo>
                    <a:pt x="118663" y="467803"/>
                    <a:pt x="136661" y="467219"/>
                    <a:pt x="151826" y="462803"/>
                  </a:cubicBezTo>
                  <a:cubicBezTo>
                    <a:pt x="191656" y="451221"/>
                    <a:pt x="242985" y="429639"/>
                    <a:pt x="257817" y="387726"/>
                  </a:cubicBezTo>
                  <a:cubicBezTo>
                    <a:pt x="279982" y="416474"/>
                    <a:pt x="331810" y="410808"/>
                    <a:pt x="361391" y="398725"/>
                  </a:cubicBezTo>
                  <a:cubicBezTo>
                    <a:pt x="383389" y="389726"/>
                    <a:pt x="422719" y="364312"/>
                    <a:pt x="423969" y="335981"/>
                  </a:cubicBezTo>
                  <a:cubicBezTo>
                    <a:pt x="451633" y="357563"/>
                    <a:pt x="492296" y="347397"/>
                    <a:pt x="522460" y="332731"/>
                  </a:cubicBezTo>
                  <a:cubicBezTo>
                    <a:pt x="537458" y="325399"/>
                    <a:pt x="551290" y="312400"/>
                    <a:pt x="559207" y="297568"/>
                  </a:cubicBezTo>
                  <a:cubicBezTo>
                    <a:pt x="563289" y="289819"/>
                    <a:pt x="567039" y="277403"/>
                    <a:pt x="565706" y="267071"/>
                  </a:cubicBezTo>
                  <a:cubicBezTo>
                    <a:pt x="584704" y="270987"/>
                    <a:pt x="599620" y="272737"/>
                    <a:pt x="618368" y="259738"/>
                  </a:cubicBezTo>
                  <a:cubicBezTo>
                    <a:pt x="633117" y="249572"/>
                    <a:pt x="645949" y="236407"/>
                    <a:pt x="639116" y="218825"/>
                  </a:cubicBezTo>
                  <a:cubicBezTo>
                    <a:pt x="644949" y="222241"/>
                    <a:pt x="650282" y="226158"/>
                    <a:pt x="654281" y="232240"/>
                  </a:cubicBezTo>
                  <a:cubicBezTo>
                    <a:pt x="661447" y="243323"/>
                    <a:pt x="664447" y="257738"/>
                    <a:pt x="665530" y="270904"/>
                  </a:cubicBezTo>
                  <a:lnTo>
                    <a:pt x="665530" y="270904"/>
                  </a:lnTo>
                  <a:close/>
                  <a:moveTo>
                    <a:pt x="325561" y="376227"/>
                  </a:moveTo>
                  <a:cubicBezTo>
                    <a:pt x="336976" y="378811"/>
                    <a:pt x="348475" y="378144"/>
                    <a:pt x="359058" y="372978"/>
                  </a:cubicBezTo>
                  <a:cubicBezTo>
                    <a:pt x="372973" y="366312"/>
                    <a:pt x="388139" y="353979"/>
                    <a:pt x="391472" y="338648"/>
                  </a:cubicBezTo>
                  <a:cubicBezTo>
                    <a:pt x="398887" y="336814"/>
                    <a:pt x="406054" y="333648"/>
                    <a:pt x="412220" y="329148"/>
                  </a:cubicBezTo>
                  <a:cubicBezTo>
                    <a:pt x="411886" y="336898"/>
                    <a:pt x="410636" y="342981"/>
                    <a:pt x="405554" y="350063"/>
                  </a:cubicBezTo>
                  <a:cubicBezTo>
                    <a:pt x="400971" y="356396"/>
                    <a:pt x="395388" y="361645"/>
                    <a:pt x="389222" y="366478"/>
                  </a:cubicBezTo>
                  <a:cubicBezTo>
                    <a:pt x="376890" y="376227"/>
                    <a:pt x="364057" y="384310"/>
                    <a:pt x="349309" y="389726"/>
                  </a:cubicBezTo>
                  <a:cubicBezTo>
                    <a:pt x="322311" y="399559"/>
                    <a:pt x="283898" y="399559"/>
                    <a:pt x="258567" y="384560"/>
                  </a:cubicBezTo>
                  <a:cubicBezTo>
                    <a:pt x="258567" y="384560"/>
                    <a:pt x="258567" y="384560"/>
                    <a:pt x="258567" y="384477"/>
                  </a:cubicBezTo>
                  <a:cubicBezTo>
                    <a:pt x="260983" y="382894"/>
                    <a:pt x="263233" y="381144"/>
                    <a:pt x="265400" y="379144"/>
                  </a:cubicBezTo>
                  <a:cubicBezTo>
                    <a:pt x="268983" y="375894"/>
                    <a:pt x="271232" y="372645"/>
                    <a:pt x="274066" y="368895"/>
                  </a:cubicBezTo>
                  <a:cubicBezTo>
                    <a:pt x="278065" y="363812"/>
                    <a:pt x="278482" y="362145"/>
                    <a:pt x="285231" y="363145"/>
                  </a:cubicBezTo>
                  <a:cubicBezTo>
                    <a:pt x="293147" y="364312"/>
                    <a:pt x="299813" y="366478"/>
                    <a:pt x="307812" y="365978"/>
                  </a:cubicBezTo>
                  <a:cubicBezTo>
                    <a:pt x="313478" y="369561"/>
                    <a:pt x="317895" y="374478"/>
                    <a:pt x="325561" y="376227"/>
                  </a:cubicBezTo>
                  <a:lnTo>
                    <a:pt x="325561" y="376227"/>
                  </a:lnTo>
                  <a:close/>
                  <a:moveTo>
                    <a:pt x="316728" y="364479"/>
                  </a:moveTo>
                  <a:cubicBezTo>
                    <a:pt x="324977" y="362479"/>
                    <a:pt x="332894" y="358896"/>
                    <a:pt x="339726" y="354063"/>
                  </a:cubicBezTo>
                  <a:cubicBezTo>
                    <a:pt x="347892" y="348313"/>
                    <a:pt x="352725" y="337731"/>
                    <a:pt x="363391" y="338148"/>
                  </a:cubicBezTo>
                  <a:cubicBezTo>
                    <a:pt x="369890" y="338398"/>
                    <a:pt x="375223" y="339647"/>
                    <a:pt x="380889" y="339731"/>
                  </a:cubicBezTo>
                  <a:cubicBezTo>
                    <a:pt x="380223" y="341564"/>
                    <a:pt x="379389" y="343397"/>
                    <a:pt x="378223" y="345064"/>
                  </a:cubicBezTo>
                  <a:cubicBezTo>
                    <a:pt x="371973" y="353896"/>
                    <a:pt x="360891" y="363145"/>
                    <a:pt x="350642" y="366728"/>
                  </a:cubicBezTo>
                  <a:cubicBezTo>
                    <a:pt x="344476" y="368895"/>
                    <a:pt x="337726" y="369145"/>
                    <a:pt x="331310" y="368645"/>
                  </a:cubicBezTo>
                  <a:cubicBezTo>
                    <a:pt x="325644" y="368312"/>
                    <a:pt x="321311" y="366312"/>
                    <a:pt x="316728" y="364479"/>
                  </a:cubicBezTo>
                  <a:lnTo>
                    <a:pt x="316728" y="364479"/>
                  </a:lnTo>
                  <a:close/>
                  <a:moveTo>
                    <a:pt x="420802" y="321316"/>
                  </a:moveTo>
                  <a:cubicBezTo>
                    <a:pt x="423219" y="318566"/>
                    <a:pt x="425468" y="315566"/>
                    <a:pt x="427468" y="312400"/>
                  </a:cubicBezTo>
                  <a:cubicBezTo>
                    <a:pt x="430468" y="307484"/>
                    <a:pt x="430468" y="305734"/>
                    <a:pt x="434884" y="306151"/>
                  </a:cubicBezTo>
                  <a:cubicBezTo>
                    <a:pt x="444634" y="311483"/>
                    <a:pt x="453133" y="318899"/>
                    <a:pt x="464632" y="319983"/>
                  </a:cubicBezTo>
                  <a:cubicBezTo>
                    <a:pt x="475547" y="320983"/>
                    <a:pt x="487213" y="316900"/>
                    <a:pt x="497129" y="312900"/>
                  </a:cubicBezTo>
                  <a:cubicBezTo>
                    <a:pt x="506545" y="309150"/>
                    <a:pt x="518044" y="304401"/>
                    <a:pt x="524959" y="296568"/>
                  </a:cubicBezTo>
                  <a:cubicBezTo>
                    <a:pt x="527543" y="293568"/>
                    <a:pt x="529376" y="290485"/>
                    <a:pt x="530209" y="286652"/>
                  </a:cubicBezTo>
                  <a:cubicBezTo>
                    <a:pt x="530792" y="283819"/>
                    <a:pt x="530209" y="280569"/>
                    <a:pt x="530376" y="277570"/>
                  </a:cubicBezTo>
                  <a:cubicBezTo>
                    <a:pt x="536042" y="276487"/>
                    <a:pt x="541458" y="274570"/>
                    <a:pt x="546708" y="271904"/>
                  </a:cubicBezTo>
                  <a:cubicBezTo>
                    <a:pt x="549374" y="270570"/>
                    <a:pt x="551957" y="268987"/>
                    <a:pt x="554457" y="267321"/>
                  </a:cubicBezTo>
                  <a:cubicBezTo>
                    <a:pt x="554040" y="272737"/>
                    <a:pt x="553540" y="280986"/>
                    <a:pt x="553624" y="280653"/>
                  </a:cubicBezTo>
                  <a:cubicBezTo>
                    <a:pt x="552040" y="289902"/>
                    <a:pt x="546791" y="297068"/>
                    <a:pt x="540791" y="303984"/>
                  </a:cubicBezTo>
                  <a:cubicBezTo>
                    <a:pt x="531376" y="314900"/>
                    <a:pt x="520210" y="322732"/>
                    <a:pt x="506461" y="327482"/>
                  </a:cubicBezTo>
                  <a:cubicBezTo>
                    <a:pt x="478964" y="337064"/>
                    <a:pt x="449550" y="344897"/>
                    <a:pt x="423385" y="329732"/>
                  </a:cubicBezTo>
                  <a:cubicBezTo>
                    <a:pt x="422969" y="327149"/>
                    <a:pt x="422302" y="324565"/>
                    <a:pt x="421219" y="321982"/>
                  </a:cubicBezTo>
                  <a:cubicBezTo>
                    <a:pt x="421052" y="321732"/>
                    <a:pt x="420886" y="321566"/>
                    <a:pt x="420802" y="321316"/>
                  </a:cubicBezTo>
                  <a:lnTo>
                    <a:pt x="420802" y="321316"/>
                  </a:lnTo>
                  <a:close/>
                  <a:moveTo>
                    <a:pt x="445550" y="307484"/>
                  </a:moveTo>
                  <a:cubicBezTo>
                    <a:pt x="461799" y="308734"/>
                    <a:pt x="476881" y="305984"/>
                    <a:pt x="490213" y="293985"/>
                  </a:cubicBezTo>
                  <a:cubicBezTo>
                    <a:pt x="499629" y="285486"/>
                    <a:pt x="503045" y="277653"/>
                    <a:pt x="517210" y="278486"/>
                  </a:cubicBezTo>
                  <a:cubicBezTo>
                    <a:pt x="518627" y="278570"/>
                    <a:pt x="520127" y="278570"/>
                    <a:pt x="521543" y="278570"/>
                  </a:cubicBezTo>
                  <a:cubicBezTo>
                    <a:pt x="521543" y="279236"/>
                    <a:pt x="521543" y="279820"/>
                    <a:pt x="521460" y="280486"/>
                  </a:cubicBezTo>
                  <a:cubicBezTo>
                    <a:pt x="519793" y="291818"/>
                    <a:pt x="512961" y="294568"/>
                    <a:pt x="503462" y="299151"/>
                  </a:cubicBezTo>
                  <a:cubicBezTo>
                    <a:pt x="493629" y="303901"/>
                    <a:pt x="482630" y="309317"/>
                    <a:pt x="471631" y="310567"/>
                  </a:cubicBezTo>
                  <a:cubicBezTo>
                    <a:pt x="464382" y="311483"/>
                    <a:pt x="454382" y="309733"/>
                    <a:pt x="445550" y="307484"/>
                  </a:cubicBezTo>
                  <a:lnTo>
                    <a:pt x="445550" y="307484"/>
                  </a:lnTo>
                  <a:close/>
                  <a:moveTo>
                    <a:pt x="564539" y="262654"/>
                  </a:moveTo>
                  <a:cubicBezTo>
                    <a:pt x="564289" y="261738"/>
                    <a:pt x="563956" y="260905"/>
                    <a:pt x="563623" y="260071"/>
                  </a:cubicBezTo>
                  <a:cubicBezTo>
                    <a:pt x="565373" y="258405"/>
                    <a:pt x="567039" y="256572"/>
                    <a:pt x="568539" y="254738"/>
                  </a:cubicBezTo>
                  <a:cubicBezTo>
                    <a:pt x="573622" y="248656"/>
                    <a:pt x="576872" y="239157"/>
                    <a:pt x="585621" y="236823"/>
                  </a:cubicBezTo>
                  <a:cubicBezTo>
                    <a:pt x="590787" y="235490"/>
                    <a:pt x="596786" y="236490"/>
                    <a:pt x="602203" y="235157"/>
                  </a:cubicBezTo>
                  <a:cubicBezTo>
                    <a:pt x="612202" y="232740"/>
                    <a:pt x="620451" y="227908"/>
                    <a:pt x="627200" y="221408"/>
                  </a:cubicBezTo>
                  <a:cubicBezTo>
                    <a:pt x="629367" y="238990"/>
                    <a:pt x="617368" y="250405"/>
                    <a:pt x="602036" y="258321"/>
                  </a:cubicBezTo>
                  <a:cubicBezTo>
                    <a:pt x="589704" y="264571"/>
                    <a:pt x="577372" y="263238"/>
                    <a:pt x="564539" y="262654"/>
                  </a:cubicBezTo>
                  <a:lnTo>
                    <a:pt x="564539" y="262654"/>
                  </a:lnTo>
                  <a:close/>
                  <a:moveTo>
                    <a:pt x="633033" y="167330"/>
                  </a:moveTo>
                  <a:cubicBezTo>
                    <a:pt x="634366" y="181745"/>
                    <a:pt x="627950" y="197660"/>
                    <a:pt x="619284" y="208826"/>
                  </a:cubicBezTo>
                  <a:cubicBezTo>
                    <a:pt x="607869" y="223491"/>
                    <a:pt x="594203" y="221241"/>
                    <a:pt x="578455" y="224908"/>
                  </a:cubicBezTo>
                  <a:cubicBezTo>
                    <a:pt x="568289" y="227241"/>
                    <a:pt x="564373" y="235823"/>
                    <a:pt x="557957" y="243239"/>
                  </a:cubicBezTo>
                  <a:cubicBezTo>
                    <a:pt x="548374" y="254238"/>
                    <a:pt x="535292" y="263821"/>
                    <a:pt x="520210" y="264404"/>
                  </a:cubicBezTo>
                  <a:cubicBezTo>
                    <a:pt x="508128" y="264904"/>
                    <a:pt x="500295" y="258738"/>
                    <a:pt x="491296" y="268987"/>
                  </a:cubicBezTo>
                  <a:cubicBezTo>
                    <a:pt x="481047" y="280736"/>
                    <a:pt x="472548" y="290735"/>
                    <a:pt x="455716" y="292818"/>
                  </a:cubicBezTo>
                  <a:cubicBezTo>
                    <a:pt x="445883" y="294068"/>
                    <a:pt x="435884" y="286402"/>
                    <a:pt x="426635" y="289402"/>
                  </a:cubicBezTo>
                  <a:cubicBezTo>
                    <a:pt x="415886" y="292902"/>
                    <a:pt x="411220" y="309317"/>
                    <a:pt x="402387" y="315983"/>
                  </a:cubicBezTo>
                  <a:cubicBezTo>
                    <a:pt x="389055" y="325982"/>
                    <a:pt x="377223" y="325232"/>
                    <a:pt x="361974" y="322732"/>
                  </a:cubicBezTo>
                  <a:cubicBezTo>
                    <a:pt x="353808" y="321399"/>
                    <a:pt x="349892" y="323482"/>
                    <a:pt x="344726" y="329648"/>
                  </a:cubicBezTo>
                  <a:cubicBezTo>
                    <a:pt x="334977" y="341397"/>
                    <a:pt x="323894" y="350147"/>
                    <a:pt x="308479" y="353230"/>
                  </a:cubicBezTo>
                  <a:cubicBezTo>
                    <a:pt x="299563" y="354979"/>
                    <a:pt x="294064" y="353480"/>
                    <a:pt x="285731" y="351396"/>
                  </a:cubicBezTo>
                  <a:cubicBezTo>
                    <a:pt x="282815" y="350646"/>
                    <a:pt x="279815" y="349730"/>
                    <a:pt x="276732" y="350313"/>
                  </a:cubicBezTo>
                  <a:cubicBezTo>
                    <a:pt x="267899" y="351980"/>
                    <a:pt x="264733" y="361895"/>
                    <a:pt x="258484" y="367062"/>
                  </a:cubicBezTo>
                  <a:cubicBezTo>
                    <a:pt x="248734" y="375144"/>
                    <a:pt x="233986" y="380560"/>
                    <a:pt x="220987" y="380644"/>
                  </a:cubicBezTo>
                  <a:cubicBezTo>
                    <a:pt x="219737" y="379394"/>
                    <a:pt x="217404" y="379227"/>
                    <a:pt x="215737" y="380227"/>
                  </a:cubicBezTo>
                  <a:cubicBezTo>
                    <a:pt x="208071" y="378144"/>
                    <a:pt x="203155" y="369811"/>
                    <a:pt x="194906" y="371811"/>
                  </a:cubicBezTo>
                  <a:cubicBezTo>
                    <a:pt x="184240" y="374311"/>
                    <a:pt x="177324" y="389560"/>
                    <a:pt x="168408" y="395476"/>
                  </a:cubicBezTo>
                  <a:cubicBezTo>
                    <a:pt x="158826" y="401809"/>
                    <a:pt x="151576" y="401392"/>
                    <a:pt x="141661" y="397142"/>
                  </a:cubicBezTo>
                  <a:cubicBezTo>
                    <a:pt x="137494" y="395309"/>
                    <a:pt x="133995" y="392893"/>
                    <a:pt x="129329" y="392559"/>
                  </a:cubicBezTo>
                  <a:cubicBezTo>
                    <a:pt x="119329" y="391893"/>
                    <a:pt x="110247" y="397642"/>
                    <a:pt x="100831" y="399559"/>
                  </a:cubicBezTo>
                  <a:cubicBezTo>
                    <a:pt x="87416" y="402308"/>
                    <a:pt x="77666" y="395559"/>
                    <a:pt x="74917" y="381560"/>
                  </a:cubicBezTo>
                  <a:cubicBezTo>
                    <a:pt x="73584" y="374728"/>
                    <a:pt x="71750" y="361229"/>
                    <a:pt x="76250" y="355229"/>
                  </a:cubicBezTo>
                  <a:cubicBezTo>
                    <a:pt x="83499" y="356813"/>
                    <a:pt x="87916" y="362312"/>
                    <a:pt x="94748" y="366312"/>
                  </a:cubicBezTo>
                  <a:cubicBezTo>
                    <a:pt x="106581" y="373394"/>
                    <a:pt x="117246" y="373228"/>
                    <a:pt x="129912" y="368145"/>
                  </a:cubicBezTo>
                  <a:cubicBezTo>
                    <a:pt x="143494" y="362645"/>
                    <a:pt x="153326" y="353480"/>
                    <a:pt x="163909" y="343564"/>
                  </a:cubicBezTo>
                  <a:cubicBezTo>
                    <a:pt x="169908" y="337898"/>
                    <a:pt x="175824" y="332148"/>
                    <a:pt x="182740" y="327565"/>
                  </a:cubicBezTo>
                  <a:cubicBezTo>
                    <a:pt x="196406" y="318649"/>
                    <a:pt x="205572" y="325065"/>
                    <a:pt x="219404" y="326565"/>
                  </a:cubicBezTo>
                  <a:cubicBezTo>
                    <a:pt x="232319" y="327982"/>
                    <a:pt x="245985" y="325065"/>
                    <a:pt x="257067" y="318566"/>
                  </a:cubicBezTo>
                  <a:cubicBezTo>
                    <a:pt x="273816" y="308817"/>
                    <a:pt x="286981" y="290319"/>
                    <a:pt x="305896" y="285319"/>
                  </a:cubicBezTo>
                  <a:cubicBezTo>
                    <a:pt x="320395" y="281486"/>
                    <a:pt x="335643" y="284652"/>
                    <a:pt x="350142" y="281153"/>
                  </a:cubicBezTo>
                  <a:cubicBezTo>
                    <a:pt x="367224" y="276986"/>
                    <a:pt x="381639" y="266654"/>
                    <a:pt x="394388" y="254988"/>
                  </a:cubicBezTo>
                  <a:cubicBezTo>
                    <a:pt x="400887" y="248989"/>
                    <a:pt x="407137" y="242906"/>
                    <a:pt x="415386" y="239406"/>
                  </a:cubicBezTo>
                  <a:cubicBezTo>
                    <a:pt x="425052" y="235240"/>
                    <a:pt x="436218" y="233907"/>
                    <a:pt x="446467" y="231574"/>
                  </a:cubicBezTo>
                  <a:cubicBezTo>
                    <a:pt x="461632" y="228157"/>
                    <a:pt x="477047" y="225658"/>
                    <a:pt x="490379" y="217242"/>
                  </a:cubicBezTo>
                  <a:cubicBezTo>
                    <a:pt x="505211" y="207909"/>
                    <a:pt x="516210" y="191911"/>
                    <a:pt x="532542" y="185078"/>
                  </a:cubicBezTo>
                  <a:cubicBezTo>
                    <a:pt x="540125" y="181912"/>
                    <a:pt x="548291" y="182828"/>
                    <a:pt x="555957" y="180328"/>
                  </a:cubicBezTo>
                  <a:cubicBezTo>
                    <a:pt x="563373" y="177829"/>
                    <a:pt x="569372" y="172746"/>
                    <a:pt x="574788" y="167330"/>
                  </a:cubicBezTo>
                  <a:cubicBezTo>
                    <a:pt x="583538" y="158747"/>
                    <a:pt x="591287" y="151581"/>
                    <a:pt x="602536" y="146165"/>
                  </a:cubicBezTo>
                  <a:cubicBezTo>
                    <a:pt x="607952" y="143582"/>
                    <a:pt x="613535" y="141249"/>
                    <a:pt x="618951" y="138582"/>
                  </a:cubicBezTo>
                  <a:cubicBezTo>
                    <a:pt x="624451" y="147998"/>
                    <a:pt x="631867" y="155664"/>
                    <a:pt x="633033" y="167330"/>
                  </a:cubicBezTo>
                  <a:lnTo>
                    <a:pt x="633033" y="167330"/>
                  </a:lnTo>
                  <a:close/>
                  <a:moveTo>
                    <a:pt x="616785" y="123750"/>
                  </a:moveTo>
                  <a:cubicBezTo>
                    <a:pt x="604619" y="131250"/>
                    <a:pt x="590454" y="134583"/>
                    <a:pt x="578788" y="142915"/>
                  </a:cubicBezTo>
                  <a:cubicBezTo>
                    <a:pt x="566789" y="151414"/>
                    <a:pt x="559873" y="163663"/>
                    <a:pt x="544458" y="166496"/>
                  </a:cubicBezTo>
                  <a:cubicBezTo>
                    <a:pt x="531792" y="168829"/>
                    <a:pt x="522376" y="171329"/>
                    <a:pt x="511711" y="179079"/>
                  </a:cubicBezTo>
                  <a:cubicBezTo>
                    <a:pt x="500878" y="186911"/>
                    <a:pt x="492296" y="197494"/>
                    <a:pt x="481213" y="204910"/>
                  </a:cubicBezTo>
                  <a:cubicBezTo>
                    <a:pt x="456716" y="221241"/>
                    <a:pt x="423302" y="217075"/>
                    <a:pt x="399054" y="234157"/>
                  </a:cubicBezTo>
                  <a:cubicBezTo>
                    <a:pt x="389388" y="240990"/>
                    <a:pt x="381639" y="250156"/>
                    <a:pt x="371723" y="256738"/>
                  </a:cubicBezTo>
                  <a:cubicBezTo>
                    <a:pt x="357141" y="266487"/>
                    <a:pt x="342643" y="269820"/>
                    <a:pt x="325227" y="269820"/>
                  </a:cubicBezTo>
                  <a:cubicBezTo>
                    <a:pt x="313978" y="269820"/>
                    <a:pt x="302730" y="269570"/>
                    <a:pt x="292147" y="274070"/>
                  </a:cubicBezTo>
                  <a:cubicBezTo>
                    <a:pt x="279148" y="279653"/>
                    <a:pt x="268649" y="290235"/>
                    <a:pt x="257484" y="298651"/>
                  </a:cubicBezTo>
                  <a:cubicBezTo>
                    <a:pt x="245651" y="307484"/>
                    <a:pt x="232403" y="313066"/>
                    <a:pt x="217154" y="311067"/>
                  </a:cubicBezTo>
                  <a:cubicBezTo>
                    <a:pt x="204238" y="309317"/>
                    <a:pt x="195156" y="305567"/>
                    <a:pt x="182490" y="311733"/>
                  </a:cubicBezTo>
                  <a:cubicBezTo>
                    <a:pt x="158659" y="323316"/>
                    <a:pt x="144577" y="353313"/>
                    <a:pt x="117663" y="358646"/>
                  </a:cubicBezTo>
                  <a:cubicBezTo>
                    <a:pt x="101414" y="361895"/>
                    <a:pt x="94415" y="346147"/>
                    <a:pt x="80083" y="342814"/>
                  </a:cubicBezTo>
                  <a:cubicBezTo>
                    <a:pt x="68417" y="340147"/>
                    <a:pt x="57418" y="345147"/>
                    <a:pt x="47086" y="349813"/>
                  </a:cubicBezTo>
                  <a:cubicBezTo>
                    <a:pt x="40253" y="352896"/>
                    <a:pt x="29921" y="357646"/>
                    <a:pt x="22171" y="357729"/>
                  </a:cubicBezTo>
                  <a:cubicBezTo>
                    <a:pt x="17339" y="357729"/>
                    <a:pt x="11506" y="365229"/>
                    <a:pt x="17672" y="348480"/>
                  </a:cubicBezTo>
                  <a:cubicBezTo>
                    <a:pt x="18838" y="345397"/>
                    <a:pt x="23005" y="342064"/>
                    <a:pt x="25088" y="339481"/>
                  </a:cubicBezTo>
                  <a:cubicBezTo>
                    <a:pt x="29588" y="333898"/>
                    <a:pt x="34170" y="328482"/>
                    <a:pt x="38920" y="323149"/>
                  </a:cubicBezTo>
                  <a:cubicBezTo>
                    <a:pt x="42003" y="319733"/>
                    <a:pt x="48003" y="311483"/>
                    <a:pt x="53335" y="308317"/>
                  </a:cubicBezTo>
                  <a:cubicBezTo>
                    <a:pt x="59751" y="310233"/>
                    <a:pt x="66917" y="311150"/>
                    <a:pt x="74417" y="311733"/>
                  </a:cubicBezTo>
                  <a:cubicBezTo>
                    <a:pt x="102498" y="313983"/>
                    <a:pt x="128079" y="311483"/>
                    <a:pt x="155576" y="305067"/>
                  </a:cubicBezTo>
                  <a:cubicBezTo>
                    <a:pt x="210904" y="292152"/>
                    <a:pt x="264983" y="268154"/>
                    <a:pt x="316895" y="245489"/>
                  </a:cubicBezTo>
                  <a:cubicBezTo>
                    <a:pt x="372890" y="221075"/>
                    <a:pt x="430051" y="199327"/>
                    <a:pt x="484296" y="170913"/>
                  </a:cubicBezTo>
                  <a:cubicBezTo>
                    <a:pt x="507628" y="158664"/>
                    <a:pt x="532209" y="147082"/>
                    <a:pt x="553290" y="131166"/>
                  </a:cubicBezTo>
                  <a:cubicBezTo>
                    <a:pt x="567289" y="120584"/>
                    <a:pt x="585288" y="104502"/>
                    <a:pt x="591204" y="86420"/>
                  </a:cubicBezTo>
                  <a:cubicBezTo>
                    <a:pt x="601953" y="86504"/>
                    <a:pt x="613285" y="85337"/>
                    <a:pt x="623534" y="88003"/>
                  </a:cubicBezTo>
                  <a:cubicBezTo>
                    <a:pt x="648032" y="94420"/>
                    <a:pt x="628867" y="116334"/>
                    <a:pt x="616785" y="123750"/>
                  </a:cubicBezTo>
                  <a:lnTo>
                    <a:pt x="616785" y="123750"/>
                  </a:lnTo>
                  <a:close/>
                </a:path>
              </a:pathLst>
            </a:custGeom>
            <a:grpFill/>
            <a:ln w="8332" cap="flat">
              <a:noFill/>
              <a:prstDash val="solid"/>
              <a:miter/>
            </a:ln>
          </p:spPr>
          <p:txBody>
            <a:bodyPr rtlCol="0" anchor="ctr"/>
            <a:lstStyle/>
            <a:p>
              <a:endParaRPr lang="en-US"/>
            </a:p>
          </p:txBody>
        </p:sp>
        <p:sp>
          <p:nvSpPr>
            <p:cNvPr id="1608" name="Freeform: Shape 1607"/>
            <p:cNvSpPr/>
            <p:nvPr/>
          </p:nvSpPr>
          <p:spPr>
            <a:xfrm>
              <a:off x="1853400" y="693183"/>
              <a:ext cx="121290" cy="46266"/>
            </a:xfrm>
            <a:custGeom>
              <a:avLst/>
              <a:gdLst>
                <a:gd name="connsiteX0" fmla="*/ 116027 w 121290"/>
                <a:gd name="connsiteY0" fmla="*/ 181 h 46266"/>
                <a:gd name="connsiteX1" fmla="*/ 84114 w 121290"/>
                <a:gd name="connsiteY1" fmla="*/ 17346 h 46266"/>
                <a:gd name="connsiteX2" fmla="*/ 68698 w 121290"/>
                <a:gd name="connsiteY2" fmla="*/ 17846 h 46266"/>
                <a:gd name="connsiteX3" fmla="*/ 66948 w 121290"/>
                <a:gd name="connsiteY3" fmla="*/ 13513 h 46266"/>
                <a:gd name="connsiteX4" fmla="*/ 62199 w 121290"/>
                <a:gd name="connsiteY4" fmla="*/ 8847 h 46266"/>
                <a:gd name="connsiteX5" fmla="*/ 50533 w 121290"/>
                <a:gd name="connsiteY5" fmla="*/ 17096 h 46266"/>
                <a:gd name="connsiteX6" fmla="*/ 2954 w 121290"/>
                <a:gd name="connsiteY6" fmla="*/ 36011 h 46266"/>
                <a:gd name="connsiteX7" fmla="*/ 788 w 121290"/>
                <a:gd name="connsiteY7" fmla="*/ 39511 h 46266"/>
                <a:gd name="connsiteX8" fmla="*/ 34868 w 121290"/>
                <a:gd name="connsiteY8" fmla="*/ 43844 h 46266"/>
                <a:gd name="connsiteX9" fmla="*/ 50366 w 121290"/>
                <a:gd name="connsiteY9" fmla="*/ 34762 h 46266"/>
                <a:gd name="connsiteX10" fmla="*/ 59366 w 121290"/>
                <a:gd name="connsiteY10" fmla="*/ 24429 h 46266"/>
                <a:gd name="connsiteX11" fmla="*/ 79780 w 121290"/>
                <a:gd name="connsiteY11" fmla="*/ 31678 h 46266"/>
                <a:gd name="connsiteX12" fmla="*/ 120443 w 121290"/>
                <a:gd name="connsiteY12" fmla="*/ 6097 h 46266"/>
                <a:gd name="connsiteX13" fmla="*/ 116027 w 121290"/>
                <a:gd name="connsiteY13" fmla="*/ 181 h 46266"/>
                <a:gd name="connsiteX14" fmla="*/ 116027 w 121290"/>
                <a:gd name="connsiteY14" fmla="*/ 181 h 46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1290" h="46266">
                  <a:moveTo>
                    <a:pt x="116027" y="181"/>
                  </a:moveTo>
                  <a:cubicBezTo>
                    <a:pt x="104278" y="3931"/>
                    <a:pt x="95529" y="13180"/>
                    <a:pt x="84114" y="17346"/>
                  </a:cubicBezTo>
                  <a:cubicBezTo>
                    <a:pt x="80364" y="18680"/>
                    <a:pt x="72031" y="20929"/>
                    <a:pt x="68698" y="17846"/>
                  </a:cubicBezTo>
                  <a:cubicBezTo>
                    <a:pt x="67698" y="16930"/>
                    <a:pt x="67948" y="14513"/>
                    <a:pt x="66948" y="13513"/>
                  </a:cubicBezTo>
                  <a:cubicBezTo>
                    <a:pt x="65198" y="11764"/>
                    <a:pt x="64865" y="9764"/>
                    <a:pt x="62199" y="8847"/>
                  </a:cubicBezTo>
                  <a:cubicBezTo>
                    <a:pt x="56033" y="6681"/>
                    <a:pt x="53283" y="12847"/>
                    <a:pt x="50533" y="17096"/>
                  </a:cubicBezTo>
                  <a:cubicBezTo>
                    <a:pt x="41034" y="31428"/>
                    <a:pt x="20452" y="43761"/>
                    <a:pt x="2954" y="36011"/>
                  </a:cubicBezTo>
                  <a:cubicBezTo>
                    <a:pt x="788" y="35095"/>
                    <a:pt x="-1129" y="38095"/>
                    <a:pt x="788" y="39511"/>
                  </a:cubicBezTo>
                  <a:cubicBezTo>
                    <a:pt x="11287" y="47594"/>
                    <a:pt x="22119" y="47594"/>
                    <a:pt x="34868" y="43844"/>
                  </a:cubicBezTo>
                  <a:cubicBezTo>
                    <a:pt x="40784" y="42094"/>
                    <a:pt x="45867" y="38928"/>
                    <a:pt x="50366" y="34762"/>
                  </a:cubicBezTo>
                  <a:cubicBezTo>
                    <a:pt x="53116" y="32178"/>
                    <a:pt x="57449" y="28095"/>
                    <a:pt x="59366" y="24429"/>
                  </a:cubicBezTo>
                  <a:cubicBezTo>
                    <a:pt x="62532" y="31762"/>
                    <a:pt x="72948" y="33012"/>
                    <a:pt x="79780" y="31678"/>
                  </a:cubicBezTo>
                  <a:cubicBezTo>
                    <a:pt x="95446" y="28679"/>
                    <a:pt x="110361" y="18013"/>
                    <a:pt x="120443" y="6097"/>
                  </a:cubicBezTo>
                  <a:cubicBezTo>
                    <a:pt x="122943" y="3098"/>
                    <a:pt x="119444" y="-902"/>
                    <a:pt x="116027" y="181"/>
                  </a:cubicBezTo>
                  <a:lnTo>
                    <a:pt x="116027" y="181"/>
                  </a:lnTo>
                  <a:close/>
                </a:path>
              </a:pathLst>
            </a:custGeom>
            <a:grpFill/>
            <a:ln w="8332" cap="flat">
              <a:noFill/>
              <a:prstDash val="solid"/>
              <a:miter/>
            </a:ln>
          </p:spPr>
          <p:txBody>
            <a:bodyPr rtlCol="0" anchor="ctr"/>
            <a:lstStyle/>
            <a:p>
              <a:endParaRPr lang="en-US"/>
            </a:p>
          </p:txBody>
        </p:sp>
        <p:sp>
          <p:nvSpPr>
            <p:cNvPr id="1609" name="Freeform: Shape 1608"/>
            <p:cNvSpPr/>
            <p:nvPr/>
          </p:nvSpPr>
          <p:spPr>
            <a:xfrm>
              <a:off x="2007502" y="643032"/>
              <a:ext cx="95423" cy="45421"/>
            </a:xfrm>
            <a:custGeom>
              <a:avLst/>
              <a:gdLst>
                <a:gd name="connsiteX0" fmla="*/ 89664 w 95423"/>
                <a:gd name="connsiteY0" fmla="*/ 1170 h 45421"/>
                <a:gd name="connsiteX1" fmla="*/ 70082 w 95423"/>
                <a:gd name="connsiteY1" fmla="*/ 25335 h 45421"/>
                <a:gd name="connsiteX2" fmla="*/ 48917 w 95423"/>
                <a:gd name="connsiteY2" fmla="*/ 26251 h 45421"/>
                <a:gd name="connsiteX3" fmla="*/ 42501 w 95423"/>
                <a:gd name="connsiteY3" fmla="*/ 22169 h 45421"/>
                <a:gd name="connsiteX4" fmla="*/ 36668 w 95423"/>
                <a:gd name="connsiteY4" fmla="*/ 22918 h 45421"/>
                <a:gd name="connsiteX5" fmla="*/ 27252 w 95423"/>
                <a:gd name="connsiteY5" fmla="*/ 32834 h 45421"/>
                <a:gd name="connsiteX6" fmla="*/ 2505 w 95423"/>
                <a:gd name="connsiteY6" fmla="*/ 36584 h 45421"/>
                <a:gd name="connsiteX7" fmla="*/ 671 w 95423"/>
                <a:gd name="connsiteY7" fmla="*/ 39584 h 45421"/>
                <a:gd name="connsiteX8" fmla="*/ 28002 w 95423"/>
                <a:gd name="connsiteY8" fmla="*/ 42583 h 45421"/>
                <a:gd name="connsiteX9" fmla="*/ 36918 w 95423"/>
                <a:gd name="connsiteY9" fmla="*/ 33417 h 45421"/>
                <a:gd name="connsiteX10" fmla="*/ 45918 w 95423"/>
                <a:gd name="connsiteY10" fmla="*/ 32001 h 45421"/>
                <a:gd name="connsiteX11" fmla="*/ 49334 w 95423"/>
                <a:gd name="connsiteY11" fmla="*/ 34917 h 45421"/>
                <a:gd name="connsiteX12" fmla="*/ 95413 w 95423"/>
                <a:gd name="connsiteY12" fmla="*/ 3004 h 45421"/>
                <a:gd name="connsiteX13" fmla="*/ 89664 w 95423"/>
                <a:gd name="connsiteY13" fmla="*/ 1170 h 45421"/>
                <a:gd name="connsiteX14" fmla="*/ 89664 w 95423"/>
                <a:gd name="connsiteY14" fmla="*/ 1170 h 45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5423" h="45421">
                  <a:moveTo>
                    <a:pt x="89664" y="1170"/>
                  </a:moveTo>
                  <a:cubicBezTo>
                    <a:pt x="83331" y="8586"/>
                    <a:pt x="78914" y="20335"/>
                    <a:pt x="70082" y="25335"/>
                  </a:cubicBezTo>
                  <a:cubicBezTo>
                    <a:pt x="62416" y="29668"/>
                    <a:pt x="56583" y="30334"/>
                    <a:pt x="48917" y="26251"/>
                  </a:cubicBezTo>
                  <a:cubicBezTo>
                    <a:pt x="46667" y="25085"/>
                    <a:pt x="45167" y="22668"/>
                    <a:pt x="42501" y="22169"/>
                  </a:cubicBezTo>
                  <a:cubicBezTo>
                    <a:pt x="39501" y="21585"/>
                    <a:pt x="39668" y="21752"/>
                    <a:pt x="36668" y="22918"/>
                  </a:cubicBezTo>
                  <a:cubicBezTo>
                    <a:pt x="35918" y="23168"/>
                    <a:pt x="25753" y="33751"/>
                    <a:pt x="27252" y="32834"/>
                  </a:cubicBezTo>
                  <a:cubicBezTo>
                    <a:pt x="19587" y="38834"/>
                    <a:pt x="12087" y="40833"/>
                    <a:pt x="2505" y="36584"/>
                  </a:cubicBezTo>
                  <a:cubicBezTo>
                    <a:pt x="755" y="35834"/>
                    <a:pt x="-995" y="38417"/>
                    <a:pt x="671" y="39584"/>
                  </a:cubicBezTo>
                  <a:cubicBezTo>
                    <a:pt x="9087" y="45333"/>
                    <a:pt x="18503" y="47750"/>
                    <a:pt x="28002" y="42583"/>
                  </a:cubicBezTo>
                  <a:cubicBezTo>
                    <a:pt x="32752" y="39917"/>
                    <a:pt x="33502" y="37250"/>
                    <a:pt x="36918" y="33417"/>
                  </a:cubicBezTo>
                  <a:cubicBezTo>
                    <a:pt x="41001" y="28918"/>
                    <a:pt x="36418" y="26168"/>
                    <a:pt x="45918" y="32001"/>
                  </a:cubicBezTo>
                  <a:cubicBezTo>
                    <a:pt x="47167" y="32751"/>
                    <a:pt x="47917" y="34334"/>
                    <a:pt x="49334" y="34917"/>
                  </a:cubicBezTo>
                  <a:cubicBezTo>
                    <a:pt x="70249" y="44250"/>
                    <a:pt x="95413" y="24918"/>
                    <a:pt x="95413" y="3004"/>
                  </a:cubicBezTo>
                  <a:cubicBezTo>
                    <a:pt x="95663" y="-163"/>
                    <a:pt x="91413" y="-913"/>
                    <a:pt x="89664" y="1170"/>
                  </a:cubicBezTo>
                  <a:lnTo>
                    <a:pt x="89664" y="1170"/>
                  </a:lnTo>
                  <a:close/>
                </a:path>
              </a:pathLst>
            </a:custGeom>
            <a:grpFill/>
            <a:ln w="8332" cap="flat">
              <a:noFill/>
              <a:prstDash val="solid"/>
              <a:miter/>
            </a:ln>
          </p:spPr>
          <p:txBody>
            <a:bodyPr rtlCol="0" anchor="ctr"/>
            <a:lstStyle/>
            <a:p>
              <a:endParaRPr lang="en-US"/>
            </a:p>
          </p:txBody>
        </p:sp>
        <p:sp>
          <p:nvSpPr>
            <p:cNvPr id="1610" name="Freeform: Shape 1609"/>
            <p:cNvSpPr/>
            <p:nvPr/>
          </p:nvSpPr>
          <p:spPr>
            <a:xfrm>
              <a:off x="2155351" y="584559"/>
              <a:ext cx="75010" cy="45332"/>
            </a:xfrm>
            <a:custGeom>
              <a:avLst/>
              <a:gdLst>
                <a:gd name="connsiteX0" fmla="*/ 65803 w 75010"/>
                <a:gd name="connsiteY0" fmla="*/ 2732 h 45332"/>
                <a:gd name="connsiteX1" fmla="*/ 38389 w 75010"/>
                <a:gd name="connsiteY1" fmla="*/ 19897 h 45332"/>
                <a:gd name="connsiteX2" fmla="*/ 4642 w 75010"/>
                <a:gd name="connsiteY2" fmla="*/ 33063 h 45332"/>
                <a:gd name="connsiteX3" fmla="*/ 559 w 75010"/>
                <a:gd name="connsiteY3" fmla="*/ 36979 h 45332"/>
                <a:gd name="connsiteX4" fmla="*/ 39056 w 75010"/>
                <a:gd name="connsiteY4" fmla="*/ 32813 h 45332"/>
                <a:gd name="connsiteX5" fmla="*/ 56221 w 75010"/>
                <a:gd name="connsiteY5" fmla="*/ 21064 h 45332"/>
                <a:gd name="connsiteX6" fmla="*/ 68220 w 75010"/>
                <a:gd name="connsiteY6" fmla="*/ 17564 h 45332"/>
                <a:gd name="connsiteX7" fmla="*/ 74386 w 75010"/>
                <a:gd name="connsiteY7" fmla="*/ 2899 h 45332"/>
                <a:gd name="connsiteX8" fmla="*/ 65803 w 75010"/>
                <a:gd name="connsiteY8" fmla="*/ 2732 h 45332"/>
                <a:gd name="connsiteX9" fmla="*/ 65803 w 75010"/>
                <a:gd name="connsiteY9" fmla="*/ 2732 h 45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010" h="45332">
                  <a:moveTo>
                    <a:pt x="65803" y="2732"/>
                  </a:moveTo>
                  <a:cubicBezTo>
                    <a:pt x="61054" y="12565"/>
                    <a:pt x="46639" y="13064"/>
                    <a:pt x="38389" y="19897"/>
                  </a:cubicBezTo>
                  <a:cubicBezTo>
                    <a:pt x="29557" y="27313"/>
                    <a:pt x="16975" y="45312"/>
                    <a:pt x="4642" y="33063"/>
                  </a:cubicBezTo>
                  <a:cubicBezTo>
                    <a:pt x="2393" y="30813"/>
                    <a:pt x="-1440" y="34479"/>
                    <a:pt x="559" y="36979"/>
                  </a:cubicBezTo>
                  <a:cubicBezTo>
                    <a:pt x="12475" y="51311"/>
                    <a:pt x="27890" y="45395"/>
                    <a:pt x="39056" y="32813"/>
                  </a:cubicBezTo>
                  <a:cubicBezTo>
                    <a:pt x="44639" y="26480"/>
                    <a:pt x="47055" y="22897"/>
                    <a:pt x="56221" y="21064"/>
                  </a:cubicBezTo>
                  <a:cubicBezTo>
                    <a:pt x="60721" y="20147"/>
                    <a:pt x="64137" y="20314"/>
                    <a:pt x="68220" y="17564"/>
                  </a:cubicBezTo>
                  <a:cubicBezTo>
                    <a:pt x="73970" y="13731"/>
                    <a:pt x="76219" y="9398"/>
                    <a:pt x="74386" y="2899"/>
                  </a:cubicBezTo>
                  <a:cubicBezTo>
                    <a:pt x="73303" y="-1268"/>
                    <a:pt x="67470" y="-601"/>
                    <a:pt x="65803" y="2732"/>
                  </a:cubicBezTo>
                  <a:lnTo>
                    <a:pt x="65803" y="2732"/>
                  </a:lnTo>
                  <a:close/>
                </a:path>
              </a:pathLst>
            </a:custGeom>
            <a:grpFill/>
            <a:ln w="8332" cap="flat">
              <a:noFill/>
              <a:prstDash val="solid"/>
              <a:miter/>
            </a:ln>
          </p:spPr>
          <p:txBody>
            <a:bodyPr rtlCol="0" anchor="ctr"/>
            <a:lstStyle/>
            <a:p>
              <a:endParaRPr lang="en-US"/>
            </a:p>
          </p:txBody>
        </p:sp>
        <p:sp>
          <p:nvSpPr>
            <p:cNvPr id="1611" name="Freeform: Shape 1610"/>
            <p:cNvSpPr/>
            <p:nvPr/>
          </p:nvSpPr>
          <p:spPr>
            <a:xfrm>
              <a:off x="353446" y="1983756"/>
              <a:ext cx="683631" cy="513138"/>
            </a:xfrm>
            <a:custGeom>
              <a:avLst/>
              <a:gdLst>
                <a:gd name="connsiteX0" fmla="*/ 651652 w 683631"/>
                <a:gd name="connsiteY0" fmla="*/ 276217 h 513138"/>
                <a:gd name="connsiteX1" fmla="*/ 663651 w 683631"/>
                <a:gd name="connsiteY1" fmla="*/ 248969 h 513138"/>
                <a:gd name="connsiteX2" fmla="*/ 658318 w 683631"/>
                <a:gd name="connsiteY2" fmla="*/ 214222 h 513138"/>
                <a:gd name="connsiteX3" fmla="*/ 636820 w 683631"/>
                <a:gd name="connsiteY3" fmla="*/ 173976 h 513138"/>
                <a:gd name="connsiteX4" fmla="*/ 616655 w 683631"/>
                <a:gd name="connsiteY4" fmla="*/ 148728 h 513138"/>
                <a:gd name="connsiteX5" fmla="*/ 548661 w 683631"/>
                <a:gd name="connsiteY5" fmla="*/ 96983 h 513138"/>
                <a:gd name="connsiteX6" fmla="*/ 388425 w 683631"/>
                <a:gd name="connsiteY6" fmla="*/ 26573 h 513138"/>
                <a:gd name="connsiteX7" fmla="*/ 217857 w 683631"/>
                <a:gd name="connsiteY7" fmla="*/ 659 h 513138"/>
                <a:gd name="connsiteX8" fmla="*/ 144531 w 683631"/>
                <a:gd name="connsiteY8" fmla="*/ 17324 h 513138"/>
                <a:gd name="connsiteX9" fmla="*/ 91202 w 683631"/>
                <a:gd name="connsiteY9" fmla="*/ 56570 h 513138"/>
                <a:gd name="connsiteX10" fmla="*/ 87702 w 683631"/>
                <a:gd name="connsiteY10" fmla="*/ 83151 h 513138"/>
                <a:gd name="connsiteX11" fmla="*/ 74120 w 683631"/>
                <a:gd name="connsiteY11" fmla="*/ 83401 h 513138"/>
                <a:gd name="connsiteX12" fmla="*/ 26875 w 683631"/>
                <a:gd name="connsiteY12" fmla="*/ 88984 h 513138"/>
                <a:gd name="connsiteX13" fmla="*/ 16542 w 683631"/>
                <a:gd name="connsiteY13" fmla="*/ 109149 h 513138"/>
                <a:gd name="connsiteX14" fmla="*/ 46873 w 683631"/>
                <a:gd name="connsiteY14" fmla="*/ 128730 h 513138"/>
                <a:gd name="connsiteX15" fmla="*/ 72204 w 683631"/>
                <a:gd name="connsiteY15" fmla="*/ 137979 h 513138"/>
                <a:gd name="connsiteX16" fmla="*/ 43873 w 683631"/>
                <a:gd name="connsiteY16" fmla="*/ 169310 h 513138"/>
                <a:gd name="connsiteX17" fmla="*/ 48789 w 683631"/>
                <a:gd name="connsiteY17" fmla="*/ 194641 h 513138"/>
                <a:gd name="connsiteX18" fmla="*/ 27208 w 683631"/>
                <a:gd name="connsiteY18" fmla="*/ 228804 h 513138"/>
                <a:gd name="connsiteX19" fmla="*/ 18125 w 683631"/>
                <a:gd name="connsiteY19" fmla="*/ 233721 h 513138"/>
                <a:gd name="connsiteX20" fmla="*/ 2877 w 683631"/>
                <a:gd name="connsiteY20" fmla="*/ 261718 h 513138"/>
                <a:gd name="connsiteX21" fmla="*/ 13876 w 683631"/>
                <a:gd name="connsiteY21" fmla="*/ 325962 h 513138"/>
                <a:gd name="connsiteX22" fmla="*/ 83453 w 683631"/>
                <a:gd name="connsiteY22" fmla="*/ 371708 h 513138"/>
                <a:gd name="connsiteX23" fmla="*/ 167362 w 683631"/>
                <a:gd name="connsiteY23" fmla="*/ 412121 h 513138"/>
                <a:gd name="connsiteX24" fmla="*/ 252604 w 683631"/>
                <a:gd name="connsiteY24" fmla="*/ 451035 h 513138"/>
                <a:gd name="connsiteX25" fmla="*/ 344263 w 683631"/>
                <a:gd name="connsiteY25" fmla="*/ 483448 h 513138"/>
                <a:gd name="connsiteX26" fmla="*/ 526413 w 683631"/>
                <a:gd name="connsiteY26" fmla="*/ 511779 h 513138"/>
                <a:gd name="connsiteX27" fmla="*/ 565576 w 683631"/>
                <a:gd name="connsiteY27" fmla="*/ 502780 h 513138"/>
                <a:gd name="connsiteX28" fmla="*/ 594740 w 683631"/>
                <a:gd name="connsiteY28" fmla="*/ 471449 h 513138"/>
                <a:gd name="connsiteX29" fmla="*/ 600490 w 683631"/>
                <a:gd name="connsiteY29" fmla="*/ 404872 h 513138"/>
                <a:gd name="connsiteX30" fmla="*/ 612155 w 683631"/>
                <a:gd name="connsiteY30" fmla="*/ 398539 h 513138"/>
                <a:gd name="connsiteX31" fmla="*/ 634570 w 683631"/>
                <a:gd name="connsiteY31" fmla="*/ 374125 h 513138"/>
                <a:gd name="connsiteX32" fmla="*/ 639319 w 683631"/>
                <a:gd name="connsiteY32" fmla="*/ 345794 h 513138"/>
                <a:gd name="connsiteX33" fmla="*/ 673650 w 683631"/>
                <a:gd name="connsiteY33" fmla="*/ 337711 h 513138"/>
                <a:gd name="connsiteX34" fmla="*/ 651652 w 683631"/>
                <a:gd name="connsiteY34" fmla="*/ 276217 h 513138"/>
                <a:gd name="connsiteX35" fmla="*/ 651652 w 683631"/>
                <a:gd name="connsiteY35" fmla="*/ 276217 h 513138"/>
                <a:gd name="connsiteX36" fmla="*/ 148947 w 683631"/>
                <a:gd name="connsiteY36" fmla="*/ 32989 h 513138"/>
                <a:gd name="connsiteX37" fmla="*/ 217774 w 683631"/>
                <a:gd name="connsiteY37" fmla="*/ 16324 h 513138"/>
                <a:gd name="connsiteX38" fmla="*/ 372010 w 683631"/>
                <a:gd name="connsiteY38" fmla="*/ 36988 h 513138"/>
                <a:gd name="connsiteX39" fmla="*/ 528996 w 683631"/>
                <a:gd name="connsiteY39" fmla="*/ 100983 h 513138"/>
                <a:gd name="connsiteX40" fmla="*/ 546661 w 683631"/>
                <a:gd name="connsiteY40" fmla="*/ 111065 h 513138"/>
                <a:gd name="connsiteX41" fmla="*/ 577825 w 683631"/>
                <a:gd name="connsiteY41" fmla="*/ 135396 h 513138"/>
                <a:gd name="connsiteX42" fmla="*/ 626654 w 683631"/>
                <a:gd name="connsiteY42" fmla="*/ 184892 h 513138"/>
                <a:gd name="connsiteX43" fmla="*/ 642819 w 683631"/>
                <a:gd name="connsiteY43" fmla="*/ 216972 h 513138"/>
                <a:gd name="connsiteX44" fmla="*/ 645902 w 683631"/>
                <a:gd name="connsiteY44" fmla="*/ 252969 h 513138"/>
                <a:gd name="connsiteX45" fmla="*/ 618571 w 683631"/>
                <a:gd name="connsiteY45" fmla="*/ 276884 h 513138"/>
                <a:gd name="connsiteX46" fmla="*/ 578492 w 683631"/>
                <a:gd name="connsiteY46" fmla="*/ 278800 h 513138"/>
                <a:gd name="connsiteX47" fmla="*/ 506748 w 683631"/>
                <a:gd name="connsiteY47" fmla="*/ 264135 h 513138"/>
                <a:gd name="connsiteX48" fmla="*/ 366594 w 683631"/>
                <a:gd name="connsiteY48" fmla="*/ 218556 h 513138"/>
                <a:gd name="connsiteX49" fmla="*/ 224857 w 683631"/>
                <a:gd name="connsiteY49" fmla="*/ 165977 h 513138"/>
                <a:gd name="connsiteX50" fmla="*/ 159613 w 683631"/>
                <a:gd name="connsiteY50" fmla="*/ 133813 h 513138"/>
                <a:gd name="connsiteX51" fmla="*/ 127865 w 683631"/>
                <a:gd name="connsiteY51" fmla="*/ 109482 h 513138"/>
                <a:gd name="connsiteX52" fmla="*/ 104284 w 683631"/>
                <a:gd name="connsiteY52" fmla="*/ 82818 h 513138"/>
                <a:gd name="connsiteX53" fmla="*/ 148947 w 683631"/>
                <a:gd name="connsiteY53" fmla="*/ 32989 h 513138"/>
                <a:gd name="connsiteX54" fmla="*/ 148947 w 683631"/>
                <a:gd name="connsiteY54" fmla="*/ 32989 h 513138"/>
                <a:gd name="connsiteX55" fmla="*/ 80203 w 683631"/>
                <a:gd name="connsiteY55" fmla="*/ 258052 h 513138"/>
                <a:gd name="connsiteX56" fmla="*/ 132698 w 683631"/>
                <a:gd name="connsiteY56" fmla="*/ 268218 h 513138"/>
                <a:gd name="connsiteX57" fmla="*/ 156530 w 683631"/>
                <a:gd name="connsiteY57" fmla="*/ 266301 h 513138"/>
                <a:gd name="connsiteX58" fmla="*/ 175278 w 683631"/>
                <a:gd name="connsiteY58" fmla="*/ 280633 h 513138"/>
                <a:gd name="connsiteX59" fmla="*/ 176778 w 683631"/>
                <a:gd name="connsiteY59" fmla="*/ 281383 h 513138"/>
                <a:gd name="connsiteX60" fmla="*/ 144947 w 683631"/>
                <a:gd name="connsiteY60" fmla="*/ 287549 h 513138"/>
                <a:gd name="connsiteX61" fmla="*/ 89785 w 683631"/>
                <a:gd name="connsiteY61" fmla="*/ 273300 h 513138"/>
                <a:gd name="connsiteX62" fmla="*/ 46789 w 683631"/>
                <a:gd name="connsiteY62" fmla="*/ 246136 h 513138"/>
                <a:gd name="connsiteX63" fmla="*/ 48206 w 683631"/>
                <a:gd name="connsiteY63" fmla="*/ 211556 h 513138"/>
                <a:gd name="connsiteX64" fmla="*/ 56789 w 683631"/>
                <a:gd name="connsiteY64" fmla="*/ 202223 h 513138"/>
                <a:gd name="connsiteX65" fmla="*/ 62621 w 683631"/>
                <a:gd name="connsiteY65" fmla="*/ 205807 h 513138"/>
                <a:gd name="connsiteX66" fmla="*/ 74787 w 683631"/>
                <a:gd name="connsiteY66" fmla="*/ 210973 h 513138"/>
                <a:gd name="connsiteX67" fmla="*/ 80203 w 683631"/>
                <a:gd name="connsiteY67" fmla="*/ 258052 h 513138"/>
                <a:gd name="connsiteX68" fmla="*/ 80203 w 683631"/>
                <a:gd name="connsiteY68" fmla="*/ 258052 h 513138"/>
                <a:gd name="connsiteX69" fmla="*/ 77953 w 683631"/>
                <a:gd name="connsiteY69" fmla="*/ 212723 h 513138"/>
                <a:gd name="connsiteX70" fmla="*/ 85703 w 683631"/>
                <a:gd name="connsiteY70" fmla="*/ 220889 h 513138"/>
                <a:gd name="connsiteX71" fmla="*/ 95868 w 683631"/>
                <a:gd name="connsiteY71" fmla="*/ 240053 h 513138"/>
                <a:gd name="connsiteX72" fmla="*/ 120699 w 683631"/>
                <a:gd name="connsiteY72" fmla="*/ 249719 h 513138"/>
                <a:gd name="connsiteX73" fmla="*/ 135031 w 683631"/>
                <a:gd name="connsiteY73" fmla="*/ 250053 h 513138"/>
                <a:gd name="connsiteX74" fmla="*/ 147864 w 683631"/>
                <a:gd name="connsiteY74" fmla="*/ 247220 h 513138"/>
                <a:gd name="connsiteX75" fmla="*/ 150780 w 683631"/>
                <a:gd name="connsiteY75" fmla="*/ 256469 h 513138"/>
                <a:gd name="connsiteX76" fmla="*/ 143364 w 683631"/>
                <a:gd name="connsiteY76" fmla="*/ 257052 h 513138"/>
                <a:gd name="connsiteX77" fmla="*/ 110617 w 683631"/>
                <a:gd name="connsiteY77" fmla="*/ 255885 h 513138"/>
                <a:gd name="connsiteX78" fmla="*/ 77953 w 683631"/>
                <a:gd name="connsiteY78" fmla="*/ 212723 h 513138"/>
                <a:gd name="connsiteX79" fmla="*/ 77953 w 683631"/>
                <a:gd name="connsiteY79" fmla="*/ 212723 h 513138"/>
                <a:gd name="connsiteX80" fmla="*/ 573409 w 683631"/>
                <a:gd name="connsiteY80" fmla="*/ 472782 h 513138"/>
                <a:gd name="connsiteX81" fmla="*/ 544578 w 683631"/>
                <a:gd name="connsiteY81" fmla="*/ 493281 h 513138"/>
                <a:gd name="connsiteX82" fmla="*/ 509831 w 683631"/>
                <a:gd name="connsiteY82" fmla="*/ 498364 h 513138"/>
                <a:gd name="connsiteX83" fmla="*/ 356678 w 683631"/>
                <a:gd name="connsiteY83" fmla="*/ 473533 h 513138"/>
                <a:gd name="connsiteX84" fmla="*/ 219857 w 683631"/>
                <a:gd name="connsiteY84" fmla="*/ 424787 h 513138"/>
                <a:gd name="connsiteX85" fmla="*/ 153696 w 683631"/>
                <a:gd name="connsiteY85" fmla="*/ 393040 h 513138"/>
                <a:gd name="connsiteX86" fmla="*/ 90036 w 683631"/>
                <a:gd name="connsiteY86" fmla="*/ 363542 h 513138"/>
                <a:gd name="connsiteX87" fmla="*/ 52706 w 683631"/>
                <a:gd name="connsiteY87" fmla="*/ 340794 h 513138"/>
                <a:gd name="connsiteX88" fmla="*/ 21875 w 683631"/>
                <a:gd name="connsiteY88" fmla="*/ 317463 h 513138"/>
                <a:gd name="connsiteX89" fmla="*/ 29124 w 683631"/>
                <a:gd name="connsiteY89" fmla="*/ 239887 h 513138"/>
                <a:gd name="connsiteX90" fmla="*/ 62371 w 683631"/>
                <a:gd name="connsiteY90" fmla="*/ 273717 h 513138"/>
                <a:gd name="connsiteX91" fmla="*/ 191526 w 683631"/>
                <a:gd name="connsiteY91" fmla="*/ 288216 h 513138"/>
                <a:gd name="connsiteX92" fmla="*/ 261353 w 683631"/>
                <a:gd name="connsiteY92" fmla="*/ 365292 h 513138"/>
                <a:gd name="connsiteX93" fmla="*/ 349929 w 683631"/>
                <a:gd name="connsiteY93" fmla="*/ 360126 h 513138"/>
                <a:gd name="connsiteX94" fmla="*/ 425422 w 683631"/>
                <a:gd name="connsiteY94" fmla="*/ 423287 h 513138"/>
                <a:gd name="connsiteX95" fmla="*/ 476251 w 683631"/>
                <a:gd name="connsiteY95" fmla="*/ 421537 h 513138"/>
                <a:gd name="connsiteX96" fmla="*/ 501415 w 683631"/>
                <a:gd name="connsiteY96" fmla="*/ 403122 h 513138"/>
                <a:gd name="connsiteX97" fmla="*/ 545578 w 683631"/>
                <a:gd name="connsiteY97" fmla="*/ 432786 h 513138"/>
                <a:gd name="connsiteX98" fmla="*/ 588324 w 683631"/>
                <a:gd name="connsiteY98" fmla="*/ 416121 h 513138"/>
                <a:gd name="connsiteX99" fmla="*/ 590657 w 683631"/>
                <a:gd name="connsiteY99" fmla="*/ 436203 h 513138"/>
                <a:gd name="connsiteX100" fmla="*/ 573409 w 683631"/>
                <a:gd name="connsiteY100" fmla="*/ 472782 h 513138"/>
                <a:gd name="connsiteX101" fmla="*/ 573409 w 683631"/>
                <a:gd name="connsiteY101" fmla="*/ 472782 h 513138"/>
                <a:gd name="connsiteX102" fmla="*/ 249688 w 683631"/>
                <a:gd name="connsiteY102" fmla="*/ 324963 h 513138"/>
                <a:gd name="connsiteX103" fmla="*/ 276852 w 683631"/>
                <a:gd name="connsiteY103" fmla="*/ 344877 h 513138"/>
                <a:gd name="connsiteX104" fmla="*/ 323848 w 683631"/>
                <a:gd name="connsiteY104" fmla="*/ 340878 h 513138"/>
                <a:gd name="connsiteX105" fmla="*/ 345679 w 683631"/>
                <a:gd name="connsiteY105" fmla="*/ 347627 h 513138"/>
                <a:gd name="connsiteX106" fmla="*/ 326764 w 683631"/>
                <a:gd name="connsiteY106" fmla="*/ 358793 h 513138"/>
                <a:gd name="connsiteX107" fmla="*/ 303600 w 683631"/>
                <a:gd name="connsiteY107" fmla="*/ 360209 h 513138"/>
                <a:gd name="connsiteX108" fmla="*/ 258354 w 683631"/>
                <a:gd name="connsiteY108" fmla="*/ 350877 h 513138"/>
                <a:gd name="connsiteX109" fmla="*/ 194276 w 683631"/>
                <a:gd name="connsiteY109" fmla="*/ 286716 h 513138"/>
                <a:gd name="connsiteX110" fmla="*/ 194359 w 683631"/>
                <a:gd name="connsiteY110" fmla="*/ 286716 h 513138"/>
                <a:gd name="connsiteX111" fmla="*/ 203025 w 683631"/>
                <a:gd name="connsiteY111" fmla="*/ 287299 h 513138"/>
                <a:gd name="connsiteX112" fmla="*/ 216357 w 683631"/>
                <a:gd name="connsiteY112" fmla="*/ 285466 h 513138"/>
                <a:gd name="connsiteX113" fmla="*/ 228523 w 683631"/>
                <a:gd name="connsiteY113" fmla="*/ 288549 h 513138"/>
                <a:gd name="connsiteX114" fmla="*/ 243522 w 683631"/>
                <a:gd name="connsiteY114" fmla="*/ 305714 h 513138"/>
                <a:gd name="connsiteX115" fmla="*/ 249688 w 683631"/>
                <a:gd name="connsiteY115" fmla="*/ 324963 h 513138"/>
                <a:gd name="connsiteX116" fmla="*/ 249688 w 683631"/>
                <a:gd name="connsiteY116" fmla="*/ 324963 h 513138"/>
                <a:gd name="connsiteX117" fmla="*/ 251021 w 683631"/>
                <a:gd name="connsiteY117" fmla="*/ 310380 h 513138"/>
                <a:gd name="connsiteX118" fmla="*/ 275102 w 683631"/>
                <a:gd name="connsiteY118" fmla="*/ 317963 h 513138"/>
                <a:gd name="connsiteX119" fmla="*/ 303350 w 683631"/>
                <a:gd name="connsiteY119" fmla="*/ 321879 h 513138"/>
                <a:gd name="connsiteX120" fmla="*/ 315349 w 683631"/>
                <a:gd name="connsiteY120" fmla="*/ 334795 h 513138"/>
                <a:gd name="connsiteX121" fmla="*/ 309766 w 683631"/>
                <a:gd name="connsiteY121" fmla="*/ 336961 h 513138"/>
                <a:gd name="connsiteX122" fmla="*/ 274686 w 683631"/>
                <a:gd name="connsiteY122" fmla="*/ 334712 h 513138"/>
                <a:gd name="connsiteX123" fmla="*/ 259020 w 683631"/>
                <a:gd name="connsiteY123" fmla="*/ 323296 h 513138"/>
                <a:gd name="connsiteX124" fmla="*/ 251021 w 683631"/>
                <a:gd name="connsiteY124" fmla="*/ 310380 h 513138"/>
                <a:gd name="connsiteX125" fmla="*/ 251021 w 683631"/>
                <a:gd name="connsiteY125" fmla="*/ 310380 h 513138"/>
                <a:gd name="connsiteX126" fmla="*/ 357345 w 683631"/>
                <a:gd name="connsiteY126" fmla="*/ 347544 h 513138"/>
                <a:gd name="connsiteX127" fmla="*/ 368261 w 683631"/>
                <a:gd name="connsiteY127" fmla="*/ 345294 h 513138"/>
                <a:gd name="connsiteX128" fmla="*/ 377926 w 683631"/>
                <a:gd name="connsiteY128" fmla="*/ 345627 h 513138"/>
                <a:gd name="connsiteX129" fmla="*/ 390925 w 683631"/>
                <a:gd name="connsiteY129" fmla="*/ 375708 h 513138"/>
                <a:gd name="connsiteX130" fmla="*/ 419839 w 683631"/>
                <a:gd name="connsiteY130" fmla="*/ 392123 h 513138"/>
                <a:gd name="connsiteX131" fmla="*/ 451420 w 683631"/>
                <a:gd name="connsiteY131" fmla="*/ 398456 h 513138"/>
                <a:gd name="connsiteX132" fmla="*/ 461919 w 683631"/>
                <a:gd name="connsiteY132" fmla="*/ 394540 h 513138"/>
                <a:gd name="connsiteX133" fmla="*/ 468085 w 683631"/>
                <a:gd name="connsiteY133" fmla="*/ 387873 h 513138"/>
                <a:gd name="connsiteX134" fmla="*/ 484000 w 683631"/>
                <a:gd name="connsiteY134" fmla="*/ 394540 h 513138"/>
                <a:gd name="connsiteX135" fmla="*/ 492833 w 683631"/>
                <a:gd name="connsiteY135" fmla="*/ 396289 h 513138"/>
                <a:gd name="connsiteX136" fmla="*/ 483333 w 683631"/>
                <a:gd name="connsiteY136" fmla="*/ 405705 h 513138"/>
                <a:gd name="connsiteX137" fmla="*/ 458252 w 683631"/>
                <a:gd name="connsiteY137" fmla="*/ 414621 h 513138"/>
                <a:gd name="connsiteX138" fmla="*/ 417006 w 683631"/>
                <a:gd name="connsiteY138" fmla="*/ 409288 h 513138"/>
                <a:gd name="connsiteX139" fmla="*/ 353595 w 683631"/>
                <a:gd name="connsiteY139" fmla="*/ 355543 h 513138"/>
                <a:gd name="connsiteX140" fmla="*/ 357178 w 683631"/>
                <a:gd name="connsiteY140" fmla="*/ 348294 h 513138"/>
                <a:gd name="connsiteX141" fmla="*/ 357345 w 683631"/>
                <a:gd name="connsiteY141" fmla="*/ 347544 h 513138"/>
                <a:gd name="connsiteX142" fmla="*/ 357345 w 683631"/>
                <a:gd name="connsiteY142" fmla="*/ 347544 h 513138"/>
                <a:gd name="connsiteX143" fmla="*/ 385009 w 683631"/>
                <a:gd name="connsiteY143" fmla="*/ 353710 h 513138"/>
                <a:gd name="connsiteX144" fmla="*/ 427338 w 683631"/>
                <a:gd name="connsiteY144" fmla="*/ 373375 h 513138"/>
                <a:gd name="connsiteX145" fmla="*/ 457836 w 683631"/>
                <a:gd name="connsiteY145" fmla="*/ 379874 h 513138"/>
                <a:gd name="connsiteX146" fmla="*/ 461002 w 683631"/>
                <a:gd name="connsiteY146" fmla="*/ 382791 h 513138"/>
                <a:gd name="connsiteX147" fmla="*/ 459669 w 683631"/>
                <a:gd name="connsiteY147" fmla="*/ 384207 h 513138"/>
                <a:gd name="connsiteX148" fmla="*/ 433838 w 683631"/>
                <a:gd name="connsiteY148" fmla="*/ 386124 h 513138"/>
                <a:gd name="connsiteX149" fmla="*/ 402507 w 683631"/>
                <a:gd name="connsiteY149" fmla="*/ 373458 h 513138"/>
                <a:gd name="connsiteX150" fmla="*/ 385009 w 683631"/>
                <a:gd name="connsiteY150" fmla="*/ 353710 h 513138"/>
                <a:gd name="connsiteX151" fmla="*/ 385009 w 683631"/>
                <a:gd name="connsiteY151" fmla="*/ 353710 h 513138"/>
                <a:gd name="connsiteX152" fmla="*/ 503665 w 683631"/>
                <a:gd name="connsiteY152" fmla="*/ 399372 h 513138"/>
                <a:gd name="connsiteX153" fmla="*/ 504665 w 683631"/>
                <a:gd name="connsiteY153" fmla="*/ 396789 h 513138"/>
                <a:gd name="connsiteX154" fmla="*/ 511914 w 683631"/>
                <a:gd name="connsiteY154" fmla="*/ 396123 h 513138"/>
                <a:gd name="connsiteX155" fmla="*/ 536579 w 683631"/>
                <a:gd name="connsiteY155" fmla="*/ 394123 h 513138"/>
                <a:gd name="connsiteX156" fmla="*/ 550077 w 683631"/>
                <a:gd name="connsiteY156" fmla="*/ 403872 h 513138"/>
                <a:gd name="connsiteX157" fmla="*/ 577908 w 683631"/>
                <a:gd name="connsiteY157" fmla="*/ 410288 h 513138"/>
                <a:gd name="connsiteX158" fmla="*/ 534579 w 683631"/>
                <a:gd name="connsiteY158" fmla="*/ 421037 h 513138"/>
                <a:gd name="connsiteX159" fmla="*/ 503665 w 683631"/>
                <a:gd name="connsiteY159" fmla="*/ 399372 h 513138"/>
                <a:gd name="connsiteX160" fmla="*/ 503665 w 683631"/>
                <a:gd name="connsiteY160" fmla="*/ 399372 h 513138"/>
                <a:gd name="connsiteX161" fmla="*/ 618321 w 683631"/>
                <a:gd name="connsiteY161" fmla="*/ 373958 h 513138"/>
                <a:gd name="connsiteX162" fmla="*/ 580408 w 683631"/>
                <a:gd name="connsiteY162" fmla="*/ 395706 h 513138"/>
                <a:gd name="connsiteX163" fmla="*/ 539245 w 683631"/>
                <a:gd name="connsiteY163" fmla="*/ 380458 h 513138"/>
                <a:gd name="connsiteX164" fmla="*/ 511748 w 683631"/>
                <a:gd name="connsiteY164" fmla="*/ 380458 h 513138"/>
                <a:gd name="connsiteX165" fmla="*/ 469501 w 683631"/>
                <a:gd name="connsiteY165" fmla="*/ 371125 h 513138"/>
                <a:gd name="connsiteX166" fmla="*/ 444920 w 683631"/>
                <a:gd name="connsiteY166" fmla="*/ 355293 h 513138"/>
                <a:gd name="connsiteX167" fmla="*/ 402507 w 683631"/>
                <a:gd name="connsiteY167" fmla="*/ 349377 h 513138"/>
                <a:gd name="connsiteX168" fmla="*/ 383092 w 683631"/>
                <a:gd name="connsiteY168" fmla="*/ 327462 h 513138"/>
                <a:gd name="connsiteX169" fmla="*/ 347346 w 683631"/>
                <a:gd name="connsiteY169" fmla="*/ 331129 h 513138"/>
                <a:gd name="connsiteX170" fmla="*/ 312682 w 683631"/>
                <a:gd name="connsiteY170" fmla="*/ 309214 h 513138"/>
                <a:gd name="connsiteX171" fmla="*/ 295184 w 683631"/>
                <a:gd name="connsiteY171" fmla="*/ 302881 h 513138"/>
                <a:gd name="connsiteX172" fmla="*/ 252438 w 683631"/>
                <a:gd name="connsiteY172" fmla="*/ 296298 h 513138"/>
                <a:gd name="connsiteX173" fmla="*/ 236689 w 683631"/>
                <a:gd name="connsiteY173" fmla="*/ 279800 h 513138"/>
                <a:gd name="connsiteX174" fmla="*/ 230689 w 683631"/>
                <a:gd name="connsiteY174" fmla="*/ 272967 h 513138"/>
                <a:gd name="connsiteX175" fmla="*/ 205858 w 683631"/>
                <a:gd name="connsiteY175" fmla="*/ 273300 h 513138"/>
                <a:gd name="connsiteX176" fmla="*/ 168862 w 683631"/>
                <a:gd name="connsiteY176" fmla="*/ 258468 h 513138"/>
                <a:gd name="connsiteX177" fmla="*/ 165279 w 683631"/>
                <a:gd name="connsiteY177" fmla="*/ 254635 h 513138"/>
                <a:gd name="connsiteX178" fmla="*/ 155363 w 683631"/>
                <a:gd name="connsiteY178" fmla="*/ 234471 h 513138"/>
                <a:gd name="connsiteX179" fmla="*/ 119866 w 683631"/>
                <a:gd name="connsiteY179" fmla="*/ 234471 h 513138"/>
                <a:gd name="connsiteX180" fmla="*/ 98868 w 683631"/>
                <a:gd name="connsiteY180" fmla="*/ 217889 h 513138"/>
                <a:gd name="connsiteX181" fmla="*/ 92702 w 683631"/>
                <a:gd name="connsiteY181" fmla="*/ 206307 h 513138"/>
                <a:gd name="connsiteX182" fmla="*/ 66788 w 683631"/>
                <a:gd name="connsiteY182" fmla="*/ 192558 h 513138"/>
                <a:gd name="connsiteX183" fmla="*/ 59455 w 683631"/>
                <a:gd name="connsiteY183" fmla="*/ 161894 h 513138"/>
                <a:gd name="connsiteX184" fmla="*/ 77953 w 683631"/>
                <a:gd name="connsiteY184" fmla="*/ 143062 h 513138"/>
                <a:gd name="connsiteX185" fmla="*/ 84286 w 683631"/>
                <a:gd name="connsiteY185" fmla="*/ 163644 h 513138"/>
                <a:gd name="connsiteX186" fmla="*/ 109284 w 683631"/>
                <a:gd name="connsiteY186" fmla="*/ 188392 h 513138"/>
                <a:gd name="connsiteX187" fmla="*/ 150947 w 683631"/>
                <a:gd name="connsiteY187" fmla="*/ 192724 h 513138"/>
                <a:gd name="connsiteX188" fmla="*/ 175611 w 683631"/>
                <a:gd name="connsiteY188" fmla="*/ 193391 h 513138"/>
                <a:gd name="connsiteX189" fmla="*/ 203609 w 683631"/>
                <a:gd name="connsiteY189" fmla="*/ 217055 h 513138"/>
                <a:gd name="connsiteX190" fmla="*/ 237022 w 683631"/>
                <a:gd name="connsiteY190" fmla="*/ 236221 h 513138"/>
                <a:gd name="connsiteX191" fmla="*/ 295600 w 683631"/>
                <a:gd name="connsiteY191" fmla="*/ 243970 h 513138"/>
                <a:gd name="connsiteX192" fmla="*/ 331430 w 683631"/>
                <a:gd name="connsiteY192" fmla="*/ 270384 h 513138"/>
                <a:gd name="connsiteX193" fmla="*/ 381843 w 683631"/>
                <a:gd name="connsiteY193" fmla="*/ 280383 h 513138"/>
                <a:gd name="connsiteX194" fmla="*/ 407924 w 683631"/>
                <a:gd name="connsiteY194" fmla="*/ 282800 h 513138"/>
                <a:gd name="connsiteX195" fmla="*/ 436254 w 683631"/>
                <a:gd name="connsiteY195" fmla="*/ 297632 h 513138"/>
                <a:gd name="connsiteX196" fmla="*/ 478584 w 683631"/>
                <a:gd name="connsiteY196" fmla="*/ 316213 h 513138"/>
                <a:gd name="connsiteX197" fmla="*/ 531496 w 683631"/>
                <a:gd name="connsiteY197" fmla="*/ 320296 h 513138"/>
                <a:gd name="connsiteX198" fmla="*/ 552161 w 683631"/>
                <a:gd name="connsiteY198" fmla="*/ 332295 h 513138"/>
                <a:gd name="connsiteX199" fmla="*/ 574825 w 683631"/>
                <a:gd name="connsiteY199" fmla="*/ 335212 h 513138"/>
                <a:gd name="connsiteX200" fmla="*/ 609655 w 683631"/>
                <a:gd name="connsiteY200" fmla="*/ 337961 h 513138"/>
                <a:gd name="connsiteX201" fmla="*/ 626904 w 683631"/>
                <a:gd name="connsiteY201" fmla="*/ 343211 h 513138"/>
                <a:gd name="connsiteX202" fmla="*/ 618321 w 683631"/>
                <a:gd name="connsiteY202" fmla="*/ 373958 h 513138"/>
                <a:gd name="connsiteX203" fmla="*/ 618321 w 683631"/>
                <a:gd name="connsiteY203" fmla="*/ 373958 h 513138"/>
                <a:gd name="connsiteX204" fmla="*/ 635236 w 683631"/>
                <a:gd name="connsiteY204" fmla="*/ 330712 h 513138"/>
                <a:gd name="connsiteX205" fmla="*/ 594073 w 683631"/>
                <a:gd name="connsiteY205" fmla="*/ 319630 h 513138"/>
                <a:gd name="connsiteX206" fmla="*/ 552744 w 683631"/>
                <a:gd name="connsiteY206" fmla="*/ 314297 h 513138"/>
                <a:gd name="connsiteX207" fmla="*/ 519913 w 683631"/>
                <a:gd name="connsiteY207" fmla="*/ 301798 h 513138"/>
                <a:gd name="connsiteX208" fmla="*/ 480000 w 683631"/>
                <a:gd name="connsiteY208" fmla="*/ 300715 h 513138"/>
                <a:gd name="connsiteX209" fmla="*/ 399258 w 683631"/>
                <a:gd name="connsiteY209" fmla="*/ 267718 h 513138"/>
                <a:gd name="connsiteX210" fmla="*/ 363844 w 683631"/>
                <a:gd name="connsiteY210" fmla="*/ 266301 h 513138"/>
                <a:gd name="connsiteX211" fmla="*/ 320515 w 683631"/>
                <a:gd name="connsiteY211" fmla="*/ 245053 h 513138"/>
                <a:gd name="connsiteX212" fmla="*/ 293017 w 683631"/>
                <a:gd name="connsiteY212" fmla="*/ 226221 h 513138"/>
                <a:gd name="connsiteX213" fmla="*/ 250771 w 683631"/>
                <a:gd name="connsiteY213" fmla="*/ 221389 h 513138"/>
                <a:gd name="connsiteX214" fmla="*/ 212441 w 683631"/>
                <a:gd name="connsiteY214" fmla="*/ 203807 h 513138"/>
                <a:gd name="connsiteX215" fmla="*/ 186110 w 683631"/>
                <a:gd name="connsiteY215" fmla="*/ 181225 h 513138"/>
                <a:gd name="connsiteX216" fmla="*/ 106534 w 683631"/>
                <a:gd name="connsiteY216" fmla="*/ 172976 h 513138"/>
                <a:gd name="connsiteX217" fmla="*/ 89119 w 683631"/>
                <a:gd name="connsiteY217" fmla="*/ 136146 h 513138"/>
                <a:gd name="connsiteX218" fmla="*/ 59872 w 683631"/>
                <a:gd name="connsiteY218" fmla="*/ 119314 h 513138"/>
                <a:gd name="connsiteX219" fmla="*/ 36040 w 683631"/>
                <a:gd name="connsiteY219" fmla="*/ 108565 h 513138"/>
                <a:gd name="connsiteX220" fmla="*/ 38874 w 683631"/>
                <a:gd name="connsiteY220" fmla="*/ 98650 h 513138"/>
                <a:gd name="connsiteX221" fmla="*/ 50372 w 683631"/>
                <a:gd name="connsiteY221" fmla="*/ 96816 h 513138"/>
                <a:gd name="connsiteX222" fmla="*/ 71537 w 683631"/>
                <a:gd name="connsiteY222" fmla="*/ 93900 h 513138"/>
                <a:gd name="connsiteX223" fmla="*/ 92202 w 683631"/>
                <a:gd name="connsiteY223" fmla="*/ 92400 h 513138"/>
                <a:gd name="connsiteX224" fmla="*/ 105617 w 683631"/>
                <a:gd name="connsiteY224" fmla="*/ 108982 h 513138"/>
                <a:gd name="connsiteX225" fmla="*/ 170528 w 683631"/>
                <a:gd name="connsiteY225" fmla="*/ 158061 h 513138"/>
                <a:gd name="connsiteX226" fmla="*/ 330514 w 683631"/>
                <a:gd name="connsiteY226" fmla="*/ 220972 h 513138"/>
                <a:gd name="connsiteX227" fmla="*/ 505081 w 683631"/>
                <a:gd name="connsiteY227" fmla="*/ 276800 h 513138"/>
                <a:gd name="connsiteX228" fmla="*/ 582991 w 683631"/>
                <a:gd name="connsiteY228" fmla="*/ 293132 h 513138"/>
                <a:gd name="connsiteX229" fmla="*/ 641069 w 683631"/>
                <a:gd name="connsiteY229" fmla="*/ 285049 h 513138"/>
                <a:gd name="connsiteX230" fmla="*/ 664150 w 683631"/>
                <a:gd name="connsiteY230" fmla="*/ 307714 h 513138"/>
                <a:gd name="connsiteX231" fmla="*/ 635236 w 683631"/>
                <a:gd name="connsiteY231" fmla="*/ 330712 h 513138"/>
                <a:gd name="connsiteX232" fmla="*/ 635236 w 683631"/>
                <a:gd name="connsiteY232" fmla="*/ 330712 h 513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683631" h="513138">
                  <a:moveTo>
                    <a:pt x="651652" y="276217"/>
                  </a:moveTo>
                  <a:cubicBezTo>
                    <a:pt x="657901" y="268551"/>
                    <a:pt x="661901" y="258385"/>
                    <a:pt x="663651" y="248969"/>
                  </a:cubicBezTo>
                  <a:cubicBezTo>
                    <a:pt x="665900" y="236887"/>
                    <a:pt x="661234" y="225805"/>
                    <a:pt x="658318" y="214222"/>
                  </a:cubicBezTo>
                  <a:cubicBezTo>
                    <a:pt x="654568" y="199224"/>
                    <a:pt x="646569" y="185892"/>
                    <a:pt x="636820" y="173976"/>
                  </a:cubicBezTo>
                  <a:cubicBezTo>
                    <a:pt x="631153" y="165144"/>
                    <a:pt x="624571" y="156811"/>
                    <a:pt x="616655" y="148728"/>
                  </a:cubicBezTo>
                  <a:cubicBezTo>
                    <a:pt x="596490" y="128064"/>
                    <a:pt x="573409" y="111732"/>
                    <a:pt x="548661" y="96983"/>
                  </a:cubicBezTo>
                  <a:cubicBezTo>
                    <a:pt x="498249" y="66819"/>
                    <a:pt x="444670" y="43488"/>
                    <a:pt x="388425" y="26573"/>
                  </a:cubicBezTo>
                  <a:cubicBezTo>
                    <a:pt x="332430" y="9658"/>
                    <a:pt x="276769" y="-3091"/>
                    <a:pt x="217857" y="659"/>
                  </a:cubicBezTo>
                  <a:cubicBezTo>
                    <a:pt x="192693" y="2241"/>
                    <a:pt x="167778" y="7408"/>
                    <a:pt x="144531" y="17324"/>
                  </a:cubicBezTo>
                  <a:cubicBezTo>
                    <a:pt x="125032" y="25656"/>
                    <a:pt x="101951" y="37238"/>
                    <a:pt x="91202" y="56570"/>
                  </a:cubicBezTo>
                  <a:cubicBezTo>
                    <a:pt x="85703" y="66486"/>
                    <a:pt x="85203" y="75152"/>
                    <a:pt x="87702" y="83151"/>
                  </a:cubicBezTo>
                  <a:cubicBezTo>
                    <a:pt x="83120" y="82651"/>
                    <a:pt x="78203" y="83151"/>
                    <a:pt x="74120" y="83401"/>
                  </a:cubicBezTo>
                  <a:cubicBezTo>
                    <a:pt x="59788" y="84234"/>
                    <a:pt x="40123" y="82984"/>
                    <a:pt x="26875" y="88984"/>
                  </a:cubicBezTo>
                  <a:cubicBezTo>
                    <a:pt x="18959" y="92567"/>
                    <a:pt x="13042" y="100566"/>
                    <a:pt x="16542" y="109149"/>
                  </a:cubicBezTo>
                  <a:cubicBezTo>
                    <a:pt x="20625" y="119314"/>
                    <a:pt x="37707" y="124981"/>
                    <a:pt x="46873" y="128730"/>
                  </a:cubicBezTo>
                  <a:cubicBezTo>
                    <a:pt x="55122" y="132147"/>
                    <a:pt x="64621" y="133063"/>
                    <a:pt x="72204" y="137979"/>
                  </a:cubicBezTo>
                  <a:cubicBezTo>
                    <a:pt x="59955" y="142229"/>
                    <a:pt x="47039" y="158978"/>
                    <a:pt x="43873" y="169310"/>
                  </a:cubicBezTo>
                  <a:cubicBezTo>
                    <a:pt x="40957" y="179142"/>
                    <a:pt x="43373" y="187725"/>
                    <a:pt x="48789" y="194641"/>
                  </a:cubicBezTo>
                  <a:cubicBezTo>
                    <a:pt x="37290" y="202057"/>
                    <a:pt x="27208" y="215722"/>
                    <a:pt x="27208" y="228804"/>
                  </a:cubicBezTo>
                  <a:cubicBezTo>
                    <a:pt x="23875" y="229221"/>
                    <a:pt x="20625" y="231637"/>
                    <a:pt x="18125" y="233721"/>
                  </a:cubicBezTo>
                  <a:cubicBezTo>
                    <a:pt x="10209" y="240220"/>
                    <a:pt x="4877" y="251969"/>
                    <a:pt x="2877" y="261718"/>
                  </a:cubicBezTo>
                  <a:cubicBezTo>
                    <a:pt x="-1540" y="283216"/>
                    <a:pt x="-2873" y="309381"/>
                    <a:pt x="13876" y="325962"/>
                  </a:cubicBezTo>
                  <a:cubicBezTo>
                    <a:pt x="32791" y="344794"/>
                    <a:pt x="60121" y="359126"/>
                    <a:pt x="83453" y="371708"/>
                  </a:cubicBezTo>
                  <a:cubicBezTo>
                    <a:pt x="110784" y="386457"/>
                    <a:pt x="139031" y="399289"/>
                    <a:pt x="167362" y="412121"/>
                  </a:cubicBezTo>
                  <a:cubicBezTo>
                    <a:pt x="196109" y="425120"/>
                    <a:pt x="222940" y="439869"/>
                    <a:pt x="252604" y="451035"/>
                  </a:cubicBezTo>
                  <a:cubicBezTo>
                    <a:pt x="282935" y="462450"/>
                    <a:pt x="313349" y="473533"/>
                    <a:pt x="344263" y="483448"/>
                  </a:cubicBezTo>
                  <a:cubicBezTo>
                    <a:pt x="402424" y="502196"/>
                    <a:pt x="465002" y="517945"/>
                    <a:pt x="526413" y="511779"/>
                  </a:cubicBezTo>
                  <a:cubicBezTo>
                    <a:pt x="539078" y="510529"/>
                    <a:pt x="554327" y="509196"/>
                    <a:pt x="565576" y="502780"/>
                  </a:cubicBezTo>
                  <a:cubicBezTo>
                    <a:pt x="577575" y="495947"/>
                    <a:pt x="587657" y="482948"/>
                    <a:pt x="594740" y="471449"/>
                  </a:cubicBezTo>
                  <a:cubicBezTo>
                    <a:pt x="608405" y="449201"/>
                    <a:pt x="612738" y="426537"/>
                    <a:pt x="600490" y="404872"/>
                  </a:cubicBezTo>
                  <a:cubicBezTo>
                    <a:pt x="604489" y="403122"/>
                    <a:pt x="608405" y="400956"/>
                    <a:pt x="612155" y="398539"/>
                  </a:cubicBezTo>
                  <a:cubicBezTo>
                    <a:pt x="621154" y="392540"/>
                    <a:pt x="629820" y="384040"/>
                    <a:pt x="634570" y="374125"/>
                  </a:cubicBezTo>
                  <a:cubicBezTo>
                    <a:pt x="638903" y="365126"/>
                    <a:pt x="638819" y="355460"/>
                    <a:pt x="639319" y="345794"/>
                  </a:cubicBezTo>
                  <a:cubicBezTo>
                    <a:pt x="651485" y="347377"/>
                    <a:pt x="664150" y="346377"/>
                    <a:pt x="673650" y="337711"/>
                  </a:cubicBezTo>
                  <a:cubicBezTo>
                    <a:pt x="698647" y="314797"/>
                    <a:pt x="671150" y="292132"/>
                    <a:pt x="651652" y="276217"/>
                  </a:cubicBezTo>
                  <a:lnTo>
                    <a:pt x="651652" y="276217"/>
                  </a:lnTo>
                  <a:close/>
                  <a:moveTo>
                    <a:pt x="148947" y="32989"/>
                  </a:moveTo>
                  <a:cubicBezTo>
                    <a:pt x="170778" y="23323"/>
                    <a:pt x="194026" y="18157"/>
                    <a:pt x="217774" y="16324"/>
                  </a:cubicBezTo>
                  <a:cubicBezTo>
                    <a:pt x="270686" y="12157"/>
                    <a:pt x="321431" y="22573"/>
                    <a:pt x="372010" y="36988"/>
                  </a:cubicBezTo>
                  <a:cubicBezTo>
                    <a:pt x="426922" y="52737"/>
                    <a:pt x="478834" y="73735"/>
                    <a:pt x="528996" y="100983"/>
                  </a:cubicBezTo>
                  <a:cubicBezTo>
                    <a:pt x="534995" y="104232"/>
                    <a:pt x="540912" y="107565"/>
                    <a:pt x="546661" y="111065"/>
                  </a:cubicBezTo>
                  <a:cubicBezTo>
                    <a:pt x="557493" y="118481"/>
                    <a:pt x="567909" y="126480"/>
                    <a:pt x="577825" y="135396"/>
                  </a:cubicBezTo>
                  <a:cubicBezTo>
                    <a:pt x="594990" y="150728"/>
                    <a:pt x="612822" y="166393"/>
                    <a:pt x="626654" y="184892"/>
                  </a:cubicBezTo>
                  <a:cubicBezTo>
                    <a:pt x="633903" y="194558"/>
                    <a:pt x="639986" y="205140"/>
                    <a:pt x="642819" y="216972"/>
                  </a:cubicBezTo>
                  <a:cubicBezTo>
                    <a:pt x="645735" y="229054"/>
                    <a:pt x="649985" y="240637"/>
                    <a:pt x="645902" y="252969"/>
                  </a:cubicBezTo>
                  <a:cubicBezTo>
                    <a:pt x="641236" y="267301"/>
                    <a:pt x="633153" y="273801"/>
                    <a:pt x="618571" y="276884"/>
                  </a:cubicBezTo>
                  <a:cubicBezTo>
                    <a:pt x="605572" y="279633"/>
                    <a:pt x="591657" y="280133"/>
                    <a:pt x="578492" y="278800"/>
                  </a:cubicBezTo>
                  <a:cubicBezTo>
                    <a:pt x="554160" y="276467"/>
                    <a:pt x="530329" y="270134"/>
                    <a:pt x="506748" y="264135"/>
                  </a:cubicBezTo>
                  <a:cubicBezTo>
                    <a:pt x="459086" y="252052"/>
                    <a:pt x="412506" y="236054"/>
                    <a:pt x="366594" y="218556"/>
                  </a:cubicBezTo>
                  <a:cubicBezTo>
                    <a:pt x="319515" y="200641"/>
                    <a:pt x="271602" y="184892"/>
                    <a:pt x="224857" y="165977"/>
                  </a:cubicBezTo>
                  <a:cubicBezTo>
                    <a:pt x="202275" y="156811"/>
                    <a:pt x="180444" y="146395"/>
                    <a:pt x="159613" y="133813"/>
                  </a:cubicBezTo>
                  <a:cubicBezTo>
                    <a:pt x="148030" y="126814"/>
                    <a:pt x="137531" y="118981"/>
                    <a:pt x="127865" y="109482"/>
                  </a:cubicBezTo>
                  <a:cubicBezTo>
                    <a:pt x="120116" y="101816"/>
                    <a:pt x="108617" y="92817"/>
                    <a:pt x="104284" y="82818"/>
                  </a:cubicBezTo>
                  <a:cubicBezTo>
                    <a:pt x="93535" y="58653"/>
                    <a:pt x="131282" y="40738"/>
                    <a:pt x="148947" y="32989"/>
                  </a:cubicBezTo>
                  <a:lnTo>
                    <a:pt x="148947" y="32989"/>
                  </a:lnTo>
                  <a:close/>
                  <a:moveTo>
                    <a:pt x="80203" y="258052"/>
                  </a:moveTo>
                  <a:cubicBezTo>
                    <a:pt x="96118" y="266718"/>
                    <a:pt x="114950" y="267968"/>
                    <a:pt x="132698" y="268218"/>
                  </a:cubicBezTo>
                  <a:cubicBezTo>
                    <a:pt x="141864" y="268384"/>
                    <a:pt x="149197" y="268468"/>
                    <a:pt x="156530" y="266301"/>
                  </a:cubicBezTo>
                  <a:cubicBezTo>
                    <a:pt x="160863" y="271717"/>
                    <a:pt x="166862" y="276134"/>
                    <a:pt x="175278" y="280633"/>
                  </a:cubicBezTo>
                  <a:cubicBezTo>
                    <a:pt x="175778" y="280883"/>
                    <a:pt x="176278" y="281133"/>
                    <a:pt x="176778" y="281383"/>
                  </a:cubicBezTo>
                  <a:cubicBezTo>
                    <a:pt x="166445" y="284633"/>
                    <a:pt x="155946" y="287466"/>
                    <a:pt x="144947" y="287549"/>
                  </a:cubicBezTo>
                  <a:cubicBezTo>
                    <a:pt x="126199" y="287716"/>
                    <a:pt x="106617" y="281216"/>
                    <a:pt x="89785" y="273300"/>
                  </a:cubicBezTo>
                  <a:cubicBezTo>
                    <a:pt x="74454" y="266134"/>
                    <a:pt x="56789" y="260552"/>
                    <a:pt x="46789" y="246136"/>
                  </a:cubicBezTo>
                  <a:cubicBezTo>
                    <a:pt x="38707" y="234554"/>
                    <a:pt x="38040" y="222472"/>
                    <a:pt x="48206" y="211556"/>
                  </a:cubicBezTo>
                  <a:cubicBezTo>
                    <a:pt x="51122" y="208473"/>
                    <a:pt x="54039" y="205473"/>
                    <a:pt x="56789" y="202223"/>
                  </a:cubicBezTo>
                  <a:cubicBezTo>
                    <a:pt x="58622" y="203557"/>
                    <a:pt x="60621" y="204723"/>
                    <a:pt x="62621" y="205807"/>
                  </a:cubicBezTo>
                  <a:cubicBezTo>
                    <a:pt x="66621" y="207890"/>
                    <a:pt x="70871" y="209223"/>
                    <a:pt x="74787" y="210973"/>
                  </a:cubicBezTo>
                  <a:cubicBezTo>
                    <a:pt x="57038" y="224722"/>
                    <a:pt x="58872" y="246470"/>
                    <a:pt x="80203" y="258052"/>
                  </a:cubicBezTo>
                  <a:lnTo>
                    <a:pt x="80203" y="258052"/>
                  </a:lnTo>
                  <a:close/>
                  <a:moveTo>
                    <a:pt x="77953" y="212723"/>
                  </a:moveTo>
                  <a:cubicBezTo>
                    <a:pt x="81203" y="214556"/>
                    <a:pt x="83953" y="217055"/>
                    <a:pt x="85703" y="220889"/>
                  </a:cubicBezTo>
                  <a:cubicBezTo>
                    <a:pt x="89036" y="228138"/>
                    <a:pt x="89536" y="234304"/>
                    <a:pt x="95868" y="240053"/>
                  </a:cubicBezTo>
                  <a:cubicBezTo>
                    <a:pt x="102784" y="246219"/>
                    <a:pt x="111617" y="248886"/>
                    <a:pt x="120699" y="249719"/>
                  </a:cubicBezTo>
                  <a:cubicBezTo>
                    <a:pt x="125366" y="250136"/>
                    <a:pt x="130282" y="250386"/>
                    <a:pt x="135031" y="250053"/>
                  </a:cubicBezTo>
                  <a:cubicBezTo>
                    <a:pt x="138448" y="249803"/>
                    <a:pt x="143697" y="247470"/>
                    <a:pt x="147864" y="247220"/>
                  </a:cubicBezTo>
                  <a:cubicBezTo>
                    <a:pt x="148614" y="250636"/>
                    <a:pt x="149613" y="253719"/>
                    <a:pt x="150780" y="256469"/>
                  </a:cubicBezTo>
                  <a:cubicBezTo>
                    <a:pt x="148364" y="256802"/>
                    <a:pt x="145864" y="257052"/>
                    <a:pt x="143364" y="257052"/>
                  </a:cubicBezTo>
                  <a:cubicBezTo>
                    <a:pt x="132448" y="257135"/>
                    <a:pt x="121533" y="256885"/>
                    <a:pt x="110617" y="255885"/>
                  </a:cubicBezTo>
                  <a:cubicBezTo>
                    <a:pt x="88202" y="253886"/>
                    <a:pt x="52372" y="236637"/>
                    <a:pt x="77953" y="212723"/>
                  </a:cubicBezTo>
                  <a:lnTo>
                    <a:pt x="77953" y="212723"/>
                  </a:lnTo>
                  <a:close/>
                  <a:moveTo>
                    <a:pt x="573409" y="472782"/>
                  </a:moveTo>
                  <a:cubicBezTo>
                    <a:pt x="565326" y="483448"/>
                    <a:pt x="557743" y="490281"/>
                    <a:pt x="544578" y="493281"/>
                  </a:cubicBezTo>
                  <a:cubicBezTo>
                    <a:pt x="533162" y="495864"/>
                    <a:pt x="521580" y="497614"/>
                    <a:pt x="509831" y="498364"/>
                  </a:cubicBezTo>
                  <a:cubicBezTo>
                    <a:pt x="458669" y="501863"/>
                    <a:pt x="405174" y="488698"/>
                    <a:pt x="356678" y="473533"/>
                  </a:cubicBezTo>
                  <a:cubicBezTo>
                    <a:pt x="310849" y="459201"/>
                    <a:pt x="263770" y="444369"/>
                    <a:pt x="219857" y="424787"/>
                  </a:cubicBezTo>
                  <a:cubicBezTo>
                    <a:pt x="197443" y="414871"/>
                    <a:pt x="176361" y="402622"/>
                    <a:pt x="153696" y="393040"/>
                  </a:cubicBezTo>
                  <a:cubicBezTo>
                    <a:pt x="132198" y="383957"/>
                    <a:pt x="110700" y="374291"/>
                    <a:pt x="90036" y="363542"/>
                  </a:cubicBezTo>
                  <a:cubicBezTo>
                    <a:pt x="76870" y="356710"/>
                    <a:pt x="64954" y="348960"/>
                    <a:pt x="52706" y="340794"/>
                  </a:cubicBezTo>
                  <a:cubicBezTo>
                    <a:pt x="42290" y="333878"/>
                    <a:pt x="29874" y="327379"/>
                    <a:pt x="21875" y="317463"/>
                  </a:cubicBezTo>
                  <a:cubicBezTo>
                    <a:pt x="9959" y="302715"/>
                    <a:pt x="8043" y="250886"/>
                    <a:pt x="29124" y="239887"/>
                  </a:cubicBezTo>
                  <a:cubicBezTo>
                    <a:pt x="34291" y="255385"/>
                    <a:pt x="48123" y="266884"/>
                    <a:pt x="62371" y="273717"/>
                  </a:cubicBezTo>
                  <a:cubicBezTo>
                    <a:pt x="99785" y="291632"/>
                    <a:pt x="152530" y="309714"/>
                    <a:pt x="191526" y="288216"/>
                  </a:cubicBezTo>
                  <a:cubicBezTo>
                    <a:pt x="188943" y="324379"/>
                    <a:pt x="231273" y="354626"/>
                    <a:pt x="261353" y="365292"/>
                  </a:cubicBezTo>
                  <a:cubicBezTo>
                    <a:pt x="283768" y="373291"/>
                    <a:pt x="330014" y="380541"/>
                    <a:pt x="349929" y="360126"/>
                  </a:cubicBezTo>
                  <a:cubicBezTo>
                    <a:pt x="356178" y="394623"/>
                    <a:pt x="393258" y="414204"/>
                    <a:pt x="425422" y="423287"/>
                  </a:cubicBezTo>
                  <a:cubicBezTo>
                    <a:pt x="441504" y="427870"/>
                    <a:pt x="460502" y="427370"/>
                    <a:pt x="476251" y="421537"/>
                  </a:cubicBezTo>
                  <a:cubicBezTo>
                    <a:pt x="484500" y="418537"/>
                    <a:pt x="495499" y="411705"/>
                    <a:pt x="501415" y="403122"/>
                  </a:cubicBezTo>
                  <a:cubicBezTo>
                    <a:pt x="512914" y="418704"/>
                    <a:pt x="522913" y="429870"/>
                    <a:pt x="545578" y="432786"/>
                  </a:cubicBezTo>
                  <a:cubicBezTo>
                    <a:pt x="563326" y="435036"/>
                    <a:pt x="581658" y="433786"/>
                    <a:pt x="588324" y="416121"/>
                  </a:cubicBezTo>
                  <a:cubicBezTo>
                    <a:pt x="590407" y="422537"/>
                    <a:pt x="591740" y="429036"/>
                    <a:pt x="590657" y="436203"/>
                  </a:cubicBezTo>
                  <a:cubicBezTo>
                    <a:pt x="588741" y="449451"/>
                    <a:pt x="581408" y="462200"/>
                    <a:pt x="573409" y="472782"/>
                  </a:cubicBezTo>
                  <a:lnTo>
                    <a:pt x="573409" y="472782"/>
                  </a:lnTo>
                  <a:close/>
                  <a:moveTo>
                    <a:pt x="249688" y="324963"/>
                  </a:moveTo>
                  <a:cubicBezTo>
                    <a:pt x="256521" y="334462"/>
                    <a:pt x="265520" y="341628"/>
                    <a:pt x="276852" y="344877"/>
                  </a:cubicBezTo>
                  <a:cubicBezTo>
                    <a:pt x="291684" y="349127"/>
                    <a:pt x="311182" y="350127"/>
                    <a:pt x="323848" y="340878"/>
                  </a:cubicBezTo>
                  <a:cubicBezTo>
                    <a:pt x="330597" y="344461"/>
                    <a:pt x="338013" y="346794"/>
                    <a:pt x="345679" y="347627"/>
                  </a:cubicBezTo>
                  <a:cubicBezTo>
                    <a:pt x="340263" y="353210"/>
                    <a:pt x="335347" y="356876"/>
                    <a:pt x="326764" y="358793"/>
                  </a:cubicBezTo>
                  <a:cubicBezTo>
                    <a:pt x="319098" y="360459"/>
                    <a:pt x="311432" y="360626"/>
                    <a:pt x="303600" y="360209"/>
                  </a:cubicBezTo>
                  <a:cubicBezTo>
                    <a:pt x="287934" y="359210"/>
                    <a:pt x="272936" y="356793"/>
                    <a:pt x="258354" y="350877"/>
                  </a:cubicBezTo>
                  <a:cubicBezTo>
                    <a:pt x="231689" y="340211"/>
                    <a:pt x="203025" y="314630"/>
                    <a:pt x="194276" y="286716"/>
                  </a:cubicBezTo>
                  <a:cubicBezTo>
                    <a:pt x="194276" y="286716"/>
                    <a:pt x="194276" y="286716"/>
                    <a:pt x="194359" y="286716"/>
                  </a:cubicBezTo>
                  <a:cubicBezTo>
                    <a:pt x="197193" y="287133"/>
                    <a:pt x="200109" y="287299"/>
                    <a:pt x="203025" y="287299"/>
                  </a:cubicBezTo>
                  <a:cubicBezTo>
                    <a:pt x="207858" y="287299"/>
                    <a:pt x="211691" y="286299"/>
                    <a:pt x="216357" y="285466"/>
                  </a:cubicBezTo>
                  <a:cubicBezTo>
                    <a:pt x="222690" y="284383"/>
                    <a:pt x="224107" y="283383"/>
                    <a:pt x="228523" y="288549"/>
                  </a:cubicBezTo>
                  <a:cubicBezTo>
                    <a:pt x="233606" y="294632"/>
                    <a:pt x="237189" y="300798"/>
                    <a:pt x="243522" y="305714"/>
                  </a:cubicBezTo>
                  <a:cubicBezTo>
                    <a:pt x="245188" y="312047"/>
                    <a:pt x="245105" y="318547"/>
                    <a:pt x="249688" y="324963"/>
                  </a:cubicBezTo>
                  <a:lnTo>
                    <a:pt x="249688" y="324963"/>
                  </a:lnTo>
                  <a:close/>
                  <a:moveTo>
                    <a:pt x="251021" y="310380"/>
                  </a:moveTo>
                  <a:cubicBezTo>
                    <a:pt x="258437" y="314380"/>
                    <a:pt x="266770" y="316963"/>
                    <a:pt x="275102" y="317963"/>
                  </a:cubicBezTo>
                  <a:cubicBezTo>
                    <a:pt x="285018" y="319046"/>
                    <a:pt x="295684" y="314463"/>
                    <a:pt x="303350" y="321879"/>
                  </a:cubicBezTo>
                  <a:cubicBezTo>
                    <a:pt x="308016" y="326379"/>
                    <a:pt x="311182" y="330795"/>
                    <a:pt x="315349" y="334795"/>
                  </a:cubicBezTo>
                  <a:cubicBezTo>
                    <a:pt x="313599" y="335712"/>
                    <a:pt x="311766" y="336462"/>
                    <a:pt x="309766" y="336961"/>
                  </a:cubicBezTo>
                  <a:cubicBezTo>
                    <a:pt x="299267" y="339378"/>
                    <a:pt x="284768" y="338878"/>
                    <a:pt x="274686" y="334712"/>
                  </a:cubicBezTo>
                  <a:cubicBezTo>
                    <a:pt x="268686" y="332212"/>
                    <a:pt x="263437" y="327879"/>
                    <a:pt x="259020" y="323296"/>
                  </a:cubicBezTo>
                  <a:cubicBezTo>
                    <a:pt x="255021" y="319130"/>
                    <a:pt x="253104" y="314797"/>
                    <a:pt x="251021" y="310380"/>
                  </a:cubicBezTo>
                  <a:lnTo>
                    <a:pt x="251021" y="310380"/>
                  </a:lnTo>
                  <a:close/>
                  <a:moveTo>
                    <a:pt x="357345" y="347544"/>
                  </a:moveTo>
                  <a:cubicBezTo>
                    <a:pt x="361011" y="347127"/>
                    <a:pt x="364677" y="346377"/>
                    <a:pt x="368261" y="345294"/>
                  </a:cubicBezTo>
                  <a:cubicBezTo>
                    <a:pt x="373760" y="343711"/>
                    <a:pt x="374926" y="342294"/>
                    <a:pt x="377926" y="345627"/>
                  </a:cubicBezTo>
                  <a:cubicBezTo>
                    <a:pt x="381593" y="356043"/>
                    <a:pt x="383009" y="367292"/>
                    <a:pt x="390925" y="375708"/>
                  </a:cubicBezTo>
                  <a:cubicBezTo>
                    <a:pt x="398424" y="383707"/>
                    <a:pt x="409840" y="388457"/>
                    <a:pt x="419839" y="392123"/>
                  </a:cubicBezTo>
                  <a:cubicBezTo>
                    <a:pt x="429338" y="395623"/>
                    <a:pt x="441087" y="399789"/>
                    <a:pt x="451420" y="398456"/>
                  </a:cubicBezTo>
                  <a:cubicBezTo>
                    <a:pt x="455336" y="397956"/>
                    <a:pt x="458752" y="396873"/>
                    <a:pt x="461919" y="394540"/>
                  </a:cubicBezTo>
                  <a:cubicBezTo>
                    <a:pt x="464252" y="392790"/>
                    <a:pt x="466002" y="389957"/>
                    <a:pt x="468085" y="387873"/>
                  </a:cubicBezTo>
                  <a:cubicBezTo>
                    <a:pt x="473001" y="390873"/>
                    <a:pt x="478334" y="393040"/>
                    <a:pt x="484000" y="394540"/>
                  </a:cubicBezTo>
                  <a:cubicBezTo>
                    <a:pt x="486916" y="395290"/>
                    <a:pt x="489833" y="395873"/>
                    <a:pt x="492833" y="396289"/>
                  </a:cubicBezTo>
                  <a:cubicBezTo>
                    <a:pt x="488916" y="400039"/>
                    <a:pt x="483083" y="405872"/>
                    <a:pt x="483333" y="405705"/>
                  </a:cubicBezTo>
                  <a:cubicBezTo>
                    <a:pt x="476001" y="411455"/>
                    <a:pt x="467252" y="413454"/>
                    <a:pt x="458252" y="414621"/>
                  </a:cubicBezTo>
                  <a:cubicBezTo>
                    <a:pt x="443920" y="416454"/>
                    <a:pt x="430422" y="414871"/>
                    <a:pt x="417006" y="409288"/>
                  </a:cubicBezTo>
                  <a:cubicBezTo>
                    <a:pt x="390092" y="398123"/>
                    <a:pt x="363011" y="384374"/>
                    <a:pt x="353595" y="355543"/>
                  </a:cubicBezTo>
                  <a:cubicBezTo>
                    <a:pt x="355012" y="353377"/>
                    <a:pt x="356262" y="350960"/>
                    <a:pt x="357178" y="348294"/>
                  </a:cubicBezTo>
                  <a:cubicBezTo>
                    <a:pt x="357261" y="348044"/>
                    <a:pt x="357261" y="347794"/>
                    <a:pt x="357345" y="347544"/>
                  </a:cubicBezTo>
                  <a:lnTo>
                    <a:pt x="357345" y="347544"/>
                  </a:lnTo>
                  <a:close/>
                  <a:moveTo>
                    <a:pt x="385009" y="353710"/>
                  </a:moveTo>
                  <a:cubicBezTo>
                    <a:pt x="396258" y="365542"/>
                    <a:pt x="409340" y="373458"/>
                    <a:pt x="427338" y="373375"/>
                  </a:cubicBezTo>
                  <a:cubicBezTo>
                    <a:pt x="440004" y="373291"/>
                    <a:pt x="447753" y="369708"/>
                    <a:pt x="457836" y="379874"/>
                  </a:cubicBezTo>
                  <a:cubicBezTo>
                    <a:pt x="458836" y="380874"/>
                    <a:pt x="459919" y="381874"/>
                    <a:pt x="461002" y="382791"/>
                  </a:cubicBezTo>
                  <a:cubicBezTo>
                    <a:pt x="460585" y="383291"/>
                    <a:pt x="460169" y="383791"/>
                    <a:pt x="459669" y="384207"/>
                  </a:cubicBezTo>
                  <a:cubicBezTo>
                    <a:pt x="450836" y="391540"/>
                    <a:pt x="443920" y="389040"/>
                    <a:pt x="433838" y="386124"/>
                  </a:cubicBezTo>
                  <a:cubicBezTo>
                    <a:pt x="423339" y="383124"/>
                    <a:pt x="411507" y="379791"/>
                    <a:pt x="402507" y="373458"/>
                  </a:cubicBezTo>
                  <a:cubicBezTo>
                    <a:pt x="396425" y="369208"/>
                    <a:pt x="390175" y="361293"/>
                    <a:pt x="385009" y="353710"/>
                  </a:cubicBezTo>
                  <a:lnTo>
                    <a:pt x="385009" y="353710"/>
                  </a:lnTo>
                  <a:close/>
                  <a:moveTo>
                    <a:pt x="503665" y="399372"/>
                  </a:moveTo>
                  <a:cubicBezTo>
                    <a:pt x="504081" y="398539"/>
                    <a:pt x="504415" y="397706"/>
                    <a:pt x="504665" y="396789"/>
                  </a:cubicBezTo>
                  <a:cubicBezTo>
                    <a:pt x="507081" y="396706"/>
                    <a:pt x="509498" y="396456"/>
                    <a:pt x="511914" y="396123"/>
                  </a:cubicBezTo>
                  <a:cubicBezTo>
                    <a:pt x="519747" y="394956"/>
                    <a:pt x="528496" y="390040"/>
                    <a:pt x="536579" y="394123"/>
                  </a:cubicBezTo>
                  <a:cubicBezTo>
                    <a:pt x="541328" y="396539"/>
                    <a:pt x="545161" y="401289"/>
                    <a:pt x="550077" y="403872"/>
                  </a:cubicBezTo>
                  <a:cubicBezTo>
                    <a:pt x="559160" y="408705"/>
                    <a:pt x="568576" y="410621"/>
                    <a:pt x="577908" y="410288"/>
                  </a:cubicBezTo>
                  <a:cubicBezTo>
                    <a:pt x="567826" y="424870"/>
                    <a:pt x="551244" y="425287"/>
                    <a:pt x="534579" y="421037"/>
                  </a:cubicBezTo>
                  <a:cubicBezTo>
                    <a:pt x="521247" y="417538"/>
                    <a:pt x="512914" y="408372"/>
                    <a:pt x="503665" y="399372"/>
                  </a:cubicBezTo>
                  <a:lnTo>
                    <a:pt x="503665" y="399372"/>
                  </a:lnTo>
                  <a:close/>
                  <a:moveTo>
                    <a:pt x="618321" y="373958"/>
                  </a:moveTo>
                  <a:cubicBezTo>
                    <a:pt x="609739" y="385624"/>
                    <a:pt x="594323" y="393206"/>
                    <a:pt x="580408" y="395706"/>
                  </a:cubicBezTo>
                  <a:cubicBezTo>
                    <a:pt x="562076" y="399039"/>
                    <a:pt x="553494" y="388290"/>
                    <a:pt x="539245" y="380458"/>
                  </a:cubicBezTo>
                  <a:cubicBezTo>
                    <a:pt x="530163" y="375458"/>
                    <a:pt x="521497" y="379291"/>
                    <a:pt x="511748" y="380458"/>
                  </a:cubicBezTo>
                  <a:cubicBezTo>
                    <a:pt x="497332" y="382291"/>
                    <a:pt x="481167" y="380707"/>
                    <a:pt x="469501" y="371125"/>
                  </a:cubicBezTo>
                  <a:cubicBezTo>
                    <a:pt x="460169" y="363459"/>
                    <a:pt x="458419" y="353627"/>
                    <a:pt x="444920" y="355293"/>
                  </a:cubicBezTo>
                  <a:cubicBezTo>
                    <a:pt x="429422" y="357210"/>
                    <a:pt x="416423" y="359043"/>
                    <a:pt x="402507" y="349377"/>
                  </a:cubicBezTo>
                  <a:cubicBezTo>
                    <a:pt x="394341" y="343711"/>
                    <a:pt x="392008" y="331378"/>
                    <a:pt x="383092" y="327462"/>
                  </a:cubicBezTo>
                  <a:cubicBezTo>
                    <a:pt x="372760" y="322879"/>
                    <a:pt x="358345" y="332045"/>
                    <a:pt x="347346" y="331129"/>
                  </a:cubicBezTo>
                  <a:cubicBezTo>
                    <a:pt x="330764" y="329712"/>
                    <a:pt x="322431" y="321296"/>
                    <a:pt x="312682" y="309214"/>
                  </a:cubicBezTo>
                  <a:cubicBezTo>
                    <a:pt x="307516" y="302798"/>
                    <a:pt x="303183" y="301715"/>
                    <a:pt x="295184" y="302881"/>
                  </a:cubicBezTo>
                  <a:cubicBezTo>
                    <a:pt x="280102" y="305131"/>
                    <a:pt x="265936" y="304298"/>
                    <a:pt x="252438" y="296298"/>
                  </a:cubicBezTo>
                  <a:cubicBezTo>
                    <a:pt x="244605" y="291716"/>
                    <a:pt x="241522" y="286883"/>
                    <a:pt x="236689" y="279800"/>
                  </a:cubicBezTo>
                  <a:cubicBezTo>
                    <a:pt x="234939" y="277300"/>
                    <a:pt x="233439" y="274634"/>
                    <a:pt x="230689" y="272967"/>
                  </a:cubicBezTo>
                  <a:cubicBezTo>
                    <a:pt x="223024" y="268301"/>
                    <a:pt x="214108" y="273634"/>
                    <a:pt x="205858" y="273300"/>
                  </a:cubicBezTo>
                  <a:cubicBezTo>
                    <a:pt x="193193" y="272800"/>
                    <a:pt x="178611" y="267051"/>
                    <a:pt x="168862" y="258468"/>
                  </a:cubicBezTo>
                  <a:cubicBezTo>
                    <a:pt x="168695" y="256719"/>
                    <a:pt x="167112" y="254969"/>
                    <a:pt x="165279" y="254635"/>
                  </a:cubicBezTo>
                  <a:cubicBezTo>
                    <a:pt x="160946" y="247970"/>
                    <a:pt x="162862" y="238554"/>
                    <a:pt x="155363" y="234471"/>
                  </a:cubicBezTo>
                  <a:cubicBezTo>
                    <a:pt x="145780" y="229221"/>
                    <a:pt x="130449" y="235971"/>
                    <a:pt x="119866" y="234471"/>
                  </a:cubicBezTo>
                  <a:cubicBezTo>
                    <a:pt x="108534" y="232888"/>
                    <a:pt x="103368" y="227638"/>
                    <a:pt x="98868" y="217889"/>
                  </a:cubicBezTo>
                  <a:cubicBezTo>
                    <a:pt x="96951" y="213722"/>
                    <a:pt x="95952" y="209640"/>
                    <a:pt x="92702" y="206307"/>
                  </a:cubicBezTo>
                  <a:cubicBezTo>
                    <a:pt x="85703" y="199140"/>
                    <a:pt x="75120" y="197391"/>
                    <a:pt x="66788" y="192558"/>
                  </a:cubicBezTo>
                  <a:cubicBezTo>
                    <a:pt x="54955" y="185725"/>
                    <a:pt x="52206" y="174060"/>
                    <a:pt x="59455" y="161894"/>
                  </a:cubicBezTo>
                  <a:cubicBezTo>
                    <a:pt x="63038" y="155894"/>
                    <a:pt x="70621" y="144562"/>
                    <a:pt x="77953" y="143062"/>
                  </a:cubicBezTo>
                  <a:cubicBezTo>
                    <a:pt x="82286" y="149062"/>
                    <a:pt x="81953" y="156144"/>
                    <a:pt x="84286" y="163644"/>
                  </a:cubicBezTo>
                  <a:cubicBezTo>
                    <a:pt x="88452" y="176809"/>
                    <a:pt x="96452" y="183809"/>
                    <a:pt x="109284" y="188392"/>
                  </a:cubicBezTo>
                  <a:cubicBezTo>
                    <a:pt x="123033" y="193308"/>
                    <a:pt x="136531" y="193058"/>
                    <a:pt x="150947" y="192724"/>
                  </a:cubicBezTo>
                  <a:cubicBezTo>
                    <a:pt x="159196" y="192474"/>
                    <a:pt x="167445" y="192141"/>
                    <a:pt x="175611" y="193391"/>
                  </a:cubicBezTo>
                  <a:cubicBezTo>
                    <a:pt x="191693" y="195807"/>
                    <a:pt x="194276" y="206723"/>
                    <a:pt x="203609" y="217055"/>
                  </a:cubicBezTo>
                  <a:cubicBezTo>
                    <a:pt x="212275" y="226721"/>
                    <a:pt x="224357" y="233637"/>
                    <a:pt x="237022" y="236221"/>
                  </a:cubicBezTo>
                  <a:cubicBezTo>
                    <a:pt x="256021" y="240053"/>
                    <a:pt x="278102" y="235137"/>
                    <a:pt x="295600" y="243970"/>
                  </a:cubicBezTo>
                  <a:cubicBezTo>
                    <a:pt x="308932" y="250719"/>
                    <a:pt x="318182" y="263301"/>
                    <a:pt x="331430" y="270384"/>
                  </a:cubicBezTo>
                  <a:cubicBezTo>
                    <a:pt x="346929" y="278633"/>
                    <a:pt x="364594" y="280550"/>
                    <a:pt x="381843" y="280383"/>
                  </a:cubicBezTo>
                  <a:cubicBezTo>
                    <a:pt x="390675" y="280300"/>
                    <a:pt x="399341" y="279883"/>
                    <a:pt x="407924" y="282800"/>
                  </a:cubicBezTo>
                  <a:cubicBezTo>
                    <a:pt x="417923" y="286133"/>
                    <a:pt x="427172" y="292549"/>
                    <a:pt x="436254" y="297632"/>
                  </a:cubicBezTo>
                  <a:cubicBezTo>
                    <a:pt x="449836" y="305214"/>
                    <a:pt x="463002" y="313547"/>
                    <a:pt x="478584" y="316213"/>
                  </a:cubicBezTo>
                  <a:cubicBezTo>
                    <a:pt x="495832" y="319130"/>
                    <a:pt x="514747" y="314547"/>
                    <a:pt x="531496" y="320296"/>
                  </a:cubicBezTo>
                  <a:cubicBezTo>
                    <a:pt x="539245" y="322963"/>
                    <a:pt x="544661" y="329129"/>
                    <a:pt x="552161" y="332295"/>
                  </a:cubicBezTo>
                  <a:cubicBezTo>
                    <a:pt x="559327" y="335378"/>
                    <a:pt x="567159" y="335545"/>
                    <a:pt x="574825" y="335212"/>
                  </a:cubicBezTo>
                  <a:cubicBezTo>
                    <a:pt x="587074" y="334628"/>
                    <a:pt x="597657" y="334462"/>
                    <a:pt x="609655" y="337961"/>
                  </a:cubicBezTo>
                  <a:cubicBezTo>
                    <a:pt x="615488" y="339628"/>
                    <a:pt x="621154" y="341628"/>
                    <a:pt x="626904" y="343211"/>
                  </a:cubicBezTo>
                  <a:cubicBezTo>
                    <a:pt x="624821" y="353793"/>
                    <a:pt x="625321" y="364459"/>
                    <a:pt x="618321" y="373958"/>
                  </a:cubicBezTo>
                  <a:lnTo>
                    <a:pt x="618321" y="373958"/>
                  </a:lnTo>
                  <a:close/>
                  <a:moveTo>
                    <a:pt x="635236" y="330712"/>
                  </a:moveTo>
                  <a:cubicBezTo>
                    <a:pt x="621154" y="328212"/>
                    <a:pt x="608405" y="321296"/>
                    <a:pt x="594073" y="319630"/>
                  </a:cubicBezTo>
                  <a:cubicBezTo>
                    <a:pt x="579491" y="317963"/>
                    <a:pt x="566159" y="322463"/>
                    <a:pt x="552744" y="314297"/>
                  </a:cubicBezTo>
                  <a:cubicBezTo>
                    <a:pt x="541745" y="307631"/>
                    <a:pt x="533079" y="303215"/>
                    <a:pt x="519913" y="301798"/>
                  </a:cubicBezTo>
                  <a:cubicBezTo>
                    <a:pt x="506665" y="300465"/>
                    <a:pt x="493166" y="302548"/>
                    <a:pt x="480000" y="300715"/>
                  </a:cubicBezTo>
                  <a:cubicBezTo>
                    <a:pt x="450836" y="296548"/>
                    <a:pt x="428672" y="271217"/>
                    <a:pt x="399258" y="267718"/>
                  </a:cubicBezTo>
                  <a:cubicBezTo>
                    <a:pt x="387509" y="266301"/>
                    <a:pt x="375593" y="268051"/>
                    <a:pt x="363844" y="266301"/>
                  </a:cubicBezTo>
                  <a:cubicBezTo>
                    <a:pt x="346512" y="263801"/>
                    <a:pt x="333430" y="256635"/>
                    <a:pt x="320515" y="245053"/>
                  </a:cubicBezTo>
                  <a:cubicBezTo>
                    <a:pt x="312099" y="237554"/>
                    <a:pt x="303933" y="229888"/>
                    <a:pt x="293017" y="226221"/>
                  </a:cubicBezTo>
                  <a:cubicBezTo>
                    <a:pt x="279602" y="221722"/>
                    <a:pt x="264686" y="222638"/>
                    <a:pt x="250771" y="221389"/>
                  </a:cubicBezTo>
                  <a:cubicBezTo>
                    <a:pt x="236022" y="220139"/>
                    <a:pt x="222440" y="215389"/>
                    <a:pt x="212441" y="203807"/>
                  </a:cubicBezTo>
                  <a:cubicBezTo>
                    <a:pt x="203942" y="193891"/>
                    <a:pt x="199692" y="185058"/>
                    <a:pt x="186110" y="181225"/>
                  </a:cubicBezTo>
                  <a:cubicBezTo>
                    <a:pt x="160612" y="173976"/>
                    <a:pt x="130199" y="186975"/>
                    <a:pt x="106534" y="172976"/>
                  </a:cubicBezTo>
                  <a:cubicBezTo>
                    <a:pt x="92285" y="164560"/>
                    <a:pt x="97535" y="148145"/>
                    <a:pt x="89119" y="136146"/>
                  </a:cubicBezTo>
                  <a:cubicBezTo>
                    <a:pt x="82203" y="126397"/>
                    <a:pt x="70704" y="122731"/>
                    <a:pt x="59872" y="119314"/>
                  </a:cubicBezTo>
                  <a:cubicBezTo>
                    <a:pt x="52706" y="117064"/>
                    <a:pt x="41873" y="113731"/>
                    <a:pt x="36040" y="108565"/>
                  </a:cubicBezTo>
                  <a:cubicBezTo>
                    <a:pt x="32457" y="105316"/>
                    <a:pt x="23125" y="107066"/>
                    <a:pt x="38874" y="98650"/>
                  </a:cubicBezTo>
                  <a:cubicBezTo>
                    <a:pt x="41790" y="97066"/>
                    <a:pt x="47123" y="97400"/>
                    <a:pt x="50372" y="96816"/>
                  </a:cubicBezTo>
                  <a:cubicBezTo>
                    <a:pt x="57372" y="95650"/>
                    <a:pt x="64454" y="94650"/>
                    <a:pt x="71537" y="93900"/>
                  </a:cubicBezTo>
                  <a:cubicBezTo>
                    <a:pt x="76120" y="93400"/>
                    <a:pt x="86119" y="91234"/>
                    <a:pt x="92202" y="92400"/>
                  </a:cubicBezTo>
                  <a:cubicBezTo>
                    <a:pt x="95702" y="98150"/>
                    <a:pt x="100451" y="103566"/>
                    <a:pt x="105617" y="108982"/>
                  </a:cubicBezTo>
                  <a:cubicBezTo>
                    <a:pt x="125032" y="129397"/>
                    <a:pt x="145780" y="144562"/>
                    <a:pt x="170528" y="158061"/>
                  </a:cubicBezTo>
                  <a:cubicBezTo>
                    <a:pt x="220440" y="185308"/>
                    <a:pt x="276685" y="203390"/>
                    <a:pt x="330514" y="220972"/>
                  </a:cubicBezTo>
                  <a:cubicBezTo>
                    <a:pt x="388592" y="240053"/>
                    <a:pt x="445670" y="261885"/>
                    <a:pt x="505081" y="276800"/>
                  </a:cubicBezTo>
                  <a:cubicBezTo>
                    <a:pt x="530579" y="283216"/>
                    <a:pt x="556660" y="290966"/>
                    <a:pt x="582991" y="293132"/>
                  </a:cubicBezTo>
                  <a:cubicBezTo>
                    <a:pt x="600490" y="294549"/>
                    <a:pt x="624654" y="294549"/>
                    <a:pt x="641069" y="285049"/>
                  </a:cubicBezTo>
                  <a:cubicBezTo>
                    <a:pt x="648985" y="292299"/>
                    <a:pt x="658234" y="298881"/>
                    <a:pt x="664150" y="307714"/>
                  </a:cubicBezTo>
                  <a:cubicBezTo>
                    <a:pt x="678233" y="329545"/>
                    <a:pt x="649235" y="333129"/>
                    <a:pt x="635236" y="330712"/>
                  </a:cubicBezTo>
                  <a:lnTo>
                    <a:pt x="635236" y="330712"/>
                  </a:lnTo>
                  <a:close/>
                </a:path>
              </a:pathLst>
            </a:custGeom>
            <a:grpFill/>
            <a:ln w="8332" cap="flat">
              <a:noFill/>
              <a:prstDash val="solid"/>
              <a:miter/>
            </a:ln>
          </p:spPr>
          <p:txBody>
            <a:bodyPr rtlCol="0" anchor="ctr"/>
            <a:lstStyle/>
            <a:p>
              <a:endParaRPr lang="en-US"/>
            </a:p>
          </p:txBody>
        </p:sp>
        <p:sp>
          <p:nvSpPr>
            <p:cNvPr id="1612" name="Freeform: Shape 1611"/>
            <p:cNvSpPr/>
            <p:nvPr/>
          </p:nvSpPr>
          <p:spPr>
            <a:xfrm>
              <a:off x="469429" y="2177870"/>
              <a:ext cx="114565" cy="58156"/>
            </a:xfrm>
            <a:custGeom>
              <a:avLst/>
              <a:gdLst>
                <a:gd name="connsiteX0" fmla="*/ 112206 w 114565"/>
                <a:gd name="connsiteY0" fmla="*/ 49940 h 58156"/>
                <a:gd name="connsiteX1" fmla="*/ 76959 w 114565"/>
                <a:gd name="connsiteY1" fmla="*/ 41440 h 58156"/>
                <a:gd name="connsiteX2" fmla="*/ 65127 w 114565"/>
                <a:gd name="connsiteY2" fmla="*/ 31525 h 58156"/>
                <a:gd name="connsiteX3" fmla="*/ 66710 w 114565"/>
                <a:gd name="connsiteY3" fmla="*/ 27108 h 58156"/>
                <a:gd name="connsiteX4" fmla="*/ 66294 w 114565"/>
                <a:gd name="connsiteY4" fmla="*/ 20442 h 58156"/>
                <a:gd name="connsiteX5" fmla="*/ 52128 w 114565"/>
                <a:gd name="connsiteY5" fmla="*/ 18776 h 58156"/>
                <a:gd name="connsiteX6" fmla="*/ 3966 w 114565"/>
                <a:gd name="connsiteY6" fmla="*/ 1194 h 58156"/>
                <a:gd name="connsiteX7" fmla="*/ 50 w 114565"/>
                <a:gd name="connsiteY7" fmla="*/ 2444 h 58156"/>
                <a:gd name="connsiteX8" fmla="*/ 22548 w 114565"/>
                <a:gd name="connsiteY8" fmla="*/ 28359 h 58156"/>
                <a:gd name="connsiteX9" fmla="*/ 40129 w 114565"/>
                <a:gd name="connsiteY9" fmla="*/ 31941 h 58156"/>
                <a:gd name="connsiteX10" fmla="*/ 53795 w 114565"/>
                <a:gd name="connsiteY10" fmla="*/ 30275 h 58156"/>
                <a:gd name="connsiteX11" fmla="*/ 64211 w 114565"/>
                <a:gd name="connsiteY11" fmla="*/ 49273 h 58156"/>
                <a:gd name="connsiteX12" fmla="*/ 111540 w 114565"/>
                <a:gd name="connsiteY12" fmla="*/ 57356 h 58156"/>
                <a:gd name="connsiteX13" fmla="*/ 112206 w 114565"/>
                <a:gd name="connsiteY13" fmla="*/ 49940 h 58156"/>
                <a:gd name="connsiteX14" fmla="*/ 112206 w 114565"/>
                <a:gd name="connsiteY14" fmla="*/ 49940 h 58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4565" h="58156">
                  <a:moveTo>
                    <a:pt x="112206" y="49940"/>
                  </a:moveTo>
                  <a:cubicBezTo>
                    <a:pt x="100957" y="44857"/>
                    <a:pt x="88208" y="45940"/>
                    <a:pt x="76959" y="41440"/>
                  </a:cubicBezTo>
                  <a:cubicBezTo>
                    <a:pt x="73210" y="39941"/>
                    <a:pt x="65544" y="36108"/>
                    <a:pt x="65127" y="31525"/>
                  </a:cubicBezTo>
                  <a:cubicBezTo>
                    <a:pt x="64960" y="30192"/>
                    <a:pt x="66794" y="28609"/>
                    <a:pt x="66710" y="27108"/>
                  </a:cubicBezTo>
                  <a:cubicBezTo>
                    <a:pt x="66544" y="24609"/>
                    <a:pt x="67710" y="22942"/>
                    <a:pt x="66294" y="20442"/>
                  </a:cubicBezTo>
                  <a:cubicBezTo>
                    <a:pt x="63127" y="14693"/>
                    <a:pt x="57044" y="17526"/>
                    <a:pt x="52128" y="18776"/>
                  </a:cubicBezTo>
                  <a:cubicBezTo>
                    <a:pt x="35546" y="23109"/>
                    <a:pt x="11965" y="18609"/>
                    <a:pt x="3966" y="1194"/>
                  </a:cubicBezTo>
                  <a:cubicBezTo>
                    <a:pt x="2966" y="-972"/>
                    <a:pt x="-450" y="28"/>
                    <a:pt x="50" y="2444"/>
                  </a:cubicBezTo>
                  <a:cubicBezTo>
                    <a:pt x="2466" y="15443"/>
                    <a:pt x="10549" y="22692"/>
                    <a:pt x="22548" y="28359"/>
                  </a:cubicBezTo>
                  <a:cubicBezTo>
                    <a:pt x="28130" y="31025"/>
                    <a:pt x="34047" y="32025"/>
                    <a:pt x="40129" y="31941"/>
                  </a:cubicBezTo>
                  <a:cubicBezTo>
                    <a:pt x="43879" y="31858"/>
                    <a:pt x="49878" y="31692"/>
                    <a:pt x="53795" y="30275"/>
                  </a:cubicBezTo>
                  <a:cubicBezTo>
                    <a:pt x="51295" y="37858"/>
                    <a:pt x="58211" y="45690"/>
                    <a:pt x="64211" y="49273"/>
                  </a:cubicBezTo>
                  <a:cubicBezTo>
                    <a:pt x="77876" y="57439"/>
                    <a:pt x="96124" y="59522"/>
                    <a:pt x="111540" y="57356"/>
                  </a:cubicBezTo>
                  <a:cubicBezTo>
                    <a:pt x="115456" y="56773"/>
                    <a:pt x="115456" y="51440"/>
                    <a:pt x="112206" y="49940"/>
                  </a:cubicBezTo>
                  <a:lnTo>
                    <a:pt x="112206" y="49940"/>
                  </a:lnTo>
                  <a:close/>
                </a:path>
              </a:pathLst>
            </a:custGeom>
            <a:grpFill/>
            <a:ln w="8332" cap="flat">
              <a:noFill/>
              <a:prstDash val="solid"/>
              <a:miter/>
            </a:ln>
          </p:spPr>
          <p:txBody>
            <a:bodyPr rtlCol="0" anchor="ctr"/>
            <a:lstStyle/>
            <a:p>
              <a:endParaRPr lang="en-US"/>
            </a:p>
          </p:txBody>
        </p:sp>
        <p:sp>
          <p:nvSpPr>
            <p:cNvPr id="1613" name="Freeform: Shape 1612"/>
            <p:cNvSpPr/>
            <p:nvPr/>
          </p:nvSpPr>
          <p:spPr>
            <a:xfrm>
              <a:off x="617993" y="2243494"/>
              <a:ext cx="95828" cy="48591"/>
            </a:xfrm>
            <a:custGeom>
              <a:avLst/>
              <a:gdLst>
                <a:gd name="connsiteX0" fmla="*/ 91798 w 95828"/>
                <a:gd name="connsiteY0" fmla="*/ 32561 h 48591"/>
                <a:gd name="connsiteX1" fmla="*/ 61134 w 95828"/>
                <a:gd name="connsiteY1" fmla="*/ 37561 h 48591"/>
                <a:gd name="connsiteX2" fmla="*/ 44718 w 95828"/>
                <a:gd name="connsiteY2" fmla="*/ 24145 h 48591"/>
                <a:gd name="connsiteX3" fmla="*/ 42719 w 95828"/>
                <a:gd name="connsiteY3" fmla="*/ 16813 h 48591"/>
                <a:gd name="connsiteX4" fmla="*/ 37886 w 95828"/>
                <a:gd name="connsiteY4" fmla="*/ 13480 h 48591"/>
                <a:gd name="connsiteX5" fmla="*/ 24304 w 95828"/>
                <a:gd name="connsiteY5" fmla="*/ 14646 h 48591"/>
                <a:gd name="connsiteX6" fmla="*/ 3389 w 95828"/>
                <a:gd name="connsiteY6" fmla="*/ 981 h 48591"/>
                <a:gd name="connsiteX7" fmla="*/ 56 w 95828"/>
                <a:gd name="connsiteY7" fmla="*/ 1981 h 48591"/>
                <a:gd name="connsiteX8" fmla="*/ 18471 w 95828"/>
                <a:gd name="connsiteY8" fmla="*/ 22396 h 48591"/>
                <a:gd name="connsiteX9" fmla="*/ 31220 w 95828"/>
                <a:gd name="connsiteY9" fmla="*/ 21562 h 48591"/>
                <a:gd name="connsiteX10" fmla="*/ 38886 w 95828"/>
                <a:gd name="connsiteY10" fmla="*/ 26478 h 48591"/>
                <a:gd name="connsiteX11" fmla="*/ 39469 w 95828"/>
                <a:gd name="connsiteY11" fmla="*/ 30978 h 48591"/>
                <a:gd name="connsiteX12" fmla="*/ 95131 w 95828"/>
                <a:gd name="connsiteY12" fmla="*/ 37894 h 48591"/>
                <a:gd name="connsiteX13" fmla="*/ 91798 w 95828"/>
                <a:gd name="connsiteY13" fmla="*/ 32561 h 48591"/>
                <a:gd name="connsiteX14" fmla="*/ 91798 w 95828"/>
                <a:gd name="connsiteY14" fmla="*/ 32561 h 48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5828" h="48591">
                  <a:moveTo>
                    <a:pt x="91798" y="32561"/>
                  </a:moveTo>
                  <a:cubicBezTo>
                    <a:pt x="82132" y="33894"/>
                    <a:pt x="71049" y="39644"/>
                    <a:pt x="61134" y="37561"/>
                  </a:cubicBezTo>
                  <a:cubicBezTo>
                    <a:pt x="52468" y="35728"/>
                    <a:pt x="47718" y="32228"/>
                    <a:pt x="44718" y="24145"/>
                  </a:cubicBezTo>
                  <a:cubicBezTo>
                    <a:pt x="43802" y="21812"/>
                    <a:pt x="44302" y="18979"/>
                    <a:pt x="42719" y="16813"/>
                  </a:cubicBezTo>
                  <a:cubicBezTo>
                    <a:pt x="40885" y="14396"/>
                    <a:pt x="40885" y="14646"/>
                    <a:pt x="37886" y="13480"/>
                  </a:cubicBezTo>
                  <a:cubicBezTo>
                    <a:pt x="37136" y="13146"/>
                    <a:pt x="22554" y="14313"/>
                    <a:pt x="24304" y="14646"/>
                  </a:cubicBezTo>
                  <a:cubicBezTo>
                    <a:pt x="14554" y="14063"/>
                    <a:pt x="7722" y="10563"/>
                    <a:pt x="3389" y="981"/>
                  </a:cubicBezTo>
                  <a:cubicBezTo>
                    <a:pt x="2556" y="-769"/>
                    <a:pt x="-444" y="-19"/>
                    <a:pt x="56" y="1981"/>
                  </a:cubicBezTo>
                  <a:cubicBezTo>
                    <a:pt x="2556" y="11896"/>
                    <a:pt x="7888" y="19979"/>
                    <a:pt x="18471" y="22396"/>
                  </a:cubicBezTo>
                  <a:cubicBezTo>
                    <a:pt x="23804" y="23645"/>
                    <a:pt x="26137" y="22062"/>
                    <a:pt x="31220" y="21562"/>
                  </a:cubicBezTo>
                  <a:cubicBezTo>
                    <a:pt x="37219" y="20896"/>
                    <a:pt x="35719" y="15813"/>
                    <a:pt x="38886" y="26478"/>
                  </a:cubicBezTo>
                  <a:cubicBezTo>
                    <a:pt x="39302" y="27895"/>
                    <a:pt x="38802" y="29562"/>
                    <a:pt x="39469" y="30978"/>
                  </a:cubicBezTo>
                  <a:cubicBezTo>
                    <a:pt x="48885" y="51810"/>
                    <a:pt x="80465" y="54226"/>
                    <a:pt x="95131" y="37894"/>
                  </a:cubicBezTo>
                  <a:cubicBezTo>
                    <a:pt x="97130" y="35561"/>
                    <a:pt x="94464" y="32228"/>
                    <a:pt x="91798" y="32561"/>
                  </a:cubicBezTo>
                  <a:lnTo>
                    <a:pt x="91798" y="32561"/>
                  </a:lnTo>
                  <a:close/>
                </a:path>
              </a:pathLst>
            </a:custGeom>
            <a:grpFill/>
            <a:ln w="8332" cap="flat">
              <a:noFill/>
              <a:prstDash val="solid"/>
              <a:miter/>
            </a:ln>
          </p:spPr>
          <p:txBody>
            <a:bodyPr rtlCol="0" anchor="ctr"/>
            <a:lstStyle/>
            <a:p>
              <a:endParaRPr lang="en-US"/>
            </a:p>
          </p:txBody>
        </p:sp>
        <p:sp>
          <p:nvSpPr>
            <p:cNvPr id="1614" name="Freeform: Shape 1613"/>
            <p:cNvSpPr/>
            <p:nvPr/>
          </p:nvSpPr>
          <p:spPr>
            <a:xfrm>
              <a:off x="768598" y="2295853"/>
              <a:ext cx="78287" cy="33348"/>
            </a:xfrm>
            <a:custGeom>
              <a:avLst/>
              <a:gdLst>
                <a:gd name="connsiteX0" fmla="*/ 71514 w 78287"/>
                <a:gd name="connsiteY0" fmla="*/ 20365 h 33348"/>
                <a:gd name="connsiteX1" fmla="*/ 39601 w 78287"/>
                <a:gd name="connsiteY1" fmla="*/ 14949 h 33348"/>
                <a:gd name="connsiteX2" fmla="*/ 5604 w 78287"/>
                <a:gd name="connsiteY2" fmla="*/ 2284 h 33348"/>
                <a:gd name="connsiteX3" fmla="*/ 21 w 78287"/>
                <a:gd name="connsiteY3" fmla="*/ 2534 h 33348"/>
                <a:gd name="connsiteX4" fmla="*/ 31518 w 78287"/>
                <a:gd name="connsiteY4" fmla="*/ 25031 h 33348"/>
                <a:gd name="connsiteX5" fmla="*/ 52183 w 78287"/>
                <a:gd name="connsiteY5" fmla="*/ 27698 h 33348"/>
                <a:gd name="connsiteX6" fmla="*/ 63432 w 78287"/>
                <a:gd name="connsiteY6" fmla="*/ 33114 h 33348"/>
                <a:gd name="connsiteX7" fmla="*/ 77847 w 78287"/>
                <a:gd name="connsiteY7" fmla="*/ 26282 h 33348"/>
                <a:gd name="connsiteX8" fmla="*/ 71514 w 78287"/>
                <a:gd name="connsiteY8" fmla="*/ 20365 h 33348"/>
                <a:gd name="connsiteX9" fmla="*/ 71514 w 78287"/>
                <a:gd name="connsiteY9" fmla="*/ 20365 h 33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287" h="33348">
                  <a:moveTo>
                    <a:pt x="71514" y="20365"/>
                  </a:moveTo>
                  <a:cubicBezTo>
                    <a:pt x="61432" y="24531"/>
                    <a:pt x="50350" y="15282"/>
                    <a:pt x="39601" y="14949"/>
                  </a:cubicBezTo>
                  <a:cubicBezTo>
                    <a:pt x="28018" y="14533"/>
                    <a:pt x="6687" y="19615"/>
                    <a:pt x="5604" y="2284"/>
                  </a:cubicBezTo>
                  <a:cubicBezTo>
                    <a:pt x="5437" y="-883"/>
                    <a:pt x="104" y="-716"/>
                    <a:pt x="21" y="2534"/>
                  </a:cubicBezTo>
                  <a:cubicBezTo>
                    <a:pt x="-646" y="21199"/>
                    <a:pt x="14770" y="27031"/>
                    <a:pt x="31518" y="25031"/>
                  </a:cubicBezTo>
                  <a:cubicBezTo>
                    <a:pt x="39934" y="24032"/>
                    <a:pt x="44100" y="23032"/>
                    <a:pt x="52183" y="27698"/>
                  </a:cubicBezTo>
                  <a:cubicBezTo>
                    <a:pt x="56183" y="30031"/>
                    <a:pt x="58599" y="32364"/>
                    <a:pt x="63432" y="33114"/>
                  </a:cubicBezTo>
                  <a:cubicBezTo>
                    <a:pt x="70265" y="34031"/>
                    <a:pt x="74764" y="32364"/>
                    <a:pt x="77847" y="26282"/>
                  </a:cubicBezTo>
                  <a:cubicBezTo>
                    <a:pt x="79764" y="22448"/>
                    <a:pt x="75014" y="18949"/>
                    <a:pt x="71514" y="20365"/>
                  </a:cubicBezTo>
                  <a:lnTo>
                    <a:pt x="71514" y="20365"/>
                  </a:lnTo>
                  <a:close/>
                </a:path>
              </a:pathLst>
            </a:custGeom>
            <a:grpFill/>
            <a:ln w="8332" cap="flat">
              <a:noFill/>
              <a:prstDash val="solid"/>
              <a:miter/>
            </a:ln>
          </p:spPr>
          <p:txBody>
            <a:bodyPr rtlCol="0" anchor="ctr"/>
            <a:lstStyle/>
            <a:p>
              <a:endParaRPr lang="en-US"/>
            </a:p>
          </p:txBody>
        </p:sp>
        <p:sp>
          <p:nvSpPr>
            <p:cNvPr id="1615" name="Freeform: Shape 1614"/>
            <p:cNvSpPr/>
            <p:nvPr/>
          </p:nvSpPr>
          <p:spPr>
            <a:xfrm>
              <a:off x="3067984" y="3562851"/>
              <a:ext cx="699480" cy="450586"/>
            </a:xfrm>
            <a:custGeom>
              <a:avLst/>
              <a:gdLst>
                <a:gd name="connsiteX0" fmla="*/ 650786 w 699480"/>
                <a:gd name="connsiteY0" fmla="*/ 123077 h 450586"/>
                <a:gd name="connsiteX1" fmla="*/ 650203 w 699480"/>
                <a:gd name="connsiteY1" fmla="*/ 93330 h 450586"/>
                <a:gd name="connsiteX2" fmla="*/ 630788 w 699480"/>
                <a:gd name="connsiteY2" fmla="*/ 64082 h 450586"/>
                <a:gd name="connsiteX3" fmla="*/ 594291 w 699480"/>
                <a:gd name="connsiteY3" fmla="*/ 36585 h 450586"/>
                <a:gd name="connsiteX4" fmla="*/ 565377 w 699480"/>
                <a:gd name="connsiteY4" fmla="*/ 22170 h 450586"/>
                <a:gd name="connsiteX5" fmla="*/ 481885 w 699480"/>
                <a:gd name="connsiteY5" fmla="*/ 3838 h 450586"/>
                <a:gd name="connsiteX6" fmla="*/ 306900 w 699480"/>
                <a:gd name="connsiteY6" fmla="*/ 7338 h 450586"/>
                <a:gd name="connsiteX7" fmla="*/ 141248 w 699480"/>
                <a:gd name="connsiteY7" fmla="*/ 55583 h 450586"/>
                <a:gd name="connsiteX8" fmla="*/ 81754 w 699480"/>
                <a:gd name="connsiteY8" fmla="*/ 101579 h 450586"/>
                <a:gd name="connsiteX9" fmla="*/ 49923 w 699480"/>
                <a:gd name="connsiteY9" fmla="*/ 159574 h 450586"/>
                <a:gd name="connsiteX10" fmla="*/ 57923 w 699480"/>
                <a:gd name="connsiteY10" fmla="*/ 185155 h 450586"/>
                <a:gd name="connsiteX11" fmla="*/ 45674 w 699480"/>
                <a:gd name="connsiteY11" fmla="*/ 191071 h 450586"/>
                <a:gd name="connsiteX12" fmla="*/ 5177 w 699480"/>
                <a:gd name="connsiteY12" fmla="*/ 215985 h 450586"/>
                <a:gd name="connsiteX13" fmla="*/ 4261 w 699480"/>
                <a:gd name="connsiteY13" fmla="*/ 238650 h 450586"/>
                <a:gd name="connsiteX14" fmla="*/ 40008 w 699480"/>
                <a:gd name="connsiteY14" fmla="*/ 243650 h 450586"/>
                <a:gd name="connsiteX15" fmla="*/ 66839 w 699480"/>
                <a:gd name="connsiteY15" fmla="*/ 241400 h 450586"/>
                <a:gd name="connsiteX16" fmla="*/ 54340 w 699480"/>
                <a:gd name="connsiteY16" fmla="*/ 281730 h 450586"/>
                <a:gd name="connsiteX17" fmla="*/ 69505 w 699480"/>
                <a:gd name="connsiteY17" fmla="*/ 302644 h 450586"/>
                <a:gd name="connsiteX18" fmla="*/ 64339 w 699480"/>
                <a:gd name="connsiteY18" fmla="*/ 342724 h 450586"/>
                <a:gd name="connsiteX19" fmla="*/ 58089 w 699480"/>
                <a:gd name="connsiteY19" fmla="*/ 350973 h 450586"/>
                <a:gd name="connsiteX20" fmla="*/ 56089 w 699480"/>
                <a:gd name="connsiteY20" fmla="*/ 382804 h 450586"/>
                <a:gd name="connsiteX21" fmla="*/ 93169 w 699480"/>
                <a:gd name="connsiteY21" fmla="*/ 436549 h 450586"/>
                <a:gd name="connsiteX22" fmla="*/ 175579 w 699480"/>
                <a:gd name="connsiteY22" fmla="*/ 448714 h 450586"/>
                <a:gd name="connsiteX23" fmla="*/ 268820 w 699480"/>
                <a:gd name="connsiteY23" fmla="*/ 450048 h 450586"/>
                <a:gd name="connsiteX24" fmla="*/ 362562 w 699480"/>
                <a:gd name="connsiteY24" fmla="*/ 449464 h 450586"/>
                <a:gd name="connsiteX25" fmla="*/ 459303 w 699480"/>
                <a:gd name="connsiteY25" fmla="*/ 440382 h 450586"/>
                <a:gd name="connsiteX26" fmla="*/ 636454 w 699480"/>
                <a:gd name="connsiteY26" fmla="*/ 389386 h 450586"/>
                <a:gd name="connsiteX27" fmla="*/ 668201 w 699480"/>
                <a:gd name="connsiteY27" fmla="*/ 364722 h 450586"/>
                <a:gd name="connsiteX28" fmla="*/ 681450 w 699480"/>
                <a:gd name="connsiteY28" fmla="*/ 323976 h 450586"/>
                <a:gd name="connsiteX29" fmla="*/ 658618 w 699480"/>
                <a:gd name="connsiteY29" fmla="*/ 261148 h 450586"/>
                <a:gd name="connsiteX30" fmla="*/ 666534 w 699480"/>
                <a:gd name="connsiteY30" fmla="*/ 250482 h 450586"/>
                <a:gd name="connsiteX31" fmla="*/ 676534 w 699480"/>
                <a:gd name="connsiteY31" fmla="*/ 218902 h 450586"/>
                <a:gd name="connsiteX32" fmla="*/ 668951 w 699480"/>
                <a:gd name="connsiteY32" fmla="*/ 191238 h 450586"/>
                <a:gd name="connsiteX33" fmla="*/ 696615 w 699480"/>
                <a:gd name="connsiteY33" fmla="*/ 169406 h 450586"/>
                <a:gd name="connsiteX34" fmla="*/ 650786 w 699480"/>
                <a:gd name="connsiteY34" fmla="*/ 123077 h 450586"/>
                <a:gd name="connsiteX35" fmla="*/ 650786 w 699480"/>
                <a:gd name="connsiteY35" fmla="*/ 123077 h 450586"/>
                <a:gd name="connsiteX36" fmla="*/ 92253 w 699480"/>
                <a:gd name="connsiteY36" fmla="*/ 113828 h 450586"/>
                <a:gd name="connsiteX37" fmla="*/ 147664 w 699480"/>
                <a:gd name="connsiteY37" fmla="*/ 69749 h 450586"/>
                <a:gd name="connsiteX38" fmla="*/ 296235 w 699480"/>
                <a:gd name="connsiteY38" fmla="*/ 23586 h 450586"/>
                <a:gd name="connsiteX39" fmla="*/ 465636 w 699480"/>
                <a:gd name="connsiteY39" fmla="*/ 15670 h 450586"/>
                <a:gd name="connsiteX40" fmla="*/ 485884 w 699480"/>
                <a:gd name="connsiteY40" fmla="*/ 17337 h 450586"/>
                <a:gd name="connsiteX41" fmla="*/ 524464 w 699480"/>
                <a:gd name="connsiteY41" fmla="*/ 26252 h 450586"/>
                <a:gd name="connsiteX42" fmla="*/ 589625 w 699480"/>
                <a:gd name="connsiteY42" fmla="*/ 50584 h 450586"/>
                <a:gd name="connsiteX43" fmla="*/ 617789 w 699480"/>
                <a:gd name="connsiteY43" fmla="*/ 72915 h 450586"/>
                <a:gd name="connsiteX44" fmla="*/ 635787 w 699480"/>
                <a:gd name="connsiteY44" fmla="*/ 104245 h 450586"/>
                <a:gd name="connsiteX45" fmla="*/ 621039 w 699480"/>
                <a:gd name="connsiteY45" fmla="*/ 137409 h 450586"/>
                <a:gd name="connsiteX46" fmla="*/ 585542 w 699480"/>
                <a:gd name="connsiteY46" fmla="*/ 155991 h 450586"/>
                <a:gd name="connsiteX47" fmla="*/ 514298 w 699480"/>
                <a:gd name="connsiteY47" fmla="*/ 172906 h 450586"/>
                <a:gd name="connsiteX48" fmla="*/ 367978 w 699480"/>
                <a:gd name="connsiteY48" fmla="*/ 190571 h 450586"/>
                <a:gd name="connsiteX49" fmla="*/ 217325 w 699480"/>
                <a:gd name="connsiteY49" fmla="*/ 202570 h 450586"/>
                <a:gd name="connsiteX50" fmla="*/ 144581 w 699480"/>
                <a:gd name="connsiteY50" fmla="*/ 200820 h 450586"/>
                <a:gd name="connsiteX51" fmla="*/ 105585 w 699480"/>
                <a:gd name="connsiteY51" fmla="*/ 192071 h 450586"/>
                <a:gd name="connsiteX52" fmla="*/ 72921 w 699480"/>
                <a:gd name="connsiteY52" fmla="*/ 177822 h 450586"/>
                <a:gd name="connsiteX53" fmla="*/ 92253 w 699480"/>
                <a:gd name="connsiteY53" fmla="*/ 113828 h 450586"/>
                <a:gd name="connsiteX54" fmla="*/ 92253 w 699480"/>
                <a:gd name="connsiteY54" fmla="*/ 113828 h 450586"/>
                <a:gd name="connsiteX55" fmla="*/ 124750 w 699480"/>
                <a:gd name="connsiteY55" fmla="*/ 346724 h 450586"/>
                <a:gd name="connsiteX56" fmla="*/ 176662 w 699480"/>
                <a:gd name="connsiteY56" fmla="*/ 333892 h 450586"/>
                <a:gd name="connsiteX57" fmla="*/ 197493 w 699480"/>
                <a:gd name="connsiteY57" fmla="*/ 322059 h 450586"/>
                <a:gd name="connsiteX58" fmla="*/ 220575 w 699480"/>
                <a:gd name="connsiteY58" fmla="*/ 327142 h 450586"/>
                <a:gd name="connsiteX59" fmla="*/ 222241 w 699480"/>
                <a:gd name="connsiteY59" fmla="*/ 327142 h 450586"/>
                <a:gd name="connsiteX60" fmla="*/ 195994 w 699480"/>
                <a:gd name="connsiteY60" fmla="*/ 346140 h 450586"/>
                <a:gd name="connsiteX61" fmla="*/ 139999 w 699480"/>
                <a:gd name="connsiteY61" fmla="*/ 356473 h 450586"/>
                <a:gd name="connsiteX62" fmla="*/ 89586 w 699480"/>
                <a:gd name="connsiteY62" fmla="*/ 349973 h 450586"/>
                <a:gd name="connsiteX63" fmla="*/ 76254 w 699480"/>
                <a:gd name="connsiteY63" fmla="*/ 318059 h 450586"/>
                <a:gd name="connsiteX64" fmla="*/ 80087 w 699480"/>
                <a:gd name="connsiteY64" fmla="*/ 305977 h 450586"/>
                <a:gd name="connsiteX65" fmla="*/ 86920 w 699480"/>
                <a:gd name="connsiteY65" fmla="*/ 306727 h 450586"/>
                <a:gd name="connsiteX66" fmla="*/ 100169 w 699480"/>
                <a:gd name="connsiteY66" fmla="*/ 306311 h 450586"/>
                <a:gd name="connsiteX67" fmla="*/ 124750 w 699480"/>
                <a:gd name="connsiteY67" fmla="*/ 346724 h 450586"/>
                <a:gd name="connsiteX68" fmla="*/ 124750 w 699480"/>
                <a:gd name="connsiteY68" fmla="*/ 346724 h 450586"/>
                <a:gd name="connsiteX69" fmla="*/ 103668 w 699480"/>
                <a:gd name="connsiteY69" fmla="*/ 306560 h 450586"/>
                <a:gd name="connsiteX70" fmla="*/ 114168 w 699480"/>
                <a:gd name="connsiteY70" fmla="*/ 310643 h 450586"/>
                <a:gd name="connsiteX71" fmla="*/ 131499 w 699480"/>
                <a:gd name="connsiteY71" fmla="*/ 323726 h 450586"/>
                <a:gd name="connsiteX72" fmla="*/ 158080 w 699480"/>
                <a:gd name="connsiteY72" fmla="*/ 322059 h 450586"/>
                <a:gd name="connsiteX73" fmla="*/ 171162 w 699480"/>
                <a:gd name="connsiteY73" fmla="*/ 316310 h 450586"/>
                <a:gd name="connsiteX74" fmla="*/ 181662 w 699480"/>
                <a:gd name="connsiteY74" fmla="*/ 308310 h 450586"/>
                <a:gd name="connsiteX75" fmla="*/ 188161 w 699480"/>
                <a:gd name="connsiteY75" fmla="*/ 315476 h 450586"/>
                <a:gd name="connsiteX76" fmla="*/ 181662 w 699480"/>
                <a:gd name="connsiteY76" fmla="*/ 319143 h 450586"/>
                <a:gd name="connsiteX77" fmla="*/ 151497 w 699480"/>
                <a:gd name="connsiteY77" fmla="*/ 331892 h 450586"/>
                <a:gd name="connsiteX78" fmla="*/ 103668 w 699480"/>
                <a:gd name="connsiteY78" fmla="*/ 306560 h 450586"/>
                <a:gd name="connsiteX79" fmla="*/ 103668 w 699480"/>
                <a:gd name="connsiteY79" fmla="*/ 306560 h 450586"/>
                <a:gd name="connsiteX80" fmla="*/ 662618 w 699480"/>
                <a:gd name="connsiteY80" fmla="*/ 334058 h 450586"/>
                <a:gd name="connsiteX81" fmla="*/ 645120 w 699480"/>
                <a:gd name="connsiteY81" fmla="*/ 364805 h 450586"/>
                <a:gd name="connsiteX82" fmla="*/ 615706 w 699480"/>
                <a:gd name="connsiteY82" fmla="*/ 384053 h 450586"/>
                <a:gd name="connsiteX83" fmla="*/ 466303 w 699480"/>
                <a:gd name="connsiteY83" fmla="*/ 425966 h 450586"/>
                <a:gd name="connsiteX84" fmla="*/ 321649 w 699480"/>
                <a:gd name="connsiteY84" fmla="*/ 439298 h 450586"/>
                <a:gd name="connsiteX85" fmla="*/ 248239 w 699480"/>
                <a:gd name="connsiteY85" fmla="*/ 438382 h 450586"/>
                <a:gd name="connsiteX86" fmla="*/ 178078 w 699480"/>
                <a:gd name="connsiteY86" fmla="*/ 438382 h 450586"/>
                <a:gd name="connsiteX87" fmla="*/ 134666 w 699480"/>
                <a:gd name="connsiteY87" fmla="*/ 433466 h 450586"/>
                <a:gd name="connsiteX88" fmla="*/ 96919 w 699480"/>
                <a:gd name="connsiteY88" fmla="*/ 425300 h 450586"/>
                <a:gd name="connsiteX89" fmla="*/ 70755 w 699480"/>
                <a:gd name="connsiteY89" fmla="*/ 351890 h 450586"/>
                <a:gd name="connsiteX90" fmla="*/ 115167 w 699480"/>
                <a:gd name="connsiteY90" fmla="*/ 368555 h 450586"/>
                <a:gd name="connsiteX91" fmla="*/ 238406 w 699480"/>
                <a:gd name="connsiteY91" fmla="*/ 327392 h 450586"/>
                <a:gd name="connsiteX92" fmla="*/ 334314 w 699480"/>
                <a:gd name="connsiteY92" fmla="*/ 367972 h 450586"/>
                <a:gd name="connsiteX93" fmla="*/ 412474 w 699480"/>
                <a:gd name="connsiteY93" fmla="*/ 325975 h 450586"/>
                <a:gd name="connsiteX94" fmla="*/ 507632 w 699480"/>
                <a:gd name="connsiteY94" fmla="*/ 351473 h 450586"/>
                <a:gd name="connsiteX95" fmla="*/ 553045 w 699480"/>
                <a:gd name="connsiteY95" fmla="*/ 328475 h 450586"/>
                <a:gd name="connsiteX96" fmla="*/ 568127 w 699480"/>
                <a:gd name="connsiteY96" fmla="*/ 301227 h 450586"/>
                <a:gd name="connsiteX97" fmla="*/ 620622 w 699480"/>
                <a:gd name="connsiteY97" fmla="*/ 309560 h 450586"/>
                <a:gd name="connsiteX98" fmla="*/ 652369 w 699480"/>
                <a:gd name="connsiteY98" fmla="*/ 276397 h 450586"/>
                <a:gd name="connsiteX99" fmla="*/ 662951 w 699480"/>
                <a:gd name="connsiteY99" fmla="*/ 293645 h 450586"/>
                <a:gd name="connsiteX100" fmla="*/ 662618 w 699480"/>
                <a:gd name="connsiteY100" fmla="*/ 334058 h 450586"/>
                <a:gd name="connsiteX101" fmla="*/ 662618 w 699480"/>
                <a:gd name="connsiteY101" fmla="*/ 334058 h 450586"/>
                <a:gd name="connsiteX102" fmla="*/ 306733 w 699480"/>
                <a:gd name="connsiteY102" fmla="*/ 336224 h 450586"/>
                <a:gd name="connsiteX103" fmla="*/ 339731 w 699480"/>
                <a:gd name="connsiteY103" fmla="*/ 342890 h 450586"/>
                <a:gd name="connsiteX104" fmla="*/ 380727 w 699480"/>
                <a:gd name="connsiteY104" fmla="*/ 319476 h 450586"/>
                <a:gd name="connsiteX105" fmla="*/ 403308 w 699480"/>
                <a:gd name="connsiteY105" fmla="*/ 316393 h 450586"/>
                <a:gd name="connsiteX106" fmla="*/ 390893 w 699480"/>
                <a:gd name="connsiteY106" fmla="*/ 334475 h 450586"/>
                <a:gd name="connsiteX107" fmla="*/ 370478 w 699480"/>
                <a:gd name="connsiteY107" fmla="*/ 345474 h 450586"/>
                <a:gd name="connsiteX108" fmla="*/ 325482 w 699480"/>
                <a:gd name="connsiteY108" fmla="*/ 356056 h 450586"/>
                <a:gd name="connsiteX109" fmla="*/ 240240 w 699480"/>
                <a:gd name="connsiteY109" fmla="*/ 324725 h 450586"/>
                <a:gd name="connsiteX110" fmla="*/ 240240 w 699480"/>
                <a:gd name="connsiteY110" fmla="*/ 324643 h 450586"/>
                <a:gd name="connsiteX111" fmla="*/ 248322 w 699480"/>
                <a:gd name="connsiteY111" fmla="*/ 321559 h 450586"/>
                <a:gd name="connsiteX112" fmla="*/ 259571 w 699480"/>
                <a:gd name="connsiteY112" fmla="*/ 314310 h 450586"/>
                <a:gd name="connsiteX113" fmla="*/ 271903 w 699480"/>
                <a:gd name="connsiteY113" fmla="*/ 311977 h 450586"/>
                <a:gd name="connsiteX114" fmla="*/ 292651 w 699480"/>
                <a:gd name="connsiteY114" fmla="*/ 321226 h 450586"/>
                <a:gd name="connsiteX115" fmla="*/ 306733 w 699480"/>
                <a:gd name="connsiteY115" fmla="*/ 336224 h 450586"/>
                <a:gd name="connsiteX116" fmla="*/ 306733 w 699480"/>
                <a:gd name="connsiteY116" fmla="*/ 336224 h 450586"/>
                <a:gd name="connsiteX117" fmla="*/ 301817 w 699480"/>
                <a:gd name="connsiteY117" fmla="*/ 322393 h 450586"/>
                <a:gd name="connsiteX118" fmla="*/ 326815 w 699480"/>
                <a:gd name="connsiteY118" fmla="*/ 319143 h 450586"/>
                <a:gd name="connsiteX119" fmla="*/ 354063 w 699480"/>
                <a:gd name="connsiteY119" fmla="*/ 310810 h 450586"/>
                <a:gd name="connsiteX120" fmla="*/ 370395 w 699480"/>
                <a:gd name="connsiteY120" fmla="*/ 317476 h 450586"/>
                <a:gd name="connsiteX121" fmla="*/ 366228 w 699480"/>
                <a:gd name="connsiteY121" fmla="*/ 321809 h 450586"/>
                <a:gd name="connsiteX122" fmla="*/ 333481 w 699480"/>
                <a:gd name="connsiteY122" fmla="*/ 334558 h 450586"/>
                <a:gd name="connsiteX123" fmla="*/ 314483 w 699480"/>
                <a:gd name="connsiteY123" fmla="*/ 330809 h 450586"/>
                <a:gd name="connsiteX124" fmla="*/ 301817 w 699480"/>
                <a:gd name="connsiteY124" fmla="*/ 322393 h 450586"/>
                <a:gd name="connsiteX125" fmla="*/ 301817 w 699480"/>
                <a:gd name="connsiteY125" fmla="*/ 322393 h 450586"/>
                <a:gd name="connsiteX126" fmla="*/ 413890 w 699480"/>
                <a:gd name="connsiteY126" fmla="*/ 311393 h 450586"/>
                <a:gd name="connsiteX127" fmla="*/ 422806 w 699480"/>
                <a:gd name="connsiteY127" fmla="*/ 304811 h 450586"/>
                <a:gd name="connsiteX128" fmla="*/ 431722 w 699480"/>
                <a:gd name="connsiteY128" fmla="*/ 301061 h 450586"/>
                <a:gd name="connsiteX129" fmla="*/ 456137 w 699480"/>
                <a:gd name="connsiteY129" fmla="*/ 322892 h 450586"/>
                <a:gd name="connsiteX130" fmla="*/ 489301 w 699480"/>
                <a:gd name="connsiteY130" fmla="*/ 325559 h 450586"/>
                <a:gd name="connsiteX131" fmla="*/ 520631 w 699480"/>
                <a:gd name="connsiteY131" fmla="*/ 318059 h 450586"/>
                <a:gd name="connsiteX132" fmla="*/ 528547 w 699480"/>
                <a:gd name="connsiteY132" fmla="*/ 310060 h 450586"/>
                <a:gd name="connsiteX133" fmla="*/ 531297 w 699480"/>
                <a:gd name="connsiteY133" fmla="*/ 301394 h 450586"/>
                <a:gd name="connsiteX134" fmla="*/ 548545 w 699480"/>
                <a:gd name="connsiteY134" fmla="*/ 300728 h 450586"/>
                <a:gd name="connsiteX135" fmla="*/ 557294 w 699480"/>
                <a:gd name="connsiteY135" fmla="*/ 298561 h 450586"/>
                <a:gd name="connsiteX136" fmla="*/ 552628 w 699480"/>
                <a:gd name="connsiteY136" fmla="*/ 311060 h 450586"/>
                <a:gd name="connsiteX137" fmla="*/ 533630 w 699480"/>
                <a:gd name="connsiteY137" fmla="*/ 329642 h 450586"/>
                <a:gd name="connsiteX138" fmla="*/ 493967 w 699480"/>
                <a:gd name="connsiteY138" fmla="*/ 342141 h 450586"/>
                <a:gd name="connsiteX139" fmla="*/ 413807 w 699480"/>
                <a:gd name="connsiteY139" fmla="*/ 320143 h 450586"/>
                <a:gd name="connsiteX140" fmla="*/ 413974 w 699480"/>
                <a:gd name="connsiteY140" fmla="*/ 312060 h 450586"/>
                <a:gd name="connsiteX141" fmla="*/ 413890 w 699480"/>
                <a:gd name="connsiteY141" fmla="*/ 311393 h 450586"/>
                <a:gd name="connsiteX142" fmla="*/ 413890 w 699480"/>
                <a:gd name="connsiteY142" fmla="*/ 311393 h 450586"/>
                <a:gd name="connsiteX143" fmla="*/ 441555 w 699480"/>
                <a:gd name="connsiteY143" fmla="*/ 305311 h 450586"/>
                <a:gd name="connsiteX144" fmla="*/ 488217 w 699480"/>
                <a:gd name="connsiteY144" fmla="*/ 305311 h 450586"/>
                <a:gd name="connsiteX145" fmla="*/ 518548 w 699480"/>
                <a:gd name="connsiteY145" fmla="*/ 298395 h 450586"/>
                <a:gd name="connsiteX146" fmla="*/ 522714 w 699480"/>
                <a:gd name="connsiteY146" fmla="*/ 299728 h 450586"/>
                <a:gd name="connsiteX147" fmla="*/ 522048 w 699480"/>
                <a:gd name="connsiteY147" fmla="*/ 301561 h 450586"/>
                <a:gd name="connsiteX148" fmla="*/ 499466 w 699480"/>
                <a:gd name="connsiteY148" fmla="*/ 314143 h 450586"/>
                <a:gd name="connsiteX149" fmla="*/ 465719 w 699480"/>
                <a:gd name="connsiteY149" fmla="*/ 315893 h 450586"/>
                <a:gd name="connsiteX150" fmla="*/ 441555 w 699480"/>
                <a:gd name="connsiteY150" fmla="*/ 305311 h 450586"/>
                <a:gd name="connsiteX151" fmla="*/ 441555 w 699480"/>
                <a:gd name="connsiteY151" fmla="*/ 305311 h 450586"/>
                <a:gd name="connsiteX152" fmla="*/ 568460 w 699480"/>
                <a:gd name="connsiteY152" fmla="*/ 296895 h 450586"/>
                <a:gd name="connsiteX153" fmla="*/ 568293 w 699480"/>
                <a:gd name="connsiteY153" fmla="*/ 294145 h 450586"/>
                <a:gd name="connsiteX154" fmla="*/ 574543 w 699480"/>
                <a:gd name="connsiteY154" fmla="*/ 290479 h 450586"/>
                <a:gd name="connsiteX155" fmla="*/ 596124 w 699480"/>
                <a:gd name="connsiteY155" fmla="*/ 278313 h 450586"/>
                <a:gd name="connsiteX156" fmla="*/ 612456 w 699480"/>
                <a:gd name="connsiteY156" fmla="*/ 281480 h 450586"/>
                <a:gd name="connsiteX157" fmla="*/ 640370 w 699480"/>
                <a:gd name="connsiteY157" fmla="*/ 275563 h 450586"/>
                <a:gd name="connsiteX158" fmla="*/ 605540 w 699480"/>
                <a:gd name="connsiteY158" fmla="*/ 303561 h 450586"/>
                <a:gd name="connsiteX159" fmla="*/ 568460 w 699480"/>
                <a:gd name="connsiteY159" fmla="*/ 296895 h 450586"/>
                <a:gd name="connsiteX160" fmla="*/ 568460 w 699480"/>
                <a:gd name="connsiteY160" fmla="*/ 296895 h 450586"/>
                <a:gd name="connsiteX161" fmla="*/ 661702 w 699480"/>
                <a:gd name="connsiteY161" fmla="*/ 225568 h 450586"/>
                <a:gd name="connsiteX162" fmla="*/ 636454 w 699480"/>
                <a:gd name="connsiteY162" fmla="*/ 261231 h 450586"/>
                <a:gd name="connsiteX163" fmla="*/ 592708 w 699480"/>
                <a:gd name="connsiteY163" fmla="*/ 264731 h 450586"/>
                <a:gd name="connsiteX164" fmla="*/ 567710 w 699480"/>
                <a:gd name="connsiteY164" fmla="*/ 276313 h 450586"/>
                <a:gd name="connsiteX165" fmla="*/ 525464 w 699480"/>
                <a:gd name="connsiteY165" fmla="*/ 285562 h 450586"/>
                <a:gd name="connsiteX166" fmla="*/ 496467 w 699480"/>
                <a:gd name="connsiteY166" fmla="*/ 281563 h 450586"/>
                <a:gd name="connsiteX167" fmla="*/ 455470 w 699480"/>
                <a:gd name="connsiteY167" fmla="*/ 294062 h 450586"/>
                <a:gd name="connsiteX168" fmla="*/ 428639 w 699480"/>
                <a:gd name="connsiteY168" fmla="*/ 282313 h 450586"/>
                <a:gd name="connsiteX169" fmla="*/ 397725 w 699480"/>
                <a:gd name="connsiteY169" fmla="*/ 300645 h 450586"/>
                <a:gd name="connsiteX170" fmla="*/ 357063 w 699480"/>
                <a:gd name="connsiteY170" fmla="*/ 295395 h 450586"/>
                <a:gd name="connsiteX171" fmla="*/ 338481 w 699480"/>
                <a:gd name="connsiteY171" fmla="*/ 297061 h 450586"/>
                <a:gd name="connsiteX172" fmla="*/ 296984 w 699480"/>
                <a:gd name="connsiteY172" fmla="*/ 309060 h 450586"/>
                <a:gd name="connsiteX173" fmla="*/ 275820 w 699480"/>
                <a:gd name="connsiteY173" fmla="*/ 300728 h 450586"/>
                <a:gd name="connsiteX174" fmla="*/ 267487 w 699480"/>
                <a:gd name="connsiteY174" fmla="*/ 297061 h 450586"/>
                <a:gd name="connsiteX175" fmla="*/ 245156 w 699480"/>
                <a:gd name="connsiteY175" fmla="*/ 307811 h 450586"/>
                <a:gd name="connsiteX176" fmla="*/ 205326 w 699480"/>
                <a:gd name="connsiteY176" fmla="*/ 309977 h 450586"/>
                <a:gd name="connsiteX177" fmla="*/ 200410 w 699480"/>
                <a:gd name="connsiteY177" fmla="*/ 308060 h 450586"/>
                <a:gd name="connsiteX178" fmla="*/ 182911 w 699480"/>
                <a:gd name="connsiteY178" fmla="*/ 293895 h 450586"/>
                <a:gd name="connsiteX179" fmla="*/ 150747 w 699480"/>
                <a:gd name="connsiteY179" fmla="*/ 308810 h 450586"/>
                <a:gd name="connsiteX180" fmla="*/ 124667 w 699480"/>
                <a:gd name="connsiteY180" fmla="*/ 302644 h 450586"/>
                <a:gd name="connsiteX181" fmla="*/ 114168 w 699480"/>
                <a:gd name="connsiteY181" fmla="*/ 294728 h 450586"/>
                <a:gd name="connsiteX182" fmla="*/ 84837 w 699480"/>
                <a:gd name="connsiteY182" fmla="*/ 293145 h 450586"/>
                <a:gd name="connsiteX183" fmla="*/ 65255 w 699480"/>
                <a:gd name="connsiteY183" fmla="*/ 268397 h 450586"/>
                <a:gd name="connsiteX184" fmla="*/ 74171 w 699480"/>
                <a:gd name="connsiteY184" fmla="*/ 243566 h 450586"/>
                <a:gd name="connsiteX185" fmla="*/ 88586 w 699480"/>
                <a:gd name="connsiteY185" fmla="*/ 259565 h 450586"/>
                <a:gd name="connsiteX186" fmla="*/ 121667 w 699480"/>
                <a:gd name="connsiteY186" fmla="*/ 271480 h 450586"/>
                <a:gd name="connsiteX187" fmla="*/ 161330 w 699480"/>
                <a:gd name="connsiteY187" fmla="*/ 257815 h 450586"/>
                <a:gd name="connsiteX188" fmla="*/ 183995 w 699480"/>
                <a:gd name="connsiteY188" fmla="*/ 247982 h 450586"/>
                <a:gd name="connsiteX189" fmla="*/ 219325 w 699480"/>
                <a:gd name="connsiteY189" fmla="*/ 257648 h 450586"/>
                <a:gd name="connsiteX190" fmla="*/ 257655 w 699480"/>
                <a:gd name="connsiteY190" fmla="*/ 260981 h 450586"/>
                <a:gd name="connsiteX191" fmla="*/ 314066 w 699480"/>
                <a:gd name="connsiteY191" fmla="*/ 243316 h 450586"/>
                <a:gd name="connsiteX192" fmla="*/ 357645 w 699480"/>
                <a:gd name="connsiteY192" fmla="*/ 252149 h 450586"/>
                <a:gd name="connsiteX193" fmla="*/ 407558 w 699480"/>
                <a:gd name="connsiteY193" fmla="*/ 239983 h 450586"/>
                <a:gd name="connsiteX194" fmla="*/ 432222 w 699480"/>
                <a:gd name="connsiteY194" fmla="*/ 231151 h 450586"/>
                <a:gd name="connsiteX195" fmla="*/ 464219 w 699480"/>
                <a:gd name="connsiteY195" fmla="*/ 232650 h 450586"/>
                <a:gd name="connsiteX196" fmla="*/ 510382 w 699480"/>
                <a:gd name="connsiteY196" fmla="*/ 231651 h 450586"/>
                <a:gd name="connsiteX197" fmla="*/ 560044 w 699480"/>
                <a:gd name="connsiteY197" fmla="*/ 213069 h 450586"/>
                <a:gd name="connsiteX198" fmla="*/ 583792 w 699480"/>
                <a:gd name="connsiteY198" fmla="*/ 215319 h 450586"/>
                <a:gd name="connsiteX199" fmla="*/ 605623 w 699480"/>
                <a:gd name="connsiteY199" fmla="*/ 208403 h 450586"/>
                <a:gd name="connsiteX200" fmla="*/ 638370 w 699480"/>
                <a:gd name="connsiteY200" fmla="*/ 196237 h 450586"/>
                <a:gd name="connsiteX201" fmla="*/ 656285 w 699480"/>
                <a:gd name="connsiteY201" fmla="*/ 193737 h 450586"/>
                <a:gd name="connsiteX202" fmla="*/ 661702 w 699480"/>
                <a:gd name="connsiteY202" fmla="*/ 225568 h 450586"/>
                <a:gd name="connsiteX203" fmla="*/ 661702 w 699480"/>
                <a:gd name="connsiteY203" fmla="*/ 225568 h 450586"/>
                <a:gd name="connsiteX204" fmla="*/ 658868 w 699480"/>
                <a:gd name="connsiteY204" fmla="*/ 179239 h 450586"/>
                <a:gd name="connsiteX205" fmla="*/ 616872 w 699480"/>
                <a:gd name="connsiteY205" fmla="*/ 186488 h 450586"/>
                <a:gd name="connsiteX206" fmla="*/ 577126 w 699480"/>
                <a:gd name="connsiteY206" fmla="*/ 199070 h 450586"/>
                <a:gd name="connsiteX207" fmla="*/ 542129 w 699480"/>
                <a:gd name="connsiteY207" fmla="*/ 201570 h 450586"/>
                <a:gd name="connsiteX208" fmla="*/ 505466 w 699480"/>
                <a:gd name="connsiteY208" fmla="*/ 217402 h 450586"/>
                <a:gd name="connsiteX209" fmla="*/ 418223 w 699480"/>
                <a:gd name="connsiteY209" fmla="*/ 221485 h 450586"/>
                <a:gd name="connsiteX210" fmla="*/ 385476 w 699480"/>
                <a:gd name="connsiteY210" fmla="*/ 235150 h 450586"/>
                <a:gd name="connsiteX211" fmla="*/ 337231 w 699480"/>
                <a:gd name="connsiteY211" fmla="*/ 234151 h 450586"/>
                <a:gd name="connsiteX212" fmla="*/ 304317 w 699480"/>
                <a:gd name="connsiteY212" fmla="*/ 228651 h 450586"/>
                <a:gd name="connsiteX213" fmla="*/ 263987 w 699480"/>
                <a:gd name="connsiteY213" fmla="*/ 242066 h 450586"/>
                <a:gd name="connsiteX214" fmla="*/ 221824 w 699480"/>
                <a:gd name="connsiteY214" fmla="*/ 242233 h 450586"/>
                <a:gd name="connsiteX215" fmla="*/ 188411 w 699480"/>
                <a:gd name="connsiteY215" fmla="*/ 232817 h 450586"/>
                <a:gd name="connsiteX216" fmla="*/ 112834 w 699480"/>
                <a:gd name="connsiteY216" fmla="*/ 258898 h 450586"/>
                <a:gd name="connsiteX217" fmla="*/ 81504 w 699480"/>
                <a:gd name="connsiteY217" fmla="*/ 232817 h 450586"/>
                <a:gd name="connsiteX218" fmla="*/ 47923 w 699480"/>
                <a:gd name="connsiteY218" fmla="*/ 229901 h 450586"/>
                <a:gd name="connsiteX219" fmla="*/ 21759 w 699480"/>
                <a:gd name="connsiteY219" fmla="*/ 230234 h 450586"/>
                <a:gd name="connsiteX220" fmla="*/ 20176 w 699480"/>
                <a:gd name="connsiteY220" fmla="*/ 220068 h 450586"/>
                <a:gd name="connsiteX221" fmla="*/ 29842 w 699480"/>
                <a:gd name="connsiteY221" fmla="*/ 213569 h 450586"/>
                <a:gd name="connsiteX222" fmla="*/ 47757 w 699480"/>
                <a:gd name="connsiteY222" fmla="*/ 201987 h 450586"/>
                <a:gd name="connsiteX223" fmla="*/ 65838 w 699480"/>
                <a:gd name="connsiteY223" fmla="*/ 191987 h 450586"/>
                <a:gd name="connsiteX224" fmla="*/ 85004 w 699480"/>
                <a:gd name="connsiteY224" fmla="*/ 201403 h 450586"/>
                <a:gd name="connsiteX225" fmla="*/ 164580 w 699480"/>
                <a:gd name="connsiteY225" fmla="*/ 218568 h 450586"/>
                <a:gd name="connsiteX226" fmla="*/ 336231 w 699480"/>
                <a:gd name="connsiteY226" fmla="*/ 208403 h 450586"/>
                <a:gd name="connsiteX227" fmla="*/ 518131 w 699480"/>
                <a:gd name="connsiteY227" fmla="*/ 185571 h 450586"/>
                <a:gd name="connsiteX228" fmla="*/ 595707 w 699480"/>
                <a:gd name="connsiteY228" fmla="*/ 167573 h 450586"/>
                <a:gd name="connsiteX229" fmla="*/ 644953 w 699480"/>
                <a:gd name="connsiteY229" fmla="*/ 135826 h 450586"/>
                <a:gd name="connsiteX230" fmla="*/ 675450 w 699480"/>
                <a:gd name="connsiteY230" fmla="*/ 146658 h 450586"/>
                <a:gd name="connsiteX231" fmla="*/ 658868 w 699480"/>
                <a:gd name="connsiteY231" fmla="*/ 179239 h 450586"/>
                <a:gd name="connsiteX232" fmla="*/ 658868 w 699480"/>
                <a:gd name="connsiteY232" fmla="*/ 179239 h 45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699480" h="450586">
                  <a:moveTo>
                    <a:pt x="650786" y="123077"/>
                  </a:moveTo>
                  <a:cubicBezTo>
                    <a:pt x="653286" y="113495"/>
                    <a:pt x="652536" y="102579"/>
                    <a:pt x="650203" y="93330"/>
                  </a:cubicBezTo>
                  <a:cubicBezTo>
                    <a:pt x="647203" y="81414"/>
                    <a:pt x="638287" y="73332"/>
                    <a:pt x="630788" y="64082"/>
                  </a:cubicBezTo>
                  <a:cubicBezTo>
                    <a:pt x="621039" y="52084"/>
                    <a:pt x="608206" y="43334"/>
                    <a:pt x="594291" y="36585"/>
                  </a:cubicBezTo>
                  <a:cubicBezTo>
                    <a:pt x="585375" y="31002"/>
                    <a:pt x="575959" y="26169"/>
                    <a:pt x="565377" y="22170"/>
                  </a:cubicBezTo>
                  <a:cubicBezTo>
                    <a:pt x="538379" y="11920"/>
                    <a:pt x="510549" y="6838"/>
                    <a:pt x="481885" y="3838"/>
                  </a:cubicBezTo>
                  <a:cubicBezTo>
                    <a:pt x="423473" y="-2328"/>
                    <a:pt x="364978" y="-995"/>
                    <a:pt x="306900" y="7338"/>
                  </a:cubicBezTo>
                  <a:cubicBezTo>
                    <a:pt x="248989" y="15587"/>
                    <a:pt x="193160" y="27336"/>
                    <a:pt x="141248" y="55583"/>
                  </a:cubicBezTo>
                  <a:cubicBezTo>
                    <a:pt x="119084" y="67665"/>
                    <a:pt x="98669" y="82831"/>
                    <a:pt x="81754" y="101579"/>
                  </a:cubicBezTo>
                  <a:cubicBezTo>
                    <a:pt x="67588" y="117328"/>
                    <a:pt x="51506" y="137576"/>
                    <a:pt x="49923" y="159574"/>
                  </a:cubicBezTo>
                  <a:cubicBezTo>
                    <a:pt x="49090" y="170906"/>
                    <a:pt x="52340" y="178989"/>
                    <a:pt x="57923" y="185155"/>
                  </a:cubicBezTo>
                  <a:cubicBezTo>
                    <a:pt x="53590" y="186655"/>
                    <a:pt x="49257" y="189154"/>
                    <a:pt x="45674" y="191071"/>
                  </a:cubicBezTo>
                  <a:cubicBezTo>
                    <a:pt x="33091" y="197904"/>
                    <a:pt x="14677" y="205070"/>
                    <a:pt x="5177" y="215985"/>
                  </a:cubicBezTo>
                  <a:cubicBezTo>
                    <a:pt x="-489" y="222568"/>
                    <a:pt x="-2489" y="232317"/>
                    <a:pt x="4261" y="238650"/>
                  </a:cubicBezTo>
                  <a:cubicBezTo>
                    <a:pt x="12260" y="246149"/>
                    <a:pt x="30175" y="244066"/>
                    <a:pt x="40008" y="243650"/>
                  </a:cubicBezTo>
                  <a:cubicBezTo>
                    <a:pt x="48923" y="243233"/>
                    <a:pt x="57923" y="240067"/>
                    <a:pt x="66839" y="241400"/>
                  </a:cubicBezTo>
                  <a:cubicBezTo>
                    <a:pt x="57506" y="250399"/>
                    <a:pt x="52840" y="271064"/>
                    <a:pt x="54340" y="281730"/>
                  </a:cubicBezTo>
                  <a:cubicBezTo>
                    <a:pt x="55839" y="291895"/>
                    <a:pt x="61672" y="298645"/>
                    <a:pt x="69505" y="302644"/>
                  </a:cubicBezTo>
                  <a:cubicBezTo>
                    <a:pt x="62255" y="314143"/>
                    <a:pt x="58839" y="330809"/>
                    <a:pt x="64339" y="342724"/>
                  </a:cubicBezTo>
                  <a:cubicBezTo>
                    <a:pt x="61422" y="344474"/>
                    <a:pt x="59506" y="348057"/>
                    <a:pt x="58089" y="350973"/>
                  </a:cubicBezTo>
                  <a:cubicBezTo>
                    <a:pt x="53673" y="360139"/>
                    <a:pt x="53756" y="373138"/>
                    <a:pt x="56089" y="382804"/>
                  </a:cubicBezTo>
                  <a:cubicBezTo>
                    <a:pt x="61089" y="404219"/>
                    <a:pt x="71005" y="428466"/>
                    <a:pt x="93169" y="436549"/>
                  </a:cubicBezTo>
                  <a:cubicBezTo>
                    <a:pt x="118250" y="445631"/>
                    <a:pt x="149081" y="447131"/>
                    <a:pt x="175579" y="448714"/>
                  </a:cubicBezTo>
                  <a:cubicBezTo>
                    <a:pt x="206659" y="450631"/>
                    <a:pt x="237657" y="450381"/>
                    <a:pt x="268820" y="450048"/>
                  </a:cubicBezTo>
                  <a:cubicBezTo>
                    <a:pt x="300317" y="449714"/>
                    <a:pt x="330898" y="451797"/>
                    <a:pt x="362562" y="449464"/>
                  </a:cubicBezTo>
                  <a:cubicBezTo>
                    <a:pt x="394892" y="447048"/>
                    <a:pt x="427056" y="444298"/>
                    <a:pt x="459303" y="440382"/>
                  </a:cubicBezTo>
                  <a:cubicBezTo>
                    <a:pt x="519881" y="432883"/>
                    <a:pt x="583292" y="420884"/>
                    <a:pt x="636454" y="389386"/>
                  </a:cubicBezTo>
                  <a:cubicBezTo>
                    <a:pt x="647369" y="382887"/>
                    <a:pt x="660701" y="375304"/>
                    <a:pt x="668201" y="364722"/>
                  </a:cubicBezTo>
                  <a:cubicBezTo>
                    <a:pt x="676200" y="353473"/>
                    <a:pt x="679867" y="337475"/>
                    <a:pt x="681450" y="323976"/>
                  </a:cubicBezTo>
                  <a:cubicBezTo>
                    <a:pt x="684450" y="298061"/>
                    <a:pt x="678867" y="275647"/>
                    <a:pt x="658618" y="261148"/>
                  </a:cubicBezTo>
                  <a:cubicBezTo>
                    <a:pt x="661535" y="257898"/>
                    <a:pt x="664118" y="254315"/>
                    <a:pt x="666534" y="250482"/>
                  </a:cubicBezTo>
                  <a:cubicBezTo>
                    <a:pt x="672200" y="241233"/>
                    <a:pt x="676450" y="229817"/>
                    <a:pt x="676534" y="218902"/>
                  </a:cubicBezTo>
                  <a:cubicBezTo>
                    <a:pt x="676617" y="208903"/>
                    <a:pt x="672534" y="200153"/>
                    <a:pt x="668951" y="191238"/>
                  </a:cubicBezTo>
                  <a:cubicBezTo>
                    <a:pt x="680616" y="187571"/>
                    <a:pt x="691699" y="181322"/>
                    <a:pt x="696615" y="169406"/>
                  </a:cubicBezTo>
                  <a:cubicBezTo>
                    <a:pt x="709697" y="138242"/>
                    <a:pt x="675117" y="129243"/>
                    <a:pt x="650786" y="123077"/>
                  </a:cubicBezTo>
                  <a:lnTo>
                    <a:pt x="650786" y="123077"/>
                  </a:lnTo>
                  <a:close/>
                  <a:moveTo>
                    <a:pt x="92253" y="113828"/>
                  </a:moveTo>
                  <a:cubicBezTo>
                    <a:pt x="108002" y="95913"/>
                    <a:pt x="126916" y="81414"/>
                    <a:pt x="147664" y="69749"/>
                  </a:cubicBezTo>
                  <a:cubicBezTo>
                    <a:pt x="193910" y="43668"/>
                    <a:pt x="244322" y="31752"/>
                    <a:pt x="296235" y="23586"/>
                  </a:cubicBezTo>
                  <a:cubicBezTo>
                    <a:pt x="352729" y="14753"/>
                    <a:pt x="408558" y="12004"/>
                    <a:pt x="465636" y="15670"/>
                  </a:cubicBezTo>
                  <a:cubicBezTo>
                    <a:pt x="472469" y="16087"/>
                    <a:pt x="479218" y="16670"/>
                    <a:pt x="485884" y="17337"/>
                  </a:cubicBezTo>
                  <a:cubicBezTo>
                    <a:pt x="498799" y="19503"/>
                    <a:pt x="511632" y="22420"/>
                    <a:pt x="524464" y="26252"/>
                  </a:cubicBezTo>
                  <a:cubicBezTo>
                    <a:pt x="546462" y="33002"/>
                    <a:pt x="569293" y="39585"/>
                    <a:pt x="589625" y="50584"/>
                  </a:cubicBezTo>
                  <a:cubicBezTo>
                    <a:pt x="600207" y="56333"/>
                    <a:pt x="610206" y="63416"/>
                    <a:pt x="617789" y="72915"/>
                  </a:cubicBezTo>
                  <a:cubicBezTo>
                    <a:pt x="625538" y="82664"/>
                    <a:pt x="634204" y="91330"/>
                    <a:pt x="635787" y="104245"/>
                  </a:cubicBezTo>
                  <a:cubicBezTo>
                    <a:pt x="637537" y="119161"/>
                    <a:pt x="632954" y="128493"/>
                    <a:pt x="621039" y="137409"/>
                  </a:cubicBezTo>
                  <a:cubicBezTo>
                    <a:pt x="610373" y="145408"/>
                    <a:pt x="598041" y="151658"/>
                    <a:pt x="585542" y="155991"/>
                  </a:cubicBezTo>
                  <a:cubicBezTo>
                    <a:pt x="562460" y="164073"/>
                    <a:pt x="538213" y="168406"/>
                    <a:pt x="514298" y="172906"/>
                  </a:cubicBezTo>
                  <a:cubicBezTo>
                    <a:pt x="465969" y="182072"/>
                    <a:pt x="416973" y="187071"/>
                    <a:pt x="367978" y="190571"/>
                  </a:cubicBezTo>
                  <a:cubicBezTo>
                    <a:pt x="317733" y="194154"/>
                    <a:pt x="267654" y="199987"/>
                    <a:pt x="217325" y="202570"/>
                  </a:cubicBezTo>
                  <a:cubicBezTo>
                    <a:pt x="192994" y="203820"/>
                    <a:pt x="168829" y="203486"/>
                    <a:pt x="144581" y="200820"/>
                  </a:cubicBezTo>
                  <a:cubicBezTo>
                    <a:pt x="131166" y="199404"/>
                    <a:pt x="118250" y="196654"/>
                    <a:pt x="105585" y="192071"/>
                  </a:cubicBezTo>
                  <a:cubicBezTo>
                    <a:pt x="95336" y="188404"/>
                    <a:pt x="81171" y="185071"/>
                    <a:pt x="72921" y="177822"/>
                  </a:cubicBezTo>
                  <a:cubicBezTo>
                    <a:pt x="52840" y="160324"/>
                    <a:pt x="79587" y="128243"/>
                    <a:pt x="92253" y="113828"/>
                  </a:cubicBezTo>
                  <a:lnTo>
                    <a:pt x="92253" y="113828"/>
                  </a:lnTo>
                  <a:close/>
                  <a:moveTo>
                    <a:pt x="124750" y="346724"/>
                  </a:moveTo>
                  <a:cubicBezTo>
                    <a:pt x="142832" y="347890"/>
                    <a:pt x="160497" y="341057"/>
                    <a:pt x="176662" y="333892"/>
                  </a:cubicBezTo>
                  <a:cubicBezTo>
                    <a:pt x="185078" y="330142"/>
                    <a:pt x="191744" y="327142"/>
                    <a:pt x="197493" y="322059"/>
                  </a:cubicBezTo>
                  <a:cubicBezTo>
                    <a:pt x="203743" y="325142"/>
                    <a:pt x="211076" y="326559"/>
                    <a:pt x="220575" y="327142"/>
                  </a:cubicBezTo>
                  <a:cubicBezTo>
                    <a:pt x="221158" y="327142"/>
                    <a:pt x="221658" y="327142"/>
                    <a:pt x="222241" y="327142"/>
                  </a:cubicBezTo>
                  <a:cubicBezTo>
                    <a:pt x="214159" y="334475"/>
                    <a:pt x="205909" y="341474"/>
                    <a:pt x="195994" y="346140"/>
                  </a:cubicBezTo>
                  <a:cubicBezTo>
                    <a:pt x="179078" y="354140"/>
                    <a:pt x="158580" y="356473"/>
                    <a:pt x="139999" y="356473"/>
                  </a:cubicBezTo>
                  <a:cubicBezTo>
                    <a:pt x="123084" y="356390"/>
                    <a:pt x="104752" y="358806"/>
                    <a:pt x="89586" y="349973"/>
                  </a:cubicBezTo>
                  <a:cubicBezTo>
                    <a:pt x="77421" y="342890"/>
                    <a:pt x="71671" y="332142"/>
                    <a:pt x="76254" y="318059"/>
                  </a:cubicBezTo>
                  <a:cubicBezTo>
                    <a:pt x="77587" y="314060"/>
                    <a:pt x="79004" y="310060"/>
                    <a:pt x="80087" y="305977"/>
                  </a:cubicBezTo>
                  <a:cubicBezTo>
                    <a:pt x="82337" y="306394"/>
                    <a:pt x="84587" y="306644"/>
                    <a:pt x="86920" y="306727"/>
                  </a:cubicBezTo>
                  <a:cubicBezTo>
                    <a:pt x="91336" y="306894"/>
                    <a:pt x="95836" y="306311"/>
                    <a:pt x="100169" y="306311"/>
                  </a:cubicBezTo>
                  <a:cubicBezTo>
                    <a:pt x="89670" y="326225"/>
                    <a:pt x="100585" y="345224"/>
                    <a:pt x="124750" y="346724"/>
                  </a:cubicBezTo>
                  <a:lnTo>
                    <a:pt x="124750" y="346724"/>
                  </a:lnTo>
                  <a:close/>
                  <a:moveTo>
                    <a:pt x="103668" y="306560"/>
                  </a:moveTo>
                  <a:cubicBezTo>
                    <a:pt x="107335" y="306894"/>
                    <a:pt x="110918" y="307977"/>
                    <a:pt x="114168" y="310643"/>
                  </a:cubicBezTo>
                  <a:cubicBezTo>
                    <a:pt x="120250" y="315809"/>
                    <a:pt x="123333" y="321226"/>
                    <a:pt x="131499" y="323726"/>
                  </a:cubicBezTo>
                  <a:cubicBezTo>
                    <a:pt x="140332" y="326475"/>
                    <a:pt x="149498" y="325142"/>
                    <a:pt x="158080" y="322059"/>
                  </a:cubicBezTo>
                  <a:cubicBezTo>
                    <a:pt x="162496" y="320476"/>
                    <a:pt x="167080" y="318643"/>
                    <a:pt x="171162" y="316310"/>
                  </a:cubicBezTo>
                  <a:cubicBezTo>
                    <a:pt x="174162" y="314643"/>
                    <a:pt x="177995" y="310310"/>
                    <a:pt x="181662" y="308310"/>
                  </a:cubicBezTo>
                  <a:cubicBezTo>
                    <a:pt x="183828" y="311060"/>
                    <a:pt x="185911" y="313477"/>
                    <a:pt x="188161" y="315476"/>
                  </a:cubicBezTo>
                  <a:cubicBezTo>
                    <a:pt x="186078" y="316810"/>
                    <a:pt x="183995" y="318059"/>
                    <a:pt x="181662" y="319143"/>
                  </a:cubicBezTo>
                  <a:cubicBezTo>
                    <a:pt x="171829" y="323892"/>
                    <a:pt x="161830" y="328225"/>
                    <a:pt x="151497" y="331892"/>
                  </a:cubicBezTo>
                  <a:cubicBezTo>
                    <a:pt x="130333" y="339641"/>
                    <a:pt x="90586" y="339058"/>
                    <a:pt x="103668" y="306560"/>
                  </a:cubicBezTo>
                  <a:lnTo>
                    <a:pt x="103668" y="306560"/>
                  </a:lnTo>
                  <a:close/>
                  <a:moveTo>
                    <a:pt x="662618" y="334058"/>
                  </a:moveTo>
                  <a:cubicBezTo>
                    <a:pt x="659785" y="347140"/>
                    <a:pt x="655785" y="356556"/>
                    <a:pt x="645120" y="364805"/>
                  </a:cubicBezTo>
                  <a:cubicBezTo>
                    <a:pt x="635870" y="371972"/>
                    <a:pt x="626038" y="378387"/>
                    <a:pt x="615706" y="384053"/>
                  </a:cubicBezTo>
                  <a:cubicBezTo>
                    <a:pt x="570793" y="408718"/>
                    <a:pt x="516715" y="419301"/>
                    <a:pt x="466303" y="425966"/>
                  </a:cubicBezTo>
                  <a:cubicBezTo>
                    <a:pt x="418640" y="432216"/>
                    <a:pt x="369728" y="438549"/>
                    <a:pt x="321649" y="439298"/>
                  </a:cubicBezTo>
                  <a:cubicBezTo>
                    <a:pt x="297151" y="439715"/>
                    <a:pt x="272820" y="437465"/>
                    <a:pt x="248239" y="438382"/>
                  </a:cubicBezTo>
                  <a:cubicBezTo>
                    <a:pt x="224908" y="439216"/>
                    <a:pt x="201410" y="439465"/>
                    <a:pt x="178078" y="438382"/>
                  </a:cubicBezTo>
                  <a:cubicBezTo>
                    <a:pt x="163246" y="437715"/>
                    <a:pt x="149248" y="435715"/>
                    <a:pt x="134666" y="433466"/>
                  </a:cubicBezTo>
                  <a:cubicBezTo>
                    <a:pt x="122333" y="431549"/>
                    <a:pt x="108335" y="430883"/>
                    <a:pt x="96919" y="425300"/>
                  </a:cubicBezTo>
                  <a:cubicBezTo>
                    <a:pt x="79837" y="416967"/>
                    <a:pt x="56256" y="370638"/>
                    <a:pt x="70755" y="351890"/>
                  </a:cubicBezTo>
                  <a:cubicBezTo>
                    <a:pt x="81921" y="363805"/>
                    <a:pt x="99336" y="368389"/>
                    <a:pt x="115167" y="368555"/>
                  </a:cubicBezTo>
                  <a:cubicBezTo>
                    <a:pt x="156664" y="369055"/>
                    <a:pt x="212075" y="363305"/>
                    <a:pt x="238406" y="327392"/>
                  </a:cubicBezTo>
                  <a:cubicBezTo>
                    <a:pt x="251322" y="361306"/>
                    <a:pt x="302484" y="370972"/>
                    <a:pt x="334314" y="367972"/>
                  </a:cubicBezTo>
                  <a:cubicBezTo>
                    <a:pt x="357979" y="365722"/>
                    <a:pt x="402975" y="352890"/>
                    <a:pt x="412474" y="325975"/>
                  </a:cubicBezTo>
                  <a:cubicBezTo>
                    <a:pt x="432639" y="354723"/>
                    <a:pt x="474552" y="356806"/>
                    <a:pt x="507632" y="351473"/>
                  </a:cubicBezTo>
                  <a:cubicBezTo>
                    <a:pt x="524131" y="348807"/>
                    <a:pt x="541129" y="340474"/>
                    <a:pt x="553045" y="328475"/>
                  </a:cubicBezTo>
                  <a:cubicBezTo>
                    <a:pt x="559211" y="322226"/>
                    <a:pt x="566377" y="311477"/>
                    <a:pt x="568127" y="301227"/>
                  </a:cubicBezTo>
                  <a:cubicBezTo>
                    <a:pt x="585125" y="310560"/>
                    <a:pt x="598874" y="316476"/>
                    <a:pt x="620622" y="309560"/>
                  </a:cubicBezTo>
                  <a:cubicBezTo>
                    <a:pt x="637704" y="304144"/>
                    <a:pt x="653786" y="295312"/>
                    <a:pt x="652369" y="276397"/>
                  </a:cubicBezTo>
                  <a:cubicBezTo>
                    <a:pt x="656952" y="281396"/>
                    <a:pt x="660868" y="286646"/>
                    <a:pt x="662951" y="293645"/>
                  </a:cubicBezTo>
                  <a:cubicBezTo>
                    <a:pt x="666701" y="306560"/>
                    <a:pt x="665451" y="321142"/>
                    <a:pt x="662618" y="334058"/>
                  </a:cubicBezTo>
                  <a:lnTo>
                    <a:pt x="662618" y="334058"/>
                  </a:lnTo>
                  <a:close/>
                  <a:moveTo>
                    <a:pt x="306733" y="336224"/>
                  </a:moveTo>
                  <a:cubicBezTo>
                    <a:pt x="316899" y="341974"/>
                    <a:pt x="328065" y="344640"/>
                    <a:pt x="339731" y="342890"/>
                  </a:cubicBezTo>
                  <a:cubicBezTo>
                    <a:pt x="355062" y="340558"/>
                    <a:pt x="373061" y="333225"/>
                    <a:pt x="380727" y="319476"/>
                  </a:cubicBezTo>
                  <a:cubicBezTo>
                    <a:pt x="388310" y="319893"/>
                    <a:pt x="396142" y="318893"/>
                    <a:pt x="403308" y="316393"/>
                  </a:cubicBezTo>
                  <a:cubicBezTo>
                    <a:pt x="400725" y="323726"/>
                    <a:pt x="397809" y="329142"/>
                    <a:pt x="390893" y="334475"/>
                  </a:cubicBezTo>
                  <a:cubicBezTo>
                    <a:pt x="384643" y="339225"/>
                    <a:pt x="377727" y="342641"/>
                    <a:pt x="370478" y="345474"/>
                  </a:cubicBezTo>
                  <a:cubicBezTo>
                    <a:pt x="355812" y="351223"/>
                    <a:pt x="341230" y="355223"/>
                    <a:pt x="325482" y="356056"/>
                  </a:cubicBezTo>
                  <a:cubicBezTo>
                    <a:pt x="296818" y="357639"/>
                    <a:pt x="259988" y="346474"/>
                    <a:pt x="240240" y="324725"/>
                  </a:cubicBezTo>
                  <a:cubicBezTo>
                    <a:pt x="240240" y="324725"/>
                    <a:pt x="240240" y="324725"/>
                    <a:pt x="240240" y="324643"/>
                  </a:cubicBezTo>
                  <a:cubicBezTo>
                    <a:pt x="242989" y="323809"/>
                    <a:pt x="245656" y="322809"/>
                    <a:pt x="248322" y="321559"/>
                  </a:cubicBezTo>
                  <a:cubicBezTo>
                    <a:pt x="252738" y="319476"/>
                    <a:pt x="255738" y="316976"/>
                    <a:pt x="259571" y="314310"/>
                  </a:cubicBezTo>
                  <a:cubicBezTo>
                    <a:pt x="264821" y="310643"/>
                    <a:pt x="265737" y="309144"/>
                    <a:pt x="271903" y="311977"/>
                  </a:cubicBezTo>
                  <a:cubicBezTo>
                    <a:pt x="279069" y="315393"/>
                    <a:pt x="284902" y="319393"/>
                    <a:pt x="292651" y="321226"/>
                  </a:cubicBezTo>
                  <a:cubicBezTo>
                    <a:pt x="297151" y="326392"/>
                    <a:pt x="299901" y="332308"/>
                    <a:pt x="306733" y="336224"/>
                  </a:cubicBezTo>
                  <a:lnTo>
                    <a:pt x="306733" y="336224"/>
                  </a:lnTo>
                  <a:close/>
                  <a:moveTo>
                    <a:pt x="301817" y="322393"/>
                  </a:moveTo>
                  <a:cubicBezTo>
                    <a:pt x="310233" y="322892"/>
                    <a:pt x="318899" y="321726"/>
                    <a:pt x="326815" y="319143"/>
                  </a:cubicBezTo>
                  <a:cubicBezTo>
                    <a:pt x="336314" y="315976"/>
                    <a:pt x="344064" y="307311"/>
                    <a:pt x="354063" y="310810"/>
                  </a:cubicBezTo>
                  <a:cubicBezTo>
                    <a:pt x="360228" y="312977"/>
                    <a:pt x="364895" y="315643"/>
                    <a:pt x="370395" y="317476"/>
                  </a:cubicBezTo>
                  <a:cubicBezTo>
                    <a:pt x="369144" y="319059"/>
                    <a:pt x="367895" y="320559"/>
                    <a:pt x="366228" y="321809"/>
                  </a:cubicBezTo>
                  <a:cubicBezTo>
                    <a:pt x="357729" y="328392"/>
                    <a:pt x="344397" y="334058"/>
                    <a:pt x="333481" y="334558"/>
                  </a:cubicBezTo>
                  <a:cubicBezTo>
                    <a:pt x="326982" y="334808"/>
                    <a:pt x="320399" y="333058"/>
                    <a:pt x="314483" y="330809"/>
                  </a:cubicBezTo>
                  <a:cubicBezTo>
                    <a:pt x="309067" y="328642"/>
                    <a:pt x="305567" y="325559"/>
                    <a:pt x="301817" y="322393"/>
                  </a:cubicBezTo>
                  <a:lnTo>
                    <a:pt x="301817" y="322393"/>
                  </a:lnTo>
                  <a:close/>
                  <a:moveTo>
                    <a:pt x="413890" y="311393"/>
                  </a:moveTo>
                  <a:cubicBezTo>
                    <a:pt x="417057" y="309477"/>
                    <a:pt x="420057" y="307227"/>
                    <a:pt x="422806" y="304811"/>
                  </a:cubicBezTo>
                  <a:cubicBezTo>
                    <a:pt x="427139" y="301061"/>
                    <a:pt x="427556" y="299311"/>
                    <a:pt x="431722" y="301061"/>
                  </a:cubicBezTo>
                  <a:cubicBezTo>
                    <a:pt x="439471" y="308977"/>
                    <a:pt x="445471" y="318559"/>
                    <a:pt x="456137" y="322892"/>
                  </a:cubicBezTo>
                  <a:cubicBezTo>
                    <a:pt x="466303" y="326975"/>
                    <a:pt x="478635" y="326475"/>
                    <a:pt x="489301" y="325559"/>
                  </a:cubicBezTo>
                  <a:cubicBezTo>
                    <a:pt x="499383" y="324725"/>
                    <a:pt x="511798" y="323559"/>
                    <a:pt x="520631" y="318059"/>
                  </a:cubicBezTo>
                  <a:cubicBezTo>
                    <a:pt x="523964" y="315976"/>
                    <a:pt x="526630" y="313477"/>
                    <a:pt x="528547" y="310060"/>
                  </a:cubicBezTo>
                  <a:cubicBezTo>
                    <a:pt x="529964" y="307477"/>
                    <a:pt x="530297" y="304228"/>
                    <a:pt x="531297" y="301394"/>
                  </a:cubicBezTo>
                  <a:cubicBezTo>
                    <a:pt x="536963" y="301978"/>
                    <a:pt x="542796" y="301728"/>
                    <a:pt x="548545" y="300728"/>
                  </a:cubicBezTo>
                  <a:cubicBezTo>
                    <a:pt x="551545" y="300228"/>
                    <a:pt x="554461" y="299478"/>
                    <a:pt x="557294" y="298561"/>
                  </a:cubicBezTo>
                  <a:cubicBezTo>
                    <a:pt x="555378" y="303644"/>
                    <a:pt x="552461" y="311393"/>
                    <a:pt x="552628" y="311060"/>
                  </a:cubicBezTo>
                  <a:cubicBezTo>
                    <a:pt x="548378" y="319393"/>
                    <a:pt x="541296" y="324809"/>
                    <a:pt x="533630" y="329642"/>
                  </a:cubicBezTo>
                  <a:cubicBezTo>
                    <a:pt x="521464" y="337308"/>
                    <a:pt x="508465" y="341557"/>
                    <a:pt x="493967" y="342141"/>
                  </a:cubicBezTo>
                  <a:cubicBezTo>
                    <a:pt x="464886" y="343307"/>
                    <a:pt x="434472" y="342224"/>
                    <a:pt x="413807" y="320143"/>
                  </a:cubicBezTo>
                  <a:cubicBezTo>
                    <a:pt x="414224" y="317560"/>
                    <a:pt x="414307" y="314893"/>
                    <a:pt x="413974" y="312060"/>
                  </a:cubicBezTo>
                  <a:cubicBezTo>
                    <a:pt x="414057" y="311893"/>
                    <a:pt x="413890" y="311643"/>
                    <a:pt x="413890" y="311393"/>
                  </a:cubicBezTo>
                  <a:lnTo>
                    <a:pt x="413890" y="311393"/>
                  </a:lnTo>
                  <a:close/>
                  <a:moveTo>
                    <a:pt x="441555" y="305311"/>
                  </a:moveTo>
                  <a:cubicBezTo>
                    <a:pt x="456720" y="311310"/>
                    <a:pt x="471969" y="312977"/>
                    <a:pt x="488217" y="305311"/>
                  </a:cubicBezTo>
                  <a:cubicBezTo>
                    <a:pt x="499716" y="299894"/>
                    <a:pt x="505216" y="293395"/>
                    <a:pt x="518548" y="298395"/>
                  </a:cubicBezTo>
                  <a:cubicBezTo>
                    <a:pt x="519881" y="298895"/>
                    <a:pt x="521297" y="299311"/>
                    <a:pt x="522714" y="299728"/>
                  </a:cubicBezTo>
                  <a:cubicBezTo>
                    <a:pt x="522548" y="300311"/>
                    <a:pt x="522381" y="300978"/>
                    <a:pt x="522048" y="301561"/>
                  </a:cubicBezTo>
                  <a:cubicBezTo>
                    <a:pt x="517131" y="311977"/>
                    <a:pt x="509798" y="312560"/>
                    <a:pt x="499466" y="314143"/>
                  </a:cubicBezTo>
                  <a:cubicBezTo>
                    <a:pt x="488717" y="315809"/>
                    <a:pt x="476552" y="317810"/>
                    <a:pt x="465719" y="315893"/>
                  </a:cubicBezTo>
                  <a:cubicBezTo>
                    <a:pt x="458470" y="314560"/>
                    <a:pt x="449387" y="310060"/>
                    <a:pt x="441555" y="305311"/>
                  </a:cubicBezTo>
                  <a:lnTo>
                    <a:pt x="441555" y="305311"/>
                  </a:lnTo>
                  <a:close/>
                  <a:moveTo>
                    <a:pt x="568460" y="296895"/>
                  </a:moveTo>
                  <a:cubicBezTo>
                    <a:pt x="568460" y="295978"/>
                    <a:pt x="568460" y="295062"/>
                    <a:pt x="568293" y="294145"/>
                  </a:cubicBezTo>
                  <a:cubicBezTo>
                    <a:pt x="570460" y="293062"/>
                    <a:pt x="572543" y="291812"/>
                    <a:pt x="574543" y="290479"/>
                  </a:cubicBezTo>
                  <a:cubicBezTo>
                    <a:pt x="581209" y="286062"/>
                    <a:pt x="587042" y="277980"/>
                    <a:pt x="596124" y="278313"/>
                  </a:cubicBezTo>
                  <a:cubicBezTo>
                    <a:pt x="601457" y="278480"/>
                    <a:pt x="606957" y="281230"/>
                    <a:pt x="612456" y="281480"/>
                  </a:cubicBezTo>
                  <a:cubicBezTo>
                    <a:pt x="622705" y="282063"/>
                    <a:pt x="632038" y="279813"/>
                    <a:pt x="640370" y="275563"/>
                  </a:cubicBezTo>
                  <a:cubicBezTo>
                    <a:pt x="637370" y="293062"/>
                    <a:pt x="622539" y="300394"/>
                    <a:pt x="605540" y="303561"/>
                  </a:cubicBezTo>
                  <a:cubicBezTo>
                    <a:pt x="592041" y="306061"/>
                    <a:pt x="580625" y="301145"/>
                    <a:pt x="568460" y="296895"/>
                  </a:cubicBezTo>
                  <a:lnTo>
                    <a:pt x="568460" y="296895"/>
                  </a:lnTo>
                  <a:close/>
                  <a:moveTo>
                    <a:pt x="661702" y="225568"/>
                  </a:moveTo>
                  <a:cubicBezTo>
                    <a:pt x="658868" y="239733"/>
                    <a:pt x="648036" y="253065"/>
                    <a:pt x="636454" y="261231"/>
                  </a:cubicBezTo>
                  <a:cubicBezTo>
                    <a:pt x="621205" y="271980"/>
                    <a:pt x="608873" y="265814"/>
                    <a:pt x="592708" y="264731"/>
                  </a:cubicBezTo>
                  <a:cubicBezTo>
                    <a:pt x="582292" y="264064"/>
                    <a:pt x="576126" y="271147"/>
                    <a:pt x="567710" y="276313"/>
                  </a:cubicBezTo>
                  <a:cubicBezTo>
                    <a:pt x="555378" y="284063"/>
                    <a:pt x="540046" y="289395"/>
                    <a:pt x="525464" y="285562"/>
                  </a:cubicBezTo>
                  <a:cubicBezTo>
                    <a:pt x="513798" y="282479"/>
                    <a:pt x="508049" y="274313"/>
                    <a:pt x="496467" y="281563"/>
                  </a:cubicBezTo>
                  <a:cubicBezTo>
                    <a:pt x="483217" y="289812"/>
                    <a:pt x="472218" y="296978"/>
                    <a:pt x="455470" y="294062"/>
                  </a:cubicBezTo>
                  <a:cubicBezTo>
                    <a:pt x="445721" y="292395"/>
                    <a:pt x="438305" y="282146"/>
                    <a:pt x="428639" y="282313"/>
                  </a:cubicBezTo>
                  <a:cubicBezTo>
                    <a:pt x="417390" y="282563"/>
                    <a:pt x="408141" y="296895"/>
                    <a:pt x="397725" y="300645"/>
                  </a:cubicBezTo>
                  <a:cubicBezTo>
                    <a:pt x="382060" y="306311"/>
                    <a:pt x="370978" y="302228"/>
                    <a:pt x="357063" y="295395"/>
                  </a:cubicBezTo>
                  <a:cubicBezTo>
                    <a:pt x="349646" y="291728"/>
                    <a:pt x="345313" y="292562"/>
                    <a:pt x="338481" y="297061"/>
                  </a:cubicBezTo>
                  <a:cubicBezTo>
                    <a:pt x="325732" y="305394"/>
                    <a:pt x="312566" y="310643"/>
                    <a:pt x="296984" y="309060"/>
                  </a:cubicBezTo>
                  <a:cubicBezTo>
                    <a:pt x="287985" y="308144"/>
                    <a:pt x="283152" y="305061"/>
                    <a:pt x="275820" y="300728"/>
                  </a:cubicBezTo>
                  <a:cubicBezTo>
                    <a:pt x="273237" y="299145"/>
                    <a:pt x="270653" y="297395"/>
                    <a:pt x="267487" y="297061"/>
                  </a:cubicBezTo>
                  <a:cubicBezTo>
                    <a:pt x="258571" y="296062"/>
                    <a:pt x="252655" y="304644"/>
                    <a:pt x="245156" y="307811"/>
                  </a:cubicBezTo>
                  <a:cubicBezTo>
                    <a:pt x="233407" y="312726"/>
                    <a:pt x="217825" y="313560"/>
                    <a:pt x="205326" y="309977"/>
                  </a:cubicBezTo>
                  <a:cubicBezTo>
                    <a:pt x="204409" y="308477"/>
                    <a:pt x="202243" y="307560"/>
                    <a:pt x="200410" y="308060"/>
                  </a:cubicBezTo>
                  <a:cubicBezTo>
                    <a:pt x="193660" y="303811"/>
                    <a:pt x="191411" y="294478"/>
                    <a:pt x="182911" y="293895"/>
                  </a:cubicBezTo>
                  <a:cubicBezTo>
                    <a:pt x="171996" y="293229"/>
                    <a:pt x="160913" y="305727"/>
                    <a:pt x="150747" y="308810"/>
                  </a:cubicBezTo>
                  <a:cubicBezTo>
                    <a:pt x="139749" y="312144"/>
                    <a:pt x="132916" y="309560"/>
                    <a:pt x="124667" y="302644"/>
                  </a:cubicBezTo>
                  <a:cubicBezTo>
                    <a:pt x="121167" y="299728"/>
                    <a:pt x="118500" y="296395"/>
                    <a:pt x="114168" y="294728"/>
                  </a:cubicBezTo>
                  <a:cubicBezTo>
                    <a:pt x="104835" y="291145"/>
                    <a:pt x="94503" y="294062"/>
                    <a:pt x="84837" y="293145"/>
                  </a:cubicBezTo>
                  <a:cubicBezTo>
                    <a:pt x="71171" y="291895"/>
                    <a:pt x="63839" y="282563"/>
                    <a:pt x="65255" y="268397"/>
                  </a:cubicBezTo>
                  <a:cubicBezTo>
                    <a:pt x="65922" y="261481"/>
                    <a:pt x="68088" y="247982"/>
                    <a:pt x="74171" y="243566"/>
                  </a:cubicBezTo>
                  <a:cubicBezTo>
                    <a:pt x="80587" y="247149"/>
                    <a:pt x="83337" y="253732"/>
                    <a:pt x="88586" y="259565"/>
                  </a:cubicBezTo>
                  <a:cubicBezTo>
                    <a:pt x="97919" y="269814"/>
                    <a:pt x="108168" y="272730"/>
                    <a:pt x="121667" y="271480"/>
                  </a:cubicBezTo>
                  <a:cubicBezTo>
                    <a:pt x="136249" y="270147"/>
                    <a:pt x="148331" y="264231"/>
                    <a:pt x="161330" y="257815"/>
                  </a:cubicBezTo>
                  <a:cubicBezTo>
                    <a:pt x="168663" y="254149"/>
                    <a:pt x="176079" y="250316"/>
                    <a:pt x="183995" y="247982"/>
                  </a:cubicBezTo>
                  <a:cubicBezTo>
                    <a:pt x="199577" y="243400"/>
                    <a:pt x="206576" y="252232"/>
                    <a:pt x="219325" y="257648"/>
                  </a:cubicBezTo>
                  <a:cubicBezTo>
                    <a:pt x="231240" y="262731"/>
                    <a:pt x="245156" y="263981"/>
                    <a:pt x="257655" y="260981"/>
                  </a:cubicBezTo>
                  <a:cubicBezTo>
                    <a:pt x="276486" y="256482"/>
                    <a:pt x="294485" y="242650"/>
                    <a:pt x="314066" y="243316"/>
                  </a:cubicBezTo>
                  <a:cubicBezTo>
                    <a:pt x="328982" y="243816"/>
                    <a:pt x="342647" y="251316"/>
                    <a:pt x="357645" y="252149"/>
                  </a:cubicBezTo>
                  <a:cubicBezTo>
                    <a:pt x="375144" y="253149"/>
                    <a:pt x="391976" y="247399"/>
                    <a:pt x="407558" y="239983"/>
                  </a:cubicBezTo>
                  <a:cubicBezTo>
                    <a:pt x="415557" y="236150"/>
                    <a:pt x="423223" y="232151"/>
                    <a:pt x="432222" y="231151"/>
                  </a:cubicBezTo>
                  <a:cubicBezTo>
                    <a:pt x="442721" y="229984"/>
                    <a:pt x="453804" y="231901"/>
                    <a:pt x="464219" y="232650"/>
                  </a:cubicBezTo>
                  <a:cubicBezTo>
                    <a:pt x="479718" y="233817"/>
                    <a:pt x="495216" y="235817"/>
                    <a:pt x="510382" y="231651"/>
                  </a:cubicBezTo>
                  <a:cubicBezTo>
                    <a:pt x="527297" y="227068"/>
                    <a:pt x="542463" y="214902"/>
                    <a:pt x="560044" y="213069"/>
                  </a:cubicBezTo>
                  <a:cubicBezTo>
                    <a:pt x="568210" y="212236"/>
                    <a:pt x="575709" y="215485"/>
                    <a:pt x="583792" y="215319"/>
                  </a:cubicBezTo>
                  <a:cubicBezTo>
                    <a:pt x="591624" y="215069"/>
                    <a:pt x="598790" y="211986"/>
                    <a:pt x="605623" y="208403"/>
                  </a:cubicBezTo>
                  <a:cubicBezTo>
                    <a:pt x="616539" y="202737"/>
                    <a:pt x="626038" y="198154"/>
                    <a:pt x="638370" y="196237"/>
                  </a:cubicBezTo>
                  <a:cubicBezTo>
                    <a:pt x="644370" y="195321"/>
                    <a:pt x="650286" y="194737"/>
                    <a:pt x="656285" y="193737"/>
                  </a:cubicBezTo>
                  <a:cubicBezTo>
                    <a:pt x="659119" y="204570"/>
                    <a:pt x="664035" y="214069"/>
                    <a:pt x="661702" y="225568"/>
                  </a:cubicBezTo>
                  <a:lnTo>
                    <a:pt x="661702" y="225568"/>
                  </a:lnTo>
                  <a:close/>
                  <a:moveTo>
                    <a:pt x="658868" y="179239"/>
                  </a:moveTo>
                  <a:cubicBezTo>
                    <a:pt x="645037" y="182905"/>
                    <a:pt x="630538" y="181988"/>
                    <a:pt x="616872" y="186488"/>
                  </a:cubicBezTo>
                  <a:cubicBezTo>
                    <a:pt x="602874" y="191154"/>
                    <a:pt x="592708" y="200820"/>
                    <a:pt x="577126" y="199070"/>
                  </a:cubicBezTo>
                  <a:cubicBezTo>
                    <a:pt x="564294" y="197654"/>
                    <a:pt x="554544" y="197320"/>
                    <a:pt x="542129" y="201570"/>
                  </a:cubicBezTo>
                  <a:cubicBezTo>
                    <a:pt x="529547" y="205903"/>
                    <a:pt x="518214" y="213569"/>
                    <a:pt x="505466" y="217402"/>
                  </a:cubicBezTo>
                  <a:cubicBezTo>
                    <a:pt x="477302" y="225901"/>
                    <a:pt x="446554" y="212236"/>
                    <a:pt x="418223" y="221485"/>
                  </a:cubicBezTo>
                  <a:cubicBezTo>
                    <a:pt x="406975" y="225151"/>
                    <a:pt x="396892" y="231734"/>
                    <a:pt x="385476" y="235150"/>
                  </a:cubicBezTo>
                  <a:cubicBezTo>
                    <a:pt x="368644" y="240233"/>
                    <a:pt x="353813" y="239233"/>
                    <a:pt x="337231" y="234151"/>
                  </a:cubicBezTo>
                  <a:cubicBezTo>
                    <a:pt x="326482" y="230817"/>
                    <a:pt x="315733" y="227401"/>
                    <a:pt x="304317" y="228651"/>
                  </a:cubicBezTo>
                  <a:cubicBezTo>
                    <a:pt x="290235" y="230234"/>
                    <a:pt x="277153" y="237317"/>
                    <a:pt x="263987" y="242066"/>
                  </a:cubicBezTo>
                  <a:cubicBezTo>
                    <a:pt x="250072" y="247066"/>
                    <a:pt x="235823" y="248566"/>
                    <a:pt x="221824" y="242233"/>
                  </a:cubicBezTo>
                  <a:cubicBezTo>
                    <a:pt x="209909" y="236817"/>
                    <a:pt x="202326" y="230567"/>
                    <a:pt x="188411" y="232817"/>
                  </a:cubicBezTo>
                  <a:cubicBezTo>
                    <a:pt x="162246" y="236984"/>
                    <a:pt x="140082" y="261565"/>
                    <a:pt x="112834" y="258898"/>
                  </a:cubicBezTo>
                  <a:cubicBezTo>
                    <a:pt x="96336" y="257232"/>
                    <a:pt x="94169" y="240150"/>
                    <a:pt x="81504" y="232817"/>
                  </a:cubicBezTo>
                  <a:cubicBezTo>
                    <a:pt x="71171" y="226818"/>
                    <a:pt x="59172" y="228401"/>
                    <a:pt x="47923" y="229901"/>
                  </a:cubicBezTo>
                  <a:cubicBezTo>
                    <a:pt x="40508" y="230901"/>
                    <a:pt x="29259" y="232484"/>
                    <a:pt x="21759" y="230234"/>
                  </a:cubicBezTo>
                  <a:cubicBezTo>
                    <a:pt x="17093" y="228818"/>
                    <a:pt x="9344" y="234317"/>
                    <a:pt x="20176" y="220068"/>
                  </a:cubicBezTo>
                  <a:cubicBezTo>
                    <a:pt x="22176" y="217402"/>
                    <a:pt x="27092" y="215485"/>
                    <a:pt x="29842" y="213569"/>
                  </a:cubicBezTo>
                  <a:cubicBezTo>
                    <a:pt x="35758" y="209569"/>
                    <a:pt x="41674" y="205653"/>
                    <a:pt x="47757" y="201987"/>
                  </a:cubicBezTo>
                  <a:cubicBezTo>
                    <a:pt x="51673" y="199570"/>
                    <a:pt x="59839" y="193404"/>
                    <a:pt x="65838" y="191987"/>
                  </a:cubicBezTo>
                  <a:cubicBezTo>
                    <a:pt x="71421" y="195737"/>
                    <a:pt x="78004" y="198654"/>
                    <a:pt x="85004" y="201403"/>
                  </a:cubicBezTo>
                  <a:cubicBezTo>
                    <a:pt x="111251" y="211736"/>
                    <a:pt x="136415" y="216735"/>
                    <a:pt x="164580" y="218568"/>
                  </a:cubicBezTo>
                  <a:cubicBezTo>
                    <a:pt x="221241" y="222235"/>
                    <a:pt x="279986" y="214985"/>
                    <a:pt x="336231" y="208403"/>
                  </a:cubicBezTo>
                  <a:cubicBezTo>
                    <a:pt x="396975" y="201320"/>
                    <a:pt x="457887" y="197070"/>
                    <a:pt x="518131" y="185571"/>
                  </a:cubicBezTo>
                  <a:cubicBezTo>
                    <a:pt x="543962" y="180655"/>
                    <a:pt x="570876" y="176739"/>
                    <a:pt x="595707" y="167573"/>
                  </a:cubicBezTo>
                  <a:cubicBezTo>
                    <a:pt x="612206" y="161490"/>
                    <a:pt x="634038" y="151325"/>
                    <a:pt x="644953" y="135826"/>
                  </a:cubicBezTo>
                  <a:cubicBezTo>
                    <a:pt x="655202" y="139076"/>
                    <a:pt x="666368" y="141159"/>
                    <a:pt x="675450" y="146658"/>
                  </a:cubicBezTo>
                  <a:cubicBezTo>
                    <a:pt x="697365" y="160157"/>
                    <a:pt x="672534" y="175572"/>
                    <a:pt x="658868" y="179239"/>
                  </a:cubicBezTo>
                  <a:lnTo>
                    <a:pt x="658868" y="179239"/>
                  </a:lnTo>
                  <a:close/>
                </a:path>
              </a:pathLst>
            </a:custGeom>
            <a:grpFill/>
            <a:ln w="8332" cap="flat">
              <a:noFill/>
              <a:prstDash val="solid"/>
              <a:miter/>
            </a:ln>
          </p:spPr>
          <p:txBody>
            <a:bodyPr rtlCol="0" anchor="ctr"/>
            <a:lstStyle/>
            <a:p>
              <a:endParaRPr lang="en-US"/>
            </a:p>
          </p:txBody>
        </p:sp>
        <p:sp>
          <p:nvSpPr>
            <p:cNvPr id="1616" name="Freeform: Shape 1615"/>
            <p:cNvSpPr/>
            <p:nvPr/>
          </p:nvSpPr>
          <p:spPr>
            <a:xfrm>
              <a:off x="3198841" y="3825877"/>
              <a:ext cx="126341" cy="28736"/>
            </a:xfrm>
            <a:custGeom>
              <a:avLst/>
              <a:gdLst>
                <a:gd name="connsiteX0" fmla="*/ 122214 w 126341"/>
                <a:gd name="connsiteY0" fmla="*/ 8787 h 28736"/>
                <a:gd name="connsiteX1" fmla="*/ 86634 w 126341"/>
                <a:gd name="connsiteY1" fmla="*/ 15870 h 28736"/>
                <a:gd name="connsiteX2" fmla="*/ 71719 w 126341"/>
                <a:gd name="connsiteY2" fmla="*/ 11870 h 28736"/>
                <a:gd name="connsiteX3" fmla="*/ 71302 w 126341"/>
                <a:gd name="connsiteY3" fmla="*/ 7204 h 28736"/>
                <a:gd name="connsiteX4" fmla="*/ 68136 w 126341"/>
                <a:gd name="connsiteY4" fmla="*/ 1371 h 28736"/>
                <a:gd name="connsiteX5" fmla="*/ 54553 w 126341"/>
                <a:gd name="connsiteY5" fmla="*/ 5871 h 28736"/>
                <a:gd name="connsiteX6" fmla="*/ 3475 w 126341"/>
                <a:gd name="connsiteY6" fmla="*/ 10204 h 28736"/>
                <a:gd name="connsiteX7" fmla="*/ 392 w 126341"/>
                <a:gd name="connsiteY7" fmla="*/ 12954 h 28736"/>
                <a:gd name="connsiteX8" fmla="*/ 31722 w 126341"/>
                <a:gd name="connsiteY8" fmla="*/ 26952 h 28736"/>
                <a:gd name="connsiteX9" fmla="*/ 49221 w 126341"/>
                <a:gd name="connsiteY9" fmla="*/ 22786 h 28736"/>
                <a:gd name="connsiteX10" fmla="*/ 60886 w 126341"/>
                <a:gd name="connsiteY10" fmla="*/ 15537 h 28736"/>
                <a:gd name="connsiteX11" fmla="*/ 78301 w 126341"/>
                <a:gd name="connsiteY11" fmla="*/ 28452 h 28736"/>
                <a:gd name="connsiteX12" fmla="*/ 124631 w 126341"/>
                <a:gd name="connsiteY12" fmla="*/ 15870 h 28736"/>
                <a:gd name="connsiteX13" fmla="*/ 122214 w 126341"/>
                <a:gd name="connsiteY13" fmla="*/ 8787 h 28736"/>
                <a:gd name="connsiteX14" fmla="*/ 122214 w 126341"/>
                <a:gd name="connsiteY14" fmla="*/ 8787 h 28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6341" h="28736">
                  <a:moveTo>
                    <a:pt x="122214" y="8787"/>
                  </a:moveTo>
                  <a:cubicBezTo>
                    <a:pt x="109882" y="8954"/>
                    <a:pt x="98799" y="15287"/>
                    <a:pt x="86634" y="15870"/>
                  </a:cubicBezTo>
                  <a:cubicBezTo>
                    <a:pt x="82634" y="16120"/>
                    <a:pt x="74052" y="15787"/>
                    <a:pt x="71719" y="11870"/>
                  </a:cubicBezTo>
                  <a:cubicBezTo>
                    <a:pt x="71052" y="10704"/>
                    <a:pt x="71969" y="8454"/>
                    <a:pt x="71302" y="7204"/>
                  </a:cubicBezTo>
                  <a:cubicBezTo>
                    <a:pt x="70135" y="4954"/>
                    <a:pt x="70385" y="3038"/>
                    <a:pt x="68136" y="1371"/>
                  </a:cubicBezTo>
                  <a:cubicBezTo>
                    <a:pt x="62803" y="-2462"/>
                    <a:pt x="58470" y="2621"/>
                    <a:pt x="54553" y="5871"/>
                  </a:cubicBezTo>
                  <a:cubicBezTo>
                    <a:pt x="41305" y="16787"/>
                    <a:pt x="18057" y="22619"/>
                    <a:pt x="3475" y="10204"/>
                  </a:cubicBezTo>
                  <a:cubicBezTo>
                    <a:pt x="1725" y="8704"/>
                    <a:pt x="-1025" y="11037"/>
                    <a:pt x="392" y="12954"/>
                  </a:cubicBezTo>
                  <a:cubicBezTo>
                    <a:pt x="8058" y="23703"/>
                    <a:pt x="18390" y="26869"/>
                    <a:pt x="31722" y="26952"/>
                  </a:cubicBezTo>
                  <a:cubicBezTo>
                    <a:pt x="37888" y="27036"/>
                    <a:pt x="43638" y="25452"/>
                    <a:pt x="49221" y="22786"/>
                  </a:cubicBezTo>
                  <a:cubicBezTo>
                    <a:pt x="52637" y="21120"/>
                    <a:pt x="57886" y="18453"/>
                    <a:pt x="60886" y="15537"/>
                  </a:cubicBezTo>
                  <a:cubicBezTo>
                    <a:pt x="61803" y="23453"/>
                    <a:pt x="71385" y="27702"/>
                    <a:pt x="78301" y="28452"/>
                  </a:cubicBezTo>
                  <a:cubicBezTo>
                    <a:pt x="94133" y="30119"/>
                    <a:pt x="111548" y="24286"/>
                    <a:pt x="124631" y="15870"/>
                  </a:cubicBezTo>
                  <a:cubicBezTo>
                    <a:pt x="128047" y="13620"/>
                    <a:pt x="125880" y="8704"/>
                    <a:pt x="122214" y="8787"/>
                  </a:cubicBezTo>
                  <a:lnTo>
                    <a:pt x="122214" y="8787"/>
                  </a:lnTo>
                  <a:close/>
                </a:path>
              </a:pathLst>
            </a:custGeom>
            <a:grpFill/>
            <a:ln w="8332" cap="flat">
              <a:noFill/>
              <a:prstDash val="solid"/>
              <a:miter/>
            </a:ln>
          </p:spPr>
          <p:txBody>
            <a:bodyPr rtlCol="0" anchor="ctr"/>
            <a:lstStyle/>
            <a:p>
              <a:endParaRPr lang="en-US"/>
            </a:p>
          </p:txBody>
        </p:sp>
        <p:sp>
          <p:nvSpPr>
            <p:cNvPr id="1617" name="Freeform: Shape 1616"/>
            <p:cNvSpPr/>
            <p:nvPr/>
          </p:nvSpPr>
          <p:spPr>
            <a:xfrm>
              <a:off x="3361280" y="3824189"/>
              <a:ext cx="101675" cy="27937"/>
            </a:xfrm>
            <a:custGeom>
              <a:avLst/>
              <a:gdLst>
                <a:gd name="connsiteX0" fmla="*/ 96430 w 101675"/>
                <a:gd name="connsiteY0" fmla="*/ 477 h 27937"/>
                <a:gd name="connsiteX1" fmla="*/ 70682 w 101675"/>
                <a:gd name="connsiteY1" fmla="*/ 17892 h 27937"/>
                <a:gd name="connsiteX2" fmla="*/ 50184 w 101675"/>
                <a:gd name="connsiteY2" fmla="*/ 12643 h 27937"/>
                <a:gd name="connsiteX3" fmla="*/ 45268 w 101675"/>
                <a:gd name="connsiteY3" fmla="*/ 6893 h 27937"/>
                <a:gd name="connsiteX4" fmla="*/ 39518 w 101675"/>
                <a:gd name="connsiteY4" fmla="*/ 5893 h 27937"/>
                <a:gd name="connsiteX5" fmla="*/ 27686 w 101675"/>
                <a:gd name="connsiteY5" fmla="*/ 12643 h 27937"/>
                <a:gd name="connsiteX6" fmla="*/ 2938 w 101675"/>
                <a:gd name="connsiteY6" fmla="*/ 9059 h 27937"/>
                <a:gd name="connsiteX7" fmla="*/ 355 w 101675"/>
                <a:gd name="connsiteY7" fmla="*/ 11392 h 27937"/>
                <a:gd name="connsiteX8" fmla="*/ 25603 w 101675"/>
                <a:gd name="connsiteY8" fmla="*/ 22142 h 27937"/>
                <a:gd name="connsiteX9" fmla="*/ 36769 w 101675"/>
                <a:gd name="connsiteY9" fmla="*/ 15976 h 27937"/>
                <a:gd name="connsiteX10" fmla="*/ 45768 w 101675"/>
                <a:gd name="connsiteY10" fmla="*/ 17225 h 27937"/>
                <a:gd name="connsiteX11" fmla="*/ 48184 w 101675"/>
                <a:gd name="connsiteY11" fmla="*/ 21058 h 27937"/>
                <a:gd name="connsiteX12" fmla="*/ 101513 w 101675"/>
                <a:gd name="connsiteY12" fmla="*/ 3893 h 27937"/>
                <a:gd name="connsiteX13" fmla="*/ 96430 w 101675"/>
                <a:gd name="connsiteY13" fmla="*/ 477 h 27937"/>
                <a:gd name="connsiteX14" fmla="*/ 96430 w 101675"/>
                <a:gd name="connsiteY14" fmla="*/ 477 h 27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1675" h="27937">
                  <a:moveTo>
                    <a:pt x="96430" y="477"/>
                  </a:moveTo>
                  <a:cubicBezTo>
                    <a:pt x="88181" y="5810"/>
                    <a:pt x="80598" y="15642"/>
                    <a:pt x="70682" y="17892"/>
                  </a:cubicBezTo>
                  <a:cubicBezTo>
                    <a:pt x="62016" y="19808"/>
                    <a:pt x="56350" y="18725"/>
                    <a:pt x="50184" y="12643"/>
                  </a:cubicBezTo>
                  <a:cubicBezTo>
                    <a:pt x="48434" y="10893"/>
                    <a:pt x="47601" y="8143"/>
                    <a:pt x="45268" y="6893"/>
                  </a:cubicBezTo>
                  <a:cubicBezTo>
                    <a:pt x="42518" y="5476"/>
                    <a:pt x="42685" y="5726"/>
                    <a:pt x="39518" y="5893"/>
                  </a:cubicBezTo>
                  <a:cubicBezTo>
                    <a:pt x="38685" y="5976"/>
                    <a:pt x="25936" y="13142"/>
                    <a:pt x="27686" y="12643"/>
                  </a:cubicBezTo>
                  <a:cubicBezTo>
                    <a:pt x="18604" y="16226"/>
                    <a:pt x="10854" y="15892"/>
                    <a:pt x="2938" y="9059"/>
                  </a:cubicBezTo>
                  <a:cubicBezTo>
                    <a:pt x="1438" y="7810"/>
                    <a:pt x="-895" y="9809"/>
                    <a:pt x="355" y="11392"/>
                  </a:cubicBezTo>
                  <a:cubicBezTo>
                    <a:pt x="6771" y="19309"/>
                    <a:pt x="15021" y="24391"/>
                    <a:pt x="25603" y="22142"/>
                  </a:cubicBezTo>
                  <a:cubicBezTo>
                    <a:pt x="30936" y="20975"/>
                    <a:pt x="32436" y="18642"/>
                    <a:pt x="36769" y="15976"/>
                  </a:cubicBezTo>
                  <a:cubicBezTo>
                    <a:pt x="41935" y="12893"/>
                    <a:pt x="38435" y="8893"/>
                    <a:pt x="45768" y="17225"/>
                  </a:cubicBezTo>
                  <a:cubicBezTo>
                    <a:pt x="46768" y="18309"/>
                    <a:pt x="47018" y="20058"/>
                    <a:pt x="48184" y="21058"/>
                  </a:cubicBezTo>
                  <a:cubicBezTo>
                    <a:pt x="65433" y="36057"/>
                    <a:pt x="95180" y="24808"/>
                    <a:pt x="101513" y="3893"/>
                  </a:cubicBezTo>
                  <a:cubicBezTo>
                    <a:pt x="102513" y="977"/>
                    <a:pt x="98680" y="-940"/>
                    <a:pt x="96430" y="477"/>
                  </a:cubicBezTo>
                  <a:lnTo>
                    <a:pt x="96430" y="477"/>
                  </a:lnTo>
                  <a:close/>
                </a:path>
              </a:pathLst>
            </a:custGeom>
            <a:grpFill/>
            <a:ln w="8332" cap="flat">
              <a:noFill/>
              <a:prstDash val="solid"/>
              <a:miter/>
            </a:ln>
          </p:spPr>
          <p:txBody>
            <a:bodyPr rtlCol="0" anchor="ctr"/>
            <a:lstStyle/>
            <a:p>
              <a:endParaRPr lang="en-US"/>
            </a:p>
          </p:txBody>
        </p:sp>
        <p:sp>
          <p:nvSpPr>
            <p:cNvPr id="1618" name="Freeform: Shape 1617"/>
            <p:cNvSpPr/>
            <p:nvPr/>
          </p:nvSpPr>
          <p:spPr>
            <a:xfrm>
              <a:off x="3520330" y="3804768"/>
              <a:ext cx="80703" cy="28888"/>
            </a:xfrm>
            <a:custGeom>
              <a:avLst/>
              <a:gdLst>
                <a:gd name="connsiteX0" fmla="*/ 72534 w 80703"/>
                <a:gd name="connsiteY0" fmla="*/ 1482 h 28888"/>
                <a:gd name="connsiteX1" fmla="*/ 41370 w 80703"/>
                <a:gd name="connsiteY1" fmla="*/ 9981 h 28888"/>
                <a:gd name="connsiteX2" fmla="*/ 5207 w 80703"/>
                <a:gd name="connsiteY2" fmla="*/ 12815 h 28888"/>
                <a:gd name="connsiteX3" fmla="*/ 207 w 80703"/>
                <a:gd name="connsiteY3" fmla="*/ 15398 h 28888"/>
                <a:gd name="connsiteX4" fmla="*/ 38204 w 80703"/>
                <a:gd name="connsiteY4" fmla="*/ 22564 h 28888"/>
                <a:gd name="connsiteX5" fmla="*/ 58035 w 80703"/>
                <a:gd name="connsiteY5" fmla="*/ 16314 h 28888"/>
                <a:gd name="connsiteX6" fmla="*/ 70534 w 80703"/>
                <a:gd name="connsiteY6" fmla="*/ 16481 h 28888"/>
                <a:gd name="connsiteX7" fmla="*/ 80700 w 80703"/>
                <a:gd name="connsiteY7" fmla="*/ 4232 h 28888"/>
                <a:gd name="connsiteX8" fmla="*/ 72534 w 80703"/>
                <a:gd name="connsiteY8" fmla="*/ 1482 h 28888"/>
                <a:gd name="connsiteX9" fmla="*/ 72534 w 80703"/>
                <a:gd name="connsiteY9" fmla="*/ 1482 h 28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03" h="28888">
                  <a:moveTo>
                    <a:pt x="72534" y="1482"/>
                  </a:moveTo>
                  <a:cubicBezTo>
                    <a:pt x="65118" y="9481"/>
                    <a:pt x="51203" y="5815"/>
                    <a:pt x="41370" y="9981"/>
                  </a:cubicBezTo>
                  <a:cubicBezTo>
                    <a:pt x="30705" y="14481"/>
                    <a:pt x="13456" y="28063"/>
                    <a:pt x="5207" y="12815"/>
                  </a:cubicBezTo>
                  <a:cubicBezTo>
                    <a:pt x="3707" y="9981"/>
                    <a:pt x="-1042" y="12398"/>
                    <a:pt x="207" y="15398"/>
                  </a:cubicBezTo>
                  <a:cubicBezTo>
                    <a:pt x="7456" y="32646"/>
                    <a:pt x="23955" y="31396"/>
                    <a:pt x="38204" y="22564"/>
                  </a:cubicBezTo>
                  <a:cubicBezTo>
                    <a:pt x="45453" y="18147"/>
                    <a:pt x="48786" y="15398"/>
                    <a:pt x="58035" y="16314"/>
                  </a:cubicBezTo>
                  <a:cubicBezTo>
                    <a:pt x="62618" y="16731"/>
                    <a:pt x="65785" y="17897"/>
                    <a:pt x="70534" y="16481"/>
                  </a:cubicBezTo>
                  <a:cubicBezTo>
                    <a:pt x="77200" y="14481"/>
                    <a:pt x="80533" y="10981"/>
                    <a:pt x="80700" y="4232"/>
                  </a:cubicBezTo>
                  <a:cubicBezTo>
                    <a:pt x="80867" y="-101"/>
                    <a:pt x="75034" y="-1267"/>
                    <a:pt x="72534" y="1482"/>
                  </a:cubicBezTo>
                  <a:lnTo>
                    <a:pt x="72534" y="1482"/>
                  </a:lnTo>
                  <a:close/>
                </a:path>
              </a:pathLst>
            </a:custGeom>
            <a:grpFill/>
            <a:ln w="8332" cap="flat">
              <a:noFill/>
              <a:prstDash val="solid"/>
              <a:miter/>
            </a:ln>
          </p:spPr>
          <p:txBody>
            <a:bodyPr rtlCol="0" anchor="ctr"/>
            <a:lstStyle/>
            <a:p>
              <a:endParaRPr lang="en-US"/>
            </a:p>
          </p:txBody>
        </p:sp>
        <p:sp>
          <p:nvSpPr>
            <p:cNvPr id="1619" name="Freeform: Shape 1618"/>
            <p:cNvSpPr/>
            <p:nvPr/>
          </p:nvSpPr>
          <p:spPr>
            <a:xfrm>
              <a:off x="1749982" y="988743"/>
              <a:ext cx="375970" cy="724320"/>
            </a:xfrm>
            <a:custGeom>
              <a:avLst/>
              <a:gdLst>
                <a:gd name="connsiteX0" fmla="*/ 375514 w 375970"/>
                <a:gd name="connsiteY0" fmla="*/ 135166 h 724320"/>
                <a:gd name="connsiteX1" fmla="*/ 351266 w 375970"/>
                <a:gd name="connsiteY1" fmla="*/ 120084 h 724320"/>
                <a:gd name="connsiteX2" fmla="*/ 358016 w 375970"/>
                <a:gd name="connsiteY2" fmla="*/ 93253 h 724320"/>
                <a:gd name="connsiteX3" fmla="*/ 350350 w 375970"/>
                <a:gd name="connsiteY3" fmla="*/ 88004 h 724320"/>
                <a:gd name="connsiteX4" fmla="*/ 331435 w 375970"/>
                <a:gd name="connsiteY4" fmla="*/ 83088 h 724320"/>
                <a:gd name="connsiteX5" fmla="*/ 339934 w 375970"/>
                <a:gd name="connsiteY5" fmla="*/ 63256 h 724320"/>
                <a:gd name="connsiteX6" fmla="*/ 344850 w 375970"/>
                <a:gd name="connsiteY6" fmla="*/ 51507 h 724320"/>
                <a:gd name="connsiteX7" fmla="*/ 311520 w 375970"/>
                <a:gd name="connsiteY7" fmla="*/ 37842 h 724320"/>
                <a:gd name="connsiteX8" fmla="*/ 275523 w 375970"/>
                <a:gd name="connsiteY8" fmla="*/ 38009 h 724320"/>
                <a:gd name="connsiteX9" fmla="*/ 268191 w 375970"/>
                <a:gd name="connsiteY9" fmla="*/ 60923 h 724320"/>
                <a:gd name="connsiteX10" fmla="*/ 261358 w 375970"/>
                <a:gd name="connsiteY10" fmla="*/ 84421 h 724320"/>
                <a:gd name="connsiteX11" fmla="*/ 247359 w 375970"/>
                <a:gd name="connsiteY11" fmla="*/ 86087 h 724320"/>
                <a:gd name="connsiteX12" fmla="*/ 252942 w 375970"/>
                <a:gd name="connsiteY12" fmla="*/ 61173 h 724320"/>
                <a:gd name="connsiteX13" fmla="*/ 259691 w 375970"/>
                <a:gd name="connsiteY13" fmla="*/ 39758 h 724320"/>
                <a:gd name="connsiteX14" fmla="*/ 240360 w 375970"/>
                <a:gd name="connsiteY14" fmla="*/ 26010 h 724320"/>
                <a:gd name="connsiteX15" fmla="*/ 216695 w 375970"/>
                <a:gd name="connsiteY15" fmla="*/ 22510 h 724320"/>
                <a:gd name="connsiteX16" fmla="*/ 206363 w 375970"/>
                <a:gd name="connsiteY16" fmla="*/ 25593 h 724320"/>
                <a:gd name="connsiteX17" fmla="*/ 202613 w 375970"/>
                <a:gd name="connsiteY17" fmla="*/ 42425 h 724320"/>
                <a:gd name="connsiteX18" fmla="*/ 200697 w 375970"/>
                <a:gd name="connsiteY18" fmla="*/ 59673 h 724320"/>
                <a:gd name="connsiteX19" fmla="*/ 200697 w 375970"/>
                <a:gd name="connsiteY19" fmla="*/ 59757 h 724320"/>
                <a:gd name="connsiteX20" fmla="*/ 197030 w 375970"/>
                <a:gd name="connsiteY20" fmla="*/ 59757 h 724320"/>
                <a:gd name="connsiteX21" fmla="*/ 177199 w 375970"/>
                <a:gd name="connsiteY21" fmla="*/ 56423 h 724320"/>
                <a:gd name="connsiteX22" fmla="*/ 182365 w 375970"/>
                <a:gd name="connsiteY22" fmla="*/ 33426 h 724320"/>
                <a:gd name="connsiteX23" fmla="*/ 185448 w 375970"/>
                <a:gd name="connsiteY23" fmla="*/ 13594 h 724320"/>
                <a:gd name="connsiteX24" fmla="*/ 149868 w 375970"/>
                <a:gd name="connsiteY24" fmla="*/ 3345 h 724320"/>
                <a:gd name="connsiteX25" fmla="*/ 125620 w 375970"/>
                <a:gd name="connsiteY25" fmla="*/ 12 h 724320"/>
                <a:gd name="connsiteX26" fmla="*/ 115621 w 375970"/>
                <a:gd name="connsiteY26" fmla="*/ 4845 h 724320"/>
                <a:gd name="connsiteX27" fmla="*/ 111871 w 375970"/>
                <a:gd name="connsiteY27" fmla="*/ 25176 h 724320"/>
                <a:gd name="connsiteX28" fmla="*/ 111788 w 375970"/>
                <a:gd name="connsiteY28" fmla="*/ 40508 h 724320"/>
                <a:gd name="connsiteX29" fmla="*/ 91123 w 375970"/>
                <a:gd name="connsiteY29" fmla="*/ 38758 h 724320"/>
                <a:gd name="connsiteX30" fmla="*/ 92706 w 375970"/>
                <a:gd name="connsiteY30" fmla="*/ 16094 h 724320"/>
                <a:gd name="connsiteX31" fmla="*/ 87957 w 375970"/>
                <a:gd name="connsiteY31" fmla="*/ 10678 h 724320"/>
                <a:gd name="connsiteX32" fmla="*/ 63792 w 375970"/>
                <a:gd name="connsiteY32" fmla="*/ 12594 h 724320"/>
                <a:gd name="connsiteX33" fmla="*/ 36461 w 375970"/>
                <a:gd name="connsiteY33" fmla="*/ 16261 h 724320"/>
                <a:gd name="connsiteX34" fmla="*/ 27879 w 375970"/>
                <a:gd name="connsiteY34" fmla="*/ 53174 h 724320"/>
                <a:gd name="connsiteX35" fmla="*/ 28462 w 375970"/>
                <a:gd name="connsiteY35" fmla="*/ 62923 h 724320"/>
                <a:gd name="connsiteX36" fmla="*/ 4881 w 375970"/>
                <a:gd name="connsiteY36" fmla="*/ 81921 h 724320"/>
                <a:gd name="connsiteX37" fmla="*/ 13463 w 375970"/>
                <a:gd name="connsiteY37" fmla="*/ 123084 h 724320"/>
                <a:gd name="connsiteX38" fmla="*/ 17130 w 375970"/>
                <a:gd name="connsiteY38" fmla="*/ 142499 h 724320"/>
                <a:gd name="connsiteX39" fmla="*/ 13713 w 375970"/>
                <a:gd name="connsiteY39" fmla="*/ 149165 h 724320"/>
                <a:gd name="connsiteX40" fmla="*/ 10714 w 375970"/>
                <a:gd name="connsiteY40" fmla="*/ 262488 h 724320"/>
                <a:gd name="connsiteX41" fmla="*/ 12380 w 375970"/>
                <a:gd name="connsiteY41" fmla="*/ 313317 h 724320"/>
                <a:gd name="connsiteX42" fmla="*/ 13547 w 375970"/>
                <a:gd name="connsiteY42" fmla="*/ 323566 h 724320"/>
                <a:gd name="connsiteX43" fmla="*/ 8631 w 375970"/>
                <a:gd name="connsiteY43" fmla="*/ 406225 h 724320"/>
                <a:gd name="connsiteX44" fmla="*/ 1381 w 375970"/>
                <a:gd name="connsiteY44" fmla="*/ 634621 h 724320"/>
                <a:gd name="connsiteX45" fmla="*/ 631 w 375970"/>
                <a:gd name="connsiteY45" fmla="*/ 685367 h 724320"/>
                <a:gd name="connsiteX46" fmla="*/ 12630 w 375970"/>
                <a:gd name="connsiteY46" fmla="*/ 721697 h 724320"/>
                <a:gd name="connsiteX47" fmla="*/ 38045 w 375970"/>
                <a:gd name="connsiteY47" fmla="*/ 713864 h 724320"/>
                <a:gd name="connsiteX48" fmla="*/ 72208 w 375970"/>
                <a:gd name="connsiteY48" fmla="*/ 664619 h 724320"/>
                <a:gd name="connsiteX49" fmla="*/ 201530 w 375970"/>
                <a:gd name="connsiteY49" fmla="*/ 457554 h 724320"/>
                <a:gd name="connsiteX50" fmla="*/ 269940 w 375970"/>
                <a:gd name="connsiteY50" fmla="*/ 340981 h 724320"/>
                <a:gd name="connsiteX51" fmla="*/ 304271 w 375970"/>
                <a:gd name="connsiteY51" fmla="*/ 282237 h 724320"/>
                <a:gd name="connsiteX52" fmla="*/ 332518 w 375970"/>
                <a:gd name="connsiteY52" fmla="*/ 229158 h 724320"/>
                <a:gd name="connsiteX53" fmla="*/ 329268 w 375970"/>
                <a:gd name="connsiteY53" fmla="*/ 221492 h 724320"/>
                <a:gd name="connsiteX54" fmla="*/ 340517 w 375970"/>
                <a:gd name="connsiteY54" fmla="*/ 203577 h 724320"/>
                <a:gd name="connsiteX55" fmla="*/ 365765 w 375970"/>
                <a:gd name="connsiteY55" fmla="*/ 161664 h 724320"/>
                <a:gd name="connsiteX56" fmla="*/ 375514 w 375970"/>
                <a:gd name="connsiteY56" fmla="*/ 135166 h 724320"/>
                <a:gd name="connsiteX57" fmla="*/ 375514 w 375970"/>
                <a:gd name="connsiteY57" fmla="*/ 135166 h 724320"/>
                <a:gd name="connsiteX58" fmla="*/ 331268 w 375970"/>
                <a:gd name="connsiteY58" fmla="*/ 96503 h 724320"/>
                <a:gd name="connsiteX59" fmla="*/ 341184 w 375970"/>
                <a:gd name="connsiteY59" fmla="*/ 98920 h 724320"/>
                <a:gd name="connsiteX60" fmla="*/ 344434 w 375970"/>
                <a:gd name="connsiteY60" fmla="*/ 104336 h 724320"/>
                <a:gd name="connsiteX61" fmla="*/ 329435 w 375970"/>
                <a:gd name="connsiteY61" fmla="*/ 140916 h 724320"/>
                <a:gd name="connsiteX62" fmla="*/ 286439 w 375970"/>
                <a:gd name="connsiteY62" fmla="*/ 231824 h 724320"/>
                <a:gd name="connsiteX63" fmla="*/ 247776 w 375970"/>
                <a:gd name="connsiteY63" fmla="*/ 241657 h 724320"/>
                <a:gd name="connsiteX64" fmla="*/ 247609 w 375970"/>
                <a:gd name="connsiteY64" fmla="*/ 241657 h 724320"/>
                <a:gd name="connsiteX65" fmla="*/ 247692 w 375970"/>
                <a:gd name="connsiteY65" fmla="*/ 241324 h 724320"/>
                <a:gd name="connsiteX66" fmla="*/ 284189 w 375970"/>
                <a:gd name="connsiteY66" fmla="*/ 157248 h 724320"/>
                <a:gd name="connsiteX67" fmla="*/ 300271 w 375970"/>
                <a:gd name="connsiteY67" fmla="*/ 115501 h 724320"/>
                <a:gd name="connsiteX68" fmla="*/ 308854 w 375970"/>
                <a:gd name="connsiteY68" fmla="*/ 97253 h 724320"/>
                <a:gd name="connsiteX69" fmla="*/ 312936 w 375970"/>
                <a:gd name="connsiteY69" fmla="*/ 88921 h 724320"/>
                <a:gd name="connsiteX70" fmla="*/ 317269 w 375970"/>
                <a:gd name="connsiteY70" fmla="*/ 89671 h 724320"/>
                <a:gd name="connsiteX71" fmla="*/ 318103 w 375970"/>
                <a:gd name="connsiteY71" fmla="*/ 90087 h 724320"/>
                <a:gd name="connsiteX72" fmla="*/ 324435 w 375970"/>
                <a:gd name="connsiteY72" fmla="*/ 93337 h 724320"/>
                <a:gd name="connsiteX73" fmla="*/ 331268 w 375970"/>
                <a:gd name="connsiteY73" fmla="*/ 96503 h 724320"/>
                <a:gd name="connsiteX74" fmla="*/ 331268 w 375970"/>
                <a:gd name="connsiteY74" fmla="*/ 96503 h 724320"/>
                <a:gd name="connsiteX75" fmla="*/ 284272 w 375970"/>
                <a:gd name="connsiteY75" fmla="*/ 43175 h 724320"/>
                <a:gd name="connsiteX76" fmla="*/ 306937 w 375970"/>
                <a:gd name="connsiteY76" fmla="*/ 48008 h 724320"/>
                <a:gd name="connsiteX77" fmla="*/ 328768 w 375970"/>
                <a:gd name="connsiteY77" fmla="*/ 52757 h 724320"/>
                <a:gd name="connsiteX78" fmla="*/ 332518 w 375970"/>
                <a:gd name="connsiteY78" fmla="*/ 52674 h 724320"/>
                <a:gd name="connsiteX79" fmla="*/ 330018 w 375970"/>
                <a:gd name="connsiteY79" fmla="*/ 56423 h 724320"/>
                <a:gd name="connsiteX80" fmla="*/ 320186 w 375970"/>
                <a:gd name="connsiteY80" fmla="*/ 77838 h 724320"/>
                <a:gd name="connsiteX81" fmla="*/ 304187 w 375970"/>
                <a:gd name="connsiteY81" fmla="*/ 80255 h 724320"/>
                <a:gd name="connsiteX82" fmla="*/ 283023 w 375970"/>
                <a:gd name="connsiteY82" fmla="*/ 127084 h 724320"/>
                <a:gd name="connsiteX83" fmla="*/ 253858 w 375970"/>
                <a:gd name="connsiteY83" fmla="*/ 207827 h 724320"/>
                <a:gd name="connsiteX84" fmla="*/ 270024 w 375970"/>
                <a:gd name="connsiteY84" fmla="*/ 130417 h 724320"/>
                <a:gd name="connsiteX85" fmla="*/ 277523 w 375970"/>
                <a:gd name="connsiteY85" fmla="*/ 90254 h 724320"/>
                <a:gd name="connsiteX86" fmla="*/ 270440 w 375970"/>
                <a:gd name="connsiteY86" fmla="*/ 85171 h 724320"/>
                <a:gd name="connsiteX87" fmla="*/ 278523 w 375970"/>
                <a:gd name="connsiteY87" fmla="*/ 68089 h 724320"/>
                <a:gd name="connsiteX88" fmla="*/ 284272 w 375970"/>
                <a:gd name="connsiteY88" fmla="*/ 43175 h 724320"/>
                <a:gd name="connsiteX89" fmla="*/ 284272 w 375970"/>
                <a:gd name="connsiteY89" fmla="*/ 43175 h 724320"/>
                <a:gd name="connsiteX90" fmla="*/ 255525 w 375970"/>
                <a:gd name="connsiteY90" fmla="*/ 96920 h 724320"/>
                <a:gd name="connsiteX91" fmla="*/ 265357 w 375970"/>
                <a:gd name="connsiteY91" fmla="*/ 105086 h 724320"/>
                <a:gd name="connsiteX92" fmla="*/ 254108 w 375970"/>
                <a:gd name="connsiteY92" fmla="*/ 149832 h 724320"/>
                <a:gd name="connsiteX93" fmla="*/ 235860 w 375970"/>
                <a:gd name="connsiteY93" fmla="*/ 243323 h 724320"/>
                <a:gd name="connsiteX94" fmla="*/ 204946 w 375970"/>
                <a:gd name="connsiteY94" fmla="*/ 245656 h 724320"/>
                <a:gd name="connsiteX95" fmla="*/ 213029 w 375970"/>
                <a:gd name="connsiteY95" fmla="*/ 208993 h 724320"/>
                <a:gd name="connsiteX96" fmla="*/ 220528 w 375970"/>
                <a:gd name="connsiteY96" fmla="*/ 159748 h 724320"/>
                <a:gd name="connsiteX97" fmla="*/ 223278 w 375970"/>
                <a:gd name="connsiteY97" fmla="*/ 119501 h 724320"/>
                <a:gd name="connsiteX98" fmla="*/ 223778 w 375970"/>
                <a:gd name="connsiteY98" fmla="*/ 96587 h 724320"/>
                <a:gd name="connsiteX99" fmla="*/ 237860 w 375970"/>
                <a:gd name="connsiteY99" fmla="*/ 97836 h 724320"/>
                <a:gd name="connsiteX100" fmla="*/ 255525 w 375970"/>
                <a:gd name="connsiteY100" fmla="*/ 96920 h 724320"/>
                <a:gd name="connsiteX101" fmla="*/ 255525 w 375970"/>
                <a:gd name="connsiteY101" fmla="*/ 96920 h 724320"/>
                <a:gd name="connsiteX102" fmla="*/ 213695 w 375970"/>
                <a:gd name="connsiteY102" fmla="*/ 72339 h 724320"/>
                <a:gd name="connsiteX103" fmla="*/ 206446 w 375970"/>
                <a:gd name="connsiteY103" fmla="*/ 60423 h 724320"/>
                <a:gd name="connsiteX104" fmla="*/ 212779 w 375970"/>
                <a:gd name="connsiteY104" fmla="*/ 44341 h 724320"/>
                <a:gd name="connsiteX105" fmla="*/ 214779 w 375970"/>
                <a:gd name="connsiteY105" fmla="*/ 33342 h 724320"/>
                <a:gd name="connsiteX106" fmla="*/ 232110 w 375970"/>
                <a:gd name="connsiteY106" fmla="*/ 36175 h 724320"/>
                <a:gd name="connsiteX107" fmla="*/ 246859 w 375970"/>
                <a:gd name="connsiteY107" fmla="*/ 37175 h 724320"/>
                <a:gd name="connsiteX108" fmla="*/ 248359 w 375970"/>
                <a:gd name="connsiteY108" fmla="*/ 41925 h 724320"/>
                <a:gd name="connsiteX109" fmla="*/ 245276 w 375970"/>
                <a:gd name="connsiteY109" fmla="*/ 49424 h 724320"/>
                <a:gd name="connsiteX110" fmla="*/ 235694 w 375970"/>
                <a:gd name="connsiteY110" fmla="*/ 85838 h 724320"/>
                <a:gd name="connsiteX111" fmla="*/ 213362 w 375970"/>
                <a:gd name="connsiteY111" fmla="*/ 89671 h 724320"/>
                <a:gd name="connsiteX112" fmla="*/ 210612 w 375970"/>
                <a:gd name="connsiteY112" fmla="*/ 105836 h 724320"/>
                <a:gd name="connsiteX113" fmla="*/ 209696 w 375970"/>
                <a:gd name="connsiteY113" fmla="*/ 133000 h 724320"/>
                <a:gd name="connsiteX114" fmla="*/ 198197 w 375970"/>
                <a:gd name="connsiteY114" fmla="*/ 245740 h 724320"/>
                <a:gd name="connsiteX115" fmla="*/ 166116 w 375970"/>
                <a:gd name="connsiteY115" fmla="*/ 243490 h 724320"/>
                <a:gd name="connsiteX116" fmla="*/ 171366 w 375970"/>
                <a:gd name="connsiteY116" fmla="*/ 226158 h 724320"/>
                <a:gd name="connsiteX117" fmla="*/ 180448 w 375970"/>
                <a:gd name="connsiteY117" fmla="*/ 189828 h 724320"/>
                <a:gd name="connsiteX118" fmla="*/ 199530 w 375970"/>
                <a:gd name="connsiteY118" fmla="*/ 121751 h 724320"/>
                <a:gd name="connsiteX119" fmla="*/ 213695 w 375970"/>
                <a:gd name="connsiteY119" fmla="*/ 72339 h 724320"/>
                <a:gd name="connsiteX120" fmla="*/ 213695 w 375970"/>
                <a:gd name="connsiteY120" fmla="*/ 72339 h 724320"/>
                <a:gd name="connsiteX121" fmla="*/ 166783 w 375970"/>
                <a:gd name="connsiteY121" fmla="*/ 76338 h 724320"/>
                <a:gd name="connsiteX122" fmla="*/ 168366 w 375970"/>
                <a:gd name="connsiteY122" fmla="*/ 65506 h 724320"/>
                <a:gd name="connsiteX123" fmla="*/ 176366 w 375970"/>
                <a:gd name="connsiteY123" fmla="*/ 68756 h 724320"/>
                <a:gd name="connsiteX124" fmla="*/ 194114 w 375970"/>
                <a:gd name="connsiteY124" fmla="*/ 70756 h 724320"/>
                <a:gd name="connsiteX125" fmla="*/ 200030 w 375970"/>
                <a:gd name="connsiteY125" fmla="*/ 81088 h 724320"/>
                <a:gd name="connsiteX126" fmla="*/ 193781 w 375970"/>
                <a:gd name="connsiteY126" fmla="*/ 101169 h 724320"/>
                <a:gd name="connsiteX127" fmla="*/ 177782 w 375970"/>
                <a:gd name="connsiteY127" fmla="*/ 156081 h 724320"/>
                <a:gd name="connsiteX128" fmla="*/ 162200 w 375970"/>
                <a:gd name="connsiteY128" fmla="*/ 215076 h 724320"/>
                <a:gd name="connsiteX129" fmla="*/ 154951 w 375970"/>
                <a:gd name="connsiteY129" fmla="*/ 241490 h 724320"/>
                <a:gd name="connsiteX130" fmla="*/ 123037 w 375970"/>
                <a:gd name="connsiteY130" fmla="*/ 229741 h 724320"/>
                <a:gd name="connsiteX131" fmla="*/ 130536 w 375970"/>
                <a:gd name="connsiteY131" fmla="*/ 211243 h 724320"/>
                <a:gd name="connsiteX132" fmla="*/ 137036 w 375970"/>
                <a:gd name="connsiteY132" fmla="*/ 187828 h 724320"/>
                <a:gd name="connsiteX133" fmla="*/ 153118 w 375970"/>
                <a:gd name="connsiteY133" fmla="*/ 132167 h 724320"/>
                <a:gd name="connsiteX134" fmla="*/ 166783 w 375970"/>
                <a:gd name="connsiteY134" fmla="*/ 76338 h 724320"/>
                <a:gd name="connsiteX135" fmla="*/ 166783 w 375970"/>
                <a:gd name="connsiteY135" fmla="*/ 76338 h 724320"/>
                <a:gd name="connsiteX136" fmla="*/ 126537 w 375970"/>
                <a:gd name="connsiteY136" fmla="*/ 10844 h 724320"/>
                <a:gd name="connsiteX137" fmla="*/ 140702 w 375970"/>
                <a:gd name="connsiteY137" fmla="*/ 12594 h 724320"/>
                <a:gd name="connsiteX138" fmla="*/ 166866 w 375970"/>
                <a:gd name="connsiteY138" fmla="*/ 14844 h 724320"/>
                <a:gd name="connsiteX139" fmla="*/ 171616 w 375970"/>
                <a:gd name="connsiteY139" fmla="*/ 31093 h 724320"/>
                <a:gd name="connsiteX140" fmla="*/ 165783 w 375970"/>
                <a:gd name="connsiteY140" fmla="*/ 53424 h 724320"/>
                <a:gd name="connsiteX141" fmla="*/ 165700 w 375970"/>
                <a:gd name="connsiteY141" fmla="*/ 54507 h 724320"/>
                <a:gd name="connsiteX142" fmla="*/ 159784 w 375970"/>
                <a:gd name="connsiteY142" fmla="*/ 57423 h 724320"/>
                <a:gd name="connsiteX143" fmla="*/ 154784 w 375970"/>
                <a:gd name="connsiteY143" fmla="*/ 77005 h 724320"/>
                <a:gd name="connsiteX144" fmla="*/ 146952 w 375970"/>
                <a:gd name="connsiteY144" fmla="*/ 111002 h 724320"/>
                <a:gd name="connsiteX145" fmla="*/ 127287 w 375970"/>
                <a:gd name="connsiteY145" fmla="*/ 174330 h 724320"/>
                <a:gd name="connsiteX146" fmla="*/ 125870 w 375970"/>
                <a:gd name="connsiteY146" fmla="*/ 180996 h 724320"/>
                <a:gd name="connsiteX147" fmla="*/ 131869 w 375970"/>
                <a:gd name="connsiteY147" fmla="*/ 109919 h 724320"/>
                <a:gd name="connsiteX148" fmla="*/ 137286 w 375970"/>
                <a:gd name="connsiteY148" fmla="*/ 52340 h 724320"/>
                <a:gd name="connsiteX149" fmla="*/ 121704 w 375970"/>
                <a:gd name="connsiteY149" fmla="*/ 41008 h 724320"/>
                <a:gd name="connsiteX150" fmla="*/ 124287 w 375970"/>
                <a:gd name="connsiteY150" fmla="*/ 34425 h 724320"/>
                <a:gd name="connsiteX151" fmla="*/ 126537 w 375970"/>
                <a:gd name="connsiteY151" fmla="*/ 10844 h 724320"/>
                <a:gd name="connsiteX152" fmla="*/ 126537 w 375970"/>
                <a:gd name="connsiteY152" fmla="*/ 10844 h 724320"/>
                <a:gd name="connsiteX153" fmla="*/ 85540 w 375970"/>
                <a:gd name="connsiteY153" fmla="*/ 51674 h 724320"/>
                <a:gd name="connsiteX154" fmla="*/ 122454 w 375970"/>
                <a:gd name="connsiteY154" fmla="*/ 52924 h 724320"/>
                <a:gd name="connsiteX155" fmla="*/ 127203 w 375970"/>
                <a:gd name="connsiteY155" fmla="*/ 55924 h 724320"/>
                <a:gd name="connsiteX156" fmla="*/ 126120 w 375970"/>
                <a:gd name="connsiteY156" fmla="*/ 82421 h 724320"/>
                <a:gd name="connsiteX157" fmla="*/ 118121 w 375970"/>
                <a:gd name="connsiteY157" fmla="*/ 135250 h 724320"/>
                <a:gd name="connsiteX158" fmla="*/ 111455 w 375970"/>
                <a:gd name="connsiteY158" fmla="*/ 222992 h 724320"/>
                <a:gd name="connsiteX159" fmla="*/ 77458 w 375970"/>
                <a:gd name="connsiteY159" fmla="*/ 196661 h 724320"/>
                <a:gd name="connsiteX160" fmla="*/ 78958 w 375970"/>
                <a:gd name="connsiteY160" fmla="*/ 181579 h 724320"/>
                <a:gd name="connsiteX161" fmla="*/ 79458 w 375970"/>
                <a:gd name="connsiteY161" fmla="*/ 155581 h 724320"/>
                <a:gd name="connsiteX162" fmla="*/ 79458 w 375970"/>
                <a:gd name="connsiteY162" fmla="*/ 105836 h 724320"/>
                <a:gd name="connsiteX163" fmla="*/ 85540 w 375970"/>
                <a:gd name="connsiteY163" fmla="*/ 51674 h 724320"/>
                <a:gd name="connsiteX164" fmla="*/ 85540 w 375970"/>
                <a:gd name="connsiteY164" fmla="*/ 51674 h 724320"/>
                <a:gd name="connsiteX165" fmla="*/ 47960 w 375970"/>
                <a:gd name="connsiteY165" fmla="*/ 26343 h 724320"/>
                <a:gd name="connsiteX166" fmla="*/ 64459 w 375970"/>
                <a:gd name="connsiteY166" fmla="*/ 24593 h 724320"/>
                <a:gd name="connsiteX167" fmla="*/ 80957 w 375970"/>
                <a:gd name="connsiteY167" fmla="*/ 20843 h 724320"/>
                <a:gd name="connsiteX168" fmla="*/ 79708 w 375970"/>
                <a:gd name="connsiteY168" fmla="*/ 39842 h 724320"/>
                <a:gd name="connsiteX169" fmla="*/ 77124 w 375970"/>
                <a:gd name="connsiteY169" fmla="*/ 40508 h 724320"/>
                <a:gd name="connsiteX170" fmla="*/ 64792 w 375970"/>
                <a:gd name="connsiteY170" fmla="*/ 70089 h 724320"/>
                <a:gd name="connsiteX171" fmla="*/ 67209 w 375970"/>
                <a:gd name="connsiteY171" fmla="*/ 132917 h 724320"/>
                <a:gd name="connsiteX172" fmla="*/ 68875 w 375970"/>
                <a:gd name="connsiteY172" fmla="*/ 188745 h 724320"/>
                <a:gd name="connsiteX173" fmla="*/ 43961 w 375970"/>
                <a:gd name="connsiteY173" fmla="*/ 162414 h 724320"/>
                <a:gd name="connsiteX174" fmla="*/ 44044 w 375970"/>
                <a:gd name="connsiteY174" fmla="*/ 149498 h 724320"/>
                <a:gd name="connsiteX175" fmla="*/ 41044 w 375970"/>
                <a:gd name="connsiteY175" fmla="*/ 118251 h 724320"/>
                <a:gd name="connsiteX176" fmla="*/ 40044 w 375970"/>
                <a:gd name="connsiteY176" fmla="*/ 57340 h 724320"/>
                <a:gd name="connsiteX177" fmla="*/ 39628 w 375970"/>
                <a:gd name="connsiteY177" fmla="*/ 33342 h 724320"/>
                <a:gd name="connsiteX178" fmla="*/ 47960 w 375970"/>
                <a:gd name="connsiteY178" fmla="*/ 26343 h 724320"/>
                <a:gd name="connsiteX179" fmla="*/ 47960 w 375970"/>
                <a:gd name="connsiteY179" fmla="*/ 26343 h 724320"/>
                <a:gd name="connsiteX180" fmla="*/ 16796 w 375970"/>
                <a:gd name="connsiteY180" fmla="*/ 87254 h 724320"/>
                <a:gd name="connsiteX181" fmla="*/ 28712 w 375970"/>
                <a:gd name="connsiteY181" fmla="*/ 74589 h 724320"/>
                <a:gd name="connsiteX182" fmla="*/ 30795 w 375970"/>
                <a:gd name="connsiteY182" fmla="*/ 124584 h 724320"/>
                <a:gd name="connsiteX183" fmla="*/ 34545 w 375970"/>
                <a:gd name="connsiteY183" fmla="*/ 151832 h 724320"/>
                <a:gd name="connsiteX184" fmla="*/ 26962 w 375970"/>
                <a:gd name="connsiteY184" fmla="*/ 143416 h 724320"/>
                <a:gd name="connsiteX185" fmla="*/ 21296 w 375970"/>
                <a:gd name="connsiteY185" fmla="*/ 107252 h 724320"/>
                <a:gd name="connsiteX186" fmla="*/ 16796 w 375970"/>
                <a:gd name="connsiteY186" fmla="*/ 87254 h 724320"/>
                <a:gd name="connsiteX187" fmla="*/ 16796 w 375970"/>
                <a:gd name="connsiteY187" fmla="*/ 87254 h 724320"/>
                <a:gd name="connsiteX188" fmla="*/ 89457 w 375970"/>
                <a:gd name="connsiteY188" fmla="*/ 606457 h 724320"/>
                <a:gd name="connsiteX189" fmla="*/ 26462 w 375970"/>
                <a:gd name="connsiteY189" fmla="*/ 699449 h 724320"/>
                <a:gd name="connsiteX190" fmla="*/ 19880 w 375970"/>
                <a:gd name="connsiteY190" fmla="*/ 694949 h 724320"/>
                <a:gd name="connsiteX191" fmla="*/ 17380 w 375970"/>
                <a:gd name="connsiteY191" fmla="*/ 668285 h 724320"/>
                <a:gd name="connsiteX192" fmla="*/ 18213 w 375970"/>
                <a:gd name="connsiteY192" fmla="*/ 619539 h 724320"/>
                <a:gd name="connsiteX193" fmla="*/ 20630 w 375970"/>
                <a:gd name="connsiteY193" fmla="*/ 410142 h 724320"/>
                <a:gd name="connsiteX194" fmla="*/ 22046 w 375970"/>
                <a:gd name="connsiteY194" fmla="*/ 371062 h 724320"/>
                <a:gd name="connsiteX195" fmla="*/ 23046 w 375970"/>
                <a:gd name="connsiteY195" fmla="*/ 368895 h 724320"/>
                <a:gd name="connsiteX196" fmla="*/ 22713 w 375970"/>
                <a:gd name="connsiteY196" fmla="*/ 350480 h 724320"/>
                <a:gd name="connsiteX197" fmla="*/ 25879 w 375970"/>
                <a:gd name="connsiteY197" fmla="*/ 209993 h 724320"/>
                <a:gd name="connsiteX198" fmla="*/ 28879 w 375970"/>
                <a:gd name="connsiteY198" fmla="*/ 168330 h 724320"/>
                <a:gd name="connsiteX199" fmla="*/ 37878 w 375970"/>
                <a:gd name="connsiteY199" fmla="*/ 178413 h 724320"/>
                <a:gd name="connsiteX200" fmla="*/ 40128 w 375970"/>
                <a:gd name="connsiteY200" fmla="*/ 202827 h 724320"/>
                <a:gd name="connsiteX201" fmla="*/ 48460 w 375970"/>
                <a:gd name="connsiteY201" fmla="*/ 241240 h 724320"/>
                <a:gd name="connsiteX202" fmla="*/ 78374 w 375970"/>
                <a:gd name="connsiteY202" fmla="*/ 342314 h 724320"/>
                <a:gd name="connsiteX203" fmla="*/ 118371 w 375970"/>
                <a:gd name="connsiteY203" fmla="*/ 424974 h 724320"/>
                <a:gd name="connsiteX204" fmla="*/ 143618 w 375970"/>
                <a:gd name="connsiteY204" fmla="*/ 458471 h 724320"/>
                <a:gd name="connsiteX205" fmla="*/ 167366 w 375970"/>
                <a:gd name="connsiteY205" fmla="*/ 485968 h 724320"/>
                <a:gd name="connsiteX206" fmla="*/ 89457 w 375970"/>
                <a:gd name="connsiteY206" fmla="*/ 606457 h 724320"/>
                <a:gd name="connsiteX207" fmla="*/ 89457 w 375970"/>
                <a:gd name="connsiteY207" fmla="*/ 606457 h 724320"/>
                <a:gd name="connsiteX208" fmla="*/ 294105 w 375970"/>
                <a:gd name="connsiteY208" fmla="*/ 270404 h 724320"/>
                <a:gd name="connsiteX209" fmla="*/ 266191 w 375970"/>
                <a:gd name="connsiteY209" fmla="*/ 319483 h 724320"/>
                <a:gd name="connsiteX210" fmla="*/ 210196 w 375970"/>
                <a:gd name="connsiteY210" fmla="*/ 415724 h 724320"/>
                <a:gd name="connsiteX211" fmla="*/ 173949 w 375970"/>
                <a:gd name="connsiteY211" fmla="*/ 475802 h 724320"/>
                <a:gd name="connsiteX212" fmla="*/ 127953 w 375970"/>
                <a:gd name="connsiteY212" fmla="*/ 418974 h 724320"/>
                <a:gd name="connsiteX213" fmla="*/ 87290 w 375970"/>
                <a:gd name="connsiteY213" fmla="*/ 328149 h 724320"/>
                <a:gd name="connsiteX214" fmla="*/ 56876 w 375970"/>
                <a:gd name="connsiteY214" fmla="*/ 234491 h 724320"/>
                <a:gd name="connsiteX215" fmla="*/ 46210 w 375970"/>
                <a:gd name="connsiteY215" fmla="*/ 190661 h 724320"/>
                <a:gd name="connsiteX216" fmla="*/ 45627 w 375970"/>
                <a:gd name="connsiteY216" fmla="*/ 186828 h 724320"/>
                <a:gd name="connsiteX217" fmla="*/ 159950 w 375970"/>
                <a:gd name="connsiteY217" fmla="*/ 258322 h 724320"/>
                <a:gd name="connsiteX218" fmla="*/ 246192 w 375970"/>
                <a:gd name="connsiteY218" fmla="*/ 256905 h 724320"/>
                <a:gd name="connsiteX219" fmla="*/ 311937 w 375970"/>
                <a:gd name="connsiteY219" fmla="*/ 239324 h 724320"/>
                <a:gd name="connsiteX220" fmla="*/ 294105 w 375970"/>
                <a:gd name="connsiteY220" fmla="*/ 270404 h 724320"/>
                <a:gd name="connsiteX221" fmla="*/ 294105 w 375970"/>
                <a:gd name="connsiteY221" fmla="*/ 270404 h 724320"/>
                <a:gd name="connsiteX222" fmla="*/ 342600 w 375970"/>
                <a:gd name="connsiteY222" fmla="*/ 176079 h 724320"/>
                <a:gd name="connsiteX223" fmla="*/ 319186 w 375970"/>
                <a:gd name="connsiteY223" fmla="*/ 212826 h 724320"/>
                <a:gd name="connsiteX224" fmla="*/ 314020 w 375970"/>
                <a:gd name="connsiteY224" fmla="*/ 222825 h 724320"/>
                <a:gd name="connsiteX225" fmla="*/ 301104 w 375970"/>
                <a:gd name="connsiteY225" fmla="*/ 226991 h 724320"/>
                <a:gd name="connsiteX226" fmla="*/ 322769 w 375970"/>
                <a:gd name="connsiteY226" fmla="*/ 183995 h 724320"/>
                <a:gd name="connsiteX227" fmla="*/ 346017 w 375970"/>
                <a:gd name="connsiteY227" fmla="*/ 129750 h 724320"/>
                <a:gd name="connsiteX228" fmla="*/ 347600 w 375970"/>
                <a:gd name="connsiteY228" fmla="*/ 126667 h 724320"/>
                <a:gd name="connsiteX229" fmla="*/ 352266 w 375970"/>
                <a:gd name="connsiteY229" fmla="*/ 130834 h 724320"/>
                <a:gd name="connsiteX230" fmla="*/ 361849 w 375970"/>
                <a:gd name="connsiteY230" fmla="*/ 143666 h 724320"/>
                <a:gd name="connsiteX231" fmla="*/ 342600 w 375970"/>
                <a:gd name="connsiteY231" fmla="*/ 176079 h 724320"/>
                <a:gd name="connsiteX232" fmla="*/ 342600 w 375970"/>
                <a:gd name="connsiteY232" fmla="*/ 176079 h 724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375970" h="724320">
                  <a:moveTo>
                    <a:pt x="375514" y="135166"/>
                  </a:moveTo>
                  <a:cubicBezTo>
                    <a:pt x="372931" y="125834"/>
                    <a:pt x="360265" y="122751"/>
                    <a:pt x="351266" y="120084"/>
                  </a:cubicBezTo>
                  <a:cubicBezTo>
                    <a:pt x="356183" y="111169"/>
                    <a:pt x="361682" y="100170"/>
                    <a:pt x="358016" y="93253"/>
                  </a:cubicBezTo>
                  <a:cubicBezTo>
                    <a:pt x="356266" y="89837"/>
                    <a:pt x="353849" y="89087"/>
                    <a:pt x="350350" y="88004"/>
                  </a:cubicBezTo>
                  <a:cubicBezTo>
                    <a:pt x="343850" y="86004"/>
                    <a:pt x="337601" y="85088"/>
                    <a:pt x="331435" y="83088"/>
                  </a:cubicBezTo>
                  <a:cubicBezTo>
                    <a:pt x="333934" y="76338"/>
                    <a:pt x="336851" y="69506"/>
                    <a:pt x="339934" y="63256"/>
                  </a:cubicBezTo>
                  <a:cubicBezTo>
                    <a:pt x="341767" y="59590"/>
                    <a:pt x="345184" y="55840"/>
                    <a:pt x="344850" y="51507"/>
                  </a:cubicBezTo>
                  <a:cubicBezTo>
                    <a:pt x="343850" y="38842"/>
                    <a:pt x="319519" y="39258"/>
                    <a:pt x="311520" y="37842"/>
                  </a:cubicBezTo>
                  <a:cubicBezTo>
                    <a:pt x="300938" y="35925"/>
                    <a:pt x="283439" y="27759"/>
                    <a:pt x="275523" y="38009"/>
                  </a:cubicBezTo>
                  <a:cubicBezTo>
                    <a:pt x="270607" y="44341"/>
                    <a:pt x="270024" y="53424"/>
                    <a:pt x="268191" y="60923"/>
                  </a:cubicBezTo>
                  <a:cubicBezTo>
                    <a:pt x="266191" y="68839"/>
                    <a:pt x="263691" y="76588"/>
                    <a:pt x="261358" y="84421"/>
                  </a:cubicBezTo>
                  <a:cubicBezTo>
                    <a:pt x="256442" y="84671"/>
                    <a:pt x="251275" y="85504"/>
                    <a:pt x="247359" y="86087"/>
                  </a:cubicBezTo>
                  <a:cubicBezTo>
                    <a:pt x="249026" y="77672"/>
                    <a:pt x="250942" y="69422"/>
                    <a:pt x="252942" y="61173"/>
                  </a:cubicBezTo>
                  <a:cubicBezTo>
                    <a:pt x="254692" y="54007"/>
                    <a:pt x="258525" y="47008"/>
                    <a:pt x="259691" y="39758"/>
                  </a:cubicBezTo>
                  <a:cubicBezTo>
                    <a:pt x="261691" y="27843"/>
                    <a:pt x="249276" y="26760"/>
                    <a:pt x="240360" y="26010"/>
                  </a:cubicBezTo>
                  <a:cubicBezTo>
                    <a:pt x="232277" y="25343"/>
                    <a:pt x="224694" y="23677"/>
                    <a:pt x="216695" y="22510"/>
                  </a:cubicBezTo>
                  <a:cubicBezTo>
                    <a:pt x="212612" y="21927"/>
                    <a:pt x="209029" y="21760"/>
                    <a:pt x="206363" y="25593"/>
                  </a:cubicBezTo>
                  <a:cubicBezTo>
                    <a:pt x="203446" y="29676"/>
                    <a:pt x="203613" y="37758"/>
                    <a:pt x="202613" y="42425"/>
                  </a:cubicBezTo>
                  <a:cubicBezTo>
                    <a:pt x="201613" y="47091"/>
                    <a:pt x="202696" y="55674"/>
                    <a:pt x="200697" y="59673"/>
                  </a:cubicBezTo>
                  <a:lnTo>
                    <a:pt x="200697" y="59757"/>
                  </a:lnTo>
                  <a:cubicBezTo>
                    <a:pt x="199530" y="59673"/>
                    <a:pt x="198280" y="59673"/>
                    <a:pt x="197030" y="59757"/>
                  </a:cubicBezTo>
                  <a:cubicBezTo>
                    <a:pt x="189947" y="59840"/>
                    <a:pt x="183698" y="57923"/>
                    <a:pt x="177199" y="56423"/>
                  </a:cubicBezTo>
                  <a:cubicBezTo>
                    <a:pt x="177032" y="49091"/>
                    <a:pt x="180532" y="40258"/>
                    <a:pt x="182365" y="33426"/>
                  </a:cubicBezTo>
                  <a:cubicBezTo>
                    <a:pt x="183781" y="27926"/>
                    <a:pt x="188281" y="19427"/>
                    <a:pt x="185448" y="13594"/>
                  </a:cubicBezTo>
                  <a:cubicBezTo>
                    <a:pt x="180615" y="3512"/>
                    <a:pt x="159367" y="3845"/>
                    <a:pt x="149868" y="3345"/>
                  </a:cubicBezTo>
                  <a:cubicBezTo>
                    <a:pt x="141702" y="2928"/>
                    <a:pt x="133619" y="345"/>
                    <a:pt x="125620" y="12"/>
                  </a:cubicBezTo>
                  <a:cubicBezTo>
                    <a:pt x="121454" y="-155"/>
                    <a:pt x="118121" y="1429"/>
                    <a:pt x="115621" y="4845"/>
                  </a:cubicBezTo>
                  <a:cubicBezTo>
                    <a:pt x="111455" y="10594"/>
                    <a:pt x="112121" y="18510"/>
                    <a:pt x="111871" y="25176"/>
                  </a:cubicBezTo>
                  <a:cubicBezTo>
                    <a:pt x="111705" y="30342"/>
                    <a:pt x="110705" y="35592"/>
                    <a:pt x="111788" y="40508"/>
                  </a:cubicBezTo>
                  <a:cubicBezTo>
                    <a:pt x="105455" y="39842"/>
                    <a:pt x="98122" y="38842"/>
                    <a:pt x="91123" y="38758"/>
                  </a:cubicBezTo>
                  <a:cubicBezTo>
                    <a:pt x="91290" y="31176"/>
                    <a:pt x="94123" y="23427"/>
                    <a:pt x="92706" y="16094"/>
                  </a:cubicBezTo>
                  <a:cubicBezTo>
                    <a:pt x="92123" y="13177"/>
                    <a:pt x="90707" y="11594"/>
                    <a:pt x="87957" y="10678"/>
                  </a:cubicBezTo>
                  <a:cubicBezTo>
                    <a:pt x="80791" y="8261"/>
                    <a:pt x="70958" y="11678"/>
                    <a:pt x="63792" y="12594"/>
                  </a:cubicBezTo>
                  <a:cubicBezTo>
                    <a:pt x="54876" y="13677"/>
                    <a:pt x="45044" y="13511"/>
                    <a:pt x="36461" y="16261"/>
                  </a:cubicBezTo>
                  <a:cubicBezTo>
                    <a:pt x="22546" y="20760"/>
                    <a:pt x="27046" y="41592"/>
                    <a:pt x="27879" y="53174"/>
                  </a:cubicBezTo>
                  <a:cubicBezTo>
                    <a:pt x="28129" y="56423"/>
                    <a:pt x="28295" y="59673"/>
                    <a:pt x="28462" y="62923"/>
                  </a:cubicBezTo>
                  <a:cubicBezTo>
                    <a:pt x="16296" y="60507"/>
                    <a:pt x="3714" y="68089"/>
                    <a:pt x="4881" y="81921"/>
                  </a:cubicBezTo>
                  <a:cubicBezTo>
                    <a:pt x="6048" y="95587"/>
                    <a:pt x="10964" y="109585"/>
                    <a:pt x="13463" y="123084"/>
                  </a:cubicBezTo>
                  <a:cubicBezTo>
                    <a:pt x="14630" y="129334"/>
                    <a:pt x="15213" y="136250"/>
                    <a:pt x="17130" y="142499"/>
                  </a:cubicBezTo>
                  <a:cubicBezTo>
                    <a:pt x="14963" y="143999"/>
                    <a:pt x="13463" y="146499"/>
                    <a:pt x="13713" y="149165"/>
                  </a:cubicBezTo>
                  <a:cubicBezTo>
                    <a:pt x="16796" y="187162"/>
                    <a:pt x="9880" y="224408"/>
                    <a:pt x="10714" y="262488"/>
                  </a:cubicBezTo>
                  <a:cubicBezTo>
                    <a:pt x="11130" y="279570"/>
                    <a:pt x="10630" y="296319"/>
                    <a:pt x="12380" y="313317"/>
                  </a:cubicBezTo>
                  <a:cubicBezTo>
                    <a:pt x="12714" y="316733"/>
                    <a:pt x="13130" y="320150"/>
                    <a:pt x="13547" y="323566"/>
                  </a:cubicBezTo>
                  <a:cubicBezTo>
                    <a:pt x="11797" y="351147"/>
                    <a:pt x="10130" y="378728"/>
                    <a:pt x="8631" y="406225"/>
                  </a:cubicBezTo>
                  <a:cubicBezTo>
                    <a:pt x="4547" y="482302"/>
                    <a:pt x="3548" y="558462"/>
                    <a:pt x="1381" y="634621"/>
                  </a:cubicBezTo>
                  <a:cubicBezTo>
                    <a:pt x="881" y="651703"/>
                    <a:pt x="-952" y="668285"/>
                    <a:pt x="631" y="685367"/>
                  </a:cubicBezTo>
                  <a:cubicBezTo>
                    <a:pt x="1631" y="696533"/>
                    <a:pt x="1798" y="714698"/>
                    <a:pt x="12630" y="721697"/>
                  </a:cubicBezTo>
                  <a:cubicBezTo>
                    <a:pt x="22546" y="728113"/>
                    <a:pt x="31795" y="721697"/>
                    <a:pt x="38045" y="713864"/>
                  </a:cubicBezTo>
                  <a:cubicBezTo>
                    <a:pt x="50377" y="698449"/>
                    <a:pt x="61459" y="681200"/>
                    <a:pt x="72208" y="664619"/>
                  </a:cubicBezTo>
                  <a:cubicBezTo>
                    <a:pt x="116454" y="596375"/>
                    <a:pt x="159700" y="527464"/>
                    <a:pt x="201530" y="457554"/>
                  </a:cubicBezTo>
                  <a:cubicBezTo>
                    <a:pt x="224611" y="418891"/>
                    <a:pt x="248109" y="380394"/>
                    <a:pt x="269940" y="340981"/>
                  </a:cubicBezTo>
                  <a:cubicBezTo>
                    <a:pt x="280939" y="321150"/>
                    <a:pt x="293355" y="302151"/>
                    <a:pt x="304271" y="282237"/>
                  </a:cubicBezTo>
                  <a:cubicBezTo>
                    <a:pt x="313686" y="265155"/>
                    <a:pt x="326185" y="247573"/>
                    <a:pt x="332518" y="229158"/>
                  </a:cubicBezTo>
                  <a:cubicBezTo>
                    <a:pt x="333685" y="225825"/>
                    <a:pt x="331851" y="223075"/>
                    <a:pt x="329268" y="221492"/>
                  </a:cubicBezTo>
                  <a:cubicBezTo>
                    <a:pt x="333685" y="215909"/>
                    <a:pt x="337184" y="209243"/>
                    <a:pt x="340517" y="203577"/>
                  </a:cubicBezTo>
                  <a:cubicBezTo>
                    <a:pt x="348850" y="189495"/>
                    <a:pt x="357432" y="175663"/>
                    <a:pt x="365765" y="161664"/>
                  </a:cubicBezTo>
                  <a:cubicBezTo>
                    <a:pt x="369598" y="154498"/>
                    <a:pt x="378014" y="144082"/>
                    <a:pt x="375514" y="135166"/>
                  </a:cubicBezTo>
                  <a:lnTo>
                    <a:pt x="375514" y="135166"/>
                  </a:lnTo>
                  <a:close/>
                  <a:moveTo>
                    <a:pt x="331268" y="96503"/>
                  </a:moveTo>
                  <a:cubicBezTo>
                    <a:pt x="334435" y="97503"/>
                    <a:pt x="338184" y="97670"/>
                    <a:pt x="341184" y="98920"/>
                  </a:cubicBezTo>
                  <a:cubicBezTo>
                    <a:pt x="347267" y="101503"/>
                    <a:pt x="345433" y="98420"/>
                    <a:pt x="344434" y="104336"/>
                  </a:cubicBezTo>
                  <a:cubicBezTo>
                    <a:pt x="342517" y="116085"/>
                    <a:pt x="333435" y="129417"/>
                    <a:pt x="329435" y="140916"/>
                  </a:cubicBezTo>
                  <a:cubicBezTo>
                    <a:pt x="318353" y="172746"/>
                    <a:pt x="300604" y="201411"/>
                    <a:pt x="286439" y="231824"/>
                  </a:cubicBezTo>
                  <a:cubicBezTo>
                    <a:pt x="273857" y="235824"/>
                    <a:pt x="261274" y="239490"/>
                    <a:pt x="247776" y="241657"/>
                  </a:cubicBezTo>
                  <a:cubicBezTo>
                    <a:pt x="247692" y="241657"/>
                    <a:pt x="247692" y="241657"/>
                    <a:pt x="247609" y="241657"/>
                  </a:cubicBezTo>
                  <a:cubicBezTo>
                    <a:pt x="247609" y="241573"/>
                    <a:pt x="247692" y="241407"/>
                    <a:pt x="247692" y="241324"/>
                  </a:cubicBezTo>
                  <a:cubicBezTo>
                    <a:pt x="259108" y="212993"/>
                    <a:pt x="274023" y="186078"/>
                    <a:pt x="284189" y="157248"/>
                  </a:cubicBezTo>
                  <a:cubicBezTo>
                    <a:pt x="289189" y="143082"/>
                    <a:pt x="294438" y="129250"/>
                    <a:pt x="300271" y="115501"/>
                  </a:cubicBezTo>
                  <a:cubicBezTo>
                    <a:pt x="302937" y="109252"/>
                    <a:pt x="305771" y="103253"/>
                    <a:pt x="308854" y="97253"/>
                  </a:cubicBezTo>
                  <a:cubicBezTo>
                    <a:pt x="309770" y="95503"/>
                    <a:pt x="311520" y="89921"/>
                    <a:pt x="312936" y="88921"/>
                  </a:cubicBezTo>
                  <a:cubicBezTo>
                    <a:pt x="316269" y="86504"/>
                    <a:pt x="313186" y="88004"/>
                    <a:pt x="317269" y="89671"/>
                  </a:cubicBezTo>
                  <a:cubicBezTo>
                    <a:pt x="317603" y="89754"/>
                    <a:pt x="317853" y="89921"/>
                    <a:pt x="318103" y="90087"/>
                  </a:cubicBezTo>
                  <a:cubicBezTo>
                    <a:pt x="318769" y="93087"/>
                    <a:pt x="321686" y="94003"/>
                    <a:pt x="324435" y="93337"/>
                  </a:cubicBezTo>
                  <a:cubicBezTo>
                    <a:pt x="326685" y="94503"/>
                    <a:pt x="328852" y="95670"/>
                    <a:pt x="331268" y="96503"/>
                  </a:cubicBezTo>
                  <a:lnTo>
                    <a:pt x="331268" y="96503"/>
                  </a:lnTo>
                  <a:close/>
                  <a:moveTo>
                    <a:pt x="284272" y="43175"/>
                  </a:moveTo>
                  <a:cubicBezTo>
                    <a:pt x="287189" y="41175"/>
                    <a:pt x="303104" y="47091"/>
                    <a:pt x="306937" y="48008"/>
                  </a:cubicBezTo>
                  <a:cubicBezTo>
                    <a:pt x="314103" y="49674"/>
                    <a:pt x="321436" y="52007"/>
                    <a:pt x="328768" y="52757"/>
                  </a:cubicBezTo>
                  <a:cubicBezTo>
                    <a:pt x="329268" y="52841"/>
                    <a:pt x="331351" y="53174"/>
                    <a:pt x="332518" y="52674"/>
                  </a:cubicBezTo>
                  <a:cubicBezTo>
                    <a:pt x="331685" y="54090"/>
                    <a:pt x="330268" y="55924"/>
                    <a:pt x="330018" y="56423"/>
                  </a:cubicBezTo>
                  <a:cubicBezTo>
                    <a:pt x="326685" y="62756"/>
                    <a:pt x="322602" y="70256"/>
                    <a:pt x="320186" y="77838"/>
                  </a:cubicBezTo>
                  <a:cubicBezTo>
                    <a:pt x="313936" y="74339"/>
                    <a:pt x="309187" y="72922"/>
                    <a:pt x="304187" y="80255"/>
                  </a:cubicBezTo>
                  <a:cubicBezTo>
                    <a:pt x="295021" y="93753"/>
                    <a:pt x="288855" y="111919"/>
                    <a:pt x="283023" y="127084"/>
                  </a:cubicBezTo>
                  <a:cubicBezTo>
                    <a:pt x="272773" y="153831"/>
                    <a:pt x="263524" y="180912"/>
                    <a:pt x="253858" y="207827"/>
                  </a:cubicBezTo>
                  <a:cubicBezTo>
                    <a:pt x="258441" y="181912"/>
                    <a:pt x="262941" y="155998"/>
                    <a:pt x="270024" y="130417"/>
                  </a:cubicBezTo>
                  <a:cubicBezTo>
                    <a:pt x="272773" y="120418"/>
                    <a:pt x="282939" y="100503"/>
                    <a:pt x="277523" y="90254"/>
                  </a:cubicBezTo>
                  <a:cubicBezTo>
                    <a:pt x="276107" y="87504"/>
                    <a:pt x="273523" y="85921"/>
                    <a:pt x="270440" y="85171"/>
                  </a:cubicBezTo>
                  <a:cubicBezTo>
                    <a:pt x="274440" y="80338"/>
                    <a:pt x="276940" y="74089"/>
                    <a:pt x="278523" y="68089"/>
                  </a:cubicBezTo>
                  <a:cubicBezTo>
                    <a:pt x="279606" y="63173"/>
                    <a:pt x="279606" y="46258"/>
                    <a:pt x="284272" y="43175"/>
                  </a:cubicBezTo>
                  <a:lnTo>
                    <a:pt x="284272" y="43175"/>
                  </a:lnTo>
                  <a:close/>
                  <a:moveTo>
                    <a:pt x="255525" y="96920"/>
                  </a:moveTo>
                  <a:cubicBezTo>
                    <a:pt x="265108" y="96420"/>
                    <a:pt x="267191" y="95420"/>
                    <a:pt x="265357" y="105086"/>
                  </a:cubicBezTo>
                  <a:cubicBezTo>
                    <a:pt x="262441" y="120168"/>
                    <a:pt x="257941" y="135000"/>
                    <a:pt x="254108" y="149832"/>
                  </a:cubicBezTo>
                  <a:cubicBezTo>
                    <a:pt x="246192" y="180829"/>
                    <a:pt x="242526" y="212159"/>
                    <a:pt x="235860" y="243323"/>
                  </a:cubicBezTo>
                  <a:cubicBezTo>
                    <a:pt x="225778" y="244573"/>
                    <a:pt x="215362" y="245407"/>
                    <a:pt x="204946" y="245656"/>
                  </a:cubicBezTo>
                  <a:cubicBezTo>
                    <a:pt x="207613" y="238407"/>
                    <a:pt x="212446" y="212576"/>
                    <a:pt x="213029" y="208993"/>
                  </a:cubicBezTo>
                  <a:cubicBezTo>
                    <a:pt x="215612" y="192578"/>
                    <a:pt x="218445" y="176246"/>
                    <a:pt x="220528" y="159748"/>
                  </a:cubicBezTo>
                  <a:cubicBezTo>
                    <a:pt x="222195" y="146415"/>
                    <a:pt x="223028" y="132917"/>
                    <a:pt x="223278" y="119501"/>
                  </a:cubicBezTo>
                  <a:cubicBezTo>
                    <a:pt x="223361" y="115168"/>
                    <a:pt x="220612" y="98670"/>
                    <a:pt x="223778" y="96587"/>
                  </a:cubicBezTo>
                  <a:cubicBezTo>
                    <a:pt x="225278" y="95587"/>
                    <a:pt x="235194" y="97836"/>
                    <a:pt x="237860" y="97836"/>
                  </a:cubicBezTo>
                  <a:cubicBezTo>
                    <a:pt x="243776" y="98086"/>
                    <a:pt x="249609" y="97253"/>
                    <a:pt x="255525" y="96920"/>
                  </a:cubicBezTo>
                  <a:lnTo>
                    <a:pt x="255525" y="96920"/>
                  </a:lnTo>
                  <a:close/>
                  <a:moveTo>
                    <a:pt x="213695" y="72339"/>
                  </a:moveTo>
                  <a:cubicBezTo>
                    <a:pt x="213945" y="64839"/>
                    <a:pt x="211112" y="61673"/>
                    <a:pt x="206446" y="60423"/>
                  </a:cubicBezTo>
                  <a:cubicBezTo>
                    <a:pt x="210029" y="56090"/>
                    <a:pt x="211112" y="49424"/>
                    <a:pt x="212779" y="44341"/>
                  </a:cubicBezTo>
                  <a:cubicBezTo>
                    <a:pt x="213195" y="43091"/>
                    <a:pt x="216445" y="33509"/>
                    <a:pt x="214779" y="33342"/>
                  </a:cubicBezTo>
                  <a:cubicBezTo>
                    <a:pt x="217612" y="33009"/>
                    <a:pt x="230361" y="36009"/>
                    <a:pt x="232110" y="36175"/>
                  </a:cubicBezTo>
                  <a:cubicBezTo>
                    <a:pt x="236277" y="36509"/>
                    <a:pt x="243276" y="35509"/>
                    <a:pt x="246859" y="37175"/>
                  </a:cubicBezTo>
                  <a:cubicBezTo>
                    <a:pt x="250442" y="38842"/>
                    <a:pt x="250442" y="35009"/>
                    <a:pt x="248359" y="41925"/>
                  </a:cubicBezTo>
                  <a:cubicBezTo>
                    <a:pt x="247609" y="44508"/>
                    <a:pt x="246192" y="46924"/>
                    <a:pt x="245276" y="49424"/>
                  </a:cubicBezTo>
                  <a:cubicBezTo>
                    <a:pt x="241026" y="61173"/>
                    <a:pt x="238193" y="73589"/>
                    <a:pt x="235694" y="85838"/>
                  </a:cubicBezTo>
                  <a:cubicBezTo>
                    <a:pt x="227361" y="84504"/>
                    <a:pt x="218445" y="82421"/>
                    <a:pt x="213362" y="89671"/>
                  </a:cubicBezTo>
                  <a:cubicBezTo>
                    <a:pt x="210362" y="94003"/>
                    <a:pt x="210696" y="100836"/>
                    <a:pt x="210612" y="105836"/>
                  </a:cubicBezTo>
                  <a:cubicBezTo>
                    <a:pt x="210446" y="114918"/>
                    <a:pt x="210196" y="123917"/>
                    <a:pt x="209696" y="133000"/>
                  </a:cubicBezTo>
                  <a:cubicBezTo>
                    <a:pt x="207446" y="170413"/>
                    <a:pt x="196864" y="208076"/>
                    <a:pt x="198197" y="245740"/>
                  </a:cubicBezTo>
                  <a:cubicBezTo>
                    <a:pt x="187364" y="245740"/>
                    <a:pt x="176532" y="245073"/>
                    <a:pt x="166116" y="243490"/>
                  </a:cubicBezTo>
                  <a:cubicBezTo>
                    <a:pt x="167366" y="237490"/>
                    <a:pt x="170449" y="229991"/>
                    <a:pt x="171366" y="226158"/>
                  </a:cubicBezTo>
                  <a:cubicBezTo>
                    <a:pt x="174366" y="213993"/>
                    <a:pt x="177615" y="201994"/>
                    <a:pt x="180448" y="189828"/>
                  </a:cubicBezTo>
                  <a:cubicBezTo>
                    <a:pt x="185865" y="166913"/>
                    <a:pt x="192864" y="144249"/>
                    <a:pt x="199530" y="121751"/>
                  </a:cubicBezTo>
                  <a:cubicBezTo>
                    <a:pt x="204113" y="106336"/>
                    <a:pt x="213195" y="88504"/>
                    <a:pt x="213695" y="72339"/>
                  </a:cubicBezTo>
                  <a:lnTo>
                    <a:pt x="213695" y="72339"/>
                  </a:lnTo>
                  <a:close/>
                  <a:moveTo>
                    <a:pt x="166783" y="76338"/>
                  </a:moveTo>
                  <a:cubicBezTo>
                    <a:pt x="167116" y="74505"/>
                    <a:pt x="167283" y="67756"/>
                    <a:pt x="168366" y="65506"/>
                  </a:cubicBezTo>
                  <a:cubicBezTo>
                    <a:pt x="168200" y="67423"/>
                    <a:pt x="180032" y="69672"/>
                    <a:pt x="176366" y="68756"/>
                  </a:cubicBezTo>
                  <a:cubicBezTo>
                    <a:pt x="182365" y="70172"/>
                    <a:pt x="187948" y="70589"/>
                    <a:pt x="194114" y="70756"/>
                  </a:cubicBezTo>
                  <a:cubicBezTo>
                    <a:pt x="202696" y="71006"/>
                    <a:pt x="202363" y="73339"/>
                    <a:pt x="200030" y="81088"/>
                  </a:cubicBezTo>
                  <a:cubicBezTo>
                    <a:pt x="198030" y="87837"/>
                    <a:pt x="195780" y="94420"/>
                    <a:pt x="193781" y="101169"/>
                  </a:cubicBezTo>
                  <a:cubicBezTo>
                    <a:pt x="188198" y="119418"/>
                    <a:pt x="182948" y="137749"/>
                    <a:pt x="177782" y="156081"/>
                  </a:cubicBezTo>
                  <a:cubicBezTo>
                    <a:pt x="172282" y="175663"/>
                    <a:pt x="167783" y="195494"/>
                    <a:pt x="162200" y="215076"/>
                  </a:cubicBezTo>
                  <a:cubicBezTo>
                    <a:pt x="160200" y="222159"/>
                    <a:pt x="156117" y="232241"/>
                    <a:pt x="154951" y="241490"/>
                  </a:cubicBezTo>
                  <a:cubicBezTo>
                    <a:pt x="143618" y="238824"/>
                    <a:pt x="133036" y="234824"/>
                    <a:pt x="123037" y="229741"/>
                  </a:cubicBezTo>
                  <a:cubicBezTo>
                    <a:pt x="124787" y="223409"/>
                    <a:pt x="128536" y="217326"/>
                    <a:pt x="130536" y="211243"/>
                  </a:cubicBezTo>
                  <a:cubicBezTo>
                    <a:pt x="133036" y="203577"/>
                    <a:pt x="135203" y="195661"/>
                    <a:pt x="137036" y="187828"/>
                  </a:cubicBezTo>
                  <a:cubicBezTo>
                    <a:pt x="141285" y="168830"/>
                    <a:pt x="147202" y="150665"/>
                    <a:pt x="153118" y="132167"/>
                  </a:cubicBezTo>
                  <a:cubicBezTo>
                    <a:pt x="158950" y="113752"/>
                    <a:pt x="163117" y="95253"/>
                    <a:pt x="166783" y="76338"/>
                  </a:cubicBezTo>
                  <a:lnTo>
                    <a:pt x="166783" y="76338"/>
                  </a:lnTo>
                  <a:close/>
                  <a:moveTo>
                    <a:pt x="126537" y="10844"/>
                  </a:moveTo>
                  <a:cubicBezTo>
                    <a:pt x="128536" y="9428"/>
                    <a:pt x="137619" y="12427"/>
                    <a:pt x="140702" y="12594"/>
                  </a:cubicBezTo>
                  <a:cubicBezTo>
                    <a:pt x="149618" y="13011"/>
                    <a:pt x="158034" y="13261"/>
                    <a:pt x="166866" y="14844"/>
                  </a:cubicBezTo>
                  <a:cubicBezTo>
                    <a:pt x="177949" y="16844"/>
                    <a:pt x="174199" y="22427"/>
                    <a:pt x="171616" y="31093"/>
                  </a:cubicBezTo>
                  <a:cubicBezTo>
                    <a:pt x="169449" y="38342"/>
                    <a:pt x="166783" y="45924"/>
                    <a:pt x="165783" y="53424"/>
                  </a:cubicBezTo>
                  <a:cubicBezTo>
                    <a:pt x="165700" y="53757"/>
                    <a:pt x="165700" y="54090"/>
                    <a:pt x="165700" y="54507"/>
                  </a:cubicBezTo>
                  <a:cubicBezTo>
                    <a:pt x="163533" y="54424"/>
                    <a:pt x="161867" y="55007"/>
                    <a:pt x="159784" y="57423"/>
                  </a:cubicBezTo>
                  <a:cubicBezTo>
                    <a:pt x="156034" y="61840"/>
                    <a:pt x="155951" y="71672"/>
                    <a:pt x="154784" y="77005"/>
                  </a:cubicBezTo>
                  <a:cubicBezTo>
                    <a:pt x="152368" y="88421"/>
                    <a:pt x="149951" y="99753"/>
                    <a:pt x="146952" y="111002"/>
                  </a:cubicBezTo>
                  <a:cubicBezTo>
                    <a:pt x="141119" y="132250"/>
                    <a:pt x="132036" y="152832"/>
                    <a:pt x="127287" y="174330"/>
                  </a:cubicBezTo>
                  <a:cubicBezTo>
                    <a:pt x="126787" y="176579"/>
                    <a:pt x="126370" y="178746"/>
                    <a:pt x="125870" y="180996"/>
                  </a:cubicBezTo>
                  <a:cubicBezTo>
                    <a:pt x="127037" y="157248"/>
                    <a:pt x="128203" y="133417"/>
                    <a:pt x="131869" y="109919"/>
                  </a:cubicBezTo>
                  <a:cubicBezTo>
                    <a:pt x="134703" y="91670"/>
                    <a:pt x="139369" y="70922"/>
                    <a:pt x="137286" y="52340"/>
                  </a:cubicBezTo>
                  <a:cubicBezTo>
                    <a:pt x="136119" y="42425"/>
                    <a:pt x="129703" y="41508"/>
                    <a:pt x="121704" y="41008"/>
                  </a:cubicBezTo>
                  <a:cubicBezTo>
                    <a:pt x="122870" y="39092"/>
                    <a:pt x="123620" y="36842"/>
                    <a:pt x="124287" y="34425"/>
                  </a:cubicBezTo>
                  <a:cubicBezTo>
                    <a:pt x="125037" y="30759"/>
                    <a:pt x="124537" y="12344"/>
                    <a:pt x="126537" y="10844"/>
                  </a:cubicBezTo>
                  <a:lnTo>
                    <a:pt x="126537" y="10844"/>
                  </a:lnTo>
                  <a:close/>
                  <a:moveTo>
                    <a:pt x="85540" y="51674"/>
                  </a:moveTo>
                  <a:cubicBezTo>
                    <a:pt x="95789" y="48341"/>
                    <a:pt x="111955" y="52674"/>
                    <a:pt x="122454" y="52924"/>
                  </a:cubicBezTo>
                  <a:cubicBezTo>
                    <a:pt x="128953" y="53091"/>
                    <a:pt x="126287" y="51591"/>
                    <a:pt x="127203" y="55924"/>
                  </a:cubicBezTo>
                  <a:cubicBezTo>
                    <a:pt x="128620" y="63340"/>
                    <a:pt x="126787" y="75255"/>
                    <a:pt x="126120" y="82421"/>
                  </a:cubicBezTo>
                  <a:cubicBezTo>
                    <a:pt x="124453" y="100170"/>
                    <a:pt x="120371" y="117585"/>
                    <a:pt x="118121" y="135250"/>
                  </a:cubicBezTo>
                  <a:cubicBezTo>
                    <a:pt x="114454" y="164330"/>
                    <a:pt x="114621" y="193911"/>
                    <a:pt x="111455" y="222992"/>
                  </a:cubicBezTo>
                  <a:cubicBezTo>
                    <a:pt x="99289" y="215492"/>
                    <a:pt x="88123" y="206493"/>
                    <a:pt x="77458" y="196661"/>
                  </a:cubicBezTo>
                  <a:cubicBezTo>
                    <a:pt x="78291" y="190328"/>
                    <a:pt x="78958" y="181912"/>
                    <a:pt x="78958" y="181579"/>
                  </a:cubicBezTo>
                  <a:cubicBezTo>
                    <a:pt x="79291" y="172913"/>
                    <a:pt x="79124" y="164247"/>
                    <a:pt x="79458" y="155581"/>
                  </a:cubicBezTo>
                  <a:cubicBezTo>
                    <a:pt x="79958" y="139083"/>
                    <a:pt x="80457" y="122334"/>
                    <a:pt x="79458" y="105836"/>
                  </a:cubicBezTo>
                  <a:cubicBezTo>
                    <a:pt x="78708" y="94337"/>
                    <a:pt x="71208" y="56340"/>
                    <a:pt x="85540" y="51674"/>
                  </a:cubicBezTo>
                  <a:lnTo>
                    <a:pt x="85540" y="51674"/>
                  </a:lnTo>
                  <a:close/>
                  <a:moveTo>
                    <a:pt x="47960" y="26343"/>
                  </a:moveTo>
                  <a:cubicBezTo>
                    <a:pt x="53377" y="25260"/>
                    <a:pt x="58959" y="25176"/>
                    <a:pt x="64459" y="24593"/>
                  </a:cubicBezTo>
                  <a:cubicBezTo>
                    <a:pt x="66459" y="24343"/>
                    <a:pt x="82291" y="22177"/>
                    <a:pt x="80957" y="20843"/>
                  </a:cubicBezTo>
                  <a:cubicBezTo>
                    <a:pt x="83374" y="23343"/>
                    <a:pt x="79791" y="34259"/>
                    <a:pt x="79708" y="39842"/>
                  </a:cubicBezTo>
                  <a:cubicBezTo>
                    <a:pt x="78874" y="40092"/>
                    <a:pt x="77958" y="40258"/>
                    <a:pt x="77124" y="40508"/>
                  </a:cubicBezTo>
                  <a:cubicBezTo>
                    <a:pt x="64626" y="45091"/>
                    <a:pt x="64959" y="58673"/>
                    <a:pt x="64792" y="70089"/>
                  </a:cubicBezTo>
                  <a:cubicBezTo>
                    <a:pt x="64542" y="91087"/>
                    <a:pt x="66792" y="112002"/>
                    <a:pt x="67209" y="132917"/>
                  </a:cubicBezTo>
                  <a:cubicBezTo>
                    <a:pt x="67542" y="151332"/>
                    <a:pt x="67042" y="170247"/>
                    <a:pt x="68875" y="188745"/>
                  </a:cubicBezTo>
                  <a:cubicBezTo>
                    <a:pt x="60292" y="180246"/>
                    <a:pt x="52043" y="171330"/>
                    <a:pt x="43961" y="162414"/>
                  </a:cubicBezTo>
                  <a:cubicBezTo>
                    <a:pt x="44127" y="158164"/>
                    <a:pt x="44461" y="153831"/>
                    <a:pt x="44044" y="149498"/>
                  </a:cubicBezTo>
                  <a:cubicBezTo>
                    <a:pt x="43044" y="139083"/>
                    <a:pt x="41544" y="128750"/>
                    <a:pt x="41044" y="118251"/>
                  </a:cubicBezTo>
                  <a:cubicBezTo>
                    <a:pt x="40128" y="97836"/>
                    <a:pt x="41794" y="77672"/>
                    <a:pt x="40044" y="57340"/>
                  </a:cubicBezTo>
                  <a:cubicBezTo>
                    <a:pt x="39461" y="50007"/>
                    <a:pt x="37961" y="40592"/>
                    <a:pt x="39628" y="33342"/>
                  </a:cubicBezTo>
                  <a:cubicBezTo>
                    <a:pt x="41294" y="26593"/>
                    <a:pt x="40128" y="27926"/>
                    <a:pt x="47960" y="26343"/>
                  </a:cubicBezTo>
                  <a:lnTo>
                    <a:pt x="47960" y="26343"/>
                  </a:lnTo>
                  <a:close/>
                  <a:moveTo>
                    <a:pt x="16796" y="87254"/>
                  </a:moveTo>
                  <a:cubicBezTo>
                    <a:pt x="15047" y="74672"/>
                    <a:pt x="19796" y="74255"/>
                    <a:pt x="28712" y="74589"/>
                  </a:cubicBezTo>
                  <a:cubicBezTo>
                    <a:pt x="29129" y="91337"/>
                    <a:pt x="29129" y="108085"/>
                    <a:pt x="30795" y="124584"/>
                  </a:cubicBezTo>
                  <a:cubicBezTo>
                    <a:pt x="31712" y="133667"/>
                    <a:pt x="33128" y="142749"/>
                    <a:pt x="34545" y="151832"/>
                  </a:cubicBezTo>
                  <a:cubicBezTo>
                    <a:pt x="32045" y="148998"/>
                    <a:pt x="29462" y="146165"/>
                    <a:pt x="26962" y="143416"/>
                  </a:cubicBezTo>
                  <a:cubicBezTo>
                    <a:pt x="27296" y="131667"/>
                    <a:pt x="23129" y="117918"/>
                    <a:pt x="21296" y="107252"/>
                  </a:cubicBezTo>
                  <a:cubicBezTo>
                    <a:pt x="20046" y="100503"/>
                    <a:pt x="17713" y="93920"/>
                    <a:pt x="16796" y="87254"/>
                  </a:cubicBezTo>
                  <a:lnTo>
                    <a:pt x="16796" y="87254"/>
                  </a:lnTo>
                  <a:close/>
                  <a:moveTo>
                    <a:pt x="89457" y="606457"/>
                  </a:moveTo>
                  <a:cubicBezTo>
                    <a:pt x="68625" y="637538"/>
                    <a:pt x="49127" y="669535"/>
                    <a:pt x="26462" y="699449"/>
                  </a:cubicBezTo>
                  <a:cubicBezTo>
                    <a:pt x="20463" y="707365"/>
                    <a:pt x="21296" y="703115"/>
                    <a:pt x="19880" y="694949"/>
                  </a:cubicBezTo>
                  <a:cubicBezTo>
                    <a:pt x="18380" y="686283"/>
                    <a:pt x="17630" y="677118"/>
                    <a:pt x="17380" y="668285"/>
                  </a:cubicBezTo>
                  <a:cubicBezTo>
                    <a:pt x="16963" y="652036"/>
                    <a:pt x="18630" y="635788"/>
                    <a:pt x="18213" y="619539"/>
                  </a:cubicBezTo>
                  <a:cubicBezTo>
                    <a:pt x="16296" y="549962"/>
                    <a:pt x="18046" y="479635"/>
                    <a:pt x="20630" y="410142"/>
                  </a:cubicBezTo>
                  <a:cubicBezTo>
                    <a:pt x="21129" y="397143"/>
                    <a:pt x="21629" y="384061"/>
                    <a:pt x="22046" y="371062"/>
                  </a:cubicBezTo>
                  <a:cubicBezTo>
                    <a:pt x="22629" y="370562"/>
                    <a:pt x="23046" y="369895"/>
                    <a:pt x="23046" y="368895"/>
                  </a:cubicBezTo>
                  <a:cubicBezTo>
                    <a:pt x="23129" y="362729"/>
                    <a:pt x="22963" y="356563"/>
                    <a:pt x="22713" y="350480"/>
                  </a:cubicBezTo>
                  <a:cubicBezTo>
                    <a:pt x="24296" y="303651"/>
                    <a:pt x="25462" y="256822"/>
                    <a:pt x="25879" y="209993"/>
                  </a:cubicBezTo>
                  <a:cubicBezTo>
                    <a:pt x="27212" y="196078"/>
                    <a:pt x="28545" y="182246"/>
                    <a:pt x="28879" y="168330"/>
                  </a:cubicBezTo>
                  <a:cubicBezTo>
                    <a:pt x="31878" y="171663"/>
                    <a:pt x="34878" y="175080"/>
                    <a:pt x="37878" y="178413"/>
                  </a:cubicBezTo>
                  <a:cubicBezTo>
                    <a:pt x="38628" y="186495"/>
                    <a:pt x="39044" y="194661"/>
                    <a:pt x="40128" y="202827"/>
                  </a:cubicBezTo>
                  <a:cubicBezTo>
                    <a:pt x="41878" y="216076"/>
                    <a:pt x="45294" y="228325"/>
                    <a:pt x="48460" y="241240"/>
                  </a:cubicBezTo>
                  <a:cubicBezTo>
                    <a:pt x="56960" y="275570"/>
                    <a:pt x="65792" y="309067"/>
                    <a:pt x="78374" y="342314"/>
                  </a:cubicBezTo>
                  <a:cubicBezTo>
                    <a:pt x="89123" y="370812"/>
                    <a:pt x="99872" y="400476"/>
                    <a:pt x="118371" y="424974"/>
                  </a:cubicBezTo>
                  <a:cubicBezTo>
                    <a:pt x="126787" y="436139"/>
                    <a:pt x="135036" y="447472"/>
                    <a:pt x="143618" y="458471"/>
                  </a:cubicBezTo>
                  <a:cubicBezTo>
                    <a:pt x="151118" y="468136"/>
                    <a:pt x="159284" y="476802"/>
                    <a:pt x="167366" y="485968"/>
                  </a:cubicBezTo>
                  <a:cubicBezTo>
                    <a:pt x="142202" y="526631"/>
                    <a:pt x="116204" y="566794"/>
                    <a:pt x="89457" y="606457"/>
                  </a:cubicBezTo>
                  <a:lnTo>
                    <a:pt x="89457" y="606457"/>
                  </a:lnTo>
                  <a:close/>
                  <a:moveTo>
                    <a:pt x="294105" y="270404"/>
                  </a:moveTo>
                  <a:cubicBezTo>
                    <a:pt x="285272" y="287069"/>
                    <a:pt x="275606" y="303151"/>
                    <a:pt x="266191" y="319483"/>
                  </a:cubicBezTo>
                  <a:cubicBezTo>
                    <a:pt x="247609" y="351730"/>
                    <a:pt x="229111" y="383727"/>
                    <a:pt x="210196" y="415724"/>
                  </a:cubicBezTo>
                  <a:cubicBezTo>
                    <a:pt x="198280" y="435889"/>
                    <a:pt x="186198" y="455888"/>
                    <a:pt x="173949" y="475802"/>
                  </a:cubicBezTo>
                  <a:cubicBezTo>
                    <a:pt x="157450" y="457637"/>
                    <a:pt x="141702" y="439806"/>
                    <a:pt x="127953" y="418974"/>
                  </a:cubicBezTo>
                  <a:cubicBezTo>
                    <a:pt x="109871" y="391560"/>
                    <a:pt x="99289" y="358563"/>
                    <a:pt x="87290" y="328149"/>
                  </a:cubicBezTo>
                  <a:cubicBezTo>
                    <a:pt x="75208" y="297402"/>
                    <a:pt x="67209" y="265655"/>
                    <a:pt x="56876" y="234491"/>
                  </a:cubicBezTo>
                  <a:cubicBezTo>
                    <a:pt x="52127" y="220075"/>
                    <a:pt x="48710" y="205660"/>
                    <a:pt x="46210" y="190661"/>
                  </a:cubicBezTo>
                  <a:cubicBezTo>
                    <a:pt x="45960" y="189328"/>
                    <a:pt x="45794" y="188078"/>
                    <a:pt x="45627" y="186828"/>
                  </a:cubicBezTo>
                  <a:cubicBezTo>
                    <a:pt x="76958" y="220659"/>
                    <a:pt x="111621" y="250656"/>
                    <a:pt x="159950" y="258322"/>
                  </a:cubicBezTo>
                  <a:cubicBezTo>
                    <a:pt x="187948" y="262738"/>
                    <a:pt x="218278" y="261322"/>
                    <a:pt x="246192" y="256905"/>
                  </a:cubicBezTo>
                  <a:cubicBezTo>
                    <a:pt x="269274" y="253156"/>
                    <a:pt x="290188" y="246240"/>
                    <a:pt x="311937" y="239324"/>
                  </a:cubicBezTo>
                  <a:cubicBezTo>
                    <a:pt x="306270" y="250073"/>
                    <a:pt x="299354" y="260488"/>
                    <a:pt x="294105" y="270404"/>
                  </a:cubicBezTo>
                  <a:lnTo>
                    <a:pt x="294105" y="270404"/>
                  </a:lnTo>
                  <a:close/>
                  <a:moveTo>
                    <a:pt x="342600" y="176079"/>
                  </a:moveTo>
                  <a:cubicBezTo>
                    <a:pt x="334851" y="188412"/>
                    <a:pt x="327269" y="200660"/>
                    <a:pt x="319186" y="212826"/>
                  </a:cubicBezTo>
                  <a:cubicBezTo>
                    <a:pt x="316853" y="216409"/>
                    <a:pt x="314603" y="219242"/>
                    <a:pt x="314020" y="222825"/>
                  </a:cubicBezTo>
                  <a:cubicBezTo>
                    <a:pt x="309687" y="224158"/>
                    <a:pt x="305354" y="225575"/>
                    <a:pt x="301104" y="226991"/>
                  </a:cubicBezTo>
                  <a:cubicBezTo>
                    <a:pt x="308187" y="212576"/>
                    <a:pt x="315936" y="198494"/>
                    <a:pt x="322769" y="183995"/>
                  </a:cubicBezTo>
                  <a:cubicBezTo>
                    <a:pt x="331268" y="166164"/>
                    <a:pt x="337934" y="147749"/>
                    <a:pt x="346017" y="129750"/>
                  </a:cubicBezTo>
                  <a:cubicBezTo>
                    <a:pt x="346433" y="128834"/>
                    <a:pt x="346934" y="127750"/>
                    <a:pt x="347600" y="126667"/>
                  </a:cubicBezTo>
                  <a:cubicBezTo>
                    <a:pt x="348850" y="128167"/>
                    <a:pt x="350267" y="129417"/>
                    <a:pt x="352266" y="130834"/>
                  </a:cubicBezTo>
                  <a:cubicBezTo>
                    <a:pt x="358432" y="135166"/>
                    <a:pt x="363265" y="135250"/>
                    <a:pt x="361849" y="143666"/>
                  </a:cubicBezTo>
                  <a:cubicBezTo>
                    <a:pt x="360016" y="154248"/>
                    <a:pt x="348350" y="167080"/>
                    <a:pt x="342600" y="176079"/>
                  </a:cubicBezTo>
                  <a:lnTo>
                    <a:pt x="342600" y="176079"/>
                  </a:lnTo>
                  <a:close/>
                </a:path>
              </a:pathLst>
            </a:custGeom>
            <a:grpFill/>
            <a:ln w="8332" cap="flat">
              <a:noFill/>
              <a:prstDash val="solid"/>
              <a:miter/>
            </a:ln>
          </p:spPr>
          <p:txBody>
            <a:bodyPr rtlCol="0" anchor="ctr"/>
            <a:lstStyle/>
            <a:p>
              <a:endParaRPr lang="en-US"/>
            </a:p>
          </p:txBody>
        </p:sp>
        <p:sp>
          <p:nvSpPr>
            <p:cNvPr id="1620" name="Freeform: Shape 1619"/>
            <p:cNvSpPr/>
            <p:nvPr/>
          </p:nvSpPr>
          <p:spPr>
            <a:xfrm>
              <a:off x="4515788" y="462186"/>
              <a:ext cx="423737" cy="526990"/>
            </a:xfrm>
            <a:custGeom>
              <a:avLst/>
              <a:gdLst>
                <a:gd name="connsiteX0" fmla="*/ 423121 w 423737"/>
                <a:gd name="connsiteY0" fmla="*/ 248343 h 526990"/>
                <a:gd name="connsiteX1" fmla="*/ 410539 w 423737"/>
                <a:gd name="connsiteY1" fmla="*/ 222429 h 526990"/>
                <a:gd name="connsiteX2" fmla="*/ 403206 w 423737"/>
                <a:gd name="connsiteY2" fmla="*/ 202931 h 526990"/>
                <a:gd name="connsiteX3" fmla="*/ 411206 w 423737"/>
                <a:gd name="connsiteY3" fmla="*/ 180266 h 526990"/>
                <a:gd name="connsiteX4" fmla="*/ 406289 w 423737"/>
                <a:gd name="connsiteY4" fmla="*/ 125271 h 526990"/>
                <a:gd name="connsiteX5" fmla="*/ 376875 w 423737"/>
                <a:gd name="connsiteY5" fmla="*/ 107189 h 526990"/>
                <a:gd name="connsiteX6" fmla="*/ 383124 w 423737"/>
                <a:gd name="connsiteY6" fmla="*/ 71943 h 526990"/>
                <a:gd name="connsiteX7" fmla="*/ 358210 w 423737"/>
                <a:gd name="connsiteY7" fmla="*/ 25780 h 526990"/>
                <a:gd name="connsiteX8" fmla="*/ 329129 w 423737"/>
                <a:gd name="connsiteY8" fmla="*/ 21697 h 526990"/>
                <a:gd name="connsiteX9" fmla="*/ 308881 w 423737"/>
                <a:gd name="connsiteY9" fmla="*/ 31280 h 526990"/>
                <a:gd name="connsiteX10" fmla="*/ 308548 w 423737"/>
                <a:gd name="connsiteY10" fmla="*/ 30946 h 526990"/>
                <a:gd name="connsiteX11" fmla="*/ 253636 w 423737"/>
                <a:gd name="connsiteY11" fmla="*/ 1449 h 526990"/>
                <a:gd name="connsiteX12" fmla="*/ 192642 w 423737"/>
                <a:gd name="connsiteY12" fmla="*/ 10032 h 526990"/>
                <a:gd name="connsiteX13" fmla="*/ 135147 w 423737"/>
                <a:gd name="connsiteY13" fmla="*/ 40779 h 526990"/>
                <a:gd name="connsiteX14" fmla="*/ 74653 w 423737"/>
                <a:gd name="connsiteY14" fmla="*/ 58610 h 526990"/>
                <a:gd name="connsiteX15" fmla="*/ 38989 w 423737"/>
                <a:gd name="connsiteY15" fmla="*/ 107773 h 526990"/>
                <a:gd name="connsiteX16" fmla="*/ 38989 w 423737"/>
                <a:gd name="connsiteY16" fmla="*/ 141853 h 526990"/>
                <a:gd name="connsiteX17" fmla="*/ 14325 w 423737"/>
                <a:gd name="connsiteY17" fmla="*/ 168601 h 526990"/>
                <a:gd name="connsiteX18" fmla="*/ 2659 w 423737"/>
                <a:gd name="connsiteY18" fmla="*/ 224429 h 526990"/>
                <a:gd name="connsiteX19" fmla="*/ 40989 w 423737"/>
                <a:gd name="connsiteY19" fmla="*/ 258759 h 526990"/>
                <a:gd name="connsiteX20" fmla="*/ 41489 w 423737"/>
                <a:gd name="connsiteY20" fmla="*/ 264759 h 526990"/>
                <a:gd name="connsiteX21" fmla="*/ 37406 w 423737"/>
                <a:gd name="connsiteY21" fmla="*/ 302089 h 526990"/>
                <a:gd name="connsiteX22" fmla="*/ 34906 w 423737"/>
                <a:gd name="connsiteY22" fmla="*/ 372499 h 526990"/>
                <a:gd name="connsiteX23" fmla="*/ 40156 w 423737"/>
                <a:gd name="connsiteY23" fmla="*/ 440909 h 526990"/>
                <a:gd name="connsiteX24" fmla="*/ 72319 w 423737"/>
                <a:gd name="connsiteY24" fmla="*/ 478656 h 526990"/>
                <a:gd name="connsiteX25" fmla="*/ 206807 w 423737"/>
                <a:gd name="connsiteY25" fmla="*/ 525902 h 526990"/>
                <a:gd name="connsiteX26" fmla="*/ 264469 w 423737"/>
                <a:gd name="connsiteY26" fmla="*/ 520985 h 526990"/>
                <a:gd name="connsiteX27" fmla="*/ 295383 w 423737"/>
                <a:gd name="connsiteY27" fmla="*/ 477739 h 526990"/>
                <a:gd name="connsiteX28" fmla="*/ 325880 w 423737"/>
                <a:gd name="connsiteY28" fmla="*/ 401330 h 526990"/>
                <a:gd name="connsiteX29" fmla="*/ 353877 w 423737"/>
                <a:gd name="connsiteY29" fmla="*/ 327836 h 526990"/>
                <a:gd name="connsiteX30" fmla="*/ 353877 w 423737"/>
                <a:gd name="connsiteY30" fmla="*/ 327670 h 526990"/>
                <a:gd name="connsiteX31" fmla="*/ 401956 w 423737"/>
                <a:gd name="connsiteY31" fmla="*/ 300755 h 526990"/>
                <a:gd name="connsiteX32" fmla="*/ 423121 w 423737"/>
                <a:gd name="connsiteY32" fmla="*/ 248343 h 526990"/>
                <a:gd name="connsiteX33" fmla="*/ 423121 w 423737"/>
                <a:gd name="connsiteY33" fmla="*/ 248343 h 526990"/>
                <a:gd name="connsiteX34" fmla="*/ 73069 w 423737"/>
                <a:gd name="connsiteY34" fmla="*/ 462074 h 526990"/>
                <a:gd name="connsiteX35" fmla="*/ 51655 w 423737"/>
                <a:gd name="connsiteY35" fmla="*/ 431494 h 526990"/>
                <a:gd name="connsiteX36" fmla="*/ 48238 w 423737"/>
                <a:gd name="connsiteY36" fmla="*/ 387914 h 526990"/>
                <a:gd name="connsiteX37" fmla="*/ 47238 w 423737"/>
                <a:gd name="connsiteY37" fmla="*/ 312421 h 526990"/>
                <a:gd name="connsiteX38" fmla="*/ 49988 w 423737"/>
                <a:gd name="connsiteY38" fmla="*/ 276008 h 526990"/>
                <a:gd name="connsiteX39" fmla="*/ 49571 w 423737"/>
                <a:gd name="connsiteY39" fmla="*/ 261592 h 526990"/>
                <a:gd name="connsiteX40" fmla="*/ 84485 w 423737"/>
                <a:gd name="connsiteY40" fmla="*/ 268508 h 526990"/>
                <a:gd name="connsiteX41" fmla="*/ 88984 w 423737"/>
                <a:gd name="connsiteY41" fmla="*/ 269841 h 526990"/>
                <a:gd name="connsiteX42" fmla="*/ 84568 w 423737"/>
                <a:gd name="connsiteY42" fmla="*/ 308588 h 526990"/>
                <a:gd name="connsiteX43" fmla="*/ 79902 w 423737"/>
                <a:gd name="connsiteY43" fmla="*/ 358667 h 526990"/>
                <a:gd name="connsiteX44" fmla="*/ 76236 w 423737"/>
                <a:gd name="connsiteY44" fmla="*/ 411412 h 526990"/>
                <a:gd name="connsiteX45" fmla="*/ 75486 w 423737"/>
                <a:gd name="connsiteY45" fmla="*/ 464074 h 526990"/>
                <a:gd name="connsiteX46" fmla="*/ 73069 w 423737"/>
                <a:gd name="connsiteY46" fmla="*/ 462074 h 526990"/>
                <a:gd name="connsiteX47" fmla="*/ 73069 w 423737"/>
                <a:gd name="connsiteY47" fmla="*/ 462074 h 526990"/>
                <a:gd name="connsiteX48" fmla="*/ 82735 w 423737"/>
                <a:gd name="connsiteY48" fmla="*/ 469157 h 526990"/>
                <a:gd name="connsiteX49" fmla="*/ 81485 w 423737"/>
                <a:gd name="connsiteY49" fmla="*/ 464074 h 526990"/>
                <a:gd name="connsiteX50" fmla="*/ 84235 w 423737"/>
                <a:gd name="connsiteY50" fmla="*/ 448742 h 526990"/>
                <a:gd name="connsiteX51" fmla="*/ 84152 w 423737"/>
                <a:gd name="connsiteY51" fmla="*/ 422328 h 526990"/>
                <a:gd name="connsiteX52" fmla="*/ 87651 w 423737"/>
                <a:gd name="connsiteY52" fmla="*/ 367833 h 526990"/>
                <a:gd name="connsiteX53" fmla="*/ 91901 w 423737"/>
                <a:gd name="connsiteY53" fmla="*/ 313837 h 526990"/>
                <a:gd name="connsiteX54" fmla="*/ 95150 w 423737"/>
                <a:gd name="connsiteY54" fmla="*/ 272925 h 526990"/>
                <a:gd name="connsiteX55" fmla="*/ 101400 w 423737"/>
                <a:gd name="connsiteY55" fmla="*/ 281507 h 526990"/>
                <a:gd name="connsiteX56" fmla="*/ 108066 w 423737"/>
                <a:gd name="connsiteY56" fmla="*/ 295006 h 526990"/>
                <a:gd name="connsiteX57" fmla="*/ 133147 w 423737"/>
                <a:gd name="connsiteY57" fmla="*/ 315421 h 526990"/>
                <a:gd name="connsiteX58" fmla="*/ 116232 w 423737"/>
                <a:gd name="connsiteY58" fmla="*/ 487322 h 526990"/>
                <a:gd name="connsiteX59" fmla="*/ 82735 w 423737"/>
                <a:gd name="connsiteY59" fmla="*/ 469157 h 526990"/>
                <a:gd name="connsiteX60" fmla="*/ 82735 w 423737"/>
                <a:gd name="connsiteY60" fmla="*/ 469157 h 526990"/>
                <a:gd name="connsiteX61" fmla="*/ 194141 w 423737"/>
                <a:gd name="connsiteY61" fmla="*/ 320587 h 526990"/>
                <a:gd name="connsiteX62" fmla="*/ 180393 w 423737"/>
                <a:gd name="connsiteY62" fmla="*/ 365666 h 526990"/>
                <a:gd name="connsiteX63" fmla="*/ 168394 w 423737"/>
                <a:gd name="connsiteY63" fmla="*/ 420578 h 526990"/>
                <a:gd name="connsiteX64" fmla="*/ 158728 w 423737"/>
                <a:gd name="connsiteY64" fmla="*/ 464574 h 526990"/>
                <a:gd name="connsiteX65" fmla="*/ 151479 w 423737"/>
                <a:gd name="connsiteY65" fmla="*/ 500321 h 526990"/>
                <a:gd name="connsiteX66" fmla="*/ 143063 w 423737"/>
                <a:gd name="connsiteY66" fmla="*/ 497654 h 526990"/>
                <a:gd name="connsiteX67" fmla="*/ 124148 w 423737"/>
                <a:gd name="connsiteY67" fmla="*/ 490738 h 526990"/>
                <a:gd name="connsiteX68" fmla="*/ 129981 w 423737"/>
                <a:gd name="connsiteY68" fmla="*/ 399913 h 526990"/>
                <a:gd name="connsiteX69" fmla="*/ 137730 w 423737"/>
                <a:gd name="connsiteY69" fmla="*/ 317421 h 526990"/>
                <a:gd name="connsiteX70" fmla="*/ 159978 w 423737"/>
                <a:gd name="connsiteY70" fmla="*/ 321920 h 526990"/>
                <a:gd name="connsiteX71" fmla="*/ 192892 w 423737"/>
                <a:gd name="connsiteY71" fmla="*/ 320920 h 526990"/>
                <a:gd name="connsiteX72" fmla="*/ 194308 w 423737"/>
                <a:gd name="connsiteY72" fmla="*/ 320670 h 526990"/>
                <a:gd name="connsiteX73" fmla="*/ 194141 w 423737"/>
                <a:gd name="connsiteY73" fmla="*/ 320587 h 526990"/>
                <a:gd name="connsiteX74" fmla="*/ 194141 w 423737"/>
                <a:gd name="connsiteY74" fmla="*/ 320587 h 526990"/>
                <a:gd name="connsiteX75" fmla="*/ 204141 w 423737"/>
                <a:gd name="connsiteY75" fmla="*/ 473240 h 526990"/>
                <a:gd name="connsiteX76" fmla="*/ 195475 w 423737"/>
                <a:gd name="connsiteY76" fmla="*/ 510153 h 526990"/>
                <a:gd name="connsiteX77" fmla="*/ 161728 w 423737"/>
                <a:gd name="connsiteY77" fmla="*/ 503237 h 526990"/>
                <a:gd name="connsiteX78" fmla="*/ 176227 w 423737"/>
                <a:gd name="connsiteY78" fmla="*/ 422328 h 526990"/>
                <a:gd name="connsiteX79" fmla="*/ 185226 w 423737"/>
                <a:gd name="connsiteY79" fmla="*/ 372832 h 526990"/>
                <a:gd name="connsiteX80" fmla="*/ 197558 w 423737"/>
                <a:gd name="connsiteY80" fmla="*/ 321753 h 526990"/>
                <a:gd name="connsiteX81" fmla="*/ 196808 w 423737"/>
                <a:gd name="connsiteY81" fmla="*/ 319920 h 526990"/>
                <a:gd name="connsiteX82" fmla="*/ 213557 w 423737"/>
                <a:gd name="connsiteY82" fmla="*/ 322003 h 526990"/>
                <a:gd name="connsiteX83" fmla="*/ 226222 w 423737"/>
                <a:gd name="connsiteY83" fmla="*/ 333002 h 526990"/>
                <a:gd name="connsiteX84" fmla="*/ 244220 w 423737"/>
                <a:gd name="connsiteY84" fmla="*/ 342918 h 526990"/>
                <a:gd name="connsiteX85" fmla="*/ 217056 w 423737"/>
                <a:gd name="connsiteY85" fmla="*/ 429910 h 526990"/>
                <a:gd name="connsiteX86" fmla="*/ 204141 w 423737"/>
                <a:gd name="connsiteY86" fmla="*/ 473240 h 526990"/>
                <a:gd name="connsiteX87" fmla="*/ 204141 w 423737"/>
                <a:gd name="connsiteY87" fmla="*/ 473240 h 526990"/>
                <a:gd name="connsiteX88" fmla="*/ 204641 w 423737"/>
                <a:gd name="connsiteY88" fmla="*/ 511153 h 526990"/>
                <a:gd name="connsiteX89" fmla="*/ 213140 w 423737"/>
                <a:gd name="connsiteY89" fmla="*/ 477573 h 526990"/>
                <a:gd name="connsiteX90" fmla="*/ 225139 w 423737"/>
                <a:gd name="connsiteY90" fmla="*/ 431994 h 526990"/>
                <a:gd name="connsiteX91" fmla="*/ 248137 w 423737"/>
                <a:gd name="connsiteY91" fmla="*/ 344751 h 526990"/>
                <a:gd name="connsiteX92" fmla="*/ 288966 w 423737"/>
                <a:gd name="connsiteY92" fmla="*/ 350251 h 526990"/>
                <a:gd name="connsiteX93" fmla="*/ 291466 w 423737"/>
                <a:gd name="connsiteY93" fmla="*/ 349918 h 526990"/>
                <a:gd name="connsiteX94" fmla="*/ 255886 w 423737"/>
                <a:gd name="connsiteY94" fmla="*/ 439659 h 526990"/>
                <a:gd name="connsiteX95" fmla="*/ 238887 w 423737"/>
                <a:gd name="connsiteY95" fmla="*/ 483739 h 526990"/>
                <a:gd name="connsiteX96" fmla="*/ 227472 w 423737"/>
                <a:gd name="connsiteY96" fmla="*/ 511736 h 526990"/>
                <a:gd name="connsiteX97" fmla="*/ 222389 w 423737"/>
                <a:gd name="connsiteY97" fmla="*/ 511820 h 526990"/>
                <a:gd name="connsiteX98" fmla="*/ 204641 w 423737"/>
                <a:gd name="connsiteY98" fmla="*/ 511153 h 526990"/>
                <a:gd name="connsiteX99" fmla="*/ 204641 w 423737"/>
                <a:gd name="connsiteY99" fmla="*/ 511153 h 526990"/>
                <a:gd name="connsiteX100" fmla="*/ 310631 w 423737"/>
                <a:gd name="connsiteY100" fmla="*/ 399413 h 526990"/>
                <a:gd name="connsiteX101" fmla="*/ 281884 w 423737"/>
                <a:gd name="connsiteY101" fmla="*/ 470740 h 526990"/>
                <a:gd name="connsiteX102" fmla="*/ 257803 w 423737"/>
                <a:gd name="connsiteY102" fmla="*/ 507487 h 526990"/>
                <a:gd name="connsiteX103" fmla="*/ 240721 w 423737"/>
                <a:gd name="connsiteY103" fmla="*/ 511320 h 526990"/>
                <a:gd name="connsiteX104" fmla="*/ 294216 w 423737"/>
                <a:gd name="connsiteY104" fmla="*/ 349501 h 526990"/>
                <a:gd name="connsiteX105" fmla="*/ 337129 w 423737"/>
                <a:gd name="connsiteY105" fmla="*/ 331919 h 526990"/>
                <a:gd name="connsiteX106" fmla="*/ 310631 w 423737"/>
                <a:gd name="connsiteY106" fmla="*/ 399413 h 526990"/>
                <a:gd name="connsiteX107" fmla="*/ 310631 w 423737"/>
                <a:gd name="connsiteY107" fmla="*/ 399413 h 526990"/>
                <a:gd name="connsiteX108" fmla="*/ 400456 w 423737"/>
                <a:gd name="connsiteY108" fmla="*/ 277924 h 526990"/>
                <a:gd name="connsiteX109" fmla="*/ 348211 w 423737"/>
                <a:gd name="connsiteY109" fmla="*/ 314671 h 526990"/>
                <a:gd name="connsiteX110" fmla="*/ 328963 w 423737"/>
                <a:gd name="connsiteY110" fmla="*/ 318337 h 526990"/>
                <a:gd name="connsiteX111" fmla="*/ 302799 w 423737"/>
                <a:gd name="connsiteY111" fmla="*/ 331003 h 526990"/>
                <a:gd name="connsiteX112" fmla="*/ 242137 w 423737"/>
                <a:gd name="connsiteY112" fmla="*/ 325086 h 526990"/>
                <a:gd name="connsiteX113" fmla="*/ 218639 w 423737"/>
                <a:gd name="connsiteY113" fmla="*/ 306588 h 526990"/>
                <a:gd name="connsiteX114" fmla="*/ 197808 w 423737"/>
                <a:gd name="connsiteY114" fmla="*/ 303672 h 526990"/>
                <a:gd name="connsiteX115" fmla="*/ 135480 w 423737"/>
                <a:gd name="connsiteY115" fmla="*/ 299255 h 526990"/>
                <a:gd name="connsiteX116" fmla="*/ 115149 w 423737"/>
                <a:gd name="connsiteY116" fmla="*/ 272424 h 526990"/>
                <a:gd name="connsiteX117" fmla="*/ 105649 w 423737"/>
                <a:gd name="connsiteY117" fmla="*/ 256676 h 526990"/>
                <a:gd name="connsiteX118" fmla="*/ 82569 w 423737"/>
                <a:gd name="connsiteY118" fmla="*/ 251510 h 526990"/>
                <a:gd name="connsiteX119" fmla="*/ 53487 w 423737"/>
                <a:gd name="connsiteY119" fmla="*/ 245677 h 526990"/>
                <a:gd name="connsiteX120" fmla="*/ 21324 w 423737"/>
                <a:gd name="connsiteY120" fmla="*/ 226929 h 526990"/>
                <a:gd name="connsiteX121" fmla="*/ 21574 w 423737"/>
                <a:gd name="connsiteY121" fmla="*/ 185099 h 526990"/>
                <a:gd name="connsiteX122" fmla="*/ 55321 w 423737"/>
                <a:gd name="connsiteY122" fmla="*/ 148102 h 526990"/>
                <a:gd name="connsiteX123" fmla="*/ 56321 w 423737"/>
                <a:gd name="connsiteY123" fmla="*/ 132937 h 526990"/>
                <a:gd name="connsiteX124" fmla="*/ 64403 w 423737"/>
                <a:gd name="connsiteY124" fmla="*/ 90274 h 526990"/>
                <a:gd name="connsiteX125" fmla="*/ 124148 w 423737"/>
                <a:gd name="connsiteY125" fmla="*/ 58610 h 526990"/>
                <a:gd name="connsiteX126" fmla="*/ 169894 w 423737"/>
                <a:gd name="connsiteY126" fmla="*/ 42445 h 526990"/>
                <a:gd name="connsiteX127" fmla="*/ 231638 w 423737"/>
                <a:gd name="connsiteY127" fmla="*/ 11948 h 526990"/>
                <a:gd name="connsiteX128" fmla="*/ 300799 w 423737"/>
                <a:gd name="connsiteY128" fmla="*/ 35196 h 526990"/>
                <a:gd name="connsiteX129" fmla="*/ 308381 w 423737"/>
                <a:gd name="connsiteY129" fmla="*/ 45695 h 526990"/>
                <a:gd name="connsiteX130" fmla="*/ 325963 w 423737"/>
                <a:gd name="connsiteY130" fmla="*/ 36696 h 526990"/>
                <a:gd name="connsiteX131" fmla="*/ 354711 w 423737"/>
                <a:gd name="connsiteY131" fmla="*/ 40945 h 526990"/>
                <a:gd name="connsiteX132" fmla="*/ 356543 w 423737"/>
                <a:gd name="connsiteY132" fmla="*/ 98107 h 526990"/>
                <a:gd name="connsiteX133" fmla="*/ 372792 w 423737"/>
                <a:gd name="connsiteY133" fmla="*/ 123855 h 526990"/>
                <a:gd name="connsiteX134" fmla="*/ 398290 w 423737"/>
                <a:gd name="connsiteY134" fmla="*/ 141186 h 526990"/>
                <a:gd name="connsiteX135" fmla="*/ 396207 w 423737"/>
                <a:gd name="connsiteY135" fmla="*/ 175100 h 526990"/>
                <a:gd name="connsiteX136" fmla="*/ 390874 w 423737"/>
                <a:gd name="connsiteY136" fmla="*/ 218763 h 526990"/>
                <a:gd name="connsiteX137" fmla="*/ 402040 w 423737"/>
                <a:gd name="connsiteY137" fmla="*/ 238344 h 526990"/>
                <a:gd name="connsiteX138" fmla="*/ 400456 w 423737"/>
                <a:gd name="connsiteY138" fmla="*/ 277924 h 526990"/>
                <a:gd name="connsiteX139" fmla="*/ 400456 w 423737"/>
                <a:gd name="connsiteY139" fmla="*/ 277924 h 526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Lst>
              <a:rect l="l" t="t" r="r" b="b"/>
              <a:pathLst>
                <a:path w="423737" h="526990">
                  <a:moveTo>
                    <a:pt x="423121" y="248343"/>
                  </a:moveTo>
                  <a:cubicBezTo>
                    <a:pt x="421288" y="238928"/>
                    <a:pt x="415289" y="230512"/>
                    <a:pt x="410539" y="222429"/>
                  </a:cubicBezTo>
                  <a:cubicBezTo>
                    <a:pt x="406873" y="216180"/>
                    <a:pt x="403123" y="210513"/>
                    <a:pt x="403206" y="202931"/>
                  </a:cubicBezTo>
                  <a:cubicBezTo>
                    <a:pt x="403290" y="194432"/>
                    <a:pt x="407622" y="187849"/>
                    <a:pt x="411206" y="180266"/>
                  </a:cubicBezTo>
                  <a:cubicBezTo>
                    <a:pt x="419621" y="162184"/>
                    <a:pt x="421121" y="140520"/>
                    <a:pt x="406289" y="125271"/>
                  </a:cubicBezTo>
                  <a:cubicBezTo>
                    <a:pt x="397873" y="116689"/>
                    <a:pt x="385625" y="114522"/>
                    <a:pt x="376875" y="107189"/>
                  </a:cubicBezTo>
                  <a:cubicBezTo>
                    <a:pt x="369293" y="100773"/>
                    <a:pt x="381625" y="81025"/>
                    <a:pt x="383124" y="71943"/>
                  </a:cubicBezTo>
                  <a:cubicBezTo>
                    <a:pt x="386374" y="51861"/>
                    <a:pt x="376792" y="34113"/>
                    <a:pt x="358210" y="25780"/>
                  </a:cubicBezTo>
                  <a:cubicBezTo>
                    <a:pt x="349128" y="21697"/>
                    <a:pt x="338878" y="20197"/>
                    <a:pt x="329129" y="21697"/>
                  </a:cubicBezTo>
                  <a:cubicBezTo>
                    <a:pt x="321047" y="22864"/>
                    <a:pt x="315631" y="28197"/>
                    <a:pt x="308881" y="31280"/>
                  </a:cubicBezTo>
                  <a:cubicBezTo>
                    <a:pt x="308798" y="31196"/>
                    <a:pt x="308714" y="31030"/>
                    <a:pt x="308548" y="30946"/>
                  </a:cubicBezTo>
                  <a:cubicBezTo>
                    <a:pt x="291800" y="16614"/>
                    <a:pt x="275634" y="5615"/>
                    <a:pt x="253636" y="1449"/>
                  </a:cubicBezTo>
                  <a:cubicBezTo>
                    <a:pt x="233221" y="-2384"/>
                    <a:pt x="211390" y="1699"/>
                    <a:pt x="192642" y="10032"/>
                  </a:cubicBezTo>
                  <a:cubicBezTo>
                    <a:pt x="172310" y="19114"/>
                    <a:pt x="157895" y="38862"/>
                    <a:pt x="135147" y="40779"/>
                  </a:cubicBezTo>
                  <a:cubicBezTo>
                    <a:pt x="112732" y="42695"/>
                    <a:pt x="93484" y="45445"/>
                    <a:pt x="74653" y="58610"/>
                  </a:cubicBezTo>
                  <a:cubicBezTo>
                    <a:pt x="57487" y="70693"/>
                    <a:pt x="41739" y="85941"/>
                    <a:pt x="38989" y="107773"/>
                  </a:cubicBezTo>
                  <a:cubicBezTo>
                    <a:pt x="37572" y="118855"/>
                    <a:pt x="42489" y="131521"/>
                    <a:pt x="38989" y="141853"/>
                  </a:cubicBezTo>
                  <a:cubicBezTo>
                    <a:pt x="35406" y="152602"/>
                    <a:pt x="21574" y="159768"/>
                    <a:pt x="14325" y="168601"/>
                  </a:cubicBezTo>
                  <a:cubicBezTo>
                    <a:pt x="2159" y="183433"/>
                    <a:pt x="-3841" y="206014"/>
                    <a:pt x="2659" y="224429"/>
                  </a:cubicBezTo>
                  <a:cubicBezTo>
                    <a:pt x="8908" y="242261"/>
                    <a:pt x="23907" y="252510"/>
                    <a:pt x="40989" y="258759"/>
                  </a:cubicBezTo>
                  <a:cubicBezTo>
                    <a:pt x="41239" y="260759"/>
                    <a:pt x="41406" y="262675"/>
                    <a:pt x="41489" y="264759"/>
                  </a:cubicBezTo>
                  <a:cubicBezTo>
                    <a:pt x="41906" y="277257"/>
                    <a:pt x="38489" y="289756"/>
                    <a:pt x="37406" y="302089"/>
                  </a:cubicBezTo>
                  <a:cubicBezTo>
                    <a:pt x="35239" y="325503"/>
                    <a:pt x="34823" y="349084"/>
                    <a:pt x="34906" y="372499"/>
                  </a:cubicBezTo>
                  <a:cubicBezTo>
                    <a:pt x="34989" y="395080"/>
                    <a:pt x="34239" y="418995"/>
                    <a:pt x="40156" y="440909"/>
                  </a:cubicBezTo>
                  <a:cubicBezTo>
                    <a:pt x="44655" y="457408"/>
                    <a:pt x="58404" y="469323"/>
                    <a:pt x="72319" y="478656"/>
                  </a:cubicBezTo>
                  <a:cubicBezTo>
                    <a:pt x="112233" y="505404"/>
                    <a:pt x="158978" y="521402"/>
                    <a:pt x="206807" y="525902"/>
                  </a:cubicBezTo>
                  <a:cubicBezTo>
                    <a:pt x="224805" y="527568"/>
                    <a:pt x="247470" y="528235"/>
                    <a:pt x="264469" y="520985"/>
                  </a:cubicBezTo>
                  <a:cubicBezTo>
                    <a:pt x="280217" y="514319"/>
                    <a:pt x="288883" y="492238"/>
                    <a:pt x="295383" y="477739"/>
                  </a:cubicBezTo>
                  <a:cubicBezTo>
                    <a:pt x="306798" y="452575"/>
                    <a:pt x="315797" y="426911"/>
                    <a:pt x="325880" y="401330"/>
                  </a:cubicBezTo>
                  <a:cubicBezTo>
                    <a:pt x="335546" y="376748"/>
                    <a:pt x="346211" y="353084"/>
                    <a:pt x="353877" y="327836"/>
                  </a:cubicBezTo>
                  <a:cubicBezTo>
                    <a:pt x="353877" y="327753"/>
                    <a:pt x="353877" y="327753"/>
                    <a:pt x="353877" y="327670"/>
                  </a:cubicBezTo>
                  <a:cubicBezTo>
                    <a:pt x="371209" y="323587"/>
                    <a:pt x="389374" y="312421"/>
                    <a:pt x="401956" y="300755"/>
                  </a:cubicBezTo>
                  <a:cubicBezTo>
                    <a:pt x="414622" y="289006"/>
                    <a:pt x="426621" y="266508"/>
                    <a:pt x="423121" y="248343"/>
                  </a:cubicBezTo>
                  <a:lnTo>
                    <a:pt x="423121" y="248343"/>
                  </a:lnTo>
                  <a:close/>
                  <a:moveTo>
                    <a:pt x="73069" y="462074"/>
                  </a:moveTo>
                  <a:cubicBezTo>
                    <a:pt x="62320" y="453408"/>
                    <a:pt x="54654" y="445242"/>
                    <a:pt x="51655" y="431494"/>
                  </a:cubicBezTo>
                  <a:cubicBezTo>
                    <a:pt x="48572" y="417162"/>
                    <a:pt x="48821" y="402496"/>
                    <a:pt x="48238" y="387914"/>
                  </a:cubicBezTo>
                  <a:cubicBezTo>
                    <a:pt x="47238" y="362666"/>
                    <a:pt x="46572" y="337502"/>
                    <a:pt x="47238" y="312421"/>
                  </a:cubicBezTo>
                  <a:cubicBezTo>
                    <a:pt x="47572" y="300255"/>
                    <a:pt x="49488" y="288173"/>
                    <a:pt x="49988" y="276008"/>
                  </a:cubicBezTo>
                  <a:cubicBezTo>
                    <a:pt x="50155" y="271341"/>
                    <a:pt x="50321" y="266258"/>
                    <a:pt x="49571" y="261592"/>
                  </a:cubicBezTo>
                  <a:cubicBezTo>
                    <a:pt x="61070" y="264675"/>
                    <a:pt x="72903" y="265759"/>
                    <a:pt x="84485" y="268508"/>
                  </a:cubicBezTo>
                  <a:cubicBezTo>
                    <a:pt x="86152" y="268925"/>
                    <a:pt x="87568" y="269341"/>
                    <a:pt x="88984" y="269841"/>
                  </a:cubicBezTo>
                  <a:cubicBezTo>
                    <a:pt x="85652" y="282174"/>
                    <a:pt x="85568" y="296006"/>
                    <a:pt x="84568" y="308588"/>
                  </a:cubicBezTo>
                  <a:cubicBezTo>
                    <a:pt x="83151" y="325336"/>
                    <a:pt x="80819" y="341918"/>
                    <a:pt x="79902" y="358667"/>
                  </a:cubicBezTo>
                  <a:cubicBezTo>
                    <a:pt x="78902" y="376249"/>
                    <a:pt x="77236" y="393830"/>
                    <a:pt x="76236" y="411412"/>
                  </a:cubicBezTo>
                  <a:cubicBezTo>
                    <a:pt x="75236" y="428910"/>
                    <a:pt x="77152" y="446659"/>
                    <a:pt x="75486" y="464074"/>
                  </a:cubicBezTo>
                  <a:cubicBezTo>
                    <a:pt x="74736" y="463241"/>
                    <a:pt x="73819" y="462657"/>
                    <a:pt x="73069" y="462074"/>
                  </a:cubicBezTo>
                  <a:lnTo>
                    <a:pt x="73069" y="462074"/>
                  </a:lnTo>
                  <a:close/>
                  <a:moveTo>
                    <a:pt x="82735" y="469157"/>
                  </a:moveTo>
                  <a:cubicBezTo>
                    <a:pt x="83818" y="467574"/>
                    <a:pt x="83818" y="465324"/>
                    <a:pt x="81485" y="464074"/>
                  </a:cubicBezTo>
                  <a:cubicBezTo>
                    <a:pt x="86401" y="466657"/>
                    <a:pt x="84318" y="452825"/>
                    <a:pt x="84235" y="448742"/>
                  </a:cubicBezTo>
                  <a:cubicBezTo>
                    <a:pt x="84068" y="439909"/>
                    <a:pt x="83985" y="431160"/>
                    <a:pt x="84152" y="422328"/>
                  </a:cubicBezTo>
                  <a:cubicBezTo>
                    <a:pt x="84485" y="404163"/>
                    <a:pt x="86818" y="386081"/>
                    <a:pt x="87651" y="367833"/>
                  </a:cubicBezTo>
                  <a:cubicBezTo>
                    <a:pt x="88484" y="349751"/>
                    <a:pt x="90318" y="331836"/>
                    <a:pt x="91901" y="313837"/>
                  </a:cubicBezTo>
                  <a:cubicBezTo>
                    <a:pt x="93067" y="300339"/>
                    <a:pt x="95150" y="286590"/>
                    <a:pt x="95150" y="272925"/>
                  </a:cubicBezTo>
                  <a:cubicBezTo>
                    <a:pt x="97567" y="274924"/>
                    <a:pt x="99567" y="277591"/>
                    <a:pt x="101400" y="281507"/>
                  </a:cubicBezTo>
                  <a:cubicBezTo>
                    <a:pt x="103650" y="286173"/>
                    <a:pt x="105066" y="290590"/>
                    <a:pt x="108066" y="295006"/>
                  </a:cubicBezTo>
                  <a:cubicBezTo>
                    <a:pt x="114565" y="304588"/>
                    <a:pt x="123315" y="311171"/>
                    <a:pt x="133147" y="315421"/>
                  </a:cubicBezTo>
                  <a:cubicBezTo>
                    <a:pt x="124148" y="371832"/>
                    <a:pt x="117399" y="430160"/>
                    <a:pt x="116232" y="487322"/>
                  </a:cubicBezTo>
                  <a:cubicBezTo>
                    <a:pt x="104650" y="482239"/>
                    <a:pt x="93234" y="476240"/>
                    <a:pt x="82735" y="469157"/>
                  </a:cubicBezTo>
                  <a:lnTo>
                    <a:pt x="82735" y="469157"/>
                  </a:lnTo>
                  <a:close/>
                  <a:moveTo>
                    <a:pt x="194141" y="320587"/>
                  </a:moveTo>
                  <a:cubicBezTo>
                    <a:pt x="187226" y="334336"/>
                    <a:pt x="184726" y="350918"/>
                    <a:pt x="180393" y="365666"/>
                  </a:cubicBezTo>
                  <a:cubicBezTo>
                    <a:pt x="175060" y="383831"/>
                    <a:pt x="172477" y="402163"/>
                    <a:pt x="168394" y="420578"/>
                  </a:cubicBezTo>
                  <a:cubicBezTo>
                    <a:pt x="165144" y="435243"/>
                    <a:pt x="161728" y="449909"/>
                    <a:pt x="158728" y="464574"/>
                  </a:cubicBezTo>
                  <a:cubicBezTo>
                    <a:pt x="156479" y="475740"/>
                    <a:pt x="152312" y="488322"/>
                    <a:pt x="151479" y="500321"/>
                  </a:cubicBezTo>
                  <a:cubicBezTo>
                    <a:pt x="148646" y="499487"/>
                    <a:pt x="145813" y="498571"/>
                    <a:pt x="143063" y="497654"/>
                  </a:cubicBezTo>
                  <a:cubicBezTo>
                    <a:pt x="136813" y="495571"/>
                    <a:pt x="130398" y="493238"/>
                    <a:pt x="124148" y="490738"/>
                  </a:cubicBezTo>
                  <a:cubicBezTo>
                    <a:pt x="127648" y="460741"/>
                    <a:pt x="127898" y="429994"/>
                    <a:pt x="129981" y="399913"/>
                  </a:cubicBezTo>
                  <a:cubicBezTo>
                    <a:pt x="131814" y="372832"/>
                    <a:pt x="137813" y="344585"/>
                    <a:pt x="137730" y="317421"/>
                  </a:cubicBezTo>
                  <a:cubicBezTo>
                    <a:pt x="144729" y="319920"/>
                    <a:pt x="152229" y="321337"/>
                    <a:pt x="159978" y="321920"/>
                  </a:cubicBezTo>
                  <a:cubicBezTo>
                    <a:pt x="170894" y="322753"/>
                    <a:pt x="182060" y="322753"/>
                    <a:pt x="192892" y="320920"/>
                  </a:cubicBezTo>
                  <a:cubicBezTo>
                    <a:pt x="193392" y="320837"/>
                    <a:pt x="193808" y="320753"/>
                    <a:pt x="194308" y="320670"/>
                  </a:cubicBezTo>
                  <a:cubicBezTo>
                    <a:pt x="194225" y="320587"/>
                    <a:pt x="194141" y="320587"/>
                    <a:pt x="194141" y="320587"/>
                  </a:cubicBezTo>
                  <a:lnTo>
                    <a:pt x="194141" y="320587"/>
                  </a:lnTo>
                  <a:close/>
                  <a:moveTo>
                    <a:pt x="204141" y="473240"/>
                  </a:moveTo>
                  <a:cubicBezTo>
                    <a:pt x="200808" y="484572"/>
                    <a:pt x="196308" y="498238"/>
                    <a:pt x="195475" y="510153"/>
                  </a:cubicBezTo>
                  <a:cubicBezTo>
                    <a:pt x="184059" y="508653"/>
                    <a:pt x="172727" y="506237"/>
                    <a:pt x="161728" y="503237"/>
                  </a:cubicBezTo>
                  <a:cubicBezTo>
                    <a:pt x="168227" y="476823"/>
                    <a:pt x="171143" y="448909"/>
                    <a:pt x="176227" y="422328"/>
                  </a:cubicBezTo>
                  <a:cubicBezTo>
                    <a:pt x="179393" y="405746"/>
                    <a:pt x="181059" y="389247"/>
                    <a:pt x="185226" y="372832"/>
                  </a:cubicBezTo>
                  <a:cubicBezTo>
                    <a:pt x="189392" y="356250"/>
                    <a:pt x="191725" y="337669"/>
                    <a:pt x="197558" y="321753"/>
                  </a:cubicBezTo>
                  <a:cubicBezTo>
                    <a:pt x="197891" y="320920"/>
                    <a:pt x="197391" y="320254"/>
                    <a:pt x="196808" y="319920"/>
                  </a:cubicBezTo>
                  <a:cubicBezTo>
                    <a:pt x="202474" y="318670"/>
                    <a:pt x="206724" y="317587"/>
                    <a:pt x="213557" y="322003"/>
                  </a:cubicBezTo>
                  <a:cubicBezTo>
                    <a:pt x="218056" y="324920"/>
                    <a:pt x="221722" y="329836"/>
                    <a:pt x="226222" y="333002"/>
                  </a:cubicBezTo>
                  <a:cubicBezTo>
                    <a:pt x="231805" y="336919"/>
                    <a:pt x="237888" y="340252"/>
                    <a:pt x="244220" y="342918"/>
                  </a:cubicBezTo>
                  <a:cubicBezTo>
                    <a:pt x="236221" y="372082"/>
                    <a:pt x="225972" y="401163"/>
                    <a:pt x="217056" y="429910"/>
                  </a:cubicBezTo>
                  <a:cubicBezTo>
                    <a:pt x="212390" y="444409"/>
                    <a:pt x="208390" y="458908"/>
                    <a:pt x="204141" y="473240"/>
                  </a:cubicBezTo>
                  <a:lnTo>
                    <a:pt x="204141" y="473240"/>
                  </a:lnTo>
                  <a:close/>
                  <a:moveTo>
                    <a:pt x="204641" y="511153"/>
                  </a:moveTo>
                  <a:cubicBezTo>
                    <a:pt x="209390" y="500571"/>
                    <a:pt x="210307" y="488822"/>
                    <a:pt x="213140" y="477573"/>
                  </a:cubicBezTo>
                  <a:cubicBezTo>
                    <a:pt x="217056" y="462407"/>
                    <a:pt x="221139" y="447159"/>
                    <a:pt x="225139" y="431994"/>
                  </a:cubicBezTo>
                  <a:cubicBezTo>
                    <a:pt x="232805" y="403079"/>
                    <a:pt x="241721" y="373915"/>
                    <a:pt x="248137" y="344751"/>
                  </a:cubicBezTo>
                  <a:cubicBezTo>
                    <a:pt x="261136" y="349501"/>
                    <a:pt x="275134" y="351501"/>
                    <a:pt x="288966" y="350251"/>
                  </a:cubicBezTo>
                  <a:cubicBezTo>
                    <a:pt x="289800" y="350167"/>
                    <a:pt x="290633" y="350084"/>
                    <a:pt x="291466" y="349918"/>
                  </a:cubicBezTo>
                  <a:cubicBezTo>
                    <a:pt x="280134" y="379998"/>
                    <a:pt x="267718" y="409829"/>
                    <a:pt x="255886" y="439659"/>
                  </a:cubicBezTo>
                  <a:cubicBezTo>
                    <a:pt x="250137" y="454325"/>
                    <a:pt x="244887" y="469157"/>
                    <a:pt x="238887" y="483739"/>
                  </a:cubicBezTo>
                  <a:cubicBezTo>
                    <a:pt x="235138" y="492905"/>
                    <a:pt x="230555" y="502154"/>
                    <a:pt x="227472" y="511736"/>
                  </a:cubicBezTo>
                  <a:cubicBezTo>
                    <a:pt x="225722" y="511736"/>
                    <a:pt x="223972" y="511736"/>
                    <a:pt x="222389" y="511820"/>
                  </a:cubicBezTo>
                  <a:cubicBezTo>
                    <a:pt x="216556" y="511903"/>
                    <a:pt x="210640" y="511653"/>
                    <a:pt x="204641" y="511153"/>
                  </a:cubicBezTo>
                  <a:lnTo>
                    <a:pt x="204641" y="511153"/>
                  </a:lnTo>
                  <a:close/>
                  <a:moveTo>
                    <a:pt x="310631" y="399413"/>
                  </a:moveTo>
                  <a:cubicBezTo>
                    <a:pt x="301465" y="423494"/>
                    <a:pt x="292633" y="447325"/>
                    <a:pt x="281884" y="470740"/>
                  </a:cubicBezTo>
                  <a:cubicBezTo>
                    <a:pt x="276718" y="482072"/>
                    <a:pt x="269718" y="501737"/>
                    <a:pt x="257803" y="507487"/>
                  </a:cubicBezTo>
                  <a:cubicBezTo>
                    <a:pt x="252887" y="509903"/>
                    <a:pt x="246803" y="510903"/>
                    <a:pt x="240721" y="511320"/>
                  </a:cubicBezTo>
                  <a:cubicBezTo>
                    <a:pt x="260969" y="458574"/>
                    <a:pt x="280050" y="404246"/>
                    <a:pt x="294216" y="349501"/>
                  </a:cubicBezTo>
                  <a:cubicBezTo>
                    <a:pt x="309881" y="346585"/>
                    <a:pt x="322630" y="337252"/>
                    <a:pt x="337129" y="331919"/>
                  </a:cubicBezTo>
                  <a:cubicBezTo>
                    <a:pt x="329296" y="354917"/>
                    <a:pt x="319214" y="376748"/>
                    <a:pt x="310631" y="399413"/>
                  </a:cubicBezTo>
                  <a:lnTo>
                    <a:pt x="310631" y="399413"/>
                  </a:lnTo>
                  <a:close/>
                  <a:moveTo>
                    <a:pt x="400456" y="277924"/>
                  </a:moveTo>
                  <a:cubicBezTo>
                    <a:pt x="391040" y="293756"/>
                    <a:pt x="366543" y="311671"/>
                    <a:pt x="348211" y="314671"/>
                  </a:cubicBezTo>
                  <a:cubicBezTo>
                    <a:pt x="340879" y="315837"/>
                    <a:pt x="335962" y="315254"/>
                    <a:pt x="328963" y="318337"/>
                  </a:cubicBezTo>
                  <a:cubicBezTo>
                    <a:pt x="320047" y="322253"/>
                    <a:pt x="311964" y="327836"/>
                    <a:pt x="302799" y="331003"/>
                  </a:cubicBezTo>
                  <a:cubicBezTo>
                    <a:pt x="282884" y="337835"/>
                    <a:pt x="260469" y="334919"/>
                    <a:pt x="242137" y="325086"/>
                  </a:cubicBezTo>
                  <a:cubicBezTo>
                    <a:pt x="232888" y="320087"/>
                    <a:pt x="226972" y="312504"/>
                    <a:pt x="218639" y="306588"/>
                  </a:cubicBezTo>
                  <a:cubicBezTo>
                    <a:pt x="211724" y="301755"/>
                    <a:pt x="205807" y="302589"/>
                    <a:pt x="197808" y="303672"/>
                  </a:cubicBezTo>
                  <a:cubicBezTo>
                    <a:pt x="177810" y="306338"/>
                    <a:pt x="153978" y="309421"/>
                    <a:pt x="135480" y="299255"/>
                  </a:cubicBezTo>
                  <a:cubicBezTo>
                    <a:pt x="124231" y="293089"/>
                    <a:pt x="119398" y="283840"/>
                    <a:pt x="115149" y="272424"/>
                  </a:cubicBezTo>
                  <a:cubicBezTo>
                    <a:pt x="112815" y="266258"/>
                    <a:pt x="111482" y="260509"/>
                    <a:pt x="105649" y="256676"/>
                  </a:cubicBezTo>
                  <a:cubicBezTo>
                    <a:pt x="99150" y="252343"/>
                    <a:pt x="89984" y="252593"/>
                    <a:pt x="82569" y="251510"/>
                  </a:cubicBezTo>
                  <a:cubicBezTo>
                    <a:pt x="72819" y="250093"/>
                    <a:pt x="62987" y="248427"/>
                    <a:pt x="53487" y="245677"/>
                  </a:cubicBezTo>
                  <a:cubicBezTo>
                    <a:pt x="42239" y="242427"/>
                    <a:pt x="28157" y="237178"/>
                    <a:pt x="21324" y="226929"/>
                  </a:cubicBezTo>
                  <a:cubicBezTo>
                    <a:pt x="13075" y="214596"/>
                    <a:pt x="14741" y="197681"/>
                    <a:pt x="21574" y="185099"/>
                  </a:cubicBezTo>
                  <a:cubicBezTo>
                    <a:pt x="29573" y="170350"/>
                    <a:pt x="48738" y="163184"/>
                    <a:pt x="55321" y="148102"/>
                  </a:cubicBezTo>
                  <a:cubicBezTo>
                    <a:pt x="57487" y="143103"/>
                    <a:pt x="56737" y="138187"/>
                    <a:pt x="56321" y="132937"/>
                  </a:cubicBezTo>
                  <a:cubicBezTo>
                    <a:pt x="54904" y="117355"/>
                    <a:pt x="53904" y="103356"/>
                    <a:pt x="64403" y="90274"/>
                  </a:cubicBezTo>
                  <a:cubicBezTo>
                    <a:pt x="79152" y="71859"/>
                    <a:pt x="101067" y="61027"/>
                    <a:pt x="124148" y="58610"/>
                  </a:cubicBezTo>
                  <a:cubicBezTo>
                    <a:pt x="142813" y="56611"/>
                    <a:pt x="156645" y="56444"/>
                    <a:pt x="169894" y="42445"/>
                  </a:cubicBezTo>
                  <a:cubicBezTo>
                    <a:pt x="186059" y="25363"/>
                    <a:pt x="208390" y="14698"/>
                    <a:pt x="231638" y="11948"/>
                  </a:cubicBezTo>
                  <a:cubicBezTo>
                    <a:pt x="258719" y="8698"/>
                    <a:pt x="280134" y="19114"/>
                    <a:pt x="300799" y="35196"/>
                  </a:cubicBezTo>
                  <a:cubicBezTo>
                    <a:pt x="297715" y="39362"/>
                    <a:pt x="301632" y="47195"/>
                    <a:pt x="308381" y="45695"/>
                  </a:cubicBezTo>
                  <a:cubicBezTo>
                    <a:pt x="314964" y="44278"/>
                    <a:pt x="319797" y="38946"/>
                    <a:pt x="325963" y="36696"/>
                  </a:cubicBezTo>
                  <a:cubicBezTo>
                    <a:pt x="334962" y="33446"/>
                    <a:pt x="346878" y="36029"/>
                    <a:pt x="354711" y="40945"/>
                  </a:cubicBezTo>
                  <a:cubicBezTo>
                    <a:pt x="378542" y="55777"/>
                    <a:pt x="361293" y="78192"/>
                    <a:pt x="356543" y="98107"/>
                  </a:cubicBezTo>
                  <a:cubicBezTo>
                    <a:pt x="353294" y="111689"/>
                    <a:pt x="361627" y="118188"/>
                    <a:pt x="372792" y="123855"/>
                  </a:cubicBezTo>
                  <a:cubicBezTo>
                    <a:pt x="381708" y="128438"/>
                    <a:pt x="392790" y="132104"/>
                    <a:pt x="398290" y="141186"/>
                  </a:cubicBezTo>
                  <a:cubicBezTo>
                    <a:pt x="405039" y="152269"/>
                    <a:pt x="400956" y="164434"/>
                    <a:pt x="396207" y="175100"/>
                  </a:cubicBezTo>
                  <a:cubicBezTo>
                    <a:pt x="389457" y="190265"/>
                    <a:pt x="383708" y="202514"/>
                    <a:pt x="390874" y="218763"/>
                  </a:cubicBezTo>
                  <a:cubicBezTo>
                    <a:pt x="393874" y="225679"/>
                    <a:pt x="398373" y="231762"/>
                    <a:pt x="402040" y="238344"/>
                  </a:cubicBezTo>
                  <a:cubicBezTo>
                    <a:pt x="408956" y="251010"/>
                    <a:pt x="407956" y="265175"/>
                    <a:pt x="400456" y="277924"/>
                  </a:cubicBezTo>
                  <a:lnTo>
                    <a:pt x="400456" y="277924"/>
                  </a:lnTo>
                  <a:close/>
                </a:path>
              </a:pathLst>
            </a:custGeom>
            <a:grpFill/>
            <a:ln w="8332" cap="flat">
              <a:noFill/>
              <a:prstDash val="solid"/>
              <a:miter/>
            </a:ln>
          </p:spPr>
          <p:txBody>
            <a:bodyPr rtlCol="0" anchor="ctr"/>
            <a:lstStyle/>
            <a:p>
              <a:endParaRPr lang="en-US"/>
            </a:p>
          </p:txBody>
        </p:sp>
        <p:sp>
          <p:nvSpPr>
            <p:cNvPr id="1621" name="Freeform: Shape 1620"/>
            <p:cNvSpPr/>
            <p:nvPr/>
          </p:nvSpPr>
          <p:spPr>
            <a:xfrm>
              <a:off x="4599878" y="568782"/>
              <a:ext cx="134026" cy="164177"/>
            </a:xfrm>
            <a:custGeom>
              <a:avLst/>
              <a:gdLst>
                <a:gd name="connsiteX0" fmla="*/ 129300 w 134026"/>
                <a:gd name="connsiteY0" fmla="*/ 146331 h 164177"/>
                <a:gd name="connsiteX1" fmla="*/ 81305 w 134026"/>
                <a:gd name="connsiteY1" fmla="*/ 137498 h 164177"/>
                <a:gd name="connsiteX2" fmla="*/ 80888 w 134026"/>
                <a:gd name="connsiteY2" fmla="*/ 113084 h 164177"/>
                <a:gd name="connsiteX3" fmla="*/ 78472 w 134026"/>
                <a:gd name="connsiteY3" fmla="*/ 106834 h 164177"/>
                <a:gd name="connsiteX4" fmla="*/ 67723 w 134026"/>
                <a:gd name="connsiteY4" fmla="*/ 104668 h 164177"/>
                <a:gd name="connsiteX5" fmla="*/ 43142 w 134026"/>
                <a:gd name="connsiteY5" fmla="*/ 100501 h 164177"/>
                <a:gd name="connsiteX6" fmla="*/ 22060 w 134026"/>
                <a:gd name="connsiteY6" fmla="*/ 77087 h 164177"/>
                <a:gd name="connsiteX7" fmla="*/ 33809 w 134026"/>
                <a:gd name="connsiteY7" fmla="*/ 54755 h 164177"/>
                <a:gd name="connsiteX8" fmla="*/ 33559 w 134026"/>
                <a:gd name="connsiteY8" fmla="*/ 48173 h 164177"/>
                <a:gd name="connsiteX9" fmla="*/ 15477 w 134026"/>
                <a:gd name="connsiteY9" fmla="*/ 22175 h 164177"/>
                <a:gd name="connsiteX10" fmla="*/ 54224 w 134026"/>
                <a:gd name="connsiteY10" fmla="*/ 4593 h 164177"/>
                <a:gd name="connsiteX11" fmla="*/ 53391 w 134026"/>
                <a:gd name="connsiteY11" fmla="*/ 10 h 164177"/>
                <a:gd name="connsiteX12" fmla="*/ 3228 w 134026"/>
                <a:gd name="connsiteY12" fmla="*/ 19842 h 164177"/>
                <a:gd name="connsiteX13" fmla="*/ 2728 w 134026"/>
                <a:gd name="connsiteY13" fmla="*/ 38674 h 164177"/>
                <a:gd name="connsiteX14" fmla="*/ 12311 w 134026"/>
                <a:gd name="connsiteY14" fmla="*/ 48923 h 164177"/>
                <a:gd name="connsiteX15" fmla="*/ 19144 w 134026"/>
                <a:gd name="connsiteY15" fmla="*/ 52756 h 164177"/>
                <a:gd name="connsiteX16" fmla="*/ 7478 w 134026"/>
                <a:gd name="connsiteY16" fmla="*/ 75837 h 164177"/>
                <a:gd name="connsiteX17" fmla="*/ 14644 w 134026"/>
                <a:gd name="connsiteY17" fmla="*/ 99835 h 164177"/>
                <a:gd name="connsiteX18" fmla="*/ 34642 w 134026"/>
                <a:gd name="connsiteY18" fmla="*/ 113250 h 164177"/>
                <a:gd name="connsiteX19" fmla="*/ 52224 w 134026"/>
                <a:gd name="connsiteY19" fmla="*/ 116667 h 164177"/>
                <a:gd name="connsiteX20" fmla="*/ 69639 w 134026"/>
                <a:gd name="connsiteY20" fmla="*/ 115750 h 164177"/>
                <a:gd name="connsiteX21" fmla="*/ 70223 w 134026"/>
                <a:gd name="connsiteY21" fmla="*/ 118000 h 164177"/>
                <a:gd name="connsiteX22" fmla="*/ 68472 w 134026"/>
                <a:gd name="connsiteY22" fmla="*/ 126916 h 164177"/>
                <a:gd name="connsiteX23" fmla="*/ 68472 w 134026"/>
                <a:gd name="connsiteY23" fmla="*/ 138165 h 164177"/>
                <a:gd name="connsiteX24" fmla="*/ 80138 w 134026"/>
                <a:gd name="connsiteY24" fmla="*/ 155080 h 164177"/>
                <a:gd name="connsiteX25" fmla="*/ 132800 w 134026"/>
                <a:gd name="connsiteY25" fmla="*/ 154246 h 164177"/>
                <a:gd name="connsiteX26" fmla="*/ 129300 w 134026"/>
                <a:gd name="connsiteY26" fmla="*/ 146331 h 164177"/>
                <a:gd name="connsiteX27" fmla="*/ 129300 w 134026"/>
                <a:gd name="connsiteY27" fmla="*/ 146331 h 164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34026" h="164177">
                  <a:moveTo>
                    <a:pt x="129300" y="146331"/>
                  </a:moveTo>
                  <a:cubicBezTo>
                    <a:pt x="112802" y="148580"/>
                    <a:pt x="90971" y="157246"/>
                    <a:pt x="81305" y="137498"/>
                  </a:cubicBezTo>
                  <a:cubicBezTo>
                    <a:pt x="76888" y="128416"/>
                    <a:pt x="81888" y="122083"/>
                    <a:pt x="80888" y="113084"/>
                  </a:cubicBezTo>
                  <a:cubicBezTo>
                    <a:pt x="80638" y="110750"/>
                    <a:pt x="80388" y="108667"/>
                    <a:pt x="78472" y="106834"/>
                  </a:cubicBezTo>
                  <a:cubicBezTo>
                    <a:pt x="75805" y="104418"/>
                    <a:pt x="71056" y="104918"/>
                    <a:pt x="67723" y="104668"/>
                  </a:cubicBezTo>
                  <a:cubicBezTo>
                    <a:pt x="59390" y="103918"/>
                    <a:pt x="51141" y="103168"/>
                    <a:pt x="43142" y="100501"/>
                  </a:cubicBezTo>
                  <a:cubicBezTo>
                    <a:pt x="32226" y="96918"/>
                    <a:pt x="21894" y="89836"/>
                    <a:pt x="22060" y="77087"/>
                  </a:cubicBezTo>
                  <a:cubicBezTo>
                    <a:pt x="22227" y="67754"/>
                    <a:pt x="29393" y="62005"/>
                    <a:pt x="33809" y="54755"/>
                  </a:cubicBezTo>
                  <a:cubicBezTo>
                    <a:pt x="34975" y="52839"/>
                    <a:pt x="34809" y="49923"/>
                    <a:pt x="33559" y="48173"/>
                  </a:cubicBezTo>
                  <a:cubicBezTo>
                    <a:pt x="27310" y="39340"/>
                    <a:pt x="6395" y="37174"/>
                    <a:pt x="15477" y="22175"/>
                  </a:cubicBezTo>
                  <a:cubicBezTo>
                    <a:pt x="23060" y="9843"/>
                    <a:pt x="41308" y="7176"/>
                    <a:pt x="54224" y="4593"/>
                  </a:cubicBezTo>
                  <a:cubicBezTo>
                    <a:pt x="56807" y="4093"/>
                    <a:pt x="56057" y="-240"/>
                    <a:pt x="53391" y="10"/>
                  </a:cubicBezTo>
                  <a:cubicBezTo>
                    <a:pt x="36225" y="1677"/>
                    <a:pt x="13561" y="3593"/>
                    <a:pt x="3228" y="19842"/>
                  </a:cubicBezTo>
                  <a:cubicBezTo>
                    <a:pt x="-771" y="26175"/>
                    <a:pt x="-1188" y="32258"/>
                    <a:pt x="2728" y="38674"/>
                  </a:cubicBezTo>
                  <a:cubicBezTo>
                    <a:pt x="4978" y="42340"/>
                    <a:pt x="9061" y="46256"/>
                    <a:pt x="12311" y="48923"/>
                  </a:cubicBezTo>
                  <a:cubicBezTo>
                    <a:pt x="13811" y="50173"/>
                    <a:pt x="16727" y="51422"/>
                    <a:pt x="19144" y="52756"/>
                  </a:cubicBezTo>
                  <a:cubicBezTo>
                    <a:pt x="13727" y="59922"/>
                    <a:pt x="8395" y="65588"/>
                    <a:pt x="7478" y="75837"/>
                  </a:cubicBezTo>
                  <a:cubicBezTo>
                    <a:pt x="6728" y="84586"/>
                    <a:pt x="9061" y="93002"/>
                    <a:pt x="14644" y="99835"/>
                  </a:cubicBezTo>
                  <a:cubicBezTo>
                    <a:pt x="19727" y="106084"/>
                    <a:pt x="27143" y="110500"/>
                    <a:pt x="34642" y="113250"/>
                  </a:cubicBezTo>
                  <a:cubicBezTo>
                    <a:pt x="40392" y="115333"/>
                    <a:pt x="46058" y="116333"/>
                    <a:pt x="52224" y="116667"/>
                  </a:cubicBezTo>
                  <a:cubicBezTo>
                    <a:pt x="57724" y="117000"/>
                    <a:pt x="64390" y="115000"/>
                    <a:pt x="69639" y="115750"/>
                  </a:cubicBezTo>
                  <a:cubicBezTo>
                    <a:pt x="71889" y="112167"/>
                    <a:pt x="72139" y="112917"/>
                    <a:pt x="70223" y="118000"/>
                  </a:cubicBezTo>
                  <a:cubicBezTo>
                    <a:pt x="69556" y="120916"/>
                    <a:pt x="68889" y="123916"/>
                    <a:pt x="68472" y="126916"/>
                  </a:cubicBezTo>
                  <a:cubicBezTo>
                    <a:pt x="68056" y="130749"/>
                    <a:pt x="67639" y="134332"/>
                    <a:pt x="68472" y="138165"/>
                  </a:cubicBezTo>
                  <a:cubicBezTo>
                    <a:pt x="69889" y="145164"/>
                    <a:pt x="74555" y="150913"/>
                    <a:pt x="80138" y="155080"/>
                  </a:cubicBezTo>
                  <a:cubicBezTo>
                    <a:pt x="94804" y="165912"/>
                    <a:pt x="119718" y="168745"/>
                    <a:pt x="132800" y="154246"/>
                  </a:cubicBezTo>
                  <a:cubicBezTo>
                    <a:pt x="135467" y="151413"/>
                    <a:pt x="133550" y="145747"/>
                    <a:pt x="129300" y="146331"/>
                  </a:cubicBezTo>
                  <a:lnTo>
                    <a:pt x="129300" y="146331"/>
                  </a:lnTo>
                  <a:close/>
                </a:path>
              </a:pathLst>
            </a:custGeom>
            <a:grpFill/>
            <a:ln w="8332" cap="flat">
              <a:noFill/>
              <a:prstDash val="solid"/>
              <a:miter/>
            </a:ln>
          </p:spPr>
          <p:txBody>
            <a:bodyPr rtlCol="0" anchor="ctr"/>
            <a:lstStyle/>
            <a:p>
              <a:endParaRPr lang="en-US"/>
            </a:p>
          </p:txBody>
        </p:sp>
        <p:sp>
          <p:nvSpPr>
            <p:cNvPr id="1622" name="Freeform: Shape 1621"/>
            <p:cNvSpPr/>
            <p:nvPr/>
          </p:nvSpPr>
          <p:spPr>
            <a:xfrm>
              <a:off x="4778056" y="705163"/>
              <a:ext cx="95180" cy="45627"/>
            </a:xfrm>
            <a:custGeom>
              <a:avLst/>
              <a:gdLst>
                <a:gd name="connsiteX0" fmla="*/ 90860 w 95180"/>
                <a:gd name="connsiteY0" fmla="*/ 2117 h 45627"/>
                <a:gd name="connsiteX1" fmla="*/ 82527 w 95180"/>
                <a:gd name="connsiteY1" fmla="*/ 3534 h 45627"/>
                <a:gd name="connsiteX2" fmla="*/ 80694 w 95180"/>
                <a:gd name="connsiteY2" fmla="*/ 17699 h 45627"/>
                <a:gd name="connsiteX3" fmla="*/ 64945 w 95180"/>
                <a:gd name="connsiteY3" fmla="*/ 28865 h 45627"/>
                <a:gd name="connsiteX4" fmla="*/ 45781 w 95180"/>
                <a:gd name="connsiteY4" fmla="*/ 23282 h 45627"/>
                <a:gd name="connsiteX5" fmla="*/ 42864 w 95180"/>
                <a:gd name="connsiteY5" fmla="*/ 21032 h 45627"/>
                <a:gd name="connsiteX6" fmla="*/ 34615 w 95180"/>
                <a:gd name="connsiteY6" fmla="*/ 21949 h 45627"/>
                <a:gd name="connsiteX7" fmla="*/ 31199 w 95180"/>
                <a:gd name="connsiteY7" fmla="*/ 25032 h 45627"/>
                <a:gd name="connsiteX8" fmla="*/ 28782 w 95180"/>
                <a:gd name="connsiteY8" fmla="*/ 27782 h 45627"/>
                <a:gd name="connsiteX9" fmla="*/ 8867 w 95180"/>
                <a:gd name="connsiteY9" fmla="*/ 19532 h 45627"/>
                <a:gd name="connsiteX10" fmla="*/ 1868 w 95180"/>
                <a:gd name="connsiteY10" fmla="*/ 16949 h 45627"/>
                <a:gd name="connsiteX11" fmla="*/ 14533 w 95180"/>
                <a:gd name="connsiteY11" fmla="*/ 44447 h 45627"/>
                <a:gd name="connsiteX12" fmla="*/ 30865 w 95180"/>
                <a:gd name="connsiteY12" fmla="*/ 42197 h 45627"/>
                <a:gd name="connsiteX13" fmla="*/ 37365 w 95180"/>
                <a:gd name="connsiteY13" fmla="*/ 35948 h 45627"/>
                <a:gd name="connsiteX14" fmla="*/ 39448 w 95180"/>
                <a:gd name="connsiteY14" fmla="*/ 34198 h 45627"/>
                <a:gd name="connsiteX15" fmla="*/ 39781 w 95180"/>
                <a:gd name="connsiteY15" fmla="*/ 34531 h 45627"/>
                <a:gd name="connsiteX16" fmla="*/ 80860 w 95180"/>
                <a:gd name="connsiteY16" fmla="*/ 39781 h 45627"/>
                <a:gd name="connsiteX17" fmla="*/ 90860 w 95180"/>
                <a:gd name="connsiteY17" fmla="*/ 2117 h 45627"/>
                <a:gd name="connsiteX18" fmla="*/ 90860 w 95180"/>
                <a:gd name="connsiteY18" fmla="*/ 2117 h 45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5180" h="45627">
                  <a:moveTo>
                    <a:pt x="90860" y="2117"/>
                  </a:moveTo>
                  <a:cubicBezTo>
                    <a:pt x="88943" y="-1549"/>
                    <a:pt x="83360" y="-49"/>
                    <a:pt x="82527" y="3534"/>
                  </a:cubicBezTo>
                  <a:cubicBezTo>
                    <a:pt x="82277" y="4450"/>
                    <a:pt x="80111" y="19032"/>
                    <a:pt x="80694" y="17699"/>
                  </a:cubicBezTo>
                  <a:cubicBezTo>
                    <a:pt x="77861" y="23615"/>
                    <a:pt x="71195" y="28032"/>
                    <a:pt x="64945" y="28865"/>
                  </a:cubicBezTo>
                  <a:cubicBezTo>
                    <a:pt x="55446" y="30115"/>
                    <a:pt x="54863" y="27698"/>
                    <a:pt x="45781" y="23282"/>
                  </a:cubicBezTo>
                  <a:cubicBezTo>
                    <a:pt x="44697" y="22782"/>
                    <a:pt x="44280" y="21366"/>
                    <a:pt x="42864" y="21032"/>
                  </a:cubicBezTo>
                  <a:cubicBezTo>
                    <a:pt x="39614" y="20199"/>
                    <a:pt x="37448" y="20449"/>
                    <a:pt x="34615" y="21949"/>
                  </a:cubicBezTo>
                  <a:cubicBezTo>
                    <a:pt x="33198" y="22699"/>
                    <a:pt x="32365" y="24032"/>
                    <a:pt x="31199" y="25032"/>
                  </a:cubicBezTo>
                  <a:cubicBezTo>
                    <a:pt x="30365" y="25948"/>
                    <a:pt x="29532" y="26865"/>
                    <a:pt x="28782" y="27782"/>
                  </a:cubicBezTo>
                  <a:cubicBezTo>
                    <a:pt x="23366" y="35198"/>
                    <a:pt x="16699" y="32448"/>
                    <a:pt x="8867" y="19532"/>
                  </a:cubicBezTo>
                  <a:cubicBezTo>
                    <a:pt x="10200" y="15533"/>
                    <a:pt x="3701" y="13200"/>
                    <a:pt x="1868" y="16949"/>
                  </a:cubicBezTo>
                  <a:cubicBezTo>
                    <a:pt x="-3465" y="27948"/>
                    <a:pt x="3201" y="40114"/>
                    <a:pt x="14533" y="44447"/>
                  </a:cubicBezTo>
                  <a:cubicBezTo>
                    <a:pt x="20449" y="46697"/>
                    <a:pt x="25782" y="45613"/>
                    <a:pt x="30865" y="42197"/>
                  </a:cubicBezTo>
                  <a:cubicBezTo>
                    <a:pt x="32782" y="40864"/>
                    <a:pt x="36365" y="37864"/>
                    <a:pt x="37365" y="35948"/>
                  </a:cubicBezTo>
                  <a:cubicBezTo>
                    <a:pt x="38448" y="35281"/>
                    <a:pt x="39114" y="34698"/>
                    <a:pt x="39448" y="34198"/>
                  </a:cubicBezTo>
                  <a:cubicBezTo>
                    <a:pt x="39531" y="34281"/>
                    <a:pt x="39614" y="34448"/>
                    <a:pt x="39781" y="34531"/>
                  </a:cubicBezTo>
                  <a:cubicBezTo>
                    <a:pt x="48864" y="44947"/>
                    <a:pt x="69195" y="44697"/>
                    <a:pt x="80860" y="39781"/>
                  </a:cubicBezTo>
                  <a:cubicBezTo>
                    <a:pt x="97026" y="33114"/>
                    <a:pt x="98192" y="16116"/>
                    <a:pt x="90860" y="2117"/>
                  </a:cubicBezTo>
                  <a:lnTo>
                    <a:pt x="90860" y="2117"/>
                  </a:lnTo>
                  <a:close/>
                </a:path>
              </a:pathLst>
            </a:custGeom>
            <a:grpFill/>
            <a:ln w="8332" cap="flat">
              <a:noFill/>
              <a:prstDash val="solid"/>
              <a:miter/>
            </a:ln>
          </p:spPr>
          <p:txBody>
            <a:bodyPr rtlCol="0" anchor="ctr"/>
            <a:lstStyle/>
            <a:p>
              <a:endParaRPr lang="en-US"/>
            </a:p>
          </p:txBody>
        </p:sp>
        <p:sp>
          <p:nvSpPr>
            <p:cNvPr id="1623" name="Freeform: Shape 1622"/>
            <p:cNvSpPr/>
            <p:nvPr/>
          </p:nvSpPr>
          <p:spPr>
            <a:xfrm>
              <a:off x="4694930" y="508047"/>
              <a:ext cx="122042" cy="72194"/>
            </a:xfrm>
            <a:custGeom>
              <a:avLst/>
              <a:gdLst>
                <a:gd name="connsiteX0" fmla="*/ 121907 w 122042"/>
                <a:gd name="connsiteY0" fmla="*/ 25498 h 72194"/>
                <a:gd name="connsiteX1" fmla="*/ 74411 w 122042"/>
                <a:gd name="connsiteY1" fmla="*/ 1 h 72194"/>
                <a:gd name="connsiteX2" fmla="*/ 43081 w 122042"/>
                <a:gd name="connsiteY2" fmla="*/ 23415 h 72194"/>
                <a:gd name="connsiteX3" fmla="*/ 27166 w 122042"/>
                <a:gd name="connsiteY3" fmla="*/ 17916 h 72194"/>
                <a:gd name="connsiteX4" fmla="*/ 8334 w 122042"/>
                <a:gd name="connsiteY4" fmla="*/ 28081 h 72194"/>
                <a:gd name="connsiteX5" fmla="*/ 6501 w 122042"/>
                <a:gd name="connsiteY5" fmla="*/ 71244 h 72194"/>
                <a:gd name="connsiteX6" fmla="*/ 10417 w 122042"/>
                <a:gd name="connsiteY6" fmla="*/ 69411 h 72194"/>
                <a:gd name="connsiteX7" fmla="*/ 13584 w 122042"/>
                <a:gd name="connsiteY7" fmla="*/ 37914 h 72194"/>
                <a:gd name="connsiteX8" fmla="*/ 38914 w 122042"/>
                <a:gd name="connsiteY8" fmla="*/ 34247 h 72194"/>
                <a:gd name="connsiteX9" fmla="*/ 43914 w 122042"/>
                <a:gd name="connsiteY9" fmla="*/ 37914 h 72194"/>
                <a:gd name="connsiteX10" fmla="*/ 52580 w 122042"/>
                <a:gd name="connsiteY10" fmla="*/ 33914 h 72194"/>
                <a:gd name="connsiteX11" fmla="*/ 63996 w 122042"/>
                <a:gd name="connsiteY11" fmla="*/ 14249 h 72194"/>
                <a:gd name="connsiteX12" fmla="*/ 81994 w 122042"/>
                <a:gd name="connsiteY12" fmla="*/ 13666 h 72194"/>
                <a:gd name="connsiteX13" fmla="*/ 114991 w 122042"/>
                <a:gd name="connsiteY13" fmla="*/ 29915 h 72194"/>
                <a:gd name="connsiteX14" fmla="*/ 121907 w 122042"/>
                <a:gd name="connsiteY14" fmla="*/ 25498 h 72194"/>
                <a:gd name="connsiteX15" fmla="*/ 121907 w 122042"/>
                <a:gd name="connsiteY15" fmla="*/ 25498 h 7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2042" h="72194">
                  <a:moveTo>
                    <a:pt x="121907" y="25498"/>
                  </a:moveTo>
                  <a:cubicBezTo>
                    <a:pt x="116991" y="6250"/>
                    <a:pt x="92160" y="1"/>
                    <a:pt x="74411" y="1"/>
                  </a:cubicBezTo>
                  <a:cubicBezTo>
                    <a:pt x="56079" y="-83"/>
                    <a:pt x="47830" y="9166"/>
                    <a:pt x="43081" y="23415"/>
                  </a:cubicBezTo>
                  <a:cubicBezTo>
                    <a:pt x="38332" y="20249"/>
                    <a:pt x="34082" y="17416"/>
                    <a:pt x="27166" y="17916"/>
                  </a:cubicBezTo>
                  <a:cubicBezTo>
                    <a:pt x="20000" y="18416"/>
                    <a:pt x="12917" y="22749"/>
                    <a:pt x="8334" y="28081"/>
                  </a:cubicBezTo>
                  <a:cubicBezTo>
                    <a:pt x="-2582" y="40997"/>
                    <a:pt x="-2331" y="57912"/>
                    <a:pt x="6501" y="71244"/>
                  </a:cubicBezTo>
                  <a:cubicBezTo>
                    <a:pt x="7834" y="73244"/>
                    <a:pt x="11251" y="71827"/>
                    <a:pt x="10417" y="69411"/>
                  </a:cubicBezTo>
                  <a:cubicBezTo>
                    <a:pt x="6751" y="59412"/>
                    <a:pt x="6167" y="46663"/>
                    <a:pt x="13584" y="37914"/>
                  </a:cubicBezTo>
                  <a:cubicBezTo>
                    <a:pt x="21083" y="28998"/>
                    <a:pt x="28665" y="28165"/>
                    <a:pt x="38914" y="34247"/>
                  </a:cubicBezTo>
                  <a:cubicBezTo>
                    <a:pt x="40664" y="35331"/>
                    <a:pt x="41914" y="36831"/>
                    <a:pt x="43914" y="37914"/>
                  </a:cubicBezTo>
                  <a:cubicBezTo>
                    <a:pt x="47497" y="39830"/>
                    <a:pt x="51580" y="37664"/>
                    <a:pt x="52580" y="33914"/>
                  </a:cubicBezTo>
                  <a:cubicBezTo>
                    <a:pt x="54746" y="25748"/>
                    <a:pt x="53913" y="18832"/>
                    <a:pt x="63996" y="14249"/>
                  </a:cubicBezTo>
                  <a:cubicBezTo>
                    <a:pt x="69579" y="11750"/>
                    <a:pt x="76328" y="12749"/>
                    <a:pt x="81994" y="13666"/>
                  </a:cubicBezTo>
                  <a:cubicBezTo>
                    <a:pt x="95410" y="15916"/>
                    <a:pt x="104909" y="20915"/>
                    <a:pt x="114991" y="29915"/>
                  </a:cubicBezTo>
                  <a:cubicBezTo>
                    <a:pt x="118157" y="32748"/>
                    <a:pt x="122907" y="29498"/>
                    <a:pt x="121907" y="25498"/>
                  </a:cubicBezTo>
                  <a:lnTo>
                    <a:pt x="121907" y="25498"/>
                  </a:lnTo>
                  <a:close/>
                </a:path>
              </a:pathLst>
            </a:custGeom>
            <a:grpFill/>
            <a:ln w="8332" cap="flat">
              <a:noFill/>
              <a:prstDash val="solid"/>
              <a:miter/>
            </a:ln>
          </p:spPr>
          <p:txBody>
            <a:bodyPr rtlCol="0" anchor="ctr"/>
            <a:lstStyle/>
            <a:p>
              <a:endParaRPr lang="en-US"/>
            </a:p>
          </p:txBody>
        </p:sp>
        <p:sp>
          <p:nvSpPr>
            <p:cNvPr id="1624" name="Freeform: Shape 1623"/>
            <p:cNvSpPr/>
            <p:nvPr/>
          </p:nvSpPr>
          <p:spPr>
            <a:xfrm>
              <a:off x="4773911" y="580486"/>
              <a:ext cx="79386" cy="72137"/>
            </a:xfrm>
            <a:custGeom>
              <a:avLst/>
              <a:gdLst>
                <a:gd name="connsiteX0" fmla="*/ 79173 w 79386"/>
                <a:gd name="connsiteY0" fmla="*/ 36969 h 72137"/>
                <a:gd name="connsiteX1" fmla="*/ 52175 w 79386"/>
                <a:gd name="connsiteY1" fmla="*/ 17554 h 72137"/>
                <a:gd name="connsiteX2" fmla="*/ 42926 w 79386"/>
                <a:gd name="connsiteY2" fmla="*/ 19387 h 72137"/>
                <a:gd name="connsiteX3" fmla="*/ 40760 w 79386"/>
                <a:gd name="connsiteY3" fmla="*/ 19803 h 72137"/>
                <a:gd name="connsiteX4" fmla="*/ 40260 w 79386"/>
                <a:gd name="connsiteY4" fmla="*/ 18804 h 72137"/>
                <a:gd name="connsiteX5" fmla="*/ 34344 w 79386"/>
                <a:gd name="connsiteY5" fmla="*/ 3805 h 72137"/>
                <a:gd name="connsiteX6" fmla="*/ 1347 w 79386"/>
                <a:gd name="connsiteY6" fmla="*/ 9888 h 72137"/>
                <a:gd name="connsiteX7" fmla="*/ 4347 w 79386"/>
                <a:gd name="connsiteY7" fmla="*/ 14721 h 72137"/>
                <a:gd name="connsiteX8" fmla="*/ 22428 w 79386"/>
                <a:gd name="connsiteY8" fmla="*/ 7638 h 72137"/>
                <a:gd name="connsiteX9" fmla="*/ 29428 w 79386"/>
                <a:gd name="connsiteY9" fmla="*/ 22720 h 72137"/>
                <a:gd name="connsiteX10" fmla="*/ 34594 w 79386"/>
                <a:gd name="connsiteY10" fmla="*/ 31386 h 72137"/>
                <a:gd name="connsiteX11" fmla="*/ 54509 w 79386"/>
                <a:gd name="connsiteY11" fmla="*/ 30719 h 72137"/>
                <a:gd name="connsiteX12" fmla="*/ 51842 w 79386"/>
                <a:gd name="connsiteY12" fmla="*/ 62966 h 72137"/>
                <a:gd name="connsiteX13" fmla="*/ 57508 w 79386"/>
                <a:gd name="connsiteY13" fmla="*/ 71965 h 72137"/>
                <a:gd name="connsiteX14" fmla="*/ 79173 w 79386"/>
                <a:gd name="connsiteY14" fmla="*/ 36969 h 72137"/>
                <a:gd name="connsiteX15" fmla="*/ 79173 w 79386"/>
                <a:gd name="connsiteY15" fmla="*/ 36969 h 72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9386" h="72137">
                  <a:moveTo>
                    <a:pt x="79173" y="36969"/>
                  </a:moveTo>
                  <a:cubicBezTo>
                    <a:pt x="77423" y="22970"/>
                    <a:pt x="65341" y="16637"/>
                    <a:pt x="52175" y="17554"/>
                  </a:cubicBezTo>
                  <a:cubicBezTo>
                    <a:pt x="49009" y="17804"/>
                    <a:pt x="46009" y="18970"/>
                    <a:pt x="42926" y="19387"/>
                  </a:cubicBezTo>
                  <a:cubicBezTo>
                    <a:pt x="41927" y="19554"/>
                    <a:pt x="41260" y="19637"/>
                    <a:pt x="40760" y="19803"/>
                  </a:cubicBezTo>
                  <a:cubicBezTo>
                    <a:pt x="40676" y="19554"/>
                    <a:pt x="40594" y="19220"/>
                    <a:pt x="40260" y="18804"/>
                  </a:cubicBezTo>
                  <a:cubicBezTo>
                    <a:pt x="37344" y="14304"/>
                    <a:pt x="38927" y="8055"/>
                    <a:pt x="34344" y="3805"/>
                  </a:cubicBezTo>
                  <a:cubicBezTo>
                    <a:pt x="24178" y="-5444"/>
                    <a:pt x="10429" y="4388"/>
                    <a:pt x="1347" y="9888"/>
                  </a:cubicBezTo>
                  <a:cubicBezTo>
                    <a:pt x="-1819" y="11804"/>
                    <a:pt x="1180" y="16304"/>
                    <a:pt x="4347" y="14721"/>
                  </a:cubicBezTo>
                  <a:cubicBezTo>
                    <a:pt x="9346" y="12221"/>
                    <a:pt x="16679" y="6721"/>
                    <a:pt x="22428" y="7638"/>
                  </a:cubicBezTo>
                  <a:cubicBezTo>
                    <a:pt x="33677" y="9388"/>
                    <a:pt x="28844" y="17220"/>
                    <a:pt x="29428" y="22720"/>
                  </a:cubicBezTo>
                  <a:cubicBezTo>
                    <a:pt x="29844" y="26803"/>
                    <a:pt x="30678" y="29469"/>
                    <a:pt x="34594" y="31386"/>
                  </a:cubicBezTo>
                  <a:cubicBezTo>
                    <a:pt x="40676" y="34219"/>
                    <a:pt x="48093" y="30136"/>
                    <a:pt x="54509" y="30719"/>
                  </a:cubicBezTo>
                  <a:cubicBezTo>
                    <a:pt x="76090" y="32636"/>
                    <a:pt x="57759" y="54884"/>
                    <a:pt x="51842" y="62966"/>
                  </a:cubicBezTo>
                  <a:cubicBezTo>
                    <a:pt x="48593" y="67383"/>
                    <a:pt x="51926" y="73215"/>
                    <a:pt x="57508" y="71965"/>
                  </a:cubicBezTo>
                  <a:cubicBezTo>
                    <a:pt x="71757" y="68716"/>
                    <a:pt x="80923" y="50884"/>
                    <a:pt x="79173" y="36969"/>
                  </a:cubicBezTo>
                  <a:lnTo>
                    <a:pt x="79173" y="36969"/>
                  </a:lnTo>
                  <a:close/>
                </a:path>
              </a:pathLst>
            </a:custGeom>
            <a:grpFill/>
            <a:ln w="8332" cap="flat">
              <a:noFill/>
              <a:prstDash val="solid"/>
              <a:miter/>
            </a:ln>
          </p:spPr>
          <p:txBody>
            <a:bodyPr rtlCol="0" anchor="ctr"/>
            <a:lstStyle/>
            <a:p>
              <a:endParaRPr lang="en-US"/>
            </a:p>
          </p:txBody>
        </p:sp>
        <p:sp>
          <p:nvSpPr>
            <p:cNvPr id="1625" name="Freeform: Shape 1624"/>
            <p:cNvSpPr/>
            <p:nvPr/>
          </p:nvSpPr>
          <p:spPr>
            <a:xfrm>
              <a:off x="4702834" y="605355"/>
              <a:ext cx="34667" cy="47931"/>
            </a:xfrm>
            <a:custGeom>
              <a:avLst/>
              <a:gdLst>
                <a:gd name="connsiteX0" fmla="*/ 31677 w 34667"/>
                <a:gd name="connsiteY0" fmla="*/ 36514 h 47931"/>
                <a:gd name="connsiteX1" fmla="*/ 11762 w 34667"/>
                <a:gd name="connsiteY1" fmla="*/ 30765 h 47931"/>
                <a:gd name="connsiteX2" fmla="*/ 32177 w 34667"/>
                <a:gd name="connsiteY2" fmla="*/ 3684 h 47931"/>
                <a:gd name="connsiteX3" fmla="*/ 32927 w 34667"/>
                <a:gd name="connsiteY3" fmla="*/ 268 h 47931"/>
                <a:gd name="connsiteX4" fmla="*/ 15012 w 34667"/>
                <a:gd name="connsiteY4" fmla="*/ 7517 h 47931"/>
                <a:gd name="connsiteX5" fmla="*/ 13 w 34667"/>
                <a:gd name="connsiteY5" fmla="*/ 30348 h 47931"/>
                <a:gd name="connsiteX6" fmla="*/ 29094 w 34667"/>
                <a:gd name="connsiteY6" fmla="*/ 47680 h 47931"/>
                <a:gd name="connsiteX7" fmla="*/ 31677 w 34667"/>
                <a:gd name="connsiteY7" fmla="*/ 36514 h 47931"/>
                <a:gd name="connsiteX8" fmla="*/ 31677 w 34667"/>
                <a:gd name="connsiteY8" fmla="*/ 36514 h 47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667" h="47931">
                  <a:moveTo>
                    <a:pt x="31677" y="36514"/>
                  </a:moveTo>
                  <a:cubicBezTo>
                    <a:pt x="27177" y="33598"/>
                    <a:pt x="14595" y="35514"/>
                    <a:pt x="11762" y="30765"/>
                  </a:cubicBezTo>
                  <a:cubicBezTo>
                    <a:pt x="8179" y="24765"/>
                    <a:pt x="24927" y="2517"/>
                    <a:pt x="32177" y="3684"/>
                  </a:cubicBezTo>
                  <a:cubicBezTo>
                    <a:pt x="34427" y="4017"/>
                    <a:pt x="35176" y="601"/>
                    <a:pt x="32927" y="268"/>
                  </a:cubicBezTo>
                  <a:cubicBezTo>
                    <a:pt x="25011" y="-982"/>
                    <a:pt x="20761" y="2267"/>
                    <a:pt x="15012" y="7517"/>
                  </a:cubicBezTo>
                  <a:cubicBezTo>
                    <a:pt x="8762" y="13350"/>
                    <a:pt x="430" y="21182"/>
                    <a:pt x="13" y="30348"/>
                  </a:cubicBezTo>
                  <a:cubicBezTo>
                    <a:pt x="-570" y="43347"/>
                    <a:pt x="18595" y="49263"/>
                    <a:pt x="29094" y="47680"/>
                  </a:cubicBezTo>
                  <a:cubicBezTo>
                    <a:pt x="35010" y="46763"/>
                    <a:pt x="36759" y="39847"/>
                    <a:pt x="31677" y="36514"/>
                  </a:cubicBezTo>
                  <a:lnTo>
                    <a:pt x="31677" y="36514"/>
                  </a:lnTo>
                  <a:close/>
                </a:path>
              </a:pathLst>
            </a:custGeom>
            <a:grpFill/>
            <a:ln w="8332" cap="flat">
              <a:noFill/>
              <a:prstDash val="solid"/>
              <a:miter/>
            </a:ln>
          </p:spPr>
          <p:txBody>
            <a:bodyPr rtlCol="0" anchor="ctr"/>
            <a:lstStyle/>
            <a:p>
              <a:endParaRPr lang="en-US"/>
            </a:p>
          </p:txBody>
        </p:sp>
        <p:sp>
          <p:nvSpPr>
            <p:cNvPr id="1626" name="Freeform: Shape 1625"/>
            <p:cNvSpPr/>
            <p:nvPr/>
          </p:nvSpPr>
          <p:spPr>
            <a:xfrm>
              <a:off x="-245031" y="3326178"/>
              <a:ext cx="423736" cy="526990"/>
            </a:xfrm>
            <a:custGeom>
              <a:avLst/>
              <a:gdLst>
                <a:gd name="connsiteX0" fmla="*/ 423121 w 423736"/>
                <a:gd name="connsiteY0" fmla="*/ 248343 h 526990"/>
                <a:gd name="connsiteX1" fmla="*/ 410539 w 423736"/>
                <a:gd name="connsiteY1" fmla="*/ 222429 h 526990"/>
                <a:gd name="connsiteX2" fmla="*/ 403206 w 423736"/>
                <a:gd name="connsiteY2" fmla="*/ 202931 h 526990"/>
                <a:gd name="connsiteX3" fmla="*/ 411205 w 423736"/>
                <a:gd name="connsiteY3" fmla="*/ 180266 h 526990"/>
                <a:gd name="connsiteX4" fmla="*/ 406289 w 423736"/>
                <a:gd name="connsiteY4" fmla="*/ 125271 h 526990"/>
                <a:gd name="connsiteX5" fmla="*/ 376875 w 423736"/>
                <a:gd name="connsiteY5" fmla="*/ 107189 h 526990"/>
                <a:gd name="connsiteX6" fmla="*/ 383124 w 423736"/>
                <a:gd name="connsiteY6" fmla="*/ 71942 h 526990"/>
                <a:gd name="connsiteX7" fmla="*/ 358210 w 423736"/>
                <a:gd name="connsiteY7" fmla="*/ 25780 h 526990"/>
                <a:gd name="connsiteX8" fmla="*/ 329129 w 423736"/>
                <a:gd name="connsiteY8" fmla="*/ 21697 h 526990"/>
                <a:gd name="connsiteX9" fmla="*/ 308881 w 423736"/>
                <a:gd name="connsiteY9" fmla="*/ 31280 h 526990"/>
                <a:gd name="connsiteX10" fmla="*/ 308548 w 423736"/>
                <a:gd name="connsiteY10" fmla="*/ 30946 h 526990"/>
                <a:gd name="connsiteX11" fmla="*/ 253636 w 423736"/>
                <a:gd name="connsiteY11" fmla="*/ 1449 h 526990"/>
                <a:gd name="connsiteX12" fmla="*/ 192642 w 423736"/>
                <a:gd name="connsiteY12" fmla="*/ 10031 h 526990"/>
                <a:gd name="connsiteX13" fmla="*/ 135147 w 423736"/>
                <a:gd name="connsiteY13" fmla="*/ 40779 h 526990"/>
                <a:gd name="connsiteX14" fmla="*/ 74652 w 423736"/>
                <a:gd name="connsiteY14" fmla="*/ 58611 h 526990"/>
                <a:gd name="connsiteX15" fmla="*/ 38989 w 423736"/>
                <a:gd name="connsiteY15" fmla="*/ 107773 h 526990"/>
                <a:gd name="connsiteX16" fmla="*/ 38989 w 423736"/>
                <a:gd name="connsiteY16" fmla="*/ 141853 h 526990"/>
                <a:gd name="connsiteX17" fmla="*/ 14324 w 423736"/>
                <a:gd name="connsiteY17" fmla="*/ 168601 h 526990"/>
                <a:gd name="connsiteX18" fmla="*/ 2659 w 423736"/>
                <a:gd name="connsiteY18" fmla="*/ 224429 h 526990"/>
                <a:gd name="connsiteX19" fmla="*/ 40989 w 423736"/>
                <a:gd name="connsiteY19" fmla="*/ 258759 h 526990"/>
                <a:gd name="connsiteX20" fmla="*/ 41489 w 423736"/>
                <a:gd name="connsiteY20" fmla="*/ 264759 h 526990"/>
                <a:gd name="connsiteX21" fmla="*/ 37406 w 423736"/>
                <a:gd name="connsiteY21" fmla="*/ 302089 h 526990"/>
                <a:gd name="connsiteX22" fmla="*/ 34906 w 423736"/>
                <a:gd name="connsiteY22" fmla="*/ 372499 h 526990"/>
                <a:gd name="connsiteX23" fmla="*/ 40155 w 423736"/>
                <a:gd name="connsiteY23" fmla="*/ 440909 h 526990"/>
                <a:gd name="connsiteX24" fmla="*/ 72319 w 423736"/>
                <a:gd name="connsiteY24" fmla="*/ 478656 h 526990"/>
                <a:gd name="connsiteX25" fmla="*/ 206807 w 423736"/>
                <a:gd name="connsiteY25" fmla="*/ 525902 h 526990"/>
                <a:gd name="connsiteX26" fmla="*/ 264469 w 423736"/>
                <a:gd name="connsiteY26" fmla="*/ 520985 h 526990"/>
                <a:gd name="connsiteX27" fmla="*/ 295382 w 423736"/>
                <a:gd name="connsiteY27" fmla="*/ 477739 h 526990"/>
                <a:gd name="connsiteX28" fmla="*/ 325880 w 423736"/>
                <a:gd name="connsiteY28" fmla="*/ 401329 h 526990"/>
                <a:gd name="connsiteX29" fmla="*/ 353877 w 423736"/>
                <a:gd name="connsiteY29" fmla="*/ 327836 h 526990"/>
                <a:gd name="connsiteX30" fmla="*/ 353877 w 423736"/>
                <a:gd name="connsiteY30" fmla="*/ 327669 h 526990"/>
                <a:gd name="connsiteX31" fmla="*/ 401956 w 423736"/>
                <a:gd name="connsiteY31" fmla="*/ 300755 h 526990"/>
                <a:gd name="connsiteX32" fmla="*/ 423121 w 423736"/>
                <a:gd name="connsiteY32" fmla="*/ 248343 h 526990"/>
                <a:gd name="connsiteX33" fmla="*/ 423121 w 423736"/>
                <a:gd name="connsiteY33" fmla="*/ 248343 h 526990"/>
                <a:gd name="connsiteX34" fmla="*/ 73069 w 423736"/>
                <a:gd name="connsiteY34" fmla="*/ 461991 h 526990"/>
                <a:gd name="connsiteX35" fmla="*/ 51654 w 423736"/>
                <a:gd name="connsiteY35" fmla="*/ 431410 h 526990"/>
                <a:gd name="connsiteX36" fmla="*/ 48238 w 423736"/>
                <a:gd name="connsiteY36" fmla="*/ 387831 h 526990"/>
                <a:gd name="connsiteX37" fmla="*/ 47238 w 423736"/>
                <a:gd name="connsiteY37" fmla="*/ 312338 h 526990"/>
                <a:gd name="connsiteX38" fmla="*/ 49988 w 423736"/>
                <a:gd name="connsiteY38" fmla="*/ 275924 h 526990"/>
                <a:gd name="connsiteX39" fmla="*/ 49571 w 423736"/>
                <a:gd name="connsiteY39" fmla="*/ 261509 h 526990"/>
                <a:gd name="connsiteX40" fmla="*/ 84485 w 423736"/>
                <a:gd name="connsiteY40" fmla="*/ 268425 h 526990"/>
                <a:gd name="connsiteX41" fmla="*/ 88984 w 423736"/>
                <a:gd name="connsiteY41" fmla="*/ 269758 h 526990"/>
                <a:gd name="connsiteX42" fmla="*/ 84568 w 423736"/>
                <a:gd name="connsiteY42" fmla="*/ 308505 h 526990"/>
                <a:gd name="connsiteX43" fmla="*/ 79902 w 423736"/>
                <a:gd name="connsiteY43" fmla="*/ 358584 h 526990"/>
                <a:gd name="connsiteX44" fmla="*/ 76236 w 423736"/>
                <a:gd name="connsiteY44" fmla="*/ 411329 h 526990"/>
                <a:gd name="connsiteX45" fmla="*/ 75486 w 423736"/>
                <a:gd name="connsiteY45" fmla="*/ 463991 h 526990"/>
                <a:gd name="connsiteX46" fmla="*/ 73069 w 423736"/>
                <a:gd name="connsiteY46" fmla="*/ 461991 h 526990"/>
                <a:gd name="connsiteX47" fmla="*/ 73069 w 423736"/>
                <a:gd name="connsiteY47" fmla="*/ 461991 h 526990"/>
                <a:gd name="connsiteX48" fmla="*/ 82735 w 423736"/>
                <a:gd name="connsiteY48" fmla="*/ 469073 h 526990"/>
                <a:gd name="connsiteX49" fmla="*/ 81485 w 423736"/>
                <a:gd name="connsiteY49" fmla="*/ 463991 h 526990"/>
                <a:gd name="connsiteX50" fmla="*/ 84235 w 423736"/>
                <a:gd name="connsiteY50" fmla="*/ 448659 h 526990"/>
                <a:gd name="connsiteX51" fmla="*/ 84151 w 423736"/>
                <a:gd name="connsiteY51" fmla="*/ 422244 h 526990"/>
                <a:gd name="connsiteX52" fmla="*/ 87651 w 423736"/>
                <a:gd name="connsiteY52" fmla="*/ 367749 h 526990"/>
                <a:gd name="connsiteX53" fmla="*/ 91901 w 423736"/>
                <a:gd name="connsiteY53" fmla="*/ 313754 h 526990"/>
                <a:gd name="connsiteX54" fmla="*/ 95150 w 423736"/>
                <a:gd name="connsiteY54" fmla="*/ 272841 h 526990"/>
                <a:gd name="connsiteX55" fmla="*/ 101483 w 423736"/>
                <a:gd name="connsiteY55" fmla="*/ 281424 h 526990"/>
                <a:gd name="connsiteX56" fmla="*/ 108149 w 423736"/>
                <a:gd name="connsiteY56" fmla="*/ 294922 h 526990"/>
                <a:gd name="connsiteX57" fmla="*/ 133230 w 423736"/>
                <a:gd name="connsiteY57" fmla="*/ 315337 h 526990"/>
                <a:gd name="connsiteX58" fmla="*/ 116315 w 423736"/>
                <a:gd name="connsiteY58" fmla="*/ 487239 h 526990"/>
                <a:gd name="connsiteX59" fmla="*/ 82735 w 423736"/>
                <a:gd name="connsiteY59" fmla="*/ 469073 h 526990"/>
                <a:gd name="connsiteX60" fmla="*/ 82735 w 423736"/>
                <a:gd name="connsiteY60" fmla="*/ 469073 h 526990"/>
                <a:gd name="connsiteX61" fmla="*/ 194058 w 423736"/>
                <a:gd name="connsiteY61" fmla="*/ 320587 h 526990"/>
                <a:gd name="connsiteX62" fmla="*/ 180309 w 423736"/>
                <a:gd name="connsiteY62" fmla="*/ 365666 h 526990"/>
                <a:gd name="connsiteX63" fmla="*/ 168311 w 423736"/>
                <a:gd name="connsiteY63" fmla="*/ 420578 h 526990"/>
                <a:gd name="connsiteX64" fmla="*/ 158645 w 423736"/>
                <a:gd name="connsiteY64" fmla="*/ 464574 h 526990"/>
                <a:gd name="connsiteX65" fmla="*/ 151395 w 423736"/>
                <a:gd name="connsiteY65" fmla="*/ 500321 h 526990"/>
                <a:gd name="connsiteX66" fmla="*/ 142979 w 423736"/>
                <a:gd name="connsiteY66" fmla="*/ 497654 h 526990"/>
                <a:gd name="connsiteX67" fmla="*/ 124065 w 423736"/>
                <a:gd name="connsiteY67" fmla="*/ 490738 h 526990"/>
                <a:gd name="connsiteX68" fmla="*/ 129897 w 423736"/>
                <a:gd name="connsiteY68" fmla="*/ 399913 h 526990"/>
                <a:gd name="connsiteX69" fmla="*/ 137647 w 423736"/>
                <a:gd name="connsiteY69" fmla="*/ 317421 h 526990"/>
                <a:gd name="connsiteX70" fmla="*/ 159895 w 423736"/>
                <a:gd name="connsiteY70" fmla="*/ 321920 h 526990"/>
                <a:gd name="connsiteX71" fmla="*/ 192808 w 423736"/>
                <a:gd name="connsiteY71" fmla="*/ 320920 h 526990"/>
                <a:gd name="connsiteX72" fmla="*/ 194225 w 423736"/>
                <a:gd name="connsiteY72" fmla="*/ 320670 h 526990"/>
                <a:gd name="connsiteX73" fmla="*/ 194058 w 423736"/>
                <a:gd name="connsiteY73" fmla="*/ 320587 h 526990"/>
                <a:gd name="connsiteX74" fmla="*/ 194058 w 423736"/>
                <a:gd name="connsiteY74" fmla="*/ 320587 h 526990"/>
                <a:gd name="connsiteX75" fmla="*/ 204057 w 423736"/>
                <a:gd name="connsiteY75" fmla="*/ 473157 h 526990"/>
                <a:gd name="connsiteX76" fmla="*/ 195391 w 423736"/>
                <a:gd name="connsiteY76" fmla="*/ 510070 h 526990"/>
                <a:gd name="connsiteX77" fmla="*/ 161644 w 423736"/>
                <a:gd name="connsiteY77" fmla="*/ 503154 h 526990"/>
                <a:gd name="connsiteX78" fmla="*/ 176143 w 423736"/>
                <a:gd name="connsiteY78" fmla="*/ 422244 h 526990"/>
                <a:gd name="connsiteX79" fmla="*/ 185142 w 423736"/>
                <a:gd name="connsiteY79" fmla="*/ 372749 h 526990"/>
                <a:gd name="connsiteX80" fmla="*/ 197475 w 423736"/>
                <a:gd name="connsiteY80" fmla="*/ 321670 h 526990"/>
                <a:gd name="connsiteX81" fmla="*/ 196725 w 423736"/>
                <a:gd name="connsiteY81" fmla="*/ 319837 h 526990"/>
                <a:gd name="connsiteX82" fmla="*/ 213473 w 423736"/>
                <a:gd name="connsiteY82" fmla="*/ 321920 h 526990"/>
                <a:gd name="connsiteX83" fmla="*/ 226139 w 423736"/>
                <a:gd name="connsiteY83" fmla="*/ 332919 h 526990"/>
                <a:gd name="connsiteX84" fmla="*/ 244137 w 423736"/>
                <a:gd name="connsiteY84" fmla="*/ 342835 h 526990"/>
                <a:gd name="connsiteX85" fmla="*/ 216973 w 423736"/>
                <a:gd name="connsiteY85" fmla="*/ 429827 h 526990"/>
                <a:gd name="connsiteX86" fmla="*/ 204057 w 423736"/>
                <a:gd name="connsiteY86" fmla="*/ 473157 h 526990"/>
                <a:gd name="connsiteX87" fmla="*/ 204057 w 423736"/>
                <a:gd name="connsiteY87" fmla="*/ 473157 h 526990"/>
                <a:gd name="connsiteX88" fmla="*/ 204557 w 423736"/>
                <a:gd name="connsiteY88" fmla="*/ 511070 h 526990"/>
                <a:gd name="connsiteX89" fmla="*/ 213057 w 423736"/>
                <a:gd name="connsiteY89" fmla="*/ 477489 h 526990"/>
                <a:gd name="connsiteX90" fmla="*/ 225055 w 423736"/>
                <a:gd name="connsiteY90" fmla="*/ 431910 h 526990"/>
                <a:gd name="connsiteX91" fmla="*/ 248053 w 423736"/>
                <a:gd name="connsiteY91" fmla="*/ 344668 h 526990"/>
                <a:gd name="connsiteX92" fmla="*/ 288883 w 423736"/>
                <a:gd name="connsiteY92" fmla="*/ 350168 h 526990"/>
                <a:gd name="connsiteX93" fmla="*/ 291383 w 423736"/>
                <a:gd name="connsiteY93" fmla="*/ 349834 h 526990"/>
                <a:gd name="connsiteX94" fmla="*/ 255803 w 423736"/>
                <a:gd name="connsiteY94" fmla="*/ 439576 h 526990"/>
                <a:gd name="connsiteX95" fmla="*/ 238804 w 423736"/>
                <a:gd name="connsiteY95" fmla="*/ 483655 h 526990"/>
                <a:gd name="connsiteX96" fmla="*/ 227389 w 423736"/>
                <a:gd name="connsiteY96" fmla="*/ 511653 h 526990"/>
                <a:gd name="connsiteX97" fmla="*/ 222306 w 423736"/>
                <a:gd name="connsiteY97" fmla="*/ 511736 h 526990"/>
                <a:gd name="connsiteX98" fmla="*/ 204557 w 423736"/>
                <a:gd name="connsiteY98" fmla="*/ 511070 h 526990"/>
                <a:gd name="connsiteX99" fmla="*/ 204557 w 423736"/>
                <a:gd name="connsiteY99" fmla="*/ 511070 h 526990"/>
                <a:gd name="connsiteX100" fmla="*/ 310548 w 423736"/>
                <a:gd name="connsiteY100" fmla="*/ 399246 h 526990"/>
                <a:gd name="connsiteX101" fmla="*/ 281800 w 423736"/>
                <a:gd name="connsiteY101" fmla="*/ 470573 h 526990"/>
                <a:gd name="connsiteX102" fmla="*/ 257719 w 423736"/>
                <a:gd name="connsiteY102" fmla="*/ 507320 h 526990"/>
                <a:gd name="connsiteX103" fmla="*/ 240637 w 423736"/>
                <a:gd name="connsiteY103" fmla="*/ 511153 h 526990"/>
                <a:gd name="connsiteX104" fmla="*/ 294133 w 423736"/>
                <a:gd name="connsiteY104" fmla="*/ 349334 h 526990"/>
                <a:gd name="connsiteX105" fmla="*/ 337045 w 423736"/>
                <a:gd name="connsiteY105" fmla="*/ 331753 h 526990"/>
                <a:gd name="connsiteX106" fmla="*/ 310548 w 423736"/>
                <a:gd name="connsiteY106" fmla="*/ 399246 h 526990"/>
                <a:gd name="connsiteX107" fmla="*/ 310548 w 423736"/>
                <a:gd name="connsiteY107" fmla="*/ 399246 h 526990"/>
                <a:gd name="connsiteX108" fmla="*/ 400456 w 423736"/>
                <a:gd name="connsiteY108" fmla="*/ 277757 h 526990"/>
                <a:gd name="connsiteX109" fmla="*/ 348211 w 423736"/>
                <a:gd name="connsiteY109" fmla="*/ 314504 h 526990"/>
                <a:gd name="connsiteX110" fmla="*/ 328963 w 423736"/>
                <a:gd name="connsiteY110" fmla="*/ 318170 h 526990"/>
                <a:gd name="connsiteX111" fmla="*/ 302798 w 423736"/>
                <a:gd name="connsiteY111" fmla="*/ 330836 h 526990"/>
                <a:gd name="connsiteX112" fmla="*/ 242137 w 423736"/>
                <a:gd name="connsiteY112" fmla="*/ 324920 h 526990"/>
                <a:gd name="connsiteX113" fmla="*/ 218639 w 423736"/>
                <a:gd name="connsiteY113" fmla="*/ 306421 h 526990"/>
                <a:gd name="connsiteX114" fmla="*/ 197808 w 423736"/>
                <a:gd name="connsiteY114" fmla="*/ 303505 h 526990"/>
                <a:gd name="connsiteX115" fmla="*/ 135480 w 423736"/>
                <a:gd name="connsiteY115" fmla="*/ 299089 h 526990"/>
                <a:gd name="connsiteX116" fmla="*/ 115149 w 423736"/>
                <a:gd name="connsiteY116" fmla="*/ 272258 h 526990"/>
                <a:gd name="connsiteX117" fmla="*/ 105650 w 423736"/>
                <a:gd name="connsiteY117" fmla="*/ 256509 h 526990"/>
                <a:gd name="connsiteX118" fmla="*/ 82568 w 423736"/>
                <a:gd name="connsiteY118" fmla="*/ 251343 h 526990"/>
                <a:gd name="connsiteX119" fmla="*/ 53488 w 423736"/>
                <a:gd name="connsiteY119" fmla="*/ 245510 h 526990"/>
                <a:gd name="connsiteX120" fmla="*/ 21324 w 423736"/>
                <a:gd name="connsiteY120" fmla="*/ 226762 h 526990"/>
                <a:gd name="connsiteX121" fmla="*/ 21574 w 423736"/>
                <a:gd name="connsiteY121" fmla="*/ 184932 h 526990"/>
                <a:gd name="connsiteX122" fmla="*/ 55321 w 423736"/>
                <a:gd name="connsiteY122" fmla="*/ 147936 h 526990"/>
                <a:gd name="connsiteX123" fmla="*/ 56321 w 423736"/>
                <a:gd name="connsiteY123" fmla="*/ 132771 h 526990"/>
                <a:gd name="connsiteX124" fmla="*/ 64403 w 423736"/>
                <a:gd name="connsiteY124" fmla="*/ 90108 h 526990"/>
                <a:gd name="connsiteX125" fmla="*/ 124148 w 423736"/>
                <a:gd name="connsiteY125" fmla="*/ 58444 h 526990"/>
                <a:gd name="connsiteX126" fmla="*/ 169894 w 423736"/>
                <a:gd name="connsiteY126" fmla="*/ 42195 h 526990"/>
                <a:gd name="connsiteX127" fmla="*/ 231638 w 423736"/>
                <a:gd name="connsiteY127" fmla="*/ 11698 h 526990"/>
                <a:gd name="connsiteX128" fmla="*/ 300799 w 423736"/>
                <a:gd name="connsiteY128" fmla="*/ 34946 h 526990"/>
                <a:gd name="connsiteX129" fmla="*/ 308381 w 423736"/>
                <a:gd name="connsiteY129" fmla="*/ 45445 h 526990"/>
                <a:gd name="connsiteX130" fmla="*/ 325963 w 423736"/>
                <a:gd name="connsiteY130" fmla="*/ 36446 h 526990"/>
                <a:gd name="connsiteX131" fmla="*/ 354710 w 423736"/>
                <a:gd name="connsiteY131" fmla="*/ 40695 h 526990"/>
                <a:gd name="connsiteX132" fmla="*/ 356544 w 423736"/>
                <a:gd name="connsiteY132" fmla="*/ 97857 h 526990"/>
                <a:gd name="connsiteX133" fmla="*/ 372792 w 423736"/>
                <a:gd name="connsiteY133" fmla="*/ 123605 h 526990"/>
                <a:gd name="connsiteX134" fmla="*/ 398290 w 423736"/>
                <a:gd name="connsiteY134" fmla="*/ 140936 h 526990"/>
                <a:gd name="connsiteX135" fmla="*/ 396207 w 423736"/>
                <a:gd name="connsiteY135" fmla="*/ 174850 h 526990"/>
                <a:gd name="connsiteX136" fmla="*/ 390874 w 423736"/>
                <a:gd name="connsiteY136" fmla="*/ 218513 h 526990"/>
                <a:gd name="connsiteX137" fmla="*/ 402039 w 423736"/>
                <a:gd name="connsiteY137" fmla="*/ 238094 h 526990"/>
                <a:gd name="connsiteX138" fmla="*/ 400456 w 423736"/>
                <a:gd name="connsiteY138" fmla="*/ 277757 h 526990"/>
                <a:gd name="connsiteX139" fmla="*/ 400456 w 423736"/>
                <a:gd name="connsiteY139" fmla="*/ 277757 h 526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Lst>
              <a:rect l="l" t="t" r="r" b="b"/>
              <a:pathLst>
                <a:path w="423736" h="526990">
                  <a:moveTo>
                    <a:pt x="423121" y="248343"/>
                  </a:moveTo>
                  <a:cubicBezTo>
                    <a:pt x="421288" y="238928"/>
                    <a:pt x="415288" y="230512"/>
                    <a:pt x="410539" y="222429"/>
                  </a:cubicBezTo>
                  <a:cubicBezTo>
                    <a:pt x="406872" y="216179"/>
                    <a:pt x="403123" y="210513"/>
                    <a:pt x="403206" y="202931"/>
                  </a:cubicBezTo>
                  <a:cubicBezTo>
                    <a:pt x="403289" y="194432"/>
                    <a:pt x="407622" y="187849"/>
                    <a:pt x="411205" y="180266"/>
                  </a:cubicBezTo>
                  <a:cubicBezTo>
                    <a:pt x="419621" y="162185"/>
                    <a:pt x="421121" y="140520"/>
                    <a:pt x="406289" y="125271"/>
                  </a:cubicBezTo>
                  <a:cubicBezTo>
                    <a:pt x="397873" y="116689"/>
                    <a:pt x="385624" y="114522"/>
                    <a:pt x="376875" y="107189"/>
                  </a:cubicBezTo>
                  <a:cubicBezTo>
                    <a:pt x="369292" y="100773"/>
                    <a:pt x="381625" y="81025"/>
                    <a:pt x="383124" y="71942"/>
                  </a:cubicBezTo>
                  <a:cubicBezTo>
                    <a:pt x="386374" y="51861"/>
                    <a:pt x="376792" y="34113"/>
                    <a:pt x="358210" y="25780"/>
                  </a:cubicBezTo>
                  <a:cubicBezTo>
                    <a:pt x="349128" y="21697"/>
                    <a:pt x="338879" y="20197"/>
                    <a:pt x="329129" y="21697"/>
                  </a:cubicBezTo>
                  <a:cubicBezTo>
                    <a:pt x="321047" y="22864"/>
                    <a:pt x="315631" y="28196"/>
                    <a:pt x="308881" y="31280"/>
                  </a:cubicBezTo>
                  <a:cubicBezTo>
                    <a:pt x="308798" y="31196"/>
                    <a:pt x="308715" y="31030"/>
                    <a:pt x="308548" y="30946"/>
                  </a:cubicBezTo>
                  <a:cubicBezTo>
                    <a:pt x="291799" y="16614"/>
                    <a:pt x="275634" y="5615"/>
                    <a:pt x="253636" y="1449"/>
                  </a:cubicBezTo>
                  <a:cubicBezTo>
                    <a:pt x="233221" y="-2384"/>
                    <a:pt x="211390" y="1699"/>
                    <a:pt x="192642" y="10031"/>
                  </a:cubicBezTo>
                  <a:cubicBezTo>
                    <a:pt x="172310" y="19114"/>
                    <a:pt x="157895" y="38862"/>
                    <a:pt x="135147" y="40779"/>
                  </a:cubicBezTo>
                  <a:cubicBezTo>
                    <a:pt x="112732" y="42695"/>
                    <a:pt x="93484" y="45445"/>
                    <a:pt x="74652" y="58611"/>
                  </a:cubicBezTo>
                  <a:cubicBezTo>
                    <a:pt x="57487" y="70693"/>
                    <a:pt x="41739" y="85941"/>
                    <a:pt x="38989" y="107773"/>
                  </a:cubicBezTo>
                  <a:cubicBezTo>
                    <a:pt x="37572" y="118855"/>
                    <a:pt x="42489" y="131521"/>
                    <a:pt x="38989" y="141853"/>
                  </a:cubicBezTo>
                  <a:cubicBezTo>
                    <a:pt x="35406" y="152602"/>
                    <a:pt x="21574" y="159768"/>
                    <a:pt x="14324" y="168601"/>
                  </a:cubicBezTo>
                  <a:cubicBezTo>
                    <a:pt x="2159" y="183432"/>
                    <a:pt x="-3841" y="206014"/>
                    <a:pt x="2659" y="224429"/>
                  </a:cubicBezTo>
                  <a:cubicBezTo>
                    <a:pt x="8908" y="242260"/>
                    <a:pt x="23907" y="252510"/>
                    <a:pt x="40989" y="258759"/>
                  </a:cubicBezTo>
                  <a:cubicBezTo>
                    <a:pt x="41239" y="260759"/>
                    <a:pt x="41405" y="262675"/>
                    <a:pt x="41489" y="264759"/>
                  </a:cubicBezTo>
                  <a:cubicBezTo>
                    <a:pt x="41905" y="277257"/>
                    <a:pt x="38489" y="289756"/>
                    <a:pt x="37406" y="302089"/>
                  </a:cubicBezTo>
                  <a:cubicBezTo>
                    <a:pt x="35239" y="325503"/>
                    <a:pt x="34823" y="349084"/>
                    <a:pt x="34906" y="372499"/>
                  </a:cubicBezTo>
                  <a:cubicBezTo>
                    <a:pt x="34989" y="395080"/>
                    <a:pt x="34239" y="418995"/>
                    <a:pt x="40155" y="440909"/>
                  </a:cubicBezTo>
                  <a:cubicBezTo>
                    <a:pt x="44655" y="457408"/>
                    <a:pt x="58404" y="469323"/>
                    <a:pt x="72319" y="478656"/>
                  </a:cubicBezTo>
                  <a:cubicBezTo>
                    <a:pt x="112232" y="505404"/>
                    <a:pt x="159061" y="521402"/>
                    <a:pt x="206807" y="525902"/>
                  </a:cubicBezTo>
                  <a:cubicBezTo>
                    <a:pt x="224805" y="527568"/>
                    <a:pt x="247470" y="528235"/>
                    <a:pt x="264469" y="520985"/>
                  </a:cubicBezTo>
                  <a:cubicBezTo>
                    <a:pt x="280217" y="514320"/>
                    <a:pt x="288883" y="492238"/>
                    <a:pt x="295382" y="477739"/>
                  </a:cubicBezTo>
                  <a:cubicBezTo>
                    <a:pt x="306798" y="452575"/>
                    <a:pt x="315797" y="426911"/>
                    <a:pt x="325880" y="401329"/>
                  </a:cubicBezTo>
                  <a:cubicBezTo>
                    <a:pt x="335545" y="376749"/>
                    <a:pt x="346211" y="353084"/>
                    <a:pt x="353877" y="327836"/>
                  </a:cubicBezTo>
                  <a:cubicBezTo>
                    <a:pt x="353877" y="327753"/>
                    <a:pt x="353877" y="327753"/>
                    <a:pt x="353877" y="327669"/>
                  </a:cubicBezTo>
                  <a:cubicBezTo>
                    <a:pt x="371209" y="323587"/>
                    <a:pt x="389374" y="312421"/>
                    <a:pt x="401956" y="300755"/>
                  </a:cubicBezTo>
                  <a:cubicBezTo>
                    <a:pt x="414622" y="288840"/>
                    <a:pt x="426621" y="266425"/>
                    <a:pt x="423121" y="248343"/>
                  </a:cubicBezTo>
                  <a:lnTo>
                    <a:pt x="423121" y="248343"/>
                  </a:lnTo>
                  <a:close/>
                  <a:moveTo>
                    <a:pt x="73069" y="461991"/>
                  </a:moveTo>
                  <a:cubicBezTo>
                    <a:pt x="62320" y="453325"/>
                    <a:pt x="54654" y="445159"/>
                    <a:pt x="51654" y="431410"/>
                  </a:cubicBezTo>
                  <a:cubicBezTo>
                    <a:pt x="48571" y="417162"/>
                    <a:pt x="48821" y="402413"/>
                    <a:pt x="48238" y="387831"/>
                  </a:cubicBezTo>
                  <a:cubicBezTo>
                    <a:pt x="47238" y="362583"/>
                    <a:pt x="46571" y="337419"/>
                    <a:pt x="47238" y="312338"/>
                  </a:cubicBezTo>
                  <a:cubicBezTo>
                    <a:pt x="47571" y="300172"/>
                    <a:pt x="49488" y="288090"/>
                    <a:pt x="49988" y="275924"/>
                  </a:cubicBezTo>
                  <a:cubicBezTo>
                    <a:pt x="50154" y="271258"/>
                    <a:pt x="50321" y="266175"/>
                    <a:pt x="49571" y="261509"/>
                  </a:cubicBezTo>
                  <a:cubicBezTo>
                    <a:pt x="61070" y="264592"/>
                    <a:pt x="72902" y="265675"/>
                    <a:pt x="84485" y="268425"/>
                  </a:cubicBezTo>
                  <a:cubicBezTo>
                    <a:pt x="86151" y="268841"/>
                    <a:pt x="87568" y="269258"/>
                    <a:pt x="88984" y="269758"/>
                  </a:cubicBezTo>
                  <a:cubicBezTo>
                    <a:pt x="85651" y="282090"/>
                    <a:pt x="85568" y="295922"/>
                    <a:pt x="84568" y="308505"/>
                  </a:cubicBezTo>
                  <a:cubicBezTo>
                    <a:pt x="83152" y="325253"/>
                    <a:pt x="80818" y="341835"/>
                    <a:pt x="79902" y="358584"/>
                  </a:cubicBezTo>
                  <a:cubicBezTo>
                    <a:pt x="78902" y="376165"/>
                    <a:pt x="77235" y="393747"/>
                    <a:pt x="76236" y="411329"/>
                  </a:cubicBezTo>
                  <a:cubicBezTo>
                    <a:pt x="75236" y="428827"/>
                    <a:pt x="77152" y="446576"/>
                    <a:pt x="75486" y="463991"/>
                  </a:cubicBezTo>
                  <a:cubicBezTo>
                    <a:pt x="74736" y="463241"/>
                    <a:pt x="73819" y="462657"/>
                    <a:pt x="73069" y="461991"/>
                  </a:cubicBezTo>
                  <a:lnTo>
                    <a:pt x="73069" y="461991"/>
                  </a:lnTo>
                  <a:close/>
                  <a:moveTo>
                    <a:pt x="82735" y="469073"/>
                  </a:moveTo>
                  <a:cubicBezTo>
                    <a:pt x="83818" y="467490"/>
                    <a:pt x="83818" y="465240"/>
                    <a:pt x="81485" y="463991"/>
                  </a:cubicBezTo>
                  <a:cubicBezTo>
                    <a:pt x="86401" y="466574"/>
                    <a:pt x="84318" y="452742"/>
                    <a:pt x="84235" y="448659"/>
                  </a:cubicBezTo>
                  <a:cubicBezTo>
                    <a:pt x="84068" y="439826"/>
                    <a:pt x="83985" y="431077"/>
                    <a:pt x="84151" y="422244"/>
                  </a:cubicBezTo>
                  <a:cubicBezTo>
                    <a:pt x="84485" y="404079"/>
                    <a:pt x="86818" y="385998"/>
                    <a:pt x="87651" y="367749"/>
                  </a:cubicBezTo>
                  <a:cubicBezTo>
                    <a:pt x="88484" y="349668"/>
                    <a:pt x="90318" y="331753"/>
                    <a:pt x="91901" y="313754"/>
                  </a:cubicBezTo>
                  <a:cubicBezTo>
                    <a:pt x="93067" y="300255"/>
                    <a:pt x="95150" y="286506"/>
                    <a:pt x="95150" y="272841"/>
                  </a:cubicBezTo>
                  <a:cubicBezTo>
                    <a:pt x="97567" y="274841"/>
                    <a:pt x="99567" y="277507"/>
                    <a:pt x="101483" y="281424"/>
                  </a:cubicBezTo>
                  <a:cubicBezTo>
                    <a:pt x="103733" y="286090"/>
                    <a:pt x="105150" y="290506"/>
                    <a:pt x="108149" y="294922"/>
                  </a:cubicBezTo>
                  <a:cubicBezTo>
                    <a:pt x="114649" y="304505"/>
                    <a:pt x="123398" y="311088"/>
                    <a:pt x="133230" y="315337"/>
                  </a:cubicBezTo>
                  <a:cubicBezTo>
                    <a:pt x="124231" y="371749"/>
                    <a:pt x="117482" y="430077"/>
                    <a:pt x="116315" y="487239"/>
                  </a:cubicBezTo>
                  <a:cubicBezTo>
                    <a:pt x="104566" y="482156"/>
                    <a:pt x="93151" y="476156"/>
                    <a:pt x="82735" y="469073"/>
                  </a:cubicBezTo>
                  <a:lnTo>
                    <a:pt x="82735" y="469073"/>
                  </a:lnTo>
                  <a:close/>
                  <a:moveTo>
                    <a:pt x="194058" y="320587"/>
                  </a:moveTo>
                  <a:cubicBezTo>
                    <a:pt x="187142" y="334336"/>
                    <a:pt x="184642" y="350917"/>
                    <a:pt x="180309" y="365666"/>
                  </a:cubicBezTo>
                  <a:cubicBezTo>
                    <a:pt x="174977" y="383831"/>
                    <a:pt x="172393" y="402163"/>
                    <a:pt x="168311" y="420578"/>
                  </a:cubicBezTo>
                  <a:cubicBezTo>
                    <a:pt x="165061" y="435243"/>
                    <a:pt x="161644" y="449909"/>
                    <a:pt x="158645" y="464574"/>
                  </a:cubicBezTo>
                  <a:cubicBezTo>
                    <a:pt x="156395" y="475740"/>
                    <a:pt x="152229" y="488322"/>
                    <a:pt x="151395" y="500321"/>
                  </a:cubicBezTo>
                  <a:cubicBezTo>
                    <a:pt x="148562" y="499487"/>
                    <a:pt x="145729" y="498571"/>
                    <a:pt x="142979" y="497654"/>
                  </a:cubicBezTo>
                  <a:cubicBezTo>
                    <a:pt x="136730" y="495571"/>
                    <a:pt x="130314" y="493238"/>
                    <a:pt x="124065" y="490738"/>
                  </a:cubicBezTo>
                  <a:cubicBezTo>
                    <a:pt x="127564" y="460741"/>
                    <a:pt x="127814" y="430077"/>
                    <a:pt x="129897" y="399913"/>
                  </a:cubicBezTo>
                  <a:cubicBezTo>
                    <a:pt x="131730" y="372832"/>
                    <a:pt x="137730" y="344585"/>
                    <a:pt x="137647" y="317421"/>
                  </a:cubicBezTo>
                  <a:cubicBezTo>
                    <a:pt x="144646" y="319920"/>
                    <a:pt x="152145" y="321337"/>
                    <a:pt x="159895" y="321920"/>
                  </a:cubicBezTo>
                  <a:cubicBezTo>
                    <a:pt x="170810" y="322753"/>
                    <a:pt x="181976" y="322753"/>
                    <a:pt x="192808" y="320920"/>
                  </a:cubicBezTo>
                  <a:cubicBezTo>
                    <a:pt x="193308" y="320837"/>
                    <a:pt x="193725" y="320754"/>
                    <a:pt x="194225" y="320670"/>
                  </a:cubicBezTo>
                  <a:cubicBezTo>
                    <a:pt x="194142" y="320504"/>
                    <a:pt x="194058" y="320504"/>
                    <a:pt x="194058" y="320587"/>
                  </a:cubicBezTo>
                  <a:lnTo>
                    <a:pt x="194058" y="320587"/>
                  </a:lnTo>
                  <a:close/>
                  <a:moveTo>
                    <a:pt x="204057" y="473157"/>
                  </a:moveTo>
                  <a:cubicBezTo>
                    <a:pt x="200724" y="484489"/>
                    <a:pt x="196225" y="498154"/>
                    <a:pt x="195391" y="510070"/>
                  </a:cubicBezTo>
                  <a:cubicBezTo>
                    <a:pt x="183976" y="508570"/>
                    <a:pt x="172643" y="506153"/>
                    <a:pt x="161644" y="503154"/>
                  </a:cubicBezTo>
                  <a:cubicBezTo>
                    <a:pt x="168144" y="476739"/>
                    <a:pt x="171060" y="448825"/>
                    <a:pt x="176143" y="422244"/>
                  </a:cubicBezTo>
                  <a:cubicBezTo>
                    <a:pt x="179310" y="405663"/>
                    <a:pt x="181059" y="389164"/>
                    <a:pt x="185142" y="372749"/>
                  </a:cubicBezTo>
                  <a:cubicBezTo>
                    <a:pt x="189309" y="356167"/>
                    <a:pt x="191642" y="337585"/>
                    <a:pt x="197475" y="321670"/>
                  </a:cubicBezTo>
                  <a:cubicBezTo>
                    <a:pt x="197808" y="320837"/>
                    <a:pt x="197308" y="320170"/>
                    <a:pt x="196725" y="319837"/>
                  </a:cubicBezTo>
                  <a:cubicBezTo>
                    <a:pt x="202391" y="318587"/>
                    <a:pt x="206640" y="317504"/>
                    <a:pt x="213473" y="321920"/>
                  </a:cubicBezTo>
                  <a:cubicBezTo>
                    <a:pt x="217973" y="324836"/>
                    <a:pt x="221639" y="329753"/>
                    <a:pt x="226139" y="332919"/>
                  </a:cubicBezTo>
                  <a:cubicBezTo>
                    <a:pt x="231721" y="336835"/>
                    <a:pt x="237804" y="340168"/>
                    <a:pt x="244137" y="342835"/>
                  </a:cubicBezTo>
                  <a:cubicBezTo>
                    <a:pt x="236138" y="371999"/>
                    <a:pt x="225889" y="401079"/>
                    <a:pt x="216973" y="429827"/>
                  </a:cubicBezTo>
                  <a:cubicBezTo>
                    <a:pt x="212307" y="444326"/>
                    <a:pt x="208307" y="458824"/>
                    <a:pt x="204057" y="473157"/>
                  </a:cubicBezTo>
                  <a:lnTo>
                    <a:pt x="204057" y="473157"/>
                  </a:lnTo>
                  <a:close/>
                  <a:moveTo>
                    <a:pt x="204557" y="511070"/>
                  </a:moveTo>
                  <a:cubicBezTo>
                    <a:pt x="209307" y="500487"/>
                    <a:pt x="210223" y="488738"/>
                    <a:pt x="213057" y="477489"/>
                  </a:cubicBezTo>
                  <a:cubicBezTo>
                    <a:pt x="216973" y="462324"/>
                    <a:pt x="221056" y="447076"/>
                    <a:pt x="225055" y="431910"/>
                  </a:cubicBezTo>
                  <a:cubicBezTo>
                    <a:pt x="232721" y="402996"/>
                    <a:pt x="241637" y="373915"/>
                    <a:pt x="248053" y="344668"/>
                  </a:cubicBezTo>
                  <a:cubicBezTo>
                    <a:pt x="261052" y="349418"/>
                    <a:pt x="275051" y="351417"/>
                    <a:pt x="288883" y="350168"/>
                  </a:cubicBezTo>
                  <a:cubicBezTo>
                    <a:pt x="289716" y="350084"/>
                    <a:pt x="290549" y="350001"/>
                    <a:pt x="291383" y="349834"/>
                  </a:cubicBezTo>
                  <a:cubicBezTo>
                    <a:pt x="280050" y="379915"/>
                    <a:pt x="267635" y="409745"/>
                    <a:pt x="255803" y="439576"/>
                  </a:cubicBezTo>
                  <a:cubicBezTo>
                    <a:pt x="250053" y="454241"/>
                    <a:pt x="244804" y="469073"/>
                    <a:pt x="238804" y="483655"/>
                  </a:cubicBezTo>
                  <a:cubicBezTo>
                    <a:pt x="235055" y="492821"/>
                    <a:pt x="230472" y="502071"/>
                    <a:pt x="227389" y="511653"/>
                  </a:cubicBezTo>
                  <a:cubicBezTo>
                    <a:pt x="225639" y="511653"/>
                    <a:pt x="223889" y="511653"/>
                    <a:pt x="222306" y="511736"/>
                  </a:cubicBezTo>
                  <a:cubicBezTo>
                    <a:pt x="216473" y="511820"/>
                    <a:pt x="210557" y="511570"/>
                    <a:pt x="204557" y="511070"/>
                  </a:cubicBezTo>
                  <a:lnTo>
                    <a:pt x="204557" y="511070"/>
                  </a:lnTo>
                  <a:close/>
                  <a:moveTo>
                    <a:pt x="310548" y="399246"/>
                  </a:moveTo>
                  <a:cubicBezTo>
                    <a:pt x="301382" y="423328"/>
                    <a:pt x="292549" y="447159"/>
                    <a:pt x="281800" y="470573"/>
                  </a:cubicBezTo>
                  <a:cubicBezTo>
                    <a:pt x="276634" y="481906"/>
                    <a:pt x="269635" y="501570"/>
                    <a:pt x="257719" y="507320"/>
                  </a:cubicBezTo>
                  <a:cubicBezTo>
                    <a:pt x="252803" y="509736"/>
                    <a:pt x="246720" y="510736"/>
                    <a:pt x="240637" y="511153"/>
                  </a:cubicBezTo>
                  <a:cubicBezTo>
                    <a:pt x="260886" y="458408"/>
                    <a:pt x="279967" y="404079"/>
                    <a:pt x="294133" y="349334"/>
                  </a:cubicBezTo>
                  <a:cubicBezTo>
                    <a:pt x="309798" y="346418"/>
                    <a:pt x="322547" y="337085"/>
                    <a:pt x="337045" y="331753"/>
                  </a:cubicBezTo>
                  <a:cubicBezTo>
                    <a:pt x="329213" y="354834"/>
                    <a:pt x="319130" y="376665"/>
                    <a:pt x="310548" y="399246"/>
                  </a:cubicBezTo>
                  <a:lnTo>
                    <a:pt x="310548" y="399246"/>
                  </a:lnTo>
                  <a:close/>
                  <a:moveTo>
                    <a:pt x="400456" y="277757"/>
                  </a:moveTo>
                  <a:cubicBezTo>
                    <a:pt x="391040" y="293589"/>
                    <a:pt x="366543" y="311504"/>
                    <a:pt x="348211" y="314504"/>
                  </a:cubicBezTo>
                  <a:cubicBezTo>
                    <a:pt x="340878" y="315671"/>
                    <a:pt x="335962" y="315087"/>
                    <a:pt x="328963" y="318170"/>
                  </a:cubicBezTo>
                  <a:cubicBezTo>
                    <a:pt x="320047" y="322087"/>
                    <a:pt x="311964" y="327669"/>
                    <a:pt x="302798" y="330836"/>
                  </a:cubicBezTo>
                  <a:cubicBezTo>
                    <a:pt x="282884" y="337669"/>
                    <a:pt x="260469" y="334752"/>
                    <a:pt x="242137" y="324920"/>
                  </a:cubicBezTo>
                  <a:cubicBezTo>
                    <a:pt x="232888" y="319920"/>
                    <a:pt x="226972" y="312338"/>
                    <a:pt x="218639" y="306421"/>
                  </a:cubicBezTo>
                  <a:cubicBezTo>
                    <a:pt x="211723" y="301588"/>
                    <a:pt x="205807" y="302422"/>
                    <a:pt x="197808" y="303505"/>
                  </a:cubicBezTo>
                  <a:cubicBezTo>
                    <a:pt x="177810" y="306172"/>
                    <a:pt x="153978" y="309255"/>
                    <a:pt x="135480" y="299089"/>
                  </a:cubicBezTo>
                  <a:cubicBezTo>
                    <a:pt x="124231" y="292923"/>
                    <a:pt x="119398" y="283673"/>
                    <a:pt x="115149" y="272258"/>
                  </a:cubicBezTo>
                  <a:cubicBezTo>
                    <a:pt x="112816" y="266092"/>
                    <a:pt x="111482" y="260342"/>
                    <a:pt x="105650" y="256509"/>
                  </a:cubicBezTo>
                  <a:cubicBezTo>
                    <a:pt x="99150" y="252176"/>
                    <a:pt x="89984" y="252426"/>
                    <a:pt x="82568" y="251343"/>
                  </a:cubicBezTo>
                  <a:cubicBezTo>
                    <a:pt x="72819" y="249927"/>
                    <a:pt x="62987" y="248260"/>
                    <a:pt x="53488" y="245510"/>
                  </a:cubicBezTo>
                  <a:cubicBezTo>
                    <a:pt x="42239" y="242260"/>
                    <a:pt x="28156" y="237011"/>
                    <a:pt x="21324" y="226762"/>
                  </a:cubicBezTo>
                  <a:cubicBezTo>
                    <a:pt x="13075" y="214430"/>
                    <a:pt x="14741" y="197515"/>
                    <a:pt x="21574" y="184932"/>
                  </a:cubicBezTo>
                  <a:cubicBezTo>
                    <a:pt x="29573" y="170184"/>
                    <a:pt x="48738" y="163018"/>
                    <a:pt x="55321" y="147936"/>
                  </a:cubicBezTo>
                  <a:cubicBezTo>
                    <a:pt x="57487" y="142936"/>
                    <a:pt x="56737" y="138020"/>
                    <a:pt x="56321" y="132771"/>
                  </a:cubicBezTo>
                  <a:cubicBezTo>
                    <a:pt x="54904" y="117189"/>
                    <a:pt x="53904" y="103190"/>
                    <a:pt x="64403" y="90108"/>
                  </a:cubicBezTo>
                  <a:cubicBezTo>
                    <a:pt x="79152" y="71693"/>
                    <a:pt x="101067" y="60860"/>
                    <a:pt x="124148" y="58444"/>
                  </a:cubicBezTo>
                  <a:cubicBezTo>
                    <a:pt x="142813" y="56444"/>
                    <a:pt x="156645" y="56277"/>
                    <a:pt x="169894" y="42195"/>
                  </a:cubicBezTo>
                  <a:cubicBezTo>
                    <a:pt x="186059" y="25113"/>
                    <a:pt x="208390" y="14448"/>
                    <a:pt x="231638" y="11698"/>
                  </a:cubicBezTo>
                  <a:cubicBezTo>
                    <a:pt x="258719" y="8448"/>
                    <a:pt x="280134" y="18864"/>
                    <a:pt x="300799" y="34946"/>
                  </a:cubicBezTo>
                  <a:cubicBezTo>
                    <a:pt x="297716" y="39112"/>
                    <a:pt x="301632" y="46945"/>
                    <a:pt x="308381" y="45445"/>
                  </a:cubicBezTo>
                  <a:cubicBezTo>
                    <a:pt x="314964" y="44029"/>
                    <a:pt x="319797" y="38696"/>
                    <a:pt x="325963" y="36446"/>
                  </a:cubicBezTo>
                  <a:cubicBezTo>
                    <a:pt x="334962" y="33196"/>
                    <a:pt x="346878" y="35779"/>
                    <a:pt x="354710" y="40695"/>
                  </a:cubicBezTo>
                  <a:cubicBezTo>
                    <a:pt x="378542" y="55527"/>
                    <a:pt x="361293" y="77942"/>
                    <a:pt x="356544" y="97857"/>
                  </a:cubicBezTo>
                  <a:cubicBezTo>
                    <a:pt x="353294" y="111439"/>
                    <a:pt x="361626" y="117939"/>
                    <a:pt x="372792" y="123605"/>
                  </a:cubicBezTo>
                  <a:cubicBezTo>
                    <a:pt x="381708" y="128187"/>
                    <a:pt x="392790" y="131854"/>
                    <a:pt x="398290" y="140936"/>
                  </a:cubicBezTo>
                  <a:cubicBezTo>
                    <a:pt x="405039" y="152019"/>
                    <a:pt x="400956" y="164184"/>
                    <a:pt x="396207" y="174850"/>
                  </a:cubicBezTo>
                  <a:cubicBezTo>
                    <a:pt x="389457" y="190015"/>
                    <a:pt x="383708" y="202264"/>
                    <a:pt x="390874" y="218513"/>
                  </a:cubicBezTo>
                  <a:cubicBezTo>
                    <a:pt x="393874" y="225429"/>
                    <a:pt x="398373" y="231512"/>
                    <a:pt x="402039" y="238094"/>
                  </a:cubicBezTo>
                  <a:cubicBezTo>
                    <a:pt x="408956" y="250926"/>
                    <a:pt x="407956" y="265009"/>
                    <a:pt x="400456" y="277757"/>
                  </a:cubicBezTo>
                  <a:lnTo>
                    <a:pt x="400456" y="277757"/>
                  </a:lnTo>
                  <a:close/>
                </a:path>
              </a:pathLst>
            </a:custGeom>
            <a:grpFill/>
            <a:ln w="8332" cap="flat">
              <a:noFill/>
              <a:prstDash val="solid"/>
              <a:miter/>
            </a:ln>
          </p:spPr>
          <p:txBody>
            <a:bodyPr rtlCol="0" anchor="ctr"/>
            <a:lstStyle/>
            <a:p>
              <a:endParaRPr lang="en-US"/>
            </a:p>
          </p:txBody>
        </p:sp>
        <p:sp>
          <p:nvSpPr>
            <p:cNvPr id="1627" name="Freeform: Shape 1626"/>
            <p:cNvSpPr/>
            <p:nvPr/>
          </p:nvSpPr>
          <p:spPr>
            <a:xfrm>
              <a:off x="-161025" y="3432774"/>
              <a:ext cx="134080" cy="164177"/>
            </a:xfrm>
            <a:custGeom>
              <a:avLst/>
              <a:gdLst>
                <a:gd name="connsiteX0" fmla="*/ 129300 w 134080"/>
                <a:gd name="connsiteY0" fmla="*/ 146331 h 164177"/>
                <a:gd name="connsiteX1" fmla="*/ 81305 w 134080"/>
                <a:gd name="connsiteY1" fmla="*/ 137498 h 164177"/>
                <a:gd name="connsiteX2" fmla="*/ 80888 w 134080"/>
                <a:gd name="connsiteY2" fmla="*/ 113084 h 164177"/>
                <a:gd name="connsiteX3" fmla="*/ 78472 w 134080"/>
                <a:gd name="connsiteY3" fmla="*/ 106834 h 164177"/>
                <a:gd name="connsiteX4" fmla="*/ 67723 w 134080"/>
                <a:gd name="connsiteY4" fmla="*/ 104668 h 164177"/>
                <a:gd name="connsiteX5" fmla="*/ 43141 w 134080"/>
                <a:gd name="connsiteY5" fmla="*/ 100501 h 164177"/>
                <a:gd name="connsiteX6" fmla="*/ 22060 w 134080"/>
                <a:gd name="connsiteY6" fmla="*/ 77087 h 164177"/>
                <a:gd name="connsiteX7" fmla="*/ 33809 w 134080"/>
                <a:gd name="connsiteY7" fmla="*/ 54756 h 164177"/>
                <a:gd name="connsiteX8" fmla="*/ 33559 w 134080"/>
                <a:gd name="connsiteY8" fmla="*/ 48173 h 164177"/>
                <a:gd name="connsiteX9" fmla="*/ 15477 w 134080"/>
                <a:gd name="connsiteY9" fmla="*/ 22175 h 164177"/>
                <a:gd name="connsiteX10" fmla="*/ 54224 w 134080"/>
                <a:gd name="connsiteY10" fmla="*/ 4593 h 164177"/>
                <a:gd name="connsiteX11" fmla="*/ 53391 w 134080"/>
                <a:gd name="connsiteY11" fmla="*/ 10 h 164177"/>
                <a:gd name="connsiteX12" fmla="*/ 3228 w 134080"/>
                <a:gd name="connsiteY12" fmla="*/ 19842 h 164177"/>
                <a:gd name="connsiteX13" fmla="*/ 2728 w 134080"/>
                <a:gd name="connsiteY13" fmla="*/ 38674 h 164177"/>
                <a:gd name="connsiteX14" fmla="*/ 12311 w 134080"/>
                <a:gd name="connsiteY14" fmla="*/ 48923 h 164177"/>
                <a:gd name="connsiteX15" fmla="*/ 19144 w 134080"/>
                <a:gd name="connsiteY15" fmla="*/ 52756 h 164177"/>
                <a:gd name="connsiteX16" fmla="*/ 7478 w 134080"/>
                <a:gd name="connsiteY16" fmla="*/ 75837 h 164177"/>
                <a:gd name="connsiteX17" fmla="*/ 14644 w 134080"/>
                <a:gd name="connsiteY17" fmla="*/ 99835 h 164177"/>
                <a:gd name="connsiteX18" fmla="*/ 34642 w 134080"/>
                <a:gd name="connsiteY18" fmla="*/ 113250 h 164177"/>
                <a:gd name="connsiteX19" fmla="*/ 52224 w 134080"/>
                <a:gd name="connsiteY19" fmla="*/ 116667 h 164177"/>
                <a:gd name="connsiteX20" fmla="*/ 69639 w 134080"/>
                <a:gd name="connsiteY20" fmla="*/ 115750 h 164177"/>
                <a:gd name="connsiteX21" fmla="*/ 70222 w 134080"/>
                <a:gd name="connsiteY21" fmla="*/ 118000 h 164177"/>
                <a:gd name="connsiteX22" fmla="*/ 68473 w 134080"/>
                <a:gd name="connsiteY22" fmla="*/ 126916 h 164177"/>
                <a:gd name="connsiteX23" fmla="*/ 68473 w 134080"/>
                <a:gd name="connsiteY23" fmla="*/ 138165 h 164177"/>
                <a:gd name="connsiteX24" fmla="*/ 80138 w 134080"/>
                <a:gd name="connsiteY24" fmla="*/ 155080 h 164177"/>
                <a:gd name="connsiteX25" fmla="*/ 132800 w 134080"/>
                <a:gd name="connsiteY25" fmla="*/ 154247 h 164177"/>
                <a:gd name="connsiteX26" fmla="*/ 129300 w 134080"/>
                <a:gd name="connsiteY26" fmla="*/ 146331 h 164177"/>
                <a:gd name="connsiteX27" fmla="*/ 129300 w 134080"/>
                <a:gd name="connsiteY27" fmla="*/ 146331 h 164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34080" h="164177">
                  <a:moveTo>
                    <a:pt x="129300" y="146331"/>
                  </a:moveTo>
                  <a:cubicBezTo>
                    <a:pt x="112802" y="148580"/>
                    <a:pt x="90971" y="157246"/>
                    <a:pt x="81305" y="137498"/>
                  </a:cubicBezTo>
                  <a:cubicBezTo>
                    <a:pt x="76888" y="128416"/>
                    <a:pt x="81888" y="122083"/>
                    <a:pt x="80888" y="113084"/>
                  </a:cubicBezTo>
                  <a:cubicBezTo>
                    <a:pt x="80638" y="110750"/>
                    <a:pt x="80388" y="108667"/>
                    <a:pt x="78472" y="106834"/>
                  </a:cubicBezTo>
                  <a:cubicBezTo>
                    <a:pt x="75805" y="104418"/>
                    <a:pt x="71056" y="104918"/>
                    <a:pt x="67723" y="104668"/>
                  </a:cubicBezTo>
                  <a:cubicBezTo>
                    <a:pt x="59390" y="103918"/>
                    <a:pt x="51141" y="103168"/>
                    <a:pt x="43141" y="100501"/>
                  </a:cubicBezTo>
                  <a:cubicBezTo>
                    <a:pt x="32226" y="96918"/>
                    <a:pt x="21893" y="89836"/>
                    <a:pt x="22060" y="77087"/>
                  </a:cubicBezTo>
                  <a:cubicBezTo>
                    <a:pt x="22227" y="67754"/>
                    <a:pt x="29393" y="62005"/>
                    <a:pt x="33809" y="54756"/>
                  </a:cubicBezTo>
                  <a:cubicBezTo>
                    <a:pt x="34976" y="52839"/>
                    <a:pt x="34809" y="49923"/>
                    <a:pt x="33559" y="48173"/>
                  </a:cubicBezTo>
                  <a:cubicBezTo>
                    <a:pt x="27310" y="39340"/>
                    <a:pt x="6395" y="37174"/>
                    <a:pt x="15477" y="22175"/>
                  </a:cubicBezTo>
                  <a:cubicBezTo>
                    <a:pt x="23060" y="9843"/>
                    <a:pt x="41308" y="7177"/>
                    <a:pt x="54224" y="4593"/>
                  </a:cubicBezTo>
                  <a:cubicBezTo>
                    <a:pt x="56807" y="4094"/>
                    <a:pt x="56057" y="-240"/>
                    <a:pt x="53391" y="10"/>
                  </a:cubicBezTo>
                  <a:cubicBezTo>
                    <a:pt x="36225" y="1677"/>
                    <a:pt x="13561" y="3594"/>
                    <a:pt x="3228" y="19842"/>
                  </a:cubicBezTo>
                  <a:cubicBezTo>
                    <a:pt x="-771" y="26175"/>
                    <a:pt x="-1188" y="32257"/>
                    <a:pt x="2728" y="38674"/>
                  </a:cubicBezTo>
                  <a:cubicBezTo>
                    <a:pt x="4978" y="42340"/>
                    <a:pt x="9061" y="46256"/>
                    <a:pt x="12311" y="48923"/>
                  </a:cubicBezTo>
                  <a:cubicBezTo>
                    <a:pt x="13811" y="50173"/>
                    <a:pt x="16727" y="51423"/>
                    <a:pt x="19144" y="52756"/>
                  </a:cubicBezTo>
                  <a:cubicBezTo>
                    <a:pt x="13727" y="59922"/>
                    <a:pt x="8395" y="65588"/>
                    <a:pt x="7478" y="75837"/>
                  </a:cubicBezTo>
                  <a:cubicBezTo>
                    <a:pt x="6728" y="84586"/>
                    <a:pt x="9061" y="93002"/>
                    <a:pt x="14644" y="99835"/>
                  </a:cubicBezTo>
                  <a:cubicBezTo>
                    <a:pt x="19727" y="106084"/>
                    <a:pt x="27143" y="110501"/>
                    <a:pt x="34642" y="113250"/>
                  </a:cubicBezTo>
                  <a:cubicBezTo>
                    <a:pt x="40392" y="115333"/>
                    <a:pt x="46058" y="116333"/>
                    <a:pt x="52224" y="116667"/>
                  </a:cubicBezTo>
                  <a:cubicBezTo>
                    <a:pt x="57723" y="117000"/>
                    <a:pt x="64390" y="115000"/>
                    <a:pt x="69639" y="115750"/>
                  </a:cubicBezTo>
                  <a:cubicBezTo>
                    <a:pt x="71889" y="112167"/>
                    <a:pt x="72139" y="112917"/>
                    <a:pt x="70222" y="118000"/>
                  </a:cubicBezTo>
                  <a:cubicBezTo>
                    <a:pt x="69556" y="120916"/>
                    <a:pt x="68889" y="123916"/>
                    <a:pt x="68473" y="126916"/>
                  </a:cubicBezTo>
                  <a:cubicBezTo>
                    <a:pt x="68056" y="130749"/>
                    <a:pt x="67639" y="134332"/>
                    <a:pt x="68473" y="138165"/>
                  </a:cubicBezTo>
                  <a:cubicBezTo>
                    <a:pt x="69889" y="145164"/>
                    <a:pt x="74555" y="150914"/>
                    <a:pt x="80138" y="155080"/>
                  </a:cubicBezTo>
                  <a:cubicBezTo>
                    <a:pt x="94803" y="165912"/>
                    <a:pt x="119718" y="168745"/>
                    <a:pt x="132800" y="154247"/>
                  </a:cubicBezTo>
                  <a:cubicBezTo>
                    <a:pt x="135550" y="151330"/>
                    <a:pt x="133633" y="145747"/>
                    <a:pt x="129300" y="146331"/>
                  </a:cubicBezTo>
                  <a:lnTo>
                    <a:pt x="129300" y="146331"/>
                  </a:lnTo>
                  <a:close/>
                </a:path>
              </a:pathLst>
            </a:custGeom>
            <a:grpFill/>
            <a:ln w="8332" cap="flat">
              <a:noFill/>
              <a:prstDash val="solid"/>
              <a:miter/>
            </a:ln>
          </p:spPr>
          <p:txBody>
            <a:bodyPr rtlCol="0" anchor="ctr"/>
            <a:lstStyle/>
            <a:p>
              <a:endParaRPr lang="en-US"/>
            </a:p>
          </p:txBody>
        </p:sp>
        <p:sp>
          <p:nvSpPr>
            <p:cNvPr id="1628" name="Freeform: Shape 1627"/>
            <p:cNvSpPr/>
            <p:nvPr/>
          </p:nvSpPr>
          <p:spPr>
            <a:xfrm>
              <a:off x="17152" y="3569154"/>
              <a:ext cx="95180" cy="45627"/>
            </a:xfrm>
            <a:custGeom>
              <a:avLst/>
              <a:gdLst>
                <a:gd name="connsiteX0" fmla="*/ 90860 w 95180"/>
                <a:gd name="connsiteY0" fmla="*/ 2117 h 45627"/>
                <a:gd name="connsiteX1" fmla="*/ 82527 w 95180"/>
                <a:gd name="connsiteY1" fmla="*/ 3534 h 45627"/>
                <a:gd name="connsiteX2" fmla="*/ 80694 w 95180"/>
                <a:gd name="connsiteY2" fmla="*/ 17699 h 45627"/>
                <a:gd name="connsiteX3" fmla="*/ 64945 w 95180"/>
                <a:gd name="connsiteY3" fmla="*/ 28865 h 45627"/>
                <a:gd name="connsiteX4" fmla="*/ 45780 w 95180"/>
                <a:gd name="connsiteY4" fmla="*/ 23282 h 45627"/>
                <a:gd name="connsiteX5" fmla="*/ 42864 w 95180"/>
                <a:gd name="connsiteY5" fmla="*/ 21032 h 45627"/>
                <a:gd name="connsiteX6" fmla="*/ 34615 w 95180"/>
                <a:gd name="connsiteY6" fmla="*/ 21949 h 45627"/>
                <a:gd name="connsiteX7" fmla="*/ 31198 w 95180"/>
                <a:gd name="connsiteY7" fmla="*/ 25032 h 45627"/>
                <a:gd name="connsiteX8" fmla="*/ 28782 w 95180"/>
                <a:gd name="connsiteY8" fmla="*/ 27782 h 45627"/>
                <a:gd name="connsiteX9" fmla="*/ 8867 w 95180"/>
                <a:gd name="connsiteY9" fmla="*/ 19532 h 45627"/>
                <a:gd name="connsiteX10" fmla="*/ 1868 w 95180"/>
                <a:gd name="connsiteY10" fmla="*/ 16949 h 45627"/>
                <a:gd name="connsiteX11" fmla="*/ 14533 w 95180"/>
                <a:gd name="connsiteY11" fmla="*/ 44447 h 45627"/>
                <a:gd name="connsiteX12" fmla="*/ 30865 w 95180"/>
                <a:gd name="connsiteY12" fmla="*/ 42197 h 45627"/>
                <a:gd name="connsiteX13" fmla="*/ 37364 w 95180"/>
                <a:gd name="connsiteY13" fmla="*/ 35948 h 45627"/>
                <a:gd name="connsiteX14" fmla="*/ 39448 w 95180"/>
                <a:gd name="connsiteY14" fmla="*/ 34198 h 45627"/>
                <a:gd name="connsiteX15" fmla="*/ 39781 w 95180"/>
                <a:gd name="connsiteY15" fmla="*/ 34531 h 45627"/>
                <a:gd name="connsiteX16" fmla="*/ 80861 w 95180"/>
                <a:gd name="connsiteY16" fmla="*/ 39781 h 45627"/>
                <a:gd name="connsiteX17" fmla="*/ 90860 w 95180"/>
                <a:gd name="connsiteY17" fmla="*/ 2117 h 45627"/>
                <a:gd name="connsiteX18" fmla="*/ 90860 w 95180"/>
                <a:gd name="connsiteY18" fmla="*/ 2117 h 45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5180" h="45627">
                  <a:moveTo>
                    <a:pt x="90860" y="2117"/>
                  </a:moveTo>
                  <a:cubicBezTo>
                    <a:pt x="88943" y="-1549"/>
                    <a:pt x="83360" y="-49"/>
                    <a:pt x="82527" y="3534"/>
                  </a:cubicBezTo>
                  <a:cubicBezTo>
                    <a:pt x="82277" y="4450"/>
                    <a:pt x="80111" y="19032"/>
                    <a:pt x="80694" y="17699"/>
                  </a:cubicBezTo>
                  <a:cubicBezTo>
                    <a:pt x="77861" y="23615"/>
                    <a:pt x="71195" y="28032"/>
                    <a:pt x="64945" y="28865"/>
                  </a:cubicBezTo>
                  <a:cubicBezTo>
                    <a:pt x="55446" y="30115"/>
                    <a:pt x="54863" y="27698"/>
                    <a:pt x="45780" y="23282"/>
                  </a:cubicBezTo>
                  <a:cubicBezTo>
                    <a:pt x="44697" y="22782"/>
                    <a:pt x="44280" y="21366"/>
                    <a:pt x="42864" y="21032"/>
                  </a:cubicBezTo>
                  <a:cubicBezTo>
                    <a:pt x="39614" y="20199"/>
                    <a:pt x="37448" y="20449"/>
                    <a:pt x="34615" y="21949"/>
                  </a:cubicBezTo>
                  <a:cubicBezTo>
                    <a:pt x="33198" y="22699"/>
                    <a:pt x="32365" y="24032"/>
                    <a:pt x="31198" y="25032"/>
                  </a:cubicBezTo>
                  <a:cubicBezTo>
                    <a:pt x="30365" y="25948"/>
                    <a:pt x="29532" y="26865"/>
                    <a:pt x="28782" y="27782"/>
                  </a:cubicBezTo>
                  <a:cubicBezTo>
                    <a:pt x="23366" y="35197"/>
                    <a:pt x="16700" y="32448"/>
                    <a:pt x="8867" y="19532"/>
                  </a:cubicBezTo>
                  <a:cubicBezTo>
                    <a:pt x="10200" y="15533"/>
                    <a:pt x="3701" y="13200"/>
                    <a:pt x="1868" y="16949"/>
                  </a:cubicBezTo>
                  <a:cubicBezTo>
                    <a:pt x="-3465" y="27948"/>
                    <a:pt x="3201" y="40114"/>
                    <a:pt x="14533" y="44447"/>
                  </a:cubicBezTo>
                  <a:cubicBezTo>
                    <a:pt x="20449" y="46696"/>
                    <a:pt x="25782" y="45613"/>
                    <a:pt x="30865" y="42197"/>
                  </a:cubicBezTo>
                  <a:cubicBezTo>
                    <a:pt x="32782" y="40864"/>
                    <a:pt x="36365" y="37864"/>
                    <a:pt x="37364" y="35948"/>
                  </a:cubicBezTo>
                  <a:cubicBezTo>
                    <a:pt x="38448" y="35281"/>
                    <a:pt x="39114" y="34698"/>
                    <a:pt x="39448" y="34198"/>
                  </a:cubicBezTo>
                  <a:cubicBezTo>
                    <a:pt x="39531" y="34281"/>
                    <a:pt x="39614" y="34448"/>
                    <a:pt x="39781" y="34531"/>
                  </a:cubicBezTo>
                  <a:cubicBezTo>
                    <a:pt x="48863" y="44947"/>
                    <a:pt x="69195" y="44697"/>
                    <a:pt x="80861" y="39781"/>
                  </a:cubicBezTo>
                  <a:cubicBezTo>
                    <a:pt x="97026" y="33031"/>
                    <a:pt x="98192" y="16033"/>
                    <a:pt x="90860" y="2117"/>
                  </a:cubicBezTo>
                  <a:lnTo>
                    <a:pt x="90860" y="2117"/>
                  </a:lnTo>
                  <a:close/>
                </a:path>
              </a:pathLst>
            </a:custGeom>
            <a:grpFill/>
            <a:ln w="8332" cap="flat">
              <a:noFill/>
              <a:prstDash val="solid"/>
              <a:miter/>
            </a:ln>
          </p:spPr>
          <p:txBody>
            <a:bodyPr rtlCol="0" anchor="ctr"/>
            <a:lstStyle/>
            <a:p>
              <a:endParaRPr lang="en-US"/>
            </a:p>
          </p:txBody>
        </p:sp>
        <p:sp>
          <p:nvSpPr>
            <p:cNvPr id="1629" name="Freeform: Shape 1628"/>
            <p:cNvSpPr/>
            <p:nvPr/>
          </p:nvSpPr>
          <p:spPr>
            <a:xfrm>
              <a:off x="-65973" y="3371872"/>
              <a:ext cx="122042" cy="72194"/>
            </a:xfrm>
            <a:custGeom>
              <a:avLst/>
              <a:gdLst>
                <a:gd name="connsiteX0" fmla="*/ 121907 w 122042"/>
                <a:gd name="connsiteY0" fmla="*/ 25498 h 72194"/>
                <a:gd name="connsiteX1" fmla="*/ 74411 w 122042"/>
                <a:gd name="connsiteY1" fmla="*/ 1 h 72194"/>
                <a:gd name="connsiteX2" fmla="*/ 43081 w 122042"/>
                <a:gd name="connsiteY2" fmla="*/ 23415 h 72194"/>
                <a:gd name="connsiteX3" fmla="*/ 27166 w 122042"/>
                <a:gd name="connsiteY3" fmla="*/ 17916 h 72194"/>
                <a:gd name="connsiteX4" fmla="*/ 8334 w 122042"/>
                <a:gd name="connsiteY4" fmla="*/ 28081 h 72194"/>
                <a:gd name="connsiteX5" fmla="*/ 6501 w 122042"/>
                <a:gd name="connsiteY5" fmla="*/ 71244 h 72194"/>
                <a:gd name="connsiteX6" fmla="*/ 10417 w 122042"/>
                <a:gd name="connsiteY6" fmla="*/ 69411 h 72194"/>
                <a:gd name="connsiteX7" fmla="*/ 13584 w 122042"/>
                <a:gd name="connsiteY7" fmla="*/ 37914 h 72194"/>
                <a:gd name="connsiteX8" fmla="*/ 38915 w 122042"/>
                <a:gd name="connsiteY8" fmla="*/ 34248 h 72194"/>
                <a:gd name="connsiteX9" fmla="*/ 43914 w 122042"/>
                <a:gd name="connsiteY9" fmla="*/ 37914 h 72194"/>
                <a:gd name="connsiteX10" fmla="*/ 52580 w 122042"/>
                <a:gd name="connsiteY10" fmla="*/ 33914 h 72194"/>
                <a:gd name="connsiteX11" fmla="*/ 63996 w 122042"/>
                <a:gd name="connsiteY11" fmla="*/ 14249 h 72194"/>
                <a:gd name="connsiteX12" fmla="*/ 81994 w 122042"/>
                <a:gd name="connsiteY12" fmla="*/ 13666 h 72194"/>
                <a:gd name="connsiteX13" fmla="*/ 114991 w 122042"/>
                <a:gd name="connsiteY13" fmla="*/ 29914 h 72194"/>
                <a:gd name="connsiteX14" fmla="*/ 121907 w 122042"/>
                <a:gd name="connsiteY14" fmla="*/ 25498 h 72194"/>
                <a:gd name="connsiteX15" fmla="*/ 121907 w 122042"/>
                <a:gd name="connsiteY15" fmla="*/ 25498 h 7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2042" h="72194">
                  <a:moveTo>
                    <a:pt x="121907" y="25498"/>
                  </a:moveTo>
                  <a:cubicBezTo>
                    <a:pt x="116991" y="6250"/>
                    <a:pt x="92160" y="1"/>
                    <a:pt x="74411" y="1"/>
                  </a:cubicBezTo>
                  <a:cubicBezTo>
                    <a:pt x="56080" y="-83"/>
                    <a:pt x="47831" y="9166"/>
                    <a:pt x="43081" y="23415"/>
                  </a:cubicBezTo>
                  <a:cubicBezTo>
                    <a:pt x="38331" y="20249"/>
                    <a:pt x="34082" y="17416"/>
                    <a:pt x="27166" y="17916"/>
                  </a:cubicBezTo>
                  <a:cubicBezTo>
                    <a:pt x="20000" y="18415"/>
                    <a:pt x="12917" y="22749"/>
                    <a:pt x="8334" y="28081"/>
                  </a:cubicBezTo>
                  <a:cubicBezTo>
                    <a:pt x="-2582" y="40997"/>
                    <a:pt x="-2332" y="57912"/>
                    <a:pt x="6501" y="71244"/>
                  </a:cubicBezTo>
                  <a:cubicBezTo>
                    <a:pt x="7834" y="73244"/>
                    <a:pt x="11250" y="71827"/>
                    <a:pt x="10417" y="69411"/>
                  </a:cubicBezTo>
                  <a:cubicBezTo>
                    <a:pt x="6751" y="59412"/>
                    <a:pt x="6168" y="46663"/>
                    <a:pt x="13584" y="37914"/>
                  </a:cubicBezTo>
                  <a:cubicBezTo>
                    <a:pt x="21083" y="28998"/>
                    <a:pt x="28666" y="28165"/>
                    <a:pt x="38915" y="34248"/>
                  </a:cubicBezTo>
                  <a:cubicBezTo>
                    <a:pt x="40664" y="35331"/>
                    <a:pt x="41914" y="36831"/>
                    <a:pt x="43914" y="37914"/>
                  </a:cubicBezTo>
                  <a:cubicBezTo>
                    <a:pt x="47497" y="39830"/>
                    <a:pt x="51580" y="37664"/>
                    <a:pt x="52580" y="33914"/>
                  </a:cubicBezTo>
                  <a:cubicBezTo>
                    <a:pt x="54747" y="25748"/>
                    <a:pt x="53913" y="18832"/>
                    <a:pt x="63996" y="14249"/>
                  </a:cubicBezTo>
                  <a:cubicBezTo>
                    <a:pt x="69579" y="11750"/>
                    <a:pt x="76328" y="12749"/>
                    <a:pt x="81994" y="13666"/>
                  </a:cubicBezTo>
                  <a:cubicBezTo>
                    <a:pt x="95410" y="15916"/>
                    <a:pt x="104909" y="20915"/>
                    <a:pt x="114991" y="29914"/>
                  </a:cubicBezTo>
                  <a:cubicBezTo>
                    <a:pt x="118158" y="32831"/>
                    <a:pt x="122907" y="29581"/>
                    <a:pt x="121907" y="25498"/>
                  </a:cubicBezTo>
                  <a:lnTo>
                    <a:pt x="121907" y="25498"/>
                  </a:lnTo>
                  <a:close/>
                </a:path>
              </a:pathLst>
            </a:custGeom>
            <a:grpFill/>
            <a:ln w="8332" cap="flat">
              <a:noFill/>
              <a:prstDash val="solid"/>
              <a:miter/>
            </a:ln>
          </p:spPr>
          <p:txBody>
            <a:bodyPr rtlCol="0" anchor="ctr"/>
            <a:lstStyle/>
            <a:p>
              <a:endParaRPr lang="en-US"/>
            </a:p>
          </p:txBody>
        </p:sp>
        <p:sp>
          <p:nvSpPr>
            <p:cNvPr id="1630" name="Freeform: Shape 1629"/>
            <p:cNvSpPr/>
            <p:nvPr/>
          </p:nvSpPr>
          <p:spPr>
            <a:xfrm>
              <a:off x="13006" y="3444311"/>
              <a:ext cx="79386" cy="72137"/>
            </a:xfrm>
            <a:custGeom>
              <a:avLst/>
              <a:gdLst>
                <a:gd name="connsiteX0" fmla="*/ 79173 w 79386"/>
                <a:gd name="connsiteY0" fmla="*/ 36969 h 72137"/>
                <a:gd name="connsiteX1" fmla="*/ 52176 w 79386"/>
                <a:gd name="connsiteY1" fmla="*/ 17554 h 72137"/>
                <a:gd name="connsiteX2" fmla="*/ 42926 w 79386"/>
                <a:gd name="connsiteY2" fmla="*/ 19387 h 72137"/>
                <a:gd name="connsiteX3" fmla="*/ 40760 w 79386"/>
                <a:gd name="connsiteY3" fmla="*/ 19804 h 72137"/>
                <a:gd name="connsiteX4" fmla="*/ 40260 w 79386"/>
                <a:gd name="connsiteY4" fmla="*/ 18804 h 72137"/>
                <a:gd name="connsiteX5" fmla="*/ 34344 w 79386"/>
                <a:gd name="connsiteY5" fmla="*/ 3805 h 72137"/>
                <a:gd name="connsiteX6" fmla="*/ 1347 w 79386"/>
                <a:gd name="connsiteY6" fmla="*/ 9888 h 72137"/>
                <a:gd name="connsiteX7" fmla="*/ 4347 w 79386"/>
                <a:gd name="connsiteY7" fmla="*/ 14721 h 72137"/>
                <a:gd name="connsiteX8" fmla="*/ 22428 w 79386"/>
                <a:gd name="connsiteY8" fmla="*/ 7638 h 72137"/>
                <a:gd name="connsiteX9" fmla="*/ 29428 w 79386"/>
                <a:gd name="connsiteY9" fmla="*/ 22720 h 72137"/>
                <a:gd name="connsiteX10" fmla="*/ 34594 w 79386"/>
                <a:gd name="connsiteY10" fmla="*/ 31386 h 72137"/>
                <a:gd name="connsiteX11" fmla="*/ 54509 w 79386"/>
                <a:gd name="connsiteY11" fmla="*/ 30719 h 72137"/>
                <a:gd name="connsiteX12" fmla="*/ 51842 w 79386"/>
                <a:gd name="connsiteY12" fmla="*/ 62966 h 72137"/>
                <a:gd name="connsiteX13" fmla="*/ 57508 w 79386"/>
                <a:gd name="connsiteY13" fmla="*/ 71966 h 72137"/>
                <a:gd name="connsiteX14" fmla="*/ 79173 w 79386"/>
                <a:gd name="connsiteY14" fmla="*/ 36969 h 72137"/>
                <a:gd name="connsiteX15" fmla="*/ 79173 w 79386"/>
                <a:gd name="connsiteY15" fmla="*/ 36969 h 72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9386" h="72137">
                  <a:moveTo>
                    <a:pt x="79173" y="36969"/>
                  </a:moveTo>
                  <a:cubicBezTo>
                    <a:pt x="77423" y="22970"/>
                    <a:pt x="65341" y="16637"/>
                    <a:pt x="52176" y="17554"/>
                  </a:cubicBezTo>
                  <a:cubicBezTo>
                    <a:pt x="49009" y="17804"/>
                    <a:pt x="46010" y="18970"/>
                    <a:pt x="42926" y="19387"/>
                  </a:cubicBezTo>
                  <a:cubicBezTo>
                    <a:pt x="41927" y="19554"/>
                    <a:pt x="41260" y="19637"/>
                    <a:pt x="40760" y="19804"/>
                  </a:cubicBezTo>
                  <a:cubicBezTo>
                    <a:pt x="40677" y="19554"/>
                    <a:pt x="40593" y="19220"/>
                    <a:pt x="40260" y="18804"/>
                  </a:cubicBezTo>
                  <a:cubicBezTo>
                    <a:pt x="37344" y="14304"/>
                    <a:pt x="38927" y="8055"/>
                    <a:pt x="34344" y="3805"/>
                  </a:cubicBezTo>
                  <a:cubicBezTo>
                    <a:pt x="24178" y="-5444"/>
                    <a:pt x="10429" y="4388"/>
                    <a:pt x="1347" y="9888"/>
                  </a:cubicBezTo>
                  <a:cubicBezTo>
                    <a:pt x="-1819" y="11804"/>
                    <a:pt x="1180" y="16304"/>
                    <a:pt x="4347" y="14721"/>
                  </a:cubicBezTo>
                  <a:cubicBezTo>
                    <a:pt x="9346" y="12221"/>
                    <a:pt x="16679" y="6721"/>
                    <a:pt x="22428" y="7638"/>
                  </a:cubicBezTo>
                  <a:cubicBezTo>
                    <a:pt x="33677" y="9388"/>
                    <a:pt x="28844" y="17220"/>
                    <a:pt x="29428" y="22720"/>
                  </a:cubicBezTo>
                  <a:cubicBezTo>
                    <a:pt x="29844" y="26803"/>
                    <a:pt x="30678" y="29469"/>
                    <a:pt x="34594" y="31386"/>
                  </a:cubicBezTo>
                  <a:cubicBezTo>
                    <a:pt x="40677" y="34219"/>
                    <a:pt x="48093" y="30136"/>
                    <a:pt x="54509" y="30719"/>
                  </a:cubicBezTo>
                  <a:cubicBezTo>
                    <a:pt x="76090" y="32636"/>
                    <a:pt x="57758" y="54884"/>
                    <a:pt x="51842" y="62966"/>
                  </a:cubicBezTo>
                  <a:cubicBezTo>
                    <a:pt x="48593" y="67383"/>
                    <a:pt x="51926" y="73215"/>
                    <a:pt x="57508" y="71966"/>
                  </a:cubicBezTo>
                  <a:cubicBezTo>
                    <a:pt x="71757" y="68716"/>
                    <a:pt x="80923" y="50884"/>
                    <a:pt x="79173" y="36969"/>
                  </a:cubicBezTo>
                  <a:lnTo>
                    <a:pt x="79173" y="36969"/>
                  </a:lnTo>
                  <a:close/>
                </a:path>
              </a:pathLst>
            </a:custGeom>
            <a:grpFill/>
            <a:ln w="8332" cap="flat">
              <a:noFill/>
              <a:prstDash val="solid"/>
              <a:miter/>
            </a:ln>
          </p:spPr>
          <p:txBody>
            <a:bodyPr rtlCol="0" anchor="ctr"/>
            <a:lstStyle/>
            <a:p>
              <a:endParaRPr lang="en-US"/>
            </a:p>
          </p:txBody>
        </p:sp>
        <p:sp>
          <p:nvSpPr>
            <p:cNvPr id="1631" name="Freeform: Shape 1630"/>
            <p:cNvSpPr/>
            <p:nvPr/>
          </p:nvSpPr>
          <p:spPr>
            <a:xfrm>
              <a:off x="-57986" y="3469263"/>
              <a:ext cx="34667" cy="47931"/>
            </a:xfrm>
            <a:custGeom>
              <a:avLst/>
              <a:gdLst>
                <a:gd name="connsiteX0" fmla="*/ 31677 w 34667"/>
                <a:gd name="connsiteY0" fmla="*/ 36514 h 47931"/>
                <a:gd name="connsiteX1" fmla="*/ 11762 w 34667"/>
                <a:gd name="connsiteY1" fmla="*/ 30765 h 47931"/>
                <a:gd name="connsiteX2" fmla="*/ 32177 w 34667"/>
                <a:gd name="connsiteY2" fmla="*/ 3684 h 47931"/>
                <a:gd name="connsiteX3" fmla="*/ 32927 w 34667"/>
                <a:gd name="connsiteY3" fmla="*/ 267 h 47931"/>
                <a:gd name="connsiteX4" fmla="*/ 15012 w 34667"/>
                <a:gd name="connsiteY4" fmla="*/ 7517 h 47931"/>
                <a:gd name="connsiteX5" fmla="*/ 13 w 34667"/>
                <a:gd name="connsiteY5" fmla="*/ 30348 h 47931"/>
                <a:gd name="connsiteX6" fmla="*/ 29094 w 34667"/>
                <a:gd name="connsiteY6" fmla="*/ 47680 h 47931"/>
                <a:gd name="connsiteX7" fmla="*/ 31677 w 34667"/>
                <a:gd name="connsiteY7" fmla="*/ 36514 h 47931"/>
                <a:gd name="connsiteX8" fmla="*/ 31677 w 34667"/>
                <a:gd name="connsiteY8" fmla="*/ 36514 h 47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667" h="47931">
                  <a:moveTo>
                    <a:pt x="31677" y="36514"/>
                  </a:moveTo>
                  <a:cubicBezTo>
                    <a:pt x="27177" y="33598"/>
                    <a:pt x="14595" y="35514"/>
                    <a:pt x="11762" y="30765"/>
                  </a:cubicBezTo>
                  <a:cubicBezTo>
                    <a:pt x="8179" y="24765"/>
                    <a:pt x="24927" y="2517"/>
                    <a:pt x="32177" y="3684"/>
                  </a:cubicBezTo>
                  <a:cubicBezTo>
                    <a:pt x="34427" y="4017"/>
                    <a:pt x="35177" y="601"/>
                    <a:pt x="32927" y="267"/>
                  </a:cubicBezTo>
                  <a:cubicBezTo>
                    <a:pt x="25011" y="-982"/>
                    <a:pt x="20761" y="2267"/>
                    <a:pt x="15012" y="7517"/>
                  </a:cubicBezTo>
                  <a:cubicBezTo>
                    <a:pt x="8762" y="13350"/>
                    <a:pt x="430" y="21182"/>
                    <a:pt x="13" y="30348"/>
                  </a:cubicBezTo>
                  <a:cubicBezTo>
                    <a:pt x="-570" y="43347"/>
                    <a:pt x="18595" y="49263"/>
                    <a:pt x="29094" y="47680"/>
                  </a:cubicBezTo>
                  <a:cubicBezTo>
                    <a:pt x="35010" y="46763"/>
                    <a:pt x="36760" y="39764"/>
                    <a:pt x="31677" y="36514"/>
                  </a:cubicBezTo>
                  <a:lnTo>
                    <a:pt x="31677" y="36514"/>
                  </a:lnTo>
                  <a:close/>
                </a:path>
              </a:pathLst>
            </a:custGeom>
            <a:grpFill/>
            <a:ln w="8332" cap="flat">
              <a:noFill/>
              <a:prstDash val="solid"/>
              <a:miter/>
            </a:ln>
          </p:spPr>
          <p:txBody>
            <a:bodyPr rtlCol="0" anchor="ctr"/>
            <a:lstStyle/>
            <a:p>
              <a:endParaRPr lang="en-US"/>
            </a:p>
          </p:txBody>
        </p:sp>
        <p:sp>
          <p:nvSpPr>
            <p:cNvPr id="1632" name="Freeform: Shape 1631"/>
            <p:cNvSpPr/>
            <p:nvPr/>
          </p:nvSpPr>
          <p:spPr>
            <a:xfrm>
              <a:off x="704124" y="3733757"/>
              <a:ext cx="83" cy="500"/>
            </a:xfrm>
            <a:custGeom>
              <a:avLst/>
              <a:gdLst>
                <a:gd name="connsiteX0" fmla="*/ 83 w 83"/>
                <a:gd name="connsiteY0" fmla="*/ 0 h 500"/>
                <a:gd name="connsiteX1" fmla="*/ 0 w 83"/>
                <a:gd name="connsiteY1" fmla="*/ 500 h 500"/>
                <a:gd name="connsiteX2" fmla="*/ 83 w 83"/>
                <a:gd name="connsiteY2" fmla="*/ 0 h 500"/>
                <a:gd name="connsiteX3" fmla="*/ 83 w 83"/>
                <a:gd name="connsiteY3" fmla="*/ 0 h 500"/>
              </a:gdLst>
              <a:ahLst/>
              <a:cxnLst>
                <a:cxn ang="0">
                  <a:pos x="connsiteX0" y="connsiteY0"/>
                </a:cxn>
                <a:cxn ang="0">
                  <a:pos x="connsiteX1" y="connsiteY1"/>
                </a:cxn>
                <a:cxn ang="0">
                  <a:pos x="connsiteX2" y="connsiteY2"/>
                </a:cxn>
                <a:cxn ang="0">
                  <a:pos x="connsiteX3" y="connsiteY3"/>
                </a:cxn>
              </a:cxnLst>
              <a:rect l="l" t="t" r="r" b="b"/>
              <a:pathLst>
                <a:path w="83" h="500">
                  <a:moveTo>
                    <a:pt x="83" y="0"/>
                  </a:moveTo>
                  <a:cubicBezTo>
                    <a:pt x="83" y="83"/>
                    <a:pt x="83" y="167"/>
                    <a:pt x="0" y="500"/>
                  </a:cubicBezTo>
                  <a:cubicBezTo>
                    <a:pt x="83" y="333"/>
                    <a:pt x="83" y="167"/>
                    <a:pt x="83" y="0"/>
                  </a:cubicBezTo>
                  <a:lnTo>
                    <a:pt x="83" y="0"/>
                  </a:lnTo>
                  <a:close/>
                </a:path>
              </a:pathLst>
            </a:custGeom>
            <a:grpFill/>
            <a:ln w="8332" cap="flat">
              <a:noFill/>
              <a:prstDash val="solid"/>
              <a:miter/>
            </a:ln>
          </p:spPr>
          <p:txBody>
            <a:bodyPr rtlCol="0" anchor="ctr"/>
            <a:lstStyle/>
            <a:p>
              <a:endParaRPr lang="en-US"/>
            </a:p>
          </p:txBody>
        </p:sp>
        <p:sp>
          <p:nvSpPr>
            <p:cNvPr id="1633" name="Freeform: Shape 1632"/>
            <p:cNvSpPr/>
            <p:nvPr/>
          </p:nvSpPr>
          <p:spPr>
            <a:xfrm>
              <a:off x="162542" y="3510615"/>
              <a:ext cx="575862" cy="394876"/>
            </a:xfrm>
            <a:custGeom>
              <a:avLst/>
              <a:gdLst>
                <a:gd name="connsiteX0" fmla="*/ 35378 w 575862"/>
                <a:gd name="connsiteY0" fmla="*/ 345964 h 394876"/>
                <a:gd name="connsiteX1" fmla="*/ 209696 w 575862"/>
                <a:gd name="connsiteY1" fmla="*/ 394877 h 394876"/>
                <a:gd name="connsiteX2" fmla="*/ 416511 w 575862"/>
                <a:gd name="connsiteY2" fmla="*/ 378295 h 394876"/>
                <a:gd name="connsiteX3" fmla="*/ 516668 w 575862"/>
                <a:gd name="connsiteY3" fmla="*/ 351464 h 394876"/>
                <a:gd name="connsiteX4" fmla="*/ 553915 w 575862"/>
                <a:gd name="connsiteY4" fmla="*/ 323383 h 394876"/>
                <a:gd name="connsiteX5" fmla="*/ 561081 w 575862"/>
                <a:gd name="connsiteY5" fmla="*/ 313551 h 394876"/>
                <a:gd name="connsiteX6" fmla="*/ 575580 w 575862"/>
                <a:gd name="connsiteY6" fmla="*/ 275471 h 394876"/>
                <a:gd name="connsiteX7" fmla="*/ 569664 w 575862"/>
                <a:gd name="connsiteY7" fmla="*/ 209977 h 394876"/>
                <a:gd name="connsiteX8" fmla="*/ 554665 w 575862"/>
                <a:gd name="connsiteY8" fmla="*/ 155315 h 394876"/>
                <a:gd name="connsiteX9" fmla="*/ 479922 w 575862"/>
                <a:gd name="connsiteY9" fmla="*/ 48658 h 394876"/>
                <a:gd name="connsiteX10" fmla="*/ 372348 w 575862"/>
                <a:gd name="connsiteY10" fmla="*/ 3412 h 394876"/>
                <a:gd name="connsiteX11" fmla="*/ 142702 w 575862"/>
                <a:gd name="connsiteY11" fmla="*/ 71239 h 394876"/>
                <a:gd name="connsiteX12" fmla="*/ 140702 w 575862"/>
                <a:gd name="connsiteY12" fmla="*/ 74989 h 394876"/>
                <a:gd name="connsiteX13" fmla="*/ 128787 w 575862"/>
                <a:gd name="connsiteY13" fmla="*/ 78239 h 394876"/>
                <a:gd name="connsiteX14" fmla="*/ 81458 w 575862"/>
                <a:gd name="connsiteY14" fmla="*/ 101570 h 394876"/>
                <a:gd name="connsiteX15" fmla="*/ 15464 w 575862"/>
                <a:gd name="connsiteY15" fmla="*/ 178813 h 394876"/>
                <a:gd name="connsiteX16" fmla="*/ 35378 w 575862"/>
                <a:gd name="connsiteY16" fmla="*/ 345964 h 394876"/>
                <a:gd name="connsiteX17" fmla="*/ 35378 w 575862"/>
                <a:gd name="connsiteY17" fmla="*/ 345964 h 394876"/>
                <a:gd name="connsiteX18" fmla="*/ 565164 w 575862"/>
                <a:gd name="connsiteY18" fmla="*/ 259222 h 394876"/>
                <a:gd name="connsiteX19" fmla="*/ 546499 w 575862"/>
                <a:gd name="connsiteY19" fmla="*/ 236391 h 394876"/>
                <a:gd name="connsiteX20" fmla="*/ 538666 w 575862"/>
                <a:gd name="connsiteY20" fmla="*/ 231891 h 394876"/>
                <a:gd name="connsiteX21" fmla="*/ 541666 w 575862"/>
                <a:gd name="connsiteY21" fmla="*/ 223142 h 394876"/>
                <a:gd name="connsiteX22" fmla="*/ 539750 w 575862"/>
                <a:gd name="connsiteY22" fmla="*/ 203394 h 394876"/>
                <a:gd name="connsiteX23" fmla="*/ 514085 w 575862"/>
                <a:gd name="connsiteY23" fmla="*/ 176230 h 394876"/>
                <a:gd name="connsiteX24" fmla="*/ 496087 w 575862"/>
                <a:gd name="connsiteY24" fmla="*/ 170147 h 394876"/>
                <a:gd name="connsiteX25" fmla="*/ 496837 w 575862"/>
                <a:gd name="connsiteY25" fmla="*/ 168897 h 394876"/>
                <a:gd name="connsiteX26" fmla="*/ 448425 w 575862"/>
                <a:gd name="connsiteY26" fmla="*/ 109902 h 394876"/>
                <a:gd name="connsiteX27" fmla="*/ 435842 w 575862"/>
                <a:gd name="connsiteY27" fmla="*/ 74906 h 394876"/>
                <a:gd name="connsiteX28" fmla="*/ 408012 w 575862"/>
                <a:gd name="connsiteY28" fmla="*/ 77405 h 394876"/>
                <a:gd name="connsiteX29" fmla="*/ 403929 w 575862"/>
                <a:gd name="connsiteY29" fmla="*/ 81571 h 394876"/>
                <a:gd name="connsiteX30" fmla="*/ 400262 w 575862"/>
                <a:gd name="connsiteY30" fmla="*/ 66490 h 394876"/>
                <a:gd name="connsiteX31" fmla="*/ 379431 w 575862"/>
                <a:gd name="connsiteY31" fmla="*/ 57907 h 394876"/>
                <a:gd name="connsiteX32" fmla="*/ 378764 w 575862"/>
                <a:gd name="connsiteY32" fmla="*/ 58240 h 394876"/>
                <a:gd name="connsiteX33" fmla="*/ 360599 w 575862"/>
                <a:gd name="connsiteY33" fmla="*/ 42409 h 394876"/>
                <a:gd name="connsiteX34" fmla="*/ 341851 w 575862"/>
                <a:gd name="connsiteY34" fmla="*/ 51491 h 394876"/>
                <a:gd name="connsiteX35" fmla="*/ 339518 w 575862"/>
                <a:gd name="connsiteY35" fmla="*/ 54407 h 394876"/>
                <a:gd name="connsiteX36" fmla="*/ 319103 w 575862"/>
                <a:gd name="connsiteY36" fmla="*/ 43575 h 394876"/>
                <a:gd name="connsiteX37" fmla="*/ 295438 w 575862"/>
                <a:gd name="connsiteY37" fmla="*/ 46158 h 394876"/>
                <a:gd name="connsiteX38" fmla="*/ 271524 w 575862"/>
                <a:gd name="connsiteY38" fmla="*/ 39659 h 394876"/>
                <a:gd name="connsiteX39" fmla="*/ 251192 w 575862"/>
                <a:gd name="connsiteY39" fmla="*/ 43658 h 394876"/>
                <a:gd name="connsiteX40" fmla="*/ 234944 w 575862"/>
                <a:gd name="connsiteY40" fmla="*/ 59574 h 394876"/>
                <a:gd name="connsiteX41" fmla="*/ 216029 w 575862"/>
                <a:gd name="connsiteY41" fmla="*/ 70739 h 394876"/>
                <a:gd name="connsiteX42" fmla="*/ 173949 w 575862"/>
                <a:gd name="connsiteY42" fmla="*/ 72072 h 394876"/>
                <a:gd name="connsiteX43" fmla="*/ 163700 w 575862"/>
                <a:gd name="connsiteY43" fmla="*/ 72406 h 394876"/>
                <a:gd name="connsiteX44" fmla="*/ 274190 w 575862"/>
                <a:gd name="connsiteY44" fmla="*/ 20494 h 394876"/>
                <a:gd name="connsiteX45" fmla="*/ 410011 w 575862"/>
                <a:gd name="connsiteY45" fmla="*/ 23993 h 394876"/>
                <a:gd name="connsiteX46" fmla="*/ 562498 w 575862"/>
                <a:gd name="connsiteY46" fmla="*/ 215310 h 394876"/>
                <a:gd name="connsiteX47" fmla="*/ 565164 w 575862"/>
                <a:gd name="connsiteY47" fmla="*/ 259222 h 394876"/>
                <a:gd name="connsiteX48" fmla="*/ 565164 w 575862"/>
                <a:gd name="connsiteY48" fmla="*/ 259222 h 394876"/>
                <a:gd name="connsiteX49" fmla="*/ 488838 w 575862"/>
                <a:gd name="connsiteY49" fmla="*/ 166314 h 394876"/>
                <a:gd name="connsiteX50" fmla="*/ 469756 w 575862"/>
                <a:gd name="connsiteY50" fmla="*/ 159731 h 394876"/>
                <a:gd name="connsiteX51" fmla="*/ 431926 w 575862"/>
                <a:gd name="connsiteY51" fmla="*/ 175730 h 394876"/>
                <a:gd name="connsiteX52" fmla="*/ 397846 w 575862"/>
                <a:gd name="connsiteY52" fmla="*/ 185812 h 394876"/>
                <a:gd name="connsiteX53" fmla="*/ 380681 w 575862"/>
                <a:gd name="connsiteY53" fmla="*/ 196728 h 394876"/>
                <a:gd name="connsiteX54" fmla="*/ 374348 w 575862"/>
                <a:gd name="connsiteY54" fmla="*/ 211143 h 394876"/>
                <a:gd name="connsiteX55" fmla="*/ 366182 w 575862"/>
                <a:gd name="connsiteY55" fmla="*/ 189895 h 394876"/>
                <a:gd name="connsiteX56" fmla="*/ 426676 w 575862"/>
                <a:gd name="connsiteY56" fmla="*/ 141899 h 394876"/>
                <a:gd name="connsiteX57" fmla="*/ 447591 w 575862"/>
                <a:gd name="connsiteY57" fmla="*/ 116152 h 394876"/>
                <a:gd name="connsiteX58" fmla="*/ 479838 w 575862"/>
                <a:gd name="connsiteY58" fmla="*/ 131150 h 394876"/>
                <a:gd name="connsiteX59" fmla="*/ 488838 w 575862"/>
                <a:gd name="connsiteY59" fmla="*/ 166314 h 394876"/>
                <a:gd name="connsiteX60" fmla="*/ 488838 w 575862"/>
                <a:gd name="connsiteY60" fmla="*/ 166314 h 394876"/>
                <a:gd name="connsiteX61" fmla="*/ 415094 w 575862"/>
                <a:gd name="connsiteY61" fmla="*/ 105903 h 394876"/>
                <a:gd name="connsiteX62" fmla="*/ 403345 w 575862"/>
                <a:gd name="connsiteY62" fmla="*/ 99653 h 394876"/>
                <a:gd name="connsiteX63" fmla="*/ 407678 w 575862"/>
                <a:gd name="connsiteY63" fmla="*/ 92654 h 394876"/>
                <a:gd name="connsiteX64" fmla="*/ 412678 w 575862"/>
                <a:gd name="connsiteY64" fmla="*/ 83821 h 394876"/>
                <a:gd name="connsiteX65" fmla="*/ 428176 w 575862"/>
                <a:gd name="connsiteY65" fmla="*/ 80822 h 394876"/>
                <a:gd name="connsiteX66" fmla="*/ 443425 w 575862"/>
                <a:gd name="connsiteY66" fmla="*/ 100070 h 394876"/>
                <a:gd name="connsiteX67" fmla="*/ 439425 w 575862"/>
                <a:gd name="connsiteY67" fmla="*/ 114069 h 394876"/>
                <a:gd name="connsiteX68" fmla="*/ 439425 w 575862"/>
                <a:gd name="connsiteY68" fmla="*/ 114235 h 394876"/>
                <a:gd name="connsiteX69" fmla="*/ 416594 w 575862"/>
                <a:gd name="connsiteY69" fmla="*/ 143483 h 394876"/>
                <a:gd name="connsiteX70" fmla="*/ 415094 w 575862"/>
                <a:gd name="connsiteY70" fmla="*/ 105903 h 394876"/>
                <a:gd name="connsiteX71" fmla="*/ 415094 w 575862"/>
                <a:gd name="connsiteY71" fmla="*/ 105903 h 394876"/>
                <a:gd name="connsiteX72" fmla="*/ 362432 w 575862"/>
                <a:gd name="connsiteY72" fmla="*/ 180979 h 394876"/>
                <a:gd name="connsiteX73" fmla="*/ 359849 w 575862"/>
                <a:gd name="connsiteY73" fmla="*/ 175146 h 394876"/>
                <a:gd name="connsiteX74" fmla="*/ 351600 w 575862"/>
                <a:gd name="connsiteY74" fmla="*/ 159148 h 394876"/>
                <a:gd name="connsiteX75" fmla="*/ 356766 w 575862"/>
                <a:gd name="connsiteY75" fmla="*/ 154065 h 394876"/>
                <a:gd name="connsiteX76" fmla="*/ 382930 w 575862"/>
                <a:gd name="connsiteY76" fmla="*/ 118735 h 394876"/>
                <a:gd name="connsiteX77" fmla="*/ 400429 w 575862"/>
                <a:gd name="connsiteY77" fmla="*/ 109486 h 394876"/>
                <a:gd name="connsiteX78" fmla="*/ 411511 w 575862"/>
                <a:gd name="connsiteY78" fmla="*/ 125484 h 394876"/>
                <a:gd name="connsiteX79" fmla="*/ 396763 w 575862"/>
                <a:gd name="connsiteY79" fmla="*/ 154732 h 394876"/>
                <a:gd name="connsiteX80" fmla="*/ 377848 w 575862"/>
                <a:gd name="connsiteY80" fmla="*/ 172980 h 394876"/>
                <a:gd name="connsiteX81" fmla="*/ 362432 w 575862"/>
                <a:gd name="connsiteY81" fmla="*/ 180979 h 394876"/>
                <a:gd name="connsiteX82" fmla="*/ 362432 w 575862"/>
                <a:gd name="connsiteY82" fmla="*/ 180979 h 394876"/>
                <a:gd name="connsiteX83" fmla="*/ 345684 w 575862"/>
                <a:gd name="connsiteY83" fmla="*/ 149565 h 394876"/>
                <a:gd name="connsiteX84" fmla="*/ 334768 w 575862"/>
                <a:gd name="connsiteY84" fmla="*/ 134567 h 394876"/>
                <a:gd name="connsiteX85" fmla="*/ 365265 w 575862"/>
                <a:gd name="connsiteY85" fmla="*/ 103070 h 394876"/>
                <a:gd name="connsiteX86" fmla="*/ 374931 w 575862"/>
                <a:gd name="connsiteY86" fmla="*/ 75322 h 394876"/>
                <a:gd name="connsiteX87" fmla="*/ 378181 w 575862"/>
                <a:gd name="connsiteY87" fmla="*/ 68323 h 394876"/>
                <a:gd name="connsiteX88" fmla="*/ 395846 w 575862"/>
                <a:gd name="connsiteY88" fmla="*/ 78072 h 394876"/>
                <a:gd name="connsiteX89" fmla="*/ 395846 w 575862"/>
                <a:gd name="connsiteY89" fmla="*/ 94320 h 394876"/>
                <a:gd name="connsiteX90" fmla="*/ 393263 w 575862"/>
                <a:gd name="connsiteY90" fmla="*/ 99820 h 394876"/>
                <a:gd name="connsiteX91" fmla="*/ 393096 w 575862"/>
                <a:gd name="connsiteY91" fmla="*/ 100486 h 394876"/>
                <a:gd name="connsiteX92" fmla="*/ 345684 w 575862"/>
                <a:gd name="connsiteY92" fmla="*/ 149565 h 394876"/>
                <a:gd name="connsiteX93" fmla="*/ 345684 w 575862"/>
                <a:gd name="connsiteY93" fmla="*/ 149565 h 394876"/>
                <a:gd name="connsiteX94" fmla="*/ 349267 w 575862"/>
                <a:gd name="connsiteY94" fmla="*/ 61073 h 394876"/>
                <a:gd name="connsiteX95" fmla="*/ 346184 w 575862"/>
                <a:gd name="connsiteY95" fmla="*/ 59990 h 394876"/>
                <a:gd name="connsiteX96" fmla="*/ 360682 w 575862"/>
                <a:gd name="connsiteY96" fmla="*/ 52907 h 394876"/>
                <a:gd name="connsiteX97" fmla="*/ 372098 w 575862"/>
                <a:gd name="connsiteY97" fmla="*/ 64740 h 394876"/>
                <a:gd name="connsiteX98" fmla="*/ 360682 w 575862"/>
                <a:gd name="connsiteY98" fmla="*/ 94570 h 394876"/>
                <a:gd name="connsiteX99" fmla="*/ 345934 w 575862"/>
                <a:gd name="connsiteY99" fmla="*/ 115235 h 394876"/>
                <a:gd name="connsiteX100" fmla="*/ 349267 w 575862"/>
                <a:gd name="connsiteY100" fmla="*/ 61073 h 394876"/>
                <a:gd name="connsiteX101" fmla="*/ 349267 w 575862"/>
                <a:gd name="connsiteY101" fmla="*/ 61073 h 394876"/>
                <a:gd name="connsiteX102" fmla="*/ 328685 w 575862"/>
                <a:gd name="connsiteY102" fmla="*/ 127401 h 394876"/>
                <a:gd name="connsiteX103" fmla="*/ 315270 w 575862"/>
                <a:gd name="connsiteY103" fmla="*/ 113819 h 394876"/>
                <a:gd name="connsiteX104" fmla="*/ 317520 w 575862"/>
                <a:gd name="connsiteY104" fmla="*/ 107319 h 394876"/>
                <a:gd name="connsiteX105" fmla="*/ 328019 w 575862"/>
                <a:gd name="connsiteY105" fmla="*/ 79155 h 394876"/>
                <a:gd name="connsiteX106" fmla="*/ 337768 w 575862"/>
                <a:gd name="connsiteY106" fmla="*/ 68739 h 394876"/>
                <a:gd name="connsiteX107" fmla="*/ 349433 w 575862"/>
                <a:gd name="connsiteY107" fmla="*/ 85571 h 394876"/>
                <a:gd name="connsiteX108" fmla="*/ 346017 w 575862"/>
                <a:gd name="connsiteY108" fmla="*/ 96987 h 394876"/>
                <a:gd name="connsiteX109" fmla="*/ 332602 w 575862"/>
                <a:gd name="connsiteY109" fmla="*/ 124568 h 394876"/>
                <a:gd name="connsiteX110" fmla="*/ 328685 w 575862"/>
                <a:gd name="connsiteY110" fmla="*/ 127401 h 394876"/>
                <a:gd name="connsiteX111" fmla="*/ 328685 w 575862"/>
                <a:gd name="connsiteY111" fmla="*/ 127401 h 394876"/>
                <a:gd name="connsiteX112" fmla="*/ 307354 w 575862"/>
                <a:gd name="connsiteY112" fmla="*/ 107069 h 394876"/>
                <a:gd name="connsiteX113" fmla="*/ 297355 w 575862"/>
                <a:gd name="connsiteY113" fmla="*/ 99486 h 394876"/>
                <a:gd name="connsiteX114" fmla="*/ 230528 w 575862"/>
                <a:gd name="connsiteY114" fmla="*/ 72406 h 394876"/>
                <a:gd name="connsiteX115" fmla="*/ 248276 w 575862"/>
                <a:gd name="connsiteY115" fmla="*/ 68239 h 394876"/>
                <a:gd name="connsiteX116" fmla="*/ 273107 w 575862"/>
                <a:gd name="connsiteY116" fmla="*/ 54741 h 394876"/>
                <a:gd name="connsiteX117" fmla="*/ 292439 w 575862"/>
                <a:gd name="connsiteY117" fmla="*/ 58324 h 394876"/>
                <a:gd name="connsiteX118" fmla="*/ 308687 w 575862"/>
                <a:gd name="connsiteY118" fmla="*/ 53074 h 394876"/>
                <a:gd name="connsiteX119" fmla="*/ 335018 w 575862"/>
                <a:gd name="connsiteY119" fmla="*/ 61990 h 394876"/>
                <a:gd name="connsiteX120" fmla="*/ 324019 w 575862"/>
                <a:gd name="connsiteY120" fmla="*/ 72489 h 394876"/>
                <a:gd name="connsiteX121" fmla="*/ 312937 w 575862"/>
                <a:gd name="connsiteY121" fmla="*/ 91987 h 394876"/>
                <a:gd name="connsiteX122" fmla="*/ 307354 w 575862"/>
                <a:gd name="connsiteY122" fmla="*/ 107069 h 394876"/>
                <a:gd name="connsiteX123" fmla="*/ 307354 w 575862"/>
                <a:gd name="connsiteY123" fmla="*/ 107069 h 394876"/>
                <a:gd name="connsiteX124" fmla="*/ 412761 w 575862"/>
                <a:gd name="connsiteY124" fmla="*/ 285803 h 394876"/>
                <a:gd name="connsiteX125" fmla="*/ 382264 w 575862"/>
                <a:gd name="connsiteY125" fmla="*/ 231558 h 394876"/>
                <a:gd name="connsiteX126" fmla="*/ 387680 w 575862"/>
                <a:gd name="connsiteY126" fmla="*/ 223809 h 394876"/>
                <a:gd name="connsiteX127" fmla="*/ 402429 w 575862"/>
                <a:gd name="connsiteY127" fmla="*/ 193811 h 394876"/>
                <a:gd name="connsiteX128" fmla="*/ 427010 w 575862"/>
                <a:gd name="connsiteY128" fmla="*/ 188812 h 394876"/>
                <a:gd name="connsiteX129" fmla="*/ 441758 w 575862"/>
                <a:gd name="connsiteY129" fmla="*/ 181812 h 394876"/>
                <a:gd name="connsiteX130" fmla="*/ 466590 w 575862"/>
                <a:gd name="connsiteY130" fmla="*/ 173647 h 394876"/>
                <a:gd name="connsiteX131" fmla="*/ 487254 w 575862"/>
                <a:gd name="connsiteY131" fmla="*/ 184645 h 394876"/>
                <a:gd name="connsiteX132" fmla="*/ 509502 w 575862"/>
                <a:gd name="connsiteY132" fmla="*/ 191562 h 394876"/>
                <a:gd name="connsiteX133" fmla="*/ 529417 w 575862"/>
                <a:gd name="connsiteY133" fmla="*/ 227642 h 394876"/>
                <a:gd name="connsiteX134" fmla="*/ 533167 w 575862"/>
                <a:gd name="connsiteY134" fmla="*/ 239224 h 394876"/>
                <a:gd name="connsiteX135" fmla="*/ 550915 w 575862"/>
                <a:gd name="connsiteY135" fmla="*/ 251973 h 394876"/>
                <a:gd name="connsiteX136" fmla="*/ 559248 w 575862"/>
                <a:gd name="connsiteY136" fmla="*/ 277971 h 394876"/>
                <a:gd name="connsiteX137" fmla="*/ 554415 w 575862"/>
                <a:gd name="connsiteY137" fmla="*/ 299968 h 394876"/>
                <a:gd name="connsiteX138" fmla="*/ 526667 w 575862"/>
                <a:gd name="connsiteY138" fmla="*/ 318550 h 394876"/>
                <a:gd name="connsiteX139" fmla="*/ 412761 w 575862"/>
                <a:gd name="connsiteY139" fmla="*/ 285803 h 394876"/>
                <a:gd name="connsiteX140" fmla="*/ 412761 w 575862"/>
                <a:gd name="connsiteY140" fmla="*/ 285803 h 394876"/>
                <a:gd name="connsiteX141" fmla="*/ 40295 w 575862"/>
                <a:gd name="connsiteY141" fmla="*/ 169814 h 394876"/>
                <a:gd name="connsiteX142" fmla="*/ 160950 w 575862"/>
                <a:gd name="connsiteY142" fmla="*/ 82988 h 394876"/>
                <a:gd name="connsiteX143" fmla="*/ 247609 w 575862"/>
                <a:gd name="connsiteY143" fmla="*/ 90571 h 394876"/>
                <a:gd name="connsiteX144" fmla="*/ 347350 w 575862"/>
                <a:gd name="connsiteY144" fmla="*/ 185562 h 394876"/>
                <a:gd name="connsiteX145" fmla="*/ 372681 w 575862"/>
                <a:gd name="connsiteY145" fmla="*/ 253473 h 394876"/>
                <a:gd name="connsiteX146" fmla="*/ 404345 w 575862"/>
                <a:gd name="connsiteY146" fmla="*/ 302052 h 394876"/>
                <a:gd name="connsiteX147" fmla="*/ 510002 w 575862"/>
                <a:gd name="connsiteY147" fmla="*/ 338632 h 394876"/>
                <a:gd name="connsiteX148" fmla="*/ 512002 w 575862"/>
                <a:gd name="connsiteY148" fmla="*/ 338298 h 394876"/>
                <a:gd name="connsiteX149" fmla="*/ 499420 w 575862"/>
                <a:gd name="connsiteY149" fmla="*/ 343215 h 394876"/>
                <a:gd name="connsiteX150" fmla="*/ 398846 w 575862"/>
                <a:gd name="connsiteY150" fmla="*/ 364962 h 394876"/>
                <a:gd name="connsiteX151" fmla="*/ 218195 w 575862"/>
                <a:gd name="connsiteY151" fmla="*/ 377712 h 394876"/>
                <a:gd name="connsiteX152" fmla="*/ 52377 w 575862"/>
                <a:gd name="connsiteY152" fmla="*/ 336382 h 394876"/>
                <a:gd name="connsiteX153" fmla="*/ 40295 w 575862"/>
                <a:gd name="connsiteY153" fmla="*/ 169814 h 394876"/>
                <a:gd name="connsiteX154" fmla="*/ 40295 w 575862"/>
                <a:gd name="connsiteY154" fmla="*/ 169814 h 394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Lst>
              <a:rect l="l" t="t" r="r" b="b"/>
              <a:pathLst>
                <a:path w="575862" h="394876">
                  <a:moveTo>
                    <a:pt x="35378" y="345964"/>
                  </a:moveTo>
                  <a:cubicBezTo>
                    <a:pt x="82208" y="391877"/>
                    <a:pt x="148202" y="394877"/>
                    <a:pt x="209696" y="394877"/>
                  </a:cubicBezTo>
                  <a:cubicBezTo>
                    <a:pt x="278523" y="394877"/>
                    <a:pt x="348600" y="390210"/>
                    <a:pt x="416511" y="378295"/>
                  </a:cubicBezTo>
                  <a:cubicBezTo>
                    <a:pt x="449591" y="372462"/>
                    <a:pt x="486088" y="365962"/>
                    <a:pt x="516668" y="351464"/>
                  </a:cubicBezTo>
                  <a:cubicBezTo>
                    <a:pt x="530750" y="344798"/>
                    <a:pt x="543833" y="335382"/>
                    <a:pt x="553915" y="323383"/>
                  </a:cubicBezTo>
                  <a:cubicBezTo>
                    <a:pt x="556498" y="320300"/>
                    <a:pt x="558831" y="316967"/>
                    <a:pt x="561081" y="313551"/>
                  </a:cubicBezTo>
                  <a:cubicBezTo>
                    <a:pt x="569247" y="303718"/>
                    <a:pt x="574497" y="291053"/>
                    <a:pt x="575580" y="275471"/>
                  </a:cubicBezTo>
                  <a:cubicBezTo>
                    <a:pt x="577080" y="254056"/>
                    <a:pt x="572247" y="231058"/>
                    <a:pt x="569664" y="209977"/>
                  </a:cubicBezTo>
                  <a:cubicBezTo>
                    <a:pt x="567331" y="190978"/>
                    <a:pt x="561664" y="173063"/>
                    <a:pt x="554665" y="155315"/>
                  </a:cubicBezTo>
                  <a:cubicBezTo>
                    <a:pt x="538000" y="113152"/>
                    <a:pt x="515169" y="77739"/>
                    <a:pt x="479922" y="48658"/>
                  </a:cubicBezTo>
                  <a:cubicBezTo>
                    <a:pt x="448674" y="22827"/>
                    <a:pt x="411928" y="10078"/>
                    <a:pt x="372348" y="3412"/>
                  </a:cubicBezTo>
                  <a:cubicBezTo>
                    <a:pt x="296105" y="-9504"/>
                    <a:pt x="197197" y="14494"/>
                    <a:pt x="142702" y="71239"/>
                  </a:cubicBezTo>
                  <a:cubicBezTo>
                    <a:pt x="141535" y="72406"/>
                    <a:pt x="140952" y="73656"/>
                    <a:pt x="140702" y="74989"/>
                  </a:cubicBezTo>
                  <a:cubicBezTo>
                    <a:pt x="136703" y="75822"/>
                    <a:pt x="132786" y="76822"/>
                    <a:pt x="128787" y="78239"/>
                  </a:cubicBezTo>
                  <a:cubicBezTo>
                    <a:pt x="112288" y="84071"/>
                    <a:pt x="95956" y="91654"/>
                    <a:pt x="81458" y="101570"/>
                  </a:cubicBezTo>
                  <a:cubicBezTo>
                    <a:pt x="53627" y="120568"/>
                    <a:pt x="29296" y="147982"/>
                    <a:pt x="15464" y="178813"/>
                  </a:cubicBezTo>
                  <a:cubicBezTo>
                    <a:pt x="-7784" y="230642"/>
                    <a:pt x="-7618" y="303802"/>
                    <a:pt x="35378" y="345964"/>
                  </a:cubicBezTo>
                  <a:lnTo>
                    <a:pt x="35378" y="345964"/>
                  </a:lnTo>
                  <a:close/>
                  <a:moveTo>
                    <a:pt x="565164" y="259222"/>
                  </a:moveTo>
                  <a:cubicBezTo>
                    <a:pt x="562164" y="250306"/>
                    <a:pt x="556248" y="242390"/>
                    <a:pt x="546499" y="236391"/>
                  </a:cubicBezTo>
                  <a:cubicBezTo>
                    <a:pt x="544333" y="235058"/>
                    <a:pt x="539250" y="232808"/>
                    <a:pt x="538666" y="231891"/>
                  </a:cubicBezTo>
                  <a:cubicBezTo>
                    <a:pt x="539250" y="231725"/>
                    <a:pt x="541666" y="222392"/>
                    <a:pt x="541666" y="223142"/>
                  </a:cubicBezTo>
                  <a:cubicBezTo>
                    <a:pt x="542666" y="216809"/>
                    <a:pt x="541666" y="209477"/>
                    <a:pt x="539750" y="203394"/>
                  </a:cubicBezTo>
                  <a:cubicBezTo>
                    <a:pt x="536000" y="191312"/>
                    <a:pt x="526168" y="180229"/>
                    <a:pt x="514085" y="176230"/>
                  </a:cubicBezTo>
                  <a:cubicBezTo>
                    <a:pt x="507086" y="173897"/>
                    <a:pt x="502253" y="173146"/>
                    <a:pt x="496087" y="170147"/>
                  </a:cubicBezTo>
                  <a:cubicBezTo>
                    <a:pt x="496420" y="169814"/>
                    <a:pt x="496670" y="169397"/>
                    <a:pt x="496837" y="168897"/>
                  </a:cubicBezTo>
                  <a:cubicBezTo>
                    <a:pt x="504586" y="138816"/>
                    <a:pt x="483421" y="99903"/>
                    <a:pt x="448425" y="109902"/>
                  </a:cubicBezTo>
                  <a:cubicBezTo>
                    <a:pt x="455091" y="97237"/>
                    <a:pt x="450758" y="81072"/>
                    <a:pt x="435842" y="74906"/>
                  </a:cubicBezTo>
                  <a:cubicBezTo>
                    <a:pt x="426843" y="71156"/>
                    <a:pt x="415844" y="71239"/>
                    <a:pt x="408012" y="77405"/>
                  </a:cubicBezTo>
                  <a:cubicBezTo>
                    <a:pt x="406595" y="78488"/>
                    <a:pt x="405262" y="79905"/>
                    <a:pt x="403929" y="81571"/>
                  </a:cubicBezTo>
                  <a:cubicBezTo>
                    <a:pt x="404012" y="76489"/>
                    <a:pt x="402929" y="71406"/>
                    <a:pt x="400262" y="66490"/>
                  </a:cubicBezTo>
                  <a:cubicBezTo>
                    <a:pt x="396346" y="59157"/>
                    <a:pt x="387763" y="54157"/>
                    <a:pt x="379431" y="57907"/>
                  </a:cubicBezTo>
                  <a:cubicBezTo>
                    <a:pt x="379181" y="57990"/>
                    <a:pt x="379014" y="58157"/>
                    <a:pt x="378764" y="58240"/>
                  </a:cubicBezTo>
                  <a:cubicBezTo>
                    <a:pt x="375681" y="50908"/>
                    <a:pt x="365765" y="43325"/>
                    <a:pt x="360599" y="42409"/>
                  </a:cubicBezTo>
                  <a:cubicBezTo>
                    <a:pt x="352100" y="40908"/>
                    <a:pt x="346850" y="45325"/>
                    <a:pt x="341851" y="51491"/>
                  </a:cubicBezTo>
                  <a:cubicBezTo>
                    <a:pt x="341101" y="52407"/>
                    <a:pt x="340268" y="53407"/>
                    <a:pt x="339518" y="54407"/>
                  </a:cubicBezTo>
                  <a:cubicBezTo>
                    <a:pt x="335685" y="48241"/>
                    <a:pt x="326602" y="44908"/>
                    <a:pt x="319103" y="43575"/>
                  </a:cubicBezTo>
                  <a:cubicBezTo>
                    <a:pt x="310270" y="42075"/>
                    <a:pt x="303771" y="44992"/>
                    <a:pt x="295438" y="46158"/>
                  </a:cubicBezTo>
                  <a:cubicBezTo>
                    <a:pt x="286356" y="47491"/>
                    <a:pt x="279940" y="41242"/>
                    <a:pt x="271524" y="39659"/>
                  </a:cubicBezTo>
                  <a:cubicBezTo>
                    <a:pt x="264191" y="38242"/>
                    <a:pt x="257358" y="39409"/>
                    <a:pt x="251192" y="43658"/>
                  </a:cubicBezTo>
                  <a:cubicBezTo>
                    <a:pt x="244443" y="48325"/>
                    <a:pt x="242693" y="56907"/>
                    <a:pt x="234944" y="59574"/>
                  </a:cubicBezTo>
                  <a:cubicBezTo>
                    <a:pt x="227361" y="62157"/>
                    <a:pt x="218362" y="63407"/>
                    <a:pt x="216029" y="70739"/>
                  </a:cubicBezTo>
                  <a:cubicBezTo>
                    <a:pt x="202113" y="69656"/>
                    <a:pt x="188031" y="70156"/>
                    <a:pt x="173949" y="72072"/>
                  </a:cubicBezTo>
                  <a:cubicBezTo>
                    <a:pt x="170533" y="72156"/>
                    <a:pt x="167033" y="72239"/>
                    <a:pt x="163700" y="72406"/>
                  </a:cubicBezTo>
                  <a:cubicBezTo>
                    <a:pt x="193948" y="45408"/>
                    <a:pt x="235360" y="28576"/>
                    <a:pt x="274190" y="20494"/>
                  </a:cubicBezTo>
                  <a:cubicBezTo>
                    <a:pt x="320353" y="10828"/>
                    <a:pt x="364515" y="11911"/>
                    <a:pt x="410011" y="23993"/>
                  </a:cubicBezTo>
                  <a:cubicBezTo>
                    <a:pt x="492004" y="45741"/>
                    <a:pt x="553998" y="133234"/>
                    <a:pt x="562498" y="215310"/>
                  </a:cubicBezTo>
                  <a:cubicBezTo>
                    <a:pt x="563664" y="228808"/>
                    <a:pt x="565497" y="244307"/>
                    <a:pt x="565164" y="259222"/>
                  </a:cubicBezTo>
                  <a:lnTo>
                    <a:pt x="565164" y="259222"/>
                  </a:lnTo>
                  <a:close/>
                  <a:moveTo>
                    <a:pt x="488838" y="166314"/>
                  </a:moveTo>
                  <a:cubicBezTo>
                    <a:pt x="482838" y="163231"/>
                    <a:pt x="476339" y="160648"/>
                    <a:pt x="469756" y="159731"/>
                  </a:cubicBezTo>
                  <a:cubicBezTo>
                    <a:pt x="452924" y="157398"/>
                    <a:pt x="444425" y="167147"/>
                    <a:pt x="431926" y="175730"/>
                  </a:cubicBezTo>
                  <a:cubicBezTo>
                    <a:pt x="422927" y="181896"/>
                    <a:pt x="408262" y="181146"/>
                    <a:pt x="397846" y="185812"/>
                  </a:cubicBezTo>
                  <a:cubicBezTo>
                    <a:pt x="391846" y="188479"/>
                    <a:pt x="385014" y="191645"/>
                    <a:pt x="380681" y="196728"/>
                  </a:cubicBezTo>
                  <a:cubicBezTo>
                    <a:pt x="378014" y="199811"/>
                    <a:pt x="375681" y="205310"/>
                    <a:pt x="374348" y="211143"/>
                  </a:cubicBezTo>
                  <a:cubicBezTo>
                    <a:pt x="371682" y="204061"/>
                    <a:pt x="369015" y="196978"/>
                    <a:pt x="366182" y="189895"/>
                  </a:cubicBezTo>
                  <a:cubicBezTo>
                    <a:pt x="389680" y="183146"/>
                    <a:pt x="412844" y="160981"/>
                    <a:pt x="426676" y="141899"/>
                  </a:cubicBezTo>
                  <a:cubicBezTo>
                    <a:pt x="433176" y="132900"/>
                    <a:pt x="435259" y="119901"/>
                    <a:pt x="447591" y="116152"/>
                  </a:cubicBezTo>
                  <a:cubicBezTo>
                    <a:pt x="460423" y="112235"/>
                    <a:pt x="473422" y="120318"/>
                    <a:pt x="479838" y="131150"/>
                  </a:cubicBezTo>
                  <a:cubicBezTo>
                    <a:pt x="486255" y="142066"/>
                    <a:pt x="483755" y="155315"/>
                    <a:pt x="488838" y="166314"/>
                  </a:cubicBezTo>
                  <a:lnTo>
                    <a:pt x="488838" y="166314"/>
                  </a:lnTo>
                  <a:close/>
                  <a:moveTo>
                    <a:pt x="415094" y="105903"/>
                  </a:moveTo>
                  <a:cubicBezTo>
                    <a:pt x="411095" y="102320"/>
                    <a:pt x="407178" y="100403"/>
                    <a:pt x="403345" y="99653"/>
                  </a:cubicBezTo>
                  <a:cubicBezTo>
                    <a:pt x="404928" y="97487"/>
                    <a:pt x="406262" y="95070"/>
                    <a:pt x="407678" y="92654"/>
                  </a:cubicBezTo>
                  <a:cubicBezTo>
                    <a:pt x="409178" y="89987"/>
                    <a:pt x="410511" y="85904"/>
                    <a:pt x="412678" y="83821"/>
                  </a:cubicBezTo>
                  <a:cubicBezTo>
                    <a:pt x="416677" y="80072"/>
                    <a:pt x="423177" y="79738"/>
                    <a:pt x="428176" y="80822"/>
                  </a:cubicBezTo>
                  <a:cubicBezTo>
                    <a:pt x="437759" y="82905"/>
                    <a:pt x="443675" y="89987"/>
                    <a:pt x="443425" y="100070"/>
                  </a:cubicBezTo>
                  <a:cubicBezTo>
                    <a:pt x="443342" y="105236"/>
                    <a:pt x="440925" y="109319"/>
                    <a:pt x="439425" y="114069"/>
                  </a:cubicBezTo>
                  <a:cubicBezTo>
                    <a:pt x="439425" y="114152"/>
                    <a:pt x="439425" y="114152"/>
                    <a:pt x="439425" y="114235"/>
                  </a:cubicBezTo>
                  <a:cubicBezTo>
                    <a:pt x="429593" y="121485"/>
                    <a:pt x="425427" y="134233"/>
                    <a:pt x="416594" y="143483"/>
                  </a:cubicBezTo>
                  <a:cubicBezTo>
                    <a:pt x="422344" y="131650"/>
                    <a:pt x="425677" y="115235"/>
                    <a:pt x="415094" y="105903"/>
                  </a:cubicBezTo>
                  <a:lnTo>
                    <a:pt x="415094" y="105903"/>
                  </a:lnTo>
                  <a:close/>
                  <a:moveTo>
                    <a:pt x="362432" y="180979"/>
                  </a:moveTo>
                  <a:cubicBezTo>
                    <a:pt x="361599" y="179063"/>
                    <a:pt x="360766" y="177063"/>
                    <a:pt x="359849" y="175146"/>
                  </a:cubicBezTo>
                  <a:cubicBezTo>
                    <a:pt x="357349" y="169730"/>
                    <a:pt x="354600" y="164397"/>
                    <a:pt x="351600" y="159148"/>
                  </a:cubicBezTo>
                  <a:cubicBezTo>
                    <a:pt x="353433" y="157981"/>
                    <a:pt x="355100" y="156231"/>
                    <a:pt x="356766" y="154065"/>
                  </a:cubicBezTo>
                  <a:cubicBezTo>
                    <a:pt x="365765" y="142399"/>
                    <a:pt x="372598" y="129484"/>
                    <a:pt x="382930" y="118735"/>
                  </a:cubicBezTo>
                  <a:cubicBezTo>
                    <a:pt x="386264" y="115319"/>
                    <a:pt x="394429" y="107569"/>
                    <a:pt x="400429" y="109486"/>
                  </a:cubicBezTo>
                  <a:cubicBezTo>
                    <a:pt x="406678" y="111485"/>
                    <a:pt x="411345" y="119735"/>
                    <a:pt x="411511" y="125484"/>
                  </a:cubicBezTo>
                  <a:cubicBezTo>
                    <a:pt x="411761" y="135733"/>
                    <a:pt x="403179" y="147649"/>
                    <a:pt x="396763" y="154732"/>
                  </a:cubicBezTo>
                  <a:cubicBezTo>
                    <a:pt x="390846" y="161231"/>
                    <a:pt x="384264" y="166980"/>
                    <a:pt x="377848" y="172980"/>
                  </a:cubicBezTo>
                  <a:cubicBezTo>
                    <a:pt x="372765" y="176063"/>
                    <a:pt x="367599" y="178729"/>
                    <a:pt x="362432" y="180979"/>
                  </a:cubicBezTo>
                  <a:lnTo>
                    <a:pt x="362432" y="180979"/>
                  </a:lnTo>
                  <a:close/>
                  <a:moveTo>
                    <a:pt x="345684" y="149565"/>
                  </a:moveTo>
                  <a:cubicBezTo>
                    <a:pt x="342268" y="144399"/>
                    <a:pt x="338684" y="139400"/>
                    <a:pt x="334768" y="134567"/>
                  </a:cubicBezTo>
                  <a:cubicBezTo>
                    <a:pt x="348434" y="128067"/>
                    <a:pt x="358099" y="116735"/>
                    <a:pt x="365265" y="103070"/>
                  </a:cubicBezTo>
                  <a:cubicBezTo>
                    <a:pt x="369932" y="94237"/>
                    <a:pt x="371181" y="84488"/>
                    <a:pt x="374931" y="75322"/>
                  </a:cubicBezTo>
                  <a:cubicBezTo>
                    <a:pt x="375681" y="72822"/>
                    <a:pt x="376764" y="70489"/>
                    <a:pt x="378181" y="68323"/>
                  </a:cubicBezTo>
                  <a:cubicBezTo>
                    <a:pt x="389763" y="66906"/>
                    <a:pt x="395679" y="70156"/>
                    <a:pt x="395846" y="78072"/>
                  </a:cubicBezTo>
                  <a:cubicBezTo>
                    <a:pt x="397346" y="83155"/>
                    <a:pt x="396929" y="89071"/>
                    <a:pt x="395846" y="94320"/>
                  </a:cubicBezTo>
                  <a:cubicBezTo>
                    <a:pt x="394846" y="96320"/>
                    <a:pt x="394013" y="98153"/>
                    <a:pt x="393263" y="99820"/>
                  </a:cubicBezTo>
                  <a:cubicBezTo>
                    <a:pt x="393179" y="100070"/>
                    <a:pt x="393179" y="100236"/>
                    <a:pt x="393096" y="100486"/>
                  </a:cubicBezTo>
                  <a:cubicBezTo>
                    <a:pt x="375098" y="107069"/>
                    <a:pt x="359599" y="137067"/>
                    <a:pt x="345684" y="149565"/>
                  </a:cubicBezTo>
                  <a:lnTo>
                    <a:pt x="345684" y="149565"/>
                  </a:lnTo>
                  <a:close/>
                  <a:moveTo>
                    <a:pt x="349267" y="61073"/>
                  </a:moveTo>
                  <a:cubicBezTo>
                    <a:pt x="348267" y="60573"/>
                    <a:pt x="347184" y="60240"/>
                    <a:pt x="346184" y="59990"/>
                  </a:cubicBezTo>
                  <a:cubicBezTo>
                    <a:pt x="350017" y="54657"/>
                    <a:pt x="353850" y="49074"/>
                    <a:pt x="360682" y="52907"/>
                  </a:cubicBezTo>
                  <a:cubicBezTo>
                    <a:pt x="365349" y="55574"/>
                    <a:pt x="368932" y="60324"/>
                    <a:pt x="372098" y="64740"/>
                  </a:cubicBezTo>
                  <a:cubicBezTo>
                    <a:pt x="366349" y="73489"/>
                    <a:pt x="364099" y="87238"/>
                    <a:pt x="360682" y="94570"/>
                  </a:cubicBezTo>
                  <a:cubicBezTo>
                    <a:pt x="357183" y="101903"/>
                    <a:pt x="352017" y="109402"/>
                    <a:pt x="345934" y="115235"/>
                  </a:cubicBezTo>
                  <a:cubicBezTo>
                    <a:pt x="357516" y="96487"/>
                    <a:pt x="367932" y="70572"/>
                    <a:pt x="349267" y="61073"/>
                  </a:cubicBezTo>
                  <a:lnTo>
                    <a:pt x="349267" y="61073"/>
                  </a:lnTo>
                  <a:close/>
                  <a:moveTo>
                    <a:pt x="328685" y="127401"/>
                  </a:moveTo>
                  <a:cubicBezTo>
                    <a:pt x="324436" y="122651"/>
                    <a:pt x="320019" y="118152"/>
                    <a:pt x="315270" y="113819"/>
                  </a:cubicBezTo>
                  <a:cubicBezTo>
                    <a:pt x="316186" y="111902"/>
                    <a:pt x="316770" y="109736"/>
                    <a:pt x="317520" y="107319"/>
                  </a:cubicBezTo>
                  <a:cubicBezTo>
                    <a:pt x="320269" y="97987"/>
                    <a:pt x="322936" y="87488"/>
                    <a:pt x="328019" y="79155"/>
                  </a:cubicBezTo>
                  <a:cubicBezTo>
                    <a:pt x="330435" y="74906"/>
                    <a:pt x="333685" y="71406"/>
                    <a:pt x="337768" y="68739"/>
                  </a:cubicBezTo>
                  <a:cubicBezTo>
                    <a:pt x="348600" y="71489"/>
                    <a:pt x="352517" y="77155"/>
                    <a:pt x="349433" y="85571"/>
                  </a:cubicBezTo>
                  <a:cubicBezTo>
                    <a:pt x="348684" y="89488"/>
                    <a:pt x="347350" y="93320"/>
                    <a:pt x="346017" y="96987"/>
                  </a:cubicBezTo>
                  <a:cubicBezTo>
                    <a:pt x="342517" y="106403"/>
                    <a:pt x="337935" y="115902"/>
                    <a:pt x="332602" y="124568"/>
                  </a:cubicBezTo>
                  <a:cubicBezTo>
                    <a:pt x="331352" y="125568"/>
                    <a:pt x="330019" y="126484"/>
                    <a:pt x="328685" y="127401"/>
                  </a:cubicBezTo>
                  <a:lnTo>
                    <a:pt x="328685" y="127401"/>
                  </a:lnTo>
                  <a:close/>
                  <a:moveTo>
                    <a:pt x="307354" y="107069"/>
                  </a:moveTo>
                  <a:cubicBezTo>
                    <a:pt x="304104" y="104403"/>
                    <a:pt x="300771" y="101903"/>
                    <a:pt x="297355" y="99486"/>
                  </a:cubicBezTo>
                  <a:cubicBezTo>
                    <a:pt x="276107" y="84821"/>
                    <a:pt x="253609" y="76239"/>
                    <a:pt x="230528" y="72406"/>
                  </a:cubicBezTo>
                  <a:cubicBezTo>
                    <a:pt x="236110" y="70739"/>
                    <a:pt x="243526" y="71739"/>
                    <a:pt x="248276" y="68239"/>
                  </a:cubicBezTo>
                  <a:cubicBezTo>
                    <a:pt x="256525" y="62323"/>
                    <a:pt x="260858" y="51658"/>
                    <a:pt x="273107" y="54741"/>
                  </a:cubicBezTo>
                  <a:cubicBezTo>
                    <a:pt x="280356" y="56574"/>
                    <a:pt x="284856" y="59740"/>
                    <a:pt x="292439" y="58324"/>
                  </a:cubicBezTo>
                  <a:cubicBezTo>
                    <a:pt x="298021" y="57324"/>
                    <a:pt x="302771" y="53824"/>
                    <a:pt x="308687" y="53074"/>
                  </a:cubicBezTo>
                  <a:cubicBezTo>
                    <a:pt x="315937" y="52157"/>
                    <a:pt x="331352" y="53241"/>
                    <a:pt x="335018" y="61990"/>
                  </a:cubicBezTo>
                  <a:cubicBezTo>
                    <a:pt x="330769" y="64573"/>
                    <a:pt x="326935" y="68739"/>
                    <a:pt x="324019" y="72489"/>
                  </a:cubicBezTo>
                  <a:cubicBezTo>
                    <a:pt x="319269" y="78488"/>
                    <a:pt x="316020" y="84988"/>
                    <a:pt x="312937" y="91987"/>
                  </a:cubicBezTo>
                  <a:cubicBezTo>
                    <a:pt x="311270" y="96154"/>
                    <a:pt x="309687" y="102236"/>
                    <a:pt x="307354" y="107069"/>
                  </a:cubicBezTo>
                  <a:lnTo>
                    <a:pt x="307354" y="107069"/>
                  </a:lnTo>
                  <a:close/>
                  <a:moveTo>
                    <a:pt x="412761" y="285803"/>
                  </a:moveTo>
                  <a:cubicBezTo>
                    <a:pt x="398929" y="269138"/>
                    <a:pt x="390013" y="250723"/>
                    <a:pt x="382264" y="231558"/>
                  </a:cubicBezTo>
                  <a:cubicBezTo>
                    <a:pt x="385597" y="231141"/>
                    <a:pt x="388513" y="228225"/>
                    <a:pt x="387680" y="223809"/>
                  </a:cubicBezTo>
                  <a:cubicBezTo>
                    <a:pt x="385347" y="212060"/>
                    <a:pt x="392763" y="199394"/>
                    <a:pt x="402429" y="193811"/>
                  </a:cubicBezTo>
                  <a:cubicBezTo>
                    <a:pt x="411011" y="188812"/>
                    <a:pt x="418011" y="190728"/>
                    <a:pt x="427010" y="188812"/>
                  </a:cubicBezTo>
                  <a:cubicBezTo>
                    <a:pt x="432259" y="187645"/>
                    <a:pt x="437259" y="184562"/>
                    <a:pt x="441758" y="181812"/>
                  </a:cubicBezTo>
                  <a:cubicBezTo>
                    <a:pt x="449758" y="176813"/>
                    <a:pt x="456174" y="172063"/>
                    <a:pt x="466590" y="173647"/>
                  </a:cubicBezTo>
                  <a:cubicBezTo>
                    <a:pt x="474589" y="174897"/>
                    <a:pt x="480838" y="180396"/>
                    <a:pt x="487254" y="184645"/>
                  </a:cubicBezTo>
                  <a:cubicBezTo>
                    <a:pt x="495004" y="189812"/>
                    <a:pt x="500753" y="189229"/>
                    <a:pt x="509502" y="191562"/>
                  </a:cubicBezTo>
                  <a:cubicBezTo>
                    <a:pt x="526584" y="196144"/>
                    <a:pt x="529417" y="212810"/>
                    <a:pt x="529417" y="227642"/>
                  </a:cubicBezTo>
                  <a:cubicBezTo>
                    <a:pt x="529417" y="233558"/>
                    <a:pt x="528501" y="234724"/>
                    <a:pt x="533167" y="239224"/>
                  </a:cubicBezTo>
                  <a:cubicBezTo>
                    <a:pt x="538416" y="244307"/>
                    <a:pt x="545832" y="246057"/>
                    <a:pt x="550915" y="251973"/>
                  </a:cubicBezTo>
                  <a:cubicBezTo>
                    <a:pt x="557331" y="259472"/>
                    <a:pt x="559498" y="268305"/>
                    <a:pt x="559248" y="277971"/>
                  </a:cubicBezTo>
                  <a:cubicBezTo>
                    <a:pt x="558998" y="285636"/>
                    <a:pt x="556581" y="292803"/>
                    <a:pt x="554415" y="299968"/>
                  </a:cubicBezTo>
                  <a:cubicBezTo>
                    <a:pt x="548499" y="308468"/>
                    <a:pt x="539666" y="315134"/>
                    <a:pt x="526667" y="318550"/>
                  </a:cubicBezTo>
                  <a:cubicBezTo>
                    <a:pt x="484588" y="329799"/>
                    <a:pt x="440925" y="319717"/>
                    <a:pt x="412761" y="285803"/>
                  </a:cubicBezTo>
                  <a:lnTo>
                    <a:pt x="412761" y="285803"/>
                  </a:lnTo>
                  <a:close/>
                  <a:moveTo>
                    <a:pt x="40295" y="169814"/>
                  </a:moveTo>
                  <a:cubicBezTo>
                    <a:pt x="66542" y="126067"/>
                    <a:pt x="111788" y="95737"/>
                    <a:pt x="160950" y="82988"/>
                  </a:cubicBezTo>
                  <a:cubicBezTo>
                    <a:pt x="190281" y="78822"/>
                    <a:pt x="220195" y="80155"/>
                    <a:pt x="247609" y="90571"/>
                  </a:cubicBezTo>
                  <a:cubicBezTo>
                    <a:pt x="292939" y="107902"/>
                    <a:pt x="328185" y="140733"/>
                    <a:pt x="347350" y="185562"/>
                  </a:cubicBezTo>
                  <a:cubicBezTo>
                    <a:pt x="356766" y="207810"/>
                    <a:pt x="363182" y="231308"/>
                    <a:pt x="372681" y="253473"/>
                  </a:cubicBezTo>
                  <a:cubicBezTo>
                    <a:pt x="380097" y="271054"/>
                    <a:pt x="391763" y="287719"/>
                    <a:pt x="404345" y="302052"/>
                  </a:cubicBezTo>
                  <a:cubicBezTo>
                    <a:pt x="430926" y="332299"/>
                    <a:pt x="470589" y="343298"/>
                    <a:pt x="510002" y="338632"/>
                  </a:cubicBezTo>
                  <a:cubicBezTo>
                    <a:pt x="510669" y="338548"/>
                    <a:pt x="511336" y="338465"/>
                    <a:pt x="512002" y="338298"/>
                  </a:cubicBezTo>
                  <a:cubicBezTo>
                    <a:pt x="507836" y="340132"/>
                    <a:pt x="503586" y="341798"/>
                    <a:pt x="499420" y="343215"/>
                  </a:cubicBezTo>
                  <a:cubicBezTo>
                    <a:pt x="467340" y="353880"/>
                    <a:pt x="432343" y="360213"/>
                    <a:pt x="398846" y="364962"/>
                  </a:cubicBezTo>
                  <a:cubicBezTo>
                    <a:pt x="339101" y="373545"/>
                    <a:pt x="278523" y="377461"/>
                    <a:pt x="218195" y="377712"/>
                  </a:cubicBezTo>
                  <a:cubicBezTo>
                    <a:pt x="160617" y="377961"/>
                    <a:pt x="97789" y="377795"/>
                    <a:pt x="52377" y="336382"/>
                  </a:cubicBezTo>
                  <a:cubicBezTo>
                    <a:pt x="7881" y="295636"/>
                    <a:pt x="11297" y="217976"/>
                    <a:pt x="40295" y="169814"/>
                  </a:cubicBezTo>
                  <a:lnTo>
                    <a:pt x="40295" y="169814"/>
                  </a:lnTo>
                  <a:close/>
                </a:path>
              </a:pathLst>
            </a:custGeom>
            <a:grpFill/>
            <a:ln w="8332" cap="flat">
              <a:noFill/>
              <a:prstDash val="solid"/>
              <a:miter/>
            </a:ln>
          </p:spPr>
          <p:txBody>
            <a:bodyPr rtlCol="0" anchor="ctr"/>
            <a:lstStyle/>
            <a:p>
              <a:endParaRPr lang="en-US"/>
            </a:p>
          </p:txBody>
        </p:sp>
        <p:sp>
          <p:nvSpPr>
            <p:cNvPr id="1634" name="Freeform: Shape 1633"/>
            <p:cNvSpPr/>
            <p:nvPr/>
          </p:nvSpPr>
          <p:spPr>
            <a:xfrm>
              <a:off x="392989" y="3612240"/>
              <a:ext cx="177906" cy="226583"/>
            </a:xfrm>
            <a:custGeom>
              <a:avLst/>
              <a:gdLst>
                <a:gd name="connsiteX0" fmla="*/ 3247 w 177906"/>
                <a:gd name="connsiteY0" fmla="*/ 194 h 226583"/>
                <a:gd name="connsiteX1" fmla="*/ 99905 w 177906"/>
                <a:gd name="connsiteY1" fmla="*/ 96852 h 226583"/>
                <a:gd name="connsiteX2" fmla="*/ 128902 w 177906"/>
                <a:gd name="connsiteY2" fmla="*/ 163763 h 226583"/>
                <a:gd name="connsiteX3" fmla="*/ 177731 w 177906"/>
                <a:gd name="connsiteY3" fmla="*/ 225591 h 226583"/>
                <a:gd name="connsiteX4" fmla="*/ 176981 w 177906"/>
                <a:gd name="connsiteY4" fmla="*/ 226507 h 226583"/>
                <a:gd name="connsiteX5" fmla="*/ 98405 w 177906"/>
                <a:gd name="connsiteY5" fmla="*/ 125600 h 226583"/>
                <a:gd name="connsiteX6" fmla="*/ 1164 w 177906"/>
                <a:gd name="connsiteY6" fmla="*/ 4777 h 226583"/>
                <a:gd name="connsiteX7" fmla="*/ 3247 w 177906"/>
                <a:gd name="connsiteY7" fmla="*/ 194 h 226583"/>
                <a:gd name="connsiteX8" fmla="*/ 3247 w 177906"/>
                <a:gd name="connsiteY8" fmla="*/ 194 h 226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7906" h="226583">
                  <a:moveTo>
                    <a:pt x="3247" y="194"/>
                  </a:moveTo>
                  <a:cubicBezTo>
                    <a:pt x="47743" y="19609"/>
                    <a:pt x="81573" y="51690"/>
                    <a:pt x="99905" y="96852"/>
                  </a:cubicBezTo>
                  <a:cubicBezTo>
                    <a:pt x="109154" y="119683"/>
                    <a:pt x="117320" y="142015"/>
                    <a:pt x="128902" y="163763"/>
                  </a:cubicBezTo>
                  <a:cubicBezTo>
                    <a:pt x="141651" y="187761"/>
                    <a:pt x="156900" y="208009"/>
                    <a:pt x="177731" y="225591"/>
                  </a:cubicBezTo>
                  <a:cubicBezTo>
                    <a:pt x="178231" y="226007"/>
                    <a:pt x="177565" y="226840"/>
                    <a:pt x="176981" y="226507"/>
                  </a:cubicBezTo>
                  <a:cubicBezTo>
                    <a:pt x="140818" y="202009"/>
                    <a:pt x="112904" y="166929"/>
                    <a:pt x="98405" y="125600"/>
                  </a:cubicBezTo>
                  <a:cubicBezTo>
                    <a:pt x="79990" y="72938"/>
                    <a:pt x="52659" y="30025"/>
                    <a:pt x="1164" y="4777"/>
                  </a:cubicBezTo>
                  <a:cubicBezTo>
                    <a:pt x="-1336" y="3444"/>
                    <a:pt x="581" y="-972"/>
                    <a:pt x="3247" y="194"/>
                  </a:cubicBezTo>
                  <a:lnTo>
                    <a:pt x="3247" y="194"/>
                  </a:lnTo>
                  <a:close/>
                </a:path>
              </a:pathLst>
            </a:custGeom>
            <a:grpFill/>
            <a:ln w="8332" cap="flat">
              <a:noFill/>
              <a:prstDash val="solid"/>
              <a:miter/>
            </a:ln>
          </p:spPr>
          <p:txBody>
            <a:bodyPr rtlCol="0" anchor="ctr"/>
            <a:lstStyle/>
            <a:p>
              <a:endParaRPr lang="en-US"/>
            </a:p>
          </p:txBody>
        </p:sp>
        <p:sp>
          <p:nvSpPr>
            <p:cNvPr id="1635" name="Freeform: Shape 1634"/>
            <p:cNvSpPr/>
            <p:nvPr/>
          </p:nvSpPr>
          <p:spPr>
            <a:xfrm>
              <a:off x="463784" y="3531003"/>
              <a:ext cx="234499" cy="148780"/>
            </a:xfrm>
            <a:custGeom>
              <a:avLst/>
              <a:gdLst>
                <a:gd name="connsiteX0" fmla="*/ 1945 w 234499"/>
                <a:gd name="connsiteY0" fmla="*/ 2272 h 148780"/>
                <a:gd name="connsiteX1" fmla="*/ 139516 w 234499"/>
                <a:gd name="connsiteY1" fmla="*/ 31269 h 148780"/>
                <a:gd name="connsiteX2" fmla="*/ 197844 w 234499"/>
                <a:gd name="connsiteY2" fmla="*/ 81431 h 148780"/>
                <a:gd name="connsiteX3" fmla="*/ 222259 w 234499"/>
                <a:gd name="connsiteY3" fmla="*/ 112928 h 148780"/>
                <a:gd name="connsiteX4" fmla="*/ 234424 w 234499"/>
                <a:gd name="connsiteY4" fmla="*/ 146925 h 148780"/>
                <a:gd name="connsiteX5" fmla="*/ 231341 w 234499"/>
                <a:gd name="connsiteY5" fmla="*/ 147675 h 148780"/>
                <a:gd name="connsiteX6" fmla="*/ 2529 w 234499"/>
                <a:gd name="connsiteY6" fmla="*/ 7438 h 148780"/>
                <a:gd name="connsiteX7" fmla="*/ 1945 w 234499"/>
                <a:gd name="connsiteY7" fmla="*/ 2272 h 148780"/>
                <a:gd name="connsiteX8" fmla="*/ 1945 w 234499"/>
                <a:gd name="connsiteY8" fmla="*/ 2272 h 14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4499" h="148780">
                  <a:moveTo>
                    <a:pt x="1945" y="2272"/>
                  </a:moveTo>
                  <a:cubicBezTo>
                    <a:pt x="49108" y="-5394"/>
                    <a:pt x="98603" y="6855"/>
                    <a:pt x="139516" y="31269"/>
                  </a:cubicBezTo>
                  <a:cubicBezTo>
                    <a:pt x="161431" y="44351"/>
                    <a:pt x="180846" y="62516"/>
                    <a:pt x="197844" y="81431"/>
                  </a:cubicBezTo>
                  <a:cubicBezTo>
                    <a:pt x="206760" y="91347"/>
                    <a:pt x="215426" y="101430"/>
                    <a:pt x="222259" y="112928"/>
                  </a:cubicBezTo>
                  <a:cubicBezTo>
                    <a:pt x="228675" y="123761"/>
                    <a:pt x="231008" y="134927"/>
                    <a:pt x="234424" y="146925"/>
                  </a:cubicBezTo>
                  <a:cubicBezTo>
                    <a:pt x="235008" y="148925"/>
                    <a:pt x="232008" y="149509"/>
                    <a:pt x="231341" y="147675"/>
                  </a:cubicBezTo>
                  <a:cubicBezTo>
                    <a:pt x="198844" y="61100"/>
                    <a:pt x="93021" y="1939"/>
                    <a:pt x="2529" y="7438"/>
                  </a:cubicBezTo>
                  <a:cubicBezTo>
                    <a:pt x="-471" y="7521"/>
                    <a:pt x="-971" y="2689"/>
                    <a:pt x="1945" y="2272"/>
                  </a:cubicBezTo>
                  <a:lnTo>
                    <a:pt x="1945" y="2272"/>
                  </a:lnTo>
                  <a:close/>
                </a:path>
              </a:pathLst>
            </a:custGeom>
            <a:grpFill/>
            <a:ln w="8332" cap="flat">
              <a:noFill/>
              <a:prstDash val="solid"/>
              <a:miter/>
            </a:ln>
          </p:spPr>
          <p:txBody>
            <a:bodyPr rtlCol="0" anchor="ctr"/>
            <a:lstStyle/>
            <a:p>
              <a:endParaRPr lang="en-US"/>
            </a:p>
          </p:txBody>
        </p:sp>
        <p:sp>
          <p:nvSpPr>
            <p:cNvPr id="1636" name="Freeform: Shape 1635"/>
            <p:cNvSpPr/>
            <p:nvPr/>
          </p:nvSpPr>
          <p:spPr>
            <a:xfrm>
              <a:off x="602638" y="3712170"/>
              <a:ext cx="93666" cy="103317"/>
            </a:xfrm>
            <a:custGeom>
              <a:avLst/>
              <a:gdLst>
                <a:gd name="connsiteX0" fmla="*/ 995 w 93666"/>
                <a:gd name="connsiteY0" fmla="*/ 6505 h 103317"/>
                <a:gd name="connsiteX1" fmla="*/ 47241 w 93666"/>
                <a:gd name="connsiteY1" fmla="*/ 11088 h 103317"/>
                <a:gd name="connsiteX2" fmla="*/ 59574 w 93666"/>
                <a:gd name="connsiteY2" fmla="*/ 29919 h 103317"/>
                <a:gd name="connsiteX3" fmla="*/ 59907 w 93666"/>
                <a:gd name="connsiteY3" fmla="*/ 39918 h 103317"/>
                <a:gd name="connsiteX4" fmla="*/ 58157 w 93666"/>
                <a:gd name="connsiteY4" fmla="*/ 46168 h 103317"/>
                <a:gd name="connsiteX5" fmla="*/ 60490 w 93666"/>
                <a:gd name="connsiteY5" fmla="*/ 47001 h 103317"/>
                <a:gd name="connsiteX6" fmla="*/ 85988 w 93666"/>
                <a:gd name="connsiteY6" fmla="*/ 60500 h 103317"/>
                <a:gd name="connsiteX7" fmla="*/ 93654 w 93666"/>
                <a:gd name="connsiteY7" fmla="*/ 81165 h 103317"/>
                <a:gd name="connsiteX8" fmla="*/ 62240 w 93666"/>
                <a:gd name="connsiteY8" fmla="*/ 101913 h 103317"/>
                <a:gd name="connsiteX9" fmla="*/ 63406 w 93666"/>
                <a:gd name="connsiteY9" fmla="*/ 94913 h 103317"/>
                <a:gd name="connsiteX10" fmla="*/ 81322 w 93666"/>
                <a:gd name="connsiteY10" fmla="*/ 69249 h 103317"/>
                <a:gd name="connsiteX11" fmla="*/ 60740 w 93666"/>
                <a:gd name="connsiteY11" fmla="*/ 55500 h 103317"/>
                <a:gd name="connsiteX12" fmla="*/ 48325 w 93666"/>
                <a:gd name="connsiteY12" fmla="*/ 49251 h 103317"/>
                <a:gd name="connsiteX13" fmla="*/ 49074 w 93666"/>
                <a:gd name="connsiteY13" fmla="*/ 45084 h 103317"/>
                <a:gd name="connsiteX14" fmla="*/ 47241 w 93666"/>
                <a:gd name="connsiteY14" fmla="*/ 22170 h 103317"/>
                <a:gd name="connsiteX15" fmla="*/ 3245 w 93666"/>
                <a:gd name="connsiteY15" fmla="*/ 10088 h 103317"/>
                <a:gd name="connsiteX16" fmla="*/ 995 w 93666"/>
                <a:gd name="connsiteY16" fmla="*/ 6505 h 103317"/>
                <a:gd name="connsiteX17" fmla="*/ 995 w 93666"/>
                <a:gd name="connsiteY17" fmla="*/ 6505 h 1033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3666" h="103317">
                  <a:moveTo>
                    <a:pt x="995" y="6505"/>
                  </a:moveTo>
                  <a:cubicBezTo>
                    <a:pt x="17411" y="-3661"/>
                    <a:pt x="32326" y="-1745"/>
                    <a:pt x="47241" y="11088"/>
                  </a:cubicBezTo>
                  <a:cubicBezTo>
                    <a:pt x="52991" y="16004"/>
                    <a:pt x="57907" y="22337"/>
                    <a:pt x="59574" y="29919"/>
                  </a:cubicBezTo>
                  <a:cubicBezTo>
                    <a:pt x="60323" y="33335"/>
                    <a:pt x="60407" y="36418"/>
                    <a:pt x="59907" y="39918"/>
                  </a:cubicBezTo>
                  <a:cubicBezTo>
                    <a:pt x="59490" y="42085"/>
                    <a:pt x="58907" y="44168"/>
                    <a:pt x="58157" y="46168"/>
                  </a:cubicBezTo>
                  <a:cubicBezTo>
                    <a:pt x="58657" y="45834"/>
                    <a:pt x="59407" y="46168"/>
                    <a:pt x="60490" y="47001"/>
                  </a:cubicBezTo>
                  <a:cubicBezTo>
                    <a:pt x="68989" y="52001"/>
                    <a:pt x="78822" y="52667"/>
                    <a:pt x="85988" y="60500"/>
                  </a:cubicBezTo>
                  <a:cubicBezTo>
                    <a:pt x="91154" y="66166"/>
                    <a:pt x="93487" y="73582"/>
                    <a:pt x="93654" y="81165"/>
                  </a:cubicBezTo>
                  <a:cubicBezTo>
                    <a:pt x="94154" y="101496"/>
                    <a:pt x="79322" y="106079"/>
                    <a:pt x="62240" y="101913"/>
                  </a:cubicBezTo>
                  <a:cubicBezTo>
                    <a:pt x="58324" y="100996"/>
                    <a:pt x="59323" y="94580"/>
                    <a:pt x="63406" y="94913"/>
                  </a:cubicBezTo>
                  <a:cubicBezTo>
                    <a:pt x="79238" y="96163"/>
                    <a:pt x="88821" y="82498"/>
                    <a:pt x="81322" y="69249"/>
                  </a:cubicBezTo>
                  <a:cubicBezTo>
                    <a:pt x="77822" y="63083"/>
                    <a:pt x="67406" y="57500"/>
                    <a:pt x="60740" y="55500"/>
                  </a:cubicBezTo>
                  <a:cubicBezTo>
                    <a:pt x="55407" y="53917"/>
                    <a:pt x="50074" y="55334"/>
                    <a:pt x="48325" y="49251"/>
                  </a:cubicBezTo>
                  <a:cubicBezTo>
                    <a:pt x="47825" y="47584"/>
                    <a:pt x="48991" y="46584"/>
                    <a:pt x="49074" y="45084"/>
                  </a:cubicBezTo>
                  <a:cubicBezTo>
                    <a:pt x="49324" y="36335"/>
                    <a:pt x="52824" y="30919"/>
                    <a:pt x="47241" y="22170"/>
                  </a:cubicBezTo>
                  <a:cubicBezTo>
                    <a:pt x="37242" y="6505"/>
                    <a:pt x="19410" y="1172"/>
                    <a:pt x="3245" y="10088"/>
                  </a:cubicBezTo>
                  <a:cubicBezTo>
                    <a:pt x="662" y="11421"/>
                    <a:pt x="-1254" y="7921"/>
                    <a:pt x="995" y="6505"/>
                  </a:cubicBezTo>
                  <a:lnTo>
                    <a:pt x="995" y="6505"/>
                  </a:lnTo>
                  <a:close/>
                </a:path>
              </a:pathLst>
            </a:custGeom>
            <a:grpFill/>
            <a:ln w="8332" cap="flat">
              <a:noFill/>
              <a:prstDash val="solid"/>
              <a:miter/>
            </a:ln>
          </p:spPr>
          <p:txBody>
            <a:bodyPr rtlCol="0" anchor="ctr"/>
            <a:lstStyle/>
            <a:p>
              <a:endParaRPr lang="en-US"/>
            </a:p>
          </p:txBody>
        </p:sp>
        <p:sp>
          <p:nvSpPr>
            <p:cNvPr id="1637" name="Freeform: Shape 1636"/>
            <p:cNvSpPr/>
            <p:nvPr/>
          </p:nvSpPr>
          <p:spPr>
            <a:xfrm>
              <a:off x="618576" y="3757270"/>
              <a:ext cx="28190" cy="37937"/>
            </a:xfrm>
            <a:custGeom>
              <a:avLst/>
              <a:gdLst>
                <a:gd name="connsiteX0" fmla="*/ 3056 w 28190"/>
                <a:gd name="connsiteY0" fmla="*/ 29398 h 37937"/>
                <a:gd name="connsiteX1" fmla="*/ 18138 w 28190"/>
                <a:gd name="connsiteY1" fmla="*/ 24066 h 37937"/>
                <a:gd name="connsiteX2" fmla="*/ 13222 w 28190"/>
                <a:gd name="connsiteY2" fmla="*/ 12150 h 37937"/>
                <a:gd name="connsiteX3" fmla="*/ 3556 w 28190"/>
                <a:gd name="connsiteY3" fmla="*/ 3151 h 37937"/>
                <a:gd name="connsiteX4" fmla="*/ 5806 w 28190"/>
                <a:gd name="connsiteY4" fmla="*/ 318 h 37937"/>
                <a:gd name="connsiteX5" fmla="*/ 27720 w 28190"/>
                <a:gd name="connsiteY5" fmla="*/ 27649 h 37937"/>
                <a:gd name="connsiteX6" fmla="*/ 2889 w 28190"/>
                <a:gd name="connsiteY6" fmla="*/ 37231 h 37937"/>
                <a:gd name="connsiteX7" fmla="*/ 3056 w 28190"/>
                <a:gd name="connsiteY7" fmla="*/ 29398 h 37937"/>
                <a:gd name="connsiteX8" fmla="*/ 3056 w 28190"/>
                <a:gd name="connsiteY8" fmla="*/ 29398 h 37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190" h="37937">
                  <a:moveTo>
                    <a:pt x="3056" y="29398"/>
                  </a:moveTo>
                  <a:cubicBezTo>
                    <a:pt x="6972" y="28649"/>
                    <a:pt x="16055" y="27982"/>
                    <a:pt x="18138" y="24066"/>
                  </a:cubicBezTo>
                  <a:cubicBezTo>
                    <a:pt x="19971" y="20483"/>
                    <a:pt x="15305" y="14733"/>
                    <a:pt x="13222" y="12150"/>
                  </a:cubicBezTo>
                  <a:cubicBezTo>
                    <a:pt x="10388" y="8734"/>
                    <a:pt x="6889" y="6067"/>
                    <a:pt x="3556" y="3151"/>
                  </a:cubicBezTo>
                  <a:cubicBezTo>
                    <a:pt x="1973" y="1818"/>
                    <a:pt x="4139" y="-932"/>
                    <a:pt x="5806" y="318"/>
                  </a:cubicBezTo>
                  <a:cubicBezTo>
                    <a:pt x="13472" y="6067"/>
                    <a:pt x="31303" y="15650"/>
                    <a:pt x="27720" y="27649"/>
                  </a:cubicBezTo>
                  <a:cubicBezTo>
                    <a:pt x="24554" y="38314"/>
                    <a:pt x="11888" y="38898"/>
                    <a:pt x="2889" y="37231"/>
                  </a:cubicBezTo>
                  <a:cubicBezTo>
                    <a:pt x="-1194" y="36565"/>
                    <a:pt x="-777" y="30148"/>
                    <a:pt x="3056" y="29398"/>
                  </a:cubicBezTo>
                  <a:lnTo>
                    <a:pt x="3056" y="29398"/>
                  </a:lnTo>
                  <a:close/>
                </a:path>
              </a:pathLst>
            </a:custGeom>
            <a:grpFill/>
            <a:ln w="8332" cap="flat">
              <a:noFill/>
              <a:prstDash val="solid"/>
              <a:miter/>
            </a:ln>
          </p:spPr>
          <p:txBody>
            <a:bodyPr rtlCol="0" anchor="ctr"/>
            <a:lstStyle/>
            <a:p>
              <a:endParaRPr lang="en-US"/>
            </a:p>
          </p:txBody>
        </p:sp>
        <p:sp>
          <p:nvSpPr>
            <p:cNvPr id="1638" name="Freeform: Shape 1637"/>
            <p:cNvSpPr/>
            <p:nvPr/>
          </p:nvSpPr>
          <p:spPr>
            <a:xfrm>
              <a:off x="583681" y="3728114"/>
              <a:ext cx="21304" cy="36868"/>
            </a:xfrm>
            <a:custGeom>
              <a:avLst/>
              <a:gdLst>
                <a:gd name="connsiteX0" fmla="*/ 1954 w 21304"/>
                <a:gd name="connsiteY0" fmla="*/ 29224 h 36868"/>
                <a:gd name="connsiteX1" fmla="*/ 11703 w 21304"/>
                <a:gd name="connsiteY1" fmla="*/ 20308 h 36868"/>
                <a:gd name="connsiteX2" fmla="*/ 4037 w 21304"/>
                <a:gd name="connsiteY2" fmla="*/ 4476 h 36868"/>
                <a:gd name="connsiteX3" fmla="*/ 8787 w 21304"/>
                <a:gd name="connsiteY3" fmla="*/ 893 h 36868"/>
                <a:gd name="connsiteX4" fmla="*/ 21202 w 21304"/>
                <a:gd name="connsiteY4" fmla="*/ 23724 h 36868"/>
                <a:gd name="connsiteX5" fmla="*/ 4954 w 21304"/>
                <a:gd name="connsiteY5" fmla="*/ 36723 h 36868"/>
                <a:gd name="connsiteX6" fmla="*/ 1954 w 21304"/>
                <a:gd name="connsiteY6" fmla="*/ 29224 h 36868"/>
                <a:gd name="connsiteX7" fmla="*/ 1954 w 21304"/>
                <a:gd name="connsiteY7" fmla="*/ 29224 h 36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304" h="36868">
                  <a:moveTo>
                    <a:pt x="1954" y="29224"/>
                  </a:moveTo>
                  <a:cubicBezTo>
                    <a:pt x="5454" y="26807"/>
                    <a:pt x="11120" y="25141"/>
                    <a:pt x="11703" y="20308"/>
                  </a:cubicBezTo>
                  <a:cubicBezTo>
                    <a:pt x="12370" y="14642"/>
                    <a:pt x="6870" y="8892"/>
                    <a:pt x="4037" y="4476"/>
                  </a:cubicBezTo>
                  <a:cubicBezTo>
                    <a:pt x="2204" y="1643"/>
                    <a:pt x="6537" y="-1607"/>
                    <a:pt x="8787" y="893"/>
                  </a:cubicBezTo>
                  <a:cubicBezTo>
                    <a:pt x="14536" y="7309"/>
                    <a:pt x="22286" y="14142"/>
                    <a:pt x="21202" y="23724"/>
                  </a:cubicBezTo>
                  <a:cubicBezTo>
                    <a:pt x="20203" y="32307"/>
                    <a:pt x="12203" y="34973"/>
                    <a:pt x="4954" y="36723"/>
                  </a:cubicBezTo>
                  <a:cubicBezTo>
                    <a:pt x="204" y="37890"/>
                    <a:pt x="-1795" y="31724"/>
                    <a:pt x="1954" y="29224"/>
                  </a:cubicBezTo>
                  <a:lnTo>
                    <a:pt x="1954" y="29224"/>
                  </a:lnTo>
                  <a:close/>
                </a:path>
              </a:pathLst>
            </a:custGeom>
            <a:grpFill/>
            <a:ln w="8332" cap="flat">
              <a:noFill/>
              <a:prstDash val="solid"/>
              <a:miter/>
            </a:ln>
          </p:spPr>
          <p:txBody>
            <a:bodyPr rtlCol="0" anchor="ctr"/>
            <a:lstStyle/>
            <a:p>
              <a:endParaRPr lang="en-US"/>
            </a:p>
          </p:txBody>
        </p:sp>
        <p:sp>
          <p:nvSpPr>
            <p:cNvPr id="1639" name="Freeform: Shape 1638"/>
            <p:cNvSpPr/>
            <p:nvPr/>
          </p:nvSpPr>
          <p:spPr>
            <a:xfrm>
              <a:off x="946332" y="2395553"/>
              <a:ext cx="447125" cy="577230"/>
            </a:xfrm>
            <a:custGeom>
              <a:avLst/>
              <a:gdLst>
                <a:gd name="connsiteX0" fmla="*/ 30602 w 447125"/>
                <a:gd name="connsiteY0" fmla="*/ 438202 h 577230"/>
                <a:gd name="connsiteX1" fmla="*/ 61932 w 447125"/>
                <a:gd name="connsiteY1" fmla="*/ 511028 h 577230"/>
                <a:gd name="connsiteX2" fmla="*/ 130759 w 447125"/>
                <a:gd name="connsiteY2" fmla="*/ 533443 h 577230"/>
                <a:gd name="connsiteX3" fmla="*/ 131509 w 447125"/>
                <a:gd name="connsiteY3" fmla="*/ 533276 h 577230"/>
                <a:gd name="connsiteX4" fmla="*/ 143175 w 447125"/>
                <a:gd name="connsiteY4" fmla="*/ 549192 h 577230"/>
                <a:gd name="connsiteX5" fmla="*/ 229584 w 447125"/>
                <a:gd name="connsiteY5" fmla="*/ 575856 h 577230"/>
                <a:gd name="connsiteX6" fmla="*/ 287078 w 447125"/>
                <a:gd name="connsiteY6" fmla="*/ 540109 h 577230"/>
                <a:gd name="connsiteX7" fmla="*/ 291911 w 447125"/>
                <a:gd name="connsiteY7" fmla="*/ 545192 h 577230"/>
                <a:gd name="connsiteX8" fmla="*/ 422150 w 447125"/>
                <a:gd name="connsiteY8" fmla="*/ 453783 h 577230"/>
                <a:gd name="connsiteX9" fmla="*/ 421650 w 447125"/>
                <a:gd name="connsiteY9" fmla="*/ 439201 h 577230"/>
                <a:gd name="connsiteX10" fmla="*/ 423400 w 447125"/>
                <a:gd name="connsiteY10" fmla="*/ 437785 h 577230"/>
                <a:gd name="connsiteX11" fmla="*/ 370654 w 447125"/>
                <a:gd name="connsiteY11" fmla="*/ 242719 h 577230"/>
                <a:gd name="connsiteX12" fmla="*/ 258414 w 447125"/>
                <a:gd name="connsiteY12" fmla="*/ 173142 h 577230"/>
                <a:gd name="connsiteX13" fmla="*/ 247915 w 447125"/>
                <a:gd name="connsiteY13" fmla="*/ 57402 h 577230"/>
                <a:gd name="connsiteX14" fmla="*/ 254248 w 447125"/>
                <a:gd name="connsiteY14" fmla="*/ 16156 h 577230"/>
                <a:gd name="connsiteX15" fmla="*/ 200670 w 447125"/>
                <a:gd name="connsiteY15" fmla="*/ 491 h 577230"/>
                <a:gd name="connsiteX16" fmla="*/ 164173 w 447125"/>
                <a:gd name="connsiteY16" fmla="*/ 93233 h 577230"/>
                <a:gd name="connsiteX17" fmla="*/ 89763 w 447125"/>
                <a:gd name="connsiteY17" fmla="*/ 227804 h 577230"/>
                <a:gd name="connsiteX18" fmla="*/ 32935 w 447125"/>
                <a:gd name="connsiteY18" fmla="*/ 274883 h 577230"/>
                <a:gd name="connsiteX19" fmla="*/ 5854 w 447125"/>
                <a:gd name="connsiteY19" fmla="*/ 327295 h 577230"/>
                <a:gd name="connsiteX20" fmla="*/ 29685 w 447125"/>
                <a:gd name="connsiteY20" fmla="*/ 427869 h 577230"/>
                <a:gd name="connsiteX21" fmla="*/ 30768 w 447125"/>
                <a:gd name="connsiteY21" fmla="*/ 428286 h 577230"/>
                <a:gd name="connsiteX22" fmla="*/ 30602 w 447125"/>
                <a:gd name="connsiteY22" fmla="*/ 438202 h 577230"/>
                <a:gd name="connsiteX23" fmla="*/ 30602 w 447125"/>
                <a:gd name="connsiteY23" fmla="*/ 438202 h 577230"/>
                <a:gd name="connsiteX24" fmla="*/ 240999 w 447125"/>
                <a:gd name="connsiteY24" fmla="*/ 47237 h 577230"/>
                <a:gd name="connsiteX25" fmla="*/ 219585 w 447125"/>
                <a:gd name="connsiteY25" fmla="*/ 72818 h 577230"/>
                <a:gd name="connsiteX26" fmla="*/ 193420 w 447125"/>
                <a:gd name="connsiteY26" fmla="*/ 100732 h 577230"/>
                <a:gd name="connsiteX27" fmla="*/ 176089 w 447125"/>
                <a:gd name="connsiteY27" fmla="*/ 122980 h 577230"/>
                <a:gd name="connsiteX28" fmla="*/ 212252 w 447125"/>
                <a:gd name="connsiteY28" fmla="*/ 70818 h 577230"/>
                <a:gd name="connsiteX29" fmla="*/ 224667 w 447125"/>
                <a:gd name="connsiteY29" fmla="*/ 18739 h 577230"/>
                <a:gd name="connsiteX30" fmla="*/ 222834 w 447125"/>
                <a:gd name="connsiteY30" fmla="*/ 18906 h 577230"/>
                <a:gd name="connsiteX31" fmla="*/ 215168 w 447125"/>
                <a:gd name="connsiteY31" fmla="*/ 48736 h 577230"/>
                <a:gd name="connsiteX32" fmla="*/ 196753 w 447125"/>
                <a:gd name="connsiteY32" fmla="*/ 78901 h 577230"/>
                <a:gd name="connsiteX33" fmla="*/ 172672 w 447125"/>
                <a:gd name="connsiteY33" fmla="*/ 108481 h 577230"/>
                <a:gd name="connsiteX34" fmla="*/ 176172 w 447125"/>
                <a:gd name="connsiteY34" fmla="*/ 69735 h 577230"/>
                <a:gd name="connsiteX35" fmla="*/ 177172 w 447125"/>
                <a:gd name="connsiteY35" fmla="*/ 41154 h 577230"/>
                <a:gd name="connsiteX36" fmla="*/ 210169 w 447125"/>
                <a:gd name="connsiteY36" fmla="*/ 13323 h 577230"/>
                <a:gd name="connsiteX37" fmla="*/ 245332 w 447125"/>
                <a:gd name="connsiteY37" fmla="*/ 28738 h 577230"/>
                <a:gd name="connsiteX38" fmla="*/ 240999 w 447125"/>
                <a:gd name="connsiteY38" fmla="*/ 47237 h 577230"/>
                <a:gd name="connsiteX39" fmla="*/ 240999 w 447125"/>
                <a:gd name="connsiteY39" fmla="*/ 47237 h 577230"/>
                <a:gd name="connsiteX40" fmla="*/ 109845 w 447125"/>
                <a:gd name="connsiteY40" fmla="*/ 305464 h 577230"/>
                <a:gd name="connsiteX41" fmla="*/ 32435 w 447125"/>
                <a:gd name="connsiteY41" fmla="*/ 413370 h 577230"/>
                <a:gd name="connsiteX42" fmla="*/ 12853 w 447125"/>
                <a:gd name="connsiteY42" fmla="*/ 352876 h 577230"/>
                <a:gd name="connsiteX43" fmla="*/ 39767 w 447125"/>
                <a:gd name="connsiteY43" fmla="*/ 289715 h 577230"/>
                <a:gd name="connsiteX44" fmla="*/ 92596 w 447125"/>
                <a:gd name="connsiteY44" fmla="*/ 242719 h 577230"/>
                <a:gd name="connsiteX45" fmla="*/ 139758 w 447125"/>
                <a:gd name="connsiteY45" fmla="*/ 195140 h 577230"/>
                <a:gd name="connsiteX46" fmla="*/ 145925 w 447125"/>
                <a:gd name="connsiteY46" fmla="*/ 185474 h 577230"/>
                <a:gd name="connsiteX47" fmla="*/ 150424 w 447125"/>
                <a:gd name="connsiteY47" fmla="*/ 184224 h 577230"/>
                <a:gd name="connsiteX48" fmla="*/ 174505 w 447125"/>
                <a:gd name="connsiteY48" fmla="*/ 143061 h 577230"/>
                <a:gd name="connsiteX49" fmla="*/ 201003 w 447125"/>
                <a:gd name="connsiteY49" fmla="*/ 107898 h 577230"/>
                <a:gd name="connsiteX50" fmla="*/ 229584 w 447125"/>
                <a:gd name="connsiteY50" fmla="*/ 74318 h 577230"/>
                <a:gd name="connsiteX51" fmla="*/ 239333 w 447125"/>
                <a:gd name="connsiteY51" fmla="*/ 60735 h 577230"/>
                <a:gd name="connsiteX52" fmla="*/ 236250 w 447125"/>
                <a:gd name="connsiteY52" fmla="*/ 80234 h 577230"/>
                <a:gd name="connsiteX53" fmla="*/ 205336 w 447125"/>
                <a:gd name="connsiteY53" fmla="*/ 165726 h 577230"/>
                <a:gd name="connsiteX54" fmla="*/ 239250 w 447125"/>
                <a:gd name="connsiteY54" fmla="*/ 210222 h 577230"/>
                <a:gd name="connsiteX55" fmla="*/ 263747 w 447125"/>
                <a:gd name="connsiteY55" fmla="*/ 234136 h 577230"/>
                <a:gd name="connsiteX56" fmla="*/ 281329 w 447125"/>
                <a:gd name="connsiteY56" fmla="*/ 271467 h 577230"/>
                <a:gd name="connsiteX57" fmla="*/ 285245 w 447125"/>
                <a:gd name="connsiteY57" fmla="*/ 270550 h 577230"/>
                <a:gd name="connsiteX58" fmla="*/ 263664 w 447125"/>
                <a:gd name="connsiteY58" fmla="*/ 226804 h 577230"/>
                <a:gd name="connsiteX59" fmla="*/ 225001 w 447125"/>
                <a:gd name="connsiteY59" fmla="*/ 180725 h 577230"/>
                <a:gd name="connsiteX60" fmla="*/ 213252 w 447125"/>
                <a:gd name="connsiteY60" fmla="*/ 127230 h 577230"/>
                <a:gd name="connsiteX61" fmla="*/ 235250 w 447125"/>
                <a:gd name="connsiteY61" fmla="*/ 86816 h 577230"/>
                <a:gd name="connsiteX62" fmla="*/ 235666 w 447125"/>
                <a:gd name="connsiteY62" fmla="*/ 157893 h 577230"/>
                <a:gd name="connsiteX63" fmla="*/ 303744 w 447125"/>
                <a:gd name="connsiteY63" fmla="*/ 235053 h 577230"/>
                <a:gd name="connsiteX64" fmla="*/ 363405 w 447125"/>
                <a:gd name="connsiteY64" fmla="*/ 258301 h 577230"/>
                <a:gd name="connsiteX65" fmla="*/ 413901 w 447125"/>
                <a:gd name="connsiteY65" fmla="*/ 303547 h 577230"/>
                <a:gd name="connsiteX66" fmla="*/ 418233 w 447125"/>
                <a:gd name="connsiteY66" fmla="*/ 421620 h 577230"/>
                <a:gd name="connsiteX67" fmla="*/ 394235 w 447125"/>
                <a:gd name="connsiteY67" fmla="*/ 371707 h 577230"/>
                <a:gd name="connsiteX68" fmla="*/ 327575 w 447125"/>
                <a:gd name="connsiteY68" fmla="*/ 300214 h 577230"/>
                <a:gd name="connsiteX69" fmla="*/ 325908 w 447125"/>
                <a:gd name="connsiteY69" fmla="*/ 302297 h 577230"/>
                <a:gd name="connsiteX70" fmla="*/ 379320 w 447125"/>
                <a:gd name="connsiteY70" fmla="*/ 369041 h 577230"/>
                <a:gd name="connsiteX71" fmla="*/ 404818 w 447125"/>
                <a:gd name="connsiteY71" fmla="*/ 431369 h 577230"/>
                <a:gd name="connsiteX72" fmla="*/ 378404 w 447125"/>
                <a:gd name="connsiteY72" fmla="*/ 509778 h 577230"/>
                <a:gd name="connsiteX73" fmla="*/ 296078 w 447125"/>
                <a:gd name="connsiteY73" fmla="*/ 530443 h 577230"/>
                <a:gd name="connsiteX74" fmla="*/ 290912 w 447125"/>
                <a:gd name="connsiteY74" fmla="*/ 530776 h 577230"/>
                <a:gd name="connsiteX75" fmla="*/ 293911 w 447125"/>
                <a:gd name="connsiteY75" fmla="*/ 517444 h 577230"/>
                <a:gd name="connsiteX76" fmla="*/ 255498 w 447125"/>
                <a:gd name="connsiteY76" fmla="*/ 410371 h 577230"/>
                <a:gd name="connsiteX77" fmla="*/ 254248 w 447125"/>
                <a:gd name="connsiteY77" fmla="*/ 410871 h 577230"/>
                <a:gd name="connsiteX78" fmla="*/ 278829 w 447125"/>
                <a:gd name="connsiteY78" fmla="*/ 496613 h 577230"/>
                <a:gd name="connsiteX79" fmla="*/ 266080 w 447125"/>
                <a:gd name="connsiteY79" fmla="*/ 543025 h 577230"/>
                <a:gd name="connsiteX80" fmla="*/ 225667 w 447125"/>
                <a:gd name="connsiteY80" fmla="*/ 560690 h 577230"/>
                <a:gd name="connsiteX81" fmla="*/ 150674 w 447125"/>
                <a:gd name="connsiteY81" fmla="*/ 534610 h 577230"/>
                <a:gd name="connsiteX82" fmla="*/ 112511 w 447125"/>
                <a:gd name="connsiteY82" fmla="*/ 448450 h 577230"/>
                <a:gd name="connsiteX83" fmla="*/ 107261 w 447125"/>
                <a:gd name="connsiteY83" fmla="*/ 449034 h 577230"/>
                <a:gd name="connsiteX84" fmla="*/ 124177 w 447125"/>
                <a:gd name="connsiteY84" fmla="*/ 519777 h 577230"/>
                <a:gd name="connsiteX85" fmla="*/ 58432 w 447125"/>
                <a:gd name="connsiteY85" fmla="*/ 485031 h 577230"/>
                <a:gd name="connsiteX86" fmla="*/ 44350 w 447125"/>
                <a:gd name="connsiteY86" fmla="*/ 418453 h 577230"/>
                <a:gd name="connsiteX87" fmla="*/ 110261 w 447125"/>
                <a:gd name="connsiteY87" fmla="*/ 305880 h 577230"/>
                <a:gd name="connsiteX88" fmla="*/ 109845 w 447125"/>
                <a:gd name="connsiteY88" fmla="*/ 305464 h 577230"/>
                <a:gd name="connsiteX89" fmla="*/ 109845 w 447125"/>
                <a:gd name="connsiteY89" fmla="*/ 305464 h 577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447125" h="577230">
                  <a:moveTo>
                    <a:pt x="30602" y="438202"/>
                  </a:moveTo>
                  <a:cubicBezTo>
                    <a:pt x="31352" y="464949"/>
                    <a:pt x="40684" y="493863"/>
                    <a:pt x="61932" y="511028"/>
                  </a:cubicBezTo>
                  <a:cubicBezTo>
                    <a:pt x="79680" y="525527"/>
                    <a:pt x="107678" y="537609"/>
                    <a:pt x="130759" y="533443"/>
                  </a:cubicBezTo>
                  <a:cubicBezTo>
                    <a:pt x="131009" y="533360"/>
                    <a:pt x="131259" y="533276"/>
                    <a:pt x="131509" y="533276"/>
                  </a:cubicBezTo>
                  <a:cubicBezTo>
                    <a:pt x="134926" y="538859"/>
                    <a:pt x="138759" y="544192"/>
                    <a:pt x="143175" y="549192"/>
                  </a:cubicBezTo>
                  <a:cubicBezTo>
                    <a:pt x="163590" y="572273"/>
                    <a:pt x="200003" y="580855"/>
                    <a:pt x="229584" y="575856"/>
                  </a:cubicBezTo>
                  <a:cubicBezTo>
                    <a:pt x="254082" y="571773"/>
                    <a:pt x="276080" y="560190"/>
                    <a:pt x="287078" y="540109"/>
                  </a:cubicBezTo>
                  <a:cubicBezTo>
                    <a:pt x="287662" y="542275"/>
                    <a:pt x="289245" y="544192"/>
                    <a:pt x="291911" y="545192"/>
                  </a:cubicBezTo>
                  <a:cubicBezTo>
                    <a:pt x="351573" y="567773"/>
                    <a:pt x="419733" y="514945"/>
                    <a:pt x="422150" y="453783"/>
                  </a:cubicBezTo>
                  <a:cubicBezTo>
                    <a:pt x="422316" y="448950"/>
                    <a:pt x="422150" y="444034"/>
                    <a:pt x="421650" y="439201"/>
                  </a:cubicBezTo>
                  <a:cubicBezTo>
                    <a:pt x="422316" y="438868"/>
                    <a:pt x="422900" y="438452"/>
                    <a:pt x="423400" y="437785"/>
                  </a:cubicBezTo>
                  <a:cubicBezTo>
                    <a:pt x="474145" y="377540"/>
                    <a:pt x="437398" y="275299"/>
                    <a:pt x="370654" y="242719"/>
                  </a:cubicBezTo>
                  <a:cubicBezTo>
                    <a:pt x="331325" y="223471"/>
                    <a:pt x="279496" y="215805"/>
                    <a:pt x="258414" y="173142"/>
                  </a:cubicBezTo>
                  <a:cubicBezTo>
                    <a:pt x="239916" y="135729"/>
                    <a:pt x="249082" y="96732"/>
                    <a:pt x="247915" y="57402"/>
                  </a:cubicBezTo>
                  <a:cubicBezTo>
                    <a:pt x="256415" y="46903"/>
                    <a:pt x="261081" y="26322"/>
                    <a:pt x="254248" y="16156"/>
                  </a:cubicBezTo>
                  <a:cubicBezTo>
                    <a:pt x="244166" y="1158"/>
                    <a:pt x="216835" y="-1259"/>
                    <a:pt x="200670" y="491"/>
                  </a:cubicBezTo>
                  <a:cubicBezTo>
                    <a:pt x="156757" y="5074"/>
                    <a:pt x="167006" y="62069"/>
                    <a:pt x="164173" y="93233"/>
                  </a:cubicBezTo>
                  <a:cubicBezTo>
                    <a:pt x="159007" y="149561"/>
                    <a:pt x="134009" y="192807"/>
                    <a:pt x="89763" y="227804"/>
                  </a:cubicBezTo>
                  <a:cubicBezTo>
                    <a:pt x="70598" y="242969"/>
                    <a:pt x="48433" y="255718"/>
                    <a:pt x="32935" y="274883"/>
                  </a:cubicBezTo>
                  <a:cubicBezTo>
                    <a:pt x="20519" y="290215"/>
                    <a:pt x="11937" y="308630"/>
                    <a:pt x="5854" y="327295"/>
                  </a:cubicBezTo>
                  <a:cubicBezTo>
                    <a:pt x="-4395" y="358959"/>
                    <a:pt x="-3895" y="409787"/>
                    <a:pt x="29685" y="427869"/>
                  </a:cubicBezTo>
                  <a:cubicBezTo>
                    <a:pt x="30018" y="428036"/>
                    <a:pt x="30435" y="428202"/>
                    <a:pt x="30768" y="428286"/>
                  </a:cubicBezTo>
                  <a:cubicBezTo>
                    <a:pt x="30518" y="431619"/>
                    <a:pt x="30435" y="434869"/>
                    <a:pt x="30602" y="438202"/>
                  </a:cubicBezTo>
                  <a:lnTo>
                    <a:pt x="30602" y="438202"/>
                  </a:lnTo>
                  <a:close/>
                  <a:moveTo>
                    <a:pt x="240999" y="47237"/>
                  </a:moveTo>
                  <a:cubicBezTo>
                    <a:pt x="233917" y="55736"/>
                    <a:pt x="227417" y="64902"/>
                    <a:pt x="219585" y="72818"/>
                  </a:cubicBezTo>
                  <a:cubicBezTo>
                    <a:pt x="210335" y="82067"/>
                    <a:pt x="201253" y="90149"/>
                    <a:pt x="193420" y="100732"/>
                  </a:cubicBezTo>
                  <a:cubicBezTo>
                    <a:pt x="187837" y="108231"/>
                    <a:pt x="181755" y="115481"/>
                    <a:pt x="176089" y="122980"/>
                  </a:cubicBezTo>
                  <a:cubicBezTo>
                    <a:pt x="187004" y="105065"/>
                    <a:pt x="200503" y="88316"/>
                    <a:pt x="212252" y="70818"/>
                  </a:cubicBezTo>
                  <a:cubicBezTo>
                    <a:pt x="220751" y="58152"/>
                    <a:pt x="233333" y="33988"/>
                    <a:pt x="224667" y="18739"/>
                  </a:cubicBezTo>
                  <a:cubicBezTo>
                    <a:pt x="224251" y="17989"/>
                    <a:pt x="223084" y="18073"/>
                    <a:pt x="222834" y="18906"/>
                  </a:cubicBezTo>
                  <a:cubicBezTo>
                    <a:pt x="220085" y="28988"/>
                    <a:pt x="218835" y="38904"/>
                    <a:pt x="215168" y="48736"/>
                  </a:cubicBezTo>
                  <a:cubicBezTo>
                    <a:pt x="210919" y="60069"/>
                    <a:pt x="203919" y="69235"/>
                    <a:pt x="196753" y="78901"/>
                  </a:cubicBezTo>
                  <a:cubicBezTo>
                    <a:pt x="189087" y="89150"/>
                    <a:pt x="180588" y="98565"/>
                    <a:pt x="172672" y="108481"/>
                  </a:cubicBezTo>
                  <a:cubicBezTo>
                    <a:pt x="174589" y="95816"/>
                    <a:pt x="175755" y="82817"/>
                    <a:pt x="176172" y="69735"/>
                  </a:cubicBezTo>
                  <a:cubicBezTo>
                    <a:pt x="176505" y="60235"/>
                    <a:pt x="175922" y="50570"/>
                    <a:pt x="177172" y="41154"/>
                  </a:cubicBezTo>
                  <a:cubicBezTo>
                    <a:pt x="179671" y="21656"/>
                    <a:pt x="190504" y="12823"/>
                    <a:pt x="210169" y="13323"/>
                  </a:cubicBezTo>
                  <a:cubicBezTo>
                    <a:pt x="220168" y="13573"/>
                    <a:pt x="243332" y="15323"/>
                    <a:pt x="245332" y="28738"/>
                  </a:cubicBezTo>
                  <a:cubicBezTo>
                    <a:pt x="245999" y="34404"/>
                    <a:pt x="241999" y="41487"/>
                    <a:pt x="240999" y="47237"/>
                  </a:cubicBezTo>
                  <a:lnTo>
                    <a:pt x="240999" y="47237"/>
                  </a:lnTo>
                  <a:close/>
                  <a:moveTo>
                    <a:pt x="109845" y="305464"/>
                  </a:moveTo>
                  <a:cubicBezTo>
                    <a:pt x="72681" y="333211"/>
                    <a:pt x="40267" y="368041"/>
                    <a:pt x="32435" y="413370"/>
                  </a:cubicBezTo>
                  <a:cubicBezTo>
                    <a:pt x="15186" y="399538"/>
                    <a:pt x="10770" y="373791"/>
                    <a:pt x="12853" y="352876"/>
                  </a:cubicBezTo>
                  <a:cubicBezTo>
                    <a:pt x="15020" y="330461"/>
                    <a:pt x="26435" y="307630"/>
                    <a:pt x="39767" y="289715"/>
                  </a:cubicBezTo>
                  <a:cubicBezTo>
                    <a:pt x="53850" y="270633"/>
                    <a:pt x="74431" y="257468"/>
                    <a:pt x="92596" y="242719"/>
                  </a:cubicBezTo>
                  <a:cubicBezTo>
                    <a:pt x="109845" y="228637"/>
                    <a:pt x="127093" y="213638"/>
                    <a:pt x="139758" y="195140"/>
                  </a:cubicBezTo>
                  <a:cubicBezTo>
                    <a:pt x="141925" y="191974"/>
                    <a:pt x="143925" y="188724"/>
                    <a:pt x="145925" y="185474"/>
                  </a:cubicBezTo>
                  <a:cubicBezTo>
                    <a:pt x="147424" y="186141"/>
                    <a:pt x="149258" y="185891"/>
                    <a:pt x="150424" y="184224"/>
                  </a:cubicBezTo>
                  <a:cubicBezTo>
                    <a:pt x="159590" y="171142"/>
                    <a:pt x="165673" y="156310"/>
                    <a:pt x="174505" y="143061"/>
                  </a:cubicBezTo>
                  <a:cubicBezTo>
                    <a:pt x="182588" y="130896"/>
                    <a:pt x="192254" y="119647"/>
                    <a:pt x="201003" y="107898"/>
                  </a:cubicBezTo>
                  <a:cubicBezTo>
                    <a:pt x="209836" y="96066"/>
                    <a:pt x="221084" y="86233"/>
                    <a:pt x="229584" y="74318"/>
                  </a:cubicBezTo>
                  <a:cubicBezTo>
                    <a:pt x="232750" y="69901"/>
                    <a:pt x="236416" y="65402"/>
                    <a:pt x="239333" y="60735"/>
                  </a:cubicBezTo>
                  <a:cubicBezTo>
                    <a:pt x="238250" y="67235"/>
                    <a:pt x="237166" y="73734"/>
                    <a:pt x="236250" y="80234"/>
                  </a:cubicBezTo>
                  <a:cubicBezTo>
                    <a:pt x="215335" y="103898"/>
                    <a:pt x="191837" y="132562"/>
                    <a:pt x="205336" y="165726"/>
                  </a:cubicBezTo>
                  <a:cubicBezTo>
                    <a:pt x="212669" y="183724"/>
                    <a:pt x="225334" y="197223"/>
                    <a:pt x="239250" y="210222"/>
                  </a:cubicBezTo>
                  <a:cubicBezTo>
                    <a:pt x="247415" y="217888"/>
                    <a:pt x="256748" y="225387"/>
                    <a:pt x="263747" y="234136"/>
                  </a:cubicBezTo>
                  <a:cubicBezTo>
                    <a:pt x="272496" y="244969"/>
                    <a:pt x="276913" y="258468"/>
                    <a:pt x="281329" y="271467"/>
                  </a:cubicBezTo>
                  <a:cubicBezTo>
                    <a:pt x="282162" y="273883"/>
                    <a:pt x="285995" y="272966"/>
                    <a:pt x="285245" y="270550"/>
                  </a:cubicBezTo>
                  <a:cubicBezTo>
                    <a:pt x="279912" y="254551"/>
                    <a:pt x="274330" y="240053"/>
                    <a:pt x="263664" y="226804"/>
                  </a:cubicBezTo>
                  <a:cubicBezTo>
                    <a:pt x="251082" y="211139"/>
                    <a:pt x="235500" y="197890"/>
                    <a:pt x="225001" y="180725"/>
                  </a:cubicBezTo>
                  <a:cubicBezTo>
                    <a:pt x="214752" y="163976"/>
                    <a:pt x="207669" y="146978"/>
                    <a:pt x="213252" y="127230"/>
                  </a:cubicBezTo>
                  <a:cubicBezTo>
                    <a:pt x="217585" y="111981"/>
                    <a:pt x="228084" y="100399"/>
                    <a:pt x="235250" y="86816"/>
                  </a:cubicBezTo>
                  <a:cubicBezTo>
                    <a:pt x="232250" y="110398"/>
                    <a:pt x="231250" y="133979"/>
                    <a:pt x="235666" y="157893"/>
                  </a:cubicBezTo>
                  <a:cubicBezTo>
                    <a:pt x="242916" y="196807"/>
                    <a:pt x="269163" y="219804"/>
                    <a:pt x="303744" y="235053"/>
                  </a:cubicBezTo>
                  <a:cubicBezTo>
                    <a:pt x="323242" y="243719"/>
                    <a:pt x="343823" y="249802"/>
                    <a:pt x="363405" y="258301"/>
                  </a:cubicBezTo>
                  <a:cubicBezTo>
                    <a:pt x="385236" y="267800"/>
                    <a:pt x="400902" y="283882"/>
                    <a:pt x="413901" y="303547"/>
                  </a:cubicBezTo>
                  <a:cubicBezTo>
                    <a:pt x="437815" y="339627"/>
                    <a:pt x="438981" y="384873"/>
                    <a:pt x="418233" y="421620"/>
                  </a:cubicBezTo>
                  <a:cubicBezTo>
                    <a:pt x="413567" y="403621"/>
                    <a:pt x="404818" y="386456"/>
                    <a:pt x="394235" y="371707"/>
                  </a:cubicBezTo>
                  <a:cubicBezTo>
                    <a:pt x="375154" y="345210"/>
                    <a:pt x="353656" y="319879"/>
                    <a:pt x="327575" y="300214"/>
                  </a:cubicBezTo>
                  <a:cubicBezTo>
                    <a:pt x="326325" y="299297"/>
                    <a:pt x="324825" y="301297"/>
                    <a:pt x="325908" y="302297"/>
                  </a:cubicBezTo>
                  <a:cubicBezTo>
                    <a:pt x="346240" y="321712"/>
                    <a:pt x="363988" y="345626"/>
                    <a:pt x="379320" y="369041"/>
                  </a:cubicBezTo>
                  <a:cubicBezTo>
                    <a:pt x="391986" y="388373"/>
                    <a:pt x="401985" y="408288"/>
                    <a:pt x="404818" y="431369"/>
                  </a:cubicBezTo>
                  <a:cubicBezTo>
                    <a:pt x="408484" y="461199"/>
                    <a:pt x="402651" y="490030"/>
                    <a:pt x="378404" y="509778"/>
                  </a:cubicBezTo>
                  <a:cubicBezTo>
                    <a:pt x="354739" y="529110"/>
                    <a:pt x="326075" y="538609"/>
                    <a:pt x="296078" y="530443"/>
                  </a:cubicBezTo>
                  <a:cubicBezTo>
                    <a:pt x="294078" y="529860"/>
                    <a:pt x="292328" y="530110"/>
                    <a:pt x="290912" y="530776"/>
                  </a:cubicBezTo>
                  <a:cubicBezTo>
                    <a:pt x="292328" y="526610"/>
                    <a:pt x="293411" y="522194"/>
                    <a:pt x="293911" y="517444"/>
                  </a:cubicBezTo>
                  <a:cubicBezTo>
                    <a:pt x="298244" y="479448"/>
                    <a:pt x="270330" y="442951"/>
                    <a:pt x="255498" y="410371"/>
                  </a:cubicBezTo>
                  <a:cubicBezTo>
                    <a:pt x="255165" y="409704"/>
                    <a:pt x="253998" y="410121"/>
                    <a:pt x="254248" y="410871"/>
                  </a:cubicBezTo>
                  <a:cubicBezTo>
                    <a:pt x="264581" y="438035"/>
                    <a:pt x="273496" y="468115"/>
                    <a:pt x="278829" y="496613"/>
                  </a:cubicBezTo>
                  <a:cubicBezTo>
                    <a:pt x="282079" y="513945"/>
                    <a:pt x="279746" y="531276"/>
                    <a:pt x="266080" y="543025"/>
                  </a:cubicBezTo>
                  <a:cubicBezTo>
                    <a:pt x="254581" y="552858"/>
                    <a:pt x="240583" y="558357"/>
                    <a:pt x="225667" y="560690"/>
                  </a:cubicBezTo>
                  <a:cubicBezTo>
                    <a:pt x="199170" y="564774"/>
                    <a:pt x="167923" y="555941"/>
                    <a:pt x="150674" y="534610"/>
                  </a:cubicBezTo>
                  <a:cubicBezTo>
                    <a:pt x="129759" y="508779"/>
                    <a:pt x="121093" y="479864"/>
                    <a:pt x="112511" y="448450"/>
                  </a:cubicBezTo>
                  <a:cubicBezTo>
                    <a:pt x="111761" y="445617"/>
                    <a:pt x="106928" y="445951"/>
                    <a:pt x="107261" y="449034"/>
                  </a:cubicBezTo>
                  <a:cubicBezTo>
                    <a:pt x="109428" y="472698"/>
                    <a:pt x="114011" y="497696"/>
                    <a:pt x="124177" y="519777"/>
                  </a:cubicBezTo>
                  <a:cubicBezTo>
                    <a:pt x="101345" y="520777"/>
                    <a:pt x="69931" y="503696"/>
                    <a:pt x="58432" y="485031"/>
                  </a:cubicBezTo>
                  <a:cubicBezTo>
                    <a:pt x="46434" y="465532"/>
                    <a:pt x="42850" y="440868"/>
                    <a:pt x="44350" y="418453"/>
                  </a:cubicBezTo>
                  <a:cubicBezTo>
                    <a:pt x="47350" y="373207"/>
                    <a:pt x="78347" y="335711"/>
                    <a:pt x="110261" y="305880"/>
                  </a:cubicBezTo>
                  <a:cubicBezTo>
                    <a:pt x="110844" y="305630"/>
                    <a:pt x="110261" y="305130"/>
                    <a:pt x="109845" y="305464"/>
                  </a:cubicBezTo>
                  <a:lnTo>
                    <a:pt x="109845" y="305464"/>
                  </a:lnTo>
                  <a:close/>
                </a:path>
              </a:pathLst>
            </a:custGeom>
            <a:grpFill/>
            <a:ln w="8332" cap="flat">
              <a:noFill/>
              <a:prstDash val="solid"/>
              <a:miter/>
            </a:ln>
          </p:spPr>
          <p:txBody>
            <a:bodyPr rtlCol="0" anchor="ctr"/>
            <a:lstStyle/>
            <a:p>
              <a:endParaRPr lang="en-US"/>
            </a:p>
          </p:txBody>
        </p:sp>
        <p:sp>
          <p:nvSpPr>
            <p:cNvPr id="1640" name="Freeform: Shape 1639"/>
            <p:cNvSpPr/>
            <p:nvPr/>
          </p:nvSpPr>
          <p:spPr>
            <a:xfrm>
              <a:off x="1133361" y="2547206"/>
              <a:ext cx="66506" cy="120250"/>
            </a:xfrm>
            <a:custGeom>
              <a:avLst/>
              <a:gdLst>
                <a:gd name="connsiteX0" fmla="*/ 2474 w 66506"/>
                <a:gd name="connsiteY0" fmla="*/ 1074 h 120250"/>
                <a:gd name="connsiteX1" fmla="*/ 5557 w 66506"/>
                <a:gd name="connsiteY1" fmla="*/ 1574 h 120250"/>
                <a:gd name="connsiteX2" fmla="*/ 30472 w 66506"/>
                <a:gd name="connsiteY2" fmla="*/ 60569 h 120250"/>
                <a:gd name="connsiteX3" fmla="*/ 66468 w 66506"/>
                <a:gd name="connsiteY3" fmla="*/ 119897 h 120250"/>
                <a:gd name="connsiteX4" fmla="*/ 66052 w 66506"/>
                <a:gd name="connsiteY4" fmla="*/ 120147 h 120250"/>
                <a:gd name="connsiteX5" fmla="*/ 16973 w 66506"/>
                <a:gd name="connsiteY5" fmla="*/ 57069 h 120250"/>
                <a:gd name="connsiteX6" fmla="*/ 2474 w 66506"/>
                <a:gd name="connsiteY6" fmla="*/ 1074 h 120250"/>
                <a:gd name="connsiteX7" fmla="*/ 2474 w 66506"/>
                <a:gd name="connsiteY7" fmla="*/ 1074 h 120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506" h="120250">
                  <a:moveTo>
                    <a:pt x="2474" y="1074"/>
                  </a:moveTo>
                  <a:cubicBezTo>
                    <a:pt x="3141" y="-509"/>
                    <a:pt x="5557" y="-342"/>
                    <a:pt x="5557" y="1574"/>
                  </a:cubicBezTo>
                  <a:cubicBezTo>
                    <a:pt x="5891" y="23239"/>
                    <a:pt x="19806" y="43071"/>
                    <a:pt x="30472" y="60569"/>
                  </a:cubicBezTo>
                  <a:cubicBezTo>
                    <a:pt x="42554" y="80484"/>
                    <a:pt x="57136" y="98316"/>
                    <a:pt x="66468" y="119897"/>
                  </a:cubicBezTo>
                  <a:cubicBezTo>
                    <a:pt x="66635" y="120147"/>
                    <a:pt x="66218" y="120397"/>
                    <a:pt x="66052" y="120147"/>
                  </a:cubicBezTo>
                  <a:cubicBezTo>
                    <a:pt x="53886" y="96232"/>
                    <a:pt x="33305" y="77984"/>
                    <a:pt x="16973" y="57069"/>
                  </a:cubicBezTo>
                  <a:cubicBezTo>
                    <a:pt x="5891" y="42904"/>
                    <a:pt x="-5025" y="19156"/>
                    <a:pt x="2474" y="1074"/>
                  </a:cubicBezTo>
                  <a:lnTo>
                    <a:pt x="2474" y="1074"/>
                  </a:lnTo>
                  <a:close/>
                </a:path>
              </a:pathLst>
            </a:custGeom>
            <a:grpFill/>
            <a:ln w="8332" cap="flat">
              <a:noFill/>
              <a:prstDash val="solid"/>
              <a:miter/>
            </a:ln>
          </p:spPr>
          <p:txBody>
            <a:bodyPr rtlCol="0" anchor="ctr"/>
            <a:lstStyle/>
            <a:p>
              <a:endParaRPr lang="en-US"/>
            </a:p>
          </p:txBody>
        </p:sp>
        <p:sp>
          <p:nvSpPr>
            <p:cNvPr id="1641" name="Freeform: Shape 1640"/>
            <p:cNvSpPr/>
            <p:nvPr/>
          </p:nvSpPr>
          <p:spPr>
            <a:xfrm>
              <a:off x="1068813" y="2680666"/>
              <a:ext cx="87057" cy="85028"/>
            </a:xfrm>
            <a:custGeom>
              <a:avLst/>
              <a:gdLst>
                <a:gd name="connsiteX0" fmla="*/ 111 w 87057"/>
                <a:gd name="connsiteY0" fmla="*/ 81513 h 85028"/>
                <a:gd name="connsiteX1" fmla="*/ 31942 w 87057"/>
                <a:gd name="connsiteY1" fmla="*/ 21768 h 85028"/>
                <a:gd name="connsiteX2" fmla="*/ 86270 w 87057"/>
                <a:gd name="connsiteY2" fmla="*/ 3103 h 85028"/>
                <a:gd name="connsiteX3" fmla="*/ 85354 w 87057"/>
                <a:gd name="connsiteY3" fmla="*/ 6186 h 85028"/>
                <a:gd name="connsiteX4" fmla="*/ 32442 w 87057"/>
                <a:gd name="connsiteY4" fmla="*/ 35516 h 85028"/>
                <a:gd name="connsiteX5" fmla="*/ 5611 w 87057"/>
                <a:gd name="connsiteY5" fmla="*/ 83179 h 85028"/>
                <a:gd name="connsiteX6" fmla="*/ 111 w 87057"/>
                <a:gd name="connsiteY6" fmla="*/ 81513 h 85028"/>
                <a:gd name="connsiteX7" fmla="*/ 111 w 87057"/>
                <a:gd name="connsiteY7" fmla="*/ 81513 h 8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057" h="85028">
                  <a:moveTo>
                    <a:pt x="111" y="81513"/>
                  </a:moveTo>
                  <a:cubicBezTo>
                    <a:pt x="6194" y="57598"/>
                    <a:pt x="13277" y="38600"/>
                    <a:pt x="31942" y="21768"/>
                  </a:cubicBezTo>
                  <a:cubicBezTo>
                    <a:pt x="46607" y="8519"/>
                    <a:pt x="65939" y="-6646"/>
                    <a:pt x="86270" y="3103"/>
                  </a:cubicBezTo>
                  <a:cubicBezTo>
                    <a:pt x="87770" y="3853"/>
                    <a:pt x="86937" y="6352"/>
                    <a:pt x="85354" y="6186"/>
                  </a:cubicBezTo>
                  <a:cubicBezTo>
                    <a:pt x="64189" y="4019"/>
                    <a:pt x="46107" y="21851"/>
                    <a:pt x="32442" y="35516"/>
                  </a:cubicBezTo>
                  <a:cubicBezTo>
                    <a:pt x="19526" y="48515"/>
                    <a:pt x="12277" y="66431"/>
                    <a:pt x="5611" y="83179"/>
                  </a:cubicBezTo>
                  <a:cubicBezTo>
                    <a:pt x="4194" y="86429"/>
                    <a:pt x="-805" y="85095"/>
                    <a:pt x="111" y="81513"/>
                  </a:cubicBezTo>
                  <a:lnTo>
                    <a:pt x="111" y="81513"/>
                  </a:lnTo>
                  <a:close/>
                </a:path>
              </a:pathLst>
            </a:custGeom>
            <a:grpFill/>
            <a:ln w="8332" cap="flat">
              <a:noFill/>
              <a:prstDash val="solid"/>
              <a:miter/>
            </a:ln>
          </p:spPr>
          <p:txBody>
            <a:bodyPr rtlCol="0" anchor="ctr"/>
            <a:lstStyle/>
            <a:p>
              <a:endParaRPr lang="en-US"/>
            </a:p>
          </p:txBody>
        </p:sp>
        <p:sp>
          <p:nvSpPr>
            <p:cNvPr id="1642" name="Freeform: Shape 1641"/>
            <p:cNvSpPr/>
            <p:nvPr/>
          </p:nvSpPr>
          <p:spPr>
            <a:xfrm>
              <a:off x="6142908" y="3254881"/>
              <a:ext cx="543291" cy="441565"/>
            </a:xfrm>
            <a:custGeom>
              <a:avLst/>
              <a:gdLst>
                <a:gd name="connsiteX0" fmla="*/ 281951 w 543291"/>
                <a:gd name="connsiteY0" fmla="*/ 417548 h 441565"/>
                <a:gd name="connsiteX1" fmla="*/ 282951 w 543291"/>
                <a:gd name="connsiteY1" fmla="*/ 418215 h 441565"/>
                <a:gd name="connsiteX2" fmla="*/ 379442 w 543291"/>
                <a:gd name="connsiteY2" fmla="*/ 380801 h 441565"/>
                <a:gd name="connsiteX3" fmla="*/ 407273 w 543291"/>
                <a:gd name="connsiteY3" fmla="*/ 328806 h 441565"/>
                <a:gd name="connsiteX4" fmla="*/ 413856 w 543291"/>
                <a:gd name="connsiteY4" fmla="*/ 255396 h 441565"/>
                <a:gd name="connsiteX5" fmla="*/ 482600 w 543291"/>
                <a:gd name="connsiteY5" fmla="*/ 117908 h 441565"/>
                <a:gd name="connsiteX6" fmla="*/ 538428 w 543291"/>
                <a:gd name="connsiteY6" fmla="*/ 35249 h 441565"/>
                <a:gd name="connsiteX7" fmla="*/ 495099 w 543291"/>
                <a:gd name="connsiteY7" fmla="*/ 2 h 441565"/>
                <a:gd name="connsiteX8" fmla="*/ 464684 w 543291"/>
                <a:gd name="connsiteY8" fmla="*/ 28666 h 441565"/>
                <a:gd name="connsiteX9" fmla="*/ 363277 w 543291"/>
                <a:gd name="connsiteY9" fmla="*/ 85661 h 441565"/>
                <a:gd name="connsiteX10" fmla="*/ 242205 w 543291"/>
                <a:gd name="connsiteY10" fmla="*/ 32666 h 441565"/>
                <a:gd name="connsiteX11" fmla="*/ 51388 w 543291"/>
                <a:gd name="connsiteY11" fmla="*/ 99743 h 441565"/>
                <a:gd name="connsiteX12" fmla="*/ 51222 w 543291"/>
                <a:gd name="connsiteY12" fmla="*/ 101993 h 441565"/>
                <a:gd name="connsiteX13" fmla="*/ 38890 w 543291"/>
                <a:gd name="connsiteY13" fmla="*/ 109826 h 441565"/>
                <a:gd name="connsiteX14" fmla="*/ 37306 w 543291"/>
                <a:gd name="connsiteY14" fmla="*/ 268811 h 441565"/>
                <a:gd name="connsiteX15" fmla="*/ 44223 w 543291"/>
                <a:gd name="connsiteY15" fmla="*/ 269895 h 441565"/>
                <a:gd name="connsiteX16" fmla="*/ 47389 w 543291"/>
                <a:gd name="connsiteY16" fmla="*/ 337472 h 441565"/>
                <a:gd name="connsiteX17" fmla="*/ 118382 w 543291"/>
                <a:gd name="connsiteY17" fmla="*/ 393467 h 441565"/>
                <a:gd name="connsiteX18" fmla="*/ 138131 w 543291"/>
                <a:gd name="connsiteY18" fmla="*/ 394050 h 441565"/>
                <a:gd name="connsiteX19" fmla="*/ 138381 w 543291"/>
                <a:gd name="connsiteY19" fmla="*/ 394717 h 441565"/>
                <a:gd name="connsiteX20" fmla="*/ 195876 w 543291"/>
                <a:gd name="connsiteY20" fmla="*/ 438713 h 441565"/>
                <a:gd name="connsiteX21" fmla="*/ 273702 w 543291"/>
                <a:gd name="connsiteY21" fmla="*/ 423214 h 441565"/>
                <a:gd name="connsiteX22" fmla="*/ 281951 w 543291"/>
                <a:gd name="connsiteY22" fmla="*/ 417548 h 441565"/>
                <a:gd name="connsiteX23" fmla="*/ 281951 w 543291"/>
                <a:gd name="connsiteY23" fmla="*/ 417548 h 441565"/>
                <a:gd name="connsiteX24" fmla="*/ 489849 w 543291"/>
                <a:gd name="connsiteY24" fmla="*/ 14668 h 441565"/>
                <a:gd name="connsiteX25" fmla="*/ 522513 w 543291"/>
                <a:gd name="connsiteY25" fmla="*/ 34916 h 441565"/>
                <a:gd name="connsiteX26" fmla="*/ 518263 w 543291"/>
                <a:gd name="connsiteY26" fmla="*/ 77912 h 441565"/>
                <a:gd name="connsiteX27" fmla="*/ 495265 w 543291"/>
                <a:gd name="connsiteY27" fmla="*/ 94994 h 441565"/>
                <a:gd name="connsiteX28" fmla="*/ 465351 w 543291"/>
                <a:gd name="connsiteY28" fmla="*/ 119825 h 441565"/>
                <a:gd name="connsiteX29" fmla="*/ 476101 w 543291"/>
                <a:gd name="connsiteY29" fmla="*/ 83245 h 441565"/>
                <a:gd name="connsiteX30" fmla="*/ 490516 w 543291"/>
                <a:gd name="connsiteY30" fmla="*/ 50914 h 441565"/>
                <a:gd name="connsiteX31" fmla="*/ 510764 w 543291"/>
                <a:gd name="connsiteY31" fmla="*/ 27666 h 441565"/>
                <a:gd name="connsiteX32" fmla="*/ 509931 w 543291"/>
                <a:gd name="connsiteY32" fmla="*/ 26000 h 441565"/>
                <a:gd name="connsiteX33" fmla="*/ 474100 w 543291"/>
                <a:gd name="connsiteY33" fmla="*/ 65746 h 441565"/>
                <a:gd name="connsiteX34" fmla="*/ 451603 w 543291"/>
                <a:gd name="connsiteY34" fmla="*/ 125074 h 441565"/>
                <a:gd name="connsiteX35" fmla="*/ 460102 w 543291"/>
                <a:gd name="connsiteY35" fmla="*/ 98243 h 441565"/>
                <a:gd name="connsiteX36" fmla="*/ 468268 w 543291"/>
                <a:gd name="connsiteY36" fmla="*/ 60830 h 441565"/>
                <a:gd name="connsiteX37" fmla="*/ 477183 w 543291"/>
                <a:gd name="connsiteY37" fmla="*/ 28666 h 441565"/>
                <a:gd name="connsiteX38" fmla="*/ 489849 w 543291"/>
                <a:gd name="connsiteY38" fmla="*/ 14668 h 441565"/>
                <a:gd name="connsiteX39" fmla="*/ 489849 w 543291"/>
                <a:gd name="connsiteY39" fmla="*/ 14668 h 441565"/>
                <a:gd name="connsiteX40" fmla="*/ 337696 w 543291"/>
                <a:gd name="connsiteY40" fmla="*/ 282560 h 441565"/>
                <a:gd name="connsiteX41" fmla="*/ 282201 w 543291"/>
                <a:gd name="connsiteY41" fmla="*/ 400633 h 441565"/>
                <a:gd name="connsiteX42" fmla="*/ 219290 w 543291"/>
                <a:gd name="connsiteY42" fmla="*/ 426797 h 441565"/>
                <a:gd name="connsiteX43" fmla="*/ 153379 w 543291"/>
                <a:gd name="connsiteY43" fmla="*/ 392300 h 441565"/>
                <a:gd name="connsiteX44" fmla="*/ 221290 w 543291"/>
                <a:gd name="connsiteY44" fmla="*/ 366136 h 441565"/>
                <a:gd name="connsiteX45" fmla="*/ 218790 w 543291"/>
                <a:gd name="connsiteY45" fmla="*/ 361470 h 441565"/>
                <a:gd name="connsiteX46" fmla="*/ 126049 w 543291"/>
                <a:gd name="connsiteY46" fmla="*/ 378968 h 441565"/>
                <a:gd name="connsiteX47" fmla="*/ 62054 w 543291"/>
                <a:gd name="connsiteY47" fmla="*/ 331972 h 441565"/>
                <a:gd name="connsiteX48" fmla="*/ 53722 w 543291"/>
                <a:gd name="connsiteY48" fmla="*/ 288643 h 441565"/>
                <a:gd name="connsiteX49" fmla="*/ 84719 w 543291"/>
                <a:gd name="connsiteY49" fmla="*/ 251813 h 441565"/>
                <a:gd name="connsiteX50" fmla="*/ 169378 w 543291"/>
                <a:gd name="connsiteY50" fmla="*/ 223399 h 441565"/>
                <a:gd name="connsiteX51" fmla="*/ 169045 w 543291"/>
                <a:gd name="connsiteY51" fmla="*/ 222149 h 441565"/>
                <a:gd name="connsiteX52" fmla="*/ 58888 w 543291"/>
                <a:gd name="connsiteY52" fmla="*/ 251230 h 441565"/>
                <a:gd name="connsiteX53" fmla="*/ 49556 w 543291"/>
                <a:gd name="connsiteY53" fmla="*/ 261312 h 441565"/>
                <a:gd name="connsiteX54" fmla="*/ 46889 w 543291"/>
                <a:gd name="connsiteY54" fmla="*/ 256896 h 441565"/>
                <a:gd name="connsiteX55" fmla="*/ 17309 w 543291"/>
                <a:gd name="connsiteY55" fmla="*/ 177486 h 441565"/>
                <a:gd name="connsiteX56" fmla="*/ 66970 w 543291"/>
                <a:gd name="connsiteY56" fmla="*/ 111242 h 441565"/>
                <a:gd name="connsiteX57" fmla="*/ 132881 w 543291"/>
                <a:gd name="connsiteY57" fmla="*/ 96910 h 441565"/>
                <a:gd name="connsiteX58" fmla="*/ 218207 w 543291"/>
                <a:gd name="connsiteY58" fmla="*/ 103076 h 441565"/>
                <a:gd name="connsiteX59" fmla="*/ 218957 w 543291"/>
                <a:gd name="connsiteY59" fmla="*/ 100577 h 441565"/>
                <a:gd name="connsiteX60" fmla="*/ 122132 w 543291"/>
                <a:gd name="connsiteY60" fmla="*/ 86244 h 441565"/>
                <a:gd name="connsiteX61" fmla="*/ 67387 w 543291"/>
                <a:gd name="connsiteY61" fmla="*/ 94744 h 441565"/>
                <a:gd name="connsiteX62" fmla="*/ 167295 w 543291"/>
                <a:gd name="connsiteY62" fmla="*/ 31416 h 441565"/>
                <a:gd name="connsiteX63" fmla="*/ 233206 w 543291"/>
                <a:gd name="connsiteY63" fmla="*/ 47331 h 441565"/>
                <a:gd name="connsiteX64" fmla="*/ 286201 w 543291"/>
                <a:gd name="connsiteY64" fmla="*/ 83328 h 441565"/>
                <a:gd name="connsiteX65" fmla="*/ 388525 w 543291"/>
                <a:gd name="connsiteY65" fmla="*/ 95660 h 441565"/>
                <a:gd name="connsiteX66" fmla="*/ 447353 w 543291"/>
                <a:gd name="connsiteY66" fmla="*/ 55664 h 441565"/>
                <a:gd name="connsiteX67" fmla="*/ 426522 w 543291"/>
                <a:gd name="connsiteY67" fmla="*/ 96744 h 441565"/>
                <a:gd name="connsiteX68" fmla="*/ 375859 w 543291"/>
                <a:gd name="connsiteY68" fmla="*/ 117408 h 441565"/>
                <a:gd name="connsiteX69" fmla="*/ 315948 w 543291"/>
                <a:gd name="connsiteY69" fmla="*/ 111659 h 441565"/>
                <a:gd name="connsiteX70" fmla="*/ 267619 w 543291"/>
                <a:gd name="connsiteY70" fmla="*/ 118658 h 441565"/>
                <a:gd name="connsiteX71" fmla="*/ 269036 w 543291"/>
                <a:gd name="connsiteY71" fmla="*/ 122408 h 441565"/>
                <a:gd name="connsiteX72" fmla="*/ 309782 w 543291"/>
                <a:gd name="connsiteY72" fmla="*/ 115742 h 441565"/>
                <a:gd name="connsiteX73" fmla="*/ 343362 w 543291"/>
                <a:gd name="connsiteY73" fmla="*/ 122408 h 441565"/>
                <a:gd name="connsiteX74" fmla="*/ 399274 w 543291"/>
                <a:gd name="connsiteY74" fmla="*/ 125074 h 441565"/>
                <a:gd name="connsiteX75" fmla="*/ 452269 w 543291"/>
                <a:gd name="connsiteY75" fmla="*/ 51164 h 441565"/>
                <a:gd name="connsiteX76" fmla="*/ 466601 w 543291"/>
                <a:gd name="connsiteY76" fmla="*/ 37582 h 441565"/>
                <a:gd name="connsiteX77" fmla="*/ 460935 w 543291"/>
                <a:gd name="connsiteY77" fmla="*/ 53331 h 441565"/>
                <a:gd name="connsiteX78" fmla="*/ 449436 w 543291"/>
                <a:gd name="connsiteY78" fmla="*/ 95910 h 441565"/>
                <a:gd name="connsiteX79" fmla="*/ 435520 w 543291"/>
                <a:gd name="connsiteY79" fmla="*/ 137657 h 441565"/>
                <a:gd name="connsiteX80" fmla="*/ 415272 w 543291"/>
                <a:gd name="connsiteY80" fmla="*/ 180819 h 441565"/>
                <a:gd name="connsiteX81" fmla="*/ 416772 w 543291"/>
                <a:gd name="connsiteY81" fmla="*/ 185236 h 441565"/>
                <a:gd name="connsiteX82" fmla="*/ 412273 w 543291"/>
                <a:gd name="connsiteY82" fmla="*/ 195818 h 441565"/>
                <a:gd name="connsiteX83" fmla="*/ 399774 w 543291"/>
                <a:gd name="connsiteY83" fmla="*/ 261562 h 441565"/>
                <a:gd name="connsiteX84" fmla="*/ 391025 w 543291"/>
                <a:gd name="connsiteY84" fmla="*/ 331639 h 441565"/>
                <a:gd name="connsiteX85" fmla="*/ 354195 w 543291"/>
                <a:gd name="connsiteY85" fmla="*/ 389634 h 441565"/>
                <a:gd name="connsiteX86" fmla="*/ 293284 w 543291"/>
                <a:gd name="connsiteY86" fmla="*/ 407799 h 441565"/>
                <a:gd name="connsiteX87" fmla="*/ 338363 w 543291"/>
                <a:gd name="connsiteY87" fmla="*/ 282893 h 441565"/>
                <a:gd name="connsiteX88" fmla="*/ 337696 w 543291"/>
                <a:gd name="connsiteY88" fmla="*/ 282560 h 441565"/>
                <a:gd name="connsiteX89" fmla="*/ 337696 w 543291"/>
                <a:gd name="connsiteY89" fmla="*/ 282560 h 441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543291" h="441565">
                  <a:moveTo>
                    <a:pt x="281951" y="417548"/>
                  </a:moveTo>
                  <a:cubicBezTo>
                    <a:pt x="282285" y="417798"/>
                    <a:pt x="282534" y="417965"/>
                    <a:pt x="282951" y="418215"/>
                  </a:cubicBezTo>
                  <a:cubicBezTo>
                    <a:pt x="316864" y="435630"/>
                    <a:pt x="359111" y="407132"/>
                    <a:pt x="379442" y="380801"/>
                  </a:cubicBezTo>
                  <a:cubicBezTo>
                    <a:pt x="391441" y="365219"/>
                    <a:pt x="401690" y="347721"/>
                    <a:pt x="407273" y="328806"/>
                  </a:cubicBezTo>
                  <a:cubicBezTo>
                    <a:pt x="414272" y="305142"/>
                    <a:pt x="412189" y="279727"/>
                    <a:pt x="413856" y="255396"/>
                  </a:cubicBezTo>
                  <a:cubicBezTo>
                    <a:pt x="417689" y="199151"/>
                    <a:pt x="439187" y="154072"/>
                    <a:pt x="482600" y="117908"/>
                  </a:cubicBezTo>
                  <a:cubicBezTo>
                    <a:pt x="506681" y="97827"/>
                    <a:pt x="559509" y="73996"/>
                    <a:pt x="538428" y="35249"/>
                  </a:cubicBezTo>
                  <a:cubicBezTo>
                    <a:pt x="530679" y="21000"/>
                    <a:pt x="513180" y="-248"/>
                    <a:pt x="495099" y="2"/>
                  </a:cubicBezTo>
                  <a:cubicBezTo>
                    <a:pt x="482850" y="169"/>
                    <a:pt x="468601" y="15667"/>
                    <a:pt x="464684" y="28666"/>
                  </a:cubicBezTo>
                  <a:cubicBezTo>
                    <a:pt x="431604" y="49915"/>
                    <a:pt x="404690" y="79662"/>
                    <a:pt x="363277" y="85661"/>
                  </a:cubicBezTo>
                  <a:cubicBezTo>
                    <a:pt x="316115" y="92494"/>
                    <a:pt x="280451" y="54247"/>
                    <a:pt x="242205" y="32666"/>
                  </a:cubicBezTo>
                  <a:cubicBezTo>
                    <a:pt x="177544" y="-3831"/>
                    <a:pt x="72303" y="23917"/>
                    <a:pt x="51388" y="99743"/>
                  </a:cubicBezTo>
                  <a:cubicBezTo>
                    <a:pt x="51139" y="100577"/>
                    <a:pt x="51139" y="101326"/>
                    <a:pt x="51222" y="101993"/>
                  </a:cubicBezTo>
                  <a:cubicBezTo>
                    <a:pt x="46972" y="104326"/>
                    <a:pt x="42806" y="106909"/>
                    <a:pt x="38890" y="109826"/>
                  </a:cubicBezTo>
                  <a:cubicBezTo>
                    <a:pt x="-10189" y="146489"/>
                    <a:pt x="-15105" y="232481"/>
                    <a:pt x="37306" y="268811"/>
                  </a:cubicBezTo>
                  <a:cubicBezTo>
                    <a:pt x="39640" y="270478"/>
                    <a:pt x="42139" y="270645"/>
                    <a:pt x="44223" y="269895"/>
                  </a:cubicBezTo>
                  <a:cubicBezTo>
                    <a:pt x="33974" y="290393"/>
                    <a:pt x="36890" y="315057"/>
                    <a:pt x="47389" y="337472"/>
                  </a:cubicBezTo>
                  <a:cubicBezTo>
                    <a:pt x="60054" y="364553"/>
                    <a:pt x="87718" y="389717"/>
                    <a:pt x="118382" y="393467"/>
                  </a:cubicBezTo>
                  <a:cubicBezTo>
                    <a:pt x="124965" y="394300"/>
                    <a:pt x="131548" y="394467"/>
                    <a:pt x="138131" y="394050"/>
                  </a:cubicBezTo>
                  <a:cubicBezTo>
                    <a:pt x="138214" y="394300"/>
                    <a:pt x="138297" y="394550"/>
                    <a:pt x="138381" y="394717"/>
                  </a:cubicBezTo>
                  <a:cubicBezTo>
                    <a:pt x="148130" y="416048"/>
                    <a:pt x="173878" y="432297"/>
                    <a:pt x="195876" y="438713"/>
                  </a:cubicBezTo>
                  <a:cubicBezTo>
                    <a:pt x="222123" y="446379"/>
                    <a:pt x="251287" y="437713"/>
                    <a:pt x="273702" y="423214"/>
                  </a:cubicBezTo>
                  <a:cubicBezTo>
                    <a:pt x="276785" y="421381"/>
                    <a:pt x="279451" y="419548"/>
                    <a:pt x="281951" y="417548"/>
                  </a:cubicBezTo>
                  <a:lnTo>
                    <a:pt x="281951" y="417548"/>
                  </a:lnTo>
                  <a:close/>
                  <a:moveTo>
                    <a:pt x="489849" y="14668"/>
                  </a:moveTo>
                  <a:cubicBezTo>
                    <a:pt x="502098" y="8668"/>
                    <a:pt x="516680" y="26833"/>
                    <a:pt x="522513" y="34916"/>
                  </a:cubicBezTo>
                  <a:cubicBezTo>
                    <a:pt x="534095" y="50831"/>
                    <a:pt x="532928" y="64747"/>
                    <a:pt x="518263" y="77912"/>
                  </a:cubicBezTo>
                  <a:cubicBezTo>
                    <a:pt x="511180" y="84328"/>
                    <a:pt x="502931" y="89327"/>
                    <a:pt x="495265" y="94994"/>
                  </a:cubicBezTo>
                  <a:cubicBezTo>
                    <a:pt x="484766" y="102743"/>
                    <a:pt x="474684" y="110992"/>
                    <a:pt x="465351" y="119825"/>
                  </a:cubicBezTo>
                  <a:cubicBezTo>
                    <a:pt x="469018" y="107659"/>
                    <a:pt x="471934" y="95327"/>
                    <a:pt x="476101" y="83245"/>
                  </a:cubicBezTo>
                  <a:cubicBezTo>
                    <a:pt x="480017" y="71829"/>
                    <a:pt x="483600" y="60830"/>
                    <a:pt x="490516" y="50914"/>
                  </a:cubicBezTo>
                  <a:cubicBezTo>
                    <a:pt x="496515" y="42248"/>
                    <a:pt x="504014" y="35582"/>
                    <a:pt x="510764" y="27666"/>
                  </a:cubicBezTo>
                  <a:cubicBezTo>
                    <a:pt x="511347" y="27000"/>
                    <a:pt x="510764" y="26000"/>
                    <a:pt x="509931" y="26000"/>
                  </a:cubicBezTo>
                  <a:cubicBezTo>
                    <a:pt x="492432" y="27500"/>
                    <a:pt x="479683" y="51581"/>
                    <a:pt x="474100" y="65746"/>
                  </a:cubicBezTo>
                  <a:cubicBezTo>
                    <a:pt x="466351" y="85328"/>
                    <a:pt x="460185" y="105909"/>
                    <a:pt x="451603" y="125074"/>
                  </a:cubicBezTo>
                  <a:cubicBezTo>
                    <a:pt x="454602" y="116158"/>
                    <a:pt x="457102" y="107076"/>
                    <a:pt x="460102" y="98243"/>
                  </a:cubicBezTo>
                  <a:cubicBezTo>
                    <a:pt x="464351" y="85745"/>
                    <a:pt x="465851" y="73746"/>
                    <a:pt x="468268" y="60830"/>
                  </a:cubicBezTo>
                  <a:cubicBezTo>
                    <a:pt x="470351" y="49831"/>
                    <a:pt x="474184" y="39332"/>
                    <a:pt x="477183" y="28666"/>
                  </a:cubicBezTo>
                  <a:cubicBezTo>
                    <a:pt x="481350" y="24417"/>
                    <a:pt x="484933" y="17084"/>
                    <a:pt x="489849" y="14668"/>
                  </a:cubicBezTo>
                  <a:lnTo>
                    <a:pt x="489849" y="14668"/>
                  </a:lnTo>
                  <a:close/>
                  <a:moveTo>
                    <a:pt x="337696" y="282560"/>
                  </a:moveTo>
                  <a:cubicBezTo>
                    <a:pt x="331197" y="325806"/>
                    <a:pt x="317781" y="372552"/>
                    <a:pt x="282201" y="400633"/>
                  </a:cubicBezTo>
                  <a:cubicBezTo>
                    <a:pt x="264536" y="414632"/>
                    <a:pt x="242205" y="425714"/>
                    <a:pt x="219290" y="426797"/>
                  </a:cubicBezTo>
                  <a:cubicBezTo>
                    <a:pt x="197459" y="427880"/>
                    <a:pt x="165545" y="411715"/>
                    <a:pt x="153379" y="392300"/>
                  </a:cubicBezTo>
                  <a:cubicBezTo>
                    <a:pt x="177377" y="388134"/>
                    <a:pt x="200625" y="377718"/>
                    <a:pt x="221290" y="366136"/>
                  </a:cubicBezTo>
                  <a:cubicBezTo>
                    <a:pt x="223956" y="364636"/>
                    <a:pt x="221540" y="360553"/>
                    <a:pt x="218790" y="361470"/>
                  </a:cubicBezTo>
                  <a:cubicBezTo>
                    <a:pt x="188043" y="372302"/>
                    <a:pt x="159296" y="381551"/>
                    <a:pt x="126049" y="378968"/>
                  </a:cubicBezTo>
                  <a:cubicBezTo>
                    <a:pt x="98718" y="376802"/>
                    <a:pt x="73720" y="356137"/>
                    <a:pt x="62054" y="331972"/>
                  </a:cubicBezTo>
                  <a:cubicBezTo>
                    <a:pt x="55555" y="318390"/>
                    <a:pt x="52139" y="303725"/>
                    <a:pt x="53722" y="288643"/>
                  </a:cubicBezTo>
                  <a:cubicBezTo>
                    <a:pt x="55638" y="270728"/>
                    <a:pt x="68637" y="258979"/>
                    <a:pt x="84719" y="251813"/>
                  </a:cubicBezTo>
                  <a:cubicBezTo>
                    <a:pt x="111300" y="239981"/>
                    <a:pt x="141047" y="230315"/>
                    <a:pt x="169378" y="223399"/>
                  </a:cubicBezTo>
                  <a:cubicBezTo>
                    <a:pt x="170128" y="223232"/>
                    <a:pt x="169795" y="221982"/>
                    <a:pt x="169045" y="222149"/>
                  </a:cubicBezTo>
                  <a:cubicBezTo>
                    <a:pt x="133714" y="228398"/>
                    <a:pt x="87802" y="226149"/>
                    <a:pt x="58888" y="251230"/>
                  </a:cubicBezTo>
                  <a:cubicBezTo>
                    <a:pt x="55305" y="254396"/>
                    <a:pt x="52222" y="257729"/>
                    <a:pt x="49556" y="261312"/>
                  </a:cubicBezTo>
                  <a:cubicBezTo>
                    <a:pt x="49305" y="259729"/>
                    <a:pt x="48472" y="258229"/>
                    <a:pt x="46889" y="256896"/>
                  </a:cubicBezTo>
                  <a:cubicBezTo>
                    <a:pt x="23224" y="236898"/>
                    <a:pt x="14725" y="207900"/>
                    <a:pt x="17309" y="177486"/>
                  </a:cubicBezTo>
                  <a:cubicBezTo>
                    <a:pt x="19892" y="146239"/>
                    <a:pt x="40306" y="125074"/>
                    <a:pt x="66970" y="111242"/>
                  </a:cubicBezTo>
                  <a:cubicBezTo>
                    <a:pt x="87718" y="100410"/>
                    <a:pt x="109800" y="97410"/>
                    <a:pt x="132881" y="96910"/>
                  </a:cubicBezTo>
                  <a:cubicBezTo>
                    <a:pt x="160962" y="96244"/>
                    <a:pt x="190626" y="97327"/>
                    <a:pt x="218207" y="103076"/>
                  </a:cubicBezTo>
                  <a:cubicBezTo>
                    <a:pt x="219623" y="103410"/>
                    <a:pt x="220456" y="100993"/>
                    <a:pt x="218957" y="100577"/>
                  </a:cubicBezTo>
                  <a:cubicBezTo>
                    <a:pt x="187876" y="90328"/>
                    <a:pt x="154796" y="86911"/>
                    <a:pt x="122132" y="86244"/>
                  </a:cubicBezTo>
                  <a:cubicBezTo>
                    <a:pt x="103967" y="85828"/>
                    <a:pt x="84886" y="88411"/>
                    <a:pt x="67387" y="94744"/>
                  </a:cubicBezTo>
                  <a:cubicBezTo>
                    <a:pt x="85886" y="56830"/>
                    <a:pt x="123882" y="32166"/>
                    <a:pt x="167295" y="31416"/>
                  </a:cubicBezTo>
                  <a:cubicBezTo>
                    <a:pt x="190792" y="30999"/>
                    <a:pt x="212957" y="34749"/>
                    <a:pt x="233206" y="47331"/>
                  </a:cubicBezTo>
                  <a:cubicBezTo>
                    <a:pt x="251287" y="58580"/>
                    <a:pt x="268036" y="72079"/>
                    <a:pt x="286201" y="83328"/>
                  </a:cubicBezTo>
                  <a:cubicBezTo>
                    <a:pt x="318448" y="103160"/>
                    <a:pt x="352278" y="111742"/>
                    <a:pt x="388525" y="95660"/>
                  </a:cubicBezTo>
                  <a:cubicBezTo>
                    <a:pt x="410773" y="85745"/>
                    <a:pt x="429688" y="71496"/>
                    <a:pt x="447353" y="55664"/>
                  </a:cubicBezTo>
                  <a:cubicBezTo>
                    <a:pt x="440270" y="69246"/>
                    <a:pt x="436687" y="84578"/>
                    <a:pt x="426522" y="96744"/>
                  </a:cubicBezTo>
                  <a:cubicBezTo>
                    <a:pt x="413439" y="112575"/>
                    <a:pt x="395441" y="116408"/>
                    <a:pt x="375859" y="117408"/>
                  </a:cubicBezTo>
                  <a:cubicBezTo>
                    <a:pt x="355778" y="118408"/>
                    <a:pt x="335946" y="113159"/>
                    <a:pt x="315948" y="111659"/>
                  </a:cubicBezTo>
                  <a:cubicBezTo>
                    <a:pt x="298950" y="110409"/>
                    <a:pt x="283784" y="113992"/>
                    <a:pt x="267619" y="118658"/>
                  </a:cubicBezTo>
                  <a:cubicBezTo>
                    <a:pt x="265119" y="119408"/>
                    <a:pt x="266619" y="123075"/>
                    <a:pt x="269036" y="122408"/>
                  </a:cubicBezTo>
                  <a:cubicBezTo>
                    <a:pt x="282201" y="118741"/>
                    <a:pt x="295867" y="114742"/>
                    <a:pt x="309782" y="115742"/>
                  </a:cubicBezTo>
                  <a:cubicBezTo>
                    <a:pt x="320947" y="116575"/>
                    <a:pt x="332446" y="120075"/>
                    <a:pt x="343362" y="122408"/>
                  </a:cubicBezTo>
                  <a:cubicBezTo>
                    <a:pt x="362027" y="126408"/>
                    <a:pt x="380359" y="129241"/>
                    <a:pt x="399274" y="125074"/>
                  </a:cubicBezTo>
                  <a:cubicBezTo>
                    <a:pt x="434271" y="117325"/>
                    <a:pt x="444687" y="81662"/>
                    <a:pt x="452269" y="51164"/>
                  </a:cubicBezTo>
                  <a:cubicBezTo>
                    <a:pt x="457102" y="46748"/>
                    <a:pt x="461852" y="42165"/>
                    <a:pt x="466601" y="37582"/>
                  </a:cubicBezTo>
                  <a:cubicBezTo>
                    <a:pt x="464435" y="42665"/>
                    <a:pt x="462768" y="48248"/>
                    <a:pt x="460935" y="53331"/>
                  </a:cubicBezTo>
                  <a:cubicBezTo>
                    <a:pt x="455935" y="67080"/>
                    <a:pt x="454269" y="81912"/>
                    <a:pt x="449436" y="95910"/>
                  </a:cubicBezTo>
                  <a:cubicBezTo>
                    <a:pt x="444687" y="109742"/>
                    <a:pt x="440937" y="124074"/>
                    <a:pt x="435520" y="137657"/>
                  </a:cubicBezTo>
                  <a:cubicBezTo>
                    <a:pt x="429605" y="152489"/>
                    <a:pt x="420855" y="165821"/>
                    <a:pt x="415272" y="180819"/>
                  </a:cubicBezTo>
                  <a:cubicBezTo>
                    <a:pt x="414523" y="182736"/>
                    <a:pt x="415439" y="184402"/>
                    <a:pt x="416772" y="185236"/>
                  </a:cubicBezTo>
                  <a:cubicBezTo>
                    <a:pt x="415189" y="188652"/>
                    <a:pt x="413689" y="192152"/>
                    <a:pt x="412273" y="195818"/>
                  </a:cubicBezTo>
                  <a:cubicBezTo>
                    <a:pt x="404190" y="216733"/>
                    <a:pt x="401607" y="239481"/>
                    <a:pt x="399774" y="261562"/>
                  </a:cubicBezTo>
                  <a:cubicBezTo>
                    <a:pt x="397857" y="284977"/>
                    <a:pt x="398690" y="309308"/>
                    <a:pt x="391025" y="331639"/>
                  </a:cubicBezTo>
                  <a:cubicBezTo>
                    <a:pt x="383775" y="352721"/>
                    <a:pt x="371443" y="375135"/>
                    <a:pt x="354195" y="389634"/>
                  </a:cubicBezTo>
                  <a:cubicBezTo>
                    <a:pt x="338113" y="403216"/>
                    <a:pt x="314365" y="414215"/>
                    <a:pt x="293284" y="407799"/>
                  </a:cubicBezTo>
                  <a:cubicBezTo>
                    <a:pt x="326197" y="375552"/>
                    <a:pt x="336613" y="329139"/>
                    <a:pt x="338363" y="282893"/>
                  </a:cubicBezTo>
                  <a:cubicBezTo>
                    <a:pt x="338529" y="282227"/>
                    <a:pt x="337779" y="282060"/>
                    <a:pt x="337696" y="282560"/>
                  </a:cubicBezTo>
                  <a:lnTo>
                    <a:pt x="337696" y="282560"/>
                  </a:lnTo>
                  <a:close/>
                </a:path>
              </a:pathLst>
            </a:custGeom>
            <a:grpFill/>
            <a:ln w="8332" cap="flat">
              <a:noFill/>
              <a:prstDash val="solid"/>
              <a:miter/>
            </a:ln>
          </p:spPr>
          <p:txBody>
            <a:bodyPr rtlCol="0" anchor="ctr"/>
            <a:lstStyle/>
            <a:p>
              <a:endParaRPr lang="en-US"/>
            </a:p>
          </p:txBody>
        </p:sp>
        <p:sp>
          <p:nvSpPr>
            <p:cNvPr id="1643" name="Freeform: Shape 1642"/>
            <p:cNvSpPr/>
            <p:nvPr/>
          </p:nvSpPr>
          <p:spPr>
            <a:xfrm>
              <a:off x="6427813" y="3382962"/>
              <a:ext cx="134729" cy="22621"/>
            </a:xfrm>
            <a:custGeom>
              <a:avLst/>
              <a:gdLst>
                <a:gd name="connsiteX0" fmla="*/ 134450 w 134729"/>
                <a:gd name="connsiteY0" fmla="*/ 2577 h 22621"/>
                <a:gd name="connsiteX1" fmla="*/ 132284 w 134729"/>
                <a:gd name="connsiteY1" fmla="*/ 327 h 22621"/>
                <a:gd name="connsiteX2" fmla="*/ 69456 w 134729"/>
                <a:gd name="connsiteY2" fmla="*/ 13325 h 22621"/>
                <a:gd name="connsiteX3" fmla="*/ 212 w 134729"/>
                <a:gd name="connsiteY3" fmla="*/ 17325 h 22621"/>
                <a:gd name="connsiteX4" fmla="*/ 295 w 134729"/>
                <a:gd name="connsiteY4" fmla="*/ 17825 h 22621"/>
                <a:gd name="connsiteX5" fmla="*/ 80122 w 134729"/>
                <a:gd name="connsiteY5" fmla="*/ 22491 h 22621"/>
                <a:gd name="connsiteX6" fmla="*/ 134450 w 134729"/>
                <a:gd name="connsiteY6" fmla="*/ 2577 h 22621"/>
                <a:gd name="connsiteX7" fmla="*/ 134450 w 134729"/>
                <a:gd name="connsiteY7" fmla="*/ 2577 h 22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4729" h="22621">
                  <a:moveTo>
                    <a:pt x="134450" y="2577"/>
                  </a:moveTo>
                  <a:cubicBezTo>
                    <a:pt x="135367" y="1077"/>
                    <a:pt x="133867" y="-756"/>
                    <a:pt x="132284" y="327"/>
                  </a:cubicBezTo>
                  <a:cubicBezTo>
                    <a:pt x="114202" y="12326"/>
                    <a:pt x="90038" y="12076"/>
                    <a:pt x="69456" y="13325"/>
                  </a:cubicBezTo>
                  <a:cubicBezTo>
                    <a:pt x="46208" y="14659"/>
                    <a:pt x="23210" y="12825"/>
                    <a:pt x="212" y="17325"/>
                  </a:cubicBezTo>
                  <a:cubicBezTo>
                    <a:pt x="-121" y="17409"/>
                    <a:pt x="-38" y="17908"/>
                    <a:pt x="295" y="17825"/>
                  </a:cubicBezTo>
                  <a:cubicBezTo>
                    <a:pt x="26876" y="14242"/>
                    <a:pt x="53624" y="20908"/>
                    <a:pt x="80122" y="22491"/>
                  </a:cubicBezTo>
                  <a:cubicBezTo>
                    <a:pt x="98036" y="23491"/>
                    <a:pt x="123784" y="18908"/>
                    <a:pt x="134450" y="2577"/>
                  </a:cubicBezTo>
                  <a:lnTo>
                    <a:pt x="134450" y="2577"/>
                  </a:lnTo>
                  <a:close/>
                </a:path>
              </a:pathLst>
            </a:custGeom>
            <a:grpFill/>
            <a:ln w="8332" cap="flat">
              <a:noFill/>
              <a:prstDash val="solid"/>
              <a:miter/>
            </a:ln>
          </p:spPr>
          <p:txBody>
            <a:bodyPr rtlCol="0" anchor="ctr"/>
            <a:lstStyle/>
            <a:p>
              <a:endParaRPr lang="en-US"/>
            </a:p>
          </p:txBody>
        </p:sp>
        <p:sp>
          <p:nvSpPr>
            <p:cNvPr id="1644" name="Freeform: Shape 1643"/>
            <p:cNvSpPr/>
            <p:nvPr/>
          </p:nvSpPr>
          <p:spPr>
            <a:xfrm>
              <a:off x="6418861" y="3446258"/>
              <a:ext cx="37695" cy="116671"/>
            </a:xfrm>
            <a:custGeom>
              <a:avLst/>
              <a:gdLst>
                <a:gd name="connsiteX0" fmla="*/ 4914 w 37695"/>
                <a:gd name="connsiteY0" fmla="*/ 115598 h 116671"/>
                <a:gd name="connsiteX1" fmla="*/ 36161 w 37695"/>
                <a:gd name="connsiteY1" fmla="*/ 55520 h 116671"/>
                <a:gd name="connsiteX2" fmla="*/ 20746 w 37695"/>
                <a:gd name="connsiteY2" fmla="*/ 191 h 116671"/>
                <a:gd name="connsiteX3" fmla="*/ 18747 w 37695"/>
                <a:gd name="connsiteY3" fmla="*/ 2691 h 116671"/>
                <a:gd name="connsiteX4" fmla="*/ 24579 w 37695"/>
                <a:gd name="connsiteY4" fmla="*/ 62936 h 116671"/>
                <a:gd name="connsiteX5" fmla="*/ 582 w 37695"/>
                <a:gd name="connsiteY5" fmla="*/ 112098 h 116671"/>
                <a:gd name="connsiteX6" fmla="*/ 4914 w 37695"/>
                <a:gd name="connsiteY6" fmla="*/ 115598 h 116671"/>
                <a:gd name="connsiteX7" fmla="*/ 4914 w 37695"/>
                <a:gd name="connsiteY7" fmla="*/ 115598 h 116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695" h="116671">
                  <a:moveTo>
                    <a:pt x="4914" y="115598"/>
                  </a:moveTo>
                  <a:cubicBezTo>
                    <a:pt x="21163" y="97016"/>
                    <a:pt x="32829" y="80351"/>
                    <a:pt x="36161" y="55520"/>
                  </a:cubicBezTo>
                  <a:cubicBezTo>
                    <a:pt x="38828" y="35938"/>
                    <a:pt x="40245" y="11440"/>
                    <a:pt x="20746" y="191"/>
                  </a:cubicBezTo>
                  <a:cubicBezTo>
                    <a:pt x="19330" y="-642"/>
                    <a:pt x="17663" y="1441"/>
                    <a:pt x="18747" y="2691"/>
                  </a:cubicBezTo>
                  <a:cubicBezTo>
                    <a:pt x="32495" y="18856"/>
                    <a:pt x="28079" y="43937"/>
                    <a:pt x="24579" y="62936"/>
                  </a:cubicBezTo>
                  <a:cubicBezTo>
                    <a:pt x="21246" y="81017"/>
                    <a:pt x="10497" y="97016"/>
                    <a:pt x="582" y="112098"/>
                  </a:cubicBezTo>
                  <a:cubicBezTo>
                    <a:pt x="-1502" y="115098"/>
                    <a:pt x="2498" y="118431"/>
                    <a:pt x="4914" y="115598"/>
                  </a:cubicBezTo>
                  <a:lnTo>
                    <a:pt x="4914" y="115598"/>
                  </a:lnTo>
                  <a:close/>
                </a:path>
              </a:pathLst>
            </a:custGeom>
            <a:grpFill/>
            <a:ln w="8332" cap="flat">
              <a:noFill/>
              <a:prstDash val="solid"/>
              <a:miter/>
            </a:ln>
          </p:spPr>
          <p:txBody>
            <a:bodyPr rtlCol="0" anchor="ctr"/>
            <a:lstStyle/>
            <a:p>
              <a:endParaRPr lang="en-US"/>
            </a:p>
          </p:txBody>
        </p:sp>
        <p:sp>
          <p:nvSpPr>
            <p:cNvPr id="1645" name="Freeform: Shape 1644"/>
            <p:cNvSpPr/>
            <p:nvPr/>
          </p:nvSpPr>
          <p:spPr>
            <a:xfrm>
              <a:off x="617104" y="3090860"/>
              <a:ext cx="496172" cy="622361"/>
            </a:xfrm>
            <a:custGeom>
              <a:avLst/>
              <a:gdLst>
                <a:gd name="connsiteX0" fmla="*/ 5778 w 496172"/>
                <a:gd name="connsiteY0" fmla="*/ 26536 h 622361"/>
                <a:gd name="connsiteX1" fmla="*/ 16360 w 496172"/>
                <a:gd name="connsiteY1" fmla="*/ 42118 h 622361"/>
                <a:gd name="connsiteX2" fmla="*/ 29526 w 496172"/>
                <a:gd name="connsiteY2" fmla="*/ 58784 h 622361"/>
                <a:gd name="connsiteX3" fmla="*/ 42691 w 496172"/>
                <a:gd name="connsiteY3" fmla="*/ 70949 h 622361"/>
                <a:gd name="connsiteX4" fmla="*/ 43025 w 496172"/>
                <a:gd name="connsiteY4" fmla="*/ 71366 h 622361"/>
                <a:gd name="connsiteX5" fmla="*/ 54940 w 496172"/>
                <a:gd name="connsiteY5" fmla="*/ 88781 h 622361"/>
                <a:gd name="connsiteX6" fmla="*/ 103019 w 496172"/>
                <a:gd name="connsiteY6" fmla="*/ 133193 h 622361"/>
                <a:gd name="connsiteX7" fmla="*/ 101519 w 496172"/>
                <a:gd name="connsiteY7" fmla="*/ 135360 h 622361"/>
                <a:gd name="connsiteX8" fmla="*/ 115102 w 496172"/>
                <a:gd name="connsiteY8" fmla="*/ 173690 h 622361"/>
                <a:gd name="connsiteX9" fmla="*/ 149432 w 496172"/>
                <a:gd name="connsiteY9" fmla="*/ 221269 h 622361"/>
                <a:gd name="connsiteX10" fmla="*/ 228591 w 496172"/>
                <a:gd name="connsiteY10" fmla="*/ 297845 h 622361"/>
                <a:gd name="connsiteX11" fmla="*/ 233841 w 496172"/>
                <a:gd name="connsiteY11" fmla="*/ 310177 h 622361"/>
                <a:gd name="connsiteX12" fmla="*/ 305751 w 496172"/>
                <a:gd name="connsiteY12" fmla="*/ 407169 h 622361"/>
                <a:gd name="connsiteX13" fmla="*/ 346081 w 496172"/>
                <a:gd name="connsiteY13" fmla="*/ 448332 h 622361"/>
                <a:gd name="connsiteX14" fmla="*/ 375578 w 496172"/>
                <a:gd name="connsiteY14" fmla="*/ 485745 h 622361"/>
                <a:gd name="connsiteX15" fmla="*/ 406492 w 496172"/>
                <a:gd name="connsiteY15" fmla="*/ 545156 h 622361"/>
                <a:gd name="connsiteX16" fmla="*/ 445238 w 496172"/>
                <a:gd name="connsiteY16" fmla="*/ 606068 h 622361"/>
                <a:gd name="connsiteX17" fmla="*/ 487901 w 496172"/>
                <a:gd name="connsiteY17" fmla="*/ 617900 h 622361"/>
                <a:gd name="connsiteX18" fmla="*/ 486651 w 496172"/>
                <a:gd name="connsiteY18" fmla="*/ 578903 h 622361"/>
                <a:gd name="connsiteX19" fmla="*/ 442822 w 496172"/>
                <a:gd name="connsiteY19" fmla="*/ 497661 h 622361"/>
                <a:gd name="connsiteX20" fmla="*/ 429740 w 496172"/>
                <a:gd name="connsiteY20" fmla="*/ 467247 h 622361"/>
                <a:gd name="connsiteX21" fmla="*/ 395660 w 496172"/>
                <a:gd name="connsiteY21" fmla="*/ 406002 h 622361"/>
                <a:gd name="connsiteX22" fmla="*/ 377328 w 496172"/>
                <a:gd name="connsiteY22" fmla="*/ 379005 h 622361"/>
                <a:gd name="connsiteX23" fmla="*/ 362496 w 496172"/>
                <a:gd name="connsiteY23" fmla="*/ 360590 h 622361"/>
                <a:gd name="connsiteX24" fmla="*/ 354997 w 496172"/>
                <a:gd name="connsiteY24" fmla="*/ 361423 h 622361"/>
                <a:gd name="connsiteX25" fmla="*/ 353080 w 496172"/>
                <a:gd name="connsiteY25" fmla="*/ 364006 h 622361"/>
                <a:gd name="connsiteX26" fmla="*/ 334165 w 496172"/>
                <a:gd name="connsiteY26" fmla="*/ 348591 h 622361"/>
                <a:gd name="connsiteX27" fmla="*/ 312167 w 496172"/>
                <a:gd name="connsiteY27" fmla="*/ 311844 h 622361"/>
                <a:gd name="connsiteX28" fmla="*/ 278004 w 496172"/>
                <a:gd name="connsiteY28" fmla="*/ 256016 h 622361"/>
                <a:gd name="connsiteX29" fmla="*/ 246590 w 496172"/>
                <a:gd name="connsiteY29" fmla="*/ 207687 h 622361"/>
                <a:gd name="connsiteX30" fmla="*/ 220092 w 496172"/>
                <a:gd name="connsiteY30" fmla="*/ 184105 h 622361"/>
                <a:gd name="connsiteX31" fmla="*/ 217092 w 496172"/>
                <a:gd name="connsiteY31" fmla="*/ 185855 h 622361"/>
                <a:gd name="connsiteX32" fmla="*/ 209343 w 496172"/>
                <a:gd name="connsiteY32" fmla="*/ 174273 h 622361"/>
                <a:gd name="connsiteX33" fmla="*/ 185429 w 496172"/>
                <a:gd name="connsiteY33" fmla="*/ 136443 h 622361"/>
                <a:gd name="connsiteX34" fmla="*/ 133600 w 496172"/>
                <a:gd name="connsiteY34" fmla="*/ 59450 h 622361"/>
                <a:gd name="connsiteX35" fmla="*/ 86354 w 496172"/>
                <a:gd name="connsiteY35" fmla="*/ 26870 h 622361"/>
                <a:gd name="connsiteX36" fmla="*/ 84021 w 496172"/>
                <a:gd name="connsiteY36" fmla="*/ 35369 h 622361"/>
                <a:gd name="connsiteX37" fmla="*/ 67022 w 496172"/>
                <a:gd name="connsiteY37" fmla="*/ 20037 h 622361"/>
                <a:gd name="connsiteX38" fmla="*/ 35942 w 496172"/>
                <a:gd name="connsiteY38" fmla="*/ 39 h 622361"/>
                <a:gd name="connsiteX39" fmla="*/ 29943 w 496172"/>
                <a:gd name="connsiteY39" fmla="*/ 13371 h 622361"/>
                <a:gd name="connsiteX40" fmla="*/ 30859 w 496172"/>
                <a:gd name="connsiteY40" fmla="*/ 15621 h 622361"/>
                <a:gd name="connsiteX41" fmla="*/ 29 w 496172"/>
                <a:gd name="connsiteY41" fmla="*/ 15121 h 622361"/>
                <a:gd name="connsiteX42" fmla="*/ 5778 w 496172"/>
                <a:gd name="connsiteY42" fmla="*/ 26536 h 622361"/>
                <a:gd name="connsiteX43" fmla="*/ 5778 w 496172"/>
                <a:gd name="connsiteY43" fmla="*/ 26536 h 622361"/>
                <a:gd name="connsiteX44" fmla="*/ 312500 w 496172"/>
                <a:gd name="connsiteY44" fmla="*/ 333675 h 622361"/>
                <a:gd name="connsiteX45" fmla="*/ 267338 w 496172"/>
                <a:gd name="connsiteY45" fmla="*/ 304261 h 622361"/>
                <a:gd name="connsiteX46" fmla="*/ 236674 w 496172"/>
                <a:gd name="connsiteY46" fmla="*/ 286346 h 622361"/>
                <a:gd name="connsiteX47" fmla="*/ 229591 w 496172"/>
                <a:gd name="connsiteY47" fmla="*/ 250683 h 622361"/>
                <a:gd name="connsiteX48" fmla="*/ 226008 w 496172"/>
                <a:gd name="connsiteY48" fmla="*/ 223435 h 622361"/>
                <a:gd name="connsiteX49" fmla="*/ 224008 w 496172"/>
                <a:gd name="connsiteY49" fmla="*/ 201271 h 622361"/>
                <a:gd name="connsiteX50" fmla="*/ 232341 w 496172"/>
                <a:gd name="connsiteY50" fmla="*/ 213853 h 622361"/>
                <a:gd name="connsiteX51" fmla="*/ 249673 w 496172"/>
                <a:gd name="connsiteY51" fmla="*/ 235934 h 622361"/>
                <a:gd name="connsiteX52" fmla="*/ 278753 w 496172"/>
                <a:gd name="connsiteY52" fmla="*/ 283513 h 622361"/>
                <a:gd name="connsiteX53" fmla="*/ 312500 w 496172"/>
                <a:gd name="connsiteY53" fmla="*/ 333675 h 622361"/>
                <a:gd name="connsiteX54" fmla="*/ 312500 w 496172"/>
                <a:gd name="connsiteY54" fmla="*/ 333675 h 622361"/>
                <a:gd name="connsiteX55" fmla="*/ 367495 w 496172"/>
                <a:gd name="connsiteY55" fmla="*/ 420418 h 622361"/>
                <a:gd name="connsiteX56" fmla="*/ 361329 w 496172"/>
                <a:gd name="connsiteY56" fmla="*/ 379921 h 622361"/>
                <a:gd name="connsiteX57" fmla="*/ 361746 w 496172"/>
                <a:gd name="connsiteY57" fmla="*/ 380254 h 622361"/>
                <a:gd name="connsiteX58" fmla="*/ 362413 w 496172"/>
                <a:gd name="connsiteY58" fmla="*/ 380588 h 622361"/>
                <a:gd name="connsiteX59" fmla="*/ 362746 w 496172"/>
                <a:gd name="connsiteY59" fmla="*/ 381171 h 622361"/>
                <a:gd name="connsiteX60" fmla="*/ 372662 w 496172"/>
                <a:gd name="connsiteY60" fmla="*/ 393753 h 622361"/>
                <a:gd name="connsiteX61" fmla="*/ 390993 w 496172"/>
                <a:gd name="connsiteY61" fmla="*/ 421167 h 622361"/>
                <a:gd name="connsiteX62" fmla="*/ 423907 w 496172"/>
                <a:gd name="connsiteY62" fmla="*/ 477912 h 622361"/>
                <a:gd name="connsiteX63" fmla="*/ 429323 w 496172"/>
                <a:gd name="connsiteY63" fmla="*/ 488828 h 622361"/>
                <a:gd name="connsiteX64" fmla="*/ 437073 w 496172"/>
                <a:gd name="connsiteY64" fmla="*/ 506326 h 622361"/>
                <a:gd name="connsiteX65" fmla="*/ 449738 w 496172"/>
                <a:gd name="connsiteY65" fmla="*/ 534491 h 622361"/>
                <a:gd name="connsiteX66" fmla="*/ 483568 w 496172"/>
                <a:gd name="connsiteY66" fmla="*/ 591402 h 622361"/>
                <a:gd name="connsiteX67" fmla="*/ 483818 w 496172"/>
                <a:gd name="connsiteY67" fmla="*/ 592569 h 622361"/>
                <a:gd name="connsiteX68" fmla="*/ 477986 w 496172"/>
                <a:gd name="connsiteY68" fmla="*/ 601651 h 622361"/>
                <a:gd name="connsiteX69" fmla="*/ 465237 w 496172"/>
                <a:gd name="connsiteY69" fmla="*/ 606234 h 622361"/>
                <a:gd name="connsiteX70" fmla="*/ 455071 w 496172"/>
                <a:gd name="connsiteY70" fmla="*/ 596152 h 622361"/>
                <a:gd name="connsiteX71" fmla="*/ 438322 w 496172"/>
                <a:gd name="connsiteY71" fmla="*/ 572070 h 622361"/>
                <a:gd name="connsiteX72" fmla="*/ 408158 w 496172"/>
                <a:gd name="connsiteY72" fmla="*/ 525825 h 622361"/>
                <a:gd name="connsiteX73" fmla="*/ 386244 w 496172"/>
                <a:gd name="connsiteY73" fmla="*/ 490578 h 622361"/>
                <a:gd name="connsiteX74" fmla="*/ 385994 w 496172"/>
                <a:gd name="connsiteY74" fmla="*/ 488245 h 622361"/>
                <a:gd name="connsiteX75" fmla="*/ 383411 w 496172"/>
                <a:gd name="connsiteY75" fmla="*/ 483578 h 622361"/>
                <a:gd name="connsiteX76" fmla="*/ 381161 w 496172"/>
                <a:gd name="connsiteY76" fmla="*/ 476746 h 622361"/>
                <a:gd name="connsiteX77" fmla="*/ 367495 w 496172"/>
                <a:gd name="connsiteY77" fmla="*/ 420418 h 622361"/>
                <a:gd name="connsiteX78" fmla="*/ 367495 w 496172"/>
                <a:gd name="connsiteY78" fmla="*/ 420418 h 622361"/>
                <a:gd name="connsiteX79" fmla="*/ 238757 w 496172"/>
                <a:gd name="connsiteY79" fmla="*/ 302262 h 622361"/>
                <a:gd name="connsiteX80" fmla="*/ 239090 w 496172"/>
                <a:gd name="connsiteY80" fmla="*/ 302095 h 622361"/>
                <a:gd name="connsiteX81" fmla="*/ 240507 w 496172"/>
                <a:gd name="connsiteY81" fmla="*/ 303012 h 622361"/>
                <a:gd name="connsiteX82" fmla="*/ 278587 w 496172"/>
                <a:gd name="connsiteY82" fmla="*/ 328426 h 622361"/>
                <a:gd name="connsiteX83" fmla="*/ 351830 w 496172"/>
                <a:gd name="connsiteY83" fmla="*/ 373838 h 622361"/>
                <a:gd name="connsiteX84" fmla="*/ 358330 w 496172"/>
                <a:gd name="connsiteY84" fmla="*/ 403586 h 622361"/>
                <a:gd name="connsiteX85" fmla="*/ 368995 w 496172"/>
                <a:gd name="connsiteY85" fmla="*/ 458581 h 622361"/>
                <a:gd name="connsiteX86" fmla="*/ 363996 w 496172"/>
                <a:gd name="connsiteY86" fmla="*/ 451998 h 622361"/>
                <a:gd name="connsiteX87" fmla="*/ 329499 w 496172"/>
                <a:gd name="connsiteY87" fmla="*/ 417168 h 622361"/>
                <a:gd name="connsiteX88" fmla="*/ 297585 w 496172"/>
                <a:gd name="connsiteY88" fmla="*/ 382754 h 622361"/>
                <a:gd name="connsiteX89" fmla="*/ 264338 w 496172"/>
                <a:gd name="connsiteY89" fmla="*/ 344924 h 622361"/>
                <a:gd name="connsiteX90" fmla="*/ 250173 w 496172"/>
                <a:gd name="connsiteY90" fmla="*/ 323343 h 622361"/>
                <a:gd name="connsiteX91" fmla="*/ 242423 w 496172"/>
                <a:gd name="connsiteY91" fmla="*/ 306761 h 622361"/>
                <a:gd name="connsiteX92" fmla="*/ 238757 w 496172"/>
                <a:gd name="connsiteY92" fmla="*/ 302262 h 622361"/>
                <a:gd name="connsiteX93" fmla="*/ 238757 w 496172"/>
                <a:gd name="connsiteY93" fmla="*/ 302262 h 622361"/>
                <a:gd name="connsiteX94" fmla="*/ 109435 w 496172"/>
                <a:gd name="connsiteY94" fmla="*/ 142776 h 622361"/>
                <a:gd name="connsiteX95" fmla="*/ 137183 w 496172"/>
                <a:gd name="connsiteY95" fmla="*/ 161941 h 622361"/>
                <a:gd name="connsiteX96" fmla="*/ 164847 w 496172"/>
                <a:gd name="connsiteY96" fmla="*/ 180189 h 622361"/>
                <a:gd name="connsiteX97" fmla="*/ 214926 w 496172"/>
                <a:gd name="connsiteY97" fmla="*/ 212186 h 622361"/>
                <a:gd name="connsiteX98" fmla="*/ 220509 w 496172"/>
                <a:gd name="connsiteY98" fmla="*/ 244850 h 622361"/>
                <a:gd name="connsiteX99" fmla="*/ 228091 w 496172"/>
                <a:gd name="connsiteY99" fmla="*/ 287680 h 622361"/>
                <a:gd name="connsiteX100" fmla="*/ 219425 w 496172"/>
                <a:gd name="connsiteY100" fmla="*/ 280847 h 622361"/>
                <a:gd name="connsiteX101" fmla="*/ 202344 w 496172"/>
                <a:gd name="connsiteY101" fmla="*/ 262682 h 622361"/>
                <a:gd name="connsiteX102" fmla="*/ 166347 w 496172"/>
                <a:gd name="connsiteY102" fmla="*/ 224852 h 622361"/>
                <a:gd name="connsiteX103" fmla="*/ 132683 w 496172"/>
                <a:gd name="connsiteY103" fmla="*/ 183855 h 622361"/>
                <a:gd name="connsiteX104" fmla="*/ 109435 w 496172"/>
                <a:gd name="connsiteY104" fmla="*/ 142776 h 622361"/>
                <a:gd name="connsiteX105" fmla="*/ 109435 w 496172"/>
                <a:gd name="connsiteY105" fmla="*/ 142776 h 622361"/>
                <a:gd name="connsiteX106" fmla="*/ 15194 w 496172"/>
                <a:gd name="connsiteY106" fmla="*/ 19454 h 622361"/>
                <a:gd name="connsiteX107" fmla="*/ 34609 w 496172"/>
                <a:gd name="connsiteY107" fmla="*/ 25370 h 622361"/>
                <a:gd name="connsiteX108" fmla="*/ 48191 w 496172"/>
                <a:gd name="connsiteY108" fmla="*/ 50451 h 622361"/>
                <a:gd name="connsiteX109" fmla="*/ 55107 w 496172"/>
                <a:gd name="connsiteY109" fmla="*/ 45285 h 622361"/>
                <a:gd name="connsiteX110" fmla="*/ 43441 w 496172"/>
                <a:gd name="connsiteY110" fmla="*/ 17204 h 622361"/>
                <a:gd name="connsiteX111" fmla="*/ 41442 w 496172"/>
                <a:gd name="connsiteY111" fmla="*/ 13038 h 622361"/>
                <a:gd name="connsiteX112" fmla="*/ 42441 w 496172"/>
                <a:gd name="connsiteY112" fmla="*/ 13537 h 622361"/>
                <a:gd name="connsiteX113" fmla="*/ 89520 w 496172"/>
                <a:gd name="connsiteY113" fmla="*/ 53201 h 622361"/>
                <a:gd name="connsiteX114" fmla="*/ 101769 w 496172"/>
                <a:gd name="connsiteY114" fmla="*/ 84198 h 622361"/>
                <a:gd name="connsiteX115" fmla="*/ 106686 w 496172"/>
                <a:gd name="connsiteY115" fmla="*/ 118695 h 622361"/>
                <a:gd name="connsiteX116" fmla="*/ 112018 w 496172"/>
                <a:gd name="connsiteY116" fmla="*/ 116612 h 622361"/>
                <a:gd name="connsiteX117" fmla="*/ 106019 w 496172"/>
                <a:gd name="connsiteY117" fmla="*/ 96113 h 622361"/>
                <a:gd name="connsiteX118" fmla="*/ 105186 w 496172"/>
                <a:gd name="connsiteY118" fmla="*/ 92614 h 622361"/>
                <a:gd name="connsiteX119" fmla="*/ 106102 w 496172"/>
                <a:gd name="connsiteY119" fmla="*/ 95197 h 622361"/>
                <a:gd name="connsiteX120" fmla="*/ 114935 w 496172"/>
                <a:gd name="connsiteY120" fmla="*/ 101196 h 622361"/>
                <a:gd name="connsiteX121" fmla="*/ 127517 w 496172"/>
                <a:gd name="connsiteY121" fmla="*/ 111029 h 622361"/>
                <a:gd name="connsiteX122" fmla="*/ 135850 w 496172"/>
                <a:gd name="connsiteY122" fmla="*/ 117195 h 622361"/>
                <a:gd name="connsiteX123" fmla="*/ 143266 w 496172"/>
                <a:gd name="connsiteY123" fmla="*/ 121111 h 622361"/>
                <a:gd name="connsiteX124" fmla="*/ 143266 w 496172"/>
                <a:gd name="connsiteY124" fmla="*/ 121111 h 622361"/>
                <a:gd name="connsiteX125" fmla="*/ 146015 w 496172"/>
                <a:gd name="connsiteY125" fmla="*/ 118445 h 622361"/>
                <a:gd name="connsiteX126" fmla="*/ 127267 w 496172"/>
                <a:gd name="connsiteY126" fmla="*/ 99280 h 622361"/>
                <a:gd name="connsiteX127" fmla="*/ 109102 w 496172"/>
                <a:gd name="connsiteY127" fmla="*/ 85614 h 622361"/>
                <a:gd name="connsiteX128" fmla="*/ 99520 w 496172"/>
                <a:gd name="connsiteY128" fmla="*/ 57783 h 622361"/>
                <a:gd name="connsiteX129" fmla="*/ 99520 w 496172"/>
                <a:gd name="connsiteY129" fmla="*/ 56367 h 622361"/>
                <a:gd name="connsiteX130" fmla="*/ 96187 w 496172"/>
                <a:gd name="connsiteY130" fmla="*/ 49368 h 622361"/>
                <a:gd name="connsiteX131" fmla="*/ 94853 w 496172"/>
                <a:gd name="connsiteY131" fmla="*/ 36369 h 622361"/>
                <a:gd name="connsiteX132" fmla="*/ 104269 w 496172"/>
                <a:gd name="connsiteY132" fmla="*/ 45868 h 622361"/>
                <a:gd name="connsiteX133" fmla="*/ 148349 w 496172"/>
                <a:gd name="connsiteY133" fmla="*/ 108196 h 622361"/>
                <a:gd name="connsiteX134" fmla="*/ 187345 w 496172"/>
                <a:gd name="connsiteY134" fmla="*/ 167024 h 622361"/>
                <a:gd name="connsiteX135" fmla="*/ 214259 w 496172"/>
                <a:gd name="connsiteY135" fmla="*/ 198354 h 622361"/>
                <a:gd name="connsiteX136" fmla="*/ 214176 w 496172"/>
                <a:gd name="connsiteY136" fmla="*/ 201854 h 622361"/>
                <a:gd name="connsiteX137" fmla="*/ 171180 w 496172"/>
                <a:gd name="connsiteY137" fmla="*/ 169440 h 622361"/>
                <a:gd name="connsiteX138" fmla="*/ 119268 w 496172"/>
                <a:gd name="connsiteY138" fmla="*/ 136110 h 622361"/>
                <a:gd name="connsiteX139" fmla="*/ 85104 w 496172"/>
                <a:gd name="connsiteY139" fmla="*/ 104279 h 622361"/>
                <a:gd name="connsiteX140" fmla="*/ 65939 w 496172"/>
                <a:gd name="connsiteY140" fmla="*/ 84114 h 622361"/>
                <a:gd name="connsiteX141" fmla="*/ 57273 w 496172"/>
                <a:gd name="connsiteY141" fmla="*/ 73866 h 622361"/>
                <a:gd name="connsiteX142" fmla="*/ 57273 w 496172"/>
                <a:gd name="connsiteY142" fmla="*/ 69616 h 622361"/>
                <a:gd name="connsiteX143" fmla="*/ 68606 w 496172"/>
                <a:gd name="connsiteY143" fmla="*/ 75365 h 622361"/>
                <a:gd name="connsiteX144" fmla="*/ 79605 w 496172"/>
                <a:gd name="connsiteY144" fmla="*/ 80781 h 622361"/>
                <a:gd name="connsiteX145" fmla="*/ 88521 w 496172"/>
                <a:gd name="connsiteY145" fmla="*/ 84531 h 622361"/>
                <a:gd name="connsiteX146" fmla="*/ 91354 w 496172"/>
                <a:gd name="connsiteY146" fmla="*/ 83864 h 622361"/>
                <a:gd name="connsiteX147" fmla="*/ 75022 w 496172"/>
                <a:gd name="connsiteY147" fmla="*/ 66949 h 622361"/>
                <a:gd name="connsiteX148" fmla="*/ 50191 w 496172"/>
                <a:gd name="connsiteY148" fmla="*/ 60283 h 622361"/>
                <a:gd name="connsiteX149" fmla="*/ 47774 w 496172"/>
                <a:gd name="connsiteY149" fmla="*/ 60950 h 622361"/>
                <a:gd name="connsiteX150" fmla="*/ 41525 w 496172"/>
                <a:gd name="connsiteY150" fmla="*/ 55450 h 622361"/>
                <a:gd name="connsiteX151" fmla="*/ 28609 w 496172"/>
                <a:gd name="connsiteY151" fmla="*/ 40118 h 622361"/>
                <a:gd name="connsiteX152" fmla="*/ 17527 w 496172"/>
                <a:gd name="connsiteY152" fmla="*/ 24620 h 622361"/>
                <a:gd name="connsiteX153" fmla="*/ 15194 w 496172"/>
                <a:gd name="connsiteY153" fmla="*/ 19454 h 622361"/>
                <a:gd name="connsiteX154" fmla="*/ 15194 w 496172"/>
                <a:gd name="connsiteY154" fmla="*/ 19454 h 622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Lst>
              <a:rect l="l" t="t" r="r" b="b"/>
              <a:pathLst>
                <a:path w="496172" h="622361">
                  <a:moveTo>
                    <a:pt x="5778" y="26536"/>
                  </a:moveTo>
                  <a:cubicBezTo>
                    <a:pt x="9111" y="31953"/>
                    <a:pt x="12361" y="37119"/>
                    <a:pt x="16360" y="42118"/>
                  </a:cubicBezTo>
                  <a:cubicBezTo>
                    <a:pt x="20777" y="47618"/>
                    <a:pt x="24776" y="53617"/>
                    <a:pt x="29526" y="58784"/>
                  </a:cubicBezTo>
                  <a:cubicBezTo>
                    <a:pt x="33609" y="63200"/>
                    <a:pt x="39025" y="66116"/>
                    <a:pt x="42691" y="70949"/>
                  </a:cubicBezTo>
                  <a:cubicBezTo>
                    <a:pt x="42775" y="71116"/>
                    <a:pt x="42941" y="71199"/>
                    <a:pt x="43025" y="71366"/>
                  </a:cubicBezTo>
                  <a:cubicBezTo>
                    <a:pt x="44525" y="77865"/>
                    <a:pt x="51607" y="84614"/>
                    <a:pt x="54940" y="88781"/>
                  </a:cubicBezTo>
                  <a:cubicBezTo>
                    <a:pt x="68689" y="105529"/>
                    <a:pt x="84604" y="121444"/>
                    <a:pt x="103019" y="133193"/>
                  </a:cubicBezTo>
                  <a:cubicBezTo>
                    <a:pt x="102269" y="133693"/>
                    <a:pt x="101769" y="134360"/>
                    <a:pt x="101519" y="135360"/>
                  </a:cubicBezTo>
                  <a:cubicBezTo>
                    <a:pt x="99020" y="147942"/>
                    <a:pt x="108685" y="163441"/>
                    <a:pt x="115102" y="173690"/>
                  </a:cubicBezTo>
                  <a:cubicBezTo>
                    <a:pt x="125434" y="190355"/>
                    <a:pt x="137933" y="205437"/>
                    <a:pt x="149432" y="221269"/>
                  </a:cubicBezTo>
                  <a:cubicBezTo>
                    <a:pt x="171513" y="251516"/>
                    <a:pt x="199844" y="274681"/>
                    <a:pt x="228591" y="297845"/>
                  </a:cubicBezTo>
                  <a:cubicBezTo>
                    <a:pt x="229508" y="302262"/>
                    <a:pt x="232091" y="306928"/>
                    <a:pt x="233841" y="310177"/>
                  </a:cubicBezTo>
                  <a:cubicBezTo>
                    <a:pt x="253339" y="345924"/>
                    <a:pt x="278004" y="377338"/>
                    <a:pt x="305751" y="407169"/>
                  </a:cubicBezTo>
                  <a:cubicBezTo>
                    <a:pt x="318833" y="421251"/>
                    <a:pt x="333082" y="434250"/>
                    <a:pt x="346081" y="448332"/>
                  </a:cubicBezTo>
                  <a:cubicBezTo>
                    <a:pt x="356830" y="459914"/>
                    <a:pt x="365329" y="473746"/>
                    <a:pt x="375578" y="485745"/>
                  </a:cubicBezTo>
                  <a:cubicBezTo>
                    <a:pt x="382077" y="507826"/>
                    <a:pt x="394493" y="525575"/>
                    <a:pt x="406492" y="545156"/>
                  </a:cubicBezTo>
                  <a:cubicBezTo>
                    <a:pt x="418991" y="565654"/>
                    <a:pt x="429573" y="587736"/>
                    <a:pt x="445238" y="606068"/>
                  </a:cubicBezTo>
                  <a:cubicBezTo>
                    <a:pt x="455321" y="617900"/>
                    <a:pt x="472986" y="628732"/>
                    <a:pt x="487901" y="617900"/>
                  </a:cubicBezTo>
                  <a:cubicBezTo>
                    <a:pt x="503067" y="606817"/>
                    <a:pt x="494151" y="591485"/>
                    <a:pt x="486651" y="578903"/>
                  </a:cubicBezTo>
                  <a:cubicBezTo>
                    <a:pt x="470819" y="552406"/>
                    <a:pt x="457071" y="524908"/>
                    <a:pt x="442822" y="497661"/>
                  </a:cubicBezTo>
                  <a:cubicBezTo>
                    <a:pt x="438822" y="487412"/>
                    <a:pt x="434656" y="477162"/>
                    <a:pt x="429740" y="467247"/>
                  </a:cubicBezTo>
                  <a:cubicBezTo>
                    <a:pt x="419324" y="446165"/>
                    <a:pt x="407992" y="425917"/>
                    <a:pt x="395660" y="406002"/>
                  </a:cubicBezTo>
                  <a:cubicBezTo>
                    <a:pt x="389910" y="396753"/>
                    <a:pt x="383911" y="387671"/>
                    <a:pt x="377328" y="379005"/>
                  </a:cubicBezTo>
                  <a:cubicBezTo>
                    <a:pt x="372662" y="372922"/>
                    <a:pt x="369245" y="364589"/>
                    <a:pt x="362496" y="360590"/>
                  </a:cubicBezTo>
                  <a:cubicBezTo>
                    <a:pt x="359996" y="359090"/>
                    <a:pt x="357163" y="359673"/>
                    <a:pt x="354997" y="361423"/>
                  </a:cubicBezTo>
                  <a:cubicBezTo>
                    <a:pt x="354163" y="362090"/>
                    <a:pt x="353497" y="363006"/>
                    <a:pt x="353080" y="364006"/>
                  </a:cubicBezTo>
                  <a:cubicBezTo>
                    <a:pt x="347081" y="358507"/>
                    <a:pt x="340748" y="353424"/>
                    <a:pt x="334165" y="348591"/>
                  </a:cubicBezTo>
                  <a:cubicBezTo>
                    <a:pt x="326749" y="336508"/>
                    <a:pt x="319750" y="323926"/>
                    <a:pt x="312167" y="311844"/>
                  </a:cubicBezTo>
                  <a:cubicBezTo>
                    <a:pt x="300501" y="293429"/>
                    <a:pt x="288253" y="275347"/>
                    <a:pt x="278004" y="256016"/>
                  </a:cubicBezTo>
                  <a:cubicBezTo>
                    <a:pt x="268921" y="238851"/>
                    <a:pt x="258422" y="222935"/>
                    <a:pt x="246590" y="207687"/>
                  </a:cubicBezTo>
                  <a:cubicBezTo>
                    <a:pt x="240423" y="199771"/>
                    <a:pt x="232508" y="180772"/>
                    <a:pt x="220092" y="184105"/>
                  </a:cubicBezTo>
                  <a:cubicBezTo>
                    <a:pt x="218842" y="184439"/>
                    <a:pt x="217842" y="185022"/>
                    <a:pt x="217092" y="185855"/>
                  </a:cubicBezTo>
                  <a:cubicBezTo>
                    <a:pt x="214593" y="181772"/>
                    <a:pt x="211676" y="177856"/>
                    <a:pt x="209343" y="174273"/>
                  </a:cubicBezTo>
                  <a:cubicBezTo>
                    <a:pt x="201094" y="161774"/>
                    <a:pt x="193678" y="148859"/>
                    <a:pt x="185429" y="136443"/>
                  </a:cubicBezTo>
                  <a:cubicBezTo>
                    <a:pt x="168263" y="110612"/>
                    <a:pt x="153265" y="83448"/>
                    <a:pt x="133600" y="59450"/>
                  </a:cubicBezTo>
                  <a:cubicBezTo>
                    <a:pt x="127934" y="52534"/>
                    <a:pt x="98853" y="14288"/>
                    <a:pt x="86354" y="26870"/>
                  </a:cubicBezTo>
                  <a:cubicBezTo>
                    <a:pt x="84271" y="29036"/>
                    <a:pt x="83771" y="32119"/>
                    <a:pt x="84021" y="35369"/>
                  </a:cubicBezTo>
                  <a:cubicBezTo>
                    <a:pt x="78188" y="29786"/>
                    <a:pt x="71855" y="24620"/>
                    <a:pt x="67022" y="20037"/>
                  </a:cubicBezTo>
                  <a:cubicBezTo>
                    <a:pt x="59690" y="12954"/>
                    <a:pt x="46774" y="872"/>
                    <a:pt x="35942" y="39"/>
                  </a:cubicBezTo>
                  <a:cubicBezTo>
                    <a:pt x="26943" y="-628"/>
                    <a:pt x="27359" y="7455"/>
                    <a:pt x="29943" y="13371"/>
                  </a:cubicBezTo>
                  <a:cubicBezTo>
                    <a:pt x="30276" y="14121"/>
                    <a:pt x="30526" y="14871"/>
                    <a:pt x="30859" y="15621"/>
                  </a:cubicBezTo>
                  <a:cubicBezTo>
                    <a:pt x="18527" y="7871"/>
                    <a:pt x="1028" y="39"/>
                    <a:pt x="29" y="15121"/>
                  </a:cubicBezTo>
                  <a:cubicBezTo>
                    <a:pt x="-388" y="19120"/>
                    <a:pt x="3861" y="23453"/>
                    <a:pt x="5778" y="26536"/>
                  </a:cubicBezTo>
                  <a:lnTo>
                    <a:pt x="5778" y="26536"/>
                  </a:lnTo>
                  <a:close/>
                  <a:moveTo>
                    <a:pt x="312500" y="333675"/>
                  </a:moveTo>
                  <a:cubicBezTo>
                    <a:pt x="297335" y="323926"/>
                    <a:pt x="281753" y="314761"/>
                    <a:pt x="267338" y="304261"/>
                  </a:cubicBezTo>
                  <a:cubicBezTo>
                    <a:pt x="261005" y="299679"/>
                    <a:pt x="246673" y="285430"/>
                    <a:pt x="236674" y="286346"/>
                  </a:cubicBezTo>
                  <a:cubicBezTo>
                    <a:pt x="234591" y="274431"/>
                    <a:pt x="231424" y="262682"/>
                    <a:pt x="229591" y="250683"/>
                  </a:cubicBezTo>
                  <a:cubicBezTo>
                    <a:pt x="228175" y="241517"/>
                    <a:pt x="226675" y="232685"/>
                    <a:pt x="226008" y="223435"/>
                  </a:cubicBezTo>
                  <a:cubicBezTo>
                    <a:pt x="225592" y="217769"/>
                    <a:pt x="223092" y="208353"/>
                    <a:pt x="224008" y="201271"/>
                  </a:cubicBezTo>
                  <a:cubicBezTo>
                    <a:pt x="227175" y="205687"/>
                    <a:pt x="230924" y="212103"/>
                    <a:pt x="232341" y="213853"/>
                  </a:cubicBezTo>
                  <a:cubicBezTo>
                    <a:pt x="238340" y="221102"/>
                    <a:pt x="244173" y="228268"/>
                    <a:pt x="249673" y="235934"/>
                  </a:cubicBezTo>
                  <a:cubicBezTo>
                    <a:pt x="260505" y="251183"/>
                    <a:pt x="268421" y="268015"/>
                    <a:pt x="278753" y="283513"/>
                  </a:cubicBezTo>
                  <a:cubicBezTo>
                    <a:pt x="289419" y="299595"/>
                    <a:pt x="299835" y="317927"/>
                    <a:pt x="312500" y="333675"/>
                  </a:cubicBezTo>
                  <a:lnTo>
                    <a:pt x="312500" y="333675"/>
                  </a:lnTo>
                  <a:close/>
                  <a:moveTo>
                    <a:pt x="367495" y="420418"/>
                  </a:moveTo>
                  <a:cubicBezTo>
                    <a:pt x="366995" y="417668"/>
                    <a:pt x="362163" y="393503"/>
                    <a:pt x="361329" y="379921"/>
                  </a:cubicBezTo>
                  <a:cubicBezTo>
                    <a:pt x="361496" y="380005"/>
                    <a:pt x="361663" y="380088"/>
                    <a:pt x="361746" y="380254"/>
                  </a:cubicBezTo>
                  <a:cubicBezTo>
                    <a:pt x="361996" y="380421"/>
                    <a:pt x="362246" y="380504"/>
                    <a:pt x="362413" y="380588"/>
                  </a:cubicBezTo>
                  <a:cubicBezTo>
                    <a:pt x="362496" y="380754"/>
                    <a:pt x="362663" y="381004"/>
                    <a:pt x="362746" y="381171"/>
                  </a:cubicBezTo>
                  <a:cubicBezTo>
                    <a:pt x="365746" y="385504"/>
                    <a:pt x="369495" y="389504"/>
                    <a:pt x="372662" y="393753"/>
                  </a:cubicBezTo>
                  <a:cubicBezTo>
                    <a:pt x="379161" y="402586"/>
                    <a:pt x="385161" y="411835"/>
                    <a:pt x="390993" y="421167"/>
                  </a:cubicBezTo>
                  <a:cubicBezTo>
                    <a:pt x="402659" y="439832"/>
                    <a:pt x="413491" y="458664"/>
                    <a:pt x="423907" y="477912"/>
                  </a:cubicBezTo>
                  <a:cubicBezTo>
                    <a:pt x="425823" y="481495"/>
                    <a:pt x="427657" y="485162"/>
                    <a:pt x="429323" y="488828"/>
                  </a:cubicBezTo>
                  <a:cubicBezTo>
                    <a:pt x="431906" y="494661"/>
                    <a:pt x="434489" y="500494"/>
                    <a:pt x="437073" y="506326"/>
                  </a:cubicBezTo>
                  <a:cubicBezTo>
                    <a:pt x="441072" y="515825"/>
                    <a:pt x="445072" y="525325"/>
                    <a:pt x="449738" y="534491"/>
                  </a:cubicBezTo>
                  <a:cubicBezTo>
                    <a:pt x="459737" y="554239"/>
                    <a:pt x="471486" y="572904"/>
                    <a:pt x="483568" y="591402"/>
                  </a:cubicBezTo>
                  <a:cubicBezTo>
                    <a:pt x="483652" y="591819"/>
                    <a:pt x="483735" y="592235"/>
                    <a:pt x="483818" y="592569"/>
                  </a:cubicBezTo>
                  <a:cubicBezTo>
                    <a:pt x="486485" y="596152"/>
                    <a:pt x="484568" y="599151"/>
                    <a:pt x="477986" y="601651"/>
                  </a:cubicBezTo>
                  <a:cubicBezTo>
                    <a:pt x="474986" y="609567"/>
                    <a:pt x="470736" y="611150"/>
                    <a:pt x="465237" y="606234"/>
                  </a:cubicBezTo>
                  <a:cubicBezTo>
                    <a:pt x="461237" y="603734"/>
                    <a:pt x="458071" y="599735"/>
                    <a:pt x="455071" y="596152"/>
                  </a:cubicBezTo>
                  <a:cubicBezTo>
                    <a:pt x="448821" y="588652"/>
                    <a:pt x="443572" y="580236"/>
                    <a:pt x="438322" y="572070"/>
                  </a:cubicBezTo>
                  <a:cubicBezTo>
                    <a:pt x="428323" y="556655"/>
                    <a:pt x="419158" y="540573"/>
                    <a:pt x="408158" y="525825"/>
                  </a:cubicBezTo>
                  <a:cubicBezTo>
                    <a:pt x="399493" y="514159"/>
                    <a:pt x="391827" y="503160"/>
                    <a:pt x="386244" y="490578"/>
                  </a:cubicBezTo>
                  <a:cubicBezTo>
                    <a:pt x="386494" y="489828"/>
                    <a:pt x="386494" y="489078"/>
                    <a:pt x="385994" y="488245"/>
                  </a:cubicBezTo>
                  <a:cubicBezTo>
                    <a:pt x="385077" y="486661"/>
                    <a:pt x="384244" y="485162"/>
                    <a:pt x="383411" y="483578"/>
                  </a:cubicBezTo>
                  <a:cubicBezTo>
                    <a:pt x="382577" y="481329"/>
                    <a:pt x="381827" y="479079"/>
                    <a:pt x="381161" y="476746"/>
                  </a:cubicBezTo>
                  <a:cubicBezTo>
                    <a:pt x="376078" y="458331"/>
                    <a:pt x="370912" y="439416"/>
                    <a:pt x="367495" y="420418"/>
                  </a:cubicBezTo>
                  <a:lnTo>
                    <a:pt x="367495" y="420418"/>
                  </a:lnTo>
                  <a:close/>
                  <a:moveTo>
                    <a:pt x="238757" y="302262"/>
                  </a:moveTo>
                  <a:cubicBezTo>
                    <a:pt x="238840" y="302178"/>
                    <a:pt x="239007" y="302095"/>
                    <a:pt x="239090" y="302095"/>
                  </a:cubicBezTo>
                  <a:cubicBezTo>
                    <a:pt x="239424" y="302262"/>
                    <a:pt x="239840" y="302512"/>
                    <a:pt x="240507" y="303012"/>
                  </a:cubicBezTo>
                  <a:cubicBezTo>
                    <a:pt x="253256" y="311427"/>
                    <a:pt x="265671" y="320260"/>
                    <a:pt x="278587" y="328426"/>
                  </a:cubicBezTo>
                  <a:cubicBezTo>
                    <a:pt x="303001" y="343758"/>
                    <a:pt x="327832" y="358007"/>
                    <a:pt x="351830" y="373838"/>
                  </a:cubicBezTo>
                  <a:cubicBezTo>
                    <a:pt x="352663" y="384254"/>
                    <a:pt x="357413" y="397586"/>
                    <a:pt x="358330" y="403586"/>
                  </a:cubicBezTo>
                  <a:cubicBezTo>
                    <a:pt x="360913" y="422001"/>
                    <a:pt x="364746" y="440332"/>
                    <a:pt x="368995" y="458581"/>
                  </a:cubicBezTo>
                  <a:cubicBezTo>
                    <a:pt x="367412" y="456331"/>
                    <a:pt x="365829" y="454164"/>
                    <a:pt x="363996" y="451998"/>
                  </a:cubicBezTo>
                  <a:cubicBezTo>
                    <a:pt x="353247" y="439416"/>
                    <a:pt x="341081" y="428834"/>
                    <a:pt x="329499" y="417168"/>
                  </a:cubicBezTo>
                  <a:cubicBezTo>
                    <a:pt x="318583" y="406169"/>
                    <a:pt x="307501" y="394670"/>
                    <a:pt x="297585" y="382754"/>
                  </a:cubicBezTo>
                  <a:cubicBezTo>
                    <a:pt x="286753" y="369755"/>
                    <a:pt x="274254" y="358757"/>
                    <a:pt x="264338" y="344924"/>
                  </a:cubicBezTo>
                  <a:cubicBezTo>
                    <a:pt x="259338" y="337925"/>
                    <a:pt x="254422" y="330926"/>
                    <a:pt x="250173" y="323343"/>
                  </a:cubicBezTo>
                  <a:cubicBezTo>
                    <a:pt x="247256" y="318093"/>
                    <a:pt x="245506" y="311511"/>
                    <a:pt x="242423" y="306761"/>
                  </a:cubicBezTo>
                  <a:cubicBezTo>
                    <a:pt x="241757" y="305428"/>
                    <a:pt x="239424" y="303178"/>
                    <a:pt x="238757" y="302262"/>
                  </a:cubicBezTo>
                  <a:lnTo>
                    <a:pt x="238757" y="302262"/>
                  </a:lnTo>
                  <a:close/>
                  <a:moveTo>
                    <a:pt x="109435" y="142776"/>
                  </a:moveTo>
                  <a:cubicBezTo>
                    <a:pt x="119185" y="147942"/>
                    <a:pt x="128267" y="155775"/>
                    <a:pt x="137183" y="161941"/>
                  </a:cubicBezTo>
                  <a:cubicBezTo>
                    <a:pt x="146265" y="168274"/>
                    <a:pt x="155681" y="174106"/>
                    <a:pt x="164847" y="180189"/>
                  </a:cubicBezTo>
                  <a:cubicBezTo>
                    <a:pt x="181262" y="191105"/>
                    <a:pt x="198761" y="201021"/>
                    <a:pt x="214926" y="212186"/>
                  </a:cubicBezTo>
                  <a:cubicBezTo>
                    <a:pt x="216176" y="223352"/>
                    <a:pt x="218759" y="234684"/>
                    <a:pt x="220509" y="244850"/>
                  </a:cubicBezTo>
                  <a:cubicBezTo>
                    <a:pt x="223008" y="259016"/>
                    <a:pt x="224925" y="273598"/>
                    <a:pt x="228091" y="287680"/>
                  </a:cubicBezTo>
                  <a:cubicBezTo>
                    <a:pt x="225092" y="285513"/>
                    <a:pt x="222175" y="283263"/>
                    <a:pt x="219425" y="280847"/>
                  </a:cubicBezTo>
                  <a:cubicBezTo>
                    <a:pt x="213176" y="275347"/>
                    <a:pt x="208260" y="268598"/>
                    <a:pt x="202344" y="262682"/>
                  </a:cubicBezTo>
                  <a:cubicBezTo>
                    <a:pt x="190011" y="250433"/>
                    <a:pt x="177929" y="237767"/>
                    <a:pt x="166347" y="224852"/>
                  </a:cubicBezTo>
                  <a:cubicBezTo>
                    <a:pt x="154681" y="211853"/>
                    <a:pt x="143099" y="197938"/>
                    <a:pt x="132683" y="183855"/>
                  </a:cubicBezTo>
                  <a:cubicBezTo>
                    <a:pt x="126184" y="175023"/>
                    <a:pt x="110435" y="156525"/>
                    <a:pt x="109435" y="142776"/>
                  </a:cubicBezTo>
                  <a:lnTo>
                    <a:pt x="109435" y="142776"/>
                  </a:lnTo>
                  <a:close/>
                  <a:moveTo>
                    <a:pt x="15194" y="19454"/>
                  </a:moveTo>
                  <a:cubicBezTo>
                    <a:pt x="21693" y="20954"/>
                    <a:pt x="28026" y="24120"/>
                    <a:pt x="34609" y="25370"/>
                  </a:cubicBezTo>
                  <a:cubicBezTo>
                    <a:pt x="38108" y="34452"/>
                    <a:pt x="41858" y="43535"/>
                    <a:pt x="48191" y="50451"/>
                  </a:cubicBezTo>
                  <a:cubicBezTo>
                    <a:pt x="51691" y="54200"/>
                    <a:pt x="57107" y="49618"/>
                    <a:pt x="55107" y="45285"/>
                  </a:cubicBezTo>
                  <a:cubicBezTo>
                    <a:pt x="50774" y="36036"/>
                    <a:pt x="48191" y="26453"/>
                    <a:pt x="43441" y="17204"/>
                  </a:cubicBezTo>
                  <a:cubicBezTo>
                    <a:pt x="43275" y="16871"/>
                    <a:pt x="42441" y="15038"/>
                    <a:pt x="41442" y="13038"/>
                  </a:cubicBezTo>
                  <a:cubicBezTo>
                    <a:pt x="42108" y="13371"/>
                    <a:pt x="42525" y="13537"/>
                    <a:pt x="42441" y="13537"/>
                  </a:cubicBezTo>
                  <a:cubicBezTo>
                    <a:pt x="60273" y="22703"/>
                    <a:pt x="74605" y="39369"/>
                    <a:pt x="89520" y="53201"/>
                  </a:cubicBezTo>
                  <a:cubicBezTo>
                    <a:pt x="93520" y="63533"/>
                    <a:pt x="97603" y="73949"/>
                    <a:pt x="101769" y="84198"/>
                  </a:cubicBezTo>
                  <a:cubicBezTo>
                    <a:pt x="88354" y="84948"/>
                    <a:pt x="101519" y="113528"/>
                    <a:pt x="106686" y="118695"/>
                  </a:cubicBezTo>
                  <a:cubicBezTo>
                    <a:pt x="108435" y="120445"/>
                    <a:pt x="112185" y="119445"/>
                    <a:pt x="112018" y="116612"/>
                  </a:cubicBezTo>
                  <a:cubicBezTo>
                    <a:pt x="111518" y="109362"/>
                    <a:pt x="107852" y="103113"/>
                    <a:pt x="106019" y="96113"/>
                  </a:cubicBezTo>
                  <a:cubicBezTo>
                    <a:pt x="105686" y="94947"/>
                    <a:pt x="105352" y="93780"/>
                    <a:pt x="105186" y="92614"/>
                  </a:cubicBezTo>
                  <a:cubicBezTo>
                    <a:pt x="105519" y="93447"/>
                    <a:pt x="105769" y="94364"/>
                    <a:pt x="106102" y="95197"/>
                  </a:cubicBezTo>
                  <a:cubicBezTo>
                    <a:pt x="109185" y="97197"/>
                    <a:pt x="112102" y="98946"/>
                    <a:pt x="114935" y="101196"/>
                  </a:cubicBezTo>
                  <a:cubicBezTo>
                    <a:pt x="119101" y="104613"/>
                    <a:pt x="123184" y="107862"/>
                    <a:pt x="127517" y="111029"/>
                  </a:cubicBezTo>
                  <a:cubicBezTo>
                    <a:pt x="130267" y="113112"/>
                    <a:pt x="132933" y="115362"/>
                    <a:pt x="135850" y="117195"/>
                  </a:cubicBezTo>
                  <a:cubicBezTo>
                    <a:pt x="138183" y="118695"/>
                    <a:pt x="141016" y="119528"/>
                    <a:pt x="143266" y="121111"/>
                  </a:cubicBezTo>
                  <a:lnTo>
                    <a:pt x="143266" y="121111"/>
                  </a:lnTo>
                  <a:cubicBezTo>
                    <a:pt x="144765" y="122028"/>
                    <a:pt x="146932" y="120445"/>
                    <a:pt x="146015" y="118445"/>
                  </a:cubicBezTo>
                  <a:cubicBezTo>
                    <a:pt x="142349" y="110612"/>
                    <a:pt x="133600" y="104863"/>
                    <a:pt x="127267" y="99280"/>
                  </a:cubicBezTo>
                  <a:cubicBezTo>
                    <a:pt x="121768" y="94364"/>
                    <a:pt x="116185" y="88448"/>
                    <a:pt x="109102" y="85614"/>
                  </a:cubicBezTo>
                  <a:cubicBezTo>
                    <a:pt x="106019" y="76282"/>
                    <a:pt x="102853" y="66949"/>
                    <a:pt x="99520" y="57783"/>
                  </a:cubicBezTo>
                  <a:cubicBezTo>
                    <a:pt x="99686" y="57367"/>
                    <a:pt x="99770" y="56867"/>
                    <a:pt x="99520" y="56367"/>
                  </a:cubicBezTo>
                  <a:cubicBezTo>
                    <a:pt x="98770" y="54034"/>
                    <a:pt x="97603" y="51701"/>
                    <a:pt x="96187" y="49368"/>
                  </a:cubicBezTo>
                  <a:cubicBezTo>
                    <a:pt x="94103" y="44701"/>
                    <a:pt x="90520" y="36285"/>
                    <a:pt x="94853" y="36369"/>
                  </a:cubicBezTo>
                  <a:cubicBezTo>
                    <a:pt x="97187" y="36452"/>
                    <a:pt x="102936" y="44368"/>
                    <a:pt x="104269" y="45868"/>
                  </a:cubicBezTo>
                  <a:cubicBezTo>
                    <a:pt x="121351" y="64700"/>
                    <a:pt x="135766" y="86198"/>
                    <a:pt x="148349" y="108196"/>
                  </a:cubicBezTo>
                  <a:cubicBezTo>
                    <a:pt x="159764" y="128194"/>
                    <a:pt x="173846" y="148359"/>
                    <a:pt x="187345" y="167024"/>
                  </a:cubicBezTo>
                  <a:cubicBezTo>
                    <a:pt x="193678" y="175773"/>
                    <a:pt x="203593" y="191105"/>
                    <a:pt x="214259" y="198354"/>
                  </a:cubicBezTo>
                  <a:cubicBezTo>
                    <a:pt x="214259" y="199521"/>
                    <a:pt x="214176" y="200687"/>
                    <a:pt x="214176" y="201854"/>
                  </a:cubicBezTo>
                  <a:cubicBezTo>
                    <a:pt x="202010" y="188938"/>
                    <a:pt x="185429" y="179273"/>
                    <a:pt x="171180" y="169440"/>
                  </a:cubicBezTo>
                  <a:cubicBezTo>
                    <a:pt x="155181" y="158441"/>
                    <a:pt x="138016" y="143776"/>
                    <a:pt x="119268" y="136110"/>
                  </a:cubicBezTo>
                  <a:cubicBezTo>
                    <a:pt x="108019" y="125361"/>
                    <a:pt x="96187" y="115195"/>
                    <a:pt x="85104" y="104279"/>
                  </a:cubicBezTo>
                  <a:cubicBezTo>
                    <a:pt x="78521" y="97863"/>
                    <a:pt x="72189" y="90864"/>
                    <a:pt x="65939" y="84114"/>
                  </a:cubicBezTo>
                  <a:cubicBezTo>
                    <a:pt x="63440" y="81365"/>
                    <a:pt x="59023" y="77198"/>
                    <a:pt x="57273" y="73866"/>
                  </a:cubicBezTo>
                  <a:cubicBezTo>
                    <a:pt x="55607" y="70616"/>
                    <a:pt x="53940" y="69699"/>
                    <a:pt x="57273" y="69616"/>
                  </a:cubicBezTo>
                  <a:cubicBezTo>
                    <a:pt x="61190" y="71282"/>
                    <a:pt x="64773" y="73449"/>
                    <a:pt x="68606" y="75365"/>
                  </a:cubicBezTo>
                  <a:cubicBezTo>
                    <a:pt x="72189" y="77282"/>
                    <a:pt x="75855" y="79115"/>
                    <a:pt x="79605" y="80781"/>
                  </a:cubicBezTo>
                  <a:cubicBezTo>
                    <a:pt x="81938" y="81781"/>
                    <a:pt x="86771" y="82615"/>
                    <a:pt x="88521" y="84531"/>
                  </a:cubicBezTo>
                  <a:cubicBezTo>
                    <a:pt x="89270" y="85365"/>
                    <a:pt x="91104" y="85115"/>
                    <a:pt x="91354" y="83864"/>
                  </a:cubicBezTo>
                  <a:cubicBezTo>
                    <a:pt x="92604" y="76199"/>
                    <a:pt x="80271" y="70449"/>
                    <a:pt x="75022" y="66949"/>
                  </a:cubicBezTo>
                  <a:cubicBezTo>
                    <a:pt x="69606" y="63283"/>
                    <a:pt x="56190" y="53451"/>
                    <a:pt x="50191" y="60283"/>
                  </a:cubicBezTo>
                  <a:cubicBezTo>
                    <a:pt x="49357" y="60450"/>
                    <a:pt x="48524" y="60617"/>
                    <a:pt x="47774" y="60950"/>
                  </a:cubicBezTo>
                  <a:cubicBezTo>
                    <a:pt x="46024" y="58950"/>
                    <a:pt x="43941" y="57450"/>
                    <a:pt x="41525" y="55450"/>
                  </a:cubicBezTo>
                  <a:cubicBezTo>
                    <a:pt x="36359" y="51117"/>
                    <a:pt x="32692" y="45451"/>
                    <a:pt x="28609" y="40118"/>
                  </a:cubicBezTo>
                  <a:cubicBezTo>
                    <a:pt x="24776" y="35036"/>
                    <a:pt x="20693" y="30203"/>
                    <a:pt x="17527" y="24620"/>
                  </a:cubicBezTo>
                  <a:cubicBezTo>
                    <a:pt x="16860" y="23537"/>
                    <a:pt x="16110" y="21370"/>
                    <a:pt x="15194" y="19454"/>
                  </a:cubicBezTo>
                  <a:lnTo>
                    <a:pt x="15194" y="19454"/>
                  </a:lnTo>
                  <a:close/>
                </a:path>
              </a:pathLst>
            </a:custGeom>
            <a:grpFill/>
            <a:ln w="8332" cap="flat">
              <a:noFill/>
              <a:prstDash val="solid"/>
              <a:miter/>
            </a:ln>
          </p:spPr>
          <p:txBody>
            <a:bodyPr rtlCol="0" anchor="ctr"/>
            <a:lstStyle/>
            <a:p>
              <a:endParaRPr lang="en-US"/>
            </a:p>
          </p:txBody>
        </p:sp>
        <p:sp>
          <p:nvSpPr>
            <p:cNvPr id="1646" name="Freeform: Shape 1645"/>
            <p:cNvSpPr/>
            <p:nvPr/>
          </p:nvSpPr>
          <p:spPr>
            <a:xfrm>
              <a:off x="473068" y="3235839"/>
              <a:ext cx="604942" cy="522440"/>
            </a:xfrm>
            <a:custGeom>
              <a:avLst/>
              <a:gdLst>
                <a:gd name="connsiteX0" fmla="*/ 8243 w 604942"/>
                <a:gd name="connsiteY0" fmla="*/ 32294 h 522440"/>
                <a:gd name="connsiteX1" fmla="*/ 21742 w 604942"/>
                <a:gd name="connsiteY1" fmla="*/ 45459 h 522440"/>
                <a:gd name="connsiteX2" fmla="*/ 37990 w 604942"/>
                <a:gd name="connsiteY2" fmla="*/ 59125 h 522440"/>
                <a:gd name="connsiteX3" fmla="*/ 53322 w 604942"/>
                <a:gd name="connsiteY3" fmla="*/ 68374 h 522440"/>
                <a:gd name="connsiteX4" fmla="*/ 53739 w 604942"/>
                <a:gd name="connsiteY4" fmla="*/ 68707 h 522440"/>
                <a:gd name="connsiteX5" fmla="*/ 68904 w 604942"/>
                <a:gd name="connsiteY5" fmla="*/ 83372 h 522440"/>
                <a:gd name="connsiteX6" fmla="*/ 124899 w 604942"/>
                <a:gd name="connsiteY6" fmla="*/ 117203 h 522440"/>
                <a:gd name="connsiteX7" fmla="*/ 123899 w 604942"/>
                <a:gd name="connsiteY7" fmla="*/ 119619 h 522440"/>
                <a:gd name="connsiteX8" fmla="*/ 144897 w 604942"/>
                <a:gd name="connsiteY8" fmla="*/ 154449 h 522440"/>
                <a:gd name="connsiteX9" fmla="*/ 188143 w 604942"/>
                <a:gd name="connsiteY9" fmla="*/ 194112 h 522440"/>
                <a:gd name="connsiteX10" fmla="*/ 281218 w 604942"/>
                <a:gd name="connsiteY10" fmla="*/ 253274 h 522440"/>
                <a:gd name="connsiteX11" fmla="*/ 288801 w 604942"/>
                <a:gd name="connsiteY11" fmla="*/ 264273 h 522440"/>
                <a:gd name="connsiteX12" fmla="*/ 378793 w 604942"/>
                <a:gd name="connsiteY12" fmla="*/ 344849 h 522440"/>
                <a:gd name="connsiteX13" fmla="*/ 426539 w 604942"/>
                <a:gd name="connsiteY13" fmla="*/ 377096 h 522440"/>
                <a:gd name="connsiteX14" fmla="*/ 462952 w 604942"/>
                <a:gd name="connsiteY14" fmla="*/ 407843 h 522440"/>
                <a:gd name="connsiteX15" fmla="*/ 505115 w 604942"/>
                <a:gd name="connsiteY15" fmla="*/ 459839 h 522440"/>
                <a:gd name="connsiteX16" fmla="*/ 555277 w 604942"/>
                <a:gd name="connsiteY16" fmla="*/ 511834 h 522440"/>
                <a:gd name="connsiteX17" fmla="*/ 599440 w 604942"/>
                <a:gd name="connsiteY17" fmla="*/ 514833 h 522440"/>
                <a:gd name="connsiteX18" fmla="*/ 590357 w 604942"/>
                <a:gd name="connsiteY18" fmla="*/ 476920 h 522440"/>
                <a:gd name="connsiteX19" fmla="*/ 531112 w 604942"/>
                <a:gd name="connsiteY19" fmla="*/ 406093 h 522440"/>
                <a:gd name="connsiteX20" fmla="*/ 512197 w 604942"/>
                <a:gd name="connsiteY20" fmla="*/ 378929 h 522440"/>
                <a:gd name="connsiteX21" fmla="*/ 466452 w 604942"/>
                <a:gd name="connsiteY21" fmla="*/ 325684 h 522440"/>
                <a:gd name="connsiteX22" fmla="*/ 443037 w 604942"/>
                <a:gd name="connsiteY22" fmla="*/ 302936 h 522440"/>
                <a:gd name="connsiteX23" fmla="*/ 424789 w 604942"/>
                <a:gd name="connsiteY23" fmla="*/ 287937 h 522440"/>
                <a:gd name="connsiteX24" fmla="*/ 417623 w 604942"/>
                <a:gd name="connsiteY24" fmla="*/ 290270 h 522440"/>
                <a:gd name="connsiteX25" fmla="*/ 416206 w 604942"/>
                <a:gd name="connsiteY25" fmla="*/ 293187 h 522440"/>
                <a:gd name="connsiteX26" fmla="*/ 394625 w 604942"/>
                <a:gd name="connsiteY26" fmla="*/ 281854 h 522440"/>
                <a:gd name="connsiteX27" fmla="*/ 365711 w 604942"/>
                <a:gd name="connsiteY27" fmla="*/ 250274 h 522440"/>
                <a:gd name="connsiteX28" fmla="*/ 321048 w 604942"/>
                <a:gd name="connsiteY28" fmla="*/ 202445 h 522440"/>
                <a:gd name="connsiteX29" fmla="*/ 280552 w 604942"/>
                <a:gd name="connsiteY29" fmla="*/ 161365 h 522440"/>
                <a:gd name="connsiteX30" fmla="*/ 249888 w 604942"/>
                <a:gd name="connsiteY30" fmla="*/ 143617 h 522440"/>
                <a:gd name="connsiteX31" fmla="*/ 247305 w 604942"/>
                <a:gd name="connsiteY31" fmla="*/ 145867 h 522440"/>
                <a:gd name="connsiteX32" fmla="*/ 237306 w 604942"/>
                <a:gd name="connsiteY32" fmla="*/ 136034 h 522440"/>
                <a:gd name="connsiteX33" fmla="*/ 206225 w 604942"/>
                <a:gd name="connsiteY33" fmla="*/ 103787 h 522440"/>
                <a:gd name="connsiteX34" fmla="*/ 139981 w 604942"/>
                <a:gd name="connsiteY34" fmla="*/ 38793 h 522440"/>
                <a:gd name="connsiteX35" fmla="*/ 87152 w 604942"/>
                <a:gd name="connsiteY35" fmla="*/ 16295 h 522440"/>
                <a:gd name="connsiteX36" fmla="*/ 86569 w 604942"/>
                <a:gd name="connsiteY36" fmla="*/ 25044 h 522440"/>
                <a:gd name="connsiteX37" fmla="*/ 66821 w 604942"/>
                <a:gd name="connsiteY37" fmla="*/ 13462 h 522440"/>
                <a:gd name="connsiteX38" fmla="*/ 32324 w 604942"/>
                <a:gd name="connsiteY38" fmla="*/ 130 h 522440"/>
                <a:gd name="connsiteX39" fmla="*/ 29074 w 604942"/>
                <a:gd name="connsiteY39" fmla="*/ 14378 h 522440"/>
                <a:gd name="connsiteX40" fmla="*/ 30408 w 604942"/>
                <a:gd name="connsiteY40" fmla="*/ 16378 h 522440"/>
                <a:gd name="connsiteX41" fmla="*/ 160 w 604942"/>
                <a:gd name="connsiteY41" fmla="*/ 22045 h 522440"/>
                <a:gd name="connsiteX42" fmla="*/ 8243 w 604942"/>
                <a:gd name="connsiteY42" fmla="*/ 32294 h 522440"/>
                <a:gd name="connsiteX43" fmla="*/ 8243 w 604942"/>
                <a:gd name="connsiteY43" fmla="*/ 32294 h 522440"/>
                <a:gd name="connsiteX44" fmla="*/ 370544 w 604942"/>
                <a:gd name="connsiteY44" fmla="*/ 271689 h 522440"/>
                <a:gd name="connsiteX45" fmla="*/ 320382 w 604942"/>
                <a:gd name="connsiteY45" fmla="*/ 251940 h 522440"/>
                <a:gd name="connsiteX46" fmla="*/ 286718 w 604942"/>
                <a:gd name="connsiteY46" fmla="*/ 240525 h 522440"/>
                <a:gd name="connsiteX47" fmla="*/ 272636 w 604942"/>
                <a:gd name="connsiteY47" fmla="*/ 207028 h 522440"/>
                <a:gd name="connsiteX48" fmla="*/ 263720 w 604942"/>
                <a:gd name="connsiteY48" fmla="*/ 181030 h 522440"/>
                <a:gd name="connsiteX49" fmla="*/ 257304 w 604942"/>
                <a:gd name="connsiteY49" fmla="*/ 159782 h 522440"/>
                <a:gd name="connsiteX50" fmla="*/ 267969 w 604942"/>
                <a:gd name="connsiteY50" fmla="*/ 170448 h 522440"/>
                <a:gd name="connsiteX51" fmla="*/ 289301 w 604942"/>
                <a:gd name="connsiteY51" fmla="*/ 188613 h 522440"/>
                <a:gd name="connsiteX52" fmla="*/ 327381 w 604942"/>
                <a:gd name="connsiteY52" fmla="*/ 229359 h 522440"/>
                <a:gd name="connsiteX53" fmla="*/ 370544 w 604942"/>
                <a:gd name="connsiteY53" fmla="*/ 271689 h 522440"/>
                <a:gd name="connsiteX54" fmla="*/ 370544 w 604942"/>
                <a:gd name="connsiteY54" fmla="*/ 271689 h 522440"/>
                <a:gd name="connsiteX55" fmla="*/ 441787 w 604942"/>
                <a:gd name="connsiteY55" fmla="*/ 345765 h 522440"/>
                <a:gd name="connsiteX56" fmla="*/ 427622 w 604942"/>
                <a:gd name="connsiteY56" fmla="*/ 307352 h 522440"/>
                <a:gd name="connsiteX57" fmla="*/ 428122 w 604942"/>
                <a:gd name="connsiteY57" fmla="*/ 307519 h 522440"/>
                <a:gd name="connsiteX58" fmla="*/ 428872 w 604942"/>
                <a:gd name="connsiteY58" fmla="*/ 307685 h 522440"/>
                <a:gd name="connsiteX59" fmla="*/ 429288 w 604942"/>
                <a:gd name="connsiteY59" fmla="*/ 308185 h 522440"/>
                <a:gd name="connsiteX60" fmla="*/ 441454 w 604942"/>
                <a:gd name="connsiteY60" fmla="*/ 318518 h 522440"/>
                <a:gd name="connsiteX61" fmla="*/ 464952 w 604942"/>
                <a:gd name="connsiteY61" fmla="*/ 341682 h 522440"/>
                <a:gd name="connsiteX62" fmla="*/ 508615 w 604942"/>
                <a:gd name="connsiteY62" fmla="*/ 390761 h 522440"/>
                <a:gd name="connsiteX63" fmla="*/ 516197 w 604942"/>
                <a:gd name="connsiteY63" fmla="*/ 400427 h 522440"/>
                <a:gd name="connsiteX64" fmla="*/ 527279 w 604942"/>
                <a:gd name="connsiteY64" fmla="*/ 416009 h 522440"/>
                <a:gd name="connsiteX65" fmla="*/ 545361 w 604942"/>
                <a:gd name="connsiteY65" fmla="*/ 441090 h 522440"/>
                <a:gd name="connsiteX66" fmla="*/ 589940 w 604942"/>
                <a:gd name="connsiteY66" fmla="*/ 490086 h 522440"/>
                <a:gd name="connsiteX67" fmla="*/ 590440 w 604942"/>
                <a:gd name="connsiteY67" fmla="*/ 491169 h 522440"/>
                <a:gd name="connsiteX68" fmla="*/ 586524 w 604942"/>
                <a:gd name="connsiteY68" fmla="*/ 501251 h 522440"/>
                <a:gd name="connsiteX69" fmla="*/ 574942 w 604942"/>
                <a:gd name="connsiteY69" fmla="*/ 508334 h 522440"/>
                <a:gd name="connsiteX70" fmla="*/ 563026 w 604942"/>
                <a:gd name="connsiteY70" fmla="*/ 500502 h 522440"/>
                <a:gd name="connsiteX71" fmla="*/ 541778 w 604942"/>
                <a:gd name="connsiteY71" fmla="*/ 480253 h 522440"/>
                <a:gd name="connsiteX72" fmla="*/ 502948 w 604942"/>
                <a:gd name="connsiteY72" fmla="*/ 441007 h 522440"/>
                <a:gd name="connsiteX73" fmla="*/ 474451 w 604942"/>
                <a:gd name="connsiteY73" fmla="*/ 410843 h 522440"/>
                <a:gd name="connsiteX74" fmla="*/ 473784 w 604942"/>
                <a:gd name="connsiteY74" fmla="*/ 408593 h 522440"/>
                <a:gd name="connsiteX75" fmla="*/ 470285 w 604942"/>
                <a:gd name="connsiteY75" fmla="*/ 404510 h 522440"/>
                <a:gd name="connsiteX76" fmla="*/ 466785 w 604942"/>
                <a:gd name="connsiteY76" fmla="*/ 398261 h 522440"/>
                <a:gd name="connsiteX77" fmla="*/ 441787 w 604942"/>
                <a:gd name="connsiteY77" fmla="*/ 345765 h 522440"/>
                <a:gd name="connsiteX78" fmla="*/ 441787 w 604942"/>
                <a:gd name="connsiteY78" fmla="*/ 345765 h 522440"/>
                <a:gd name="connsiteX79" fmla="*/ 291801 w 604942"/>
                <a:gd name="connsiteY79" fmla="*/ 255690 h 522440"/>
                <a:gd name="connsiteX80" fmla="*/ 292134 w 604942"/>
                <a:gd name="connsiteY80" fmla="*/ 255440 h 522440"/>
                <a:gd name="connsiteX81" fmla="*/ 293717 w 604942"/>
                <a:gd name="connsiteY81" fmla="*/ 256023 h 522440"/>
                <a:gd name="connsiteX82" fmla="*/ 336130 w 604942"/>
                <a:gd name="connsiteY82" fmla="*/ 273272 h 522440"/>
                <a:gd name="connsiteX83" fmla="*/ 417039 w 604942"/>
                <a:gd name="connsiteY83" fmla="*/ 303019 h 522440"/>
                <a:gd name="connsiteX84" fmla="*/ 429372 w 604942"/>
                <a:gd name="connsiteY84" fmla="*/ 330850 h 522440"/>
                <a:gd name="connsiteX85" fmla="*/ 450870 w 604942"/>
                <a:gd name="connsiteY85" fmla="*/ 382595 h 522440"/>
                <a:gd name="connsiteX86" fmla="*/ 444620 w 604942"/>
                <a:gd name="connsiteY86" fmla="*/ 377179 h 522440"/>
                <a:gd name="connsiteX87" fmla="*/ 403874 w 604942"/>
                <a:gd name="connsiteY87" fmla="*/ 349932 h 522440"/>
                <a:gd name="connsiteX88" fmla="*/ 365711 w 604942"/>
                <a:gd name="connsiteY88" fmla="*/ 322601 h 522440"/>
                <a:gd name="connsiteX89" fmla="*/ 325548 w 604942"/>
                <a:gd name="connsiteY89" fmla="*/ 292270 h 522440"/>
                <a:gd name="connsiteX90" fmla="*/ 307383 w 604942"/>
                <a:gd name="connsiteY90" fmla="*/ 274022 h 522440"/>
                <a:gd name="connsiteX91" fmla="*/ 296467 w 604942"/>
                <a:gd name="connsiteY91" fmla="*/ 259357 h 522440"/>
                <a:gd name="connsiteX92" fmla="*/ 291801 w 604942"/>
                <a:gd name="connsiteY92" fmla="*/ 255690 h 522440"/>
                <a:gd name="connsiteX93" fmla="*/ 291801 w 604942"/>
                <a:gd name="connsiteY93" fmla="*/ 255690 h 522440"/>
                <a:gd name="connsiteX94" fmla="*/ 133065 w 604942"/>
                <a:gd name="connsiteY94" fmla="*/ 125369 h 522440"/>
                <a:gd name="connsiteX95" fmla="*/ 164062 w 604942"/>
                <a:gd name="connsiteY95" fmla="*/ 138617 h 522440"/>
                <a:gd name="connsiteX96" fmla="*/ 194809 w 604942"/>
                <a:gd name="connsiteY96" fmla="*/ 150950 h 522440"/>
                <a:gd name="connsiteX97" fmla="*/ 250304 w 604942"/>
                <a:gd name="connsiteY97" fmla="*/ 172198 h 522440"/>
                <a:gd name="connsiteX98" fmla="*/ 262303 w 604942"/>
                <a:gd name="connsiteY98" fmla="*/ 203112 h 522440"/>
                <a:gd name="connsiteX99" fmla="*/ 278385 w 604942"/>
                <a:gd name="connsiteY99" fmla="*/ 243524 h 522440"/>
                <a:gd name="connsiteX100" fmla="*/ 268469 w 604942"/>
                <a:gd name="connsiteY100" fmla="*/ 238525 h 522440"/>
                <a:gd name="connsiteX101" fmla="*/ 248055 w 604942"/>
                <a:gd name="connsiteY101" fmla="*/ 224193 h 522440"/>
                <a:gd name="connsiteX102" fmla="*/ 205225 w 604942"/>
                <a:gd name="connsiteY102" fmla="*/ 194362 h 522440"/>
                <a:gd name="connsiteX103" fmla="*/ 164062 w 604942"/>
                <a:gd name="connsiteY103" fmla="*/ 160949 h 522440"/>
                <a:gd name="connsiteX104" fmla="*/ 133065 w 604942"/>
                <a:gd name="connsiteY104" fmla="*/ 125369 h 522440"/>
                <a:gd name="connsiteX105" fmla="*/ 133065 w 604942"/>
                <a:gd name="connsiteY105" fmla="*/ 125369 h 522440"/>
                <a:gd name="connsiteX106" fmla="*/ 16076 w 604942"/>
                <a:gd name="connsiteY106" fmla="*/ 23544 h 522440"/>
                <a:gd name="connsiteX107" fmla="*/ 36240 w 604942"/>
                <a:gd name="connsiteY107" fmla="*/ 25461 h 522440"/>
                <a:gd name="connsiteX108" fmla="*/ 54572 w 604942"/>
                <a:gd name="connsiteY108" fmla="*/ 47292 h 522440"/>
                <a:gd name="connsiteX109" fmla="*/ 60322 w 604942"/>
                <a:gd name="connsiteY109" fmla="*/ 40876 h 522440"/>
                <a:gd name="connsiteX110" fmla="*/ 43240 w 604942"/>
                <a:gd name="connsiteY110" fmla="*/ 15712 h 522440"/>
                <a:gd name="connsiteX111" fmla="*/ 40490 w 604942"/>
                <a:gd name="connsiteY111" fmla="*/ 12045 h 522440"/>
                <a:gd name="connsiteX112" fmla="*/ 41573 w 604942"/>
                <a:gd name="connsiteY112" fmla="*/ 12295 h 522440"/>
                <a:gd name="connsiteX113" fmla="*/ 95652 w 604942"/>
                <a:gd name="connsiteY113" fmla="*/ 41709 h 522440"/>
                <a:gd name="connsiteX114" fmla="*/ 113817 w 604942"/>
                <a:gd name="connsiteY114" fmla="*/ 69624 h 522440"/>
                <a:gd name="connsiteX115" fmla="*/ 125566 w 604942"/>
                <a:gd name="connsiteY115" fmla="*/ 102371 h 522440"/>
                <a:gd name="connsiteX116" fmla="*/ 130315 w 604942"/>
                <a:gd name="connsiteY116" fmla="*/ 99288 h 522440"/>
                <a:gd name="connsiteX117" fmla="*/ 120316 w 604942"/>
                <a:gd name="connsiteY117" fmla="*/ 80456 h 522440"/>
                <a:gd name="connsiteX118" fmla="*/ 118816 w 604942"/>
                <a:gd name="connsiteY118" fmla="*/ 77206 h 522440"/>
                <a:gd name="connsiteX119" fmla="*/ 120233 w 604942"/>
                <a:gd name="connsiteY119" fmla="*/ 79623 h 522440"/>
                <a:gd name="connsiteX120" fmla="*/ 130065 w 604942"/>
                <a:gd name="connsiteY120" fmla="*/ 83789 h 522440"/>
                <a:gd name="connsiteX121" fmla="*/ 144397 w 604942"/>
                <a:gd name="connsiteY121" fmla="*/ 90872 h 522440"/>
                <a:gd name="connsiteX122" fmla="*/ 153813 w 604942"/>
                <a:gd name="connsiteY122" fmla="*/ 95205 h 522440"/>
                <a:gd name="connsiteX123" fmla="*/ 161896 w 604942"/>
                <a:gd name="connsiteY123" fmla="*/ 97538 h 522440"/>
                <a:gd name="connsiteX124" fmla="*/ 161896 w 604942"/>
                <a:gd name="connsiteY124" fmla="*/ 97538 h 522440"/>
                <a:gd name="connsiteX125" fmla="*/ 164062 w 604942"/>
                <a:gd name="connsiteY125" fmla="*/ 94371 h 522440"/>
                <a:gd name="connsiteX126" fmla="*/ 141897 w 604942"/>
                <a:gd name="connsiteY126" fmla="*/ 79373 h 522440"/>
                <a:gd name="connsiteX127" fmla="*/ 121316 w 604942"/>
                <a:gd name="connsiteY127" fmla="*/ 69707 h 522440"/>
                <a:gd name="connsiteX128" fmla="*/ 106401 w 604942"/>
                <a:gd name="connsiteY128" fmla="*/ 44293 h 522440"/>
                <a:gd name="connsiteX129" fmla="*/ 106151 w 604942"/>
                <a:gd name="connsiteY129" fmla="*/ 42876 h 522440"/>
                <a:gd name="connsiteX130" fmla="*/ 101485 w 604942"/>
                <a:gd name="connsiteY130" fmla="*/ 36710 h 522440"/>
                <a:gd name="connsiteX131" fmla="*/ 97568 w 604942"/>
                <a:gd name="connsiteY131" fmla="*/ 24211 h 522440"/>
                <a:gd name="connsiteX132" fmla="*/ 108734 w 604942"/>
                <a:gd name="connsiteY132" fmla="*/ 31627 h 522440"/>
                <a:gd name="connsiteX133" fmla="*/ 164396 w 604942"/>
                <a:gd name="connsiteY133" fmla="*/ 83789 h 522440"/>
                <a:gd name="connsiteX134" fmla="*/ 214474 w 604942"/>
                <a:gd name="connsiteY134" fmla="*/ 133618 h 522440"/>
                <a:gd name="connsiteX135" fmla="*/ 247138 w 604942"/>
                <a:gd name="connsiteY135" fmla="*/ 158949 h 522440"/>
                <a:gd name="connsiteX136" fmla="*/ 247805 w 604942"/>
                <a:gd name="connsiteY136" fmla="*/ 162365 h 522440"/>
                <a:gd name="connsiteX137" fmla="*/ 199226 w 604942"/>
                <a:gd name="connsiteY137" fmla="*/ 139201 h 522440"/>
                <a:gd name="connsiteX138" fmla="*/ 141731 w 604942"/>
                <a:gd name="connsiteY138" fmla="*/ 116953 h 522440"/>
                <a:gd name="connsiteX139" fmla="*/ 101901 w 604942"/>
                <a:gd name="connsiteY139" fmla="*/ 92622 h 522440"/>
                <a:gd name="connsiteX140" fmla="*/ 79070 w 604942"/>
                <a:gd name="connsiteY140" fmla="*/ 76706 h 522440"/>
                <a:gd name="connsiteX141" fmla="*/ 68487 w 604942"/>
                <a:gd name="connsiteY141" fmla="*/ 68374 h 522440"/>
                <a:gd name="connsiteX142" fmla="*/ 67654 w 604942"/>
                <a:gd name="connsiteY142" fmla="*/ 64207 h 522440"/>
                <a:gd name="connsiteX143" fmla="*/ 79903 w 604942"/>
                <a:gd name="connsiteY143" fmla="*/ 67624 h 522440"/>
                <a:gd name="connsiteX144" fmla="*/ 91735 w 604942"/>
                <a:gd name="connsiteY144" fmla="*/ 70707 h 522440"/>
                <a:gd name="connsiteX145" fmla="*/ 101235 w 604942"/>
                <a:gd name="connsiteY145" fmla="*/ 72623 h 522440"/>
                <a:gd name="connsiteX146" fmla="*/ 103818 w 604942"/>
                <a:gd name="connsiteY146" fmla="*/ 71374 h 522440"/>
                <a:gd name="connsiteX147" fmla="*/ 84403 w 604942"/>
                <a:gd name="connsiteY147" fmla="*/ 58125 h 522440"/>
                <a:gd name="connsiteX148" fmla="*/ 58738 w 604942"/>
                <a:gd name="connsiteY148" fmla="*/ 56541 h 522440"/>
                <a:gd name="connsiteX149" fmla="*/ 56488 w 604942"/>
                <a:gd name="connsiteY149" fmla="*/ 57708 h 522440"/>
                <a:gd name="connsiteX150" fmla="*/ 49239 w 604942"/>
                <a:gd name="connsiteY150" fmla="*/ 53542 h 522440"/>
                <a:gd name="connsiteX151" fmla="*/ 33491 w 604942"/>
                <a:gd name="connsiteY151" fmla="*/ 41043 h 522440"/>
                <a:gd name="connsiteX152" fmla="*/ 19575 w 604942"/>
                <a:gd name="connsiteY152" fmla="*/ 28044 h 522440"/>
                <a:gd name="connsiteX153" fmla="*/ 16076 w 604942"/>
                <a:gd name="connsiteY153" fmla="*/ 23544 h 522440"/>
                <a:gd name="connsiteX154" fmla="*/ 16076 w 604942"/>
                <a:gd name="connsiteY154" fmla="*/ 23544 h 522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Lst>
              <a:rect l="l" t="t" r="r" b="b"/>
              <a:pathLst>
                <a:path w="604942" h="522440">
                  <a:moveTo>
                    <a:pt x="8243" y="32294"/>
                  </a:moveTo>
                  <a:cubicBezTo>
                    <a:pt x="12659" y="36960"/>
                    <a:pt x="16825" y="41376"/>
                    <a:pt x="21742" y="45459"/>
                  </a:cubicBezTo>
                  <a:cubicBezTo>
                    <a:pt x="27158" y="49959"/>
                    <a:pt x="32324" y="54958"/>
                    <a:pt x="37990" y="59125"/>
                  </a:cubicBezTo>
                  <a:cubicBezTo>
                    <a:pt x="42906" y="62624"/>
                    <a:pt x="48823" y="64374"/>
                    <a:pt x="53322" y="68374"/>
                  </a:cubicBezTo>
                  <a:cubicBezTo>
                    <a:pt x="53489" y="68457"/>
                    <a:pt x="53572" y="68540"/>
                    <a:pt x="53739" y="68707"/>
                  </a:cubicBezTo>
                  <a:cubicBezTo>
                    <a:pt x="56572" y="74790"/>
                    <a:pt x="64738" y="79956"/>
                    <a:pt x="68904" y="83372"/>
                  </a:cubicBezTo>
                  <a:cubicBezTo>
                    <a:pt x="85736" y="97038"/>
                    <a:pt x="104484" y="109370"/>
                    <a:pt x="124899" y="117203"/>
                  </a:cubicBezTo>
                  <a:cubicBezTo>
                    <a:pt x="124316" y="117786"/>
                    <a:pt x="123899" y="118619"/>
                    <a:pt x="123899" y="119619"/>
                  </a:cubicBezTo>
                  <a:cubicBezTo>
                    <a:pt x="123982" y="132451"/>
                    <a:pt x="136565" y="145700"/>
                    <a:pt x="144897" y="154449"/>
                  </a:cubicBezTo>
                  <a:cubicBezTo>
                    <a:pt x="158396" y="168698"/>
                    <a:pt x="173561" y="180947"/>
                    <a:pt x="188143" y="194112"/>
                  </a:cubicBezTo>
                  <a:cubicBezTo>
                    <a:pt x="215891" y="219277"/>
                    <a:pt x="248221" y="236359"/>
                    <a:pt x="281218" y="253274"/>
                  </a:cubicBezTo>
                  <a:cubicBezTo>
                    <a:pt x="282968" y="257440"/>
                    <a:pt x="286468" y="261523"/>
                    <a:pt x="288801" y="264273"/>
                  </a:cubicBezTo>
                  <a:cubicBezTo>
                    <a:pt x="315049" y="295437"/>
                    <a:pt x="345546" y="321351"/>
                    <a:pt x="378793" y="344849"/>
                  </a:cubicBezTo>
                  <a:cubicBezTo>
                    <a:pt x="394458" y="356014"/>
                    <a:pt x="410957" y="365930"/>
                    <a:pt x="426539" y="377096"/>
                  </a:cubicBezTo>
                  <a:cubicBezTo>
                    <a:pt x="439454" y="386262"/>
                    <a:pt x="450453" y="398094"/>
                    <a:pt x="462952" y="407843"/>
                  </a:cubicBezTo>
                  <a:cubicBezTo>
                    <a:pt x="473701" y="428175"/>
                    <a:pt x="489450" y="443007"/>
                    <a:pt x="505115" y="459839"/>
                  </a:cubicBezTo>
                  <a:cubicBezTo>
                    <a:pt x="521447" y="477337"/>
                    <a:pt x="536279" y="496918"/>
                    <a:pt x="555277" y="511834"/>
                  </a:cubicBezTo>
                  <a:cubicBezTo>
                    <a:pt x="567526" y="521416"/>
                    <a:pt x="587024" y="528499"/>
                    <a:pt x="599440" y="514833"/>
                  </a:cubicBezTo>
                  <a:cubicBezTo>
                    <a:pt x="612105" y="500918"/>
                    <a:pt x="600273" y="487669"/>
                    <a:pt x="590357" y="476920"/>
                  </a:cubicBezTo>
                  <a:cubicBezTo>
                    <a:pt x="569526" y="454172"/>
                    <a:pt x="550527" y="429925"/>
                    <a:pt x="531112" y="406093"/>
                  </a:cubicBezTo>
                  <a:cubicBezTo>
                    <a:pt x="525113" y="396844"/>
                    <a:pt x="519030" y="387678"/>
                    <a:pt x="512197" y="378929"/>
                  </a:cubicBezTo>
                  <a:cubicBezTo>
                    <a:pt x="497782" y="360431"/>
                    <a:pt x="482617" y="342766"/>
                    <a:pt x="466452" y="325684"/>
                  </a:cubicBezTo>
                  <a:cubicBezTo>
                    <a:pt x="458952" y="317768"/>
                    <a:pt x="451286" y="310019"/>
                    <a:pt x="443037" y="302936"/>
                  </a:cubicBezTo>
                  <a:cubicBezTo>
                    <a:pt x="437288" y="297936"/>
                    <a:pt x="432205" y="290437"/>
                    <a:pt x="424789" y="287937"/>
                  </a:cubicBezTo>
                  <a:cubicBezTo>
                    <a:pt x="422039" y="286937"/>
                    <a:pt x="419373" y="288104"/>
                    <a:pt x="417623" y="290270"/>
                  </a:cubicBezTo>
                  <a:cubicBezTo>
                    <a:pt x="416956" y="291104"/>
                    <a:pt x="416539" y="292104"/>
                    <a:pt x="416206" y="293187"/>
                  </a:cubicBezTo>
                  <a:cubicBezTo>
                    <a:pt x="409207" y="288937"/>
                    <a:pt x="402041" y="285271"/>
                    <a:pt x="394625" y="281854"/>
                  </a:cubicBezTo>
                  <a:cubicBezTo>
                    <a:pt x="384959" y="271439"/>
                    <a:pt x="375543" y="260523"/>
                    <a:pt x="365711" y="250274"/>
                  </a:cubicBezTo>
                  <a:cubicBezTo>
                    <a:pt x="350629" y="234525"/>
                    <a:pt x="334964" y="219277"/>
                    <a:pt x="321048" y="202445"/>
                  </a:cubicBezTo>
                  <a:cubicBezTo>
                    <a:pt x="308716" y="187446"/>
                    <a:pt x="295300" y="173948"/>
                    <a:pt x="280552" y="161365"/>
                  </a:cubicBezTo>
                  <a:cubicBezTo>
                    <a:pt x="272969" y="154866"/>
                    <a:pt x="261387" y="137784"/>
                    <a:pt x="249888" y="143617"/>
                  </a:cubicBezTo>
                  <a:cubicBezTo>
                    <a:pt x="248721" y="144200"/>
                    <a:pt x="247888" y="144950"/>
                    <a:pt x="247305" y="145867"/>
                  </a:cubicBezTo>
                  <a:cubicBezTo>
                    <a:pt x="244055" y="142367"/>
                    <a:pt x="240389" y="139117"/>
                    <a:pt x="237306" y="136034"/>
                  </a:cubicBezTo>
                  <a:cubicBezTo>
                    <a:pt x="226723" y="125452"/>
                    <a:pt x="216891" y="114286"/>
                    <a:pt x="206225" y="103787"/>
                  </a:cubicBezTo>
                  <a:cubicBezTo>
                    <a:pt x="184227" y="81872"/>
                    <a:pt x="164146" y="58291"/>
                    <a:pt x="139981" y="38793"/>
                  </a:cubicBezTo>
                  <a:cubicBezTo>
                    <a:pt x="133065" y="33210"/>
                    <a:pt x="96902" y="1463"/>
                    <a:pt x="87152" y="16295"/>
                  </a:cubicBezTo>
                  <a:cubicBezTo>
                    <a:pt x="85486" y="18795"/>
                    <a:pt x="85653" y="21961"/>
                    <a:pt x="86569" y="25044"/>
                  </a:cubicBezTo>
                  <a:cubicBezTo>
                    <a:pt x="79736" y="20795"/>
                    <a:pt x="72487" y="16962"/>
                    <a:pt x="66821" y="13462"/>
                  </a:cubicBezTo>
                  <a:cubicBezTo>
                    <a:pt x="58155" y="8046"/>
                    <a:pt x="43156" y="-1203"/>
                    <a:pt x="32324" y="130"/>
                  </a:cubicBezTo>
                  <a:cubicBezTo>
                    <a:pt x="23408" y="1213"/>
                    <a:pt x="25408" y="9129"/>
                    <a:pt x="29074" y="14378"/>
                  </a:cubicBezTo>
                  <a:cubicBezTo>
                    <a:pt x="29491" y="15045"/>
                    <a:pt x="29991" y="15712"/>
                    <a:pt x="30408" y="16378"/>
                  </a:cubicBezTo>
                  <a:cubicBezTo>
                    <a:pt x="16742" y="11295"/>
                    <a:pt x="-1923" y="7046"/>
                    <a:pt x="160" y="22045"/>
                  </a:cubicBezTo>
                  <a:cubicBezTo>
                    <a:pt x="660" y="26294"/>
                    <a:pt x="5743" y="29627"/>
                    <a:pt x="8243" y="32294"/>
                  </a:cubicBezTo>
                  <a:lnTo>
                    <a:pt x="8243" y="32294"/>
                  </a:lnTo>
                  <a:close/>
                  <a:moveTo>
                    <a:pt x="370544" y="271689"/>
                  </a:moveTo>
                  <a:cubicBezTo>
                    <a:pt x="353712" y="265189"/>
                    <a:pt x="336630" y="259273"/>
                    <a:pt x="320382" y="251940"/>
                  </a:cubicBezTo>
                  <a:cubicBezTo>
                    <a:pt x="313215" y="248691"/>
                    <a:pt x="296384" y="237608"/>
                    <a:pt x="286718" y="240525"/>
                  </a:cubicBezTo>
                  <a:cubicBezTo>
                    <a:pt x="282218" y="229276"/>
                    <a:pt x="276802" y="218444"/>
                    <a:pt x="272636" y="207028"/>
                  </a:cubicBezTo>
                  <a:cubicBezTo>
                    <a:pt x="269469" y="198362"/>
                    <a:pt x="266220" y="189946"/>
                    <a:pt x="263720" y="181030"/>
                  </a:cubicBezTo>
                  <a:cubicBezTo>
                    <a:pt x="262220" y="175531"/>
                    <a:pt x="257804" y="166865"/>
                    <a:pt x="257304" y="159782"/>
                  </a:cubicBezTo>
                  <a:cubicBezTo>
                    <a:pt x="261303" y="163532"/>
                    <a:pt x="266220" y="169031"/>
                    <a:pt x="267969" y="170448"/>
                  </a:cubicBezTo>
                  <a:cubicBezTo>
                    <a:pt x="275302" y="176364"/>
                    <a:pt x="282468" y="182197"/>
                    <a:pt x="289301" y="188613"/>
                  </a:cubicBezTo>
                  <a:cubicBezTo>
                    <a:pt x="302966" y="201362"/>
                    <a:pt x="314132" y="216277"/>
                    <a:pt x="327381" y="229359"/>
                  </a:cubicBezTo>
                  <a:cubicBezTo>
                    <a:pt x="340963" y="242941"/>
                    <a:pt x="354795" y="258857"/>
                    <a:pt x="370544" y="271689"/>
                  </a:cubicBezTo>
                  <a:lnTo>
                    <a:pt x="370544" y="271689"/>
                  </a:lnTo>
                  <a:close/>
                  <a:moveTo>
                    <a:pt x="441787" y="345765"/>
                  </a:moveTo>
                  <a:cubicBezTo>
                    <a:pt x="440787" y="343182"/>
                    <a:pt x="431205" y="320434"/>
                    <a:pt x="427622" y="307352"/>
                  </a:cubicBezTo>
                  <a:cubicBezTo>
                    <a:pt x="427788" y="307436"/>
                    <a:pt x="427955" y="307519"/>
                    <a:pt x="428122" y="307519"/>
                  </a:cubicBezTo>
                  <a:cubicBezTo>
                    <a:pt x="428372" y="307602"/>
                    <a:pt x="428622" y="307685"/>
                    <a:pt x="428872" y="307685"/>
                  </a:cubicBezTo>
                  <a:cubicBezTo>
                    <a:pt x="429038" y="307852"/>
                    <a:pt x="429205" y="308019"/>
                    <a:pt x="429288" y="308185"/>
                  </a:cubicBezTo>
                  <a:cubicBezTo>
                    <a:pt x="433121" y="311852"/>
                    <a:pt x="437538" y="314935"/>
                    <a:pt x="441454" y="318518"/>
                  </a:cubicBezTo>
                  <a:cubicBezTo>
                    <a:pt x="449620" y="325850"/>
                    <a:pt x="457369" y="333767"/>
                    <a:pt x="464952" y="341682"/>
                  </a:cubicBezTo>
                  <a:cubicBezTo>
                    <a:pt x="480117" y="357598"/>
                    <a:pt x="494532" y="373930"/>
                    <a:pt x="508615" y="390761"/>
                  </a:cubicBezTo>
                  <a:cubicBezTo>
                    <a:pt x="511198" y="393928"/>
                    <a:pt x="513697" y="397094"/>
                    <a:pt x="516197" y="400427"/>
                  </a:cubicBezTo>
                  <a:cubicBezTo>
                    <a:pt x="519863" y="405593"/>
                    <a:pt x="523613" y="410843"/>
                    <a:pt x="527279" y="416009"/>
                  </a:cubicBezTo>
                  <a:cubicBezTo>
                    <a:pt x="533112" y="424508"/>
                    <a:pt x="538945" y="433008"/>
                    <a:pt x="545361" y="441090"/>
                  </a:cubicBezTo>
                  <a:cubicBezTo>
                    <a:pt x="559110" y="458422"/>
                    <a:pt x="574359" y="474337"/>
                    <a:pt x="589940" y="490086"/>
                  </a:cubicBezTo>
                  <a:cubicBezTo>
                    <a:pt x="590107" y="490502"/>
                    <a:pt x="590274" y="490836"/>
                    <a:pt x="590440" y="491169"/>
                  </a:cubicBezTo>
                  <a:cubicBezTo>
                    <a:pt x="593774" y="494169"/>
                    <a:pt x="592440" y="497502"/>
                    <a:pt x="586524" y="501251"/>
                  </a:cubicBezTo>
                  <a:cubicBezTo>
                    <a:pt x="585191" y="509584"/>
                    <a:pt x="581358" y="512000"/>
                    <a:pt x="574942" y="508334"/>
                  </a:cubicBezTo>
                  <a:cubicBezTo>
                    <a:pt x="570526" y="506668"/>
                    <a:pt x="566609" y="503418"/>
                    <a:pt x="563026" y="500502"/>
                  </a:cubicBezTo>
                  <a:cubicBezTo>
                    <a:pt x="555444" y="494419"/>
                    <a:pt x="548611" y="487253"/>
                    <a:pt x="541778" y="480253"/>
                  </a:cubicBezTo>
                  <a:cubicBezTo>
                    <a:pt x="528946" y="467171"/>
                    <a:pt x="516697" y="453256"/>
                    <a:pt x="502948" y="441007"/>
                  </a:cubicBezTo>
                  <a:cubicBezTo>
                    <a:pt x="492116" y="431341"/>
                    <a:pt x="482450" y="422092"/>
                    <a:pt x="474451" y="410843"/>
                  </a:cubicBezTo>
                  <a:cubicBezTo>
                    <a:pt x="474534" y="410093"/>
                    <a:pt x="474368" y="409260"/>
                    <a:pt x="473784" y="408593"/>
                  </a:cubicBezTo>
                  <a:cubicBezTo>
                    <a:pt x="472618" y="407260"/>
                    <a:pt x="471451" y="405927"/>
                    <a:pt x="470285" y="404510"/>
                  </a:cubicBezTo>
                  <a:cubicBezTo>
                    <a:pt x="469035" y="402510"/>
                    <a:pt x="467868" y="400427"/>
                    <a:pt x="466785" y="398261"/>
                  </a:cubicBezTo>
                  <a:cubicBezTo>
                    <a:pt x="457786" y="381096"/>
                    <a:pt x="448953" y="363597"/>
                    <a:pt x="441787" y="345765"/>
                  </a:cubicBezTo>
                  <a:lnTo>
                    <a:pt x="441787" y="345765"/>
                  </a:lnTo>
                  <a:close/>
                  <a:moveTo>
                    <a:pt x="291801" y="255690"/>
                  </a:moveTo>
                  <a:cubicBezTo>
                    <a:pt x="291884" y="255607"/>
                    <a:pt x="291967" y="255523"/>
                    <a:pt x="292134" y="255440"/>
                  </a:cubicBezTo>
                  <a:cubicBezTo>
                    <a:pt x="292467" y="255523"/>
                    <a:pt x="292967" y="255690"/>
                    <a:pt x="293717" y="256023"/>
                  </a:cubicBezTo>
                  <a:cubicBezTo>
                    <a:pt x="307883" y="261690"/>
                    <a:pt x="321798" y="267939"/>
                    <a:pt x="336130" y="273272"/>
                  </a:cubicBezTo>
                  <a:cubicBezTo>
                    <a:pt x="363128" y="283354"/>
                    <a:pt x="390292" y="292437"/>
                    <a:pt x="417039" y="303019"/>
                  </a:cubicBezTo>
                  <a:cubicBezTo>
                    <a:pt x="419956" y="313018"/>
                    <a:pt x="427288" y="325184"/>
                    <a:pt x="429372" y="330850"/>
                  </a:cubicBezTo>
                  <a:cubicBezTo>
                    <a:pt x="435621" y="348349"/>
                    <a:pt x="443037" y="365597"/>
                    <a:pt x="450870" y="382595"/>
                  </a:cubicBezTo>
                  <a:cubicBezTo>
                    <a:pt x="448870" y="380679"/>
                    <a:pt x="446870" y="378929"/>
                    <a:pt x="444620" y="377179"/>
                  </a:cubicBezTo>
                  <a:cubicBezTo>
                    <a:pt x="431621" y="367013"/>
                    <a:pt x="417539" y="359098"/>
                    <a:pt x="403874" y="349932"/>
                  </a:cubicBezTo>
                  <a:cubicBezTo>
                    <a:pt x="390958" y="341349"/>
                    <a:pt x="377876" y="332267"/>
                    <a:pt x="365711" y="322601"/>
                  </a:cubicBezTo>
                  <a:cubicBezTo>
                    <a:pt x="352545" y="312018"/>
                    <a:pt x="338047" y="303769"/>
                    <a:pt x="325548" y="292270"/>
                  </a:cubicBezTo>
                  <a:cubicBezTo>
                    <a:pt x="319215" y="286437"/>
                    <a:pt x="312966" y="280605"/>
                    <a:pt x="307383" y="274022"/>
                  </a:cubicBezTo>
                  <a:cubicBezTo>
                    <a:pt x="303550" y="269522"/>
                    <a:pt x="300383" y="263356"/>
                    <a:pt x="296467" y="259357"/>
                  </a:cubicBezTo>
                  <a:cubicBezTo>
                    <a:pt x="295384" y="258273"/>
                    <a:pt x="292634" y="256440"/>
                    <a:pt x="291801" y="255690"/>
                  </a:cubicBezTo>
                  <a:lnTo>
                    <a:pt x="291801" y="255690"/>
                  </a:lnTo>
                  <a:close/>
                  <a:moveTo>
                    <a:pt x="133065" y="125369"/>
                  </a:moveTo>
                  <a:cubicBezTo>
                    <a:pt x="143647" y="128452"/>
                    <a:pt x="154146" y="134284"/>
                    <a:pt x="164062" y="138617"/>
                  </a:cubicBezTo>
                  <a:cubicBezTo>
                    <a:pt x="174228" y="143034"/>
                    <a:pt x="184560" y="146783"/>
                    <a:pt x="194809" y="150950"/>
                  </a:cubicBezTo>
                  <a:cubicBezTo>
                    <a:pt x="213058" y="158365"/>
                    <a:pt x="232223" y="164532"/>
                    <a:pt x="250304" y="172198"/>
                  </a:cubicBezTo>
                  <a:cubicBezTo>
                    <a:pt x="253721" y="182863"/>
                    <a:pt x="258554" y="193446"/>
                    <a:pt x="262303" y="203112"/>
                  </a:cubicBezTo>
                  <a:cubicBezTo>
                    <a:pt x="267553" y="216527"/>
                    <a:pt x="272386" y="230359"/>
                    <a:pt x="278385" y="243524"/>
                  </a:cubicBezTo>
                  <a:cubicBezTo>
                    <a:pt x="275052" y="241941"/>
                    <a:pt x="271719" y="240358"/>
                    <a:pt x="268469" y="238525"/>
                  </a:cubicBezTo>
                  <a:cubicBezTo>
                    <a:pt x="261220" y="234442"/>
                    <a:pt x="255054" y="228693"/>
                    <a:pt x="248055" y="224193"/>
                  </a:cubicBezTo>
                  <a:cubicBezTo>
                    <a:pt x="233473" y="214694"/>
                    <a:pt x="219141" y="204695"/>
                    <a:pt x="205225" y="194362"/>
                  </a:cubicBezTo>
                  <a:cubicBezTo>
                    <a:pt x="191143" y="183947"/>
                    <a:pt x="177061" y="172698"/>
                    <a:pt x="164062" y="160949"/>
                  </a:cubicBezTo>
                  <a:cubicBezTo>
                    <a:pt x="156063" y="153616"/>
                    <a:pt x="136898" y="138617"/>
                    <a:pt x="133065" y="125369"/>
                  </a:cubicBezTo>
                  <a:lnTo>
                    <a:pt x="133065" y="125369"/>
                  </a:lnTo>
                  <a:close/>
                  <a:moveTo>
                    <a:pt x="16076" y="23544"/>
                  </a:moveTo>
                  <a:cubicBezTo>
                    <a:pt x="22742" y="23711"/>
                    <a:pt x="29574" y="25544"/>
                    <a:pt x="36240" y="25461"/>
                  </a:cubicBezTo>
                  <a:cubicBezTo>
                    <a:pt x="41490" y="33627"/>
                    <a:pt x="46989" y="41876"/>
                    <a:pt x="54572" y="47292"/>
                  </a:cubicBezTo>
                  <a:cubicBezTo>
                    <a:pt x="58738" y="50292"/>
                    <a:pt x="63155" y="44626"/>
                    <a:pt x="60322" y="40876"/>
                  </a:cubicBezTo>
                  <a:cubicBezTo>
                    <a:pt x="54155" y="32627"/>
                    <a:pt x="49739" y="23794"/>
                    <a:pt x="43240" y="15712"/>
                  </a:cubicBezTo>
                  <a:cubicBezTo>
                    <a:pt x="42990" y="15379"/>
                    <a:pt x="41823" y="13795"/>
                    <a:pt x="40490" y="12045"/>
                  </a:cubicBezTo>
                  <a:cubicBezTo>
                    <a:pt x="41240" y="12212"/>
                    <a:pt x="41657" y="12379"/>
                    <a:pt x="41573" y="12295"/>
                  </a:cubicBezTo>
                  <a:cubicBezTo>
                    <a:pt x="60905" y="17712"/>
                    <a:pt x="78237" y="31127"/>
                    <a:pt x="95652" y="41709"/>
                  </a:cubicBezTo>
                  <a:cubicBezTo>
                    <a:pt x="101651" y="51042"/>
                    <a:pt x="107734" y="60374"/>
                    <a:pt x="113817" y="69624"/>
                  </a:cubicBezTo>
                  <a:cubicBezTo>
                    <a:pt x="100818" y="73040"/>
                    <a:pt x="119400" y="98371"/>
                    <a:pt x="125566" y="102371"/>
                  </a:cubicBezTo>
                  <a:cubicBezTo>
                    <a:pt x="127649" y="103704"/>
                    <a:pt x="131065" y="101954"/>
                    <a:pt x="130315" y="99288"/>
                  </a:cubicBezTo>
                  <a:cubicBezTo>
                    <a:pt x="128399" y="92288"/>
                    <a:pt x="123483" y="86872"/>
                    <a:pt x="120316" y="80456"/>
                  </a:cubicBezTo>
                  <a:cubicBezTo>
                    <a:pt x="119733" y="79373"/>
                    <a:pt x="119233" y="78289"/>
                    <a:pt x="118816" y="77206"/>
                  </a:cubicBezTo>
                  <a:cubicBezTo>
                    <a:pt x="119316" y="78040"/>
                    <a:pt x="119733" y="78789"/>
                    <a:pt x="120233" y="79623"/>
                  </a:cubicBezTo>
                  <a:cubicBezTo>
                    <a:pt x="123649" y="80956"/>
                    <a:pt x="126816" y="82039"/>
                    <a:pt x="130065" y="83789"/>
                  </a:cubicBezTo>
                  <a:cubicBezTo>
                    <a:pt x="134815" y="86289"/>
                    <a:pt x="139481" y="88622"/>
                    <a:pt x="144397" y="90872"/>
                  </a:cubicBezTo>
                  <a:cubicBezTo>
                    <a:pt x="147480" y="92288"/>
                    <a:pt x="150563" y="94038"/>
                    <a:pt x="153813" y="95205"/>
                  </a:cubicBezTo>
                  <a:cubicBezTo>
                    <a:pt x="156396" y="96204"/>
                    <a:pt x="159396" y="96454"/>
                    <a:pt x="161896" y="97538"/>
                  </a:cubicBezTo>
                  <a:lnTo>
                    <a:pt x="161896" y="97538"/>
                  </a:lnTo>
                  <a:cubicBezTo>
                    <a:pt x="163562" y="98121"/>
                    <a:pt x="165395" y="96121"/>
                    <a:pt x="164062" y="94371"/>
                  </a:cubicBezTo>
                  <a:cubicBezTo>
                    <a:pt x="158896" y="87455"/>
                    <a:pt x="149147" y="83622"/>
                    <a:pt x="141897" y="79373"/>
                  </a:cubicBezTo>
                  <a:cubicBezTo>
                    <a:pt x="135481" y="75623"/>
                    <a:pt x="128815" y="71040"/>
                    <a:pt x="121316" y="69707"/>
                  </a:cubicBezTo>
                  <a:cubicBezTo>
                    <a:pt x="116400" y="61208"/>
                    <a:pt x="111484" y="52708"/>
                    <a:pt x="106401" y="44293"/>
                  </a:cubicBezTo>
                  <a:cubicBezTo>
                    <a:pt x="106484" y="43876"/>
                    <a:pt x="106401" y="43376"/>
                    <a:pt x="106151" y="42876"/>
                  </a:cubicBezTo>
                  <a:cubicBezTo>
                    <a:pt x="104901" y="40709"/>
                    <a:pt x="103318" y="38626"/>
                    <a:pt x="101485" y="36710"/>
                  </a:cubicBezTo>
                  <a:cubicBezTo>
                    <a:pt x="98485" y="32627"/>
                    <a:pt x="93319" y="25044"/>
                    <a:pt x="97568" y="24211"/>
                  </a:cubicBezTo>
                  <a:cubicBezTo>
                    <a:pt x="99901" y="23794"/>
                    <a:pt x="107067" y="30461"/>
                    <a:pt x="108734" y="31627"/>
                  </a:cubicBezTo>
                  <a:cubicBezTo>
                    <a:pt x="129315" y="46626"/>
                    <a:pt x="147647" y="64791"/>
                    <a:pt x="164396" y="83789"/>
                  </a:cubicBezTo>
                  <a:cubicBezTo>
                    <a:pt x="179561" y="101121"/>
                    <a:pt x="197476" y="118036"/>
                    <a:pt x="214474" y="133618"/>
                  </a:cubicBezTo>
                  <a:cubicBezTo>
                    <a:pt x="222474" y="140950"/>
                    <a:pt x="235223" y="154033"/>
                    <a:pt x="247138" y="158949"/>
                  </a:cubicBezTo>
                  <a:cubicBezTo>
                    <a:pt x="247388" y="160116"/>
                    <a:pt x="247555" y="161199"/>
                    <a:pt x="247805" y="162365"/>
                  </a:cubicBezTo>
                  <a:cubicBezTo>
                    <a:pt x="233306" y="152199"/>
                    <a:pt x="215141" y="145950"/>
                    <a:pt x="199226" y="139201"/>
                  </a:cubicBezTo>
                  <a:cubicBezTo>
                    <a:pt x="181311" y="131618"/>
                    <a:pt x="161562" y="120702"/>
                    <a:pt x="141731" y="116953"/>
                  </a:cubicBezTo>
                  <a:cubicBezTo>
                    <a:pt x="128565" y="108703"/>
                    <a:pt x="114983" y="101121"/>
                    <a:pt x="101901" y="92622"/>
                  </a:cubicBezTo>
                  <a:cubicBezTo>
                    <a:pt x="94152" y="87622"/>
                    <a:pt x="86569" y="82039"/>
                    <a:pt x="79070" y="76706"/>
                  </a:cubicBezTo>
                  <a:cubicBezTo>
                    <a:pt x="76070" y="74540"/>
                    <a:pt x="70904" y="71290"/>
                    <a:pt x="68487" y="68374"/>
                  </a:cubicBezTo>
                  <a:cubicBezTo>
                    <a:pt x="66154" y="65541"/>
                    <a:pt x="64405" y="64957"/>
                    <a:pt x="67654" y="64207"/>
                  </a:cubicBezTo>
                  <a:cubicBezTo>
                    <a:pt x="71821" y="65124"/>
                    <a:pt x="75820" y="66457"/>
                    <a:pt x="79903" y="67624"/>
                  </a:cubicBezTo>
                  <a:cubicBezTo>
                    <a:pt x="83819" y="68707"/>
                    <a:pt x="87736" y="69874"/>
                    <a:pt x="91735" y="70707"/>
                  </a:cubicBezTo>
                  <a:cubicBezTo>
                    <a:pt x="94235" y="71207"/>
                    <a:pt x="99151" y="71040"/>
                    <a:pt x="101235" y="72623"/>
                  </a:cubicBezTo>
                  <a:cubicBezTo>
                    <a:pt x="102151" y="73290"/>
                    <a:pt x="103901" y="72623"/>
                    <a:pt x="103818" y="71374"/>
                  </a:cubicBezTo>
                  <a:cubicBezTo>
                    <a:pt x="103484" y="63624"/>
                    <a:pt x="90235" y="60458"/>
                    <a:pt x="84403" y="58125"/>
                  </a:cubicBezTo>
                  <a:cubicBezTo>
                    <a:pt x="78320" y="55625"/>
                    <a:pt x="63238" y="48626"/>
                    <a:pt x="58738" y="56541"/>
                  </a:cubicBezTo>
                  <a:cubicBezTo>
                    <a:pt x="57905" y="56875"/>
                    <a:pt x="57155" y="57208"/>
                    <a:pt x="56488" y="57708"/>
                  </a:cubicBezTo>
                  <a:cubicBezTo>
                    <a:pt x="54322" y="56125"/>
                    <a:pt x="51989" y="55042"/>
                    <a:pt x="49239" y="53542"/>
                  </a:cubicBezTo>
                  <a:cubicBezTo>
                    <a:pt x="43323" y="50292"/>
                    <a:pt x="38573" y="45459"/>
                    <a:pt x="33491" y="41043"/>
                  </a:cubicBezTo>
                  <a:cubicBezTo>
                    <a:pt x="28658" y="36877"/>
                    <a:pt x="23742" y="32960"/>
                    <a:pt x="19575" y="28044"/>
                  </a:cubicBezTo>
                  <a:cubicBezTo>
                    <a:pt x="18575" y="27127"/>
                    <a:pt x="17409" y="25211"/>
                    <a:pt x="16076" y="23544"/>
                  </a:cubicBezTo>
                  <a:lnTo>
                    <a:pt x="16076" y="23544"/>
                  </a:lnTo>
                  <a:close/>
                </a:path>
              </a:pathLst>
            </a:custGeom>
            <a:grpFill/>
            <a:ln w="8332" cap="flat">
              <a:noFill/>
              <a:prstDash val="solid"/>
              <a:miter/>
            </a:ln>
          </p:spPr>
          <p:txBody>
            <a:bodyPr rtlCol="0" anchor="ctr"/>
            <a:lstStyle/>
            <a:p>
              <a:endParaRPr lang="en-US"/>
            </a:p>
          </p:txBody>
        </p:sp>
        <p:sp>
          <p:nvSpPr>
            <p:cNvPr id="1647" name="Freeform: Shape 1646"/>
            <p:cNvSpPr/>
            <p:nvPr/>
          </p:nvSpPr>
          <p:spPr>
            <a:xfrm>
              <a:off x="942733" y="3031759"/>
              <a:ext cx="419249" cy="733747"/>
            </a:xfrm>
            <a:custGeom>
              <a:avLst/>
              <a:gdLst>
                <a:gd name="connsiteX0" fmla="*/ 303509 w 419249"/>
                <a:gd name="connsiteY0" fmla="*/ 733662 h 733747"/>
                <a:gd name="connsiteX1" fmla="*/ 345922 w 419249"/>
                <a:gd name="connsiteY1" fmla="*/ 689166 h 733747"/>
                <a:gd name="connsiteX2" fmla="*/ 372170 w 419249"/>
                <a:gd name="connsiteY2" fmla="*/ 698082 h 733747"/>
                <a:gd name="connsiteX3" fmla="*/ 412000 w 419249"/>
                <a:gd name="connsiteY3" fmla="*/ 685833 h 733747"/>
                <a:gd name="connsiteX4" fmla="*/ 378419 w 419249"/>
                <a:gd name="connsiteY4" fmla="*/ 617006 h 733747"/>
                <a:gd name="connsiteX5" fmla="*/ 338839 w 419249"/>
                <a:gd name="connsiteY5" fmla="*/ 582426 h 733747"/>
                <a:gd name="connsiteX6" fmla="*/ 327090 w 419249"/>
                <a:gd name="connsiteY6" fmla="*/ 527847 h 733747"/>
                <a:gd name="connsiteX7" fmla="*/ 313592 w 419249"/>
                <a:gd name="connsiteY7" fmla="*/ 444438 h 733747"/>
                <a:gd name="connsiteX8" fmla="*/ 315175 w 419249"/>
                <a:gd name="connsiteY8" fmla="*/ 442022 h 733747"/>
                <a:gd name="connsiteX9" fmla="*/ 325091 w 419249"/>
                <a:gd name="connsiteY9" fmla="*/ 401692 h 733747"/>
                <a:gd name="connsiteX10" fmla="*/ 332340 w 419249"/>
                <a:gd name="connsiteY10" fmla="*/ 374861 h 733747"/>
                <a:gd name="connsiteX11" fmla="*/ 382919 w 419249"/>
                <a:gd name="connsiteY11" fmla="*/ 263038 h 733747"/>
                <a:gd name="connsiteX12" fmla="*/ 371753 w 419249"/>
                <a:gd name="connsiteY12" fmla="*/ 237207 h 733747"/>
                <a:gd name="connsiteX13" fmla="*/ 369837 w 419249"/>
                <a:gd name="connsiteY13" fmla="*/ 201793 h 733747"/>
                <a:gd name="connsiteX14" fmla="*/ 378169 w 419249"/>
                <a:gd name="connsiteY14" fmla="*/ 143632 h 733747"/>
                <a:gd name="connsiteX15" fmla="*/ 366587 w 419249"/>
                <a:gd name="connsiteY15" fmla="*/ 120217 h 733747"/>
                <a:gd name="connsiteX16" fmla="*/ 357004 w 419249"/>
                <a:gd name="connsiteY16" fmla="*/ 104385 h 733747"/>
                <a:gd name="connsiteX17" fmla="*/ 355005 w 419249"/>
                <a:gd name="connsiteY17" fmla="*/ 89970 h 733747"/>
                <a:gd name="connsiteX18" fmla="*/ 329757 w 419249"/>
                <a:gd name="connsiteY18" fmla="*/ 45974 h 733747"/>
                <a:gd name="connsiteX19" fmla="*/ 282428 w 419249"/>
                <a:gd name="connsiteY19" fmla="*/ 28309 h 733747"/>
                <a:gd name="connsiteX20" fmla="*/ 233765 w 419249"/>
                <a:gd name="connsiteY20" fmla="*/ 1728 h 733747"/>
                <a:gd name="connsiteX21" fmla="*/ 176854 w 419249"/>
                <a:gd name="connsiteY21" fmla="*/ 4394 h 733747"/>
                <a:gd name="connsiteX22" fmla="*/ 117109 w 419249"/>
                <a:gd name="connsiteY22" fmla="*/ 6728 h 733747"/>
                <a:gd name="connsiteX23" fmla="*/ 70114 w 419249"/>
                <a:gd name="connsiteY23" fmla="*/ 36142 h 733747"/>
                <a:gd name="connsiteX24" fmla="*/ 59448 w 419249"/>
                <a:gd name="connsiteY24" fmla="*/ 59306 h 733747"/>
                <a:gd name="connsiteX25" fmla="*/ 29534 w 419249"/>
                <a:gd name="connsiteY25" fmla="*/ 83471 h 733747"/>
                <a:gd name="connsiteX26" fmla="*/ 620 w 419249"/>
                <a:gd name="connsiteY26" fmla="*/ 121801 h 733747"/>
                <a:gd name="connsiteX27" fmla="*/ 9952 w 419249"/>
                <a:gd name="connsiteY27" fmla="*/ 180712 h 733747"/>
                <a:gd name="connsiteX28" fmla="*/ 1453 w 419249"/>
                <a:gd name="connsiteY28" fmla="*/ 240456 h 733747"/>
                <a:gd name="connsiteX29" fmla="*/ 33867 w 419249"/>
                <a:gd name="connsiteY29" fmla="*/ 281619 h 733747"/>
                <a:gd name="connsiteX30" fmla="*/ 50199 w 419249"/>
                <a:gd name="connsiteY30" fmla="*/ 296618 h 733747"/>
                <a:gd name="connsiteX31" fmla="*/ 52615 w 419249"/>
                <a:gd name="connsiteY31" fmla="*/ 313950 h 733747"/>
                <a:gd name="connsiteX32" fmla="*/ 60281 w 419249"/>
                <a:gd name="connsiteY32" fmla="*/ 339114 h 733747"/>
                <a:gd name="connsiteX33" fmla="*/ 110360 w 419249"/>
                <a:gd name="connsiteY33" fmla="*/ 381527 h 733747"/>
                <a:gd name="connsiteX34" fmla="*/ 135441 w 419249"/>
                <a:gd name="connsiteY34" fmla="*/ 426940 h 733747"/>
                <a:gd name="connsiteX35" fmla="*/ 179354 w 419249"/>
                <a:gd name="connsiteY35" fmla="*/ 439439 h 733747"/>
                <a:gd name="connsiteX36" fmla="*/ 182437 w 419249"/>
                <a:gd name="connsiteY36" fmla="*/ 440855 h 733747"/>
                <a:gd name="connsiteX37" fmla="*/ 192269 w 419249"/>
                <a:gd name="connsiteY37" fmla="*/ 441355 h 733747"/>
                <a:gd name="connsiteX38" fmla="*/ 192519 w 419249"/>
                <a:gd name="connsiteY38" fmla="*/ 441438 h 733747"/>
                <a:gd name="connsiteX39" fmla="*/ 196436 w 419249"/>
                <a:gd name="connsiteY39" fmla="*/ 441105 h 733747"/>
                <a:gd name="connsiteX40" fmla="*/ 197019 w 419249"/>
                <a:gd name="connsiteY40" fmla="*/ 441022 h 733747"/>
                <a:gd name="connsiteX41" fmla="*/ 260096 w 419249"/>
                <a:gd name="connsiteY41" fmla="*/ 557428 h 733747"/>
                <a:gd name="connsiteX42" fmla="*/ 280928 w 419249"/>
                <a:gd name="connsiteY42" fmla="*/ 618506 h 733747"/>
                <a:gd name="connsiteX43" fmla="*/ 282261 w 419249"/>
                <a:gd name="connsiteY43" fmla="*/ 642920 h 733747"/>
                <a:gd name="connsiteX44" fmla="*/ 272595 w 419249"/>
                <a:gd name="connsiteY44" fmla="*/ 666001 h 733747"/>
                <a:gd name="connsiteX45" fmla="*/ 303509 w 419249"/>
                <a:gd name="connsiteY45" fmla="*/ 733662 h 733747"/>
                <a:gd name="connsiteX46" fmla="*/ 303509 w 419249"/>
                <a:gd name="connsiteY46" fmla="*/ 733662 h 733747"/>
                <a:gd name="connsiteX47" fmla="*/ 307176 w 419249"/>
                <a:gd name="connsiteY47" fmla="*/ 413024 h 733747"/>
                <a:gd name="connsiteX48" fmla="*/ 305092 w 419249"/>
                <a:gd name="connsiteY48" fmla="*/ 423357 h 733747"/>
                <a:gd name="connsiteX49" fmla="*/ 275762 w 419249"/>
                <a:gd name="connsiteY49" fmla="*/ 399692 h 733747"/>
                <a:gd name="connsiteX50" fmla="*/ 243265 w 419249"/>
                <a:gd name="connsiteY50" fmla="*/ 432772 h 733747"/>
                <a:gd name="connsiteX51" fmla="*/ 222100 w 419249"/>
                <a:gd name="connsiteY51" fmla="*/ 425356 h 733747"/>
                <a:gd name="connsiteX52" fmla="*/ 195686 w 419249"/>
                <a:gd name="connsiteY52" fmla="*/ 426273 h 733747"/>
                <a:gd name="connsiteX53" fmla="*/ 195102 w 419249"/>
                <a:gd name="connsiteY53" fmla="*/ 426106 h 733747"/>
                <a:gd name="connsiteX54" fmla="*/ 159689 w 419249"/>
                <a:gd name="connsiteY54" fmla="*/ 417940 h 733747"/>
                <a:gd name="connsiteX55" fmla="*/ 135108 w 419249"/>
                <a:gd name="connsiteY55" fmla="*/ 396609 h 733747"/>
                <a:gd name="connsiteX56" fmla="*/ 108693 w 419249"/>
                <a:gd name="connsiteY56" fmla="*/ 356529 h 733747"/>
                <a:gd name="connsiteX57" fmla="*/ 83196 w 419249"/>
                <a:gd name="connsiteY57" fmla="*/ 339031 h 733747"/>
                <a:gd name="connsiteX58" fmla="*/ 69614 w 419249"/>
                <a:gd name="connsiteY58" fmla="*/ 301784 h 733747"/>
                <a:gd name="connsiteX59" fmla="*/ 38616 w 419249"/>
                <a:gd name="connsiteY59" fmla="*/ 262955 h 733747"/>
                <a:gd name="connsiteX60" fmla="*/ 21035 w 419249"/>
                <a:gd name="connsiteY60" fmla="*/ 205543 h 733747"/>
                <a:gd name="connsiteX61" fmla="*/ 26868 w 419249"/>
                <a:gd name="connsiteY61" fmla="*/ 160964 h 733747"/>
                <a:gd name="connsiteX62" fmla="*/ 16618 w 419249"/>
                <a:gd name="connsiteY62" fmla="*/ 129050 h 733747"/>
                <a:gd name="connsiteX63" fmla="*/ 27534 w 419249"/>
                <a:gd name="connsiteY63" fmla="*/ 106635 h 733747"/>
                <a:gd name="connsiteX64" fmla="*/ 53115 w 419249"/>
                <a:gd name="connsiteY64" fmla="*/ 85304 h 733747"/>
                <a:gd name="connsiteX65" fmla="*/ 70530 w 419249"/>
                <a:gd name="connsiteY65" fmla="*/ 73471 h 733747"/>
                <a:gd name="connsiteX66" fmla="*/ 80613 w 419249"/>
                <a:gd name="connsiteY66" fmla="*/ 47390 h 733747"/>
                <a:gd name="connsiteX67" fmla="*/ 104360 w 419249"/>
                <a:gd name="connsiteY67" fmla="*/ 28142 h 733747"/>
                <a:gd name="connsiteX68" fmla="*/ 157022 w 419249"/>
                <a:gd name="connsiteY68" fmla="*/ 18476 h 733747"/>
                <a:gd name="connsiteX69" fmla="*/ 206935 w 419249"/>
                <a:gd name="connsiteY69" fmla="*/ 15477 h 733747"/>
                <a:gd name="connsiteX70" fmla="*/ 259347 w 419249"/>
                <a:gd name="connsiteY70" fmla="*/ 32308 h 733747"/>
                <a:gd name="connsiteX71" fmla="*/ 302676 w 419249"/>
                <a:gd name="connsiteY71" fmla="*/ 46807 h 733747"/>
                <a:gd name="connsiteX72" fmla="*/ 337589 w 419249"/>
                <a:gd name="connsiteY72" fmla="*/ 87387 h 733747"/>
                <a:gd name="connsiteX73" fmla="*/ 342006 w 419249"/>
                <a:gd name="connsiteY73" fmla="*/ 113801 h 733747"/>
                <a:gd name="connsiteX74" fmla="*/ 354338 w 419249"/>
                <a:gd name="connsiteY74" fmla="*/ 132466 h 733747"/>
                <a:gd name="connsiteX75" fmla="*/ 355921 w 419249"/>
                <a:gd name="connsiteY75" fmla="*/ 185795 h 733747"/>
                <a:gd name="connsiteX76" fmla="*/ 346839 w 419249"/>
                <a:gd name="connsiteY76" fmla="*/ 226541 h 733747"/>
                <a:gd name="connsiteX77" fmla="*/ 367170 w 419249"/>
                <a:gd name="connsiteY77" fmla="*/ 268871 h 733747"/>
                <a:gd name="connsiteX78" fmla="*/ 326340 w 419249"/>
                <a:gd name="connsiteY78" fmla="*/ 372028 h 733747"/>
                <a:gd name="connsiteX79" fmla="*/ 326340 w 419249"/>
                <a:gd name="connsiteY79" fmla="*/ 372028 h 733747"/>
                <a:gd name="connsiteX80" fmla="*/ 317008 w 419249"/>
                <a:gd name="connsiteY80" fmla="*/ 389860 h 733747"/>
                <a:gd name="connsiteX81" fmla="*/ 307176 w 419249"/>
                <a:gd name="connsiteY81" fmla="*/ 413024 h 733747"/>
                <a:gd name="connsiteX82" fmla="*/ 307176 w 419249"/>
                <a:gd name="connsiteY82" fmla="*/ 413024 h 733747"/>
                <a:gd name="connsiteX83" fmla="*/ 287761 w 419249"/>
                <a:gd name="connsiteY83" fmla="*/ 667585 h 733747"/>
                <a:gd name="connsiteX84" fmla="*/ 303093 w 419249"/>
                <a:gd name="connsiteY84" fmla="*/ 635254 h 733747"/>
                <a:gd name="connsiteX85" fmla="*/ 290010 w 419249"/>
                <a:gd name="connsiteY85" fmla="*/ 599424 h 733747"/>
                <a:gd name="connsiteX86" fmla="*/ 273679 w 419249"/>
                <a:gd name="connsiteY86" fmla="*/ 546679 h 733747"/>
                <a:gd name="connsiteX87" fmla="*/ 257347 w 419249"/>
                <a:gd name="connsiteY87" fmla="*/ 502766 h 733747"/>
                <a:gd name="connsiteX88" fmla="*/ 216267 w 419249"/>
                <a:gd name="connsiteY88" fmla="*/ 439522 h 733747"/>
                <a:gd name="connsiteX89" fmla="*/ 219767 w 419249"/>
                <a:gd name="connsiteY89" fmla="*/ 439855 h 733747"/>
                <a:gd name="connsiteX90" fmla="*/ 244681 w 419249"/>
                <a:gd name="connsiteY90" fmla="*/ 448188 h 733747"/>
                <a:gd name="connsiteX91" fmla="*/ 251514 w 419249"/>
                <a:gd name="connsiteY91" fmla="*/ 445521 h 733747"/>
                <a:gd name="connsiteX92" fmla="*/ 258763 w 419249"/>
                <a:gd name="connsiteY92" fmla="*/ 432189 h 733747"/>
                <a:gd name="connsiteX93" fmla="*/ 262929 w 419249"/>
                <a:gd name="connsiteY93" fmla="*/ 423607 h 733747"/>
                <a:gd name="connsiteX94" fmla="*/ 279511 w 419249"/>
                <a:gd name="connsiteY94" fmla="*/ 415357 h 733747"/>
                <a:gd name="connsiteX95" fmla="*/ 304176 w 419249"/>
                <a:gd name="connsiteY95" fmla="*/ 444771 h 733747"/>
                <a:gd name="connsiteX96" fmla="*/ 304842 w 419249"/>
                <a:gd name="connsiteY96" fmla="*/ 445188 h 733747"/>
                <a:gd name="connsiteX97" fmla="*/ 306676 w 419249"/>
                <a:gd name="connsiteY97" fmla="*/ 460020 h 733747"/>
                <a:gd name="connsiteX98" fmla="*/ 309509 w 419249"/>
                <a:gd name="connsiteY98" fmla="*/ 504099 h 733747"/>
                <a:gd name="connsiteX99" fmla="*/ 324257 w 419249"/>
                <a:gd name="connsiteY99" fmla="*/ 588008 h 733747"/>
                <a:gd name="connsiteX100" fmla="*/ 375669 w 419249"/>
                <a:gd name="connsiteY100" fmla="*/ 635421 h 733747"/>
                <a:gd name="connsiteX101" fmla="*/ 397501 w 419249"/>
                <a:gd name="connsiteY101" fmla="*/ 677417 h 733747"/>
                <a:gd name="connsiteX102" fmla="*/ 367920 w 419249"/>
                <a:gd name="connsiteY102" fmla="*/ 682667 h 733747"/>
                <a:gd name="connsiteX103" fmla="*/ 342256 w 419249"/>
                <a:gd name="connsiteY103" fmla="*/ 668751 h 733747"/>
                <a:gd name="connsiteX104" fmla="*/ 330507 w 419249"/>
                <a:gd name="connsiteY104" fmla="*/ 675167 h 733747"/>
                <a:gd name="connsiteX105" fmla="*/ 322341 w 419249"/>
                <a:gd name="connsiteY105" fmla="*/ 709414 h 733747"/>
                <a:gd name="connsiteX106" fmla="*/ 298593 w 419249"/>
                <a:gd name="connsiteY106" fmla="*/ 714914 h 733747"/>
                <a:gd name="connsiteX107" fmla="*/ 287761 w 419249"/>
                <a:gd name="connsiteY107" fmla="*/ 667585 h 733747"/>
                <a:gd name="connsiteX108" fmla="*/ 287761 w 419249"/>
                <a:gd name="connsiteY108" fmla="*/ 667585 h 733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419249" h="733747">
                  <a:moveTo>
                    <a:pt x="303509" y="733662"/>
                  </a:moveTo>
                  <a:cubicBezTo>
                    <a:pt x="329674" y="735328"/>
                    <a:pt x="345005" y="712247"/>
                    <a:pt x="345922" y="689166"/>
                  </a:cubicBezTo>
                  <a:cubicBezTo>
                    <a:pt x="353838" y="694332"/>
                    <a:pt x="362920" y="697832"/>
                    <a:pt x="372170" y="698082"/>
                  </a:cubicBezTo>
                  <a:cubicBezTo>
                    <a:pt x="385419" y="698415"/>
                    <a:pt x="402584" y="696165"/>
                    <a:pt x="412000" y="685833"/>
                  </a:cubicBezTo>
                  <a:cubicBezTo>
                    <a:pt x="435081" y="660585"/>
                    <a:pt x="397334" y="630005"/>
                    <a:pt x="378419" y="617006"/>
                  </a:cubicBezTo>
                  <a:cubicBezTo>
                    <a:pt x="363754" y="606924"/>
                    <a:pt x="343506" y="600924"/>
                    <a:pt x="338839" y="582426"/>
                  </a:cubicBezTo>
                  <a:cubicBezTo>
                    <a:pt x="334340" y="564427"/>
                    <a:pt x="331507" y="545929"/>
                    <a:pt x="327090" y="527847"/>
                  </a:cubicBezTo>
                  <a:cubicBezTo>
                    <a:pt x="320508" y="500850"/>
                    <a:pt x="316675" y="472186"/>
                    <a:pt x="313592" y="444438"/>
                  </a:cubicBezTo>
                  <a:cubicBezTo>
                    <a:pt x="314342" y="443771"/>
                    <a:pt x="314925" y="443021"/>
                    <a:pt x="315175" y="442022"/>
                  </a:cubicBezTo>
                  <a:cubicBezTo>
                    <a:pt x="319425" y="428689"/>
                    <a:pt x="320091" y="415024"/>
                    <a:pt x="325091" y="401692"/>
                  </a:cubicBezTo>
                  <a:cubicBezTo>
                    <a:pt x="328424" y="392776"/>
                    <a:pt x="329757" y="383694"/>
                    <a:pt x="332340" y="374861"/>
                  </a:cubicBezTo>
                  <a:cubicBezTo>
                    <a:pt x="360171" y="344614"/>
                    <a:pt x="391918" y="307534"/>
                    <a:pt x="382919" y="263038"/>
                  </a:cubicBezTo>
                  <a:cubicBezTo>
                    <a:pt x="381002" y="253622"/>
                    <a:pt x="376419" y="245539"/>
                    <a:pt x="371753" y="237207"/>
                  </a:cubicBezTo>
                  <a:cubicBezTo>
                    <a:pt x="363920" y="223291"/>
                    <a:pt x="365254" y="216542"/>
                    <a:pt x="369837" y="201793"/>
                  </a:cubicBezTo>
                  <a:cubicBezTo>
                    <a:pt x="375669" y="182962"/>
                    <a:pt x="382419" y="163463"/>
                    <a:pt x="378169" y="143632"/>
                  </a:cubicBezTo>
                  <a:cubicBezTo>
                    <a:pt x="376253" y="134633"/>
                    <a:pt x="372086" y="127550"/>
                    <a:pt x="366587" y="120217"/>
                  </a:cubicBezTo>
                  <a:cubicBezTo>
                    <a:pt x="362754" y="115134"/>
                    <a:pt x="358838" y="110552"/>
                    <a:pt x="357004" y="104385"/>
                  </a:cubicBezTo>
                  <a:cubicBezTo>
                    <a:pt x="355588" y="99719"/>
                    <a:pt x="355838" y="94720"/>
                    <a:pt x="355005" y="89970"/>
                  </a:cubicBezTo>
                  <a:cubicBezTo>
                    <a:pt x="352338" y="74805"/>
                    <a:pt x="340756" y="56306"/>
                    <a:pt x="329757" y="45974"/>
                  </a:cubicBezTo>
                  <a:cubicBezTo>
                    <a:pt x="315925" y="32975"/>
                    <a:pt x="299926" y="31642"/>
                    <a:pt x="282428" y="28309"/>
                  </a:cubicBezTo>
                  <a:cubicBezTo>
                    <a:pt x="264013" y="24809"/>
                    <a:pt x="252430" y="6728"/>
                    <a:pt x="233765" y="1728"/>
                  </a:cubicBezTo>
                  <a:cubicBezTo>
                    <a:pt x="214601" y="-3355"/>
                    <a:pt x="196186" y="4394"/>
                    <a:pt x="176854" y="4394"/>
                  </a:cubicBezTo>
                  <a:cubicBezTo>
                    <a:pt x="156606" y="4394"/>
                    <a:pt x="136941" y="728"/>
                    <a:pt x="117109" y="6728"/>
                  </a:cubicBezTo>
                  <a:cubicBezTo>
                    <a:pt x="99528" y="11977"/>
                    <a:pt x="81779" y="21643"/>
                    <a:pt x="70114" y="36142"/>
                  </a:cubicBezTo>
                  <a:cubicBezTo>
                    <a:pt x="64281" y="43474"/>
                    <a:pt x="63448" y="51390"/>
                    <a:pt x="59448" y="59306"/>
                  </a:cubicBezTo>
                  <a:cubicBezTo>
                    <a:pt x="53782" y="70722"/>
                    <a:pt x="39033" y="75805"/>
                    <a:pt x="29534" y="83471"/>
                  </a:cubicBezTo>
                  <a:cubicBezTo>
                    <a:pt x="17285" y="93386"/>
                    <a:pt x="3703" y="105552"/>
                    <a:pt x="620" y="121801"/>
                  </a:cubicBezTo>
                  <a:cubicBezTo>
                    <a:pt x="-3463" y="142965"/>
                    <a:pt x="14119" y="160214"/>
                    <a:pt x="9952" y="180712"/>
                  </a:cubicBezTo>
                  <a:cubicBezTo>
                    <a:pt x="5869" y="200543"/>
                    <a:pt x="-2380" y="219875"/>
                    <a:pt x="1453" y="240456"/>
                  </a:cubicBezTo>
                  <a:cubicBezTo>
                    <a:pt x="4786" y="258455"/>
                    <a:pt x="19701" y="271537"/>
                    <a:pt x="33867" y="281619"/>
                  </a:cubicBezTo>
                  <a:cubicBezTo>
                    <a:pt x="39616" y="285702"/>
                    <a:pt x="47282" y="289785"/>
                    <a:pt x="50199" y="296618"/>
                  </a:cubicBezTo>
                  <a:cubicBezTo>
                    <a:pt x="52365" y="301701"/>
                    <a:pt x="51782" y="308450"/>
                    <a:pt x="52615" y="313950"/>
                  </a:cubicBezTo>
                  <a:cubicBezTo>
                    <a:pt x="53948" y="322532"/>
                    <a:pt x="55948" y="331532"/>
                    <a:pt x="60281" y="339114"/>
                  </a:cubicBezTo>
                  <a:cubicBezTo>
                    <a:pt x="72030" y="359362"/>
                    <a:pt x="96861" y="363695"/>
                    <a:pt x="110360" y="381527"/>
                  </a:cubicBezTo>
                  <a:cubicBezTo>
                    <a:pt x="121192" y="395942"/>
                    <a:pt x="118692" y="416691"/>
                    <a:pt x="135441" y="426940"/>
                  </a:cubicBezTo>
                  <a:cubicBezTo>
                    <a:pt x="147857" y="434522"/>
                    <a:pt x="164188" y="437272"/>
                    <a:pt x="179354" y="439439"/>
                  </a:cubicBezTo>
                  <a:cubicBezTo>
                    <a:pt x="180104" y="440105"/>
                    <a:pt x="181187" y="440605"/>
                    <a:pt x="182437" y="440855"/>
                  </a:cubicBezTo>
                  <a:cubicBezTo>
                    <a:pt x="185770" y="441438"/>
                    <a:pt x="189020" y="441522"/>
                    <a:pt x="192269" y="441355"/>
                  </a:cubicBezTo>
                  <a:cubicBezTo>
                    <a:pt x="192353" y="441355"/>
                    <a:pt x="192436" y="441355"/>
                    <a:pt x="192519" y="441438"/>
                  </a:cubicBezTo>
                  <a:cubicBezTo>
                    <a:pt x="194019" y="441688"/>
                    <a:pt x="195352" y="441522"/>
                    <a:pt x="196436" y="441105"/>
                  </a:cubicBezTo>
                  <a:cubicBezTo>
                    <a:pt x="196602" y="441105"/>
                    <a:pt x="196852" y="441022"/>
                    <a:pt x="197019" y="441022"/>
                  </a:cubicBezTo>
                  <a:cubicBezTo>
                    <a:pt x="232349" y="466519"/>
                    <a:pt x="246848" y="518015"/>
                    <a:pt x="260096" y="557428"/>
                  </a:cubicBezTo>
                  <a:cubicBezTo>
                    <a:pt x="267096" y="578176"/>
                    <a:pt x="271595" y="598424"/>
                    <a:pt x="280928" y="618506"/>
                  </a:cubicBezTo>
                  <a:cubicBezTo>
                    <a:pt x="285344" y="628088"/>
                    <a:pt x="287011" y="633171"/>
                    <a:pt x="282261" y="642920"/>
                  </a:cubicBezTo>
                  <a:cubicBezTo>
                    <a:pt x="278595" y="650420"/>
                    <a:pt x="275012" y="657919"/>
                    <a:pt x="272595" y="666001"/>
                  </a:cubicBezTo>
                  <a:cubicBezTo>
                    <a:pt x="266013" y="688833"/>
                    <a:pt x="272262" y="731745"/>
                    <a:pt x="303509" y="733662"/>
                  </a:cubicBezTo>
                  <a:lnTo>
                    <a:pt x="303509" y="733662"/>
                  </a:lnTo>
                  <a:close/>
                  <a:moveTo>
                    <a:pt x="307176" y="413024"/>
                  </a:moveTo>
                  <a:cubicBezTo>
                    <a:pt x="306176" y="416357"/>
                    <a:pt x="305592" y="419857"/>
                    <a:pt x="305092" y="423357"/>
                  </a:cubicBezTo>
                  <a:cubicBezTo>
                    <a:pt x="297926" y="411608"/>
                    <a:pt x="293010" y="398359"/>
                    <a:pt x="275762" y="399692"/>
                  </a:cubicBezTo>
                  <a:cubicBezTo>
                    <a:pt x="255680" y="401275"/>
                    <a:pt x="252847" y="419440"/>
                    <a:pt x="243265" y="432772"/>
                  </a:cubicBezTo>
                  <a:cubicBezTo>
                    <a:pt x="236182" y="430356"/>
                    <a:pt x="230099" y="426523"/>
                    <a:pt x="222100" y="425356"/>
                  </a:cubicBezTo>
                  <a:cubicBezTo>
                    <a:pt x="213017" y="424107"/>
                    <a:pt x="204351" y="424857"/>
                    <a:pt x="195686" y="426273"/>
                  </a:cubicBezTo>
                  <a:cubicBezTo>
                    <a:pt x="195519" y="426190"/>
                    <a:pt x="195269" y="426106"/>
                    <a:pt x="195102" y="426106"/>
                  </a:cubicBezTo>
                  <a:cubicBezTo>
                    <a:pt x="183270" y="423523"/>
                    <a:pt x="171354" y="421023"/>
                    <a:pt x="159689" y="417940"/>
                  </a:cubicBezTo>
                  <a:cubicBezTo>
                    <a:pt x="146440" y="414357"/>
                    <a:pt x="139191" y="410358"/>
                    <a:pt x="135108" y="396609"/>
                  </a:cubicBezTo>
                  <a:cubicBezTo>
                    <a:pt x="130108" y="379777"/>
                    <a:pt x="123442" y="366862"/>
                    <a:pt x="108693" y="356529"/>
                  </a:cubicBezTo>
                  <a:cubicBezTo>
                    <a:pt x="100278" y="350613"/>
                    <a:pt x="90778" y="346114"/>
                    <a:pt x="83196" y="339031"/>
                  </a:cubicBezTo>
                  <a:cubicBezTo>
                    <a:pt x="72197" y="328698"/>
                    <a:pt x="71363" y="315783"/>
                    <a:pt x="69614" y="301784"/>
                  </a:cubicBezTo>
                  <a:cubicBezTo>
                    <a:pt x="67031" y="281536"/>
                    <a:pt x="53865" y="274453"/>
                    <a:pt x="38616" y="262955"/>
                  </a:cubicBezTo>
                  <a:cubicBezTo>
                    <a:pt x="18035" y="247372"/>
                    <a:pt x="14952" y="230041"/>
                    <a:pt x="21035" y="205543"/>
                  </a:cubicBezTo>
                  <a:cubicBezTo>
                    <a:pt x="24701" y="190961"/>
                    <a:pt x="31034" y="176045"/>
                    <a:pt x="26868" y="160964"/>
                  </a:cubicBezTo>
                  <a:cubicBezTo>
                    <a:pt x="23868" y="150214"/>
                    <a:pt x="16535" y="140549"/>
                    <a:pt x="16618" y="129050"/>
                  </a:cubicBezTo>
                  <a:cubicBezTo>
                    <a:pt x="16702" y="119801"/>
                    <a:pt x="21451" y="113218"/>
                    <a:pt x="27534" y="106635"/>
                  </a:cubicBezTo>
                  <a:cubicBezTo>
                    <a:pt x="35033" y="98553"/>
                    <a:pt x="43699" y="91136"/>
                    <a:pt x="53115" y="85304"/>
                  </a:cubicBezTo>
                  <a:cubicBezTo>
                    <a:pt x="58948" y="81721"/>
                    <a:pt x="66364" y="79304"/>
                    <a:pt x="70530" y="73471"/>
                  </a:cubicBezTo>
                  <a:cubicBezTo>
                    <a:pt x="76030" y="65639"/>
                    <a:pt x="74863" y="55473"/>
                    <a:pt x="80613" y="47390"/>
                  </a:cubicBezTo>
                  <a:cubicBezTo>
                    <a:pt x="86529" y="39141"/>
                    <a:pt x="95528" y="32808"/>
                    <a:pt x="104360" y="28142"/>
                  </a:cubicBezTo>
                  <a:cubicBezTo>
                    <a:pt x="121276" y="19310"/>
                    <a:pt x="138274" y="17643"/>
                    <a:pt x="157022" y="18476"/>
                  </a:cubicBezTo>
                  <a:cubicBezTo>
                    <a:pt x="174021" y="19226"/>
                    <a:pt x="190269" y="19226"/>
                    <a:pt x="206935" y="15477"/>
                  </a:cubicBezTo>
                  <a:cubicBezTo>
                    <a:pt x="228683" y="10644"/>
                    <a:pt x="242848" y="19226"/>
                    <a:pt x="259347" y="32308"/>
                  </a:cubicBezTo>
                  <a:cubicBezTo>
                    <a:pt x="272845" y="42974"/>
                    <a:pt x="287261" y="40808"/>
                    <a:pt x="302676" y="46807"/>
                  </a:cubicBezTo>
                  <a:cubicBezTo>
                    <a:pt x="319091" y="53223"/>
                    <a:pt x="332173" y="70638"/>
                    <a:pt x="337589" y="87387"/>
                  </a:cubicBezTo>
                  <a:cubicBezTo>
                    <a:pt x="340339" y="95969"/>
                    <a:pt x="338756" y="105219"/>
                    <a:pt x="342006" y="113801"/>
                  </a:cubicBezTo>
                  <a:cubicBezTo>
                    <a:pt x="344672" y="120884"/>
                    <a:pt x="350255" y="126300"/>
                    <a:pt x="354338" y="132466"/>
                  </a:cubicBezTo>
                  <a:cubicBezTo>
                    <a:pt x="365837" y="149881"/>
                    <a:pt x="361504" y="167130"/>
                    <a:pt x="355921" y="185795"/>
                  </a:cubicBezTo>
                  <a:cubicBezTo>
                    <a:pt x="352088" y="198460"/>
                    <a:pt x="344589" y="213042"/>
                    <a:pt x="346839" y="226541"/>
                  </a:cubicBezTo>
                  <a:cubicBezTo>
                    <a:pt x="349422" y="242290"/>
                    <a:pt x="364087" y="253205"/>
                    <a:pt x="367170" y="268871"/>
                  </a:cubicBezTo>
                  <a:cubicBezTo>
                    <a:pt x="374253" y="304534"/>
                    <a:pt x="348172" y="346114"/>
                    <a:pt x="326340" y="372028"/>
                  </a:cubicBezTo>
                  <a:lnTo>
                    <a:pt x="326340" y="372028"/>
                  </a:lnTo>
                  <a:cubicBezTo>
                    <a:pt x="321424" y="376361"/>
                    <a:pt x="319758" y="383694"/>
                    <a:pt x="317008" y="389860"/>
                  </a:cubicBezTo>
                  <a:cubicBezTo>
                    <a:pt x="313592" y="397609"/>
                    <a:pt x="309592" y="405108"/>
                    <a:pt x="307176" y="413024"/>
                  </a:cubicBezTo>
                  <a:lnTo>
                    <a:pt x="307176" y="413024"/>
                  </a:lnTo>
                  <a:close/>
                  <a:moveTo>
                    <a:pt x="287761" y="667585"/>
                  </a:moveTo>
                  <a:cubicBezTo>
                    <a:pt x="291177" y="656502"/>
                    <a:pt x="301926" y="646420"/>
                    <a:pt x="303093" y="635254"/>
                  </a:cubicBezTo>
                  <a:cubicBezTo>
                    <a:pt x="304342" y="623422"/>
                    <a:pt x="294343" y="609840"/>
                    <a:pt x="290010" y="599424"/>
                  </a:cubicBezTo>
                  <a:cubicBezTo>
                    <a:pt x="282928" y="582342"/>
                    <a:pt x="280011" y="564011"/>
                    <a:pt x="273679" y="546679"/>
                  </a:cubicBezTo>
                  <a:cubicBezTo>
                    <a:pt x="268346" y="531930"/>
                    <a:pt x="263180" y="517265"/>
                    <a:pt x="257347" y="502766"/>
                  </a:cubicBezTo>
                  <a:cubicBezTo>
                    <a:pt x="248848" y="481435"/>
                    <a:pt x="235099" y="455520"/>
                    <a:pt x="216267" y="439522"/>
                  </a:cubicBezTo>
                  <a:cubicBezTo>
                    <a:pt x="217434" y="439605"/>
                    <a:pt x="218600" y="439689"/>
                    <a:pt x="219767" y="439855"/>
                  </a:cubicBezTo>
                  <a:cubicBezTo>
                    <a:pt x="228766" y="441272"/>
                    <a:pt x="235932" y="446438"/>
                    <a:pt x="244681" y="448188"/>
                  </a:cubicBezTo>
                  <a:cubicBezTo>
                    <a:pt x="247264" y="448688"/>
                    <a:pt x="249847" y="447438"/>
                    <a:pt x="251514" y="445521"/>
                  </a:cubicBezTo>
                  <a:cubicBezTo>
                    <a:pt x="254764" y="441688"/>
                    <a:pt x="256513" y="436689"/>
                    <a:pt x="258763" y="432189"/>
                  </a:cubicBezTo>
                  <a:cubicBezTo>
                    <a:pt x="260180" y="429439"/>
                    <a:pt x="261346" y="426273"/>
                    <a:pt x="262929" y="423607"/>
                  </a:cubicBezTo>
                  <a:cubicBezTo>
                    <a:pt x="267762" y="415691"/>
                    <a:pt x="270596" y="412191"/>
                    <a:pt x="279511" y="415357"/>
                  </a:cubicBezTo>
                  <a:cubicBezTo>
                    <a:pt x="292427" y="419940"/>
                    <a:pt x="293843" y="436189"/>
                    <a:pt x="304176" y="444771"/>
                  </a:cubicBezTo>
                  <a:cubicBezTo>
                    <a:pt x="304342" y="444938"/>
                    <a:pt x="304592" y="445021"/>
                    <a:pt x="304842" y="445188"/>
                  </a:cubicBezTo>
                  <a:cubicBezTo>
                    <a:pt x="305509" y="450104"/>
                    <a:pt x="306426" y="455020"/>
                    <a:pt x="306676" y="460020"/>
                  </a:cubicBezTo>
                  <a:cubicBezTo>
                    <a:pt x="307342" y="474769"/>
                    <a:pt x="308175" y="489434"/>
                    <a:pt x="309509" y="504099"/>
                  </a:cubicBezTo>
                  <a:cubicBezTo>
                    <a:pt x="312092" y="531847"/>
                    <a:pt x="318175" y="560927"/>
                    <a:pt x="324257" y="588008"/>
                  </a:cubicBezTo>
                  <a:cubicBezTo>
                    <a:pt x="330090" y="614006"/>
                    <a:pt x="355505" y="621589"/>
                    <a:pt x="375669" y="635421"/>
                  </a:cubicBezTo>
                  <a:cubicBezTo>
                    <a:pt x="385752" y="642337"/>
                    <a:pt x="412916" y="663585"/>
                    <a:pt x="397501" y="677417"/>
                  </a:cubicBezTo>
                  <a:cubicBezTo>
                    <a:pt x="391335" y="682917"/>
                    <a:pt x="375586" y="683833"/>
                    <a:pt x="367920" y="682667"/>
                  </a:cubicBezTo>
                  <a:cubicBezTo>
                    <a:pt x="358254" y="681167"/>
                    <a:pt x="348922" y="675917"/>
                    <a:pt x="342256" y="668751"/>
                  </a:cubicBezTo>
                  <a:cubicBezTo>
                    <a:pt x="337090" y="663168"/>
                    <a:pt x="328340" y="667585"/>
                    <a:pt x="330507" y="675167"/>
                  </a:cubicBezTo>
                  <a:cubicBezTo>
                    <a:pt x="334257" y="687916"/>
                    <a:pt x="332090" y="700332"/>
                    <a:pt x="322341" y="709414"/>
                  </a:cubicBezTo>
                  <a:cubicBezTo>
                    <a:pt x="315925" y="715414"/>
                    <a:pt x="307176" y="720246"/>
                    <a:pt x="298593" y="714914"/>
                  </a:cubicBezTo>
                  <a:cubicBezTo>
                    <a:pt x="283511" y="705414"/>
                    <a:pt x="283178" y="682583"/>
                    <a:pt x="287761" y="667585"/>
                  </a:cubicBezTo>
                  <a:lnTo>
                    <a:pt x="287761" y="667585"/>
                  </a:lnTo>
                  <a:close/>
                </a:path>
              </a:pathLst>
            </a:custGeom>
            <a:grpFill/>
            <a:ln w="8332" cap="flat">
              <a:noFill/>
              <a:prstDash val="solid"/>
              <a:miter/>
            </a:ln>
          </p:spPr>
          <p:txBody>
            <a:bodyPr rtlCol="0" anchor="ctr"/>
            <a:lstStyle/>
            <a:p>
              <a:endParaRPr lang="en-US"/>
            </a:p>
          </p:txBody>
        </p:sp>
        <p:sp>
          <p:nvSpPr>
            <p:cNvPr id="1648" name="Freeform: Shape 1647"/>
            <p:cNvSpPr/>
            <p:nvPr/>
          </p:nvSpPr>
          <p:spPr>
            <a:xfrm>
              <a:off x="1158853" y="3107524"/>
              <a:ext cx="104932" cy="237257"/>
            </a:xfrm>
            <a:custGeom>
              <a:avLst/>
              <a:gdLst>
                <a:gd name="connsiteX0" fmla="*/ 67725 w 104932"/>
                <a:gd name="connsiteY0" fmla="*/ 230436 h 237257"/>
                <a:gd name="connsiteX1" fmla="*/ 90723 w 104932"/>
                <a:gd name="connsiteY1" fmla="*/ 198189 h 237257"/>
                <a:gd name="connsiteX2" fmla="*/ 71224 w 104932"/>
                <a:gd name="connsiteY2" fmla="*/ 169025 h 237257"/>
                <a:gd name="connsiteX3" fmla="*/ 84057 w 104932"/>
                <a:gd name="connsiteY3" fmla="*/ 116030 h 237257"/>
                <a:gd name="connsiteX4" fmla="*/ 68975 w 104932"/>
                <a:gd name="connsiteY4" fmla="*/ 80449 h 237257"/>
                <a:gd name="connsiteX5" fmla="*/ 71391 w 104932"/>
                <a:gd name="connsiteY5" fmla="*/ 57618 h 237257"/>
                <a:gd name="connsiteX6" fmla="*/ 51560 w 104932"/>
                <a:gd name="connsiteY6" fmla="*/ 13039 h 237257"/>
                <a:gd name="connsiteX7" fmla="*/ 1481 w 104932"/>
                <a:gd name="connsiteY7" fmla="*/ 9706 h 237257"/>
                <a:gd name="connsiteX8" fmla="*/ 398 w 104932"/>
                <a:gd name="connsiteY8" fmla="*/ 8206 h 237257"/>
                <a:gd name="connsiteX9" fmla="*/ 73224 w 104932"/>
                <a:gd name="connsiteY9" fmla="*/ 17038 h 237257"/>
                <a:gd name="connsiteX10" fmla="*/ 83890 w 104932"/>
                <a:gd name="connsiteY10" fmla="*/ 52452 h 237257"/>
                <a:gd name="connsiteX11" fmla="*/ 85057 w 104932"/>
                <a:gd name="connsiteY11" fmla="*/ 81449 h 237257"/>
                <a:gd name="connsiteX12" fmla="*/ 97889 w 104932"/>
                <a:gd name="connsiteY12" fmla="*/ 101614 h 237257"/>
                <a:gd name="connsiteX13" fmla="*/ 94306 w 104932"/>
                <a:gd name="connsiteY13" fmla="*/ 140361 h 237257"/>
                <a:gd name="connsiteX14" fmla="*/ 83640 w 104932"/>
                <a:gd name="connsiteY14" fmla="*/ 160026 h 237257"/>
                <a:gd name="connsiteX15" fmla="*/ 95972 w 104932"/>
                <a:gd name="connsiteY15" fmla="*/ 175524 h 237257"/>
                <a:gd name="connsiteX16" fmla="*/ 103388 w 104932"/>
                <a:gd name="connsiteY16" fmla="*/ 213188 h 237257"/>
                <a:gd name="connsiteX17" fmla="*/ 72641 w 104932"/>
                <a:gd name="connsiteY17" fmla="*/ 237185 h 237257"/>
                <a:gd name="connsiteX18" fmla="*/ 67725 w 104932"/>
                <a:gd name="connsiteY18" fmla="*/ 230436 h 237257"/>
                <a:gd name="connsiteX19" fmla="*/ 67725 w 104932"/>
                <a:gd name="connsiteY19" fmla="*/ 230436 h 237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4932" h="237257">
                  <a:moveTo>
                    <a:pt x="67725" y="230436"/>
                  </a:moveTo>
                  <a:cubicBezTo>
                    <a:pt x="77641" y="220437"/>
                    <a:pt x="92806" y="215271"/>
                    <a:pt x="90723" y="198189"/>
                  </a:cubicBezTo>
                  <a:cubicBezTo>
                    <a:pt x="89139" y="184690"/>
                    <a:pt x="78890" y="178357"/>
                    <a:pt x="71224" y="169025"/>
                  </a:cubicBezTo>
                  <a:cubicBezTo>
                    <a:pt x="57559" y="152360"/>
                    <a:pt x="83223" y="134195"/>
                    <a:pt x="84057" y="116030"/>
                  </a:cubicBezTo>
                  <a:cubicBezTo>
                    <a:pt x="84723" y="101364"/>
                    <a:pt x="72974" y="93282"/>
                    <a:pt x="68975" y="80449"/>
                  </a:cubicBezTo>
                  <a:cubicBezTo>
                    <a:pt x="66475" y="72200"/>
                    <a:pt x="68808" y="65451"/>
                    <a:pt x="71391" y="57618"/>
                  </a:cubicBezTo>
                  <a:cubicBezTo>
                    <a:pt x="78224" y="36787"/>
                    <a:pt x="71724" y="22038"/>
                    <a:pt x="51560" y="13039"/>
                  </a:cubicBezTo>
                  <a:cubicBezTo>
                    <a:pt x="35811" y="6039"/>
                    <a:pt x="17396" y="623"/>
                    <a:pt x="1481" y="9706"/>
                  </a:cubicBezTo>
                  <a:cubicBezTo>
                    <a:pt x="481" y="10289"/>
                    <a:pt x="-602" y="8956"/>
                    <a:pt x="398" y="8206"/>
                  </a:cubicBezTo>
                  <a:cubicBezTo>
                    <a:pt x="20146" y="-6876"/>
                    <a:pt x="55809" y="457"/>
                    <a:pt x="73224" y="17038"/>
                  </a:cubicBezTo>
                  <a:cubicBezTo>
                    <a:pt x="82973" y="26287"/>
                    <a:pt x="86473" y="39453"/>
                    <a:pt x="83890" y="52452"/>
                  </a:cubicBezTo>
                  <a:cubicBezTo>
                    <a:pt x="81723" y="63534"/>
                    <a:pt x="78640" y="71034"/>
                    <a:pt x="85057" y="81449"/>
                  </a:cubicBezTo>
                  <a:cubicBezTo>
                    <a:pt x="89389" y="88449"/>
                    <a:pt x="94972" y="93531"/>
                    <a:pt x="97889" y="101614"/>
                  </a:cubicBezTo>
                  <a:cubicBezTo>
                    <a:pt x="102722" y="114946"/>
                    <a:pt x="100055" y="127862"/>
                    <a:pt x="94306" y="140361"/>
                  </a:cubicBezTo>
                  <a:cubicBezTo>
                    <a:pt x="92223" y="144860"/>
                    <a:pt x="83473" y="155776"/>
                    <a:pt x="83640" y="160026"/>
                  </a:cubicBezTo>
                  <a:cubicBezTo>
                    <a:pt x="83807" y="163942"/>
                    <a:pt x="93639" y="172025"/>
                    <a:pt x="95972" y="175524"/>
                  </a:cubicBezTo>
                  <a:cubicBezTo>
                    <a:pt x="103388" y="186940"/>
                    <a:pt x="107305" y="199772"/>
                    <a:pt x="103388" y="213188"/>
                  </a:cubicBezTo>
                  <a:cubicBezTo>
                    <a:pt x="98972" y="228269"/>
                    <a:pt x="87056" y="233602"/>
                    <a:pt x="72641" y="237185"/>
                  </a:cubicBezTo>
                  <a:cubicBezTo>
                    <a:pt x="69058" y="237852"/>
                    <a:pt x="64392" y="233769"/>
                    <a:pt x="67725" y="230436"/>
                  </a:cubicBezTo>
                  <a:lnTo>
                    <a:pt x="67725" y="230436"/>
                  </a:lnTo>
                  <a:close/>
                </a:path>
              </a:pathLst>
            </a:custGeom>
            <a:grpFill/>
            <a:ln w="8332" cap="flat">
              <a:noFill/>
              <a:prstDash val="solid"/>
              <a:miter/>
            </a:ln>
          </p:spPr>
          <p:txBody>
            <a:bodyPr rtlCol="0" anchor="ctr"/>
            <a:lstStyle/>
            <a:p>
              <a:endParaRPr lang="en-US"/>
            </a:p>
          </p:txBody>
        </p:sp>
        <p:sp>
          <p:nvSpPr>
            <p:cNvPr id="1649" name="Freeform: Shape 1648"/>
            <p:cNvSpPr/>
            <p:nvPr/>
          </p:nvSpPr>
          <p:spPr>
            <a:xfrm>
              <a:off x="1161708" y="3313740"/>
              <a:ext cx="59681" cy="87703"/>
            </a:xfrm>
            <a:custGeom>
              <a:avLst/>
              <a:gdLst>
                <a:gd name="connsiteX0" fmla="*/ 2875 w 59681"/>
                <a:gd name="connsiteY0" fmla="*/ 76965 h 87703"/>
                <a:gd name="connsiteX1" fmla="*/ 40455 w 59681"/>
                <a:gd name="connsiteY1" fmla="*/ 52967 h 87703"/>
                <a:gd name="connsiteX2" fmla="*/ 45371 w 59681"/>
                <a:gd name="connsiteY2" fmla="*/ 37135 h 87703"/>
                <a:gd name="connsiteX3" fmla="*/ 36039 w 59681"/>
                <a:gd name="connsiteY3" fmla="*/ 6221 h 87703"/>
                <a:gd name="connsiteX4" fmla="*/ 41621 w 59681"/>
                <a:gd name="connsiteY4" fmla="*/ 805 h 87703"/>
                <a:gd name="connsiteX5" fmla="*/ 59370 w 59681"/>
                <a:gd name="connsiteY5" fmla="*/ 26136 h 87703"/>
                <a:gd name="connsiteX6" fmla="*/ 57537 w 59681"/>
                <a:gd name="connsiteY6" fmla="*/ 42301 h 87703"/>
                <a:gd name="connsiteX7" fmla="*/ 53037 w 59681"/>
                <a:gd name="connsiteY7" fmla="*/ 61050 h 87703"/>
                <a:gd name="connsiteX8" fmla="*/ 2708 w 59681"/>
                <a:gd name="connsiteY8" fmla="*/ 85464 h 87703"/>
                <a:gd name="connsiteX9" fmla="*/ 2875 w 59681"/>
                <a:gd name="connsiteY9" fmla="*/ 76965 h 87703"/>
                <a:gd name="connsiteX10" fmla="*/ 2875 w 59681"/>
                <a:gd name="connsiteY10" fmla="*/ 76965 h 87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681" h="87703">
                  <a:moveTo>
                    <a:pt x="2875" y="76965"/>
                  </a:moveTo>
                  <a:cubicBezTo>
                    <a:pt x="16707" y="69466"/>
                    <a:pt x="35539" y="72215"/>
                    <a:pt x="40455" y="52967"/>
                  </a:cubicBezTo>
                  <a:cubicBezTo>
                    <a:pt x="41871" y="47467"/>
                    <a:pt x="43538" y="42635"/>
                    <a:pt x="45371" y="37135"/>
                  </a:cubicBezTo>
                  <a:cubicBezTo>
                    <a:pt x="49454" y="24553"/>
                    <a:pt x="44621" y="15387"/>
                    <a:pt x="36039" y="6221"/>
                  </a:cubicBezTo>
                  <a:cubicBezTo>
                    <a:pt x="32956" y="2972"/>
                    <a:pt x="38288" y="-1945"/>
                    <a:pt x="41621" y="805"/>
                  </a:cubicBezTo>
                  <a:cubicBezTo>
                    <a:pt x="50121" y="7638"/>
                    <a:pt x="57787" y="14887"/>
                    <a:pt x="59370" y="26136"/>
                  </a:cubicBezTo>
                  <a:cubicBezTo>
                    <a:pt x="60203" y="31886"/>
                    <a:pt x="59287" y="36885"/>
                    <a:pt x="57537" y="42301"/>
                  </a:cubicBezTo>
                  <a:cubicBezTo>
                    <a:pt x="55537" y="48551"/>
                    <a:pt x="55037" y="54967"/>
                    <a:pt x="53037" y="61050"/>
                  </a:cubicBezTo>
                  <a:cubicBezTo>
                    <a:pt x="47454" y="78798"/>
                    <a:pt x="20123" y="93463"/>
                    <a:pt x="2708" y="85464"/>
                  </a:cubicBezTo>
                  <a:cubicBezTo>
                    <a:pt x="-1291" y="83714"/>
                    <a:pt x="-541" y="78798"/>
                    <a:pt x="2875" y="76965"/>
                  </a:cubicBezTo>
                  <a:lnTo>
                    <a:pt x="2875" y="76965"/>
                  </a:lnTo>
                  <a:close/>
                </a:path>
              </a:pathLst>
            </a:custGeom>
            <a:grpFill/>
            <a:ln w="8332" cap="flat">
              <a:noFill/>
              <a:prstDash val="solid"/>
              <a:miter/>
            </a:ln>
          </p:spPr>
          <p:txBody>
            <a:bodyPr rtlCol="0" anchor="ctr"/>
            <a:lstStyle/>
            <a:p>
              <a:endParaRPr lang="en-US"/>
            </a:p>
          </p:txBody>
        </p:sp>
        <p:sp>
          <p:nvSpPr>
            <p:cNvPr id="1650" name="Freeform: Shape 1649"/>
            <p:cNvSpPr/>
            <p:nvPr/>
          </p:nvSpPr>
          <p:spPr>
            <a:xfrm>
              <a:off x="1152119" y="3215157"/>
              <a:ext cx="69872" cy="101789"/>
            </a:xfrm>
            <a:custGeom>
              <a:avLst/>
              <a:gdLst>
                <a:gd name="connsiteX0" fmla="*/ 4881 w 69872"/>
                <a:gd name="connsiteY0" fmla="*/ 89306 h 101789"/>
                <a:gd name="connsiteX1" fmla="*/ 22296 w 69872"/>
                <a:gd name="connsiteY1" fmla="*/ 72557 h 101789"/>
                <a:gd name="connsiteX2" fmla="*/ 5548 w 69872"/>
                <a:gd name="connsiteY2" fmla="*/ 55642 h 101789"/>
                <a:gd name="connsiteX3" fmla="*/ 12131 w 69872"/>
                <a:gd name="connsiteY3" fmla="*/ 47226 h 101789"/>
                <a:gd name="connsiteX4" fmla="*/ 35045 w 69872"/>
                <a:gd name="connsiteY4" fmla="*/ 69557 h 101789"/>
                <a:gd name="connsiteX5" fmla="*/ 56460 w 69872"/>
                <a:gd name="connsiteY5" fmla="*/ 43143 h 101789"/>
                <a:gd name="connsiteX6" fmla="*/ 30546 w 69872"/>
                <a:gd name="connsiteY6" fmla="*/ 6813 h 101789"/>
                <a:gd name="connsiteX7" fmla="*/ 33379 w 69872"/>
                <a:gd name="connsiteY7" fmla="*/ 230 h 101789"/>
                <a:gd name="connsiteX8" fmla="*/ 69792 w 69872"/>
                <a:gd name="connsiteY8" fmla="*/ 45809 h 101789"/>
                <a:gd name="connsiteX9" fmla="*/ 36045 w 69872"/>
                <a:gd name="connsiteY9" fmla="*/ 80806 h 101789"/>
                <a:gd name="connsiteX10" fmla="*/ 25463 w 69872"/>
                <a:gd name="connsiteY10" fmla="*/ 98138 h 101789"/>
                <a:gd name="connsiteX11" fmla="*/ 3298 w 69872"/>
                <a:gd name="connsiteY11" fmla="*/ 99805 h 101789"/>
                <a:gd name="connsiteX12" fmla="*/ 4881 w 69872"/>
                <a:gd name="connsiteY12" fmla="*/ 89306 h 101789"/>
                <a:gd name="connsiteX13" fmla="*/ 4881 w 69872"/>
                <a:gd name="connsiteY13" fmla="*/ 89306 h 101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9872" h="101789">
                  <a:moveTo>
                    <a:pt x="4881" y="89306"/>
                  </a:moveTo>
                  <a:cubicBezTo>
                    <a:pt x="13047" y="88139"/>
                    <a:pt x="25296" y="83389"/>
                    <a:pt x="22296" y="72557"/>
                  </a:cubicBezTo>
                  <a:cubicBezTo>
                    <a:pt x="20213" y="64975"/>
                    <a:pt x="11214" y="60225"/>
                    <a:pt x="5548" y="55642"/>
                  </a:cubicBezTo>
                  <a:cubicBezTo>
                    <a:pt x="132" y="51392"/>
                    <a:pt x="6798" y="42976"/>
                    <a:pt x="12131" y="47226"/>
                  </a:cubicBezTo>
                  <a:cubicBezTo>
                    <a:pt x="20297" y="53642"/>
                    <a:pt x="31296" y="59725"/>
                    <a:pt x="35045" y="69557"/>
                  </a:cubicBezTo>
                  <a:cubicBezTo>
                    <a:pt x="45628" y="63724"/>
                    <a:pt x="55793" y="56475"/>
                    <a:pt x="56460" y="43143"/>
                  </a:cubicBezTo>
                  <a:cubicBezTo>
                    <a:pt x="57377" y="25061"/>
                    <a:pt x="46378" y="13396"/>
                    <a:pt x="30546" y="6813"/>
                  </a:cubicBezTo>
                  <a:cubicBezTo>
                    <a:pt x="26213" y="4980"/>
                    <a:pt x="29046" y="-1270"/>
                    <a:pt x="33379" y="230"/>
                  </a:cubicBezTo>
                  <a:cubicBezTo>
                    <a:pt x="53710" y="7146"/>
                    <a:pt x="71209" y="22395"/>
                    <a:pt x="69792" y="45809"/>
                  </a:cubicBezTo>
                  <a:cubicBezTo>
                    <a:pt x="68709" y="63141"/>
                    <a:pt x="54210" y="81223"/>
                    <a:pt x="36045" y="80806"/>
                  </a:cubicBezTo>
                  <a:cubicBezTo>
                    <a:pt x="34879" y="87472"/>
                    <a:pt x="30796" y="94139"/>
                    <a:pt x="25463" y="98138"/>
                  </a:cubicBezTo>
                  <a:cubicBezTo>
                    <a:pt x="18630" y="103221"/>
                    <a:pt x="10881" y="102221"/>
                    <a:pt x="3298" y="99805"/>
                  </a:cubicBezTo>
                  <a:cubicBezTo>
                    <a:pt x="-2285" y="98055"/>
                    <a:pt x="-118" y="89972"/>
                    <a:pt x="4881" y="89306"/>
                  </a:cubicBezTo>
                  <a:lnTo>
                    <a:pt x="4881" y="89306"/>
                  </a:lnTo>
                  <a:close/>
                </a:path>
              </a:pathLst>
            </a:custGeom>
            <a:grpFill/>
            <a:ln w="8332" cap="flat">
              <a:noFill/>
              <a:prstDash val="solid"/>
              <a:miter/>
            </a:ln>
          </p:spPr>
          <p:txBody>
            <a:bodyPr rtlCol="0" anchor="ctr"/>
            <a:lstStyle/>
            <a:p>
              <a:endParaRPr lang="en-US"/>
            </a:p>
          </p:txBody>
        </p:sp>
        <p:sp>
          <p:nvSpPr>
            <p:cNvPr id="1651" name="Freeform: Shape 1650"/>
            <p:cNvSpPr/>
            <p:nvPr/>
          </p:nvSpPr>
          <p:spPr>
            <a:xfrm>
              <a:off x="1155745" y="3152389"/>
              <a:ext cx="29606" cy="49018"/>
            </a:xfrm>
            <a:custGeom>
              <a:avLst/>
              <a:gdLst>
                <a:gd name="connsiteX0" fmla="*/ 3755 w 29606"/>
                <a:gd name="connsiteY0" fmla="*/ 37667 h 49018"/>
                <a:gd name="connsiteX1" fmla="*/ 15087 w 29606"/>
                <a:gd name="connsiteY1" fmla="*/ 23918 h 49018"/>
                <a:gd name="connsiteX2" fmla="*/ 3672 w 29606"/>
                <a:gd name="connsiteY2" fmla="*/ 9503 h 49018"/>
                <a:gd name="connsiteX3" fmla="*/ 12004 w 29606"/>
                <a:gd name="connsiteY3" fmla="*/ 1421 h 49018"/>
                <a:gd name="connsiteX4" fmla="*/ 29419 w 29606"/>
                <a:gd name="connsiteY4" fmla="*/ 26168 h 49018"/>
                <a:gd name="connsiteX5" fmla="*/ 6588 w 29606"/>
                <a:gd name="connsiteY5" fmla="*/ 49000 h 49018"/>
                <a:gd name="connsiteX6" fmla="*/ 3755 w 29606"/>
                <a:gd name="connsiteY6" fmla="*/ 37667 h 49018"/>
                <a:gd name="connsiteX7" fmla="*/ 3755 w 29606"/>
                <a:gd name="connsiteY7" fmla="*/ 37667 h 49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606" h="49018">
                  <a:moveTo>
                    <a:pt x="3755" y="37667"/>
                  </a:moveTo>
                  <a:cubicBezTo>
                    <a:pt x="10088" y="35501"/>
                    <a:pt x="18254" y="32084"/>
                    <a:pt x="15087" y="23918"/>
                  </a:cubicBezTo>
                  <a:cubicBezTo>
                    <a:pt x="12921" y="18336"/>
                    <a:pt x="7671" y="13919"/>
                    <a:pt x="3672" y="9503"/>
                  </a:cubicBezTo>
                  <a:cubicBezTo>
                    <a:pt x="-745" y="4670"/>
                    <a:pt x="7338" y="-3246"/>
                    <a:pt x="12004" y="1421"/>
                  </a:cubicBezTo>
                  <a:cubicBezTo>
                    <a:pt x="18920" y="8337"/>
                    <a:pt x="28086" y="15753"/>
                    <a:pt x="29419" y="26168"/>
                  </a:cubicBezTo>
                  <a:cubicBezTo>
                    <a:pt x="31253" y="40500"/>
                    <a:pt x="19337" y="48333"/>
                    <a:pt x="6588" y="49000"/>
                  </a:cubicBezTo>
                  <a:cubicBezTo>
                    <a:pt x="89" y="49500"/>
                    <a:pt x="-2911" y="40000"/>
                    <a:pt x="3755" y="37667"/>
                  </a:cubicBezTo>
                  <a:lnTo>
                    <a:pt x="3755" y="37667"/>
                  </a:lnTo>
                  <a:close/>
                </a:path>
              </a:pathLst>
            </a:custGeom>
            <a:grpFill/>
            <a:ln w="8332" cap="flat">
              <a:noFill/>
              <a:prstDash val="solid"/>
              <a:miter/>
            </a:ln>
          </p:spPr>
          <p:txBody>
            <a:bodyPr rtlCol="0" anchor="ctr"/>
            <a:lstStyle/>
            <a:p>
              <a:endParaRPr lang="en-US"/>
            </a:p>
          </p:txBody>
        </p:sp>
        <p:sp>
          <p:nvSpPr>
            <p:cNvPr id="1652" name="Freeform: Shape 1651"/>
            <p:cNvSpPr/>
            <p:nvPr/>
          </p:nvSpPr>
          <p:spPr>
            <a:xfrm>
              <a:off x="1025879" y="3089296"/>
              <a:ext cx="108589" cy="51953"/>
            </a:xfrm>
            <a:custGeom>
              <a:avLst/>
              <a:gdLst>
                <a:gd name="connsiteX0" fmla="*/ 50 w 108589"/>
                <a:gd name="connsiteY0" fmla="*/ 47015 h 51953"/>
                <a:gd name="connsiteX1" fmla="*/ 23381 w 108589"/>
                <a:gd name="connsiteY1" fmla="*/ 5769 h 51953"/>
                <a:gd name="connsiteX2" fmla="*/ 66378 w 108589"/>
                <a:gd name="connsiteY2" fmla="*/ 4019 h 51953"/>
                <a:gd name="connsiteX3" fmla="*/ 68877 w 108589"/>
                <a:gd name="connsiteY3" fmla="*/ 4936 h 51953"/>
                <a:gd name="connsiteX4" fmla="*/ 73877 w 108589"/>
                <a:gd name="connsiteY4" fmla="*/ 2686 h 51953"/>
                <a:gd name="connsiteX5" fmla="*/ 93458 w 108589"/>
                <a:gd name="connsiteY5" fmla="*/ 7019 h 51953"/>
                <a:gd name="connsiteX6" fmla="*/ 107790 w 108589"/>
                <a:gd name="connsiteY6" fmla="*/ 40516 h 51953"/>
                <a:gd name="connsiteX7" fmla="*/ 98708 w 108589"/>
                <a:gd name="connsiteY7" fmla="*/ 39099 h 51953"/>
                <a:gd name="connsiteX8" fmla="*/ 70710 w 108589"/>
                <a:gd name="connsiteY8" fmla="*/ 16435 h 51953"/>
                <a:gd name="connsiteX9" fmla="*/ 65211 w 108589"/>
                <a:gd name="connsiteY9" fmla="*/ 17102 h 51953"/>
                <a:gd name="connsiteX10" fmla="*/ 53212 w 108589"/>
                <a:gd name="connsiteY10" fmla="*/ 13685 h 51953"/>
                <a:gd name="connsiteX11" fmla="*/ 22465 w 108589"/>
                <a:gd name="connsiteY11" fmla="*/ 29017 h 51953"/>
                <a:gd name="connsiteX12" fmla="*/ 5716 w 108589"/>
                <a:gd name="connsiteY12" fmla="*/ 51598 h 51953"/>
                <a:gd name="connsiteX13" fmla="*/ 50 w 108589"/>
                <a:gd name="connsiteY13" fmla="*/ 47015 h 51953"/>
                <a:gd name="connsiteX14" fmla="*/ 50 w 108589"/>
                <a:gd name="connsiteY14" fmla="*/ 47015 h 51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8589" h="51953">
                  <a:moveTo>
                    <a:pt x="50" y="47015"/>
                  </a:moveTo>
                  <a:cubicBezTo>
                    <a:pt x="2300" y="33933"/>
                    <a:pt x="12882" y="14019"/>
                    <a:pt x="23381" y="5769"/>
                  </a:cubicBezTo>
                  <a:cubicBezTo>
                    <a:pt x="34964" y="-3313"/>
                    <a:pt x="53462" y="103"/>
                    <a:pt x="66378" y="4019"/>
                  </a:cubicBezTo>
                  <a:cubicBezTo>
                    <a:pt x="67877" y="4436"/>
                    <a:pt x="68794" y="4686"/>
                    <a:pt x="68877" y="4936"/>
                  </a:cubicBezTo>
                  <a:cubicBezTo>
                    <a:pt x="70544" y="4353"/>
                    <a:pt x="72210" y="3103"/>
                    <a:pt x="73877" y="2686"/>
                  </a:cubicBezTo>
                  <a:cubicBezTo>
                    <a:pt x="80626" y="1103"/>
                    <a:pt x="87709" y="3519"/>
                    <a:pt x="93458" y="7019"/>
                  </a:cubicBezTo>
                  <a:cubicBezTo>
                    <a:pt x="106291" y="14768"/>
                    <a:pt x="110540" y="26351"/>
                    <a:pt x="107790" y="40516"/>
                  </a:cubicBezTo>
                  <a:cubicBezTo>
                    <a:pt x="106624" y="46266"/>
                    <a:pt x="97958" y="45016"/>
                    <a:pt x="98708" y="39099"/>
                  </a:cubicBezTo>
                  <a:cubicBezTo>
                    <a:pt x="100624" y="24601"/>
                    <a:pt x="85959" y="6686"/>
                    <a:pt x="70710" y="16435"/>
                  </a:cubicBezTo>
                  <a:cubicBezTo>
                    <a:pt x="69211" y="17435"/>
                    <a:pt x="66961" y="18101"/>
                    <a:pt x="65211" y="17102"/>
                  </a:cubicBezTo>
                  <a:cubicBezTo>
                    <a:pt x="61295" y="14768"/>
                    <a:pt x="57712" y="14185"/>
                    <a:pt x="53212" y="13685"/>
                  </a:cubicBezTo>
                  <a:cubicBezTo>
                    <a:pt x="38797" y="11935"/>
                    <a:pt x="29714" y="15852"/>
                    <a:pt x="22465" y="29017"/>
                  </a:cubicBezTo>
                  <a:cubicBezTo>
                    <a:pt x="17965" y="37183"/>
                    <a:pt x="14382" y="47349"/>
                    <a:pt x="5716" y="51598"/>
                  </a:cubicBezTo>
                  <a:cubicBezTo>
                    <a:pt x="2883" y="53015"/>
                    <a:pt x="-450" y="49932"/>
                    <a:pt x="50" y="47015"/>
                  </a:cubicBezTo>
                  <a:lnTo>
                    <a:pt x="50" y="47015"/>
                  </a:lnTo>
                  <a:close/>
                </a:path>
              </a:pathLst>
            </a:custGeom>
            <a:grpFill/>
            <a:ln w="8332" cap="flat">
              <a:noFill/>
              <a:prstDash val="solid"/>
              <a:miter/>
            </a:ln>
          </p:spPr>
          <p:txBody>
            <a:bodyPr rtlCol="0" anchor="ctr"/>
            <a:lstStyle/>
            <a:p>
              <a:endParaRPr lang="en-US"/>
            </a:p>
          </p:txBody>
        </p:sp>
        <p:sp>
          <p:nvSpPr>
            <p:cNvPr id="1653" name="Freeform: Shape 1652"/>
            <p:cNvSpPr/>
            <p:nvPr/>
          </p:nvSpPr>
          <p:spPr>
            <a:xfrm>
              <a:off x="995523" y="3200102"/>
              <a:ext cx="57197" cy="113466"/>
            </a:xfrm>
            <a:custGeom>
              <a:avLst/>
              <a:gdLst>
                <a:gd name="connsiteX0" fmla="*/ 11658 w 57197"/>
                <a:gd name="connsiteY0" fmla="*/ 59031 h 113466"/>
                <a:gd name="connsiteX1" fmla="*/ 325 w 57197"/>
                <a:gd name="connsiteY1" fmla="*/ 18785 h 113466"/>
                <a:gd name="connsiteX2" fmla="*/ 27240 w 57197"/>
                <a:gd name="connsiteY2" fmla="*/ 37 h 113466"/>
                <a:gd name="connsiteX3" fmla="*/ 28906 w 57197"/>
                <a:gd name="connsiteY3" fmla="*/ 7119 h 113466"/>
                <a:gd name="connsiteX4" fmla="*/ 24490 w 57197"/>
                <a:gd name="connsiteY4" fmla="*/ 57365 h 113466"/>
                <a:gd name="connsiteX5" fmla="*/ 31239 w 57197"/>
                <a:gd name="connsiteY5" fmla="*/ 90112 h 113466"/>
                <a:gd name="connsiteX6" fmla="*/ 54820 w 57197"/>
                <a:gd name="connsiteY6" fmla="*/ 103111 h 113466"/>
                <a:gd name="connsiteX7" fmla="*/ 50321 w 57197"/>
                <a:gd name="connsiteY7" fmla="*/ 113443 h 113466"/>
                <a:gd name="connsiteX8" fmla="*/ 14907 w 57197"/>
                <a:gd name="connsiteY8" fmla="*/ 92861 h 113466"/>
                <a:gd name="connsiteX9" fmla="*/ 11658 w 57197"/>
                <a:gd name="connsiteY9" fmla="*/ 59031 h 113466"/>
                <a:gd name="connsiteX10" fmla="*/ 11658 w 57197"/>
                <a:gd name="connsiteY10" fmla="*/ 59031 h 113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197" h="113466">
                  <a:moveTo>
                    <a:pt x="11658" y="59031"/>
                  </a:moveTo>
                  <a:cubicBezTo>
                    <a:pt x="14158" y="45449"/>
                    <a:pt x="-2508" y="34617"/>
                    <a:pt x="325" y="18785"/>
                  </a:cubicBezTo>
                  <a:cubicBezTo>
                    <a:pt x="2825" y="4869"/>
                    <a:pt x="15157" y="1870"/>
                    <a:pt x="27240" y="37"/>
                  </a:cubicBezTo>
                  <a:cubicBezTo>
                    <a:pt x="31239" y="-547"/>
                    <a:pt x="32989" y="6036"/>
                    <a:pt x="28906" y="7119"/>
                  </a:cubicBezTo>
                  <a:cubicBezTo>
                    <a:pt x="-3591" y="15952"/>
                    <a:pt x="27740" y="39283"/>
                    <a:pt x="24490" y="57365"/>
                  </a:cubicBezTo>
                  <a:cubicBezTo>
                    <a:pt x="22073" y="70947"/>
                    <a:pt x="18574" y="79613"/>
                    <a:pt x="31239" y="90112"/>
                  </a:cubicBezTo>
                  <a:cubicBezTo>
                    <a:pt x="38239" y="95861"/>
                    <a:pt x="47321" y="98277"/>
                    <a:pt x="54820" y="103111"/>
                  </a:cubicBezTo>
                  <a:cubicBezTo>
                    <a:pt x="60153" y="106527"/>
                    <a:pt x="55570" y="113943"/>
                    <a:pt x="50321" y="113443"/>
                  </a:cubicBezTo>
                  <a:cubicBezTo>
                    <a:pt x="35989" y="112193"/>
                    <a:pt x="23157" y="104527"/>
                    <a:pt x="14907" y="92861"/>
                  </a:cubicBezTo>
                  <a:cubicBezTo>
                    <a:pt x="6408" y="80779"/>
                    <a:pt x="9241" y="71947"/>
                    <a:pt x="11658" y="59031"/>
                  </a:cubicBezTo>
                  <a:lnTo>
                    <a:pt x="11658" y="59031"/>
                  </a:lnTo>
                  <a:close/>
                </a:path>
              </a:pathLst>
            </a:custGeom>
            <a:grpFill/>
            <a:ln w="8332" cap="flat">
              <a:noFill/>
              <a:prstDash val="solid"/>
              <a:miter/>
            </a:ln>
          </p:spPr>
          <p:txBody>
            <a:bodyPr rtlCol="0" anchor="ctr"/>
            <a:lstStyle/>
            <a:p>
              <a:endParaRPr lang="en-US"/>
            </a:p>
          </p:txBody>
        </p:sp>
        <p:sp>
          <p:nvSpPr>
            <p:cNvPr id="1654" name="Freeform: Shape 1653"/>
            <p:cNvSpPr/>
            <p:nvPr/>
          </p:nvSpPr>
          <p:spPr>
            <a:xfrm>
              <a:off x="1070809" y="3302133"/>
              <a:ext cx="27924" cy="52343"/>
            </a:xfrm>
            <a:custGeom>
              <a:avLst/>
              <a:gdLst>
                <a:gd name="connsiteX0" fmla="*/ 449 w 27924"/>
                <a:gd name="connsiteY0" fmla="*/ 3580 h 52343"/>
                <a:gd name="connsiteX1" fmla="*/ 9031 w 27924"/>
                <a:gd name="connsiteY1" fmla="*/ 4913 h 52343"/>
                <a:gd name="connsiteX2" fmla="*/ 12281 w 27924"/>
                <a:gd name="connsiteY2" fmla="*/ 28327 h 52343"/>
                <a:gd name="connsiteX3" fmla="*/ 27196 w 27924"/>
                <a:gd name="connsiteY3" fmla="*/ 46159 h 52343"/>
                <a:gd name="connsiteX4" fmla="*/ 23530 w 27924"/>
                <a:gd name="connsiteY4" fmla="*/ 52242 h 52343"/>
                <a:gd name="connsiteX5" fmla="*/ 449 w 27924"/>
                <a:gd name="connsiteY5" fmla="*/ 3580 h 52343"/>
                <a:gd name="connsiteX6" fmla="*/ 449 w 27924"/>
                <a:gd name="connsiteY6" fmla="*/ 3580 h 52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924" h="52343">
                  <a:moveTo>
                    <a:pt x="449" y="3580"/>
                  </a:moveTo>
                  <a:cubicBezTo>
                    <a:pt x="866" y="-2003"/>
                    <a:pt x="9365" y="-670"/>
                    <a:pt x="9031" y="4913"/>
                  </a:cubicBezTo>
                  <a:cubicBezTo>
                    <a:pt x="8531" y="12912"/>
                    <a:pt x="8198" y="21161"/>
                    <a:pt x="12281" y="28327"/>
                  </a:cubicBezTo>
                  <a:cubicBezTo>
                    <a:pt x="15947" y="34910"/>
                    <a:pt x="22447" y="40326"/>
                    <a:pt x="27196" y="46159"/>
                  </a:cubicBezTo>
                  <a:cubicBezTo>
                    <a:pt x="29196" y="48575"/>
                    <a:pt x="26780" y="53075"/>
                    <a:pt x="23530" y="52242"/>
                  </a:cubicBezTo>
                  <a:cubicBezTo>
                    <a:pt x="365" y="46326"/>
                    <a:pt x="-1134" y="23411"/>
                    <a:pt x="449" y="3580"/>
                  </a:cubicBezTo>
                  <a:lnTo>
                    <a:pt x="449" y="3580"/>
                  </a:lnTo>
                  <a:close/>
                </a:path>
              </a:pathLst>
            </a:custGeom>
            <a:grpFill/>
            <a:ln w="8332" cap="flat">
              <a:noFill/>
              <a:prstDash val="solid"/>
              <a:miter/>
            </a:ln>
          </p:spPr>
          <p:txBody>
            <a:bodyPr rtlCol="0" anchor="ctr"/>
            <a:lstStyle/>
            <a:p>
              <a:endParaRPr lang="en-US"/>
            </a:p>
          </p:txBody>
        </p:sp>
        <p:sp>
          <p:nvSpPr>
            <p:cNvPr id="1655" name="Freeform: Shape 1654"/>
            <p:cNvSpPr/>
            <p:nvPr/>
          </p:nvSpPr>
          <p:spPr>
            <a:xfrm>
              <a:off x="430451" y="2535368"/>
              <a:ext cx="436352" cy="516331"/>
            </a:xfrm>
            <a:custGeom>
              <a:avLst/>
              <a:gdLst>
                <a:gd name="connsiteX0" fmla="*/ 51526 w 436352"/>
                <a:gd name="connsiteY0" fmla="*/ 334300 h 516331"/>
                <a:gd name="connsiteX1" fmla="*/ 104605 w 436352"/>
                <a:gd name="connsiteY1" fmla="*/ 349049 h 516331"/>
                <a:gd name="connsiteX2" fmla="*/ 104688 w 436352"/>
                <a:gd name="connsiteY2" fmla="*/ 349215 h 516331"/>
                <a:gd name="connsiteX3" fmla="*/ 149351 w 436352"/>
                <a:gd name="connsiteY3" fmla="*/ 413959 h 516331"/>
                <a:gd name="connsiteX4" fmla="*/ 197180 w 436352"/>
                <a:gd name="connsiteY4" fmla="*/ 480870 h 516331"/>
                <a:gd name="connsiteX5" fmla="*/ 237509 w 436352"/>
                <a:gd name="connsiteY5" fmla="*/ 515534 h 516331"/>
                <a:gd name="connsiteX6" fmla="*/ 294671 w 436352"/>
                <a:gd name="connsiteY6" fmla="*/ 506618 h 516331"/>
                <a:gd name="connsiteX7" fmla="*/ 414077 w 436352"/>
                <a:gd name="connsiteY7" fmla="*/ 428791 h 516331"/>
                <a:gd name="connsiteX8" fmla="*/ 436325 w 436352"/>
                <a:gd name="connsiteY8" fmla="*/ 384462 h 516331"/>
                <a:gd name="connsiteX9" fmla="*/ 425076 w 436352"/>
                <a:gd name="connsiteY9" fmla="*/ 316801 h 516331"/>
                <a:gd name="connsiteX10" fmla="*/ 405911 w 436352"/>
                <a:gd name="connsiteY10" fmla="*/ 248974 h 516331"/>
                <a:gd name="connsiteX11" fmla="*/ 392995 w 436352"/>
                <a:gd name="connsiteY11" fmla="*/ 213644 h 516331"/>
                <a:gd name="connsiteX12" fmla="*/ 392079 w 436352"/>
                <a:gd name="connsiteY12" fmla="*/ 207645 h 516331"/>
                <a:gd name="connsiteX13" fmla="*/ 421076 w 436352"/>
                <a:gd name="connsiteY13" fmla="*/ 165148 h 516331"/>
                <a:gd name="connsiteX14" fmla="*/ 396495 w 436352"/>
                <a:gd name="connsiteY14" fmla="*/ 113653 h 516331"/>
                <a:gd name="connsiteX15" fmla="*/ 366165 w 436352"/>
                <a:gd name="connsiteY15" fmla="*/ 93488 h 516331"/>
                <a:gd name="connsiteX16" fmla="*/ 358082 w 436352"/>
                <a:gd name="connsiteY16" fmla="*/ 60408 h 516331"/>
                <a:gd name="connsiteX17" fmla="*/ 311753 w 436352"/>
                <a:gd name="connsiteY17" fmla="*/ 21161 h 516331"/>
                <a:gd name="connsiteX18" fmla="*/ 248758 w 436352"/>
                <a:gd name="connsiteY18" fmla="*/ 18245 h 516331"/>
                <a:gd name="connsiteX19" fmla="*/ 185597 w 436352"/>
                <a:gd name="connsiteY19" fmla="*/ 1997 h 516331"/>
                <a:gd name="connsiteX20" fmla="*/ 124270 w 436352"/>
                <a:gd name="connsiteY20" fmla="*/ 8163 h 516331"/>
                <a:gd name="connsiteX21" fmla="*/ 77941 w 436352"/>
                <a:gd name="connsiteY21" fmla="*/ 49825 h 516331"/>
                <a:gd name="connsiteX22" fmla="*/ 77691 w 436352"/>
                <a:gd name="connsiteY22" fmla="*/ 50242 h 516331"/>
                <a:gd name="connsiteX23" fmla="*/ 55776 w 436352"/>
                <a:gd name="connsiteY23" fmla="*/ 45743 h 516331"/>
                <a:gd name="connsiteX24" fmla="*/ 28445 w 436352"/>
                <a:gd name="connsiteY24" fmla="*/ 56658 h 516331"/>
                <a:gd name="connsiteX25" fmla="*/ 15279 w 436352"/>
                <a:gd name="connsiteY25" fmla="*/ 107404 h 516331"/>
                <a:gd name="connsiteX26" fmla="*/ 29695 w 436352"/>
                <a:gd name="connsiteY26" fmla="*/ 140151 h 516331"/>
                <a:gd name="connsiteX27" fmla="*/ 5447 w 436352"/>
                <a:gd name="connsiteY27" fmla="*/ 164732 h 516331"/>
                <a:gd name="connsiteX28" fmla="*/ 13696 w 436352"/>
                <a:gd name="connsiteY28" fmla="*/ 219310 h 516331"/>
                <a:gd name="connsiteX29" fmla="*/ 26778 w 436352"/>
                <a:gd name="connsiteY29" fmla="*/ 239392 h 516331"/>
                <a:gd name="connsiteX30" fmla="*/ 24279 w 436352"/>
                <a:gd name="connsiteY30" fmla="*/ 260057 h 516331"/>
                <a:gd name="connsiteX31" fmla="*/ 18196 w 436352"/>
                <a:gd name="connsiteY31" fmla="*/ 288221 h 516331"/>
                <a:gd name="connsiteX32" fmla="*/ 51526 w 436352"/>
                <a:gd name="connsiteY32" fmla="*/ 334300 h 516331"/>
                <a:gd name="connsiteX33" fmla="*/ 51526 w 436352"/>
                <a:gd name="connsiteY33" fmla="*/ 334300 h 516331"/>
                <a:gd name="connsiteX34" fmla="*/ 407244 w 436352"/>
                <a:gd name="connsiteY34" fmla="*/ 415209 h 516331"/>
                <a:gd name="connsiteX35" fmla="*/ 393995 w 436352"/>
                <a:gd name="connsiteY35" fmla="*/ 364214 h 516331"/>
                <a:gd name="connsiteX36" fmla="*/ 377914 w 436352"/>
                <a:gd name="connsiteY36" fmla="*/ 313885 h 516331"/>
                <a:gd name="connsiteX37" fmla="*/ 361498 w 436352"/>
                <a:gd name="connsiteY37" fmla="*/ 266389 h 516331"/>
                <a:gd name="connsiteX38" fmla="*/ 348000 w 436352"/>
                <a:gd name="connsiteY38" fmla="*/ 229809 h 516331"/>
                <a:gd name="connsiteX39" fmla="*/ 352082 w 436352"/>
                <a:gd name="connsiteY39" fmla="*/ 227476 h 516331"/>
                <a:gd name="connsiteX40" fmla="*/ 384330 w 436352"/>
                <a:gd name="connsiteY40" fmla="*/ 212478 h 516331"/>
                <a:gd name="connsiteX41" fmla="*/ 387329 w 436352"/>
                <a:gd name="connsiteY41" fmla="*/ 226560 h 516331"/>
                <a:gd name="connsiteX42" fmla="*/ 398662 w 436352"/>
                <a:gd name="connsiteY42" fmla="*/ 261306 h 516331"/>
                <a:gd name="connsiteX43" fmla="*/ 415660 w 436352"/>
                <a:gd name="connsiteY43" fmla="*/ 334883 h 516331"/>
                <a:gd name="connsiteX44" fmla="*/ 422743 w 436352"/>
                <a:gd name="connsiteY44" fmla="*/ 378046 h 516331"/>
                <a:gd name="connsiteX45" fmla="*/ 409244 w 436352"/>
                <a:gd name="connsiteY45" fmla="*/ 412876 h 516331"/>
                <a:gd name="connsiteX46" fmla="*/ 407244 w 436352"/>
                <a:gd name="connsiteY46" fmla="*/ 415209 h 516331"/>
                <a:gd name="connsiteX47" fmla="*/ 407244 w 436352"/>
                <a:gd name="connsiteY47" fmla="*/ 415209 h 516331"/>
                <a:gd name="connsiteX48" fmla="*/ 373247 w 436352"/>
                <a:gd name="connsiteY48" fmla="*/ 447623 h 516331"/>
                <a:gd name="connsiteX49" fmla="*/ 315919 w 436352"/>
                <a:gd name="connsiteY49" fmla="*/ 284721 h 516331"/>
                <a:gd name="connsiteX50" fmla="*/ 335417 w 436352"/>
                <a:gd name="connsiteY50" fmla="*/ 258890 h 516331"/>
                <a:gd name="connsiteX51" fmla="*/ 338667 w 436352"/>
                <a:gd name="connsiteY51" fmla="*/ 244225 h 516331"/>
                <a:gd name="connsiteX52" fmla="*/ 342750 w 436352"/>
                <a:gd name="connsiteY52" fmla="*/ 234392 h 516331"/>
                <a:gd name="connsiteX53" fmla="*/ 355582 w 436352"/>
                <a:gd name="connsiteY53" fmla="*/ 273305 h 516331"/>
                <a:gd name="connsiteX54" fmla="*/ 372497 w 436352"/>
                <a:gd name="connsiteY54" fmla="*/ 324801 h 516331"/>
                <a:gd name="connsiteX55" fmla="*/ 388829 w 436352"/>
                <a:gd name="connsiteY55" fmla="*/ 376879 h 516331"/>
                <a:gd name="connsiteX56" fmla="*/ 394995 w 436352"/>
                <a:gd name="connsiteY56" fmla="*/ 402544 h 516331"/>
                <a:gd name="connsiteX57" fmla="*/ 401328 w 436352"/>
                <a:gd name="connsiteY57" fmla="*/ 416709 h 516331"/>
                <a:gd name="connsiteX58" fmla="*/ 401328 w 436352"/>
                <a:gd name="connsiteY58" fmla="*/ 421959 h 516331"/>
                <a:gd name="connsiteX59" fmla="*/ 373247 w 436352"/>
                <a:gd name="connsiteY59" fmla="*/ 447623 h 516331"/>
                <a:gd name="connsiteX60" fmla="*/ 373247 w 436352"/>
                <a:gd name="connsiteY60" fmla="*/ 447623 h 516331"/>
                <a:gd name="connsiteX61" fmla="*/ 257841 w 436352"/>
                <a:gd name="connsiteY61" fmla="*/ 304136 h 516331"/>
                <a:gd name="connsiteX62" fmla="*/ 259257 w 436352"/>
                <a:gd name="connsiteY62" fmla="*/ 304053 h 516331"/>
                <a:gd name="connsiteX63" fmla="*/ 291421 w 436352"/>
                <a:gd name="connsiteY63" fmla="*/ 297220 h 516331"/>
                <a:gd name="connsiteX64" fmla="*/ 311919 w 436352"/>
                <a:gd name="connsiteY64" fmla="*/ 287554 h 516331"/>
                <a:gd name="connsiteX65" fmla="*/ 339084 w 436352"/>
                <a:gd name="connsiteY65" fmla="*/ 365880 h 516331"/>
                <a:gd name="connsiteX66" fmla="*/ 366331 w 436352"/>
                <a:gd name="connsiteY66" fmla="*/ 452706 h 516331"/>
                <a:gd name="connsiteX67" fmla="*/ 349583 w 436352"/>
                <a:gd name="connsiteY67" fmla="*/ 463955 h 516331"/>
                <a:gd name="connsiteX68" fmla="*/ 342000 w 436352"/>
                <a:gd name="connsiteY68" fmla="*/ 468538 h 516331"/>
                <a:gd name="connsiteX69" fmla="*/ 326418 w 436352"/>
                <a:gd name="connsiteY69" fmla="*/ 435541 h 516331"/>
                <a:gd name="connsiteX70" fmla="*/ 306587 w 436352"/>
                <a:gd name="connsiteY70" fmla="*/ 395045 h 516331"/>
                <a:gd name="connsiteX71" fmla="*/ 281839 w 436352"/>
                <a:gd name="connsiteY71" fmla="*/ 344549 h 516331"/>
                <a:gd name="connsiteX72" fmla="*/ 257841 w 436352"/>
                <a:gd name="connsiteY72" fmla="*/ 304136 h 516331"/>
                <a:gd name="connsiteX73" fmla="*/ 257841 w 436352"/>
                <a:gd name="connsiteY73" fmla="*/ 304136 h 516331"/>
                <a:gd name="connsiteX74" fmla="*/ 257841 w 436352"/>
                <a:gd name="connsiteY74" fmla="*/ 304136 h 516331"/>
                <a:gd name="connsiteX75" fmla="*/ 262007 w 436352"/>
                <a:gd name="connsiteY75" fmla="*/ 415959 h 516331"/>
                <a:gd name="connsiteX76" fmla="*/ 214928 w 436352"/>
                <a:gd name="connsiteY76" fmla="*/ 337883 h 516331"/>
                <a:gd name="connsiteX77" fmla="*/ 230010 w 436352"/>
                <a:gd name="connsiteY77" fmla="*/ 323968 h 516331"/>
                <a:gd name="connsiteX78" fmla="*/ 239676 w 436352"/>
                <a:gd name="connsiteY78" fmla="*/ 310302 h 516331"/>
                <a:gd name="connsiteX79" fmla="*/ 255425 w 436352"/>
                <a:gd name="connsiteY79" fmla="*/ 304303 h 516331"/>
                <a:gd name="connsiteX80" fmla="*/ 255091 w 436352"/>
                <a:gd name="connsiteY80" fmla="*/ 306219 h 516331"/>
                <a:gd name="connsiteX81" fmla="*/ 279172 w 436352"/>
                <a:gd name="connsiteY81" fmla="*/ 352881 h 516331"/>
                <a:gd name="connsiteX82" fmla="*/ 299671 w 436352"/>
                <a:gd name="connsiteY82" fmla="*/ 398794 h 516331"/>
                <a:gd name="connsiteX83" fmla="*/ 333001 w 436352"/>
                <a:gd name="connsiteY83" fmla="*/ 473871 h 516331"/>
                <a:gd name="connsiteX84" fmla="*/ 301837 w 436352"/>
                <a:gd name="connsiteY84" fmla="*/ 488619 h 516331"/>
                <a:gd name="connsiteX85" fmla="*/ 284589 w 436352"/>
                <a:gd name="connsiteY85" fmla="*/ 454789 h 516331"/>
                <a:gd name="connsiteX86" fmla="*/ 262007 w 436352"/>
                <a:gd name="connsiteY86" fmla="*/ 415959 h 516331"/>
                <a:gd name="connsiteX87" fmla="*/ 262007 w 436352"/>
                <a:gd name="connsiteY87" fmla="*/ 415959 h 516331"/>
                <a:gd name="connsiteX88" fmla="*/ 275923 w 436352"/>
                <a:gd name="connsiteY88" fmla="*/ 496618 h 516331"/>
                <a:gd name="connsiteX89" fmla="*/ 270923 w 436352"/>
                <a:gd name="connsiteY89" fmla="*/ 497785 h 516331"/>
                <a:gd name="connsiteX90" fmla="*/ 253175 w 436352"/>
                <a:gd name="connsiteY90" fmla="*/ 473287 h 516331"/>
                <a:gd name="connsiteX91" fmla="*/ 226177 w 436352"/>
                <a:gd name="connsiteY91" fmla="*/ 434541 h 516331"/>
                <a:gd name="connsiteX92" fmla="*/ 170266 w 436352"/>
                <a:gd name="connsiteY92" fmla="*/ 355798 h 516331"/>
                <a:gd name="connsiteX93" fmla="*/ 172765 w 436352"/>
                <a:gd name="connsiteY93" fmla="*/ 355548 h 516331"/>
                <a:gd name="connsiteX94" fmla="*/ 211095 w 436352"/>
                <a:gd name="connsiteY94" fmla="*/ 340466 h 516331"/>
                <a:gd name="connsiteX95" fmla="*/ 254175 w 436352"/>
                <a:gd name="connsiteY95" fmla="*/ 419709 h 516331"/>
                <a:gd name="connsiteX96" fmla="*/ 276673 w 436352"/>
                <a:gd name="connsiteY96" fmla="*/ 461122 h 516331"/>
                <a:gd name="connsiteX97" fmla="*/ 292921 w 436352"/>
                <a:gd name="connsiteY97" fmla="*/ 491702 h 516331"/>
                <a:gd name="connsiteX98" fmla="*/ 275923 w 436352"/>
                <a:gd name="connsiteY98" fmla="*/ 496618 h 516331"/>
                <a:gd name="connsiteX99" fmla="*/ 275923 w 436352"/>
                <a:gd name="connsiteY99" fmla="*/ 496618 h 516331"/>
                <a:gd name="connsiteX100" fmla="*/ 121853 w 436352"/>
                <a:gd name="connsiteY100" fmla="*/ 349049 h 516331"/>
                <a:gd name="connsiteX101" fmla="*/ 167682 w 436352"/>
                <a:gd name="connsiteY101" fmla="*/ 355965 h 516331"/>
                <a:gd name="connsiteX102" fmla="*/ 258258 w 436352"/>
                <a:gd name="connsiteY102" fmla="*/ 500452 h 516331"/>
                <a:gd name="connsiteX103" fmla="*/ 240676 w 436352"/>
                <a:gd name="connsiteY103" fmla="*/ 500785 h 516331"/>
                <a:gd name="connsiteX104" fmla="*/ 208512 w 436352"/>
                <a:gd name="connsiteY104" fmla="*/ 470871 h 516331"/>
                <a:gd name="connsiteX105" fmla="*/ 163599 w 436352"/>
                <a:gd name="connsiteY105" fmla="*/ 408376 h 516331"/>
                <a:gd name="connsiteX106" fmla="*/ 121853 w 436352"/>
                <a:gd name="connsiteY106" fmla="*/ 349049 h 516331"/>
                <a:gd name="connsiteX107" fmla="*/ 121853 w 436352"/>
                <a:gd name="connsiteY107" fmla="*/ 349049 h 516331"/>
                <a:gd name="connsiteX108" fmla="*/ 36528 w 436352"/>
                <a:gd name="connsiteY108" fmla="*/ 273472 h 516331"/>
                <a:gd name="connsiteX109" fmla="*/ 42694 w 436352"/>
                <a:gd name="connsiteY109" fmla="*/ 251807 h 516331"/>
                <a:gd name="connsiteX110" fmla="*/ 27112 w 436352"/>
                <a:gd name="connsiteY110" fmla="*/ 210644 h 516331"/>
                <a:gd name="connsiteX111" fmla="*/ 17029 w 436352"/>
                <a:gd name="connsiteY111" fmla="*/ 178147 h 516331"/>
                <a:gd name="connsiteX112" fmla="*/ 37694 w 436352"/>
                <a:gd name="connsiteY112" fmla="*/ 155233 h 516331"/>
                <a:gd name="connsiteX113" fmla="*/ 47360 w 436352"/>
                <a:gd name="connsiteY113" fmla="*/ 126402 h 516331"/>
                <a:gd name="connsiteX114" fmla="*/ 35611 w 436352"/>
                <a:gd name="connsiteY114" fmla="*/ 70490 h 516331"/>
                <a:gd name="connsiteX115" fmla="*/ 62525 w 436352"/>
                <a:gd name="connsiteY115" fmla="*/ 59575 h 516331"/>
                <a:gd name="connsiteX116" fmla="*/ 81774 w 436352"/>
                <a:gd name="connsiteY116" fmla="*/ 64157 h 516331"/>
                <a:gd name="connsiteX117" fmla="*/ 86606 w 436352"/>
                <a:gd name="connsiteY117" fmla="*/ 52159 h 516331"/>
                <a:gd name="connsiteX118" fmla="*/ 148184 w 436352"/>
                <a:gd name="connsiteY118" fmla="*/ 13079 h 516331"/>
                <a:gd name="connsiteX119" fmla="*/ 215428 w 436352"/>
                <a:gd name="connsiteY119" fmla="*/ 28078 h 516331"/>
                <a:gd name="connsiteX120" fmla="*/ 263757 w 436352"/>
                <a:gd name="connsiteY120" fmla="*/ 32910 h 516331"/>
                <a:gd name="connsiteX121" fmla="*/ 329251 w 436352"/>
                <a:gd name="connsiteY121" fmla="*/ 49492 h 516331"/>
                <a:gd name="connsiteX122" fmla="*/ 347250 w 436352"/>
                <a:gd name="connsiteY122" fmla="*/ 88989 h 516331"/>
                <a:gd name="connsiteX123" fmla="*/ 351832 w 436352"/>
                <a:gd name="connsiteY123" fmla="*/ 103487 h 516331"/>
                <a:gd name="connsiteX124" fmla="*/ 393412 w 436352"/>
                <a:gd name="connsiteY124" fmla="*/ 131401 h 516331"/>
                <a:gd name="connsiteX125" fmla="*/ 403661 w 436352"/>
                <a:gd name="connsiteY125" fmla="*/ 171981 h 516331"/>
                <a:gd name="connsiteX126" fmla="*/ 376914 w 436352"/>
                <a:gd name="connsiteY126" fmla="*/ 197812 h 516331"/>
                <a:gd name="connsiteX127" fmla="*/ 349999 w 436352"/>
                <a:gd name="connsiteY127" fmla="*/ 210394 h 516331"/>
                <a:gd name="connsiteX128" fmla="*/ 328835 w 436352"/>
                <a:gd name="connsiteY128" fmla="*/ 220893 h 516331"/>
                <a:gd name="connsiteX129" fmla="*/ 323335 w 436352"/>
                <a:gd name="connsiteY129" fmla="*/ 238475 h 516331"/>
                <a:gd name="connsiteX130" fmla="*/ 310003 w 436352"/>
                <a:gd name="connsiteY130" fmla="*/ 269389 h 516331"/>
                <a:gd name="connsiteX131" fmla="*/ 250508 w 436352"/>
                <a:gd name="connsiteY131" fmla="*/ 288471 h 516331"/>
                <a:gd name="connsiteX132" fmla="*/ 230927 w 436352"/>
                <a:gd name="connsiteY132" fmla="*/ 296220 h 516331"/>
                <a:gd name="connsiteX133" fmla="*/ 212512 w 436352"/>
                <a:gd name="connsiteY133" fmla="*/ 319718 h 516331"/>
                <a:gd name="connsiteX134" fmla="*/ 155017 w 436352"/>
                <a:gd name="connsiteY134" fmla="*/ 339883 h 516331"/>
                <a:gd name="connsiteX135" fmla="*/ 126520 w 436352"/>
                <a:gd name="connsiteY135" fmla="*/ 333800 h 516331"/>
                <a:gd name="connsiteX136" fmla="*/ 106938 w 436352"/>
                <a:gd name="connsiteY136" fmla="*/ 334800 h 516331"/>
                <a:gd name="connsiteX137" fmla="*/ 47443 w 436352"/>
                <a:gd name="connsiteY137" fmla="*/ 311552 h 516331"/>
                <a:gd name="connsiteX138" fmla="*/ 36528 w 436352"/>
                <a:gd name="connsiteY138" fmla="*/ 273472 h 516331"/>
                <a:gd name="connsiteX139" fmla="*/ 36528 w 436352"/>
                <a:gd name="connsiteY139" fmla="*/ 273472 h 516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Lst>
              <a:rect l="l" t="t" r="r" b="b"/>
              <a:pathLst>
                <a:path w="436352" h="516331">
                  <a:moveTo>
                    <a:pt x="51526" y="334300"/>
                  </a:moveTo>
                  <a:cubicBezTo>
                    <a:pt x="66525" y="342633"/>
                    <a:pt x="86773" y="349215"/>
                    <a:pt x="104605" y="349049"/>
                  </a:cubicBezTo>
                  <a:cubicBezTo>
                    <a:pt x="104605" y="349132"/>
                    <a:pt x="104605" y="349132"/>
                    <a:pt x="104688" y="349215"/>
                  </a:cubicBezTo>
                  <a:cubicBezTo>
                    <a:pt x="118187" y="371963"/>
                    <a:pt x="134185" y="392461"/>
                    <a:pt x="149351" y="413959"/>
                  </a:cubicBezTo>
                  <a:cubicBezTo>
                    <a:pt x="165266" y="436457"/>
                    <a:pt x="180098" y="459205"/>
                    <a:pt x="197180" y="480870"/>
                  </a:cubicBezTo>
                  <a:cubicBezTo>
                    <a:pt x="206929" y="493369"/>
                    <a:pt x="220594" y="512784"/>
                    <a:pt x="237509" y="515534"/>
                  </a:cubicBezTo>
                  <a:cubicBezTo>
                    <a:pt x="255758" y="518533"/>
                    <a:pt x="277589" y="512534"/>
                    <a:pt x="294671" y="506618"/>
                  </a:cubicBezTo>
                  <a:cubicBezTo>
                    <a:pt x="340000" y="490869"/>
                    <a:pt x="381663" y="464205"/>
                    <a:pt x="414077" y="428791"/>
                  </a:cubicBezTo>
                  <a:cubicBezTo>
                    <a:pt x="425326" y="416459"/>
                    <a:pt x="435908" y="401627"/>
                    <a:pt x="436325" y="384462"/>
                  </a:cubicBezTo>
                  <a:cubicBezTo>
                    <a:pt x="436825" y="361714"/>
                    <a:pt x="430409" y="338633"/>
                    <a:pt x="425076" y="316801"/>
                  </a:cubicBezTo>
                  <a:cubicBezTo>
                    <a:pt x="419576" y="293970"/>
                    <a:pt x="413494" y="271139"/>
                    <a:pt x="405911" y="248974"/>
                  </a:cubicBezTo>
                  <a:cubicBezTo>
                    <a:pt x="401828" y="237225"/>
                    <a:pt x="395579" y="225893"/>
                    <a:pt x="392995" y="213644"/>
                  </a:cubicBezTo>
                  <a:cubicBezTo>
                    <a:pt x="392579" y="211644"/>
                    <a:pt x="392329" y="209645"/>
                    <a:pt x="392079" y="207645"/>
                  </a:cubicBezTo>
                  <a:cubicBezTo>
                    <a:pt x="407161" y="197479"/>
                    <a:pt x="419243" y="183980"/>
                    <a:pt x="421076" y="165148"/>
                  </a:cubicBezTo>
                  <a:cubicBezTo>
                    <a:pt x="422993" y="145734"/>
                    <a:pt x="411910" y="125152"/>
                    <a:pt x="396495" y="113653"/>
                  </a:cubicBezTo>
                  <a:cubicBezTo>
                    <a:pt x="387329" y="106820"/>
                    <a:pt x="372247" y="103071"/>
                    <a:pt x="366165" y="93488"/>
                  </a:cubicBezTo>
                  <a:cubicBezTo>
                    <a:pt x="360332" y="84322"/>
                    <a:pt x="362082" y="70824"/>
                    <a:pt x="358082" y="60408"/>
                  </a:cubicBezTo>
                  <a:cubicBezTo>
                    <a:pt x="350166" y="39910"/>
                    <a:pt x="331334" y="28744"/>
                    <a:pt x="311753" y="21161"/>
                  </a:cubicBezTo>
                  <a:cubicBezTo>
                    <a:pt x="290255" y="12829"/>
                    <a:pt x="271006" y="14662"/>
                    <a:pt x="248758" y="18245"/>
                  </a:cubicBezTo>
                  <a:cubicBezTo>
                    <a:pt x="226261" y="21828"/>
                    <a:pt x="207512" y="6079"/>
                    <a:pt x="185597" y="1997"/>
                  </a:cubicBezTo>
                  <a:cubicBezTo>
                    <a:pt x="165433" y="-1753"/>
                    <a:pt x="143185" y="-503"/>
                    <a:pt x="124270" y="8163"/>
                  </a:cubicBezTo>
                  <a:cubicBezTo>
                    <a:pt x="103938" y="17412"/>
                    <a:pt x="90773" y="31994"/>
                    <a:pt x="77941" y="49825"/>
                  </a:cubicBezTo>
                  <a:cubicBezTo>
                    <a:pt x="77857" y="49992"/>
                    <a:pt x="77774" y="50075"/>
                    <a:pt x="77691" y="50242"/>
                  </a:cubicBezTo>
                  <a:cubicBezTo>
                    <a:pt x="70358" y="48826"/>
                    <a:pt x="63858" y="44993"/>
                    <a:pt x="55776" y="45743"/>
                  </a:cubicBezTo>
                  <a:cubicBezTo>
                    <a:pt x="45860" y="46659"/>
                    <a:pt x="36278" y="50492"/>
                    <a:pt x="28445" y="56658"/>
                  </a:cubicBezTo>
                  <a:cubicBezTo>
                    <a:pt x="12363" y="69241"/>
                    <a:pt x="7364" y="88739"/>
                    <a:pt x="15279" y="107404"/>
                  </a:cubicBezTo>
                  <a:cubicBezTo>
                    <a:pt x="18863" y="115903"/>
                    <a:pt x="35528" y="132151"/>
                    <a:pt x="29695" y="140151"/>
                  </a:cubicBezTo>
                  <a:cubicBezTo>
                    <a:pt x="22945" y="149400"/>
                    <a:pt x="11530" y="154400"/>
                    <a:pt x="5447" y="164732"/>
                  </a:cubicBezTo>
                  <a:cubicBezTo>
                    <a:pt x="-5385" y="183147"/>
                    <a:pt x="1281" y="203728"/>
                    <a:pt x="13696" y="219310"/>
                  </a:cubicBezTo>
                  <a:cubicBezTo>
                    <a:pt x="18863" y="225810"/>
                    <a:pt x="24695" y="231143"/>
                    <a:pt x="26778" y="239392"/>
                  </a:cubicBezTo>
                  <a:cubicBezTo>
                    <a:pt x="28612" y="246808"/>
                    <a:pt x="26362" y="253141"/>
                    <a:pt x="24279" y="260057"/>
                  </a:cubicBezTo>
                  <a:cubicBezTo>
                    <a:pt x="21529" y="269056"/>
                    <a:pt x="17779" y="278721"/>
                    <a:pt x="18196" y="288221"/>
                  </a:cubicBezTo>
                  <a:cubicBezTo>
                    <a:pt x="19196" y="306886"/>
                    <a:pt x="36194" y="325801"/>
                    <a:pt x="51526" y="334300"/>
                  </a:cubicBezTo>
                  <a:lnTo>
                    <a:pt x="51526" y="334300"/>
                  </a:lnTo>
                  <a:close/>
                  <a:moveTo>
                    <a:pt x="407244" y="415209"/>
                  </a:moveTo>
                  <a:cubicBezTo>
                    <a:pt x="401578" y="398627"/>
                    <a:pt x="399162" y="380962"/>
                    <a:pt x="393995" y="364214"/>
                  </a:cubicBezTo>
                  <a:cubicBezTo>
                    <a:pt x="388829" y="347382"/>
                    <a:pt x="383080" y="330717"/>
                    <a:pt x="377914" y="313885"/>
                  </a:cubicBezTo>
                  <a:cubicBezTo>
                    <a:pt x="372997" y="297803"/>
                    <a:pt x="366748" y="282221"/>
                    <a:pt x="361498" y="266389"/>
                  </a:cubicBezTo>
                  <a:cubicBezTo>
                    <a:pt x="357499" y="254474"/>
                    <a:pt x="354166" y="241058"/>
                    <a:pt x="348000" y="229809"/>
                  </a:cubicBezTo>
                  <a:cubicBezTo>
                    <a:pt x="349249" y="228976"/>
                    <a:pt x="350499" y="228226"/>
                    <a:pt x="352082" y="227476"/>
                  </a:cubicBezTo>
                  <a:cubicBezTo>
                    <a:pt x="362748" y="222060"/>
                    <a:pt x="373914" y="218227"/>
                    <a:pt x="384330" y="212478"/>
                  </a:cubicBezTo>
                  <a:cubicBezTo>
                    <a:pt x="384663" y="217144"/>
                    <a:pt x="386079" y="222060"/>
                    <a:pt x="387329" y="226560"/>
                  </a:cubicBezTo>
                  <a:cubicBezTo>
                    <a:pt x="390662" y="238225"/>
                    <a:pt x="395412" y="249474"/>
                    <a:pt x="398662" y="261306"/>
                  </a:cubicBezTo>
                  <a:cubicBezTo>
                    <a:pt x="405328" y="285638"/>
                    <a:pt x="410661" y="310219"/>
                    <a:pt x="415660" y="334883"/>
                  </a:cubicBezTo>
                  <a:cubicBezTo>
                    <a:pt x="418577" y="349132"/>
                    <a:pt x="422326" y="363381"/>
                    <a:pt x="422743" y="378046"/>
                  </a:cubicBezTo>
                  <a:cubicBezTo>
                    <a:pt x="423159" y="392128"/>
                    <a:pt x="417660" y="401877"/>
                    <a:pt x="409244" y="412876"/>
                  </a:cubicBezTo>
                  <a:cubicBezTo>
                    <a:pt x="408577" y="413626"/>
                    <a:pt x="407911" y="414376"/>
                    <a:pt x="407244" y="415209"/>
                  </a:cubicBezTo>
                  <a:lnTo>
                    <a:pt x="407244" y="415209"/>
                  </a:lnTo>
                  <a:close/>
                  <a:moveTo>
                    <a:pt x="373247" y="447623"/>
                  </a:moveTo>
                  <a:cubicBezTo>
                    <a:pt x="358582" y="392378"/>
                    <a:pt x="338084" y="337383"/>
                    <a:pt x="315919" y="284721"/>
                  </a:cubicBezTo>
                  <a:cubicBezTo>
                    <a:pt x="324502" y="278222"/>
                    <a:pt x="331334" y="269806"/>
                    <a:pt x="335417" y="258890"/>
                  </a:cubicBezTo>
                  <a:cubicBezTo>
                    <a:pt x="337250" y="253891"/>
                    <a:pt x="337584" y="249307"/>
                    <a:pt x="338667" y="244225"/>
                  </a:cubicBezTo>
                  <a:cubicBezTo>
                    <a:pt x="339500" y="239975"/>
                    <a:pt x="340834" y="236892"/>
                    <a:pt x="342750" y="234392"/>
                  </a:cubicBezTo>
                  <a:cubicBezTo>
                    <a:pt x="346000" y="247641"/>
                    <a:pt x="351249" y="260557"/>
                    <a:pt x="355582" y="273305"/>
                  </a:cubicBezTo>
                  <a:cubicBezTo>
                    <a:pt x="361415" y="290470"/>
                    <a:pt x="367415" y="307386"/>
                    <a:pt x="372497" y="324801"/>
                  </a:cubicBezTo>
                  <a:cubicBezTo>
                    <a:pt x="377664" y="342216"/>
                    <a:pt x="384246" y="359298"/>
                    <a:pt x="388829" y="376879"/>
                  </a:cubicBezTo>
                  <a:cubicBezTo>
                    <a:pt x="391079" y="385462"/>
                    <a:pt x="393079" y="393961"/>
                    <a:pt x="394995" y="402544"/>
                  </a:cubicBezTo>
                  <a:cubicBezTo>
                    <a:pt x="395912" y="406460"/>
                    <a:pt x="397162" y="420375"/>
                    <a:pt x="401328" y="416709"/>
                  </a:cubicBezTo>
                  <a:cubicBezTo>
                    <a:pt x="399328" y="418459"/>
                    <a:pt x="399828" y="420709"/>
                    <a:pt x="401328" y="421959"/>
                  </a:cubicBezTo>
                  <a:cubicBezTo>
                    <a:pt x="392995" y="431374"/>
                    <a:pt x="383330" y="439957"/>
                    <a:pt x="373247" y="447623"/>
                  </a:cubicBezTo>
                  <a:lnTo>
                    <a:pt x="373247" y="447623"/>
                  </a:lnTo>
                  <a:close/>
                  <a:moveTo>
                    <a:pt x="257841" y="304136"/>
                  </a:moveTo>
                  <a:cubicBezTo>
                    <a:pt x="258341" y="304136"/>
                    <a:pt x="258758" y="304136"/>
                    <a:pt x="259257" y="304053"/>
                  </a:cubicBezTo>
                  <a:cubicBezTo>
                    <a:pt x="270173" y="303303"/>
                    <a:pt x="281089" y="300636"/>
                    <a:pt x="291421" y="297220"/>
                  </a:cubicBezTo>
                  <a:cubicBezTo>
                    <a:pt x="298754" y="294804"/>
                    <a:pt x="305753" y="291637"/>
                    <a:pt x="311919" y="287554"/>
                  </a:cubicBezTo>
                  <a:cubicBezTo>
                    <a:pt x="318336" y="314052"/>
                    <a:pt x="330834" y="340133"/>
                    <a:pt x="339084" y="365880"/>
                  </a:cubicBezTo>
                  <a:cubicBezTo>
                    <a:pt x="348250" y="394711"/>
                    <a:pt x="355832" y="424459"/>
                    <a:pt x="366331" y="452706"/>
                  </a:cubicBezTo>
                  <a:cubicBezTo>
                    <a:pt x="360832" y="456706"/>
                    <a:pt x="355166" y="460455"/>
                    <a:pt x="349583" y="463955"/>
                  </a:cubicBezTo>
                  <a:cubicBezTo>
                    <a:pt x="347083" y="465538"/>
                    <a:pt x="344583" y="467038"/>
                    <a:pt x="342000" y="468538"/>
                  </a:cubicBezTo>
                  <a:cubicBezTo>
                    <a:pt x="338334" y="457122"/>
                    <a:pt x="331251" y="445873"/>
                    <a:pt x="326418" y="435541"/>
                  </a:cubicBezTo>
                  <a:cubicBezTo>
                    <a:pt x="320085" y="421959"/>
                    <a:pt x="313253" y="408543"/>
                    <a:pt x="306587" y="395045"/>
                  </a:cubicBezTo>
                  <a:cubicBezTo>
                    <a:pt x="298254" y="378129"/>
                    <a:pt x="291338" y="360964"/>
                    <a:pt x="281839" y="344549"/>
                  </a:cubicBezTo>
                  <a:cubicBezTo>
                    <a:pt x="274173" y="331383"/>
                    <a:pt x="267757" y="315885"/>
                    <a:pt x="257841" y="304136"/>
                  </a:cubicBezTo>
                  <a:cubicBezTo>
                    <a:pt x="257924" y="304219"/>
                    <a:pt x="257924" y="304219"/>
                    <a:pt x="257841" y="304136"/>
                  </a:cubicBezTo>
                  <a:lnTo>
                    <a:pt x="257841" y="304136"/>
                  </a:lnTo>
                  <a:close/>
                  <a:moveTo>
                    <a:pt x="262007" y="415959"/>
                  </a:moveTo>
                  <a:cubicBezTo>
                    <a:pt x="246425" y="390045"/>
                    <a:pt x="229594" y="364214"/>
                    <a:pt x="214928" y="337883"/>
                  </a:cubicBezTo>
                  <a:cubicBezTo>
                    <a:pt x="220428" y="333800"/>
                    <a:pt x="225511" y="329134"/>
                    <a:pt x="230010" y="323968"/>
                  </a:cubicBezTo>
                  <a:cubicBezTo>
                    <a:pt x="233677" y="319801"/>
                    <a:pt x="236010" y="314218"/>
                    <a:pt x="239676" y="310302"/>
                  </a:cubicBezTo>
                  <a:cubicBezTo>
                    <a:pt x="245259" y="304303"/>
                    <a:pt x="249675" y="304386"/>
                    <a:pt x="255425" y="304303"/>
                  </a:cubicBezTo>
                  <a:cubicBezTo>
                    <a:pt x="254925" y="304803"/>
                    <a:pt x="254591" y="305552"/>
                    <a:pt x="255091" y="306219"/>
                  </a:cubicBezTo>
                  <a:cubicBezTo>
                    <a:pt x="264507" y="320301"/>
                    <a:pt x="271173" y="337799"/>
                    <a:pt x="279172" y="352881"/>
                  </a:cubicBezTo>
                  <a:cubicBezTo>
                    <a:pt x="287088" y="367880"/>
                    <a:pt x="292671" y="383462"/>
                    <a:pt x="299671" y="398794"/>
                  </a:cubicBezTo>
                  <a:cubicBezTo>
                    <a:pt x="310920" y="423458"/>
                    <a:pt x="320419" y="449873"/>
                    <a:pt x="333001" y="473871"/>
                  </a:cubicBezTo>
                  <a:cubicBezTo>
                    <a:pt x="323002" y="479453"/>
                    <a:pt x="312503" y="484453"/>
                    <a:pt x="301837" y="488619"/>
                  </a:cubicBezTo>
                  <a:cubicBezTo>
                    <a:pt x="298171" y="477287"/>
                    <a:pt x="290588" y="465038"/>
                    <a:pt x="284589" y="454789"/>
                  </a:cubicBezTo>
                  <a:cubicBezTo>
                    <a:pt x="277006" y="441874"/>
                    <a:pt x="269673" y="428791"/>
                    <a:pt x="262007" y="415959"/>
                  </a:cubicBezTo>
                  <a:lnTo>
                    <a:pt x="262007" y="415959"/>
                  </a:lnTo>
                  <a:close/>
                  <a:moveTo>
                    <a:pt x="275923" y="496618"/>
                  </a:moveTo>
                  <a:cubicBezTo>
                    <a:pt x="274340" y="496952"/>
                    <a:pt x="272673" y="497369"/>
                    <a:pt x="270923" y="497785"/>
                  </a:cubicBezTo>
                  <a:cubicBezTo>
                    <a:pt x="265674" y="489286"/>
                    <a:pt x="259091" y="481370"/>
                    <a:pt x="253175" y="473287"/>
                  </a:cubicBezTo>
                  <a:cubicBezTo>
                    <a:pt x="243842" y="460622"/>
                    <a:pt x="235260" y="447373"/>
                    <a:pt x="226177" y="434541"/>
                  </a:cubicBezTo>
                  <a:cubicBezTo>
                    <a:pt x="207595" y="408293"/>
                    <a:pt x="188431" y="382296"/>
                    <a:pt x="170266" y="355798"/>
                  </a:cubicBezTo>
                  <a:cubicBezTo>
                    <a:pt x="171099" y="355715"/>
                    <a:pt x="171932" y="355631"/>
                    <a:pt x="172765" y="355548"/>
                  </a:cubicBezTo>
                  <a:cubicBezTo>
                    <a:pt x="186514" y="353465"/>
                    <a:pt x="199680" y="348215"/>
                    <a:pt x="211095" y="340466"/>
                  </a:cubicBezTo>
                  <a:cubicBezTo>
                    <a:pt x="224261" y="367380"/>
                    <a:pt x="239843" y="393628"/>
                    <a:pt x="254175" y="419709"/>
                  </a:cubicBezTo>
                  <a:cubicBezTo>
                    <a:pt x="261674" y="433458"/>
                    <a:pt x="269257" y="447290"/>
                    <a:pt x="276673" y="461122"/>
                  </a:cubicBezTo>
                  <a:cubicBezTo>
                    <a:pt x="282172" y="471371"/>
                    <a:pt x="285838" y="482537"/>
                    <a:pt x="292921" y="491702"/>
                  </a:cubicBezTo>
                  <a:cubicBezTo>
                    <a:pt x="287422" y="493619"/>
                    <a:pt x="281672" y="495285"/>
                    <a:pt x="275923" y="496618"/>
                  </a:cubicBezTo>
                  <a:lnTo>
                    <a:pt x="275923" y="496618"/>
                  </a:lnTo>
                  <a:close/>
                  <a:moveTo>
                    <a:pt x="121853" y="349049"/>
                  </a:moveTo>
                  <a:cubicBezTo>
                    <a:pt x="137185" y="350798"/>
                    <a:pt x="151767" y="356798"/>
                    <a:pt x="167682" y="355965"/>
                  </a:cubicBezTo>
                  <a:cubicBezTo>
                    <a:pt x="194513" y="405793"/>
                    <a:pt x="225927" y="453956"/>
                    <a:pt x="258258" y="500452"/>
                  </a:cubicBezTo>
                  <a:cubicBezTo>
                    <a:pt x="252175" y="501452"/>
                    <a:pt x="246092" y="501868"/>
                    <a:pt x="240676" y="500785"/>
                  </a:cubicBezTo>
                  <a:cubicBezTo>
                    <a:pt x="227760" y="498035"/>
                    <a:pt x="216261" y="480620"/>
                    <a:pt x="208512" y="470871"/>
                  </a:cubicBezTo>
                  <a:cubicBezTo>
                    <a:pt x="192514" y="450623"/>
                    <a:pt x="178181" y="429625"/>
                    <a:pt x="163599" y="408376"/>
                  </a:cubicBezTo>
                  <a:cubicBezTo>
                    <a:pt x="149851" y="388378"/>
                    <a:pt x="134852" y="369630"/>
                    <a:pt x="121853" y="349049"/>
                  </a:cubicBezTo>
                  <a:lnTo>
                    <a:pt x="121853" y="349049"/>
                  </a:lnTo>
                  <a:close/>
                  <a:moveTo>
                    <a:pt x="36528" y="273472"/>
                  </a:moveTo>
                  <a:cubicBezTo>
                    <a:pt x="38527" y="266223"/>
                    <a:pt x="41360" y="259223"/>
                    <a:pt x="42694" y="251807"/>
                  </a:cubicBezTo>
                  <a:cubicBezTo>
                    <a:pt x="45777" y="234309"/>
                    <a:pt x="37277" y="223726"/>
                    <a:pt x="27112" y="210644"/>
                  </a:cubicBezTo>
                  <a:cubicBezTo>
                    <a:pt x="19946" y="201395"/>
                    <a:pt x="13113" y="190479"/>
                    <a:pt x="17029" y="178147"/>
                  </a:cubicBezTo>
                  <a:cubicBezTo>
                    <a:pt x="20196" y="167982"/>
                    <a:pt x="30111" y="161815"/>
                    <a:pt x="37694" y="155233"/>
                  </a:cubicBezTo>
                  <a:cubicBezTo>
                    <a:pt x="47193" y="147067"/>
                    <a:pt x="53693" y="138818"/>
                    <a:pt x="47360" y="126402"/>
                  </a:cubicBezTo>
                  <a:cubicBezTo>
                    <a:pt x="38028" y="108237"/>
                    <a:pt x="15946" y="90572"/>
                    <a:pt x="35611" y="70490"/>
                  </a:cubicBezTo>
                  <a:cubicBezTo>
                    <a:pt x="42110" y="63908"/>
                    <a:pt x="53026" y="58491"/>
                    <a:pt x="62525" y="59575"/>
                  </a:cubicBezTo>
                  <a:cubicBezTo>
                    <a:pt x="69108" y="60325"/>
                    <a:pt x="75024" y="64324"/>
                    <a:pt x="81774" y="64157"/>
                  </a:cubicBezTo>
                  <a:cubicBezTo>
                    <a:pt x="88606" y="63991"/>
                    <a:pt x="90606" y="55492"/>
                    <a:pt x="86606" y="52159"/>
                  </a:cubicBezTo>
                  <a:cubicBezTo>
                    <a:pt x="102772" y="31577"/>
                    <a:pt x="121103" y="16412"/>
                    <a:pt x="148184" y="13079"/>
                  </a:cubicBezTo>
                  <a:cubicBezTo>
                    <a:pt x="171432" y="10246"/>
                    <a:pt x="195680" y="15329"/>
                    <a:pt x="215428" y="28078"/>
                  </a:cubicBezTo>
                  <a:cubicBezTo>
                    <a:pt x="231677" y="38577"/>
                    <a:pt x="245092" y="35493"/>
                    <a:pt x="263757" y="32910"/>
                  </a:cubicBezTo>
                  <a:cubicBezTo>
                    <a:pt x="286672" y="29827"/>
                    <a:pt x="310586" y="35160"/>
                    <a:pt x="329251" y="49492"/>
                  </a:cubicBezTo>
                  <a:cubicBezTo>
                    <a:pt x="342583" y="59741"/>
                    <a:pt x="344916" y="73490"/>
                    <a:pt x="347250" y="88989"/>
                  </a:cubicBezTo>
                  <a:cubicBezTo>
                    <a:pt x="348000" y="94155"/>
                    <a:pt x="348500" y="99154"/>
                    <a:pt x="351832" y="103487"/>
                  </a:cubicBezTo>
                  <a:cubicBezTo>
                    <a:pt x="361832" y="116570"/>
                    <a:pt x="382163" y="118986"/>
                    <a:pt x="393412" y="131401"/>
                  </a:cubicBezTo>
                  <a:cubicBezTo>
                    <a:pt x="403078" y="142067"/>
                    <a:pt x="408661" y="158066"/>
                    <a:pt x="403661" y="171981"/>
                  </a:cubicBezTo>
                  <a:cubicBezTo>
                    <a:pt x="399412" y="183564"/>
                    <a:pt x="387079" y="192063"/>
                    <a:pt x="376914" y="197812"/>
                  </a:cubicBezTo>
                  <a:cubicBezTo>
                    <a:pt x="368331" y="202728"/>
                    <a:pt x="359165" y="206645"/>
                    <a:pt x="349999" y="210394"/>
                  </a:cubicBezTo>
                  <a:cubicBezTo>
                    <a:pt x="343083" y="213228"/>
                    <a:pt x="334084" y="215144"/>
                    <a:pt x="328835" y="220893"/>
                  </a:cubicBezTo>
                  <a:cubicBezTo>
                    <a:pt x="324085" y="226060"/>
                    <a:pt x="324168" y="231976"/>
                    <a:pt x="323335" y="238475"/>
                  </a:cubicBezTo>
                  <a:cubicBezTo>
                    <a:pt x="321919" y="250641"/>
                    <a:pt x="319419" y="260723"/>
                    <a:pt x="310003" y="269389"/>
                  </a:cubicBezTo>
                  <a:cubicBezTo>
                    <a:pt x="294421" y="283638"/>
                    <a:pt x="270590" y="286304"/>
                    <a:pt x="250508" y="288471"/>
                  </a:cubicBezTo>
                  <a:cubicBezTo>
                    <a:pt x="242509" y="289304"/>
                    <a:pt x="236510" y="289887"/>
                    <a:pt x="230927" y="296220"/>
                  </a:cubicBezTo>
                  <a:cubicBezTo>
                    <a:pt x="224261" y="303886"/>
                    <a:pt x="220344" y="312719"/>
                    <a:pt x="212512" y="319718"/>
                  </a:cubicBezTo>
                  <a:cubicBezTo>
                    <a:pt x="197013" y="333633"/>
                    <a:pt x="175932" y="341799"/>
                    <a:pt x="155017" y="339883"/>
                  </a:cubicBezTo>
                  <a:cubicBezTo>
                    <a:pt x="145268" y="338966"/>
                    <a:pt x="136102" y="335466"/>
                    <a:pt x="126520" y="333800"/>
                  </a:cubicBezTo>
                  <a:cubicBezTo>
                    <a:pt x="118937" y="332467"/>
                    <a:pt x="114354" y="334217"/>
                    <a:pt x="106938" y="334800"/>
                  </a:cubicBezTo>
                  <a:cubicBezTo>
                    <a:pt x="88440" y="336300"/>
                    <a:pt x="60359" y="324718"/>
                    <a:pt x="47443" y="311552"/>
                  </a:cubicBezTo>
                  <a:cubicBezTo>
                    <a:pt x="36944" y="301136"/>
                    <a:pt x="32611" y="287637"/>
                    <a:pt x="36528" y="273472"/>
                  </a:cubicBezTo>
                  <a:lnTo>
                    <a:pt x="36528" y="273472"/>
                  </a:lnTo>
                  <a:close/>
                </a:path>
              </a:pathLst>
            </a:custGeom>
            <a:grpFill/>
            <a:ln w="8332" cap="flat">
              <a:noFill/>
              <a:prstDash val="solid"/>
              <a:miter/>
            </a:ln>
          </p:spPr>
          <p:txBody>
            <a:bodyPr rtlCol="0" anchor="ctr"/>
            <a:lstStyle/>
            <a:p>
              <a:endParaRPr lang="en-US"/>
            </a:p>
          </p:txBody>
        </p:sp>
        <p:sp>
          <p:nvSpPr>
            <p:cNvPr id="1656" name="Freeform: Shape 1655"/>
            <p:cNvSpPr/>
            <p:nvPr/>
          </p:nvSpPr>
          <p:spPr>
            <a:xfrm>
              <a:off x="649812" y="2615829"/>
              <a:ext cx="106818" cy="175945"/>
            </a:xfrm>
            <a:custGeom>
              <a:avLst/>
              <a:gdLst>
                <a:gd name="connsiteX0" fmla="*/ 3650 w 106818"/>
                <a:gd name="connsiteY0" fmla="*/ 162514 h 175945"/>
                <a:gd name="connsiteX1" fmla="*/ 48146 w 106818"/>
                <a:gd name="connsiteY1" fmla="*/ 142516 h 175945"/>
                <a:gd name="connsiteX2" fmla="*/ 42730 w 106818"/>
                <a:gd name="connsiteY2" fmla="*/ 118685 h 175945"/>
                <a:gd name="connsiteX3" fmla="*/ 43563 w 106818"/>
                <a:gd name="connsiteY3" fmla="*/ 112102 h 175945"/>
                <a:gd name="connsiteX4" fmla="*/ 53479 w 106818"/>
                <a:gd name="connsiteY4" fmla="*/ 107436 h 175945"/>
                <a:gd name="connsiteX5" fmla="*/ 76393 w 106818"/>
                <a:gd name="connsiteY5" fmla="*/ 97520 h 175945"/>
                <a:gd name="connsiteX6" fmla="*/ 91309 w 106818"/>
                <a:gd name="connsiteY6" fmla="*/ 69773 h 175945"/>
                <a:gd name="connsiteX7" fmla="*/ 74560 w 106818"/>
                <a:gd name="connsiteY7" fmla="*/ 50858 h 175945"/>
                <a:gd name="connsiteX8" fmla="*/ 73227 w 106818"/>
                <a:gd name="connsiteY8" fmla="*/ 44358 h 175945"/>
                <a:gd name="connsiteX9" fmla="*/ 84559 w 106818"/>
                <a:gd name="connsiteY9" fmla="*/ 14861 h 175945"/>
                <a:gd name="connsiteX10" fmla="*/ 42730 w 106818"/>
                <a:gd name="connsiteY10" fmla="*/ 6945 h 175945"/>
                <a:gd name="connsiteX11" fmla="*/ 42396 w 106818"/>
                <a:gd name="connsiteY11" fmla="*/ 2362 h 175945"/>
                <a:gd name="connsiteX12" fmla="*/ 95808 w 106818"/>
                <a:gd name="connsiteY12" fmla="*/ 9695 h 175945"/>
                <a:gd name="connsiteX13" fmla="*/ 100725 w 106818"/>
                <a:gd name="connsiteY13" fmla="*/ 27860 h 175945"/>
                <a:gd name="connsiteX14" fmla="*/ 93808 w 106818"/>
                <a:gd name="connsiteY14" fmla="*/ 40109 h 175945"/>
                <a:gd name="connsiteX15" fmla="*/ 88142 w 106818"/>
                <a:gd name="connsiteY15" fmla="*/ 45441 h 175945"/>
                <a:gd name="connsiteX16" fmla="*/ 104974 w 106818"/>
                <a:gd name="connsiteY16" fmla="*/ 65106 h 175945"/>
                <a:gd name="connsiteX17" fmla="*/ 103724 w 106818"/>
                <a:gd name="connsiteY17" fmla="*/ 90104 h 175945"/>
                <a:gd name="connsiteX18" fmla="*/ 87476 w 106818"/>
                <a:gd name="connsiteY18" fmla="*/ 107852 h 175945"/>
                <a:gd name="connsiteX19" fmla="*/ 71227 w 106818"/>
                <a:gd name="connsiteY19" fmla="*/ 115352 h 175945"/>
                <a:gd name="connsiteX20" fmla="*/ 54062 w 106818"/>
                <a:gd name="connsiteY20" fmla="*/ 118602 h 175945"/>
                <a:gd name="connsiteX21" fmla="*/ 53979 w 106818"/>
                <a:gd name="connsiteY21" fmla="*/ 120935 h 175945"/>
                <a:gd name="connsiteX22" fmla="*/ 57812 w 106818"/>
                <a:gd name="connsiteY22" fmla="*/ 129184 h 175945"/>
                <a:gd name="connsiteX23" fmla="*/ 60478 w 106818"/>
                <a:gd name="connsiteY23" fmla="*/ 140100 h 175945"/>
                <a:gd name="connsiteX24" fmla="*/ 53146 w 106818"/>
                <a:gd name="connsiteY24" fmla="*/ 159265 h 175945"/>
                <a:gd name="connsiteX25" fmla="*/ 1817 w 106818"/>
                <a:gd name="connsiteY25" fmla="*/ 171014 h 175945"/>
                <a:gd name="connsiteX26" fmla="*/ 3650 w 106818"/>
                <a:gd name="connsiteY26" fmla="*/ 162514 h 175945"/>
                <a:gd name="connsiteX27" fmla="*/ 3650 w 106818"/>
                <a:gd name="connsiteY27" fmla="*/ 162514 h 175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6818" h="175945">
                  <a:moveTo>
                    <a:pt x="3650" y="162514"/>
                  </a:moveTo>
                  <a:cubicBezTo>
                    <a:pt x="20232" y="160764"/>
                    <a:pt x="43480" y="164014"/>
                    <a:pt x="48146" y="142516"/>
                  </a:cubicBezTo>
                  <a:cubicBezTo>
                    <a:pt x="50312" y="132600"/>
                    <a:pt x="43896" y="127684"/>
                    <a:pt x="42730" y="118685"/>
                  </a:cubicBezTo>
                  <a:cubicBezTo>
                    <a:pt x="42396" y="116352"/>
                    <a:pt x="42146" y="114269"/>
                    <a:pt x="43563" y="112102"/>
                  </a:cubicBezTo>
                  <a:cubicBezTo>
                    <a:pt x="45563" y="109102"/>
                    <a:pt x="50312" y="108519"/>
                    <a:pt x="53479" y="107436"/>
                  </a:cubicBezTo>
                  <a:cubicBezTo>
                    <a:pt x="61395" y="104769"/>
                    <a:pt x="69227" y="102020"/>
                    <a:pt x="76393" y="97520"/>
                  </a:cubicBezTo>
                  <a:cubicBezTo>
                    <a:pt x="86142" y="91437"/>
                    <a:pt x="94558" y="82105"/>
                    <a:pt x="91309" y="69773"/>
                  </a:cubicBezTo>
                  <a:cubicBezTo>
                    <a:pt x="88892" y="60773"/>
                    <a:pt x="80643" y="56857"/>
                    <a:pt x="74560" y="50858"/>
                  </a:cubicBezTo>
                  <a:cubicBezTo>
                    <a:pt x="72977" y="49274"/>
                    <a:pt x="72394" y="46441"/>
                    <a:pt x="73227" y="44358"/>
                  </a:cubicBezTo>
                  <a:cubicBezTo>
                    <a:pt x="77227" y="34276"/>
                    <a:pt x="97058" y="27193"/>
                    <a:pt x="84559" y="14861"/>
                  </a:cubicBezTo>
                  <a:cubicBezTo>
                    <a:pt x="74310" y="4612"/>
                    <a:pt x="55979" y="6445"/>
                    <a:pt x="42730" y="6945"/>
                  </a:cubicBezTo>
                  <a:cubicBezTo>
                    <a:pt x="40063" y="7028"/>
                    <a:pt x="39813" y="2695"/>
                    <a:pt x="42396" y="2362"/>
                  </a:cubicBezTo>
                  <a:cubicBezTo>
                    <a:pt x="59478" y="-138"/>
                    <a:pt x="81893" y="-3637"/>
                    <a:pt x="95808" y="9695"/>
                  </a:cubicBezTo>
                  <a:cubicBezTo>
                    <a:pt x="101224" y="14861"/>
                    <a:pt x="103058" y="20694"/>
                    <a:pt x="100725" y="27860"/>
                  </a:cubicBezTo>
                  <a:cubicBezTo>
                    <a:pt x="99475" y="31943"/>
                    <a:pt x="96392" y="36692"/>
                    <a:pt x="93808" y="40109"/>
                  </a:cubicBezTo>
                  <a:cubicBezTo>
                    <a:pt x="92642" y="41609"/>
                    <a:pt x="90059" y="43608"/>
                    <a:pt x="88142" y="45441"/>
                  </a:cubicBezTo>
                  <a:cubicBezTo>
                    <a:pt x="95142" y="51108"/>
                    <a:pt x="101641" y="55274"/>
                    <a:pt x="104974" y="65106"/>
                  </a:cubicBezTo>
                  <a:cubicBezTo>
                    <a:pt x="107724" y="73439"/>
                    <a:pt x="107474" y="82188"/>
                    <a:pt x="103724" y="90104"/>
                  </a:cubicBezTo>
                  <a:cubicBezTo>
                    <a:pt x="100308" y="97437"/>
                    <a:pt x="94142" y="103436"/>
                    <a:pt x="87476" y="107852"/>
                  </a:cubicBezTo>
                  <a:cubicBezTo>
                    <a:pt x="82393" y="111269"/>
                    <a:pt x="77060" y="113602"/>
                    <a:pt x="71227" y="115352"/>
                  </a:cubicBezTo>
                  <a:cubicBezTo>
                    <a:pt x="65894" y="116935"/>
                    <a:pt x="58978" y="116602"/>
                    <a:pt x="54062" y="118602"/>
                  </a:cubicBezTo>
                  <a:cubicBezTo>
                    <a:pt x="51062" y="115685"/>
                    <a:pt x="50979" y="116435"/>
                    <a:pt x="53979" y="120935"/>
                  </a:cubicBezTo>
                  <a:cubicBezTo>
                    <a:pt x="55395" y="123601"/>
                    <a:pt x="56645" y="126351"/>
                    <a:pt x="57812" y="129184"/>
                  </a:cubicBezTo>
                  <a:cubicBezTo>
                    <a:pt x="59145" y="132767"/>
                    <a:pt x="60312" y="136183"/>
                    <a:pt x="60478" y="140100"/>
                  </a:cubicBezTo>
                  <a:cubicBezTo>
                    <a:pt x="60728" y="147182"/>
                    <a:pt x="57562" y="153932"/>
                    <a:pt x="53146" y="159265"/>
                  </a:cubicBezTo>
                  <a:cubicBezTo>
                    <a:pt x="41480" y="173263"/>
                    <a:pt x="17982" y="181929"/>
                    <a:pt x="1817" y="171014"/>
                  </a:cubicBezTo>
                  <a:cubicBezTo>
                    <a:pt x="-1100" y="168930"/>
                    <a:pt x="-516" y="163014"/>
                    <a:pt x="3650" y="162514"/>
                  </a:cubicBezTo>
                  <a:lnTo>
                    <a:pt x="3650" y="162514"/>
                  </a:lnTo>
                  <a:close/>
                </a:path>
              </a:pathLst>
            </a:custGeom>
            <a:grpFill/>
            <a:ln w="8332" cap="flat">
              <a:noFill/>
              <a:prstDash val="solid"/>
              <a:miter/>
            </a:ln>
          </p:spPr>
          <p:txBody>
            <a:bodyPr rtlCol="0" anchor="ctr"/>
            <a:lstStyle/>
            <a:p>
              <a:endParaRPr lang="en-US"/>
            </a:p>
          </p:txBody>
        </p:sp>
        <p:sp>
          <p:nvSpPr>
            <p:cNvPr id="1657" name="Freeform: Shape 1656"/>
            <p:cNvSpPr/>
            <p:nvPr/>
          </p:nvSpPr>
          <p:spPr>
            <a:xfrm>
              <a:off x="514819" y="2796114"/>
              <a:ext cx="95344" cy="42560"/>
            </a:xfrm>
            <a:custGeom>
              <a:avLst/>
              <a:gdLst>
                <a:gd name="connsiteX0" fmla="*/ 1156 w 95344"/>
                <a:gd name="connsiteY0" fmla="*/ 7894 h 42560"/>
                <a:gd name="connsiteX1" fmla="*/ 9571 w 95344"/>
                <a:gd name="connsiteY1" fmla="*/ 7311 h 42560"/>
                <a:gd name="connsiteX2" fmla="*/ 14654 w 95344"/>
                <a:gd name="connsiteY2" fmla="*/ 20643 h 42560"/>
                <a:gd name="connsiteX3" fmla="*/ 32653 w 95344"/>
                <a:gd name="connsiteY3" fmla="*/ 27725 h 42560"/>
                <a:gd name="connsiteX4" fmla="*/ 49901 w 95344"/>
                <a:gd name="connsiteY4" fmla="*/ 17726 h 42560"/>
                <a:gd name="connsiteX5" fmla="*/ 52151 w 95344"/>
                <a:gd name="connsiteY5" fmla="*/ 14810 h 42560"/>
                <a:gd name="connsiteX6" fmla="*/ 60400 w 95344"/>
                <a:gd name="connsiteY6" fmla="*/ 13810 h 42560"/>
                <a:gd name="connsiteX7" fmla="*/ 64483 w 95344"/>
                <a:gd name="connsiteY7" fmla="*/ 16060 h 42560"/>
                <a:gd name="connsiteX8" fmla="*/ 67566 w 95344"/>
                <a:gd name="connsiteY8" fmla="*/ 18143 h 42560"/>
                <a:gd name="connsiteX9" fmla="*/ 84981 w 95344"/>
                <a:gd name="connsiteY9" fmla="*/ 5394 h 42560"/>
                <a:gd name="connsiteX10" fmla="*/ 91147 w 95344"/>
                <a:gd name="connsiteY10" fmla="*/ 1228 h 42560"/>
                <a:gd name="connsiteX11" fmla="*/ 85315 w 95344"/>
                <a:gd name="connsiteY11" fmla="*/ 30892 h 42560"/>
                <a:gd name="connsiteX12" fmla="*/ 68899 w 95344"/>
                <a:gd name="connsiteY12" fmla="*/ 32558 h 42560"/>
                <a:gd name="connsiteX13" fmla="*/ 61150 w 95344"/>
                <a:gd name="connsiteY13" fmla="*/ 27975 h 42560"/>
                <a:gd name="connsiteX14" fmla="*/ 58650 w 95344"/>
                <a:gd name="connsiteY14" fmla="*/ 26809 h 42560"/>
                <a:gd name="connsiteX15" fmla="*/ 58400 w 95344"/>
                <a:gd name="connsiteY15" fmla="*/ 27226 h 42560"/>
                <a:gd name="connsiteX16" fmla="*/ 19737 w 95344"/>
                <a:gd name="connsiteY16" fmla="*/ 42141 h 42560"/>
                <a:gd name="connsiteX17" fmla="*/ 1156 w 95344"/>
                <a:gd name="connsiteY17" fmla="*/ 7894 h 42560"/>
                <a:gd name="connsiteX18" fmla="*/ 1156 w 95344"/>
                <a:gd name="connsiteY18" fmla="*/ 7894 h 42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5344" h="42560">
                  <a:moveTo>
                    <a:pt x="1156" y="7894"/>
                  </a:moveTo>
                  <a:cubicBezTo>
                    <a:pt x="2155" y="3894"/>
                    <a:pt x="7905" y="4061"/>
                    <a:pt x="9571" y="7311"/>
                  </a:cubicBezTo>
                  <a:cubicBezTo>
                    <a:pt x="9988" y="8144"/>
                    <a:pt x="15654" y="21809"/>
                    <a:pt x="14654" y="20643"/>
                  </a:cubicBezTo>
                  <a:cubicBezTo>
                    <a:pt x="18821" y="25726"/>
                    <a:pt x="26320" y="28475"/>
                    <a:pt x="32653" y="27725"/>
                  </a:cubicBezTo>
                  <a:cubicBezTo>
                    <a:pt x="42235" y="26642"/>
                    <a:pt x="42152" y="24143"/>
                    <a:pt x="49901" y="17726"/>
                  </a:cubicBezTo>
                  <a:cubicBezTo>
                    <a:pt x="50818" y="16976"/>
                    <a:pt x="50901" y="15477"/>
                    <a:pt x="52151" y="14810"/>
                  </a:cubicBezTo>
                  <a:cubicBezTo>
                    <a:pt x="55067" y="13227"/>
                    <a:pt x="57234" y="12977"/>
                    <a:pt x="60400" y="13810"/>
                  </a:cubicBezTo>
                  <a:cubicBezTo>
                    <a:pt x="61900" y="14227"/>
                    <a:pt x="63150" y="15310"/>
                    <a:pt x="64483" y="16060"/>
                  </a:cubicBezTo>
                  <a:cubicBezTo>
                    <a:pt x="65483" y="16726"/>
                    <a:pt x="66483" y="17476"/>
                    <a:pt x="67566" y="18143"/>
                  </a:cubicBezTo>
                  <a:cubicBezTo>
                    <a:pt x="74566" y="24059"/>
                    <a:pt x="80398" y="19809"/>
                    <a:pt x="84981" y="5394"/>
                  </a:cubicBezTo>
                  <a:cubicBezTo>
                    <a:pt x="82731" y="1811"/>
                    <a:pt x="88481" y="-2022"/>
                    <a:pt x="91147" y="1228"/>
                  </a:cubicBezTo>
                  <a:cubicBezTo>
                    <a:pt x="98897" y="10644"/>
                    <a:pt x="95314" y="23976"/>
                    <a:pt x="85315" y="30892"/>
                  </a:cubicBezTo>
                  <a:cubicBezTo>
                    <a:pt x="80065" y="34475"/>
                    <a:pt x="74732" y="34725"/>
                    <a:pt x="68899" y="32558"/>
                  </a:cubicBezTo>
                  <a:cubicBezTo>
                    <a:pt x="66733" y="31725"/>
                    <a:pt x="62483" y="29642"/>
                    <a:pt x="61150" y="27975"/>
                  </a:cubicBezTo>
                  <a:cubicBezTo>
                    <a:pt x="59984" y="27559"/>
                    <a:pt x="59150" y="27226"/>
                    <a:pt x="58650" y="26809"/>
                  </a:cubicBezTo>
                  <a:cubicBezTo>
                    <a:pt x="58567" y="26976"/>
                    <a:pt x="58484" y="27059"/>
                    <a:pt x="58400" y="27226"/>
                  </a:cubicBezTo>
                  <a:cubicBezTo>
                    <a:pt x="52068" y="39474"/>
                    <a:pt x="32236" y="44057"/>
                    <a:pt x="19737" y="42141"/>
                  </a:cubicBezTo>
                  <a:cubicBezTo>
                    <a:pt x="2572" y="39474"/>
                    <a:pt x="-2594" y="23142"/>
                    <a:pt x="1156" y="7894"/>
                  </a:cubicBezTo>
                  <a:lnTo>
                    <a:pt x="1156" y="7894"/>
                  </a:lnTo>
                  <a:close/>
                </a:path>
              </a:pathLst>
            </a:custGeom>
            <a:grpFill/>
            <a:ln w="8332" cap="flat">
              <a:noFill/>
              <a:prstDash val="solid"/>
              <a:miter/>
            </a:ln>
          </p:spPr>
          <p:txBody>
            <a:bodyPr rtlCol="0" anchor="ctr"/>
            <a:lstStyle/>
            <a:p>
              <a:endParaRPr lang="en-US"/>
            </a:p>
          </p:txBody>
        </p:sp>
        <p:sp>
          <p:nvSpPr>
            <p:cNvPr id="1658" name="Freeform: Shape 1657"/>
            <p:cNvSpPr/>
            <p:nvPr/>
          </p:nvSpPr>
          <p:spPr>
            <a:xfrm>
              <a:off x="525224" y="2585285"/>
              <a:ext cx="125203" cy="55807"/>
            </a:xfrm>
            <a:custGeom>
              <a:avLst/>
              <a:gdLst>
                <a:gd name="connsiteX0" fmla="*/ 0 w 125203"/>
                <a:gd name="connsiteY0" fmla="*/ 37406 h 55807"/>
                <a:gd name="connsiteX1" fmla="*/ 39996 w 125203"/>
                <a:gd name="connsiteY1" fmla="*/ 1326 h 55807"/>
                <a:gd name="connsiteX2" fmla="*/ 75993 w 125203"/>
                <a:gd name="connsiteY2" fmla="*/ 16658 h 55807"/>
                <a:gd name="connsiteX3" fmla="*/ 90158 w 125203"/>
                <a:gd name="connsiteY3" fmla="*/ 7492 h 55807"/>
                <a:gd name="connsiteX4" fmla="*/ 110823 w 125203"/>
                <a:gd name="connsiteY4" fmla="*/ 12908 h 55807"/>
                <a:gd name="connsiteX5" fmla="*/ 122822 w 125203"/>
                <a:gd name="connsiteY5" fmla="*/ 54404 h 55807"/>
                <a:gd name="connsiteX6" fmla="*/ 118573 w 125203"/>
                <a:gd name="connsiteY6" fmla="*/ 53571 h 55807"/>
                <a:gd name="connsiteX7" fmla="*/ 107990 w 125203"/>
                <a:gd name="connsiteY7" fmla="*/ 23740 h 55807"/>
                <a:gd name="connsiteX8" fmla="*/ 82493 w 125203"/>
                <a:gd name="connsiteY8" fmla="*/ 26157 h 55807"/>
                <a:gd name="connsiteX9" fmla="*/ 78576 w 125203"/>
                <a:gd name="connsiteY9" fmla="*/ 30823 h 55807"/>
                <a:gd name="connsiteX10" fmla="*/ 69244 w 125203"/>
                <a:gd name="connsiteY10" fmla="*/ 29073 h 55807"/>
                <a:gd name="connsiteX11" fmla="*/ 53495 w 125203"/>
                <a:gd name="connsiteY11" fmla="*/ 12658 h 55807"/>
                <a:gd name="connsiteX12" fmla="*/ 35830 w 125203"/>
                <a:gd name="connsiteY12" fmla="*/ 16408 h 55807"/>
                <a:gd name="connsiteX13" fmla="*/ 7666 w 125203"/>
                <a:gd name="connsiteY13" fmla="*/ 40072 h 55807"/>
                <a:gd name="connsiteX14" fmla="*/ 0 w 125203"/>
                <a:gd name="connsiteY14" fmla="*/ 37406 h 55807"/>
                <a:gd name="connsiteX15" fmla="*/ 0 w 125203"/>
                <a:gd name="connsiteY15" fmla="*/ 37406 h 558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5203" h="55807">
                  <a:moveTo>
                    <a:pt x="0" y="37406"/>
                  </a:moveTo>
                  <a:cubicBezTo>
                    <a:pt x="167" y="17491"/>
                    <a:pt x="22831" y="5575"/>
                    <a:pt x="39996" y="1326"/>
                  </a:cubicBezTo>
                  <a:cubicBezTo>
                    <a:pt x="57828" y="-3091"/>
                    <a:pt x="67994" y="3909"/>
                    <a:pt x="75993" y="16658"/>
                  </a:cubicBezTo>
                  <a:cubicBezTo>
                    <a:pt x="79826" y="12491"/>
                    <a:pt x="83326" y="8658"/>
                    <a:pt x="90158" y="7492"/>
                  </a:cubicBezTo>
                  <a:cubicBezTo>
                    <a:pt x="97241" y="6325"/>
                    <a:pt x="105157" y="8742"/>
                    <a:pt x="110823" y="12908"/>
                  </a:cubicBezTo>
                  <a:cubicBezTo>
                    <a:pt x="124489" y="22824"/>
                    <a:pt x="128238" y="39322"/>
                    <a:pt x="122822" y="54404"/>
                  </a:cubicBezTo>
                  <a:cubicBezTo>
                    <a:pt x="121989" y="56654"/>
                    <a:pt x="118323" y="56071"/>
                    <a:pt x="118573" y="53571"/>
                  </a:cubicBezTo>
                  <a:cubicBezTo>
                    <a:pt x="119739" y="42989"/>
                    <a:pt x="117239" y="30490"/>
                    <a:pt x="107990" y="23740"/>
                  </a:cubicBezTo>
                  <a:cubicBezTo>
                    <a:pt x="98574" y="16824"/>
                    <a:pt x="90992" y="17824"/>
                    <a:pt x="82493" y="26157"/>
                  </a:cubicBezTo>
                  <a:cubicBezTo>
                    <a:pt x="80993" y="27573"/>
                    <a:pt x="80159" y="29406"/>
                    <a:pt x="78576" y="30823"/>
                  </a:cubicBezTo>
                  <a:cubicBezTo>
                    <a:pt x="75576" y="33489"/>
                    <a:pt x="71077" y="32406"/>
                    <a:pt x="69244" y="29073"/>
                  </a:cubicBezTo>
                  <a:cubicBezTo>
                    <a:pt x="65161" y="21657"/>
                    <a:pt x="64411" y="14741"/>
                    <a:pt x="53495" y="12658"/>
                  </a:cubicBezTo>
                  <a:cubicBezTo>
                    <a:pt x="47496" y="11491"/>
                    <a:pt x="41163" y="14158"/>
                    <a:pt x="35830" y="16408"/>
                  </a:cubicBezTo>
                  <a:cubicBezTo>
                    <a:pt x="23331" y="21824"/>
                    <a:pt x="15332" y="28906"/>
                    <a:pt x="7666" y="40072"/>
                  </a:cubicBezTo>
                  <a:cubicBezTo>
                    <a:pt x="5333" y="43655"/>
                    <a:pt x="0" y="41655"/>
                    <a:pt x="0" y="37406"/>
                  </a:cubicBezTo>
                  <a:lnTo>
                    <a:pt x="0" y="37406"/>
                  </a:lnTo>
                  <a:close/>
                </a:path>
              </a:pathLst>
            </a:custGeom>
            <a:grpFill/>
            <a:ln w="8332" cap="flat">
              <a:noFill/>
              <a:prstDash val="solid"/>
              <a:miter/>
            </a:ln>
          </p:spPr>
          <p:txBody>
            <a:bodyPr rtlCol="0" anchor="ctr"/>
            <a:lstStyle/>
            <a:p>
              <a:endParaRPr lang="en-US"/>
            </a:p>
          </p:txBody>
        </p:sp>
        <p:sp>
          <p:nvSpPr>
            <p:cNvPr id="1659" name="Freeform: Shape 1658"/>
            <p:cNvSpPr/>
            <p:nvPr/>
          </p:nvSpPr>
          <p:spPr>
            <a:xfrm>
              <a:off x="509897" y="2663532"/>
              <a:ext cx="71406" cy="78150"/>
            </a:xfrm>
            <a:custGeom>
              <a:avLst/>
              <a:gdLst>
                <a:gd name="connsiteX0" fmla="*/ 162 w 71406"/>
                <a:gd name="connsiteY0" fmla="*/ 49400 h 78150"/>
                <a:gd name="connsiteX1" fmla="*/ 21826 w 71406"/>
                <a:gd name="connsiteY1" fmla="*/ 24069 h 78150"/>
                <a:gd name="connsiteX2" fmla="*/ 31242 w 71406"/>
                <a:gd name="connsiteY2" fmla="*/ 23652 h 78150"/>
                <a:gd name="connsiteX3" fmla="*/ 33492 w 71406"/>
                <a:gd name="connsiteY3" fmla="*/ 23569 h 78150"/>
                <a:gd name="connsiteX4" fmla="*/ 33742 w 71406"/>
                <a:gd name="connsiteY4" fmla="*/ 22486 h 78150"/>
                <a:gd name="connsiteX5" fmla="*/ 35992 w 71406"/>
                <a:gd name="connsiteY5" fmla="*/ 6570 h 78150"/>
                <a:gd name="connsiteX6" fmla="*/ 69489 w 71406"/>
                <a:gd name="connsiteY6" fmla="*/ 4654 h 78150"/>
                <a:gd name="connsiteX7" fmla="*/ 67656 w 71406"/>
                <a:gd name="connsiteY7" fmla="*/ 10070 h 78150"/>
                <a:gd name="connsiteX8" fmla="*/ 48407 w 71406"/>
                <a:gd name="connsiteY8" fmla="*/ 7487 h 78150"/>
                <a:gd name="connsiteX9" fmla="*/ 45158 w 71406"/>
                <a:gd name="connsiteY9" fmla="*/ 23736 h 78150"/>
                <a:gd name="connsiteX10" fmla="*/ 42158 w 71406"/>
                <a:gd name="connsiteY10" fmla="*/ 33318 h 78150"/>
                <a:gd name="connsiteX11" fmla="*/ 22660 w 71406"/>
                <a:gd name="connsiteY11" fmla="*/ 37401 h 78150"/>
                <a:gd name="connsiteX12" fmla="*/ 32909 w 71406"/>
                <a:gd name="connsiteY12" fmla="*/ 68065 h 78150"/>
                <a:gd name="connsiteX13" fmla="*/ 29492 w 71406"/>
                <a:gd name="connsiteY13" fmla="*/ 78147 h 78150"/>
                <a:gd name="connsiteX14" fmla="*/ 162 w 71406"/>
                <a:gd name="connsiteY14" fmla="*/ 49400 h 78150"/>
                <a:gd name="connsiteX15" fmla="*/ 162 w 71406"/>
                <a:gd name="connsiteY15" fmla="*/ 49400 h 78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1406" h="78150">
                  <a:moveTo>
                    <a:pt x="162" y="49400"/>
                  </a:moveTo>
                  <a:cubicBezTo>
                    <a:pt x="-1422" y="35401"/>
                    <a:pt x="8828" y="26402"/>
                    <a:pt x="21826" y="24069"/>
                  </a:cubicBezTo>
                  <a:cubicBezTo>
                    <a:pt x="24993" y="23486"/>
                    <a:pt x="28159" y="23986"/>
                    <a:pt x="31242" y="23652"/>
                  </a:cubicBezTo>
                  <a:cubicBezTo>
                    <a:pt x="32242" y="23569"/>
                    <a:pt x="32909" y="23569"/>
                    <a:pt x="33492" y="23569"/>
                  </a:cubicBezTo>
                  <a:cubicBezTo>
                    <a:pt x="33492" y="23319"/>
                    <a:pt x="33575" y="22903"/>
                    <a:pt x="33742" y="22486"/>
                  </a:cubicBezTo>
                  <a:cubicBezTo>
                    <a:pt x="35492" y="17403"/>
                    <a:pt x="32492" y="11737"/>
                    <a:pt x="35992" y="6570"/>
                  </a:cubicBezTo>
                  <a:cubicBezTo>
                    <a:pt x="43658" y="-4845"/>
                    <a:pt x="59323" y="1404"/>
                    <a:pt x="69489" y="4654"/>
                  </a:cubicBezTo>
                  <a:cubicBezTo>
                    <a:pt x="73072" y="5737"/>
                    <a:pt x="71155" y="10820"/>
                    <a:pt x="67656" y="10070"/>
                  </a:cubicBezTo>
                  <a:cubicBezTo>
                    <a:pt x="62156" y="8820"/>
                    <a:pt x="53824" y="5237"/>
                    <a:pt x="48407" y="7487"/>
                  </a:cubicBezTo>
                  <a:cubicBezTo>
                    <a:pt x="37908" y="11820"/>
                    <a:pt x="44408" y="18319"/>
                    <a:pt x="45158" y="23736"/>
                  </a:cubicBezTo>
                  <a:cubicBezTo>
                    <a:pt x="45741" y="27819"/>
                    <a:pt x="45574" y="30568"/>
                    <a:pt x="42158" y="33318"/>
                  </a:cubicBezTo>
                  <a:cubicBezTo>
                    <a:pt x="36908" y="37568"/>
                    <a:pt x="28743" y="35318"/>
                    <a:pt x="22660" y="37401"/>
                  </a:cubicBezTo>
                  <a:cubicBezTo>
                    <a:pt x="2162" y="44317"/>
                    <a:pt x="25243" y="61649"/>
                    <a:pt x="32909" y="68065"/>
                  </a:cubicBezTo>
                  <a:cubicBezTo>
                    <a:pt x="37158" y="71648"/>
                    <a:pt x="35325" y="78064"/>
                    <a:pt x="29492" y="78147"/>
                  </a:cubicBezTo>
                  <a:cubicBezTo>
                    <a:pt x="14827" y="78397"/>
                    <a:pt x="1745" y="63315"/>
                    <a:pt x="162" y="49400"/>
                  </a:cubicBezTo>
                  <a:lnTo>
                    <a:pt x="162" y="49400"/>
                  </a:lnTo>
                  <a:close/>
                </a:path>
              </a:pathLst>
            </a:custGeom>
            <a:grpFill/>
            <a:ln w="8332" cap="flat">
              <a:noFill/>
              <a:prstDash val="solid"/>
              <a:miter/>
            </a:ln>
          </p:spPr>
          <p:txBody>
            <a:bodyPr rtlCol="0" anchor="ctr"/>
            <a:lstStyle/>
            <a:p>
              <a:endParaRPr lang="en-US"/>
            </a:p>
          </p:txBody>
        </p:sp>
        <p:sp>
          <p:nvSpPr>
            <p:cNvPr id="1660" name="Freeform: Shape 1659"/>
            <p:cNvSpPr/>
            <p:nvPr/>
          </p:nvSpPr>
          <p:spPr>
            <a:xfrm>
              <a:off x="619987" y="2672032"/>
              <a:ext cx="40560" cy="46687"/>
            </a:xfrm>
            <a:custGeom>
              <a:avLst/>
              <a:gdLst>
                <a:gd name="connsiteX0" fmla="*/ 10894 w 40560"/>
                <a:gd name="connsiteY0" fmla="*/ 36485 h 46687"/>
                <a:gd name="connsiteX1" fmla="*/ 28893 w 40560"/>
                <a:gd name="connsiteY1" fmla="*/ 26152 h 46687"/>
                <a:gd name="connsiteX2" fmla="*/ 2562 w 40560"/>
                <a:gd name="connsiteY2" fmla="*/ 4654 h 46687"/>
                <a:gd name="connsiteX3" fmla="*/ 978 w 40560"/>
                <a:gd name="connsiteY3" fmla="*/ 1488 h 46687"/>
                <a:gd name="connsiteX4" fmla="*/ 20060 w 40560"/>
                <a:gd name="connsiteY4" fmla="*/ 4321 h 46687"/>
                <a:gd name="connsiteX5" fmla="*/ 40058 w 40560"/>
                <a:gd name="connsiteY5" fmla="*/ 22902 h 46687"/>
                <a:gd name="connsiteX6" fmla="*/ 15894 w 40560"/>
                <a:gd name="connsiteY6" fmla="*/ 46650 h 46687"/>
                <a:gd name="connsiteX7" fmla="*/ 10894 w 40560"/>
                <a:gd name="connsiteY7" fmla="*/ 36485 h 46687"/>
                <a:gd name="connsiteX8" fmla="*/ 10894 w 40560"/>
                <a:gd name="connsiteY8" fmla="*/ 36485 h 46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560" h="46687">
                  <a:moveTo>
                    <a:pt x="10894" y="36485"/>
                  </a:moveTo>
                  <a:cubicBezTo>
                    <a:pt x="14560" y="32568"/>
                    <a:pt x="27226" y="31401"/>
                    <a:pt x="28893" y="26152"/>
                  </a:cubicBezTo>
                  <a:cubicBezTo>
                    <a:pt x="30976" y="19486"/>
                    <a:pt x="9311" y="1821"/>
                    <a:pt x="2562" y="4654"/>
                  </a:cubicBezTo>
                  <a:cubicBezTo>
                    <a:pt x="478" y="5487"/>
                    <a:pt x="-1105" y="2404"/>
                    <a:pt x="978" y="1488"/>
                  </a:cubicBezTo>
                  <a:cubicBezTo>
                    <a:pt x="8394" y="-1595"/>
                    <a:pt x="13311" y="488"/>
                    <a:pt x="20060" y="4321"/>
                  </a:cubicBezTo>
                  <a:cubicBezTo>
                    <a:pt x="27476" y="8487"/>
                    <a:pt x="37475" y="14070"/>
                    <a:pt x="40058" y="22902"/>
                  </a:cubicBezTo>
                  <a:cubicBezTo>
                    <a:pt x="43725" y="35401"/>
                    <a:pt x="26476" y="45734"/>
                    <a:pt x="15894" y="46650"/>
                  </a:cubicBezTo>
                  <a:cubicBezTo>
                    <a:pt x="10144" y="47233"/>
                    <a:pt x="6728" y="40901"/>
                    <a:pt x="10894" y="36485"/>
                  </a:cubicBezTo>
                  <a:lnTo>
                    <a:pt x="10894" y="36485"/>
                  </a:lnTo>
                  <a:close/>
                </a:path>
              </a:pathLst>
            </a:custGeom>
            <a:grpFill/>
            <a:ln w="8332" cap="flat">
              <a:noFill/>
              <a:prstDash val="solid"/>
              <a:miter/>
            </a:ln>
          </p:spPr>
          <p:txBody>
            <a:bodyPr rtlCol="0" anchor="ctr"/>
            <a:lstStyle/>
            <a:p>
              <a:endParaRPr lang="en-US"/>
            </a:p>
          </p:txBody>
        </p:sp>
        <p:sp>
          <p:nvSpPr>
            <p:cNvPr id="1661" name="Freeform: Shape 1660"/>
            <p:cNvSpPr/>
            <p:nvPr/>
          </p:nvSpPr>
          <p:spPr>
            <a:xfrm>
              <a:off x="2511048" y="530969"/>
              <a:ext cx="581805" cy="333117"/>
            </a:xfrm>
            <a:custGeom>
              <a:avLst/>
              <a:gdLst>
                <a:gd name="connsiteX0" fmla="*/ 559363 w 581805"/>
                <a:gd name="connsiteY0" fmla="*/ 107068 h 333117"/>
                <a:gd name="connsiteX1" fmla="*/ 517950 w 581805"/>
                <a:gd name="connsiteY1" fmla="*/ 39574 h 333117"/>
                <a:gd name="connsiteX2" fmla="*/ 462122 w 581805"/>
                <a:gd name="connsiteY2" fmla="*/ 3494 h 333117"/>
                <a:gd name="connsiteX3" fmla="*/ 445040 w 581805"/>
                <a:gd name="connsiteY3" fmla="*/ 494 h 333117"/>
                <a:gd name="connsiteX4" fmla="*/ 411210 w 581805"/>
                <a:gd name="connsiteY4" fmla="*/ 4244 h 333117"/>
                <a:gd name="connsiteX5" fmla="*/ 343466 w 581805"/>
                <a:gd name="connsiteY5" fmla="*/ 11493 h 333117"/>
                <a:gd name="connsiteX6" fmla="*/ 317552 w 581805"/>
                <a:gd name="connsiteY6" fmla="*/ 15742 h 333117"/>
                <a:gd name="connsiteX7" fmla="*/ 294304 w 581805"/>
                <a:gd name="connsiteY7" fmla="*/ 23658 h 333117"/>
                <a:gd name="connsiteX8" fmla="*/ 285805 w 581805"/>
                <a:gd name="connsiteY8" fmla="*/ 41824 h 333117"/>
                <a:gd name="connsiteX9" fmla="*/ 266890 w 581805"/>
                <a:gd name="connsiteY9" fmla="*/ 58239 h 333117"/>
                <a:gd name="connsiteX10" fmla="*/ 228810 w 581805"/>
                <a:gd name="connsiteY10" fmla="*/ 56739 h 333117"/>
                <a:gd name="connsiteX11" fmla="*/ 203645 w 581805"/>
                <a:gd name="connsiteY11" fmla="*/ 47490 h 333117"/>
                <a:gd name="connsiteX12" fmla="*/ 181231 w 581805"/>
                <a:gd name="connsiteY12" fmla="*/ 51073 h 333117"/>
                <a:gd name="connsiteX13" fmla="*/ 149150 w 581805"/>
                <a:gd name="connsiteY13" fmla="*/ 59739 h 333117"/>
                <a:gd name="connsiteX14" fmla="*/ 77323 w 581805"/>
                <a:gd name="connsiteY14" fmla="*/ 77154 h 333117"/>
                <a:gd name="connsiteX15" fmla="*/ 45410 w 581805"/>
                <a:gd name="connsiteY15" fmla="*/ 85403 h 333117"/>
                <a:gd name="connsiteX16" fmla="*/ 32328 w 581805"/>
                <a:gd name="connsiteY16" fmla="*/ 89153 h 333117"/>
                <a:gd name="connsiteX17" fmla="*/ 24661 w 581805"/>
                <a:gd name="connsiteY17" fmla="*/ 90902 h 333117"/>
                <a:gd name="connsiteX18" fmla="*/ 13663 w 581805"/>
                <a:gd name="connsiteY18" fmla="*/ 100318 h 333117"/>
                <a:gd name="connsiteX19" fmla="*/ 12163 w 581805"/>
                <a:gd name="connsiteY19" fmla="*/ 124816 h 333117"/>
                <a:gd name="connsiteX20" fmla="*/ 6330 w 581805"/>
                <a:gd name="connsiteY20" fmla="*/ 166479 h 333117"/>
                <a:gd name="connsiteX21" fmla="*/ 1580 w 581805"/>
                <a:gd name="connsiteY21" fmla="*/ 202726 h 333117"/>
                <a:gd name="connsiteX22" fmla="*/ 2164 w 581805"/>
                <a:gd name="connsiteY22" fmla="*/ 233056 h 333117"/>
                <a:gd name="connsiteX23" fmla="*/ 53576 w 581805"/>
                <a:gd name="connsiteY23" fmla="*/ 255804 h 333117"/>
                <a:gd name="connsiteX24" fmla="*/ 195646 w 581805"/>
                <a:gd name="connsiteY24" fmla="*/ 292301 h 333117"/>
                <a:gd name="connsiteX25" fmla="*/ 225143 w 581805"/>
                <a:gd name="connsiteY25" fmla="*/ 289135 h 333117"/>
                <a:gd name="connsiteX26" fmla="*/ 262140 w 581805"/>
                <a:gd name="connsiteY26" fmla="*/ 277052 h 333117"/>
                <a:gd name="connsiteX27" fmla="*/ 295470 w 581805"/>
                <a:gd name="connsiteY27" fmla="*/ 300383 h 333117"/>
                <a:gd name="connsiteX28" fmla="*/ 305553 w 581805"/>
                <a:gd name="connsiteY28" fmla="*/ 319798 h 333117"/>
                <a:gd name="connsiteX29" fmla="*/ 329384 w 581805"/>
                <a:gd name="connsiteY29" fmla="*/ 322798 h 333117"/>
                <a:gd name="connsiteX30" fmla="*/ 371214 w 581805"/>
                <a:gd name="connsiteY30" fmla="*/ 326465 h 333117"/>
                <a:gd name="connsiteX31" fmla="*/ 448790 w 581805"/>
                <a:gd name="connsiteY31" fmla="*/ 333047 h 333117"/>
                <a:gd name="connsiteX32" fmla="*/ 560030 w 581805"/>
                <a:gd name="connsiteY32" fmla="*/ 295384 h 333117"/>
                <a:gd name="connsiteX33" fmla="*/ 567946 w 581805"/>
                <a:gd name="connsiteY33" fmla="*/ 273886 h 333117"/>
                <a:gd name="connsiteX34" fmla="*/ 559363 w 581805"/>
                <a:gd name="connsiteY34" fmla="*/ 107068 h 333117"/>
                <a:gd name="connsiteX35" fmla="*/ 559363 w 581805"/>
                <a:gd name="connsiteY35" fmla="*/ 107068 h 333117"/>
                <a:gd name="connsiteX36" fmla="*/ 57825 w 581805"/>
                <a:gd name="connsiteY36" fmla="*/ 94985 h 333117"/>
                <a:gd name="connsiteX37" fmla="*/ 92072 w 581805"/>
                <a:gd name="connsiteY37" fmla="*/ 86903 h 333117"/>
                <a:gd name="connsiteX38" fmla="*/ 152483 w 581805"/>
                <a:gd name="connsiteY38" fmla="*/ 72237 h 333117"/>
                <a:gd name="connsiteX39" fmla="*/ 182481 w 581805"/>
                <a:gd name="connsiteY39" fmla="*/ 64905 h 333117"/>
                <a:gd name="connsiteX40" fmla="*/ 199479 w 581805"/>
                <a:gd name="connsiteY40" fmla="*/ 62572 h 333117"/>
                <a:gd name="connsiteX41" fmla="*/ 214145 w 581805"/>
                <a:gd name="connsiteY41" fmla="*/ 70821 h 333117"/>
                <a:gd name="connsiteX42" fmla="*/ 263140 w 581805"/>
                <a:gd name="connsiteY42" fmla="*/ 78487 h 333117"/>
                <a:gd name="connsiteX43" fmla="*/ 298720 w 581805"/>
                <a:gd name="connsiteY43" fmla="*/ 59655 h 333117"/>
                <a:gd name="connsiteX44" fmla="*/ 307469 w 581805"/>
                <a:gd name="connsiteY44" fmla="*/ 36157 h 333117"/>
                <a:gd name="connsiteX45" fmla="*/ 328801 w 581805"/>
                <a:gd name="connsiteY45" fmla="*/ 29658 h 333117"/>
                <a:gd name="connsiteX46" fmla="*/ 387962 w 581805"/>
                <a:gd name="connsiteY46" fmla="*/ 19326 h 333117"/>
                <a:gd name="connsiteX47" fmla="*/ 418043 w 581805"/>
                <a:gd name="connsiteY47" fmla="*/ 14409 h 333117"/>
                <a:gd name="connsiteX48" fmla="*/ 458039 w 581805"/>
                <a:gd name="connsiteY48" fmla="*/ 8910 h 333117"/>
                <a:gd name="connsiteX49" fmla="*/ 461789 w 581805"/>
                <a:gd name="connsiteY49" fmla="*/ 8493 h 333117"/>
                <a:gd name="connsiteX50" fmla="*/ 489786 w 581805"/>
                <a:gd name="connsiteY50" fmla="*/ 27075 h 333117"/>
                <a:gd name="connsiteX51" fmla="*/ 518367 w 581805"/>
                <a:gd name="connsiteY51" fmla="*/ 59072 h 333117"/>
                <a:gd name="connsiteX52" fmla="*/ 550531 w 581805"/>
                <a:gd name="connsiteY52" fmla="*/ 122816 h 333117"/>
                <a:gd name="connsiteX53" fmla="*/ 566279 w 581805"/>
                <a:gd name="connsiteY53" fmla="*/ 201143 h 333117"/>
                <a:gd name="connsiteX54" fmla="*/ 565196 w 581805"/>
                <a:gd name="connsiteY54" fmla="*/ 226973 h 333117"/>
                <a:gd name="connsiteX55" fmla="*/ 534699 w 581805"/>
                <a:gd name="connsiteY55" fmla="*/ 181978 h 333117"/>
                <a:gd name="connsiteX56" fmla="*/ 385046 w 581805"/>
                <a:gd name="connsiteY56" fmla="*/ 140065 h 333117"/>
                <a:gd name="connsiteX57" fmla="*/ 205729 w 581805"/>
                <a:gd name="connsiteY57" fmla="*/ 120400 h 333117"/>
                <a:gd name="connsiteX58" fmla="*/ 113820 w 581805"/>
                <a:gd name="connsiteY58" fmla="*/ 109317 h 333117"/>
                <a:gd name="connsiteX59" fmla="*/ 70824 w 581805"/>
                <a:gd name="connsiteY59" fmla="*/ 101651 h 333117"/>
                <a:gd name="connsiteX60" fmla="*/ 41743 w 581805"/>
                <a:gd name="connsiteY60" fmla="*/ 98735 h 333117"/>
                <a:gd name="connsiteX61" fmla="*/ 57825 w 581805"/>
                <a:gd name="connsiteY61" fmla="*/ 94985 h 333117"/>
                <a:gd name="connsiteX62" fmla="*/ 57825 w 581805"/>
                <a:gd name="connsiteY62" fmla="*/ 94985 h 333117"/>
                <a:gd name="connsiteX63" fmla="*/ 546615 w 581805"/>
                <a:gd name="connsiteY63" fmla="*/ 293051 h 333117"/>
                <a:gd name="connsiteX64" fmla="*/ 480454 w 581805"/>
                <a:gd name="connsiteY64" fmla="*/ 320298 h 333117"/>
                <a:gd name="connsiteX65" fmla="*/ 347382 w 581805"/>
                <a:gd name="connsiteY65" fmla="*/ 308799 h 333117"/>
                <a:gd name="connsiteX66" fmla="*/ 317385 w 581805"/>
                <a:gd name="connsiteY66" fmla="*/ 305966 h 333117"/>
                <a:gd name="connsiteX67" fmla="*/ 310386 w 581805"/>
                <a:gd name="connsiteY67" fmla="*/ 295717 h 333117"/>
                <a:gd name="connsiteX68" fmla="*/ 306303 w 581805"/>
                <a:gd name="connsiteY68" fmla="*/ 285302 h 333117"/>
                <a:gd name="connsiteX69" fmla="*/ 263640 w 581805"/>
                <a:gd name="connsiteY69" fmla="*/ 261804 h 333117"/>
                <a:gd name="connsiteX70" fmla="*/ 208728 w 581805"/>
                <a:gd name="connsiteY70" fmla="*/ 278385 h 333117"/>
                <a:gd name="connsiteX71" fmla="*/ 146234 w 581805"/>
                <a:gd name="connsiteY71" fmla="*/ 266387 h 333117"/>
                <a:gd name="connsiteX72" fmla="*/ 73241 w 581805"/>
                <a:gd name="connsiteY72" fmla="*/ 243972 h 333117"/>
                <a:gd name="connsiteX73" fmla="*/ 35994 w 581805"/>
                <a:gd name="connsiteY73" fmla="*/ 235556 h 333117"/>
                <a:gd name="connsiteX74" fmla="*/ 18579 w 581805"/>
                <a:gd name="connsiteY74" fmla="*/ 228140 h 333117"/>
                <a:gd name="connsiteX75" fmla="*/ 18245 w 581805"/>
                <a:gd name="connsiteY75" fmla="*/ 201226 h 333117"/>
                <a:gd name="connsiteX76" fmla="*/ 26661 w 581805"/>
                <a:gd name="connsiteY76" fmla="*/ 129566 h 333117"/>
                <a:gd name="connsiteX77" fmla="*/ 27911 w 581805"/>
                <a:gd name="connsiteY77" fmla="*/ 113734 h 333117"/>
                <a:gd name="connsiteX78" fmla="*/ 27661 w 581805"/>
                <a:gd name="connsiteY78" fmla="*/ 105734 h 333117"/>
                <a:gd name="connsiteX79" fmla="*/ 39077 w 581805"/>
                <a:gd name="connsiteY79" fmla="*/ 106901 h 333117"/>
                <a:gd name="connsiteX80" fmla="*/ 71491 w 581805"/>
                <a:gd name="connsiteY80" fmla="*/ 110401 h 333117"/>
                <a:gd name="connsiteX81" fmla="*/ 142818 w 581805"/>
                <a:gd name="connsiteY81" fmla="*/ 122066 h 333117"/>
                <a:gd name="connsiteX82" fmla="*/ 283805 w 581805"/>
                <a:gd name="connsiteY82" fmla="*/ 139315 h 333117"/>
                <a:gd name="connsiteX83" fmla="*/ 422292 w 581805"/>
                <a:gd name="connsiteY83" fmla="*/ 161313 h 333117"/>
                <a:gd name="connsiteX84" fmla="*/ 487620 w 581805"/>
                <a:gd name="connsiteY84" fmla="*/ 177145 h 333117"/>
                <a:gd name="connsiteX85" fmla="*/ 547781 w 581805"/>
                <a:gd name="connsiteY85" fmla="*/ 222974 h 333117"/>
                <a:gd name="connsiteX86" fmla="*/ 554030 w 581805"/>
                <a:gd name="connsiteY86" fmla="*/ 272469 h 333117"/>
                <a:gd name="connsiteX87" fmla="*/ 553614 w 581805"/>
                <a:gd name="connsiteY87" fmla="*/ 273636 h 333117"/>
                <a:gd name="connsiteX88" fmla="*/ 553281 w 581805"/>
                <a:gd name="connsiteY88" fmla="*/ 276386 h 333117"/>
                <a:gd name="connsiteX89" fmla="*/ 546615 w 581805"/>
                <a:gd name="connsiteY89" fmla="*/ 293051 h 333117"/>
                <a:gd name="connsiteX90" fmla="*/ 546615 w 581805"/>
                <a:gd name="connsiteY90" fmla="*/ 293051 h 333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581805" h="333117">
                  <a:moveTo>
                    <a:pt x="559363" y="107068"/>
                  </a:moveTo>
                  <a:cubicBezTo>
                    <a:pt x="549948" y="82736"/>
                    <a:pt x="535865" y="58572"/>
                    <a:pt x="517950" y="39574"/>
                  </a:cubicBezTo>
                  <a:cubicBezTo>
                    <a:pt x="502702" y="23325"/>
                    <a:pt x="485037" y="3744"/>
                    <a:pt x="462122" y="3494"/>
                  </a:cubicBezTo>
                  <a:cubicBezTo>
                    <a:pt x="456789" y="-1006"/>
                    <a:pt x="452123" y="-89"/>
                    <a:pt x="445040" y="494"/>
                  </a:cubicBezTo>
                  <a:cubicBezTo>
                    <a:pt x="433708" y="1327"/>
                    <a:pt x="422542" y="2910"/>
                    <a:pt x="411210" y="4244"/>
                  </a:cubicBezTo>
                  <a:cubicBezTo>
                    <a:pt x="388712" y="6910"/>
                    <a:pt x="366047" y="9243"/>
                    <a:pt x="343466" y="11493"/>
                  </a:cubicBezTo>
                  <a:cubicBezTo>
                    <a:pt x="334717" y="12326"/>
                    <a:pt x="326218" y="14076"/>
                    <a:pt x="317552" y="15742"/>
                  </a:cubicBezTo>
                  <a:cubicBezTo>
                    <a:pt x="309969" y="17159"/>
                    <a:pt x="299970" y="17576"/>
                    <a:pt x="294304" y="23658"/>
                  </a:cubicBezTo>
                  <a:cubicBezTo>
                    <a:pt x="289888" y="28408"/>
                    <a:pt x="288221" y="35907"/>
                    <a:pt x="285805" y="41824"/>
                  </a:cubicBezTo>
                  <a:cubicBezTo>
                    <a:pt x="281639" y="52239"/>
                    <a:pt x="278555" y="55239"/>
                    <a:pt x="266890" y="58239"/>
                  </a:cubicBezTo>
                  <a:cubicBezTo>
                    <a:pt x="253974" y="61572"/>
                    <a:pt x="241559" y="60155"/>
                    <a:pt x="228810" y="56739"/>
                  </a:cubicBezTo>
                  <a:cubicBezTo>
                    <a:pt x="220144" y="54406"/>
                    <a:pt x="212478" y="48989"/>
                    <a:pt x="203645" y="47490"/>
                  </a:cubicBezTo>
                  <a:cubicBezTo>
                    <a:pt x="195896" y="46156"/>
                    <a:pt x="188480" y="48656"/>
                    <a:pt x="181231" y="51073"/>
                  </a:cubicBezTo>
                  <a:cubicBezTo>
                    <a:pt x="170732" y="54572"/>
                    <a:pt x="159899" y="56989"/>
                    <a:pt x="149150" y="59739"/>
                  </a:cubicBezTo>
                  <a:cubicBezTo>
                    <a:pt x="125236" y="65821"/>
                    <a:pt x="101321" y="71571"/>
                    <a:pt x="77323" y="77154"/>
                  </a:cubicBezTo>
                  <a:cubicBezTo>
                    <a:pt x="66574" y="79653"/>
                    <a:pt x="55909" y="82153"/>
                    <a:pt x="45410" y="85403"/>
                  </a:cubicBezTo>
                  <a:cubicBezTo>
                    <a:pt x="41077" y="86736"/>
                    <a:pt x="36577" y="87653"/>
                    <a:pt x="32328" y="89153"/>
                  </a:cubicBezTo>
                  <a:cubicBezTo>
                    <a:pt x="29744" y="89653"/>
                    <a:pt x="27245" y="90236"/>
                    <a:pt x="24661" y="90902"/>
                  </a:cubicBezTo>
                  <a:cubicBezTo>
                    <a:pt x="19162" y="92319"/>
                    <a:pt x="15162" y="94485"/>
                    <a:pt x="13663" y="100318"/>
                  </a:cubicBezTo>
                  <a:cubicBezTo>
                    <a:pt x="11746" y="107484"/>
                    <a:pt x="12829" y="117400"/>
                    <a:pt x="12163" y="124816"/>
                  </a:cubicBezTo>
                  <a:cubicBezTo>
                    <a:pt x="10746" y="138815"/>
                    <a:pt x="8663" y="152564"/>
                    <a:pt x="6330" y="166479"/>
                  </a:cubicBezTo>
                  <a:cubicBezTo>
                    <a:pt x="4330" y="178478"/>
                    <a:pt x="3080" y="190643"/>
                    <a:pt x="1580" y="202726"/>
                  </a:cubicBezTo>
                  <a:cubicBezTo>
                    <a:pt x="330" y="212475"/>
                    <a:pt x="-1503" y="223640"/>
                    <a:pt x="2164" y="233056"/>
                  </a:cubicBezTo>
                  <a:cubicBezTo>
                    <a:pt x="9746" y="252721"/>
                    <a:pt x="36327" y="252138"/>
                    <a:pt x="53576" y="255804"/>
                  </a:cubicBezTo>
                  <a:cubicBezTo>
                    <a:pt x="100988" y="265887"/>
                    <a:pt x="147151" y="287385"/>
                    <a:pt x="195646" y="292301"/>
                  </a:cubicBezTo>
                  <a:cubicBezTo>
                    <a:pt x="205562" y="293301"/>
                    <a:pt x="215644" y="292384"/>
                    <a:pt x="225143" y="289135"/>
                  </a:cubicBezTo>
                  <a:cubicBezTo>
                    <a:pt x="237726" y="284885"/>
                    <a:pt x="248475" y="277719"/>
                    <a:pt x="262140" y="277052"/>
                  </a:cubicBezTo>
                  <a:cubicBezTo>
                    <a:pt x="278555" y="276219"/>
                    <a:pt x="290221" y="285218"/>
                    <a:pt x="295470" y="300383"/>
                  </a:cubicBezTo>
                  <a:cubicBezTo>
                    <a:pt x="298137" y="308049"/>
                    <a:pt x="297720" y="315632"/>
                    <a:pt x="305553" y="319798"/>
                  </a:cubicBezTo>
                  <a:cubicBezTo>
                    <a:pt x="312052" y="323298"/>
                    <a:pt x="322301" y="322215"/>
                    <a:pt x="329384" y="322798"/>
                  </a:cubicBezTo>
                  <a:cubicBezTo>
                    <a:pt x="343383" y="323881"/>
                    <a:pt x="357298" y="324798"/>
                    <a:pt x="371214" y="326465"/>
                  </a:cubicBezTo>
                  <a:cubicBezTo>
                    <a:pt x="397128" y="329464"/>
                    <a:pt x="422626" y="332714"/>
                    <a:pt x="448790" y="333047"/>
                  </a:cubicBezTo>
                  <a:cubicBezTo>
                    <a:pt x="485703" y="333547"/>
                    <a:pt x="539198" y="332381"/>
                    <a:pt x="560030" y="295384"/>
                  </a:cubicBezTo>
                  <a:cubicBezTo>
                    <a:pt x="563696" y="288801"/>
                    <a:pt x="566363" y="281552"/>
                    <a:pt x="567946" y="273886"/>
                  </a:cubicBezTo>
                  <a:cubicBezTo>
                    <a:pt x="594110" y="223724"/>
                    <a:pt x="578612" y="156730"/>
                    <a:pt x="559363" y="107068"/>
                  </a:cubicBezTo>
                  <a:lnTo>
                    <a:pt x="559363" y="107068"/>
                  </a:lnTo>
                  <a:close/>
                  <a:moveTo>
                    <a:pt x="57825" y="94985"/>
                  </a:moveTo>
                  <a:cubicBezTo>
                    <a:pt x="69158" y="91986"/>
                    <a:pt x="80656" y="89486"/>
                    <a:pt x="92072" y="86903"/>
                  </a:cubicBezTo>
                  <a:cubicBezTo>
                    <a:pt x="112320" y="82320"/>
                    <a:pt x="132402" y="77320"/>
                    <a:pt x="152483" y="72237"/>
                  </a:cubicBezTo>
                  <a:cubicBezTo>
                    <a:pt x="162482" y="69738"/>
                    <a:pt x="172482" y="67405"/>
                    <a:pt x="182481" y="64905"/>
                  </a:cubicBezTo>
                  <a:cubicBezTo>
                    <a:pt x="187980" y="63488"/>
                    <a:pt x="193730" y="61238"/>
                    <a:pt x="199479" y="62572"/>
                  </a:cubicBezTo>
                  <a:cubicBezTo>
                    <a:pt x="204729" y="63822"/>
                    <a:pt x="209395" y="68404"/>
                    <a:pt x="214145" y="70821"/>
                  </a:cubicBezTo>
                  <a:cubicBezTo>
                    <a:pt x="228393" y="78320"/>
                    <a:pt x="247391" y="81487"/>
                    <a:pt x="263140" y="78487"/>
                  </a:cubicBezTo>
                  <a:cubicBezTo>
                    <a:pt x="275556" y="76154"/>
                    <a:pt x="292221" y="71904"/>
                    <a:pt x="298720" y="59655"/>
                  </a:cubicBezTo>
                  <a:cubicBezTo>
                    <a:pt x="302053" y="53406"/>
                    <a:pt x="302220" y="41324"/>
                    <a:pt x="307469" y="36157"/>
                  </a:cubicBezTo>
                  <a:cubicBezTo>
                    <a:pt x="311802" y="31908"/>
                    <a:pt x="323301" y="31074"/>
                    <a:pt x="328801" y="29658"/>
                  </a:cubicBezTo>
                  <a:cubicBezTo>
                    <a:pt x="348049" y="24825"/>
                    <a:pt x="368297" y="22659"/>
                    <a:pt x="387962" y="19326"/>
                  </a:cubicBezTo>
                  <a:cubicBezTo>
                    <a:pt x="397961" y="17576"/>
                    <a:pt x="408127" y="16409"/>
                    <a:pt x="418043" y="14409"/>
                  </a:cubicBezTo>
                  <a:cubicBezTo>
                    <a:pt x="427125" y="12576"/>
                    <a:pt x="450373" y="3327"/>
                    <a:pt x="458039" y="8910"/>
                  </a:cubicBezTo>
                  <a:cubicBezTo>
                    <a:pt x="459372" y="9910"/>
                    <a:pt x="460789" y="9410"/>
                    <a:pt x="461789" y="8493"/>
                  </a:cubicBezTo>
                  <a:cubicBezTo>
                    <a:pt x="472455" y="12576"/>
                    <a:pt x="483037" y="20575"/>
                    <a:pt x="489786" y="27075"/>
                  </a:cubicBezTo>
                  <a:cubicBezTo>
                    <a:pt x="500035" y="36907"/>
                    <a:pt x="510034" y="47490"/>
                    <a:pt x="518367" y="59072"/>
                  </a:cubicBezTo>
                  <a:cubicBezTo>
                    <a:pt x="532199" y="78404"/>
                    <a:pt x="543032" y="100318"/>
                    <a:pt x="550531" y="122816"/>
                  </a:cubicBezTo>
                  <a:cubicBezTo>
                    <a:pt x="558863" y="147647"/>
                    <a:pt x="565279" y="175061"/>
                    <a:pt x="566279" y="201143"/>
                  </a:cubicBezTo>
                  <a:cubicBezTo>
                    <a:pt x="566613" y="210142"/>
                    <a:pt x="566196" y="218641"/>
                    <a:pt x="565196" y="226973"/>
                  </a:cubicBezTo>
                  <a:cubicBezTo>
                    <a:pt x="559947" y="208559"/>
                    <a:pt x="549531" y="191977"/>
                    <a:pt x="534699" y="181978"/>
                  </a:cubicBezTo>
                  <a:cubicBezTo>
                    <a:pt x="490370" y="152064"/>
                    <a:pt x="436291" y="147647"/>
                    <a:pt x="385046" y="140065"/>
                  </a:cubicBezTo>
                  <a:cubicBezTo>
                    <a:pt x="325385" y="131232"/>
                    <a:pt x="265640" y="126649"/>
                    <a:pt x="205729" y="120400"/>
                  </a:cubicBezTo>
                  <a:cubicBezTo>
                    <a:pt x="175148" y="117233"/>
                    <a:pt x="144317" y="113984"/>
                    <a:pt x="113820" y="109317"/>
                  </a:cubicBezTo>
                  <a:cubicBezTo>
                    <a:pt x="99405" y="107068"/>
                    <a:pt x="85073" y="104485"/>
                    <a:pt x="70824" y="101651"/>
                  </a:cubicBezTo>
                  <a:cubicBezTo>
                    <a:pt x="63325" y="100152"/>
                    <a:pt x="51409" y="100568"/>
                    <a:pt x="41743" y="98735"/>
                  </a:cubicBezTo>
                  <a:cubicBezTo>
                    <a:pt x="47576" y="97318"/>
                    <a:pt x="53242" y="96235"/>
                    <a:pt x="57825" y="94985"/>
                  </a:cubicBezTo>
                  <a:lnTo>
                    <a:pt x="57825" y="94985"/>
                  </a:lnTo>
                  <a:close/>
                  <a:moveTo>
                    <a:pt x="546615" y="293051"/>
                  </a:moveTo>
                  <a:cubicBezTo>
                    <a:pt x="533449" y="313799"/>
                    <a:pt x="503118" y="318632"/>
                    <a:pt x="480454" y="320298"/>
                  </a:cubicBezTo>
                  <a:cubicBezTo>
                    <a:pt x="435791" y="323631"/>
                    <a:pt x="391545" y="313216"/>
                    <a:pt x="347382" y="308799"/>
                  </a:cubicBezTo>
                  <a:cubicBezTo>
                    <a:pt x="339050" y="307966"/>
                    <a:pt x="324718" y="309633"/>
                    <a:pt x="317385" y="305966"/>
                  </a:cubicBezTo>
                  <a:cubicBezTo>
                    <a:pt x="311136" y="302800"/>
                    <a:pt x="312635" y="302717"/>
                    <a:pt x="310386" y="295717"/>
                  </a:cubicBezTo>
                  <a:cubicBezTo>
                    <a:pt x="309303" y="292301"/>
                    <a:pt x="308136" y="288551"/>
                    <a:pt x="306303" y="285302"/>
                  </a:cubicBezTo>
                  <a:cubicBezTo>
                    <a:pt x="297804" y="270136"/>
                    <a:pt x="280805" y="261137"/>
                    <a:pt x="263640" y="261804"/>
                  </a:cubicBezTo>
                  <a:cubicBezTo>
                    <a:pt x="243475" y="262637"/>
                    <a:pt x="228060" y="276136"/>
                    <a:pt x="208728" y="278385"/>
                  </a:cubicBezTo>
                  <a:cubicBezTo>
                    <a:pt x="188064" y="280802"/>
                    <a:pt x="165732" y="271886"/>
                    <a:pt x="146234" y="266387"/>
                  </a:cubicBezTo>
                  <a:cubicBezTo>
                    <a:pt x="121736" y="259471"/>
                    <a:pt x="97738" y="250805"/>
                    <a:pt x="73241" y="243972"/>
                  </a:cubicBezTo>
                  <a:cubicBezTo>
                    <a:pt x="60908" y="240556"/>
                    <a:pt x="48493" y="238306"/>
                    <a:pt x="35994" y="235556"/>
                  </a:cubicBezTo>
                  <a:cubicBezTo>
                    <a:pt x="30244" y="234306"/>
                    <a:pt x="22245" y="233556"/>
                    <a:pt x="18579" y="228140"/>
                  </a:cubicBezTo>
                  <a:cubicBezTo>
                    <a:pt x="14413" y="222057"/>
                    <a:pt x="17496" y="207808"/>
                    <a:pt x="18245" y="201226"/>
                  </a:cubicBezTo>
                  <a:cubicBezTo>
                    <a:pt x="20912" y="177311"/>
                    <a:pt x="24661" y="153480"/>
                    <a:pt x="26661" y="129566"/>
                  </a:cubicBezTo>
                  <a:cubicBezTo>
                    <a:pt x="27078" y="124316"/>
                    <a:pt x="27495" y="118983"/>
                    <a:pt x="27911" y="113734"/>
                  </a:cubicBezTo>
                  <a:cubicBezTo>
                    <a:pt x="27995" y="112984"/>
                    <a:pt x="27745" y="108984"/>
                    <a:pt x="27661" y="105734"/>
                  </a:cubicBezTo>
                  <a:cubicBezTo>
                    <a:pt x="31328" y="106734"/>
                    <a:pt x="34911" y="106734"/>
                    <a:pt x="39077" y="106901"/>
                  </a:cubicBezTo>
                  <a:cubicBezTo>
                    <a:pt x="49993" y="107234"/>
                    <a:pt x="60742" y="108484"/>
                    <a:pt x="71491" y="110401"/>
                  </a:cubicBezTo>
                  <a:cubicBezTo>
                    <a:pt x="95238" y="114650"/>
                    <a:pt x="118820" y="119150"/>
                    <a:pt x="142818" y="122066"/>
                  </a:cubicBezTo>
                  <a:cubicBezTo>
                    <a:pt x="189730" y="127899"/>
                    <a:pt x="236976" y="132815"/>
                    <a:pt x="283805" y="139315"/>
                  </a:cubicBezTo>
                  <a:cubicBezTo>
                    <a:pt x="330051" y="145731"/>
                    <a:pt x="376213" y="153897"/>
                    <a:pt x="422292" y="161313"/>
                  </a:cubicBezTo>
                  <a:cubicBezTo>
                    <a:pt x="444374" y="164896"/>
                    <a:pt x="466538" y="169645"/>
                    <a:pt x="487620" y="177145"/>
                  </a:cubicBezTo>
                  <a:cubicBezTo>
                    <a:pt x="511451" y="185727"/>
                    <a:pt x="538365" y="197643"/>
                    <a:pt x="547781" y="222974"/>
                  </a:cubicBezTo>
                  <a:cubicBezTo>
                    <a:pt x="553114" y="237389"/>
                    <a:pt x="556530" y="255888"/>
                    <a:pt x="554030" y="272469"/>
                  </a:cubicBezTo>
                  <a:cubicBezTo>
                    <a:pt x="553864" y="272886"/>
                    <a:pt x="553780" y="273219"/>
                    <a:pt x="553614" y="273636"/>
                  </a:cubicBezTo>
                  <a:cubicBezTo>
                    <a:pt x="553197" y="274636"/>
                    <a:pt x="553197" y="275552"/>
                    <a:pt x="553281" y="276386"/>
                  </a:cubicBezTo>
                  <a:cubicBezTo>
                    <a:pt x="552031" y="282385"/>
                    <a:pt x="549864" y="287968"/>
                    <a:pt x="546615" y="293051"/>
                  </a:cubicBezTo>
                  <a:lnTo>
                    <a:pt x="546615" y="293051"/>
                  </a:lnTo>
                  <a:close/>
                </a:path>
              </a:pathLst>
            </a:custGeom>
            <a:grpFill/>
            <a:ln w="8332" cap="flat">
              <a:noFill/>
              <a:prstDash val="solid"/>
              <a:miter/>
            </a:ln>
          </p:spPr>
          <p:txBody>
            <a:bodyPr rtlCol="0" anchor="ctr"/>
            <a:lstStyle/>
            <a:p>
              <a:endParaRPr lang="en-US"/>
            </a:p>
          </p:txBody>
        </p:sp>
        <p:sp>
          <p:nvSpPr>
            <p:cNvPr id="1662" name="Freeform: Shape 1661"/>
            <p:cNvSpPr/>
            <p:nvPr/>
          </p:nvSpPr>
          <p:spPr>
            <a:xfrm>
              <a:off x="2841456" y="715266"/>
              <a:ext cx="109988" cy="99737"/>
            </a:xfrm>
            <a:custGeom>
              <a:avLst/>
              <a:gdLst>
                <a:gd name="connsiteX0" fmla="*/ 64553 w 109988"/>
                <a:gd name="connsiteY0" fmla="*/ 263 h 99737"/>
                <a:gd name="connsiteX1" fmla="*/ 14058 w 109988"/>
                <a:gd name="connsiteY1" fmla="*/ 24178 h 99737"/>
                <a:gd name="connsiteX2" fmla="*/ 13975 w 109988"/>
                <a:gd name="connsiteY2" fmla="*/ 24261 h 99737"/>
                <a:gd name="connsiteX3" fmla="*/ 3725 w 109988"/>
                <a:gd name="connsiteY3" fmla="*/ 68840 h 99737"/>
                <a:gd name="connsiteX4" fmla="*/ 99217 w 109988"/>
                <a:gd name="connsiteY4" fmla="*/ 80506 h 99737"/>
                <a:gd name="connsiteX5" fmla="*/ 64553 w 109988"/>
                <a:gd name="connsiteY5" fmla="*/ 263 h 99737"/>
                <a:gd name="connsiteX6" fmla="*/ 64553 w 109988"/>
                <a:gd name="connsiteY6" fmla="*/ 263 h 99737"/>
                <a:gd name="connsiteX7" fmla="*/ 86801 w 109988"/>
                <a:gd name="connsiteY7" fmla="*/ 75506 h 99737"/>
                <a:gd name="connsiteX8" fmla="*/ 41139 w 109988"/>
                <a:gd name="connsiteY8" fmla="*/ 85839 h 99737"/>
                <a:gd name="connsiteX9" fmla="*/ 94800 w 109988"/>
                <a:gd name="connsiteY9" fmla="*/ 61008 h 99737"/>
                <a:gd name="connsiteX10" fmla="*/ 92134 w 109988"/>
                <a:gd name="connsiteY10" fmla="*/ 58425 h 99737"/>
                <a:gd name="connsiteX11" fmla="*/ 13558 w 109988"/>
                <a:gd name="connsiteY11" fmla="*/ 64591 h 99737"/>
                <a:gd name="connsiteX12" fmla="*/ 14308 w 109988"/>
                <a:gd name="connsiteY12" fmla="*/ 63007 h 99737"/>
                <a:gd name="connsiteX13" fmla="*/ 13641 w 109988"/>
                <a:gd name="connsiteY13" fmla="*/ 42176 h 99737"/>
                <a:gd name="connsiteX14" fmla="*/ 24640 w 109988"/>
                <a:gd name="connsiteY14" fmla="*/ 25011 h 99737"/>
                <a:gd name="connsiteX15" fmla="*/ 63303 w 109988"/>
                <a:gd name="connsiteY15" fmla="*/ 11179 h 99737"/>
                <a:gd name="connsiteX16" fmla="*/ 86801 w 109988"/>
                <a:gd name="connsiteY16" fmla="*/ 75506 h 99737"/>
                <a:gd name="connsiteX17" fmla="*/ 86801 w 109988"/>
                <a:gd name="connsiteY17" fmla="*/ 75506 h 99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9988" h="99737">
                  <a:moveTo>
                    <a:pt x="64553" y="263"/>
                  </a:moveTo>
                  <a:cubicBezTo>
                    <a:pt x="46472" y="-1820"/>
                    <a:pt x="25473" y="8679"/>
                    <a:pt x="14058" y="24178"/>
                  </a:cubicBezTo>
                  <a:lnTo>
                    <a:pt x="13975" y="24261"/>
                  </a:lnTo>
                  <a:cubicBezTo>
                    <a:pt x="1642" y="36843"/>
                    <a:pt x="-4441" y="52342"/>
                    <a:pt x="3725" y="68840"/>
                  </a:cubicBezTo>
                  <a:cubicBezTo>
                    <a:pt x="20890" y="103504"/>
                    <a:pt x="74969" y="111253"/>
                    <a:pt x="99217" y="80506"/>
                  </a:cubicBezTo>
                  <a:cubicBezTo>
                    <a:pt x="123548" y="49342"/>
                    <a:pt x="104383" y="4929"/>
                    <a:pt x="64553" y="263"/>
                  </a:cubicBezTo>
                  <a:lnTo>
                    <a:pt x="64553" y="263"/>
                  </a:lnTo>
                  <a:close/>
                  <a:moveTo>
                    <a:pt x="86801" y="75506"/>
                  </a:moveTo>
                  <a:cubicBezTo>
                    <a:pt x="75552" y="88255"/>
                    <a:pt x="57304" y="90672"/>
                    <a:pt x="41139" y="85839"/>
                  </a:cubicBezTo>
                  <a:cubicBezTo>
                    <a:pt x="62470" y="87589"/>
                    <a:pt x="82885" y="78673"/>
                    <a:pt x="94800" y="61008"/>
                  </a:cubicBezTo>
                  <a:cubicBezTo>
                    <a:pt x="95800" y="59508"/>
                    <a:pt x="93634" y="57258"/>
                    <a:pt x="92134" y="58425"/>
                  </a:cubicBezTo>
                  <a:cubicBezTo>
                    <a:pt x="71053" y="75090"/>
                    <a:pt x="34639" y="86505"/>
                    <a:pt x="13558" y="64591"/>
                  </a:cubicBezTo>
                  <a:cubicBezTo>
                    <a:pt x="13975" y="64091"/>
                    <a:pt x="14225" y="63591"/>
                    <a:pt x="14308" y="63007"/>
                  </a:cubicBezTo>
                  <a:cubicBezTo>
                    <a:pt x="14974" y="56591"/>
                    <a:pt x="11975" y="48092"/>
                    <a:pt x="13641" y="42176"/>
                  </a:cubicBezTo>
                  <a:cubicBezTo>
                    <a:pt x="15474" y="35593"/>
                    <a:pt x="20474" y="30094"/>
                    <a:pt x="24640" y="25011"/>
                  </a:cubicBezTo>
                  <a:cubicBezTo>
                    <a:pt x="34139" y="13595"/>
                    <a:pt x="48388" y="8096"/>
                    <a:pt x="63303" y="11179"/>
                  </a:cubicBezTo>
                  <a:cubicBezTo>
                    <a:pt x="94051" y="17512"/>
                    <a:pt x="107883" y="51675"/>
                    <a:pt x="86801" y="75506"/>
                  </a:cubicBezTo>
                  <a:lnTo>
                    <a:pt x="86801" y="75506"/>
                  </a:lnTo>
                  <a:close/>
                </a:path>
              </a:pathLst>
            </a:custGeom>
            <a:grpFill/>
            <a:ln w="8332" cap="flat">
              <a:noFill/>
              <a:prstDash val="solid"/>
              <a:miter/>
            </a:ln>
          </p:spPr>
          <p:txBody>
            <a:bodyPr rtlCol="0" anchor="ctr"/>
            <a:lstStyle/>
            <a:p>
              <a:endParaRPr lang="en-US"/>
            </a:p>
          </p:txBody>
        </p:sp>
        <p:sp>
          <p:nvSpPr>
            <p:cNvPr id="1663" name="Freeform: Shape 1662"/>
            <p:cNvSpPr/>
            <p:nvPr/>
          </p:nvSpPr>
          <p:spPr>
            <a:xfrm>
              <a:off x="2626254" y="676946"/>
              <a:ext cx="114681" cy="92106"/>
            </a:xfrm>
            <a:custGeom>
              <a:avLst/>
              <a:gdLst>
                <a:gd name="connsiteX0" fmla="*/ 87606 w 114681"/>
                <a:gd name="connsiteY0" fmla="*/ 2670 h 92106"/>
                <a:gd name="connsiteX1" fmla="*/ 27612 w 114681"/>
                <a:gd name="connsiteY1" fmla="*/ 11086 h 92106"/>
                <a:gd name="connsiteX2" fmla="*/ 9780 w 114681"/>
                <a:gd name="connsiteY2" fmla="*/ 25418 h 92106"/>
                <a:gd name="connsiteX3" fmla="*/ 531 w 114681"/>
                <a:gd name="connsiteY3" fmla="*/ 55248 h 92106"/>
                <a:gd name="connsiteX4" fmla="*/ 87523 w 114681"/>
                <a:gd name="connsiteY4" fmla="*/ 85079 h 92106"/>
                <a:gd name="connsiteX5" fmla="*/ 87606 w 114681"/>
                <a:gd name="connsiteY5" fmla="*/ 2670 h 92106"/>
                <a:gd name="connsiteX6" fmla="*/ 87606 w 114681"/>
                <a:gd name="connsiteY6" fmla="*/ 2670 h 92106"/>
                <a:gd name="connsiteX7" fmla="*/ 68608 w 114681"/>
                <a:gd name="connsiteY7" fmla="*/ 78913 h 92106"/>
                <a:gd name="connsiteX8" fmla="*/ 13696 w 114681"/>
                <a:gd name="connsiteY8" fmla="*/ 60081 h 92106"/>
                <a:gd name="connsiteX9" fmla="*/ 78107 w 114681"/>
                <a:gd name="connsiteY9" fmla="*/ 22668 h 92106"/>
                <a:gd name="connsiteX10" fmla="*/ 78524 w 114681"/>
                <a:gd name="connsiteY10" fmla="*/ 18585 h 92106"/>
                <a:gd name="connsiteX11" fmla="*/ 10280 w 114681"/>
                <a:gd name="connsiteY11" fmla="*/ 50082 h 92106"/>
                <a:gd name="connsiteX12" fmla="*/ 12113 w 114681"/>
                <a:gd name="connsiteY12" fmla="*/ 38833 h 92106"/>
                <a:gd name="connsiteX13" fmla="*/ 29278 w 114681"/>
                <a:gd name="connsiteY13" fmla="*/ 19585 h 92106"/>
                <a:gd name="connsiteX14" fmla="*/ 38860 w 114681"/>
                <a:gd name="connsiteY14" fmla="*/ 16502 h 92106"/>
                <a:gd name="connsiteX15" fmla="*/ 87189 w 114681"/>
                <a:gd name="connsiteY15" fmla="*/ 14752 h 92106"/>
                <a:gd name="connsiteX16" fmla="*/ 68608 w 114681"/>
                <a:gd name="connsiteY16" fmla="*/ 78913 h 92106"/>
                <a:gd name="connsiteX17" fmla="*/ 68608 w 114681"/>
                <a:gd name="connsiteY17" fmla="*/ 78913 h 92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681" h="92106">
                  <a:moveTo>
                    <a:pt x="87606" y="2670"/>
                  </a:moveTo>
                  <a:cubicBezTo>
                    <a:pt x="67941" y="-4080"/>
                    <a:pt x="45860" y="3170"/>
                    <a:pt x="27612" y="11086"/>
                  </a:cubicBezTo>
                  <a:cubicBezTo>
                    <a:pt x="19529" y="14585"/>
                    <a:pt x="13779" y="19418"/>
                    <a:pt x="9780" y="25418"/>
                  </a:cubicBezTo>
                  <a:cubicBezTo>
                    <a:pt x="2697" y="33750"/>
                    <a:pt x="-1552" y="44333"/>
                    <a:pt x="531" y="55248"/>
                  </a:cubicBezTo>
                  <a:cubicBezTo>
                    <a:pt x="7280" y="90162"/>
                    <a:pt x="60442" y="100661"/>
                    <a:pt x="87523" y="85079"/>
                  </a:cubicBezTo>
                  <a:cubicBezTo>
                    <a:pt x="119520" y="66581"/>
                    <a:pt x="127686" y="16419"/>
                    <a:pt x="87606" y="2670"/>
                  </a:cubicBezTo>
                  <a:lnTo>
                    <a:pt x="87606" y="2670"/>
                  </a:lnTo>
                  <a:close/>
                  <a:moveTo>
                    <a:pt x="68608" y="78913"/>
                  </a:moveTo>
                  <a:cubicBezTo>
                    <a:pt x="52692" y="82579"/>
                    <a:pt x="23612" y="75913"/>
                    <a:pt x="13696" y="60081"/>
                  </a:cubicBezTo>
                  <a:cubicBezTo>
                    <a:pt x="18362" y="30667"/>
                    <a:pt x="54359" y="26418"/>
                    <a:pt x="78107" y="22668"/>
                  </a:cubicBezTo>
                  <a:cubicBezTo>
                    <a:pt x="80190" y="22335"/>
                    <a:pt x="81107" y="18835"/>
                    <a:pt x="78524" y="18585"/>
                  </a:cubicBezTo>
                  <a:cubicBezTo>
                    <a:pt x="54443" y="15919"/>
                    <a:pt x="16446" y="23668"/>
                    <a:pt x="10280" y="50082"/>
                  </a:cubicBezTo>
                  <a:cubicBezTo>
                    <a:pt x="10030" y="46583"/>
                    <a:pt x="10530" y="42833"/>
                    <a:pt x="12113" y="38833"/>
                  </a:cubicBezTo>
                  <a:cubicBezTo>
                    <a:pt x="15613" y="29834"/>
                    <a:pt x="21779" y="23834"/>
                    <a:pt x="29278" y="19585"/>
                  </a:cubicBezTo>
                  <a:cubicBezTo>
                    <a:pt x="32444" y="18418"/>
                    <a:pt x="35777" y="17585"/>
                    <a:pt x="38860" y="16502"/>
                  </a:cubicBezTo>
                  <a:cubicBezTo>
                    <a:pt x="54109" y="11336"/>
                    <a:pt x="71774" y="7086"/>
                    <a:pt x="87189" y="14752"/>
                  </a:cubicBezTo>
                  <a:cubicBezTo>
                    <a:pt x="119520" y="30667"/>
                    <a:pt x="95272" y="72747"/>
                    <a:pt x="68608" y="78913"/>
                  </a:cubicBezTo>
                  <a:lnTo>
                    <a:pt x="68608" y="78913"/>
                  </a:lnTo>
                  <a:close/>
                </a:path>
              </a:pathLst>
            </a:custGeom>
            <a:grpFill/>
            <a:ln w="8332" cap="flat">
              <a:noFill/>
              <a:prstDash val="solid"/>
              <a:miter/>
            </a:ln>
          </p:spPr>
          <p:txBody>
            <a:bodyPr rtlCol="0" anchor="ctr"/>
            <a:lstStyle/>
            <a:p>
              <a:endParaRPr lang="en-US"/>
            </a:p>
          </p:txBody>
        </p:sp>
        <p:sp>
          <p:nvSpPr>
            <p:cNvPr id="1664" name="Freeform: Shape 1663"/>
            <p:cNvSpPr/>
            <p:nvPr/>
          </p:nvSpPr>
          <p:spPr>
            <a:xfrm>
              <a:off x="2976272" y="758150"/>
              <a:ext cx="58201" cy="48781"/>
            </a:xfrm>
            <a:custGeom>
              <a:avLst/>
              <a:gdLst>
                <a:gd name="connsiteX0" fmla="*/ 57559 w 58201"/>
                <a:gd name="connsiteY0" fmla="*/ 22457 h 48781"/>
                <a:gd name="connsiteX1" fmla="*/ 49060 w 58201"/>
                <a:gd name="connsiteY1" fmla="*/ 22624 h 48781"/>
                <a:gd name="connsiteX2" fmla="*/ 11980 w 58201"/>
                <a:gd name="connsiteY2" fmla="*/ 31706 h 48781"/>
                <a:gd name="connsiteX3" fmla="*/ 20729 w 58201"/>
                <a:gd name="connsiteY3" fmla="*/ 8708 h 48781"/>
                <a:gd name="connsiteX4" fmla="*/ 42144 w 58201"/>
                <a:gd name="connsiteY4" fmla="*/ 8958 h 48781"/>
                <a:gd name="connsiteX5" fmla="*/ 44310 w 58201"/>
                <a:gd name="connsiteY5" fmla="*/ 5042 h 48781"/>
                <a:gd name="connsiteX6" fmla="*/ 10897 w 58201"/>
                <a:gd name="connsiteY6" fmla="*/ 5209 h 48781"/>
                <a:gd name="connsiteX7" fmla="*/ 3064 w 58201"/>
                <a:gd name="connsiteY7" fmla="*/ 35873 h 48781"/>
                <a:gd name="connsiteX8" fmla="*/ 33894 w 58201"/>
                <a:gd name="connsiteY8" fmla="*/ 48038 h 48781"/>
                <a:gd name="connsiteX9" fmla="*/ 57559 w 58201"/>
                <a:gd name="connsiteY9" fmla="*/ 22457 h 48781"/>
                <a:gd name="connsiteX10" fmla="*/ 57559 w 58201"/>
                <a:gd name="connsiteY10" fmla="*/ 22457 h 4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8201" h="48781">
                  <a:moveTo>
                    <a:pt x="57559" y="22457"/>
                  </a:moveTo>
                  <a:cubicBezTo>
                    <a:pt x="56392" y="18124"/>
                    <a:pt x="50060" y="18457"/>
                    <a:pt x="49060" y="22624"/>
                  </a:cubicBezTo>
                  <a:cubicBezTo>
                    <a:pt x="45310" y="37372"/>
                    <a:pt x="21645" y="45122"/>
                    <a:pt x="11980" y="31706"/>
                  </a:cubicBezTo>
                  <a:cubicBezTo>
                    <a:pt x="5397" y="22540"/>
                    <a:pt x="11563" y="12875"/>
                    <a:pt x="20729" y="8708"/>
                  </a:cubicBezTo>
                  <a:cubicBezTo>
                    <a:pt x="28395" y="5209"/>
                    <a:pt x="34644" y="5125"/>
                    <a:pt x="42144" y="8958"/>
                  </a:cubicBezTo>
                  <a:cubicBezTo>
                    <a:pt x="44727" y="10292"/>
                    <a:pt x="46727" y="6625"/>
                    <a:pt x="44310" y="5042"/>
                  </a:cubicBezTo>
                  <a:cubicBezTo>
                    <a:pt x="33811" y="-1791"/>
                    <a:pt x="21562" y="-1624"/>
                    <a:pt x="10897" y="5209"/>
                  </a:cubicBezTo>
                  <a:cubicBezTo>
                    <a:pt x="981" y="11541"/>
                    <a:pt x="-3435" y="25623"/>
                    <a:pt x="3064" y="35873"/>
                  </a:cubicBezTo>
                  <a:cubicBezTo>
                    <a:pt x="10397" y="47455"/>
                    <a:pt x="20729" y="50371"/>
                    <a:pt x="33894" y="48038"/>
                  </a:cubicBezTo>
                  <a:cubicBezTo>
                    <a:pt x="46060" y="45872"/>
                    <a:pt x="61559" y="37122"/>
                    <a:pt x="57559" y="22457"/>
                  </a:cubicBezTo>
                  <a:lnTo>
                    <a:pt x="57559" y="22457"/>
                  </a:lnTo>
                  <a:close/>
                </a:path>
              </a:pathLst>
            </a:custGeom>
            <a:grpFill/>
            <a:ln w="8332" cap="flat">
              <a:noFill/>
              <a:prstDash val="solid"/>
              <a:miter/>
            </a:ln>
          </p:spPr>
          <p:txBody>
            <a:bodyPr rtlCol="0" anchor="ctr"/>
            <a:lstStyle/>
            <a:p>
              <a:endParaRPr lang="en-US"/>
            </a:p>
          </p:txBody>
        </p:sp>
        <p:sp>
          <p:nvSpPr>
            <p:cNvPr id="1665" name="Freeform: Shape 1664"/>
            <p:cNvSpPr/>
            <p:nvPr/>
          </p:nvSpPr>
          <p:spPr>
            <a:xfrm>
              <a:off x="-143320" y="2199917"/>
              <a:ext cx="569765" cy="444349"/>
            </a:xfrm>
            <a:custGeom>
              <a:avLst/>
              <a:gdLst>
                <a:gd name="connsiteX0" fmla="*/ 4272 w 569765"/>
                <a:gd name="connsiteY0" fmla="*/ 183878 h 444349"/>
                <a:gd name="connsiteX1" fmla="*/ 22 w 569765"/>
                <a:gd name="connsiteY1" fmla="*/ 206376 h 444349"/>
                <a:gd name="connsiteX2" fmla="*/ 76099 w 569765"/>
                <a:gd name="connsiteY2" fmla="*/ 295701 h 444349"/>
                <a:gd name="connsiteX3" fmla="*/ 146092 w 569765"/>
                <a:gd name="connsiteY3" fmla="*/ 329865 h 444349"/>
                <a:gd name="connsiteX4" fmla="*/ 183922 w 569765"/>
                <a:gd name="connsiteY4" fmla="*/ 348197 h 444349"/>
                <a:gd name="connsiteX5" fmla="*/ 205920 w 569765"/>
                <a:gd name="connsiteY5" fmla="*/ 357863 h 444349"/>
                <a:gd name="connsiteX6" fmla="*/ 224502 w 569765"/>
                <a:gd name="connsiteY6" fmla="*/ 346364 h 444349"/>
                <a:gd name="connsiteX7" fmla="*/ 265165 w 569765"/>
                <a:gd name="connsiteY7" fmla="*/ 343447 h 444349"/>
                <a:gd name="connsiteX8" fmla="*/ 290746 w 569765"/>
                <a:gd name="connsiteY8" fmla="*/ 372861 h 444349"/>
                <a:gd name="connsiteX9" fmla="*/ 314494 w 569765"/>
                <a:gd name="connsiteY9" fmla="*/ 390693 h 444349"/>
                <a:gd name="connsiteX10" fmla="*/ 455148 w 569765"/>
                <a:gd name="connsiteY10" fmla="*/ 432189 h 444349"/>
                <a:gd name="connsiteX11" fmla="*/ 510893 w 569765"/>
                <a:gd name="connsiteY11" fmla="*/ 439022 h 444349"/>
                <a:gd name="connsiteX12" fmla="*/ 526975 w 569765"/>
                <a:gd name="connsiteY12" fmla="*/ 413274 h 444349"/>
                <a:gd name="connsiteX13" fmla="*/ 541557 w 569765"/>
                <a:gd name="connsiteY13" fmla="*/ 379694 h 444349"/>
                <a:gd name="connsiteX14" fmla="*/ 557972 w 569765"/>
                <a:gd name="connsiteY14" fmla="*/ 341031 h 444349"/>
                <a:gd name="connsiteX15" fmla="*/ 569221 w 569765"/>
                <a:gd name="connsiteY15" fmla="*/ 319199 h 444349"/>
                <a:gd name="connsiteX16" fmla="*/ 564638 w 569765"/>
                <a:gd name="connsiteY16" fmla="*/ 305451 h 444349"/>
                <a:gd name="connsiteX17" fmla="*/ 558888 w 569765"/>
                <a:gd name="connsiteY17" fmla="*/ 300034 h 444349"/>
                <a:gd name="connsiteX18" fmla="*/ 549556 w 569765"/>
                <a:gd name="connsiteY18" fmla="*/ 290119 h 444349"/>
                <a:gd name="connsiteX19" fmla="*/ 526391 w 569765"/>
                <a:gd name="connsiteY19" fmla="*/ 266704 h 444349"/>
                <a:gd name="connsiteX20" fmla="*/ 473729 w 569765"/>
                <a:gd name="connsiteY20" fmla="*/ 214875 h 444349"/>
                <a:gd name="connsiteX21" fmla="*/ 450648 w 569765"/>
                <a:gd name="connsiteY21" fmla="*/ 191044 h 444349"/>
                <a:gd name="connsiteX22" fmla="*/ 433233 w 569765"/>
                <a:gd name="connsiteY22" fmla="*/ 176462 h 444349"/>
                <a:gd name="connsiteX23" fmla="*/ 406902 w 569765"/>
                <a:gd name="connsiteY23" fmla="*/ 171463 h 444349"/>
                <a:gd name="connsiteX24" fmla="*/ 373405 w 569765"/>
                <a:gd name="connsiteY24" fmla="*/ 153214 h 444349"/>
                <a:gd name="connsiteX25" fmla="*/ 365573 w 569765"/>
                <a:gd name="connsiteY25" fmla="*/ 129383 h 444349"/>
                <a:gd name="connsiteX26" fmla="*/ 367572 w 569765"/>
                <a:gd name="connsiteY26" fmla="*/ 109468 h 444349"/>
                <a:gd name="connsiteX27" fmla="*/ 351657 w 569765"/>
                <a:gd name="connsiteY27" fmla="*/ 90720 h 444349"/>
                <a:gd name="connsiteX28" fmla="*/ 331576 w 569765"/>
                <a:gd name="connsiteY28" fmla="*/ 73721 h 444349"/>
                <a:gd name="connsiteX29" fmla="*/ 277164 w 569765"/>
                <a:gd name="connsiteY29" fmla="*/ 32725 h 444349"/>
                <a:gd name="connsiteX30" fmla="*/ 250083 w 569765"/>
                <a:gd name="connsiteY30" fmla="*/ 12144 h 444349"/>
                <a:gd name="connsiteX31" fmla="*/ 233834 w 569765"/>
                <a:gd name="connsiteY31" fmla="*/ 5978 h 444349"/>
                <a:gd name="connsiteX32" fmla="*/ 167424 w 569765"/>
                <a:gd name="connsiteY32" fmla="*/ 8311 h 444349"/>
                <a:gd name="connsiteX33" fmla="*/ 97180 w 569765"/>
                <a:gd name="connsiteY33" fmla="*/ 44974 h 444349"/>
                <a:gd name="connsiteX34" fmla="*/ 4272 w 569765"/>
                <a:gd name="connsiteY34" fmla="*/ 183878 h 444349"/>
                <a:gd name="connsiteX35" fmla="*/ 4272 w 569765"/>
                <a:gd name="connsiteY35" fmla="*/ 183878 h 444349"/>
                <a:gd name="connsiteX36" fmla="*/ 545140 w 569765"/>
                <a:gd name="connsiteY36" fmla="*/ 303284 h 444349"/>
                <a:gd name="connsiteX37" fmla="*/ 518725 w 569765"/>
                <a:gd name="connsiteY37" fmla="*/ 290869 h 444349"/>
                <a:gd name="connsiteX38" fmla="*/ 477896 w 569765"/>
                <a:gd name="connsiteY38" fmla="*/ 275370 h 444349"/>
                <a:gd name="connsiteX39" fmla="*/ 393403 w 569765"/>
                <a:gd name="connsiteY39" fmla="*/ 237707 h 444349"/>
                <a:gd name="connsiteX40" fmla="*/ 229418 w 569765"/>
                <a:gd name="connsiteY40" fmla="*/ 162630 h 444349"/>
                <a:gd name="connsiteX41" fmla="*/ 79432 w 569765"/>
                <a:gd name="connsiteY41" fmla="*/ 121800 h 444349"/>
                <a:gd name="connsiteX42" fmla="*/ 30186 w 569765"/>
                <a:gd name="connsiteY42" fmla="*/ 144715 h 444349"/>
                <a:gd name="connsiteX43" fmla="*/ 42518 w 569765"/>
                <a:gd name="connsiteY43" fmla="*/ 121967 h 444349"/>
                <a:gd name="connsiteX44" fmla="*/ 96263 w 569765"/>
                <a:gd name="connsiteY44" fmla="*/ 62806 h 444349"/>
                <a:gd name="connsiteX45" fmla="*/ 156591 w 569765"/>
                <a:gd name="connsiteY45" fmla="*/ 24642 h 444349"/>
                <a:gd name="connsiteX46" fmla="*/ 197504 w 569765"/>
                <a:gd name="connsiteY46" fmla="*/ 11810 h 444349"/>
                <a:gd name="connsiteX47" fmla="*/ 231085 w 569765"/>
                <a:gd name="connsiteY47" fmla="*/ 10227 h 444349"/>
                <a:gd name="connsiteX48" fmla="*/ 234084 w 569765"/>
                <a:gd name="connsiteY48" fmla="*/ 12477 h 444349"/>
                <a:gd name="connsiteX49" fmla="*/ 265582 w 569765"/>
                <a:gd name="connsiteY49" fmla="*/ 37725 h 444349"/>
                <a:gd name="connsiteX50" fmla="*/ 288913 w 569765"/>
                <a:gd name="connsiteY50" fmla="*/ 57390 h 444349"/>
                <a:gd name="connsiteX51" fmla="*/ 334325 w 569765"/>
                <a:gd name="connsiteY51" fmla="*/ 96636 h 444349"/>
                <a:gd name="connsiteX52" fmla="*/ 349324 w 569765"/>
                <a:gd name="connsiteY52" fmla="*/ 113134 h 444349"/>
                <a:gd name="connsiteX53" fmla="*/ 344741 w 569765"/>
                <a:gd name="connsiteY53" fmla="*/ 137799 h 444349"/>
                <a:gd name="connsiteX54" fmla="*/ 365656 w 569765"/>
                <a:gd name="connsiteY54" fmla="*/ 172296 h 444349"/>
                <a:gd name="connsiteX55" fmla="*/ 411652 w 569765"/>
                <a:gd name="connsiteY55" fmla="*/ 190878 h 444349"/>
                <a:gd name="connsiteX56" fmla="*/ 428484 w 569765"/>
                <a:gd name="connsiteY56" fmla="*/ 191294 h 444349"/>
                <a:gd name="connsiteX57" fmla="*/ 441899 w 569765"/>
                <a:gd name="connsiteY57" fmla="*/ 201960 h 444349"/>
                <a:gd name="connsiteX58" fmla="*/ 463897 w 569765"/>
                <a:gd name="connsiteY58" fmla="*/ 223625 h 444349"/>
                <a:gd name="connsiteX59" fmla="*/ 508226 w 569765"/>
                <a:gd name="connsiteY59" fmla="*/ 267204 h 444349"/>
                <a:gd name="connsiteX60" fmla="*/ 533474 w 569765"/>
                <a:gd name="connsiteY60" fmla="*/ 291785 h 444349"/>
                <a:gd name="connsiteX61" fmla="*/ 545140 w 569765"/>
                <a:gd name="connsiteY61" fmla="*/ 303284 h 444349"/>
                <a:gd name="connsiteX62" fmla="*/ 545140 w 569765"/>
                <a:gd name="connsiteY62" fmla="*/ 303284 h 444349"/>
                <a:gd name="connsiteX63" fmla="*/ 15187 w 569765"/>
                <a:gd name="connsiteY63" fmla="*/ 193544 h 444349"/>
                <a:gd name="connsiteX64" fmla="*/ 16354 w 569765"/>
                <a:gd name="connsiteY64" fmla="*/ 190961 h 444349"/>
                <a:gd name="connsiteX65" fmla="*/ 16604 w 569765"/>
                <a:gd name="connsiteY65" fmla="*/ 189794 h 444349"/>
                <a:gd name="connsiteX66" fmla="*/ 47351 w 569765"/>
                <a:gd name="connsiteY66" fmla="*/ 150548 h 444349"/>
                <a:gd name="connsiteX67" fmla="*/ 122511 w 569765"/>
                <a:gd name="connsiteY67" fmla="*/ 142049 h 444349"/>
                <a:gd name="connsiteX68" fmla="*/ 186672 w 569765"/>
                <a:gd name="connsiteY68" fmla="*/ 161964 h 444349"/>
                <a:gd name="connsiteX69" fmla="*/ 316827 w 569765"/>
                <a:gd name="connsiteY69" fmla="*/ 214126 h 444349"/>
                <a:gd name="connsiteX70" fmla="*/ 446649 w 569765"/>
                <a:gd name="connsiteY70" fmla="*/ 271620 h 444349"/>
                <a:gd name="connsiteX71" fmla="*/ 513809 w 569765"/>
                <a:gd name="connsiteY71" fmla="*/ 298201 h 444349"/>
                <a:gd name="connsiteX72" fmla="*/ 543473 w 569765"/>
                <a:gd name="connsiteY72" fmla="*/ 311783 h 444349"/>
                <a:gd name="connsiteX73" fmla="*/ 553889 w 569765"/>
                <a:gd name="connsiteY73" fmla="*/ 316700 h 444349"/>
                <a:gd name="connsiteX74" fmla="*/ 549639 w 569765"/>
                <a:gd name="connsiteY74" fmla="*/ 323449 h 444349"/>
                <a:gd name="connsiteX75" fmla="*/ 542557 w 569765"/>
                <a:gd name="connsiteY75" fmla="*/ 337698 h 444349"/>
                <a:gd name="connsiteX76" fmla="*/ 512976 w 569765"/>
                <a:gd name="connsiteY76" fmla="*/ 403525 h 444349"/>
                <a:gd name="connsiteX77" fmla="*/ 498894 w 569765"/>
                <a:gd name="connsiteY77" fmla="*/ 426440 h 444349"/>
                <a:gd name="connsiteX78" fmla="*/ 480146 w 569765"/>
                <a:gd name="connsiteY78" fmla="*/ 423857 h 444349"/>
                <a:gd name="connsiteX79" fmla="*/ 443815 w 569765"/>
                <a:gd name="connsiteY79" fmla="*/ 412024 h 444349"/>
                <a:gd name="connsiteX80" fmla="*/ 369655 w 569765"/>
                <a:gd name="connsiteY80" fmla="*/ 393776 h 444349"/>
                <a:gd name="connsiteX81" fmla="*/ 309911 w 569765"/>
                <a:gd name="connsiteY81" fmla="*/ 372028 h 444349"/>
                <a:gd name="connsiteX82" fmla="*/ 271331 w 569765"/>
                <a:gd name="connsiteY82" fmla="*/ 329532 h 444349"/>
                <a:gd name="connsiteX83" fmla="*/ 222669 w 569765"/>
                <a:gd name="connsiteY83" fmla="*/ 327782 h 444349"/>
                <a:gd name="connsiteX84" fmla="*/ 213836 w 569765"/>
                <a:gd name="connsiteY84" fmla="*/ 334615 h 444349"/>
                <a:gd name="connsiteX85" fmla="*/ 202587 w 569765"/>
                <a:gd name="connsiteY85" fmla="*/ 339864 h 444349"/>
                <a:gd name="connsiteX86" fmla="*/ 175423 w 569765"/>
                <a:gd name="connsiteY86" fmla="*/ 326949 h 444349"/>
                <a:gd name="connsiteX87" fmla="*/ 55350 w 569765"/>
                <a:gd name="connsiteY87" fmla="*/ 268537 h 444349"/>
                <a:gd name="connsiteX88" fmla="*/ 12521 w 569765"/>
                <a:gd name="connsiteY88" fmla="*/ 211209 h 444349"/>
                <a:gd name="connsiteX89" fmla="*/ 15187 w 569765"/>
                <a:gd name="connsiteY89" fmla="*/ 193544 h 444349"/>
                <a:gd name="connsiteX90" fmla="*/ 15187 w 569765"/>
                <a:gd name="connsiteY90" fmla="*/ 193544 h 444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569765" h="444349">
                  <a:moveTo>
                    <a:pt x="4272" y="183878"/>
                  </a:moveTo>
                  <a:cubicBezTo>
                    <a:pt x="1689" y="191211"/>
                    <a:pt x="189" y="198793"/>
                    <a:pt x="22" y="206376"/>
                  </a:cubicBezTo>
                  <a:cubicBezTo>
                    <a:pt x="-1144" y="248789"/>
                    <a:pt x="44101" y="277120"/>
                    <a:pt x="76099" y="295701"/>
                  </a:cubicBezTo>
                  <a:cubicBezTo>
                    <a:pt x="98680" y="308867"/>
                    <a:pt x="122261" y="319116"/>
                    <a:pt x="146092" y="329865"/>
                  </a:cubicBezTo>
                  <a:cubicBezTo>
                    <a:pt x="158924" y="335615"/>
                    <a:pt x="171340" y="341947"/>
                    <a:pt x="183922" y="348197"/>
                  </a:cubicBezTo>
                  <a:cubicBezTo>
                    <a:pt x="190255" y="351363"/>
                    <a:pt x="198504" y="357529"/>
                    <a:pt x="205920" y="357863"/>
                  </a:cubicBezTo>
                  <a:cubicBezTo>
                    <a:pt x="214753" y="358279"/>
                    <a:pt x="218252" y="351530"/>
                    <a:pt x="224502" y="346364"/>
                  </a:cubicBezTo>
                  <a:cubicBezTo>
                    <a:pt x="236834" y="336114"/>
                    <a:pt x="251499" y="334365"/>
                    <a:pt x="265165" y="343447"/>
                  </a:cubicBezTo>
                  <a:cubicBezTo>
                    <a:pt x="276581" y="351030"/>
                    <a:pt x="282080" y="362779"/>
                    <a:pt x="290746" y="372861"/>
                  </a:cubicBezTo>
                  <a:cubicBezTo>
                    <a:pt x="297245" y="380444"/>
                    <a:pt x="305411" y="386443"/>
                    <a:pt x="314494" y="390693"/>
                  </a:cubicBezTo>
                  <a:cubicBezTo>
                    <a:pt x="358656" y="411358"/>
                    <a:pt x="409319" y="416524"/>
                    <a:pt x="455148" y="432189"/>
                  </a:cubicBezTo>
                  <a:cubicBezTo>
                    <a:pt x="471813" y="437855"/>
                    <a:pt x="494311" y="452021"/>
                    <a:pt x="510893" y="439022"/>
                  </a:cubicBezTo>
                  <a:cubicBezTo>
                    <a:pt x="518892" y="432772"/>
                    <a:pt x="523058" y="422273"/>
                    <a:pt x="526975" y="413274"/>
                  </a:cubicBezTo>
                  <a:cubicBezTo>
                    <a:pt x="531891" y="402109"/>
                    <a:pt x="537057" y="391026"/>
                    <a:pt x="541557" y="379694"/>
                  </a:cubicBezTo>
                  <a:cubicBezTo>
                    <a:pt x="546723" y="366612"/>
                    <a:pt x="551972" y="353779"/>
                    <a:pt x="557972" y="341031"/>
                  </a:cubicBezTo>
                  <a:cubicBezTo>
                    <a:pt x="561138" y="334281"/>
                    <a:pt x="567221" y="326365"/>
                    <a:pt x="569221" y="319199"/>
                  </a:cubicBezTo>
                  <a:cubicBezTo>
                    <a:pt x="570887" y="313366"/>
                    <a:pt x="568554" y="309450"/>
                    <a:pt x="564638" y="305451"/>
                  </a:cubicBezTo>
                  <a:cubicBezTo>
                    <a:pt x="562721" y="303534"/>
                    <a:pt x="560805" y="301784"/>
                    <a:pt x="558888" y="300034"/>
                  </a:cubicBezTo>
                  <a:cubicBezTo>
                    <a:pt x="556055" y="296535"/>
                    <a:pt x="552639" y="293452"/>
                    <a:pt x="549556" y="290119"/>
                  </a:cubicBezTo>
                  <a:cubicBezTo>
                    <a:pt x="542140" y="281953"/>
                    <a:pt x="534224" y="274287"/>
                    <a:pt x="526391" y="266704"/>
                  </a:cubicBezTo>
                  <a:cubicBezTo>
                    <a:pt x="508643" y="249539"/>
                    <a:pt x="491061" y="232291"/>
                    <a:pt x="473729" y="214875"/>
                  </a:cubicBezTo>
                  <a:cubicBezTo>
                    <a:pt x="465897" y="207043"/>
                    <a:pt x="457898" y="199460"/>
                    <a:pt x="450648" y="191044"/>
                  </a:cubicBezTo>
                  <a:cubicBezTo>
                    <a:pt x="445649" y="185295"/>
                    <a:pt x="440566" y="179295"/>
                    <a:pt x="433233" y="176462"/>
                  </a:cubicBezTo>
                  <a:cubicBezTo>
                    <a:pt x="424817" y="173213"/>
                    <a:pt x="415485" y="173879"/>
                    <a:pt x="406902" y="171463"/>
                  </a:cubicBezTo>
                  <a:cubicBezTo>
                    <a:pt x="394153" y="167880"/>
                    <a:pt x="382738" y="162713"/>
                    <a:pt x="373405" y="153214"/>
                  </a:cubicBezTo>
                  <a:cubicBezTo>
                    <a:pt x="364906" y="144548"/>
                    <a:pt x="363823" y="140465"/>
                    <a:pt x="365573" y="129383"/>
                  </a:cubicBezTo>
                  <a:cubicBezTo>
                    <a:pt x="366572" y="123134"/>
                    <a:pt x="368989" y="115801"/>
                    <a:pt x="367572" y="109468"/>
                  </a:cubicBezTo>
                  <a:cubicBezTo>
                    <a:pt x="365823" y="101302"/>
                    <a:pt x="357490" y="95886"/>
                    <a:pt x="351657" y="90720"/>
                  </a:cubicBezTo>
                  <a:cubicBezTo>
                    <a:pt x="345074" y="84887"/>
                    <a:pt x="338658" y="78971"/>
                    <a:pt x="331576" y="73721"/>
                  </a:cubicBezTo>
                  <a:cubicBezTo>
                    <a:pt x="313327" y="60223"/>
                    <a:pt x="295079" y="46641"/>
                    <a:pt x="277164" y="32725"/>
                  </a:cubicBezTo>
                  <a:cubicBezTo>
                    <a:pt x="268165" y="25809"/>
                    <a:pt x="259415" y="18726"/>
                    <a:pt x="250083" y="12144"/>
                  </a:cubicBezTo>
                  <a:cubicBezTo>
                    <a:pt x="244250" y="8061"/>
                    <a:pt x="240750" y="4894"/>
                    <a:pt x="233834" y="5978"/>
                  </a:cubicBezTo>
                  <a:cubicBezTo>
                    <a:pt x="214086" y="-5605"/>
                    <a:pt x="188838" y="2145"/>
                    <a:pt x="167424" y="8311"/>
                  </a:cubicBezTo>
                  <a:cubicBezTo>
                    <a:pt x="142259" y="15477"/>
                    <a:pt x="117761" y="28976"/>
                    <a:pt x="97180" y="44974"/>
                  </a:cubicBezTo>
                  <a:cubicBezTo>
                    <a:pt x="54934" y="77804"/>
                    <a:pt x="7271" y="127383"/>
                    <a:pt x="4272" y="183878"/>
                  </a:cubicBezTo>
                  <a:lnTo>
                    <a:pt x="4272" y="183878"/>
                  </a:lnTo>
                  <a:close/>
                  <a:moveTo>
                    <a:pt x="545140" y="303284"/>
                  </a:moveTo>
                  <a:cubicBezTo>
                    <a:pt x="535974" y="299951"/>
                    <a:pt x="525891" y="293452"/>
                    <a:pt x="518725" y="290869"/>
                  </a:cubicBezTo>
                  <a:cubicBezTo>
                    <a:pt x="505060" y="285952"/>
                    <a:pt x="491394" y="280869"/>
                    <a:pt x="477896" y="275370"/>
                  </a:cubicBezTo>
                  <a:cubicBezTo>
                    <a:pt x="449398" y="263788"/>
                    <a:pt x="421318" y="250705"/>
                    <a:pt x="393403" y="237707"/>
                  </a:cubicBezTo>
                  <a:cubicBezTo>
                    <a:pt x="338825" y="212376"/>
                    <a:pt x="285163" y="185628"/>
                    <a:pt x="229418" y="162630"/>
                  </a:cubicBezTo>
                  <a:cubicBezTo>
                    <a:pt x="181506" y="142799"/>
                    <a:pt x="132844" y="118884"/>
                    <a:pt x="79432" y="121800"/>
                  </a:cubicBezTo>
                  <a:cubicBezTo>
                    <a:pt x="61600" y="122800"/>
                    <a:pt x="44101" y="131633"/>
                    <a:pt x="30186" y="144715"/>
                  </a:cubicBezTo>
                  <a:cubicBezTo>
                    <a:pt x="33602" y="137049"/>
                    <a:pt x="37685" y="129550"/>
                    <a:pt x="42518" y="121967"/>
                  </a:cubicBezTo>
                  <a:cubicBezTo>
                    <a:pt x="56767" y="99969"/>
                    <a:pt x="76349" y="79804"/>
                    <a:pt x="96263" y="62806"/>
                  </a:cubicBezTo>
                  <a:cubicBezTo>
                    <a:pt x="114262" y="47391"/>
                    <a:pt x="134760" y="34142"/>
                    <a:pt x="156591" y="24642"/>
                  </a:cubicBezTo>
                  <a:cubicBezTo>
                    <a:pt x="169674" y="18976"/>
                    <a:pt x="183589" y="15060"/>
                    <a:pt x="197504" y="11810"/>
                  </a:cubicBezTo>
                  <a:cubicBezTo>
                    <a:pt x="206670" y="9727"/>
                    <a:pt x="219919" y="8227"/>
                    <a:pt x="231085" y="10227"/>
                  </a:cubicBezTo>
                  <a:cubicBezTo>
                    <a:pt x="231418" y="11561"/>
                    <a:pt x="232418" y="12644"/>
                    <a:pt x="234084" y="12477"/>
                  </a:cubicBezTo>
                  <a:cubicBezTo>
                    <a:pt x="243500" y="11644"/>
                    <a:pt x="258749" y="31559"/>
                    <a:pt x="265582" y="37725"/>
                  </a:cubicBezTo>
                  <a:cubicBezTo>
                    <a:pt x="273081" y="44557"/>
                    <a:pt x="281163" y="50807"/>
                    <a:pt x="288913" y="57390"/>
                  </a:cubicBezTo>
                  <a:cubicBezTo>
                    <a:pt x="303995" y="70305"/>
                    <a:pt x="320327" y="82554"/>
                    <a:pt x="334325" y="96636"/>
                  </a:cubicBezTo>
                  <a:cubicBezTo>
                    <a:pt x="338408" y="100719"/>
                    <a:pt x="347824" y="107218"/>
                    <a:pt x="349324" y="113134"/>
                  </a:cubicBezTo>
                  <a:cubicBezTo>
                    <a:pt x="351157" y="120217"/>
                    <a:pt x="345158" y="130716"/>
                    <a:pt x="344741" y="137799"/>
                  </a:cubicBezTo>
                  <a:cubicBezTo>
                    <a:pt x="344074" y="151714"/>
                    <a:pt x="356157" y="163880"/>
                    <a:pt x="365656" y="172296"/>
                  </a:cubicBezTo>
                  <a:cubicBezTo>
                    <a:pt x="377655" y="182962"/>
                    <a:pt x="395570" y="189961"/>
                    <a:pt x="411652" y="190878"/>
                  </a:cubicBezTo>
                  <a:cubicBezTo>
                    <a:pt x="416985" y="191211"/>
                    <a:pt x="423401" y="189711"/>
                    <a:pt x="428484" y="191294"/>
                  </a:cubicBezTo>
                  <a:cubicBezTo>
                    <a:pt x="434150" y="193044"/>
                    <a:pt x="437899" y="197960"/>
                    <a:pt x="441899" y="201960"/>
                  </a:cubicBezTo>
                  <a:cubicBezTo>
                    <a:pt x="449148" y="209209"/>
                    <a:pt x="456564" y="216375"/>
                    <a:pt x="463897" y="223625"/>
                  </a:cubicBezTo>
                  <a:cubicBezTo>
                    <a:pt x="478562" y="238290"/>
                    <a:pt x="493228" y="252872"/>
                    <a:pt x="508226" y="267204"/>
                  </a:cubicBezTo>
                  <a:cubicBezTo>
                    <a:pt x="516726" y="275287"/>
                    <a:pt x="525308" y="283369"/>
                    <a:pt x="533474" y="291785"/>
                  </a:cubicBezTo>
                  <a:cubicBezTo>
                    <a:pt x="536974" y="295201"/>
                    <a:pt x="541307" y="299118"/>
                    <a:pt x="545140" y="303284"/>
                  </a:cubicBezTo>
                  <a:lnTo>
                    <a:pt x="545140" y="303284"/>
                  </a:lnTo>
                  <a:close/>
                  <a:moveTo>
                    <a:pt x="15187" y="193544"/>
                  </a:moveTo>
                  <a:cubicBezTo>
                    <a:pt x="15771" y="192877"/>
                    <a:pt x="16187" y="192044"/>
                    <a:pt x="16354" y="190961"/>
                  </a:cubicBezTo>
                  <a:cubicBezTo>
                    <a:pt x="16437" y="190544"/>
                    <a:pt x="16521" y="190211"/>
                    <a:pt x="16604" y="189794"/>
                  </a:cubicBezTo>
                  <a:cubicBezTo>
                    <a:pt x="22937" y="174296"/>
                    <a:pt x="35352" y="160214"/>
                    <a:pt x="47351" y="150548"/>
                  </a:cubicBezTo>
                  <a:cubicBezTo>
                    <a:pt x="68433" y="133633"/>
                    <a:pt x="97680" y="137132"/>
                    <a:pt x="122511" y="142049"/>
                  </a:cubicBezTo>
                  <a:cubicBezTo>
                    <a:pt x="144509" y="146382"/>
                    <a:pt x="165924" y="153714"/>
                    <a:pt x="186672" y="161964"/>
                  </a:cubicBezTo>
                  <a:cubicBezTo>
                    <a:pt x="230001" y="179295"/>
                    <a:pt x="273831" y="195960"/>
                    <a:pt x="316827" y="214126"/>
                  </a:cubicBezTo>
                  <a:cubicBezTo>
                    <a:pt x="360323" y="232540"/>
                    <a:pt x="403402" y="252539"/>
                    <a:pt x="446649" y="271620"/>
                  </a:cubicBezTo>
                  <a:cubicBezTo>
                    <a:pt x="468730" y="281369"/>
                    <a:pt x="491228" y="289619"/>
                    <a:pt x="513809" y="298201"/>
                  </a:cubicBezTo>
                  <a:cubicBezTo>
                    <a:pt x="524058" y="302034"/>
                    <a:pt x="533891" y="306450"/>
                    <a:pt x="543473" y="311783"/>
                  </a:cubicBezTo>
                  <a:cubicBezTo>
                    <a:pt x="547139" y="313867"/>
                    <a:pt x="550223" y="315700"/>
                    <a:pt x="553889" y="316700"/>
                  </a:cubicBezTo>
                  <a:cubicBezTo>
                    <a:pt x="552222" y="319449"/>
                    <a:pt x="549889" y="322782"/>
                    <a:pt x="549639" y="323449"/>
                  </a:cubicBezTo>
                  <a:cubicBezTo>
                    <a:pt x="547223" y="328199"/>
                    <a:pt x="544890" y="332948"/>
                    <a:pt x="542557" y="337698"/>
                  </a:cubicBezTo>
                  <a:cubicBezTo>
                    <a:pt x="531974" y="359362"/>
                    <a:pt x="522975" y="381694"/>
                    <a:pt x="512976" y="403525"/>
                  </a:cubicBezTo>
                  <a:cubicBezTo>
                    <a:pt x="510226" y="409524"/>
                    <a:pt x="505560" y="423357"/>
                    <a:pt x="498894" y="426440"/>
                  </a:cubicBezTo>
                  <a:cubicBezTo>
                    <a:pt x="492978" y="429189"/>
                    <a:pt x="485728" y="425690"/>
                    <a:pt x="480146" y="423857"/>
                  </a:cubicBezTo>
                  <a:cubicBezTo>
                    <a:pt x="467980" y="419857"/>
                    <a:pt x="456231" y="415357"/>
                    <a:pt x="443815" y="412024"/>
                  </a:cubicBezTo>
                  <a:cubicBezTo>
                    <a:pt x="419234" y="405358"/>
                    <a:pt x="394237" y="400442"/>
                    <a:pt x="369655" y="393776"/>
                  </a:cubicBezTo>
                  <a:cubicBezTo>
                    <a:pt x="350157" y="388443"/>
                    <a:pt x="326409" y="384610"/>
                    <a:pt x="309911" y="372028"/>
                  </a:cubicBezTo>
                  <a:cubicBezTo>
                    <a:pt x="294412" y="360112"/>
                    <a:pt x="288163" y="340614"/>
                    <a:pt x="271331" y="329532"/>
                  </a:cubicBezTo>
                  <a:cubicBezTo>
                    <a:pt x="256999" y="320116"/>
                    <a:pt x="237834" y="319199"/>
                    <a:pt x="222669" y="327782"/>
                  </a:cubicBezTo>
                  <a:cubicBezTo>
                    <a:pt x="219502" y="329615"/>
                    <a:pt x="216586" y="332198"/>
                    <a:pt x="213836" y="334615"/>
                  </a:cubicBezTo>
                  <a:cubicBezTo>
                    <a:pt x="208337" y="339531"/>
                    <a:pt x="209587" y="340364"/>
                    <a:pt x="202587" y="339864"/>
                  </a:cubicBezTo>
                  <a:cubicBezTo>
                    <a:pt x="194421" y="339281"/>
                    <a:pt x="183006" y="330532"/>
                    <a:pt x="175423" y="326949"/>
                  </a:cubicBezTo>
                  <a:cubicBezTo>
                    <a:pt x="135260" y="308117"/>
                    <a:pt x="92014" y="294368"/>
                    <a:pt x="55350" y="268537"/>
                  </a:cubicBezTo>
                  <a:cubicBezTo>
                    <a:pt x="36769" y="255455"/>
                    <a:pt x="13188" y="235790"/>
                    <a:pt x="12521" y="211209"/>
                  </a:cubicBezTo>
                  <a:cubicBezTo>
                    <a:pt x="12188" y="205210"/>
                    <a:pt x="13271" y="199294"/>
                    <a:pt x="15187" y="193544"/>
                  </a:cubicBezTo>
                  <a:lnTo>
                    <a:pt x="15187" y="193544"/>
                  </a:lnTo>
                  <a:close/>
                </a:path>
              </a:pathLst>
            </a:custGeom>
            <a:grpFill/>
            <a:ln w="8332" cap="flat">
              <a:noFill/>
              <a:prstDash val="solid"/>
              <a:miter/>
            </a:ln>
          </p:spPr>
          <p:txBody>
            <a:bodyPr rtlCol="0" anchor="ctr"/>
            <a:lstStyle/>
            <a:p>
              <a:endParaRPr lang="en-US"/>
            </a:p>
          </p:txBody>
        </p:sp>
        <p:sp>
          <p:nvSpPr>
            <p:cNvPr id="1666" name="Freeform: Shape 1665"/>
            <p:cNvSpPr/>
            <p:nvPr/>
          </p:nvSpPr>
          <p:spPr>
            <a:xfrm>
              <a:off x="-16242" y="2391001"/>
              <a:ext cx="104218" cy="103153"/>
            </a:xfrm>
            <a:custGeom>
              <a:avLst/>
              <a:gdLst>
                <a:gd name="connsiteX0" fmla="*/ 433 w 104218"/>
                <a:gd name="connsiteY0" fmla="*/ 55956 h 103153"/>
                <a:gd name="connsiteX1" fmla="*/ 88425 w 104218"/>
                <a:gd name="connsiteY1" fmla="*/ 94869 h 103153"/>
                <a:gd name="connsiteX2" fmla="*/ 102507 w 104218"/>
                <a:gd name="connsiteY2" fmla="*/ 51373 h 103153"/>
                <a:gd name="connsiteX3" fmla="*/ 102507 w 104218"/>
                <a:gd name="connsiteY3" fmla="*/ 51206 h 103153"/>
                <a:gd name="connsiteX4" fmla="*/ 71426 w 104218"/>
                <a:gd name="connsiteY4" fmla="*/ 4710 h 103153"/>
                <a:gd name="connsiteX5" fmla="*/ 433 w 104218"/>
                <a:gd name="connsiteY5" fmla="*/ 55956 h 103153"/>
                <a:gd name="connsiteX6" fmla="*/ 433 w 104218"/>
                <a:gd name="connsiteY6" fmla="*/ 55956 h 103153"/>
                <a:gd name="connsiteX7" fmla="*/ 66593 w 104218"/>
                <a:gd name="connsiteY7" fmla="*/ 14793 h 103153"/>
                <a:gd name="connsiteX8" fmla="*/ 92674 w 104218"/>
                <a:gd name="connsiteY8" fmla="*/ 46540 h 103153"/>
                <a:gd name="connsiteX9" fmla="*/ 93341 w 104218"/>
                <a:gd name="connsiteY9" fmla="*/ 66955 h 103153"/>
                <a:gd name="connsiteX10" fmla="*/ 82092 w 104218"/>
                <a:gd name="connsiteY10" fmla="*/ 84536 h 103153"/>
                <a:gd name="connsiteX11" fmla="*/ 81925 w 104218"/>
                <a:gd name="connsiteY11" fmla="*/ 86286 h 103153"/>
                <a:gd name="connsiteX12" fmla="*/ 17681 w 104218"/>
                <a:gd name="connsiteY12" fmla="*/ 40624 h 103153"/>
                <a:gd name="connsiteX13" fmla="*/ 14098 w 104218"/>
                <a:gd name="connsiteY13" fmla="*/ 41457 h 103153"/>
                <a:gd name="connsiteX14" fmla="*/ 47345 w 104218"/>
                <a:gd name="connsiteY14" fmla="*/ 90369 h 103153"/>
                <a:gd name="connsiteX15" fmla="*/ 13515 w 104218"/>
                <a:gd name="connsiteY15" fmla="*/ 58039 h 103153"/>
                <a:gd name="connsiteX16" fmla="*/ 66593 w 104218"/>
                <a:gd name="connsiteY16" fmla="*/ 14793 h 103153"/>
                <a:gd name="connsiteX17" fmla="*/ 66593 w 104218"/>
                <a:gd name="connsiteY17" fmla="*/ 14793 h 103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4218" h="103153">
                  <a:moveTo>
                    <a:pt x="433" y="55956"/>
                  </a:moveTo>
                  <a:cubicBezTo>
                    <a:pt x="5432" y="94785"/>
                    <a:pt x="55761" y="115867"/>
                    <a:pt x="88425" y="94869"/>
                  </a:cubicBezTo>
                  <a:cubicBezTo>
                    <a:pt x="103923" y="84870"/>
                    <a:pt x="106590" y="68538"/>
                    <a:pt x="102507" y="51373"/>
                  </a:cubicBezTo>
                  <a:cubicBezTo>
                    <a:pt x="102507" y="51289"/>
                    <a:pt x="102507" y="51289"/>
                    <a:pt x="102507" y="51206"/>
                  </a:cubicBezTo>
                  <a:cubicBezTo>
                    <a:pt x="100674" y="31958"/>
                    <a:pt x="88091" y="12209"/>
                    <a:pt x="71426" y="4710"/>
                  </a:cubicBezTo>
                  <a:cubicBezTo>
                    <a:pt x="34679" y="-11622"/>
                    <a:pt x="-4567" y="16709"/>
                    <a:pt x="433" y="55956"/>
                  </a:cubicBezTo>
                  <a:lnTo>
                    <a:pt x="433" y="55956"/>
                  </a:lnTo>
                  <a:close/>
                  <a:moveTo>
                    <a:pt x="66593" y="14793"/>
                  </a:moveTo>
                  <a:cubicBezTo>
                    <a:pt x="81009" y="19792"/>
                    <a:pt x="90341" y="31875"/>
                    <a:pt x="92674" y="46540"/>
                  </a:cubicBezTo>
                  <a:cubicBezTo>
                    <a:pt x="93674" y="53039"/>
                    <a:pt x="95091" y="60372"/>
                    <a:pt x="93341" y="66955"/>
                  </a:cubicBezTo>
                  <a:cubicBezTo>
                    <a:pt x="91674" y="72954"/>
                    <a:pt x="84842" y="78620"/>
                    <a:pt x="82092" y="84536"/>
                  </a:cubicBezTo>
                  <a:cubicBezTo>
                    <a:pt x="81842" y="85120"/>
                    <a:pt x="81842" y="85703"/>
                    <a:pt x="81925" y="86286"/>
                  </a:cubicBezTo>
                  <a:cubicBezTo>
                    <a:pt x="52595" y="94285"/>
                    <a:pt x="27263" y="65788"/>
                    <a:pt x="17681" y="40624"/>
                  </a:cubicBezTo>
                  <a:cubicBezTo>
                    <a:pt x="17014" y="38874"/>
                    <a:pt x="13931" y="39624"/>
                    <a:pt x="14098" y="41457"/>
                  </a:cubicBezTo>
                  <a:cubicBezTo>
                    <a:pt x="15265" y="62705"/>
                    <a:pt x="28180" y="80870"/>
                    <a:pt x="47345" y="90369"/>
                  </a:cubicBezTo>
                  <a:cubicBezTo>
                    <a:pt x="31013" y="86203"/>
                    <a:pt x="16598" y="74704"/>
                    <a:pt x="13515" y="58039"/>
                  </a:cubicBezTo>
                  <a:cubicBezTo>
                    <a:pt x="7682" y="26625"/>
                    <a:pt x="37013" y="4460"/>
                    <a:pt x="66593" y="14793"/>
                  </a:cubicBezTo>
                  <a:lnTo>
                    <a:pt x="66593" y="14793"/>
                  </a:lnTo>
                  <a:close/>
                </a:path>
              </a:pathLst>
            </a:custGeom>
            <a:grpFill/>
            <a:ln w="8332" cap="flat">
              <a:noFill/>
              <a:prstDash val="solid"/>
              <a:miter/>
            </a:ln>
          </p:spPr>
          <p:txBody>
            <a:bodyPr rtlCol="0" anchor="ctr"/>
            <a:lstStyle/>
            <a:p>
              <a:endParaRPr lang="en-US"/>
            </a:p>
          </p:txBody>
        </p:sp>
        <p:sp>
          <p:nvSpPr>
            <p:cNvPr id="1667" name="Freeform: Shape 1666"/>
            <p:cNvSpPr/>
            <p:nvPr/>
          </p:nvSpPr>
          <p:spPr>
            <a:xfrm>
              <a:off x="189303" y="2462410"/>
              <a:ext cx="104851" cy="103702"/>
            </a:xfrm>
            <a:custGeom>
              <a:avLst/>
              <a:gdLst>
                <a:gd name="connsiteX0" fmla="*/ 6784 w 104851"/>
                <a:gd name="connsiteY0" fmla="*/ 71788 h 103702"/>
                <a:gd name="connsiteX1" fmla="*/ 96776 w 104851"/>
                <a:gd name="connsiteY1" fmla="*/ 90786 h 103702"/>
                <a:gd name="connsiteX2" fmla="*/ 104192 w 104851"/>
                <a:gd name="connsiteY2" fmla="*/ 60456 h 103702"/>
                <a:gd name="connsiteX3" fmla="*/ 96276 w 104851"/>
                <a:gd name="connsiteY3" fmla="*/ 39041 h 103702"/>
                <a:gd name="connsiteX4" fmla="*/ 49114 w 104851"/>
                <a:gd name="connsiteY4" fmla="*/ 1045 h 103702"/>
                <a:gd name="connsiteX5" fmla="*/ 6784 w 104851"/>
                <a:gd name="connsiteY5" fmla="*/ 71788 h 103702"/>
                <a:gd name="connsiteX6" fmla="*/ 6784 w 104851"/>
                <a:gd name="connsiteY6" fmla="*/ 71788 h 103702"/>
                <a:gd name="connsiteX7" fmla="*/ 43031 w 104851"/>
                <a:gd name="connsiteY7" fmla="*/ 11627 h 103702"/>
                <a:gd name="connsiteX8" fmla="*/ 83527 w 104851"/>
                <a:gd name="connsiteY8" fmla="*/ 37958 h 103702"/>
                <a:gd name="connsiteX9" fmla="*/ 90193 w 104851"/>
                <a:gd name="connsiteY9" fmla="*/ 45541 h 103702"/>
                <a:gd name="connsiteX10" fmla="*/ 95026 w 104851"/>
                <a:gd name="connsiteY10" fmla="*/ 70872 h 103702"/>
                <a:gd name="connsiteX11" fmla="*/ 90860 w 104851"/>
                <a:gd name="connsiteY11" fmla="*/ 81454 h 103702"/>
                <a:gd name="connsiteX12" fmla="*/ 48447 w 104851"/>
                <a:gd name="connsiteY12" fmla="*/ 19460 h 103702"/>
                <a:gd name="connsiteX13" fmla="*/ 46697 w 104851"/>
                <a:gd name="connsiteY13" fmla="*/ 23209 h 103702"/>
                <a:gd name="connsiteX14" fmla="*/ 82777 w 104851"/>
                <a:gd name="connsiteY14" fmla="*/ 88287 h 103702"/>
                <a:gd name="connsiteX15" fmla="*/ 26032 w 104851"/>
                <a:gd name="connsiteY15" fmla="*/ 76288 h 103702"/>
                <a:gd name="connsiteX16" fmla="*/ 43031 w 104851"/>
                <a:gd name="connsiteY16" fmla="*/ 11627 h 103702"/>
                <a:gd name="connsiteX17" fmla="*/ 43031 w 104851"/>
                <a:gd name="connsiteY17" fmla="*/ 11627 h 103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4851" h="103702">
                  <a:moveTo>
                    <a:pt x="6784" y="71788"/>
                  </a:moveTo>
                  <a:cubicBezTo>
                    <a:pt x="21949" y="99036"/>
                    <a:pt x="72945" y="117284"/>
                    <a:pt x="96776" y="90786"/>
                  </a:cubicBezTo>
                  <a:cubicBezTo>
                    <a:pt x="104192" y="82537"/>
                    <a:pt x="106025" y="71205"/>
                    <a:pt x="104192" y="60456"/>
                  </a:cubicBezTo>
                  <a:cubicBezTo>
                    <a:pt x="103859" y="53290"/>
                    <a:pt x="101359" y="46124"/>
                    <a:pt x="96276" y="39041"/>
                  </a:cubicBezTo>
                  <a:cubicBezTo>
                    <a:pt x="84694" y="22959"/>
                    <a:pt x="69445" y="5294"/>
                    <a:pt x="49114" y="1045"/>
                  </a:cubicBezTo>
                  <a:cubicBezTo>
                    <a:pt x="7617" y="-7621"/>
                    <a:pt x="-11131" y="39541"/>
                    <a:pt x="6784" y="71788"/>
                  </a:cubicBezTo>
                  <a:lnTo>
                    <a:pt x="6784" y="71788"/>
                  </a:lnTo>
                  <a:close/>
                  <a:moveTo>
                    <a:pt x="43031" y="11627"/>
                  </a:moveTo>
                  <a:cubicBezTo>
                    <a:pt x="60112" y="12960"/>
                    <a:pt x="73111" y="25709"/>
                    <a:pt x="83527" y="37958"/>
                  </a:cubicBezTo>
                  <a:cubicBezTo>
                    <a:pt x="85694" y="40458"/>
                    <a:pt x="88027" y="42874"/>
                    <a:pt x="90193" y="45541"/>
                  </a:cubicBezTo>
                  <a:cubicBezTo>
                    <a:pt x="94443" y="53040"/>
                    <a:pt x="96693" y="61372"/>
                    <a:pt x="95026" y="70872"/>
                  </a:cubicBezTo>
                  <a:cubicBezTo>
                    <a:pt x="94276" y="75121"/>
                    <a:pt x="92860" y="78621"/>
                    <a:pt x="90860" y="81454"/>
                  </a:cubicBezTo>
                  <a:cubicBezTo>
                    <a:pt x="99109" y="55706"/>
                    <a:pt x="70528" y="29459"/>
                    <a:pt x="48447" y="19460"/>
                  </a:cubicBezTo>
                  <a:cubicBezTo>
                    <a:pt x="46114" y="18376"/>
                    <a:pt x="45114" y="21876"/>
                    <a:pt x="46697" y="23209"/>
                  </a:cubicBezTo>
                  <a:cubicBezTo>
                    <a:pt x="65195" y="38625"/>
                    <a:pt x="93943" y="60706"/>
                    <a:pt x="82777" y="88287"/>
                  </a:cubicBezTo>
                  <a:cubicBezTo>
                    <a:pt x="66195" y="96786"/>
                    <a:pt x="37865" y="87620"/>
                    <a:pt x="26032" y="76288"/>
                  </a:cubicBezTo>
                  <a:cubicBezTo>
                    <a:pt x="6451" y="57290"/>
                    <a:pt x="7284" y="8794"/>
                    <a:pt x="43031" y="11627"/>
                  </a:cubicBezTo>
                  <a:lnTo>
                    <a:pt x="43031" y="11627"/>
                  </a:lnTo>
                  <a:close/>
                </a:path>
              </a:pathLst>
            </a:custGeom>
            <a:grpFill/>
            <a:ln w="8332" cap="flat">
              <a:noFill/>
              <a:prstDash val="solid"/>
              <a:miter/>
            </a:ln>
          </p:spPr>
          <p:txBody>
            <a:bodyPr rtlCol="0" anchor="ctr"/>
            <a:lstStyle/>
            <a:p>
              <a:endParaRPr lang="en-US"/>
            </a:p>
          </p:txBody>
        </p:sp>
        <p:sp>
          <p:nvSpPr>
            <p:cNvPr id="1668" name="Freeform: Shape 1667"/>
            <p:cNvSpPr/>
            <p:nvPr/>
          </p:nvSpPr>
          <p:spPr>
            <a:xfrm>
              <a:off x="-93316" y="2377852"/>
              <a:ext cx="56595" cy="50911"/>
            </a:xfrm>
            <a:custGeom>
              <a:avLst/>
              <a:gdLst>
                <a:gd name="connsiteX0" fmla="*/ 5096 w 56595"/>
                <a:gd name="connsiteY0" fmla="*/ 8193 h 50911"/>
                <a:gd name="connsiteX1" fmla="*/ 12345 w 56595"/>
                <a:gd name="connsiteY1" fmla="*/ 12776 h 50911"/>
                <a:gd name="connsiteX2" fmla="*/ 39509 w 56595"/>
                <a:gd name="connsiteY2" fmla="*/ 39607 h 50911"/>
                <a:gd name="connsiteX3" fmla="*/ 43842 w 56595"/>
                <a:gd name="connsiteY3" fmla="*/ 15359 h 50911"/>
                <a:gd name="connsiteX4" fmla="*/ 25344 w 56595"/>
                <a:gd name="connsiteY4" fmla="*/ 4527 h 50911"/>
                <a:gd name="connsiteX5" fmla="*/ 25511 w 56595"/>
                <a:gd name="connsiteY5" fmla="*/ 27 h 50911"/>
                <a:gd name="connsiteX6" fmla="*/ 54175 w 56595"/>
                <a:gd name="connsiteY6" fmla="*/ 17275 h 50911"/>
                <a:gd name="connsiteX7" fmla="*/ 45176 w 56595"/>
                <a:gd name="connsiteY7" fmla="*/ 47606 h 50911"/>
                <a:gd name="connsiteX8" fmla="*/ 12512 w 56595"/>
                <a:gd name="connsiteY8" fmla="*/ 42190 h 50911"/>
                <a:gd name="connsiteX9" fmla="*/ 5096 w 56595"/>
                <a:gd name="connsiteY9" fmla="*/ 8193 h 50911"/>
                <a:gd name="connsiteX10" fmla="*/ 5096 w 56595"/>
                <a:gd name="connsiteY10" fmla="*/ 8193 h 50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6595" h="50911">
                  <a:moveTo>
                    <a:pt x="5096" y="8193"/>
                  </a:moveTo>
                  <a:cubicBezTo>
                    <a:pt x="8262" y="5110"/>
                    <a:pt x="13512" y="8610"/>
                    <a:pt x="12345" y="12776"/>
                  </a:cubicBezTo>
                  <a:cubicBezTo>
                    <a:pt x="8012" y="27358"/>
                    <a:pt x="24344" y="46189"/>
                    <a:pt x="39509" y="39607"/>
                  </a:cubicBezTo>
                  <a:cubicBezTo>
                    <a:pt x="49842" y="35107"/>
                    <a:pt x="49508" y="23692"/>
                    <a:pt x="43842" y="15359"/>
                  </a:cubicBezTo>
                  <a:cubicBezTo>
                    <a:pt x="39009" y="8443"/>
                    <a:pt x="33760" y="5110"/>
                    <a:pt x="25344" y="4527"/>
                  </a:cubicBezTo>
                  <a:cubicBezTo>
                    <a:pt x="22428" y="4360"/>
                    <a:pt x="22594" y="110"/>
                    <a:pt x="25511" y="27"/>
                  </a:cubicBezTo>
                  <a:cubicBezTo>
                    <a:pt x="38009" y="-473"/>
                    <a:pt x="48509" y="6026"/>
                    <a:pt x="54175" y="17275"/>
                  </a:cubicBezTo>
                  <a:cubicBezTo>
                    <a:pt x="59424" y="27775"/>
                    <a:pt x="56008" y="42190"/>
                    <a:pt x="45176" y="47606"/>
                  </a:cubicBezTo>
                  <a:cubicBezTo>
                    <a:pt x="32927" y="53772"/>
                    <a:pt x="22594" y="50939"/>
                    <a:pt x="12512" y="42190"/>
                  </a:cubicBezTo>
                  <a:cubicBezTo>
                    <a:pt x="2929" y="34191"/>
                    <a:pt x="-5903" y="18775"/>
                    <a:pt x="5096" y="8193"/>
                  </a:cubicBezTo>
                  <a:lnTo>
                    <a:pt x="5096" y="8193"/>
                  </a:lnTo>
                  <a:close/>
                </a:path>
              </a:pathLst>
            </a:custGeom>
            <a:grpFill/>
            <a:ln w="8332" cap="flat">
              <a:noFill/>
              <a:prstDash val="solid"/>
              <a:miter/>
            </a:ln>
          </p:spPr>
          <p:txBody>
            <a:bodyPr rtlCol="0" anchor="ctr"/>
            <a:lstStyle/>
            <a:p>
              <a:endParaRPr lang="en-US"/>
            </a:p>
          </p:txBody>
        </p:sp>
        <p:sp>
          <p:nvSpPr>
            <p:cNvPr id="1669" name="Freeform: Shape 1668"/>
            <p:cNvSpPr/>
            <p:nvPr/>
          </p:nvSpPr>
          <p:spPr>
            <a:xfrm>
              <a:off x="497454" y="253176"/>
              <a:ext cx="569765" cy="444349"/>
            </a:xfrm>
            <a:custGeom>
              <a:avLst/>
              <a:gdLst>
                <a:gd name="connsiteX0" fmla="*/ 4272 w 569765"/>
                <a:gd name="connsiteY0" fmla="*/ 183795 h 444349"/>
                <a:gd name="connsiteX1" fmla="*/ 22 w 569765"/>
                <a:gd name="connsiteY1" fmla="*/ 206293 h 444349"/>
                <a:gd name="connsiteX2" fmla="*/ 76099 w 569765"/>
                <a:gd name="connsiteY2" fmla="*/ 295618 h 444349"/>
                <a:gd name="connsiteX3" fmla="*/ 146092 w 569765"/>
                <a:gd name="connsiteY3" fmla="*/ 329782 h 444349"/>
                <a:gd name="connsiteX4" fmla="*/ 183922 w 569765"/>
                <a:gd name="connsiteY4" fmla="*/ 348113 h 444349"/>
                <a:gd name="connsiteX5" fmla="*/ 205920 w 569765"/>
                <a:gd name="connsiteY5" fmla="*/ 357779 h 444349"/>
                <a:gd name="connsiteX6" fmla="*/ 224502 w 569765"/>
                <a:gd name="connsiteY6" fmla="*/ 346280 h 444349"/>
                <a:gd name="connsiteX7" fmla="*/ 265165 w 569765"/>
                <a:gd name="connsiteY7" fmla="*/ 343364 h 444349"/>
                <a:gd name="connsiteX8" fmla="*/ 290746 w 569765"/>
                <a:gd name="connsiteY8" fmla="*/ 372778 h 444349"/>
                <a:gd name="connsiteX9" fmla="*/ 314494 w 569765"/>
                <a:gd name="connsiteY9" fmla="*/ 390610 h 444349"/>
                <a:gd name="connsiteX10" fmla="*/ 455148 w 569765"/>
                <a:gd name="connsiteY10" fmla="*/ 432189 h 444349"/>
                <a:gd name="connsiteX11" fmla="*/ 510893 w 569765"/>
                <a:gd name="connsiteY11" fmla="*/ 439022 h 444349"/>
                <a:gd name="connsiteX12" fmla="*/ 526975 w 569765"/>
                <a:gd name="connsiteY12" fmla="*/ 413274 h 444349"/>
                <a:gd name="connsiteX13" fmla="*/ 541557 w 569765"/>
                <a:gd name="connsiteY13" fmla="*/ 379694 h 444349"/>
                <a:gd name="connsiteX14" fmla="*/ 557972 w 569765"/>
                <a:gd name="connsiteY14" fmla="*/ 341031 h 444349"/>
                <a:gd name="connsiteX15" fmla="*/ 569221 w 569765"/>
                <a:gd name="connsiteY15" fmla="*/ 319199 h 444349"/>
                <a:gd name="connsiteX16" fmla="*/ 564638 w 569765"/>
                <a:gd name="connsiteY16" fmla="*/ 305451 h 444349"/>
                <a:gd name="connsiteX17" fmla="*/ 558888 w 569765"/>
                <a:gd name="connsiteY17" fmla="*/ 300034 h 444349"/>
                <a:gd name="connsiteX18" fmla="*/ 549556 w 569765"/>
                <a:gd name="connsiteY18" fmla="*/ 290119 h 444349"/>
                <a:gd name="connsiteX19" fmla="*/ 526391 w 569765"/>
                <a:gd name="connsiteY19" fmla="*/ 266704 h 444349"/>
                <a:gd name="connsiteX20" fmla="*/ 473729 w 569765"/>
                <a:gd name="connsiteY20" fmla="*/ 214875 h 444349"/>
                <a:gd name="connsiteX21" fmla="*/ 450648 w 569765"/>
                <a:gd name="connsiteY21" fmla="*/ 191044 h 444349"/>
                <a:gd name="connsiteX22" fmla="*/ 433233 w 569765"/>
                <a:gd name="connsiteY22" fmla="*/ 176462 h 444349"/>
                <a:gd name="connsiteX23" fmla="*/ 406902 w 569765"/>
                <a:gd name="connsiteY23" fmla="*/ 171463 h 444349"/>
                <a:gd name="connsiteX24" fmla="*/ 373405 w 569765"/>
                <a:gd name="connsiteY24" fmla="*/ 153214 h 444349"/>
                <a:gd name="connsiteX25" fmla="*/ 365572 w 569765"/>
                <a:gd name="connsiteY25" fmla="*/ 129383 h 444349"/>
                <a:gd name="connsiteX26" fmla="*/ 367572 w 569765"/>
                <a:gd name="connsiteY26" fmla="*/ 109468 h 444349"/>
                <a:gd name="connsiteX27" fmla="*/ 351657 w 569765"/>
                <a:gd name="connsiteY27" fmla="*/ 90720 h 444349"/>
                <a:gd name="connsiteX28" fmla="*/ 331576 w 569765"/>
                <a:gd name="connsiteY28" fmla="*/ 73721 h 444349"/>
                <a:gd name="connsiteX29" fmla="*/ 277164 w 569765"/>
                <a:gd name="connsiteY29" fmla="*/ 32725 h 444349"/>
                <a:gd name="connsiteX30" fmla="*/ 250083 w 569765"/>
                <a:gd name="connsiteY30" fmla="*/ 12144 h 444349"/>
                <a:gd name="connsiteX31" fmla="*/ 233834 w 569765"/>
                <a:gd name="connsiteY31" fmla="*/ 5978 h 444349"/>
                <a:gd name="connsiteX32" fmla="*/ 167424 w 569765"/>
                <a:gd name="connsiteY32" fmla="*/ 8311 h 444349"/>
                <a:gd name="connsiteX33" fmla="*/ 97180 w 569765"/>
                <a:gd name="connsiteY33" fmla="*/ 44974 h 444349"/>
                <a:gd name="connsiteX34" fmla="*/ 4272 w 569765"/>
                <a:gd name="connsiteY34" fmla="*/ 183795 h 444349"/>
                <a:gd name="connsiteX35" fmla="*/ 4272 w 569765"/>
                <a:gd name="connsiteY35" fmla="*/ 183795 h 444349"/>
                <a:gd name="connsiteX36" fmla="*/ 545056 w 569765"/>
                <a:gd name="connsiteY36" fmla="*/ 303201 h 444349"/>
                <a:gd name="connsiteX37" fmla="*/ 518642 w 569765"/>
                <a:gd name="connsiteY37" fmla="*/ 290785 h 444349"/>
                <a:gd name="connsiteX38" fmla="*/ 477812 w 569765"/>
                <a:gd name="connsiteY38" fmla="*/ 275287 h 444349"/>
                <a:gd name="connsiteX39" fmla="*/ 393320 w 569765"/>
                <a:gd name="connsiteY39" fmla="*/ 237623 h 444349"/>
                <a:gd name="connsiteX40" fmla="*/ 229335 w 569765"/>
                <a:gd name="connsiteY40" fmla="*/ 162547 h 444349"/>
                <a:gd name="connsiteX41" fmla="*/ 79348 w 569765"/>
                <a:gd name="connsiteY41" fmla="*/ 121717 h 444349"/>
                <a:gd name="connsiteX42" fmla="*/ 30103 w 569765"/>
                <a:gd name="connsiteY42" fmla="*/ 144632 h 444349"/>
                <a:gd name="connsiteX43" fmla="*/ 42435 w 569765"/>
                <a:gd name="connsiteY43" fmla="*/ 121884 h 444349"/>
                <a:gd name="connsiteX44" fmla="*/ 96180 w 569765"/>
                <a:gd name="connsiteY44" fmla="*/ 62639 h 444349"/>
                <a:gd name="connsiteX45" fmla="*/ 156508 w 569765"/>
                <a:gd name="connsiteY45" fmla="*/ 24476 h 444349"/>
                <a:gd name="connsiteX46" fmla="*/ 197421 w 569765"/>
                <a:gd name="connsiteY46" fmla="*/ 11644 h 444349"/>
                <a:gd name="connsiteX47" fmla="*/ 231001 w 569765"/>
                <a:gd name="connsiteY47" fmla="*/ 10061 h 444349"/>
                <a:gd name="connsiteX48" fmla="*/ 234001 w 569765"/>
                <a:gd name="connsiteY48" fmla="*/ 12310 h 444349"/>
                <a:gd name="connsiteX49" fmla="*/ 265498 w 569765"/>
                <a:gd name="connsiteY49" fmla="*/ 37558 h 444349"/>
                <a:gd name="connsiteX50" fmla="*/ 288829 w 569765"/>
                <a:gd name="connsiteY50" fmla="*/ 57223 h 444349"/>
                <a:gd name="connsiteX51" fmla="*/ 334242 w 569765"/>
                <a:gd name="connsiteY51" fmla="*/ 96469 h 444349"/>
                <a:gd name="connsiteX52" fmla="*/ 349241 w 569765"/>
                <a:gd name="connsiteY52" fmla="*/ 112968 h 444349"/>
                <a:gd name="connsiteX53" fmla="*/ 344658 w 569765"/>
                <a:gd name="connsiteY53" fmla="*/ 137632 h 444349"/>
                <a:gd name="connsiteX54" fmla="*/ 365572 w 569765"/>
                <a:gd name="connsiteY54" fmla="*/ 172129 h 444349"/>
                <a:gd name="connsiteX55" fmla="*/ 411568 w 569765"/>
                <a:gd name="connsiteY55" fmla="*/ 190711 h 444349"/>
                <a:gd name="connsiteX56" fmla="*/ 428400 w 569765"/>
                <a:gd name="connsiteY56" fmla="*/ 191128 h 444349"/>
                <a:gd name="connsiteX57" fmla="*/ 441816 w 569765"/>
                <a:gd name="connsiteY57" fmla="*/ 201793 h 444349"/>
                <a:gd name="connsiteX58" fmla="*/ 463814 w 569765"/>
                <a:gd name="connsiteY58" fmla="*/ 223458 h 444349"/>
                <a:gd name="connsiteX59" fmla="*/ 508143 w 569765"/>
                <a:gd name="connsiteY59" fmla="*/ 267037 h 444349"/>
                <a:gd name="connsiteX60" fmla="*/ 533391 w 569765"/>
                <a:gd name="connsiteY60" fmla="*/ 291619 h 444349"/>
                <a:gd name="connsiteX61" fmla="*/ 545056 w 569765"/>
                <a:gd name="connsiteY61" fmla="*/ 303201 h 444349"/>
                <a:gd name="connsiteX62" fmla="*/ 545056 w 569765"/>
                <a:gd name="connsiteY62" fmla="*/ 303201 h 444349"/>
                <a:gd name="connsiteX63" fmla="*/ 15187 w 569765"/>
                <a:gd name="connsiteY63" fmla="*/ 193461 h 444349"/>
                <a:gd name="connsiteX64" fmla="*/ 16354 w 569765"/>
                <a:gd name="connsiteY64" fmla="*/ 190878 h 444349"/>
                <a:gd name="connsiteX65" fmla="*/ 16604 w 569765"/>
                <a:gd name="connsiteY65" fmla="*/ 189711 h 444349"/>
                <a:gd name="connsiteX66" fmla="*/ 47351 w 569765"/>
                <a:gd name="connsiteY66" fmla="*/ 150465 h 444349"/>
                <a:gd name="connsiteX67" fmla="*/ 122511 w 569765"/>
                <a:gd name="connsiteY67" fmla="*/ 141965 h 444349"/>
                <a:gd name="connsiteX68" fmla="*/ 186672 w 569765"/>
                <a:gd name="connsiteY68" fmla="*/ 161880 h 444349"/>
                <a:gd name="connsiteX69" fmla="*/ 316827 w 569765"/>
                <a:gd name="connsiteY69" fmla="*/ 214042 h 444349"/>
                <a:gd name="connsiteX70" fmla="*/ 446648 w 569765"/>
                <a:gd name="connsiteY70" fmla="*/ 271537 h 444349"/>
                <a:gd name="connsiteX71" fmla="*/ 513809 w 569765"/>
                <a:gd name="connsiteY71" fmla="*/ 298118 h 444349"/>
                <a:gd name="connsiteX72" fmla="*/ 543390 w 569765"/>
                <a:gd name="connsiteY72" fmla="*/ 311700 h 444349"/>
                <a:gd name="connsiteX73" fmla="*/ 553806 w 569765"/>
                <a:gd name="connsiteY73" fmla="*/ 316616 h 444349"/>
                <a:gd name="connsiteX74" fmla="*/ 549556 w 569765"/>
                <a:gd name="connsiteY74" fmla="*/ 323366 h 444349"/>
                <a:gd name="connsiteX75" fmla="*/ 542473 w 569765"/>
                <a:gd name="connsiteY75" fmla="*/ 337614 h 444349"/>
                <a:gd name="connsiteX76" fmla="*/ 512893 w 569765"/>
                <a:gd name="connsiteY76" fmla="*/ 403442 h 444349"/>
                <a:gd name="connsiteX77" fmla="*/ 498811 w 569765"/>
                <a:gd name="connsiteY77" fmla="*/ 426356 h 444349"/>
                <a:gd name="connsiteX78" fmla="*/ 480062 w 569765"/>
                <a:gd name="connsiteY78" fmla="*/ 423773 h 444349"/>
                <a:gd name="connsiteX79" fmla="*/ 443732 w 569765"/>
                <a:gd name="connsiteY79" fmla="*/ 411941 h 444349"/>
                <a:gd name="connsiteX80" fmla="*/ 369572 w 569765"/>
                <a:gd name="connsiteY80" fmla="*/ 393693 h 444349"/>
                <a:gd name="connsiteX81" fmla="*/ 309827 w 569765"/>
                <a:gd name="connsiteY81" fmla="*/ 371945 h 444349"/>
                <a:gd name="connsiteX82" fmla="*/ 271248 w 569765"/>
                <a:gd name="connsiteY82" fmla="*/ 329448 h 444349"/>
                <a:gd name="connsiteX83" fmla="*/ 222585 w 569765"/>
                <a:gd name="connsiteY83" fmla="*/ 327699 h 444349"/>
                <a:gd name="connsiteX84" fmla="*/ 213753 w 569765"/>
                <a:gd name="connsiteY84" fmla="*/ 334531 h 444349"/>
                <a:gd name="connsiteX85" fmla="*/ 202504 w 569765"/>
                <a:gd name="connsiteY85" fmla="*/ 339781 h 444349"/>
                <a:gd name="connsiteX86" fmla="*/ 175340 w 569765"/>
                <a:gd name="connsiteY86" fmla="*/ 326865 h 444349"/>
                <a:gd name="connsiteX87" fmla="*/ 55267 w 569765"/>
                <a:gd name="connsiteY87" fmla="*/ 268537 h 444349"/>
                <a:gd name="connsiteX88" fmla="*/ 12438 w 569765"/>
                <a:gd name="connsiteY88" fmla="*/ 211209 h 444349"/>
                <a:gd name="connsiteX89" fmla="*/ 15187 w 569765"/>
                <a:gd name="connsiteY89" fmla="*/ 193461 h 444349"/>
                <a:gd name="connsiteX90" fmla="*/ 15187 w 569765"/>
                <a:gd name="connsiteY90" fmla="*/ 193461 h 444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569765" h="444349">
                  <a:moveTo>
                    <a:pt x="4272" y="183795"/>
                  </a:moveTo>
                  <a:cubicBezTo>
                    <a:pt x="1689" y="191128"/>
                    <a:pt x="189" y="198710"/>
                    <a:pt x="22" y="206293"/>
                  </a:cubicBezTo>
                  <a:cubicBezTo>
                    <a:pt x="-1144" y="248706"/>
                    <a:pt x="44101" y="277036"/>
                    <a:pt x="76099" y="295618"/>
                  </a:cubicBezTo>
                  <a:cubicBezTo>
                    <a:pt x="98680" y="308784"/>
                    <a:pt x="122261" y="319033"/>
                    <a:pt x="146092" y="329782"/>
                  </a:cubicBezTo>
                  <a:cubicBezTo>
                    <a:pt x="158924" y="335531"/>
                    <a:pt x="171340" y="341864"/>
                    <a:pt x="183922" y="348113"/>
                  </a:cubicBezTo>
                  <a:cubicBezTo>
                    <a:pt x="190255" y="351280"/>
                    <a:pt x="198504" y="357446"/>
                    <a:pt x="205920" y="357779"/>
                  </a:cubicBezTo>
                  <a:cubicBezTo>
                    <a:pt x="214753" y="358196"/>
                    <a:pt x="218252" y="351446"/>
                    <a:pt x="224502" y="346280"/>
                  </a:cubicBezTo>
                  <a:cubicBezTo>
                    <a:pt x="236834" y="336031"/>
                    <a:pt x="251499" y="334281"/>
                    <a:pt x="265165" y="343364"/>
                  </a:cubicBezTo>
                  <a:cubicBezTo>
                    <a:pt x="276581" y="350946"/>
                    <a:pt x="282080" y="362695"/>
                    <a:pt x="290746" y="372778"/>
                  </a:cubicBezTo>
                  <a:cubicBezTo>
                    <a:pt x="297245" y="380360"/>
                    <a:pt x="305411" y="386360"/>
                    <a:pt x="314494" y="390610"/>
                  </a:cubicBezTo>
                  <a:cubicBezTo>
                    <a:pt x="358656" y="411274"/>
                    <a:pt x="409319" y="416441"/>
                    <a:pt x="455148" y="432189"/>
                  </a:cubicBezTo>
                  <a:cubicBezTo>
                    <a:pt x="471813" y="437855"/>
                    <a:pt x="494311" y="452021"/>
                    <a:pt x="510893" y="439022"/>
                  </a:cubicBezTo>
                  <a:cubicBezTo>
                    <a:pt x="518892" y="432772"/>
                    <a:pt x="523058" y="422273"/>
                    <a:pt x="526975" y="413274"/>
                  </a:cubicBezTo>
                  <a:cubicBezTo>
                    <a:pt x="531891" y="402108"/>
                    <a:pt x="537057" y="391026"/>
                    <a:pt x="541557" y="379694"/>
                  </a:cubicBezTo>
                  <a:cubicBezTo>
                    <a:pt x="546723" y="366612"/>
                    <a:pt x="551972" y="353780"/>
                    <a:pt x="557972" y="341031"/>
                  </a:cubicBezTo>
                  <a:cubicBezTo>
                    <a:pt x="561138" y="334281"/>
                    <a:pt x="567221" y="326365"/>
                    <a:pt x="569221" y="319199"/>
                  </a:cubicBezTo>
                  <a:cubicBezTo>
                    <a:pt x="570887" y="313367"/>
                    <a:pt x="568554" y="309450"/>
                    <a:pt x="564638" y="305451"/>
                  </a:cubicBezTo>
                  <a:cubicBezTo>
                    <a:pt x="562721" y="303534"/>
                    <a:pt x="560805" y="301784"/>
                    <a:pt x="558888" y="300034"/>
                  </a:cubicBezTo>
                  <a:cubicBezTo>
                    <a:pt x="556055" y="296535"/>
                    <a:pt x="552639" y="293452"/>
                    <a:pt x="549556" y="290119"/>
                  </a:cubicBezTo>
                  <a:cubicBezTo>
                    <a:pt x="542140" y="281953"/>
                    <a:pt x="534224" y="274287"/>
                    <a:pt x="526391" y="266704"/>
                  </a:cubicBezTo>
                  <a:cubicBezTo>
                    <a:pt x="508643" y="249539"/>
                    <a:pt x="491061" y="232290"/>
                    <a:pt x="473729" y="214875"/>
                  </a:cubicBezTo>
                  <a:cubicBezTo>
                    <a:pt x="465897" y="207043"/>
                    <a:pt x="457898" y="199460"/>
                    <a:pt x="450648" y="191044"/>
                  </a:cubicBezTo>
                  <a:cubicBezTo>
                    <a:pt x="445649" y="185295"/>
                    <a:pt x="440566" y="179295"/>
                    <a:pt x="433233" y="176462"/>
                  </a:cubicBezTo>
                  <a:cubicBezTo>
                    <a:pt x="424817" y="173213"/>
                    <a:pt x="415485" y="173879"/>
                    <a:pt x="406902" y="171463"/>
                  </a:cubicBezTo>
                  <a:cubicBezTo>
                    <a:pt x="394153" y="167880"/>
                    <a:pt x="382738" y="162713"/>
                    <a:pt x="373405" y="153214"/>
                  </a:cubicBezTo>
                  <a:cubicBezTo>
                    <a:pt x="364906" y="144548"/>
                    <a:pt x="363823" y="140465"/>
                    <a:pt x="365572" y="129383"/>
                  </a:cubicBezTo>
                  <a:cubicBezTo>
                    <a:pt x="366572" y="123134"/>
                    <a:pt x="368989" y="115801"/>
                    <a:pt x="367572" y="109468"/>
                  </a:cubicBezTo>
                  <a:cubicBezTo>
                    <a:pt x="365822" y="101302"/>
                    <a:pt x="357490" y="95886"/>
                    <a:pt x="351657" y="90720"/>
                  </a:cubicBezTo>
                  <a:cubicBezTo>
                    <a:pt x="345074" y="84887"/>
                    <a:pt x="338658" y="78971"/>
                    <a:pt x="331576" y="73721"/>
                  </a:cubicBezTo>
                  <a:cubicBezTo>
                    <a:pt x="313327" y="60223"/>
                    <a:pt x="295079" y="46641"/>
                    <a:pt x="277164" y="32725"/>
                  </a:cubicBezTo>
                  <a:cubicBezTo>
                    <a:pt x="268165" y="25809"/>
                    <a:pt x="259415" y="18726"/>
                    <a:pt x="250083" y="12144"/>
                  </a:cubicBezTo>
                  <a:cubicBezTo>
                    <a:pt x="244250" y="8061"/>
                    <a:pt x="240750" y="4894"/>
                    <a:pt x="233834" y="5978"/>
                  </a:cubicBezTo>
                  <a:cubicBezTo>
                    <a:pt x="214086" y="-5605"/>
                    <a:pt x="188838" y="2145"/>
                    <a:pt x="167424" y="8311"/>
                  </a:cubicBezTo>
                  <a:cubicBezTo>
                    <a:pt x="142259" y="15477"/>
                    <a:pt x="117762" y="28975"/>
                    <a:pt x="97180" y="44974"/>
                  </a:cubicBezTo>
                  <a:cubicBezTo>
                    <a:pt x="54934" y="77721"/>
                    <a:pt x="7188" y="127300"/>
                    <a:pt x="4272" y="183795"/>
                  </a:cubicBezTo>
                  <a:lnTo>
                    <a:pt x="4272" y="183795"/>
                  </a:lnTo>
                  <a:close/>
                  <a:moveTo>
                    <a:pt x="545056" y="303201"/>
                  </a:moveTo>
                  <a:cubicBezTo>
                    <a:pt x="535891" y="299868"/>
                    <a:pt x="525808" y="293368"/>
                    <a:pt x="518642" y="290785"/>
                  </a:cubicBezTo>
                  <a:cubicBezTo>
                    <a:pt x="504977" y="285869"/>
                    <a:pt x="491311" y="280786"/>
                    <a:pt x="477812" y="275287"/>
                  </a:cubicBezTo>
                  <a:cubicBezTo>
                    <a:pt x="449315" y="263704"/>
                    <a:pt x="421234" y="250622"/>
                    <a:pt x="393320" y="237623"/>
                  </a:cubicBezTo>
                  <a:cubicBezTo>
                    <a:pt x="338742" y="212292"/>
                    <a:pt x="285080" y="185545"/>
                    <a:pt x="229335" y="162547"/>
                  </a:cubicBezTo>
                  <a:cubicBezTo>
                    <a:pt x="181422" y="142715"/>
                    <a:pt x="132760" y="118801"/>
                    <a:pt x="79348" y="121717"/>
                  </a:cubicBezTo>
                  <a:cubicBezTo>
                    <a:pt x="61517" y="122717"/>
                    <a:pt x="44018" y="131550"/>
                    <a:pt x="30103" y="144632"/>
                  </a:cubicBezTo>
                  <a:cubicBezTo>
                    <a:pt x="33519" y="136966"/>
                    <a:pt x="37602" y="129466"/>
                    <a:pt x="42435" y="121884"/>
                  </a:cubicBezTo>
                  <a:cubicBezTo>
                    <a:pt x="56684" y="99886"/>
                    <a:pt x="76265" y="79721"/>
                    <a:pt x="96180" y="62639"/>
                  </a:cubicBezTo>
                  <a:cubicBezTo>
                    <a:pt x="114178" y="47224"/>
                    <a:pt x="134677" y="33975"/>
                    <a:pt x="156508" y="24476"/>
                  </a:cubicBezTo>
                  <a:cubicBezTo>
                    <a:pt x="169590" y="18810"/>
                    <a:pt x="183506" y="14893"/>
                    <a:pt x="197421" y="11644"/>
                  </a:cubicBezTo>
                  <a:cubicBezTo>
                    <a:pt x="206587" y="9561"/>
                    <a:pt x="219836" y="8061"/>
                    <a:pt x="231001" y="10061"/>
                  </a:cubicBezTo>
                  <a:cubicBezTo>
                    <a:pt x="231335" y="11394"/>
                    <a:pt x="232335" y="12477"/>
                    <a:pt x="234001" y="12310"/>
                  </a:cubicBezTo>
                  <a:cubicBezTo>
                    <a:pt x="243417" y="11477"/>
                    <a:pt x="258665" y="31392"/>
                    <a:pt x="265498" y="37558"/>
                  </a:cubicBezTo>
                  <a:cubicBezTo>
                    <a:pt x="272997" y="44391"/>
                    <a:pt x="281080" y="50640"/>
                    <a:pt x="288829" y="57223"/>
                  </a:cubicBezTo>
                  <a:cubicBezTo>
                    <a:pt x="303911" y="70138"/>
                    <a:pt x="320243" y="82387"/>
                    <a:pt x="334242" y="96469"/>
                  </a:cubicBezTo>
                  <a:cubicBezTo>
                    <a:pt x="338325" y="100552"/>
                    <a:pt x="347741" y="107052"/>
                    <a:pt x="349241" y="112968"/>
                  </a:cubicBezTo>
                  <a:cubicBezTo>
                    <a:pt x="351074" y="120051"/>
                    <a:pt x="345074" y="130550"/>
                    <a:pt x="344658" y="137632"/>
                  </a:cubicBezTo>
                  <a:cubicBezTo>
                    <a:pt x="343991" y="151548"/>
                    <a:pt x="356073" y="163713"/>
                    <a:pt x="365572" y="172129"/>
                  </a:cubicBezTo>
                  <a:cubicBezTo>
                    <a:pt x="377571" y="182795"/>
                    <a:pt x="395486" y="189794"/>
                    <a:pt x="411568" y="190711"/>
                  </a:cubicBezTo>
                  <a:cubicBezTo>
                    <a:pt x="416901" y="191044"/>
                    <a:pt x="423317" y="189544"/>
                    <a:pt x="428400" y="191128"/>
                  </a:cubicBezTo>
                  <a:cubicBezTo>
                    <a:pt x="434066" y="192877"/>
                    <a:pt x="437816" y="197794"/>
                    <a:pt x="441816" y="201793"/>
                  </a:cubicBezTo>
                  <a:cubicBezTo>
                    <a:pt x="449065" y="209043"/>
                    <a:pt x="456481" y="216209"/>
                    <a:pt x="463814" y="223458"/>
                  </a:cubicBezTo>
                  <a:cubicBezTo>
                    <a:pt x="478479" y="238123"/>
                    <a:pt x="493144" y="252705"/>
                    <a:pt x="508143" y="267037"/>
                  </a:cubicBezTo>
                  <a:cubicBezTo>
                    <a:pt x="516642" y="275120"/>
                    <a:pt x="525225" y="283203"/>
                    <a:pt x="533391" y="291619"/>
                  </a:cubicBezTo>
                  <a:cubicBezTo>
                    <a:pt x="536890" y="295202"/>
                    <a:pt x="541223" y="299034"/>
                    <a:pt x="545056" y="303201"/>
                  </a:cubicBezTo>
                  <a:lnTo>
                    <a:pt x="545056" y="303201"/>
                  </a:lnTo>
                  <a:close/>
                  <a:moveTo>
                    <a:pt x="15187" y="193461"/>
                  </a:moveTo>
                  <a:cubicBezTo>
                    <a:pt x="15771" y="192794"/>
                    <a:pt x="16187" y="191961"/>
                    <a:pt x="16354" y="190878"/>
                  </a:cubicBezTo>
                  <a:cubicBezTo>
                    <a:pt x="16437" y="190461"/>
                    <a:pt x="16521" y="190128"/>
                    <a:pt x="16604" y="189711"/>
                  </a:cubicBezTo>
                  <a:cubicBezTo>
                    <a:pt x="22937" y="174212"/>
                    <a:pt x="35352" y="160130"/>
                    <a:pt x="47351" y="150465"/>
                  </a:cubicBezTo>
                  <a:cubicBezTo>
                    <a:pt x="68433" y="133549"/>
                    <a:pt x="97680" y="137049"/>
                    <a:pt x="122511" y="141965"/>
                  </a:cubicBezTo>
                  <a:cubicBezTo>
                    <a:pt x="144509" y="146298"/>
                    <a:pt x="165924" y="153631"/>
                    <a:pt x="186672" y="161880"/>
                  </a:cubicBezTo>
                  <a:cubicBezTo>
                    <a:pt x="230001" y="179212"/>
                    <a:pt x="273831" y="195877"/>
                    <a:pt x="316827" y="214042"/>
                  </a:cubicBezTo>
                  <a:cubicBezTo>
                    <a:pt x="360323" y="232457"/>
                    <a:pt x="403402" y="252455"/>
                    <a:pt x="446648" y="271537"/>
                  </a:cubicBezTo>
                  <a:cubicBezTo>
                    <a:pt x="468730" y="281286"/>
                    <a:pt x="491228" y="289535"/>
                    <a:pt x="513809" y="298118"/>
                  </a:cubicBezTo>
                  <a:cubicBezTo>
                    <a:pt x="524058" y="301951"/>
                    <a:pt x="533891" y="306367"/>
                    <a:pt x="543390" y="311700"/>
                  </a:cubicBezTo>
                  <a:cubicBezTo>
                    <a:pt x="547056" y="313783"/>
                    <a:pt x="550139" y="315616"/>
                    <a:pt x="553806" y="316616"/>
                  </a:cubicBezTo>
                  <a:cubicBezTo>
                    <a:pt x="552139" y="319366"/>
                    <a:pt x="549806" y="322699"/>
                    <a:pt x="549556" y="323366"/>
                  </a:cubicBezTo>
                  <a:cubicBezTo>
                    <a:pt x="547140" y="328115"/>
                    <a:pt x="544806" y="332865"/>
                    <a:pt x="542473" y="337614"/>
                  </a:cubicBezTo>
                  <a:cubicBezTo>
                    <a:pt x="531891" y="359279"/>
                    <a:pt x="522892" y="381610"/>
                    <a:pt x="512893" y="403442"/>
                  </a:cubicBezTo>
                  <a:cubicBezTo>
                    <a:pt x="510143" y="409441"/>
                    <a:pt x="505477" y="423273"/>
                    <a:pt x="498811" y="426356"/>
                  </a:cubicBezTo>
                  <a:cubicBezTo>
                    <a:pt x="492894" y="429106"/>
                    <a:pt x="485645" y="425606"/>
                    <a:pt x="480062" y="423773"/>
                  </a:cubicBezTo>
                  <a:cubicBezTo>
                    <a:pt x="467897" y="419774"/>
                    <a:pt x="456148" y="415274"/>
                    <a:pt x="443732" y="411941"/>
                  </a:cubicBezTo>
                  <a:cubicBezTo>
                    <a:pt x="419151" y="405275"/>
                    <a:pt x="394153" y="400359"/>
                    <a:pt x="369572" y="393693"/>
                  </a:cubicBezTo>
                  <a:cubicBezTo>
                    <a:pt x="350074" y="388360"/>
                    <a:pt x="326326" y="384527"/>
                    <a:pt x="309827" y="371945"/>
                  </a:cubicBezTo>
                  <a:cubicBezTo>
                    <a:pt x="294329" y="360029"/>
                    <a:pt x="288079" y="340531"/>
                    <a:pt x="271248" y="329448"/>
                  </a:cubicBezTo>
                  <a:cubicBezTo>
                    <a:pt x="256916" y="320033"/>
                    <a:pt x="237751" y="319116"/>
                    <a:pt x="222585" y="327699"/>
                  </a:cubicBezTo>
                  <a:cubicBezTo>
                    <a:pt x="219419" y="329532"/>
                    <a:pt x="216503" y="332115"/>
                    <a:pt x="213753" y="334531"/>
                  </a:cubicBezTo>
                  <a:cubicBezTo>
                    <a:pt x="208253" y="339448"/>
                    <a:pt x="209503" y="340281"/>
                    <a:pt x="202504" y="339781"/>
                  </a:cubicBezTo>
                  <a:cubicBezTo>
                    <a:pt x="194338" y="339198"/>
                    <a:pt x="182922" y="330448"/>
                    <a:pt x="175340" y="326865"/>
                  </a:cubicBezTo>
                  <a:cubicBezTo>
                    <a:pt x="135177" y="308034"/>
                    <a:pt x="91930" y="294285"/>
                    <a:pt x="55267" y="268537"/>
                  </a:cubicBezTo>
                  <a:cubicBezTo>
                    <a:pt x="36685" y="255455"/>
                    <a:pt x="13104" y="235790"/>
                    <a:pt x="12438" y="211209"/>
                  </a:cubicBezTo>
                  <a:cubicBezTo>
                    <a:pt x="12104" y="205126"/>
                    <a:pt x="13188" y="199210"/>
                    <a:pt x="15187" y="193461"/>
                  </a:cubicBezTo>
                  <a:lnTo>
                    <a:pt x="15187" y="193461"/>
                  </a:lnTo>
                  <a:close/>
                </a:path>
              </a:pathLst>
            </a:custGeom>
            <a:grpFill/>
            <a:ln w="8332" cap="flat">
              <a:noFill/>
              <a:prstDash val="solid"/>
              <a:miter/>
            </a:ln>
          </p:spPr>
          <p:txBody>
            <a:bodyPr rtlCol="0" anchor="ctr"/>
            <a:lstStyle/>
            <a:p>
              <a:endParaRPr lang="en-US"/>
            </a:p>
          </p:txBody>
        </p:sp>
        <p:sp>
          <p:nvSpPr>
            <p:cNvPr id="1670" name="Freeform: Shape 1669"/>
            <p:cNvSpPr/>
            <p:nvPr/>
          </p:nvSpPr>
          <p:spPr>
            <a:xfrm>
              <a:off x="624366" y="444176"/>
              <a:ext cx="104217" cy="103153"/>
            </a:xfrm>
            <a:custGeom>
              <a:avLst/>
              <a:gdLst>
                <a:gd name="connsiteX0" fmla="*/ 432 w 104217"/>
                <a:gd name="connsiteY0" fmla="*/ 55956 h 103153"/>
                <a:gd name="connsiteX1" fmla="*/ 88424 w 104217"/>
                <a:gd name="connsiteY1" fmla="*/ 94869 h 103153"/>
                <a:gd name="connsiteX2" fmla="*/ 102506 w 104217"/>
                <a:gd name="connsiteY2" fmla="*/ 51373 h 103153"/>
                <a:gd name="connsiteX3" fmla="*/ 102506 w 104217"/>
                <a:gd name="connsiteY3" fmla="*/ 51206 h 103153"/>
                <a:gd name="connsiteX4" fmla="*/ 71425 w 104217"/>
                <a:gd name="connsiteY4" fmla="*/ 4710 h 103153"/>
                <a:gd name="connsiteX5" fmla="*/ 432 w 104217"/>
                <a:gd name="connsiteY5" fmla="*/ 55956 h 103153"/>
                <a:gd name="connsiteX6" fmla="*/ 432 w 104217"/>
                <a:gd name="connsiteY6" fmla="*/ 55956 h 103153"/>
                <a:gd name="connsiteX7" fmla="*/ 66759 w 104217"/>
                <a:gd name="connsiteY7" fmla="*/ 14793 h 103153"/>
                <a:gd name="connsiteX8" fmla="*/ 92840 w 104217"/>
                <a:gd name="connsiteY8" fmla="*/ 46540 h 103153"/>
                <a:gd name="connsiteX9" fmla="*/ 93507 w 104217"/>
                <a:gd name="connsiteY9" fmla="*/ 66955 h 103153"/>
                <a:gd name="connsiteX10" fmla="*/ 82258 w 104217"/>
                <a:gd name="connsiteY10" fmla="*/ 84536 h 103153"/>
                <a:gd name="connsiteX11" fmla="*/ 82091 w 104217"/>
                <a:gd name="connsiteY11" fmla="*/ 86286 h 103153"/>
                <a:gd name="connsiteX12" fmla="*/ 17847 w 104217"/>
                <a:gd name="connsiteY12" fmla="*/ 40624 h 103153"/>
                <a:gd name="connsiteX13" fmla="*/ 14264 w 104217"/>
                <a:gd name="connsiteY13" fmla="*/ 41457 h 103153"/>
                <a:gd name="connsiteX14" fmla="*/ 47511 w 104217"/>
                <a:gd name="connsiteY14" fmla="*/ 90369 h 103153"/>
                <a:gd name="connsiteX15" fmla="*/ 13681 w 104217"/>
                <a:gd name="connsiteY15" fmla="*/ 58039 h 103153"/>
                <a:gd name="connsiteX16" fmla="*/ 66759 w 104217"/>
                <a:gd name="connsiteY16" fmla="*/ 14793 h 103153"/>
                <a:gd name="connsiteX17" fmla="*/ 66759 w 104217"/>
                <a:gd name="connsiteY17" fmla="*/ 14793 h 103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4217" h="103153">
                  <a:moveTo>
                    <a:pt x="432" y="55956"/>
                  </a:moveTo>
                  <a:cubicBezTo>
                    <a:pt x="5431" y="94785"/>
                    <a:pt x="55760" y="115867"/>
                    <a:pt x="88424" y="94869"/>
                  </a:cubicBezTo>
                  <a:cubicBezTo>
                    <a:pt x="103922" y="84870"/>
                    <a:pt x="106589" y="68538"/>
                    <a:pt x="102506" y="51373"/>
                  </a:cubicBezTo>
                  <a:cubicBezTo>
                    <a:pt x="102506" y="51289"/>
                    <a:pt x="102506" y="51289"/>
                    <a:pt x="102506" y="51206"/>
                  </a:cubicBezTo>
                  <a:cubicBezTo>
                    <a:pt x="100673" y="31958"/>
                    <a:pt x="88091" y="12210"/>
                    <a:pt x="71425" y="4710"/>
                  </a:cubicBezTo>
                  <a:cubicBezTo>
                    <a:pt x="34762" y="-11622"/>
                    <a:pt x="-4568" y="16709"/>
                    <a:pt x="432" y="55956"/>
                  </a:cubicBezTo>
                  <a:lnTo>
                    <a:pt x="432" y="55956"/>
                  </a:lnTo>
                  <a:close/>
                  <a:moveTo>
                    <a:pt x="66759" y="14793"/>
                  </a:moveTo>
                  <a:cubicBezTo>
                    <a:pt x="81174" y="19792"/>
                    <a:pt x="90590" y="31874"/>
                    <a:pt x="92840" y="46540"/>
                  </a:cubicBezTo>
                  <a:cubicBezTo>
                    <a:pt x="93840" y="53039"/>
                    <a:pt x="95257" y="60372"/>
                    <a:pt x="93507" y="66955"/>
                  </a:cubicBezTo>
                  <a:cubicBezTo>
                    <a:pt x="91840" y="72954"/>
                    <a:pt x="85007" y="78620"/>
                    <a:pt x="82258" y="84536"/>
                  </a:cubicBezTo>
                  <a:cubicBezTo>
                    <a:pt x="82008" y="85120"/>
                    <a:pt x="82008" y="85703"/>
                    <a:pt x="82091" y="86286"/>
                  </a:cubicBezTo>
                  <a:cubicBezTo>
                    <a:pt x="52760" y="94285"/>
                    <a:pt x="27429" y="65788"/>
                    <a:pt x="17847" y="40624"/>
                  </a:cubicBezTo>
                  <a:cubicBezTo>
                    <a:pt x="17180" y="38874"/>
                    <a:pt x="14097" y="39624"/>
                    <a:pt x="14264" y="41457"/>
                  </a:cubicBezTo>
                  <a:cubicBezTo>
                    <a:pt x="15430" y="62705"/>
                    <a:pt x="28346" y="80870"/>
                    <a:pt x="47511" y="90369"/>
                  </a:cubicBezTo>
                  <a:cubicBezTo>
                    <a:pt x="31179" y="86203"/>
                    <a:pt x="16764" y="74704"/>
                    <a:pt x="13681" y="58039"/>
                  </a:cubicBezTo>
                  <a:cubicBezTo>
                    <a:pt x="7681" y="26625"/>
                    <a:pt x="37178" y="4460"/>
                    <a:pt x="66759" y="14793"/>
                  </a:cubicBezTo>
                  <a:lnTo>
                    <a:pt x="66759" y="14793"/>
                  </a:lnTo>
                  <a:close/>
                </a:path>
              </a:pathLst>
            </a:custGeom>
            <a:grpFill/>
            <a:ln w="8332" cap="flat">
              <a:noFill/>
              <a:prstDash val="solid"/>
              <a:miter/>
            </a:ln>
          </p:spPr>
          <p:txBody>
            <a:bodyPr rtlCol="0" anchor="ctr"/>
            <a:lstStyle/>
            <a:p>
              <a:endParaRPr lang="en-US"/>
            </a:p>
          </p:txBody>
        </p:sp>
        <p:sp>
          <p:nvSpPr>
            <p:cNvPr id="1671" name="Freeform: Shape 1670"/>
            <p:cNvSpPr/>
            <p:nvPr/>
          </p:nvSpPr>
          <p:spPr>
            <a:xfrm>
              <a:off x="829960" y="515586"/>
              <a:ext cx="104887" cy="103702"/>
            </a:xfrm>
            <a:custGeom>
              <a:avLst/>
              <a:gdLst>
                <a:gd name="connsiteX0" fmla="*/ 6819 w 104887"/>
                <a:gd name="connsiteY0" fmla="*/ 71788 h 103702"/>
                <a:gd name="connsiteX1" fmla="*/ 96811 w 104887"/>
                <a:gd name="connsiteY1" fmla="*/ 90787 h 103702"/>
                <a:gd name="connsiteX2" fmla="*/ 104227 w 104887"/>
                <a:gd name="connsiteY2" fmla="*/ 60456 h 103702"/>
                <a:gd name="connsiteX3" fmla="*/ 96311 w 104887"/>
                <a:gd name="connsiteY3" fmla="*/ 39041 h 103702"/>
                <a:gd name="connsiteX4" fmla="*/ 49149 w 104887"/>
                <a:gd name="connsiteY4" fmla="*/ 1045 h 103702"/>
                <a:gd name="connsiteX5" fmla="*/ 6819 w 104887"/>
                <a:gd name="connsiteY5" fmla="*/ 71788 h 103702"/>
                <a:gd name="connsiteX6" fmla="*/ 6819 w 104887"/>
                <a:gd name="connsiteY6" fmla="*/ 71788 h 103702"/>
                <a:gd name="connsiteX7" fmla="*/ 43066 w 104887"/>
                <a:gd name="connsiteY7" fmla="*/ 11627 h 103702"/>
                <a:gd name="connsiteX8" fmla="*/ 83562 w 104887"/>
                <a:gd name="connsiteY8" fmla="*/ 37958 h 103702"/>
                <a:gd name="connsiteX9" fmla="*/ 90229 w 104887"/>
                <a:gd name="connsiteY9" fmla="*/ 45541 h 103702"/>
                <a:gd name="connsiteX10" fmla="*/ 95061 w 104887"/>
                <a:gd name="connsiteY10" fmla="*/ 70872 h 103702"/>
                <a:gd name="connsiteX11" fmla="*/ 90895 w 104887"/>
                <a:gd name="connsiteY11" fmla="*/ 81454 h 103702"/>
                <a:gd name="connsiteX12" fmla="*/ 48482 w 104887"/>
                <a:gd name="connsiteY12" fmla="*/ 19460 h 103702"/>
                <a:gd name="connsiteX13" fmla="*/ 46732 w 104887"/>
                <a:gd name="connsiteY13" fmla="*/ 23209 h 103702"/>
                <a:gd name="connsiteX14" fmla="*/ 82813 w 104887"/>
                <a:gd name="connsiteY14" fmla="*/ 88287 h 103702"/>
                <a:gd name="connsiteX15" fmla="*/ 26068 w 104887"/>
                <a:gd name="connsiteY15" fmla="*/ 76288 h 103702"/>
                <a:gd name="connsiteX16" fmla="*/ 43066 w 104887"/>
                <a:gd name="connsiteY16" fmla="*/ 11627 h 103702"/>
                <a:gd name="connsiteX17" fmla="*/ 43066 w 104887"/>
                <a:gd name="connsiteY17" fmla="*/ 11627 h 103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4887" h="103702">
                  <a:moveTo>
                    <a:pt x="6819" y="71788"/>
                  </a:moveTo>
                  <a:cubicBezTo>
                    <a:pt x="21985" y="99036"/>
                    <a:pt x="72980" y="117284"/>
                    <a:pt x="96811" y="90787"/>
                  </a:cubicBezTo>
                  <a:cubicBezTo>
                    <a:pt x="104227" y="82537"/>
                    <a:pt x="106061" y="71205"/>
                    <a:pt x="104227" y="60456"/>
                  </a:cubicBezTo>
                  <a:cubicBezTo>
                    <a:pt x="103894" y="53290"/>
                    <a:pt x="101394" y="46124"/>
                    <a:pt x="96311" y="39041"/>
                  </a:cubicBezTo>
                  <a:cubicBezTo>
                    <a:pt x="84729" y="22959"/>
                    <a:pt x="69480" y="5294"/>
                    <a:pt x="49149" y="1045"/>
                  </a:cubicBezTo>
                  <a:cubicBezTo>
                    <a:pt x="7653" y="-7621"/>
                    <a:pt x="-11179" y="39541"/>
                    <a:pt x="6819" y="71788"/>
                  </a:cubicBezTo>
                  <a:lnTo>
                    <a:pt x="6819" y="71788"/>
                  </a:lnTo>
                  <a:close/>
                  <a:moveTo>
                    <a:pt x="43066" y="11627"/>
                  </a:moveTo>
                  <a:cubicBezTo>
                    <a:pt x="60148" y="12960"/>
                    <a:pt x="73147" y="25709"/>
                    <a:pt x="83562" y="37958"/>
                  </a:cubicBezTo>
                  <a:cubicBezTo>
                    <a:pt x="85729" y="40458"/>
                    <a:pt x="88062" y="42874"/>
                    <a:pt x="90229" y="45541"/>
                  </a:cubicBezTo>
                  <a:cubicBezTo>
                    <a:pt x="94478" y="53040"/>
                    <a:pt x="96728" y="61373"/>
                    <a:pt x="95061" y="70872"/>
                  </a:cubicBezTo>
                  <a:cubicBezTo>
                    <a:pt x="94312" y="75121"/>
                    <a:pt x="92895" y="78621"/>
                    <a:pt x="90895" y="81454"/>
                  </a:cubicBezTo>
                  <a:cubicBezTo>
                    <a:pt x="99145" y="55706"/>
                    <a:pt x="70564" y="29459"/>
                    <a:pt x="48482" y="19460"/>
                  </a:cubicBezTo>
                  <a:cubicBezTo>
                    <a:pt x="46149" y="18376"/>
                    <a:pt x="45149" y="21876"/>
                    <a:pt x="46732" y="23209"/>
                  </a:cubicBezTo>
                  <a:cubicBezTo>
                    <a:pt x="65231" y="38625"/>
                    <a:pt x="93978" y="60706"/>
                    <a:pt x="82813" y="88287"/>
                  </a:cubicBezTo>
                  <a:cubicBezTo>
                    <a:pt x="66231" y="96786"/>
                    <a:pt x="37900" y="87620"/>
                    <a:pt x="26068" y="76288"/>
                  </a:cubicBezTo>
                  <a:cubicBezTo>
                    <a:pt x="6486" y="57290"/>
                    <a:pt x="7319" y="8794"/>
                    <a:pt x="43066" y="11627"/>
                  </a:cubicBezTo>
                  <a:lnTo>
                    <a:pt x="43066" y="11627"/>
                  </a:lnTo>
                  <a:close/>
                </a:path>
              </a:pathLst>
            </a:custGeom>
            <a:grpFill/>
            <a:ln w="8332" cap="flat">
              <a:noFill/>
              <a:prstDash val="solid"/>
              <a:miter/>
            </a:ln>
          </p:spPr>
          <p:txBody>
            <a:bodyPr rtlCol="0" anchor="ctr"/>
            <a:lstStyle/>
            <a:p>
              <a:endParaRPr lang="en-US"/>
            </a:p>
          </p:txBody>
        </p:sp>
        <p:sp>
          <p:nvSpPr>
            <p:cNvPr id="1672" name="Freeform: Shape 1671"/>
            <p:cNvSpPr/>
            <p:nvPr/>
          </p:nvSpPr>
          <p:spPr>
            <a:xfrm>
              <a:off x="547413" y="431028"/>
              <a:ext cx="56558" cy="50910"/>
            </a:xfrm>
            <a:custGeom>
              <a:avLst/>
              <a:gdLst>
                <a:gd name="connsiteX0" fmla="*/ 5059 w 56558"/>
                <a:gd name="connsiteY0" fmla="*/ 8193 h 50910"/>
                <a:gd name="connsiteX1" fmla="*/ 12308 w 56558"/>
                <a:gd name="connsiteY1" fmla="*/ 12776 h 50910"/>
                <a:gd name="connsiteX2" fmla="*/ 39472 w 56558"/>
                <a:gd name="connsiteY2" fmla="*/ 39607 h 50910"/>
                <a:gd name="connsiteX3" fmla="*/ 43805 w 56558"/>
                <a:gd name="connsiteY3" fmla="*/ 15359 h 50910"/>
                <a:gd name="connsiteX4" fmla="*/ 25307 w 56558"/>
                <a:gd name="connsiteY4" fmla="*/ 4526 h 50910"/>
                <a:gd name="connsiteX5" fmla="*/ 25474 w 56558"/>
                <a:gd name="connsiteY5" fmla="*/ 27 h 50910"/>
                <a:gd name="connsiteX6" fmla="*/ 54138 w 56558"/>
                <a:gd name="connsiteY6" fmla="*/ 17275 h 50910"/>
                <a:gd name="connsiteX7" fmla="*/ 45139 w 56558"/>
                <a:gd name="connsiteY7" fmla="*/ 47606 h 50910"/>
                <a:gd name="connsiteX8" fmla="*/ 12475 w 56558"/>
                <a:gd name="connsiteY8" fmla="*/ 42190 h 50910"/>
                <a:gd name="connsiteX9" fmla="*/ 5059 w 56558"/>
                <a:gd name="connsiteY9" fmla="*/ 8193 h 50910"/>
                <a:gd name="connsiteX10" fmla="*/ 5059 w 56558"/>
                <a:gd name="connsiteY10" fmla="*/ 8193 h 50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6558" h="50910">
                  <a:moveTo>
                    <a:pt x="5059" y="8193"/>
                  </a:moveTo>
                  <a:cubicBezTo>
                    <a:pt x="8225" y="5110"/>
                    <a:pt x="13475" y="8609"/>
                    <a:pt x="12308" y="12776"/>
                  </a:cubicBezTo>
                  <a:cubicBezTo>
                    <a:pt x="7975" y="27358"/>
                    <a:pt x="24307" y="46189"/>
                    <a:pt x="39472" y="39607"/>
                  </a:cubicBezTo>
                  <a:cubicBezTo>
                    <a:pt x="49805" y="35107"/>
                    <a:pt x="49471" y="23691"/>
                    <a:pt x="43805" y="15359"/>
                  </a:cubicBezTo>
                  <a:cubicBezTo>
                    <a:pt x="38972" y="8443"/>
                    <a:pt x="33723" y="5110"/>
                    <a:pt x="25307" y="4526"/>
                  </a:cubicBezTo>
                  <a:cubicBezTo>
                    <a:pt x="22391" y="4360"/>
                    <a:pt x="22557" y="110"/>
                    <a:pt x="25474" y="27"/>
                  </a:cubicBezTo>
                  <a:cubicBezTo>
                    <a:pt x="37973" y="-473"/>
                    <a:pt x="48472" y="6026"/>
                    <a:pt x="54138" y="17275"/>
                  </a:cubicBezTo>
                  <a:cubicBezTo>
                    <a:pt x="59387" y="27774"/>
                    <a:pt x="55971" y="42190"/>
                    <a:pt x="45139" y="47606"/>
                  </a:cubicBezTo>
                  <a:cubicBezTo>
                    <a:pt x="32890" y="53772"/>
                    <a:pt x="22557" y="50939"/>
                    <a:pt x="12475" y="42190"/>
                  </a:cubicBezTo>
                  <a:cubicBezTo>
                    <a:pt x="2892" y="34190"/>
                    <a:pt x="-5857" y="18775"/>
                    <a:pt x="5059" y="8193"/>
                  </a:cubicBezTo>
                  <a:lnTo>
                    <a:pt x="5059" y="8193"/>
                  </a:lnTo>
                  <a:close/>
                </a:path>
              </a:pathLst>
            </a:custGeom>
            <a:grpFill/>
            <a:ln w="8332" cap="flat">
              <a:noFill/>
              <a:prstDash val="solid"/>
              <a:miter/>
            </a:ln>
          </p:spPr>
          <p:txBody>
            <a:bodyPr rtlCol="0" anchor="ctr"/>
            <a:lstStyle/>
            <a:p>
              <a:endParaRPr lang="en-US"/>
            </a:p>
          </p:txBody>
        </p:sp>
        <p:sp>
          <p:nvSpPr>
            <p:cNvPr id="1673" name="Freeform: Shape 1672"/>
            <p:cNvSpPr/>
            <p:nvPr/>
          </p:nvSpPr>
          <p:spPr>
            <a:xfrm>
              <a:off x="3798068" y="994733"/>
              <a:ext cx="367038" cy="555897"/>
            </a:xfrm>
            <a:custGeom>
              <a:avLst/>
              <a:gdLst>
                <a:gd name="connsiteX0" fmla="*/ 344746 w 367038"/>
                <a:gd name="connsiteY0" fmla="*/ 126843 h 555897"/>
                <a:gd name="connsiteX1" fmla="*/ 337331 w 367038"/>
                <a:gd name="connsiteY1" fmla="*/ 125010 h 555897"/>
                <a:gd name="connsiteX2" fmla="*/ 321915 w 367038"/>
                <a:gd name="connsiteY2" fmla="*/ 131426 h 555897"/>
                <a:gd name="connsiteX3" fmla="*/ 322082 w 367038"/>
                <a:gd name="connsiteY3" fmla="*/ 123010 h 555897"/>
                <a:gd name="connsiteX4" fmla="*/ 334997 w 367038"/>
                <a:gd name="connsiteY4" fmla="*/ 87596 h 555897"/>
                <a:gd name="connsiteX5" fmla="*/ 305667 w 367038"/>
                <a:gd name="connsiteY5" fmla="*/ 77764 h 555897"/>
                <a:gd name="connsiteX6" fmla="*/ 294251 w 367038"/>
                <a:gd name="connsiteY6" fmla="*/ 56183 h 555897"/>
                <a:gd name="connsiteX7" fmla="*/ 291085 w 367038"/>
                <a:gd name="connsiteY7" fmla="*/ 28352 h 555897"/>
                <a:gd name="connsiteX8" fmla="*/ 260337 w 367038"/>
                <a:gd name="connsiteY8" fmla="*/ 30935 h 555897"/>
                <a:gd name="connsiteX9" fmla="*/ 254338 w 367038"/>
                <a:gd name="connsiteY9" fmla="*/ 23352 h 555897"/>
                <a:gd name="connsiteX10" fmla="*/ 247172 w 367038"/>
                <a:gd name="connsiteY10" fmla="*/ 21186 h 555897"/>
                <a:gd name="connsiteX11" fmla="*/ 246922 w 367038"/>
                <a:gd name="connsiteY11" fmla="*/ 17853 h 555897"/>
                <a:gd name="connsiteX12" fmla="*/ 237423 w 367038"/>
                <a:gd name="connsiteY12" fmla="*/ 10687 h 555897"/>
                <a:gd name="connsiteX13" fmla="*/ 225007 w 367038"/>
                <a:gd name="connsiteY13" fmla="*/ 12020 h 555897"/>
                <a:gd name="connsiteX14" fmla="*/ 218758 w 367038"/>
                <a:gd name="connsiteY14" fmla="*/ 17353 h 555897"/>
                <a:gd name="connsiteX15" fmla="*/ 216675 w 367038"/>
                <a:gd name="connsiteY15" fmla="*/ 10770 h 555897"/>
                <a:gd name="connsiteX16" fmla="*/ 196677 w 367038"/>
                <a:gd name="connsiteY16" fmla="*/ 104 h 555897"/>
                <a:gd name="connsiteX17" fmla="*/ 172262 w 367038"/>
                <a:gd name="connsiteY17" fmla="*/ 23102 h 555897"/>
                <a:gd name="connsiteX18" fmla="*/ 137682 w 367038"/>
                <a:gd name="connsiteY18" fmla="*/ 10270 h 555897"/>
                <a:gd name="connsiteX19" fmla="*/ 120684 w 367038"/>
                <a:gd name="connsiteY19" fmla="*/ 38268 h 555897"/>
                <a:gd name="connsiteX20" fmla="*/ 81520 w 367038"/>
                <a:gd name="connsiteY20" fmla="*/ 36351 h 555897"/>
                <a:gd name="connsiteX21" fmla="*/ 66688 w 367038"/>
                <a:gd name="connsiteY21" fmla="*/ 66932 h 555897"/>
                <a:gd name="connsiteX22" fmla="*/ 54106 w 367038"/>
                <a:gd name="connsiteY22" fmla="*/ 65182 h 555897"/>
                <a:gd name="connsiteX23" fmla="*/ 29775 w 367038"/>
                <a:gd name="connsiteY23" fmla="*/ 77681 h 555897"/>
                <a:gd name="connsiteX24" fmla="*/ 22275 w 367038"/>
                <a:gd name="connsiteY24" fmla="*/ 112594 h 555897"/>
                <a:gd name="connsiteX25" fmla="*/ 4527 w 367038"/>
                <a:gd name="connsiteY25" fmla="*/ 129509 h 555897"/>
                <a:gd name="connsiteX26" fmla="*/ 4610 w 367038"/>
                <a:gd name="connsiteY26" fmla="*/ 155174 h 555897"/>
                <a:gd name="connsiteX27" fmla="*/ 3861 w 367038"/>
                <a:gd name="connsiteY27" fmla="*/ 155340 h 555897"/>
                <a:gd name="connsiteX28" fmla="*/ 111 w 367038"/>
                <a:gd name="connsiteY28" fmla="*/ 160423 h 555897"/>
                <a:gd name="connsiteX29" fmla="*/ 11277 w 367038"/>
                <a:gd name="connsiteY29" fmla="*/ 201586 h 555897"/>
                <a:gd name="connsiteX30" fmla="*/ 28358 w 367038"/>
                <a:gd name="connsiteY30" fmla="*/ 255998 h 555897"/>
                <a:gd name="connsiteX31" fmla="*/ 58689 w 367038"/>
                <a:gd name="connsiteY31" fmla="*/ 360072 h 555897"/>
                <a:gd name="connsiteX32" fmla="*/ 90603 w 367038"/>
                <a:gd name="connsiteY32" fmla="*/ 470645 h 555897"/>
                <a:gd name="connsiteX33" fmla="*/ 101852 w 367038"/>
                <a:gd name="connsiteY33" fmla="*/ 506642 h 555897"/>
                <a:gd name="connsiteX34" fmla="*/ 142015 w 367038"/>
                <a:gd name="connsiteY34" fmla="*/ 525807 h 555897"/>
                <a:gd name="connsiteX35" fmla="*/ 149431 w 367038"/>
                <a:gd name="connsiteY35" fmla="*/ 528807 h 555897"/>
                <a:gd name="connsiteX36" fmla="*/ 150181 w 367038"/>
                <a:gd name="connsiteY36" fmla="*/ 529140 h 555897"/>
                <a:gd name="connsiteX37" fmla="*/ 187761 w 367038"/>
                <a:gd name="connsiteY37" fmla="*/ 543555 h 555897"/>
                <a:gd name="connsiteX38" fmla="*/ 230007 w 367038"/>
                <a:gd name="connsiteY38" fmla="*/ 555638 h 555897"/>
                <a:gd name="connsiteX39" fmla="*/ 268587 w 367038"/>
                <a:gd name="connsiteY39" fmla="*/ 539472 h 555897"/>
                <a:gd name="connsiteX40" fmla="*/ 321082 w 367038"/>
                <a:gd name="connsiteY40" fmla="*/ 517141 h 555897"/>
                <a:gd name="connsiteX41" fmla="*/ 343580 w 367038"/>
                <a:gd name="connsiteY41" fmla="*/ 508225 h 555897"/>
                <a:gd name="connsiteX42" fmla="*/ 362745 w 367038"/>
                <a:gd name="connsiteY42" fmla="*/ 499476 h 555897"/>
                <a:gd name="connsiteX43" fmla="*/ 363828 w 367038"/>
                <a:gd name="connsiteY43" fmla="*/ 467396 h 555897"/>
                <a:gd name="connsiteX44" fmla="*/ 349246 w 367038"/>
                <a:gd name="connsiteY44" fmla="*/ 355572 h 555897"/>
                <a:gd name="connsiteX45" fmla="*/ 345830 w 367038"/>
                <a:gd name="connsiteY45" fmla="*/ 229084 h 555897"/>
                <a:gd name="connsiteX46" fmla="*/ 348580 w 367038"/>
                <a:gd name="connsiteY46" fmla="*/ 165506 h 555897"/>
                <a:gd name="connsiteX47" fmla="*/ 344746 w 367038"/>
                <a:gd name="connsiteY47" fmla="*/ 126843 h 555897"/>
                <a:gd name="connsiteX48" fmla="*/ 344746 w 367038"/>
                <a:gd name="connsiteY48" fmla="*/ 126843 h 555897"/>
                <a:gd name="connsiteX49" fmla="*/ 304834 w 367038"/>
                <a:gd name="connsiteY49" fmla="*/ 82930 h 555897"/>
                <a:gd name="connsiteX50" fmla="*/ 324582 w 367038"/>
                <a:gd name="connsiteY50" fmla="*/ 86013 h 555897"/>
                <a:gd name="connsiteX51" fmla="*/ 320999 w 367038"/>
                <a:gd name="connsiteY51" fmla="*/ 108095 h 555897"/>
                <a:gd name="connsiteX52" fmla="*/ 315666 w 367038"/>
                <a:gd name="connsiteY52" fmla="*/ 113927 h 555897"/>
                <a:gd name="connsiteX53" fmla="*/ 309583 w 367038"/>
                <a:gd name="connsiteY53" fmla="*/ 111594 h 555897"/>
                <a:gd name="connsiteX54" fmla="*/ 300251 w 367038"/>
                <a:gd name="connsiteY54" fmla="*/ 111761 h 555897"/>
                <a:gd name="connsiteX55" fmla="*/ 299417 w 367038"/>
                <a:gd name="connsiteY55" fmla="*/ 112011 h 555897"/>
                <a:gd name="connsiteX56" fmla="*/ 301584 w 367038"/>
                <a:gd name="connsiteY56" fmla="*/ 101845 h 555897"/>
                <a:gd name="connsiteX57" fmla="*/ 298751 w 367038"/>
                <a:gd name="connsiteY57" fmla="*/ 93263 h 555897"/>
                <a:gd name="connsiteX58" fmla="*/ 304834 w 367038"/>
                <a:gd name="connsiteY58" fmla="*/ 82930 h 555897"/>
                <a:gd name="connsiteX59" fmla="*/ 304834 w 367038"/>
                <a:gd name="connsiteY59" fmla="*/ 82930 h 555897"/>
                <a:gd name="connsiteX60" fmla="*/ 177678 w 367038"/>
                <a:gd name="connsiteY60" fmla="*/ 205752 h 555897"/>
                <a:gd name="connsiteX61" fmla="*/ 165596 w 367038"/>
                <a:gd name="connsiteY61" fmla="*/ 211835 h 555897"/>
                <a:gd name="connsiteX62" fmla="*/ 142515 w 367038"/>
                <a:gd name="connsiteY62" fmla="*/ 207002 h 555897"/>
                <a:gd name="connsiteX63" fmla="*/ 119017 w 367038"/>
                <a:gd name="connsiteY63" fmla="*/ 200253 h 555897"/>
                <a:gd name="connsiteX64" fmla="*/ 123017 w 367038"/>
                <a:gd name="connsiteY64" fmla="*/ 182755 h 555897"/>
                <a:gd name="connsiteX65" fmla="*/ 130266 w 367038"/>
                <a:gd name="connsiteY65" fmla="*/ 176088 h 555897"/>
                <a:gd name="connsiteX66" fmla="*/ 145764 w 367038"/>
                <a:gd name="connsiteY66" fmla="*/ 181421 h 555897"/>
                <a:gd name="connsiteX67" fmla="*/ 149514 w 367038"/>
                <a:gd name="connsiteY67" fmla="*/ 183255 h 555897"/>
                <a:gd name="connsiteX68" fmla="*/ 153764 w 367038"/>
                <a:gd name="connsiteY68" fmla="*/ 181421 h 555897"/>
                <a:gd name="connsiteX69" fmla="*/ 177845 w 367038"/>
                <a:gd name="connsiteY69" fmla="*/ 182338 h 555897"/>
                <a:gd name="connsiteX70" fmla="*/ 176178 w 367038"/>
                <a:gd name="connsiteY70" fmla="*/ 202169 h 555897"/>
                <a:gd name="connsiteX71" fmla="*/ 177678 w 367038"/>
                <a:gd name="connsiteY71" fmla="*/ 205752 h 555897"/>
                <a:gd name="connsiteX72" fmla="*/ 177678 w 367038"/>
                <a:gd name="connsiteY72" fmla="*/ 205752 h 555897"/>
                <a:gd name="connsiteX73" fmla="*/ 76854 w 367038"/>
                <a:gd name="connsiteY73" fmla="*/ 183088 h 555897"/>
                <a:gd name="connsiteX74" fmla="*/ 55189 w 367038"/>
                <a:gd name="connsiteY74" fmla="*/ 172255 h 555897"/>
                <a:gd name="connsiteX75" fmla="*/ 51439 w 367038"/>
                <a:gd name="connsiteY75" fmla="*/ 170589 h 555897"/>
                <a:gd name="connsiteX76" fmla="*/ 69688 w 367038"/>
                <a:gd name="connsiteY76" fmla="*/ 141842 h 555897"/>
                <a:gd name="connsiteX77" fmla="*/ 75354 w 367038"/>
                <a:gd name="connsiteY77" fmla="*/ 137425 h 555897"/>
                <a:gd name="connsiteX78" fmla="*/ 109351 w 367038"/>
                <a:gd name="connsiteY78" fmla="*/ 130676 h 555897"/>
                <a:gd name="connsiteX79" fmla="*/ 105101 w 367038"/>
                <a:gd name="connsiteY79" fmla="*/ 148174 h 555897"/>
                <a:gd name="connsiteX80" fmla="*/ 93186 w 367038"/>
                <a:gd name="connsiteY80" fmla="*/ 145508 h 555897"/>
                <a:gd name="connsiteX81" fmla="*/ 78687 w 367038"/>
                <a:gd name="connsiteY81" fmla="*/ 155924 h 555897"/>
                <a:gd name="connsiteX82" fmla="*/ 76854 w 367038"/>
                <a:gd name="connsiteY82" fmla="*/ 183088 h 555897"/>
                <a:gd name="connsiteX83" fmla="*/ 76854 w 367038"/>
                <a:gd name="connsiteY83" fmla="*/ 183088 h 555897"/>
                <a:gd name="connsiteX84" fmla="*/ 81437 w 367038"/>
                <a:gd name="connsiteY84" fmla="*/ 168256 h 555897"/>
                <a:gd name="connsiteX85" fmla="*/ 91686 w 367038"/>
                <a:gd name="connsiteY85" fmla="*/ 153674 h 555897"/>
                <a:gd name="connsiteX86" fmla="*/ 107351 w 367038"/>
                <a:gd name="connsiteY86" fmla="*/ 157090 h 555897"/>
                <a:gd name="connsiteX87" fmla="*/ 112017 w 367038"/>
                <a:gd name="connsiteY87" fmla="*/ 154340 h 555897"/>
                <a:gd name="connsiteX88" fmla="*/ 111601 w 367038"/>
                <a:gd name="connsiteY88" fmla="*/ 144591 h 555897"/>
                <a:gd name="connsiteX89" fmla="*/ 122933 w 367038"/>
                <a:gd name="connsiteY89" fmla="*/ 132842 h 555897"/>
                <a:gd name="connsiteX90" fmla="*/ 139349 w 367038"/>
                <a:gd name="connsiteY90" fmla="*/ 144591 h 555897"/>
                <a:gd name="connsiteX91" fmla="*/ 136682 w 367038"/>
                <a:gd name="connsiteY91" fmla="*/ 167339 h 555897"/>
                <a:gd name="connsiteX92" fmla="*/ 112017 w 367038"/>
                <a:gd name="connsiteY92" fmla="*/ 180255 h 555897"/>
                <a:gd name="connsiteX93" fmla="*/ 108185 w 367038"/>
                <a:gd name="connsiteY93" fmla="*/ 197253 h 555897"/>
                <a:gd name="connsiteX94" fmla="*/ 103018 w 367038"/>
                <a:gd name="connsiteY94" fmla="*/ 195670 h 555897"/>
                <a:gd name="connsiteX95" fmla="*/ 97519 w 367038"/>
                <a:gd name="connsiteY95" fmla="*/ 193754 h 555897"/>
                <a:gd name="connsiteX96" fmla="*/ 87686 w 367038"/>
                <a:gd name="connsiteY96" fmla="*/ 188754 h 555897"/>
                <a:gd name="connsiteX97" fmla="*/ 81437 w 367038"/>
                <a:gd name="connsiteY97" fmla="*/ 168256 h 555897"/>
                <a:gd name="connsiteX98" fmla="*/ 81437 w 367038"/>
                <a:gd name="connsiteY98" fmla="*/ 168256 h 555897"/>
                <a:gd name="connsiteX99" fmla="*/ 108685 w 367038"/>
                <a:gd name="connsiteY99" fmla="*/ 114094 h 555897"/>
                <a:gd name="connsiteX100" fmla="*/ 138098 w 367038"/>
                <a:gd name="connsiteY100" fmla="*/ 96429 h 555897"/>
                <a:gd name="connsiteX101" fmla="*/ 146431 w 367038"/>
                <a:gd name="connsiteY101" fmla="*/ 99929 h 555897"/>
                <a:gd name="connsiteX102" fmla="*/ 161180 w 367038"/>
                <a:gd name="connsiteY102" fmla="*/ 87596 h 555897"/>
                <a:gd name="connsiteX103" fmla="*/ 181928 w 367038"/>
                <a:gd name="connsiteY103" fmla="*/ 105928 h 555897"/>
                <a:gd name="connsiteX104" fmla="*/ 181011 w 367038"/>
                <a:gd name="connsiteY104" fmla="*/ 113427 h 555897"/>
                <a:gd name="connsiteX105" fmla="*/ 170179 w 367038"/>
                <a:gd name="connsiteY105" fmla="*/ 122093 h 555897"/>
                <a:gd name="connsiteX106" fmla="*/ 163013 w 367038"/>
                <a:gd name="connsiteY106" fmla="*/ 117344 h 555897"/>
                <a:gd name="connsiteX107" fmla="*/ 149764 w 367038"/>
                <a:gd name="connsiteY107" fmla="*/ 122927 h 555897"/>
                <a:gd name="connsiteX108" fmla="*/ 142932 w 367038"/>
                <a:gd name="connsiteY108" fmla="*/ 132926 h 555897"/>
                <a:gd name="connsiteX109" fmla="*/ 131266 w 367038"/>
                <a:gd name="connsiteY109" fmla="*/ 125093 h 555897"/>
                <a:gd name="connsiteX110" fmla="*/ 116934 w 367038"/>
                <a:gd name="connsiteY110" fmla="*/ 125843 h 555897"/>
                <a:gd name="connsiteX111" fmla="*/ 108685 w 367038"/>
                <a:gd name="connsiteY111" fmla="*/ 114094 h 555897"/>
                <a:gd name="connsiteX112" fmla="*/ 108685 w 367038"/>
                <a:gd name="connsiteY112" fmla="*/ 114094 h 555897"/>
                <a:gd name="connsiteX113" fmla="*/ 149681 w 367038"/>
                <a:gd name="connsiteY113" fmla="*/ 174672 h 555897"/>
                <a:gd name="connsiteX114" fmla="*/ 145848 w 367038"/>
                <a:gd name="connsiteY114" fmla="*/ 171589 h 555897"/>
                <a:gd name="connsiteX115" fmla="*/ 146764 w 367038"/>
                <a:gd name="connsiteY115" fmla="*/ 139009 h 555897"/>
                <a:gd name="connsiteX116" fmla="*/ 154180 w 367038"/>
                <a:gd name="connsiteY116" fmla="*/ 128093 h 555897"/>
                <a:gd name="connsiteX117" fmla="*/ 168013 w 367038"/>
                <a:gd name="connsiteY117" fmla="*/ 130759 h 555897"/>
                <a:gd name="connsiteX118" fmla="*/ 173595 w 367038"/>
                <a:gd name="connsiteY118" fmla="*/ 129926 h 555897"/>
                <a:gd name="connsiteX119" fmla="*/ 181761 w 367038"/>
                <a:gd name="connsiteY119" fmla="*/ 121593 h 555897"/>
                <a:gd name="connsiteX120" fmla="*/ 195510 w 367038"/>
                <a:gd name="connsiteY120" fmla="*/ 133759 h 555897"/>
                <a:gd name="connsiteX121" fmla="*/ 192344 w 367038"/>
                <a:gd name="connsiteY121" fmla="*/ 144425 h 555897"/>
                <a:gd name="connsiteX122" fmla="*/ 186178 w 367038"/>
                <a:gd name="connsiteY122" fmla="*/ 147174 h 555897"/>
                <a:gd name="connsiteX123" fmla="*/ 175678 w 367038"/>
                <a:gd name="connsiteY123" fmla="*/ 165256 h 555897"/>
                <a:gd name="connsiteX124" fmla="*/ 149681 w 367038"/>
                <a:gd name="connsiteY124" fmla="*/ 174672 h 555897"/>
                <a:gd name="connsiteX125" fmla="*/ 149681 w 367038"/>
                <a:gd name="connsiteY125" fmla="*/ 174672 h 555897"/>
                <a:gd name="connsiteX126" fmla="*/ 182178 w 367038"/>
                <a:gd name="connsiteY126" fmla="*/ 169589 h 555897"/>
                <a:gd name="connsiteX127" fmla="*/ 200593 w 367038"/>
                <a:gd name="connsiteY127" fmla="*/ 157340 h 555897"/>
                <a:gd name="connsiteX128" fmla="*/ 204259 w 367038"/>
                <a:gd name="connsiteY128" fmla="*/ 158757 h 555897"/>
                <a:gd name="connsiteX129" fmla="*/ 220424 w 367038"/>
                <a:gd name="connsiteY129" fmla="*/ 143091 h 555897"/>
                <a:gd name="connsiteX130" fmla="*/ 239673 w 367038"/>
                <a:gd name="connsiteY130" fmla="*/ 150674 h 555897"/>
                <a:gd name="connsiteX131" fmla="*/ 232257 w 367038"/>
                <a:gd name="connsiteY131" fmla="*/ 172506 h 555897"/>
                <a:gd name="connsiteX132" fmla="*/ 231507 w 367038"/>
                <a:gd name="connsiteY132" fmla="*/ 176505 h 555897"/>
                <a:gd name="connsiteX133" fmla="*/ 185511 w 367038"/>
                <a:gd name="connsiteY133" fmla="*/ 201003 h 555897"/>
                <a:gd name="connsiteX134" fmla="*/ 182178 w 367038"/>
                <a:gd name="connsiteY134" fmla="*/ 169589 h 555897"/>
                <a:gd name="connsiteX135" fmla="*/ 182178 w 367038"/>
                <a:gd name="connsiteY135" fmla="*/ 169589 h 555897"/>
                <a:gd name="connsiteX136" fmla="*/ 212175 w 367038"/>
                <a:gd name="connsiteY136" fmla="*/ 138425 h 555897"/>
                <a:gd name="connsiteX137" fmla="*/ 205176 w 367038"/>
                <a:gd name="connsiteY137" fmla="*/ 147174 h 555897"/>
                <a:gd name="connsiteX138" fmla="*/ 204092 w 367038"/>
                <a:gd name="connsiteY138" fmla="*/ 148174 h 555897"/>
                <a:gd name="connsiteX139" fmla="*/ 203343 w 367038"/>
                <a:gd name="connsiteY139" fmla="*/ 148008 h 555897"/>
                <a:gd name="connsiteX140" fmla="*/ 200509 w 367038"/>
                <a:gd name="connsiteY140" fmla="*/ 146758 h 555897"/>
                <a:gd name="connsiteX141" fmla="*/ 202759 w 367038"/>
                <a:gd name="connsiteY141" fmla="*/ 119844 h 555897"/>
                <a:gd name="connsiteX142" fmla="*/ 207342 w 367038"/>
                <a:gd name="connsiteY142" fmla="*/ 112261 h 555897"/>
                <a:gd name="connsiteX143" fmla="*/ 218258 w 367038"/>
                <a:gd name="connsiteY143" fmla="*/ 106261 h 555897"/>
                <a:gd name="connsiteX144" fmla="*/ 224424 w 367038"/>
                <a:gd name="connsiteY144" fmla="*/ 109095 h 555897"/>
                <a:gd name="connsiteX145" fmla="*/ 232507 w 367038"/>
                <a:gd name="connsiteY145" fmla="*/ 106845 h 555897"/>
                <a:gd name="connsiteX146" fmla="*/ 244672 w 367038"/>
                <a:gd name="connsiteY146" fmla="*/ 100179 h 555897"/>
                <a:gd name="connsiteX147" fmla="*/ 246922 w 367038"/>
                <a:gd name="connsiteY147" fmla="*/ 100345 h 555897"/>
                <a:gd name="connsiteX148" fmla="*/ 253005 w 367038"/>
                <a:gd name="connsiteY148" fmla="*/ 104512 h 555897"/>
                <a:gd name="connsiteX149" fmla="*/ 256005 w 367038"/>
                <a:gd name="connsiteY149" fmla="*/ 118844 h 555897"/>
                <a:gd name="connsiteX150" fmla="*/ 246255 w 367038"/>
                <a:gd name="connsiteY150" fmla="*/ 137509 h 555897"/>
                <a:gd name="connsiteX151" fmla="*/ 245922 w 367038"/>
                <a:gd name="connsiteY151" fmla="*/ 137009 h 555897"/>
                <a:gd name="connsiteX152" fmla="*/ 212175 w 367038"/>
                <a:gd name="connsiteY152" fmla="*/ 138425 h 555897"/>
                <a:gd name="connsiteX153" fmla="*/ 212175 w 367038"/>
                <a:gd name="connsiteY153" fmla="*/ 138425 h 555897"/>
                <a:gd name="connsiteX154" fmla="*/ 249672 w 367038"/>
                <a:gd name="connsiteY154" fmla="*/ 142758 h 555897"/>
                <a:gd name="connsiteX155" fmla="*/ 251672 w 367038"/>
                <a:gd name="connsiteY155" fmla="*/ 141758 h 555897"/>
                <a:gd name="connsiteX156" fmla="*/ 257005 w 367038"/>
                <a:gd name="connsiteY156" fmla="*/ 135592 h 555897"/>
                <a:gd name="connsiteX157" fmla="*/ 263671 w 367038"/>
                <a:gd name="connsiteY157" fmla="*/ 131509 h 555897"/>
                <a:gd name="connsiteX158" fmla="*/ 277253 w 367038"/>
                <a:gd name="connsiteY158" fmla="*/ 135675 h 555897"/>
                <a:gd name="connsiteX159" fmla="*/ 277586 w 367038"/>
                <a:gd name="connsiteY159" fmla="*/ 141175 h 555897"/>
                <a:gd name="connsiteX160" fmla="*/ 282086 w 367038"/>
                <a:gd name="connsiteY160" fmla="*/ 145008 h 555897"/>
                <a:gd name="connsiteX161" fmla="*/ 287835 w 367038"/>
                <a:gd name="connsiteY161" fmla="*/ 146008 h 555897"/>
                <a:gd name="connsiteX162" fmla="*/ 288501 w 367038"/>
                <a:gd name="connsiteY162" fmla="*/ 148674 h 555897"/>
                <a:gd name="connsiteX163" fmla="*/ 261171 w 367038"/>
                <a:gd name="connsiteY163" fmla="*/ 162090 h 555897"/>
                <a:gd name="connsiteX164" fmla="*/ 248589 w 367038"/>
                <a:gd name="connsiteY164" fmla="*/ 168256 h 555897"/>
                <a:gd name="connsiteX165" fmla="*/ 249672 w 367038"/>
                <a:gd name="connsiteY165" fmla="*/ 142758 h 555897"/>
                <a:gd name="connsiteX166" fmla="*/ 249672 w 367038"/>
                <a:gd name="connsiteY166" fmla="*/ 142758 h 555897"/>
                <a:gd name="connsiteX167" fmla="*/ 284502 w 367038"/>
                <a:gd name="connsiteY167" fmla="*/ 137259 h 555897"/>
                <a:gd name="connsiteX168" fmla="*/ 282502 w 367038"/>
                <a:gd name="connsiteY168" fmla="*/ 127510 h 555897"/>
                <a:gd name="connsiteX169" fmla="*/ 272753 w 367038"/>
                <a:gd name="connsiteY169" fmla="*/ 123677 h 555897"/>
                <a:gd name="connsiteX170" fmla="*/ 262837 w 367038"/>
                <a:gd name="connsiteY170" fmla="*/ 126260 h 555897"/>
                <a:gd name="connsiteX171" fmla="*/ 263920 w 367038"/>
                <a:gd name="connsiteY171" fmla="*/ 107928 h 555897"/>
                <a:gd name="connsiteX172" fmla="*/ 290085 w 367038"/>
                <a:gd name="connsiteY172" fmla="*/ 100012 h 555897"/>
                <a:gd name="connsiteX173" fmla="*/ 288418 w 367038"/>
                <a:gd name="connsiteY173" fmla="*/ 117177 h 555897"/>
                <a:gd name="connsiteX174" fmla="*/ 291251 w 367038"/>
                <a:gd name="connsiteY174" fmla="*/ 121927 h 555897"/>
                <a:gd name="connsiteX175" fmla="*/ 300167 w 367038"/>
                <a:gd name="connsiteY175" fmla="*/ 121010 h 555897"/>
                <a:gd name="connsiteX176" fmla="*/ 310583 w 367038"/>
                <a:gd name="connsiteY176" fmla="*/ 125426 h 555897"/>
                <a:gd name="connsiteX177" fmla="*/ 306084 w 367038"/>
                <a:gd name="connsiteY177" fmla="*/ 139758 h 555897"/>
                <a:gd name="connsiteX178" fmla="*/ 305833 w 367038"/>
                <a:gd name="connsiteY178" fmla="*/ 140008 h 555897"/>
                <a:gd name="connsiteX179" fmla="*/ 298584 w 367038"/>
                <a:gd name="connsiteY179" fmla="*/ 143675 h 555897"/>
                <a:gd name="connsiteX180" fmla="*/ 297917 w 367038"/>
                <a:gd name="connsiteY180" fmla="*/ 141175 h 555897"/>
                <a:gd name="connsiteX181" fmla="*/ 284502 w 367038"/>
                <a:gd name="connsiteY181" fmla="*/ 137259 h 555897"/>
                <a:gd name="connsiteX182" fmla="*/ 284502 w 367038"/>
                <a:gd name="connsiteY182" fmla="*/ 137259 h 555897"/>
                <a:gd name="connsiteX183" fmla="*/ 294585 w 367038"/>
                <a:gd name="connsiteY183" fmla="*/ 68931 h 555897"/>
                <a:gd name="connsiteX184" fmla="*/ 292002 w 367038"/>
                <a:gd name="connsiteY184" fmla="*/ 88846 h 555897"/>
                <a:gd name="connsiteX185" fmla="*/ 261587 w 367038"/>
                <a:gd name="connsiteY185" fmla="*/ 101845 h 555897"/>
                <a:gd name="connsiteX186" fmla="*/ 251421 w 367038"/>
                <a:gd name="connsiteY186" fmla="*/ 93179 h 555897"/>
                <a:gd name="connsiteX187" fmla="*/ 250172 w 367038"/>
                <a:gd name="connsiteY187" fmla="*/ 77681 h 555897"/>
                <a:gd name="connsiteX188" fmla="*/ 267087 w 367038"/>
                <a:gd name="connsiteY188" fmla="*/ 66765 h 555897"/>
                <a:gd name="connsiteX189" fmla="*/ 273170 w 367038"/>
                <a:gd name="connsiteY189" fmla="*/ 68432 h 555897"/>
                <a:gd name="connsiteX190" fmla="*/ 285835 w 367038"/>
                <a:gd name="connsiteY190" fmla="*/ 63265 h 555897"/>
                <a:gd name="connsiteX191" fmla="*/ 288835 w 367038"/>
                <a:gd name="connsiteY191" fmla="*/ 63432 h 555897"/>
                <a:gd name="connsiteX192" fmla="*/ 294585 w 367038"/>
                <a:gd name="connsiteY192" fmla="*/ 68931 h 555897"/>
                <a:gd name="connsiteX193" fmla="*/ 294585 w 367038"/>
                <a:gd name="connsiteY193" fmla="*/ 68931 h 555897"/>
                <a:gd name="connsiteX194" fmla="*/ 257838 w 367038"/>
                <a:gd name="connsiteY194" fmla="*/ 39267 h 555897"/>
                <a:gd name="connsiteX195" fmla="*/ 262587 w 367038"/>
                <a:gd name="connsiteY195" fmla="*/ 39184 h 555897"/>
                <a:gd name="connsiteX196" fmla="*/ 284835 w 367038"/>
                <a:gd name="connsiteY196" fmla="*/ 34685 h 555897"/>
                <a:gd name="connsiteX197" fmla="*/ 283669 w 367038"/>
                <a:gd name="connsiteY197" fmla="*/ 54933 h 555897"/>
                <a:gd name="connsiteX198" fmla="*/ 280336 w 367038"/>
                <a:gd name="connsiteY198" fmla="*/ 55683 h 555897"/>
                <a:gd name="connsiteX199" fmla="*/ 270253 w 367038"/>
                <a:gd name="connsiteY199" fmla="*/ 59932 h 555897"/>
                <a:gd name="connsiteX200" fmla="*/ 260337 w 367038"/>
                <a:gd name="connsiteY200" fmla="*/ 56183 h 555897"/>
                <a:gd name="connsiteX201" fmla="*/ 246006 w 367038"/>
                <a:gd name="connsiteY201" fmla="*/ 71431 h 555897"/>
                <a:gd name="connsiteX202" fmla="*/ 223507 w 367038"/>
                <a:gd name="connsiteY202" fmla="*/ 65182 h 555897"/>
                <a:gd name="connsiteX203" fmla="*/ 225674 w 367038"/>
                <a:gd name="connsiteY203" fmla="*/ 48767 h 555897"/>
                <a:gd name="connsiteX204" fmla="*/ 240839 w 367038"/>
                <a:gd name="connsiteY204" fmla="*/ 30768 h 555897"/>
                <a:gd name="connsiteX205" fmla="*/ 257838 w 367038"/>
                <a:gd name="connsiteY205" fmla="*/ 39267 h 555897"/>
                <a:gd name="connsiteX206" fmla="*/ 257838 w 367038"/>
                <a:gd name="connsiteY206" fmla="*/ 39267 h 555897"/>
                <a:gd name="connsiteX207" fmla="*/ 236839 w 367038"/>
                <a:gd name="connsiteY207" fmla="*/ 18019 h 555897"/>
                <a:gd name="connsiteX208" fmla="*/ 242006 w 367038"/>
                <a:gd name="connsiteY208" fmla="*/ 21936 h 555897"/>
                <a:gd name="connsiteX209" fmla="*/ 239756 w 367038"/>
                <a:gd name="connsiteY209" fmla="*/ 22602 h 555897"/>
                <a:gd name="connsiteX210" fmla="*/ 222424 w 367038"/>
                <a:gd name="connsiteY210" fmla="*/ 39601 h 555897"/>
                <a:gd name="connsiteX211" fmla="*/ 217258 w 367038"/>
                <a:gd name="connsiteY211" fmla="*/ 34435 h 555897"/>
                <a:gd name="connsiteX212" fmla="*/ 217758 w 367038"/>
                <a:gd name="connsiteY212" fmla="*/ 31435 h 555897"/>
                <a:gd name="connsiteX213" fmla="*/ 236839 w 367038"/>
                <a:gd name="connsiteY213" fmla="*/ 18019 h 555897"/>
                <a:gd name="connsiteX214" fmla="*/ 236839 w 367038"/>
                <a:gd name="connsiteY214" fmla="*/ 18019 h 555897"/>
                <a:gd name="connsiteX215" fmla="*/ 231423 w 367038"/>
                <a:gd name="connsiteY215" fmla="*/ 72431 h 555897"/>
                <a:gd name="connsiteX216" fmla="*/ 237756 w 367038"/>
                <a:gd name="connsiteY216" fmla="*/ 75431 h 555897"/>
                <a:gd name="connsiteX217" fmla="*/ 242339 w 367038"/>
                <a:gd name="connsiteY217" fmla="*/ 92429 h 555897"/>
                <a:gd name="connsiteX218" fmla="*/ 242256 w 367038"/>
                <a:gd name="connsiteY218" fmla="*/ 93013 h 555897"/>
                <a:gd name="connsiteX219" fmla="*/ 236673 w 367038"/>
                <a:gd name="connsiteY219" fmla="*/ 94763 h 555897"/>
                <a:gd name="connsiteX220" fmla="*/ 230840 w 367038"/>
                <a:gd name="connsiteY220" fmla="*/ 98429 h 555897"/>
                <a:gd name="connsiteX221" fmla="*/ 221675 w 367038"/>
                <a:gd name="connsiteY221" fmla="*/ 99262 h 555897"/>
                <a:gd name="connsiteX222" fmla="*/ 207675 w 367038"/>
                <a:gd name="connsiteY222" fmla="*/ 100762 h 555897"/>
                <a:gd name="connsiteX223" fmla="*/ 197677 w 367038"/>
                <a:gd name="connsiteY223" fmla="*/ 114427 h 555897"/>
                <a:gd name="connsiteX224" fmla="*/ 189594 w 367038"/>
                <a:gd name="connsiteY224" fmla="*/ 111428 h 555897"/>
                <a:gd name="connsiteX225" fmla="*/ 190594 w 367038"/>
                <a:gd name="connsiteY225" fmla="*/ 96429 h 555897"/>
                <a:gd name="connsiteX226" fmla="*/ 191844 w 367038"/>
                <a:gd name="connsiteY226" fmla="*/ 93679 h 555897"/>
                <a:gd name="connsiteX227" fmla="*/ 193843 w 367038"/>
                <a:gd name="connsiteY227" fmla="*/ 75264 h 555897"/>
                <a:gd name="connsiteX228" fmla="*/ 209842 w 367038"/>
                <a:gd name="connsiteY228" fmla="*/ 79430 h 555897"/>
                <a:gd name="connsiteX229" fmla="*/ 215175 w 367038"/>
                <a:gd name="connsiteY229" fmla="*/ 81597 h 555897"/>
                <a:gd name="connsiteX230" fmla="*/ 231423 w 367038"/>
                <a:gd name="connsiteY230" fmla="*/ 72431 h 555897"/>
                <a:gd name="connsiteX231" fmla="*/ 231423 w 367038"/>
                <a:gd name="connsiteY231" fmla="*/ 72431 h 555897"/>
                <a:gd name="connsiteX232" fmla="*/ 177511 w 367038"/>
                <a:gd name="connsiteY232" fmla="*/ 32851 h 555897"/>
                <a:gd name="connsiteX233" fmla="*/ 206509 w 367038"/>
                <a:gd name="connsiteY233" fmla="*/ 10687 h 555897"/>
                <a:gd name="connsiteX234" fmla="*/ 209592 w 367038"/>
                <a:gd name="connsiteY234" fmla="*/ 30102 h 555897"/>
                <a:gd name="connsiteX235" fmla="*/ 209592 w 367038"/>
                <a:gd name="connsiteY235" fmla="*/ 30602 h 555897"/>
                <a:gd name="connsiteX236" fmla="*/ 201760 w 367038"/>
                <a:gd name="connsiteY236" fmla="*/ 31268 h 555897"/>
                <a:gd name="connsiteX237" fmla="*/ 193843 w 367038"/>
                <a:gd name="connsiteY237" fmla="*/ 35851 h 555897"/>
                <a:gd name="connsiteX238" fmla="*/ 189844 w 367038"/>
                <a:gd name="connsiteY238" fmla="*/ 41351 h 555897"/>
                <a:gd name="connsiteX239" fmla="*/ 177511 w 367038"/>
                <a:gd name="connsiteY239" fmla="*/ 33601 h 555897"/>
                <a:gd name="connsiteX240" fmla="*/ 177511 w 367038"/>
                <a:gd name="connsiteY240" fmla="*/ 32851 h 555897"/>
                <a:gd name="connsiteX241" fmla="*/ 177511 w 367038"/>
                <a:gd name="connsiteY241" fmla="*/ 32851 h 555897"/>
                <a:gd name="connsiteX242" fmla="*/ 186011 w 367038"/>
                <a:gd name="connsiteY242" fmla="*/ 49850 h 555897"/>
                <a:gd name="connsiteX243" fmla="*/ 191177 w 367038"/>
                <a:gd name="connsiteY243" fmla="*/ 51100 h 555897"/>
                <a:gd name="connsiteX244" fmla="*/ 198760 w 367038"/>
                <a:gd name="connsiteY244" fmla="*/ 44767 h 555897"/>
                <a:gd name="connsiteX245" fmla="*/ 215175 w 367038"/>
                <a:gd name="connsiteY245" fmla="*/ 46767 h 555897"/>
                <a:gd name="connsiteX246" fmla="*/ 215091 w 367038"/>
                <a:gd name="connsiteY246" fmla="*/ 64432 h 555897"/>
                <a:gd name="connsiteX247" fmla="*/ 217425 w 367038"/>
                <a:gd name="connsiteY247" fmla="*/ 68598 h 555897"/>
                <a:gd name="connsiteX248" fmla="*/ 217175 w 367038"/>
                <a:gd name="connsiteY248" fmla="*/ 68765 h 555897"/>
                <a:gd name="connsiteX249" fmla="*/ 213342 w 367038"/>
                <a:gd name="connsiteY249" fmla="*/ 71931 h 555897"/>
                <a:gd name="connsiteX250" fmla="*/ 207259 w 367038"/>
                <a:gd name="connsiteY250" fmla="*/ 66182 h 555897"/>
                <a:gd name="connsiteX251" fmla="*/ 195260 w 367038"/>
                <a:gd name="connsiteY251" fmla="*/ 65598 h 555897"/>
                <a:gd name="connsiteX252" fmla="*/ 184844 w 367038"/>
                <a:gd name="connsiteY252" fmla="*/ 87097 h 555897"/>
                <a:gd name="connsiteX253" fmla="*/ 158013 w 367038"/>
                <a:gd name="connsiteY253" fmla="*/ 79680 h 555897"/>
                <a:gd name="connsiteX254" fmla="*/ 154764 w 367038"/>
                <a:gd name="connsiteY254" fmla="*/ 61182 h 555897"/>
                <a:gd name="connsiteX255" fmla="*/ 186011 w 367038"/>
                <a:gd name="connsiteY255" fmla="*/ 49850 h 555897"/>
                <a:gd name="connsiteX256" fmla="*/ 186011 w 367038"/>
                <a:gd name="connsiteY256" fmla="*/ 49850 h 555897"/>
                <a:gd name="connsiteX257" fmla="*/ 141765 w 367038"/>
                <a:gd name="connsiteY257" fmla="*/ 17186 h 555897"/>
                <a:gd name="connsiteX258" fmla="*/ 169929 w 367038"/>
                <a:gd name="connsiteY258" fmla="*/ 33851 h 555897"/>
                <a:gd name="connsiteX259" fmla="*/ 162013 w 367038"/>
                <a:gd name="connsiteY259" fmla="*/ 37518 h 555897"/>
                <a:gd name="connsiteX260" fmla="*/ 150014 w 367038"/>
                <a:gd name="connsiteY260" fmla="*/ 54183 h 555897"/>
                <a:gd name="connsiteX261" fmla="*/ 135349 w 367038"/>
                <a:gd name="connsiteY261" fmla="*/ 45684 h 555897"/>
                <a:gd name="connsiteX262" fmla="*/ 128349 w 367038"/>
                <a:gd name="connsiteY262" fmla="*/ 45600 h 555897"/>
                <a:gd name="connsiteX263" fmla="*/ 141765 w 367038"/>
                <a:gd name="connsiteY263" fmla="*/ 17186 h 555897"/>
                <a:gd name="connsiteX264" fmla="*/ 141765 w 367038"/>
                <a:gd name="connsiteY264" fmla="*/ 17186 h 555897"/>
                <a:gd name="connsiteX265" fmla="*/ 129266 w 367038"/>
                <a:gd name="connsiteY265" fmla="*/ 60099 h 555897"/>
                <a:gd name="connsiteX266" fmla="*/ 145681 w 367038"/>
                <a:gd name="connsiteY266" fmla="*/ 64099 h 555897"/>
                <a:gd name="connsiteX267" fmla="*/ 149764 w 367038"/>
                <a:gd name="connsiteY267" fmla="*/ 83180 h 555897"/>
                <a:gd name="connsiteX268" fmla="*/ 149931 w 367038"/>
                <a:gd name="connsiteY268" fmla="*/ 84347 h 555897"/>
                <a:gd name="connsiteX269" fmla="*/ 149681 w 367038"/>
                <a:gd name="connsiteY269" fmla="*/ 84597 h 555897"/>
                <a:gd name="connsiteX270" fmla="*/ 144264 w 367038"/>
                <a:gd name="connsiteY270" fmla="*/ 92263 h 555897"/>
                <a:gd name="connsiteX271" fmla="*/ 134849 w 367038"/>
                <a:gd name="connsiteY271" fmla="*/ 85013 h 555897"/>
                <a:gd name="connsiteX272" fmla="*/ 120600 w 367038"/>
                <a:gd name="connsiteY272" fmla="*/ 83014 h 555897"/>
                <a:gd name="connsiteX273" fmla="*/ 103018 w 367038"/>
                <a:gd name="connsiteY273" fmla="*/ 110594 h 555897"/>
                <a:gd name="connsiteX274" fmla="*/ 86103 w 367038"/>
                <a:gd name="connsiteY274" fmla="*/ 109595 h 555897"/>
                <a:gd name="connsiteX275" fmla="*/ 79854 w 367038"/>
                <a:gd name="connsiteY275" fmla="*/ 99345 h 555897"/>
                <a:gd name="connsiteX276" fmla="*/ 102435 w 367038"/>
                <a:gd name="connsiteY276" fmla="*/ 72348 h 555897"/>
                <a:gd name="connsiteX277" fmla="*/ 111851 w 367038"/>
                <a:gd name="connsiteY277" fmla="*/ 77847 h 555897"/>
                <a:gd name="connsiteX278" fmla="*/ 115100 w 367038"/>
                <a:gd name="connsiteY278" fmla="*/ 75931 h 555897"/>
                <a:gd name="connsiteX279" fmla="*/ 117267 w 367038"/>
                <a:gd name="connsiteY279" fmla="*/ 70848 h 555897"/>
                <a:gd name="connsiteX280" fmla="*/ 129266 w 367038"/>
                <a:gd name="connsiteY280" fmla="*/ 60099 h 555897"/>
                <a:gd name="connsiteX281" fmla="*/ 129266 w 367038"/>
                <a:gd name="connsiteY281" fmla="*/ 60099 h 555897"/>
                <a:gd name="connsiteX282" fmla="*/ 90436 w 367038"/>
                <a:gd name="connsiteY282" fmla="*/ 42351 h 555897"/>
                <a:gd name="connsiteX283" fmla="*/ 106185 w 367038"/>
                <a:gd name="connsiteY283" fmla="*/ 42850 h 555897"/>
                <a:gd name="connsiteX284" fmla="*/ 120183 w 367038"/>
                <a:gd name="connsiteY284" fmla="*/ 49433 h 555897"/>
                <a:gd name="connsiteX285" fmla="*/ 109934 w 367038"/>
                <a:gd name="connsiteY285" fmla="*/ 70931 h 555897"/>
                <a:gd name="connsiteX286" fmla="*/ 96186 w 367038"/>
                <a:gd name="connsiteY286" fmla="*/ 62265 h 555897"/>
                <a:gd name="connsiteX287" fmla="*/ 81270 w 367038"/>
                <a:gd name="connsiteY287" fmla="*/ 67515 h 555897"/>
                <a:gd name="connsiteX288" fmla="*/ 76354 w 367038"/>
                <a:gd name="connsiteY288" fmla="*/ 73348 h 555897"/>
                <a:gd name="connsiteX289" fmla="*/ 74937 w 367038"/>
                <a:gd name="connsiteY289" fmla="*/ 72348 h 555897"/>
                <a:gd name="connsiteX290" fmla="*/ 90436 w 367038"/>
                <a:gd name="connsiteY290" fmla="*/ 42351 h 555897"/>
                <a:gd name="connsiteX291" fmla="*/ 90436 w 367038"/>
                <a:gd name="connsiteY291" fmla="*/ 42351 h 555897"/>
                <a:gd name="connsiteX292" fmla="*/ 29942 w 367038"/>
                <a:gd name="connsiteY292" fmla="*/ 94679 h 555897"/>
                <a:gd name="connsiteX293" fmla="*/ 41524 w 367038"/>
                <a:gd name="connsiteY293" fmla="*/ 77764 h 555897"/>
                <a:gd name="connsiteX294" fmla="*/ 60522 w 367038"/>
                <a:gd name="connsiteY294" fmla="*/ 71848 h 555897"/>
                <a:gd name="connsiteX295" fmla="*/ 73688 w 367038"/>
                <a:gd name="connsiteY295" fmla="*/ 79181 h 555897"/>
                <a:gd name="connsiteX296" fmla="*/ 73188 w 367038"/>
                <a:gd name="connsiteY296" fmla="*/ 92513 h 555897"/>
                <a:gd name="connsiteX297" fmla="*/ 60189 w 367038"/>
                <a:gd name="connsiteY297" fmla="*/ 89346 h 555897"/>
                <a:gd name="connsiteX298" fmla="*/ 44524 w 367038"/>
                <a:gd name="connsiteY298" fmla="*/ 98595 h 555897"/>
                <a:gd name="connsiteX299" fmla="*/ 40607 w 367038"/>
                <a:gd name="connsiteY299" fmla="*/ 112428 h 555897"/>
                <a:gd name="connsiteX300" fmla="*/ 29525 w 367038"/>
                <a:gd name="connsiteY300" fmla="*/ 111344 h 555897"/>
                <a:gd name="connsiteX301" fmla="*/ 29942 w 367038"/>
                <a:gd name="connsiteY301" fmla="*/ 94679 h 555897"/>
                <a:gd name="connsiteX302" fmla="*/ 29942 w 367038"/>
                <a:gd name="connsiteY302" fmla="*/ 94679 h 555897"/>
                <a:gd name="connsiteX303" fmla="*/ 15026 w 367038"/>
                <a:gd name="connsiteY303" fmla="*/ 131509 h 555897"/>
                <a:gd name="connsiteX304" fmla="*/ 42357 w 367038"/>
                <a:gd name="connsiteY304" fmla="*/ 122260 h 555897"/>
                <a:gd name="connsiteX305" fmla="*/ 46523 w 367038"/>
                <a:gd name="connsiteY305" fmla="*/ 120427 h 555897"/>
                <a:gd name="connsiteX306" fmla="*/ 54189 w 367038"/>
                <a:gd name="connsiteY306" fmla="*/ 100679 h 555897"/>
                <a:gd name="connsiteX307" fmla="*/ 70938 w 367038"/>
                <a:gd name="connsiteY307" fmla="*/ 101428 h 555897"/>
                <a:gd name="connsiteX308" fmla="*/ 78854 w 367038"/>
                <a:gd name="connsiteY308" fmla="*/ 112094 h 555897"/>
                <a:gd name="connsiteX309" fmla="*/ 65272 w 367038"/>
                <a:gd name="connsiteY309" fmla="*/ 130509 h 555897"/>
                <a:gd name="connsiteX310" fmla="*/ 51023 w 367038"/>
                <a:gd name="connsiteY310" fmla="*/ 129009 h 555897"/>
                <a:gd name="connsiteX311" fmla="*/ 38358 w 367038"/>
                <a:gd name="connsiteY311" fmla="*/ 141758 h 555897"/>
                <a:gd name="connsiteX312" fmla="*/ 38441 w 367038"/>
                <a:gd name="connsiteY312" fmla="*/ 165173 h 555897"/>
                <a:gd name="connsiteX313" fmla="*/ 23276 w 367038"/>
                <a:gd name="connsiteY313" fmla="*/ 159423 h 555897"/>
                <a:gd name="connsiteX314" fmla="*/ 16609 w 367038"/>
                <a:gd name="connsiteY314" fmla="*/ 156840 h 555897"/>
                <a:gd name="connsiteX315" fmla="*/ 15026 w 367038"/>
                <a:gd name="connsiteY315" fmla="*/ 131509 h 555897"/>
                <a:gd name="connsiteX316" fmla="*/ 15026 w 367038"/>
                <a:gd name="connsiteY316" fmla="*/ 131509 h 555897"/>
                <a:gd name="connsiteX317" fmla="*/ 127599 w 367038"/>
                <a:gd name="connsiteY317" fmla="*/ 503142 h 555897"/>
                <a:gd name="connsiteX318" fmla="*/ 111018 w 367038"/>
                <a:gd name="connsiteY318" fmla="*/ 490477 h 555897"/>
                <a:gd name="connsiteX319" fmla="*/ 102102 w 367038"/>
                <a:gd name="connsiteY319" fmla="*/ 462396 h 555897"/>
                <a:gd name="connsiteX320" fmla="*/ 74354 w 367038"/>
                <a:gd name="connsiteY320" fmla="*/ 375071 h 555897"/>
                <a:gd name="connsiteX321" fmla="*/ 43107 w 367038"/>
                <a:gd name="connsiteY321" fmla="*/ 266747 h 555897"/>
                <a:gd name="connsiteX322" fmla="*/ 29608 w 367038"/>
                <a:gd name="connsiteY322" fmla="*/ 218251 h 555897"/>
                <a:gd name="connsiteX323" fmla="*/ 19526 w 367038"/>
                <a:gd name="connsiteY323" fmla="*/ 186754 h 555897"/>
                <a:gd name="connsiteX324" fmla="*/ 12943 w 367038"/>
                <a:gd name="connsiteY324" fmla="*/ 167173 h 555897"/>
                <a:gd name="connsiteX325" fmla="*/ 23859 w 367038"/>
                <a:gd name="connsiteY325" fmla="*/ 171172 h 555897"/>
                <a:gd name="connsiteX326" fmla="*/ 44773 w 367038"/>
                <a:gd name="connsiteY326" fmla="*/ 184504 h 555897"/>
                <a:gd name="connsiteX327" fmla="*/ 52523 w 367038"/>
                <a:gd name="connsiteY327" fmla="*/ 216585 h 555897"/>
                <a:gd name="connsiteX328" fmla="*/ 66021 w 367038"/>
                <a:gd name="connsiteY328" fmla="*/ 267080 h 555897"/>
                <a:gd name="connsiteX329" fmla="*/ 92186 w 367038"/>
                <a:gd name="connsiteY329" fmla="*/ 351989 h 555897"/>
                <a:gd name="connsiteX330" fmla="*/ 120684 w 367038"/>
                <a:gd name="connsiteY330" fmla="*/ 444648 h 555897"/>
                <a:gd name="connsiteX331" fmla="*/ 136515 w 367038"/>
                <a:gd name="connsiteY331" fmla="*/ 494476 h 555897"/>
                <a:gd name="connsiteX332" fmla="*/ 139848 w 367038"/>
                <a:gd name="connsiteY332" fmla="*/ 508142 h 555897"/>
                <a:gd name="connsiteX333" fmla="*/ 127599 w 367038"/>
                <a:gd name="connsiteY333" fmla="*/ 503142 h 555897"/>
                <a:gd name="connsiteX334" fmla="*/ 127599 w 367038"/>
                <a:gd name="connsiteY334" fmla="*/ 503142 h 555897"/>
                <a:gd name="connsiteX335" fmla="*/ 167846 w 367038"/>
                <a:gd name="connsiteY335" fmla="*/ 518808 h 555897"/>
                <a:gd name="connsiteX336" fmla="*/ 148014 w 367038"/>
                <a:gd name="connsiteY336" fmla="*/ 511142 h 555897"/>
                <a:gd name="connsiteX337" fmla="*/ 125600 w 367038"/>
                <a:gd name="connsiteY337" fmla="*/ 436398 h 555897"/>
                <a:gd name="connsiteX338" fmla="*/ 94103 w 367038"/>
                <a:gd name="connsiteY338" fmla="*/ 339324 h 555897"/>
                <a:gd name="connsiteX339" fmla="*/ 67105 w 367038"/>
                <a:gd name="connsiteY339" fmla="*/ 243916 h 555897"/>
                <a:gd name="connsiteX340" fmla="*/ 53356 w 367038"/>
                <a:gd name="connsiteY340" fmla="*/ 194003 h 555897"/>
                <a:gd name="connsiteX341" fmla="*/ 51690 w 367038"/>
                <a:gd name="connsiteY341" fmla="*/ 188337 h 555897"/>
                <a:gd name="connsiteX342" fmla="*/ 97519 w 367038"/>
                <a:gd name="connsiteY342" fmla="*/ 209252 h 555897"/>
                <a:gd name="connsiteX343" fmla="*/ 99519 w 367038"/>
                <a:gd name="connsiteY343" fmla="*/ 210002 h 555897"/>
                <a:gd name="connsiteX344" fmla="*/ 114601 w 367038"/>
                <a:gd name="connsiteY344" fmla="*/ 285079 h 555897"/>
                <a:gd name="connsiteX345" fmla="*/ 138015 w 367038"/>
                <a:gd name="connsiteY345" fmla="*/ 375820 h 555897"/>
                <a:gd name="connsiteX346" fmla="*/ 159097 w 367038"/>
                <a:gd name="connsiteY346" fmla="*/ 461396 h 555897"/>
                <a:gd name="connsiteX347" fmla="*/ 174179 w 367038"/>
                <a:gd name="connsiteY347" fmla="*/ 520974 h 555897"/>
                <a:gd name="connsiteX348" fmla="*/ 167846 w 367038"/>
                <a:gd name="connsiteY348" fmla="*/ 518808 h 555897"/>
                <a:gd name="connsiteX349" fmla="*/ 167846 w 367038"/>
                <a:gd name="connsiteY349" fmla="*/ 518808 h 555897"/>
                <a:gd name="connsiteX350" fmla="*/ 212092 w 367038"/>
                <a:gd name="connsiteY350" fmla="*/ 534473 h 555897"/>
                <a:gd name="connsiteX351" fmla="*/ 183178 w 367038"/>
                <a:gd name="connsiteY351" fmla="*/ 524557 h 555897"/>
                <a:gd name="connsiteX352" fmla="*/ 167846 w 367038"/>
                <a:gd name="connsiteY352" fmla="*/ 458313 h 555897"/>
                <a:gd name="connsiteX353" fmla="*/ 145431 w 367038"/>
                <a:gd name="connsiteY353" fmla="*/ 369321 h 555897"/>
                <a:gd name="connsiteX354" fmla="*/ 121517 w 367038"/>
                <a:gd name="connsiteY354" fmla="*/ 281412 h 555897"/>
                <a:gd name="connsiteX355" fmla="*/ 105601 w 367038"/>
                <a:gd name="connsiteY355" fmla="*/ 212252 h 555897"/>
                <a:gd name="connsiteX356" fmla="*/ 141181 w 367038"/>
                <a:gd name="connsiteY356" fmla="*/ 223834 h 555897"/>
                <a:gd name="connsiteX357" fmla="*/ 157430 w 367038"/>
                <a:gd name="connsiteY357" fmla="*/ 228667 h 555897"/>
                <a:gd name="connsiteX358" fmla="*/ 182595 w 367038"/>
                <a:gd name="connsiteY358" fmla="*/ 392902 h 555897"/>
                <a:gd name="connsiteX359" fmla="*/ 201093 w 367038"/>
                <a:gd name="connsiteY359" fmla="*/ 471312 h 555897"/>
                <a:gd name="connsiteX360" fmla="*/ 213925 w 367038"/>
                <a:gd name="connsiteY360" fmla="*/ 519724 h 555897"/>
                <a:gd name="connsiteX361" fmla="*/ 217508 w 367038"/>
                <a:gd name="connsiteY361" fmla="*/ 536806 h 555897"/>
                <a:gd name="connsiteX362" fmla="*/ 212092 w 367038"/>
                <a:gd name="connsiteY362" fmla="*/ 534473 h 555897"/>
                <a:gd name="connsiteX363" fmla="*/ 212092 w 367038"/>
                <a:gd name="connsiteY363" fmla="*/ 534473 h 555897"/>
                <a:gd name="connsiteX364" fmla="*/ 248505 w 367038"/>
                <a:gd name="connsiteY364" fmla="*/ 498226 h 555897"/>
                <a:gd name="connsiteX365" fmla="*/ 252338 w 367038"/>
                <a:gd name="connsiteY365" fmla="*/ 528140 h 555897"/>
                <a:gd name="connsiteX366" fmla="*/ 248755 w 367038"/>
                <a:gd name="connsiteY366" fmla="*/ 529723 h 555897"/>
                <a:gd name="connsiteX367" fmla="*/ 230590 w 367038"/>
                <a:gd name="connsiteY367" fmla="*/ 537972 h 555897"/>
                <a:gd name="connsiteX368" fmla="*/ 229673 w 367038"/>
                <a:gd name="connsiteY368" fmla="*/ 538139 h 555897"/>
                <a:gd name="connsiteX369" fmla="*/ 222508 w 367038"/>
                <a:gd name="connsiteY369" fmla="*/ 507309 h 555897"/>
                <a:gd name="connsiteX370" fmla="*/ 210509 w 367038"/>
                <a:gd name="connsiteY370" fmla="*/ 461979 h 555897"/>
                <a:gd name="connsiteX371" fmla="*/ 193927 w 367038"/>
                <a:gd name="connsiteY371" fmla="*/ 383070 h 555897"/>
                <a:gd name="connsiteX372" fmla="*/ 163429 w 367038"/>
                <a:gd name="connsiteY372" fmla="*/ 228917 h 555897"/>
                <a:gd name="connsiteX373" fmla="*/ 174345 w 367038"/>
                <a:gd name="connsiteY373" fmla="*/ 226417 h 555897"/>
                <a:gd name="connsiteX374" fmla="*/ 199926 w 367038"/>
                <a:gd name="connsiteY374" fmla="*/ 212085 h 555897"/>
                <a:gd name="connsiteX375" fmla="*/ 211259 w 367038"/>
                <a:gd name="connsiteY375" fmla="*/ 279746 h 555897"/>
                <a:gd name="connsiteX376" fmla="*/ 226007 w 367038"/>
                <a:gd name="connsiteY376" fmla="*/ 364655 h 555897"/>
                <a:gd name="connsiteX377" fmla="*/ 235173 w 367038"/>
                <a:gd name="connsiteY377" fmla="*/ 409318 h 555897"/>
                <a:gd name="connsiteX378" fmla="*/ 242256 w 367038"/>
                <a:gd name="connsiteY378" fmla="*/ 456730 h 555897"/>
                <a:gd name="connsiteX379" fmla="*/ 248505 w 367038"/>
                <a:gd name="connsiteY379" fmla="*/ 498226 h 555897"/>
                <a:gd name="connsiteX380" fmla="*/ 248505 w 367038"/>
                <a:gd name="connsiteY380" fmla="*/ 498226 h 555897"/>
                <a:gd name="connsiteX381" fmla="*/ 293585 w 367038"/>
                <a:gd name="connsiteY381" fmla="*/ 429982 h 555897"/>
                <a:gd name="connsiteX382" fmla="*/ 297501 w 367038"/>
                <a:gd name="connsiteY382" fmla="*/ 473395 h 555897"/>
                <a:gd name="connsiteX383" fmla="*/ 301167 w 367038"/>
                <a:gd name="connsiteY383" fmla="*/ 506975 h 555897"/>
                <a:gd name="connsiteX384" fmla="*/ 262504 w 367038"/>
                <a:gd name="connsiteY384" fmla="*/ 523641 h 555897"/>
                <a:gd name="connsiteX385" fmla="*/ 258004 w 367038"/>
                <a:gd name="connsiteY385" fmla="*/ 499809 h 555897"/>
                <a:gd name="connsiteX386" fmla="*/ 249505 w 367038"/>
                <a:gd name="connsiteY386" fmla="*/ 458146 h 555897"/>
                <a:gd name="connsiteX387" fmla="*/ 242339 w 367038"/>
                <a:gd name="connsiteY387" fmla="*/ 411151 h 555897"/>
                <a:gd name="connsiteX388" fmla="*/ 233673 w 367038"/>
                <a:gd name="connsiteY388" fmla="*/ 363488 h 555897"/>
                <a:gd name="connsiteX389" fmla="*/ 220591 w 367038"/>
                <a:gd name="connsiteY389" fmla="*/ 280662 h 555897"/>
                <a:gd name="connsiteX390" fmla="*/ 213008 w 367038"/>
                <a:gd name="connsiteY390" fmla="*/ 242166 h 555897"/>
                <a:gd name="connsiteX391" fmla="*/ 207009 w 367038"/>
                <a:gd name="connsiteY391" fmla="*/ 207669 h 555897"/>
                <a:gd name="connsiteX392" fmla="*/ 213925 w 367038"/>
                <a:gd name="connsiteY392" fmla="*/ 203669 h 555897"/>
                <a:gd name="connsiteX393" fmla="*/ 257338 w 367038"/>
                <a:gd name="connsiteY393" fmla="*/ 182338 h 555897"/>
                <a:gd name="connsiteX394" fmla="*/ 267670 w 367038"/>
                <a:gd name="connsiteY394" fmla="*/ 177172 h 555897"/>
                <a:gd name="connsiteX395" fmla="*/ 282752 w 367038"/>
                <a:gd name="connsiteY395" fmla="*/ 348156 h 555897"/>
                <a:gd name="connsiteX396" fmla="*/ 293585 w 367038"/>
                <a:gd name="connsiteY396" fmla="*/ 429982 h 555897"/>
                <a:gd name="connsiteX397" fmla="*/ 293585 w 367038"/>
                <a:gd name="connsiteY397" fmla="*/ 429982 h 555897"/>
                <a:gd name="connsiteX398" fmla="*/ 335581 w 367038"/>
                <a:gd name="connsiteY398" fmla="*/ 181088 h 555897"/>
                <a:gd name="connsiteX399" fmla="*/ 333414 w 367038"/>
                <a:gd name="connsiteY399" fmla="*/ 230250 h 555897"/>
                <a:gd name="connsiteX400" fmla="*/ 335497 w 367038"/>
                <a:gd name="connsiteY400" fmla="*/ 324159 h 555897"/>
                <a:gd name="connsiteX401" fmla="*/ 342663 w 367038"/>
                <a:gd name="connsiteY401" fmla="*/ 418983 h 555897"/>
                <a:gd name="connsiteX402" fmla="*/ 348163 w 367038"/>
                <a:gd name="connsiteY402" fmla="*/ 467229 h 555897"/>
                <a:gd name="connsiteX403" fmla="*/ 349413 w 367038"/>
                <a:gd name="connsiteY403" fmla="*/ 485227 h 555897"/>
                <a:gd name="connsiteX404" fmla="*/ 349496 w 367038"/>
                <a:gd name="connsiteY404" fmla="*/ 486310 h 555897"/>
                <a:gd name="connsiteX405" fmla="*/ 348496 w 367038"/>
                <a:gd name="connsiteY405" fmla="*/ 486977 h 555897"/>
                <a:gd name="connsiteX406" fmla="*/ 336581 w 367038"/>
                <a:gd name="connsiteY406" fmla="*/ 492060 h 555897"/>
                <a:gd name="connsiteX407" fmla="*/ 309500 w 367038"/>
                <a:gd name="connsiteY407" fmla="*/ 503559 h 555897"/>
                <a:gd name="connsiteX408" fmla="*/ 307666 w 367038"/>
                <a:gd name="connsiteY408" fmla="*/ 477811 h 555897"/>
                <a:gd name="connsiteX409" fmla="*/ 305167 w 367038"/>
                <a:gd name="connsiteY409" fmla="*/ 437482 h 555897"/>
                <a:gd name="connsiteX410" fmla="*/ 294918 w 367038"/>
                <a:gd name="connsiteY410" fmla="*/ 350823 h 555897"/>
                <a:gd name="connsiteX411" fmla="*/ 274253 w 367038"/>
                <a:gd name="connsiteY411" fmla="*/ 173922 h 555897"/>
                <a:gd name="connsiteX412" fmla="*/ 337914 w 367038"/>
                <a:gd name="connsiteY412" fmla="*/ 139009 h 555897"/>
                <a:gd name="connsiteX413" fmla="*/ 335581 w 367038"/>
                <a:gd name="connsiteY413" fmla="*/ 181088 h 555897"/>
                <a:gd name="connsiteX414" fmla="*/ 335581 w 367038"/>
                <a:gd name="connsiteY414" fmla="*/ 181088 h 555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Lst>
              <a:rect l="l" t="t" r="r" b="b"/>
              <a:pathLst>
                <a:path w="367038" h="555897">
                  <a:moveTo>
                    <a:pt x="344746" y="126843"/>
                  </a:moveTo>
                  <a:cubicBezTo>
                    <a:pt x="342580" y="124593"/>
                    <a:pt x="340247" y="124177"/>
                    <a:pt x="337331" y="125010"/>
                  </a:cubicBezTo>
                  <a:cubicBezTo>
                    <a:pt x="331998" y="126593"/>
                    <a:pt x="326915" y="128926"/>
                    <a:pt x="321915" y="131426"/>
                  </a:cubicBezTo>
                  <a:cubicBezTo>
                    <a:pt x="322499" y="128593"/>
                    <a:pt x="322582" y="125760"/>
                    <a:pt x="322082" y="123010"/>
                  </a:cubicBezTo>
                  <a:cubicBezTo>
                    <a:pt x="331248" y="115344"/>
                    <a:pt x="338997" y="99012"/>
                    <a:pt x="334997" y="87596"/>
                  </a:cubicBezTo>
                  <a:cubicBezTo>
                    <a:pt x="330581" y="74848"/>
                    <a:pt x="316999" y="75431"/>
                    <a:pt x="305667" y="77764"/>
                  </a:cubicBezTo>
                  <a:cubicBezTo>
                    <a:pt x="306167" y="68765"/>
                    <a:pt x="301917" y="59682"/>
                    <a:pt x="294251" y="56183"/>
                  </a:cubicBezTo>
                  <a:cubicBezTo>
                    <a:pt x="299834" y="46600"/>
                    <a:pt x="301084" y="38268"/>
                    <a:pt x="291085" y="28352"/>
                  </a:cubicBezTo>
                  <a:cubicBezTo>
                    <a:pt x="280085" y="17269"/>
                    <a:pt x="270170" y="23019"/>
                    <a:pt x="260337" y="30935"/>
                  </a:cubicBezTo>
                  <a:cubicBezTo>
                    <a:pt x="258421" y="28518"/>
                    <a:pt x="257254" y="25102"/>
                    <a:pt x="254338" y="23352"/>
                  </a:cubicBezTo>
                  <a:cubicBezTo>
                    <a:pt x="252005" y="21936"/>
                    <a:pt x="249588" y="21269"/>
                    <a:pt x="247172" y="21186"/>
                  </a:cubicBezTo>
                  <a:cubicBezTo>
                    <a:pt x="247672" y="20103"/>
                    <a:pt x="247756" y="18853"/>
                    <a:pt x="246922" y="17853"/>
                  </a:cubicBezTo>
                  <a:cubicBezTo>
                    <a:pt x="243922" y="14353"/>
                    <a:pt x="242172" y="12187"/>
                    <a:pt x="237423" y="10687"/>
                  </a:cubicBezTo>
                  <a:cubicBezTo>
                    <a:pt x="233174" y="9437"/>
                    <a:pt x="228924" y="9937"/>
                    <a:pt x="225007" y="12020"/>
                  </a:cubicBezTo>
                  <a:cubicBezTo>
                    <a:pt x="222424" y="13353"/>
                    <a:pt x="220341" y="15186"/>
                    <a:pt x="218758" y="17353"/>
                  </a:cubicBezTo>
                  <a:cubicBezTo>
                    <a:pt x="218508" y="15020"/>
                    <a:pt x="217841" y="12770"/>
                    <a:pt x="216675" y="10770"/>
                  </a:cubicBezTo>
                  <a:cubicBezTo>
                    <a:pt x="212925" y="4437"/>
                    <a:pt x="204176" y="-812"/>
                    <a:pt x="196677" y="104"/>
                  </a:cubicBezTo>
                  <a:cubicBezTo>
                    <a:pt x="185511" y="1521"/>
                    <a:pt x="173012" y="11937"/>
                    <a:pt x="172262" y="23102"/>
                  </a:cubicBezTo>
                  <a:cubicBezTo>
                    <a:pt x="164763" y="11520"/>
                    <a:pt x="150348" y="2188"/>
                    <a:pt x="137682" y="10270"/>
                  </a:cubicBezTo>
                  <a:cubicBezTo>
                    <a:pt x="128849" y="15853"/>
                    <a:pt x="120017" y="27519"/>
                    <a:pt x="120684" y="38268"/>
                  </a:cubicBezTo>
                  <a:cubicBezTo>
                    <a:pt x="111101" y="30935"/>
                    <a:pt x="89270" y="32018"/>
                    <a:pt x="81520" y="36351"/>
                  </a:cubicBezTo>
                  <a:cubicBezTo>
                    <a:pt x="73354" y="40934"/>
                    <a:pt x="65272" y="55849"/>
                    <a:pt x="66688" y="66932"/>
                  </a:cubicBezTo>
                  <a:cubicBezTo>
                    <a:pt x="63022" y="65182"/>
                    <a:pt x="59106" y="64349"/>
                    <a:pt x="54106" y="65182"/>
                  </a:cubicBezTo>
                  <a:cubicBezTo>
                    <a:pt x="45524" y="66682"/>
                    <a:pt x="35524" y="70848"/>
                    <a:pt x="29775" y="77681"/>
                  </a:cubicBezTo>
                  <a:cubicBezTo>
                    <a:pt x="23692" y="84930"/>
                    <a:pt x="17693" y="102345"/>
                    <a:pt x="22275" y="112594"/>
                  </a:cubicBezTo>
                  <a:cubicBezTo>
                    <a:pt x="14526" y="114844"/>
                    <a:pt x="8110" y="120260"/>
                    <a:pt x="4527" y="129509"/>
                  </a:cubicBezTo>
                  <a:cubicBezTo>
                    <a:pt x="1527" y="137175"/>
                    <a:pt x="1194" y="147424"/>
                    <a:pt x="4610" y="155174"/>
                  </a:cubicBezTo>
                  <a:cubicBezTo>
                    <a:pt x="4361" y="155257"/>
                    <a:pt x="4110" y="155257"/>
                    <a:pt x="3861" y="155340"/>
                  </a:cubicBezTo>
                  <a:cubicBezTo>
                    <a:pt x="1861" y="156007"/>
                    <a:pt x="278" y="158423"/>
                    <a:pt x="111" y="160423"/>
                  </a:cubicBezTo>
                  <a:cubicBezTo>
                    <a:pt x="-1056" y="173589"/>
                    <a:pt x="7277" y="189421"/>
                    <a:pt x="11277" y="201586"/>
                  </a:cubicBezTo>
                  <a:cubicBezTo>
                    <a:pt x="17276" y="219668"/>
                    <a:pt x="22942" y="237750"/>
                    <a:pt x="28358" y="255998"/>
                  </a:cubicBezTo>
                  <a:cubicBezTo>
                    <a:pt x="38607" y="290661"/>
                    <a:pt x="47023" y="325825"/>
                    <a:pt x="58689" y="360072"/>
                  </a:cubicBezTo>
                  <a:cubicBezTo>
                    <a:pt x="71105" y="396735"/>
                    <a:pt x="81437" y="433065"/>
                    <a:pt x="90603" y="470645"/>
                  </a:cubicBezTo>
                  <a:cubicBezTo>
                    <a:pt x="93269" y="481478"/>
                    <a:pt x="94352" y="497893"/>
                    <a:pt x="101852" y="506642"/>
                  </a:cubicBezTo>
                  <a:cubicBezTo>
                    <a:pt x="110268" y="516475"/>
                    <a:pt x="130599" y="521307"/>
                    <a:pt x="142015" y="525807"/>
                  </a:cubicBezTo>
                  <a:cubicBezTo>
                    <a:pt x="144515" y="526807"/>
                    <a:pt x="147014" y="527807"/>
                    <a:pt x="149431" y="528807"/>
                  </a:cubicBezTo>
                  <a:cubicBezTo>
                    <a:pt x="149681" y="528973"/>
                    <a:pt x="149931" y="529057"/>
                    <a:pt x="150181" y="529140"/>
                  </a:cubicBezTo>
                  <a:cubicBezTo>
                    <a:pt x="162596" y="534140"/>
                    <a:pt x="175012" y="539389"/>
                    <a:pt x="187761" y="543555"/>
                  </a:cubicBezTo>
                  <a:cubicBezTo>
                    <a:pt x="199760" y="547555"/>
                    <a:pt x="217091" y="557637"/>
                    <a:pt x="230007" y="555638"/>
                  </a:cubicBezTo>
                  <a:cubicBezTo>
                    <a:pt x="242922" y="553638"/>
                    <a:pt x="256588" y="544222"/>
                    <a:pt x="268587" y="539472"/>
                  </a:cubicBezTo>
                  <a:cubicBezTo>
                    <a:pt x="286335" y="532473"/>
                    <a:pt x="303500" y="524307"/>
                    <a:pt x="321082" y="517141"/>
                  </a:cubicBezTo>
                  <a:cubicBezTo>
                    <a:pt x="328581" y="514141"/>
                    <a:pt x="336081" y="511308"/>
                    <a:pt x="343580" y="508225"/>
                  </a:cubicBezTo>
                  <a:cubicBezTo>
                    <a:pt x="349163" y="505892"/>
                    <a:pt x="358245" y="503976"/>
                    <a:pt x="362745" y="499476"/>
                  </a:cubicBezTo>
                  <a:cubicBezTo>
                    <a:pt x="370911" y="491393"/>
                    <a:pt x="365161" y="477228"/>
                    <a:pt x="363828" y="467396"/>
                  </a:cubicBezTo>
                  <a:cubicBezTo>
                    <a:pt x="358912" y="430316"/>
                    <a:pt x="351329" y="392902"/>
                    <a:pt x="349246" y="355572"/>
                  </a:cubicBezTo>
                  <a:cubicBezTo>
                    <a:pt x="346913" y="313576"/>
                    <a:pt x="344746" y="271080"/>
                    <a:pt x="345830" y="229084"/>
                  </a:cubicBezTo>
                  <a:cubicBezTo>
                    <a:pt x="346330" y="207836"/>
                    <a:pt x="347580" y="186671"/>
                    <a:pt x="348580" y="165506"/>
                  </a:cubicBezTo>
                  <a:cubicBezTo>
                    <a:pt x="348996" y="154590"/>
                    <a:pt x="353246" y="135675"/>
                    <a:pt x="344746" y="126843"/>
                  </a:cubicBezTo>
                  <a:lnTo>
                    <a:pt x="344746" y="126843"/>
                  </a:lnTo>
                  <a:close/>
                  <a:moveTo>
                    <a:pt x="304834" y="82930"/>
                  </a:moveTo>
                  <a:cubicBezTo>
                    <a:pt x="311583" y="81347"/>
                    <a:pt x="319165" y="81180"/>
                    <a:pt x="324582" y="86013"/>
                  </a:cubicBezTo>
                  <a:cubicBezTo>
                    <a:pt x="331498" y="92179"/>
                    <a:pt x="324998" y="102678"/>
                    <a:pt x="320999" y="108095"/>
                  </a:cubicBezTo>
                  <a:cubicBezTo>
                    <a:pt x="319832" y="109678"/>
                    <a:pt x="317582" y="111678"/>
                    <a:pt x="315666" y="113927"/>
                  </a:cubicBezTo>
                  <a:cubicBezTo>
                    <a:pt x="313833" y="112844"/>
                    <a:pt x="311750" y="112011"/>
                    <a:pt x="309583" y="111594"/>
                  </a:cubicBezTo>
                  <a:cubicBezTo>
                    <a:pt x="306584" y="111011"/>
                    <a:pt x="303250" y="111178"/>
                    <a:pt x="300251" y="111761"/>
                  </a:cubicBezTo>
                  <a:cubicBezTo>
                    <a:pt x="300251" y="111761"/>
                    <a:pt x="299917" y="111844"/>
                    <a:pt x="299417" y="112011"/>
                  </a:cubicBezTo>
                  <a:cubicBezTo>
                    <a:pt x="300667" y="108844"/>
                    <a:pt x="301834" y="105761"/>
                    <a:pt x="301584" y="101845"/>
                  </a:cubicBezTo>
                  <a:cubicBezTo>
                    <a:pt x="301334" y="98679"/>
                    <a:pt x="300500" y="95679"/>
                    <a:pt x="298751" y="93263"/>
                  </a:cubicBezTo>
                  <a:cubicBezTo>
                    <a:pt x="301834" y="90430"/>
                    <a:pt x="303750" y="86763"/>
                    <a:pt x="304834" y="82930"/>
                  </a:cubicBezTo>
                  <a:lnTo>
                    <a:pt x="304834" y="82930"/>
                  </a:lnTo>
                  <a:close/>
                  <a:moveTo>
                    <a:pt x="177678" y="205752"/>
                  </a:moveTo>
                  <a:cubicBezTo>
                    <a:pt x="173845" y="208169"/>
                    <a:pt x="169679" y="210752"/>
                    <a:pt x="165596" y="211835"/>
                  </a:cubicBezTo>
                  <a:cubicBezTo>
                    <a:pt x="157680" y="214002"/>
                    <a:pt x="149764" y="209502"/>
                    <a:pt x="142515" y="207002"/>
                  </a:cubicBezTo>
                  <a:cubicBezTo>
                    <a:pt x="134765" y="204419"/>
                    <a:pt x="126850" y="202419"/>
                    <a:pt x="119017" y="200253"/>
                  </a:cubicBezTo>
                  <a:cubicBezTo>
                    <a:pt x="118767" y="193587"/>
                    <a:pt x="121517" y="184921"/>
                    <a:pt x="123017" y="182755"/>
                  </a:cubicBezTo>
                  <a:cubicBezTo>
                    <a:pt x="125433" y="180505"/>
                    <a:pt x="127850" y="178255"/>
                    <a:pt x="130266" y="176088"/>
                  </a:cubicBezTo>
                  <a:cubicBezTo>
                    <a:pt x="136599" y="174339"/>
                    <a:pt x="141765" y="176172"/>
                    <a:pt x="145764" y="181421"/>
                  </a:cubicBezTo>
                  <a:cubicBezTo>
                    <a:pt x="147181" y="182088"/>
                    <a:pt x="147765" y="182755"/>
                    <a:pt x="149514" y="183255"/>
                  </a:cubicBezTo>
                  <a:cubicBezTo>
                    <a:pt x="151181" y="183754"/>
                    <a:pt x="153180" y="183171"/>
                    <a:pt x="153764" y="181421"/>
                  </a:cubicBezTo>
                  <a:cubicBezTo>
                    <a:pt x="158847" y="167089"/>
                    <a:pt x="175262" y="167839"/>
                    <a:pt x="177845" y="182338"/>
                  </a:cubicBezTo>
                  <a:cubicBezTo>
                    <a:pt x="179095" y="189504"/>
                    <a:pt x="177178" y="195087"/>
                    <a:pt x="176178" y="202169"/>
                  </a:cubicBezTo>
                  <a:cubicBezTo>
                    <a:pt x="175928" y="203753"/>
                    <a:pt x="176595" y="204919"/>
                    <a:pt x="177678" y="205752"/>
                  </a:cubicBezTo>
                  <a:lnTo>
                    <a:pt x="177678" y="205752"/>
                  </a:lnTo>
                  <a:close/>
                  <a:moveTo>
                    <a:pt x="76854" y="183088"/>
                  </a:moveTo>
                  <a:cubicBezTo>
                    <a:pt x="69688" y="179338"/>
                    <a:pt x="62438" y="175589"/>
                    <a:pt x="55189" y="172255"/>
                  </a:cubicBezTo>
                  <a:cubicBezTo>
                    <a:pt x="53940" y="171672"/>
                    <a:pt x="52689" y="171089"/>
                    <a:pt x="51439" y="170589"/>
                  </a:cubicBezTo>
                  <a:cubicBezTo>
                    <a:pt x="38941" y="155257"/>
                    <a:pt x="47107" y="136759"/>
                    <a:pt x="69688" y="141842"/>
                  </a:cubicBezTo>
                  <a:cubicBezTo>
                    <a:pt x="72105" y="142425"/>
                    <a:pt x="75437" y="139925"/>
                    <a:pt x="75354" y="137425"/>
                  </a:cubicBezTo>
                  <a:cubicBezTo>
                    <a:pt x="75104" y="117760"/>
                    <a:pt x="101102" y="111094"/>
                    <a:pt x="109351" y="130676"/>
                  </a:cubicBezTo>
                  <a:cubicBezTo>
                    <a:pt x="103852" y="136259"/>
                    <a:pt x="104685" y="141842"/>
                    <a:pt x="105101" y="148174"/>
                  </a:cubicBezTo>
                  <a:cubicBezTo>
                    <a:pt x="101518" y="146091"/>
                    <a:pt x="98352" y="144591"/>
                    <a:pt x="93186" y="145508"/>
                  </a:cubicBezTo>
                  <a:cubicBezTo>
                    <a:pt x="86936" y="146591"/>
                    <a:pt x="82104" y="150841"/>
                    <a:pt x="78687" y="155924"/>
                  </a:cubicBezTo>
                  <a:cubicBezTo>
                    <a:pt x="72521" y="165089"/>
                    <a:pt x="73354" y="174172"/>
                    <a:pt x="76854" y="183088"/>
                  </a:cubicBezTo>
                  <a:lnTo>
                    <a:pt x="76854" y="183088"/>
                  </a:lnTo>
                  <a:close/>
                  <a:moveTo>
                    <a:pt x="81437" y="168256"/>
                  </a:moveTo>
                  <a:cubicBezTo>
                    <a:pt x="82187" y="163006"/>
                    <a:pt x="87270" y="156257"/>
                    <a:pt x="91686" y="153674"/>
                  </a:cubicBezTo>
                  <a:cubicBezTo>
                    <a:pt x="96186" y="151091"/>
                    <a:pt x="102602" y="155257"/>
                    <a:pt x="107351" y="157090"/>
                  </a:cubicBezTo>
                  <a:cubicBezTo>
                    <a:pt x="109434" y="157924"/>
                    <a:pt x="111768" y="156507"/>
                    <a:pt x="112017" y="154340"/>
                  </a:cubicBezTo>
                  <a:cubicBezTo>
                    <a:pt x="112434" y="151257"/>
                    <a:pt x="110684" y="147341"/>
                    <a:pt x="111601" y="144591"/>
                  </a:cubicBezTo>
                  <a:cubicBezTo>
                    <a:pt x="115351" y="140675"/>
                    <a:pt x="119183" y="136759"/>
                    <a:pt x="122933" y="132842"/>
                  </a:cubicBezTo>
                  <a:cubicBezTo>
                    <a:pt x="131016" y="133759"/>
                    <a:pt x="136515" y="137675"/>
                    <a:pt x="139349" y="144591"/>
                  </a:cubicBezTo>
                  <a:cubicBezTo>
                    <a:pt x="142848" y="153424"/>
                    <a:pt x="138098" y="159840"/>
                    <a:pt x="136682" y="167339"/>
                  </a:cubicBezTo>
                  <a:cubicBezTo>
                    <a:pt x="127683" y="165006"/>
                    <a:pt x="118767" y="168506"/>
                    <a:pt x="112017" y="180255"/>
                  </a:cubicBezTo>
                  <a:cubicBezTo>
                    <a:pt x="109685" y="184421"/>
                    <a:pt x="108018" y="191087"/>
                    <a:pt x="108185" y="197253"/>
                  </a:cubicBezTo>
                  <a:cubicBezTo>
                    <a:pt x="106435" y="196753"/>
                    <a:pt x="104768" y="196253"/>
                    <a:pt x="103018" y="195670"/>
                  </a:cubicBezTo>
                  <a:cubicBezTo>
                    <a:pt x="101185" y="195087"/>
                    <a:pt x="99352" y="194420"/>
                    <a:pt x="97519" y="193754"/>
                  </a:cubicBezTo>
                  <a:cubicBezTo>
                    <a:pt x="94269" y="192170"/>
                    <a:pt x="91019" y="190504"/>
                    <a:pt x="87686" y="188754"/>
                  </a:cubicBezTo>
                  <a:cubicBezTo>
                    <a:pt x="84020" y="182421"/>
                    <a:pt x="80354" y="175422"/>
                    <a:pt x="81437" y="168256"/>
                  </a:cubicBezTo>
                  <a:lnTo>
                    <a:pt x="81437" y="168256"/>
                  </a:lnTo>
                  <a:close/>
                  <a:moveTo>
                    <a:pt x="108685" y="114094"/>
                  </a:moveTo>
                  <a:cubicBezTo>
                    <a:pt x="110351" y="98179"/>
                    <a:pt x="118100" y="86180"/>
                    <a:pt x="138098" y="96429"/>
                  </a:cubicBezTo>
                  <a:cubicBezTo>
                    <a:pt x="141098" y="98012"/>
                    <a:pt x="142515" y="101179"/>
                    <a:pt x="146431" y="99929"/>
                  </a:cubicBezTo>
                  <a:cubicBezTo>
                    <a:pt x="152431" y="98096"/>
                    <a:pt x="154514" y="89430"/>
                    <a:pt x="161180" y="87596"/>
                  </a:cubicBezTo>
                  <a:cubicBezTo>
                    <a:pt x="172512" y="84430"/>
                    <a:pt x="182428" y="92846"/>
                    <a:pt x="181928" y="105928"/>
                  </a:cubicBezTo>
                  <a:cubicBezTo>
                    <a:pt x="181761" y="110928"/>
                    <a:pt x="180678" y="111094"/>
                    <a:pt x="181011" y="113427"/>
                  </a:cubicBezTo>
                  <a:cubicBezTo>
                    <a:pt x="177095" y="115427"/>
                    <a:pt x="173512" y="118677"/>
                    <a:pt x="170179" y="122093"/>
                  </a:cubicBezTo>
                  <a:cubicBezTo>
                    <a:pt x="168346" y="119927"/>
                    <a:pt x="166929" y="117844"/>
                    <a:pt x="163013" y="117344"/>
                  </a:cubicBezTo>
                  <a:cubicBezTo>
                    <a:pt x="158013" y="116677"/>
                    <a:pt x="153180" y="119594"/>
                    <a:pt x="149764" y="122927"/>
                  </a:cubicBezTo>
                  <a:cubicBezTo>
                    <a:pt x="147098" y="125510"/>
                    <a:pt x="144431" y="129093"/>
                    <a:pt x="142932" y="132926"/>
                  </a:cubicBezTo>
                  <a:cubicBezTo>
                    <a:pt x="140098" y="129343"/>
                    <a:pt x="136266" y="126593"/>
                    <a:pt x="131266" y="125093"/>
                  </a:cubicBezTo>
                  <a:cubicBezTo>
                    <a:pt x="126850" y="123760"/>
                    <a:pt x="121600" y="124177"/>
                    <a:pt x="116934" y="125843"/>
                  </a:cubicBezTo>
                  <a:cubicBezTo>
                    <a:pt x="114767" y="120927"/>
                    <a:pt x="112017" y="116927"/>
                    <a:pt x="108685" y="114094"/>
                  </a:cubicBezTo>
                  <a:lnTo>
                    <a:pt x="108685" y="114094"/>
                  </a:lnTo>
                  <a:close/>
                  <a:moveTo>
                    <a:pt x="149681" y="174672"/>
                  </a:moveTo>
                  <a:cubicBezTo>
                    <a:pt x="148431" y="173505"/>
                    <a:pt x="147098" y="172506"/>
                    <a:pt x="145848" y="171589"/>
                  </a:cubicBezTo>
                  <a:cubicBezTo>
                    <a:pt x="150264" y="161923"/>
                    <a:pt x="151014" y="149008"/>
                    <a:pt x="146764" y="139009"/>
                  </a:cubicBezTo>
                  <a:cubicBezTo>
                    <a:pt x="148014" y="134592"/>
                    <a:pt x="151430" y="129926"/>
                    <a:pt x="154180" y="128093"/>
                  </a:cubicBezTo>
                  <a:cubicBezTo>
                    <a:pt x="163929" y="121927"/>
                    <a:pt x="163680" y="127926"/>
                    <a:pt x="168013" y="130759"/>
                  </a:cubicBezTo>
                  <a:cubicBezTo>
                    <a:pt x="169929" y="132009"/>
                    <a:pt x="172179" y="131676"/>
                    <a:pt x="173595" y="129926"/>
                  </a:cubicBezTo>
                  <a:cubicBezTo>
                    <a:pt x="175845" y="127260"/>
                    <a:pt x="178511" y="123093"/>
                    <a:pt x="181761" y="121593"/>
                  </a:cubicBezTo>
                  <a:cubicBezTo>
                    <a:pt x="193093" y="116427"/>
                    <a:pt x="198177" y="124926"/>
                    <a:pt x="195510" y="133759"/>
                  </a:cubicBezTo>
                  <a:cubicBezTo>
                    <a:pt x="194343" y="137675"/>
                    <a:pt x="192427" y="140675"/>
                    <a:pt x="192344" y="144425"/>
                  </a:cubicBezTo>
                  <a:cubicBezTo>
                    <a:pt x="190177" y="144925"/>
                    <a:pt x="188011" y="145925"/>
                    <a:pt x="186178" y="147174"/>
                  </a:cubicBezTo>
                  <a:cubicBezTo>
                    <a:pt x="181345" y="150424"/>
                    <a:pt x="176012" y="158340"/>
                    <a:pt x="175678" y="165256"/>
                  </a:cubicBezTo>
                  <a:cubicBezTo>
                    <a:pt x="164013" y="160090"/>
                    <a:pt x="155180" y="165089"/>
                    <a:pt x="149681" y="174672"/>
                  </a:cubicBezTo>
                  <a:lnTo>
                    <a:pt x="149681" y="174672"/>
                  </a:lnTo>
                  <a:close/>
                  <a:moveTo>
                    <a:pt x="182178" y="169589"/>
                  </a:moveTo>
                  <a:cubicBezTo>
                    <a:pt x="182761" y="160840"/>
                    <a:pt x="195094" y="150341"/>
                    <a:pt x="200593" y="157340"/>
                  </a:cubicBezTo>
                  <a:cubicBezTo>
                    <a:pt x="201426" y="158423"/>
                    <a:pt x="202926" y="159007"/>
                    <a:pt x="204259" y="158757"/>
                  </a:cubicBezTo>
                  <a:cubicBezTo>
                    <a:pt x="211759" y="157340"/>
                    <a:pt x="214092" y="147174"/>
                    <a:pt x="220424" y="143091"/>
                  </a:cubicBezTo>
                  <a:cubicBezTo>
                    <a:pt x="229007" y="137509"/>
                    <a:pt x="238173" y="140008"/>
                    <a:pt x="239673" y="150674"/>
                  </a:cubicBezTo>
                  <a:cubicBezTo>
                    <a:pt x="240839" y="158840"/>
                    <a:pt x="237006" y="166006"/>
                    <a:pt x="232257" y="172506"/>
                  </a:cubicBezTo>
                  <a:cubicBezTo>
                    <a:pt x="231340" y="173755"/>
                    <a:pt x="231173" y="175172"/>
                    <a:pt x="231507" y="176505"/>
                  </a:cubicBezTo>
                  <a:cubicBezTo>
                    <a:pt x="215925" y="184254"/>
                    <a:pt x="200593" y="192254"/>
                    <a:pt x="185511" y="201003"/>
                  </a:cubicBezTo>
                  <a:cubicBezTo>
                    <a:pt x="191010" y="190254"/>
                    <a:pt x="191177" y="177588"/>
                    <a:pt x="182178" y="169589"/>
                  </a:cubicBezTo>
                  <a:lnTo>
                    <a:pt x="182178" y="169589"/>
                  </a:lnTo>
                  <a:close/>
                  <a:moveTo>
                    <a:pt x="212175" y="138425"/>
                  </a:moveTo>
                  <a:cubicBezTo>
                    <a:pt x="209925" y="140508"/>
                    <a:pt x="207592" y="145675"/>
                    <a:pt x="205176" y="147174"/>
                  </a:cubicBezTo>
                  <a:cubicBezTo>
                    <a:pt x="204509" y="147591"/>
                    <a:pt x="204176" y="147924"/>
                    <a:pt x="204092" y="148174"/>
                  </a:cubicBezTo>
                  <a:cubicBezTo>
                    <a:pt x="203926" y="148091"/>
                    <a:pt x="203676" y="148091"/>
                    <a:pt x="203343" y="148008"/>
                  </a:cubicBezTo>
                  <a:cubicBezTo>
                    <a:pt x="201926" y="147674"/>
                    <a:pt x="201093" y="147258"/>
                    <a:pt x="200509" y="146758"/>
                  </a:cubicBezTo>
                  <a:cubicBezTo>
                    <a:pt x="205509" y="139009"/>
                    <a:pt x="207426" y="127676"/>
                    <a:pt x="202759" y="119844"/>
                  </a:cubicBezTo>
                  <a:cubicBezTo>
                    <a:pt x="203759" y="116927"/>
                    <a:pt x="205259" y="114094"/>
                    <a:pt x="207342" y="112261"/>
                  </a:cubicBezTo>
                  <a:cubicBezTo>
                    <a:pt x="211009" y="110261"/>
                    <a:pt x="214592" y="108261"/>
                    <a:pt x="218258" y="106261"/>
                  </a:cubicBezTo>
                  <a:cubicBezTo>
                    <a:pt x="220258" y="107345"/>
                    <a:pt x="222341" y="108261"/>
                    <a:pt x="224424" y="109095"/>
                  </a:cubicBezTo>
                  <a:cubicBezTo>
                    <a:pt x="228257" y="109844"/>
                    <a:pt x="229424" y="108844"/>
                    <a:pt x="232507" y="106845"/>
                  </a:cubicBezTo>
                  <a:cubicBezTo>
                    <a:pt x="236257" y="104428"/>
                    <a:pt x="240339" y="100512"/>
                    <a:pt x="244672" y="100179"/>
                  </a:cubicBezTo>
                  <a:cubicBezTo>
                    <a:pt x="245422" y="100429"/>
                    <a:pt x="246172" y="100512"/>
                    <a:pt x="246922" y="100345"/>
                  </a:cubicBezTo>
                  <a:cubicBezTo>
                    <a:pt x="248922" y="100762"/>
                    <a:pt x="250921" y="102012"/>
                    <a:pt x="253005" y="104512"/>
                  </a:cubicBezTo>
                  <a:cubicBezTo>
                    <a:pt x="255505" y="107511"/>
                    <a:pt x="256421" y="116344"/>
                    <a:pt x="256005" y="118844"/>
                  </a:cubicBezTo>
                  <a:cubicBezTo>
                    <a:pt x="254838" y="126176"/>
                    <a:pt x="248672" y="130759"/>
                    <a:pt x="246255" y="137509"/>
                  </a:cubicBezTo>
                  <a:cubicBezTo>
                    <a:pt x="246172" y="137342"/>
                    <a:pt x="246006" y="137175"/>
                    <a:pt x="245922" y="137009"/>
                  </a:cubicBezTo>
                  <a:cubicBezTo>
                    <a:pt x="236673" y="125176"/>
                    <a:pt x="222091" y="129093"/>
                    <a:pt x="212175" y="138425"/>
                  </a:cubicBezTo>
                  <a:lnTo>
                    <a:pt x="212175" y="138425"/>
                  </a:lnTo>
                  <a:close/>
                  <a:moveTo>
                    <a:pt x="249672" y="142758"/>
                  </a:moveTo>
                  <a:cubicBezTo>
                    <a:pt x="250422" y="142591"/>
                    <a:pt x="251172" y="142258"/>
                    <a:pt x="251672" y="141758"/>
                  </a:cubicBezTo>
                  <a:cubicBezTo>
                    <a:pt x="253588" y="139758"/>
                    <a:pt x="255338" y="137675"/>
                    <a:pt x="257005" y="135592"/>
                  </a:cubicBezTo>
                  <a:cubicBezTo>
                    <a:pt x="259171" y="134009"/>
                    <a:pt x="261337" y="132592"/>
                    <a:pt x="263671" y="131509"/>
                  </a:cubicBezTo>
                  <a:cubicBezTo>
                    <a:pt x="269337" y="128926"/>
                    <a:pt x="274419" y="129343"/>
                    <a:pt x="277253" y="135675"/>
                  </a:cubicBezTo>
                  <a:cubicBezTo>
                    <a:pt x="277919" y="137175"/>
                    <a:pt x="277002" y="139425"/>
                    <a:pt x="277586" y="141175"/>
                  </a:cubicBezTo>
                  <a:cubicBezTo>
                    <a:pt x="278502" y="143675"/>
                    <a:pt x="279586" y="144425"/>
                    <a:pt x="282086" y="145008"/>
                  </a:cubicBezTo>
                  <a:cubicBezTo>
                    <a:pt x="284335" y="145508"/>
                    <a:pt x="286169" y="143841"/>
                    <a:pt x="287835" y="146008"/>
                  </a:cubicBezTo>
                  <a:cubicBezTo>
                    <a:pt x="288501" y="146758"/>
                    <a:pt x="288585" y="147674"/>
                    <a:pt x="288501" y="148674"/>
                  </a:cubicBezTo>
                  <a:cubicBezTo>
                    <a:pt x="279419" y="153174"/>
                    <a:pt x="270253" y="157673"/>
                    <a:pt x="261171" y="162090"/>
                  </a:cubicBezTo>
                  <a:cubicBezTo>
                    <a:pt x="256921" y="164173"/>
                    <a:pt x="252755" y="166173"/>
                    <a:pt x="248589" y="168256"/>
                  </a:cubicBezTo>
                  <a:cubicBezTo>
                    <a:pt x="252505" y="160173"/>
                    <a:pt x="253588" y="151091"/>
                    <a:pt x="249672" y="142758"/>
                  </a:cubicBezTo>
                  <a:lnTo>
                    <a:pt x="249672" y="142758"/>
                  </a:lnTo>
                  <a:close/>
                  <a:moveTo>
                    <a:pt x="284502" y="137259"/>
                  </a:moveTo>
                  <a:cubicBezTo>
                    <a:pt x="283919" y="134092"/>
                    <a:pt x="284835" y="130426"/>
                    <a:pt x="282502" y="127510"/>
                  </a:cubicBezTo>
                  <a:cubicBezTo>
                    <a:pt x="280169" y="124593"/>
                    <a:pt x="276253" y="123677"/>
                    <a:pt x="272753" y="123677"/>
                  </a:cubicBezTo>
                  <a:cubicBezTo>
                    <a:pt x="269087" y="123593"/>
                    <a:pt x="265837" y="124676"/>
                    <a:pt x="262837" y="126260"/>
                  </a:cubicBezTo>
                  <a:cubicBezTo>
                    <a:pt x="265254" y="120760"/>
                    <a:pt x="265921" y="114844"/>
                    <a:pt x="263920" y="107928"/>
                  </a:cubicBezTo>
                  <a:cubicBezTo>
                    <a:pt x="270253" y="101595"/>
                    <a:pt x="283169" y="92596"/>
                    <a:pt x="290085" y="100012"/>
                  </a:cubicBezTo>
                  <a:cubicBezTo>
                    <a:pt x="295251" y="105595"/>
                    <a:pt x="289335" y="111011"/>
                    <a:pt x="288418" y="117177"/>
                  </a:cubicBezTo>
                  <a:cubicBezTo>
                    <a:pt x="288085" y="119260"/>
                    <a:pt x="289418" y="121093"/>
                    <a:pt x="291251" y="121927"/>
                  </a:cubicBezTo>
                  <a:cubicBezTo>
                    <a:pt x="294501" y="123510"/>
                    <a:pt x="296917" y="121677"/>
                    <a:pt x="300167" y="121010"/>
                  </a:cubicBezTo>
                  <a:cubicBezTo>
                    <a:pt x="306584" y="119677"/>
                    <a:pt x="307750" y="118594"/>
                    <a:pt x="310583" y="125426"/>
                  </a:cubicBezTo>
                  <a:cubicBezTo>
                    <a:pt x="313250" y="131842"/>
                    <a:pt x="311666" y="135675"/>
                    <a:pt x="306084" y="139758"/>
                  </a:cubicBezTo>
                  <a:cubicBezTo>
                    <a:pt x="306000" y="139842"/>
                    <a:pt x="305917" y="139925"/>
                    <a:pt x="305833" y="140008"/>
                  </a:cubicBezTo>
                  <a:cubicBezTo>
                    <a:pt x="303417" y="141258"/>
                    <a:pt x="301000" y="142425"/>
                    <a:pt x="298584" y="143675"/>
                  </a:cubicBezTo>
                  <a:cubicBezTo>
                    <a:pt x="298501" y="142841"/>
                    <a:pt x="298251" y="142008"/>
                    <a:pt x="297917" y="141175"/>
                  </a:cubicBezTo>
                  <a:cubicBezTo>
                    <a:pt x="295001" y="134509"/>
                    <a:pt x="289835" y="136842"/>
                    <a:pt x="284502" y="137259"/>
                  </a:cubicBezTo>
                  <a:lnTo>
                    <a:pt x="284502" y="137259"/>
                  </a:lnTo>
                  <a:close/>
                  <a:moveTo>
                    <a:pt x="294585" y="68931"/>
                  </a:moveTo>
                  <a:cubicBezTo>
                    <a:pt x="298501" y="75931"/>
                    <a:pt x="294168" y="82014"/>
                    <a:pt x="292002" y="88846"/>
                  </a:cubicBezTo>
                  <a:cubicBezTo>
                    <a:pt x="280252" y="85013"/>
                    <a:pt x="268587" y="92513"/>
                    <a:pt x="261587" y="101845"/>
                  </a:cubicBezTo>
                  <a:cubicBezTo>
                    <a:pt x="259088" y="97346"/>
                    <a:pt x="255588" y="94346"/>
                    <a:pt x="251421" y="93179"/>
                  </a:cubicBezTo>
                  <a:cubicBezTo>
                    <a:pt x="252922" y="87763"/>
                    <a:pt x="252255" y="82347"/>
                    <a:pt x="250172" y="77681"/>
                  </a:cubicBezTo>
                  <a:cubicBezTo>
                    <a:pt x="251922" y="68931"/>
                    <a:pt x="257671" y="61849"/>
                    <a:pt x="267087" y="66765"/>
                  </a:cubicBezTo>
                  <a:cubicBezTo>
                    <a:pt x="269837" y="68265"/>
                    <a:pt x="269753" y="69265"/>
                    <a:pt x="273170" y="68432"/>
                  </a:cubicBezTo>
                  <a:cubicBezTo>
                    <a:pt x="277669" y="67348"/>
                    <a:pt x="281836" y="63932"/>
                    <a:pt x="285835" y="63265"/>
                  </a:cubicBezTo>
                  <a:cubicBezTo>
                    <a:pt x="286752" y="63682"/>
                    <a:pt x="287835" y="63765"/>
                    <a:pt x="288835" y="63432"/>
                  </a:cubicBezTo>
                  <a:cubicBezTo>
                    <a:pt x="290585" y="63932"/>
                    <a:pt x="292668" y="65515"/>
                    <a:pt x="294585" y="68931"/>
                  </a:cubicBezTo>
                  <a:lnTo>
                    <a:pt x="294585" y="68931"/>
                  </a:lnTo>
                  <a:close/>
                  <a:moveTo>
                    <a:pt x="257838" y="39267"/>
                  </a:moveTo>
                  <a:cubicBezTo>
                    <a:pt x="259421" y="40184"/>
                    <a:pt x="261087" y="40351"/>
                    <a:pt x="262587" y="39184"/>
                  </a:cubicBezTo>
                  <a:cubicBezTo>
                    <a:pt x="268920" y="34518"/>
                    <a:pt x="277420" y="25519"/>
                    <a:pt x="284835" y="34685"/>
                  </a:cubicBezTo>
                  <a:cubicBezTo>
                    <a:pt x="290418" y="41601"/>
                    <a:pt x="286169" y="48267"/>
                    <a:pt x="283669" y="54933"/>
                  </a:cubicBezTo>
                  <a:cubicBezTo>
                    <a:pt x="282586" y="55099"/>
                    <a:pt x="281502" y="55349"/>
                    <a:pt x="280336" y="55683"/>
                  </a:cubicBezTo>
                  <a:cubicBezTo>
                    <a:pt x="277002" y="56766"/>
                    <a:pt x="273253" y="60599"/>
                    <a:pt x="270253" y="59932"/>
                  </a:cubicBezTo>
                  <a:cubicBezTo>
                    <a:pt x="266087" y="59016"/>
                    <a:pt x="265921" y="55516"/>
                    <a:pt x="260337" y="56183"/>
                  </a:cubicBezTo>
                  <a:cubicBezTo>
                    <a:pt x="253088" y="57182"/>
                    <a:pt x="248255" y="64265"/>
                    <a:pt x="246006" y="71431"/>
                  </a:cubicBezTo>
                  <a:cubicBezTo>
                    <a:pt x="240506" y="65265"/>
                    <a:pt x="232090" y="62099"/>
                    <a:pt x="223507" y="65182"/>
                  </a:cubicBezTo>
                  <a:cubicBezTo>
                    <a:pt x="225174" y="59432"/>
                    <a:pt x="226257" y="53850"/>
                    <a:pt x="225674" y="48767"/>
                  </a:cubicBezTo>
                  <a:cubicBezTo>
                    <a:pt x="227257" y="41934"/>
                    <a:pt x="234173" y="32685"/>
                    <a:pt x="240839" y="30768"/>
                  </a:cubicBezTo>
                  <a:cubicBezTo>
                    <a:pt x="251588" y="27852"/>
                    <a:pt x="252172" y="36101"/>
                    <a:pt x="257838" y="39267"/>
                  </a:cubicBezTo>
                  <a:lnTo>
                    <a:pt x="257838" y="39267"/>
                  </a:lnTo>
                  <a:close/>
                  <a:moveTo>
                    <a:pt x="236839" y="18019"/>
                  </a:moveTo>
                  <a:cubicBezTo>
                    <a:pt x="237756" y="18436"/>
                    <a:pt x="239923" y="20602"/>
                    <a:pt x="242006" y="21936"/>
                  </a:cubicBezTo>
                  <a:cubicBezTo>
                    <a:pt x="241256" y="22102"/>
                    <a:pt x="240506" y="22352"/>
                    <a:pt x="239756" y="22602"/>
                  </a:cubicBezTo>
                  <a:cubicBezTo>
                    <a:pt x="232340" y="25352"/>
                    <a:pt x="225257" y="31935"/>
                    <a:pt x="222424" y="39601"/>
                  </a:cubicBezTo>
                  <a:cubicBezTo>
                    <a:pt x="221175" y="37768"/>
                    <a:pt x="219425" y="36018"/>
                    <a:pt x="217258" y="34435"/>
                  </a:cubicBezTo>
                  <a:cubicBezTo>
                    <a:pt x="217425" y="33435"/>
                    <a:pt x="217591" y="32435"/>
                    <a:pt x="217758" y="31435"/>
                  </a:cubicBezTo>
                  <a:cubicBezTo>
                    <a:pt x="220091" y="23769"/>
                    <a:pt x="228340" y="14270"/>
                    <a:pt x="236839" y="18019"/>
                  </a:cubicBezTo>
                  <a:lnTo>
                    <a:pt x="236839" y="18019"/>
                  </a:lnTo>
                  <a:close/>
                  <a:moveTo>
                    <a:pt x="231423" y="72431"/>
                  </a:moveTo>
                  <a:cubicBezTo>
                    <a:pt x="233507" y="73431"/>
                    <a:pt x="235673" y="74431"/>
                    <a:pt x="237756" y="75431"/>
                  </a:cubicBezTo>
                  <a:cubicBezTo>
                    <a:pt x="243922" y="80680"/>
                    <a:pt x="245506" y="86347"/>
                    <a:pt x="242339" y="92429"/>
                  </a:cubicBezTo>
                  <a:cubicBezTo>
                    <a:pt x="242339" y="92679"/>
                    <a:pt x="242339" y="92846"/>
                    <a:pt x="242256" y="93013"/>
                  </a:cubicBezTo>
                  <a:cubicBezTo>
                    <a:pt x="240423" y="93429"/>
                    <a:pt x="238589" y="93929"/>
                    <a:pt x="236673" y="94763"/>
                  </a:cubicBezTo>
                  <a:cubicBezTo>
                    <a:pt x="234507" y="95679"/>
                    <a:pt x="232756" y="97262"/>
                    <a:pt x="230840" y="98429"/>
                  </a:cubicBezTo>
                  <a:cubicBezTo>
                    <a:pt x="226424" y="101012"/>
                    <a:pt x="226424" y="100345"/>
                    <a:pt x="221675" y="99262"/>
                  </a:cubicBezTo>
                  <a:cubicBezTo>
                    <a:pt x="216258" y="98012"/>
                    <a:pt x="212842" y="97096"/>
                    <a:pt x="207675" y="100762"/>
                  </a:cubicBezTo>
                  <a:cubicBezTo>
                    <a:pt x="203426" y="103762"/>
                    <a:pt x="199593" y="108928"/>
                    <a:pt x="197677" y="114427"/>
                  </a:cubicBezTo>
                  <a:cubicBezTo>
                    <a:pt x="194843" y="112511"/>
                    <a:pt x="192177" y="111594"/>
                    <a:pt x="189594" y="111428"/>
                  </a:cubicBezTo>
                  <a:cubicBezTo>
                    <a:pt x="192093" y="106261"/>
                    <a:pt x="192177" y="101095"/>
                    <a:pt x="190594" y="96429"/>
                  </a:cubicBezTo>
                  <a:cubicBezTo>
                    <a:pt x="191511" y="95929"/>
                    <a:pt x="192093" y="95012"/>
                    <a:pt x="191844" y="93679"/>
                  </a:cubicBezTo>
                  <a:cubicBezTo>
                    <a:pt x="191010" y="87930"/>
                    <a:pt x="189010" y="80097"/>
                    <a:pt x="193843" y="75264"/>
                  </a:cubicBezTo>
                  <a:cubicBezTo>
                    <a:pt x="201260" y="67765"/>
                    <a:pt x="204259" y="75931"/>
                    <a:pt x="209842" y="79430"/>
                  </a:cubicBezTo>
                  <a:cubicBezTo>
                    <a:pt x="212092" y="80847"/>
                    <a:pt x="212342" y="81847"/>
                    <a:pt x="215175" y="81597"/>
                  </a:cubicBezTo>
                  <a:cubicBezTo>
                    <a:pt x="222591" y="81014"/>
                    <a:pt x="221008" y="71515"/>
                    <a:pt x="231423" y="72431"/>
                  </a:cubicBezTo>
                  <a:lnTo>
                    <a:pt x="231423" y="72431"/>
                  </a:lnTo>
                  <a:close/>
                  <a:moveTo>
                    <a:pt x="177511" y="32851"/>
                  </a:moveTo>
                  <a:cubicBezTo>
                    <a:pt x="174512" y="18603"/>
                    <a:pt x="193344" y="938"/>
                    <a:pt x="206509" y="10687"/>
                  </a:cubicBezTo>
                  <a:cubicBezTo>
                    <a:pt x="214258" y="16436"/>
                    <a:pt x="210176" y="22436"/>
                    <a:pt x="209592" y="30102"/>
                  </a:cubicBezTo>
                  <a:cubicBezTo>
                    <a:pt x="209592" y="30268"/>
                    <a:pt x="209592" y="30435"/>
                    <a:pt x="209592" y="30602"/>
                  </a:cubicBezTo>
                  <a:cubicBezTo>
                    <a:pt x="207175" y="30102"/>
                    <a:pt x="204676" y="30268"/>
                    <a:pt x="201760" y="31268"/>
                  </a:cubicBezTo>
                  <a:cubicBezTo>
                    <a:pt x="199426" y="32101"/>
                    <a:pt x="195843" y="34018"/>
                    <a:pt x="193843" y="35851"/>
                  </a:cubicBezTo>
                  <a:cubicBezTo>
                    <a:pt x="192510" y="37101"/>
                    <a:pt x="191260" y="39601"/>
                    <a:pt x="189844" y="41351"/>
                  </a:cubicBezTo>
                  <a:cubicBezTo>
                    <a:pt x="185927" y="37351"/>
                    <a:pt x="181928" y="34518"/>
                    <a:pt x="177511" y="33601"/>
                  </a:cubicBezTo>
                  <a:cubicBezTo>
                    <a:pt x="177511" y="33351"/>
                    <a:pt x="177595" y="33101"/>
                    <a:pt x="177511" y="32851"/>
                  </a:cubicBezTo>
                  <a:lnTo>
                    <a:pt x="177511" y="32851"/>
                  </a:lnTo>
                  <a:close/>
                  <a:moveTo>
                    <a:pt x="186011" y="49850"/>
                  </a:moveTo>
                  <a:cubicBezTo>
                    <a:pt x="187427" y="51433"/>
                    <a:pt x="189177" y="51683"/>
                    <a:pt x="191177" y="51100"/>
                  </a:cubicBezTo>
                  <a:cubicBezTo>
                    <a:pt x="194927" y="49933"/>
                    <a:pt x="195677" y="46267"/>
                    <a:pt x="198760" y="44767"/>
                  </a:cubicBezTo>
                  <a:cubicBezTo>
                    <a:pt x="202593" y="42850"/>
                    <a:pt x="212508" y="43100"/>
                    <a:pt x="215175" y="46767"/>
                  </a:cubicBezTo>
                  <a:cubicBezTo>
                    <a:pt x="218174" y="50933"/>
                    <a:pt x="215842" y="59766"/>
                    <a:pt x="215091" y="64432"/>
                  </a:cubicBezTo>
                  <a:cubicBezTo>
                    <a:pt x="214758" y="66348"/>
                    <a:pt x="215925" y="67848"/>
                    <a:pt x="217425" y="68598"/>
                  </a:cubicBezTo>
                  <a:cubicBezTo>
                    <a:pt x="217341" y="68681"/>
                    <a:pt x="217258" y="68681"/>
                    <a:pt x="217175" y="68765"/>
                  </a:cubicBezTo>
                  <a:cubicBezTo>
                    <a:pt x="215758" y="69848"/>
                    <a:pt x="215175" y="71931"/>
                    <a:pt x="213342" y="71931"/>
                  </a:cubicBezTo>
                  <a:cubicBezTo>
                    <a:pt x="213092" y="71931"/>
                    <a:pt x="208259" y="66682"/>
                    <a:pt x="207259" y="66182"/>
                  </a:cubicBezTo>
                  <a:cubicBezTo>
                    <a:pt x="203259" y="63932"/>
                    <a:pt x="199593" y="64015"/>
                    <a:pt x="195260" y="65598"/>
                  </a:cubicBezTo>
                  <a:cubicBezTo>
                    <a:pt x="184761" y="69431"/>
                    <a:pt x="183511" y="78097"/>
                    <a:pt x="184844" y="87097"/>
                  </a:cubicBezTo>
                  <a:cubicBezTo>
                    <a:pt x="178095" y="80181"/>
                    <a:pt x="167513" y="76514"/>
                    <a:pt x="158013" y="79680"/>
                  </a:cubicBezTo>
                  <a:cubicBezTo>
                    <a:pt x="158763" y="73514"/>
                    <a:pt x="157597" y="66932"/>
                    <a:pt x="154764" y="61182"/>
                  </a:cubicBezTo>
                  <a:cubicBezTo>
                    <a:pt x="159846" y="50016"/>
                    <a:pt x="170012" y="31851"/>
                    <a:pt x="186011" y="49850"/>
                  </a:cubicBezTo>
                  <a:lnTo>
                    <a:pt x="186011" y="49850"/>
                  </a:lnTo>
                  <a:close/>
                  <a:moveTo>
                    <a:pt x="141765" y="17186"/>
                  </a:moveTo>
                  <a:cubicBezTo>
                    <a:pt x="154930" y="10270"/>
                    <a:pt x="163596" y="24852"/>
                    <a:pt x="169929" y="33851"/>
                  </a:cubicBezTo>
                  <a:cubicBezTo>
                    <a:pt x="167513" y="34518"/>
                    <a:pt x="164846" y="35684"/>
                    <a:pt x="162013" y="37518"/>
                  </a:cubicBezTo>
                  <a:cubicBezTo>
                    <a:pt x="156847" y="40851"/>
                    <a:pt x="150681" y="47600"/>
                    <a:pt x="150014" y="54183"/>
                  </a:cubicBezTo>
                  <a:cubicBezTo>
                    <a:pt x="146264" y="49933"/>
                    <a:pt x="141348" y="46850"/>
                    <a:pt x="135349" y="45684"/>
                  </a:cubicBezTo>
                  <a:cubicBezTo>
                    <a:pt x="132765" y="45184"/>
                    <a:pt x="130433" y="45184"/>
                    <a:pt x="128349" y="45600"/>
                  </a:cubicBezTo>
                  <a:cubicBezTo>
                    <a:pt x="125266" y="35518"/>
                    <a:pt x="132682" y="21936"/>
                    <a:pt x="141765" y="17186"/>
                  </a:cubicBezTo>
                  <a:lnTo>
                    <a:pt x="141765" y="17186"/>
                  </a:lnTo>
                  <a:close/>
                  <a:moveTo>
                    <a:pt x="129266" y="60099"/>
                  </a:moveTo>
                  <a:cubicBezTo>
                    <a:pt x="139682" y="56349"/>
                    <a:pt x="139932" y="55516"/>
                    <a:pt x="145681" y="64099"/>
                  </a:cubicBezTo>
                  <a:cubicBezTo>
                    <a:pt x="149931" y="70431"/>
                    <a:pt x="150181" y="75431"/>
                    <a:pt x="149764" y="83180"/>
                  </a:cubicBezTo>
                  <a:cubicBezTo>
                    <a:pt x="149764" y="83597"/>
                    <a:pt x="149848" y="83930"/>
                    <a:pt x="149931" y="84347"/>
                  </a:cubicBezTo>
                  <a:cubicBezTo>
                    <a:pt x="149848" y="84430"/>
                    <a:pt x="149764" y="84513"/>
                    <a:pt x="149681" y="84597"/>
                  </a:cubicBezTo>
                  <a:cubicBezTo>
                    <a:pt x="150930" y="83513"/>
                    <a:pt x="142098" y="92763"/>
                    <a:pt x="144264" y="92263"/>
                  </a:cubicBezTo>
                  <a:cubicBezTo>
                    <a:pt x="140682" y="93179"/>
                    <a:pt x="138515" y="87347"/>
                    <a:pt x="134849" y="85013"/>
                  </a:cubicBezTo>
                  <a:cubicBezTo>
                    <a:pt x="129849" y="81930"/>
                    <a:pt x="126266" y="80930"/>
                    <a:pt x="120600" y="83014"/>
                  </a:cubicBezTo>
                  <a:cubicBezTo>
                    <a:pt x="108518" y="87596"/>
                    <a:pt x="104018" y="98929"/>
                    <a:pt x="103018" y="110594"/>
                  </a:cubicBezTo>
                  <a:cubicBezTo>
                    <a:pt x="98269" y="108595"/>
                    <a:pt x="92686" y="108178"/>
                    <a:pt x="86103" y="109595"/>
                  </a:cubicBezTo>
                  <a:cubicBezTo>
                    <a:pt x="84187" y="106095"/>
                    <a:pt x="82187" y="102595"/>
                    <a:pt x="79854" y="99345"/>
                  </a:cubicBezTo>
                  <a:cubicBezTo>
                    <a:pt x="76271" y="84013"/>
                    <a:pt x="81520" y="61932"/>
                    <a:pt x="102435" y="72348"/>
                  </a:cubicBezTo>
                  <a:cubicBezTo>
                    <a:pt x="105935" y="74098"/>
                    <a:pt x="107768" y="77264"/>
                    <a:pt x="111851" y="77847"/>
                  </a:cubicBezTo>
                  <a:cubicBezTo>
                    <a:pt x="113351" y="78097"/>
                    <a:pt x="114517" y="77097"/>
                    <a:pt x="115100" y="75931"/>
                  </a:cubicBezTo>
                  <a:cubicBezTo>
                    <a:pt x="115934" y="74264"/>
                    <a:pt x="116600" y="72598"/>
                    <a:pt x="117267" y="70848"/>
                  </a:cubicBezTo>
                  <a:cubicBezTo>
                    <a:pt x="120350" y="62682"/>
                    <a:pt x="117934" y="64182"/>
                    <a:pt x="129266" y="60099"/>
                  </a:cubicBezTo>
                  <a:lnTo>
                    <a:pt x="129266" y="60099"/>
                  </a:lnTo>
                  <a:close/>
                  <a:moveTo>
                    <a:pt x="90436" y="42351"/>
                  </a:moveTo>
                  <a:cubicBezTo>
                    <a:pt x="95519" y="41101"/>
                    <a:pt x="101102" y="42017"/>
                    <a:pt x="106185" y="42850"/>
                  </a:cubicBezTo>
                  <a:cubicBezTo>
                    <a:pt x="112184" y="43767"/>
                    <a:pt x="115767" y="45850"/>
                    <a:pt x="120183" y="49433"/>
                  </a:cubicBezTo>
                  <a:cubicBezTo>
                    <a:pt x="114601" y="54433"/>
                    <a:pt x="111851" y="63182"/>
                    <a:pt x="109934" y="70931"/>
                  </a:cubicBezTo>
                  <a:cubicBezTo>
                    <a:pt x="105351" y="68681"/>
                    <a:pt x="101602" y="63182"/>
                    <a:pt x="96186" y="62265"/>
                  </a:cubicBezTo>
                  <a:cubicBezTo>
                    <a:pt x="90436" y="61266"/>
                    <a:pt x="85436" y="63599"/>
                    <a:pt x="81270" y="67515"/>
                  </a:cubicBezTo>
                  <a:cubicBezTo>
                    <a:pt x="79270" y="69431"/>
                    <a:pt x="77604" y="71348"/>
                    <a:pt x="76354" y="73348"/>
                  </a:cubicBezTo>
                  <a:cubicBezTo>
                    <a:pt x="75854" y="73014"/>
                    <a:pt x="75437" y="72681"/>
                    <a:pt x="74937" y="72348"/>
                  </a:cubicBezTo>
                  <a:cubicBezTo>
                    <a:pt x="72604" y="61099"/>
                    <a:pt x="80021" y="44850"/>
                    <a:pt x="90436" y="42351"/>
                  </a:cubicBezTo>
                  <a:lnTo>
                    <a:pt x="90436" y="42351"/>
                  </a:lnTo>
                  <a:close/>
                  <a:moveTo>
                    <a:pt x="29942" y="94679"/>
                  </a:moveTo>
                  <a:cubicBezTo>
                    <a:pt x="32108" y="87347"/>
                    <a:pt x="34941" y="81930"/>
                    <a:pt x="41524" y="77764"/>
                  </a:cubicBezTo>
                  <a:cubicBezTo>
                    <a:pt x="46690" y="74514"/>
                    <a:pt x="54440" y="70931"/>
                    <a:pt x="60522" y="71848"/>
                  </a:cubicBezTo>
                  <a:cubicBezTo>
                    <a:pt x="65188" y="72515"/>
                    <a:pt x="69438" y="76847"/>
                    <a:pt x="73688" y="79181"/>
                  </a:cubicBezTo>
                  <a:cubicBezTo>
                    <a:pt x="72354" y="83513"/>
                    <a:pt x="72271" y="87930"/>
                    <a:pt x="73188" y="92513"/>
                  </a:cubicBezTo>
                  <a:cubicBezTo>
                    <a:pt x="69771" y="90180"/>
                    <a:pt x="65521" y="88846"/>
                    <a:pt x="60189" y="89346"/>
                  </a:cubicBezTo>
                  <a:cubicBezTo>
                    <a:pt x="53940" y="89930"/>
                    <a:pt x="48107" y="93513"/>
                    <a:pt x="44524" y="98595"/>
                  </a:cubicBezTo>
                  <a:cubicBezTo>
                    <a:pt x="42024" y="102179"/>
                    <a:pt x="42024" y="108345"/>
                    <a:pt x="40607" y="112428"/>
                  </a:cubicBezTo>
                  <a:cubicBezTo>
                    <a:pt x="36857" y="111511"/>
                    <a:pt x="33108" y="111178"/>
                    <a:pt x="29525" y="111344"/>
                  </a:cubicBezTo>
                  <a:cubicBezTo>
                    <a:pt x="27108" y="106595"/>
                    <a:pt x="28692" y="98679"/>
                    <a:pt x="29942" y="94679"/>
                  </a:cubicBezTo>
                  <a:lnTo>
                    <a:pt x="29942" y="94679"/>
                  </a:lnTo>
                  <a:close/>
                  <a:moveTo>
                    <a:pt x="15026" y="131509"/>
                  </a:moveTo>
                  <a:cubicBezTo>
                    <a:pt x="20693" y="120343"/>
                    <a:pt x="31691" y="120427"/>
                    <a:pt x="42357" y="122260"/>
                  </a:cubicBezTo>
                  <a:cubicBezTo>
                    <a:pt x="43940" y="122510"/>
                    <a:pt x="45607" y="121677"/>
                    <a:pt x="46523" y="120427"/>
                  </a:cubicBezTo>
                  <a:cubicBezTo>
                    <a:pt x="50773" y="114761"/>
                    <a:pt x="46940" y="104512"/>
                    <a:pt x="54189" y="100679"/>
                  </a:cubicBezTo>
                  <a:cubicBezTo>
                    <a:pt x="59772" y="100929"/>
                    <a:pt x="65355" y="101179"/>
                    <a:pt x="70938" y="101428"/>
                  </a:cubicBezTo>
                  <a:cubicBezTo>
                    <a:pt x="74771" y="104095"/>
                    <a:pt x="77354" y="107678"/>
                    <a:pt x="78854" y="112094"/>
                  </a:cubicBezTo>
                  <a:cubicBezTo>
                    <a:pt x="71521" y="115844"/>
                    <a:pt x="66522" y="122427"/>
                    <a:pt x="65272" y="130509"/>
                  </a:cubicBezTo>
                  <a:cubicBezTo>
                    <a:pt x="60689" y="129093"/>
                    <a:pt x="56439" y="127260"/>
                    <a:pt x="51023" y="129009"/>
                  </a:cubicBezTo>
                  <a:cubicBezTo>
                    <a:pt x="45024" y="130926"/>
                    <a:pt x="40857" y="136259"/>
                    <a:pt x="38358" y="141758"/>
                  </a:cubicBezTo>
                  <a:cubicBezTo>
                    <a:pt x="34358" y="150341"/>
                    <a:pt x="34691" y="158340"/>
                    <a:pt x="38441" y="165173"/>
                  </a:cubicBezTo>
                  <a:cubicBezTo>
                    <a:pt x="33441" y="163173"/>
                    <a:pt x="28442" y="161173"/>
                    <a:pt x="23276" y="159423"/>
                  </a:cubicBezTo>
                  <a:cubicBezTo>
                    <a:pt x="21109" y="158673"/>
                    <a:pt x="18859" y="157673"/>
                    <a:pt x="16609" y="156840"/>
                  </a:cubicBezTo>
                  <a:cubicBezTo>
                    <a:pt x="12026" y="149591"/>
                    <a:pt x="11360" y="138842"/>
                    <a:pt x="15026" y="131509"/>
                  </a:cubicBezTo>
                  <a:lnTo>
                    <a:pt x="15026" y="131509"/>
                  </a:lnTo>
                  <a:close/>
                  <a:moveTo>
                    <a:pt x="127599" y="503142"/>
                  </a:moveTo>
                  <a:cubicBezTo>
                    <a:pt x="120017" y="499893"/>
                    <a:pt x="114851" y="498226"/>
                    <a:pt x="111018" y="490477"/>
                  </a:cubicBezTo>
                  <a:cubicBezTo>
                    <a:pt x="106851" y="482061"/>
                    <a:pt x="104768" y="471395"/>
                    <a:pt x="102102" y="462396"/>
                  </a:cubicBezTo>
                  <a:cubicBezTo>
                    <a:pt x="93603" y="432982"/>
                    <a:pt x="84103" y="404068"/>
                    <a:pt x="74354" y="375071"/>
                  </a:cubicBezTo>
                  <a:cubicBezTo>
                    <a:pt x="62438" y="339324"/>
                    <a:pt x="53023" y="303077"/>
                    <a:pt x="43107" y="266747"/>
                  </a:cubicBezTo>
                  <a:cubicBezTo>
                    <a:pt x="38691" y="250582"/>
                    <a:pt x="34274" y="234333"/>
                    <a:pt x="29608" y="218251"/>
                  </a:cubicBezTo>
                  <a:cubicBezTo>
                    <a:pt x="26525" y="207669"/>
                    <a:pt x="22859" y="197253"/>
                    <a:pt x="19526" y="186754"/>
                  </a:cubicBezTo>
                  <a:cubicBezTo>
                    <a:pt x="17609" y="180838"/>
                    <a:pt x="14026" y="173839"/>
                    <a:pt x="12943" y="167173"/>
                  </a:cubicBezTo>
                  <a:cubicBezTo>
                    <a:pt x="15943" y="167923"/>
                    <a:pt x="19942" y="169506"/>
                    <a:pt x="23859" y="171172"/>
                  </a:cubicBezTo>
                  <a:cubicBezTo>
                    <a:pt x="30691" y="175922"/>
                    <a:pt x="37691" y="180338"/>
                    <a:pt x="44773" y="184504"/>
                  </a:cubicBezTo>
                  <a:cubicBezTo>
                    <a:pt x="48607" y="194754"/>
                    <a:pt x="50273" y="208252"/>
                    <a:pt x="52523" y="216585"/>
                  </a:cubicBezTo>
                  <a:cubicBezTo>
                    <a:pt x="57023" y="233417"/>
                    <a:pt x="61272" y="250332"/>
                    <a:pt x="66021" y="267080"/>
                  </a:cubicBezTo>
                  <a:cubicBezTo>
                    <a:pt x="74104" y="295578"/>
                    <a:pt x="83020" y="323909"/>
                    <a:pt x="92186" y="351989"/>
                  </a:cubicBezTo>
                  <a:cubicBezTo>
                    <a:pt x="102185" y="382737"/>
                    <a:pt x="111018" y="413817"/>
                    <a:pt x="120684" y="444648"/>
                  </a:cubicBezTo>
                  <a:cubicBezTo>
                    <a:pt x="125933" y="461313"/>
                    <a:pt x="131682" y="477645"/>
                    <a:pt x="136515" y="494476"/>
                  </a:cubicBezTo>
                  <a:cubicBezTo>
                    <a:pt x="137682" y="498476"/>
                    <a:pt x="138682" y="503309"/>
                    <a:pt x="139848" y="508142"/>
                  </a:cubicBezTo>
                  <a:cubicBezTo>
                    <a:pt x="135849" y="506559"/>
                    <a:pt x="131682" y="504892"/>
                    <a:pt x="127599" y="503142"/>
                  </a:cubicBezTo>
                  <a:lnTo>
                    <a:pt x="127599" y="503142"/>
                  </a:lnTo>
                  <a:close/>
                  <a:moveTo>
                    <a:pt x="167846" y="518808"/>
                  </a:moveTo>
                  <a:cubicBezTo>
                    <a:pt x="161263" y="516141"/>
                    <a:pt x="154597" y="513641"/>
                    <a:pt x="148014" y="511142"/>
                  </a:cubicBezTo>
                  <a:cubicBezTo>
                    <a:pt x="140182" y="486394"/>
                    <a:pt x="133932" y="460979"/>
                    <a:pt x="125600" y="436398"/>
                  </a:cubicBezTo>
                  <a:cubicBezTo>
                    <a:pt x="114684" y="404235"/>
                    <a:pt x="104101" y="371821"/>
                    <a:pt x="94103" y="339324"/>
                  </a:cubicBezTo>
                  <a:cubicBezTo>
                    <a:pt x="84437" y="307743"/>
                    <a:pt x="75188" y="275996"/>
                    <a:pt x="67105" y="243916"/>
                  </a:cubicBezTo>
                  <a:cubicBezTo>
                    <a:pt x="62855" y="227251"/>
                    <a:pt x="58189" y="210585"/>
                    <a:pt x="53356" y="194003"/>
                  </a:cubicBezTo>
                  <a:cubicBezTo>
                    <a:pt x="52856" y="192254"/>
                    <a:pt x="52273" y="190254"/>
                    <a:pt x="51690" y="188337"/>
                  </a:cubicBezTo>
                  <a:cubicBezTo>
                    <a:pt x="66272" y="196337"/>
                    <a:pt x="81520" y="203253"/>
                    <a:pt x="97519" y="209252"/>
                  </a:cubicBezTo>
                  <a:cubicBezTo>
                    <a:pt x="98186" y="209502"/>
                    <a:pt x="98852" y="209752"/>
                    <a:pt x="99519" y="210002"/>
                  </a:cubicBezTo>
                  <a:cubicBezTo>
                    <a:pt x="104518" y="235083"/>
                    <a:pt x="108434" y="260331"/>
                    <a:pt x="114601" y="285079"/>
                  </a:cubicBezTo>
                  <a:cubicBezTo>
                    <a:pt x="122100" y="315409"/>
                    <a:pt x="131266" y="345323"/>
                    <a:pt x="138015" y="375820"/>
                  </a:cubicBezTo>
                  <a:cubicBezTo>
                    <a:pt x="144431" y="404485"/>
                    <a:pt x="152764" y="432732"/>
                    <a:pt x="159097" y="461396"/>
                  </a:cubicBezTo>
                  <a:cubicBezTo>
                    <a:pt x="163513" y="481478"/>
                    <a:pt x="168346" y="501392"/>
                    <a:pt x="174179" y="520974"/>
                  </a:cubicBezTo>
                  <a:cubicBezTo>
                    <a:pt x="172096" y="520391"/>
                    <a:pt x="169929" y="519641"/>
                    <a:pt x="167846" y="518808"/>
                  </a:cubicBezTo>
                  <a:lnTo>
                    <a:pt x="167846" y="518808"/>
                  </a:lnTo>
                  <a:close/>
                  <a:moveTo>
                    <a:pt x="212092" y="534473"/>
                  </a:moveTo>
                  <a:cubicBezTo>
                    <a:pt x="202426" y="531057"/>
                    <a:pt x="192760" y="527973"/>
                    <a:pt x="183178" y="524557"/>
                  </a:cubicBezTo>
                  <a:cubicBezTo>
                    <a:pt x="177429" y="502642"/>
                    <a:pt x="172512" y="480394"/>
                    <a:pt x="167846" y="458313"/>
                  </a:cubicBezTo>
                  <a:cubicBezTo>
                    <a:pt x="161513" y="428316"/>
                    <a:pt x="152847" y="398985"/>
                    <a:pt x="145431" y="369321"/>
                  </a:cubicBezTo>
                  <a:cubicBezTo>
                    <a:pt x="138098" y="339824"/>
                    <a:pt x="128933" y="310826"/>
                    <a:pt x="121517" y="281412"/>
                  </a:cubicBezTo>
                  <a:cubicBezTo>
                    <a:pt x="115851" y="258914"/>
                    <a:pt x="114267" y="233833"/>
                    <a:pt x="105601" y="212252"/>
                  </a:cubicBezTo>
                  <a:cubicBezTo>
                    <a:pt x="117434" y="216168"/>
                    <a:pt x="129516" y="219251"/>
                    <a:pt x="141181" y="223834"/>
                  </a:cubicBezTo>
                  <a:cubicBezTo>
                    <a:pt x="146848" y="226001"/>
                    <a:pt x="152097" y="227917"/>
                    <a:pt x="157430" y="228667"/>
                  </a:cubicBezTo>
                  <a:cubicBezTo>
                    <a:pt x="159097" y="283662"/>
                    <a:pt x="174012" y="338741"/>
                    <a:pt x="182595" y="392902"/>
                  </a:cubicBezTo>
                  <a:cubicBezTo>
                    <a:pt x="186761" y="419567"/>
                    <a:pt x="193427" y="445481"/>
                    <a:pt x="201093" y="471312"/>
                  </a:cubicBezTo>
                  <a:cubicBezTo>
                    <a:pt x="205842" y="487394"/>
                    <a:pt x="210342" y="503309"/>
                    <a:pt x="213925" y="519724"/>
                  </a:cubicBezTo>
                  <a:cubicBezTo>
                    <a:pt x="215091" y="525057"/>
                    <a:pt x="215925" y="531057"/>
                    <a:pt x="217508" y="536806"/>
                  </a:cubicBezTo>
                  <a:cubicBezTo>
                    <a:pt x="215758" y="535889"/>
                    <a:pt x="214008" y="535139"/>
                    <a:pt x="212092" y="534473"/>
                  </a:cubicBezTo>
                  <a:lnTo>
                    <a:pt x="212092" y="534473"/>
                  </a:lnTo>
                  <a:close/>
                  <a:moveTo>
                    <a:pt x="248505" y="498226"/>
                  </a:moveTo>
                  <a:cubicBezTo>
                    <a:pt x="250088" y="507475"/>
                    <a:pt x="249255" y="518974"/>
                    <a:pt x="252338" y="528140"/>
                  </a:cubicBezTo>
                  <a:cubicBezTo>
                    <a:pt x="251172" y="528640"/>
                    <a:pt x="249922" y="529223"/>
                    <a:pt x="248755" y="529723"/>
                  </a:cubicBezTo>
                  <a:cubicBezTo>
                    <a:pt x="243006" y="532390"/>
                    <a:pt x="236756" y="536223"/>
                    <a:pt x="230590" y="537972"/>
                  </a:cubicBezTo>
                  <a:cubicBezTo>
                    <a:pt x="230257" y="538056"/>
                    <a:pt x="230007" y="538056"/>
                    <a:pt x="229673" y="538139"/>
                  </a:cubicBezTo>
                  <a:cubicBezTo>
                    <a:pt x="225007" y="529723"/>
                    <a:pt x="224507" y="516308"/>
                    <a:pt x="222508" y="507309"/>
                  </a:cubicBezTo>
                  <a:cubicBezTo>
                    <a:pt x="219091" y="492060"/>
                    <a:pt x="214592" y="477061"/>
                    <a:pt x="210509" y="461979"/>
                  </a:cubicBezTo>
                  <a:cubicBezTo>
                    <a:pt x="203592" y="435898"/>
                    <a:pt x="198676" y="409484"/>
                    <a:pt x="193927" y="383070"/>
                  </a:cubicBezTo>
                  <a:cubicBezTo>
                    <a:pt x="184761" y="331908"/>
                    <a:pt x="177345" y="279162"/>
                    <a:pt x="163429" y="228917"/>
                  </a:cubicBezTo>
                  <a:cubicBezTo>
                    <a:pt x="166929" y="228750"/>
                    <a:pt x="170512" y="228000"/>
                    <a:pt x="174345" y="226417"/>
                  </a:cubicBezTo>
                  <a:cubicBezTo>
                    <a:pt x="183261" y="222668"/>
                    <a:pt x="191593" y="217251"/>
                    <a:pt x="199926" y="212085"/>
                  </a:cubicBezTo>
                  <a:cubicBezTo>
                    <a:pt x="201009" y="234916"/>
                    <a:pt x="207175" y="257498"/>
                    <a:pt x="211259" y="279746"/>
                  </a:cubicBezTo>
                  <a:cubicBezTo>
                    <a:pt x="216425" y="308077"/>
                    <a:pt x="221175" y="336324"/>
                    <a:pt x="226007" y="364655"/>
                  </a:cubicBezTo>
                  <a:cubicBezTo>
                    <a:pt x="228507" y="379653"/>
                    <a:pt x="232590" y="394319"/>
                    <a:pt x="235173" y="409318"/>
                  </a:cubicBezTo>
                  <a:cubicBezTo>
                    <a:pt x="237840" y="425066"/>
                    <a:pt x="239256" y="441065"/>
                    <a:pt x="242256" y="456730"/>
                  </a:cubicBezTo>
                  <a:cubicBezTo>
                    <a:pt x="244839" y="470395"/>
                    <a:pt x="246089" y="484394"/>
                    <a:pt x="248505" y="498226"/>
                  </a:cubicBezTo>
                  <a:lnTo>
                    <a:pt x="248505" y="498226"/>
                  </a:lnTo>
                  <a:close/>
                  <a:moveTo>
                    <a:pt x="293585" y="429982"/>
                  </a:moveTo>
                  <a:cubicBezTo>
                    <a:pt x="295418" y="444481"/>
                    <a:pt x="296501" y="458896"/>
                    <a:pt x="297501" y="473395"/>
                  </a:cubicBezTo>
                  <a:cubicBezTo>
                    <a:pt x="298251" y="484394"/>
                    <a:pt x="300834" y="495810"/>
                    <a:pt x="301167" y="506975"/>
                  </a:cubicBezTo>
                  <a:cubicBezTo>
                    <a:pt x="288252" y="512475"/>
                    <a:pt x="275336" y="517974"/>
                    <a:pt x="262504" y="523641"/>
                  </a:cubicBezTo>
                  <a:cubicBezTo>
                    <a:pt x="261837" y="515641"/>
                    <a:pt x="259754" y="507392"/>
                    <a:pt x="258004" y="499809"/>
                  </a:cubicBezTo>
                  <a:cubicBezTo>
                    <a:pt x="254838" y="485977"/>
                    <a:pt x="252505" y="471978"/>
                    <a:pt x="249505" y="458146"/>
                  </a:cubicBezTo>
                  <a:cubicBezTo>
                    <a:pt x="246172" y="442648"/>
                    <a:pt x="244506" y="426816"/>
                    <a:pt x="242339" y="411151"/>
                  </a:cubicBezTo>
                  <a:cubicBezTo>
                    <a:pt x="240089" y="395152"/>
                    <a:pt x="236006" y="379403"/>
                    <a:pt x="233673" y="363488"/>
                  </a:cubicBezTo>
                  <a:cubicBezTo>
                    <a:pt x="229507" y="335824"/>
                    <a:pt x="225257" y="308243"/>
                    <a:pt x="220591" y="280662"/>
                  </a:cubicBezTo>
                  <a:cubicBezTo>
                    <a:pt x="218425" y="267747"/>
                    <a:pt x="214925" y="255165"/>
                    <a:pt x="213008" y="242166"/>
                  </a:cubicBezTo>
                  <a:cubicBezTo>
                    <a:pt x="211259" y="230667"/>
                    <a:pt x="210009" y="218918"/>
                    <a:pt x="207009" y="207669"/>
                  </a:cubicBezTo>
                  <a:cubicBezTo>
                    <a:pt x="209259" y="206336"/>
                    <a:pt x="211592" y="204919"/>
                    <a:pt x="213925" y="203669"/>
                  </a:cubicBezTo>
                  <a:cubicBezTo>
                    <a:pt x="228090" y="196003"/>
                    <a:pt x="242839" y="189421"/>
                    <a:pt x="257338" y="182338"/>
                  </a:cubicBezTo>
                  <a:cubicBezTo>
                    <a:pt x="260837" y="180671"/>
                    <a:pt x="264254" y="178922"/>
                    <a:pt x="267670" y="177172"/>
                  </a:cubicBezTo>
                  <a:cubicBezTo>
                    <a:pt x="274919" y="233917"/>
                    <a:pt x="276669" y="291328"/>
                    <a:pt x="282752" y="348156"/>
                  </a:cubicBezTo>
                  <a:cubicBezTo>
                    <a:pt x="285669" y="375654"/>
                    <a:pt x="290085" y="402651"/>
                    <a:pt x="293585" y="429982"/>
                  </a:cubicBezTo>
                  <a:lnTo>
                    <a:pt x="293585" y="429982"/>
                  </a:lnTo>
                  <a:close/>
                  <a:moveTo>
                    <a:pt x="335581" y="181088"/>
                  </a:moveTo>
                  <a:cubicBezTo>
                    <a:pt x="334664" y="197503"/>
                    <a:pt x="333831" y="213835"/>
                    <a:pt x="333414" y="230250"/>
                  </a:cubicBezTo>
                  <a:cubicBezTo>
                    <a:pt x="332581" y="261581"/>
                    <a:pt x="334331" y="292828"/>
                    <a:pt x="335497" y="324159"/>
                  </a:cubicBezTo>
                  <a:cubicBezTo>
                    <a:pt x="336664" y="356072"/>
                    <a:pt x="338831" y="387319"/>
                    <a:pt x="342663" y="418983"/>
                  </a:cubicBezTo>
                  <a:cubicBezTo>
                    <a:pt x="344580" y="435065"/>
                    <a:pt x="346580" y="451147"/>
                    <a:pt x="348163" y="467229"/>
                  </a:cubicBezTo>
                  <a:cubicBezTo>
                    <a:pt x="348746" y="472812"/>
                    <a:pt x="349746" y="479644"/>
                    <a:pt x="349413" y="485227"/>
                  </a:cubicBezTo>
                  <a:cubicBezTo>
                    <a:pt x="349413" y="485727"/>
                    <a:pt x="349413" y="486061"/>
                    <a:pt x="349496" y="486310"/>
                  </a:cubicBezTo>
                  <a:cubicBezTo>
                    <a:pt x="349246" y="486477"/>
                    <a:pt x="348913" y="486644"/>
                    <a:pt x="348496" y="486977"/>
                  </a:cubicBezTo>
                  <a:cubicBezTo>
                    <a:pt x="345163" y="489310"/>
                    <a:pt x="340414" y="490477"/>
                    <a:pt x="336581" y="492060"/>
                  </a:cubicBezTo>
                  <a:cubicBezTo>
                    <a:pt x="327581" y="495893"/>
                    <a:pt x="318499" y="499726"/>
                    <a:pt x="309500" y="503559"/>
                  </a:cubicBezTo>
                  <a:cubicBezTo>
                    <a:pt x="309667" y="494976"/>
                    <a:pt x="308333" y="486144"/>
                    <a:pt x="307666" y="477811"/>
                  </a:cubicBezTo>
                  <a:cubicBezTo>
                    <a:pt x="306666" y="464396"/>
                    <a:pt x="306167" y="450897"/>
                    <a:pt x="305167" y="437482"/>
                  </a:cubicBezTo>
                  <a:cubicBezTo>
                    <a:pt x="303000" y="408484"/>
                    <a:pt x="297917" y="379653"/>
                    <a:pt x="294918" y="350823"/>
                  </a:cubicBezTo>
                  <a:cubicBezTo>
                    <a:pt x="288752" y="291995"/>
                    <a:pt x="284419" y="232333"/>
                    <a:pt x="274253" y="173922"/>
                  </a:cubicBezTo>
                  <a:cubicBezTo>
                    <a:pt x="295751" y="162673"/>
                    <a:pt x="316582" y="150424"/>
                    <a:pt x="337914" y="139009"/>
                  </a:cubicBezTo>
                  <a:cubicBezTo>
                    <a:pt x="339914" y="148758"/>
                    <a:pt x="335830" y="175672"/>
                    <a:pt x="335581" y="181088"/>
                  </a:cubicBezTo>
                  <a:lnTo>
                    <a:pt x="335581" y="181088"/>
                  </a:lnTo>
                  <a:close/>
                </a:path>
              </a:pathLst>
            </a:custGeom>
            <a:grpFill/>
            <a:ln w="8332" cap="flat">
              <a:noFill/>
              <a:prstDash val="solid"/>
              <a:miter/>
            </a:ln>
          </p:spPr>
          <p:txBody>
            <a:bodyPr rtlCol="0" anchor="ctr"/>
            <a:lstStyle/>
            <a:p>
              <a:endParaRPr lang="en-US"/>
            </a:p>
          </p:txBody>
        </p:sp>
        <p:sp>
          <p:nvSpPr>
            <p:cNvPr id="1674" name="Freeform: Shape 1673"/>
            <p:cNvSpPr/>
            <p:nvPr/>
          </p:nvSpPr>
          <p:spPr>
            <a:xfrm>
              <a:off x="1240828" y="706005"/>
              <a:ext cx="343010" cy="710175"/>
            </a:xfrm>
            <a:custGeom>
              <a:avLst/>
              <a:gdLst>
                <a:gd name="connsiteX0" fmla="*/ 342717 w 343010"/>
                <a:gd name="connsiteY0" fmla="*/ 6691 h 710175"/>
                <a:gd name="connsiteX1" fmla="*/ 312887 w 343010"/>
                <a:gd name="connsiteY1" fmla="*/ 14523 h 710175"/>
                <a:gd name="connsiteX2" fmla="*/ 313220 w 343010"/>
                <a:gd name="connsiteY2" fmla="*/ 12107 h 710175"/>
                <a:gd name="connsiteX3" fmla="*/ 304221 w 343010"/>
                <a:gd name="connsiteY3" fmla="*/ 608 h 710175"/>
                <a:gd name="connsiteX4" fmla="*/ 278723 w 343010"/>
                <a:gd name="connsiteY4" fmla="*/ 27439 h 710175"/>
                <a:gd name="connsiteX5" fmla="*/ 265891 w 343010"/>
                <a:gd name="connsiteY5" fmla="*/ 46354 h 710175"/>
                <a:gd name="connsiteX6" fmla="*/ 261641 w 343010"/>
                <a:gd name="connsiteY6" fmla="*/ 38688 h 710175"/>
                <a:gd name="connsiteX7" fmla="*/ 223562 w 343010"/>
                <a:gd name="connsiteY7" fmla="*/ 81601 h 710175"/>
                <a:gd name="connsiteX8" fmla="*/ 191564 w 343010"/>
                <a:gd name="connsiteY8" fmla="*/ 168676 h 710175"/>
                <a:gd name="connsiteX9" fmla="*/ 177316 w 343010"/>
                <a:gd name="connsiteY9" fmla="*/ 211172 h 710175"/>
                <a:gd name="connsiteX10" fmla="*/ 172483 w 343010"/>
                <a:gd name="connsiteY10" fmla="*/ 224338 h 710175"/>
                <a:gd name="connsiteX11" fmla="*/ 169150 w 343010"/>
                <a:gd name="connsiteY11" fmla="*/ 223421 h 710175"/>
                <a:gd name="connsiteX12" fmla="*/ 149068 w 343010"/>
                <a:gd name="connsiteY12" fmla="*/ 252585 h 710175"/>
                <a:gd name="connsiteX13" fmla="*/ 130070 w 343010"/>
                <a:gd name="connsiteY13" fmla="*/ 306997 h 710175"/>
                <a:gd name="connsiteX14" fmla="*/ 110238 w 343010"/>
                <a:gd name="connsiteY14" fmla="*/ 369241 h 710175"/>
                <a:gd name="connsiteX15" fmla="*/ 97573 w 343010"/>
                <a:gd name="connsiteY15" fmla="*/ 410154 h 710175"/>
                <a:gd name="connsiteX16" fmla="*/ 82908 w 343010"/>
                <a:gd name="connsiteY16" fmla="*/ 429653 h 710175"/>
                <a:gd name="connsiteX17" fmla="*/ 80408 w 343010"/>
                <a:gd name="connsiteY17" fmla="*/ 427569 h 710175"/>
                <a:gd name="connsiteX18" fmla="*/ 72908 w 343010"/>
                <a:gd name="connsiteY18" fmla="*/ 428569 h 710175"/>
                <a:gd name="connsiteX19" fmla="*/ 62909 w 343010"/>
                <a:gd name="connsiteY19" fmla="*/ 449984 h 710175"/>
                <a:gd name="connsiteX20" fmla="*/ 51494 w 343010"/>
                <a:gd name="connsiteY20" fmla="*/ 480565 h 710175"/>
                <a:gd name="connsiteX21" fmla="*/ 32912 w 343010"/>
                <a:gd name="connsiteY21" fmla="*/ 548225 h 710175"/>
                <a:gd name="connsiteX22" fmla="*/ 27412 w 343010"/>
                <a:gd name="connsiteY22" fmla="*/ 580889 h 710175"/>
                <a:gd name="connsiteX23" fmla="*/ 4165 w 343010"/>
                <a:gd name="connsiteY23" fmla="*/ 670214 h 710175"/>
                <a:gd name="connsiteX24" fmla="*/ 12164 w 343010"/>
                <a:gd name="connsiteY24" fmla="*/ 708377 h 710175"/>
                <a:gd name="connsiteX25" fmla="*/ 50744 w 343010"/>
                <a:gd name="connsiteY25" fmla="*/ 686796 h 710175"/>
                <a:gd name="connsiteX26" fmla="*/ 73825 w 343010"/>
                <a:gd name="connsiteY26" fmla="*/ 618469 h 710175"/>
                <a:gd name="connsiteX27" fmla="*/ 89740 w 343010"/>
                <a:gd name="connsiteY27" fmla="*/ 553475 h 710175"/>
                <a:gd name="connsiteX28" fmla="*/ 109488 w 343010"/>
                <a:gd name="connsiteY28" fmla="*/ 510062 h 710175"/>
                <a:gd name="connsiteX29" fmla="*/ 138903 w 343010"/>
                <a:gd name="connsiteY29" fmla="*/ 460483 h 710175"/>
                <a:gd name="connsiteX30" fmla="*/ 185648 w 343010"/>
                <a:gd name="connsiteY30" fmla="*/ 349160 h 710175"/>
                <a:gd name="connsiteX31" fmla="*/ 187815 w 343010"/>
                <a:gd name="connsiteY31" fmla="*/ 335911 h 710175"/>
                <a:gd name="connsiteX32" fmla="*/ 246476 w 343010"/>
                <a:gd name="connsiteY32" fmla="*/ 242669 h 710175"/>
                <a:gd name="connsiteX33" fmla="*/ 268557 w 343010"/>
                <a:gd name="connsiteY33" fmla="*/ 188341 h 710175"/>
                <a:gd name="connsiteX34" fmla="*/ 272557 w 343010"/>
                <a:gd name="connsiteY34" fmla="*/ 147845 h 710175"/>
                <a:gd name="connsiteX35" fmla="*/ 270641 w 343010"/>
                <a:gd name="connsiteY35" fmla="*/ 146095 h 710175"/>
                <a:gd name="connsiteX36" fmla="*/ 306721 w 343010"/>
                <a:gd name="connsiteY36" fmla="*/ 91516 h 710175"/>
                <a:gd name="connsiteX37" fmla="*/ 314220 w 343010"/>
                <a:gd name="connsiteY37" fmla="*/ 71768 h 710175"/>
                <a:gd name="connsiteX38" fmla="*/ 314470 w 343010"/>
                <a:gd name="connsiteY38" fmla="*/ 71352 h 710175"/>
                <a:gd name="connsiteX39" fmla="*/ 324386 w 343010"/>
                <a:gd name="connsiteY39" fmla="*/ 56436 h 710175"/>
                <a:gd name="connsiteX40" fmla="*/ 333218 w 343010"/>
                <a:gd name="connsiteY40" fmla="*/ 37188 h 710175"/>
                <a:gd name="connsiteX41" fmla="*/ 339801 w 343010"/>
                <a:gd name="connsiteY41" fmla="*/ 19523 h 710175"/>
                <a:gd name="connsiteX42" fmla="*/ 342717 w 343010"/>
                <a:gd name="connsiteY42" fmla="*/ 6691 h 710175"/>
                <a:gd name="connsiteX43" fmla="*/ 342717 w 343010"/>
                <a:gd name="connsiteY43" fmla="*/ 6691 h 710175"/>
                <a:gd name="connsiteX44" fmla="*/ 135819 w 343010"/>
                <a:gd name="connsiteY44" fmla="*/ 333828 h 710175"/>
                <a:gd name="connsiteX45" fmla="*/ 152818 w 343010"/>
                <a:gd name="connsiteY45" fmla="*/ 280666 h 710175"/>
                <a:gd name="connsiteX46" fmla="*/ 164400 w 343010"/>
                <a:gd name="connsiteY46" fmla="*/ 255168 h 710175"/>
                <a:gd name="connsiteX47" fmla="*/ 169483 w 343010"/>
                <a:gd name="connsiteY47" fmla="*/ 240920 h 710175"/>
                <a:gd name="connsiteX48" fmla="*/ 172816 w 343010"/>
                <a:gd name="connsiteY48" fmla="*/ 262918 h 710175"/>
                <a:gd name="connsiteX49" fmla="*/ 175899 w 343010"/>
                <a:gd name="connsiteY49" fmla="*/ 290249 h 710175"/>
                <a:gd name="connsiteX50" fmla="*/ 177482 w 343010"/>
                <a:gd name="connsiteY50" fmla="*/ 326579 h 710175"/>
                <a:gd name="connsiteX51" fmla="*/ 151901 w 343010"/>
                <a:gd name="connsiteY51" fmla="*/ 351326 h 710175"/>
                <a:gd name="connsiteX52" fmla="*/ 114988 w 343010"/>
                <a:gd name="connsiteY52" fmla="*/ 390573 h 710175"/>
                <a:gd name="connsiteX53" fmla="*/ 135819 w 343010"/>
                <a:gd name="connsiteY53" fmla="*/ 333828 h 710175"/>
                <a:gd name="connsiteX54" fmla="*/ 135819 w 343010"/>
                <a:gd name="connsiteY54" fmla="*/ 333828 h 710175"/>
                <a:gd name="connsiteX55" fmla="*/ 81991 w 343010"/>
                <a:gd name="connsiteY55" fmla="*/ 546059 h 710175"/>
                <a:gd name="connsiteX56" fmla="*/ 81491 w 343010"/>
                <a:gd name="connsiteY56" fmla="*/ 553225 h 710175"/>
                <a:gd name="connsiteX57" fmla="*/ 80074 w 343010"/>
                <a:gd name="connsiteY57" fmla="*/ 558391 h 710175"/>
                <a:gd name="connsiteX58" fmla="*/ 80408 w 343010"/>
                <a:gd name="connsiteY58" fmla="*/ 560724 h 710175"/>
                <a:gd name="connsiteX59" fmla="*/ 67492 w 343010"/>
                <a:gd name="connsiteY59" fmla="*/ 600221 h 710175"/>
                <a:gd name="connsiteX60" fmla="*/ 49160 w 343010"/>
                <a:gd name="connsiteY60" fmla="*/ 652299 h 710175"/>
                <a:gd name="connsiteX61" fmla="*/ 38578 w 343010"/>
                <a:gd name="connsiteY61" fmla="*/ 679713 h 710175"/>
                <a:gd name="connsiteX62" fmla="*/ 31162 w 343010"/>
                <a:gd name="connsiteY62" fmla="*/ 691879 h 710175"/>
                <a:gd name="connsiteX63" fmla="*/ 17663 w 343010"/>
                <a:gd name="connsiteY63" fmla="*/ 690462 h 710175"/>
                <a:gd name="connsiteX64" fmla="*/ 9831 w 343010"/>
                <a:gd name="connsiteY64" fmla="*/ 683046 h 710175"/>
                <a:gd name="connsiteX65" fmla="*/ 9747 w 343010"/>
                <a:gd name="connsiteY65" fmla="*/ 681797 h 710175"/>
                <a:gd name="connsiteX66" fmla="*/ 29079 w 343010"/>
                <a:gd name="connsiteY66" fmla="*/ 618552 h 710175"/>
                <a:gd name="connsiteX67" fmla="*/ 34662 w 343010"/>
                <a:gd name="connsiteY67" fmla="*/ 588138 h 710175"/>
                <a:gd name="connsiteX68" fmla="*/ 37995 w 343010"/>
                <a:gd name="connsiteY68" fmla="*/ 569307 h 710175"/>
                <a:gd name="connsiteX69" fmla="*/ 40661 w 343010"/>
                <a:gd name="connsiteY69" fmla="*/ 557391 h 710175"/>
                <a:gd name="connsiteX70" fmla="*/ 59160 w 343010"/>
                <a:gd name="connsiteY70" fmla="*/ 494397 h 710175"/>
                <a:gd name="connsiteX71" fmla="*/ 70492 w 343010"/>
                <a:gd name="connsiteY71" fmla="*/ 463400 h 710175"/>
                <a:gd name="connsiteX72" fmla="*/ 77075 w 343010"/>
                <a:gd name="connsiteY72" fmla="*/ 448818 h 710175"/>
                <a:gd name="connsiteX73" fmla="*/ 77241 w 343010"/>
                <a:gd name="connsiteY73" fmla="*/ 448151 h 710175"/>
                <a:gd name="connsiteX74" fmla="*/ 77825 w 343010"/>
                <a:gd name="connsiteY74" fmla="*/ 447651 h 710175"/>
                <a:gd name="connsiteX75" fmla="*/ 78158 w 343010"/>
                <a:gd name="connsiteY75" fmla="*/ 447234 h 710175"/>
                <a:gd name="connsiteX76" fmla="*/ 81741 w 343010"/>
                <a:gd name="connsiteY76" fmla="*/ 487981 h 710175"/>
                <a:gd name="connsiteX77" fmla="*/ 81991 w 343010"/>
                <a:gd name="connsiteY77" fmla="*/ 546059 h 710175"/>
                <a:gd name="connsiteX78" fmla="*/ 81991 w 343010"/>
                <a:gd name="connsiteY78" fmla="*/ 546059 h 710175"/>
                <a:gd name="connsiteX79" fmla="*/ 176482 w 343010"/>
                <a:gd name="connsiteY79" fmla="*/ 347660 h 710175"/>
                <a:gd name="connsiteX80" fmla="*/ 172899 w 343010"/>
                <a:gd name="connsiteY80" fmla="*/ 365658 h 710175"/>
                <a:gd name="connsiteX81" fmla="*/ 164317 w 343010"/>
                <a:gd name="connsiteY81" fmla="*/ 389990 h 710175"/>
                <a:gd name="connsiteX82" fmla="*/ 141069 w 343010"/>
                <a:gd name="connsiteY82" fmla="*/ 434569 h 710175"/>
                <a:gd name="connsiteX83" fmla="*/ 118321 w 343010"/>
                <a:gd name="connsiteY83" fmla="*/ 475565 h 710175"/>
                <a:gd name="connsiteX84" fmla="*/ 93073 w 343010"/>
                <a:gd name="connsiteY84" fmla="*/ 517645 h 710175"/>
                <a:gd name="connsiteX85" fmla="*/ 89740 w 343010"/>
                <a:gd name="connsiteY85" fmla="*/ 525227 h 710175"/>
                <a:gd name="connsiteX86" fmla="*/ 86990 w 343010"/>
                <a:gd name="connsiteY86" fmla="*/ 469316 h 710175"/>
                <a:gd name="connsiteX87" fmla="*/ 86157 w 343010"/>
                <a:gd name="connsiteY87" fmla="*/ 438902 h 710175"/>
                <a:gd name="connsiteX88" fmla="*/ 146568 w 343010"/>
                <a:gd name="connsiteY88" fmla="*/ 377407 h 710175"/>
                <a:gd name="connsiteX89" fmla="*/ 177566 w 343010"/>
                <a:gd name="connsiteY89" fmla="*/ 343660 h 710175"/>
                <a:gd name="connsiteX90" fmla="*/ 178732 w 343010"/>
                <a:gd name="connsiteY90" fmla="*/ 342494 h 710175"/>
                <a:gd name="connsiteX91" fmla="*/ 179149 w 343010"/>
                <a:gd name="connsiteY91" fmla="*/ 342577 h 710175"/>
                <a:gd name="connsiteX92" fmla="*/ 176482 w 343010"/>
                <a:gd name="connsiteY92" fmla="*/ 347660 h 710175"/>
                <a:gd name="connsiteX93" fmla="*/ 176482 w 343010"/>
                <a:gd name="connsiteY93" fmla="*/ 347660 h 710175"/>
                <a:gd name="connsiteX94" fmla="*/ 253892 w 343010"/>
                <a:gd name="connsiteY94" fmla="*/ 202257 h 710175"/>
                <a:gd name="connsiteX95" fmla="*/ 230977 w 343010"/>
                <a:gd name="connsiteY95" fmla="*/ 250085 h 710175"/>
                <a:gd name="connsiteX96" fmla="*/ 204980 w 343010"/>
                <a:gd name="connsiteY96" fmla="*/ 295415 h 710175"/>
                <a:gd name="connsiteX97" fmla="*/ 192648 w 343010"/>
                <a:gd name="connsiteY97" fmla="*/ 317079 h 710175"/>
                <a:gd name="connsiteX98" fmla="*/ 185815 w 343010"/>
                <a:gd name="connsiteY98" fmla="*/ 325829 h 710175"/>
                <a:gd name="connsiteX99" fmla="*/ 182982 w 343010"/>
                <a:gd name="connsiteY99" fmla="*/ 282416 h 710175"/>
                <a:gd name="connsiteX100" fmla="*/ 180649 w 343010"/>
                <a:gd name="connsiteY100" fmla="*/ 249336 h 710175"/>
                <a:gd name="connsiteX101" fmla="*/ 221728 w 343010"/>
                <a:gd name="connsiteY101" fmla="*/ 206339 h 710175"/>
                <a:gd name="connsiteX102" fmla="*/ 244226 w 343010"/>
                <a:gd name="connsiteY102" fmla="*/ 182008 h 710175"/>
                <a:gd name="connsiteX103" fmla="*/ 266641 w 343010"/>
                <a:gd name="connsiteY103" fmla="*/ 156761 h 710175"/>
                <a:gd name="connsiteX104" fmla="*/ 253892 w 343010"/>
                <a:gd name="connsiteY104" fmla="*/ 202257 h 710175"/>
                <a:gd name="connsiteX105" fmla="*/ 253892 w 343010"/>
                <a:gd name="connsiteY105" fmla="*/ 202257 h 710175"/>
                <a:gd name="connsiteX106" fmla="*/ 327885 w 343010"/>
                <a:gd name="connsiteY106" fmla="*/ 20440 h 710175"/>
                <a:gd name="connsiteX107" fmla="*/ 320803 w 343010"/>
                <a:gd name="connsiteY107" fmla="*/ 38105 h 710175"/>
                <a:gd name="connsiteX108" fmla="*/ 311887 w 343010"/>
                <a:gd name="connsiteY108" fmla="*/ 56103 h 710175"/>
                <a:gd name="connsiteX109" fmla="*/ 307137 w 343010"/>
                <a:gd name="connsiteY109" fmla="*/ 62936 h 710175"/>
                <a:gd name="connsiteX110" fmla="*/ 304637 w 343010"/>
                <a:gd name="connsiteY110" fmla="*/ 62852 h 710175"/>
                <a:gd name="connsiteX111" fmla="*/ 282140 w 343010"/>
                <a:gd name="connsiteY111" fmla="*/ 75268 h 710175"/>
                <a:gd name="connsiteX112" fmla="*/ 270307 w 343010"/>
                <a:gd name="connsiteY112" fmla="*/ 95516 h 710175"/>
                <a:gd name="connsiteX113" fmla="*/ 273224 w 343010"/>
                <a:gd name="connsiteY113" fmla="*/ 95516 h 710175"/>
                <a:gd name="connsiteX114" fmla="*/ 280973 w 343010"/>
                <a:gd name="connsiteY114" fmla="*/ 89767 h 710175"/>
                <a:gd name="connsiteX115" fmla="*/ 290389 w 343010"/>
                <a:gd name="connsiteY115" fmla="*/ 81934 h 710175"/>
                <a:gd name="connsiteX116" fmla="*/ 299971 w 343010"/>
                <a:gd name="connsiteY116" fmla="*/ 73601 h 710175"/>
                <a:gd name="connsiteX117" fmla="*/ 300971 w 343010"/>
                <a:gd name="connsiteY117" fmla="*/ 77768 h 710175"/>
                <a:gd name="connsiteX118" fmla="*/ 294972 w 343010"/>
                <a:gd name="connsiteY118" fmla="*/ 89850 h 710175"/>
                <a:gd name="connsiteX119" fmla="*/ 281223 w 343010"/>
                <a:gd name="connsiteY119" fmla="*/ 114014 h 710175"/>
                <a:gd name="connsiteX120" fmla="*/ 255642 w 343010"/>
                <a:gd name="connsiteY120" fmla="*/ 153011 h 710175"/>
                <a:gd name="connsiteX121" fmla="*/ 213146 w 343010"/>
                <a:gd name="connsiteY121" fmla="*/ 197674 h 710175"/>
                <a:gd name="connsiteX122" fmla="*/ 179066 w 343010"/>
                <a:gd name="connsiteY122" fmla="*/ 239336 h 710175"/>
                <a:gd name="connsiteX123" fmla="*/ 178149 w 343010"/>
                <a:gd name="connsiteY123" fmla="*/ 235920 h 710175"/>
                <a:gd name="connsiteX124" fmla="*/ 196814 w 343010"/>
                <a:gd name="connsiteY124" fmla="*/ 199090 h 710175"/>
                <a:gd name="connsiteX125" fmla="*/ 220729 w 343010"/>
                <a:gd name="connsiteY125" fmla="*/ 132763 h 710175"/>
                <a:gd name="connsiteX126" fmla="*/ 248726 w 343010"/>
                <a:gd name="connsiteY126" fmla="*/ 61852 h 710175"/>
                <a:gd name="connsiteX127" fmla="*/ 255642 w 343010"/>
                <a:gd name="connsiteY127" fmla="*/ 50353 h 710175"/>
                <a:gd name="connsiteX128" fmla="*/ 257475 w 343010"/>
                <a:gd name="connsiteY128" fmla="*/ 63269 h 710175"/>
                <a:gd name="connsiteX129" fmla="*/ 255892 w 343010"/>
                <a:gd name="connsiteY129" fmla="*/ 70852 h 710175"/>
                <a:gd name="connsiteX130" fmla="*/ 256309 w 343010"/>
                <a:gd name="connsiteY130" fmla="*/ 72268 h 710175"/>
                <a:gd name="connsiteX131" fmla="*/ 253642 w 343010"/>
                <a:gd name="connsiteY131" fmla="*/ 101599 h 710175"/>
                <a:gd name="connsiteX132" fmla="*/ 239227 w 343010"/>
                <a:gd name="connsiteY132" fmla="*/ 119181 h 710175"/>
                <a:gd name="connsiteX133" fmla="*/ 225645 w 343010"/>
                <a:gd name="connsiteY133" fmla="*/ 142262 h 710175"/>
                <a:gd name="connsiteX134" fmla="*/ 228978 w 343010"/>
                <a:gd name="connsiteY134" fmla="*/ 144178 h 710175"/>
                <a:gd name="connsiteX135" fmla="*/ 228978 w 343010"/>
                <a:gd name="connsiteY135" fmla="*/ 144178 h 710175"/>
                <a:gd name="connsiteX136" fmla="*/ 235311 w 343010"/>
                <a:gd name="connsiteY136" fmla="*/ 138596 h 710175"/>
                <a:gd name="connsiteX137" fmla="*/ 241977 w 343010"/>
                <a:gd name="connsiteY137" fmla="*/ 130596 h 710175"/>
                <a:gd name="connsiteX138" fmla="*/ 251892 w 343010"/>
                <a:gd name="connsiteY138" fmla="*/ 118014 h 710175"/>
                <a:gd name="connsiteX139" fmla="*/ 258975 w 343010"/>
                <a:gd name="connsiteY139" fmla="*/ 110098 h 710175"/>
                <a:gd name="connsiteX140" fmla="*/ 259225 w 343010"/>
                <a:gd name="connsiteY140" fmla="*/ 107348 h 710175"/>
                <a:gd name="connsiteX141" fmla="*/ 259225 w 343010"/>
                <a:gd name="connsiteY141" fmla="*/ 110931 h 710175"/>
                <a:gd name="connsiteX142" fmla="*/ 258225 w 343010"/>
                <a:gd name="connsiteY142" fmla="*/ 132263 h 710175"/>
                <a:gd name="connsiteX143" fmla="*/ 263891 w 343010"/>
                <a:gd name="connsiteY143" fmla="*/ 133013 h 710175"/>
                <a:gd name="connsiteX144" fmla="*/ 260475 w 343010"/>
                <a:gd name="connsiteY144" fmla="*/ 98349 h 710175"/>
                <a:gd name="connsiteX145" fmla="*/ 264975 w 343010"/>
                <a:gd name="connsiteY145" fmla="*/ 65269 h 710175"/>
                <a:gd name="connsiteX146" fmla="*/ 301221 w 343010"/>
                <a:gd name="connsiteY146" fmla="*/ 15523 h 710175"/>
                <a:gd name="connsiteX147" fmla="*/ 302054 w 343010"/>
                <a:gd name="connsiteY147" fmla="*/ 14857 h 710175"/>
                <a:gd name="connsiteX148" fmla="*/ 301138 w 343010"/>
                <a:gd name="connsiteY148" fmla="*/ 19356 h 710175"/>
                <a:gd name="connsiteX149" fmla="*/ 296472 w 343010"/>
                <a:gd name="connsiteY149" fmla="*/ 49437 h 710175"/>
                <a:gd name="connsiteX150" fmla="*/ 304387 w 343010"/>
                <a:gd name="connsiteY150" fmla="*/ 52770 h 710175"/>
                <a:gd name="connsiteX151" fmla="*/ 311637 w 343010"/>
                <a:gd name="connsiteY151" fmla="*/ 25189 h 710175"/>
                <a:gd name="connsiteX152" fmla="*/ 329052 w 343010"/>
                <a:gd name="connsiteY152" fmla="*/ 14857 h 710175"/>
                <a:gd name="connsiteX153" fmla="*/ 327885 w 343010"/>
                <a:gd name="connsiteY153" fmla="*/ 20440 h 710175"/>
                <a:gd name="connsiteX154" fmla="*/ 327885 w 343010"/>
                <a:gd name="connsiteY154" fmla="*/ 20440 h 710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Lst>
              <a:rect l="l" t="t" r="r" b="b"/>
              <a:pathLst>
                <a:path w="343010" h="710175">
                  <a:moveTo>
                    <a:pt x="342717" y="6691"/>
                  </a:moveTo>
                  <a:cubicBezTo>
                    <a:pt x="338135" y="-7725"/>
                    <a:pt x="323053" y="4108"/>
                    <a:pt x="312887" y="14523"/>
                  </a:cubicBezTo>
                  <a:cubicBezTo>
                    <a:pt x="312970" y="13690"/>
                    <a:pt x="313137" y="12940"/>
                    <a:pt x="313220" y="12107"/>
                  </a:cubicBezTo>
                  <a:cubicBezTo>
                    <a:pt x="314303" y="5774"/>
                    <a:pt x="312720" y="-2225"/>
                    <a:pt x="304221" y="608"/>
                  </a:cubicBezTo>
                  <a:cubicBezTo>
                    <a:pt x="293889" y="4024"/>
                    <a:pt x="284223" y="18773"/>
                    <a:pt x="278723" y="27439"/>
                  </a:cubicBezTo>
                  <a:cubicBezTo>
                    <a:pt x="275140" y="33022"/>
                    <a:pt x="270224" y="39521"/>
                    <a:pt x="265891" y="46354"/>
                  </a:cubicBezTo>
                  <a:cubicBezTo>
                    <a:pt x="265391" y="43104"/>
                    <a:pt x="264224" y="40271"/>
                    <a:pt x="261641" y="38688"/>
                  </a:cubicBezTo>
                  <a:cubicBezTo>
                    <a:pt x="246476" y="29439"/>
                    <a:pt x="227394" y="73518"/>
                    <a:pt x="223562" y="81601"/>
                  </a:cubicBezTo>
                  <a:cubicBezTo>
                    <a:pt x="210146" y="109598"/>
                    <a:pt x="202063" y="139595"/>
                    <a:pt x="191564" y="168676"/>
                  </a:cubicBezTo>
                  <a:cubicBezTo>
                    <a:pt x="186481" y="182758"/>
                    <a:pt x="182315" y="197007"/>
                    <a:pt x="177316" y="211172"/>
                  </a:cubicBezTo>
                  <a:cubicBezTo>
                    <a:pt x="175899" y="215255"/>
                    <a:pt x="173983" y="219755"/>
                    <a:pt x="172483" y="224338"/>
                  </a:cubicBezTo>
                  <a:cubicBezTo>
                    <a:pt x="171566" y="223755"/>
                    <a:pt x="170483" y="223421"/>
                    <a:pt x="169150" y="223421"/>
                  </a:cubicBezTo>
                  <a:cubicBezTo>
                    <a:pt x="156318" y="223088"/>
                    <a:pt x="153151" y="243503"/>
                    <a:pt x="149068" y="252585"/>
                  </a:cubicBezTo>
                  <a:cubicBezTo>
                    <a:pt x="141152" y="270250"/>
                    <a:pt x="134736" y="288249"/>
                    <a:pt x="130070" y="306997"/>
                  </a:cubicBezTo>
                  <a:cubicBezTo>
                    <a:pt x="124737" y="328162"/>
                    <a:pt x="117154" y="348660"/>
                    <a:pt x="110238" y="369241"/>
                  </a:cubicBezTo>
                  <a:cubicBezTo>
                    <a:pt x="105739" y="382740"/>
                    <a:pt x="101906" y="396572"/>
                    <a:pt x="97573" y="410154"/>
                  </a:cubicBezTo>
                  <a:cubicBezTo>
                    <a:pt x="92323" y="416404"/>
                    <a:pt x="87407" y="422820"/>
                    <a:pt x="82908" y="429653"/>
                  </a:cubicBezTo>
                  <a:cubicBezTo>
                    <a:pt x="82158" y="428736"/>
                    <a:pt x="81408" y="428069"/>
                    <a:pt x="80408" y="427569"/>
                  </a:cubicBezTo>
                  <a:cubicBezTo>
                    <a:pt x="77825" y="426403"/>
                    <a:pt x="74991" y="426486"/>
                    <a:pt x="72908" y="428569"/>
                  </a:cubicBezTo>
                  <a:cubicBezTo>
                    <a:pt x="67326" y="434069"/>
                    <a:pt x="65992" y="442985"/>
                    <a:pt x="62909" y="449984"/>
                  </a:cubicBezTo>
                  <a:cubicBezTo>
                    <a:pt x="58493" y="459983"/>
                    <a:pt x="54910" y="470232"/>
                    <a:pt x="51494" y="480565"/>
                  </a:cubicBezTo>
                  <a:cubicBezTo>
                    <a:pt x="44244" y="502979"/>
                    <a:pt x="38078" y="525311"/>
                    <a:pt x="32912" y="548225"/>
                  </a:cubicBezTo>
                  <a:cubicBezTo>
                    <a:pt x="30496" y="559058"/>
                    <a:pt x="28912" y="569973"/>
                    <a:pt x="27412" y="580889"/>
                  </a:cubicBezTo>
                  <a:cubicBezTo>
                    <a:pt x="20080" y="610803"/>
                    <a:pt x="13247" y="640800"/>
                    <a:pt x="4165" y="670214"/>
                  </a:cubicBezTo>
                  <a:cubicBezTo>
                    <a:pt x="-168" y="684213"/>
                    <a:pt x="-5168" y="701211"/>
                    <a:pt x="12164" y="708377"/>
                  </a:cubicBezTo>
                  <a:cubicBezTo>
                    <a:pt x="29246" y="715377"/>
                    <a:pt x="43828" y="700628"/>
                    <a:pt x="50744" y="686796"/>
                  </a:cubicBezTo>
                  <a:cubicBezTo>
                    <a:pt x="61493" y="665215"/>
                    <a:pt x="66576" y="641217"/>
                    <a:pt x="73825" y="618469"/>
                  </a:cubicBezTo>
                  <a:cubicBezTo>
                    <a:pt x="80824" y="596554"/>
                    <a:pt x="88657" y="576389"/>
                    <a:pt x="89740" y="553475"/>
                  </a:cubicBezTo>
                  <a:cubicBezTo>
                    <a:pt x="96823" y="539309"/>
                    <a:pt x="101739" y="523894"/>
                    <a:pt x="109488" y="510062"/>
                  </a:cubicBezTo>
                  <a:cubicBezTo>
                    <a:pt x="118821" y="493314"/>
                    <a:pt x="129487" y="477315"/>
                    <a:pt x="138903" y="460483"/>
                  </a:cubicBezTo>
                  <a:cubicBezTo>
                    <a:pt x="158734" y="424903"/>
                    <a:pt x="175232" y="388573"/>
                    <a:pt x="185648" y="349160"/>
                  </a:cubicBezTo>
                  <a:cubicBezTo>
                    <a:pt x="186565" y="345660"/>
                    <a:pt x="187981" y="340411"/>
                    <a:pt x="187815" y="335911"/>
                  </a:cubicBezTo>
                  <a:cubicBezTo>
                    <a:pt x="210229" y="306497"/>
                    <a:pt x="232227" y="277250"/>
                    <a:pt x="246476" y="242669"/>
                  </a:cubicBezTo>
                  <a:cubicBezTo>
                    <a:pt x="253975" y="224588"/>
                    <a:pt x="262475" y="207006"/>
                    <a:pt x="268557" y="188341"/>
                  </a:cubicBezTo>
                  <a:cubicBezTo>
                    <a:pt x="272307" y="176842"/>
                    <a:pt x="277973" y="159427"/>
                    <a:pt x="272557" y="147845"/>
                  </a:cubicBezTo>
                  <a:cubicBezTo>
                    <a:pt x="272140" y="147011"/>
                    <a:pt x="271474" y="146428"/>
                    <a:pt x="270641" y="146095"/>
                  </a:cubicBezTo>
                  <a:cubicBezTo>
                    <a:pt x="285723" y="130263"/>
                    <a:pt x="297388" y="111098"/>
                    <a:pt x="306721" y="91516"/>
                  </a:cubicBezTo>
                  <a:cubicBezTo>
                    <a:pt x="309054" y="86684"/>
                    <a:pt x="314303" y="78434"/>
                    <a:pt x="314220" y="71768"/>
                  </a:cubicBezTo>
                  <a:cubicBezTo>
                    <a:pt x="314303" y="71602"/>
                    <a:pt x="314387" y="71518"/>
                    <a:pt x="314470" y="71352"/>
                  </a:cubicBezTo>
                  <a:cubicBezTo>
                    <a:pt x="316803" y="65769"/>
                    <a:pt x="321469" y="61769"/>
                    <a:pt x="324386" y="56436"/>
                  </a:cubicBezTo>
                  <a:cubicBezTo>
                    <a:pt x="327802" y="50270"/>
                    <a:pt x="330302" y="43521"/>
                    <a:pt x="333218" y="37188"/>
                  </a:cubicBezTo>
                  <a:cubicBezTo>
                    <a:pt x="335968" y="31355"/>
                    <a:pt x="337885" y="25606"/>
                    <a:pt x="339801" y="19523"/>
                  </a:cubicBezTo>
                  <a:cubicBezTo>
                    <a:pt x="340884" y="15940"/>
                    <a:pt x="343967" y="10690"/>
                    <a:pt x="342717" y="6691"/>
                  </a:cubicBezTo>
                  <a:lnTo>
                    <a:pt x="342717" y="6691"/>
                  </a:lnTo>
                  <a:close/>
                  <a:moveTo>
                    <a:pt x="135819" y="333828"/>
                  </a:moveTo>
                  <a:cubicBezTo>
                    <a:pt x="142152" y="316329"/>
                    <a:pt x="145902" y="298081"/>
                    <a:pt x="152818" y="280666"/>
                  </a:cubicBezTo>
                  <a:cubicBezTo>
                    <a:pt x="156318" y="271917"/>
                    <a:pt x="160317" y="263584"/>
                    <a:pt x="164400" y="255168"/>
                  </a:cubicBezTo>
                  <a:cubicBezTo>
                    <a:pt x="165400" y="253085"/>
                    <a:pt x="167483" y="246003"/>
                    <a:pt x="169483" y="240920"/>
                  </a:cubicBezTo>
                  <a:cubicBezTo>
                    <a:pt x="172066" y="247502"/>
                    <a:pt x="171899" y="257251"/>
                    <a:pt x="172816" y="262918"/>
                  </a:cubicBezTo>
                  <a:cubicBezTo>
                    <a:pt x="174399" y="272083"/>
                    <a:pt x="175066" y="281083"/>
                    <a:pt x="175899" y="290249"/>
                  </a:cubicBezTo>
                  <a:cubicBezTo>
                    <a:pt x="176982" y="302331"/>
                    <a:pt x="176732" y="314496"/>
                    <a:pt x="177482" y="326579"/>
                  </a:cubicBezTo>
                  <a:cubicBezTo>
                    <a:pt x="167483" y="328078"/>
                    <a:pt x="156984" y="345327"/>
                    <a:pt x="151901" y="351326"/>
                  </a:cubicBezTo>
                  <a:cubicBezTo>
                    <a:pt x="140319" y="364908"/>
                    <a:pt x="127403" y="377574"/>
                    <a:pt x="114988" y="390573"/>
                  </a:cubicBezTo>
                  <a:cubicBezTo>
                    <a:pt x="123487" y="372241"/>
                    <a:pt x="129320" y="351910"/>
                    <a:pt x="135819" y="333828"/>
                  </a:cubicBezTo>
                  <a:lnTo>
                    <a:pt x="135819" y="333828"/>
                  </a:lnTo>
                  <a:close/>
                  <a:moveTo>
                    <a:pt x="81991" y="546059"/>
                  </a:moveTo>
                  <a:cubicBezTo>
                    <a:pt x="81908" y="548475"/>
                    <a:pt x="81741" y="550892"/>
                    <a:pt x="81491" y="553225"/>
                  </a:cubicBezTo>
                  <a:cubicBezTo>
                    <a:pt x="81074" y="554975"/>
                    <a:pt x="80574" y="556641"/>
                    <a:pt x="80074" y="558391"/>
                  </a:cubicBezTo>
                  <a:cubicBezTo>
                    <a:pt x="79825" y="559308"/>
                    <a:pt x="79991" y="560057"/>
                    <a:pt x="80408" y="560724"/>
                  </a:cubicBezTo>
                  <a:cubicBezTo>
                    <a:pt x="77991" y="574390"/>
                    <a:pt x="73158" y="586805"/>
                    <a:pt x="67492" y="600221"/>
                  </a:cubicBezTo>
                  <a:cubicBezTo>
                    <a:pt x="60326" y="617136"/>
                    <a:pt x="55243" y="634967"/>
                    <a:pt x="49160" y="652299"/>
                  </a:cubicBezTo>
                  <a:cubicBezTo>
                    <a:pt x="45994" y="661548"/>
                    <a:pt x="42911" y="670881"/>
                    <a:pt x="38578" y="679713"/>
                  </a:cubicBezTo>
                  <a:cubicBezTo>
                    <a:pt x="36578" y="683880"/>
                    <a:pt x="34412" y="688463"/>
                    <a:pt x="31162" y="691879"/>
                  </a:cubicBezTo>
                  <a:cubicBezTo>
                    <a:pt x="26913" y="697878"/>
                    <a:pt x="22413" y="697462"/>
                    <a:pt x="17663" y="690462"/>
                  </a:cubicBezTo>
                  <a:cubicBezTo>
                    <a:pt x="10747" y="689629"/>
                    <a:pt x="8081" y="687129"/>
                    <a:pt x="9831" y="683046"/>
                  </a:cubicBezTo>
                  <a:cubicBezTo>
                    <a:pt x="9747" y="682630"/>
                    <a:pt x="9747" y="682213"/>
                    <a:pt x="9747" y="681797"/>
                  </a:cubicBezTo>
                  <a:cubicBezTo>
                    <a:pt x="17080" y="660965"/>
                    <a:pt x="24079" y="640050"/>
                    <a:pt x="29079" y="618552"/>
                  </a:cubicBezTo>
                  <a:cubicBezTo>
                    <a:pt x="31412" y="608470"/>
                    <a:pt x="32995" y="598304"/>
                    <a:pt x="34662" y="588138"/>
                  </a:cubicBezTo>
                  <a:cubicBezTo>
                    <a:pt x="35828" y="581889"/>
                    <a:pt x="36912" y="575556"/>
                    <a:pt x="37995" y="569307"/>
                  </a:cubicBezTo>
                  <a:cubicBezTo>
                    <a:pt x="38828" y="565307"/>
                    <a:pt x="39661" y="561307"/>
                    <a:pt x="40661" y="557391"/>
                  </a:cubicBezTo>
                  <a:cubicBezTo>
                    <a:pt x="46161" y="536143"/>
                    <a:pt x="52244" y="515228"/>
                    <a:pt x="59160" y="494397"/>
                  </a:cubicBezTo>
                  <a:cubicBezTo>
                    <a:pt x="62576" y="483981"/>
                    <a:pt x="66242" y="473565"/>
                    <a:pt x="70492" y="463400"/>
                  </a:cubicBezTo>
                  <a:cubicBezTo>
                    <a:pt x="72575" y="458483"/>
                    <a:pt x="75241" y="453817"/>
                    <a:pt x="77075" y="448818"/>
                  </a:cubicBezTo>
                  <a:cubicBezTo>
                    <a:pt x="77158" y="448651"/>
                    <a:pt x="77241" y="448401"/>
                    <a:pt x="77241" y="448151"/>
                  </a:cubicBezTo>
                  <a:cubicBezTo>
                    <a:pt x="77408" y="447984"/>
                    <a:pt x="77658" y="447901"/>
                    <a:pt x="77825" y="447651"/>
                  </a:cubicBezTo>
                  <a:cubicBezTo>
                    <a:pt x="77908" y="447484"/>
                    <a:pt x="78074" y="447401"/>
                    <a:pt x="78158" y="447234"/>
                  </a:cubicBezTo>
                  <a:cubicBezTo>
                    <a:pt x="80491" y="460567"/>
                    <a:pt x="81574" y="485231"/>
                    <a:pt x="81741" y="487981"/>
                  </a:cubicBezTo>
                  <a:cubicBezTo>
                    <a:pt x="83324" y="507146"/>
                    <a:pt x="82824" y="526727"/>
                    <a:pt x="81991" y="546059"/>
                  </a:cubicBezTo>
                  <a:lnTo>
                    <a:pt x="81991" y="546059"/>
                  </a:lnTo>
                  <a:close/>
                  <a:moveTo>
                    <a:pt x="176482" y="347660"/>
                  </a:moveTo>
                  <a:cubicBezTo>
                    <a:pt x="174649" y="352993"/>
                    <a:pt x="174483" y="359909"/>
                    <a:pt x="172899" y="365658"/>
                  </a:cubicBezTo>
                  <a:cubicBezTo>
                    <a:pt x="170650" y="373991"/>
                    <a:pt x="167483" y="381907"/>
                    <a:pt x="164317" y="389990"/>
                  </a:cubicBezTo>
                  <a:cubicBezTo>
                    <a:pt x="157984" y="405738"/>
                    <a:pt x="148402" y="419404"/>
                    <a:pt x="141069" y="434569"/>
                  </a:cubicBezTo>
                  <a:cubicBezTo>
                    <a:pt x="134236" y="448484"/>
                    <a:pt x="126320" y="462233"/>
                    <a:pt x="118321" y="475565"/>
                  </a:cubicBezTo>
                  <a:cubicBezTo>
                    <a:pt x="109822" y="489647"/>
                    <a:pt x="100573" y="502896"/>
                    <a:pt x="93073" y="517645"/>
                  </a:cubicBezTo>
                  <a:cubicBezTo>
                    <a:pt x="91823" y="520144"/>
                    <a:pt x="90740" y="522644"/>
                    <a:pt x="89740" y="525227"/>
                  </a:cubicBezTo>
                  <a:cubicBezTo>
                    <a:pt x="89573" y="506562"/>
                    <a:pt x="88824" y="487814"/>
                    <a:pt x="86990" y="469316"/>
                  </a:cubicBezTo>
                  <a:cubicBezTo>
                    <a:pt x="86407" y="463316"/>
                    <a:pt x="87824" y="449151"/>
                    <a:pt x="86157" y="438902"/>
                  </a:cubicBezTo>
                  <a:cubicBezTo>
                    <a:pt x="105739" y="417820"/>
                    <a:pt x="126487" y="398072"/>
                    <a:pt x="146568" y="377407"/>
                  </a:cubicBezTo>
                  <a:cubicBezTo>
                    <a:pt x="157234" y="366492"/>
                    <a:pt x="167150" y="354909"/>
                    <a:pt x="177566" y="343660"/>
                  </a:cubicBezTo>
                  <a:cubicBezTo>
                    <a:pt x="178149" y="343077"/>
                    <a:pt x="178482" y="342660"/>
                    <a:pt x="178732" y="342494"/>
                  </a:cubicBezTo>
                  <a:cubicBezTo>
                    <a:pt x="178899" y="342577"/>
                    <a:pt x="178982" y="342577"/>
                    <a:pt x="179149" y="342577"/>
                  </a:cubicBezTo>
                  <a:cubicBezTo>
                    <a:pt x="178732" y="343494"/>
                    <a:pt x="176982" y="346244"/>
                    <a:pt x="176482" y="347660"/>
                  </a:cubicBezTo>
                  <a:lnTo>
                    <a:pt x="176482" y="347660"/>
                  </a:lnTo>
                  <a:close/>
                  <a:moveTo>
                    <a:pt x="253892" y="202257"/>
                  </a:moveTo>
                  <a:cubicBezTo>
                    <a:pt x="247226" y="218422"/>
                    <a:pt x="239227" y="234670"/>
                    <a:pt x="230977" y="250085"/>
                  </a:cubicBezTo>
                  <a:cubicBezTo>
                    <a:pt x="222812" y="265418"/>
                    <a:pt x="214146" y="280583"/>
                    <a:pt x="204980" y="295415"/>
                  </a:cubicBezTo>
                  <a:cubicBezTo>
                    <a:pt x="200647" y="302497"/>
                    <a:pt x="197481" y="310330"/>
                    <a:pt x="192648" y="317079"/>
                  </a:cubicBezTo>
                  <a:cubicBezTo>
                    <a:pt x="190564" y="320079"/>
                    <a:pt x="188231" y="322996"/>
                    <a:pt x="185815" y="325829"/>
                  </a:cubicBezTo>
                  <a:cubicBezTo>
                    <a:pt x="185482" y="311330"/>
                    <a:pt x="183982" y="296748"/>
                    <a:pt x="182982" y="282416"/>
                  </a:cubicBezTo>
                  <a:cubicBezTo>
                    <a:pt x="182232" y="272083"/>
                    <a:pt x="182065" y="260501"/>
                    <a:pt x="180649" y="249336"/>
                  </a:cubicBezTo>
                  <a:cubicBezTo>
                    <a:pt x="193731" y="234670"/>
                    <a:pt x="208396" y="220921"/>
                    <a:pt x="221728" y="206339"/>
                  </a:cubicBezTo>
                  <a:cubicBezTo>
                    <a:pt x="229228" y="198174"/>
                    <a:pt x="236977" y="190341"/>
                    <a:pt x="244226" y="182008"/>
                  </a:cubicBezTo>
                  <a:cubicBezTo>
                    <a:pt x="251392" y="173842"/>
                    <a:pt x="258308" y="164093"/>
                    <a:pt x="266641" y="156761"/>
                  </a:cubicBezTo>
                  <a:cubicBezTo>
                    <a:pt x="268974" y="170509"/>
                    <a:pt x="258058" y="192257"/>
                    <a:pt x="253892" y="202257"/>
                  </a:cubicBezTo>
                  <a:lnTo>
                    <a:pt x="253892" y="202257"/>
                  </a:lnTo>
                  <a:close/>
                  <a:moveTo>
                    <a:pt x="327885" y="20440"/>
                  </a:moveTo>
                  <a:cubicBezTo>
                    <a:pt x="326136" y="26606"/>
                    <a:pt x="323386" y="32272"/>
                    <a:pt x="320803" y="38105"/>
                  </a:cubicBezTo>
                  <a:cubicBezTo>
                    <a:pt x="318136" y="44271"/>
                    <a:pt x="315886" y="50603"/>
                    <a:pt x="311887" y="56103"/>
                  </a:cubicBezTo>
                  <a:cubicBezTo>
                    <a:pt x="310054" y="58603"/>
                    <a:pt x="308387" y="60603"/>
                    <a:pt x="307137" y="62936"/>
                  </a:cubicBezTo>
                  <a:cubicBezTo>
                    <a:pt x="306304" y="62769"/>
                    <a:pt x="305471" y="62769"/>
                    <a:pt x="304637" y="62852"/>
                  </a:cubicBezTo>
                  <a:cubicBezTo>
                    <a:pt x="297138" y="57686"/>
                    <a:pt x="286556" y="70435"/>
                    <a:pt x="282140" y="75268"/>
                  </a:cubicBezTo>
                  <a:cubicBezTo>
                    <a:pt x="277890" y="79851"/>
                    <a:pt x="267224" y="88350"/>
                    <a:pt x="270307" y="95516"/>
                  </a:cubicBezTo>
                  <a:cubicBezTo>
                    <a:pt x="270807" y="96683"/>
                    <a:pt x="272640" y="96516"/>
                    <a:pt x="273224" y="95516"/>
                  </a:cubicBezTo>
                  <a:cubicBezTo>
                    <a:pt x="274474" y="93183"/>
                    <a:pt x="278973" y="91266"/>
                    <a:pt x="280973" y="89767"/>
                  </a:cubicBezTo>
                  <a:cubicBezTo>
                    <a:pt x="284223" y="87267"/>
                    <a:pt x="287306" y="84600"/>
                    <a:pt x="290389" y="81934"/>
                  </a:cubicBezTo>
                  <a:cubicBezTo>
                    <a:pt x="293555" y="79101"/>
                    <a:pt x="296638" y="76185"/>
                    <a:pt x="299971" y="73601"/>
                  </a:cubicBezTo>
                  <a:cubicBezTo>
                    <a:pt x="303221" y="72852"/>
                    <a:pt x="301888" y="74185"/>
                    <a:pt x="300971" y="77768"/>
                  </a:cubicBezTo>
                  <a:cubicBezTo>
                    <a:pt x="300055" y="81434"/>
                    <a:pt x="296805" y="86517"/>
                    <a:pt x="294972" y="89850"/>
                  </a:cubicBezTo>
                  <a:cubicBezTo>
                    <a:pt x="290555" y="97933"/>
                    <a:pt x="286056" y="106182"/>
                    <a:pt x="281223" y="114014"/>
                  </a:cubicBezTo>
                  <a:cubicBezTo>
                    <a:pt x="273057" y="127263"/>
                    <a:pt x="263974" y="139929"/>
                    <a:pt x="255642" y="153011"/>
                  </a:cubicBezTo>
                  <a:cubicBezTo>
                    <a:pt x="239310" y="164926"/>
                    <a:pt x="226061" y="183258"/>
                    <a:pt x="213146" y="197674"/>
                  </a:cubicBezTo>
                  <a:cubicBezTo>
                    <a:pt x="201647" y="210589"/>
                    <a:pt x="187898" y="223921"/>
                    <a:pt x="179066" y="239336"/>
                  </a:cubicBezTo>
                  <a:cubicBezTo>
                    <a:pt x="178815" y="238170"/>
                    <a:pt x="178482" y="237087"/>
                    <a:pt x="178149" y="235920"/>
                  </a:cubicBezTo>
                  <a:cubicBezTo>
                    <a:pt x="186815" y="226338"/>
                    <a:pt x="192731" y="209089"/>
                    <a:pt x="196814" y="199090"/>
                  </a:cubicBezTo>
                  <a:cubicBezTo>
                    <a:pt x="205480" y="177759"/>
                    <a:pt x="214396" y="154761"/>
                    <a:pt x="220729" y="132763"/>
                  </a:cubicBezTo>
                  <a:cubicBezTo>
                    <a:pt x="227728" y="108432"/>
                    <a:pt x="236560" y="84100"/>
                    <a:pt x="248726" y="61852"/>
                  </a:cubicBezTo>
                  <a:cubicBezTo>
                    <a:pt x="249726" y="60019"/>
                    <a:pt x="253392" y="50937"/>
                    <a:pt x="255642" y="50353"/>
                  </a:cubicBezTo>
                  <a:cubicBezTo>
                    <a:pt x="259892" y="49270"/>
                    <a:pt x="258392" y="58269"/>
                    <a:pt x="257475" y="63269"/>
                  </a:cubicBezTo>
                  <a:cubicBezTo>
                    <a:pt x="256642" y="65852"/>
                    <a:pt x="256059" y="68352"/>
                    <a:pt x="255892" y="70852"/>
                  </a:cubicBezTo>
                  <a:cubicBezTo>
                    <a:pt x="255892" y="71435"/>
                    <a:pt x="255975" y="71852"/>
                    <a:pt x="256309" y="72268"/>
                  </a:cubicBezTo>
                  <a:cubicBezTo>
                    <a:pt x="255225" y="82017"/>
                    <a:pt x="254475" y="91850"/>
                    <a:pt x="253642" y="101599"/>
                  </a:cubicBezTo>
                  <a:cubicBezTo>
                    <a:pt x="247476" y="106015"/>
                    <a:pt x="243393" y="113014"/>
                    <a:pt x="239227" y="119181"/>
                  </a:cubicBezTo>
                  <a:cubicBezTo>
                    <a:pt x="234477" y="126097"/>
                    <a:pt x="227311" y="133846"/>
                    <a:pt x="225645" y="142262"/>
                  </a:cubicBezTo>
                  <a:cubicBezTo>
                    <a:pt x="225228" y="144428"/>
                    <a:pt x="227728" y="145428"/>
                    <a:pt x="228978" y="144178"/>
                  </a:cubicBezTo>
                  <a:lnTo>
                    <a:pt x="228978" y="144178"/>
                  </a:lnTo>
                  <a:cubicBezTo>
                    <a:pt x="230811" y="142179"/>
                    <a:pt x="233394" y="140595"/>
                    <a:pt x="235311" y="138596"/>
                  </a:cubicBezTo>
                  <a:cubicBezTo>
                    <a:pt x="237727" y="136096"/>
                    <a:pt x="239727" y="133263"/>
                    <a:pt x="241977" y="130596"/>
                  </a:cubicBezTo>
                  <a:cubicBezTo>
                    <a:pt x="245393" y="126513"/>
                    <a:pt x="248642" y="122347"/>
                    <a:pt x="251892" y="118014"/>
                  </a:cubicBezTo>
                  <a:cubicBezTo>
                    <a:pt x="254142" y="115098"/>
                    <a:pt x="256559" y="112681"/>
                    <a:pt x="258975" y="110098"/>
                  </a:cubicBezTo>
                  <a:cubicBezTo>
                    <a:pt x="259058" y="109182"/>
                    <a:pt x="259142" y="108265"/>
                    <a:pt x="259225" y="107348"/>
                  </a:cubicBezTo>
                  <a:cubicBezTo>
                    <a:pt x="259308" y="108515"/>
                    <a:pt x="259308" y="109765"/>
                    <a:pt x="259225" y="110931"/>
                  </a:cubicBezTo>
                  <a:cubicBezTo>
                    <a:pt x="259058" y="118097"/>
                    <a:pt x="256975" y="125097"/>
                    <a:pt x="258225" y="132263"/>
                  </a:cubicBezTo>
                  <a:cubicBezTo>
                    <a:pt x="258725" y="135013"/>
                    <a:pt x="262558" y="135096"/>
                    <a:pt x="263891" y="133013"/>
                  </a:cubicBezTo>
                  <a:cubicBezTo>
                    <a:pt x="267724" y="126763"/>
                    <a:pt x="273724" y="95933"/>
                    <a:pt x="260475" y="98349"/>
                  </a:cubicBezTo>
                  <a:cubicBezTo>
                    <a:pt x="262058" y="87350"/>
                    <a:pt x="263558" y="76351"/>
                    <a:pt x="264975" y="65269"/>
                  </a:cubicBezTo>
                  <a:cubicBezTo>
                    <a:pt x="276140" y="48270"/>
                    <a:pt x="286139" y="28772"/>
                    <a:pt x="301221" y="15523"/>
                  </a:cubicBezTo>
                  <a:cubicBezTo>
                    <a:pt x="301138" y="15607"/>
                    <a:pt x="301471" y="15357"/>
                    <a:pt x="302054" y="14857"/>
                  </a:cubicBezTo>
                  <a:cubicBezTo>
                    <a:pt x="301554" y="17023"/>
                    <a:pt x="301221" y="19023"/>
                    <a:pt x="301138" y="19356"/>
                  </a:cubicBezTo>
                  <a:cubicBezTo>
                    <a:pt x="298805" y="29439"/>
                    <a:pt x="298555" y="39355"/>
                    <a:pt x="296472" y="49437"/>
                  </a:cubicBezTo>
                  <a:cubicBezTo>
                    <a:pt x="295555" y="54020"/>
                    <a:pt x="301888" y="57270"/>
                    <a:pt x="304387" y="52770"/>
                  </a:cubicBezTo>
                  <a:cubicBezTo>
                    <a:pt x="308887" y="44604"/>
                    <a:pt x="310387" y="34855"/>
                    <a:pt x="311637" y="25189"/>
                  </a:cubicBezTo>
                  <a:cubicBezTo>
                    <a:pt x="317720" y="22439"/>
                    <a:pt x="323053" y="17856"/>
                    <a:pt x="329052" y="14857"/>
                  </a:cubicBezTo>
                  <a:cubicBezTo>
                    <a:pt x="328552" y="16857"/>
                    <a:pt x="328219" y="19106"/>
                    <a:pt x="327885" y="20440"/>
                  </a:cubicBezTo>
                  <a:lnTo>
                    <a:pt x="327885" y="20440"/>
                  </a:lnTo>
                  <a:close/>
                </a:path>
              </a:pathLst>
            </a:custGeom>
            <a:grpFill/>
            <a:ln w="8332" cap="flat">
              <a:noFill/>
              <a:prstDash val="solid"/>
              <a:miter/>
            </a:ln>
          </p:spPr>
          <p:txBody>
            <a:bodyPr rtlCol="0" anchor="ctr"/>
            <a:lstStyle/>
            <a:p>
              <a:endParaRPr lang="en-US"/>
            </a:p>
          </p:txBody>
        </p:sp>
        <p:sp>
          <p:nvSpPr>
            <p:cNvPr id="1675" name="Freeform: Shape 1674"/>
            <p:cNvSpPr/>
            <p:nvPr/>
          </p:nvSpPr>
          <p:spPr>
            <a:xfrm>
              <a:off x="1285889" y="812590"/>
              <a:ext cx="473586" cy="638750"/>
            </a:xfrm>
            <a:custGeom>
              <a:avLst/>
              <a:gdLst>
                <a:gd name="connsiteX0" fmla="*/ 473557 w 473586"/>
                <a:gd name="connsiteY0" fmla="*/ 13763 h 638750"/>
                <a:gd name="connsiteX1" fmla="*/ 442809 w 473586"/>
                <a:gd name="connsiteY1" fmla="*/ 15430 h 638750"/>
                <a:gd name="connsiteX2" fmla="*/ 443642 w 473586"/>
                <a:gd name="connsiteY2" fmla="*/ 13180 h 638750"/>
                <a:gd name="connsiteX3" fmla="*/ 437143 w 473586"/>
                <a:gd name="connsiteY3" fmla="*/ 98 h 638750"/>
                <a:gd name="connsiteX4" fmla="*/ 406813 w 473586"/>
                <a:gd name="connsiteY4" fmla="*/ 21262 h 638750"/>
                <a:gd name="connsiteX5" fmla="*/ 390397 w 473586"/>
                <a:gd name="connsiteY5" fmla="*/ 37178 h 638750"/>
                <a:gd name="connsiteX6" fmla="*/ 387731 w 473586"/>
                <a:gd name="connsiteY6" fmla="*/ 28762 h 638750"/>
                <a:gd name="connsiteX7" fmla="*/ 341818 w 473586"/>
                <a:gd name="connsiteY7" fmla="*/ 63175 h 638750"/>
                <a:gd name="connsiteX8" fmla="*/ 292989 w 473586"/>
                <a:gd name="connsiteY8" fmla="*/ 142085 h 638750"/>
                <a:gd name="connsiteX9" fmla="*/ 270491 w 473586"/>
                <a:gd name="connsiteY9" fmla="*/ 180831 h 638750"/>
                <a:gd name="connsiteX10" fmla="*/ 263159 w 473586"/>
                <a:gd name="connsiteY10" fmla="*/ 192747 h 638750"/>
                <a:gd name="connsiteX11" fmla="*/ 260076 w 473586"/>
                <a:gd name="connsiteY11" fmla="*/ 191164 h 638750"/>
                <a:gd name="connsiteX12" fmla="*/ 234495 w 473586"/>
                <a:gd name="connsiteY12" fmla="*/ 215745 h 638750"/>
                <a:gd name="connsiteX13" fmla="*/ 204914 w 473586"/>
                <a:gd name="connsiteY13" fmla="*/ 265240 h 638750"/>
                <a:gd name="connsiteX14" fmla="*/ 172917 w 473586"/>
                <a:gd name="connsiteY14" fmla="*/ 322319 h 638750"/>
                <a:gd name="connsiteX15" fmla="*/ 152335 w 473586"/>
                <a:gd name="connsiteY15" fmla="*/ 359815 h 638750"/>
                <a:gd name="connsiteX16" fmla="*/ 134004 w 473586"/>
                <a:gd name="connsiteY16" fmla="*/ 375980 h 638750"/>
                <a:gd name="connsiteX17" fmla="*/ 131921 w 473586"/>
                <a:gd name="connsiteY17" fmla="*/ 373481 h 638750"/>
                <a:gd name="connsiteX18" fmla="*/ 124338 w 473586"/>
                <a:gd name="connsiteY18" fmla="*/ 372897 h 638750"/>
                <a:gd name="connsiteX19" fmla="*/ 110256 w 473586"/>
                <a:gd name="connsiteY19" fmla="*/ 391812 h 638750"/>
                <a:gd name="connsiteX20" fmla="*/ 92924 w 473586"/>
                <a:gd name="connsiteY20" fmla="*/ 419476 h 638750"/>
                <a:gd name="connsiteX21" fmla="*/ 61177 w 473586"/>
                <a:gd name="connsiteY21" fmla="*/ 482054 h 638750"/>
                <a:gd name="connsiteX22" fmla="*/ 49261 w 473586"/>
                <a:gd name="connsiteY22" fmla="*/ 512968 h 638750"/>
                <a:gd name="connsiteX23" fmla="*/ 8598 w 473586"/>
                <a:gd name="connsiteY23" fmla="*/ 595794 h 638750"/>
                <a:gd name="connsiteX24" fmla="*/ 8848 w 473586"/>
                <a:gd name="connsiteY24" fmla="*/ 634790 h 638750"/>
                <a:gd name="connsiteX25" fmla="*/ 51011 w 473586"/>
                <a:gd name="connsiteY25" fmla="*/ 621375 h 638750"/>
                <a:gd name="connsiteX26" fmla="*/ 87341 w 473586"/>
                <a:gd name="connsiteY26" fmla="*/ 559047 h 638750"/>
                <a:gd name="connsiteX27" fmla="*/ 115922 w 473586"/>
                <a:gd name="connsiteY27" fmla="*/ 498469 h 638750"/>
                <a:gd name="connsiteX28" fmla="*/ 143919 w 473586"/>
                <a:gd name="connsiteY28" fmla="*/ 459889 h 638750"/>
                <a:gd name="connsiteX29" fmla="*/ 182666 w 473586"/>
                <a:gd name="connsiteY29" fmla="*/ 417227 h 638750"/>
                <a:gd name="connsiteX30" fmla="*/ 250827 w 473586"/>
                <a:gd name="connsiteY30" fmla="*/ 317569 h 638750"/>
                <a:gd name="connsiteX31" fmla="*/ 255576 w 473586"/>
                <a:gd name="connsiteY31" fmla="*/ 305070 h 638750"/>
                <a:gd name="connsiteX32" fmla="*/ 331736 w 473586"/>
                <a:gd name="connsiteY32" fmla="*/ 225494 h 638750"/>
                <a:gd name="connsiteX33" fmla="*/ 364233 w 473586"/>
                <a:gd name="connsiteY33" fmla="*/ 176665 h 638750"/>
                <a:gd name="connsiteX34" fmla="*/ 376315 w 473586"/>
                <a:gd name="connsiteY34" fmla="*/ 137835 h 638750"/>
                <a:gd name="connsiteX35" fmla="*/ 374732 w 473586"/>
                <a:gd name="connsiteY35" fmla="*/ 135752 h 638750"/>
                <a:gd name="connsiteX36" fmla="*/ 421061 w 473586"/>
                <a:gd name="connsiteY36" fmla="*/ 89589 h 638750"/>
                <a:gd name="connsiteX37" fmla="*/ 432310 w 473586"/>
                <a:gd name="connsiteY37" fmla="*/ 71758 h 638750"/>
                <a:gd name="connsiteX38" fmla="*/ 432644 w 473586"/>
                <a:gd name="connsiteY38" fmla="*/ 71341 h 638750"/>
                <a:gd name="connsiteX39" fmla="*/ 445309 w 473586"/>
                <a:gd name="connsiteY39" fmla="*/ 58676 h 638750"/>
                <a:gd name="connsiteX40" fmla="*/ 457891 w 473586"/>
                <a:gd name="connsiteY40" fmla="*/ 41594 h 638750"/>
                <a:gd name="connsiteX41" fmla="*/ 467890 w 473586"/>
                <a:gd name="connsiteY41" fmla="*/ 25595 h 638750"/>
                <a:gd name="connsiteX42" fmla="*/ 473557 w 473586"/>
                <a:gd name="connsiteY42" fmla="*/ 13763 h 638750"/>
                <a:gd name="connsiteX43" fmla="*/ 473557 w 473586"/>
                <a:gd name="connsiteY43" fmla="*/ 13763 h 638750"/>
                <a:gd name="connsiteX44" fmla="*/ 205081 w 473586"/>
                <a:gd name="connsiteY44" fmla="*/ 292821 h 638750"/>
                <a:gd name="connsiteX45" fmla="*/ 232328 w 473586"/>
                <a:gd name="connsiteY45" fmla="*/ 244159 h 638750"/>
                <a:gd name="connsiteX46" fmla="*/ 248743 w 473586"/>
                <a:gd name="connsiteY46" fmla="*/ 221494 h 638750"/>
                <a:gd name="connsiteX47" fmla="*/ 256576 w 473586"/>
                <a:gd name="connsiteY47" fmla="*/ 208579 h 638750"/>
                <a:gd name="connsiteX48" fmla="*/ 255409 w 473586"/>
                <a:gd name="connsiteY48" fmla="*/ 230743 h 638750"/>
                <a:gd name="connsiteX49" fmla="*/ 252910 w 473586"/>
                <a:gd name="connsiteY49" fmla="*/ 258158 h 638750"/>
                <a:gd name="connsiteX50" fmla="*/ 247160 w 473586"/>
                <a:gd name="connsiteY50" fmla="*/ 294071 h 638750"/>
                <a:gd name="connsiteX51" fmla="*/ 217163 w 473586"/>
                <a:gd name="connsiteY51" fmla="*/ 313153 h 638750"/>
                <a:gd name="connsiteX52" fmla="*/ 173083 w 473586"/>
                <a:gd name="connsiteY52" fmla="*/ 344233 h 638750"/>
                <a:gd name="connsiteX53" fmla="*/ 205081 w 473586"/>
                <a:gd name="connsiteY53" fmla="*/ 292821 h 638750"/>
                <a:gd name="connsiteX54" fmla="*/ 205081 w 473586"/>
                <a:gd name="connsiteY54" fmla="*/ 292821 h 638750"/>
                <a:gd name="connsiteX55" fmla="*/ 109839 w 473586"/>
                <a:gd name="connsiteY55" fmla="*/ 489887 h 638750"/>
                <a:gd name="connsiteX56" fmla="*/ 107923 w 473586"/>
                <a:gd name="connsiteY56" fmla="*/ 496803 h 638750"/>
                <a:gd name="connsiteX57" fmla="*/ 105506 w 473586"/>
                <a:gd name="connsiteY57" fmla="*/ 501552 h 638750"/>
                <a:gd name="connsiteX58" fmla="*/ 105423 w 473586"/>
                <a:gd name="connsiteY58" fmla="*/ 503885 h 638750"/>
                <a:gd name="connsiteX59" fmla="*/ 84925 w 473586"/>
                <a:gd name="connsiteY59" fmla="*/ 539966 h 638750"/>
                <a:gd name="connsiteX60" fmla="*/ 56594 w 473586"/>
                <a:gd name="connsiteY60" fmla="*/ 587378 h 638750"/>
                <a:gd name="connsiteX61" fmla="*/ 40762 w 473586"/>
                <a:gd name="connsiteY61" fmla="*/ 612126 h 638750"/>
                <a:gd name="connsiteX62" fmla="*/ 31013 w 473586"/>
                <a:gd name="connsiteY62" fmla="*/ 622541 h 638750"/>
                <a:gd name="connsiteX63" fmla="*/ 18098 w 473586"/>
                <a:gd name="connsiteY63" fmla="*/ 618458 h 638750"/>
                <a:gd name="connsiteX64" fmla="*/ 11931 w 473586"/>
                <a:gd name="connsiteY64" fmla="*/ 609626 h 638750"/>
                <a:gd name="connsiteX65" fmla="*/ 12098 w 473586"/>
                <a:gd name="connsiteY65" fmla="*/ 608459 h 638750"/>
                <a:gd name="connsiteX66" fmla="*/ 43762 w 473586"/>
                <a:gd name="connsiteY66" fmla="*/ 550298 h 638750"/>
                <a:gd name="connsiteX67" fmla="*/ 55344 w 473586"/>
                <a:gd name="connsiteY67" fmla="*/ 521634 h 638750"/>
                <a:gd name="connsiteX68" fmla="*/ 62427 w 473586"/>
                <a:gd name="connsiteY68" fmla="*/ 503802 h 638750"/>
                <a:gd name="connsiteX69" fmla="*/ 67426 w 473586"/>
                <a:gd name="connsiteY69" fmla="*/ 492637 h 638750"/>
                <a:gd name="connsiteX70" fmla="*/ 98174 w 473586"/>
                <a:gd name="connsiteY70" fmla="*/ 434558 h 638750"/>
                <a:gd name="connsiteX71" fmla="*/ 115506 w 473586"/>
                <a:gd name="connsiteY71" fmla="*/ 406478 h 638750"/>
                <a:gd name="connsiteX72" fmla="*/ 124921 w 473586"/>
                <a:gd name="connsiteY72" fmla="*/ 393562 h 638750"/>
                <a:gd name="connsiteX73" fmla="*/ 125255 w 473586"/>
                <a:gd name="connsiteY73" fmla="*/ 392979 h 638750"/>
                <a:gd name="connsiteX74" fmla="*/ 125921 w 473586"/>
                <a:gd name="connsiteY74" fmla="*/ 392646 h 638750"/>
                <a:gd name="connsiteX75" fmla="*/ 126338 w 473586"/>
                <a:gd name="connsiteY75" fmla="*/ 392312 h 638750"/>
                <a:gd name="connsiteX76" fmla="*/ 121672 w 473586"/>
                <a:gd name="connsiteY76" fmla="*/ 432975 h 638750"/>
                <a:gd name="connsiteX77" fmla="*/ 109839 w 473586"/>
                <a:gd name="connsiteY77" fmla="*/ 489887 h 638750"/>
                <a:gd name="connsiteX78" fmla="*/ 109839 w 473586"/>
                <a:gd name="connsiteY78" fmla="*/ 489887 h 638750"/>
                <a:gd name="connsiteX79" fmla="*/ 242244 w 473586"/>
                <a:gd name="connsiteY79" fmla="*/ 314569 h 638750"/>
                <a:gd name="connsiteX80" fmla="*/ 235161 w 473586"/>
                <a:gd name="connsiteY80" fmla="*/ 331484 h 638750"/>
                <a:gd name="connsiteX81" fmla="*/ 221829 w 473586"/>
                <a:gd name="connsiteY81" fmla="*/ 353566 h 638750"/>
                <a:gd name="connsiteX82" fmla="*/ 190082 w 473586"/>
                <a:gd name="connsiteY82" fmla="*/ 392562 h 638750"/>
                <a:gd name="connsiteX83" fmla="*/ 159502 w 473586"/>
                <a:gd name="connsiteY83" fmla="*/ 428142 h 638750"/>
                <a:gd name="connsiteX84" fmla="*/ 126338 w 473586"/>
                <a:gd name="connsiteY84" fmla="*/ 464306 h 638750"/>
                <a:gd name="connsiteX85" fmla="*/ 121588 w 473586"/>
                <a:gd name="connsiteY85" fmla="*/ 471055 h 638750"/>
                <a:gd name="connsiteX86" fmla="*/ 130171 w 473586"/>
                <a:gd name="connsiteY86" fmla="*/ 415727 h 638750"/>
                <a:gd name="connsiteX87" fmla="*/ 135504 w 473586"/>
                <a:gd name="connsiteY87" fmla="*/ 385729 h 638750"/>
                <a:gd name="connsiteX88" fmla="*/ 206997 w 473586"/>
                <a:gd name="connsiteY88" fmla="*/ 337567 h 638750"/>
                <a:gd name="connsiteX89" fmla="*/ 244077 w 473586"/>
                <a:gd name="connsiteY89" fmla="*/ 310736 h 638750"/>
                <a:gd name="connsiteX90" fmla="*/ 245494 w 473586"/>
                <a:gd name="connsiteY90" fmla="*/ 309820 h 638750"/>
                <a:gd name="connsiteX91" fmla="*/ 245827 w 473586"/>
                <a:gd name="connsiteY91" fmla="*/ 309986 h 638750"/>
                <a:gd name="connsiteX92" fmla="*/ 242244 w 473586"/>
                <a:gd name="connsiteY92" fmla="*/ 314569 h 638750"/>
                <a:gd name="connsiteX93" fmla="*/ 242244 w 473586"/>
                <a:gd name="connsiteY93" fmla="*/ 314569 h 638750"/>
                <a:gd name="connsiteX94" fmla="*/ 347235 w 473586"/>
                <a:gd name="connsiteY94" fmla="*/ 187581 h 638750"/>
                <a:gd name="connsiteX95" fmla="*/ 315154 w 473586"/>
                <a:gd name="connsiteY95" fmla="*/ 229827 h 638750"/>
                <a:gd name="connsiteX96" fmla="*/ 280574 w 473586"/>
                <a:gd name="connsiteY96" fmla="*/ 268990 h 638750"/>
                <a:gd name="connsiteX97" fmla="*/ 264159 w 473586"/>
                <a:gd name="connsiteY97" fmla="*/ 287822 h 638750"/>
                <a:gd name="connsiteX98" fmla="*/ 255743 w 473586"/>
                <a:gd name="connsiteY98" fmla="*/ 294988 h 638750"/>
                <a:gd name="connsiteX99" fmla="*/ 261742 w 473586"/>
                <a:gd name="connsiteY99" fmla="*/ 251908 h 638750"/>
                <a:gd name="connsiteX100" fmla="*/ 266075 w 473586"/>
                <a:gd name="connsiteY100" fmla="*/ 219078 h 638750"/>
                <a:gd name="connsiteX101" fmla="*/ 314904 w 473586"/>
                <a:gd name="connsiteY101" fmla="*/ 185248 h 638750"/>
                <a:gd name="connsiteX102" fmla="*/ 341818 w 473586"/>
                <a:gd name="connsiteY102" fmla="*/ 165916 h 638750"/>
                <a:gd name="connsiteX103" fmla="*/ 368816 w 473586"/>
                <a:gd name="connsiteY103" fmla="*/ 145668 h 638750"/>
                <a:gd name="connsiteX104" fmla="*/ 347235 w 473586"/>
                <a:gd name="connsiteY104" fmla="*/ 187581 h 638750"/>
                <a:gd name="connsiteX105" fmla="*/ 347235 w 473586"/>
                <a:gd name="connsiteY105" fmla="*/ 187581 h 638750"/>
                <a:gd name="connsiteX106" fmla="*/ 456225 w 473586"/>
                <a:gd name="connsiteY106" fmla="*/ 24262 h 638750"/>
                <a:gd name="connsiteX107" fmla="*/ 445726 w 473586"/>
                <a:gd name="connsiteY107" fmla="*/ 40177 h 638750"/>
                <a:gd name="connsiteX108" fmla="*/ 433394 w 473586"/>
                <a:gd name="connsiteY108" fmla="*/ 56009 h 638750"/>
                <a:gd name="connsiteX109" fmla="*/ 427394 w 473586"/>
                <a:gd name="connsiteY109" fmla="*/ 61759 h 638750"/>
                <a:gd name="connsiteX110" fmla="*/ 424894 w 473586"/>
                <a:gd name="connsiteY110" fmla="*/ 61175 h 638750"/>
                <a:gd name="connsiteX111" fmla="*/ 400313 w 473586"/>
                <a:gd name="connsiteY111" fmla="*/ 68841 h 638750"/>
                <a:gd name="connsiteX112" fmla="*/ 384648 w 473586"/>
                <a:gd name="connsiteY112" fmla="*/ 86340 h 638750"/>
                <a:gd name="connsiteX113" fmla="*/ 387481 w 473586"/>
                <a:gd name="connsiteY113" fmla="*/ 86923 h 638750"/>
                <a:gd name="connsiteX114" fmla="*/ 396230 w 473586"/>
                <a:gd name="connsiteY114" fmla="*/ 82840 h 638750"/>
                <a:gd name="connsiteX115" fmla="*/ 406979 w 473586"/>
                <a:gd name="connsiteY115" fmla="*/ 77007 h 638750"/>
                <a:gd name="connsiteX116" fmla="*/ 418062 w 473586"/>
                <a:gd name="connsiteY116" fmla="*/ 70841 h 638750"/>
                <a:gd name="connsiteX117" fmla="*/ 418228 w 473586"/>
                <a:gd name="connsiteY117" fmla="*/ 75091 h 638750"/>
                <a:gd name="connsiteX118" fmla="*/ 409979 w 473586"/>
                <a:gd name="connsiteY118" fmla="*/ 85673 h 638750"/>
                <a:gd name="connsiteX119" fmla="*/ 391647 w 473586"/>
                <a:gd name="connsiteY119" fmla="*/ 106588 h 638750"/>
                <a:gd name="connsiteX120" fmla="*/ 358733 w 473586"/>
                <a:gd name="connsiteY120" fmla="*/ 139668 h 638750"/>
                <a:gd name="connsiteX121" fmla="*/ 308155 w 473586"/>
                <a:gd name="connsiteY121" fmla="*/ 174915 h 638750"/>
                <a:gd name="connsiteX122" fmla="*/ 266409 w 473586"/>
                <a:gd name="connsiteY122" fmla="*/ 208912 h 638750"/>
                <a:gd name="connsiteX123" fmla="*/ 266242 w 473586"/>
                <a:gd name="connsiteY123" fmla="*/ 205412 h 638750"/>
                <a:gd name="connsiteX124" fmla="*/ 291990 w 473586"/>
                <a:gd name="connsiteY124" fmla="*/ 173082 h 638750"/>
                <a:gd name="connsiteX125" fmla="*/ 328736 w 473586"/>
                <a:gd name="connsiteY125" fmla="*/ 112837 h 638750"/>
                <a:gd name="connsiteX126" fmla="*/ 370399 w 473586"/>
                <a:gd name="connsiteY126" fmla="*/ 48927 h 638750"/>
                <a:gd name="connsiteX127" fmla="*/ 379482 w 473586"/>
                <a:gd name="connsiteY127" fmla="*/ 39011 h 638750"/>
                <a:gd name="connsiteX128" fmla="*/ 378648 w 473586"/>
                <a:gd name="connsiteY128" fmla="*/ 52093 h 638750"/>
                <a:gd name="connsiteX129" fmla="*/ 375649 w 473586"/>
                <a:gd name="connsiteY129" fmla="*/ 59176 h 638750"/>
                <a:gd name="connsiteX130" fmla="*/ 375732 w 473586"/>
                <a:gd name="connsiteY130" fmla="*/ 60592 h 638750"/>
                <a:gd name="connsiteX131" fmla="*/ 367233 w 473586"/>
                <a:gd name="connsiteY131" fmla="*/ 88756 h 638750"/>
                <a:gd name="connsiteX132" fmla="*/ 349568 w 473586"/>
                <a:gd name="connsiteY132" fmla="*/ 103088 h 638750"/>
                <a:gd name="connsiteX133" fmla="*/ 331569 w 473586"/>
                <a:gd name="connsiteY133" fmla="*/ 122920 h 638750"/>
                <a:gd name="connsiteX134" fmla="*/ 334486 w 473586"/>
                <a:gd name="connsiteY134" fmla="*/ 125503 h 638750"/>
                <a:gd name="connsiteX135" fmla="*/ 334486 w 473586"/>
                <a:gd name="connsiteY135" fmla="*/ 125503 h 638750"/>
                <a:gd name="connsiteX136" fmla="*/ 341735 w 473586"/>
                <a:gd name="connsiteY136" fmla="*/ 121337 h 638750"/>
                <a:gd name="connsiteX137" fmla="*/ 349818 w 473586"/>
                <a:gd name="connsiteY137" fmla="*/ 114837 h 638750"/>
                <a:gd name="connsiteX138" fmla="*/ 361983 w 473586"/>
                <a:gd name="connsiteY138" fmla="*/ 104505 h 638750"/>
                <a:gd name="connsiteX139" fmla="*/ 370566 w 473586"/>
                <a:gd name="connsiteY139" fmla="*/ 98172 h 638750"/>
                <a:gd name="connsiteX140" fmla="*/ 371316 w 473586"/>
                <a:gd name="connsiteY140" fmla="*/ 95506 h 638750"/>
                <a:gd name="connsiteX141" fmla="*/ 370649 w 473586"/>
                <a:gd name="connsiteY141" fmla="*/ 99005 h 638750"/>
                <a:gd name="connsiteX142" fmla="*/ 365400 w 473586"/>
                <a:gd name="connsiteY142" fmla="*/ 119670 h 638750"/>
                <a:gd name="connsiteX143" fmla="*/ 370816 w 473586"/>
                <a:gd name="connsiteY143" fmla="*/ 121503 h 638750"/>
                <a:gd name="connsiteX144" fmla="*/ 374399 w 473586"/>
                <a:gd name="connsiteY144" fmla="*/ 86840 h 638750"/>
                <a:gd name="connsiteX145" fmla="*/ 385398 w 473586"/>
                <a:gd name="connsiteY145" fmla="*/ 55343 h 638750"/>
                <a:gd name="connsiteX146" fmla="*/ 430894 w 473586"/>
                <a:gd name="connsiteY146" fmla="*/ 13930 h 638750"/>
                <a:gd name="connsiteX147" fmla="*/ 431810 w 473586"/>
                <a:gd name="connsiteY147" fmla="*/ 13430 h 638750"/>
                <a:gd name="connsiteX148" fmla="*/ 429977 w 473586"/>
                <a:gd name="connsiteY148" fmla="*/ 17679 h 638750"/>
                <a:gd name="connsiteX149" fmla="*/ 419395 w 473586"/>
                <a:gd name="connsiteY149" fmla="*/ 46177 h 638750"/>
                <a:gd name="connsiteX150" fmla="*/ 426477 w 473586"/>
                <a:gd name="connsiteY150" fmla="*/ 51010 h 638750"/>
                <a:gd name="connsiteX151" fmla="*/ 439060 w 473586"/>
                <a:gd name="connsiteY151" fmla="*/ 25429 h 638750"/>
                <a:gd name="connsiteX152" fmla="*/ 458224 w 473586"/>
                <a:gd name="connsiteY152" fmla="*/ 18762 h 638750"/>
                <a:gd name="connsiteX153" fmla="*/ 456225 w 473586"/>
                <a:gd name="connsiteY153" fmla="*/ 24262 h 638750"/>
                <a:gd name="connsiteX154" fmla="*/ 456225 w 473586"/>
                <a:gd name="connsiteY154" fmla="*/ 24262 h 63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Lst>
              <a:rect l="l" t="t" r="r" b="b"/>
              <a:pathLst>
                <a:path w="473586" h="638750">
                  <a:moveTo>
                    <a:pt x="473557" y="13763"/>
                  </a:moveTo>
                  <a:cubicBezTo>
                    <a:pt x="471973" y="-1319"/>
                    <a:pt x="454891" y="7264"/>
                    <a:pt x="442809" y="15430"/>
                  </a:cubicBezTo>
                  <a:cubicBezTo>
                    <a:pt x="443059" y="14680"/>
                    <a:pt x="443309" y="13930"/>
                    <a:pt x="443642" y="13180"/>
                  </a:cubicBezTo>
                  <a:cubicBezTo>
                    <a:pt x="445976" y="7180"/>
                    <a:pt x="446059" y="-986"/>
                    <a:pt x="437143" y="98"/>
                  </a:cubicBezTo>
                  <a:cubicBezTo>
                    <a:pt x="426311" y="1347"/>
                    <a:pt x="413895" y="13930"/>
                    <a:pt x="406813" y="21262"/>
                  </a:cubicBezTo>
                  <a:cubicBezTo>
                    <a:pt x="402230" y="26012"/>
                    <a:pt x="396063" y="31428"/>
                    <a:pt x="390397" y="37178"/>
                  </a:cubicBezTo>
                  <a:cubicBezTo>
                    <a:pt x="390564" y="33928"/>
                    <a:pt x="389981" y="30845"/>
                    <a:pt x="387731" y="28762"/>
                  </a:cubicBezTo>
                  <a:cubicBezTo>
                    <a:pt x="374732" y="16679"/>
                    <a:pt x="347151" y="56009"/>
                    <a:pt x="341818" y="63175"/>
                  </a:cubicBezTo>
                  <a:cubicBezTo>
                    <a:pt x="323070" y="87923"/>
                    <a:pt x="309155" y="115670"/>
                    <a:pt x="292989" y="142085"/>
                  </a:cubicBezTo>
                  <a:cubicBezTo>
                    <a:pt x="285240" y="154834"/>
                    <a:pt x="278241" y="167999"/>
                    <a:pt x="270491" y="180831"/>
                  </a:cubicBezTo>
                  <a:cubicBezTo>
                    <a:pt x="268242" y="184498"/>
                    <a:pt x="265492" y="188581"/>
                    <a:pt x="263159" y="192747"/>
                  </a:cubicBezTo>
                  <a:cubicBezTo>
                    <a:pt x="262326" y="191997"/>
                    <a:pt x="261326" y="191414"/>
                    <a:pt x="260076" y="191164"/>
                  </a:cubicBezTo>
                  <a:cubicBezTo>
                    <a:pt x="247577" y="188331"/>
                    <a:pt x="240327" y="207579"/>
                    <a:pt x="234495" y="215745"/>
                  </a:cubicBezTo>
                  <a:cubicBezTo>
                    <a:pt x="223162" y="231493"/>
                    <a:pt x="213330" y="247825"/>
                    <a:pt x="204914" y="265240"/>
                  </a:cubicBezTo>
                  <a:cubicBezTo>
                    <a:pt x="195498" y="284905"/>
                    <a:pt x="183916" y="303487"/>
                    <a:pt x="172917" y="322319"/>
                  </a:cubicBezTo>
                  <a:cubicBezTo>
                    <a:pt x="165834" y="334567"/>
                    <a:pt x="159252" y="347483"/>
                    <a:pt x="152335" y="359815"/>
                  </a:cubicBezTo>
                  <a:cubicBezTo>
                    <a:pt x="145919" y="364898"/>
                    <a:pt x="139837" y="370231"/>
                    <a:pt x="134004" y="375980"/>
                  </a:cubicBezTo>
                  <a:cubicBezTo>
                    <a:pt x="133504" y="374980"/>
                    <a:pt x="132837" y="374064"/>
                    <a:pt x="131921" y="373481"/>
                  </a:cubicBezTo>
                  <a:cubicBezTo>
                    <a:pt x="129671" y="371814"/>
                    <a:pt x="126838" y="371314"/>
                    <a:pt x="124338" y="372897"/>
                  </a:cubicBezTo>
                  <a:cubicBezTo>
                    <a:pt x="117755" y="377147"/>
                    <a:pt x="114672" y="385563"/>
                    <a:pt x="110256" y="391812"/>
                  </a:cubicBezTo>
                  <a:cubicBezTo>
                    <a:pt x="103923" y="400728"/>
                    <a:pt x="98340" y="410061"/>
                    <a:pt x="92924" y="419476"/>
                  </a:cubicBezTo>
                  <a:cubicBezTo>
                    <a:pt x="81342" y="439975"/>
                    <a:pt x="70759" y="460639"/>
                    <a:pt x="61177" y="482054"/>
                  </a:cubicBezTo>
                  <a:cubicBezTo>
                    <a:pt x="56594" y="492220"/>
                    <a:pt x="52928" y="502552"/>
                    <a:pt x="49261" y="512968"/>
                  </a:cubicBezTo>
                  <a:cubicBezTo>
                    <a:pt x="36096" y="540799"/>
                    <a:pt x="23430" y="568880"/>
                    <a:pt x="8598" y="595794"/>
                  </a:cubicBezTo>
                  <a:cubicBezTo>
                    <a:pt x="1599" y="608626"/>
                    <a:pt x="-6734" y="624291"/>
                    <a:pt x="8848" y="634790"/>
                  </a:cubicBezTo>
                  <a:cubicBezTo>
                    <a:pt x="24097" y="645039"/>
                    <a:pt x="41429" y="633540"/>
                    <a:pt x="51011" y="621375"/>
                  </a:cubicBezTo>
                  <a:cubicBezTo>
                    <a:pt x="65927" y="602460"/>
                    <a:pt x="75676" y="579879"/>
                    <a:pt x="87341" y="559047"/>
                  </a:cubicBezTo>
                  <a:cubicBezTo>
                    <a:pt x="98590" y="538966"/>
                    <a:pt x="110339" y="520801"/>
                    <a:pt x="115922" y="498469"/>
                  </a:cubicBezTo>
                  <a:cubicBezTo>
                    <a:pt x="125671" y="486054"/>
                    <a:pt x="133587" y="471888"/>
                    <a:pt x="143919" y="459889"/>
                  </a:cubicBezTo>
                  <a:cubicBezTo>
                    <a:pt x="156418" y="445391"/>
                    <a:pt x="170084" y="431809"/>
                    <a:pt x="182666" y="417227"/>
                  </a:cubicBezTo>
                  <a:cubicBezTo>
                    <a:pt x="209247" y="386396"/>
                    <a:pt x="232662" y="354066"/>
                    <a:pt x="250827" y="317569"/>
                  </a:cubicBezTo>
                  <a:cubicBezTo>
                    <a:pt x="252410" y="314319"/>
                    <a:pt x="254826" y="309486"/>
                    <a:pt x="255576" y="305070"/>
                  </a:cubicBezTo>
                  <a:cubicBezTo>
                    <a:pt x="283490" y="280739"/>
                    <a:pt x="310821" y="256491"/>
                    <a:pt x="331736" y="225494"/>
                  </a:cubicBezTo>
                  <a:cubicBezTo>
                    <a:pt x="342652" y="209245"/>
                    <a:pt x="354567" y="193747"/>
                    <a:pt x="364233" y="176665"/>
                  </a:cubicBezTo>
                  <a:cubicBezTo>
                    <a:pt x="370149" y="166166"/>
                    <a:pt x="379315" y="150251"/>
                    <a:pt x="376315" y="137835"/>
                  </a:cubicBezTo>
                  <a:cubicBezTo>
                    <a:pt x="376065" y="136919"/>
                    <a:pt x="375482" y="136252"/>
                    <a:pt x="374732" y="135752"/>
                  </a:cubicBezTo>
                  <a:cubicBezTo>
                    <a:pt x="392647" y="123336"/>
                    <a:pt x="407979" y="106838"/>
                    <a:pt x="421061" y="89589"/>
                  </a:cubicBezTo>
                  <a:cubicBezTo>
                    <a:pt x="424311" y="85340"/>
                    <a:pt x="431060" y="78257"/>
                    <a:pt x="432310" y="71758"/>
                  </a:cubicBezTo>
                  <a:cubicBezTo>
                    <a:pt x="432394" y="71591"/>
                    <a:pt x="432560" y="71508"/>
                    <a:pt x="432644" y="71341"/>
                  </a:cubicBezTo>
                  <a:cubicBezTo>
                    <a:pt x="436060" y="66342"/>
                    <a:pt x="441393" y="63342"/>
                    <a:pt x="445309" y="58676"/>
                  </a:cubicBezTo>
                  <a:cubicBezTo>
                    <a:pt x="449892" y="53343"/>
                    <a:pt x="453725" y="47177"/>
                    <a:pt x="457891" y="41594"/>
                  </a:cubicBezTo>
                  <a:cubicBezTo>
                    <a:pt x="461724" y="36428"/>
                    <a:pt x="464724" y="31178"/>
                    <a:pt x="467890" y="25595"/>
                  </a:cubicBezTo>
                  <a:cubicBezTo>
                    <a:pt x="469890" y="22429"/>
                    <a:pt x="473973" y="17929"/>
                    <a:pt x="473557" y="13763"/>
                  </a:cubicBezTo>
                  <a:lnTo>
                    <a:pt x="473557" y="13763"/>
                  </a:lnTo>
                  <a:close/>
                  <a:moveTo>
                    <a:pt x="205081" y="292821"/>
                  </a:moveTo>
                  <a:cubicBezTo>
                    <a:pt x="214830" y="276906"/>
                    <a:pt x="222163" y="259824"/>
                    <a:pt x="232328" y="244159"/>
                  </a:cubicBezTo>
                  <a:cubicBezTo>
                    <a:pt x="237494" y="236326"/>
                    <a:pt x="243077" y="228910"/>
                    <a:pt x="248743" y="221494"/>
                  </a:cubicBezTo>
                  <a:cubicBezTo>
                    <a:pt x="250160" y="219661"/>
                    <a:pt x="253576" y="213162"/>
                    <a:pt x="256576" y="208579"/>
                  </a:cubicBezTo>
                  <a:cubicBezTo>
                    <a:pt x="257826" y="215578"/>
                    <a:pt x="255659" y="225077"/>
                    <a:pt x="255409" y="230743"/>
                  </a:cubicBezTo>
                  <a:cubicBezTo>
                    <a:pt x="255076" y="239993"/>
                    <a:pt x="253910" y="248992"/>
                    <a:pt x="252910" y="258158"/>
                  </a:cubicBezTo>
                  <a:cubicBezTo>
                    <a:pt x="251577" y="270240"/>
                    <a:pt x="248827" y="282072"/>
                    <a:pt x="247160" y="294071"/>
                  </a:cubicBezTo>
                  <a:cubicBezTo>
                    <a:pt x="237078" y="293571"/>
                    <a:pt x="223329" y="308320"/>
                    <a:pt x="217163" y="313153"/>
                  </a:cubicBezTo>
                  <a:cubicBezTo>
                    <a:pt x="203081" y="324152"/>
                    <a:pt x="187915" y="333901"/>
                    <a:pt x="173083" y="344233"/>
                  </a:cubicBezTo>
                  <a:cubicBezTo>
                    <a:pt x="185332" y="327985"/>
                    <a:pt x="194998" y="309236"/>
                    <a:pt x="205081" y="292821"/>
                  </a:cubicBezTo>
                  <a:lnTo>
                    <a:pt x="205081" y="292821"/>
                  </a:lnTo>
                  <a:close/>
                  <a:moveTo>
                    <a:pt x="109839" y="489887"/>
                  </a:moveTo>
                  <a:cubicBezTo>
                    <a:pt x="109256" y="492220"/>
                    <a:pt x="108589" y="494553"/>
                    <a:pt x="107923" y="496803"/>
                  </a:cubicBezTo>
                  <a:cubicBezTo>
                    <a:pt x="107090" y="498386"/>
                    <a:pt x="106340" y="499969"/>
                    <a:pt x="105506" y="501552"/>
                  </a:cubicBezTo>
                  <a:cubicBezTo>
                    <a:pt x="105090" y="502386"/>
                    <a:pt x="105090" y="503219"/>
                    <a:pt x="105423" y="503885"/>
                  </a:cubicBezTo>
                  <a:cubicBezTo>
                    <a:pt x="100340" y="516718"/>
                    <a:pt x="93091" y="528050"/>
                    <a:pt x="84925" y="539966"/>
                  </a:cubicBezTo>
                  <a:cubicBezTo>
                    <a:pt x="74509" y="555131"/>
                    <a:pt x="65927" y="571546"/>
                    <a:pt x="56594" y="587378"/>
                  </a:cubicBezTo>
                  <a:cubicBezTo>
                    <a:pt x="51595" y="595794"/>
                    <a:pt x="46678" y="604293"/>
                    <a:pt x="40762" y="612126"/>
                  </a:cubicBezTo>
                  <a:cubicBezTo>
                    <a:pt x="37929" y="615792"/>
                    <a:pt x="34929" y="619875"/>
                    <a:pt x="31013" y="622541"/>
                  </a:cubicBezTo>
                  <a:cubicBezTo>
                    <a:pt x="25680" y="627624"/>
                    <a:pt x="21347" y="626208"/>
                    <a:pt x="18098" y="618458"/>
                  </a:cubicBezTo>
                  <a:cubicBezTo>
                    <a:pt x="11431" y="616209"/>
                    <a:pt x="9432" y="613292"/>
                    <a:pt x="11931" y="609626"/>
                  </a:cubicBezTo>
                  <a:cubicBezTo>
                    <a:pt x="11931" y="609209"/>
                    <a:pt x="12015" y="608793"/>
                    <a:pt x="12098" y="608459"/>
                  </a:cubicBezTo>
                  <a:cubicBezTo>
                    <a:pt x="23514" y="589544"/>
                    <a:pt x="34513" y="570463"/>
                    <a:pt x="43762" y="550298"/>
                  </a:cubicBezTo>
                  <a:cubicBezTo>
                    <a:pt x="48095" y="540882"/>
                    <a:pt x="51678" y="531300"/>
                    <a:pt x="55344" y="521634"/>
                  </a:cubicBezTo>
                  <a:cubicBezTo>
                    <a:pt x="57761" y="515718"/>
                    <a:pt x="60094" y="509802"/>
                    <a:pt x="62427" y="503802"/>
                  </a:cubicBezTo>
                  <a:cubicBezTo>
                    <a:pt x="64010" y="500053"/>
                    <a:pt x="65677" y="496303"/>
                    <a:pt x="67426" y="492637"/>
                  </a:cubicBezTo>
                  <a:cubicBezTo>
                    <a:pt x="77092" y="472888"/>
                    <a:pt x="87258" y="453640"/>
                    <a:pt x="98174" y="434558"/>
                  </a:cubicBezTo>
                  <a:cubicBezTo>
                    <a:pt x="103673" y="424976"/>
                    <a:pt x="109256" y="415560"/>
                    <a:pt x="115506" y="406478"/>
                  </a:cubicBezTo>
                  <a:cubicBezTo>
                    <a:pt x="118505" y="402061"/>
                    <a:pt x="122088" y="397978"/>
                    <a:pt x="124921" y="393562"/>
                  </a:cubicBezTo>
                  <a:cubicBezTo>
                    <a:pt x="125005" y="393395"/>
                    <a:pt x="125171" y="393145"/>
                    <a:pt x="125255" y="392979"/>
                  </a:cubicBezTo>
                  <a:cubicBezTo>
                    <a:pt x="125505" y="392896"/>
                    <a:pt x="125671" y="392812"/>
                    <a:pt x="125921" y="392646"/>
                  </a:cubicBezTo>
                  <a:cubicBezTo>
                    <a:pt x="126088" y="392562"/>
                    <a:pt x="126171" y="392479"/>
                    <a:pt x="126338" y="392312"/>
                  </a:cubicBezTo>
                  <a:cubicBezTo>
                    <a:pt x="126004" y="405894"/>
                    <a:pt x="122088" y="430225"/>
                    <a:pt x="121672" y="432975"/>
                  </a:cubicBezTo>
                  <a:cubicBezTo>
                    <a:pt x="118922" y="452140"/>
                    <a:pt x="114505" y="471138"/>
                    <a:pt x="109839" y="489887"/>
                  </a:cubicBezTo>
                  <a:lnTo>
                    <a:pt x="109839" y="489887"/>
                  </a:lnTo>
                  <a:close/>
                  <a:moveTo>
                    <a:pt x="242244" y="314569"/>
                  </a:moveTo>
                  <a:cubicBezTo>
                    <a:pt x="239411" y="319402"/>
                    <a:pt x="237828" y="326151"/>
                    <a:pt x="235161" y="331484"/>
                  </a:cubicBezTo>
                  <a:cubicBezTo>
                    <a:pt x="231245" y="339234"/>
                    <a:pt x="226662" y="346316"/>
                    <a:pt x="221829" y="353566"/>
                  </a:cubicBezTo>
                  <a:cubicBezTo>
                    <a:pt x="212497" y="367731"/>
                    <a:pt x="200414" y="379147"/>
                    <a:pt x="190082" y="392562"/>
                  </a:cubicBezTo>
                  <a:cubicBezTo>
                    <a:pt x="180666" y="404894"/>
                    <a:pt x="170000" y="416727"/>
                    <a:pt x="159502" y="428142"/>
                  </a:cubicBezTo>
                  <a:cubicBezTo>
                    <a:pt x="148336" y="440225"/>
                    <a:pt x="136587" y="451307"/>
                    <a:pt x="126338" y="464306"/>
                  </a:cubicBezTo>
                  <a:cubicBezTo>
                    <a:pt x="124588" y="466472"/>
                    <a:pt x="123088" y="468805"/>
                    <a:pt x="121588" y="471055"/>
                  </a:cubicBezTo>
                  <a:cubicBezTo>
                    <a:pt x="125171" y="452723"/>
                    <a:pt x="128254" y="434225"/>
                    <a:pt x="130171" y="415727"/>
                  </a:cubicBezTo>
                  <a:cubicBezTo>
                    <a:pt x="130754" y="409727"/>
                    <a:pt x="135087" y="396145"/>
                    <a:pt x="135504" y="385729"/>
                  </a:cubicBezTo>
                  <a:cubicBezTo>
                    <a:pt x="158918" y="369064"/>
                    <a:pt x="183166" y="353816"/>
                    <a:pt x="206997" y="337567"/>
                  </a:cubicBezTo>
                  <a:cubicBezTo>
                    <a:pt x="219579" y="328985"/>
                    <a:pt x="231662" y="319652"/>
                    <a:pt x="244077" y="310736"/>
                  </a:cubicBezTo>
                  <a:cubicBezTo>
                    <a:pt x="244744" y="310236"/>
                    <a:pt x="245161" y="309986"/>
                    <a:pt x="245494" y="309820"/>
                  </a:cubicBezTo>
                  <a:cubicBezTo>
                    <a:pt x="245577" y="309903"/>
                    <a:pt x="245744" y="309986"/>
                    <a:pt x="245827" y="309986"/>
                  </a:cubicBezTo>
                  <a:cubicBezTo>
                    <a:pt x="245244" y="310903"/>
                    <a:pt x="242994" y="313236"/>
                    <a:pt x="242244" y="314569"/>
                  </a:cubicBezTo>
                  <a:lnTo>
                    <a:pt x="242244" y="314569"/>
                  </a:lnTo>
                  <a:close/>
                  <a:moveTo>
                    <a:pt x="347235" y="187581"/>
                  </a:moveTo>
                  <a:cubicBezTo>
                    <a:pt x="337402" y="202079"/>
                    <a:pt x="326403" y="216411"/>
                    <a:pt x="315154" y="229827"/>
                  </a:cubicBezTo>
                  <a:cubicBezTo>
                    <a:pt x="304072" y="243159"/>
                    <a:pt x="292490" y="256324"/>
                    <a:pt x="280574" y="268990"/>
                  </a:cubicBezTo>
                  <a:cubicBezTo>
                    <a:pt x="274825" y="275073"/>
                    <a:pt x="270241" y="282072"/>
                    <a:pt x="264159" y="287822"/>
                  </a:cubicBezTo>
                  <a:cubicBezTo>
                    <a:pt x="261492" y="290321"/>
                    <a:pt x="258576" y="292738"/>
                    <a:pt x="255743" y="294988"/>
                  </a:cubicBezTo>
                  <a:cubicBezTo>
                    <a:pt x="258326" y="280739"/>
                    <a:pt x="259826" y="266157"/>
                    <a:pt x="261742" y="251908"/>
                  </a:cubicBezTo>
                  <a:cubicBezTo>
                    <a:pt x="263076" y="241659"/>
                    <a:pt x="265242" y="230243"/>
                    <a:pt x="266075" y="219078"/>
                  </a:cubicBezTo>
                  <a:cubicBezTo>
                    <a:pt x="281824" y="207329"/>
                    <a:pt x="298906" y="196746"/>
                    <a:pt x="314904" y="185248"/>
                  </a:cubicBezTo>
                  <a:cubicBezTo>
                    <a:pt x="323903" y="178748"/>
                    <a:pt x="333069" y="172665"/>
                    <a:pt x="341818" y="165916"/>
                  </a:cubicBezTo>
                  <a:cubicBezTo>
                    <a:pt x="350484" y="159417"/>
                    <a:pt x="359234" y="151167"/>
                    <a:pt x="368816" y="145668"/>
                  </a:cubicBezTo>
                  <a:cubicBezTo>
                    <a:pt x="368399" y="159500"/>
                    <a:pt x="353401" y="178581"/>
                    <a:pt x="347235" y="187581"/>
                  </a:cubicBezTo>
                  <a:lnTo>
                    <a:pt x="347235" y="187581"/>
                  </a:lnTo>
                  <a:close/>
                  <a:moveTo>
                    <a:pt x="456225" y="24262"/>
                  </a:moveTo>
                  <a:cubicBezTo>
                    <a:pt x="453308" y="29928"/>
                    <a:pt x="449392" y="34928"/>
                    <a:pt x="445726" y="40177"/>
                  </a:cubicBezTo>
                  <a:cubicBezTo>
                    <a:pt x="441893" y="45677"/>
                    <a:pt x="438393" y="51510"/>
                    <a:pt x="433394" y="56009"/>
                  </a:cubicBezTo>
                  <a:cubicBezTo>
                    <a:pt x="431060" y="58092"/>
                    <a:pt x="429060" y="59759"/>
                    <a:pt x="427394" y="61759"/>
                  </a:cubicBezTo>
                  <a:cubicBezTo>
                    <a:pt x="426644" y="61425"/>
                    <a:pt x="425811" y="61259"/>
                    <a:pt x="424894" y="61175"/>
                  </a:cubicBezTo>
                  <a:cubicBezTo>
                    <a:pt x="418645" y="54593"/>
                    <a:pt x="405646" y="65008"/>
                    <a:pt x="400313" y="68841"/>
                  </a:cubicBezTo>
                  <a:cubicBezTo>
                    <a:pt x="395230" y="72508"/>
                    <a:pt x="383065" y="78674"/>
                    <a:pt x="384648" y="86340"/>
                  </a:cubicBezTo>
                  <a:cubicBezTo>
                    <a:pt x="384898" y="87590"/>
                    <a:pt x="386731" y="87840"/>
                    <a:pt x="387481" y="86923"/>
                  </a:cubicBezTo>
                  <a:cubicBezTo>
                    <a:pt x="389148" y="84923"/>
                    <a:pt x="393980" y="83923"/>
                    <a:pt x="396230" y="82840"/>
                  </a:cubicBezTo>
                  <a:cubicBezTo>
                    <a:pt x="399896" y="81090"/>
                    <a:pt x="403480" y="79007"/>
                    <a:pt x="406979" y="77007"/>
                  </a:cubicBezTo>
                  <a:cubicBezTo>
                    <a:pt x="410646" y="74924"/>
                    <a:pt x="414228" y="72674"/>
                    <a:pt x="418062" y="70841"/>
                  </a:cubicBezTo>
                  <a:cubicBezTo>
                    <a:pt x="421395" y="70758"/>
                    <a:pt x="419811" y="71758"/>
                    <a:pt x="418228" y="75091"/>
                  </a:cubicBezTo>
                  <a:cubicBezTo>
                    <a:pt x="416645" y="78507"/>
                    <a:pt x="412395" y="82840"/>
                    <a:pt x="409979" y="85673"/>
                  </a:cubicBezTo>
                  <a:cubicBezTo>
                    <a:pt x="403980" y="92673"/>
                    <a:pt x="397980" y="99839"/>
                    <a:pt x="391647" y="106588"/>
                  </a:cubicBezTo>
                  <a:cubicBezTo>
                    <a:pt x="380982" y="117920"/>
                    <a:pt x="369566" y="128503"/>
                    <a:pt x="358733" y="139668"/>
                  </a:cubicBezTo>
                  <a:cubicBezTo>
                    <a:pt x="340318" y="148001"/>
                    <a:pt x="323737" y="163333"/>
                    <a:pt x="308155" y="174915"/>
                  </a:cubicBezTo>
                  <a:cubicBezTo>
                    <a:pt x="294239" y="185248"/>
                    <a:pt x="278074" y="195580"/>
                    <a:pt x="266409" y="208912"/>
                  </a:cubicBezTo>
                  <a:cubicBezTo>
                    <a:pt x="266409" y="207746"/>
                    <a:pt x="266325" y="206579"/>
                    <a:pt x="266242" y="205412"/>
                  </a:cubicBezTo>
                  <a:cubicBezTo>
                    <a:pt x="276658" y="197746"/>
                    <a:pt x="285907" y="182081"/>
                    <a:pt x="291990" y="173082"/>
                  </a:cubicBezTo>
                  <a:cubicBezTo>
                    <a:pt x="304822" y="153917"/>
                    <a:pt x="318071" y="133252"/>
                    <a:pt x="328736" y="112837"/>
                  </a:cubicBezTo>
                  <a:cubicBezTo>
                    <a:pt x="340402" y="90339"/>
                    <a:pt x="353984" y="68341"/>
                    <a:pt x="370399" y="48927"/>
                  </a:cubicBezTo>
                  <a:cubicBezTo>
                    <a:pt x="371732" y="47343"/>
                    <a:pt x="377149" y="39177"/>
                    <a:pt x="379482" y="39011"/>
                  </a:cubicBezTo>
                  <a:cubicBezTo>
                    <a:pt x="383815" y="38761"/>
                    <a:pt x="380565" y="47343"/>
                    <a:pt x="378648" y="52093"/>
                  </a:cubicBezTo>
                  <a:cubicBezTo>
                    <a:pt x="377315" y="54426"/>
                    <a:pt x="376315" y="56759"/>
                    <a:pt x="375649" y="59176"/>
                  </a:cubicBezTo>
                  <a:cubicBezTo>
                    <a:pt x="375482" y="59759"/>
                    <a:pt x="375565" y="60175"/>
                    <a:pt x="375732" y="60592"/>
                  </a:cubicBezTo>
                  <a:cubicBezTo>
                    <a:pt x="372732" y="69925"/>
                    <a:pt x="369982" y="79340"/>
                    <a:pt x="367233" y="88756"/>
                  </a:cubicBezTo>
                  <a:cubicBezTo>
                    <a:pt x="360317" y="91839"/>
                    <a:pt x="354901" y="97922"/>
                    <a:pt x="349568" y="103088"/>
                  </a:cubicBezTo>
                  <a:cubicBezTo>
                    <a:pt x="343485" y="108921"/>
                    <a:pt x="334986" y="115004"/>
                    <a:pt x="331569" y="122920"/>
                  </a:cubicBezTo>
                  <a:cubicBezTo>
                    <a:pt x="330736" y="124920"/>
                    <a:pt x="332986" y="126419"/>
                    <a:pt x="334486" y="125503"/>
                  </a:cubicBezTo>
                  <a:lnTo>
                    <a:pt x="334486" y="125503"/>
                  </a:lnTo>
                  <a:cubicBezTo>
                    <a:pt x="336652" y="123920"/>
                    <a:pt x="339485" y="122920"/>
                    <a:pt x="341735" y="121337"/>
                  </a:cubicBezTo>
                  <a:cubicBezTo>
                    <a:pt x="344568" y="119337"/>
                    <a:pt x="347151" y="117004"/>
                    <a:pt x="349818" y="114837"/>
                  </a:cubicBezTo>
                  <a:cubicBezTo>
                    <a:pt x="353984" y="111504"/>
                    <a:pt x="357984" y="108088"/>
                    <a:pt x="361983" y="104505"/>
                  </a:cubicBezTo>
                  <a:cubicBezTo>
                    <a:pt x="364733" y="102088"/>
                    <a:pt x="367566" y="100255"/>
                    <a:pt x="370566" y="98172"/>
                  </a:cubicBezTo>
                  <a:cubicBezTo>
                    <a:pt x="370816" y="97255"/>
                    <a:pt x="371066" y="96422"/>
                    <a:pt x="371316" y="95506"/>
                  </a:cubicBezTo>
                  <a:cubicBezTo>
                    <a:pt x="371149" y="96672"/>
                    <a:pt x="370899" y="97839"/>
                    <a:pt x="370649" y="99005"/>
                  </a:cubicBezTo>
                  <a:cubicBezTo>
                    <a:pt x="369066" y="106005"/>
                    <a:pt x="365566" y="112421"/>
                    <a:pt x="365400" y="119670"/>
                  </a:cubicBezTo>
                  <a:cubicBezTo>
                    <a:pt x="365316" y="122420"/>
                    <a:pt x="369066" y="123336"/>
                    <a:pt x="370816" y="121503"/>
                  </a:cubicBezTo>
                  <a:cubicBezTo>
                    <a:pt x="375815" y="116170"/>
                    <a:pt x="387897" y="87090"/>
                    <a:pt x="374399" y="86840"/>
                  </a:cubicBezTo>
                  <a:cubicBezTo>
                    <a:pt x="378148" y="76424"/>
                    <a:pt x="381815" y="65842"/>
                    <a:pt x="385398" y="55343"/>
                  </a:cubicBezTo>
                  <a:cubicBezTo>
                    <a:pt x="399813" y="40927"/>
                    <a:pt x="413479" y="23762"/>
                    <a:pt x="430894" y="13930"/>
                  </a:cubicBezTo>
                  <a:cubicBezTo>
                    <a:pt x="430810" y="14013"/>
                    <a:pt x="431144" y="13763"/>
                    <a:pt x="431810" y="13430"/>
                  </a:cubicBezTo>
                  <a:cubicBezTo>
                    <a:pt x="430894" y="15430"/>
                    <a:pt x="430144" y="17346"/>
                    <a:pt x="429977" y="17679"/>
                  </a:cubicBezTo>
                  <a:cubicBezTo>
                    <a:pt x="425644" y="27095"/>
                    <a:pt x="423394" y="36761"/>
                    <a:pt x="419395" y="46177"/>
                  </a:cubicBezTo>
                  <a:cubicBezTo>
                    <a:pt x="417562" y="50510"/>
                    <a:pt x="423144" y="54926"/>
                    <a:pt x="426477" y="51010"/>
                  </a:cubicBezTo>
                  <a:cubicBezTo>
                    <a:pt x="432560" y="43927"/>
                    <a:pt x="435977" y="34678"/>
                    <a:pt x="439060" y="25429"/>
                  </a:cubicBezTo>
                  <a:cubicBezTo>
                    <a:pt x="445559" y="23929"/>
                    <a:pt x="451725" y="20512"/>
                    <a:pt x="458224" y="18762"/>
                  </a:cubicBezTo>
                  <a:cubicBezTo>
                    <a:pt x="457558" y="20846"/>
                    <a:pt x="456808" y="23012"/>
                    <a:pt x="456225" y="24262"/>
                  </a:cubicBezTo>
                  <a:lnTo>
                    <a:pt x="456225" y="24262"/>
                  </a:lnTo>
                  <a:close/>
                </a:path>
              </a:pathLst>
            </a:custGeom>
            <a:grpFill/>
            <a:ln w="8332" cap="flat">
              <a:noFill/>
              <a:prstDash val="solid"/>
              <a:miter/>
            </a:ln>
          </p:spPr>
          <p:txBody>
            <a:bodyPr rtlCol="0" anchor="ctr"/>
            <a:lstStyle/>
            <a:p>
              <a:endParaRPr lang="en-US"/>
            </a:p>
          </p:txBody>
        </p:sp>
        <p:sp>
          <p:nvSpPr>
            <p:cNvPr id="1676" name="Freeform: Shape 1675"/>
            <p:cNvSpPr/>
            <p:nvPr/>
          </p:nvSpPr>
          <p:spPr>
            <a:xfrm>
              <a:off x="1728303" y="3153798"/>
              <a:ext cx="307975" cy="737958"/>
            </a:xfrm>
            <a:custGeom>
              <a:avLst/>
              <a:gdLst>
                <a:gd name="connsiteX0" fmla="*/ 44058 w 307975"/>
                <a:gd name="connsiteY0" fmla="*/ 1594 h 737958"/>
                <a:gd name="connsiteX1" fmla="*/ 27976 w 307975"/>
                <a:gd name="connsiteY1" fmla="*/ 27925 h 737958"/>
                <a:gd name="connsiteX2" fmla="*/ 26560 w 307975"/>
                <a:gd name="connsiteY2" fmla="*/ 25925 h 737958"/>
                <a:gd name="connsiteX3" fmla="*/ 12061 w 307975"/>
                <a:gd name="connsiteY3" fmla="*/ 23842 h 737958"/>
                <a:gd name="connsiteX4" fmla="*/ 12311 w 307975"/>
                <a:gd name="connsiteY4" fmla="*/ 60839 h 737958"/>
                <a:gd name="connsiteX5" fmla="*/ 16144 w 307975"/>
                <a:gd name="connsiteY5" fmla="*/ 83420 h 737958"/>
                <a:gd name="connsiteX6" fmla="*/ 7728 w 307975"/>
                <a:gd name="connsiteY6" fmla="*/ 80837 h 737958"/>
                <a:gd name="connsiteX7" fmla="*/ 10061 w 307975"/>
                <a:gd name="connsiteY7" fmla="*/ 138165 h 737958"/>
                <a:gd name="connsiteX8" fmla="*/ 47475 w 307975"/>
                <a:gd name="connsiteY8" fmla="*/ 223074 h 737958"/>
                <a:gd name="connsiteX9" fmla="*/ 66639 w 307975"/>
                <a:gd name="connsiteY9" fmla="*/ 263570 h 737958"/>
                <a:gd name="connsiteX10" fmla="*/ 72306 w 307975"/>
                <a:gd name="connsiteY10" fmla="*/ 276403 h 737958"/>
                <a:gd name="connsiteX11" fmla="*/ 69223 w 307975"/>
                <a:gd name="connsiteY11" fmla="*/ 277986 h 737958"/>
                <a:gd name="connsiteX12" fmla="*/ 74972 w 307975"/>
                <a:gd name="connsiteY12" fmla="*/ 312983 h 737958"/>
                <a:gd name="connsiteX13" fmla="*/ 99053 w 307975"/>
                <a:gd name="connsiteY13" fmla="*/ 365395 h 737958"/>
                <a:gd name="connsiteX14" fmla="*/ 127967 w 307975"/>
                <a:gd name="connsiteY14" fmla="*/ 424056 h 737958"/>
                <a:gd name="connsiteX15" fmla="*/ 147216 w 307975"/>
                <a:gd name="connsiteY15" fmla="*/ 462303 h 737958"/>
                <a:gd name="connsiteX16" fmla="*/ 150132 w 307975"/>
                <a:gd name="connsiteY16" fmla="*/ 486550 h 737958"/>
                <a:gd name="connsiteX17" fmla="*/ 146882 w 307975"/>
                <a:gd name="connsiteY17" fmla="*/ 486800 h 737958"/>
                <a:gd name="connsiteX18" fmla="*/ 142133 w 307975"/>
                <a:gd name="connsiteY18" fmla="*/ 492716 h 737958"/>
                <a:gd name="connsiteX19" fmla="*/ 149715 w 307975"/>
                <a:gd name="connsiteY19" fmla="*/ 515048 h 737958"/>
                <a:gd name="connsiteX20" fmla="*/ 162714 w 307975"/>
                <a:gd name="connsiteY20" fmla="*/ 544962 h 737958"/>
                <a:gd name="connsiteX21" fmla="*/ 196294 w 307975"/>
                <a:gd name="connsiteY21" fmla="*/ 606623 h 737958"/>
                <a:gd name="connsiteX22" fmla="*/ 215043 w 307975"/>
                <a:gd name="connsiteY22" fmla="*/ 633954 h 737958"/>
                <a:gd name="connsiteX23" fmla="*/ 260372 w 307975"/>
                <a:gd name="connsiteY23" fmla="*/ 714363 h 737958"/>
                <a:gd name="connsiteX24" fmla="*/ 292619 w 307975"/>
                <a:gd name="connsiteY24" fmla="*/ 736278 h 737958"/>
                <a:gd name="connsiteX25" fmla="*/ 305451 w 307975"/>
                <a:gd name="connsiteY25" fmla="*/ 693948 h 737958"/>
                <a:gd name="connsiteX26" fmla="*/ 274621 w 307975"/>
                <a:gd name="connsiteY26" fmla="*/ 628704 h 737958"/>
                <a:gd name="connsiteX27" fmla="*/ 240957 w 307975"/>
                <a:gd name="connsiteY27" fmla="*/ 570876 h 737958"/>
                <a:gd name="connsiteX28" fmla="*/ 225042 w 307975"/>
                <a:gd name="connsiteY28" fmla="*/ 525964 h 737958"/>
                <a:gd name="connsiteX29" fmla="*/ 211876 w 307975"/>
                <a:gd name="connsiteY29" fmla="*/ 469885 h 737958"/>
                <a:gd name="connsiteX30" fmla="*/ 168297 w 307975"/>
                <a:gd name="connsiteY30" fmla="*/ 357312 h 737958"/>
                <a:gd name="connsiteX31" fmla="*/ 160631 w 307975"/>
                <a:gd name="connsiteY31" fmla="*/ 346313 h 737958"/>
                <a:gd name="connsiteX32" fmla="*/ 138216 w 307975"/>
                <a:gd name="connsiteY32" fmla="*/ 238489 h 737958"/>
                <a:gd name="connsiteX33" fmla="*/ 116385 w 307975"/>
                <a:gd name="connsiteY33" fmla="*/ 183994 h 737958"/>
                <a:gd name="connsiteX34" fmla="*/ 91221 w 307975"/>
                <a:gd name="connsiteY34" fmla="*/ 152081 h 737958"/>
                <a:gd name="connsiteX35" fmla="*/ 88638 w 307975"/>
                <a:gd name="connsiteY35" fmla="*/ 152164 h 737958"/>
                <a:gd name="connsiteX36" fmla="*/ 76805 w 307975"/>
                <a:gd name="connsiteY36" fmla="*/ 87920 h 737958"/>
                <a:gd name="connsiteX37" fmla="*/ 68473 w 307975"/>
                <a:gd name="connsiteY37" fmla="*/ 68505 h 737958"/>
                <a:gd name="connsiteX38" fmla="*/ 68306 w 307975"/>
                <a:gd name="connsiteY38" fmla="*/ 68005 h 737958"/>
                <a:gd name="connsiteX39" fmla="*/ 65056 w 307975"/>
                <a:gd name="connsiteY39" fmla="*/ 50423 h 737958"/>
                <a:gd name="connsiteX40" fmla="*/ 58057 w 307975"/>
                <a:gd name="connsiteY40" fmla="*/ 30341 h 737958"/>
                <a:gd name="connsiteX41" fmla="*/ 50558 w 307975"/>
                <a:gd name="connsiteY41" fmla="*/ 13010 h 737958"/>
                <a:gd name="connsiteX42" fmla="*/ 44058 w 307975"/>
                <a:gd name="connsiteY42" fmla="*/ 1594 h 737958"/>
                <a:gd name="connsiteX43" fmla="*/ 44058 w 307975"/>
                <a:gd name="connsiteY43" fmla="*/ 1594 h 737958"/>
                <a:gd name="connsiteX44" fmla="*/ 122218 w 307975"/>
                <a:gd name="connsiteY44" fmla="*/ 380560 h 737958"/>
                <a:gd name="connsiteX45" fmla="*/ 97553 w 307975"/>
                <a:gd name="connsiteY45" fmla="*/ 330481 h 737958"/>
                <a:gd name="connsiteX46" fmla="*/ 88138 w 307975"/>
                <a:gd name="connsiteY46" fmla="*/ 304067 h 737958"/>
                <a:gd name="connsiteX47" fmla="*/ 81971 w 307975"/>
                <a:gd name="connsiteY47" fmla="*/ 290318 h 737958"/>
                <a:gd name="connsiteX48" fmla="*/ 99636 w 307975"/>
                <a:gd name="connsiteY48" fmla="*/ 303817 h 737958"/>
                <a:gd name="connsiteX49" fmla="*/ 120801 w 307975"/>
                <a:gd name="connsiteY49" fmla="*/ 321399 h 737958"/>
                <a:gd name="connsiteX50" fmla="*/ 147132 w 307975"/>
                <a:gd name="connsiteY50" fmla="*/ 346480 h 737958"/>
                <a:gd name="connsiteX51" fmla="*/ 145882 w 307975"/>
                <a:gd name="connsiteY51" fmla="*/ 381977 h 737958"/>
                <a:gd name="connsiteX52" fmla="*/ 146549 w 307975"/>
                <a:gd name="connsiteY52" fmla="*/ 435888 h 737958"/>
                <a:gd name="connsiteX53" fmla="*/ 122218 w 307975"/>
                <a:gd name="connsiteY53" fmla="*/ 380560 h 737958"/>
                <a:gd name="connsiteX54" fmla="*/ 122218 w 307975"/>
                <a:gd name="connsiteY54" fmla="*/ 380560 h 737958"/>
                <a:gd name="connsiteX55" fmla="*/ 230791 w 307975"/>
                <a:gd name="connsiteY55" fmla="*/ 570626 h 737958"/>
                <a:gd name="connsiteX56" fmla="*/ 235374 w 307975"/>
                <a:gd name="connsiteY56" fmla="*/ 576126 h 737958"/>
                <a:gd name="connsiteX57" fmla="*/ 237957 w 307975"/>
                <a:gd name="connsiteY57" fmla="*/ 580792 h 737958"/>
                <a:gd name="connsiteX58" fmla="*/ 239874 w 307975"/>
                <a:gd name="connsiteY58" fmla="*/ 582208 h 737958"/>
                <a:gd name="connsiteX59" fmla="*/ 257955 w 307975"/>
                <a:gd name="connsiteY59" fmla="*/ 619538 h 737958"/>
                <a:gd name="connsiteX60" fmla="*/ 280953 w 307975"/>
                <a:gd name="connsiteY60" fmla="*/ 669784 h 737958"/>
                <a:gd name="connsiteX61" fmla="*/ 292369 w 307975"/>
                <a:gd name="connsiteY61" fmla="*/ 696781 h 737958"/>
                <a:gd name="connsiteX62" fmla="*/ 295452 w 307975"/>
                <a:gd name="connsiteY62" fmla="*/ 710697 h 737958"/>
                <a:gd name="connsiteX63" fmla="*/ 284703 w 307975"/>
                <a:gd name="connsiteY63" fmla="*/ 719030 h 737958"/>
                <a:gd name="connsiteX64" fmla="*/ 273871 w 307975"/>
                <a:gd name="connsiteY64" fmla="*/ 719113 h 737958"/>
                <a:gd name="connsiteX65" fmla="*/ 272954 w 307975"/>
                <a:gd name="connsiteY65" fmla="*/ 718279 h 737958"/>
                <a:gd name="connsiteX66" fmla="*/ 242957 w 307975"/>
                <a:gd name="connsiteY66" fmla="*/ 659285 h 737958"/>
                <a:gd name="connsiteX67" fmla="*/ 225875 w 307975"/>
                <a:gd name="connsiteY67" fmla="*/ 633537 h 737958"/>
                <a:gd name="connsiteX68" fmla="*/ 215210 w 307975"/>
                <a:gd name="connsiteY68" fmla="*/ 617622 h 737958"/>
                <a:gd name="connsiteX69" fmla="*/ 208877 w 307975"/>
                <a:gd name="connsiteY69" fmla="*/ 607123 h 737958"/>
                <a:gd name="connsiteX70" fmla="*/ 178463 w 307975"/>
                <a:gd name="connsiteY70" fmla="*/ 548878 h 737958"/>
                <a:gd name="connsiteX71" fmla="*/ 165131 w 307975"/>
                <a:gd name="connsiteY71" fmla="*/ 518714 h 737958"/>
                <a:gd name="connsiteX72" fmla="*/ 159798 w 307975"/>
                <a:gd name="connsiteY72" fmla="*/ 503632 h 737958"/>
                <a:gd name="connsiteX73" fmla="*/ 159548 w 307975"/>
                <a:gd name="connsiteY73" fmla="*/ 503049 h 737958"/>
                <a:gd name="connsiteX74" fmla="*/ 159631 w 307975"/>
                <a:gd name="connsiteY74" fmla="*/ 502299 h 737958"/>
                <a:gd name="connsiteX75" fmla="*/ 159631 w 307975"/>
                <a:gd name="connsiteY75" fmla="*/ 501799 h 737958"/>
                <a:gd name="connsiteX76" fmla="*/ 190545 w 307975"/>
                <a:gd name="connsiteY76" fmla="*/ 528630 h 737958"/>
                <a:gd name="connsiteX77" fmla="*/ 230791 w 307975"/>
                <a:gd name="connsiteY77" fmla="*/ 570626 h 737958"/>
                <a:gd name="connsiteX78" fmla="*/ 230791 w 307975"/>
                <a:gd name="connsiteY78" fmla="*/ 570626 h 737958"/>
                <a:gd name="connsiteX79" fmla="*/ 161214 w 307975"/>
                <a:gd name="connsiteY79" fmla="*/ 362312 h 737958"/>
                <a:gd name="connsiteX80" fmla="*/ 171130 w 307975"/>
                <a:gd name="connsiteY80" fmla="*/ 377727 h 737958"/>
                <a:gd name="connsiteX81" fmla="*/ 181796 w 307975"/>
                <a:gd name="connsiteY81" fmla="*/ 401225 h 737958"/>
                <a:gd name="connsiteX82" fmla="*/ 195961 w 307975"/>
                <a:gd name="connsiteY82" fmla="*/ 449471 h 737958"/>
                <a:gd name="connsiteX83" fmla="*/ 208043 w 307975"/>
                <a:gd name="connsiteY83" fmla="*/ 494800 h 737958"/>
                <a:gd name="connsiteX84" fmla="*/ 219042 w 307975"/>
                <a:gd name="connsiteY84" fmla="*/ 542545 h 737958"/>
                <a:gd name="connsiteX85" fmla="*/ 221875 w 307975"/>
                <a:gd name="connsiteY85" fmla="*/ 550295 h 737958"/>
                <a:gd name="connsiteX86" fmla="*/ 181129 w 307975"/>
                <a:gd name="connsiteY86" fmla="*/ 511881 h 737958"/>
                <a:gd name="connsiteX87" fmla="*/ 159465 w 307975"/>
                <a:gd name="connsiteY87" fmla="*/ 490550 h 737958"/>
                <a:gd name="connsiteX88" fmla="*/ 160298 w 307975"/>
                <a:gd name="connsiteY88" fmla="*/ 404391 h 737958"/>
                <a:gd name="connsiteX89" fmla="*/ 159215 w 307975"/>
                <a:gd name="connsiteY89" fmla="*/ 358645 h 737958"/>
                <a:gd name="connsiteX90" fmla="*/ 159215 w 307975"/>
                <a:gd name="connsiteY90" fmla="*/ 356979 h 737958"/>
                <a:gd name="connsiteX91" fmla="*/ 159548 w 307975"/>
                <a:gd name="connsiteY91" fmla="*/ 356812 h 737958"/>
                <a:gd name="connsiteX92" fmla="*/ 161214 w 307975"/>
                <a:gd name="connsiteY92" fmla="*/ 362312 h 737958"/>
                <a:gd name="connsiteX93" fmla="*/ 161214 w 307975"/>
                <a:gd name="connsiteY93" fmla="*/ 362312 h 737958"/>
                <a:gd name="connsiteX94" fmla="*/ 115885 w 307975"/>
                <a:gd name="connsiteY94" fmla="*/ 203909 h 737958"/>
                <a:gd name="connsiteX95" fmla="*/ 132550 w 307975"/>
                <a:gd name="connsiteY95" fmla="*/ 254238 h 737958"/>
                <a:gd name="connsiteX96" fmla="*/ 145299 w 307975"/>
                <a:gd name="connsiteY96" fmla="*/ 304900 h 737958"/>
                <a:gd name="connsiteX97" fmla="*/ 151465 w 307975"/>
                <a:gd name="connsiteY97" fmla="*/ 329065 h 737958"/>
                <a:gd name="connsiteX98" fmla="*/ 152632 w 307975"/>
                <a:gd name="connsiteY98" fmla="*/ 340064 h 737958"/>
                <a:gd name="connsiteX99" fmla="*/ 120468 w 307975"/>
                <a:gd name="connsiteY99" fmla="*/ 310733 h 737958"/>
                <a:gd name="connsiteX100" fmla="*/ 95887 w 307975"/>
                <a:gd name="connsiteY100" fmla="*/ 288568 h 737958"/>
                <a:gd name="connsiteX101" fmla="*/ 95720 w 307975"/>
                <a:gd name="connsiteY101" fmla="*/ 229157 h 737958"/>
                <a:gd name="connsiteX102" fmla="*/ 95054 w 307975"/>
                <a:gd name="connsiteY102" fmla="*/ 195993 h 737958"/>
                <a:gd name="connsiteX103" fmla="*/ 93637 w 307975"/>
                <a:gd name="connsiteY103" fmla="*/ 162246 h 737958"/>
                <a:gd name="connsiteX104" fmla="*/ 115885 w 307975"/>
                <a:gd name="connsiteY104" fmla="*/ 203909 h 737958"/>
                <a:gd name="connsiteX105" fmla="*/ 115885 w 307975"/>
                <a:gd name="connsiteY105" fmla="*/ 203909 h 737958"/>
                <a:gd name="connsiteX106" fmla="*/ 42892 w 307975"/>
                <a:gd name="connsiteY106" fmla="*/ 21842 h 737958"/>
                <a:gd name="connsiteX107" fmla="*/ 50058 w 307975"/>
                <a:gd name="connsiteY107" fmla="*/ 39507 h 737958"/>
                <a:gd name="connsiteX108" fmla="*/ 56141 w 307975"/>
                <a:gd name="connsiteY108" fmla="*/ 58672 h 737958"/>
                <a:gd name="connsiteX109" fmla="*/ 57474 w 307975"/>
                <a:gd name="connsiteY109" fmla="*/ 66922 h 737958"/>
                <a:gd name="connsiteX110" fmla="*/ 55557 w 307975"/>
                <a:gd name="connsiteY110" fmla="*/ 68671 h 737958"/>
                <a:gd name="connsiteX111" fmla="*/ 47975 w 307975"/>
                <a:gd name="connsiteY111" fmla="*/ 93253 h 737958"/>
                <a:gd name="connsiteX112" fmla="*/ 53474 w 307975"/>
                <a:gd name="connsiteY112" fmla="*/ 116084 h 737958"/>
                <a:gd name="connsiteX113" fmla="*/ 55557 w 307975"/>
                <a:gd name="connsiteY113" fmla="*/ 114084 h 737958"/>
                <a:gd name="connsiteX114" fmla="*/ 57140 w 307975"/>
                <a:gd name="connsiteY114" fmla="*/ 104501 h 737958"/>
                <a:gd name="connsiteX115" fmla="*/ 58474 w 307975"/>
                <a:gd name="connsiteY115" fmla="*/ 92336 h 737958"/>
                <a:gd name="connsiteX116" fmla="*/ 59640 w 307975"/>
                <a:gd name="connsiteY116" fmla="*/ 79670 h 737958"/>
                <a:gd name="connsiteX117" fmla="*/ 63223 w 307975"/>
                <a:gd name="connsiteY117" fmla="*/ 81920 h 737958"/>
                <a:gd name="connsiteX118" fmla="*/ 67306 w 307975"/>
                <a:gd name="connsiteY118" fmla="*/ 94752 h 737958"/>
                <a:gd name="connsiteX119" fmla="*/ 74139 w 307975"/>
                <a:gd name="connsiteY119" fmla="*/ 121750 h 737958"/>
                <a:gd name="connsiteX120" fmla="*/ 82805 w 307975"/>
                <a:gd name="connsiteY120" fmla="*/ 167579 h 737958"/>
                <a:gd name="connsiteX121" fmla="*/ 83221 w 307975"/>
                <a:gd name="connsiteY121" fmla="*/ 229240 h 737958"/>
                <a:gd name="connsiteX122" fmla="*/ 87638 w 307975"/>
                <a:gd name="connsiteY122" fmla="*/ 282902 h 737958"/>
                <a:gd name="connsiteX123" fmla="*/ 84638 w 307975"/>
                <a:gd name="connsiteY123" fmla="*/ 281069 h 737958"/>
                <a:gd name="connsiteX124" fmla="*/ 72555 w 307975"/>
                <a:gd name="connsiteY124" fmla="*/ 241572 h 737958"/>
                <a:gd name="connsiteX125" fmla="*/ 43725 w 307975"/>
                <a:gd name="connsiteY125" fmla="*/ 177245 h 737958"/>
                <a:gd name="connsiteX126" fmla="*/ 14644 w 307975"/>
                <a:gd name="connsiteY126" fmla="*/ 106751 h 737958"/>
                <a:gd name="connsiteX127" fmla="*/ 11644 w 307975"/>
                <a:gd name="connsiteY127" fmla="*/ 93669 h 737958"/>
                <a:gd name="connsiteX128" fmla="*/ 21893 w 307975"/>
                <a:gd name="connsiteY128" fmla="*/ 101752 h 737958"/>
                <a:gd name="connsiteX129" fmla="*/ 26060 w 307975"/>
                <a:gd name="connsiteY129" fmla="*/ 108251 h 737958"/>
                <a:gd name="connsiteX130" fmla="*/ 27310 w 307975"/>
                <a:gd name="connsiteY130" fmla="*/ 109001 h 737958"/>
                <a:gd name="connsiteX131" fmla="*/ 45725 w 307975"/>
                <a:gd name="connsiteY131" fmla="*/ 131999 h 737958"/>
                <a:gd name="connsiteX132" fmla="*/ 47558 w 307975"/>
                <a:gd name="connsiteY132" fmla="*/ 154664 h 737958"/>
                <a:gd name="connsiteX133" fmla="*/ 53724 w 307975"/>
                <a:gd name="connsiteY133" fmla="*/ 180745 h 737958"/>
                <a:gd name="connsiteX134" fmla="*/ 57474 w 307975"/>
                <a:gd name="connsiteY134" fmla="*/ 179828 h 737958"/>
                <a:gd name="connsiteX135" fmla="*/ 57474 w 307975"/>
                <a:gd name="connsiteY135" fmla="*/ 179828 h 737958"/>
                <a:gd name="connsiteX136" fmla="*/ 58140 w 307975"/>
                <a:gd name="connsiteY136" fmla="*/ 171495 h 737958"/>
                <a:gd name="connsiteX137" fmla="*/ 57390 w 307975"/>
                <a:gd name="connsiteY137" fmla="*/ 161163 h 737958"/>
                <a:gd name="connsiteX138" fmla="*/ 55807 w 307975"/>
                <a:gd name="connsiteY138" fmla="*/ 145248 h 737958"/>
                <a:gd name="connsiteX139" fmla="*/ 55390 w 307975"/>
                <a:gd name="connsiteY139" fmla="*/ 134582 h 737958"/>
                <a:gd name="connsiteX140" fmla="*/ 53641 w 307975"/>
                <a:gd name="connsiteY140" fmla="*/ 132416 h 737958"/>
                <a:gd name="connsiteX141" fmla="*/ 56141 w 307975"/>
                <a:gd name="connsiteY141" fmla="*/ 134999 h 737958"/>
                <a:gd name="connsiteX142" fmla="*/ 70222 w 307975"/>
                <a:gd name="connsiteY142" fmla="*/ 151081 h 737958"/>
                <a:gd name="connsiteX143" fmla="*/ 74805 w 307975"/>
                <a:gd name="connsiteY143" fmla="*/ 147664 h 737958"/>
                <a:gd name="connsiteX144" fmla="*/ 48308 w 307975"/>
                <a:gd name="connsiteY144" fmla="*/ 125083 h 737958"/>
                <a:gd name="connsiteX145" fmla="*/ 28643 w 307975"/>
                <a:gd name="connsiteY145" fmla="*/ 98169 h 737958"/>
                <a:gd name="connsiteX146" fmla="*/ 20310 w 307975"/>
                <a:gd name="connsiteY146" fmla="*/ 37258 h 737958"/>
                <a:gd name="connsiteX147" fmla="*/ 20477 w 307975"/>
                <a:gd name="connsiteY147" fmla="*/ 36174 h 737958"/>
                <a:gd name="connsiteX148" fmla="*/ 22977 w 307975"/>
                <a:gd name="connsiteY148" fmla="*/ 40091 h 737958"/>
                <a:gd name="connsiteX149" fmla="*/ 40475 w 307975"/>
                <a:gd name="connsiteY149" fmla="*/ 64922 h 737958"/>
                <a:gd name="connsiteX150" fmla="*/ 48474 w 307975"/>
                <a:gd name="connsiteY150" fmla="*/ 61839 h 737958"/>
                <a:gd name="connsiteX151" fmla="*/ 34559 w 307975"/>
                <a:gd name="connsiteY151" fmla="*/ 37008 h 737958"/>
                <a:gd name="connsiteX152" fmla="*/ 39892 w 307975"/>
                <a:gd name="connsiteY152" fmla="*/ 17426 h 737958"/>
                <a:gd name="connsiteX153" fmla="*/ 42892 w 307975"/>
                <a:gd name="connsiteY153" fmla="*/ 21842 h 737958"/>
                <a:gd name="connsiteX154" fmla="*/ 42892 w 307975"/>
                <a:gd name="connsiteY154" fmla="*/ 21842 h 73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Lst>
              <a:rect l="l" t="t" r="r" b="b"/>
              <a:pathLst>
                <a:path w="307975" h="737958">
                  <a:moveTo>
                    <a:pt x="44058" y="1594"/>
                  </a:moveTo>
                  <a:cubicBezTo>
                    <a:pt x="30809" y="-5655"/>
                    <a:pt x="28143" y="13343"/>
                    <a:pt x="27976" y="27925"/>
                  </a:cubicBezTo>
                  <a:cubicBezTo>
                    <a:pt x="27476" y="27258"/>
                    <a:pt x="27060" y="26592"/>
                    <a:pt x="26560" y="25925"/>
                  </a:cubicBezTo>
                  <a:cubicBezTo>
                    <a:pt x="22893" y="20592"/>
                    <a:pt x="16227" y="15926"/>
                    <a:pt x="12061" y="23842"/>
                  </a:cubicBezTo>
                  <a:cubicBezTo>
                    <a:pt x="6978" y="33508"/>
                    <a:pt x="10311" y="50840"/>
                    <a:pt x="12311" y="60839"/>
                  </a:cubicBezTo>
                  <a:cubicBezTo>
                    <a:pt x="13644" y="67338"/>
                    <a:pt x="14561" y="75421"/>
                    <a:pt x="16144" y="83420"/>
                  </a:cubicBezTo>
                  <a:cubicBezTo>
                    <a:pt x="13561" y="81420"/>
                    <a:pt x="10644" y="80170"/>
                    <a:pt x="7728" y="80837"/>
                  </a:cubicBezTo>
                  <a:cubicBezTo>
                    <a:pt x="-9604" y="84670"/>
                    <a:pt x="7228" y="129749"/>
                    <a:pt x="10061" y="138165"/>
                  </a:cubicBezTo>
                  <a:cubicBezTo>
                    <a:pt x="19810" y="167663"/>
                    <a:pt x="34809" y="194743"/>
                    <a:pt x="47475" y="223074"/>
                  </a:cubicBezTo>
                  <a:cubicBezTo>
                    <a:pt x="53557" y="236740"/>
                    <a:pt x="60473" y="249905"/>
                    <a:pt x="66639" y="263570"/>
                  </a:cubicBezTo>
                  <a:cubicBezTo>
                    <a:pt x="68389" y="267487"/>
                    <a:pt x="70139" y="272070"/>
                    <a:pt x="72306" y="276403"/>
                  </a:cubicBezTo>
                  <a:cubicBezTo>
                    <a:pt x="71222" y="276653"/>
                    <a:pt x="70222" y="277153"/>
                    <a:pt x="69223" y="277986"/>
                  </a:cubicBezTo>
                  <a:cubicBezTo>
                    <a:pt x="59807" y="286652"/>
                    <a:pt x="71639" y="303567"/>
                    <a:pt x="74972" y="312983"/>
                  </a:cubicBezTo>
                  <a:cubicBezTo>
                    <a:pt x="81555" y="331231"/>
                    <a:pt x="89387" y="348563"/>
                    <a:pt x="99053" y="365395"/>
                  </a:cubicBezTo>
                  <a:cubicBezTo>
                    <a:pt x="109886" y="384310"/>
                    <a:pt x="118635" y="404391"/>
                    <a:pt x="127967" y="424056"/>
                  </a:cubicBezTo>
                  <a:cubicBezTo>
                    <a:pt x="134050" y="436888"/>
                    <a:pt x="140966" y="449554"/>
                    <a:pt x="147216" y="462303"/>
                  </a:cubicBezTo>
                  <a:cubicBezTo>
                    <a:pt x="147799" y="470469"/>
                    <a:pt x="148715" y="478551"/>
                    <a:pt x="150132" y="486550"/>
                  </a:cubicBezTo>
                  <a:cubicBezTo>
                    <a:pt x="148965" y="486384"/>
                    <a:pt x="147882" y="486467"/>
                    <a:pt x="146882" y="486800"/>
                  </a:cubicBezTo>
                  <a:cubicBezTo>
                    <a:pt x="144216" y="487717"/>
                    <a:pt x="142216" y="489717"/>
                    <a:pt x="142133" y="492716"/>
                  </a:cubicBezTo>
                  <a:cubicBezTo>
                    <a:pt x="141966" y="500549"/>
                    <a:pt x="147132" y="507882"/>
                    <a:pt x="149715" y="515048"/>
                  </a:cubicBezTo>
                  <a:cubicBezTo>
                    <a:pt x="153465" y="525297"/>
                    <a:pt x="157964" y="535213"/>
                    <a:pt x="162714" y="544962"/>
                  </a:cubicBezTo>
                  <a:cubicBezTo>
                    <a:pt x="172963" y="566127"/>
                    <a:pt x="184129" y="586541"/>
                    <a:pt x="196294" y="606623"/>
                  </a:cubicBezTo>
                  <a:cubicBezTo>
                    <a:pt x="202044" y="616122"/>
                    <a:pt x="208543" y="625038"/>
                    <a:pt x="215043" y="633954"/>
                  </a:cubicBezTo>
                  <a:cubicBezTo>
                    <a:pt x="230541" y="660535"/>
                    <a:pt x="246457" y="686949"/>
                    <a:pt x="260372" y="714363"/>
                  </a:cubicBezTo>
                  <a:cubicBezTo>
                    <a:pt x="266955" y="727362"/>
                    <a:pt x="275204" y="743194"/>
                    <a:pt x="292619" y="736278"/>
                  </a:cubicBezTo>
                  <a:cubicBezTo>
                    <a:pt x="309784" y="729529"/>
                    <a:pt x="310034" y="708780"/>
                    <a:pt x="305451" y="693948"/>
                  </a:cubicBezTo>
                  <a:cubicBezTo>
                    <a:pt x="298285" y="670950"/>
                    <a:pt x="285203" y="650119"/>
                    <a:pt x="274621" y="628704"/>
                  </a:cubicBezTo>
                  <a:cubicBezTo>
                    <a:pt x="264455" y="608123"/>
                    <a:pt x="256123" y="588125"/>
                    <a:pt x="240957" y="570876"/>
                  </a:cubicBezTo>
                  <a:cubicBezTo>
                    <a:pt x="236208" y="555794"/>
                    <a:pt x="229125" y="541212"/>
                    <a:pt x="225042" y="525964"/>
                  </a:cubicBezTo>
                  <a:cubicBezTo>
                    <a:pt x="220126" y="507465"/>
                    <a:pt x="216709" y="488467"/>
                    <a:pt x="211876" y="469885"/>
                  </a:cubicBezTo>
                  <a:cubicBezTo>
                    <a:pt x="201544" y="430555"/>
                    <a:pt x="188129" y="392892"/>
                    <a:pt x="168297" y="357312"/>
                  </a:cubicBezTo>
                  <a:cubicBezTo>
                    <a:pt x="166547" y="354146"/>
                    <a:pt x="163964" y="349396"/>
                    <a:pt x="160631" y="346313"/>
                  </a:cubicBezTo>
                  <a:cubicBezTo>
                    <a:pt x="156382" y="309566"/>
                    <a:pt x="151882" y="273320"/>
                    <a:pt x="138216" y="238489"/>
                  </a:cubicBezTo>
                  <a:cubicBezTo>
                    <a:pt x="131050" y="220241"/>
                    <a:pt x="124968" y="201659"/>
                    <a:pt x="116385" y="183994"/>
                  </a:cubicBezTo>
                  <a:cubicBezTo>
                    <a:pt x="111135" y="173162"/>
                    <a:pt x="103136" y="156663"/>
                    <a:pt x="91221" y="152081"/>
                  </a:cubicBezTo>
                  <a:cubicBezTo>
                    <a:pt x="90304" y="151747"/>
                    <a:pt x="89387" y="151831"/>
                    <a:pt x="88638" y="152164"/>
                  </a:cubicBezTo>
                  <a:cubicBezTo>
                    <a:pt x="88554" y="130332"/>
                    <a:pt x="83638" y="108418"/>
                    <a:pt x="76805" y="87920"/>
                  </a:cubicBezTo>
                  <a:cubicBezTo>
                    <a:pt x="75139" y="82837"/>
                    <a:pt x="73139" y="73254"/>
                    <a:pt x="68473" y="68505"/>
                  </a:cubicBezTo>
                  <a:cubicBezTo>
                    <a:pt x="68389" y="68338"/>
                    <a:pt x="68389" y="68171"/>
                    <a:pt x="68306" y="68005"/>
                  </a:cubicBezTo>
                  <a:cubicBezTo>
                    <a:pt x="66139" y="62339"/>
                    <a:pt x="66639" y="56256"/>
                    <a:pt x="65056" y="50423"/>
                  </a:cubicBezTo>
                  <a:cubicBezTo>
                    <a:pt x="63223" y="43674"/>
                    <a:pt x="60307" y="37008"/>
                    <a:pt x="58057" y="30341"/>
                  </a:cubicBezTo>
                  <a:cubicBezTo>
                    <a:pt x="55974" y="24259"/>
                    <a:pt x="53307" y="18759"/>
                    <a:pt x="50558" y="13010"/>
                  </a:cubicBezTo>
                  <a:cubicBezTo>
                    <a:pt x="49141" y="9510"/>
                    <a:pt x="47725" y="3594"/>
                    <a:pt x="44058" y="1594"/>
                  </a:cubicBezTo>
                  <a:lnTo>
                    <a:pt x="44058" y="1594"/>
                  </a:lnTo>
                  <a:close/>
                  <a:moveTo>
                    <a:pt x="122218" y="380560"/>
                  </a:moveTo>
                  <a:cubicBezTo>
                    <a:pt x="114635" y="363561"/>
                    <a:pt x="104636" y="347813"/>
                    <a:pt x="97553" y="330481"/>
                  </a:cubicBezTo>
                  <a:cubicBezTo>
                    <a:pt x="93970" y="321815"/>
                    <a:pt x="91054" y="312983"/>
                    <a:pt x="88138" y="304067"/>
                  </a:cubicBezTo>
                  <a:cubicBezTo>
                    <a:pt x="87471" y="301900"/>
                    <a:pt x="83971" y="295318"/>
                    <a:pt x="81971" y="290318"/>
                  </a:cubicBezTo>
                  <a:cubicBezTo>
                    <a:pt x="88471" y="293235"/>
                    <a:pt x="95054" y="300484"/>
                    <a:pt x="99636" y="303817"/>
                  </a:cubicBezTo>
                  <a:cubicBezTo>
                    <a:pt x="107136" y="309316"/>
                    <a:pt x="113802" y="315316"/>
                    <a:pt x="120801" y="321399"/>
                  </a:cubicBezTo>
                  <a:cubicBezTo>
                    <a:pt x="129967" y="329398"/>
                    <a:pt x="138216" y="338314"/>
                    <a:pt x="147132" y="346480"/>
                  </a:cubicBezTo>
                  <a:cubicBezTo>
                    <a:pt x="140966" y="354479"/>
                    <a:pt x="145382" y="374227"/>
                    <a:pt x="145882" y="381977"/>
                  </a:cubicBezTo>
                  <a:cubicBezTo>
                    <a:pt x="146966" y="399808"/>
                    <a:pt x="146466" y="417890"/>
                    <a:pt x="146549" y="435888"/>
                  </a:cubicBezTo>
                  <a:cubicBezTo>
                    <a:pt x="140049" y="416807"/>
                    <a:pt x="130051" y="398142"/>
                    <a:pt x="122218" y="380560"/>
                  </a:cubicBezTo>
                  <a:lnTo>
                    <a:pt x="122218" y="380560"/>
                  </a:lnTo>
                  <a:close/>
                  <a:moveTo>
                    <a:pt x="230791" y="570626"/>
                  </a:moveTo>
                  <a:cubicBezTo>
                    <a:pt x="232375" y="572459"/>
                    <a:pt x="233958" y="574292"/>
                    <a:pt x="235374" y="576126"/>
                  </a:cubicBezTo>
                  <a:cubicBezTo>
                    <a:pt x="236208" y="577709"/>
                    <a:pt x="237124" y="579209"/>
                    <a:pt x="237957" y="580792"/>
                  </a:cubicBezTo>
                  <a:cubicBezTo>
                    <a:pt x="238374" y="581625"/>
                    <a:pt x="239124" y="582042"/>
                    <a:pt x="239874" y="582208"/>
                  </a:cubicBezTo>
                  <a:cubicBezTo>
                    <a:pt x="247623" y="593707"/>
                    <a:pt x="252789" y="606040"/>
                    <a:pt x="257955" y="619538"/>
                  </a:cubicBezTo>
                  <a:cubicBezTo>
                    <a:pt x="264538" y="636704"/>
                    <a:pt x="273204" y="653119"/>
                    <a:pt x="280953" y="669784"/>
                  </a:cubicBezTo>
                  <a:cubicBezTo>
                    <a:pt x="285036" y="678617"/>
                    <a:pt x="289286" y="687532"/>
                    <a:pt x="292369" y="696781"/>
                  </a:cubicBezTo>
                  <a:cubicBezTo>
                    <a:pt x="293786" y="701198"/>
                    <a:pt x="295452" y="706031"/>
                    <a:pt x="295452" y="710697"/>
                  </a:cubicBezTo>
                  <a:cubicBezTo>
                    <a:pt x="296619" y="717946"/>
                    <a:pt x="293036" y="720779"/>
                    <a:pt x="284703" y="719030"/>
                  </a:cubicBezTo>
                  <a:cubicBezTo>
                    <a:pt x="279120" y="723279"/>
                    <a:pt x="275537" y="723279"/>
                    <a:pt x="273871" y="719113"/>
                  </a:cubicBezTo>
                  <a:cubicBezTo>
                    <a:pt x="273538" y="718863"/>
                    <a:pt x="273288" y="718613"/>
                    <a:pt x="272954" y="718279"/>
                  </a:cubicBezTo>
                  <a:cubicBezTo>
                    <a:pt x="263788" y="698115"/>
                    <a:pt x="254289" y="678283"/>
                    <a:pt x="242957" y="659285"/>
                  </a:cubicBezTo>
                  <a:cubicBezTo>
                    <a:pt x="237624" y="650452"/>
                    <a:pt x="231791" y="641953"/>
                    <a:pt x="225875" y="633537"/>
                  </a:cubicBezTo>
                  <a:cubicBezTo>
                    <a:pt x="222375" y="628204"/>
                    <a:pt x="218792" y="622955"/>
                    <a:pt x="215210" y="617622"/>
                  </a:cubicBezTo>
                  <a:cubicBezTo>
                    <a:pt x="213043" y="614206"/>
                    <a:pt x="210876" y="610706"/>
                    <a:pt x="208877" y="607123"/>
                  </a:cubicBezTo>
                  <a:cubicBezTo>
                    <a:pt x="198128" y="587958"/>
                    <a:pt x="187962" y="568710"/>
                    <a:pt x="178463" y="548878"/>
                  </a:cubicBezTo>
                  <a:cubicBezTo>
                    <a:pt x="173713" y="538962"/>
                    <a:pt x="169130" y="528963"/>
                    <a:pt x="165131" y="518714"/>
                  </a:cubicBezTo>
                  <a:cubicBezTo>
                    <a:pt x="163214" y="513798"/>
                    <a:pt x="161881" y="508548"/>
                    <a:pt x="159798" y="503632"/>
                  </a:cubicBezTo>
                  <a:cubicBezTo>
                    <a:pt x="159714" y="503465"/>
                    <a:pt x="159631" y="503216"/>
                    <a:pt x="159548" y="503049"/>
                  </a:cubicBezTo>
                  <a:cubicBezTo>
                    <a:pt x="159631" y="502799"/>
                    <a:pt x="159631" y="502549"/>
                    <a:pt x="159631" y="502299"/>
                  </a:cubicBezTo>
                  <a:cubicBezTo>
                    <a:pt x="159631" y="502132"/>
                    <a:pt x="159631" y="501966"/>
                    <a:pt x="159631" y="501799"/>
                  </a:cubicBezTo>
                  <a:cubicBezTo>
                    <a:pt x="170630" y="509798"/>
                    <a:pt x="188462" y="526797"/>
                    <a:pt x="190545" y="528630"/>
                  </a:cubicBezTo>
                  <a:cubicBezTo>
                    <a:pt x="204794" y="541795"/>
                    <a:pt x="218043" y="556211"/>
                    <a:pt x="230791" y="570626"/>
                  </a:cubicBezTo>
                  <a:lnTo>
                    <a:pt x="230791" y="570626"/>
                  </a:lnTo>
                  <a:close/>
                  <a:moveTo>
                    <a:pt x="161214" y="362312"/>
                  </a:moveTo>
                  <a:cubicBezTo>
                    <a:pt x="163631" y="367395"/>
                    <a:pt x="168214" y="372477"/>
                    <a:pt x="171130" y="377727"/>
                  </a:cubicBezTo>
                  <a:cubicBezTo>
                    <a:pt x="175296" y="385310"/>
                    <a:pt x="178546" y="393142"/>
                    <a:pt x="181796" y="401225"/>
                  </a:cubicBezTo>
                  <a:cubicBezTo>
                    <a:pt x="188212" y="416973"/>
                    <a:pt x="190795" y="433388"/>
                    <a:pt x="195961" y="449471"/>
                  </a:cubicBezTo>
                  <a:cubicBezTo>
                    <a:pt x="200711" y="464219"/>
                    <a:pt x="204544" y="479718"/>
                    <a:pt x="208043" y="494800"/>
                  </a:cubicBezTo>
                  <a:cubicBezTo>
                    <a:pt x="211710" y="510798"/>
                    <a:pt x="214209" y="526797"/>
                    <a:pt x="219042" y="542545"/>
                  </a:cubicBezTo>
                  <a:cubicBezTo>
                    <a:pt x="219876" y="545212"/>
                    <a:pt x="220876" y="547795"/>
                    <a:pt x="221875" y="550295"/>
                  </a:cubicBezTo>
                  <a:cubicBezTo>
                    <a:pt x="208793" y="536963"/>
                    <a:pt x="195295" y="523964"/>
                    <a:pt x="181129" y="511881"/>
                  </a:cubicBezTo>
                  <a:cubicBezTo>
                    <a:pt x="176546" y="507965"/>
                    <a:pt x="167797" y="496800"/>
                    <a:pt x="159465" y="490550"/>
                  </a:cubicBezTo>
                  <a:cubicBezTo>
                    <a:pt x="158965" y="461803"/>
                    <a:pt x="160131" y="433138"/>
                    <a:pt x="160298" y="404391"/>
                  </a:cubicBezTo>
                  <a:cubicBezTo>
                    <a:pt x="160381" y="389142"/>
                    <a:pt x="159465" y="373894"/>
                    <a:pt x="159215" y="358645"/>
                  </a:cubicBezTo>
                  <a:cubicBezTo>
                    <a:pt x="159215" y="357812"/>
                    <a:pt x="159215" y="357312"/>
                    <a:pt x="159215" y="356979"/>
                  </a:cubicBezTo>
                  <a:cubicBezTo>
                    <a:pt x="159298" y="356895"/>
                    <a:pt x="159465" y="356895"/>
                    <a:pt x="159548" y="356812"/>
                  </a:cubicBezTo>
                  <a:cubicBezTo>
                    <a:pt x="159881" y="357812"/>
                    <a:pt x="160548" y="360978"/>
                    <a:pt x="161214" y="362312"/>
                  </a:cubicBezTo>
                  <a:lnTo>
                    <a:pt x="161214" y="362312"/>
                  </a:lnTo>
                  <a:close/>
                  <a:moveTo>
                    <a:pt x="115885" y="203909"/>
                  </a:moveTo>
                  <a:cubicBezTo>
                    <a:pt x="122301" y="220241"/>
                    <a:pt x="127801" y="237406"/>
                    <a:pt x="132550" y="254238"/>
                  </a:cubicBezTo>
                  <a:cubicBezTo>
                    <a:pt x="137300" y="270986"/>
                    <a:pt x="141550" y="287902"/>
                    <a:pt x="145299" y="304900"/>
                  </a:cubicBezTo>
                  <a:cubicBezTo>
                    <a:pt x="147049" y="313066"/>
                    <a:pt x="150215" y="320815"/>
                    <a:pt x="151465" y="329065"/>
                  </a:cubicBezTo>
                  <a:cubicBezTo>
                    <a:pt x="152048" y="332731"/>
                    <a:pt x="152382" y="336397"/>
                    <a:pt x="152632" y="340064"/>
                  </a:cubicBezTo>
                  <a:cubicBezTo>
                    <a:pt x="142383" y="329814"/>
                    <a:pt x="131134" y="320399"/>
                    <a:pt x="120468" y="310733"/>
                  </a:cubicBezTo>
                  <a:cubicBezTo>
                    <a:pt x="112802" y="303817"/>
                    <a:pt x="104636" y="295568"/>
                    <a:pt x="95887" y="288568"/>
                  </a:cubicBezTo>
                  <a:cubicBezTo>
                    <a:pt x="95137" y="268903"/>
                    <a:pt x="96137" y="248822"/>
                    <a:pt x="95720" y="229157"/>
                  </a:cubicBezTo>
                  <a:cubicBezTo>
                    <a:pt x="95470" y="218075"/>
                    <a:pt x="95553" y="207075"/>
                    <a:pt x="95054" y="195993"/>
                  </a:cubicBezTo>
                  <a:cubicBezTo>
                    <a:pt x="94554" y="185161"/>
                    <a:pt x="92804" y="173329"/>
                    <a:pt x="93637" y="162246"/>
                  </a:cubicBezTo>
                  <a:cubicBezTo>
                    <a:pt x="104719" y="170662"/>
                    <a:pt x="111885" y="193744"/>
                    <a:pt x="115885" y="203909"/>
                  </a:cubicBezTo>
                  <a:lnTo>
                    <a:pt x="115885" y="203909"/>
                  </a:lnTo>
                  <a:close/>
                  <a:moveTo>
                    <a:pt x="42892" y="21842"/>
                  </a:moveTo>
                  <a:cubicBezTo>
                    <a:pt x="45975" y="27508"/>
                    <a:pt x="47808" y="33508"/>
                    <a:pt x="50058" y="39507"/>
                  </a:cubicBezTo>
                  <a:cubicBezTo>
                    <a:pt x="52391" y="45757"/>
                    <a:pt x="55224" y="51923"/>
                    <a:pt x="56141" y="58672"/>
                  </a:cubicBezTo>
                  <a:cubicBezTo>
                    <a:pt x="56557" y="61755"/>
                    <a:pt x="56724" y="64339"/>
                    <a:pt x="57474" y="66922"/>
                  </a:cubicBezTo>
                  <a:cubicBezTo>
                    <a:pt x="56807" y="67422"/>
                    <a:pt x="56141" y="68005"/>
                    <a:pt x="55557" y="68671"/>
                  </a:cubicBezTo>
                  <a:cubicBezTo>
                    <a:pt x="46558" y="70088"/>
                    <a:pt x="47808" y="86670"/>
                    <a:pt x="47975" y="93253"/>
                  </a:cubicBezTo>
                  <a:cubicBezTo>
                    <a:pt x="48141" y="99502"/>
                    <a:pt x="46308" y="113001"/>
                    <a:pt x="53474" y="116084"/>
                  </a:cubicBezTo>
                  <a:cubicBezTo>
                    <a:pt x="54640" y="116584"/>
                    <a:pt x="55890" y="115167"/>
                    <a:pt x="55557" y="114084"/>
                  </a:cubicBezTo>
                  <a:cubicBezTo>
                    <a:pt x="54807" y="111584"/>
                    <a:pt x="56724" y="107084"/>
                    <a:pt x="57140" y="104501"/>
                  </a:cubicBezTo>
                  <a:cubicBezTo>
                    <a:pt x="57723" y="100502"/>
                    <a:pt x="58140" y="96419"/>
                    <a:pt x="58474" y="92336"/>
                  </a:cubicBezTo>
                  <a:cubicBezTo>
                    <a:pt x="58807" y="88086"/>
                    <a:pt x="58974" y="83920"/>
                    <a:pt x="59640" y="79670"/>
                  </a:cubicBezTo>
                  <a:cubicBezTo>
                    <a:pt x="61473" y="76921"/>
                    <a:pt x="61390" y="78754"/>
                    <a:pt x="63223" y="81920"/>
                  </a:cubicBezTo>
                  <a:cubicBezTo>
                    <a:pt x="65140" y="85170"/>
                    <a:pt x="66306" y="91169"/>
                    <a:pt x="67306" y="94752"/>
                  </a:cubicBezTo>
                  <a:cubicBezTo>
                    <a:pt x="69722" y="103668"/>
                    <a:pt x="72139" y="112751"/>
                    <a:pt x="74139" y="121750"/>
                  </a:cubicBezTo>
                  <a:cubicBezTo>
                    <a:pt x="77389" y="136915"/>
                    <a:pt x="79722" y="152331"/>
                    <a:pt x="82805" y="167579"/>
                  </a:cubicBezTo>
                  <a:cubicBezTo>
                    <a:pt x="79222" y="187494"/>
                    <a:pt x="82471" y="209825"/>
                    <a:pt x="83221" y="229240"/>
                  </a:cubicBezTo>
                  <a:cubicBezTo>
                    <a:pt x="83888" y="246572"/>
                    <a:pt x="83221" y="265737"/>
                    <a:pt x="87638" y="282902"/>
                  </a:cubicBezTo>
                  <a:cubicBezTo>
                    <a:pt x="86638" y="282236"/>
                    <a:pt x="85638" y="281652"/>
                    <a:pt x="84638" y="281069"/>
                  </a:cubicBezTo>
                  <a:cubicBezTo>
                    <a:pt x="84221" y="268153"/>
                    <a:pt x="76555" y="251572"/>
                    <a:pt x="72555" y="241572"/>
                  </a:cubicBezTo>
                  <a:cubicBezTo>
                    <a:pt x="63973" y="220158"/>
                    <a:pt x="54474" y="197493"/>
                    <a:pt x="43725" y="177245"/>
                  </a:cubicBezTo>
                  <a:cubicBezTo>
                    <a:pt x="31809" y="154914"/>
                    <a:pt x="21394" y="131249"/>
                    <a:pt x="14644" y="106751"/>
                  </a:cubicBezTo>
                  <a:cubicBezTo>
                    <a:pt x="14061" y="104751"/>
                    <a:pt x="10394" y="95669"/>
                    <a:pt x="11644" y="93669"/>
                  </a:cubicBezTo>
                  <a:cubicBezTo>
                    <a:pt x="13894" y="89919"/>
                    <a:pt x="19144" y="97502"/>
                    <a:pt x="21893" y="101752"/>
                  </a:cubicBezTo>
                  <a:cubicBezTo>
                    <a:pt x="23060" y="104168"/>
                    <a:pt x="24393" y="106335"/>
                    <a:pt x="26060" y="108251"/>
                  </a:cubicBezTo>
                  <a:cubicBezTo>
                    <a:pt x="26393" y="108668"/>
                    <a:pt x="26893" y="108918"/>
                    <a:pt x="27310" y="109001"/>
                  </a:cubicBezTo>
                  <a:cubicBezTo>
                    <a:pt x="33309" y="116750"/>
                    <a:pt x="39559" y="124333"/>
                    <a:pt x="45725" y="131999"/>
                  </a:cubicBezTo>
                  <a:cubicBezTo>
                    <a:pt x="44308" y="139498"/>
                    <a:pt x="46308" y="147331"/>
                    <a:pt x="47558" y="154664"/>
                  </a:cubicBezTo>
                  <a:cubicBezTo>
                    <a:pt x="48974" y="162996"/>
                    <a:pt x="49141" y="173495"/>
                    <a:pt x="53724" y="180745"/>
                  </a:cubicBezTo>
                  <a:cubicBezTo>
                    <a:pt x="54890" y="182578"/>
                    <a:pt x="57390" y="181578"/>
                    <a:pt x="57474" y="179828"/>
                  </a:cubicBezTo>
                  <a:lnTo>
                    <a:pt x="57474" y="179828"/>
                  </a:lnTo>
                  <a:cubicBezTo>
                    <a:pt x="57390" y="177078"/>
                    <a:pt x="58140" y="174245"/>
                    <a:pt x="58140" y="171495"/>
                  </a:cubicBezTo>
                  <a:cubicBezTo>
                    <a:pt x="58140" y="168079"/>
                    <a:pt x="57640" y="164580"/>
                    <a:pt x="57390" y="161163"/>
                  </a:cubicBezTo>
                  <a:cubicBezTo>
                    <a:pt x="56974" y="155830"/>
                    <a:pt x="56474" y="150581"/>
                    <a:pt x="55807" y="145248"/>
                  </a:cubicBezTo>
                  <a:cubicBezTo>
                    <a:pt x="55390" y="141581"/>
                    <a:pt x="55474" y="138249"/>
                    <a:pt x="55390" y="134582"/>
                  </a:cubicBezTo>
                  <a:cubicBezTo>
                    <a:pt x="54807" y="133832"/>
                    <a:pt x="54224" y="133166"/>
                    <a:pt x="53641" y="132416"/>
                  </a:cubicBezTo>
                  <a:cubicBezTo>
                    <a:pt x="54557" y="133249"/>
                    <a:pt x="55390" y="134082"/>
                    <a:pt x="56141" y="134999"/>
                  </a:cubicBezTo>
                  <a:cubicBezTo>
                    <a:pt x="61057" y="140248"/>
                    <a:pt x="64306" y="146748"/>
                    <a:pt x="70222" y="151081"/>
                  </a:cubicBezTo>
                  <a:cubicBezTo>
                    <a:pt x="72472" y="152747"/>
                    <a:pt x="75305" y="150081"/>
                    <a:pt x="74805" y="147664"/>
                  </a:cubicBezTo>
                  <a:cubicBezTo>
                    <a:pt x="73222" y="140582"/>
                    <a:pt x="56141" y="114167"/>
                    <a:pt x="48308" y="125083"/>
                  </a:cubicBezTo>
                  <a:cubicBezTo>
                    <a:pt x="41808" y="116084"/>
                    <a:pt x="35226" y="107084"/>
                    <a:pt x="28643" y="98169"/>
                  </a:cubicBezTo>
                  <a:cubicBezTo>
                    <a:pt x="24893" y="78170"/>
                    <a:pt x="18561" y="57172"/>
                    <a:pt x="20310" y="37258"/>
                  </a:cubicBezTo>
                  <a:cubicBezTo>
                    <a:pt x="20310" y="37424"/>
                    <a:pt x="20394" y="36924"/>
                    <a:pt x="20477" y="36174"/>
                  </a:cubicBezTo>
                  <a:cubicBezTo>
                    <a:pt x="21644" y="38091"/>
                    <a:pt x="22727" y="39757"/>
                    <a:pt x="22977" y="40091"/>
                  </a:cubicBezTo>
                  <a:cubicBezTo>
                    <a:pt x="28309" y="49006"/>
                    <a:pt x="34976" y="56339"/>
                    <a:pt x="40475" y="64922"/>
                  </a:cubicBezTo>
                  <a:cubicBezTo>
                    <a:pt x="42975" y="68921"/>
                    <a:pt x="49808" y="66838"/>
                    <a:pt x="48474" y="61839"/>
                  </a:cubicBezTo>
                  <a:cubicBezTo>
                    <a:pt x="46058" y="52840"/>
                    <a:pt x="40392" y="44757"/>
                    <a:pt x="34559" y="37008"/>
                  </a:cubicBezTo>
                  <a:cubicBezTo>
                    <a:pt x="37059" y="30841"/>
                    <a:pt x="37725" y="23759"/>
                    <a:pt x="39892" y="17426"/>
                  </a:cubicBezTo>
                  <a:cubicBezTo>
                    <a:pt x="40892" y="18759"/>
                    <a:pt x="42225" y="20592"/>
                    <a:pt x="42892" y="21842"/>
                  </a:cubicBezTo>
                  <a:lnTo>
                    <a:pt x="42892" y="21842"/>
                  </a:lnTo>
                  <a:close/>
                </a:path>
              </a:pathLst>
            </a:custGeom>
            <a:grpFill/>
            <a:ln w="8332" cap="flat">
              <a:noFill/>
              <a:prstDash val="solid"/>
              <a:miter/>
            </a:ln>
          </p:spPr>
          <p:txBody>
            <a:bodyPr rtlCol="0" anchor="ctr"/>
            <a:lstStyle/>
            <a:p>
              <a:endParaRPr lang="en-US"/>
            </a:p>
          </p:txBody>
        </p:sp>
        <p:sp>
          <p:nvSpPr>
            <p:cNvPr id="1677" name="Freeform: Shape 1676"/>
            <p:cNvSpPr/>
            <p:nvPr/>
          </p:nvSpPr>
          <p:spPr>
            <a:xfrm>
              <a:off x="907815" y="1458938"/>
              <a:ext cx="755289" cy="501014"/>
            </a:xfrm>
            <a:custGeom>
              <a:avLst/>
              <a:gdLst>
                <a:gd name="connsiteX0" fmla="*/ 703811 w 755289"/>
                <a:gd name="connsiteY0" fmla="*/ 167009 h 501014"/>
                <a:gd name="connsiteX1" fmla="*/ 666981 w 755289"/>
                <a:gd name="connsiteY1" fmla="*/ 129013 h 501014"/>
                <a:gd name="connsiteX2" fmla="*/ 676813 w 755289"/>
                <a:gd name="connsiteY2" fmla="*/ 73851 h 501014"/>
                <a:gd name="connsiteX3" fmla="*/ 672314 w 755289"/>
                <a:gd name="connsiteY3" fmla="*/ 358 h 501014"/>
                <a:gd name="connsiteX4" fmla="*/ 664898 w 755289"/>
                <a:gd name="connsiteY4" fmla="*/ 2524 h 501014"/>
                <a:gd name="connsiteX5" fmla="*/ 647149 w 755289"/>
                <a:gd name="connsiteY5" fmla="*/ 36271 h 501014"/>
                <a:gd name="connsiteX6" fmla="*/ 620818 w 755289"/>
                <a:gd name="connsiteY6" fmla="*/ 70768 h 501014"/>
                <a:gd name="connsiteX7" fmla="*/ 542992 w 755289"/>
                <a:gd name="connsiteY7" fmla="*/ 123013 h 501014"/>
                <a:gd name="connsiteX8" fmla="*/ 518328 w 755289"/>
                <a:gd name="connsiteY8" fmla="*/ 118180 h 501014"/>
                <a:gd name="connsiteX9" fmla="*/ 490496 w 755289"/>
                <a:gd name="connsiteY9" fmla="*/ 112348 h 501014"/>
                <a:gd name="connsiteX10" fmla="*/ 484830 w 755289"/>
                <a:gd name="connsiteY10" fmla="*/ 99599 h 501014"/>
                <a:gd name="connsiteX11" fmla="*/ 467082 w 755289"/>
                <a:gd name="connsiteY11" fmla="*/ 94099 h 501014"/>
                <a:gd name="connsiteX12" fmla="*/ 444417 w 755289"/>
                <a:gd name="connsiteY12" fmla="*/ 78184 h 501014"/>
                <a:gd name="connsiteX13" fmla="*/ 424003 w 755289"/>
                <a:gd name="connsiteY13" fmla="*/ 76267 h 501014"/>
                <a:gd name="connsiteX14" fmla="*/ 392089 w 755289"/>
                <a:gd name="connsiteY14" fmla="*/ 67768 h 501014"/>
                <a:gd name="connsiteX15" fmla="*/ 352342 w 755289"/>
                <a:gd name="connsiteY15" fmla="*/ 70518 h 501014"/>
                <a:gd name="connsiteX16" fmla="*/ 317262 w 755289"/>
                <a:gd name="connsiteY16" fmla="*/ 70435 h 501014"/>
                <a:gd name="connsiteX17" fmla="*/ 294431 w 755289"/>
                <a:gd name="connsiteY17" fmla="*/ 69351 h 501014"/>
                <a:gd name="connsiteX18" fmla="*/ 268350 w 755289"/>
                <a:gd name="connsiteY18" fmla="*/ 81017 h 501014"/>
                <a:gd name="connsiteX19" fmla="*/ 236186 w 755289"/>
                <a:gd name="connsiteY19" fmla="*/ 93766 h 501014"/>
                <a:gd name="connsiteX20" fmla="*/ 223937 w 755289"/>
                <a:gd name="connsiteY20" fmla="*/ 86350 h 501014"/>
                <a:gd name="connsiteX21" fmla="*/ 204522 w 755289"/>
                <a:gd name="connsiteY21" fmla="*/ 100515 h 501014"/>
                <a:gd name="connsiteX22" fmla="*/ 162776 w 755289"/>
                <a:gd name="connsiteY22" fmla="*/ 150094 h 501014"/>
                <a:gd name="connsiteX23" fmla="*/ 119030 w 755289"/>
                <a:gd name="connsiteY23" fmla="*/ 210589 h 501014"/>
                <a:gd name="connsiteX24" fmla="*/ 102532 w 755289"/>
                <a:gd name="connsiteY24" fmla="*/ 239169 h 501014"/>
                <a:gd name="connsiteX25" fmla="*/ 48870 w 755289"/>
                <a:gd name="connsiteY25" fmla="*/ 315996 h 501014"/>
                <a:gd name="connsiteX26" fmla="*/ 13540 w 755289"/>
                <a:gd name="connsiteY26" fmla="*/ 406821 h 501014"/>
                <a:gd name="connsiteX27" fmla="*/ 1041 w 755289"/>
                <a:gd name="connsiteY27" fmla="*/ 444818 h 501014"/>
                <a:gd name="connsiteX28" fmla="*/ 6540 w 755289"/>
                <a:gd name="connsiteY28" fmla="*/ 460983 h 501014"/>
                <a:gd name="connsiteX29" fmla="*/ 40120 w 755289"/>
                <a:gd name="connsiteY29" fmla="*/ 472898 h 501014"/>
                <a:gd name="connsiteX30" fmla="*/ 80284 w 755289"/>
                <a:gd name="connsiteY30" fmla="*/ 481148 h 501014"/>
                <a:gd name="connsiteX31" fmla="*/ 174358 w 755289"/>
                <a:gd name="connsiteY31" fmla="*/ 477731 h 501014"/>
                <a:gd name="connsiteX32" fmla="*/ 253935 w 755289"/>
                <a:gd name="connsiteY32" fmla="*/ 461150 h 501014"/>
                <a:gd name="connsiteX33" fmla="*/ 259267 w 755289"/>
                <a:gd name="connsiteY33" fmla="*/ 466899 h 501014"/>
                <a:gd name="connsiteX34" fmla="*/ 273183 w 755289"/>
                <a:gd name="connsiteY34" fmla="*/ 479065 h 501014"/>
                <a:gd name="connsiteX35" fmla="*/ 298597 w 755289"/>
                <a:gd name="connsiteY35" fmla="*/ 497313 h 501014"/>
                <a:gd name="connsiteX36" fmla="*/ 318429 w 755289"/>
                <a:gd name="connsiteY36" fmla="*/ 498229 h 501014"/>
                <a:gd name="connsiteX37" fmla="*/ 330761 w 755289"/>
                <a:gd name="connsiteY37" fmla="*/ 476148 h 501014"/>
                <a:gd name="connsiteX38" fmla="*/ 367174 w 755289"/>
                <a:gd name="connsiteY38" fmla="*/ 476481 h 501014"/>
                <a:gd name="connsiteX39" fmla="*/ 376507 w 755289"/>
                <a:gd name="connsiteY39" fmla="*/ 457150 h 501014"/>
                <a:gd name="connsiteX40" fmla="*/ 384506 w 755289"/>
                <a:gd name="connsiteY40" fmla="*/ 440901 h 501014"/>
                <a:gd name="connsiteX41" fmla="*/ 365675 w 755289"/>
                <a:gd name="connsiteY41" fmla="*/ 421903 h 501014"/>
                <a:gd name="connsiteX42" fmla="*/ 368841 w 755289"/>
                <a:gd name="connsiteY42" fmla="*/ 420570 h 501014"/>
                <a:gd name="connsiteX43" fmla="*/ 515328 w 755289"/>
                <a:gd name="connsiteY43" fmla="*/ 320246 h 501014"/>
                <a:gd name="connsiteX44" fmla="*/ 574739 w 755289"/>
                <a:gd name="connsiteY44" fmla="*/ 310246 h 501014"/>
                <a:gd name="connsiteX45" fmla="*/ 564573 w 755289"/>
                <a:gd name="connsiteY45" fmla="*/ 259584 h 501014"/>
                <a:gd name="connsiteX46" fmla="*/ 577989 w 755289"/>
                <a:gd name="connsiteY46" fmla="*/ 239169 h 501014"/>
                <a:gd name="connsiteX47" fmla="*/ 626651 w 755289"/>
                <a:gd name="connsiteY47" fmla="*/ 230087 h 501014"/>
                <a:gd name="connsiteX48" fmla="*/ 679313 w 755289"/>
                <a:gd name="connsiteY48" fmla="*/ 231170 h 501014"/>
                <a:gd name="connsiteX49" fmla="*/ 730725 w 755289"/>
                <a:gd name="connsiteY49" fmla="*/ 232420 h 501014"/>
                <a:gd name="connsiteX50" fmla="*/ 755139 w 755289"/>
                <a:gd name="connsiteY50" fmla="*/ 223088 h 501014"/>
                <a:gd name="connsiteX51" fmla="*/ 739141 w 755289"/>
                <a:gd name="connsiteY51" fmla="*/ 194840 h 501014"/>
                <a:gd name="connsiteX52" fmla="*/ 703811 w 755289"/>
                <a:gd name="connsiteY52" fmla="*/ 167009 h 501014"/>
                <a:gd name="connsiteX53" fmla="*/ 703811 w 755289"/>
                <a:gd name="connsiteY53" fmla="*/ 167009 h 501014"/>
                <a:gd name="connsiteX54" fmla="*/ 433169 w 755289"/>
                <a:gd name="connsiteY54" fmla="*/ 89516 h 501014"/>
                <a:gd name="connsiteX55" fmla="*/ 445251 w 755289"/>
                <a:gd name="connsiteY55" fmla="*/ 95266 h 501014"/>
                <a:gd name="connsiteX56" fmla="*/ 466582 w 755289"/>
                <a:gd name="connsiteY56" fmla="*/ 108348 h 501014"/>
                <a:gd name="connsiteX57" fmla="*/ 476081 w 755289"/>
                <a:gd name="connsiteY57" fmla="*/ 108681 h 501014"/>
                <a:gd name="connsiteX58" fmla="*/ 476414 w 755289"/>
                <a:gd name="connsiteY58" fmla="*/ 109848 h 501014"/>
                <a:gd name="connsiteX59" fmla="*/ 446334 w 755289"/>
                <a:gd name="connsiteY59" fmla="*/ 106348 h 501014"/>
                <a:gd name="connsiteX60" fmla="*/ 409921 w 755289"/>
                <a:gd name="connsiteY60" fmla="*/ 103682 h 501014"/>
                <a:gd name="connsiteX61" fmla="*/ 433169 w 755289"/>
                <a:gd name="connsiteY61" fmla="*/ 89516 h 501014"/>
                <a:gd name="connsiteX62" fmla="*/ 433169 w 755289"/>
                <a:gd name="connsiteY62" fmla="*/ 89516 h 501014"/>
                <a:gd name="connsiteX63" fmla="*/ 419503 w 755289"/>
                <a:gd name="connsiteY63" fmla="*/ 89016 h 501014"/>
                <a:gd name="connsiteX64" fmla="*/ 402921 w 755289"/>
                <a:gd name="connsiteY64" fmla="*/ 103515 h 501014"/>
                <a:gd name="connsiteX65" fmla="*/ 362258 w 755289"/>
                <a:gd name="connsiteY65" fmla="*/ 104932 h 501014"/>
                <a:gd name="connsiteX66" fmla="*/ 393005 w 755289"/>
                <a:gd name="connsiteY66" fmla="*/ 84933 h 501014"/>
                <a:gd name="connsiteX67" fmla="*/ 419503 w 755289"/>
                <a:gd name="connsiteY67" fmla="*/ 89016 h 501014"/>
                <a:gd name="connsiteX68" fmla="*/ 419503 w 755289"/>
                <a:gd name="connsiteY68" fmla="*/ 89016 h 501014"/>
                <a:gd name="connsiteX69" fmla="*/ 356675 w 755289"/>
                <a:gd name="connsiteY69" fmla="*/ 80184 h 501014"/>
                <a:gd name="connsiteX70" fmla="*/ 384089 w 755289"/>
                <a:gd name="connsiteY70" fmla="*/ 76101 h 501014"/>
                <a:gd name="connsiteX71" fmla="*/ 387422 w 755289"/>
                <a:gd name="connsiteY71" fmla="*/ 79434 h 501014"/>
                <a:gd name="connsiteX72" fmla="*/ 379090 w 755289"/>
                <a:gd name="connsiteY72" fmla="*/ 85017 h 501014"/>
                <a:gd name="connsiteX73" fmla="*/ 355592 w 755289"/>
                <a:gd name="connsiteY73" fmla="*/ 105848 h 501014"/>
                <a:gd name="connsiteX74" fmla="*/ 350759 w 755289"/>
                <a:gd name="connsiteY74" fmla="*/ 106515 h 501014"/>
                <a:gd name="connsiteX75" fmla="*/ 296514 w 755289"/>
                <a:gd name="connsiteY75" fmla="*/ 120347 h 501014"/>
                <a:gd name="connsiteX76" fmla="*/ 349343 w 755289"/>
                <a:gd name="connsiteY76" fmla="*/ 82767 h 501014"/>
                <a:gd name="connsiteX77" fmla="*/ 356675 w 755289"/>
                <a:gd name="connsiteY77" fmla="*/ 80184 h 501014"/>
                <a:gd name="connsiteX78" fmla="*/ 356675 w 755289"/>
                <a:gd name="connsiteY78" fmla="*/ 80184 h 501014"/>
                <a:gd name="connsiteX79" fmla="*/ 308346 w 755289"/>
                <a:gd name="connsiteY79" fmla="*/ 84017 h 501014"/>
                <a:gd name="connsiteX80" fmla="*/ 309180 w 755289"/>
                <a:gd name="connsiteY80" fmla="*/ 82684 h 501014"/>
                <a:gd name="connsiteX81" fmla="*/ 329011 w 755289"/>
                <a:gd name="connsiteY81" fmla="*/ 85517 h 501014"/>
                <a:gd name="connsiteX82" fmla="*/ 287682 w 755289"/>
                <a:gd name="connsiteY82" fmla="*/ 123513 h 501014"/>
                <a:gd name="connsiteX83" fmla="*/ 237519 w 755289"/>
                <a:gd name="connsiteY83" fmla="*/ 144928 h 501014"/>
                <a:gd name="connsiteX84" fmla="*/ 261184 w 755289"/>
                <a:gd name="connsiteY84" fmla="*/ 122180 h 501014"/>
                <a:gd name="connsiteX85" fmla="*/ 308346 w 755289"/>
                <a:gd name="connsiteY85" fmla="*/ 84017 h 501014"/>
                <a:gd name="connsiteX86" fmla="*/ 308346 w 755289"/>
                <a:gd name="connsiteY86" fmla="*/ 84017 h 501014"/>
                <a:gd name="connsiteX87" fmla="*/ 244602 w 755289"/>
                <a:gd name="connsiteY87" fmla="*/ 110931 h 501014"/>
                <a:gd name="connsiteX88" fmla="*/ 264184 w 755289"/>
                <a:gd name="connsiteY88" fmla="*/ 101099 h 501014"/>
                <a:gd name="connsiteX89" fmla="*/ 289098 w 755289"/>
                <a:gd name="connsiteY89" fmla="*/ 87350 h 501014"/>
                <a:gd name="connsiteX90" fmla="*/ 259184 w 755289"/>
                <a:gd name="connsiteY90" fmla="*/ 115264 h 501014"/>
                <a:gd name="connsiteX91" fmla="*/ 226687 w 755289"/>
                <a:gd name="connsiteY91" fmla="*/ 150261 h 501014"/>
                <a:gd name="connsiteX92" fmla="*/ 172192 w 755289"/>
                <a:gd name="connsiteY92" fmla="*/ 181925 h 501014"/>
                <a:gd name="connsiteX93" fmla="*/ 169692 w 755289"/>
                <a:gd name="connsiteY93" fmla="*/ 183591 h 501014"/>
                <a:gd name="connsiteX94" fmla="*/ 201606 w 755289"/>
                <a:gd name="connsiteY94" fmla="*/ 149928 h 501014"/>
                <a:gd name="connsiteX95" fmla="*/ 244602 w 755289"/>
                <a:gd name="connsiteY95" fmla="*/ 110931 h 501014"/>
                <a:gd name="connsiteX96" fmla="*/ 244602 w 755289"/>
                <a:gd name="connsiteY96" fmla="*/ 110931 h 501014"/>
                <a:gd name="connsiteX97" fmla="*/ 126196 w 755289"/>
                <a:gd name="connsiteY97" fmla="*/ 215505 h 501014"/>
                <a:gd name="connsiteX98" fmla="*/ 170525 w 755289"/>
                <a:gd name="connsiteY98" fmla="*/ 158927 h 501014"/>
                <a:gd name="connsiteX99" fmla="*/ 196023 w 755289"/>
                <a:gd name="connsiteY99" fmla="*/ 129179 h 501014"/>
                <a:gd name="connsiteX100" fmla="*/ 213105 w 755289"/>
                <a:gd name="connsiteY100" fmla="*/ 110848 h 501014"/>
                <a:gd name="connsiteX101" fmla="*/ 223604 w 755289"/>
                <a:gd name="connsiteY101" fmla="*/ 101099 h 501014"/>
                <a:gd name="connsiteX102" fmla="*/ 231520 w 755289"/>
                <a:gd name="connsiteY102" fmla="*/ 109681 h 501014"/>
                <a:gd name="connsiteX103" fmla="*/ 233436 w 755289"/>
                <a:gd name="connsiteY103" fmla="*/ 110514 h 501014"/>
                <a:gd name="connsiteX104" fmla="*/ 229437 w 755289"/>
                <a:gd name="connsiteY104" fmla="*/ 114097 h 501014"/>
                <a:gd name="connsiteX105" fmla="*/ 202523 w 755289"/>
                <a:gd name="connsiteY105" fmla="*/ 138845 h 501014"/>
                <a:gd name="connsiteX106" fmla="*/ 159360 w 755289"/>
                <a:gd name="connsiteY106" fmla="*/ 190507 h 501014"/>
                <a:gd name="connsiteX107" fmla="*/ 125279 w 755289"/>
                <a:gd name="connsiteY107" fmla="*/ 217005 h 501014"/>
                <a:gd name="connsiteX108" fmla="*/ 126196 w 755289"/>
                <a:gd name="connsiteY108" fmla="*/ 215505 h 501014"/>
                <a:gd name="connsiteX109" fmla="*/ 126196 w 755289"/>
                <a:gd name="connsiteY109" fmla="*/ 215505 h 501014"/>
                <a:gd name="connsiteX110" fmla="*/ 306430 w 755289"/>
                <a:gd name="connsiteY110" fmla="*/ 488064 h 501014"/>
                <a:gd name="connsiteX111" fmla="*/ 282015 w 755289"/>
                <a:gd name="connsiteY111" fmla="*/ 473482 h 501014"/>
                <a:gd name="connsiteX112" fmla="*/ 261767 w 755289"/>
                <a:gd name="connsiteY112" fmla="*/ 458483 h 501014"/>
                <a:gd name="connsiteX113" fmla="*/ 269600 w 755289"/>
                <a:gd name="connsiteY113" fmla="*/ 456233 h 501014"/>
                <a:gd name="connsiteX114" fmla="*/ 283182 w 755289"/>
                <a:gd name="connsiteY114" fmla="*/ 461816 h 501014"/>
                <a:gd name="connsiteX115" fmla="*/ 317012 w 755289"/>
                <a:gd name="connsiteY115" fmla="*/ 471398 h 501014"/>
                <a:gd name="connsiteX116" fmla="*/ 320929 w 755289"/>
                <a:gd name="connsiteY116" fmla="*/ 472648 h 501014"/>
                <a:gd name="connsiteX117" fmla="*/ 306430 w 755289"/>
                <a:gd name="connsiteY117" fmla="*/ 488064 h 501014"/>
                <a:gd name="connsiteX118" fmla="*/ 306430 w 755289"/>
                <a:gd name="connsiteY118" fmla="*/ 488064 h 501014"/>
                <a:gd name="connsiteX119" fmla="*/ 368258 w 755289"/>
                <a:gd name="connsiteY119" fmla="*/ 450817 h 501014"/>
                <a:gd name="connsiteX120" fmla="*/ 362758 w 755289"/>
                <a:gd name="connsiteY120" fmla="*/ 462066 h 501014"/>
                <a:gd name="connsiteX121" fmla="*/ 338844 w 755289"/>
                <a:gd name="connsiteY121" fmla="*/ 467399 h 501014"/>
                <a:gd name="connsiteX122" fmla="*/ 279516 w 755289"/>
                <a:gd name="connsiteY122" fmla="*/ 453150 h 501014"/>
                <a:gd name="connsiteX123" fmla="*/ 350842 w 755289"/>
                <a:gd name="connsiteY123" fmla="*/ 427569 h 501014"/>
                <a:gd name="connsiteX124" fmla="*/ 351926 w 755289"/>
                <a:gd name="connsiteY124" fmla="*/ 428069 h 501014"/>
                <a:gd name="connsiteX125" fmla="*/ 366841 w 755289"/>
                <a:gd name="connsiteY125" fmla="*/ 436402 h 501014"/>
                <a:gd name="connsiteX126" fmla="*/ 368258 w 755289"/>
                <a:gd name="connsiteY126" fmla="*/ 450817 h 501014"/>
                <a:gd name="connsiteX127" fmla="*/ 368258 w 755289"/>
                <a:gd name="connsiteY127" fmla="*/ 450817 h 501014"/>
                <a:gd name="connsiteX128" fmla="*/ 555991 w 755289"/>
                <a:gd name="connsiteY128" fmla="*/ 310913 h 501014"/>
                <a:gd name="connsiteX129" fmla="*/ 527410 w 755289"/>
                <a:gd name="connsiteY129" fmla="*/ 313746 h 501014"/>
                <a:gd name="connsiteX130" fmla="*/ 521994 w 755289"/>
                <a:gd name="connsiteY130" fmla="*/ 313246 h 501014"/>
                <a:gd name="connsiteX131" fmla="*/ 551824 w 755289"/>
                <a:gd name="connsiteY131" fmla="*/ 279333 h 501014"/>
                <a:gd name="connsiteX132" fmla="*/ 557491 w 755289"/>
                <a:gd name="connsiteY132" fmla="*/ 271083 h 501014"/>
                <a:gd name="connsiteX133" fmla="*/ 565657 w 755289"/>
                <a:gd name="connsiteY133" fmla="*/ 285082 h 501014"/>
                <a:gd name="connsiteX134" fmla="*/ 555991 w 755289"/>
                <a:gd name="connsiteY134" fmla="*/ 310913 h 501014"/>
                <a:gd name="connsiteX135" fmla="*/ 555991 w 755289"/>
                <a:gd name="connsiteY135" fmla="*/ 310913 h 501014"/>
                <a:gd name="connsiteX136" fmla="*/ 729558 w 755289"/>
                <a:gd name="connsiteY136" fmla="*/ 217505 h 501014"/>
                <a:gd name="connsiteX137" fmla="*/ 681063 w 755289"/>
                <a:gd name="connsiteY137" fmla="*/ 216088 h 501014"/>
                <a:gd name="connsiteX138" fmla="*/ 597487 w 755289"/>
                <a:gd name="connsiteY138" fmla="*/ 214588 h 501014"/>
                <a:gd name="connsiteX139" fmla="*/ 572572 w 755289"/>
                <a:gd name="connsiteY139" fmla="*/ 220755 h 501014"/>
                <a:gd name="connsiteX140" fmla="*/ 548741 w 755289"/>
                <a:gd name="connsiteY140" fmla="*/ 256834 h 501014"/>
                <a:gd name="connsiteX141" fmla="*/ 419503 w 755289"/>
                <a:gd name="connsiteY141" fmla="*/ 376407 h 501014"/>
                <a:gd name="connsiteX142" fmla="*/ 249602 w 755289"/>
                <a:gd name="connsiteY142" fmla="*/ 445901 h 501014"/>
                <a:gd name="connsiteX143" fmla="*/ 230353 w 755289"/>
                <a:gd name="connsiteY143" fmla="*/ 451067 h 501014"/>
                <a:gd name="connsiteX144" fmla="*/ 231770 w 755289"/>
                <a:gd name="connsiteY144" fmla="*/ 401071 h 501014"/>
                <a:gd name="connsiteX145" fmla="*/ 241102 w 755289"/>
                <a:gd name="connsiteY145" fmla="*/ 400155 h 501014"/>
                <a:gd name="connsiteX146" fmla="*/ 267350 w 755289"/>
                <a:gd name="connsiteY146" fmla="*/ 398905 h 501014"/>
                <a:gd name="connsiteX147" fmla="*/ 320512 w 755289"/>
                <a:gd name="connsiteY147" fmla="*/ 387823 h 501014"/>
                <a:gd name="connsiteX148" fmla="*/ 373341 w 755289"/>
                <a:gd name="connsiteY148" fmla="*/ 369991 h 501014"/>
                <a:gd name="connsiteX149" fmla="*/ 391839 w 755289"/>
                <a:gd name="connsiteY149" fmla="*/ 351159 h 501014"/>
                <a:gd name="connsiteX150" fmla="*/ 388256 w 755289"/>
                <a:gd name="connsiteY150" fmla="*/ 337161 h 501014"/>
                <a:gd name="connsiteX151" fmla="*/ 390839 w 755289"/>
                <a:gd name="connsiteY151" fmla="*/ 305664 h 501014"/>
                <a:gd name="connsiteX152" fmla="*/ 381173 w 755289"/>
                <a:gd name="connsiteY152" fmla="*/ 275833 h 501014"/>
                <a:gd name="connsiteX153" fmla="*/ 379590 w 755289"/>
                <a:gd name="connsiteY153" fmla="*/ 251168 h 501014"/>
                <a:gd name="connsiteX154" fmla="*/ 374340 w 755289"/>
                <a:gd name="connsiteY154" fmla="*/ 244086 h 501014"/>
                <a:gd name="connsiteX155" fmla="*/ 367424 w 755289"/>
                <a:gd name="connsiteY155" fmla="*/ 241669 h 501014"/>
                <a:gd name="connsiteX156" fmla="*/ 360592 w 755289"/>
                <a:gd name="connsiteY156" fmla="*/ 223254 h 501014"/>
                <a:gd name="connsiteX157" fmla="*/ 367424 w 755289"/>
                <a:gd name="connsiteY157" fmla="*/ 200090 h 501014"/>
                <a:gd name="connsiteX158" fmla="*/ 360342 w 755289"/>
                <a:gd name="connsiteY158" fmla="*/ 193174 h 501014"/>
                <a:gd name="connsiteX159" fmla="*/ 322678 w 755289"/>
                <a:gd name="connsiteY159" fmla="*/ 223504 h 501014"/>
                <a:gd name="connsiteX160" fmla="*/ 282932 w 755289"/>
                <a:gd name="connsiteY160" fmla="*/ 264584 h 501014"/>
                <a:gd name="connsiteX161" fmla="*/ 216021 w 755289"/>
                <a:gd name="connsiteY161" fmla="*/ 344660 h 501014"/>
                <a:gd name="connsiteX162" fmla="*/ 214605 w 755289"/>
                <a:gd name="connsiteY162" fmla="*/ 341993 h 501014"/>
                <a:gd name="connsiteX163" fmla="*/ 179275 w 755289"/>
                <a:gd name="connsiteY163" fmla="*/ 299664 h 501014"/>
                <a:gd name="connsiteX164" fmla="*/ 135945 w 755289"/>
                <a:gd name="connsiteY164" fmla="*/ 285665 h 501014"/>
                <a:gd name="connsiteX165" fmla="*/ 135362 w 755289"/>
                <a:gd name="connsiteY165" fmla="*/ 287915 h 501014"/>
                <a:gd name="connsiteX166" fmla="*/ 174525 w 755289"/>
                <a:gd name="connsiteY166" fmla="*/ 306163 h 501014"/>
                <a:gd name="connsiteX167" fmla="*/ 207022 w 755289"/>
                <a:gd name="connsiteY167" fmla="*/ 352493 h 501014"/>
                <a:gd name="connsiteX168" fmla="*/ 218521 w 755289"/>
                <a:gd name="connsiteY168" fmla="*/ 407488 h 501014"/>
                <a:gd name="connsiteX169" fmla="*/ 218104 w 755289"/>
                <a:gd name="connsiteY169" fmla="*/ 437235 h 501014"/>
                <a:gd name="connsiteX170" fmla="*/ 216021 w 755289"/>
                <a:gd name="connsiteY170" fmla="*/ 454567 h 501014"/>
                <a:gd name="connsiteX171" fmla="*/ 70034 w 755289"/>
                <a:gd name="connsiteY171" fmla="*/ 463733 h 501014"/>
                <a:gd name="connsiteX172" fmla="*/ 32538 w 755289"/>
                <a:gd name="connsiteY172" fmla="*/ 454067 h 501014"/>
                <a:gd name="connsiteX173" fmla="*/ 23455 w 755289"/>
                <a:gd name="connsiteY173" fmla="*/ 450567 h 501014"/>
                <a:gd name="connsiteX174" fmla="*/ 84366 w 755289"/>
                <a:gd name="connsiteY174" fmla="*/ 448067 h 501014"/>
                <a:gd name="connsiteX175" fmla="*/ 129196 w 755289"/>
                <a:gd name="connsiteY175" fmla="*/ 439985 h 501014"/>
                <a:gd name="connsiteX176" fmla="*/ 164193 w 755289"/>
                <a:gd name="connsiteY176" fmla="*/ 427486 h 501014"/>
                <a:gd name="connsiteX177" fmla="*/ 160526 w 755289"/>
                <a:gd name="connsiteY177" fmla="*/ 419070 h 501014"/>
                <a:gd name="connsiteX178" fmla="*/ 77200 w 755289"/>
                <a:gd name="connsiteY178" fmla="*/ 437652 h 501014"/>
                <a:gd name="connsiteX179" fmla="*/ 35204 w 755289"/>
                <a:gd name="connsiteY179" fmla="*/ 441318 h 501014"/>
                <a:gd name="connsiteX180" fmla="*/ 16623 w 755289"/>
                <a:gd name="connsiteY180" fmla="*/ 444568 h 501014"/>
                <a:gd name="connsiteX181" fmla="*/ 17123 w 755289"/>
                <a:gd name="connsiteY181" fmla="*/ 443234 h 501014"/>
                <a:gd name="connsiteX182" fmla="*/ 45537 w 755289"/>
                <a:gd name="connsiteY182" fmla="*/ 360242 h 501014"/>
                <a:gd name="connsiteX183" fmla="*/ 146028 w 755289"/>
                <a:gd name="connsiteY183" fmla="*/ 218088 h 501014"/>
                <a:gd name="connsiteX184" fmla="*/ 239686 w 755289"/>
                <a:gd name="connsiteY184" fmla="*/ 160677 h 501014"/>
                <a:gd name="connsiteX185" fmla="*/ 338260 w 755289"/>
                <a:gd name="connsiteY185" fmla="*/ 122847 h 501014"/>
                <a:gd name="connsiteX186" fmla="*/ 368258 w 755289"/>
                <a:gd name="connsiteY186" fmla="*/ 118597 h 501014"/>
                <a:gd name="connsiteX187" fmla="*/ 396922 w 755289"/>
                <a:gd name="connsiteY187" fmla="*/ 118930 h 501014"/>
                <a:gd name="connsiteX188" fmla="*/ 441834 w 755289"/>
                <a:gd name="connsiteY188" fmla="*/ 117847 h 501014"/>
                <a:gd name="connsiteX189" fmla="*/ 462583 w 755289"/>
                <a:gd name="connsiteY189" fmla="*/ 119430 h 501014"/>
                <a:gd name="connsiteX190" fmla="*/ 472165 w 755289"/>
                <a:gd name="connsiteY190" fmla="*/ 120680 h 501014"/>
                <a:gd name="connsiteX191" fmla="*/ 519244 w 755289"/>
                <a:gd name="connsiteY191" fmla="*/ 130096 h 501014"/>
                <a:gd name="connsiteX192" fmla="*/ 563323 w 755289"/>
                <a:gd name="connsiteY192" fmla="*/ 136679 h 501014"/>
                <a:gd name="connsiteX193" fmla="*/ 624735 w 755289"/>
                <a:gd name="connsiteY193" fmla="*/ 85350 h 501014"/>
                <a:gd name="connsiteX194" fmla="*/ 654065 w 755289"/>
                <a:gd name="connsiteY194" fmla="*/ 47187 h 501014"/>
                <a:gd name="connsiteX195" fmla="*/ 668564 w 755289"/>
                <a:gd name="connsiteY195" fmla="*/ 21106 h 501014"/>
                <a:gd name="connsiteX196" fmla="*/ 665648 w 755289"/>
                <a:gd name="connsiteY196" fmla="*/ 51020 h 501014"/>
                <a:gd name="connsiteX197" fmla="*/ 664481 w 755289"/>
                <a:gd name="connsiteY197" fmla="*/ 61185 h 501014"/>
                <a:gd name="connsiteX198" fmla="*/ 662398 w 755289"/>
                <a:gd name="connsiteY198" fmla="*/ 61769 h 501014"/>
                <a:gd name="connsiteX199" fmla="*/ 613652 w 755289"/>
                <a:gd name="connsiteY199" fmla="*/ 120097 h 501014"/>
                <a:gd name="connsiteX200" fmla="*/ 614819 w 755289"/>
                <a:gd name="connsiteY200" fmla="*/ 121263 h 501014"/>
                <a:gd name="connsiteX201" fmla="*/ 644149 w 755289"/>
                <a:gd name="connsiteY201" fmla="*/ 92016 h 501014"/>
                <a:gd name="connsiteX202" fmla="*/ 659898 w 755289"/>
                <a:gd name="connsiteY202" fmla="*/ 73268 h 501014"/>
                <a:gd name="connsiteX203" fmla="*/ 663064 w 755289"/>
                <a:gd name="connsiteY203" fmla="*/ 70768 h 501014"/>
                <a:gd name="connsiteX204" fmla="*/ 659898 w 755289"/>
                <a:gd name="connsiteY204" fmla="*/ 89350 h 501014"/>
                <a:gd name="connsiteX205" fmla="*/ 656982 w 755289"/>
                <a:gd name="connsiteY205" fmla="*/ 104515 h 501014"/>
                <a:gd name="connsiteX206" fmla="*/ 652065 w 755289"/>
                <a:gd name="connsiteY206" fmla="*/ 107015 h 501014"/>
                <a:gd name="connsiteX207" fmla="*/ 636983 w 755289"/>
                <a:gd name="connsiteY207" fmla="*/ 121097 h 501014"/>
                <a:gd name="connsiteX208" fmla="*/ 613902 w 755289"/>
                <a:gd name="connsiteY208" fmla="*/ 146761 h 501014"/>
                <a:gd name="connsiteX209" fmla="*/ 617818 w 755289"/>
                <a:gd name="connsiteY209" fmla="*/ 149594 h 501014"/>
                <a:gd name="connsiteX210" fmla="*/ 642983 w 755289"/>
                <a:gd name="connsiteY210" fmla="*/ 125263 h 501014"/>
                <a:gd name="connsiteX211" fmla="*/ 655065 w 755289"/>
                <a:gd name="connsiteY211" fmla="*/ 115431 h 501014"/>
                <a:gd name="connsiteX212" fmla="*/ 652565 w 755289"/>
                <a:gd name="connsiteY212" fmla="*/ 134596 h 501014"/>
                <a:gd name="connsiteX213" fmla="*/ 652899 w 755289"/>
                <a:gd name="connsiteY213" fmla="*/ 143595 h 501014"/>
                <a:gd name="connsiteX214" fmla="*/ 642566 w 755289"/>
                <a:gd name="connsiteY214" fmla="*/ 147928 h 501014"/>
                <a:gd name="connsiteX215" fmla="*/ 612569 w 755289"/>
                <a:gd name="connsiteY215" fmla="*/ 168093 h 501014"/>
                <a:gd name="connsiteX216" fmla="*/ 614319 w 755289"/>
                <a:gd name="connsiteY216" fmla="*/ 170342 h 501014"/>
                <a:gd name="connsiteX217" fmla="*/ 646982 w 755289"/>
                <a:gd name="connsiteY217" fmla="*/ 154927 h 501014"/>
                <a:gd name="connsiteX218" fmla="*/ 656565 w 755289"/>
                <a:gd name="connsiteY218" fmla="*/ 152427 h 501014"/>
                <a:gd name="connsiteX219" fmla="*/ 661314 w 755289"/>
                <a:gd name="connsiteY219" fmla="*/ 157427 h 501014"/>
                <a:gd name="connsiteX220" fmla="*/ 672730 w 755289"/>
                <a:gd name="connsiteY220" fmla="*/ 165010 h 501014"/>
                <a:gd name="connsiteX221" fmla="*/ 649316 w 755289"/>
                <a:gd name="connsiteY221" fmla="*/ 172176 h 501014"/>
                <a:gd name="connsiteX222" fmla="*/ 623151 w 755289"/>
                <a:gd name="connsiteY222" fmla="*/ 182175 h 501014"/>
                <a:gd name="connsiteX223" fmla="*/ 625901 w 755289"/>
                <a:gd name="connsiteY223" fmla="*/ 184841 h 501014"/>
                <a:gd name="connsiteX224" fmla="*/ 656065 w 755289"/>
                <a:gd name="connsiteY224" fmla="*/ 178425 h 501014"/>
                <a:gd name="connsiteX225" fmla="*/ 671897 w 755289"/>
                <a:gd name="connsiteY225" fmla="*/ 174092 h 501014"/>
                <a:gd name="connsiteX226" fmla="*/ 681313 w 755289"/>
                <a:gd name="connsiteY226" fmla="*/ 171592 h 501014"/>
                <a:gd name="connsiteX227" fmla="*/ 684146 w 755289"/>
                <a:gd name="connsiteY227" fmla="*/ 171259 h 501014"/>
                <a:gd name="connsiteX228" fmla="*/ 693812 w 755289"/>
                <a:gd name="connsiteY228" fmla="*/ 176925 h 501014"/>
                <a:gd name="connsiteX229" fmla="*/ 704977 w 755289"/>
                <a:gd name="connsiteY229" fmla="*/ 184424 h 501014"/>
                <a:gd name="connsiteX230" fmla="*/ 685896 w 755289"/>
                <a:gd name="connsiteY230" fmla="*/ 188174 h 501014"/>
                <a:gd name="connsiteX231" fmla="*/ 641900 w 755289"/>
                <a:gd name="connsiteY231" fmla="*/ 196257 h 501014"/>
                <a:gd name="connsiteX232" fmla="*/ 643316 w 755289"/>
                <a:gd name="connsiteY232" fmla="*/ 201173 h 501014"/>
                <a:gd name="connsiteX233" fmla="*/ 689562 w 755289"/>
                <a:gd name="connsiteY233" fmla="*/ 197173 h 501014"/>
                <a:gd name="connsiteX234" fmla="*/ 717976 w 755289"/>
                <a:gd name="connsiteY234" fmla="*/ 194174 h 501014"/>
                <a:gd name="connsiteX235" fmla="*/ 728142 w 755289"/>
                <a:gd name="connsiteY235" fmla="*/ 204006 h 501014"/>
                <a:gd name="connsiteX236" fmla="*/ 736724 w 755289"/>
                <a:gd name="connsiteY236" fmla="*/ 217255 h 501014"/>
                <a:gd name="connsiteX237" fmla="*/ 729558 w 755289"/>
                <a:gd name="connsiteY237" fmla="*/ 217505 h 501014"/>
                <a:gd name="connsiteX238" fmla="*/ 729558 w 755289"/>
                <a:gd name="connsiteY238" fmla="*/ 217505 h 501014"/>
                <a:gd name="connsiteX239" fmla="*/ 294848 w 755289"/>
                <a:gd name="connsiteY239" fmla="*/ 364158 h 501014"/>
                <a:gd name="connsiteX240" fmla="*/ 260184 w 755289"/>
                <a:gd name="connsiteY240" fmla="*/ 375157 h 501014"/>
                <a:gd name="connsiteX241" fmla="*/ 228270 w 755289"/>
                <a:gd name="connsiteY241" fmla="*/ 380990 h 501014"/>
                <a:gd name="connsiteX242" fmla="*/ 226687 w 755289"/>
                <a:gd name="connsiteY242" fmla="*/ 373907 h 501014"/>
                <a:gd name="connsiteX243" fmla="*/ 266267 w 755289"/>
                <a:gd name="connsiteY243" fmla="*/ 358492 h 501014"/>
                <a:gd name="connsiteX244" fmla="*/ 313346 w 755289"/>
                <a:gd name="connsiteY244" fmla="*/ 334244 h 501014"/>
                <a:gd name="connsiteX245" fmla="*/ 311429 w 755289"/>
                <a:gd name="connsiteY245" fmla="*/ 329828 h 501014"/>
                <a:gd name="connsiteX246" fmla="*/ 266683 w 755289"/>
                <a:gd name="connsiteY246" fmla="*/ 349160 h 501014"/>
                <a:gd name="connsiteX247" fmla="*/ 246019 w 755289"/>
                <a:gd name="connsiteY247" fmla="*/ 357659 h 501014"/>
                <a:gd name="connsiteX248" fmla="*/ 224521 w 755289"/>
                <a:gd name="connsiteY248" fmla="*/ 366075 h 501014"/>
                <a:gd name="connsiteX249" fmla="*/ 224187 w 755289"/>
                <a:gd name="connsiteY249" fmla="*/ 365075 h 501014"/>
                <a:gd name="connsiteX250" fmla="*/ 240769 w 755289"/>
                <a:gd name="connsiteY250" fmla="*/ 353659 h 501014"/>
                <a:gd name="connsiteX251" fmla="*/ 261851 w 755289"/>
                <a:gd name="connsiteY251" fmla="*/ 335661 h 501014"/>
                <a:gd name="connsiteX252" fmla="*/ 301597 w 755289"/>
                <a:gd name="connsiteY252" fmla="*/ 296664 h 501014"/>
                <a:gd name="connsiteX253" fmla="*/ 300430 w 755289"/>
                <a:gd name="connsiteY253" fmla="*/ 295498 h 501014"/>
                <a:gd name="connsiteX254" fmla="*/ 256184 w 755289"/>
                <a:gd name="connsiteY254" fmla="*/ 332744 h 501014"/>
                <a:gd name="connsiteX255" fmla="*/ 222354 w 755289"/>
                <a:gd name="connsiteY255" fmla="*/ 359825 h 501014"/>
                <a:gd name="connsiteX256" fmla="*/ 219104 w 755289"/>
                <a:gd name="connsiteY256" fmla="*/ 351743 h 501014"/>
                <a:gd name="connsiteX257" fmla="*/ 244769 w 755289"/>
                <a:gd name="connsiteY257" fmla="*/ 325995 h 501014"/>
                <a:gd name="connsiteX258" fmla="*/ 281932 w 755289"/>
                <a:gd name="connsiteY258" fmla="*/ 285915 h 501014"/>
                <a:gd name="connsiteX259" fmla="*/ 323012 w 755289"/>
                <a:gd name="connsiteY259" fmla="*/ 243002 h 501014"/>
                <a:gd name="connsiteX260" fmla="*/ 343343 w 755289"/>
                <a:gd name="connsiteY260" fmla="*/ 222754 h 501014"/>
                <a:gd name="connsiteX261" fmla="*/ 352842 w 755289"/>
                <a:gd name="connsiteY261" fmla="*/ 212505 h 501014"/>
                <a:gd name="connsiteX262" fmla="*/ 348343 w 755289"/>
                <a:gd name="connsiteY262" fmla="*/ 235503 h 501014"/>
                <a:gd name="connsiteX263" fmla="*/ 360592 w 755289"/>
                <a:gd name="connsiteY263" fmla="*/ 250418 h 501014"/>
                <a:gd name="connsiteX264" fmla="*/ 369258 w 755289"/>
                <a:gd name="connsiteY264" fmla="*/ 262334 h 501014"/>
                <a:gd name="connsiteX265" fmla="*/ 368258 w 755289"/>
                <a:gd name="connsiteY265" fmla="*/ 270917 h 501014"/>
                <a:gd name="connsiteX266" fmla="*/ 371091 w 755289"/>
                <a:gd name="connsiteY266" fmla="*/ 283999 h 501014"/>
                <a:gd name="connsiteX267" fmla="*/ 379507 w 755289"/>
                <a:gd name="connsiteY267" fmla="*/ 301580 h 501014"/>
                <a:gd name="connsiteX268" fmla="*/ 373507 w 755289"/>
                <a:gd name="connsiteY268" fmla="*/ 318079 h 501014"/>
                <a:gd name="connsiteX269" fmla="*/ 372590 w 755289"/>
                <a:gd name="connsiteY269" fmla="*/ 357492 h 501014"/>
                <a:gd name="connsiteX270" fmla="*/ 321595 w 755289"/>
                <a:gd name="connsiteY270" fmla="*/ 376824 h 501014"/>
                <a:gd name="connsiteX271" fmla="*/ 271183 w 755289"/>
                <a:gd name="connsiteY271" fmla="*/ 387656 h 501014"/>
                <a:gd name="connsiteX272" fmla="*/ 245602 w 755289"/>
                <a:gd name="connsiteY272" fmla="*/ 389739 h 501014"/>
                <a:gd name="connsiteX273" fmla="*/ 230187 w 755289"/>
                <a:gd name="connsiteY273" fmla="*/ 391572 h 501014"/>
                <a:gd name="connsiteX274" fmla="*/ 229353 w 755289"/>
                <a:gd name="connsiteY274" fmla="*/ 386906 h 501014"/>
                <a:gd name="connsiteX275" fmla="*/ 262767 w 755289"/>
                <a:gd name="connsiteY275" fmla="*/ 381490 h 501014"/>
                <a:gd name="connsiteX276" fmla="*/ 295348 w 755289"/>
                <a:gd name="connsiteY276" fmla="*/ 365325 h 501014"/>
                <a:gd name="connsiteX277" fmla="*/ 294848 w 755289"/>
                <a:gd name="connsiteY277" fmla="*/ 364158 h 501014"/>
                <a:gd name="connsiteX278" fmla="*/ 294848 w 755289"/>
                <a:gd name="connsiteY278" fmla="*/ 364158 h 50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Lst>
              <a:rect l="l" t="t" r="r" b="b"/>
              <a:pathLst>
                <a:path w="755289" h="501014">
                  <a:moveTo>
                    <a:pt x="703811" y="167009"/>
                  </a:moveTo>
                  <a:cubicBezTo>
                    <a:pt x="688979" y="157260"/>
                    <a:pt x="663898" y="150178"/>
                    <a:pt x="666981" y="129013"/>
                  </a:cubicBezTo>
                  <a:cubicBezTo>
                    <a:pt x="669647" y="110514"/>
                    <a:pt x="673980" y="92266"/>
                    <a:pt x="676813" y="73851"/>
                  </a:cubicBezTo>
                  <a:cubicBezTo>
                    <a:pt x="678896" y="60352"/>
                    <a:pt x="690645" y="6440"/>
                    <a:pt x="672314" y="358"/>
                  </a:cubicBezTo>
                  <a:cubicBezTo>
                    <a:pt x="669730" y="-476"/>
                    <a:pt x="666481" y="108"/>
                    <a:pt x="664898" y="2524"/>
                  </a:cubicBezTo>
                  <a:cubicBezTo>
                    <a:pt x="657898" y="13023"/>
                    <a:pt x="654232" y="25605"/>
                    <a:pt x="647149" y="36271"/>
                  </a:cubicBezTo>
                  <a:cubicBezTo>
                    <a:pt x="639067" y="48353"/>
                    <a:pt x="630067" y="59602"/>
                    <a:pt x="620818" y="70768"/>
                  </a:cubicBezTo>
                  <a:cubicBezTo>
                    <a:pt x="600987" y="94683"/>
                    <a:pt x="579239" y="130096"/>
                    <a:pt x="542992" y="123013"/>
                  </a:cubicBezTo>
                  <a:cubicBezTo>
                    <a:pt x="534742" y="121430"/>
                    <a:pt x="526493" y="119764"/>
                    <a:pt x="518328" y="118180"/>
                  </a:cubicBezTo>
                  <a:cubicBezTo>
                    <a:pt x="509078" y="115931"/>
                    <a:pt x="499829" y="114014"/>
                    <a:pt x="490496" y="112348"/>
                  </a:cubicBezTo>
                  <a:cubicBezTo>
                    <a:pt x="491080" y="107598"/>
                    <a:pt x="488997" y="102515"/>
                    <a:pt x="484830" y="99599"/>
                  </a:cubicBezTo>
                  <a:cubicBezTo>
                    <a:pt x="479914" y="96182"/>
                    <a:pt x="472498" y="96349"/>
                    <a:pt x="467082" y="94099"/>
                  </a:cubicBezTo>
                  <a:cubicBezTo>
                    <a:pt x="458249" y="90433"/>
                    <a:pt x="452917" y="82267"/>
                    <a:pt x="444417" y="78184"/>
                  </a:cubicBezTo>
                  <a:cubicBezTo>
                    <a:pt x="437835" y="75018"/>
                    <a:pt x="431085" y="75601"/>
                    <a:pt x="424003" y="76267"/>
                  </a:cubicBezTo>
                  <a:cubicBezTo>
                    <a:pt x="409837" y="77601"/>
                    <a:pt x="403421" y="77017"/>
                    <a:pt x="392089" y="67768"/>
                  </a:cubicBezTo>
                  <a:cubicBezTo>
                    <a:pt x="378423" y="56603"/>
                    <a:pt x="367008" y="64352"/>
                    <a:pt x="352342" y="70518"/>
                  </a:cubicBezTo>
                  <a:cubicBezTo>
                    <a:pt x="339010" y="76101"/>
                    <a:pt x="330344" y="75518"/>
                    <a:pt x="317262" y="70435"/>
                  </a:cubicBezTo>
                  <a:cubicBezTo>
                    <a:pt x="309930" y="67602"/>
                    <a:pt x="302097" y="67602"/>
                    <a:pt x="294431" y="69351"/>
                  </a:cubicBezTo>
                  <a:cubicBezTo>
                    <a:pt x="285098" y="71435"/>
                    <a:pt x="276516" y="76351"/>
                    <a:pt x="268350" y="81017"/>
                  </a:cubicBezTo>
                  <a:cubicBezTo>
                    <a:pt x="260601" y="85433"/>
                    <a:pt x="244852" y="100099"/>
                    <a:pt x="236186" y="93766"/>
                  </a:cubicBezTo>
                  <a:cubicBezTo>
                    <a:pt x="231603" y="90433"/>
                    <a:pt x="230853" y="85933"/>
                    <a:pt x="223937" y="86350"/>
                  </a:cubicBezTo>
                  <a:cubicBezTo>
                    <a:pt x="216021" y="86850"/>
                    <a:pt x="209605" y="95516"/>
                    <a:pt x="204522" y="100515"/>
                  </a:cubicBezTo>
                  <a:cubicBezTo>
                    <a:pt x="189190" y="115514"/>
                    <a:pt x="175275" y="132679"/>
                    <a:pt x="162776" y="150094"/>
                  </a:cubicBezTo>
                  <a:cubicBezTo>
                    <a:pt x="148277" y="170176"/>
                    <a:pt x="132362" y="189841"/>
                    <a:pt x="119030" y="210589"/>
                  </a:cubicBezTo>
                  <a:cubicBezTo>
                    <a:pt x="113031" y="220004"/>
                    <a:pt x="107614" y="229504"/>
                    <a:pt x="102532" y="239169"/>
                  </a:cubicBezTo>
                  <a:cubicBezTo>
                    <a:pt x="81200" y="261667"/>
                    <a:pt x="63035" y="287082"/>
                    <a:pt x="48870" y="315996"/>
                  </a:cubicBezTo>
                  <a:cubicBezTo>
                    <a:pt x="34538" y="345410"/>
                    <a:pt x="24122" y="376074"/>
                    <a:pt x="13540" y="406821"/>
                  </a:cubicBezTo>
                  <a:cubicBezTo>
                    <a:pt x="9207" y="419403"/>
                    <a:pt x="4707" y="432069"/>
                    <a:pt x="1041" y="444818"/>
                  </a:cubicBezTo>
                  <a:cubicBezTo>
                    <a:pt x="-1042" y="452067"/>
                    <a:pt x="-376" y="456566"/>
                    <a:pt x="6540" y="460983"/>
                  </a:cubicBezTo>
                  <a:cubicBezTo>
                    <a:pt x="15789" y="466899"/>
                    <a:pt x="29621" y="469982"/>
                    <a:pt x="40120" y="472898"/>
                  </a:cubicBezTo>
                  <a:cubicBezTo>
                    <a:pt x="53286" y="476565"/>
                    <a:pt x="66618" y="479731"/>
                    <a:pt x="80284" y="481148"/>
                  </a:cubicBezTo>
                  <a:cubicBezTo>
                    <a:pt x="111614" y="484314"/>
                    <a:pt x="143194" y="481898"/>
                    <a:pt x="174358" y="477731"/>
                  </a:cubicBezTo>
                  <a:cubicBezTo>
                    <a:pt x="201273" y="474148"/>
                    <a:pt x="227770" y="468399"/>
                    <a:pt x="253935" y="461150"/>
                  </a:cubicBezTo>
                  <a:cubicBezTo>
                    <a:pt x="255934" y="463066"/>
                    <a:pt x="257851" y="465649"/>
                    <a:pt x="259267" y="466899"/>
                  </a:cubicBezTo>
                  <a:cubicBezTo>
                    <a:pt x="263850" y="470982"/>
                    <a:pt x="268683" y="474898"/>
                    <a:pt x="273183" y="479065"/>
                  </a:cubicBezTo>
                  <a:cubicBezTo>
                    <a:pt x="281432" y="486730"/>
                    <a:pt x="288348" y="492563"/>
                    <a:pt x="298597" y="497313"/>
                  </a:cubicBezTo>
                  <a:cubicBezTo>
                    <a:pt x="305430" y="500479"/>
                    <a:pt x="311846" y="503312"/>
                    <a:pt x="318429" y="498229"/>
                  </a:cubicBezTo>
                  <a:cubicBezTo>
                    <a:pt x="325095" y="493147"/>
                    <a:pt x="328261" y="483981"/>
                    <a:pt x="330761" y="476148"/>
                  </a:cubicBezTo>
                  <a:cubicBezTo>
                    <a:pt x="343343" y="479981"/>
                    <a:pt x="358592" y="483314"/>
                    <a:pt x="367174" y="476481"/>
                  </a:cubicBezTo>
                  <a:cubicBezTo>
                    <a:pt x="372924" y="471898"/>
                    <a:pt x="372757" y="462899"/>
                    <a:pt x="376507" y="457150"/>
                  </a:cubicBezTo>
                  <a:cubicBezTo>
                    <a:pt x="380006" y="451817"/>
                    <a:pt x="386173" y="448484"/>
                    <a:pt x="384506" y="440901"/>
                  </a:cubicBezTo>
                  <a:cubicBezTo>
                    <a:pt x="383006" y="434235"/>
                    <a:pt x="374174" y="426569"/>
                    <a:pt x="365675" y="421903"/>
                  </a:cubicBezTo>
                  <a:cubicBezTo>
                    <a:pt x="366758" y="421486"/>
                    <a:pt x="367841" y="421070"/>
                    <a:pt x="368841" y="420570"/>
                  </a:cubicBezTo>
                  <a:cubicBezTo>
                    <a:pt x="423253" y="398155"/>
                    <a:pt x="473748" y="361908"/>
                    <a:pt x="515328" y="320246"/>
                  </a:cubicBezTo>
                  <a:cubicBezTo>
                    <a:pt x="536409" y="324662"/>
                    <a:pt x="559324" y="329411"/>
                    <a:pt x="574739" y="310246"/>
                  </a:cubicBezTo>
                  <a:cubicBezTo>
                    <a:pt x="587571" y="294248"/>
                    <a:pt x="575406" y="274416"/>
                    <a:pt x="564573" y="259584"/>
                  </a:cubicBezTo>
                  <a:cubicBezTo>
                    <a:pt x="568740" y="252418"/>
                    <a:pt x="572822" y="245336"/>
                    <a:pt x="577989" y="239169"/>
                  </a:cubicBezTo>
                  <a:cubicBezTo>
                    <a:pt x="589238" y="225754"/>
                    <a:pt x="610736" y="230170"/>
                    <a:pt x="626651" y="230087"/>
                  </a:cubicBezTo>
                  <a:cubicBezTo>
                    <a:pt x="644149" y="230004"/>
                    <a:pt x="661731" y="230920"/>
                    <a:pt x="679313" y="231170"/>
                  </a:cubicBezTo>
                  <a:cubicBezTo>
                    <a:pt x="696478" y="231337"/>
                    <a:pt x="713560" y="232670"/>
                    <a:pt x="730725" y="232420"/>
                  </a:cubicBezTo>
                  <a:cubicBezTo>
                    <a:pt x="738808" y="232337"/>
                    <a:pt x="753056" y="233920"/>
                    <a:pt x="755139" y="223088"/>
                  </a:cubicBezTo>
                  <a:cubicBezTo>
                    <a:pt x="756806" y="214255"/>
                    <a:pt x="744140" y="200506"/>
                    <a:pt x="739141" y="194840"/>
                  </a:cubicBezTo>
                  <a:cubicBezTo>
                    <a:pt x="729392" y="183508"/>
                    <a:pt x="716060" y="175092"/>
                    <a:pt x="703811" y="167009"/>
                  </a:cubicBezTo>
                  <a:lnTo>
                    <a:pt x="703811" y="167009"/>
                  </a:lnTo>
                  <a:close/>
                  <a:moveTo>
                    <a:pt x="433169" y="89516"/>
                  </a:moveTo>
                  <a:cubicBezTo>
                    <a:pt x="437501" y="90266"/>
                    <a:pt x="441584" y="91933"/>
                    <a:pt x="445251" y="95266"/>
                  </a:cubicBezTo>
                  <a:cubicBezTo>
                    <a:pt x="451583" y="100932"/>
                    <a:pt x="458416" y="105681"/>
                    <a:pt x="466582" y="108348"/>
                  </a:cubicBezTo>
                  <a:cubicBezTo>
                    <a:pt x="468082" y="108848"/>
                    <a:pt x="475998" y="109181"/>
                    <a:pt x="476081" y="108681"/>
                  </a:cubicBezTo>
                  <a:cubicBezTo>
                    <a:pt x="476248" y="108931"/>
                    <a:pt x="476331" y="109348"/>
                    <a:pt x="476414" y="109848"/>
                  </a:cubicBezTo>
                  <a:cubicBezTo>
                    <a:pt x="466415" y="108431"/>
                    <a:pt x="456416" y="107265"/>
                    <a:pt x="446334" y="106348"/>
                  </a:cubicBezTo>
                  <a:cubicBezTo>
                    <a:pt x="434168" y="105265"/>
                    <a:pt x="422003" y="104265"/>
                    <a:pt x="409921" y="103682"/>
                  </a:cubicBezTo>
                  <a:cubicBezTo>
                    <a:pt x="417503" y="98682"/>
                    <a:pt x="424919" y="93349"/>
                    <a:pt x="433169" y="89516"/>
                  </a:cubicBezTo>
                  <a:lnTo>
                    <a:pt x="433169" y="89516"/>
                  </a:lnTo>
                  <a:close/>
                  <a:moveTo>
                    <a:pt x="419503" y="89016"/>
                  </a:moveTo>
                  <a:cubicBezTo>
                    <a:pt x="413587" y="93099"/>
                    <a:pt x="408504" y="98599"/>
                    <a:pt x="402921" y="103515"/>
                  </a:cubicBezTo>
                  <a:cubicBezTo>
                    <a:pt x="389339" y="103098"/>
                    <a:pt x="375840" y="103348"/>
                    <a:pt x="362258" y="104932"/>
                  </a:cubicBezTo>
                  <a:cubicBezTo>
                    <a:pt x="371924" y="97432"/>
                    <a:pt x="381840" y="90183"/>
                    <a:pt x="393005" y="84933"/>
                  </a:cubicBezTo>
                  <a:cubicBezTo>
                    <a:pt x="401171" y="90100"/>
                    <a:pt x="410420" y="89350"/>
                    <a:pt x="419503" y="89016"/>
                  </a:cubicBezTo>
                  <a:lnTo>
                    <a:pt x="419503" y="89016"/>
                  </a:lnTo>
                  <a:close/>
                  <a:moveTo>
                    <a:pt x="356675" y="80184"/>
                  </a:moveTo>
                  <a:cubicBezTo>
                    <a:pt x="365091" y="76934"/>
                    <a:pt x="374340" y="69685"/>
                    <a:pt x="384089" y="76101"/>
                  </a:cubicBezTo>
                  <a:cubicBezTo>
                    <a:pt x="385339" y="76934"/>
                    <a:pt x="386423" y="78101"/>
                    <a:pt x="387422" y="79434"/>
                  </a:cubicBezTo>
                  <a:cubicBezTo>
                    <a:pt x="384256" y="81184"/>
                    <a:pt x="381340" y="83433"/>
                    <a:pt x="379090" y="85017"/>
                  </a:cubicBezTo>
                  <a:cubicBezTo>
                    <a:pt x="370591" y="91266"/>
                    <a:pt x="363091" y="98515"/>
                    <a:pt x="355592" y="105848"/>
                  </a:cubicBezTo>
                  <a:cubicBezTo>
                    <a:pt x="354009" y="106098"/>
                    <a:pt x="352342" y="106265"/>
                    <a:pt x="350759" y="106515"/>
                  </a:cubicBezTo>
                  <a:cubicBezTo>
                    <a:pt x="332428" y="109598"/>
                    <a:pt x="314346" y="114431"/>
                    <a:pt x="296514" y="120347"/>
                  </a:cubicBezTo>
                  <a:cubicBezTo>
                    <a:pt x="313263" y="106681"/>
                    <a:pt x="330844" y="95016"/>
                    <a:pt x="349343" y="82767"/>
                  </a:cubicBezTo>
                  <a:cubicBezTo>
                    <a:pt x="351842" y="81934"/>
                    <a:pt x="354259" y="81100"/>
                    <a:pt x="356675" y="80184"/>
                  </a:cubicBezTo>
                  <a:lnTo>
                    <a:pt x="356675" y="80184"/>
                  </a:lnTo>
                  <a:close/>
                  <a:moveTo>
                    <a:pt x="308346" y="84017"/>
                  </a:moveTo>
                  <a:cubicBezTo>
                    <a:pt x="308763" y="83683"/>
                    <a:pt x="309096" y="83183"/>
                    <a:pt x="309180" y="82684"/>
                  </a:cubicBezTo>
                  <a:cubicBezTo>
                    <a:pt x="315762" y="83017"/>
                    <a:pt x="321929" y="84850"/>
                    <a:pt x="329011" y="85517"/>
                  </a:cubicBezTo>
                  <a:cubicBezTo>
                    <a:pt x="313346" y="95432"/>
                    <a:pt x="299847" y="109848"/>
                    <a:pt x="287682" y="123513"/>
                  </a:cubicBezTo>
                  <a:cubicBezTo>
                    <a:pt x="270600" y="129679"/>
                    <a:pt x="253851" y="136845"/>
                    <a:pt x="237519" y="144928"/>
                  </a:cubicBezTo>
                  <a:cubicBezTo>
                    <a:pt x="245352" y="137262"/>
                    <a:pt x="253185" y="129596"/>
                    <a:pt x="261184" y="122180"/>
                  </a:cubicBezTo>
                  <a:cubicBezTo>
                    <a:pt x="276183" y="108098"/>
                    <a:pt x="292514" y="96849"/>
                    <a:pt x="308346" y="84017"/>
                  </a:cubicBezTo>
                  <a:lnTo>
                    <a:pt x="308346" y="84017"/>
                  </a:lnTo>
                  <a:close/>
                  <a:moveTo>
                    <a:pt x="244602" y="110931"/>
                  </a:moveTo>
                  <a:cubicBezTo>
                    <a:pt x="251685" y="109181"/>
                    <a:pt x="258434" y="104432"/>
                    <a:pt x="264184" y="101099"/>
                  </a:cubicBezTo>
                  <a:cubicBezTo>
                    <a:pt x="272350" y="96349"/>
                    <a:pt x="280432" y="91266"/>
                    <a:pt x="289098" y="87350"/>
                  </a:cubicBezTo>
                  <a:cubicBezTo>
                    <a:pt x="277932" y="95182"/>
                    <a:pt x="268017" y="106681"/>
                    <a:pt x="259184" y="115264"/>
                  </a:cubicBezTo>
                  <a:cubicBezTo>
                    <a:pt x="247685" y="126430"/>
                    <a:pt x="237353" y="138429"/>
                    <a:pt x="226687" y="150261"/>
                  </a:cubicBezTo>
                  <a:cubicBezTo>
                    <a:pt x="207855" y="160010"/>
                    <a:pt x="189690" y="170759"/>
                    <a:pt x="172192" y="181925"/>
                  </a:cubicBezTo>
                  <a:cubicBezTo>
                    <a:pt x="171359" y="182508"/>
                    <a:pt x="170525" y="183008"/>
                    <a:pt x="169692" y="183591"/>
                  </a:cubicBezTo>
                  <a:cubicBezTo>
                    <a:pt x="180441" y="172509"/>
                    <a:pt x="190857" y="161093"/>
                    <a:pt x="201606" y="149928"/>
                  </a:cubicBezTo>
                  <a:cubicBezTo>
                    <a:pt x="215105" y="135845"/>
                    <a:pt x="230020" y="123763"/>
                    <a:pt x="244602" y="110931"/>
                  </a:cubicBezTo>
                  <a:lnTo>
                    <a:pt x="244602" y="110931"/>
                  </a:lnTo>
                  <a:close/>
                  <a:moveTo>
                    <a:pt x="126196" y="215505"/>
                  </a:moveTo>
                  <a:cubicBezTo>
                    <a:pt x="139778" y="196007"/>
                    <a:pt x="155860" y="177675"/>
                    <a:pt x="170525" y="158927"/>
                  </a:cubicBezTo>
                  <a:cubicBezTo>
                    <a:pt x="178608" y="148594"/>
                    <a:pt x="187107" y="138845"/>
                    <a:pt x="196023" y="129179"/>
                  </a:cubicBezTo>
                  <a:cubicBezTo>
                    <a:pt x="201689" y="123013"/>
                    <a:pt x="207022" y="116681"/>
                    <a:pt x="213105" y="110848"/>
                  </a:cubicBezTo>
                  <a:cubicBezTo>
                    <a:pt x="214188" y="109848"/>
                    <a:pt x="222104" y="100765"/>
                    <a:pt x="223604" y="101099"/>
                  </a:cubicBezTo>
                  <a:cubicBezTo>
                    <a:pt x="225770" y="101515"/>
                    <a:pt x="228603" y="108098"/>
                    <a:pt x="231520" y="109681"/>
                  </a:cubicBezTo>
                  <a:cubicBezTo>
                    <a:pt x="232103" y="110014"/>
                    <a:pt x="232770" y="110264"/>
                    <a:pt x="233436" y="110514"/>
                  </a:cubicBezTo>
                  <a:cubicBezTo>
                    <a:pt x="232103" y="111764"/>
                    <a:pt x="230770" y="113014"/>
                    <a:pt x="229437" y="114097"/>
                  </a:cubicBezTo>
                  <a:cubicBezTo>
                    <a:pt x="220021" y="121930"/>
                    <a:pt x="210938" y="130013"/>
                    <a:pt x="202523" y="138845"/>
                  </a:cubicBezTo>
                  <a:cubicBezTo>
                    <a:pt x="187024" y="155177"/>
                    <a:pt x="173775" y="173259"/>
                    <a:pt x="159360" y="190507"/>
                  </a:cubicBezTo>
                  <a:cubicBezTo>
                    <a:pt x="147444" y="198756"/>
                    <a:pt x="136028" y="207589"/>
                    <a:pt x="125279" y="217005"/>
                  </a:cubicBezTo>
                  <a:cubicBezTo>
                    <a:pt x="125529" y="216422"/>
                    <a:pt x="125863" y="215922"/>
                    <a:pt x="126196" y="215505"/>
                  </a:cubicBezTo>
                  <a:lnTo>
                    <a:pt x="126196" y="215505"/>
                  </a:lnTo>
                  <a:close/>
                  <a:moveTo>
                    <a:pt x="306430" y="488064"/>
                  </a:moveTo>
                  <a:cubicBezTo>
                    <a:pt x="298097" y="487647"/>
                    <a:pt x="288182" y="478315"/>
                    <a:pt x="282015" y="473482"/>
                  </a:cubicBezTo>
                  <a:cubicBezTo>
                    <a:pt x="278349" y="470565"/>
                    <a:pt x="269683" y="462649"/>
                    <a:pt x="261767" y="458483"/>
                  </a:cubicBezTo>
                  <a:cubicBezTo>
                    <a:pt x="264350" y="457733"/>
                    <a:pt x="267017" y="456983"/>
                    <a:pt x="269600" y="456233"/>
                  </a:cubicBezTo>
                  <a:cubicBezTo>
                    <a:pt x="274016" y="458316"/>
                    <a:pt x="278432" y="460316"/>
                    <a:pt x="283182" y="461816"/>
                  </a:cubicBezTo>
                  <a:cubicBezTo>
                    <a:pt x="294348" y="465399"/>
                    <a:pt x="305847" y="467982"/>
                    <a:pt x="317012" y="471398"/>
                  </a:cubicBezTo>
                  <a:cubicBezTo>
                    <a:pt x="318179" y="471732"/>
                    <a:pt x="319512" y="472232"/>
                    <a:pt x="320929" y="472648"/>
                  </a:cubicBezTo>
                  <a:cubicBezTo>
                    <a:pt x="316929" y="478898"/>
                    <a:pt x="314596" y="488480"/>
                    <a:pt x="306430" y="488064"/>
                  </a:cubicBezTo>
                  <a:lnTo>
                    <a:pt x="306430" y="488064"/>
                  </a:lnTo>
                  <a:close/>
                  <a:moveTo>
                    <a:pt x="368258" y="450817"/>
                  </a:moveTo>
                  <a:cubicBezTo>
                    <a:pt x="366341" y="454317"/>
                    <a:pt x="364841" y="458733"/>
                    <a:pt x="362758" y="462066"/>
                  </a:cubicBezTo>
                  <a:cubicBezTo>
                    <a:pt x="357259" y="470899"/>
                    <a:pt x="347759" y="468982"/>
                    <a:pt x="338844" y="467399"/>
                  </a:cubicBezTo>
                  <a:cubicBezTo>
                    <a:pt x="318845" y="463899"/>
                    <a:pt x="299264" y="458150"/>
                    <a:pt x="279516" y="453150"/>
                  </a:cubicBezTo>
                  <a:cubicBezTo>
                    <a:pt x="303597" y="445567"/>
                    <a:pt x="327428" y="436902"/>
                    <a:pt x="350842" y="427569"/>
                  </a:cubicBezTo>
                  <a:cubicBezTo>
                    <a:pt x="351176" y="427736"/>
                    <a:pt x="351509" y="427902"/>
                    <a:pt x="351926" y="428069"/>
                  </a:cubicBezTo>
                  <a:cubicBezTo>
                    <a:pt x="356675" y="429569"/>
                    <a:pt x="363341" y="432985"/>
                    <a:pt x="366841" y="436402"/>
                  </a:cubicBezTo>
                  <a:cubicBezTo>
                    <a:pt x="372674" y="442068"/>
                    <a:pt x="371841" y="444151"/>
                    <a:pt x="368258" y="450817"/>
                  </a:cubicBezTo>
                  <a:lnTo>
                    <a:pt x="368258" y="450817"/>
                  </a:lnTo>
                  <a:close/>
                  <a:moveTo>
                    <a:pt x="555991" y="310913"/>
                  </a:moveTo>
                  <a:cubicBezTo>
                    <a:pt x="547075" y="314996"/>
                    <a:pt x="536909" y="314663"/>
                    <a:pt x="527410" y="313746"/>
                  </a:cubicBezTo>
                  <a:cubicBezTo>
                    <a:pt x="525493" y="313579"/>
                    <a:pt x="523744" y="313413"/>
                    <a:pt x="521994" y="313246"/>
                  </a:cubicBezTo>
                  <a:cubicBezTo>
                    <a:pt x="532409" y="302414"/>
                    <a:pt x="542659" y="291248"/>
                    <a:pt x="551824" y="279333"/>
                  </a:cubicBezTo>
                  <a:cubicBezTo>
                    <a:pt x="553824" y="276666"/>
                    <a:pt x="555741" y="273916"/>
                    <a:pt x="557491" y="271083"/>
                  </a:cubicBezTo>
                  <a:cubicBezTo>
                    <a:pt x="560407" y="275666"/>
                    <a:pt x="563240" y="280416"/>
                    <a:pt x="565657" y="285082"/>
                  </a:cubicBezTo>
                  <a:cubicBezTo>
                    <a:pt x="571323" y="296248"/>
                    <a:pt x="567573" y="305664"/>
                    <a:pt x="555991" y="310913"/>
                  </a:cubicBezTo>
                  <a:lnTo>
                    <a:pt x="555991" y="310913"/>
                  </a:lnTo>
                  <a:close/>
                  <a:moveTo>
                    <a:pt x="729558" y="217505"/>
                  </a:moveTo>
                  <a:cubicBezTo>
                    <a:pt x="713393" y="217671"/>
                    <a:pt x="697228" y="216338"/>
                    <a:pt x="681063" y="216088"/>
                  </a:cubicBezTo>
                  <a:cubicBezTo>
                    <a:pt x="653232" y="215672"/>
                    <a:pt x="625401" y="214338"/>
                    <a:pt x="597487" y="214588"/>
                  </a:cubicBezTo>
                  <a:cubicBezTo>
                    <a:pt x="587238" y="214672"/>
                    <a:pt x="580239" y="213338"/>
                    <a:pt x="572572" y="220755"/>
                  </a:cubicBezTo>
                  <a:cubicBezTo>
                    <a:pt x="562240" y="230754"/>
                    <a:pt x="556657" y="245002"/>
                    <a:pt x="548741" y="256834"/>
                  </a:cubicBezTo>
                  <a:cubicBezTo>
                    <a:pt x="516328" y="305580"/>
                    <a:pt x="468415" y="344993"/>
                    <a:pt x="419503" y="376407"/>
                  </a:cubicBezTo>
                  <a:cubicBezTo>
                    <a:pt x="368341" y="409321"/>
                    <a:pt x="307763" y="429652"/>
                    <a:pt x="249602" y="445901"/>
                  </a:cubicBezTo>
                  <a:cubicBezTo>
                    <a:pt x="243269" y="447651"/>
                    <a:pt x="236853" y="449401"/>
                    <a:pt x="230353" y="451067"/>
                  </a:cubicBezTo>
                  <a:cubicBezTo>
                    <a:pt x="231853" y="434069"/>
                    <a:pt x="234103" y="418487"/>
                    <a:pt x="231770" y="401071"/>
                  </a:cubicBezTo>
                  <a:cubicBezTo>
                    <a:pt x="234853" y="400905"/>
                    <a:pt x="237936" y="400405"/>
                    <a:pt x="241102" y="400155"/>
                  </a:cubicBezTo>
                  <a:cubicBezTo>
                    <a:pt x="249852" y="399488"/>
                    <a:pt x="258601" y="399822"/>
                    <a:pt x="267350" y="398905"/>
                  </a:cubicBezTo>
                  <a:cubicBezTo>
                    <a:pt x="285432" y="396989"/>
                    <a:pt x="302930" y="392406"/>
                    <a:pt x="320512" y="387823"/>
                  </a:cubicBezTo>
                  <a:cubicBezTo>
                    <a:pt x="338677" y="383156"/>
                    <a:pt x="356675" y="379157"/>
                    <a:pt x="373341" y="369991"/>
                  </a:cubicBezTo>
                  <a:cubicBezTo>
                    <a:pt x="380840" y="365825"/>
                    <a:pt x="390505" y="360492"/>
                    <a:pt x="391839" y="351159"/>
                  </a:cubicBezTo>
                  <a:cubicBezTo>
                    <a:pt x="392589" y="345993"/>
                    <a:pt x="390089" y="341827"/>
                    <a:pt x="388256" y="337161"/>
                  </a:cubicBezTo>
                  <a:cubicBezTo>
                    <a:pt x="382923" y="323912"/>
                    <a:pt x="386756" y="317829"/>
                    <a:pt x="390839" y="305664"/>
                  </a:cubicBezTo>
                  <a:cubicBezTo>
                    <a:pt x="395672" y="291248"/>
                    <a:pt x="386923" y="287665"/>
                    <a:pt x="381173" y="275833"/>
                  </a:cubicBezTo>
                  <a:cubicBezTo>
                    <a:pt x="376840" y="266750"/>
                    <a:pt x="382506" y="260084"/>
                    <a:pt x="379590" y="251168"/>
                  </a:cubicBezTo>
                  <a:cubicBezTo>
                    <a:pt x="378673" y="248252"/>
                    <a:pt x="376840" y="245836"/>
                    <a:pt x="374340" y="244086"/>
                  </a:cubicBezTo>
                  <a:cubicBezTo>
                    <a:pt x="372174" y="242586"/>
                    <a:pt x="369424" y="242836"/>
                    <a:pt x="367424" y="241669"/>
                  </a:cubicBezTo>
                  <a:cubicBezTo>
                    <a:pt x="358008" y="236420"/>
                    <a:pt x="358342" y="231837"/>
                    <a:pt x="360592" y="223254"/>
                  </a:cubicBezTo>
                  <a:cubicBezTo>
                    <a:pt x="362591" y="215505"/>
                    <a:pt x="365341" y="207922"/>
                    <a:pt x="367424" y="200090"/>
                  </a:cubicBezTo>
                  <a:cubicBezTo>
                    <a:pt x="368674" y="195423"/>
                    <a:pt x="364925" y="191757"/>
                    <a:pt x="360342" y="193174"/>
                  </a:cubicBezTo>
                  <a:cubicBezTo>
                    <a:pt x="345593" y="197840"/>
                    <a:pt x="333344" y="212922"/>
                    <a:pt x="322678" y="223504"/>
                  </a:cubicBezTo>
                  <a:cubicBezTo>
                    <a:pt x="309180" y="237003"/>
                    <a:pt x="296014" y="250752"/>
                    <a:pt x="282932" y="264584"/>
                  </a:cubicBezTo>
                  <a:cubicBezTo>
                    <a:pt x="258768" y="290165"/>
                    <a:pt x="237269" y="316912"/>
                    <a:pt x="216021" y="344660"/>
                  </a:cubicBezTo>
                  <a:cubicBezTo>
                    <a:pt x="215521" y="343743"/>
                    <a:pt x="215105" y="342827"/>
                    <a:pt x="214605" y="341993"/>
                  </a:cubicBezTo>
                  <a:cubicBezTo>
                    <a:pt x="205189" y="326078"/>
                    <a:pt x="194523" y="310496"/>
                    <a:pt x="179275" y="299664"/>
                  </a:cubicBezTo>
                  <a:cubicBezTo>
                    <a:pt x="165276" y="289665"/>
                    <a:pt x="152360" y="287999"/>
                    <a:pt x="135945" y="285665"/>
                  </a:cubicBezTo>
                  <a:cubicBezTo>
                    <a:pt x="134612" y="285499"/>
                    <a:pt x="134195" y="287415"/>
                    <a:pt x="135362" y="287915"/>
                  </a:cubicBezTo>
                  <a:cubicBezTo>
                    <a:pt x="149277" y="293498"/>
                    <a:pt x="162609" y="296331"/>
                    <a:pt x="174525" y="306163"/>
                  </a:cubicBezTo>
                  <a:cubicBezTo>
                    <a:pt x="188940" y="317996"/>
                    <a:pt x="199773" y="335411"/>
                    <a:pt x="207022" y="352493"/>
                  </a:cubicBezTo>
                  <a:cubicBezTo>
                    <a:pt x="214105" y="369324"/>
                    <a:pt x="216771" y="389406"/>
                    <a:pt x="218521" y="407488"/>
                  </a:cubicBezTo>
                  <a:cubicBezTo>
                    <a:pt x="219521" y="417404"/>
                    <a:pt x="219021" y="427236"/>
                    <a:pt x="218104" y="437235"/>
                  </a:cubicBezTo>
                  <a:cubicBezTo>
                    <a:pt x="217605" y="443151"/>
                    <a:pt x="215438" y="448734"/>
                    <a:pt x="216021" y="454567"/>
                  </a:cubicBezTo>
                  <a:cubicBezTo>
                    <a:pt x="168442" y="465566"/>
                    <a:pt x="117114" y="471815"/>
                    <a:pt x="70034" y="463733"/>
                  </a:cubicBezTo>
                  <a:cubicBezTo>
                    <a:pt x="57369" y="461566"/>
                    <a:pt x="44620" y="458316"/>
                    <a:pt x="32538" y="454067"/>
                  </a:cubicBezTo>
                  <a:cubicBezTo>
                    <a:pt x="29455" y="452984"/>
                    <a:pt x="26455" y="451734"/>
                    <a:pt x="23455" y="450567"/>
                  </a:cubicBezTo>
                  <a:cubicBezTo>
                    <a:pt x="43120" y="453983"/>
                    <a:pt x="65451" y="451067"/>
                    <a:pt x="84366" y="448067"/>
                  </a:cubicBezTo>
                  <a:cubicBezTo>
                    <a:pt x="99282" y="445651"/>
                    <a:pt x="114697" y="444151"/>
                    <a:pt x="129196" y="439985"/>
                  </a:cubicBezTo>
                  <a:cubicBezTo>
                    <a:pt x="141195" y="436568"/>
                    <a:pt x="152527" y="431652"/>
                    <a:pt x="164193" y="427486"/>
                  </a:cubicBezTo>
                  <a:cubicBezTo>
                    <a:pt x="169859" y="425486"/>
                    <a:pt x="166109" y="417404"/>
                    <a:pt x="160526" y="419070"/>
                  </a:cubicBezTo>
                  <a:cubicBezTo>
                    <a:pt x="132862" y="427486"/>
                    <a:pt x="105948" y="433819"/>
                    <a:pt x="77200" y="437652"/>
                  </a:cubicBezTo>
                  <a:cubicBezTo>
                    <a:pt x="63618" y="439485"/>
                    <a:pt x="48870" y="440985"/>
                    <a:pt x="35204" y="441318"/>
                  </a:cubicBezTo>
                  <a:cubicBezTo>
                    <a:pt x="28788" y="441485"/>
                    <a:pt x="22289" y="441901"/>
                    <a:pt x="16623" y="444568"/>
                  </a:cubicBezTo>
                  <a:cubicBezTo>
                    <a:pt x="16789" y="444068"/>
                    <a:pt x="16956" y="443568"/>
                    <a:pt x="17123" y="443234"/>
                  </a:cubicBezTo>
                  <a:cubicBezTo>
                    <a:pt x="25538" y="415404"/>
                    <a:pt x="34538" y="386989"/>
                    <a:pt x="45537" y="360242"/>
                  </a:cubicBezTo>
                  <a:cubicBezTo>
                    <a:pt x="68118" y="304997"/>
                    <a:pt x="98615" y="255501"/>
                    <a:pt x="146028" y="218088"/>
                  </a:cubicBezTo>
                  <a:cubicBezTo>
                    <a:pt x="174525" y="195507"/>
                    <a:pt x="207022" y="176675"/>
                    <a:pt x="239686" y="160677"/>
                  </a:cubicBezTo>
                  <a:cubicBezTo>
                    <a:pt x="271183" y="145261"/>
                    <a:pt x="303763" y="130429"/>
                    <a:pt x="338260" y="122847"/>
                  </a:cubicBezTo>
                  <a:cubicBezTo>
                    <a:pt x="348259" y="120680"/>
                    <a:pt x="358425" y="120430"/>
                    <a:pt x="368258" y="118597"/>
                  </a:cubicBezTo>
                  <a:cubicBezTo>
                    <a:pt x="380423" y="116347"/>
                    <a:pt x="385506" y="117180"/>
                    <a:pt x="396922" y="118930"/>
                  </a:cubicBezTo>
                  <a:cubicBezTo>
                    <a:pt x="410837" y="121097"/>
                    <a:pt x="427586" y="117264"/>
                    <a:pt x="441834" y="117847"/>
                  </a:cubicBezTo>
                  <a:cubicBezTo>
                    <a:pt x="448750" y="118347"/>
                    <a:pt x="455666" y="118847"/>
                    <a:pt x="462583" y="119430"/>
                  </a:cubicBezTo>
                  <a:cubicBezTo>
                    <a:pt x="465749" y="119847"/>
                    <a:pt x="468999" y="120180"/>
                    <a:pt x="472165" y="120680"/>
                  </a:cubicBezTo>
                  <a:cubicBezTo>
                    <a:pt x="487997" y="123263"/>
                    <a:pt x="503662" y="126180"/>
                    <a:pt x="519244" y="130096"/>
                  </a:cubicBezTo>
                  <a:cubicBezTo>
                    <a:pt x="533076" y="133596"/>
                    <a:pt x="548908" y="139845"/>
                    <a:pt x="563323" y="136679"/>
                  </a:cubicBezTo>
                  <a:cubicBezTo>
                    <a:pt x="591738" y="130513"/>
                    <a:pt x="608653" y="107015"/>
                    <a:pt x="624735" y="85350"/>
                  </a:cubicBezTo>
                  <a:cubicBezTo>
                    <a:pt x="634317" y="72435"/>
                    <a:pt x="644649" y="60269"/>
                    <a:pt x="654065" y="47187"/>
                  </a:cubicBezTo>
                  <a:cubicBezTo>
                    <a:pt x="659898" y="39021"/>
                    <a:pt x="663981" y="29855"/>
                    <a:pt x="668564" y="21106"/>
                  </a:cubicBezTo>
                  <a:cubicBezTo>
                    <a:pt x="667981" y="31688"/>
                    <a:pt x="665981" y="47937"/>
                    <a:pt x="665648" y="51020"/>
                  </a:cubicBezTo>
                  <a:cubicBezTo>
                    <a:pt x="665314" y="54436"/>
                    <a:pt x="664898" y="57769"/>
                    <a:pt x="664481" y="61185"/>
                  </a:cubicBezTo>
                  <a:cubicBezTo>
                    <a:pt x="663814" y="61185"/>
                    <a:pt x="663064" y="61352"/>
                    <a:pt x="662398" y="61769"/>
                  </a:cubicBezTo>
                  <a:cubicBezTo>
                    <a:pt x="640650" y="75101"/>
                    <a:pt x="630401" y="101849"/>
                    <a:pt x="613652" y="120097"/>
                  </a:cubicBezTo>
                  <a:cubicBezTo>
                    <a:pt x="612986" y="120847"/>
                    <a:pt x="614152" y="121763"/>
                    <a:pt x="614819" y="121263"/>
                  </a:cubicBezTo>
                  <a:cubicBezTo>
                    <a:pt x="625651" y="113431"/>
                    <a:pt x="635650" y="102265"/>
                    <a:pt x="644149" y="92016"/>
                  </a:cubicBezTo>
                  <a:cubicBezTo>
                    <a:pt x="649316" y="85850"/>
                    <a:pt x="653815" y="78601"/>
                    <a:pt x="659898" y="73268"/>
                  </a:cubicBezTo>
                  <a:cubicBezTo>
                    <a:pt x="660981" y="72268"/>
                    <a:pt x="662065" y="71518"/>
                    <a:pt x="663064" y="70768"/>
                  </a:cubicBezTo>
                  <a:cubicBezTo>
                    <a:pt x="662148" y="76934"/>
                    <a:pt x="661148" y="83100"/>
                    <a:pt x="659898" y="89350"/>
                  </a:cubicBezTo>
                  <a:cubicBezTo>
                    <a:pt x="658898" y="94349"/>
                    <a:pt x="657898" y="99432"/>
                    <a:pt x="656982" y="104515"/>
                  </a:cubicBezTo>
                  <a:cubicBezTo>
                    <a:pt x="655982" y="104432"/>
                    <a:pt x="653315" y="106182"/>
                    <a:pt x="652065" y="107015"/>
                  </a:cubicBezTo>
                  <a:cubicBezTo>
                    <a:pt x="646482" y="110764"/>
                    <a:pt x="641733" y="116347"/>
                    <a:pt x="636983" y="121097"/>
                  </a:cubicBezTo>
                  <a:cubicBezTo>
                    <a:pt x="628651" y="129429"/>
                    <a:pt x="620485" y="137012"/>
                    <a:pt x="613902" y="146761"/>
                  </a:cubicBezTo>
                  <a:cubicBezTo>
                    <a:pt x="612152" y="149344"/>
                    <a:pt x="615819" y="152011"/>
                    <a:pt x="617818" y="149594"/>
                  </a:cubicBezTo>
                  <a:cubicBezTo>
                    <a:pt x="625234" y="140512"/>
                    <a:pt x="634234" y="133012"/>
                    <a:pt x="642983" y="125263"/>
                  </a:cubicBezTo>
                  <a:cubicBezTo>
                    <a:pt x="646816" y="121847"/>
                    <a:pt x="651149" y="118847"/>
                    <a:pt x="655065" y="115431"/>
                  </a:cubicBezTo>
                  <a:cubicBezTo>
                    <a:pt x="653982" y="121847"/>
                    <a:pt x="653065" y="128180"/>
                    <a:pt x="652565" y="134596"/>
                  </a:cubicBezTo>
                  <a:cubicBezTo>
                    <a:pt x="652232" y="137845"/>
                    <a:pt x="652399" y="140845"/>
                    <a:pt x="652899" y="143595"/>
                  </a:cubicBezTo>
                  <a:cubicBezTo>
                    <a:pt x="649316" y="144678"/>
                    <a:pt x="645733" y="146428"/>
                    <a:pt x="642566" y="147928"/>
                  </a:cubicBezTo>
                  <a:cubicBezTo>
                    <a:pt x="630651" y="153677"/>
                    <a:pt x="622068" y="158760"/>
                    <a:pt x="612569" y="168093"/>
                  </a:cubicBezTo>
                  <a:cubicBezTo>
                    <a:pt x="611236" y="169342"/>
                    <a:pt x="612819" y="171342"/>
                    <a:pt x="614319" y="170342"/>
                  </a:cubicBezTo>
                  <a:cubicBezTo>
                    <a:pt x="624401" y="163676"/>
                    <a:pt x="635484" y="158760"/>
                    <a:pt x="646982" y="154927"/>
                  </a:cubicBezTo>
                  <a:cubicBezTo>
                    <a:pt x="650066" y="153927"/>
                    <a:pt x="653399" y="153261"/>
                    <a:pt x="656565" y="152427"/>
                  </a:cubicBezTo>
                  <a:cubicBezTo>
                    <a:pt x="657815" y="154177"/>
                    <a:pt x="659398" y="155844"/>
                    <a:pt x="661314" y="157427"/>
                  </a:cubicBezTo>
                  <a:cubicBezTo>
                    <a:pt x="664814" y="160343"/>
                    <a:pt x="668731" y="162760"/>
                    <a:pt x="672730" y="165010"/>
                  </a:cubicBezTo>
                  <a:cubicBezTo>
                    <a:pt x="664731" y="166259"/>
                    <a:pt x="657148" y="169509"/>
                    <a:pt x="649316" y="172176"/>
                  </a:cubicBezTo>
                  <a:cubicBezTo>
                    <a:pt x="641233" y="174925"/>
                    <a:pt x="629151" y="175675"/>
                    <a:pt x="623151" y="182175"/>
                  </a:cubicBezTo>
                  <a:cubicBezTo>
                    <a:pt x="621652" y="183758"/>
                    <a:pt x="624318" y="186258"/>
                    <a:pt x="625901" y="184841"/>
                  </a:cubicBezTo>
                  <a:cubicBezTo>
                    <a:pt x="632400" y="179008"/>
                    <a:pt x="647983" y="180341"/>
                    <a:pt x="656065" y="178425"/>
                  </a:cubicBezTo>
                  <a:cubicBezTo>
                    <a:pt x="661398" y="177092"/>
                    <a:pt x="666481" y="175175"/>
                    <a:pt x="671897" y="174092"/>
                  </a:cubicBezTo>
                  <a:cubicBezTo>
                    <a:pt x="672980" y="173925"/>
                    <a:pt x="680813" y="171509"/>
                    <a:pt x="681313" y="171592"/>
                  </a:cubicBezTo>
                  <a:cubicBezTo>
                    <a:pt x="682229" y="171842"/>
                    <a:pt x="683313" y="171759"/>
                    <a:pt x="684146" y="171259"/>
                  </a:cubicBezTo>
                  <a:cubicBezTo>
                    <a:pt x="687479" y="173009"/>
                    <a:pt x="690728" y="174842"/>
                    <a:pt x="693812" y="176925"/>
                  </a:cubicBezTo>
                  <a:cubicBezTo>
                    <a:pt x="697478" y="179342"/>
                    <a:pt x="701228" y="181841"/>
                    <a:pt x="704977" y="184424"/>
                  </a:cubicBezTo>
                  <a:cubicBezTo>
                    <a:pt x="698645" y="185258"/>
                    <a:pt x="692312" y="186758"/>
                    <a:pt x="685896" y="188174"/>
                  </a:cubicBezTo>
                  <a:cubicBezTo>
                    <a:pt x="671314" y="191257"/>
                    <a:pt x="656148" y="191674"/>
                    <a:pt x="641900" y="196257"/>
                  </a:cubicBezTo>
                  <a:cubicBezTo>
                    <a:pt x="639150" y="197173"/>
                    <a:pt x="640483" y="201840"/>
                    <a:pt x="643316" y="201173"/>
                  </a:cubicBezTo>
                  <a:cubicBezTo>
                    <a:pt x="658481" y="197840"/>
                    <a:pt x="674230" y="200006"/>
                    <a:pt x="689562" y="197173"/>
                  </a:cubicBezTo>
                  <a:cubicBezTo>
                    <a:pt x="698145" y="195590"/>
                    <a:pt x="709144" y="196590"/>
                    <a:pt x="717976" y="194174"/>
                  </a:cubicBezTo>
                  <a:cubicBezTo>
                    <a:pt x="721643" y="197257"/>
                    <a:pt x="725059" y="200506"/>
                    <a:pt x="728142" y="204006"/>
                  </a:cubicBezTo>
                  <a:cubicBezTo>
                    <a:pt x="731142" y="207506"/>
                    <a:pt x="733558" y="213338"/>
                    <a:pt x="736724" y="217255"/>
                  </a:cubicBezTo>
                  <a:cubicBezTo>
                    <a:pt x="733725" y="217088"/>
                    <a:pt x="730392" y="217505"/>
                    <a:pt x="729558" y="217505"/>
                  </a:cubicBezTo>
                  <a:lnTo>
                    <a:pt x="729558" y="217505"/>
                  </a:lnTo>
                  <a:close/>
                  <a:moveTo>
                    <a:pt x="294848" y="364158"/>
                  </a:moveTo>
                  <a:cubicBezTo>
                    <a:pt x="285598" y="369491"/>
                    <a:pt x="270516" y="372657"/>
                    <a:pt x="260184" y="375157"/>
                  </a:cubicBezTo>
                  <a:cubicBezTo>
                    <a:pt x="251102" y="377324"/>
                    <a:pt x="236103" y="375324"/>
                    <a:pt x="228270" y="380990"/>
                  </a:cubicBezTo>
                  <a:cubicBezTo>
                    <a:pt x="227770" y="378657"/>
                    <a:pt x="227270" y="376241"/>
                    <a:pt x="226687" y="373907"/>
                  </a:cubicBezTo>
                  <a:cubicBezTo>
                    <a:pt x="240602" y="370908"/>
                    <a:pt x="253268" y="364242"/>
                    <a:pt x="266267" y="358492"/>
                  </a:cubicBezTo>
                  <a:cubicBezTo>
                    <a:pt x="282265" y="351409"/>
                    <a:pt x="297514" y="341827"/>
                    <a:pt x="313346" y="334244"/>
                  </a:cubicBezTo>
                  <a:cubicBezTo>
                    <a:pt x="316179" y="332911"/>
                    <a:pt x="314346" y="328661"/>
                    <a:pt x="311429" y="329828"/>
                  </a:cubicBezTo>
                  <a:cubicBezTo>
                    <a:pt x="296097" y="335827"/>
                    <a:pt x="281265" y="341494"/>
                    <a:pt x="266683" y="349160"/>
                  </a:cubicBezTo>
                  <a:cubicBezTo>
                    <a:pt x="260017" y="352659"/>
                    <a:pt x="252685" y="354242"/>
                    <a:pt x="246019" y="357659"/>
                  </a:cubicBezTo>
                  <a:cubicBezTo>
                    <a:pt x="238686" y="361325"/>
                    <a:pt x="232603" y="364325"/>
                    <a:pt x="224521" y="366075"/>
                  </a:cubicBezTo>
                  <a:cubicBezTo>
                    <a:pt x="224437" y="365741"/>
                    <a:pt x="224354" y="365408"/>
                    <a:pt x="224187" y="365075"/>
                  </a:cubicBezTo>
                  <a:cubicBezTo>
                    <a:pt x="227687" y="361242"/>
                    <a:pt x="237353" y="356576"/>
                    <a:pt x="240769" y="353659"/>
                  </a:cubicBezTo>
                  <a:cubicBezTo>
                    <a:pt x="247768" y="347660"/>
                    <a:pt x="254684" y="341494"/>
                    <a:pt x="261851" y="335661"/>
                  </a:cubicBezTo>
                  <a:cubicBezTo>
                    <a:pt x="276016" y="324078"/>
                    <a:pt x="289265" y="310246"/>
                    <a:pt x="301597" y="296664"/>
                  </a:cubicBezTo>
                  <a:cubicBezTo>
                    <a:pt x="302264" y="295998"/>
                    <a:pt x="301097" y="294914"/>
                    <a:pt x="300430" y="295498"/>
                  </a:cubicBezTo>
                  <a:cubicBezTo>
                    <a:pt x="286515" y="308497"/>
                    <a:pt x="271516" y="321412"/>
                    <a:pt x="256184" y="332744"/>
                  </a:cubicBezTo>
                  <a:cubicBezTo>
                    <a:pt x="244519" y="341410"/>
                    <a:pt x="234103" y="351243"/>
                    <a:pt x="222354" y="359825"/>
                  </a:cubicBezTo>
                  <a:cubicBezTo>
                    <a:pt x="221354" y="357075"/>
                    <a:pt x="220271" y="354326"/>
                    <a:pt x="219104" y="351743"/>
                  </a:cubicBezTo>
                  <a:cubicBezTo>
                    <a:pt x="229020" y="345410"/>
                    <a:pt x="237353" y="334328"/>
                    <a:pt x="244769" y="325995"/>
                  </a:cubicBezTo>
                  <a:cubicBezTo>
                    <a:pt x="256934" y="312413"/>
                    <a:pt x="269433" y="299164"/>
                    <a:pt x="281932" y="285915"/>
                  </a:cubicBezTo>
                  <a:cubicBezTo>
                    <a:pt x="295514" y="271500"/>
                    <a:pt x="309096" y="257084"/>
                    <a:pt x="323012" y="243002"/>
                  </a:cubicBezTo>
                  <a:cubicBezTo>
                    <a:pt x="329761" y="236170"/>
                    <a:pt x="336594" y="229504"/>
                    <a:pt x="343343" y="222754"/>
                  </a:cubicBezTo>
                  <a:cubicBezTo>
                    <a:pt x="346260" y="219755"/>
                    <a:pt x="349509" y="216088"/>
                    <a:pt x="352842" y="212505"/>
                  </a:cubicBezTo>
                  <a:cubicBezTo>
                    <a:pt x="350426" y="220171"/>
                    <a:pt x="348009" y="227837"/>
                    <a:pt x="348343" y="235503"/>
                  </a:cubicBezTo>
                  <a:cubicBezTo>
                    <a:pt x="348759" y="245752"/>
                    <a:pt x="353009" y="245919"/>
                    <a:pt x="360592" y="250418"/>
                  </a:cubicBezTo>
                  <a:cubicBezTo>
                    <a:pt x="365341" y="253252"/>
                    <a:pt x="369091" y="254835"/>
                    <a:pt x="369258" y="262334"/>
                  </a:cubicBezTo>
                  <a:cubicBezTo>
                    <a:pt x="369341" y="265084"/>
                    <a:pt x="368258" y="268084"/>
                    <a:pt x="368258" y="270917"/>
                  </a:cubicBezTo>
                  <a:cubicBezTo>
                    <a:pt x="368174" y="275583"/>
                    <a:pt x="368758" y="279832"/>
                    <a:pt x="371091" y="283999"/>
                  </a:cubicBezTo>
                  <a:cubicBezTo>
                    <a:pt x="374840" y="290748"/>
                    <a:pt x="380840" y="292581"/>
                    <a:pt x="379507" y="301580"/>
                  </a:cubicBezTo>
                  <a:cubicBezTo>
                    <a:pt x="378673" y="307247"/>
                    <a:pt x="374674" y="312413"/>
                    <a:pt x="373507" y="318079"/>
                  </a:cubicBezTo>
                  <a:cubicBezTo>
                    <a:pt x="370674" y="331578"/>
                    <a:pt x="383673" y="346993"/>
                    <a:pt x="372590" y="357492"/>
                  </a:cubicBezTo>
                  <a:cubicBezTo>
                    <a:pt x="359758" y="369658"/>
                    <a:pt x="338010" y="372657"/>
                    <a:pt x="321595" y="376824"/>
                  </a:cubicBezTo>
                  <a:cubicBezTo>
                    <a:pt x="304847" y="381073"/>
                    <a:pt x="288348" y="385156"/>
                    <a:pt x="271183" y="387656"/>
                  </a:cubicBezTo>
                  <a:cubicBezTo>
                    <a:pt x="262684" y="388906"/>
                    <a:pt x="254101" y="389073"/>
                    <a:pt x="245602" y="389739"/>
                  </a:cubicBezTo>
                  <a:cubicBezTo>
                    <a:pt x="240686" y="390156"/>
                    <a:pt x="235270" y="391572"/>
                    <a:pt x="230187" y="391572"/>
                  </a:cubicBezTo>
                  <a:cubicBezTo>
                    <a:pt x="229937" y="389989"/>
                    <a:pt x="229603" y="388489"/>
                    <a:pt x="229353" y="386906"/>
                  </a:cubicBezTo>
                  <a:cubicBezTo>
                    <a:pt x="240269" y="387489"/>
                    <a:pt x="252601" y="384990"/>
                    <a:pt x="262767" y="381490"/>
                  </a:cubicBezTo>
                  <a:cubicBezTo>
                    <a:pt x="273600" y="377824"/>
                    <a:pt x="286598" y="372907"/>
                    <a:pt x="295348" y="365325"/>
                  </a:cubicBezTo>
                  <a:cubicBezTo>
                    <a:pt x="295931" y="364742"/>
                    <a:pt x="295514" y="363825"/>
                    <a:pt x="294848" y="364158"/>
                  </a:cubicBezTo>
                  <a:lnTo>
                    <a:pt x="294848" y="364158"/>
                  </a:lnTo>
                  <a:close/>
                </a:path>
              </a:pathLst>
            </a:custGeom>
            <a:grpFill/>
            <a:ln w="8332" cap="flat">
              <a:noFill/>
              <a:prstDash val="solid"/>
              <a:miter/>
            </a:ln>
          </p:spPr>
          <p:txBody>
            <a:bodyPr rtlCol="0" anchor="ctr"/>
            <a:lstStyle/>
            <a:p>
              <a:endParaRPr lang="en-US"/>
            </a:p>
          </p:txBody>
        </p:sp>
        <p:sp>
          <p:nvSpPr>
            <p:cNvPr id="1678" name="Freeform: Shape 1677"/>
            <p:cNvSpPr/>
            <p:nvPr/>
          </p:nvSpPr>
          <p:spPr>
            <a:xfrm>
              <a:off x="985279" y="1820094"/>
              <a:ext cx="30452" cy="33887"/>
            </a:xfrm>
            <a:custGeom>
              <a:avLst/>
              <a:gdLst>
                <a:gd name="connsiteX0" fmla="*/ 24818 w 30452"/>
                <a:gd name="connsiteY0" fmla="*/ 3168 h 33887"/>
                <a:gd name="connsiteX1" fmla="*/ 1070 w 30452"/>
                <a:gd name="connsiteY1" fmla="*/ 11834 h 33887"/>
                <a:gd name="connsiteX2" fmla="*/ 2736 w 30452"/>
                <a:gd name="connsiteY2" fmla="*/ 26916 h 33887"/>
                <a:gd name="connsiteX3" fmla="*/ 3486 w 30452"/>
                <a:gd name="connsiteY3" fmla="*/ 27749 h 33887"/>
                <a:gd name="connsiteX4" fmla="*/ 16818 w 30452"/>
                <a:gd name="connsiteY4" fmla="*/ 33749 h 33887"/>
                <a:gd name="connsiteX5" fmla="*/ 24818 w 30452"/>
                <a:gd name="connsiteY5" fmla="*/ 3168 h 33887"/>
                <a:gd name="connsiteX6" fmla="*/ 24818 w 30452"/>
                <a:gd name="connsiteY6" fmla="*/ 3168 h 33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452" h="33887">
                  <a:moveTo>
                    <a:pt x="24818" y="3168"/>
                  </a:moveTo>
                  <a:cubicBezTo>
                    <a:pt x="16068" y="-4081"/>
                    <a:pt x="4403" y="2085"/>
                    <a:pt x="1070" y="11834"/>
                  </a:cubicBezTo>
                  <a:cubicBezTo>
                    <a:pt x="-597" y="16834"/>
                    <a:pt x="-513" y="22583"/>
                    <a:pt x="2736" y="26916"/>
                  </a:cubicBezTo>
                  <a:cubicBezTo>
                    <a:pt x="2986" y="27249"/>
                    <a:pt x="3236" y="27416"/>
                    <a:pt x="3486" y="27749"/>
                  </a:cubicBezTo>
                  <a:cubicBezTo>
                    <a:pt x="6236" y="32166"/>
                    <a:pt x="11652" y="34499"/>
                    <a:pt x="16818" y="33749"/>
                  </a:cubicBezTo>
                  <a:cubicBezTo>
                    <a:pt x="30567" y="31832"/>
                    <a:pt x="35150" y="11668"/>
                    <a:pt x="24818" y="3168"/>
                  </a:cubicBezTo>
                  <a:lnTo>
                    <a:pt x="24818" y="3168"/>
                  </a:lnTo>
                  <a:close/>
                </a:path>
              </a:pathLst>
            </a:custGeom>
            <a:grpFill/>
            <a:ln w="8332" cap="flat">
              <a:noFill/>
              <a:prstDash val="solid"/>
              <a:miter/>
            </a:ln>
          </p:spPr>
          <p:txBody>
            <a:bodyPr rtlCol="0" anchor="ctr"/>
            <a:lstStyle/>
            <a:p>
              <a:endParaRPr lang="en-US"/>
            </a:p>
          </p:txBody>
        </p:sp>
        <p:sp>
          <p:nvSpPr>
            <p:cNvPr id="1679" name="Freeform: Shape 1678"/>
            <p:cNvSpPr/>
            <p:nvPr/>
          </p:nvSpPr>
          <p:spPr>
            <a:xfrm>
              <a:off x="916254" y="752429"/>
              <a:ext cx="388971" cy="752508"/>
            </a:xfrm>
            <a:custGeom>
              <a:avLst/>
              <a:gdLst>
                <a:gd name="connsiteX0" fmla="*/ 226665 w 388971"/>
                <a:gd name="connsiteY0" fmla="*/ 677119 h 752508"/>
                <a:gd name="connsiteX1" fmla="*/ 211833 w 388971"/>
                <a:gd name="connsiteY1" fmla="*/ 657038 h 752508"/>
                <a:gd name="connsiteX2" fmla="*/ 207333 w 388971"/>
                <a:gd name="connsiteY2" fmla="*/ 633040 h 752508"/>
                <a:gd name="connsiteX3" fmla="*/ 212999 w 388971"/>
                <a:gd name="connsiteY3" fmla="*/ 568879 h 752508"/>
                <a:gd name="connsiteX4" fmla="*/ 246579 w 388971"/>
                <a:gd name="connsiteY4" fmla="*/ 440807 h 752508"/>
                <a:gd name="connsiteX5" fmla="*/ 247163 w 388971"/>
                <a:gd name="connsiteY5" fmla="*/ 440724 h 752508"/>
                <a:gd name="connsiteX6" fmla="*/ 251079 w 388971"/>
                <a:gd name="connsiteY6" fmla="*/ 440141 h 752508"/>
                <a:gd name="connsiteX7" fmla="*/ 251329 w 388971"/>
                <a:gd name="connsiteY7" fmla="*/ 440057 h 752508"/>
                <a:gd name="connsiteX8" fmla="*/ 260745 w 388971"/>
                <a:gd name="connsiteY8" fmla="*/ 437308 h 752508"/>
                <a:gd name="connsiteX9" fmla="*/ 263411 w 388971"/>
                <a:gd name="connsiteY9" fmla="*/ 435224 h 752508"/>
                <a:gd name="connsiteX10" fmla="*/ 303074 w 388971"/>
                <a:gd name="connsiteY10" fmla="*/ 412643 h 752508"/>
                <a:gd name="connsiteX11" fmla="*/ 316656 w 388971"/>
                <a:gd name="connsiteY11" fmla="*/ 362564 h 752508"/>
                <a:gd name="connsiteX12" fmla="*/ 355153 w 388971"/>
                <a:gd name="connsiteY12" fmla="*/ 309402 h 752508"/>
                <a:gd name="connsiteX13" fmla="*/ 356653 w 388971"/>
                <a:gd name="connsiteY13" fmla="*/ 283155 h 752508"/>
                <a:gd name="connsiteX14" fmla="*/ 354903 w 388971"/>
                <a:gd name="connsiteY14" fmla="*/ 265740 h 752508"/>
                <a:gd name="connsiteX15" fmla="*/ 367235 w 388971"/>
                <a:gd name="connsiteY15" fmla="*/ 247241 h 752508"/>
                <a:gd name="connsiteX16" fmla="*/ 388900 w 388971"/>
                <a:gd name="connsiteY16" fmla="*/ 199579 h 752508"/>
                <a:gd name="connsiteX17" fmla="*/ 366402 w 388971"/>
                <a:gd name="connsiteY17" fmla="*/ 143584 h 752508"/>
                <a:gd name="connsiteX18" fmla="*/ 361486 w 388971"/>
                <a:gd name="connsiteY18" fmla="*/ 84089 h 752508"/>
                <a:gd name="connsiteX19" fmla="*/ 324239 w 388971"/>
                <a:gd name="connsiteY19" fmla="*/ 53759 h 752508"/>
                <a:gd name="connsiteX20" fmla="*/ 289409 w 388971"/>
                <a:gd name="connsiteY20" fmla="*/ 37427 h 752508"/>
                <a:gd name="connsiteX21" fmla="*/ 273577 w 388971"/>
                <a:gd name="connsiteY21" fmla="*/ 17512 h 752508"/>
                <a:gd name="connsiteX22" fmla="*/ 220998 w 388971"/>
                <a:gd name="connsiteY22" fmla="*/ 97 h 752508"/>
                <a:gd name="connsiteX23" fmla="*/ 162420 w 388971"/>
                <a:gd name="connsiteY23" fmla="*/ 12096 h 752508"/>
                <a:gd name="connsiteX24" fmla="*/ 106509 w 388971"/>
                <a:gd name="connsiteY24" fmla="*/ 23012 h 752508"/>
                <a:gd name="connsiteX25" fmla="*/ 65512 w 388971"/>
                <a:gd name="connsiteY25" fmla="*/ 60425 h 752508"/>
                <a:gd name="connsiteX26" fmla="*/ 23766 w 388971"/>
                <a:gd name="connsiteY26" fmla="*/ 88839 h 752508"/>
                <a:gd name="connsiteX27" fmla="*/ 9767 w 388971"/>
                <a:gd name="connsiteY27" fmla="*/ 137585 h 752508"/>
                <a:gd name="connsiteX28" fmla="*/ 11267 w 388971"/>
                <a:gd name="connsiteY28" fmla="*/ 152083 h 752508"/>
                <a:gd name="connsiteX29" fmla="*/ 5685 w 388971"/>
                <a:gd name="connsiteY29" fmla="*/ 169748 h 752508"/>
                <a:gd name="connsiteX30" fmla="*/ 18 w 388971"/>
                <a:gd name="connsiteY30" fmla="*/ 195163 h 752508"/>
                <a:gd name="connsiteX31" fmla="*/ 21933 w 388971"/>
                <a:gd name="connsiteY31" fmla="*/ 249658 h 752508"/>
                <a:gd name="connsiteX32" fmla="*/ 28516 w 388971"/>
                <a:gd name="connsiteY32" fmla="*/ 284571 h 752508"/>
                <a:gd name="connsiteX33" fmla="*/ 23849 w 388971"/>
                <a:gd name="connsiteY33" fmla="*/ 312319 h 752508"/>
                <a:gd name="connsiteX34" fmla="*/ 99593 w 388971"/>
                <a:gd name="connsiteY34" fmla="*/ 408977 h 752508"/>
                <a:gd name="connsiteX35" fmla="*/ 113008 w 388971"/>
                <a:gd name="connsiteY35" fmla="*/ 433391 h 752508"/>
                <a:gd name="connsiteX36" fmla="*/ 132256 w 388971"/>
                <a:gd name="connsiteY36" fmla="*/ 470221 h 752508"/>
                <a:gd name="connsiteX37" fmla="*/ 134423 w 388971"/>
                <a:gd name="connsiteY37" fmla="*/ 472138 h 752508"/>
                <a:gd name="connsiteX38" fmla="*/ 141172 w 388971"/>
                <a:gd name="connsiteY38" fmla="*/ 556380 h 752508"/>
                <a:gd name="connsiteX39" fmla="*/ 142755 w 388971"/>
                <a:gd name="connsiteY39" fmla="*/ 612208 h 752508"/>
                <a:gd name="connsiteX40" fmla="*/ 112508 w 388971"/>
                <a:gd name="connsiteY40" fmla="*/ 655205 h 752508"/>
                <a:gd name="connsiteX41" fmla="*/ 96260 w 388971"/>
                <a:gd name="connsiteY41" fmla="*/ 730031 h 752508"/>
                <a:gd name="connsiteX42" fmla="*/ 137923 w 388971"/>
                <a:gd name="connsiteY42" fmla="*/ 732448 h 752508"/>
                <a:gd name="connsiteX43" fmla="*/ 161254 w 388971"/>
                <a:gd name="connsiteY43" fmla="*/ 717532 h 752508"/>
                <a:gd name="connsiteX44" fmla="*/ 212999 w 388971"/>
                <a:gd name="connsiteY44" fmla="*/ 750696 h 752508"/>
                <a:gd name="connsiteX45" fmla="*/ 226665 w 388971"/>
                <a:gd name="connsiteY45" fmla="*/ 677119 h 752508"/>
                <a:gd name="connsiteX46" fmla="*/ 226665 w 388971"/>
                <a:gd name="connsiteY46" fmla="*/ 677119 h 752508"/>
                <a:gd name="connsiteX47" fmla="*/ 118341 w 388971"/>
                <a:gd name="connsiteY47" fmla="*/ 419809 h 752508"/>
                <a:gd name="connsiteX48" fmla="*/ 105092 w 388971"/>
                <a:gd name="connsiteY48" fmla="*/ 404644 h 752508"/>
                <a:gd name="connsiteX49" fmla="*/ 105092 w 388971"/>
                <a:gd name="connsiteY49" fmla="*/ 404644 h 752508"/>
                <a:gd name="connsiteX50" fmla="*/ 40848 w 388971"/>
                <a:gd name="connsiteY50" fmla="*/ 314152 h 752508"/>
                <a:gd name="connsiteX51" fmla="*/ 50514 w 388971"/>
                <a:gd name="connsiteY51" fmla="*/ 268156 h 752508"/>
                <a:gd name="connsiteX52" fmla="*/ 32015 w 388971"/>
                <a:gd name="connsiteY52" fmla="*/ 230743 h 752508"/>
                <a:gd name="connsiteX53" fmla="*/ 20850 w 388971"/>
                <a:gd name="connsiteY53" fmla="*/ 178581 h 752508"/>
                <a:gd name="connsiteX54" fmla="*/ 28432 w 388971"/>
                <a:gd name="connsiteY54" fmla="*/ 157499 h 752508"/>
                <a:gd name="connsiteX55" fmla="*/ 26433 w 388971"/>
                <a:gd name="connsiteY55" fmla="*/ 130835 h 752508"/>
                <a:gd name="connsiteX56" fmla="*/ 50680 w 388971"/>
                <a:gd name="connsiteY56" fmla="*/ 83089 h 752508"/>
                <a:gd name="connsiteX57" fmla="*/ 89344 w 388971"/>
                <a:gd name="connsiteY57" fmla="*/ 58758 h 752508"/>
                <a:gd name="connsiteX58" fmla="*/ 136256 w 388971"/>
                <a:gd name="connsiteY58" fmla="*/ 29928 h 752508"/>
                <a:gd name="connsiteX59" fmla="*/ 185502 w 388971"/>
                <a:gd name="connsiteY59" fmla="*/ 21012 h 752508"/>
                <a:gd name="connsiteX60" fmla="*/ 238913 w 388971"/>
                <a:gd name="connsiteY60" fmla="*/ 17845 h 752508"/>
                <a:gd name="connsiteX61" fmla="*/ 266578 w 388971"/>
                <a:gd name="connsiteY61" fmla="*/ 30844 h 752508"/>
                <a:gd name="connsiteX62" fmla="*/ 282576 w 388971"/>
                <a:gd name="connsiteY62" fmla="*/ 53759 h 752508"/>
                <a:gd name="connsiteX63" fmla="*/ 302241 w 388971"/>
                <a:gd name="connsiteY63" fmla="*/ 61175 h 752508"/>
                <a:gd name="connsiteX64" fmla="*/ 332155 w 388971"/>
                <a:gd name="connsiteY64" fmla="*/ 75757 h 752508"/>
                <a:gd name="connsiteX65" fmla="*/ 348070 w 388971"/>
                <a:gd name="connsiteY65" fmla="*/ 94922 h 752508"/>
                <a:gd name="connsiteX66" fmla="*/ 345737 w 388971"/>
                <a:gd name="connsiteY66" fmla="*/ 128335 h 752508"/>
                <a:gd name="connsiteX67" fmla="*/ 361986 w 388971"/>
                <a:gd name="connsiteY67" fmla="*/ 170248 h 752508"/>
                <a:gd name="connsiteX68" fmla="*/ 358569 w 388971"/>
                <a:gd name="connsiteY68" fmla="*/ 230160 h 752508"/>
                <a:gd name="connsiteX69" fmla="*/ 337738 w 388971"/>
                <a:gd name="connsiteY69" fmla="*/ 275239 h 752508"/>
                <a:gd name="connsiteX70" fmla="*/ 333322 w 388971"/>
                <a:gd name="connsiteY70" fmla="*/ 314652 h 752508"/>
                <a:gd name="connsiteX71" fmla="*/ 312740 w 388971"/>
                <a:gd name="connsiteY71" fmla="*/ 337733 h 752508"/>
                <a:gd name="connsiteX72" fmla="*/ 296658 w 388971"/>
                <a:gd name="connsiteY72" fmla="*/ 382979 h 752508"/>
                <a:gd name="connsiteX73" fmla="*/ 277827 w 388971"/>
                <a:gd name="connsiteY73" fmla="*/ 409560 h 752508"/>
                <a:gd name="connsiteX74" fmla="*/ 245413 w 388971"/>
                <a:gd name="connsiteY74" fmla="*/ 425975 h 752508"/>
                <a:gd name="connsiteX75" fmla="*/ 244913 w 388971"/>
                <a:gd name="connsiteY75" fmla="*/ 426308 h 752508"/>
                <a:gd name="connsiteX76" fmla="*/ 218999 w 388971"/>
                <a:gd name="connsiteY76" fmla="*/ 431725 h 752508"/>
                <a:gd name="connsiteX77" fmla="*/ 200167 w 388971"/>
                <a:gd name="connsiteY77" fmla="*/ 443890 h 752508"/>
                <a:gd name="connsiteX78" fmla="*/ 160754 w 388971"/>
                <a:gd name="connsiteY78" fmla="*/ 419476 h 752508"/>
                <a:gd name="connsiteX79" fmla="*/ 137923 w 388971"/>
                <a:gd name="connsiteY79" fmla="*/ 449390 h 752508"/>
                <a:gd name="connsiteX80" fmla="*/ 133423 w 388971"/>
                <a:gd name="connsiteY80" fmla="*/ 439891 h 752508"/>
                <a:gd name="connsiteX81" fmla="*/ 118341 w 388971"/>
                <a:gd name="connsiteY81" fmla="*/ 419809 h 752508"/>
                <a:gd name="connsiteX82" fmla="*/ 118341 w 388971"/>
                <a:gd name="connsiteY82" fmla="*/ 419809 h 752508"/>
                <a:gd name="connsiteX83" fmla="*/ 213249 w 388971"/>
                <a:gd name="connsiteY83" fmla="*/ 731031 h 752508"/>
                <a:gd name="connsiteX84" fmla="*/ 188835 w 388971"/>
                <a:gd name="connsiteY84" fmla="*/ 731281 h 752508"/>
                <a:gd name="connsiteX85" fmla="*/ 172753 w 388971"/>
                <a:gd name="connsiteY85" fmla="*/ 699950 h 752508"/>
                <a:gd name="connsiteX86" fmla="*/ 159837 w 388971"/>
                <a:gd name="connsiteY86" fmla="*/ 696534 h 752508"/>
                <a:gd name="connsiteX87" fmla="*/ 138256 w 388971"/>
                <a:gd name="connsiteY87" fmla="*/ 716199 h 752508"/>
                <a:gd name="connsiteX88" fmla="*/ 108259 w 388971"/>
                <a:gd name="connsiteY88" fmla="*/ 718116 h 752508"/>
                <a:gd name="connsiteX89" fmla="*/ 119424 w 388971"/>
                <a:gd name="connsiteY89" fmla="*/ 672203 h 752508"/>
                <a:gd name="connsiteX90" fmla="*/ 158087 w 388971"/>
                <a:gd name="connsiteY90" fmla="*/ 614042 h 752508"/>
                <a:gd name="connsiteX91" fmla="*/ 152421 w 388971"/>
                <a:gd name="connsiteY91" fmla="*/ 528966 h 752508"/>
                <a:gd name="connsiteX92" fmla="*/ 144672 w 388971"/>
                <a:gd name="connsiteY92" fmla="*/ 485470 h 752508"/>
                <a:gd name="connsiteX93" fmla="*/ 142922 w 388971"/>
                <a:gd name="connsiteY93" fmla="*/ 470638 h 752508"/>
                <a:gd name="connsiteX94" fmla="*/ 143422 w 388971"/>
                <a:gd name="connsiteY94" fmla="*/ 470138 h 752508"/>
                <a:gd name="connsiteX95" fmla="*/ 160421 w 388971"/>
                <a:gd name="connsiteY95" fmla="*/ 435724 h 752508"/>
                <a:gd name="connsiteX96" fmla="*/ 178502 w 388971"/>
                <a:gd name="connsiteY96" fmla="*/ 439807 h 752508"/>
                <a:gd name="connsiteX97" fmla="*/ 184585 w 388971"/>
                <a:gd name="connsiteY97" fmla="*/ 447140 h 752508"/>
                <a:gd name="connsiteX98" fmla="*/ 194834 w 388971"/>
                <a:gd name="connsiteY98" fmla="*/ 458306 h 752508"/>
                <a:gd name="connsiteX99" fmla="*/ 202083 w 388971"/>
                <a:gd name="connsiteY99" fmla="*/ 459306 h 752508"/>
                <a:gd name="connsiteX100" fmla="*/ 224331 w 388971"/>
                <a:gd name="connsiteY100" fmla="*/ 445223 h 752508"/>
                <a:gd name="connsiteX101" fmla="*/ 227665 w 388971"/>
                <a:gd name="connsiteY101" fmla="*/ 444057 h 752508"/>
                <a:gd name="connsiteX102" fmla="*/ 202833 w 388971"/>
                <a:gd name="connsiteY102" fmla="*/ 515301 h 752508"/>
                <a:gd name="connsiteX103" fmla="*/ 197417 w 388971"/>
                <a:gd name="connsiteY103" fmla="*/ 561880 h 752508"/>
                <a:gd name="connsiteX104" fmla="*/ 194084 w 388971"/>
                <a:gd name="connsiteY104" fmla="*/ 616958 h 752508"/>
                <a:gd name="connsiteX105" fmla="*/ 189918 w 388971"/>
                <a:gd name="connsiteY105" fmla="*/ 654871 h 752508"/>
                <a:gd name="connsiteX106" fmla="*/ 212499 w 388971"/>
                <a:gd name="connsiteY106" fmla="*/ 682619 h 752508"/>
                <a:gd name="connsiteX107" fmla="*/ 213249 w 388971"/>
                <a:gd name="connsiteY107" fmla="*/ 731031 h 752508"/>
                <a:gd name="connsiteX108" fmla="*/ 213249 w 388971"/>
                <a:gd name="connsiteY108" fmla="*/ 731031 h 752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388971" h="752508">
                  <a:moveTo>
                    <a:pt x="226665" y="677119"/>
                  </a:moveTo>
                  <a:cubicBezTo>
                    <a:pt x="222415" y="669870"/>
                    <a:pt x="217165" y="663454"/>
                    <a:pt x="211833" y="657038"/>
                  </a:cubicBezTo>
                  <a:cubicBezTo>
                    <a:pt x="204916" y="648705"/>
                    <a:pt x="205333" y="643372"/>
                    <a:pt x="207333" y="633040"/>
                  </a:cubicBezTo>
                  <a:cubicBezTo>
                    <a:pt x="211583" y="611375"/>
                    <a:pt x="211166" y="590627"/>
                    <a:pt x="212999" y="568879"/>
                  </a:cubicBezTo>
                  <a:cubicBezTo>
                    <a:pt x="216499" y="527466"/>
                    <a:pt x="218332" y="473971"/>
                    <a:pt x="246579" y="440807"/>
                  </a:cubicBezTo>
                  <a:cubicBezTo>
                    <a:pt x="246746" y="440807"/>
                    <a:pt x="246996" y="440724"/>
                    <a:pt x="247163" y="440724"/>
                  </a:cubicBezTo>
                  <a:cubicBezTo>
                    <a:pt x="248329" y="440891"/>
                    <a:pt x="249663" y="440724"/>
                    <a:pt x="251079" y="440141"/>
                  </a:cubicBezTo>
                  <a:cubicBezTo>
                    <a:pt x="251162" y="440141"/>
                    <a:pt x="251246" y="440057"/>
                    <a:pt x="251329" y="440057"/>
                  </a:cubicBezTo>
                  <a:cubicBezTo>
                    <a:pt x="254495" y="439474"/>
                    <a:pt x="257662" y="438641"/>
                    <a:pt x="260745" y="437308"/>
                  </a:cubicBezTo>
                  <a:cubicBezTo>
                    <a:pt x="261911" y="436808"/>
                    <a:pt x="262828" y="436058"/>
                    <a:pt x="263411" y="435224"/>
                  </a:cubicBezTo>
                  <a:cubicBezTo>
                    <a:pt x="277660" y="429558"/>
                    <a:pt x="292909" y="422976"/>
                    <a:pt x="303074" y="412643"/>
                  </a:cubicBezTo>
                  <a:cubicBezTo>
                    <a:pt x="316990" y="398644"/>
                    <a:pt x="309574" y="379063"/>
                    <a:pt x="316656" y="362564"/>
                  </a:cubicBezTo>
                  <a:cubicBezTo>
                    <a:pt x="325489" y="341983"/>
                    <a:pt x="348570" y="331900"/>
                    <a:pt x="355153" y="309402"/>
                  </a:cubicBezTo>
                  <a:cubicBezTo>
                    <a:pt x="357653" y="301070"/>
                    <a:pt x="357403" y="291737"/>
                    <a:pt x="356653" y="283155"/>
                  </a:cubicBezTo>
                  <a:cubicBezTo>
                    <a:pt x="356153" y="277655"/>
                    <a:pt x="353986" y="271239"/>
                    <a:pt x="354903" y="265740"/>
                  </a:cubicBezTo>
                  <a:cubicBezTo>
                    <a:pt x="356153" y="258324"/>
                    <a:pt x="362569" y="252658"/>
                    <a:pt x="367235" y="247241"/>
                  </a:cubicBezTo>
                  <a:cubicBezTo>
                    <a:pt x="378568" y="234076"/>
                    <a:pt x="389983" y="217827"/>
                    <a:pt x="388900" y="199579"/>
                  </a:cubicBezTo>
                  <a:cubicBezTo>
                    <a:pt x="387733" y="178664"/>
                    <a:pt x="375068" y="161832"/>
                    <a:pt x="366402" y="143584"/>
                  </a:cubicBezTo>
                  <a:cubicBezTo>
                    <a:pt x="357486" y="124669"/>
                    <a:pt x="370485" y="103671"/>
                    <a:pt x="361486" y="84089"/>
                  </a:cubicBezTo>
                  <a:cubicBezTo>
                    <a:pt x="354570" y="69091"/>
                    <a:pt x="338488" y="60508"/>
                    <a:pt x="324239" y="53759"/>
                  </a:cubicBezTo>
                  <a:cubicBezTo>
                    <a:pt x="313240" y="48593"/>
                    <a:pt x="297741" y="47093"/>
                    <a:pt x="289409" y="37427"/>
                  </a:cubicBezTo>
                  <a:cubicBezTo>
                    <a:pt x="283743" y="30678"/>
                    <a:pt x="280993" y="23178"/>
                    <a:pt x="273577" y="17512"/>
                  </a:cubicBezTo>
                  <a:cubicBezTo>
                    <a:pt x="258912" y="6180"/>
                    <a:pt x="239247" y="1014"/>
                    <a:pt x="220998" y="97"/>
                  </a:cubicBezTo>
                  <a:cubicBezTo>
                    <a:pt x="200334" y="-986"/>
                    <a:pt x="182085" y="7263"/>
                    <a:pt x="162420" y="12096"/>
                  </a:cubicBezTo>
                  <a:cubicBezTo>
                    <a:pt x="143672" y="16679"/>
                    <a:pt x="123924" y="13512"/>
                    <a:pt x="106509" y="23012"/>
                  </a:cubicBezTo>
                  <a:cubicBezTo>
                    <a:pt x="89594" y="32261"/>
                    <a:pt x="82594" y="52676"/>
                    <a:pt x="65512" y="60425"/>
                  </a:cubicBezTo>
                  <a:cubicBezTo>
                    <a:pt x="49264" y="67841"/>
                    <a:pt x="34015" y="72924"/>
                    <a:pt x="23766" y="88839"/>
                  </a:cubicBezTo>
                  <a:cubicBezTo>
                    <a:pt x="15600" y="101421"/>
                    <a:pt x="8684" y="122253"/>
                    <a:pt x="9767" y="137585"/>
                  </a:cubicBezTo>
                  <a:cubicBezTo>
                    <a:pt x="10101" y="142417"/>
                    <a:pt x="11517" y="147167"/>
                    <a:pt x="11267" y="152083"/>
                  </a:cubicBezTo>
                  <a:cubicBezTo>
                    <a:pt x="10934" y="158499"/>
                    <a:pt x="8268" y="163916"/>
                    <a:pt x="5685" y="169748"/>
                  </a:cubicBezTo>
                  <a:cubicBezTo>
                    <a:pt x="2101" y="178081"/>
                    <a:pt x="-232" y="185997"/>
                    <a:pt x="18" y="195163"/>
                  </a:cubicBezTo>
                  <a:cubicBezTo>
                    <a:pt x="602" y="215494"/>
                    <a:pt x="11767" y="232743"/>
                    <a:pt x="21933" y="249658"/>
                  </a:cubicBezTo>
                  <a:cubicBezTo>
                    <a:pt x="29932" y="262990"/>
                    <a:pt x="32765" y="269156"/>
                    <a:pt x="28516" y="284571"/>
                  </a:cubicBezTo>
                  <a:cubicBezTo>
                    <a:pt x="25933" y="293737"/>
                    <a:pt x="23433" y="302653"/>
                    <a:pt x="23849" y="312319"/>
                  </a:cubicBezTo>
                  <a:cubicBezTo>
                    <a:pt x="25683" y="357731"/>
                    <a:pt x="65346" y="386146"/>
                    <a:pt x="99593" y="408977"/>
                  </a:cubicBezTo>
                  <a:cubicBezTo>
                    <a:pt x="104176" y="416976"/>
                    <a:pt x="107592" y="425475"/>
                    <a:pt x="113008" y="433391"/>
                  </a:cubicBezTo>
                  <a:cubicBezTo>
                    <a:pt x="121007" y="445140"/>
                    <a:pt x="124924" y="458306"/>
                    <a:pt x="132256" y="470221"/>
                  </a:cubicBezTo>
                  <a:cubicBezTo>
                    <a:pt x="132756" y="471055"/>
                    <a:pt x="133506" y="471721"/>
                    <a:pt x="134423" y="472138"/>
                  </a:cubicBezTo>
                  <a:cubicBezTo>
                    <a:pt x="138089" y="499968"/>
                    <a:pt x="141172" y="528633"/>
                    <a:pt x="141172" y="556380"/>
                  </a:cubicBezTo>
                  <a:cubicBezTo>
                    <a:pt x="141172" y="574962"/>
                    <a:pt x="142839" y="593627"/>
                    <a:pt x="142755" y="612208"/>
                  </a:cubicBezTo>
                  <a:cubicBezTo>
                    <a:pt x="142672" y="631290"/>
                    <a:pt x="124424" y="641956"/>
                    <a:pt x="112508" y="655205"/>
                  </a:cubicBezTo>
                  <a:cubicBezTo>
                    <a:pt x="97260" y="672370"/>
                    <a:pt x="67762" y="711033"/>
                    <a:pt x="96260" y="730031"/>
                  </a:cubicBezTo>
                  <a:cubicBezTo>
                    <a:pt x="107925" y="737780"/>
                    <a:pt x="125090" y="735947"/>
                    <a:pt x="137923" y="732448"/>
                  </a:cubicBezTo>
                  <a:cubicBezTo>
                    <a:pt x="146838" y="730031"/>
                    <a:pt x="154838" y="724448"/>
                    <a:pt x="161254" y="717532"/>
                  </a:cubicBezTo>
                  <a:cubicBezTo>
                    <a:pt x="167670" y="739780"/>
                    <a:pt x="188001" y="758529"/>
                    <a:pt x="212999" y="750696"/>
                  </a:cubicBezTo>
                  <a:cubicBezTo>
                    <a:pt x="242996" y="741197"/>
                    <a:pt x="238830" y="698034"/>
                    <a:pt x="226665" y="677119"/>
                  </a:cubicBezTo>
                  <a:lnTo>
                    <a:pt x="226665" y="677119"/>
                  </a:lnTo>
                  <a:close/>
                  <a:moveTo>
                    <a:pt x="118341" y="419809"/>
                  </a:moveTo>
                  <a:cubicBezTo>
                    <a:pt x="114258" y="414476"/>
                    <a:pt x="110842" y="407727"/>
                    <a:pt x="105092" y="404644"/>
                  </a:cubicBezTo>
                  <a:lnTo>
                    <a:pt x="105092" y="404644"/>
                  </a:lnTo>
                  <a:cubicBezTo>
                    <a:pt x="77678" y="384646"/>
                    <a:pt x="42431" y="350399"/>
                    <a:pt x="40848" y="314152"/>
                  </a:cubicBezTo>
                  <a:cubicBezTo>
                    <a:pt x="40181" y="298153"/>
                    <a:pt x="51764" y="284071"/>
                    <a:pt x="50514" y="268156"/>
                  </a:cubicBezTo>
                  <a:cubicBezTo>
                    <a:pt x="49431" y="254491"/>
                    <a:pt x="38681" y="242158"/>
                    <a:pt x="32015" y="230743"/>
                  </a:cubicBezTo>
                  <a:cubicBezTo>
                    <a:pt x="22100" y="213911"/>
                    <a:pt x="13767" y="198246"/>
                    <a:pt x="20850" y="178581"/>
                  </a:cubicBezTo>
                  <a:cubicBezTo>
                    <a:pt x="23350" y="171582"/>
                    <a:pt x="27433" y="165082"/>
                    <a:pt x="28432" y="157499"/>
                  </a:cubicBezTo>
                  <a:cubicBezTo>
                    <a:pt x="29599" y="148417"/>
                    <a:pt x="25849" y="139834"/>
                    <a:pt x="26433" y="130835"/>
                  </a:cubicBezTo>
                  <a:cubicBezTo>
                    <a:pt x="27683" y="113253"/>
                    <a:pt x="36182" y="93255"/>
                    <a:pt x="50680" y="83089"/>
                  </a:cubicBezTo>
                  <a:cubicBezTo>
                    <a:pt x="64179" y="73590"/>
                    <a:pt x="78761" y="72340"/>
                    <a:pt x="89344" y="58758"/>
                  </a:cubicBezTo>
                  <a:cubicBezTo>
                    <a:pt x="102259" y="42177"/>
                    <a:pt x="113925" y="30428"/>
                    <a:pt x="136256" y="29928"/>
                  </a:cubicBezTo>
                  <a:cubicBezTo>
                    <a:pt x="153338" y="29594"/>
                    <a:pt x="169170" y="25761"/>
                    <a:pt x="185502" y="21012"/>
                  </a:cubicBezTo>
                  <a:cubicBezTo>
                    <a:pt x="203500" y="15762"/>
                    <a:pt x="220415" y="13346"/>
                    <a:pt x="238913" y="17845"/>
                  </a:cubicBezTo>
                  <a:cubicBezTo>
                    <a:pt x="248579" y="20262"/>
                    <a:pt x="258912" y="24261"/>
                    <a:pt x="266578" y="30844"/>
                  </a:cubicBezTo>
                  <a:cubicBezTo>
                    <a:pt x="274077" y="37344"/>
                    <a:pt x="275410" y="47426"/>
                    <a:pt x="282576" y="53759"/>
                  </a:cubicBezTo>
                  <a:cubicBezTo>
                    <a:pt x="287992" y="58508"/>
                    <a:pt x="295742" y="59092"/>
                    <a:pt x="302241" y="61175"/>
                  </a:cubicBezTo>
                  <a:cubicBezTo>
                    <a:pt x="312740" y="64508"/>
                    <a:pt x="322989" y="69674"/>
                    <a:pt x="332155" y="75757"/>
                  </a:cubicBezTo>
                  <a:cubicBezTo>
                    <a:pt x="339571" y="80673"/>
                    <a:pt x="345737" y="86006"/>
                    <a:pt x="348070" y="94922"/>
                  </a:cubicBezTo>
                  <a:cubicBezTo>
                    <a:pt x="350903" y="106087"/>
                    <a:pt x="346070" y="117170"/>
                    <a:pt x="345737" y="128335"/>
                  </a:cubicBezTo>
                  <a:cubicBezTo>
                    <a:pt x="345237" y="144001"/>
                    <a:pt x="354986" y="157000"/>
                    <a:pt x="361986" y="170248"/>
                  </a:cubicBezTo>
                  <a:cubicBezTo>
                    <a:pt x="373735" y="192580"/>
                    <a:pt x="374901" y="210161"/>
                    <a:pt x="358569" y="230160"/>
                  </a:cubicBezTo>
                  <a:cubicBezTo>
                    <a:pt x="346570" y="244908"/>
                    <a:pt x="335405" y="254991"/>
                    <a:pt x="337738" y="275239"/>
                  </a:cubicBezTo>
                  <a:cubicBezTo>
                    <a:pt x="339321" y="289238"/>
                    <a:pt x="341571" y="301986"/>
                    <a:pt x="333322" y="314652"/>
                  </a:cubicBezTo>
                  <a:cubicBezTo>
                    <a:pt x="327656" y="323318"/>
                    <a:pt x="319489" y="329984"/>
                    <a:pt x="312740" y="337733"/>
                  </a:cubicBezTo>
                  <a:cubicBezTo>
                    <a:pt x="300908" y="351315"/>
                    <a:pt x="297408" y="365397"/>
                    <a:pt x="296658" y="382979"/>
                  </a:cubicBezTo>
                  <a:cubicBezTo>
                    <a:pt x="295992" y="397311"/>
                    <a:pt x="289909" y="402894"/>
                    <a:pt x="277827" y="409560"/>
                  </a:cubicBezTo>
                  <a:cubicBezTo>
                    <a:pt x="267244" y="415393"/>
                    <a:pt x="256245" y="420642"/>
                    <a:pt x="245413" y="425975"/>
                  </a:cubicBezTo>
                  <a:cubicBezTo>
                    <a:pt x="245246" y="426059"/>
                    <a:pt x="245080" y="426225"/>
                    <a:pt x="244913" y="426308"/>
                  </a:cubicBezTo>
                  <a:cubicBezTo>
                    <a:pt x="236164" y="427058"/>
                    <a:pt x="227581" y="428308"/>
                    <a:pt x="218999" y="431725"/>
                  </a:cubicBezTo>
                  <a:cubicBezTo>
                    <a:pt x="211499" y="434724"/>
                    <a:pt x="206500" y="439891"/>
                    <a:pt x="200167" y="443890"/>
                  </a:cubicBezTo>
                  <a:cubicBezTo>
                    <a:pt x="187668" y="433225"/>
                    <a:pt x="180669" y="416226"/>
                    <a:pt x="160754" y="419476"/>
                  </a:cubicBezTo>
                  <a:cubicBezTo>
                    <a:pt x="143672" y="422309"/>
                    <a:pt x="142089" y="436308"/>
                    <a:pt x="137923" y="449390"/>
                  </a:cubicBezTo>
                  <a:cubicBezTo>
                    <a:pt x="136589" y="446140"/>
                    <a:pt x="135256" y="442890"/>
                    <a:pt x="133423" y="439891"/>
                  </a:cubicBezTo>
                  <a:cubicBezTo>
                    <a:pt x="129007" y="432725"/>
                    <a:pt x="123341" y="426392"/>
                    <a:pt x="118341" y="419809"/>
                  </a:cubicBezTo>
                  <a:lnTo>
                    <a:pt x="118341" y="419809"/>
                  </a:lnTo>
                  <a:close/>
                  <a:moveTo>
                    <a:pt x="213249" y="731031"/>
                  </a:moveTo>
                  <a:cubicBezTo>
                    <a:pt x="206166" y="738197"/>
                    <a:pt x="196584" y="735614"/>
                    <a:pt x="188835" y="731281"/>
                  </a:cubicBezTo>
                  <a:cubicBezTo>
                    <a:pt x="177252" y="724782"/>
                    <a:pt x="172253" y="713199"/>
                    <a:pt x="172753" y="699950"/>
                  </a:cubicBezTo>
                  <a:cubicBezTo>
                    <a:pt x="173086" y="692118"/>
                    <a:pt x="163504" y="689868"/>
                    <a:pt x="159837" y="696534"/>
                  </a:cubicBezTo>
                  <a:cubicBezTo>
                    <a:pt x="155088" y="705033"/>
                    <a:pt x="147255" y="712449"/>
                    <a:pt x="138256" y="716199"/>
                  </a:cubicBezTo>
                  <a:cubicBezTo>
                    <a:pt x="131090" y="719115"/>
                    <a:pt x="115591" y="722032"/>
                    <a:pt x="108259" y="718116"/>
                  </a:cubicBezTo>
                  <a:cubicBezTo>
                    <a:pt x="89927" y="708366"/>
                    <a:pt x="111342" y="681286"/>
                    <a:pt x="119424" y="672203"/>
                  </a:cubicBezTo>
                  <a:cubicBezTo>
                    <a:pt x="135756" y="653955"/>
                    <a:pt x="158587" y="640539"/>
                    <a:pt x="158087" y="614042"/>
                  </a:cubicBezTo>
                  <a:cubicBezTo>
                    <a:pt x="157504" y="586127"/>
                    <a:pt x="156588" y="556464"/>
                    <a:pt x="152421" y="528966"/>
                  </a:cubicBezTo>
                  <a:cubicBezTo>
                    <a:pt x="150255" y="514384"/>
                    <a:pt x="147505" y="499968"/>
                    <a:pt x="144672" y="485470"/>
                  </a:cubicBezTo>
                  <a:cubicBezTo>
                    <a:pt x="143755" y="480637"/>
                    <a:pt x="143505" y="475554"/>
                    <a:pt x="142922" y="470638"/>
                  </a:cubicBezTo>
                  <a:cubicBezTo>
                    <a:pt x="143089" y="470471"/>
                    <a:pt x="143255" y="470305"/>
                    <a:pt x="143422" y="470138"/>
                  </a:cubicBezTo>
                  <a:cubicBezTo>
                    <a:pt x="151421" y="459306"/>
                    <a:pt x="149005" y="443224"/>
                    <a:pt x="160421" y="435724"/>
                  </a:cubicBezTo>
                  <a:cubicBezTo>
                    <a:pt x="168336" y="430475"/>
                    <a:pt x="171920" y="433308"/>
                    <a:pt x="178502" y="439807"/>
                  </a:cubicBezTo>
                  <a:cubicBezTo>
                    <a:pt x="180669" y="441974"/>
                    <a:pt x="182585" y="444807"/>
                    <a:pt x="184585" y="447140"/>
                  </a:cubicBezTo>
                  <a:cubicBezTo>
                    <a:pt x="187835" y="450973"/>
                    <a:pt x="190751" y="455389"/>
                    <a:pt x="194834" y="458306"/>
                  </a:cubicBezTo>
                  <a:cubicBezTo>
                    <a:pt x="196917" y="459806"/>
                    <a:pt x="199750" y="460389"/>
                    <a:pt x="202083" y="459306"/>
                  </a:cubicBezTo>
                  <a:cubicBezTo>
                    <a:pt x="210166" y="455473"/>
                    <a:pt x="215916" y="448723"/>
                    <a:pt x="224331" y="445223"/>
                  </a:cubicBezTo>
                  <a:cubicBezTo>
                    <a:pt x="225415" y="444807"/>
                    <a:pt x="226498" y="444390"/>
                    <a:pt x="227665" y="444057"/>
                  </a:cubicBezTo>
                  <a:cubicBezTo>
                    <a:pt x="213166" y="464138"/>
                    <a:pt x="206000" y="492636"/>
                    <a:pt x="202833" y="515301"/>
                  </a:cubicBezTo>
                  <a:cubicBezTo>
                    <a:pt x="200667" y="530799"/>
                    <a:pt x="199167" y="546298"/>
                    <a:pt x="197417" y="561880"/>
                  </a:cubicBezTo>
                  <a:cubicBezTo>
                    <a:pt x="195417" y="580211"/>
                    <a:pt x="196917" y="598710"/>
                    <a:pt x="194084" y="616958"/>
                  </a:cubicBezTo>
                  <a:cubicBezTo>
                    <a:pt x="192334" y="628124"/>
                    <a:pt x="185918" y="643706"/>
                    <a:pt x="189918" y="654871"/>
                  </a:cubicBezTo>
                  <a:cubicBezTo>
                    <a:pt x="193751" y="665454"/>
                    <a:pt x="206583" y="672703"/>
                    <a:pt x="212499" y="682619"/>
                  </a:cubicBezTo>
                  <a:cubicBezTo>
                    <a:pt x="220665" y="695951"/>
                    <a:pt x="225831" y="718282"/>
                    <a:pt x="213249" y="731031"/>
                  </a:cubicBezTo>
                  <a:lnTo>
                    <a:pt x="213249" y="731031"/>
                  </a:lnTo>
                  <a:close/>
                </a:path>
              </a:pathLst>
            </a:custGeom>
            <a:grpFill/>
            <a:ln w="8332" cap="flat">
              <a:noFill/>
              <a:prstDash val="solid"/>
              <a:miter/>
            </a:ln>
          </p:spPr>
          <p:txBody>
            <a:bodyPr rtlCol="0" anchor="ctr"/>
            <a:lstStyle/>
            <a:p>
              <a:endParaRPr lang="en-US"/>
            </a:p>
          </p:txBody>
        </p:sp>
        <p:sp>
          <p:nvSpPr>
            <p:cNvPr id="1680" name="Freeform: Shape 1679"/>
            <p:cNvSpPr/>
            <p:nvPr/>
          </p:nvSpPr>
          <p:spPr>
            <a:xfrm>
              <a:off x="984864" y="847999"/>
              <a:ext cx="74983" cy="242579"/>
            </a:xfrm>
            <a:custGeom>
              <a:avLst/>
              <a:gdLst>
                <a:gd name="connsiteX0" fmla="*/ 61896 w 74983"/>
                <a:gd name="connsiteY0" fmla="*/ 234913 h 242579"/>
                <a:gd name="connsiteX1" fmla="*/ 31899 w 74983"/>
                <a:gd name="connsiteY1" fmla="*/ 209082 h 242579"/>
                <a:gd name="connsiteX2" fmla="*/ 43898 w 74983"/>
                <a:gd name="connsiteY2" fmla="*/ 176085 h 242579"/>
                <a:gd name="connsiteX3" fmla="*/ 18817 w 74983"/>
                <a:gd name="connsiteY3" fmla="*/ 127673 h 242579"/>
                <a:gd name="connsiteX4" fmla="*/ 24983 w 74983"/>
                <a:gd name="connsiteY4" fmla="*/ 89510 h 242579"/>
                <a:gd name="connsiteX5" fmla="*/ 17234 w 74983"/>
                <a:gd name="connsiteY5" fmla="*/ 67928 h 242579"/>
                <a:gd name="connsiteX6" fmla="*/ 25900 w 74983"/>
                <a:gd name="connsiteY6" fmla="*/ 19933 h 242579"/>
                <a:gd name="connsiteX7" fmla="*/ 73729 w 74983"/>
                <a:gd name="connsiteY7" fmla="*/ 4767 h 242579"/>
                <a:gd name="connsiteX8" fmla="*/ 74395 w 74983"/>
                <a:gd name="connsiteY8" fmla="*/ 3101 h 242579"/>
                <a:gd name="connsiteX9" fmla="*/ 5818 w 74983"/>
                <a:gd name="connsiteY9" fmla="*/ 28932 h 242579"/>
                <a:gd name="connsiteX10" fmla="*/ 3818 w 74983"/>
                <a:gd name="connsiteY10" fmla="*/ 65845 h 242579"/>
                <a:gd name="connsiteX11" fmla="*/ 9568 w 74983"/>
                <a:gd name="connsiteY11" fmla="*/ 94259 h 242579"/>
                <a:gd name="connsiteX12" fmla="*/ 1902 w 74983"/>
                <a:gd name="connsiteY12" fmla="*/ 116924 h 242579"/>
                <a:gd name="connsiteX13" fmla="*/ 14567 w 74983"/>
                <a:gd name="connsiteY13" fmla="*/ 153671 h 242579"/>
                <a:gd name="connsiteX14" fmla="*/ 29566 w 74983"/>
                <a:gd name="connsiteY14" fmla="*/ 170253 h 242579"/>
                <a:gd name="connsiteX15" fmla="*/ 21317 w 74983"/>
                <a:gd name="connsiteY15" fmla="*/ 188251 h 242579"/>
                <a:gd name="connsiteX16" fmla="*/ 23067 w 74983"/>
                <a:gd name="connsiteY16" fmla="*/ 226581 h 242579"/>
                <a:gd name="connsiteX17" fmla="*/ 58647 w 74983"/>
                <a:gd name="connsiteY17" fmla="*/ 242579 h 242579"/>
                <a:gd name="connsiteX18" fmla="*/ 61896 w 74983"/>
                <a:gd name="connsiteY18" fmla="*/ 234913 h 242579"/>
                <a:gd name="connsiteX19" fmla="*/ 61896 w 74983"/>
                <a:gd name="connsiteY19" fmla="*/ 234913 h 242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4983" h="242579">
                  <a:moveTo>
                    <a:pt x="61896" y="234913"/>
                  </a:moveTo>
                  <a:cubicBezTo>
                    <a:pt x="49897" y="227581"/>
                    <a:pt x="33982" y="226164"/>
                    <a:pt x="31899" y="209082"/>
                  </a:cubicBezTo>
                  <a:cubicBezTo>
                    <a:pt x="30233" y="195584"/>
                    <a:pt x="38649" y="187084"/>
                    <a:pt x="43898" y="176085"/>
                  </a:cubicBezTo>
                  <a:cubicBezTo>
                    <a:pt x="53147" y="156670"/>
                    <a:pt x="23983" y="145171"/>
                    <a:pt x="18817" y="127673"/>
                  </a:cubicBezTo>
                  <a:cubicBezTo>
                    <a:pt x="14651" y="113591"/>
                    <a:pt x="24233" y="103009"/>
                    <a:pt x="24983" y="89510"/>
                  </a:cubicBezTo>
                  <a:cubicBezTo>
                    <a:pt x="25483" y="80927"/>
                    <a:pt x="21650" y="74928"/>
                    <a:pt x="17234" y="67928"/>
                  </a:cubicBezTo>
                  <a:cubicBezTo>
                    <a:pt x="5651" y="49347"/>
                    <a:pt x="8401" y="33432"/>
                    <a:pt x="25900" y="19933"/>
                  </a:cubicBezTo>
                  <a:cubicBezTo>
                    <a:pt x="39565" y="9350"/>
                    <a:pt x="56147" y="-232"/>
                    <a:pt x="73729" y="4767"/>
                  </a:cubicBezTo>
                  <a:cubicBezTo>
                    <a:pt x="74812" y="5101"/>
                    <a:pt x="75562" y="3601"/>
                    <a:pt x="74395" y="3101"/>
                  </a:cubicBezTo>
                  <a:cubicBezTo>
                    <a:pt x="51647" y="-6898"/>
                    <a:pt x="18734" y="8767"/>
                    <a:pt x="5818" y="28932"/>
                  </a:cubicBezTo>
                  <a:cubicBezTo>
                    <a:pt x="-1431" y="40264"/>
                    <a:pt x="-1681" y="53846"/>
                    <a:pt x="3818" y="65845"/>
                  </a:cubicBezTo>
                  <a:cubicBezTo>
                    <a:pt x="8568" y="76094"/>
                    <a:pt x="13317" y="82594"/>
                    <a:pt x="9568" y="94259"/>
                  </a:cubicBezTo>
                  <a:cubicBezTo>
                    <a:pt x="6985" y="102092"/>
                    <a:pt x="2818" y="108425"/>
                    <a:pt x="1902" y="116924"/>
                  </a:cubicBezTo>
                  <a:cubicBezTo>
                    <a:pt x="319" y="131006"/>
                    <a:pt x="6068" y="142922"/>
                    <a:pt x="14567" y="153671"/>
                  </a:cubicBezTo>
                  <a:cubicBezTo>
                    <a:pt x="17650" y="157504"/>
                    <a:pt x="28733" y="166086"/>
                    <a:pt x="29566" y="170253"/>
                  </a:cubicBezTo>
                  <a:cubicBezTo>
                    <a:pt x="30316" y="174085"/>
                    <a:pt x="22650" y="184251"/>
                    <a:pt x="21317" y="188251"/>
                  </a:cubicBezTo>
                  <a:cubicBezTo>
                    <a:pt x="16817" y="201083"/>
                    <a:pt x="16067" y="214498"/>
                    <a:pt x="23067" y="226581"/>
                  </a:cubicBezTo>
                  <a:cubicBezTo>
                    <a:pt x="30899" y="240163"/>
                    <a:pt x="43815" y="242579"/>
                    <a:pt x="58647" y="242579"/>
                  </a:cubicBezTo>
                  <a:cubicBezTo>
                    <a:pt x="62313" y="242496"/>
                    <a:pt x="65896" y="237413"/>
                    <a:pt x="61896" y="234913"/>
                  </a:cubicBezTo>
                  <a:lnTo>
                    <a:pt x="61896" y="234913"/>
                  </a:lnTo>
                  <a:close/>
                </a:path>
              </a:pathLst>
            </a:custGeom>
            <a:grpFill/>
            <a:ln w="8332" cap="flat">
              <a:noFill/>
              <a:prstDash val="solid"/>
              <a:miter/>
            </a:ln>
          </p:spPr>
          <p:txBody>
            <a:bodyPr rtlCol="0" anchor="ctr"/>
            <a:lstStyle/>
            <a:p>
              <a:endParaRPr lang="en-US"/>
            </a:p>
          </p:txBody>
        </p:sp>
        <p:sp>
          <p:nvSpPr>
            <p:cNvPr id="1681" name="Freeform: Shape 1680"/>
            <p:cNvSpPr/>
            <p:nvPr/>
          </p:nvSpPr>
          <p:spPr>
            <a:xfrm>
              <a:off x="1052442" y="1053429"/>
              <a:ext cx="71008" cy="80183"/>
            </a:xfrm>
            <a:custGeom>
              <a:avLst/>
              <a:gdLst>
                <a:gd name="connsiteX0" fmla="*/ 66979 w 71008"/>
                <a:gd name="connsiteY0" fmla="*/ 66064 h 80183"/>
                <a:gd name="connsiteX1" fmla="*/ 24733 w 71008"/>
                <a:gd name="connsiteY1" fmla="*/ 51732 h 80183"/>
                <a:gd name="connsiteX2" fmla="*/ 16233 w 71008"/>
                <a:gd name="connsiteY2" fmla="*/ 37566 h 80183"/>
                <a:gd name="connsiteX3" fmla="*/ 17983 w 71008"/>
                <a:gd name="connsiteY3" fmla="*/ 5319 h 80183"/>
                <a:gd name="connsiteX4" fmla="*/ 11317 w 71008"/>
                <a:gd name="connsiteY4" fmla="*/ 1403 h 80183"/>
                <a:gd name="connsiteX5" fmla="*/ 151 w 71008"/>
                <a:gd name="connsiteY5" fmla="*/ 30233 h 80183"/>
                <a:gd name="connsiteX6" fmla="*/ 5734 w 71008"/>
                <a:gd name="connsiteY6" fmla="*/ 45482 h 80183"/>
                <a:gd name="connsiteX7" fmla="*/ 14567 w 71008"/>
                <a:gd name="connsiteY7" fmla="*/ 62647 h 80183"/>
                <a:gd name="connsiteX8" fmla="*/ 69229 w 71008"/>
                <a:gd name="connsiteY8" fmla="*/ 74396 h 80183"/>
                <a:gd name="connsiteX9" fmla="*/ 66979 w 71008"/>
                <a:gd name="connsiteY9" fmla="*/ 66064 h 80183"/>
                <a:gd name="connsiteX10" fmla="*/ 66979 w 71008"/>
                <a:gd name="connsiteY10" fmla="*/ 66064 h 80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1008" h="80183">
                  <a:moveTo>
                    <a:pt x="66979" y="66064"/>
                  </a:moveTo>
                  <a:cubicBezTo>
                    <a:pt x="51813" y="62064"/>
                    <a:pt x="34148" y="69230"/>
                    <a:pt x="24733" y="51732"/>
                  </a:cubicBezTo>
                  <a:cubicBezTo>
                    <a:pt x="22066" y="46732"/>
                    <a:pt x="19233" y="42399"/>
                    <a:pt x="16233" y="37566"/>
                  </a:cubicBezTo>
                  <a:cubicBezTo>
                    <a:pt x="9317" y="26317"/>
                    <a:pt x="11817" y="16235"/>
                    <a:pt x="17983" y="5319"/>
                  </a:cubicBezTo>
                  <a:cubicBezTo>
                    <a:pt x="20150" y="1403"/>
                    <a:pt x="13900" y="-2014"/>
                    <a:pt x="11317" y="1403"/>
                  </a:cubicBezTo>
                  <a:cubicBezTo>
                    <a:pt x="4734" y="10069"/>
                    <a:pt x="-1015" y="18901"/>
                    <a:pt x="151" y="30233"/>
                  </a:cubicBezTo>
                  <a:cubicBezTo>
                    <a:pt x="735" y="35983"/>
                    <a:pt x="2735" y="40649"/>
                    <a:pt x="5734" y="45482"/>
                  </a:cubicBezTo>
                  <a:cubicBezTo>
                    <a:pt x="9151" y="51065"/>
                    <a:pt x="11234" y="57148"/>
                    <a:pt x="14567" y="62647"/>
                  </a:cubicBezTo>
                  <a:cubicBezTo>
                    <a:pt x="24233" y="78562"/>
                    <a:pt x="54313" y="86312"/>
                    <a:pt x="69229" y="74396"/>
                  </a:cubicBezTo>
                  <a:cubicBezTo>
                    <a:pt x="72645" y="71646"/>
                    <a:pt x="70728" y="67064"/>
                    <a:pt x="66979" y="66064"/>
                  </a:cubicBezTo>
                  <a:lnTo>
                    <a:pt x="66979" y="66064"/>
                  </a:lnTo>
                  <a:close/>
                </a:path>
              </a:pathLst>
            </a:custGeom>
            <a:grpFill/>
            <a:ln w="8332" cap="flat">
              <a:noFill/>
              <a:prstDash val="solid"/>
              <a:miter/>
            </a:ln>
          </p:spPr>
          <p:txBody>
            <a:bodyPr rtlCol="0" anchor="ctr"/>
            <a:lstStyle/>
            <a:p>
              <a:endParaRPr lang="en-US"/>
            </a:p>
          </p:txBody>
        </p:sp>
        <p:sp>
          <p:nvSpPr>
            <p:cNvPr id="1682" name="Freeform: Shape 1681"/>
            <p:cNvSpPr/>
            <p:nvPr/>
          </p:nvSpPr>
          <p:spPr>
            <a:xfrm>
              <a:off x="1030821" y="953402"/>
              <a:ext cx="81705" cy="95315"/>
            </a:xfrm>
            <a:custGeom>
              <a:avLst/>
              <a:gdLst>
                <a:gd name="connsiteX0" fmla="*/ 75434 w 81705"/>
                <a:gd name="connsiteY0" fmla="*/ 80515 h 95315"/>
                <a:gd name="connsiteX1" fmla="*/ 54519 w 81705"/>
                <a:gd name="connsiteY1" fmla="*/ 68349 h 95315"/>
                <a:gd name="connsiteX2" fmla="*/ 66768 w 81705"/>
                <a:gd name="connsiteY2" fmla="*/ 47934 h 95315"/>
                <a:gd name="connsiteX3" fmla="*/ 58352 w 81705"/>
                <a:gd name="connsiteY3" fmla="*/ 41352 h 95315"/>
                <a:gd name="connsiteX4" fmla="*/ 41354 w 81705"/>
                <a:gd name="connsiteY4" fmla="*/ 68432 h 95315"/>
                <a:gd name="connsiteX5" fmla="*/ 14273 w 81705"/>
                <a:gd name="connsiteY5" fmla="*/ 47851 h 95315"/>
                <a:gd name="connsiteX6" fmla="*/ 30771 w 81705"/>
                <a:gd name="connsiteY6" fmla="*/ 6355 h 95315"/>
                <a:gd name="connsiteX7" fmla="*/ 26438 w 81705"/>
                <a:gd name="connsiteY7" fmla="*/ 605 h 95315"/>
                <a:gd name="connsiteX8" fmla="*/ 1857 w 81705"/>
                <a:gd name="connsiteY8" fmla="*/ 53517 h 95315"/>
                <a:gd name="connsiteX9" fmla="*/ 43020 w 81705"/>
                <a:gd name="connsiteY9" fmla="*/ 79515 h 95315"/>
                <a:gd name="connsiteX10" fmla="*/ 57435 w 81705"/>
                <a:gd name="connsiteY10" fmla="*/ 93847 h 95315"/>
                <a:gd name="connsiteX11" fmla="*/ 79350 w 81705"/>
                <a:gd name="connsiteY11" fmla="*/ 90264 h 95315"/>
                <a:gd name="connsiteX12" fmla="*/ 75434 w 81705"/>
                <a:gd name="connsiteY12" fmla="*/ 80515 h 95315"/>
                <a:gd name="connsiteX13" fmla="*/ 75434 w 81705"/>
                <a:gd name="connsiteY13" fmla="*/ 80515 h 95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1705" h="95315">
                  <a:moveTo>
                    <a:pt x="75434" y="80515"/>
                  </a:moveTo>
                  <a:cubicBezTo>
                    <a:pt x="67268" y="81348"/>
                    <a:pt x="54186" y="79682"/>
                    <a:pt x="54519" y="68349"/>
                  </a:cubicBezTo>
                  <a:cubicBezTo>
                    <a:pt x="54769" y="60517"/>
                    <a:pt x="62352" y="53684"/>
                    <a:pt x="66768" y="47934"/>
                  </a:cubicBezTo>
                  <a:cubicBezTo>
                    <a:pt x="71018" y="42518"/>
                    <a:pt x="62602" y="35935"/>
                    <a:pt x="58352" y="41352"/>
                  </a:cubicBezTo>
                  <a:cubicBezTo>
                    <a:pt x="51936" y="49601"/>
                    <a:pt x="42687" y="58100"/>
                    <a:pt x="41354" y="68432"/>
                  </a:cubicBezTo>
                  <a:cubicBezTo>
                    <a:pt x="29688" y="65349"/>
                    <a:pt x="18106" y="60683"/>
                    <a:pt x="14273" y="47851"/>
                  </a:cubicBezTo>
                  <a:cubicBezTo>
                    <a:pt x="9106" y="30519"/>
                    <a:pt x="17022" y="16604"/>
                    <a:pt x="30771" y="6355"/>
                  </a:cubicBezTo>
                  <a:cubicBezTo>
                    <a:pt x="34521" y="3605"/>
                    <a:pt x="30271" y="-1811"/>
                    <a:pt x="26438" y="605"/>
                  </a:cubicBezTo>
                  <a:cubicBezTo>
                    <a:pt x="8273" y="12188"/>
                    <a:pt x="-5059" y="31103"/>
                    <a:pt x="1857" y="53517"/>
                  </a:cubicBezTo>
                  <a:cubicBezTo>
                    <a:pt x="7023" y="70099"/>
                    <a:pt x="25438" y="84181"/>
                    <a:pt x="43020" y="79515"/>
                  </a:cubicBezTo>
                  <a:cubicBezTo>
                    <a:pt x="45770" y="85681"/>
                    <a:pt x="51353" y="91181"/>
                    <a:pt x="57435" y="93847"/>
                  </a:cubicBezTo>
                  <a:cubicBezTo>
                    <a:pt x="65351" y="97180"/>
                    <a:pt x="72601" y="94347"/>
                    <a:pt x="79350" y="90264"/>
                  </a:cubicBezTo>
                  <a:cubicBezTo>
                    <a:pt x="84433" y="87264"/>
                    <a:pt x="80433" y="80015"/>
                    <a:pt x="75434" y="80515"/>
                  </a:cubicBezTo>
                  <a:lnTo>
                    <a:pt x="75434" y="80515"/>
                  </a:lnTo>
                  <a:close/>
                </a:path>
              </a:pathLst>
            </a:custGeom>
            <a:grpFill/>
            <a:ln w="8332" cap="flat">
              <a:noFill/>
              <a:prstDash val="solid"/>
              <a:miter/>
            </a:ln>
          </p:spPr>
          <p:txBody>
            <a:bodyPr rtlCol="0" anchor="ctr"/>
            <a:lstStyle/>
            <a:p>
              <a:endParaRPr lang="en-US"/>
            </a:p>
          </p:txBody>
        </p:sp>
        <p:sp>
          <p:nvSpPr>
            <p:cNvPr id="1683" name="Freeform: Shape 1682"/>
            <p:cNvSpPr/>
            <p:nvPr/>
          </p:nvSpPr>
          <p:spPr>
            <a:xfrm>
              <a:off x="1048866" y="887936"/>
              <a:ext cx="32767" cy="47806"/>
            </a:xfrm>
            <a:custGeom>
              <a:avLst/>
              <a:gdLst>
                <a:gd name="connsiteX0" fmla="*/ 27725 w 32767"/>
                <a:gd name="connsiteY0" fmla="*/ 35491 h 47806"/>
                <a:gd name="connsiteX1" fmla="*/ 13476 w 32767"/>
                <a:gd name="connsiteY1" fmla="*/ 24826 h 47806"/>
                <a:gd name="connsiteX2" fmla="*/ 21142 w 32767"/>
                <a:gd name="connsiteY2" fmla="*/ 8161 h 47806"/>
                <a:gd name="connsiteX3" fmla="*/ 11143 w 32767"/>
                <a:gd name="connsiteY3" fmla="*/ 2328 h 47806"/>
                <a:gd name="connsiteX4" fmla="*/ 144 w 32767"/>
                <a:gd name="connsiteY4" fmla="*/ 30492 h 47806"/>
                <a:gd name="connsiteX5" fmla="*/ 27808 w 32767"/>
                <a:gd name="connsiteY5" fmla="*/ 47240 h 47806"/>
                <a:gd name="connsiteX6" fmla="*/ 27725 w 32767"/>
                <a:gd name="connsiteY6" fmla="*/ 35491 h 47806"/>
                <a:gd name="connsiteX7" fmla="*/ 27725 w 32767"/>
                <a:gd name="connsiteY7" fmla="*/ 35491 h 47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767" h="47806">
                  <a:moveTo>
                    <a:pt x="27725" y="35491"/>
                  </a:moveTo>
                  <a:cubicBezTo>
                    <a:pt x="21059" y="34908"/>
                    <a:pt x="12309" y="33492"/>
                    <a:pt x="13476" y="24826"/>
                  </a:cubicBezTo>
                  <a:cubicBezTo>
                    <a:pt x="14309" y="18826"/>
                    <a:pt x="18309" y="13327"/>
                    <a:pt x="21142" y="8161"/>
                  </a:cubicBezTo>
                  <a:cubicBezTo>
                    <a:pt x="24225" y="2411"/>
                    <a:pt x="14559" y="-3338"/>
                    <a:pt x="11143" y="2328"/>
                  </a:cubicBezTo>
                  <a:cubicBezTo>
                    <a:pt x="6060" y="10744"/>
                    <a:pt x="-1106" y="20076"/>
                    <a:pt x="144" y="30492"/>
                  </a:cubicBezTo>
                  <a:cubicBezTo>
                    <a:pt x="1727" y="44824"/>
                    <a:pt x="15226" y="49574"/>
                    <a:pt x="27808" y="47240"/>
                  </a:cubicBezTo>
                  <a:cubicBezTo>
                    <a:pt x="34141" y="45991"/>
                    <a:pt x="34724" y="36075"/>
                    <a:pt x="27725" y="35491"/>
                  </a:cubicBezTo>
                  <a:lnTo>
                    <a:pt x="27725" y="35491"/>
                  </a:lnTo>
                  <a:close/>
                </a:path>
              </a:pathLst>
            </a:custGeom>
            <a:grpFill/>
            <a:ln w="8332" cap="flat">
              <a:noFill/>
              <a:prstDash val="solid"/>
              <a:miter/>
            </a:ln>
          </p:spPr>
          <p:txBody>
            <a:bodyPr rtlCol="0" anchor="ctr"/>
            <a:lstStyle/>
            <a:p>
              <a:endParaRPr lang="en-US"/>
            </a:p>
          </p:txBody>
        </p:sp>
        <p:sp>
          <p:nvSpPr>
            <p:cNvPr id="1684" name="Freeform: Shape 1683"/>
            <p:cNvSpPr/>
            <p:nvPr/>
          </p:nvSpPr>
          <p:spPr>
            <a:xfrm>
              <a:off x="1083910" y="802738"/>
              <a:ext cx="110082" cy="58638"/>
            </a:xfrm>
            <a:custGeom>
              <a:avLst/>
              <a:gdLst>
                <a:gd name="connsiteX0" fmla="*/ 109753 w 110082"/>
                <a:gd name="connsiteY0" fmla="*/ 36696 h 58638"/>
                <a:gd name="connsiteX1" fmla="*/ 77339 w 110082"/>
                <a:gd name="connsiteY1" fmla="*/ 2200 h 58638"/>
                <a:gd name="connsiteX2" fmla="*/ 35177 w 110082"/>
                <a:gd name="connsiteY2" fmla="*/ 10699 h 58638"/>
                <a:gd name="connsiteX3" fmla="*/ 32927 w 110082"/>
                <a:gd name="connsiteY3" fmla="*/ 12199 h 58638"/>
                <a:gd name="connsiteX4" fmla="*/ 27511 w 110082"/>
                <a:gd name="connsiteY4" fmla="*/ 11199 h 58638"/>
                <a:gd name="connsiteX5" fmla="*/ 9512 w 110082"/>
                <a:gd name="connsiteY5" fmla="*/ 20031 h 58638"/>
                <a:gd name="connsiteX6" fmla="*/ 3596 w 110082"/>
                <a:gd name="connsiteY6" fmla="*/ 55945 h 58638"/>
                <a:gd name="connsiteX7" fmla="*/ 12095 w 110082"/>
                <a:gd name="connsiteY7" fmla="*/ 52445 h 58638"/>
                <a:gd name="connsiteX8" fmla="*/ 33843 w 110082"/>
                <a:gd name="connsiteY8" fmla="*/ 23781 h 58638"/>
                <a:gd name="connsiteX9" fmla="*/ 39343 w 110082"/>
                <a:gd name="connsiteY9" fmla="*/ 23114 h 58638"/>
                <a:gd name="connsiteX10" fmla="*/ 50175 w 110082"/>
                <a:gd name="connsiteY10" fmla="*/ 16865 h 58638"/>
                <a:gd name="connsiteX11" fmla="*/ 83755 w 110082"/>
                <a:gd name="connsiteY11" fmla="*/ 24448 h 58638"/>
                <a:gd name="connsiteX12" fmla="*/ 105420 w 110082"/>
                <a:gd name="connsiteY12" fmla="*/ 42446 h 58638"/>
                <a:gd name="connsiteX13" fmla="*/ 109753 w 110082"/>
                <a:gd name="connsiteY13" fmla="*/ 36696 h 58638"/>
                <a:gd name="connsiteX14" fmla="*/ 109753 w 110082"/>
                <a:gd name="connsiteY14" fmla="*/ 36696 h 58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0082" h="58638">
                  <a:moveTo>
                    <a:pt x="109753" y="36696"/>
                  </a:moveTo>
                  <a:cubicBezTo>
                    <a:pt x="104420" y="24531"/>
                    <a:pt x="89505" y="7699"/>
                    <a:pt x="77339" y="2200"/>
                  </a:cubicBezTo>
                  <a:cubicBezTo>
                    <a:pt x="63924" y="-3883"/>
                    <a:pt x="46759" y="3866"/>
                    <a:pt x="35177" y="10699"/>
                  </a:cubicBezTo>
                  <a:cubicBezTo>
                    <a:pt x="33843" y="11449"/>
                    <a:pt x="33010" y="11949"/>
                    <a:pt x="32927" y="12199"/>
                  </a:cubicBezTo>
                  <a:cubicBezTo>
                    <a:pt x="31177" y="11949"/>
                    <a:pt x="29260" y="11199"/>
                    <a:pt x="27511" y="11199"/>
                  </a:cubicBezTo>
                  <a:cubicBezTo>
                    <a:pt x="20594" y="11282"/>
                    <a:pt x="14262" y="15282"/>
                    <a:pt x="9512" y="20031"/>
                  </a:cubicBezTo>
                  <a:cubicBezTo>
                    <a:pt x="-1070" y="30614"/>
                    <a:pt x="-2487" y="42863"/>
                    <a:pt x="3596" y="55945"/>
                  </a:cubicBezTo>
                  <a:cubicBezTo>
                    <a:pt x="6096" y="61278"/>
                    <a:pt x="14262" y="57945"/>
                    <a:pt x="12095" y="52445"/>
                  </a:cubicBezTo>
                  <a:cubicBezTo>
                    <a:pt x="6762" y="38863"/>
                    <a:pt x="16762" y="17948"/>
                    <a:pt x="33843" y="23781"/>
                  </a:cubicBezTo>
                  <a:cubicBezTo>
                    <a:pt x="35510" y="24364"/>
                    <a:pt x="37926" y="24448"/>
                    <a:pt x="39343" y="23114"/>
                  </a:cubicBezTo>
                  <a:cubicBezTo>
                    <a:pt x="42593" y="19948"/>
                    <a:pt x="45926" y="18532"/>
                    <a:pt x="50175" y="16865"/>
                  </a:cubicBezTo>
                  <a:cubicBezTo>
                    <a:pt x="63757" y="11782"/>
                    <a:pt x="73506" y="13365"/>
                    <a:pt x="83755" y="24448"/>
                  </a:cubicBezTo>
                  <a:cubicBezTo>
                    <a:pt x="90088" y="31280"/>
                    <a:pt x="95921" y="40363"/>
                    <a:pt x="105420" y="42446"/>
                  </a:cubicBezTo>
                  <a:cubicBezTo>
                    <a:pt x="108503" y="43279"/>
                    <a:pt x="111003" y="39446"/>
                    <a:pt x="109753" y="36696"/>
                  </a:cubicBezTo>
                  <a:lnTo>
                    <a:pt x="109753" y="36696"/>
                  </a:lnTo>
                  <a:close/>
                </a:path>
              </a:pathLst>
            </a:custGeom>
            <a:grpFill/>
            <a:ln w="8332" cap="flat">
              <a:noFill/>
              <a:prstDash val="solid"/>
              <a:miter/>
            </a:ln>
          </p:spPr>
          <p:txBody>
            <a:bodyPr rtlCol="0" anchor="ctr"/>
            <a:lstStyle/>
            <a:p>
              <a:endParaRPr lang="en-US"/>
            </a:p>
          </p:txBody>
        </p:sp>
        <p:sp>
          <p:nvSpPr>
            <p:cNvPr id="1685" name="Freeform: Shape 1684"/>
            <p:cNvSpPr/>
            <p:nvPr/>
          </p:nvSpPr>
          <p:spPr>
            <a:xfrm>
              <a:off x="1208195" y="900164"/>
              <a:ext cx="40113" cy="116369"/>
            </a:xfrm>
            <a:custGeom>
              <a:avLst/>
              <a:gdLst>
                <a:gd name="connsiteX0" fmla="*/ 32964 w 40113"/>
                <a:gd name="connsiteY0" fmla="*/ 54094 h 116369"/>
                <a:gd name="connsiteX1" fmla="*/ 34381 w 40113"/>
                <a:gd name="connsiteY1" fmla="*/ 12264 h 116369"/>
                <a:gd name="connsiteX2" fmla="*/ 3800 w 40113"/>
                <a:gd name="connsiteY2" fmla="*/ 432 h 116369"/>
                <a:gd name="connsiteX3" fmla="*/ 3800 w 40113"/>
                <a:gd name="connsiteY3" fmla="*/ 7681 h 116369"/>
                <a:gd name="connsiteX4" fmla="*/ 20049 w 40113"/>
                <a:gd name="connsiteY4" fmla="*/ 55427 h 116369"/>
                <a:gd name="connsiteX5" fmla="*/ 21298 w 40113"/>
                <a:gd name="connsiteY5" fmla="*/ 88840 h 116369"/>
                <a:gd name="connsiteX6" fmla="*/ 1467 w 40113"/>
                <a:gd name="connsiteY6" fmla="*/ 107089 h 116369"/>
                <a:gd name="connsiteX7" fmla="*/ 8300 w 40113"/>
                <a:gd name="connsiteY7" fmla="*/ 116088 h 116369"/>
                <a:gd name="connsiteX8" fmla="*/ 37797 w 40113"/>
                <a:gd name="connsiteY8" fmla="*/ 87674 h 116369"/>
                <a:gd name="connsiteX9" fmla="*/ 32964 w 40113"/>
                <a:gd name="connsiteY9" fmla="*/ 54094 h 116369"/>
                <a:gd name="connsiteX10" fmla="*/ 32964 w 40113"/>
                <a:gd name="connsiteY10" fmla="*/ 54094 h 11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113" h="116369">
                  <a:moveTo>
                    <a:pt x="32964" y="54094"/>
                  </a:moveTo>
                  <a:cubicBezTo>
                    <a:pt x="27298" y="41511"/>
                    <a:pt x="40880" y="27013"/>
                    <a:pt x="34381" y="12264"/>
                  </a:cubicBezTo>
                  <a:cubicBezTo>
                    <a:pt x="28631" y="-651"/>
                    <a:pt x="15965" y="-651"/>
                    <a:pt x="3800" y="432"/>
                  </a:cubicBezTo>
                  <a:cubicBezTo>
                    <a:pt x="-283" y="848"/>
                    <a:pt x="-366" y="7598"/>
                    <a:pt x="3800" y="7681"/>
                  </a:cubicBezTo>
                  <a:cubicBezTo>
                    <a:pt x="37464" y="8514"/>
                    <a:pt x="12549" y="38678"/>
                    <a:pt x="20049" y="55427"/>
                  </a:cubicBezTo>
                  <a:cubicBezTo>
                    <a:pt x="25631" y="68009"/>
                    <a:pt x="31131" y="75592"/>
                    <a:pt x="21298" y="88840"/>
                  </a:cubicBezTo>
                  <a:cubicBezTo>
                    <a:pt x="15882" y="96090"/>
                    <a:pt x="7633" y="100589"/>
                    <a:pt x="1467" y="107089"/>
                  </a:cubicBezTo>
                  <a:cubicBezTo>
                    <a:pt x="-2866" y="111672"/>
                    <a:pt x="3300" y="117755"/>
                    <a:pt x="8300" y="116088"/>
                  </a:cubicBezTo>
                  <a:cubicBezTo>
                    <a:pt x="21882" y="111505"/>
                    <a:pt x="32547" y="101006"/>
                    <a:pt x="37797" y="87674"/>
                  </a:cubicBezTo>
                  <a:cubicBezTo>
                    <a:pt x="43130" y="74092"/>
                    <a:pt x="38297" y="66093"/>
                    <a:pt x="32964" y="54094"/>
                  </a:cubicBezTo>
                  <a:lnTo>
                    <a:pt x="32964" y="54094"/>
                  </a:lnTo>
                  <a:close/>
                </a:path>
              </a:pathLst>
            </a:custGeom>
            <a:grpFill/>
            <a:ln w="8332" cap="flat">
              <a:noFill/>
              <a:prstDash val="solid"/>
              <a:miter/>
            </a:ln>
          </p:spPr>
          <p:txBody>
            <a:bodyPr rtlCol="0" anchor="ctr"/>
            <a:lstStyle/>
            <a:p>
              <a:endParaRPr lang="en-US"/>
            </a:p>
          </p:txBody>
        </p:sp>
        <p:sp>
          <p:nvSpPr>
            <p:cNvPr id="1686" name="Freeform: Shape 1685"/>
            <p:cNvSpPr/>
            <p:nvPr/>
          </p:nvSpPr>
          <p:spPr>
            <a:xfrm>
              <a:off x="1173785" y="1012134"/>
              <a:ext cx="21128" cy="55822"/>
            </a:xfrm>
            <a:custGeom>
              <a:avLst/>
              <a:gdLst>
                <a:gd name="connsiteX0" fmla="*/ 16129 w 21128"/>
                <a:gd name="connsiteY0" fmla="*/ 2701 h 55822"/>
                <a:gd name="connsiteX1" fmla="*/ 8130 w 21128"/>
                <a:gd name="connsiteY1" fmla="*/ 6034 h 55822"/>
                <a:gd name="connsiteX2" fmla="*/ 10546 w 21128"/>
                <a:gd name="connsiteY2" fmla="*/ 29532 h 55822"/>
                <a:gd name="connsiteX3" fmla="*/ 297 w 21128"/>
                <a:gd name="connsiteY3" fmla="*/ 50447 h 55822"/>
                <a:gd name="connsiteX4" fmla="*/ 5297 w 21128"/>
                <a:gd name="connsiteY4" fmla="*/ 55447 h 55822"/>
                <a:gd name="connsiteX5" fmla="*/ 16129 w 21128"/>
                <a:gd name="connsiteY5" fmla="*/ 2701 h 55822"/>
                <a:gd name="connsiteX6" fmla="*/ 16129 w 21128"/>
                <a:gd name="connsiteY6" fmla="*/ 2701 h 55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128" h="55822">
                  <a:moveTo>
                    <a:pt x="16129" y="2701"/>
                  </a:moveTo>
                  <a:cubicBezTo>
                    <a:pt x="14379" y="-2631"/>
                    <a:pt x="6463" y="702"/>
                    <a:pt x="8130" y="6034"/>
                  </a:cubicBezTo>
                  <a:cubicBezTo>
                    <a:pt x="10546" y="13700"/>
                    <a:pt x="12796" y="21616"/>
                    <a:pt x="10546" y="29532"/>
                  </a:cubicBezTo>
                  <a:cubicBezTo>
                    <a:pt x="8547" y="36782"/>
                    <a:pt x="3547" y="43614"/>
                    <a:pt x="297" y="50447"/>
                  </a:cubicBezTo>
                  <a:cubicBezTo>
                    <a:pt x="-1036" y="53280"/>
                    <a:pt x="2380" y="57030"/>
                    <a:pt x="5297" y="55447"/>
                  </a:cubicBezTo>
                  <a:cubicBezTo>
                    <a:pt x="26378" y="44114"/>
                    <a:pt x="22379" y="21450"/>
                    <a:pt x="16129" y="2701"/>
                  </a:cubicBezTo>
                  <a:lnTo>
                    <a:pt x="16129" y="2701"/>
                  </a:lnTo>
                  <a:close/>
                </a:path>
              </a:pathLst>
            </a:custGeom>
            <a:grpFill/>
            <a:ln w="8332" cap="flat">
              <a:noFill/>
              <a:prstDash val="solid"/>
              <a:miter/>
            </a:ln>
          </p:spPr>
          <p:txBody>
            <a:bodyPr rtlCol="0" anchor="ctr"/>
            <a:lstStyle/>
            <a:p>
              <a:endParaRPr lang="en-US"/>
            </a:p>
          </p:txBody>
        </p:sp>
        <p:sp>
          <p:nvSpPr>
            <p:cNvPr id="1687" name="Freeform: Shape 1686"/>
            <p:cNvSpPr/>
            <p:nvPr/>
          </p:nvSpPr>
          <p:spPr>
            <a:xfrm>
              <a:off x="341776" y="3799361"/>
              <a:ext cx="633020" cy="622124"/>
            </a:xfrm>
            <a:custGeom>
              <a:avLst/>
              <a:gdLst>
                <a:gd name="connsiteX0" fmla="*/ 500253 w 633020"/>
                <a:gd name="connsiteY0" fmla="*/ 48053 h 622124"/>
                <a:gd name="connsiteX1" fmla="*/ 497753 w 633020"/>
                <a:gd name="connsiteY1" fmla="*/ 72967 h 622124"/>
                <a:gd name="connsiteX2" fmla="*/ 484921 w 633020"/>
                <a:gd name="connsiteY2" fmla="*/ 93799 h 622124"/>
                <a:gd name="connsiteX3" fmla="*/ 437592 w 633020"/>
                <a:gd name="connsiteY3" fmla="*/ 137628 h 622124"/>
                <a:gd name="connsiteX4" fmla="*/ 326602 w 633020"/>
                <a:gd name="connsiteY4" fmla="*/ 209955 h 622124"/>
                <a:gd name="connsiteX5" fmla="*/ 326102 w 633020"/>
                <a:gd name="connsiteY5" fmla="*/ 209621 h 622124"/>
                <a:gd name="connsiteX6" fmla="*/ 322769 w 633020"/>
                <a:gd name="connsiteY6" fmla="*/ 207455 h 622124"/>
                <a:gd name="connsiteX7" fmla="*/ 322519 w 633020"/>
                <a:gd name="connsiteY7" fmla="*/ 207372 h 622124"/>
                <a:gd name="connsiteX8" fmla="*/ 313686 w 633020"/>
                <a:gd name="connsiteY8" fmla="*/ 203122 h 622124"/>
                <a:gd name="connsiteX9" fmla="*/ 310353 w 633020"/>
                <a:gd name="connsiteY9" fmla="*/ 202872 h 622124"/>
                <a:gd name="connsiteX10" fmla="*/ 265774 w 633020"/>
                <a:gd name="connsiteY10" fmla="*/ 192956 h 622124"/>
                <a:gd name="connsiteX11" fmla="*/ 222028 w 633020"/>
                <a:gd name="connsiteY11" fmla="*/ 220954 h 622124"/>
                <a:gd name="connsiteX12" fmla="*/ 157784 w 633020"/>
                <a:gd name="connsiteY12" fmla="*/ 234536 h 622124"/>
                <a:gd name="connsiteX13" fmla="*/ 139035 w 633020"/>
                <a:gd name="connsiteY13" fmla="*/ 252951 h 622124"/>
                <a:gd name="connsiteX14" fmla="*/ 128620 w 633020"/>
                <a:gd name="connsiteY14" fmla="*/ 267033 h 622124"/>
                <a:gd name="connsiteX15" fmla="*/ 107038 w 633020"/>
                <a:gd name="connsiteY15" fmla="*/ 272449 h 622124"/>
                <a:gd name="connsiteX16" fmla="*/ 58959 w 633020"/>
                <a:gd name="connsiteY16" fmla="*/ 293281 h 622124"/>
                <a:gd name="connsiteX17" fmla="*/ 38044 w 633020"/>
                <a:gd name="connsiteY17" fmla="*/ 349859 h 622124"/>
                <a:gd name="connsiteX18" fmla="*/ 1798 w 633020"/>
                <a:gd name="connsiteY18" fmla="*/ 397271 h 622124"/>
                <a:gd name="connsiteX19" fmla="*/ 9047 w 633020"/>
                <a:gd name="connsiteY19" fmla="*/ 444767 h 622124"/>
                <a:gd name="connsiteX20" fmla="*/ 23879 w 633020"/>
                <a:gd name="connsiteY20" fmla="*/ 480264 h 622124"/>
                <a:gd name="connsiteX21" fmla="*/ 22212 w 633020"/>
                <a:gd name="connsiteY21" fmla="*/ 505678 h 622124"/>
                <a:gd name="connsiteX22" fmla="*/ 49543 w 633020"/>
                <a:gd name="connsiteY22" fmla="*/ 553840 h 622124"/>
                <a:gd name="connsiteX23" fmla="*/ 101039 w 633020"/>
                <a:gd name="connsiteY23" fmla="*/ 584254 h 622124"/>
                <a:gd name="connsiteX24" fmla="*/ 149784 w 633020"/>
                <a:gd name="connsiteY24" fmla="*/ 613668 h 622124"/>
                <a:gd name="connsiteX25" fmla="*/ 205279 w 633020"/>
                <a:gd name="connsiteY25" fmla="*/ 613418 h 622124"/>
                <a:gd name="connsiteX26" fmla="*/ 255358 w 633020"/>
                <a:gd name="connsiteY26" fmla="*/ 620418 h 622124"/>
                <a:gd name="connsiteX27" fmla="*/ 298438 w 633020"/>
                <a:gd name="connsiteY27" fmla="*/ 593670 h 622124"/>
                <a:gd name="connsiteX28" fmla="*/ 307104 w 633020"/>
                <a:gd name="connsiteY28" fmla="*/ 581921 h 622124"/>
                <a:gd name="connsiteX29" fmla="*/ 323019 w 633020"/>
                <a:gd name="connsiteY29" fmla="*/ 572589 h 622124"/>
                <a:gd name="connsiteX30" fmla="*/ 344267 w 633020"/>
                <a:gd name="connsiteY30" fmla="*/ 557507 h 622124"/>
                <a:gd name="connsiteX31" fmla="*/ 364598 w 633020"/>
                <a:gd name="connsiteY31" fmla="*/ 502428 h 622124"/>
                <a:gd name="connsiteX32" fmla="*/ 383180 w 633020"/>
                <a:gd name="connsiteY32" fmla="*/ 472181 h 622124"/>
                <a:gd name="connsiteX33" fmla="*/ 405261 w 633020"/>
                <a:gd name="connsiteY33" fmla="*/ 454766 h 622124"/>
                <a:gd name="connsiteX34" fmla="*/ 414011 w 633020"/>
                <a:gd name="connsiteY34" fmla="*/ 332361 h 622124"/>
                <a:gd name="connsiteX35" fmla="*/ 420427 w 633020"/>
                <a:gd name="connsiteY35" fmla="*/ 305280 h 622124"/>
                <a:gd name="connsiteX36" fmla="*/ 430926 w 633020"/>
                <a:gd name="connsiteY36" fmla="*/ 265033 h 622124"/>
                <a:gd name="connsiteX37" fmla="*/ 430676 w 633020"/>
                <a:gd name="connsiteY37" fmla="*/ 262117 h 622124"/>
                <a:gd name="connsiteX38" fmla="*/ 482254 w 633020"/>
                <a:gd name="connsiteY38" fmla="*/ 195123 h 622124"/>
                <a:gd name="connsiteX39" fmla="*/ 518501 w 633020"/>
                <a:gd name="connsiteY39" fmla="*/ 152710 h 622124"/>
                <a:gd name="connsiteX40" fmla="*/ 569747 w 633020"/>
                <a:gd name="connsiteY40" fmla="*/ 141128 h 622124"/>
                <a:gd name="connsiteX41" fmla="*/ 632074 w 633020"/>
                <a:gd name="connsiteY41" fmla="*/ 96548 h 622124"/>
                <a:gd name="connsiteX42" fmla="*/ 602827 w 633020"/>
                <a:gd name="connsiteY42" fmla="*/ 66884 h 622124"/>
                <a:gd name="connsiteX43" fmla="*/ 575496 w 633020"/>
                <a:gd name="connsiteY43" fmla="*/ 62218 h 622124"/>
                <a:gd name="connsiteX44" fmla="*/ 559331 w 633020"/>
                <a:gd name="connsiteY44" fmla="*/ 2890 h 622124"/>
                <a:gd name="connsiteX45" fmla="*/ 500253 w 633020"/>
                <a:gd name="connsiteY45" fmla="*/ 48053 h 622124"/>
                <a:gd name="connsiteX46" fmla="*/ 500253 w 633020"/>
                <a:gd name="connsiteY46" fmla="*/ 48053 h 622124"/>
                <a:gd name="connsiteX47" fmla="*/ 407678 w 633020"/>
                <a:gd name="connsiteY47" fmla="*/ 311529 h 622124"/>
                <a:gd name="connsiteX48" fmla="*/ 407344 w 633020"/>
                <a:gd name="connsiteY48" fmla="*/ 331694 h 622124"/>
                <a:gd name="connsiteX49" fmla="*/ 407344 w 633020"/>
                <a:gd name="connsiteY49" fmla="*/ 331694 h 622124"/>
                <a:gd name="connsiteX50" fmla="*/ 394179 w 633020"/>
                <a:gd name="connsiteY50" fmla="*/ 441850 h 622124"/>
                <a:gd name="connsiteX51" fmla="*/ 356099 w 633020"/>
                <a:gd name="connsiteY51" fmla="*/ 469431 h 622124"/>
                <a:gd name="connsiteX52" fmla="*/ 344683 w 633020"/>
                <a:gd name="connsiteY52" fmla="*/ 509594 h 622124"/>
                <a:gd name="connsiteX53" fmla="*/ 318019 w 633020"/>
                <a:gd name="connsiteY53" fmla="*/ 555757 h 622124"/>
                <a:gd name="connsiteX54" fmla="*/ 298271 w 633020"/>
                <a:gd name="connsiteY54" fmla="*/ 566339 h 622124"/>
                <a:gd name="connsiteX55" fmla="*/ 281856 w 633020"/>
                <a:gd name="connsiteY55" fmla="*/ 587421 h 622124"/>
                <a:gd name="connsiteX56" fmla="*/ 231860 w 633020"/>
                <a:gd name="connsiteY56" fmla="*/ 606586 h 622124"/>
                <a:gd name="connsiteX57" fmla="*/ 186864 w 633020"/>
                <a:gd name="connsiteY57" fmla="*/ 598753 h 622124"/>
                <a:gd name="connsiteX58" fmla="*/ 132786 w 633020"/>
                <a:gd name="connsiteY58" fmla="*/ 588588 h 622124"/>
                <a:gd name="connsiteX59" fmla="*/ 90290 w 633020"/>
                <a:gd name="connsiteY59" fmla="*/ 562173 h 622124"/>
                <a:gd name="connsiteX60" fmla="*/ 48543 w 633020"/>
                <a:gd name="connsiteY60" fmla="*/ 528676 h 622124"/>
                <a:gd name="connsiteX61" fmla="*/ 36795 w 633020"/>
                <a:gd name="connsiteY61" fmla="*/ 500429 h 622124"/>
                <a:gd name="connsiteX62" fmla="*/ 40378 w 633020"/>
                <a:gd name="connsiteY62" fmla="*/ 472681 h 622124"/>
                <a:gd name="connsiteX63" fmla="*/ 30712 w 633020"/>
                <a:gd name="connsiteY63" fmla="*/ 454016 h 622124"/>
                <a:gd name="connsiteX64" fmla="*/ 18296 w 633020"/>
                <a:gd name="connsiteY64" fmla="*/ 423102 h 622124"/>
                <a:gd name="connsiteX65" fmla="*/ 19379 w 633020"/>
                <a:gd name="connsiteY65" fmla="*/ 398188 h 622124"/>
                <a:gd name="connsiteX66" fmla="*/ 43544 w 633020"/>
                <a:gd name="connsiteY66" fmla="*/ 375023 h 622124"/>
                <a:gd name="connsiteX67" fmla="*/ 59626 w 633020"/>
                <a:gd name="connsiteY67" fmla="*/ 333027 h 622124"/>
                <a:gd name="connsiteX68" fmla="*/ 102372 w 633020"/>
                <a:gd name="connsiteY68" fmla="*/ 290864 h 622124"/>
                <a:gd name="connsiteX69" fmla="*/ 148118 w 633020"/>
                <a:gd name="connsiteY69" fmla="*/ 271449 h 622124"/>
                <a:gd name="connsiteX70" fmla="*/ 177782 w 633020"/>
                <a:gd name="connsiteY70" fmla="*/ 245202 h 622124"/>
                <a:gd name="connsiteX71" fmla="*/ 208529 w 633020"/>
                <a:gd name="connsiteY71" fmla="*/ 241952 h 622124"/>
                <a:gd name="connsiteX72" fmla="*/ 250859 w 633020"/>
                <a:gd name="connsiteY72" fmla="*/ 219204 h 622124"/>
                <a:gd name="connsiteX73" fmla="*/ 282606 w 633020"/>
                <a:gd name="connsiteY73" fmla="*/ 212121 h 622124"/>
                <a:gd name="connsiteX74" fmla="*/ 317603 w 633020"/>
                <a:gd name="connsiteY74" fmla="*/ 221787 h 622124"/>
                <a:gd name="connsiteX75" fmla="*/ 318186 w 633020"/>
                <a:gd name="connsiteY75" fmla="*/ 221871 h 622124"/>
                <a:gd name="connsiteX76" fmla="*/ 341017 w 633020"/>
                <a:gd name="connsiteY76" fmla="*/ 235202 h 622124"/>
                <a:gd name="connsiteX77" fmla="*/ 363182 w 633020"/>
                <a:gd name="connsiteY77" fmla="*/ 238785 h 622124"/>
                <a:gd name="connsiteX78" fmla="*/ 376014 w 633020"/>
                <a:gd name="connsiteY78" fmla="*/ 283365 h 622124"/>
                <a:gd name="connsiteX79" fmla="*/ 413094 w 633020"/>
                <a:gd name="connsiteY79" fmla="*/ 276532 h 622124"/>
                <a:gd name="connsiteX80" fmla="*/ 410011 w 633020"/>
                <a:gd name="connsiteY80" fmla="*/ 286614 h 622124"/>
                <a:gd name="connsiteX81" fmla="*/ 407678 w 633020"/>
                <a:gd name="connsiteY81" fmla="*/ 311529 h 622124"/>
                <a:gd name="connsiteX82" fmla="*/ 407678 w 633020"/>
                <a:gd name="connsiteY82" fmla="*/ 311529 h 622124"/>
                <a:gd name="connsiteX83" fmla="*/ 546332 w 633020"/>
                <a:gd name="connsiteY83" fmla="*/ 17139 h 622124"/>
                <a:gd name="connsiteX84" fmla="*/ 564580 w 633020"/>
                <a:gd name="connsiteY84" fmla="*/ 33304 h 622124"/>
                <a:gd name="connsiteX85" fmla="*/ 555415 w 633020"/>
                <a:gd name="connsiteY85" fmla="*/ 67301 h 622124"/>
                <a:gd name="connsiteX86" fmla="*/ 562664 w 633020"/>
                <a:gd name="connsiteY86" fmla="*/ 78550 h 622124"/>
                <a:gd name="connsiteX87" fmla="*/ 591828 w 633020"/>
                <a:gd name="connsiteY87" fmla="*/ 78467 h 622124"/>
                <a:gd name="connsiteX88" fmla="*/ 615326 w 633020"/>
                <a:gd name="connsiteY88" fmla="*/ 97131 h 622124"/>
                <a:gd name="connsiteX89" fmla="*/ 576163 w 633020"/>
                <a:gd name="connsiteY89" fmla="*/ 123712 h 622124"/>
                <a:gd name="connsiteX90" fmla="*/ 508419 w 633020"/>
                <a:gd name="connsiteY90" fmla="*/ 140961 h 622124"/>
                <a:gd name="connsiteX91" fmla="*/ 455507 w 633020"/>
                <a:gd name="connsiteY91" fmla="*/ 207788 h 622124"/>
                <a:gd name="connsiteX92" fmla="*/ 432009 w 633020"/>
                <a:gd name="connsiteY92" fmla="*/ 245202 h 622124"/>
                <a:gd name="connsiteX93" fmla="*/ 423343 w 633020"/>
                <a:gd name="connsiteY93" fmla="*/ 257367 h 622124"/>
                <a:gd name="connsiteX94" fmla="*/ 422593 w 633020"/>
                <a:gd name="connsiteY94" fmla="*/ 257450 h 622124"/>
                <a:gd name="connsiteX95" fmla="*/ 386846 w 633020"/>
                <a:gd name="connsiteY95" fmla="*/ 271616 h 622124"/>
                <a:gd name="connsiteX96" fmla="*/ 376181 w 633020"/>
                <a:gd name="connsiteY96" fmla="*/ 256450 h 622124"/>
                <a:gd name="connsiteX97" fmla="*/ 376597 w 633020"/>
                <a:gd name="connsiteY97" fmla="*/ 246952 h 622124"/>
                <a:gd name="connsiteX98" fmla="*/ 376514 w 633020"/>
                <a:gd name="connsiteY98" fmla="*/ 231786 h 622124"/>
                <a:gd name="connsiteX99" fmla="*/ 371764 w 633020"/>
                <a:gd name="connsiteY99" fmla="*/ 226203 h 622124"/>
                <a:gd name="connsiteX100" fmla="*/ 345850 w 633020"/>
                <a:gd name="connsiteY100" fmla="*/ 221704 h 622124"/>
                <a:gd name="connsiteX101" fmla="*/ 342600 w 633020"/>
                <a:gd name="connsiteY101" fmla="*/ 220371 h 622124"/>
                <a:gd name="connsiteX102" fmla="*/ 408844 w 633020"/>
                <a:gd name="connsiteY102" fmla="*/ 184207 h 622124"/>
                <a:gd name="connsiteX103" fmla="*/ 444091 w 633020"/>
                <a:gd name="connsiteY103" fmla="*/ 153293 h 622124"/>
                <a:gd name="connsiteX104" fmla="*/ 483504 w 633020"/>
                <a:gd name="connsiteY104" fmla="*/ 114630 h 622124"/>
                <a:gd name="connsiteX105" fmla="*/ 512002 w 633020"/>
                <a:gd name="connsiteY105" fmla="*/ 89299 h 622124"/>
                <a:gd name="connsiteX106" fmla="*/ 513918 w 633020"/>
                <a:gd name="connsiteY106" fmla="*/ 53552 h 622124"/>
                <a:gd name="connsiteX107" fmla="*/ 546332 w 633020"/>
                <a:gd name="connsiteY107" fmla="*/ 17139 h 622124"/>
                <a:gd name="connsiteX108" fmla="*/ 546332 w 633020"/>
                <a:gd name="connsiteY108" fmla="*/ 17139 h 622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633020" h="622124">
                  <a:moveTo>
                    <a:pt x="500253" y="48053"/>
                  </a:moveTo>
                  <a:cubicBezTo>
                    <a:pt x="498503" y="56302"/>
                    <a:pt x="498170" y="64551"/>
                    <a:pt x="497753" y="72967"/>
                  </a:cubicBezTo>
                  <a:cubicBezTo>
                    <a:pt x="497253" y="83800"/>
                    <a:pt x="493420" y="87466"/>
                    <a:pt x="484921" y="93799"/>
                  </a:cubicBezTo>
                  <a:cubicBezTo>
                    <a:pt x="467256" y="107047"/>
                    <a:pt x="453590" y="122713"/>
                    <a:pt x="437592" y="137628"/>
                  </a:cubicBezTo>
                  <a:cubicBezTo>
                    <a:pt x="407178" y="165959"/>
                    <a:pt x="369848" y="204372"/>
                    <a:pt x="326602" y="209955"/>
                  </a:cubicBezTo>
                  <a:cubicBezTo>
                    <a:pt x="326435" y="209872"/>
                    <a:pt x="326268" y="209705"/>
                    <a:pt x="326102" y="209621"/>
                  </a:cubicBezTo>
                  <a:cubicBezTo>
                    <a:pt x="325268" y="208705"/>
                    <a:pt x="324269" y="207955"/>
                    <a:pt x="322769" y="207455"/>
                  </a:cubicBezTo>
                  <a:cubicBezTo>
                    <a:pt x="322685" y="207455"/>
                    <a:pt x="322602" y="207372"/>
                    <a:pt x="322519" y="207372"/>
                  </a:cubicBezTo>
                  <a:cubicBezTo>
                    <a:pt x="319769" y="205705"/>
                    <a:pt x="316853" y="204205"/>
                    <a:pt x="313686" y="203122"/>
                  </a:cubicBezTo>
                  <a:cubicBezTo>
                    <a:pt x="312436" y="202706"/>
                    <a:pt x="311353" y="202706"/>
                    <a:pt x="310353" y="202872"/>
                  </a:cubicBezTo>
                  <a:cubicBezTo>
                    <a:pt x="295938" y="197539"/>
                    <a:pt x="280273" y="192207"/>
                    <a:pt x="265774" y="192956"/>
                  </a:cubicBezTo>
                  <a:cubicBezTo>
                    <a:pt x="246109" y="194039"/>
                    <a:pt x="238443" y="213455"/>
                    <a:pt x="222028" y="220954"/>
                  </a:cubicBezTo>
                  <a:cubicBezTo>
                    <a:pt x="201696" y="230286"/>
                    <a:pt x="177782" y="222287"/>
                    <a:pt x="157784" y="234536"/>
                  </a:cubicBezTo>
                  <a:cubicBezTo>
                    <a:pt x="150368" y="239119"/>
                    <a:pt x="144285" y="246118"/>
                    <a:pt x="139035" y="252951"/>
                  </a:cubicBezTo>
                  <a:cubicBezTo>
                    <a:pt x="135702" y="257367"/>
                    <a:pt x="133036" y="263533"/>
                    <a:pt x="128620" y="267033"/>
                  </a:cubicBezTo>
                  <a:cubicBezTo>
                    <a:pt x="122703" y="271699"/>
                    <a:pt x="114121" y="271616"/>
                    <a:pt x="107038" y="272449"/>
                  </a:cubicBezTo>
                  <a:cubicBezTo>
                    <a:pt x="89790" y="274532"/>
                    <a:pt x="70458" y="279032"/>
                    <a:pt x="58959" y="293281"/>
                  </a:cubicBezTo>
                  <a:cubicBezTo>
                    <a:pt x="45794" y="309612"/>
                    <a:pt x="43877" y="330527"/>
                    <a:pt x="38044" y="349859"/>
                  </a:cubicBezTo>
                  <a:cubicBezTo>
                    <a:pt x="31962" y="369857"/>
                    <a:pt x="8214" y="376690"/>
                    <a:pt x="1798" y="397271"/>
                  </a:cubicBezTo>
                  <a:cubicBezTo>
                    <a:pt x="-3119" y="413020"/>
                    <a:pt x="2964" y="430185"/>
                    <a:pt x="9047" y="444767"/>
                  </a:cubicBezTo>
                  <a:cubicBezTo>
                    <a:pt x="13713" y="456016"/>
                    <a:pt x="24296" y="467515"/>
                    <a:pt x="23879" y="480264"/>
                  </a:cubicBezTo>
                  <a:cubicBezTo>
                    <a:pt x="23629" y="489096"/>
                    <a:pt x="20546" y="496429"/>
                    <a:pt x="22212" y="505678"/>
                  </a:cubicBezTo>
                  <a:cubicBezTo>
                    <a:pt x="25546" y="523927"/>
                    <a:pt x="36628" y="540925"/>
                    <a:pt x="49543" y="553840"/>
                  </a:cubicBezTo>
                  <a:cubicBezTo>
                    <a:pt x="64125" y="568506"/>
                    <a:pt x="83207" y="574672"/>
                    <a:pt x="101039" y="584254"/>
                  </a:cubicBezTo>
                  <a:cubicBezTo>
                    <a:pt x="118037" y="593420"/>
                    <a:pt x="130536" y="609085"/>
                    <a:pt x="149784" y="613668"/>
                  </a:cubicBezTo>
                  <a:cubicBezTo>
                    <a:pt x="168533" y="618168"/>
                    <a:pt x="187364" y="607752"/>
                    <a:pt x="205279" y="613418"/>
                  </a:cubicBezTo>
                  <a:cubicBezTo>
                    <a:pt x="222278" y="618834"/>
                    <a:pt x="237026" y="625251"/>
                    <a:pt x="255358" y="620418"/>
                  </a:cubicBezTo>
                  <a:cubicBezTo>
                    <a:pt x="269857" y="616585"/>
                    <a:pt x="288938" y="605753"/>
                    <a:pt x="298438" y="593670"/>
                  </a:cubicBezTo>
                  <a:cubicBezTo>
                    <a:pt x="301437" y="589837"/>
                    <a:pt x="303604" y="585338"/>
                    <a:pt x="307104" y="581921"/>
                  </a:cubicBezTo>
                  <a:cubicBezTo>
                    <a:pt x="311686" y="577422"/>
                    <a:pt x="317269" y="575172"/>
                    <a:pt x="323019" y="572589"/>
                  </a:cubicBezTo>
                  <a:cubicBezTo>
                    <a:pt x="331268" y="568839"/>
                    <a:pt x="338351" y="564506"/>
                    <a:pt x="344267" y="557507"/>
                  </a:cubicBezTo>
                  <a:cubicBezTo>
                    <a:pt x="357432" y="542008"/>
                    <a:pt x="360765" y="521760"/>
                    <a:pt x="364598" y="502428"/>
                  </a:cubicBezTo>
                  <a:cubicBezTo>
                    <a:pt x="367598" y="487263"/>
                    <a:pt x="369598" y="480680"/>
                    <a:pt x="383180" y="472181"/>
                  </a:cubicBezTo>
                  <a:cubicBezTo>
                    <a:pt x="391179" y="467098"/>
                    <a:pt x="399095" y="462182"/>
                    <a:pt x="405261" y="454766"/>
                  </a:cubicBezTo>
                  <a:cubicBezTo>
                    <a:pt x="434342" y="419853"/>
                    <a:pt x="424093" y="372190"/>
                    <a:pt x="414011" y="332361"/>
                  </a:cubicBezTo>
                  <a:cubicBezTo>
                    <a:pt x="416010" y="323278"/>
                    <a:pt x="419177" y="314695"/>
                    <a:pt x="420427" y="305280"/>
                  </a:cubicBezTo>
                  <a:cubicBezTo>
                    <a:pt x="422343" y="291114"/>
                    <a:pt x="428343" y="278782"/>
                    <a:pt x="430926" y="265033"/>
                  </a:cubicBezTo>
                  <a:cubicBezTo>
                    <a:pt x="431092" y="264033"/>
                    <a:pt x="431009" y="263033"/>
                    <a:pt x="430676" y="262117"/>
                  </a:cubicBezTo>
                  <a:cubicBezTo>
                    <a:pt x="446674" y="239036"/>
                    <a:pt x="463589" y="215704"/>
                    <a:pt x="482254" y="195123"/>
                  </a:cubicBezTo>
                  <a:cubicBezTo>
                    <a:pt x="494753" y="181291"/>
                    <a:pt x="506002" y="166375"/>
                    <a:pt x="518501" y="152710"/>
                  </a:cubicBezTo>
                  <a:cubicBezTo>
                    <a:pt x="531333" y="138628"/>
                    <a:pt x="552081" y="143044"/>
                    <a:pt x="569747" y="141128"/>
                  </a:cubicBezTo>
                  <a:cubicBezTo>
                    <a:pt x="592578" y="138628"/>
                    <a:pt x="640324" y="129712"/>
                    <a:pt x="632074" y="96548"/>
                  </a:cubicBezTo>
                  <a:cubicBezTo>
                    <a:pt x="628658" y="82966"/>
                    <a:pt x="614659" y="72800"/>
                    <a:pt x="602827" y="66884"/>
                  </a:cubicBezTo>
                  <a:cubicBezTo>
                    <a:pt x="594578" y="62718"/>
                    <a:pt x="584912" y="61468"/>
                    <a:pt x="575496" y="62218"/>
                  </a:cubicBezTo>
                  <a:cubicBezTo>
                    <a:pt x="585662" y="41470"/>
                    <a:pt x="583162" y="13889"/>
                    <a:pt x="559331" y="2890"/>
                  </a:cubicBezTo>
                  <a:cubicBezTo>
                    <a:pt x="531167" y="-10275"/>
                    <a:pt x="505252" y="24472"/>
                    <a:pt x="500253" y="48053"/>
                  </a:cubicBezTo>
                  <a:lnTo>
                    <a:pt x="500253" y="48053"/>
                  </a:lnTo>
                  <a:close/>
                  <a:moveTo>
                    <a:pt x="407678" y="311529"/>
                  </a:moveTo>
                  <a:cubicBezTo>
                    <a:pt x="407095" y="318195"/>
                    <a:pt x="405095" y="325528"/>
                    <a:pt x="407344" y="331694"/>
                  </a:cubicBezTo>
                  <a:lnTo>
                    <a:pt x="407344" y="331694"/>
                  </a:lnTo>
                  <a:cubicBezTo>
                    <a:pt x="414261" y="364941"/>
                    <a:pt x="417344" y="413936"/>
                    <a:pt x="394179" y="441850"/>
                  </a:cubicBezTo>
                  <a:cubicBezTo>
                    <a:pt x="383930" y="454183"/>
                    <a:pt x="365848" y="456849"/>
                    <a:pt x="356099" y="469431"/>
                  </a:cubicBezTo>
                  <a:cubicBezTo>
                    <a:pt x="347767" y="480264"/>
                    <a:pt x="347433" y="496679"/>
                    <a:pt x="344683" y="509594"/>
                  </a:cubicBezTo>
                  <a:cubicBezTo>
                    <a:pt x="340767" y="528676"/>
                    <a:pt x="336351" y="545924"/>
                    <a:pt x="318019" y="555757"/>
                  </a:cubicBezTo>
                  <a:cubicBezTo>
                    <a:pt x="311437" y="559257"/>
                    <a:pt x="304021" y="561340"/>
                    <a:pt x="298271" y="566339"/>
                  </a:cubicBezTo>
                  <a:cubicBezTo>
                    <a:pt x="291355" y="572339"/>
                    <a:pt x="288355" y="581255"/>
                    <a:pt x="281856" y="587421"/>
                  </a:cubicBezTo>
                  <a:cubicBezTo>
                    <a:pt x="269190" y="599670"/>
                    <a:pt x="249359" y="608752"/>
                    <a:pt x="231860" y="606586"/>
                  </a:cubicBezTo>
                  <a:cubicBezTo>
                    <a:pt x="215445" y="604503"/>
                    <a:pt x="203863" y="595753"/>
                    <a:pt x="186864" y="598753"/>
                  </a:cubicBezTo>
                  <a:cubicBezTo>
                    <a:pt x="166116" y="602419"/>
                    <a:pt x="149618" y="603252"/>
                    <a:pt x="132786" y="588588"/>
                  </a:cubicBezTo>
                  <a:cubicBezTo>
                    <a:pt x="119870" y="577338"/>
                    <a:pt x="105622" y="569589"/>
                    <a:pt x="90290" y="562173"/>
                  </a:cubicBezTo>
                  <a:cubicBezTo>
                    <a:pt x="73458" y="554007"/>
                    <a:pt x="59209" y="544424"/>
                    <a:pt x="48543" y="528676"/>
                  </a:cubicBezTo>
                  <a:cubicBezTo>
                    <a:pt x="42961" y="520427"/>
                    <a:pt x="38044" y="510511"/>
                    <a:pt x="36795" y="500429"/>
                  </a:cubicBezTo>
                  <a:cubicBezTo>
                    <a:pt x="35545" y="490596"/>
                    <a:pt x="41461" y="482180"/>
                    <a:pt x="40378" y="472681"/>
                  </a:cubicBezTo>
                  <a:cubicBezTo>
                    <a:pt x="39544" y="465515"/>
                    <a:pt x="34211" y="459932"/>
                    <a:pt x="30712" y="454016"/>
                  </a:cubicBezTo>
                  <a:cubicBezTo>
                    <a:pt x="25212" y="444517"/>
                    <a:pt x="21046" y="433768"/>
                    <a:pt x="18296" y="423102"/>
                  </a:cubicBezTo>
                  <a:cubicBezTo>
                    <a:pt x="16130" y="414436"/>
                    <a:pt x="15046" y="406353"/>
                    <a:pt x="19379" y="398188"/>
                  </a:cubicBezTo>
                  <a:cubicBezTo>
                    <a:pt x="24712" y="387939"/>
                    <a:pt x="35795" y="383022"/>
                    <a:pt x="43544" y="375023"/>
                  </a:cubicBezTo>
                  <a:cubicBezTo>
                    <a:pt x="54460" y="363774"/>
                    <a:pt x="55959" y="347609"/>
                    <a:pt x="59626" y="333027"/>
                  </a:cubicBezTo>
                  <a:cubicBezTo>
                    <a:pt x="65875" y="308612"/>
                    <a:pt x="76874" y="294781"/>
                    <a:pt x="102372" y="290864"/>
                  </a:cubicBezTo>
                  <a:cubicBezTo>
                    <a:pt x="121204" y="287948"/>
                    <a:pt x="136202" y="288031"/>
                    <a:pt x="148118" y="271449"/>
                  </a:cubicBezTo>
                  <a:cubicBezTo>
                    <a:pt x="156284" y="260033"/>
                    <a:pt x="163200" y="249035"/>
                    <a:pt x="177782" y="245202"/>
                  </a:cubicBezTo>
                  <a:cubicBezTo>
                    <a:pt x="187781" y="242535"/>
                    <a:pt x="198280" y="243118"/>
                    <a:pt x="208529" y="241952"/>
                  </a:cubicBezTo>
                  <a:cubicBezTo>
                    <a:pt x="226444" y="239869"/>
                    <a:pt x="238443" y="231703"/>
                    <a:pt x="250859" y="219204"/>
                  </a:cubicBezTo>
                  <a:cubicBezTo>
                    <a:pt x="261024" y="209038"/>
                    <a:pt x="269274" y="208955"/>
                    <a:pt x="282606" y="212121"/>
                  </a:cubicBezTo>
                  <a:cubicBezTo>
                    <a:pt x="294355" y="214954"/>
                    <a:pt x="306020" y="218370"/>
                    <a:pt x="317603" y="221787"/>
                  </a:cubicBezTo>
                  <a:cubicBezTo>
                    <a:pt x="317853" y="221871"/>
                    <a:pt x="318019" y="221871"/>
                    <a:pt x="318186" y="221871"/>
                  </a:cubicBezTo>
                  <a:cubicBezTo>
                    <a:pt x="325185" y="227203"/>
                    <a:pt x="332435" y="232036"/>
                    <a:pt x="341017" y="235202"/>
                  </a:cubicBezTo>
                  <a:cubicBezTo>
                    <a:pt x="348600" y="238036"/>
                    <a:pt x="355849" y="237536"/>
                    <a:pt x="363182" y="238785"/>
                  </a:cubicBezTo>
                  <a:cubicBezTo>
                    <a:pt x="365265" y="255034"/>
                    <a:pt x="359099" y="272449"/>
                    <a:pt x="376014" y="283365"/>
                  </a:cubicBezTo>
                  <a:cubicBezTo>
                    <a:pt x="390513" y="292697"/>
                    <a:pt x="401095" y="283448"/>
                    <a:pt x="413094" y="276532"/>
                  </a:cubicBezTo>
                  <a:cubicBezTo>
                    <a:pt x="411927" y="279865"/>
                    <a:pt x="410677" y="283198"/>
                    <a:pt x="410011" y="286614"/>
                  </a:cubicBezTo>
                  <a:cubicBezTo>
                    <a:pt x="408428" y="294781"/>
                    <a:pt x="408344" y="303279"/>
                    <a:pt x="407678" y="311529"/>
                  </a:cubicBezTo>
                  <a:lnTo>
                    <a:pt x="407678" y="311529"/>
                  </a:lnTo>
                  <a:close/>
                  <a:moveTo>
                    <a:pt x="546332" y="17139"/>
                  </a:moveTo>
                  <a:cubicBezTo>
                    <a:pt x="556414" y="16556"/>
                    <a:pt x="561831" y="24972"/>
                    <a:pt x="564580" y="33304"/>
                  </a:cubicBezTo>
                  <a:cubicBezTo>
                    <a:pt x="568830" y="45886"/>
                    <a:pt x="564747" y="57885"/>
                    <a:pt x="555415" y="67301"/>
                  </a:cubicBezTo>
                  <a:cubicBezTo>
                    <a:pt x="549915" y="72884"/>
                    <a:pt x="555498" y="80966"/>
                    <a:pt x="562664" y="78550"/>
                  </a:cubicBezTo>
                  <a:cubicBezTo>
                    <a:pt x="571913" y="75467"/>
                    <a:pt x="582662" y="75217"/>
                    <a:pt x="591828" y="78467"/>
                  </a:cubicBezTo>
                  <a:cubicBezTo>
                    <a:pt x="599077" y="81050"/>
                    <a:pt x="612493" y="89299"/>
                    <a:pt x="615326" y="97131"/>
                  </a:cubicBezTo>
                  <a:cubicBezTo>
                    <a:pt x="622408" y="116630"/>
                    <a:pt x="588328" y="122379"/>
                    <a:pt x="576163" y="123712"/>
                  </a:cubicBezTo>
                  <a:cubicBezTo>
                    <a:pt x="551831" y="126296"/>
                    <a:pt x="525917" y="120880"/>
                    <a:pt x="508419" y="140961"/>
                  </a:cubicBezTo>
                  <a:cubicBezTo>
                    <a:pt x="490087" y="162043"/>
                    <a:pt x="470922" y="184707"/>
                    <a:pt x="455507" y="207788"/>
                  </a:cubicBezTo>
                  <a:cubicBezTo>
                    <a:pt x="447341" y="220037"/>
                    <a:pt x="439675" y="232536"/>
                    <a:pt x="432009" y="245202"/>
                  </a:cubicBezTo>
                  <a:cubicBezTo>
                    <a:pt x="429426" y="249451"/>
                    <a:pt x="426259" y="253367"/>
                    <a:pt x="423343" y="257367"/>
                  </a:cubicBezTo>
                  <a:cubicBezTo>
                    <a:pt x="423093" y="257367"/>
                    <a:pt x="422843" y="257367"/>
                    <a:pt x="422593" y="257450"/>
                  </a:cubicBezTo>
                  <a:cubicBezTo>
                    <a:pt x="409428" y="260117"/>
                    <a:pt x="400428" y="273616"/>
                    <a:pt x="386846" y="271616"/>
                  </a:cubicBezTo>
                  <a:cubicBezTo>
                    <a:pt x="377514" y="270199"/>
                    <a:pt x="376681" y="265700"/>
                    <a:pt x="376181" y="256450"/>
                  </a:cubicBezTo>
                  <a:cubicBezTo>
                    <a:pt x="376014" y="253367"/>
                    <a:pt x="376514" y="250035"/>
                    <a:pt x="376597" y="246952"/>
                  </a:cubicBezTo>
                  <a:cubicBezTo>
                    <a:pt x="376764" y="241952"/>
                    <a:pt x="377597" y="236702"/>
                    <a:pt x="376514" y="231786"/>
                  </a:cubicBezTo>
                  <a:cubicBezTo>
                    <a:pt x="376014" y="229286"/>
                    <a:pt x="374347" y="226953"/>
                    <a:pt x="371764" y="226203"/>
                  </a:cubicBezTo>
                  <a:cubicBezTo>
                    <a:pt x="363182" y="223537"/>
                    <a:pt x="354433" y="224787"/>
                    <a:pt x="345850" y="221704"/>
                  </a:cubicBezTo>
                  <a:cubicBezTo>
                    <a:pt x="344767" y="221287"/>
                    <a:pt x="343684" y="220871"/>
                    <a:pt x="342600" y="220371"/>
                  </a:cubicBezTo>
                  <a:cubicBezTo>
                    <a:pt x="366848" y="215205"/>
                    <a:pt x="391263" y="198873"/>
                    <a:pt x="408844" y="184207"/>
                  </a:cubicBezTo>
                  <a:cubicBezTo>
                    <a:pt x="420843" y="174208"/>
                    <a:pt x="432426" y="163709"/>
                    <a:pt x="444091" y="153293"/>
                  </a:cubicBezTo>
                  <a:cubicBezTo>
                    <a:pt x="457840" y="141044"/>
                    <a:pt x="469172" y="126296"/>
                    <a:pt x="483504" y="114630"/>
                  </a:cubicBezTo>
                  <a:cubicBezTo>
                    <a:pt x="492254" y="107547"/>
                    <a:pt x="507502" y="100298"/>
                    <a:pt x="512002" y="89299"/>
                  </a:cubicBezTo>
                  <a:cubicBezTo>
                    <a:pt x="516251" y="78883"/>
                    <a:pt x="511585" y="64884"/>
                    <a:pt x="513918" y="53552"/>
                  </a:cubicBezTo>
                  <a:cubicBezTo>
                    <a:pt x="517335" y="38054"/>
                    <a:pt x="528500" y="18222"/>
                    <a:pt x="546332" y="17139"/>
                  </a:cubicBezTo>
                  <a:lnTo>
                    <a:pt x="546332" y="17139"/>
                  </a:lnTo>
                  <a:close/>
                </a:path>
              </a:pathLst>
            </a:custGeom>
            <a:grpFill/>
            <a:ln w="8332" cap="flat">
              <a:noFill/>
              <a:prstDash val="solid"/>
              <a:miter/>
            </a:ln>
          </p:spPr>
          <p:txBody>
            <a:bodyPr rtlCol="0" anchor="ctr"/>
            <a:lstStyle/>
            <a:p>
              <a:endParaRPr lang="en-US"/>
            </a:p>
          </p:txBody>
        </p:sp>
        <p:sp>
          <p:nvSpPr>
            <p:cNvPr id="1688" name="Freeform: Shape 1687"/>
            <p:cNvSpPr/>
            <p:nvPr/>
          </p:nvSpPr>
          <p:spPr>
            <a:xfrm>
              <a:off x="515462" y="4164283"/>
              <a:ext cx="188899" cy="196820"/>
            </a:xfrm>
            <a:custGeom>
              <a:avLst/>
              <a:gdLst>
                <a:gd name="connsiteX0" fmla="*/ 164998 w 188899"/>
                <a:gd name="connsiteY0" fmla="*/ 4685 h 196820"/>
                <a:gd name="connsiteX1" fmla="*/ 169914 w 188899"/>
                <a:gd name="connsiteY1" fmla="*/ 44015 h 196820"/>
                <a:gd name="connsiteX2" fmla="*/ 138917 w 188899"/>
                <a:gd name="connsiteY2" fmla="*/ 60430 h 196820"/>
                <a:gd name="connsiteX3" fmla="*/ 125002 w 188899"/>
                <a:gd name="connsiteY3" fmla="*/ 113175 h 196820"/>
                <a:gd name="connsiteX4" fmla="*/ 94838 w 188899"/>
                <a:gd name="connsiteY4" fmla="*/ 137340 h 196820"/>
                <a:gd name="connsiteX5" fmla="*/ 86088 w 188899"/>
                <a:gd name="connsiteY5" fmla="*/ 158588 h 196820"/>
                <a:gd name="connsiteX6" fmla="*/ 47425 w 188899"/>
                <a:gd name="connsiteY6" fmla="*/ 188335 h 196820"/>
                <a:gd name="connsiteX7" fmla="*/ 1763 w 188899"/>
                <a:gd name="connsiteY7" fmla="*/ 167421 h 196820"/>
                <a:gd name="connsiteX8" fmla="*/ 96 w 188899"/>
                <a:gd name="connsiteY8" fmla="*/ 168170 h 196820"/>
                <a:gd name="connsiteX9" fmla="*/ 68340 w 188899"/>
                <a:gd name="connsiteY9" fmla="*/ 195001 h 196820"/>
                <a:gd name="connsiteX10" fmla="*/ 94588 w 188899"/>
                <a:gd name="connsiteY10" fmla="*/ 168920 h 196820"/>
                <a:gd name="connsiteX11" fmla="*/ 109420 w 188899"/>
                <a:gd name="connsiteY11" fmla="*/ 144006 h 196820"/>
                <a:gd name="connsiteX12" fmla="*/ 130334 w 188899"/>
                <a:gd name="connsiteY12" fmla="*/ 132340 h 196820"/>
                <a:gd name="connsiteX13" fmla="*/ 145583 w 188899"/>
                <a:gd name="connsiteY13" fmla="*/ 96594 h 196820"/>
                <a:gd name="connsiteX14" fmla="*/ 145583 w 188899"/>
                <a:gd name="connsiteY14" fmla="*/ 74262 h 196820"/>
                <a:gd name="connsiteX15" fmla="*/ 163748 w 188899"/>
                <a:gd name="connsiteY15" fmla="*/ 66513 h 196820"/>
                <a:gd name="connsiteX16" fmla="*/ 188163 w 188899"/>
                <a:gd name="connsiteY16" fmla="*/ 36932 h 196820"/>
                <a:gd name="connsiteX17" fmla="*/ 172581 w 188899"/>
                <a:gd name="connsiteY17" fmla="*/ 1185 h 196820"/>
                <a:gd name="connsiteX18" fmla="*/ 164998 w 188899"/>
                <a:gd name="connsiteY18" fmla="*/ 4685 h 196820"/>
                <a:gd name="connsiteX19" fmla="*/ 164998 w 188899"/>
                <a:gd name="connsiteY19" fmla="*/ 4685 h 196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8899" h="196820">
                  <a:moveTo>
                    <a:pt x="164998" y="4685"/>
                  </a:moveTo>
                  <a:cubicBezTo>
                    <a:pt x="168998" y="18184"/>
                    <a:pt x="179830" y="29933"/>
                    <a:pt x="169914" y="44015"/>
                  </a:cubicBezTo>
                  <a:cubicBezTo>
                    <a:pt x="162082" y="55097"/>
                    <a:pt x="150083" y="55764"/>
                    <a:pt x="138917" y="60430"/>
                  </a:cubicBezTo>
                  <a:cubicBezTo>
                    <a:pt x="119002" y="68596"/>
                    <a:pt x="132918" y="96760"/>
                    <a:pt x="125002" y="113175"/>
                  </a:cubicBezTo>
                  <a:cubicBezTo>
                    <a:pt x="118669" y="126340"/>
                    <a:pt x="104420" y="127841"/>
                    <a:pt x="94838" y="137340"/>
                  </a:cubicBezTo>
                  <a:cubicBezTo>
                    <a:pt x="88672" y="143339"/>
                    <a:pt x="87505" y="150422"/>
                    <a:pt x="86088" y="158588"/>
                  </a:cubicBezTo>
                  <a:cubicBezTo>
                    <a:pt x="82255" y="180169"/>
                    <a:pt x="69507" y="190085"/>
                    <a:pt x="47425" y="188335"/>
                  </a:cubicBezTo>
                  <a:cubicBezTo>
                    <a:pt x="30177" y="187002"/>
                    <a:pt x="11428" y="183002"/>
                    <a:pt x="1763" y="167421"/>
                  </a:cubicBezTo>
                  <a:cubicBezTo>
                    <a:pt x="1179" y="166420"/>
                    <a:pt x="-404" y="167087"/>
                    <a:pt x="96" y="168170"/>
                  </a:cubicBezTo>
                  <a:cubicBezTo>
                    <a:pt x="10262" y="190835"/>
                    <a:pt x="45092" y="201334"/>
                    <a:pt x="68340" y="195001"/>
                  </a:cubicBezTo>
                  <a:cubicBezTo>
                    <a:pt x="81256" y="191501"/>
                    <a:pt x="90671" y="181586"/>
                    <a:pt x="94588" y="168920"/>
                  </a:cubicBezTo>
                  <a:cubicBezTo>
                    <a:pt x="97921" y="158171"/>
                    <a:pt x="98754" y="150089"/>
                    <a:pt x="109420" y="144006"/>
                  </a:cubicBezTo>
                  <a:cubicBezTo>
                    <a:pt x="116586" y="139923"/>
                    <a:pt x="123918" y="138090"/>
                    <a:pt x="130334" y="132340"/>
                  </a:cubicBezTo>
                  <a:cubicBezTo>
                    <a:pt x="140917" y="122924"/>
                    <a:pt x="144667" y="110342"/>
                    <a:pt x="145583" y="96594"/>
                  </a:cubicBezTo>
                  <a:cubicBezTo>
                    <a:pt x="145916" y="91677"/>
                    <a:pt x="143417" y="77845"/>
                    <a:pt x="145583" y="74262"/>
                  </a:cubicBezTo>
                  <a:cubicBezTo>
                    <a:pt x="147583" y="70929"/>
                    <a:pt x="160082" y="68512"/>
                    <a:pt x="163748" y="66513"/>
                  </a:cubicBezTo>
                  <a:cubicBezTo>
                    <a:pt x="175664" y="60013"/>
                    <a:pt x="185246" y="50598"/>
                    <a:pt x="188163" y="36932"/>
                  </a:cubicBezTo>
                  <a:cubicBezTo>
                    <a:pt x="191412" y="21600"/>
                    <a:pt x="183496" y="11185"/>
                    <a:pt x="172581" y="1185"/>
                  </a:cubicBezTo>
                  <a:cubicBezTo>
                    <a:pt x="169748" y="-1231"/>
                    <a:pt x="163665" y="102"/>
                    <a:pt x="164998" y="4685"/>
                  </a:cubicBezTo>
                  <a:lnTo>
                    <a:pt x="164998" y="4685"/>
                  </a:lnTo>
                  <a:close/>
                </a:path>
              </a:pathLst>
            </a:custGeom>
            <a:grpFill/>
            <a:ln w="8332" cap="flat">
              <a:noFill/>
              <a:prstDash val="solid"/>
              <a:miter/>
            </a:ln>
          </p:spPr>
          <p:txBody>
            <a:bodyPr rtlCol="0" anchor="ctr"/>
            <a:lstStyle/>
            <a:p>
              <a:endParaRPr lang="en-US"/>
            </a:p>
          </p:txBody>
        </p:sp>
        <p:sp>
          <p:nvSpPr>
            <p:cNvPr id="1689" name="Freeform: Shape 1688"/>
            <p:cNvSpPr/>
            <p:nvPr/>
          </p:nvSpPr>
          <p:spPr>
            <a:xfrm>
              <a:off x="644296" y="4085458"/>
              <a:ext cx="43787" cy="93150"/>
            </a:xfrm>
            <a:custGeom>
              <a:avLst/>
              <a:gdLst>
                <a:gd name="connsiteX0" fmla="*/ 6749 w 43787"/>
                <a:gd name="connsiteY0" fmla="*/ 7683 h 93150"/>
                <a:gd name="connsiteX1" fmla="*/ 28414 w 43787"/>
                <a:gd name="connsiteY1" fmla="*/ 46680 h 93150"/>
                <a:gd name="connsiteX2" fmla="*/ 25165 w 43787"/>
                <a:gd name="connsiteY2" fmla="*/ 62928 h 93150"/>
                <a:gd name="connsiteX3" fmla="*/ 2250 w 43787"/>
                <a:gd name="connsiteY3" fmla="*/ 85676 h 93150"/>
                <a:gd name="connsiteX4" fmla="*/ 4583 w 43787"/>
                <a:gd name="connsiteY4" fmla="*/ 93092 h 93150"/>
                <a:gd name="connsiteX5" fmla="*/ 32247 w 43787"/>
                <a:gd name="connsiteY5" fmla="*/ 79176 h 93150"/>
                <a:gd name="connsiteX6" fmla="*/ 38330 w 43787"/>
                <a:gd name="connsiteY6" fmla="*/ 64094 h 93150"/>
                <a:gd name="connsiteX7" fmla="*/ 43329 w 43787"/>
                <a:gd name="connsiteY7" fmla="*/ 45430 h 93150"/>
                <a:gd name="connsiteX8" fmla="*/ 10666 w 43787"/>
                <a:gd name="connsiteY8" fmla="*/ 17 h 93150"/>
                <a:gd name="connsiteX9" fmla="*/ 6749 w 43787"/>
                <a:gd name="connsiteY9" fmla="*/ 7683 h 93150"/>
                <a:gd name="connsiteX10" fmla="*/ 6749 w 43787"/>
                <a:gd name="connsiteY10" fmla="*/ 7683 h 93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3787" h="93150">
                  <a:moveTo>
                    <a:pt x="6749" y="7683"/>
                  </a:moveTo>
                  <a:cubicBezTo>
                    <a:pt x="15332" y="20848"/>
                    <a:pt x="33247" y="27348"/>
                    <a:pt x="28414" y="46680"/>
                  </a:cubicBezTo>
                  <a:cubicBezTo>
                    <a:pt x="27081" y="52179"/>
                    <a:pt x="26248" y="57262"/>
                    <a:pt x="25165" y="62928"/>
                  </a:cubicBezTo>
                  <a:cubicBezTo>
                    <a:pt x="22748" y="75927"/>
                    <a:pt x="14165" y="81677"/>
                    <a:pt x="2250" y="85676"/>
                  </a:cubicBezTo>
                  <a:cubicBezTo>
                    <a:pt x="-2000" y="87092"/>
                    <a:pt x="333" y="93842"/>
                    <a:pt x="4583" y="93092"/>
                  </a:cubicBezTo>
                  <a:cubicBezTo>
                    <a:pt x="15332" y="91092"/>
                    <a:pt x="25498" y="88343"/>
                    <a:pt x="32247" y="79176"/>
                  </a:cubicBezTo>
                  <a:cubicBezTo>
                    <a:pt x="35664" y="74510"/>
                    <a:pt x="37247" y="69678"/>
                    <a:pt x="38330" y="64094"/>
                  </a:cubicBezTo>
                  <a:cubicBezTo>
                    <a:pt x="39580" y="57679"/>
                    <a:pt x="42080" y="51762"/>
                    <a:pt x="43329" y="45430"/>
                  </a:cubicBezTo>
                  <a:cubicBezTo>
                    <a:pt x="46829" y="27098"/>
                    <a:pt x="29747" y="1184"/>
                    <a:pt x="10666" y="17"/>
                  </a:cubicBezTo>
                  <a:cubicBezTo>
                    <a:pt x="6333" y="-316"/>
                    <a:pt x="4666" y="4350"/>
                    <a:pt x="6749" y="7683"/>
                  </a:cubicBezTo>
                  <a:lnTo>
                    <a:pt x="6749" y="7683"/>
                  </a:lnTo>
                  <a:close/>
                </a:path>
              </a:pathLst>
            </a:custGeom>
            <a:grpFill/>
            <a:ln w="8332" cap="flat">
              <a:noFill/>
              <a:prstDash val="solid"/>
              <a:miter/>
            </a:ln>
          </p:spPr>
          <p:txBody>
            <a:bodyPr rtlCol="0" anchor="ctr"/>
            <a:lstStyle/>
            <a:p>
              <a:endParaRPr lang="en-US"/>
            </a:p>
          </p:txBody>
        </p:sp>
        <p:sp>
          <p:nvSpPr>
            <p:cNvPr id="1690" name="Freeform: Shape 1689"/>
            <p:cNvSpPr/>
            <p:nvPr/>
          </p:nvSpPr>
          <p:spPr>
            <a:xfrm>
              <a:off x="583050" y="4155286"/>
              <a:ext cx="60217" cy="103225"/>
            </a:xfrm>
            <a:custGeom>
              <a:avLst/>
              <a:gdLst>
                <a:gd name="connsiteX0" fmla="*/ 20333 w 60217"/>
                <a:gd name="connsiteY0" fmla="*/ 10098 h 103225"/>
                <a:gd name="connsiteX1" fmla="*/ 27749 w 60217"/>
                <a:gd name="connsiteY1" fmla="*/ 33180 h 103225"/>
                <a:gd name="connsiteX2" fmla="*/ 5001 w 60217"/>
                <a:gd name="connsiteY2" fmla="*/ 40095 h 103225"/>
                <a:gd name="connsiteX3" fmla="*/ 6834 w 60217"/>
                <a:gd name="connsiteY3" fmla="*/ 50595 h 103225"/>
                <a:gd name="connsiteX4" fmla="*/ 37582 w 60217"/>
                <a:gd name="connsiteY4" fmla="*/ 41929 h 103225"/>
                <a:gd name="connsiteX5" fmla="*/ 43831 w 60217"/>
                <a:gd name="connsiteY5" fmla="*/ 75343 h 103225"/>
                <a:gd name="connsiteX6" fmla="*/ 3751 w 60217"/>
                <a:gd name="connsiteY6" fmla="*/ 95007 h 103225"/>
                <a:gd name="connsiteX7" fmla="*/ 3085 w 60217"/>
                <a:gd name="connsiteY7" fmla="*/ 102173 h 103225"/>
                <a:gd name="connsiteX8" fmla="*/ 56747 w 60217"/>
                <a:gd name="connsiteY8" fmla="*/ 79426 h 103225"/>
                <a:gd name="connsiteX9" fmla="*/ 43664 w 60217"/>
                <a:gd name="connsiteY9" fmla="*/ 32513 h 103225"/>
                <a:gd name="connsiteX10" fmla="*/ 42581 w 60217"/>
                <a:gd name="connsiteY10" fmla="*/ 12182 h 103225"/>
                <a:gd name="connsiteX11" fmla="*/ 23916 w 60217"/>
                <a:gd name="connsiteY11" fmla="*/ 99 h 103225"/>
                <a:gd name="connsiteX12" fmla="*/ 20333 w 60217"/>
                <a:gd name="connsiteY12" fmla="*/ 10098 h 103225"/>
                <a:gd name="connsiteX13" fmla="*/ 20333 w 60217"/>
                <a:gd name="connsiteY13" fmla="*/ 10098 h 103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0217" h="103225">
                  <a:moveTo>
                    <a:pt x="20333" y="10098"/>
                  </a:moveTo>
                  <a:cubicBezTo>
                    <a:pt x="26999" y="15014"/>
                    <a:pt x="35498" y="25014"/>
                    <a:pt x="27749" y="33180"/>
                  </a:cubicBezTo>
                  <a:cubicBezTo>
                    <a:pt x="22333" y="38846"/>
                    <a:pt x="12167" y="38846"/>
                    <a:pt x="5001" y="40095"/>
                  </a:cubicBezTo>
                  <a:cubicBezTo>
                    <a:pt x="-1748" y="41262"/>
                    <a:pt x="85" y="51845"/>
                    <a:pt x="6834" y="50595"/>
                  </a:cubicBezTo>
                  <a:cubicBezTo>
                    <a:pt x="17083" y="48762"/>
                    <a:pt x="29666" y="48678"/>
                    <a:pt x="37582" y="41929"/>
                  </a:cubicBezTo>
                  <a:cubicBezTo>
                    <a:pt x="44081" y="52011"/>
                    <a:pt x="49581" y="63260"/>
                    <a:pt x="43831" y="75343"/>
                  </a:cubicBezTo>
                  <a:cubicBezTo>
                    <a:pt x="35998" y="91674"/>
                    <a:pt x="20833" y="96674"/>
                    <a:pt x="3751" y="95007"/>
                  </a:cubicBezTo>
                  <a:cubicBezTo>
                    <a:pt x="-915" y="94507"/>
                    <a:pt x="-1332" y="101424"/>
                    <a:pt x="3085" y="102173"/>
                  </a:cubicBezTo>
                  <a:cubicBezTo>
                    <a:pt x="24249" y="105756"/>
                    <a:pt x="46914" y="100674"/>
                    <a:pt x="56747" y="79426"/>
                  </a:cubicBezTo>
                  <a:cubicBezTo>
                    <a:pt x="64079" y="63677"/>
                    <a:pt x="59830" y="40846"/>
                    <a:pt x="43664" y="32513"/>
                  </a:cubicBezTo>
                  <a:cubicBezTo>
                    <a:pt x="45748" y="26097"/>
                    <a:pt x="45331" y="18264"/>
                    <a:pt x="42581" y="12182"/>
                  </a:cubicBezTo>
                  <a:cubicBezTo>
                    <a:pt x="38998" y="4432"/>
                    <a:pt x="31749" y="1599"/>
                    <a:pt x="23916" y="99"/>
                  </a:cubicBezTo>
                  <a:cubicBezTo>
                    <a:pt x="18167" y="-984"/>
                    <a:pt x="16250" y="7099"/>
                    <a:pt x="20333" y="10098"/>
                  </a:cubicBezTo>
                  <a:lnTo>
                    <a:pt x="20333" y="10098"/>
                  </a:lnTo>
                  <a:close/>
                </a:path>
              </a:pathLst>
            </a:custGeom>
            <a:grpFill/>
            <a:ln w="8332" cap="flat">
              <a:noFill/>
              <a:prstDash val="solid"/>
              <a:miter/>
            </a:ln>
          </p:spPr>
          <p:txBody>
            <a:bodyPr rtlCol="0" anchor="ctr"/>
            <a:lstStyle/>
            <a:p>
              <a:endParaRPr lang="en-US"/>
            </a:p>
          </p:txBody>
        </p:sp>
        <p:sp>
          <p:nvSpPr>
            <p:cNvPr id="1691" name="Freeform: Shape 1690"/>
            <p:cNvSpPr/>
            <p:nvPr/>
          </p:nvSpPr>
          <p:spPr>
            <a:xfrm>
              <a:off x="534367" y="4257556"/>
              <a:ext cx="37635" cy="45628"/>
            </a:xfrm>
            <a:custGeom>
              <a:avLst/>
              <a:gdLst>
                <a:gd name="connsiteX0" fmla="*/ 16771 w 37635"/>
                <a:gd name="connsiteY0" fmla="*/ 9653 h 45628"/>
                <a:gd name="connsiteX1" fmla="*/ 20187 w 37635"/>
                <a:gd name="connsiteY1" fmla="*/ 27152 h 45628"/>
                <a:gd name="connsiteX2" fmla="*/ 3272 w 37635"/>
                <a:gd name="connsiteY2" fmla="*/ 34401 h 45628"/>
                <a:gd name="connsiteX3" fmla="*/ 6772 w 37635"/>
                <a:gd name="connsiteY3" fmla="*/ 45400 h 45628"/>
                <a:gd name="connsiteX4" fmla="*/ 33853 w 37635"/>
                <a:gd name="connsiteY4" fmla="*/ 31902 h 45628"/>
                <a:gd name="connsiteX5" fmla="*/ 24604 w 37635"/>
                <a:gd name="connsiteY5" fmla="*/ 904 h 45628"/>
                <a:gd name="connsiteX6" fmla="*/ 16771 w 37635"/>
                <a:gd name="connsiteY6" fmla="*/ 9653 h 45628"/>
                <a:gd name="connsiteX7" fmla="*/ 16771 w 37635"/>
                <a:gd name="connsiteY7" fmla="*/ 9653 h 4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635" h="45628">
                  <a:moveTo>
                    <a:pt x="16771" y="9653"/>
                  </a:moveTo>
                  <a:cubicBezTo>
                    <a:pt x="21271" y="14570"/>
                    <a:pt x="26854" y="21486"/>
                    <a:pt x="20187" y="27152"/>
                  </a:cubicBezTo>
                  <a:cubicBezTo>
                    <a:pt x="15605" y="31068"/>
                    <a:pt x="8855" y="32402"/>
                    <a:pt x="3272" y="34401"/>
                  </a:cubicBezTo>
                  <a:cubicBezTo>
                    <a:pt x="-2894" y="36568"/>
                    <a:pt x="439" y="47317"/>
                    <a:pt x="6772" y="45400"/>
                  </a:cubicBezTo>
                  <a:cubicBezTo>
                    <a:pt x="16188" y="42567"/>
                    <a:pt x="27770" y="40401"/>
                    <a:pt x="33853" y="31902"/>
                  </a:cubicBezTo>
                  <a:cubicBezTo>
                    <a:pt x="42269" y="20152"/>
                    <a:pt x="35520" y="7654"/>
                    <a:pt x="24604" y="904"/>
                  </a:cubicBezTo>
                  <a:cubicBezTo>
                    <a:pt x="19104" y="-2512"/>
                    <a:pt x="12022" y="4487"/>
                    <a:pt x="16771" y="9653"/>
                  </a:cubicBezTo>
                  <a:lnTo>
                    <a:pt x="16771" y="9653"/>
                  </a:lnTo>
                  <a:close/>
                </a:path>
              </a:pathLst>
            </a:custGeom>
            <a:grpFill/>
            <a:ln w="8332" cap="flat">
              <a:noFill/>
              <a:prstDash val="solid"/>
              <a:miter/>
            </a:ln>
          </p:spPr>
          <p:txBody>
            <a:bodyPr rtlCol="0" anchor="ctr"/>
            <a:lstStyle/>
            <a:p>
              <a:endParaRPr lang="en-US"/>
            </a:p>
          </p:txBody>
        </p:sp>
        <p:sp>
          <p:nvSpPr>
            <p:cNvPr id="1692" name="Freeform: Shape 1691"/>
            <p:cNvSpPr/>
            <p:nvPr/>
          </p:nvSpPr>
          <p:spPr>
            <a:xfrm>
              <a:off x="404760" y="4248183"/>
              <a:ext cx="95124" cy="82488"/>
            </a:xfrm>
            <a:custGeom>
              <a:avLst/>
              <a:gdLst>
                <a:gd name="connsiteX0" fmla="*/ 3141 w 95124"/>
                <a:gd name="connsiteY0" fmla="*/ 2778 h 82488"/>
                <a:gd name="connsiteX1" fmla="*/ 4057 w 95124"/>
                <a:gd name="connsiteY1" fmla="*/ 50107 h 82488"/>
                <a:gd name="connsiteX2" fmla="*/ 41054 w 95124"/>
                <a:gd name="connsiteY2" fmla="*/ 72105 h 82488"/>
                <a:gd name="connsiteX3" fmla="*/ 43720 w 95124"/>
                <a:gd name="connsiteY3" fmla="*/ 72522 h 82488"/>
                <a:gd name="connsiteX4" fmla="*/ 47053 w 95124"/>
                <a:gd name="connsiteY4" fmla="*/ 76938 h 82488"/>
                <a:gd name="connsiteX5" fmla="*/ 66385 w 95124"/>
                <a:gd name="connsiteY5" fmla="*/ 82437 h 82488"/>
                <a:gd name="connsiteX6" fmla="*/ 94882 w 95124"/>
                <a:gd name="connsiteY6" fmla="*/ 59773 h 82488"/>
                <a:gd name="connsiteX7" fmla="*/ 86217 w 95124"/>
                <a:gd name="connsiteY7" fmla="*/ 56690 h 82488"/>
                <a:gd name="connsiteX8" fmla="*/ 50886 w 95124"/>
                <a:gd name="connsiteY8" fmla="*/ 63356 h 82488"/>
                <a:gd name="connsiteX9" fmla="*/ 46387 w 95124"/>
                <a:gd name="connsiteY9" fmla="*/ 60189 h 82488"/>
                <a:gd name="connsiteX10" fmla="*/ 34138 w 95124"/>
                <a:gd name="connsiteY10" fmla="*/ 57523 h 82488"/>
                <a:gd name="connsiteX11" fmla="*/ 14390 w 95124"/>
                <a:gd name="connsiteY11" fmla="*/ 29359 h 82488"/>
                <a:gd name="connsiteX12" fmla="*/ 10390 w 95124"/>
                <a:gd name="connsiteY12" fmla="*/ 1528 h 82488"/>
                <a:gd name="connsiteX13" fmla="*/ 3141 w 95124"/>
                <a:gd name="connsiteY13" fmla="*/ 2778 h 82488"/>
                <a:gd name="connsiteX14" fmla="*/ 3141 w 95124"/>
                <a:gd name="connsiteY14" fmla="*/ 2778 h 82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5124" h="82488">
                  <a:moveTo>
                    <a:pt x="3141" y="2778"/>
                  </a:moveTo>
                  <a:cubicBezTo>
                    <a:pt x="-1109" y="15360"/>
                    <a:pt x="-1276" y="37941"/>
                    <a:pt x="4057" y="50107"/>
                  </a:cubicBezTo>
                  <a:cubicBezTo>
                    <a:pt x="9973" y="63606"/>
                    <a:pt x="27888" y="69355"/>
                    <a:pt x="41054" y="72105"/>
                  </a:cubicBezTo>
                  <a:cubicBezTo>
                    <a:pt x="42554" y="72438"/>
                    <a:pt x="43554" y="72688"/>
                    <a:pt x="43720" y="72522"/>
                  </a:cubicBezTo>
                  <a:cubicBezTo>
                    <a:pt x="44887" y="73855"/>
                    <a:pt x="45720" y="75688"/>
                    <a:pt x="47053" y="76938"/>
                  </a:cubicBezTo>
                  <a:cubicBezTo>
                    <a:pt x="52220" y="81521"/>
                    <a:pt x="59636" y="82771"/>
                    <a:pt x="66385" y="82437"/>
                  </a:cubicBezTo>
                  <a:cubicBezTo>
                    <a:pt x="81384" y="81687"/>
                    <a:pt x="90633" y="73605"/>
                    <a:pt x="94882" y="59773"/>
                  </a:cubicBezTo>
                  <a:cubicBezTo>
                    <a:pt x="96632" y="54107"/>
                    <a:pt x="88383" y="51107"/>
                    <a:pt x="86217" y="56690"/>
                  </a:cubicBezTo>
                  <a:cubicBezTo>
                    <a:pt x="81050" y="70355"/>
                    <a:pt x="59636" y="79104"/>
                    <a:pt x="50886" y="63356"/>
                  </a:cubicBezTo>
                  <a:cubicBezTo>
                    <a:pt x="50053" y="61772"/>
                    <a:pt x="48303" y="60106"/>
                    <a:pt x="46387" y="60189"/>
                  </a:cubicBezTo>
                  <a:cubicBezTo>
                    <a:pt x="41887" y="60356"/>
                    <a:pt x="38387" y="59189"/>
                    <a:pt x="34138" y="57523"/>
                  </a:cubicBezTo>
                  <a:cubicBezTo>
                    <a:pt x="20639" y="52190"/>
                    <a:pt x="14473" y="44441"/>
                    <a:pt x="14390" y="29359"/>
                  </a:cubicBezTo>
                  <a:cubicBezTo>
                    <a:pt x="14306" y="20026"/>
                    <a:pt x="15973" y="9444"/>
                    <a:pt x="10390" y="1528"/>
                  </a:cubicBezTo>
                  <a:cubicBezTo>
                    <a:pt x="8557" y="-1139"/>
                    <a:pt x="4141" y="-55"/>
                    <a:pt x="3141" y="2778"/>
                  </a:cubicBezTo>
                  <a:lnTo>
                    <a:pt x="3141" y="2778"/>
                  </a:lnTo>
                  <a:close/>
                </a:path>
              </a:pathLst>
            </a:custGeom>
            <a:grpFill/>
            <a:ln w="8332" cap="flat">
              <a:noFill/>
              <a:prstDash val="solid"/>
              <a:miter/>
            </a:ln>
          </p:spPr>
          <p:txBody>
            <a:bodyPr rtlCol="0" anchor="ctr"/>
            <a:lstStyle/>
            <a:p>
              <a:endParaRPr lang="en-US"/>
            </a:p>
          </p:txBody>
        </p:sp>
        <p:sp>
          <p:nvSpPr>
            <p:cNvPr id="1693" name="Freeform: Shape 1692"/>
            <p:cNvSpPr/>
            <p:nvPr/>
          </p:nvSpPr>
          <p:spPr>
            <a:xfrm>
              <a:off x="419697" y="4100623"/>
              <a:ext cx="93801" cy="93323"/>
            </a:xfrm>
            <a:custGeom>
              <a:avLst/>
              <a:gdLst>
                <a:gd name="connsiteX0" fmla="*/ 30201 w 93801"/>
                <a:gd name="connsiteY0" fmla="*/ 33432 h 93323"/>
                <a:gd name="connsiteX1" fmla="*/ 1120 w 93801"/>
                <a:gd name="connsiteY1" fmla="*/ 63429 h 93323"/>
                <a:gd name="connsiteX2" fmla="*/ 15869 w 93801"/>
                <a:gd name="connsiteY2" fmla="*/ 92676 h 93323"/>
                <a:gd name="connsiteX3" fmla="*/ 20702 w 93801"/>
                <a:gd name="connsiteY3" fmla="*/ 87260 h 93323"/>
                <a:gd name="connsiteX4" fmla="*/ 40700 w 93801"/>
                <a:gd name="connsiteY4" fmla="*/ 40931 h 93323"/>
                <a:gd name="connsiteX5" fmla="*/ 62198 w 93801"/>
                <a:gd name="connsiteY5" fmla="*/ 15350 h 93323"/>
                <a:gd name="connsiteX6" fmla="*/ 89112 w 93801"/>
                <a:gd name="connsiteY6" fmla="*/ 15183 h 93323"/>
                <a:gd name="connsiteX7" fmla="*/ 90112 w 93801"/>
                <a:gd name="connsiteY7" fmla="*/ 3935 h 93323"/>
                <a:gd name="connsiteX8" fmla="*/ 49116 w 93801"/>
                <a:gd name="connsiteY8" fmla="*/ 5184 h 93323"/>
                <a:gd name="connsiteX9" fmla="*/ 30201 w 93801"/>
                <a:gd name="connsiteY9" fmla="*/ 33432 h 93323"/>
                <a:gd name="connsiteX10" fmla="*/ 30201 w 93801"/>
                <a:gd name="connsiteY10" fmla="*/ 33432 h 93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3801" h="93323">
                  <a:moveTo>
                    <a:pt x="30201" y="33432"/>
                  </a:moveTo>
                  <a:cubicBezTo>
                    <a:pt x="25951" y="46514"/>
                    <a:pt x="6120" y="48181"/>
                    <a:pt x="1120" y="63429"/>
                  </a:cubicBezTo>
                  <a:cubicBezTo>
                    <a:pt x="-3296" y="76928"/>
                    <a:pt x="6120" y="85427"/>
                    <a:pt x="15869" y="92676"/>
                  </a:cubicBezTo>
                  <a:cubicBezTo>
                    <a:pt x="19118" y="95093"/>
                    <a:pt x="23785" y="90177"/>
                    <a:pt x="20702" y="87260"/>
                  </a:cubicBezTo>
                  <a:cubicBezTo>
                    <a:pt x="-3713" y="64012"/>
                    <a:pt x="34950" y="58429"/>
                    <a:pt x="40700" y="40931"/>
                  </a:cubicBezTo>
                  <a:cubicBezTo>
                    <a:pt x="44949" y="27849"/>
                    <a:pt x="46033" y="18517"/>
                    <a:pt x="62198" y="15350"/>
                  </a:cubicBezTo>
                  <a:cubicBezTo>
                    <a:pt x="71030" y="13600"/>
                    <a:pt x="80196" y="15850"/>
                    <a:pt x="89112" y="15183"/>
                  </a:cubicBezTo>
                  <a:cubicBezTo>
                    <a:pt x="95445" y="14683"/>
                    <a:pt x="94945" y="6018"/>
                    <a:pt x="90112" y="3935"/>
                  </a:cubicBezTo>
                  <a:cubicBezTo>
                    <a:pt x="76947" y="-1815"/>
                    <a:pt x="62031" y="-1149"/>
                    <a:pt x="49116" y="5184"/>
                  </a:cubicBezTo>
                  <a:cubicBezTo>
                    <a:pt x="35950" y="11767"/>
                    <a:pt x="34200" y="20933"/>
                    <a:pt x="30201" y="33432"/>
                  </a:cubicBezTo>
                  <a:lnTo>
                    <a:pt x="30201" y="33432"/>
                  </a:lnTo>
                  <a:close/>
                </a:path>
              </a:pathLst>
            </a:custGeom>
            <a:grpFill/>
            <a:ln w="8332" cap="flat">
              <a:noFill/>
              <a:prstDash val="solid"/>
              <a:miter/>
            </a:ln>
          </p:spPr>
          <p:txBody>
            <a:bodyPr rtlCol="0" anchor="ctr"/>
            <a:lstStyle/>
            <a:p>
              <a:endParaRPr lang="en-US"/>
            </a:p>
          </p:txBody>
        </p:sp>
        <p:sp>
          <p:nvSpPr>
            <p:cNvPr id="1694" name="Freeform: Shape 1693"/>
            <p:cNvSpPr/>
            <p:nvPr/>
          </p:nvSpPr>
          <p:spPr>
            <a:xfrm>
              <a:off x="528165" y="4090589"/>
              <a:ext cx="46368" cy="38435"/>
            </a:xfrm>
            <a:custGeom>
              <a:avLst/>
              <a:gdLst>
                <a:gd name="connsiteX0" fmla="*/ 391 w 46368"/>
                <a:gd name="connsiteY0" fmla="*/ 32882 h 38435"/>
                <a:gd name="connsiteX1" fmla="*/ 8557 w 46368"/>
                <a:gd name="connsiteY1" fmla="*/ 35799 h 38435"/>
                <a:gd name="connsiteX2" fmla="*/ 22556 w 46368"/>
                <a:gd name="connsiteY2" fmla="*/ 16717 h 38435"/>
                <a:gd name="connsiteX3" fmla="*/ 44221 w 46368"/>
                <a:gd name="connsiteY3" fmla="*/ 8135 h 38435"/>
                <a:gd name="connsiteX4" fmla="*/ 43887 w 46368"/>
                <a:gd name="connsiteY4" fmla="*/ 1052 h 38435"/>
                <a:gd name="connsiteX5" fmla="*/ 391 w 46368"/>
                <a:gd name="connsiteY5" fmla="*/ 32882 h 38435"/>
                <a:gd name="connsiteX6" fmla="*/ 391 w 46368"/>
                <a:gd name="connsiteY6" fmla="*/ 32882 h 38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368" h="38435">
                  <a:moveTo>
                    <a:pt x="391" y="32882"/>
                  </a:moveTo>
                  <a:cubicBezTo>
                    <a:pt x="-1858" y="38048"/>
                    <a:pt x="6224" y="40798"/>
                    <a:pt x="8557" y="35799"/>
                  </a:cubicBezTo>
                  <a:cubicBezTo>
                    <a:pt x="11890" y="28550"/>
                    <a:pt x="15557" y="21134"/>
                    <a:pt x="22556" y="16717"/>
                  </a:cubicBezTo>
                  <a:cubicBezTo>
                    <a:pt x="28889" y="12718"/>
                    <a:pt x="37221" y="10968"/>
                    <a:pt x="44221" y="8135"/>
                  </a:cubicBezTo>
                  <a:cubicBezTo>
                    <a:pt x="47137" y="6968"/>
                    <a:pt x="47137" y="1885"/>
                    <a:pt x="43887" y="1052"/>
                  </a:cubicBezTo>
                  <a:cubicBezTo>
                    <a:pt x="20640" y="-4781"/>
                    <a:pt x="8391" y="14717"/>
                    <a:pt x="391" y="32882"/>
                  </a:cubicBezTo>
                  <a:lnTo>
                    <a:pt x="391" y="32882"/>
                  </a:lnTo>
                  <a:close/>
                </a:path>
              </a:pathLst>
            </a:custGeom>
            <a:grpFill/>
            <a:ln w="8332" cap="flat">
              <a:noFill/>
              <a:prstDash val="solid"/>
              <a:miter/>
            </a:ln>
          </p:spPr>
          <p:txBody>
            <a:bodyPr rtlCol="0" anchor="ctr"/>
            <a:lstStyle/>
            <a:p>
              <a:endParaRPr lang="en-US"/>
            </a:p>
          </p:txBody>
        </p:sp>
        <p:sp>
          <p:nvSpPr>
            <p:cNvPr id="1695" name="Freeform: Shape 1694"/>
            <p:cNvSpPr/>
            <p:nvPr/>
          </p:nvSpPr>
          <p:spPr>
            <a:xfrm>
              <a:off x="538945" y="682928"/>
              <a:ext cx="366954" cy="555897"/>
            </a:xfrm>
            <a:custGeom>
              <a:avLst/>
              <a:gdLst>
                <a:gd name="connsiteX0" fmla="*/ 344747 w 366954"/>
                <a:gd name="connsiteY0" fmla="*/ 126843 h 555897"/>
                <a:gd name="connsiteX1" fmla="*/ 337331 w 366954"/>
                <a:gd name="connsiteY1" fmla="*/ 125010 h 555897"/>
                <a:gd name="connsiteX2" fmla="*/ 321915 w 366954"/>
                <a:gd name="connsiteY2" fmla="*/ 131426 h 555897"/>
                <a:gd name="connsiteX3" fmla="*/ 322082 w 366954"/>
                <a:gd name="connsiteY3" fmla="*/ 123010 h 555897"/>
                <a:gd name="connsiteX4" fmla="*/ 334997 w 366954"/>
                <a:gd name="connsiteY4" fmla="*/ 87596 h 555897"/>
                <a:gd name="connsiteX5" fmla="*/ 305667 w 366954"/>
                <a:gd name="connsiteY5" fmla="*/ 77764 h 555897"/>
                <a:gd name="connsiteX6" fmla="*/ 294251 w 366954"/>
                <a:gd name="connsiteY6" fmla="*/ 56183 h 555897"/>
                <a:gd name="connsiteX7" fmla="*/ 291085 w 366954"/>
                <a:gd name="connsiteY7" fmla="*/ 28352 h 555897"/>
                <a:gd name="connsiteX8" fmla="*/ 260338 w 366954"/>
                <a:gd name="connsiteY8" fmla="*/ 30935 h 555897"/>
                <a:gd name="connsiteX9" fmla="*/ 254338 w 366954"/>
                <a:gd name="connsiteY9" fmla="*/ 23352 h 555897"/>
                <a:gd name="connsiteX10" fmla="*/ 247172 w 366954"/>
                <a:gd name="connsiteY10" fmla="*/ 21186 h 555897"/>
                <a:gd name="connsiteX11" fmla="*/ 246922 w 366954"/>
                <a:gd name="connsiteY11" fmla="*/ 17853 h 555897"/>
                <a:gd name="connsiteX12" fmla="*/ 237423 w 366954"/>
                <a:gd name="connsiteY12" fmla="*/ 10687 h 555897"/>
                <a:gd name="connsiteX13" fmla="*/ 225007 w 366954"/>
                <a:gd name="connsiteY13" fmla="*/ 12020 h 555897"/>
                <a:gd name="connsiteX14" fmla="*/ 218758 w 366954"/>
                <a:gd name="connsiteY14" fmla="*/ 17353 h 555897"/>
                <a:gd name="connsiteX15" fmla="*/ 216675 w 366954"/>
                <a:gd name="connsiteY15" fmla="*/ 10770 h 555897"/>
                <a:gd name="connsiteX16" fmla="*/ 196677 w 366954"/>
                <a:gd name="connsiteY16" fmla="*/ 104 h 555897"/>
                <a:gd name="connsiteX17" fmla="*/ 172262 w 366954"/>
                <a:gd name="connsiteY17" fmla="*/ 23102 h 555897"/>
                <a:gd name="connsiteX18" fmla="*/ 137682 w 366954"/>
                <a:gd name="connsiteY18" fmla="*/ 10270 h 555897"/>
                <a:gd name="connsiteX19" fmla="*/ 120683 w 366954"/>
                <a:gd name="connsiteY19" fmla="*/ 38267 h 555897"/>
                <a:gd name="connsiteX20" fmla="*/ 81520 w 366954"/>
                <a:gd name="connsiteY20" fmla="*/ 36351 h 555897"/>
                <a:gd name="connsiteX21" fmla="*/ 66688 w 366954"/>
                <a:gd name="connsiteY21" fmla="*/ 66932 h 555897"/>
                <a:gd name="connsiteX22" fmla="*/ 54106 w 366954"/>
                <a:gd name="connsiteY22" fmla="*/ 65182 h 555897"/>
                <a:gd name="connsiteX23" fmla="*/ 29775 w 366954"/>
                <a:gd name="connsiteY23" fmla="*/ 77681 h 555897"/>
                <a:gd name="connsiteX24" fmla="*/ 22276 w 366954"/>
                <a:gd name="connsiteY24" fmla="*/ 112594 h 555897"/>
                <a:gd name="connsiteX25" fmla="*/ 4527 w 366954"/>
                <a:gd name="connsiteY25" fmla="*/ 129509 h 555897"/>
                <a:gd name="connsiteX26" fmla="*/ 4611 w 366954"/>
                <a:gd name="connsiteY26" fmla="*/ 155174 h 555897"/>
                <a:gd name="connsiteX27" fmla="*/ 3861 w 366954"/>
                <a:gd name="connsiteY27" fmla="*/ 155340 h 555897"/>
                <a:gd name="connsiteX28" fmla="*/ 111 w 366954"/>
                <a:gd name="connsiteY28" fmla="*/ 160423 h 555897"/>
                <a:gd name="connsiteX29" fmla="*/ 11277 w 366954"/>
                <a:gd name="connsiteY29" fmla="*/ 201586 h 555897"/>
                <a:gd name="connsiteX30" fmla="*/ 28358 w 366954"/>
                <a:gd name="connsiteY30" fmla="*/ 255998 h 555897"/>
                <a:gd name="connsiteX31" fmla="*/ 58606 w 366954"/>
                <a:gd name="connsiteY31" fmla="*/ 360072 h 555897"/>
                <a:gd name="connsiteX32" fmla="*/ 90519 w 366954"/>
                <a:gd name="connsiteY32" fmla="*/ 470645 h 555897"/>
                <a:gd name="connsiteX33" fmla="*/ 101768 w 366954"/>
                <a:gd name="connsiteY33" fmla="*/ 506642 h 555897"/>
                <a:gd name="connsiteX34" fmla="*/ 141931 w 366954"/>
                <a:gd name="connsiteY34" fmla="*/ 525807 h 555897"/>
                <a:gd name="connsiteX35" fmla="*/ 149347 w 366954"/>
                <a:gd name="connsiteY35" fmla="*/ 528807 h 555897"/>
                <a:gd name="connsiteX36" fmla="*/ 150097 w 366954"/>
                <a:gd name="connsiteY36" fmla="*/ 529140 h 555897"/>
                <a:gd name="connsiteX37" fmla="*/ 187677 w 366954"/>
                <a:gd name="connsiteY37" fmla="*/ 543555 h 555897"/>
                <a:gd name="connsiteX38" fmla="*/ 229924 w 366954"/>
                <a:gd name="connsiteY38" fmla="*/ 555638 h 555897"/>
                <a:gd name="connsiteX39" fmla="*/ 268503 w 366954"/>
                <a:gd name="connsiteY39" fmla="*/ 539472 h 555897"/>
                <a:gd name="connsiteX40" fmla="*/ 320999 w 366954"/>
                <a:gd name="connsiteY40" fmla="*/ 517141 h 555897"/>
                <a:gd name="connsiteX41" fmla="*/ 343497 w 366954"/>
                <a:gd name="connsiteY41" fmla="*/ 508225 h 555897"/>
                <a:gd name="connsiteX42" fmla="*/ 362662 w 366954"/>
                <a:gd name="connsiteY42" fmla="*/ 499476 h 555897"/>
                <a:gd name="connsiteX43" fmla="*/ 363745 w 366954"/>
                <a:gd name="connsiteY43" fmla="*/ 467395 h 555897"/>
                <a:gd name="connsiteX44" fmla="*/ 349163 w 366954"/>
                <a:gd name="connsiteY44" fmla="*/ 355572 h 555897"/>
                <a:gd name="connsiteX45" fmla="*/ 345747 w 366954"/>
                <a:gd name="connsiteY45" fmla="*/ 229084 h 555897"/>
                <a:gd name="connsiteX46" fmla="*/ 348496 w 366954"/>
                <a:gd name="connsiteY46" fmla="*/ 165506 h 555897"/>
                <a:gd name="connsiteX47" fmla="*/ 344747 w 366954"/>
                <a:gd name="connsiteY47" fmla="*/ 126843 h 555897"/>
                <a:gd name="connsiteX48" fmla="*/ 344747 w 366954"/>
                <a:gd name="connsiteY48" fmla="*/ 126843 h 555897"/>
                <a:gd name="connsiteX49" fmla="*/ 304834 w 366954"/>
                <a:gd name="connsiteY49" fmla="*/ 83014 h 555897"/>
                <a:gd name="connsiteX50" fmla="*/ 324582 w 366954"/>
                <a:gd name="connsiteY50" fmla="*/ 86097 h 555897"/>
                <a:gd name="connsiteX51" fmla="*/ 320999 w 366954"/>
                <a:gd name="connsiteY51" fmla="*/ 108178 h 555897"/>
                <a:gd name="connsiteX52" fmla="*/ 315666 w 366954"/>
                <a:gd name="connsiteY52" fmla="*/ 114011 h 555897"/>
                <a:gd name="connsiteX53" fmla="*/ 309583 w 366954"/>
                <a:gd name="connsiteY53" fmla="*/ 111678 h 555897"/>
                <a:gd name="connsiteX54" fmla="*/ 300251 w 366954"/>
                <a:gd name="connsiteY54" fmla="*/ 111844 h 555897"/>
                <a:gd name="connsiteX55" fmla="*/ 299417 w 366954"/>
                <a:gd name="connsiteY55" fmla="*/ 112094 h 555897"/>
                <a:gd name="connsiteX56" fmla="*/ 301584 w 366954"/>
                <a:gd name="connsiteY56" fmla="*/ 101928 h 555897"/>
                <a:gd name="connsiteX57" fmla="*/ 298751 w 366954"/>
                <a:gd name="connsiteY57" fmla="*/ 93346 h 555897"/>
                <a:gd name="connsiteX58" fmla="*/ 304834 w 366954"/>
                <a:gd name="connsiteY58" fmla="*/ 83014 h 555897"/>
                <a:gd name="connsiteX59" fmla="*/ 304834 w 366954"/>
                <a:gd name="connsiteY59" fmla="*/ 83014 h 555897"/>
                <a:gd name="connsiteX60" fmla="*/ 177678 w 366954"/>
                <a:gd name="connsiteY60" fmla="*/ 205752 h 555897"/>
                <a:gd name="connsiteX61" fmla="*/ 165596 w 366954"/>
                <a:gd name="connsiteY61" fmla="*/ 211835 h 555897"/>
                <a:gd name="connsiteX62" fmla="*/ 142515 w 366954"/>
                <a:gd name="connsiteY62" fmla="*/ 207002 h 555897"/>
                <a:gd name="connsiteX63" fmla="*/ 119017 w 366954"/>
                <a:gd name="connsiteY63" fmla="*/ 200253 h 555897"/>
                <a:gd name="connsiteX64" fmla="*/ 123016 w 366954"/>
                <a:gd name="connsiteY64" fmla="*/ 182755 h 555897"/>
                <a:gd name="connsiteX65" fmla="*/ 130266 w 366954"/>
                <a:gd name="connsiteY65" fmla="*/ 176088 h 555897"/>
                <a:gd name="connsiteX66" fmla="*/ 145765 w 366954"/>
                <a:gd name="connsiteY66" fmla="*/ 181421 h 555897"/>
                <a:gd name="connsiteX67" fmla="*/ 149514 w 366954"/>
                <a:gd name="connsiteY67" fmla="*/ 183255 h 555897"/>
                <a:gd name="connsiteX68" fmla="*/ 153764 w 366954"/>
                <a:gd name="connsiteY68" fmla="*/ 181421 h 555897"/>
                <a:gd name="connsiteX69" fmla="*/ 177845 w 366954"/>
                <a:gd name="connsiteY69" fmla="*/ 182338 h 555897"/>
                <a:gd name="connsiteX70" fmla="*/ 176178 w 366954"/>
                <a:gd name="connsiteY70" fmla="*/ 202169 h 555897"/>
                <a:gd name="connsiteX71" fmla="*/ 177678 w 366954"/>
                <a:gd name="connsiteY71" fmla="*/ 205752 h 555897"/>
                <a:gd name="connsiteX72" fmla="*/ 177678 w 366954"/>
                <a:gd name="connsiteY72" fmla="*/ 205752 h 555897"/>
                <a:gd name="connsiteX73" fmla="*/ 76854 w 366954"/>
                <a:gd name="connsiteY73" fmla="*/ 183088 h 555897"/>
                <a:gd name="connsiteX74" fmla="*/ 55189 w 366954"/>
                <a:gd name="connsiteY74" fmla="*/ 172255 h 555897"/>
                <a:gd name="connsiteX75" fmla="*/ 51440 w 366954"/>
                <a:gd name="connsiteY75" fmla="*/ 170589 h 555897"/>
                <a:gd name="connsiteX76" fmla="*/ 69688 w 366954"/>
                <a:gd name="connsiteY76" fmla="*/ 141842 h 555897"/>
                <a:gd name="connsiteX77" fmla="*/ 75354 w 366954"/>
                <a:gd name="connsiteY77" fmla="*/ 137425 h 555897"/>
                <a:gd name="connsiteX78" fmla="*/ 109351 w 366954"/>
                <a:gd name="connsiteY78" fmla="*/ 130676 h 555897"/>
                <a:gd name="connsiteX79" fmla="*/ 105101 w 366954"/>
                <a:gd name="connsiteY79" fmla="*/ 148174 h 555897"/>
                <a:gd name="connsiteX80" fmla="*/ 93186 w 366954"/>
                <a:gd name="connsiteY80" fmla="*/ 145508 h 555897"/>
                <a:gd name="connsiteX81" fmla="*/ 78687 w 366954"/>
                <a:gd name="connsiteY81" fmla="*/ 155924 h 555897"/>
                <a:gd name="connsiteX82" fmla="*/ 76854 w 366954"/>
                <a:gd name="connsiteY82" fmla="*/ 183088 h 555897"/>
                <a:gd name="connsiteX83" fmla="*/ 76854 w 366954"/>
                <a:gd name="connsiteY83" fmla="*/ 183088 h 555897"/>
                <a:gd name="connsiteX84" fmla="*/ 81437 w 366954"/>
                <a:gd name="connsiteY84" fmla="*/ 168339 h 555897"/>
                <a:gd name="connsiteX85" fmla="*/ 91686 w 366954"/>
                <a:gd name="connsiteY85" fmla="*/ 153757 h 555897"/>
                <a:gd name="connsiteX86" fmla="*/ 107351 w 366954"/>
                <a:gd name="connsiteY86" fmla="*/ 157173 h 555897"/>
                <a:gd name="connsiteX87" fmla="*/ 112018 w 366954"/>
                <a:gd name="connsiteY87" fmla="*/ 154424 h 555897"/>
                <a:gd name="connsiteX88" fmla="*/ 111601 w 366954"/>
                <a:gd name="connsiteY88" fmla="*/ 144675 h 555897"/>
                <a:gd name="connsiteX89" fmla="*/ 122933 w 366954"/>
                <a:gd name="connsiteY89" fmla="*/ 132926 h 555897"/>
                <a:gd name="connsiteX90" fmla="*/ 139348 w 366954"/>
                <a:gd name="connsiteY90" fmla="*/ 144675 h 555897"/>
                <a:gd name="connsiteX91" fmla="*/ 136682 w 366954"/>
                <a:gd name="connsiteY91" fmla="*/ 167423 h 555897"/>
                <a:gd name="connsiteX92" fmla="*/ 112018 w 366954"/>
                <a:gd name="connsiteY92" fmla="*/ 180338 h 555897"/>
                <a:gd name="connsiteX93" fmla="*/ 108184 w 366954"/>
                <a:gd name="connsiteY93" fmla="*/ 197337 h 555897"/>
                <a:gd name="connsiteX94" fmla="*/ 103018 w 366954"/>
                <a:gd name="connsiteY94" fmla="*/ 195753 h 555897"/>
                <a:gd name="connsiteX95" fmla="*/ 97519 w 366954"/>
                <a:gd name="connsiteY95" fmla="*/ 193837 h 555897"/>
                <a:gd name="connsiteX96" fmla="*/ 87686 w 366954"/>
                <a:gd name="connsiteY96" fmla="*/ 188837 h 555897"/>
                <a:gd name="connsiteX97" fmla="*/ 81437 w 366954"/>
                <a:gd name="connsiteY97" fmla="*/ 168339 h 555897"/>
                <a:gd name="connsiteX98" fmla="*/ 81437 w 366954"/>
                <a:gd name="connsiteY98" fmla="*/ 168339 h 555897"/>
                <a:gd name="connsiteX99" fmla="*/ 108685 w 366954"/>
                <a:gd name="connsiteY99" fmla="*/ 114011 h 555897"/>
                <a:gd name="connsiteX100" fmla="*/ 138099 w 366954"/>
                <a:gd name="connsiteY100" fmla="*/ 96346 h 555897"/>
                <a:gd name="connsiteX101" fmla="*/ 146431 w 366954"/>
                <a:gd name="connsiteY101" fmla="*/ 99845 h 555897"/>
                <a:gd name="connsiteX102" fmla="*/ 161180 w 366954"/>
                <a:gd name="connsiteY102" fmla="*/ 87513 h 555897"/>
                <a:gd name="connsiteX103" fmla="*/ 181928 w 366954"/>
                <a:gd name="connsiteY103" fmla="*/ 105845 h 555897"/>
                <a:gd name="connsiteX104" fmla="*/ 181011 w 366954"/>
                <a:gd name="connsiteY104" fmla="*/ 113344 h 555897"/>
                <a:gd name="connsiteX105" fmla="*/ 170179 w 366954"/>
                <a:gd name="connsiteY105" fmla="*/ 122010 h 555897"/>
                <a:gd name="connsiteX106" fmla="*/ 163013 w 366954"/>
                <a:gd name="connsiteY106" fmla="*/ 117260 h 555897"/>
                <a:gd name="connsiteX107" fmla="*/ 149764 w 366954"/>
                <a:gd name="connsiteY107" fmla="*/ 122843 h 555897"/>
                <a:gd name="connsiteX108" fmla="*/ 142931 w 366954"/>
                <a:gd name="connsiteY108" fmla="*/ 132842 h 555897"/>
                <a:gd name="connsiteX109" fmla="*/ 131266 w 366954"/>
                <a:gd name="connsiteY109" fmla="*/ 125010 h 555897"/>
                <a:gd name="connsiteX110" fmla="*/ 116934 w 366954"/>
                <a:gd name="connsiteY110" fmla="*/ 125760 h 555897"/>
                <a:gd name="connsiteX111" fmla="*/ 108685 w 366954"/>
                <a:gd name="connsiteY111" fmla="*/ 114011 h 555897"/>
                <a:gd name="connsiteX112" fmla="*/ 108685 w 366954"/>
                <a:gd name="connsiteY112" fmla="*/ 114011 h 555897"/>
                <a:gd name="connsiteX113" fmla="*/ 149681 w 366954"/>
                <a:gd name="connsiteY113" fmla="*/ 174755 h 555897"/>
                <a:gd name="connsiteX114" fmla="*/ 145848 w 366954"/>
                <a:gd name="connsiteY114" fmla="*/ 171672 h 555897"/>
                <a:gd name="connsiteX115" fmla="*/ 146764 w 366954"/>
                <a:gd name="connsiteY115" fmla="*/ 139092 h 555897"/>
                <a:gd name="connsiteX116" fmla="*/ 154180 w 366954"/>
                <a:gd name="connsiteY116" fmla="*/ 128176 h 555897"/>
                <a:gd name="connsiteX117" fmla="*/ 168013 w 366954"/>
                <a:gd name="connsiteY117" fmla="*/ 130842 h 555897"/>
                <a:gd name="connsiteX118" fmla="*/ 173679 w 366954"/>
                <a:gd name="connsiteY118" fmla="*/ 130009 h 555897"/>
                <a:gd name="connsiteX119" fmla="*/ 181845 w 366954"/>
                <a:gd name="connsiteY119" fmla="*/ 121677 h 555897"/>
                <a:gd name="connsiteX120" fmla="*/ 195593 w 366954"/>
                <a:gd name="connsiteY120" fmla="*/ 133842 h 555897"/>
                <a:gd name="connsiteX121" fmla="*/ 192427 w 366954"/>
                <a:gd name="connsiteY121" fmla="*/ 144508 h 555897"/>
                <a:gd name="connsiteX122" fmla="*/ 186261 w 366954"/>
                <a:gd name="connsiteY122" fmla="*/ 147258 h 555897"/>
                <a:gd name="connsiteX123" fmla="*/ 175762 w 366954"/>
                <a:gd name="connsiteY123" fmla="*/ 165339 h 555897"/>
                <a:gd name="connsiteX124" fmla="*/ 149681 w 366954"/>
                <a:gd name="connsiteY124" fmla="*/ 174755 h 555897"/>
                <a:gd name="connsiteX125" fmla="*/ 149681 w 366954"/>
                <a:gd name="connsiteY125" fmla="*/ 174755 h 555897"/>
                <a:gd name="connsiteX126" fmla="*/ 182178 w 366954"/>
                <a:gd name="connsiteY126" fmla="*/ 169672 h 555897"/>
                <a:gd name="connsiteX127" fmla="*/ 200593 w 366954"/>
                <a:gd name="connsiteY127" fmla="*/ 157423 h 555897"/>
                <a:gd name="connsiteX128" fmla="*/ 204259 w 366954"/>
                <a:gd name="connsiteY128" fmla="*/ 158840 h 555897"/>
                <a:gd name="connsiteX129" fmla="*/ 220424 w 366954"/>
                <a:gd name="connsiteY129" fmla="*/ 143175 h 555897"/>
                <a:gd name="connsiteX130" fmla="*/ 239673 w 366954"/>
                <a:gd name="connsiteY130" fmla="*/ 150757 h 555897"/>
                <a:gd name="connsiteX131" fmla="*/ 232257 w 366954"/>
                <a:gd name="connsiteY131" fmla="*/ 172589 h 555897"/>
                <a:gd name="connsiteX132" fmla="*/ 231507 w 366954"/>
                <a:gd name="connsiteY132" fmla="*/ 176588 h 555897"/>
                <a:gd name="connsiteX133" fmla="*/ 185511 w 366954"/>
                <a:gd name="connsiteY133" fmla="*/ 201086 h 555897"/>
                <a:gd name="connsiteX134" fmla="*/ 182178 w 366954"/>
                <a:gd name="connsiteY134" fmla="*/ 169672 h 555897"/>
                <a:gd name="connsiteX135" fmla="*/ 182178 w 366954"/>
                <a:gd name="connsiteY135" fmla="*/ 169672 h 555897"/>
                <a:gd name="connsiteX136" fmla="*/ 212175 w 366954"/>
                <a:gd name="connsiteY136" fmla="*/ 138425 h 555897"/>
                <a:gd name="connsiteX137" fmla="*/ 205176 w 366954"/>
                <a:gd name="connsiteY137" fmla="*/ 147174 h 555897"/>
                <a:gd name="connsiteX138" fmla="*/ 204093 w 366954"/>
                <a:gd name="connsiteY138" fmla="*/ 148174 h 555897"/>
                <a:gd name="connsiteX139" fmla="*/ 203343 w 366954"/>
                <a:gd name="connsiteY139" fmla="*/ 148008 h 555897"/>
                <a:gd name="connsiteX140" fmla="*/ 200510 w 366954"/>
                <a:gd name="connsiteY140" fmla="*/ 146758 h 555897"/>
                <a:gd name="connsiteX141" fmla="*/ 202759 w 366954"/>
                <a:gd name="connsiteY141" fmla="*/ 119844 h 555897"/>
                <a:gd name="connsiteX142" fmla="*/ 207342 w 366954"/>
                <a:gd name="connsiteY142" fmla="*/ 112261 h 555897"/>
                <a:gd name="connsiteX143" fmla="*/ 218258 w 366954"/>
                <a:gd name="connsiteY143" fmla="*/ 106261 h 555897"/>
                <a:gd name="connsiteX144" fmla="*/ 224424 w 366954"/>
                <a:gd name="connsiteY144" fmla="*/ 109094 h 555897"/>
                <a:gd name="connsiteX145" fmla="*/ 232507 w 366954"/>
                <a:gd name="connsiteY145" fmla="*/ 106845 h 555897"/>
                <a:gd name="connsiteX146" fmla="*/ 244672 w 366954"/>
                <a:gd name="connsiteY146" fmla="*/ 100179 h 555897"/>
                <a:gd name="connsiteX147" fmla="*/ 246922 w 366954"/>
                <a:gd name="connsiteY147" fmla="*/ 100345 h 555897"/>
                <a:gd name="connsiteX148" fmla="*/ 253005 w 366954"/>
                <a:gd name="connsiteY148" fmla="*/ 104512 h 555897"/>
                <a:gd name="connsiteX149" fmla="*/ 256005 w 366954"/>
                <a:gd name="connsiteY149" fmla="*/ 118844 h 555897"/>
                <a:gd name="connsiteX150" fmla="*/ 246255 w 366954"/>
                <a:gd name="connsiteY150" fmla="*/ 137425 h 555897"/>
                <a:gd name="connsiteX151" fmla="*/ 245922 w 366954"/>
                <a:gd name="connsiteY151" fmla="*/ 136925 h 555897"/>
                <a:gd name="connsiteX152" fmla="*/ 212175 w 366954"/>
                <a:gd name="connsiteY152" fmla="*/ 138425 h 555897"/>
                <a:gd name="connsiteX153" fmla="*/ 212175 w 366954"/>
                <a:gd name="connsiteY153" fmla="*/ 138425 h 555897"/>
                <a:gd name="connsiteX154" fmla="*/ 249672 w 366954"/>
                <a:gd name="connsiteY154" fmla="*/ 142758 h 555897"/>
                <a:gd name="connsiteX155" fmla="*/ 251672 w 366954"/>
                <a:gd name="connsiteY155" fmla="*/ 141758 h 555897"/>
                <a:gd name="connsiteX156" fmla="*/ 257004 w 366954"/>
                <a:gd name="connsiteY156" fmla="*/ 135592 h 555897"/>
                <a:gd name="connsiteX157" fmla="*/ 263671 w 366954"/>
                <a:gd name="connsiteY157" fmla="*/ 131509 h 555897"/>
                <a:gd name="connsiteX158" fmla="*/ 277253 w 366954"/>
                <a:gd name="connsiteY158" fmla="*/ 135675 h 555897"/>
                <a:gd name="connsiteX159" fmla="*/ 277586 w 366954"/>
                <a:gd name="connsiteY159" fmla="*/ 141175 h 555897"/>
                <a:gd name="connsiteX160" fmla="*/ 282086 w 366954"/>
                <a:gd name="connsiteY160" fmla="*/ 145008 h 555897"/>
                <a:gd name="connsiteX161" fmla="*/ 287835 w 366954"/>
                <a:gd name="connsiteY161" fmla="*/ 146008 h 555897"/>
                <a:gd name="connsiteX162" fmla="*/ 288502 w 366954"/>
                <a:gd name="connsiteY162" fmla="*/ 148674 h 555897"/>
                <a:gd name="connsiteX163" fmla="*/ 261171 w 366954"/>
                <a:gd name="connsiteY163" fmla="*/ 162090 h 555897"/>
                <a:gd name="connsiteX164" fmla="*/ 248589 w 366954"/>
                <a:gd name="connsiteY164" fmla="*/ 168256 h 555897"/>
                <a:gd name="connsiteX165" fmla="*/ 249672 w 366954"/>
                <a:gd name="connsiteY165" fmla="*/ 142758 h 555897"/>
                <a:gd name="connsiteX166" fmla="*/ 249672 w 366954"/>
                <a:gd name="connsiteY166" fmla="*/ 142758 h 555897"/>
                <a:gd name="connsiteX167" fmla="*/ 284585 w 366954"/>
                <a:gd name="connsiteY167" fmla="*/ 137259 h 555897"/>
                <a:gd name="connsiteX168" fmla="*/ 282586 w 366954"/>
                <a:gd name="connsiteY168" fmla="*/ 127510 h 555897"/>
                <a:gd name="connsiteX169" fmla="*/ 272836 w 366954"/>
                <a:gd name="connsiteY169" fmla="*/ 123676 h 555897"/>
                <a:gd name="connsiteX170" fmla="*/ 262921 w 366954"/>
                <a:gd name="connsiteY170" fmla="*/ 126260 h 555897"/>
                <a:gd name="connsiteX171" fmla="*/ 264004 w 366954"/>
                <a:gd name="connsiteY171" fmla="*/ 107928 h 555897"/>
                <a:gd name="connsiteX172" fmla="*/ 290168 w 366954"/>
                <a:gd name="connsiteY172" fmla="*/ 100012 h 555897"/>
                <a:gd name="connsiteX173" fmla="*/ 288502 w 366954"/>
                <a:gd name="connsiteY173" fmla="*/ 117177 h 555897"/>
                <a:gd name="connsiteX174" fmla="*/ 291335 w 366954"/>
                <a:gd name="connsiteY174" fmla="*/ 121927 h 555897"/>
                <a:gd name="connsiteX175" fmla="*/ 300251 w 366954"/>
                <a:gd name="connsiteY175" fmla="*/ 121010 h 555897"/>
                <a:gd name="connsiteX176" fmla="*/ 310666 w 366954"/>
                <a:gd name="connsiteY176" fmla="*/ 125426 h 555897"/>
                <a:gd name="connsiteX177" fmla="*/ 306167 w 366954"/>
                <a:gd name="connsiteY177" fmla="*/ 139758 h 555897"/>
                <a:gd name="connsiteX178" fmla="*/ 305917 w 366954"/>
                <a:gd name="connsiteY178" fmla="*/ 140008 h 555897"/>
                <a:gd name="connsiteX179" fmla="*/ 298667 w 366954"/>
                <a:gd name="connsiteY179" fmla="*/ 143675 h 555897"/>
                <a:gd name="connsiteX180" fmla="*/ 298001 w 366954"/>
                <a:gd name="connsiteY180" fmla="*/ 141175 h 555897"/>
                <a:gd name="connsiteX181" fmla="*/ 284585 w 366954"/>
                <a:gd name="connsiteY181" fmla="*/ 137259 h 555897"/>
                <a:gd name="connsiteX182" fmla="*/ 284585 w 366954"/>
                <a:gd name="connsiteY182" fmla="*/ 137259 h 555897"/>
                <a:gd name="connsiteX183" fmla="*/ 294584 w 366954"/>
                <a:gd name="connsiteY183" fmla="*/ 69015 h 555897"/>
                <a:gd name="connsiteX184" fmla="*/ 292001 w 366954"/>
                <a:gd name="connsiteY184" fmla="*/ 88930 h 555897"/>
                <a:gd name="connsiteX185" fmla="*/ 261587 w 366954"/>
                <a:gd name="connsiteY185" fmla="*/ 101928 h 555897"/>
                <a:gd name="connsiteX186" fmla="*/ 251422 w 366954"/>
                <a:gd name="connsiteY186" fmla="*/ 93263 h 555897"/>
                <a:gd name="connsiteX187" fmla="*/ 250172 w 366954"/>
                <a:gd name="connsiteY187" fmla="*/ 77764 h 555897"/>
                <a:gd name="connsiteX188" fmla="*/ 267004 w 366954"/>
                <a:gd name="connsiteY188" fmla="*/ 66848 h 555897"/>
                <a:gd name="connsiteX189" fmla="*/ 273086 w 366954"/>
                <a:gd name="connsiteY189" fmla="*/ 68515 h 555897"/>
                <a:gd name="connsiteX190" fmla="*/ 285752 w 366954"/>
                <a:gd name="connsiteY190" fmla="*/ 63349 h 555897"/>
                <a:gd name="connsiteX191" fmla="*/ 288752 w 366954"/>
                <a:gd name="connsiteY191" fmla="*/ 63515 h 555897"/>
                <a:gd name="connsiteX192" fmla="*/ 294584 w 366954"/>
                <a:gd name="connsiteY192" fmla="*/ 69015 h 555897"/>
                <a:gd name="connsiteX193" fmla="*/ 294584 w 366954"/>
                <a:gd name="connsiteY193" fmla="*/ 69015 h 555897"/>
                <a:gd name="connsiteX194" fmla="*/ 257838 w 366954"/>
                <a:gd name="connsiteY194" fmla="*/ 39351 h 555897"/>
                <a:gd name="connsiteX195" fmla="*/ 262587 w 366954"/>
                <a:gd name="connsiteY195" fmla="*/ 39267 h 555897"/>
                <a:gd name="connsiteX196" fmla="*/ 284835 w 366954"/>
                <a:gd name="connsiteY196" fmla="*/ 34768 h 555897"/>
                <a:gd name="connsiteX197" fmla="*/ 283669 w 366954"/>
                <a:gd name="connsiteY197" fmla="*/ 55016 h 555897"/>
                <a:gd name="connsiteX198" fmla="*/ 280336 w 366954"/>
                <a:gd name="connsiteY198" fmla="*/ 55766 h 555897"/>
                <a:gd name="connsiteX199" fmla="*/ 270253 w 366954"/>
                <a:gd name="connsiteY199" fmla="*/ 60016 h 555897"/>
                <a:gd name="connsiteX200" fmla="*/ 260338 w 366954"/>
                <a:gd name="connsiteY200" fmla="*/ 56266 h 555897"/>
                <a:gd name="connsiteX201" fmla="*/ 246005 w 366954"/>
                <a:gd name="connsiteY201" fmla="*/ 71515 h 555897"/>
                <a:gd name="connsiteX202" fmla="*/ 223508 w 366954"/>
                <a:gd name="connsiteY202" fmla="*/ 65265 h 555897"/>
                <a:gd name="connsiteX203" fmla="*/ 225674 w 366954"/>
                <a:gd name="connsiteY203" fmla="*/ 48850 h 555897"/>
                <a:gd name="connsiteX204" fmla="*/ 240839 w 366954"/>
                <a:gd name="connsiteY204" fmla="*/ 30852 h 555897"/>
                <a:gd name="connsiteX205" fmla="*/ 257838 w 366954"/>
                <a:gd name="connsiteY205" fmla="*/ 39351 h 555897"/>
                <a:gd name="connsiteX206" fmla="*/ 257838 w 366954"/>
                <a:gd name="connsiteY206" fmla="*/ 39351 h 555897"/>
                <a:gd name="connsiteX207" fmla="*/ 236840 w 366954"/>
                <a:gd name="connsiteY207" fmla="*/ 18019 h 555897"/>
                <a:gd name="connsiteX208" fmla="*/ 242006 w 366954"/>
                <a:gd name="connsiteY208" fmla="*/ 21936 h 555897"/>
                <a:gd name="connsiteX209" fmla="*/ 239756 w 366954"/>
                <a:gd name="connsiteY209" fmla="*/ 22686 h 555897"/>
                <a:gd name="connsiteX210" fmla="*/ 222424 w 366954"/>
                <a:gd name="connsiteY210" fmla="*/ 39684 h 555897"/>
                <a:gd name="connsiteX211" fmla="*/ 217258 w 366954"/>
                <a:gd name="connsiteY211" fmla="*/ 34518 h 555897"/>
                <a:gd name="connsiteX212" fmla="*/ 217758 w 366954"/>
                <a:gd name="connsiteY212" fmla="*/ 31518 h 555897"/>
                <a:gd name="connsiteX213" fmla="*/ 236840 w 366954"/>
                <a:gd name="connsiteY213" fmla="*/ 18019 h 555897"/>
                <a:gd name="connsiteX214" fmla="*/ 236840 w 366954"/>
                <a:gd name="connsiteY214" fmla="*/ 18019 h 555897"/>
                <a:gd name="connsiteX215" fmla="*/ 231423 w 366954"/>
                <a:gd name="connsiteY215" fmla="*/ 72514 h 555897"/>
                <a:gd name="connsiteX216" fmla="*/ 237756 w 366954"/>
                <a:gd name="connsiteY216" fmla="*/ 75514 h 555897"/>
                <a:gd name="connsiteX217" fmla="*/ 242339 w 366954"/>
                <a:gd name="connsiteY217" fmla="*/ 92513 h 555897"/>
                <a:gd name="connsiteX218" fmla="*/ 242256 w 366954"/>
                <a:gd name="connsiteY218" fmla="*/ 93096 h 555897"/>
                <a:gd name="connsiteX219" fmla="*/ 236673 w 366954"/>
                <a:gd name="connsiteY219" fmla="*/ 94846 h 555897"/>
                <a:gd name="connsiteX220" fmla="*/ 230840 w 366954"/>
                <a:gd name="connsiteY220" fmla="*/ 98512 h 555897"/>
                <a:gd name="connsiteX221" fmla="*/ 221674 w 366954"/>
                <a:gd name="connsiteY221" fmla="*/ 99345 h 555897"/>
                <a:gd name="connsiteX222" fmla="*/ 207676 w 366954"/>
                <a:gd name="connsiteY222" fmla="*/ 100845 h 555897"/>
                <a:gd name="connsiteX223" fmla="*/ 197676 w 366954"/>
                <a:gd name="connsiteY223" fmla="*/ 114511 h 555897"/>
                <a:gd name="connsiteX224" fmla="*/ 189594 w 366954"/>
                <a:gd name="connsiteY224" fmla="*/ 111511 h 555897"/>
                <a:gd name="connsiteX225" fmla="*/ 190594 w 366954"/>
                <a:gd name="connsiteY225" fmla="*/ 96512 h 555897"/>
                <a:gd name="connsiteX226" fmla="*/ 191844 w 366954"/>
                <a:gd name="connsiteY226" fmla="*/ 93763 h 555897"/>
                <a:gd name="connsiteX227" fmla="*/ 193843 w 366954"/>
                <a:gd name="connsiteY227" fmla="*/ 75348 h 555897"/>
                <a:gd name="connsiteX228" fmla="*/ 209842 w 366954"/>
                <a:gd name="connsiteY228" fmla="*/ 79514 h 555897"/>
                <a:gd name="connsiteX229" fmla="*/ 215175 w 366954"/>
                <a:gd name="connsiteY229" fmla="*/ 81680 h 555897"/>
                <a:gd name="connsiteX230" fmla="*/ 231423 w 366954"/>
                <a:gd name="connsiteY230" fmla="*/ 72514 h 555897"/>
                <a:gd name="connsiteX231" fmla="*/ 231423 w 366954"/>
                <a:gd name="connsiteY231" fmla="*/ 72514 h 555897"/>
                <a:gd name="connsiteX232" fmla="*/ 177512 w 366954"/>
                <a:gd name="connsiteY232" fmla="*/ 32935 h 555897"/>
                <a:gd name="connsiteX233" fmla="*/ 206509 w 366954"/>
                <a:gd name="connsiteY233" fmla="*/ 10770 h 555897"/>
                <a:gd name="connsiteX234" fmla="*/ 209592 w 366954"/>
                <a:gd name="connsiteY234" fmla="*/ 30185 h 555897"/>
                <a:gd name="connsiteX235" fmla="*/ 209592 w 366954"/>
                <a:gd name="connsiteY235" fmla="*/ 30685 h 555897"/>
                <a:gd name="connsiteX236" fmla="*/ 201759 w 366954"/>
                <a:gd name="connsiteY236" fmla="*/ 31352 h 555897"/>
                <a:gd name="connsiteX237" fmla="*/ 193843 w 366954"/>
                <a:gd name="connsiteY237" fmla="*/ 35934 h 555897"/>
                <a:gd name="connsiteX238" fmla="*/ 189844 w 366954"/>
                <a:gd name="connsiteY238" fmla="*/ 41434 h 555897"/>
                <a:gd name="connsiteX239" fmla="*/ 177512 w 366954"/>
                <a:gd name="connsiteY239" fmla="*/ 33685 h 555897"/>
                <a:gd name="connsiteX240" fmla="*/ 177512 w 366954"/>
                <a:gd name="connsiteY240" fmla="*/ 32935 h 555897"/>
                <a:gd name="connsiteX241" fmla="*/ 177512 w 366954"/>
                <a:gd name="connsiteY241" fmla="*/ 32935 h 555897"/>
                <a:gd name="connsiteX242" fmla="*/ 186011 w 366954"/>
                <a:gd name="connsiteY242" fmla="*/ 49933 h 555897"/>
                <a:gd name="connsiteX243" fmla="*/ 191177 w 366954"/>
                <a:gd name="connsiteY243" fmla="*/ 51183 h 555897"/>
                <a:gd name="connsiteX244" fmla="*/ 198760 w 366954"/>
                <a:gd name="connsiteY244" fmla="*/ 44850 h 555897"/>
                <a:gd name="connsiteX245" fmla="*/ 215175 w 366954"/>
                <a:gd name="connsiteY245" fmla="*/ 46850 h 555897"/>
                <a:gd name="connsiteX246" fmla="*/ 215092 w 366954"/>
                <a:gd name="connsiteY246" fmla="*/ 64515 h 555897"/>
                <a:gd name="connsiteX247" fmla="*/ 217425 w 366954"/>
                <a:gd name="connsiteY247" fmla="*/ 68681 h 555897"/>
                <a:gd name="connsiteX248" fmla="*/ 217175 w 366954"/>
                <a:gd name="connsiteY248" fmla="*/ 68848 h 555897"/>
                <a:gd name="connsiteX249" fmla="*/ 213342 w 366954"/>
                <a:gd name="connsiteY249" fmla="*/ 72014 h 555897"/>
                <a:gd name="connsiteX250" fmla="*/ 207259 w 366954"/>
                <a:gd name="connsiteY250" fmla="*/ 66265 h 555897"/>
                <a:gd name="connsiteX251" fmla="*/ 195260 w 366954"/>
                <a:gd name="connsiteY251" fmla="*/ 65682 h 555897"/>
                <a:gd name="connsiteX252" fmla="*/ 184844 w 366954"/>
                <a:gd name="connsiteY252" fmla="*/ 87180 h 555897"/>
                <a:gd name="connsiteX253" fmla="*/ 158013 w 366954"/>
                <a:gd name="connsiteY253" fmla="*/ 79764 h 555897"/>
                <a:gd name="connsiteX254" fmla="*/ 154764 w 366954"/>
                <a:gd name="connsiteY254" fmla="*/ 61266 h 555897"/>
                <a:gd name="connsiteX255" fmla="*/ 186011 w 366954"/>
                <a:gd name="connsiteY255" fmla="*/ 49933 h 555897"/>
                <a:gd name="connsiteX256" fmla="*/ 186011 w 366954"/>
                <a:gd name="connsiteY256" fmla="*/ 49933 h 555897"/>
                <a:gd name="connsiteX257" fmla="*/ 141765 w 366954"/>
                <a:gd name="connsiteY257" fmla="*/ 17186 h 555897"/>
                <a:gd name="connsiteX258" fmla="*/ 169929 w 366954"/>
                <a:gd name="connsiteY258" fmla="*/ 33851 h 555897"/>
                <a:gd name="connsiteX259" fmla="*/ 162013 w 366954"/>
                <a:gd name="connsiteY259" fmla="*/ 37518 h 555897"/>
                <a:gd name="connsiteX260" fmla="*/ 150014 w 366954"/>
                <a:gd name="connsiteY260" fmla="*/ 54183 h 555897"/>
                <a:gd name="connsiteX261" fmla="*/ 135349 w 366954"/>
                <a:gd name="connsiteY261" fmla="*/ 45683 h 555897"/>
                <a:gd name="connsiteX262" fmla="*/ 128349 w 366954"/>
                <a:gd name="connsiteY262" fmla="*/ 45600 h 555897"/>
                <a:gd name="connsiteX263" fmla="*/ 141765 w 366954"/>
                <a:gd name="connsiteY263" fmla="*/ 17186 h 555897"/>
                <a:gd name="connsiteX264" fmla="*/ 141765 w 366954"/>
                <a:gd name="connsiteY264" fmla="*/ 17186 h 555897"/>
                <a:gd name="connsiteX265" fmla="*/ 129266 w 366954"/>
                <a:gd name="connsiteY265" fmla="*/ 60182 h 555897"/>
                <a:gd name="connsiteX266" fmla="*/ 145681 w 366954"/>
                <a:gd name="connsiteY266" fmla="*/ 64182 h 555897"/>
                <a:gd name="connsiteX267" fmla="*/ 149764 w 366954"/>
                <a:gd name="connsiteY267" fmla="*/ 83264 h 555897"/>
                <a:gd name="connsiteX268" fmla="*/ 149931 w 366954"/>
                <a:gd name="connsiteY268" fmla="*/ 84430 h 555897"/>
                <a:gd name="connsiteX269" fmla="*/ 149681 w 366954"/>
                <a:gd name="connsiteY269" fmla="*/ 84680 h 555897"/>
                <a:gd name="connsiteX270" fmla="*/ 144265 w 366954"/>
                <a:gd name="connsiteY270" fmla="*/ 92346 h 555897"/>
                <a:gd name="connsiteX271" fmla="*/ 134849 w 366954"/>
                <a:gd name="connsiteY271" fmla="*/ 85097 h 555897"/>
                <a:gd name="connsiteX272" fmla="*/ 120600 w 366954"/>
                <a:gd name="connsiteY272" fmla="*/ 83097 h 555897"/>
                <a:gd name="connsiteX273" fmla="*/ 103018 w 366954"/>
                <a:gd name="connsiteY273" fmla="*/ 110678 h 555897"/>
                <a:gd name="connsiteX274" fmla="*/ 86103 w 366954"/>
                <a:gd name="connsiteY274" fmla="*/ 109678 h 555897"/>
                <a:gd name="connsiteX275" fmla="*/ 79854 w 366954"/>
                <a:gd name="connsiteY275" fmla="*/ 99429 h 555897"/>
                <a:gd name="connsiteX276" fmla="*/ 102435 w 366954"/>
                <a:gd name="connsiteY276" fmla="*/ 72431 h 555897"/>
                <a:gd name="connsiteX277" fmla="*/ 111851 w 366954"/>
                <a:gd name="connsiteY277" fmla="*/ 77931 h 555897"/>
                <a:gd name="connsiteX278" fmla="*/ 115101 w 366954"/>
                <a:gd name="connsiteY278" fmla="*/ 76014 h 555897"/>
                <a:gd name="connsiteX279" fmla="*/ 117267 w 366954"/>
                <a:gd name="connsiteY279" fmla="*/ 70931 h 555897"/>
                <a:gd name="connsiteX280" fmla="*/ 129266 w 366954"/>
                <a:gd name="connsiteY280" fmla="*/ 60182 h 555897"/>
                <a:gd name="connsiteX281" fmla="*/ 129266 w 366954"/>
                <a:gd name="connsiteY281" fmla="*/ 60182 h 555897"/>
                <a:gd name="connsiteX282" fmla="*/ 90436 w 366954"/>
                <a:gd name="connsiteY282" fmla="*/ 42434 h 555897"/>
                <a:gd name="connsiteX283" fmla="*/ 106185 w 366954"/>
                <a:gd name="connsiteY283" fmla="*/ 42934 h 555897"/>
                <a:gd name="connsiteX284" fmla="*/ 120183 w 366954"/>
                <a:gd name="connsiteY284" fmla="*/ 49517 h 555897"/>
                <a:gd name="connsiteX285" fmla="*/ 109934 w 366954"/>
                <a:gd name="connsiteY285" fmla="*/ 71015 h 555897"/>
                <a:gd name="connsiteX286" fmla="*/ 96186 w 366954"/>
                <a:gd name="connsiteY286" fmla="*/ 62349 h 555897"/>
                <a:gd name="connsiteX287" fmla="*/ 81270 w 366954"/>
                <a:gd name="connsiteY287" fmla="*/ 67598 h 555897"/>
                <a:gd name="connsiteX288" fmla="*/ 76354 w 366954"/>
                <a:gd name="connsiteY288" fmla="*/ 73431 h 555897"/>
                <a:gd name="connsiteX289" fmla="*/ 74938 w 366954"/>
                <a:gd name="connsiteY289" fmla="*/ 72431 h 555897"/>
                <a:gd name="connsiteX290" fmla="*/ 90436 w 366954"/>
                <a:gd name="connsiteY290" fmla="*/ 42434 h 555897"/>
                <a:gd name="connsiteX291" fmla="*/ 90436 w 366954"/>
                <a:gd name="connsiteY291" fmla="*/ 42434 h 555897"/>
                <a:gd name="connsiteX292" fmla="*/ 29942 w 366954"/>
                <a:gd name="connsiteY292" fmla="*/ 94679 h 555897"/>
                <a:gd name="connsiteX293" fmla="*/ 41524 w 366954"/>
                <a:gd name="connsiteY293" fmla="*/ 77764 h 555897"/>
                <a:gd name="connsiteX294" fmla="*/ 60522 w 366954"/>
                <a:gd name="connsiteY294" fmla="*/ 71848 h 555897"/>
                <a:gd name="connsiteX295" fmla="*/ 73688 w 366954"/>
                <a:gd name="connsiteY295" fmla="*/ 79181 h 555897"/>
                <a:gd name="connsiteX296" fmla="*/ 73188 w 366954"/>
                <a:gd name="connsiteY296" fmla="*/ 92513 h 555897"/>
                <a:gd name="connsiteX297" fmla="*/ 60189 w 366954"/>
                <a:gd name="connsiteY297" fmla="*/ 89346 h 555897"/>
                <a:gd name="connsiteX298" fmla="*/ 44524 w 366954"/>
                <a:gd name="connsiteY298" fmla="*/ 98595 h 555897"/>
                <a:gd name="connsiteX299" fmla="*/ 40607 w 366954"/>
                <a:gd name="connsiteY299" fmla="*/ 112428 h 555897"/>
                <a:gd name="connsiteX300" fmla="*/ 29525 w 366954"/>
                <a:gd name="connsiteY300" fmla="*/ 111344 h 555897"/>
                <a:gd name="connsiteX301" fmla="*/ 29942 w 366954"/>
                <a:gd name="connsiteY301" fmla="*/ 94679 h 555897"/>
                <a:gd name="connsiteX302" fmla="*/ 29942 w 366954"/>
                <a:gd name="connsiteY302" fmla="*/ 94679 h 555897"/>
                <a:gd name="connsiteX303" fmla="*/ 15026 w 366954"/>
                <a:gd name="connsiteY303" fmla="*/ 131509 h 555897"/>
                <a:gd name="connsiteX304" fmla="*/ 42357 w 366954"/>
                <a:gd name="connsiteY304" fmla="*/ 122260 h 555897"/>
                <a:gd name="connsiteX305" fmla="*/ 46523 w 366954"/>
                <a:gd name="connsiteY305" fmla="*/ 120427 h 555897"/>
                <a:gd name="connsiteX306" fmla="*/ 54189 w 366954"/>
                <a:gd name="connsiteY306" fmla="*/ 100679 h 555897"/>
                <a:gd name="connsiteX307" fmla="*/ 70938 w 366954"/>
                <a:gd name="connsiteY307" fmla="*/ 101428 h 555897"/>
                <a:gd name="connsiteX308" fmla="*/ 78854 w 366954"/>
                <a:gd name="connsiteY308" fmla="*/ 112094 h 555897"/>
                <a:gd name="connsiteX309" fmla="*/ 65272 w 366954"/>
                <a:gd name="connsiteY309" fmla="*/ 130509 h 555897"/>
                <a:gd name="connsiteX310" fmla="*/ 51023 w 366954"/>
                <a:gd name="connsiteY310" fmla="*/ 129009 h 555897"/>
                <a:gd name="connsiteX311" fmla="*/ 38358 w 366954"/>
                <a:gd name="connsiteY311" fmla="*/ 141758 h 555897"/>
                <a:gd name="connsiteX312" fmla="*/ 38441 w 366954"/>
                <a:gd name="connsiteY312" fmla="*/ 165173 h 555897"/>
                <a:gd name="connsiteX313" fmla="*/ 23276 w 366954"/>
                <a:gd name="connsiteY313" fmla="*/ 159423 h 555897"/>
                <a:gd name="connsiteX314" fmla="*/ 16609 w 366954"/>
                <a:gd name="connsiteY314" fmla="*/ 156840 h 555897"/>
                <a:gd name="connsiteX315" fmla="*/ 15026 w 366954"/>
                <a:gd name="connsiteY315" fmla="*/ 131509 h 555897"/>
                <a:gd name="connsiteX316" fmla="*/ 15026 w 366954"/>
                <a:gd name="connsiteY316" fmla="*/ 131509 h 555897"/>
                <a:gd name="connsiteX317" fmla="*/ 127599 w 366954"/>
                <a:gd name="connsiteY317" fmla="*/ 503142 h 555897"/>
                <a:gd name="connsiteX318" fmla="*/ 111018 w 366954"/>
                <a:gd name="connsiteY318" fmla="*/ 490477 h 555897"/>
                <a:gd name="connsiteX319" fmla="*/ 102102 w 366954"/>
                <a:gd name="connsiteY319" fmla="*/ 462396 h 555897"/>
                <a:gd name="connsiteX320" fmla="*/ 74354 w 366954"/>
                <a:gd name="connsiteY320" fmla="*/ 375071 h 555897"/>
                <a:gd name="connsiteX321" fmla="*/ 43107 w 366954"/>
                <a:gd name="connsiteY321" fmla="*/ 266747 h 555897"/>
                <a:gd name="connsiteX322" fmla="*/ 29608 w 366954"/>
                <a:gd name="connsiteY322" fmla="*/ 218251 h 555897"/>
                <a:gd name="connsiteX323" fmla="*/ 19526 w 366954"/>
                <a:gd name="connsiteY323" fmla="*/ 186754 h 555897"/>
                <a:gd name="connsiteX324" fmla="*/ 12943 w 366954"/>
                <a:gd name="connsiteY324" fmla="*/ 167173 h 555897"/>
                <a:gd name="connsiteX325" fmla="*/ 23859 w 366954"/>
                <a:gd name="connsiteY325" fmla="*/ 171172 h 555897"/>
                <a:gd name="connsiteX326" fmla="*/ 44774 w 366954"/>
                <a:gd name="connsiteY326" fmla="*/ 184504 h 555897"/>
                <a:gd name="connsiteX327" fmla="*/ 52523 w 366954"/>
                <a:gd name="connsiteY327" fmla="*/ 216585 h 555897"/>
                <a:gd name="connsiteX328" fmla="*/ 66022 w 366954"/>
                <a:gd name="connsiteY328" fmla="*/ 267080 h 555897"/>
                <a:gd name="connsiteX329" fmla="*/ 92186 w 366954"/>
                <a:gd name="connsiteY329" fmla="*/ 351989 h 555897"/>
                <a:gd name="connsiteX330" fmla="*/ 120683 w 366954"/>
                <a:gd name="connsiteY330" fmla="*/ 444648 h 555897"/>
                <a:gd name="connsiteX331" fmla="*/ 136515 w 366954"/>
                <a:gd name="connsiteY331" fmla="*/ 494476 h 555897"/>
                <a:gd name="connsiteX332" fmla="*/ 139848 w 366954"/>
                <a:gd name="connsiteY332" fmla="*/ 508142 h 555897"/>
                <a:gd name="connsiteX333" fmla="*/ 127599 w 366954"/>
                <a:gd name="connsiteY333" fmla="*/ 503142 h 555897"/>
                <a:gd name="connsiteX334" fmla="*/ 127599 w 366954"/>
                <a:gd name="connsiteY334" fmla="*/ 503142 h 555897"/>
                <a:gd name="connsiteX335" fmla="*/ 167846 w 366954"/>
                <a:gd name="connsiteY335" fmla="*/ 518808 h 555897"/>
                <a:gd name="connsiteX336" fmla="*/ 148014 w 366954"/>
                <a:gd name="connsiteY336" fmla="*/ 511142 h 555897"/>
                <a:gd name="connsiteX337" fmla="*/ 125600 w 366954"/>
                <a:gd name="connsiteY337" fmla="*/ 436398 h 555897"/>
                <a:gd name="connsiteX338" fmla="*/ 94103 w 366954"/>
                <a:gd name="connsiteY338" fmla="*/ 339324 h 555897"/>
                <a:gd name="connsiteX339" fmla="*/ 67105 w 366954"/>
                <a:gd name="connsiteY339" fmla="*/ 243916 h 555897"/>
                <a:gd name="connsiteX340" fmla="*/ 53356 w 366954"/>
                <a:gd name="connsiteY340" fmla="*/ 194003 h 555897"/>
                <a:gd name="connsiteX341" fmla="*/ 51690 w 366954"/>
                <a:gd name="connsiteY341" fmla="*/ 188337 h 555897"/>
                <a:gd name="connsiteX342" fmla="*/ 97519 w 366954"/>
                <a:gd name="connsiteY342" fmla="*/ 209252 h 555897"/>
                <a:gd name="connsiteX343" fmla="*/ 99519 w 366954"/>
                <a:gd name="connsiteY343" fmla="*/ 210002 h 555897"/>
                <a:gd name="connsiteX344" fmla="*/ 114601 w 366954"/>
                <a:gd name="connsiteY344" fmla="*/ 285079 h 555897"/>
                <a:gd name="connsiteX345" fmla="*/ 138015 w 366954"/>
                <a:gd name="connsiteY345" fmla="*/ 375820 h 555897"/>
                <a:gd name="connsiteX346" fmla="*/ 159013 w 366954"/>
                <a:gd name="connsiteY346" fmla="*/ 461396 h 555897"/>
                <a:gd name="connsiteX347" fmla="*/ 174095 w 366954"/>
                <a:gd name="connsiteY347" fmla="*/ 520974 h 555897"/>
                <a:gd name="connsiteX348" fmla="*/ 167846 w 366954"/>
                <a:gd name="connsiteY348" fmla="*/ 518808 h 555897"/>
                <a:gd name="connsiteX349" fmla="*/ 167846 w 366954"/>
                <a:gd name="connsiteY349" fmla="*/ 518808 h 555897"/>
                <a:gd name="connsiteX350" fmla="*/ 212092 w 366954"/>
                <a:gd name="connsiteY350" fmla="*/ 534556 h 555897"/>
                <a:gd name="connsiteX351" fmla="*/ 183178 w 366954"/>
                <a:gd name="connsiteY351" fmla="*/ 524640 h 555897"/>
                <a:gd name="connsiteX352" fmla="*/ 167846 w 366954"/>
                <a:gd name="connsiteY352" fmla="*/ 458396 h 555897"/>
                <a:gd name="connsiteX353" fmla="*/ 145431 w 366954"/>
                <a:gd name="connsiteY353" fmla="*/ 369404 h 555897"/>
                <a:gd name="connsiteX354" fmla="*/ 121517 w 366954"/>
                <a:gd name="connsiteY354" fmla="*/ 281496 h 555897"/>
                <a:gd name="connsiteX355" fmla="*/ 105601 w 366954"/>
                <a:gd name="connsiteY355" fmla="*/ 212335 h 555897"/>
                <a:gd name="connsiteX356" fmla="*/ 141182 w 366954"/>
                <a:gd name="connsiteY356" fmla="*/ 223918 h 555897"/>
                <a:gd name="connsiteX357" fmla="*/ 157430 w 366954"/>
                <a:gd name="connsiteY357" fmla="*/ 228750 h 555897"/>
                <a:gd name="connsiteX358" fmla="*/ 182595 w 366954"/>
                <a:gd name="connsiteY358" fmla="*/ 392986 h 555897"/>
                <a:gd name="connsiteX359" fmla="*/ 201093 w 366954"/>
                <a:gd name="connsiteY359" fmla="*/ 471395 h 555897"/>
                <a:gd name="connsiteX360" fmla="*/ 213925 w 366954"/>
                <a:gd name="connsiteY360" fmla="*/ 519807 h 555897"/>
                <a:gd name="connsiteX361" fmla="*/ 217508 w 366954"/>
                <a:gd name="connsiteY361" fmla="*/ 536889 h 555897"/>
                <a:gd name="connsiteX362" fmla="*/ 212092 w 366954"/>
                <a:gd name="connsiteY362" fmla="*/ 534556 h 555897"/>
                <a:gd name="connsiteX363" fmla="*/ 212092 w 366954"/>
                <a:gd name="connsiteY363" fmla="*/ 534556 h 555897"/>
                <a:gd name="connsiteX364" fmla="*/ 248505 w 366954"/>
                <a:gd name="connsiteY364" fmla="*/ 498226 h 555897"/>
                <a:gd name="connsiteX365" fmla="*/ 252338 w 366954"/>
                <a:gd name="connsiteY365" fmla="*/ 528140 h 555897"/>
                <a:gd name="connsiteX366" fmla="*/ 248755 w 366954"/>
                <a:gd name="connsiteY366" fmla="*/ 529723 h 555897"/>
                <a:gd name="connsiteX367" fmla="*/ 230590 w 366954"/>
                <a:gd name="connsiteY367" fmla="*/ 537972 h 555897"/>
                <a:gd name="connsiteX368" fmla="*/ 229674 w 366954"/>
                <a:gd name="connsiteY368" fmla="*/ 538139 h 555897"/>
                <a:gd name="connsiteX369" fmla="*/ 222508 w 366954"/>
                <a:gd name="connsiteY369" fmla="*/ 507309 h 555897"/>
                <a:gd name="connsiteX370" fmla="*/ 210509 w 366954"/>
                <a:gd name="connsiteY370" fmla="*/ 461979 h 555897"/>
                <a:gd name="connsiteX371" fmla="*/ 193927 w 366954"/>
                <a:gd name="connsiteY371" fmla="*/ 383070 h 555897"/>
                <a:gd name="connsiteX372" fmla="*/ 163430 w 366954"/>
                <a:gd name="connsiteY372" fmla="*/ 228917 h 555897"/>
                <a:gd name="connsiteX373" fmla="*/ 174345 w 366954"/>
                <a:gd name="connsiteY373" fmla="*/ 226417 h 555897"/>
                <a:gd name="connsiteX374" fmla="*/ 199926 w 366954"/>
                <a:gd name="connsiteY374" fmla="*/ 212085 h 555897"/>
                <a:gd name="connsiteX375" fmla="*/ 211259 w 366954"/>
                <a:gd name="connsiteY375" fmla="*/ 279746 h 555897"/>
                <a:gd name="connsiteX376" fmla="*/ 226007 w 366954"/>
                <a:gd name="connsiteY376" fmla="*/ 364655 h 555897"/>
                <a:gd name="connsiteX377" fmla="*/ 235173 w 366954"/>
                <a:gd name="connsiteY377" fmla="*/ 409318 h 555897"/>
                <a:gd name="connsiteX378" fmla="*/ 242256 w 366954"/>
                <a:gd name="connsiteY378" fmla="*/ 456730 h 555897"/>
                <a:gd name="connsiteX379" fmla="*/ 248505 w 366954"/>
                <a:gd name="connsiteY379" fmla="*/ 498226 h 555897"/>
                <a:gd name="connsiteX380" fmla="*/ 248505 w 366954"/>
                <a:gd name="connsiteY380" fmla="*/ 498226 h 555897"/>
                <a:gd name="connsiteX381" fmla="*/ 293584 w 366954"/>
                <a:gd name="connsiteY381" fmla="*/ 430066 h 555897"/>
                <a:gd name="connsiteX382" fmla="*/ 297501 w 366954"/>
                <a:gd name="connsiteY382" fmla="*/ 473478 h 555897"/>
                <a:gd name="connsiteX383" fmla="*/ 301167 w 366954"/>
                <a:gd name="connsiteY383" fmla="*/ 507059 h 555897"/>
                <a:gd name="connsiteX384" fmla="*/ 262504 w 366954"/>
                <a:gd name="connsiteY384" fmla="*/ 523724 h 555897"/>
                <a:gd name="connsiteX385" fmla="*/ 258004 w 366954"/>
                <a:gd name="connsiteY385" fmla="*/ 499893 h 555897"/>
                <a:gd name="connsiteX386" fmla="*/ 249505 w 366954"/>
                <a:gd name="connsiteY386" fmla="*/ 458230 h 555897"/>
                <a:gd name="connsiteX387" fmla="*/ 242339 w 366954"/>
                <a:gd name="connsiteY387" fmla="*/ 411234 h 555897"/>
                <a:gd name="connsiteX388" fmla="*/ 233673 w 366954"/>
                <a:gd name="connsiteY388" fmla="*/ 363572 h 555897"/>
                <a:gd name="connsiteX389" fmla="*/ 220591 w 366954"/>
                <a:gd name="connsiteY389" fmla="*/ 280746 h 555897"/>
                <a:gd name="connsiteX390" fmla="*/ 213008 w 366954"/>
                <a:gd name="connsiteY390" fmla="*/ 242249 h 555897"/>
                <a:gd name="connsiteX391" fmla="*/ 207009 w 366954"/>
                <a:gd name="connsiteY391" fmla="*/ 207752 h 555897"/>
                <a:gd name="connsiteX392" fmla="*/ 213925 w 366954"/>
                <a:gd name="connsiteY392" fmla="*/ 203753 h 555897"/>
                <a:gd name="connsiteX393" fmla="*/ 257338 w 366954"/>
                <a:gd name="connsiteY393" fmla="*/ 182421 h 555897"/>
                <a:gd name="connsiteX394" fmla="*/ 267670 w 366954"/>
                <a:gd name="connsiteY394" fmla="*/ 177255 h 555897"/>
                <a:gd name="connsiteX395" fmla="*/ 282752 w 366954"/>
                <a:gd name="connsiteY395" fmla="*/ 348240 h 555897"/>
                <a:gd name="connsiteX396" fmla="*/ 293584 w 366954"/>
                <a:gd name="connsiteY396" fmla="*/ 430066 h 555897"/>
                <a:gd name="connsiteX397" fmla="*/ 293584 w 366954"/>
                <a:gd name="connsiteY397" fmla="*/ 430066 h 555897"/>
                <a:gd name="connsiteX398" fmla="*/ 335581 w 366954"/>
                <a:gd name="connsiteY398" fmla="*/ 181171 h 555897"/>
                <a:gd name="connsiteX399" fmla="*/ 333414 w 366954"/>
                <a:gd name="connsiteY399" fmla="*/ 230334 h 555897"/>
                <a:gd name="connsiteX400" fmla="*/ 335497 w 366954"/>
                <a:gd name="connsiteY400" fmla="*/ 324242 h 555897"/>
                <a:gd name="connsiteX401" fmla="*/ 342663 w 366954"/>
                <a:gd name="connsiteY401" fmla="*/ 419067 h 555897"/>
                <a:gd name="connsiteX402" fmla="*/ 348163 w 366954"/>
                <a:gd name="connsiteY402" fmla="*/ 467312 h 555897"/>
                <a:gd name="connsiteX403" fmla="*/ 349413 w 366954"/>
                <a:gd name="connsiteY403" fmla="*/ 485311 h 555897"/>
                <a:gd name="connsiteX404" fmla="*/ 349496 w 366954"/>
                <a:gd name="connsiteY404" fmla="*/ 486394 h 555897"/>
                <a:gd name="connsiteX405" fmla="*/ 348496 w 366954"/>
                <a:gd name="connsiteY405" fmla="*/ 487060 h 555897"/>
                <a:gd name="connsiteX406" fmla="*/ 336581 w 366954"/>
                <a:gd name="connsiteY406" fmla="*/ 492143 h 555897"/>
                <a:gd name="connsiteX407" fmla="*/ 309500 w 366954"/>
                <a:gd name="connsiteY407" fmla="*/ 503642 h 555897"/>
                <a:gd name="connsiteX408" fmla="*/ 307667 w 366954"/>
                <a:gd name="connsiteY408" fmla="*/ 477895 h 555897"/>
                <a:gd name="connsiteX409" fmla="*/ 305167 w 366954"/>
                <a:gd name="connsiteY409" fmla="*/ 437565 h 555897"/>
                <a:gd name="connsiteX410" fmla="*/ 294918 w 366954"/>
                <a:gd name="connsiteY410" fmla="*/ 350906 h 555897"/>
                <a:gd name="connsiteX411" fmla="*/ 274253 w 366954"/>
                <a:gd name="connsiteY411" fmla="*/ 174005 h 555897"/>
                <a:gd name="connsiteX412" fmla="*/ 337914 w 366954"/>
                <a:gd name="connsiteY412" fmla="*/ 139092 h 555897"/>
                <a:gd name="connsiteX413" fmla="*/ 335581 w 366954"/>
                <a:gd name="connsiteY413" fmla="*/ 181171 h 555897"/>
                <a:gd name="connsiteX414" fmla="*/ 335581 w 366954"/>
                <a:gd name="connsiteY414" fmla="*/ 181171 h 555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Lst>
              <a:rect l="l" t="t" r="r" b="b"/>
              <a:pathLst>
                <a:path w="366954" h="555897">
                  <a:moveTo>
                    <a:pt x="344747" y="126843"/>
                  </a:moveTo>
                  <a:cubicBezTo>
                    <a:pt x="342580" y="124593"/>
                    <a:pt x="340247" y="124177"/>
                    <a:pt x="337331" y="125010"/>
                  </a:cubicBezTo>
                  <a:cubicBezTo>
                    <a:pt x="331998" y="126593"/>
                    <a:pt x="326915" y="128926"/>
                    <a:pt x="321915" y="131426"/>
                  </a:cubicBezTo>
                  <a:cubicBezTo>
                    <a:pt x="322499" y="128593"/>
                    <a:pt x="322582" y="125760"/>
                    <a:pt x="322082" y="123010"/>
                  </a:cubicBezTo>
                  <a:cubicBezTo>
                    <a:pt x="331248" y="115344"/>
                    <a:pt x="338997" y="99012"/>
                    <a:pt x="334997" y="87596"/>
                  </a:cubicBezTo>
                  <a:cubicBezTo>
                    <a:pt x="330581" y="74848"/>
                    <a:pt x="316999" y="75431"/>
                    <a:pt x="305667" y="77764"/>
                  </a:cubicBezTo>
                  <a:cubicBezTo>
                    <a:pt x="306167" y="68765"/>
                    <a:pt x="301917" y="59682"/>
                    <a:pt x="294251" y="56183"/>
                  </a:cubicBezTo>
                  <a:cubicBezTo>
                    <a:pt x="299834" y="46600"/>
                    <a:pt x="301084" y="38267"/>
                    <a:pt x="291085" y="28352"/>
                  </a:cubicBezTo>
                  <a:cubicBezTo>
                    <a:pt x="280086" y="17269"/>
                    <a:pt x="270170" y="23019"/>
                    <a:pt x="260338" y="30935"/>
                  </a:cubicBezTo>
                  <a:cubicBezTo>
                    <a:pt x="258421" y="28518"/>
                    <a:pt x="257254" y="25102"/>
                    <a:pt x="254338" y="23352"/>
                  </a:cubicBezTo>
                  <a:cubicBezTo>
                    <a:pt x="252005" y="21936"/>
                    <a:pt x="249588" y="21269"/>
                    <a:pt x="247172" y="21186"/>
                  </a:cubicBezTo>
                  <a:cubicBezTo>
                    <a:pt x="247672" y="20103"/>
                    <a:pt x="247755" y="18853"/>
                    <a:pt x="246922" y="17853"/>
                  </a:cubicBezTo>
                  <a:cubicBezTo>
                    <a:pt x="243922" y="14353"/>
                    <a:pt x="242172" y="12187"/>
                    <a:pt x="237423" y="10687"/>
                  </a:cubicBezTo>
                  <a:cubicBezTo>
                    <a:pt x="233173" y="9437"/>
                    <a:pt x="228924" y="9937"/>
                    <a:pt x="225007" y="12020"/>
                  </a:cubicBezTo>
                  <a:cubicBezTo>
                    <a:pt x="222424" y="13353"/>
                    <a:pt x="220341" y="15186"/>
                    <a:pt x="218758" y="17353"/>
                  </a:cubicBezTo>
                  <a:cubicBezTo>
                    <a:pt x="218508" y="15020"/>
                    <a:pt x="217841" y="12770"/>
                    <a:pt x="216675" y="10770"/>
                  </a:cubicBezTo>
                  <a:cubicBezTo>
                    <a:pt x="212925" y="4437"/>
                    <a:pt x="204176" y="-812"/>
                    <a:pt x="196677" y="104"/>
                  </a:cubicBezTo>
                  <a:cubicBezTo>
                    <a:pt x="185511" y="1521"/>
                    <a:pt x="173012" y="11937"/>
                    <a:pt x="172262" y="23102"/>
                  </a:cubicBezTo>
                  <a:cubicBezTo>
                    <a:pt x="164763" y="11520"/>
                    <a:pt x="150347" y="2188"/>
                    <a:pt x="137682" y="10270"/>
                  </a:cubicBezTo>
                  <a:cubicBezTo>
                    <a:pt x="128849" y="15853"/>
                    <a:pt x="120017" y="27519"/>
                    <a:pt x="120683" y="38267"/>
                  </a:cubicBezTo>
                  <a:cubicBezTo>
                    <a:pt x="111101" y="30935"/>
                    <a:pt x="89270" y="32018"/>
                    <a:pt x="81520" y="36351"/>
                  </a:cubicBezTo>
                  <a:cubicBezTo>
                    <a:pt x="73354" y="40934"/>
                    <a:pt x="65272" y="55849"/>
                    <a:pt x="66688" y="66932"/>
                  </a:cubicBezTo>
                  <a:cubicBezTo>
                    <a:pt x="63022" y="65182"/>
                    <a:pt x="59106" y="64349"/>
                    <a:pt x="54106" y="65182"/>
                  </a:cubicBezTo>
                  <a:cubicBezTo>
                    <a:pt x="45524" y="66682"/>
                    <a:pt x="35524" y="70848"/>
                    <a:pt x="29775" y="77681"/>
                  </a:cubicBezTo>
                  <a:cubicBezTo>
                    <a:pt x="23692" y="84930"/>
                    <a:pt x="17693" y="102345"/>
                    <a:pt x="22276" y="112594"/>
                  </a:cubicBezTo>
                  <a:cubicBezTo>
                    <a:pt x="14526" y="114844"/>
                    <a:pt x="8110" y="120260"/>
                    <a:pt x="4527" y="129509"/>
                  </a:cubicBezTo>
                  <a:cubicBezTo>
                    <a:pt x="1528" y="137175"/>
                    <a:pt x="1194" y="147424"/>
                    <a:pt x="4611" y="155174"/>
                  </a:cubicBezTo>
                  <a:cubicBezTo>
                    <a:pt x="4361" y="155257"/>
                    <a:pt x="4111" y="155257"/>
                    <a:pt x="3861" y="155340"/>
                  </a:cubicBezTo>
                  <a:cubicBezTo>
                    <a:pt x="1861" y="156007"/>
                    <a:pt x="278" y="158423"/>
                    <a:pt x="111" y="160423"/>
                  </a:cubicBezTo>
                  <a:cubicBezTo>
                    <a:pt x="-1056" y="173589"/>
                    <a:pt x="7277" y="189421"/>
                    <a:pt x="11277" y="201586"/>
                  </a:cubicBezTo>
                  <a:cubicBezTo>
                    <a:pt x="17276" y="219668"/>
                    <a:pt x="22942" y="237750"/>
                    <a:pt x="28358" y="255998"/>
                  </a:cubicBezTo>
                  <a:cubicBezTo>
                    <a:pt x="38608" y="290661"/>
                    <a:pt x="47023" y="325825"/>
                    <a:pt x="58606" y="360072"/>
                  </a:cubicBezTo>
                  <a:cubicBezTo>
                    <a:pt x="71021" y="396735"/>
                    <a:pt x="81354" y="433065"/>
                    <a:pt x="90519" y="470645"/>
                  </a:cubicBezTo>
                  <a:cubicBezTo>
                    <a:pt x="93186" y="481478"/>
                    <a:pt x="94269" y="497893"/>
                    <a:pt x="101768" y="506642"/>
                  </a:cubicBezTo>
                  <a:cubicBezTo>
                    <a:pt x="110184" y="516474"/>
                    <a:pt x="130516" y="521307"/>
                    <a:pt x="141931" y="525807"/>
                  </a:cubicBezTo>
                  <a:cubicBezTo>
                    <a:pt x="144431" y="526807"/>
                    <a:pt x="146931" y="527807"/>
                    <a:pt x="149347" y="528807"/>
                  </a:cubicBezTo>
                  <a:cubicBezTo>
                    <a:pt x="149597" y="528973"/>
                    <a:pt x="149847" y="529057"/>
                    <a:pt x="150097" y="529140"/>
                  </a:cubicBezTo>
                  <a:cubicBezTo>
                    <a:pt x="162513" y="534140"/>
                    <a:pt x="174929" y="539389"/>
                    <a:pt x="187677" y="543555"/>
                  </a:cubicBezTo>
                  <a:cubicBezTo>
                    <a:pt x="199676" y="547555"/>
                    <a:pt x="217008" y="557637"/>
                    <a:pt x="229924" y="555638"/>
                  </a:cubicBezTo>
                  <a:cubicBezTo>
                    <a:pt x="242839" y="553638"/>
                    <a:pt x="256504" y="544222"/>
                    <a:pt x="268503" y="539472"/>
                  </a:cubicBezTo>
                  <a:cubicBezTo>
                    <a:pt x="286252" y="532473"/>
                    <a:pt x="303417" y="524307"/>
                    <a:pt x="320999" y="517141"/>
                  </a:cubicBezTo>
                  <a:cubicBezTo>
                    <a:pt x="328498" y="514141"/>
                    <a:pt x="335997" y="511308"/>
                    <a:pt x="343497" y="508225"/>
                  </a:cubicBezTo>
                  <a:cubicBezTo>
                    <a:pt x="349079" y="505892"/>
                    <a:pt x="358162" y="503976"/>
                    <a:pt x="362662" y="499476"/>
                  </a:cubicBezTo>
                  <a:cubicBezTo>
                    <a:pt x="370828" y="491393"/>
                    <a:pt x="365078" y="477228"/>
                    <a:pt x="363745" y="467395"/>
                  </a:cubicBezTo>
                  <a:cubicBezTo>
                    <a:pt x="358829" y="430316"/>
                    <a:pt x="351246" y="392902"/>
                    <a:pt x="349163" y="355572"/>
                  </a:cubicBezTo>
                  <a:cubicBezTo>
                    <a:pt x="346830" y="313576"/>
                    <a:pt x="344663" y="271080"/>
                    <a:pt x="345747" y="229084"/>
                  </a:cubicBezTo>
                  <a:cubicBezTo>
                    <a:pt x="346246" y="207836"/>
                    <a:pt x="347496" y="186671"/>
                    <a:pt x="348496" y="165506"/>
                  </a:cubicBezTo>
                  <a:cubicBezTo>
                    <a:pt x="348996" y="154674"/>
                    <a:pt x="353329" y="135592"/>
                    <a:pt x="344747" y="126843"/>
                  </a:cubicBezTo>
                  <a:lnTo>
                    <a:pt x="344747" y="126843"/>
                  </a:lnTo>
                  <a:close/>
                  <a:moveTo>
                    <a:pt x="304834" y="83014"/>
                  </a:moveTo>
                  <a:cubicBezTo>
                    <a:pt x="311583" y="81430"/>
                    <a:pt x="319166" y="81264"/>
                    <a:pt x="324582" y="86097"/>
                  </a:cubicBezTo>
                  <a:cubicBezTo>
                    <a:pt x="331498" y="92263"/>
                    <a:pt x="324998" y="102762"/>
                    <a:pt x="320999" y="108178"/>
                  </a:cubicBezTo>
                  <a:cubicBezTo>
                    <a:pt x="319832" y="109761"/>
                    <a:pt x="317582" y="111761"/>
                    <a:pt x="315666" y="114011"/>
                  </a:cubicBezTo>
                  <a:cubicBezTo>
                    <a:pt x="313833" y="112927"/>
                    <a:pt x="311750" y="112094"/>
                    <a:pt x="309583" y="111678"/>
                  </a:cubicBezTo>
                  <a:cubicBezTo>
                    <a:pt x="306583" y="111094"/>
                    <a:pt x="303250" y="111261"/>
                    <a:pt x="300251" y="111844"/>
                  </a:cubicBezTo>
                  <a:cubicBezTo>
                    <a:pt x="300251" y="111844"/>
                    <a:pt x="299917" y="111928"/>
                    <a:pt x="299417" y="112094"/>
                  </a:cubicBezTo>
                  <a:cubicBezTo>
                    <a:pt x="300667" y="108928"/>
                    <a:pt x="301834" y="105845"/>
                    <a:pt x="301584" y="101928"/>
                  </a:cubicBezTo>
                  <a:cubicBezTo>
                    <a:pt x="301334" y="98762"/>
                    <a:pt x="300501" y="95762"/>
                    <a:pt x="298751" y="93346"/>
                  </a:cubicBezTo>
                  <a:cubicBezTo>
                    <a:pt x="301834" y="90513"/>
                    <a:pt x="303750" y="86846"/>
                    <a:pt x="304834" y="83014"/>
                  </a:cubicBezTo>
                  <a:lnTo>
                    <a:pt x="304834" y="83014"/>
                  </a:lnTo>
                  <a:close/>
                  <a:moveTo>
                    <a:pt x="177678" y="205752"/>
                  </a:moveTo>
                  <a:cubicBezTo>
                    <a:pt x="173845" y="208169"/>
                    <a:pt x="169679" y="210752"/>
                    <a:pt x="165596" y="211835"/>
                  </a:cubicBezTo>
                  <a:cubicBezTo>
                    <a:pt x="157680" y="214002"/>
                    <a:pt x="149764" y="209502"/>
                    <a:pt x="142515" y="207002"/>
                  </a:cubicBezTo>
                  <a:cubicBezTo>
                    <a:pt x="134765" y="204419"/>
                    <a:pt x="126850" y="202419"/>
                    <a:pt x="119017" y="200253"/>
                  </a:cubicBezTo>
                  <a:cubicBezTo>
                    <a:pt x="118767" y="193587"/>
                    <a:pt x="121517" y="184921"/>
                    <a:pt x="123016" y="182755"/>
                  </a:cubicBezTo>
                  <a:cubicBezTo>
                    <a:pt x="125433" y="180505"/>
                    <a:pt x="127849" y="178255"/>
                    <a:pt x="130266" y="176088"/>
                  </a:cubicBezTo>
                  <a:cubicBezTo>
                    <a:pt x="136599" y="174339"/>
                    <a:pt x="141765" y="176172"/>
                    <a:pt x="145765" y="181421"/>
                  </a:cubicBezTo>
                  <a:cubicBezTo>
                    <a:pt x="147181" y="182088"/>
                    <a:pt x="147764" y="182755"/>
                    <a:pt x="149514" y="183255"/>
                  </a:cubicBezTo>
                  <a:cubicBezTo>
                    <a:pt x="151181" y="183754"/>
                    <a:pt x="153181" y="183171"/>
                    <a:pt x="153764" y="181421"/>
                  </a:cubicBezTo>
                  <a:cubicBezTo>
                    <a:pt x="158847" y="167089"/>
                    <a:pt x="175262" y="167839"/>
                    <a:pt x="177845" y="182338"/>
                  </a:cubicBezTo>
                  <a:cubicBezTo>
                    <a:pt x="179095" y="189504"/>
                    <a:pt x="177178" y="195087"/>
                    <a:pt x="176178" y="202169"/>
                  </a:cubicBezTo>
                  <a:cubicBezTo>
                    <a:pt x="175928" y="203753"/>
                    <a:pt x="176595" y="205003"/>
                    <a:pt x="177678" y="205752"/>
                  </a:cubicBezTo>
                  <a:lnTo>
                    <a:pt x="177678" y="205752"/>
                  </a:lnTo>
                  <a:close/>
                  <a:moveTo>
                    <a:pt x="76854" y="183088"/>
                  </a:moveTo>
                  <a:cubicBezTo>
                    <a:pt x="69688" y="179338"/>
                    <a:pt x="62439" y="175589"/>
                    <a:pt x="55189" y="172255"/>
                  </a:cubicBezTo>
                  <a:cubicBezTo>
                    <a:pt x="53939" y="171672"/>
                    <a:pt x="52690" y="171089"/>
                    <a:pt x="51440" y="170589"/>
                  </a:cubicBezTo>
                  <a:cubicBezTo>
                    <a:pt x="38941" y="155257"/>
                    <a:pt x="47107" y="136759"/>
                    <a:pt x="69688" y="141842"/>
                  </a:cubicBezTo>
                  <a:cubicBezTo>
                    <a:pt x="72105" y="142425"/>
                    <a:pt x="75438" y="139925"/>
                    <a:pt x="75354" y="137425"/>
                  </a:cubicBezTo>
                  <a:cubicBezTo>
                    <a:pt x="75104" y="117760"/>
                    <a:pt x="101102" y="111094"/>
                    <a:pt x="109351" y="130676"/>
                  </a:cubicBezTo>
                  <a:cubicBezTo>
                    <a:pt x="103852" y="136259"/>
                    <a:pt x="104685" y="141842"/>
                    <a:pt x="105101" y="148174"/>
                  </a:cubicBezTo>
                  <a:cubicBezTo>
                    <a:pt x="101519" y="146091"/>
                    <a:pt x="98352" y="144591"/>
                    <a:pt x="93186" y="145508"/>
                  </a:cubicBezTo>
                  <a:cubicBezTo>
                    <a:pt x="86937" y="146591"/>
                    <a:pt x="82104" y="150841"/>
                    <a:pt x="78687" y="155924"/>
                  </a:cubicBezTo>
                  <a:cubicBezTo>
                    <a:pt x="72604" y="165173"/>
                    <a:pt x="73354" y="174255"/>
                    <a:pt x="76854" y="183088"/>
                  </a:cubicBezTo>
                  <a:lnTo>
                    <a:pt x="76854" y="183088"/>
                  </a:lnTo>
                  <a:close/>
                  <a:moveTo>
                    <a:pt x="81437" y="168339"/>
                  </a:moveTo>
                  <a:cubicBezTo>
                    <a:pt x="82187" y="163090"/>
                    <a:pt x="87270" y="156340"/>
                    <a:pt x="91686" y="153757"/>
                  </a:cubicBezTo>
                  <a:cubicBezTo>
                    <a:pt x="96186" y="151174"/>
                    <a:pt x="102602" y="155340"/>
                    <a:pt x="107351" y="157173"/>
                  </a:cubicBezTo>
                  <a:cubicBezTo>
                    <a:pt x="109434" y="158007"/>
                    <a:pt x="111768" y="156590"/>
                    <a:pt x="112018" y="154424"/>
                  </a:cubicBezTo>
                  <a:cubicBezTo>
                    <a:pt x="112434" y="151341"/>
                    <a:pt x="110684" y="147424"/>
                    <a:pt x="111601" y="144675"/>
                  </a:cubicBezTo>
                  <a:cubicBezTo>
                    <a:pt x="115351" y="140758"/>
                    <a:pt x="119184" y="136842"/>
                    <a:pt x="122933" y="132926"/>
                  </a:cubicBezTo>
                  <a:cubicBezTo>
                    <a:pt x="131016" y="133842"/>
                    <a:pt x="136515" y="137759"/>
                    <a:pt x="139348" y="144675"/>
                  </a:cubicBezTo>
                  <a:cubicBezTo>
                    <a:pt x="142848" y="153507"/>
                    <a:pt x="138099" y="159923"/>
                    <a:pt x="136682" y="167423"/>
                  </a:cubicBezTo>
                  <a:cubicBezTo>
                    <a:pt x="127683" y="165089"/>
                    <a:pt x="118767" y="168589"/>
                    <a:pt x="112018" y="180338"/>
                  </a:cubicBezTo>
                  <a:cubicBezTo>
                    <a:pt x="109684" y="184504"/>
                    <a:pt x="108018" y="191170"/>
                    <a:pt x="108184" y="197337"/>
                  </a:cubicBezTo>
                  <a:cubicBezTo>
                    <a:pt x="106435" y="196837"/>
                    <a:pt x="104768" y="196337"/>
                    <a:pt x="103018" y="195753"/>
                  </a:cubicBezTo>
                  <a:cubicBezTo>
                    <a:pt x="101185" y="195170"/>
                    <a:pt x="99352" y="194503"/>
                    <a:pt x="97519" y="193837"/>
                  </a:cubicBezTo>
                  <a:cubicBezTo>
                    <a:pt x="94269" y="192254"/>
                    <a:pt x="91019" y="190587"/>
                    <a:pt x="87686" y="188837"/>
                  </a:cubicBezTo>
                  <a:cubicBezTo>
                    <a:pt x="84103" y="182505"/>
                    <a:pt x="80354" y="175505"/>
                    <a:pt x="81437" y="168339"/>
                  </a:cubicBezTo>
                  <a:lnTo>
                    <a:pt x="81437" y="168339"/>
                  </a:lnTo>
                  <a:close/>
                  <a:moveTo>
                    <a:pt x="108685" y="114011"/>
                  </a:moveTo>
                  <a:cubicBezTo>
                    <a:pt x="110351" y="98096"/>
                    <a:pt x="118100" y="86097"/>
                    <a:pt x="138099" y="96346"/>
                  </a:cubicBezTo>
                  <a:cubicBezTo>
                    <a:pt x="141098" y="97929"/>
                    <a:pt x="142515" y="101095"/>
                    <a:pt x="146431" y="99845"/>
                  </a:cubicBezTo>
                  <a:cubicBezTo>
                    <a:pt x="152431" y="98012"/>
                    <a:pt x="154514" y="89346"/>
                    <a:pt x="161180" y="87513"/>
                  </a:cubicBezTo>
                  <a:cubicBezTo>
                    <a:pt x="172512" y="84347"/>
                    <a:pt x="182428" y="92763"/>
                    <a:pt x="181928" y="105845"/>
                  </a:cubicBezTo>
                  <a:cubicBezTo>
                    <a:pt x="181761" y="110844"/>
                    <a:pt x="180678" y="111011"/>
                    <a:pt x="181011" y="113344"/>
                  </a:cubicBezTo>
                  <a:cubicBezTo>
                    <a:pt x="177095" y="115344"/>
                    <a:pt x="173512" y="118594"/>
                    <a:pt x="170179" y="122010"/>
                  </a:cubicBezTo>
                  <a:cubicBezTo>
                    <a:pt x="168346" y="119844"/>
                    <a:pt x="166929" y="117760"/>
                    <a:pt x="163013" y="117260"/>
                  </a:cubicBezTo>
                  <a:cubicBezTo>
                    <a:pt x="158013" y="116594"/>
                    <a:pt x="153181" y="119510"/>
                    <a:pt x="149764" y="122843"/>
                  </a:cubicBezTo>
                  <a:cubicBezTo>
                    <a:pt x="147098" y="125426"/>
                    <a:pt x="144431" y="129009"/>
                    <a:pt x="142931" y="132842"/>
                  </a:cubicBezTo>
                  <a:cubicBezTo>
                    <a:pt x="140098" y="129259"/>
                    <a:pt x="136265" y="126510"/>
                    <a:pt x="131266" y="125010"/>
                  </a:cubicBezTo>
                  <a:cubicBezTo>
                    <a:pt x="126850" y="123676"/>
                    <a:pt x="121600" y="124093"/>
                    <a:pt x="116934" y="125760"/>
                  </a:cubicBezTo>
                  <a:cubicBezTo>
                    <a:pt x="114767" y="120927"/>
                    <a:pt x="112101" y="116927"/>
                    <a:pt x="108685" y="114011"/>
                  </a:cubicBezTo>
                  <a:lnTo>
                    <a:pt x="108685" y="114011"/>
                  </a:lnTo>
                  <a:close/>
                  <a:moveTo>
                    <a:pt x="149681" y="174755"/>
                  </a:moveTo>
                  <a:cubicBezTo>
                    <a:pt x="148431" y="173589"/>
                    <a:pt x="147098" y="172589"/>
                    <a:pt x="145848" y="171672"/>
                  </a:cubicBezTo>
                  <a:cubicBezTo>
                    <a:pt x="150264" y="162006"/>
                    <a:pt x="151014" y="149091"/>
                    <a:pt x="146764" y="139092"/>
                  </a:cubicBezTo>
                  <a:cubicBezTo>
                    <a:pt x="148014" y="134676"/>
                    <a:pt x="151431" y="130009"/>
                    <a:pt x="154180" y="128176"/>
                  </a:cubicBezTo>
                  <a:cubicBezTo>
                    <a:pt x="163929" y="122010"/>
                    <a:pt x="163680" y="128009"/>
                    <a:pt x="168013" y="130842"/>
                  </a:cubicBezTo>
                  <a:cubicBezTo>
                    <a:pt x="169929" y="132092"/>
                    <a:pt x="172179" y="131759"/>
                    <a:pt x="173679" y="130009"/>
                  </a:cubicBezTo>
                  <a:cubicBezTo>
                    <a:pt x="175928" y="127343"/>
                    <a:pt x="178595" y="123177"/>
                    <a:pt x="181845" y="121677"/>
                  </a:cubicBezTo>
                  <a:cubicBezTo>
                    <a:pt x="193177" y="116510"/>
                    <a:pt x="198260" y="125010"/>
                    <a:pt x="195593" y="133842"/>
                  </a:cubicBezTo>
                  <a:cubicBezTo>
                    <a:pt x="194427" y="137759"/>
                    <a:pt x="192510" y="140758"/>
                    <a:pt x="192427" y="144508"/>
                  </a:cubicBezTo>
                  <a:cubicBezTo>
                    <a:pt x="190260" y="145008"/>
                    <a:pt x="188094" y="146008"/>
                    <a:pt x="186261" y="147258"/>
                  </a:cubicBezTo>
                  <a:cubicBezTo>
                    <a:pt x="181428" y="150507"/>
                    <a:pt x="176095" y="158423"/>
                    <a:pt x="175762" y="165339"/>
                  </a:cubicBezTo>
                  <a:cubicBezTo>
                    <a:pt x="164013" y="160173"/>
                    <a:pt x="155180" y="165173"/>
                    <a:pt x="149681" y="174755"/>
                  </a:cubicBezTo>
                  <a:lnTo>
                    <a:pt x="149681" y="174755"/>
                  </a:lnTo>
                  <a:close/>
                  <a:moveTo>
                    <a:pt x="182178" y="169672"/>
                  </a:moveTo>
                  <a:cubicBezTo>
                    <a:pt x="182761" y="160923"/>
                    <a:pt x="195093" y="150424"/>
                    <a:pt x="200593" y="157423"/>
                  </a:cubicBezTo>
                  <a:cubicBezTo>
                    <a:pt x="201426" y="158507"/>
                    <a:pt x="202926" y="159090"/>
                    <a:pt x="204259" y="158840"/>
                  </a:cubicBezTo>
                  <a:cubicBezTo>
                    <a:pt x="211759" y="157423"/>
                    <a:pt x="214092" y="147258"/>
                    <a:pt x="220424" y="143175"/>
                  </a:cubicBezTo>
                  <a:cubicBezTo>
                    <a:pt x="229007" y="137592"/>
                    <a:pt x="238173" y="140092"/>
                    <a:pt x="239673" y="150757"/>
                  </a:cubicBezTo>
                  <a:cubicBezTo>
                    <a:pt x="240839" y="158923"/>
                    <a:pt x="237006" y="166089"/>
                    <a:pt x="232257" y="172589"/>
                  </a:cubicBezTo>
                  <a:cubicBezTo>
                    <a:pt x="231340" y="173839"/>
                    <a:pt x="231173" y="175255"/>
                    <a:pt x="231507" y="176588"/>
                  </a:cubicBezTo>
                  <a:cubicBezTo>
                    <a:pt x="215925" y="184338"/>
                    <a:pt x="200593" y="192337"/>
                    <a:pt x="185511" y="201086"/>
                  </a:cubicBezTo>
                  <a:cubicBezTo>
                    <a:pt x="191010" y="190337"/>
                    <a:pt x="191177" y="177672"/>
                    <a:pt x="182178" y="169672"/>
                  </a:cubicBezTo>
                  <a:lnTo>
                    <a:pt x="182178" y="169672"/>
                  </a:lnTo>
                  <a:close/>
                  <a:moveTo>
                    <a:pt x="212175" y="138425"/>
                  </a:moveTo>
                  <a:cubicBezTo>
                    <a:pt x="209925" y="140508"/>
                    <a:pt x="207592" y="145674"/>
                    <a:pt x="205176" y="147174"/>
                  </a:cubicBezTo>
                  <a:cubicBezTo>
                    <a:pt x="204509" y="147591"/>
                    <a:pt x="204176" y="147924"/>
                    <a:pt x="204093" y="148174"/>
                  </a:cubicBezTo>
                  <a:cubicBezTo>
                    <a:pt x="203926" y="148091"/>
                    <a:pt x="203676" y="148091"/>
                    <a:pt x="203343" y="148008"/>
                  </a:cubicBezTo>
                  <a:cubicBezTo>
                    <a:pt x="201926" y="147674"/>
                    <a:pt x="201093" y="147258"/>
                    <a:pt x="200510" y="146758"/>
                  </a:cubicBezTo>
                  <a:cubicBezTo>
                    <a:pt x="205509" y="139009"/>
                    <a:pt x="207426" y="127676"/>
                    <a:pt x="202759" y="119844"/>
                  </a:cubicBezTo>
                  <a:cubicBezTo>
                    <a:pt x="203759" y="116927"/>
                    <a:pt x="205259" y="114094"/>
                    <a:pt x="207342" y="112261"/>
                  </a:cubicBezTo>
                  <a:cubicBezTo>
                    <a:pt x="211009" y="110261"/>
                    <a:pt x="214592" y="108261"/>
                    <a:pt x="218258" y="106261"/>
                  </a:cubicBezTo>
                  <a:cubicBezTo>
                    <a:pt x="220258" y="107345"/>
                    <a:pt x="222341" y="108261"/>
                    <a:pt x="224424" y="109094"/>
                  </a:cubicBezTo>
                  <a:cubicBezTo>
                    <a:pt x="228257" y="109844"/>
                    <a:pt x="229424" y="108844"/>
                    <a:pt x="232507" y="106845"/>
                  </a:cubicBezTo>
                  <a:cubicBezTo>
                    <a:pt x="236256" y="104428"/>
                    <a:pt x="240339" y="100512"/>
                    <a:pt x="244672" y="100179"/>
                  </a:cubicBezTo>
                  <a:cubicBezTo>
                    <a:pt x="245422" y="100429"/>
                    <a:pt x="246172" y="100512"/>
                    <a:pt x="246922" y="100345"/>
                  </a:cubicBezTo>
                  <a:cubicBezTo>
                    <a:pt x="248922" y="100762"/>
                    <a:pt x="250922" y="102012"/>
                    <a:pt x="253005" y="104512"/>
                  </a:cubicBezTo>
                  <a:cubicBezTo>
                    <a:pt x="255505" y="107511"/>
                    <a:pt x="256421" y="116344"/>
                    <a:pt x="256005" y="118844"/>
                  </a:cubicBezTo>
                  <a:cubicBezTo>
                    <a:pt x="254838" y="126176"/>
                    <a:pt x="248672" y="130759"/>
                    <a:pt x="246255" y="137425"/>
                  </a:cubicBezTo>
                  <a:cubicBezTo>
                    <a:pt x="246172" y="137259"/>
                    <a:pt x="246005" y="137092"/>
                    <a:pt x="245922" y="136925"/>
                  </a:cubicBezTo>
                  <a:cubicBezTo>
                    <a:pt x="236673" y="125093"/>
                    <a:pt x="222091" y="129009"/>
                    <a:pt x="212175" y="138425"/>
                  </a:cubicBezTo>
                  <a:lnTo>
                    <a:pt x="212175" y="138425"/>
                  </a:lnTo>
                  <a:close/>
                  <a:moveTo>
                    <a:pt x="249672" y="142758"/>
                  </a:moveTo>
                  <a:cubicBezTo>
                    <a:pt x="250422" y="142591"/>
                    <a:pt x="251172" y="142258"/>
                    <a:pt x="251672" y="141758"/>
                  </a:cubicBezTo>
                  <a:cubicBezTo>
                    <a:pt x="253588" y="139758"/>
                    <a:pt x="255338" y="137675"/>
                    <a:pt x="257004" y="135592"/>
                  </a:cubicBezTo>
                  <a:cubicBezTo>
                    <a:pt x="259171" y="134009"/>
                    <a:pt x="261337" y="132592"/>
                    <a:pt x="263671" y="131509"/>
                  </a:cubicBezTo>
                  <a:cubicBezTo>
                    <a:pt x="269337" y="128926"/>
                    <a:pt x="274420" y="129343"/>
                    <a:pt x="277253" y="135675"/>
                  </a:cubicBezTo>
                  <a:cubicBezTo>
                    <a:pt x="277919" y="137175"/>
                    <a:pt x="277003" y="139425"/>
                    <a:pt x="277586" y="141175"/>
                  </a:cubicBezTo>
                  <a:cubicBezTo>
                    <a:pt x="278503" y="143675"/>
                    <a:pt x="279586" y="144425"/>
                    <a:pt x="282086" y="145008"/>
                  </a:cubicBezTo>
                  <a:cubicBezTo>
                    <a:pt x="284335" y="145508"/>
                    <a:pt x="286168" y="143841"/>
                    <a:pt x="287835" y="146008"/>
                  </a:cubicBezTo>
                  <a:cubicBezTo>
                    <a:pt x="288418" y="146758"/>
                    <a:pt x="288585" y="147674"/>
                    <a:pt x="288502" y="148674"/>
                  </a:cubicBezTo>
                  <a:cubicBezTo>
                    <a:pt x="279419" y="153174"/>
                    <a:pt x="270253" y="157673"/>
                    <a:pt x="261171" y="162090"/>
                  </a:cubicBezTo>
                  <a:cubicBezTo>
                    <a:pt x="256921" y="164173"/>
                    <a:pt x="252755" y="166173"/>
                    <a:pt x="248589" y="168256"/>
                  </a:cubicBezTo>
                  <a:cubicBezTo>
                    <a:pt x="252505" y="160173"/>
                    <a:pt x="253588" y="151174"/>
                    <a:pt x="249672" y="142758"/>
                  </a:cubicBezTo>
                  <a:lnTo>
                    <a:pt x="249672" y="142758"/>
                  </a:lnTo>
                  <a:close/>
                  <a:moveTo>
                    <a:pt x="284585" y="137259"/>
                  </a:moveTo>
                  <a:cubicBezTo>
                    <a:pt x="284002" y="134092"/>
                    <a:pt x="284919" y="130426"/>
                    <a:pt x="282586" y="127510"/>
                  </a:cubicBezTo>
                  <a:cubicBezTo>
                    <a:pt x="280252" y="124593"/>
                    <a:pt x="276336" y="123676"/>
                    <a:pt x="272836" y="123676"/>
                  </a:cubicBezTo>
                  <a:cubicBezTo>
                    <a:pt x="269170" y="123593"/>
                    <a:pt x="265920" y="124676"/>
                    <a:pt x="262921" y="126260"/>
                  </a:cubicBezTo>
                  <a:cubicBezTo>
                    <a:pt x="265337" y="120760"/>
                    <a:pt x="266004" y="114844"/>
                    <a:pt x="264004" y="107928"/>
                  </a:cubicBezTo>
                  <a:cubicBezTo>
                    <a:pt x="270337" y="101595"/>
                    <a:pt x="283252" y="92596"/>
                    <a:pt x="290168" y="100012"/>
                  </a:cubicBezTo>
                  <a:cubicBezTo>
                    <a:pt x="295334" y="105595"/>
                    <a:pt x="289418" y="111011"/>
                    <a:pt x="288502" y="117177"/>
                  </a:cubicBezTo>
                  <a:cubicBezTo>
                    <a:pt x="288168" y="119260"/>
                    <a:pt x="289502" y="121010"/>
                    <a:pt x="291335" y="121927"/>
                  </a:cubicBezTo>
                  <a:cubicBezTo>
                    <a:pt x="294584" y="123510"/>
                    <a:pt x="297001" y="121677"/>
                    <a:pt x="300251" y="121010"/>
                  </a:cubicBezTo>
                  <a:cubicBezTo>
                    <a:pt x="306667" y="119677"/>
                    <a:pt x="307833" y="118594"/>
                    <a:pt x="310666" y="125426"/>
                  </a:cubicBezTo>
                  <a:cubicBezTo>
                    <a:pt x="313333" y="131842"/>
                    <a:pt x="311750" y="135675"/>
                    <a:pt x="306167" y="139758"/>
                  </a:cubicBezTo>
                  <a:cubicBezTo>
                    <a:pt x="306083" y="139842"/>
                    <a:pt x="306000" y="139925"/>
                    <a:pt x="305917" y="140008"/>
                  </a:cubicBezTo>
                  <a:cubicBezTo>
                    <a:pt x="303500" y="141258"/>
                    <a:pt x="301084" y="142425"/>
                    <a:pt x="298667" y="143675"/>
                  </a:cubicBezTo>
                  <a:cubicBezTo>
                    <a:pt x="298584" y="142841"/>
                    <a:pt x="298334" y="142008"/>
                    <a:pt x="298001" y="141175"/>
                  </a:cubicBezTo>
                  <a:cubicBezTo>
                    <a:pt x="295001" y="134509"/>
                    <a:pt x="289835" y="136842"/>
                    <a:pt x="284585" y="137259"/>
                  </a:cubicBezTo>
                  <a:lnTo>
                    <a:pt x="284585" y="137259"/>
                  </a:lnTo>
                  <a:close/>
                  <a:moveTo>
                    <a:pt x="294584" y="69015"/>
                  </a:moveTo>
                  <a:cubicBezTo>
                    <a:pt x="298501" y="76014"/>
                    <a:pt x="294168" y="82097"/>
                    <a:pt x="292001" y="88930"/>
                  </a:cubicBezTo>
                  <a:cubicBezTo>
                    <a:pt x="280252" y="85097"/>
                    <a:pt x="268587" y="92596"/>
                    <a:pt x="261587" y="101928"/>
                  </a:cubicBezTo>
                  <a:cubicBezTo>
                    <a:pt x="259088" y="97429"/>
                    <a:pt x="255588" y="94429"/>
                    <a:pt x="251422" y="93263"/>
                  </a:cubicBezTo>
                  <a:cubicBezTo>
                    <a:pt x="252922" y="87846"/>
                    <a:pt x="252255" y="82430"/>
                    <a:pt x="250172" y="77764"/>
                  </a:cubicBezTo>
                  <a:cubicBezTo>
                    <a:pt x="251922" y="69015"/>
                    <a:pt x="257671" y="61932"/>
                    <a:pt x="267004" y="66848"/>
                  </a:cubicBezTo>
                  <a:cubicBezTo>
                    <a:pt x="269753" y="68348"/>
                    <a:pt x="269670" y="69348"/>
                    <a:pt x="273086" y="68515"/>
                  </a:cubicBezTo>
                  <a:cubicBezTo>
                    <a:pt x="277586" y="67432"/>
                    <a:pt x="281752" y="64015"/>
                    <a:pt x="285752" y="63349"/>
                  </a:cubicBezTo>
                  <a:cubicBezTo>
                    <a:pt x="286669" y="63765"/>
                    <a:pt x="287752" y="63849"/>
                    <a:pt x="288752" y="63515"/>
                  </a:cubicBezTo>
                  <a:cubicBezTo>
                    <a:pt x="290585" y="63932"/>
                    <a:pt x="292668" y="65598"/>
                    <a:pt x="294584" y="69015"/>
                  </a:cubicBezTo>
                  <a:lnTo>
                    <a:pt x="294584" y="69015"/>
                  </a:lnTo>
                  <a:close/>
                  <a:moveTo>
                    <a:pt x="257838" y="39351"/>
                  </a:moveTo>
                  <a:cubicBezTo>
                    <a:pt x="259421" y="40267"/>
                    <a:pt x="261087" y="40434"/>
                    <a:pt x="262587" y="39267"/>
                  </a:cubicBezTo>
                  <a:cubicBezTo>
                    <a:pt x="268920" y="34601"/>
                    <a:pt x="277419" y="25602"/>
                    <a:pt x="284835" y="34768"/>
                  </a:cubicBezTo>
                  <a:cubicBezTo>
                    <a:pt x="290418" y="41684"/>
                    <a:pt x="286168" y="48350"/>
                    <a:pt x="283669" y="55016"/>
                  </a:cubicBezTo>
                  <a:cubicBezTo>
                    <a:pt x="282586" y="55183"/>
                    <a:pt x="281502" y="55433"/>
                    <a:pt x="280336" y="55766"/>
                  </a:cubicBezTo>
                  <a:cubicBezTo>
                    <a:pt x="277003" y="56849"/>
                    <a:pt x="273253" y="60682"/>
                    <a:pt x="270253" y="60016"/>
                  </a:cubicBezTo>
                  <a:cubicBezTo>
                    <a:pt x="266087" y="59099"/>
                    <a:pt x="265920" y="55599"/>
                    <a:pt x="260338" y="56266"/>
                  </a:cubicBezTo>
                  <a:cubicBezTo>
                    <a:pt x="253088" y="57266"/>
                    <a:pt x="248255" y="64349"/>
                    <a:pt x="246005" y="71515"/>
                  </a:cubicBezTo>
                  <a:cubicBezTo>
                    <a:pt x="240506" y="65348"/>
                    <a:pt x="232090" y="62182"/>
                    <a:pt x="223508" y="65265"/>
                  </a:cubicBezTo>
                  <a:cubicBezTo>
                    <a:pt x="225174" y="59516"/>
                    <a:pt x="226257" y="53933"/>
                    <a:pt x="225674" y="48850"/>
                  </a:cubicBezTo>
                  <a:cubicBezTo>
                    <a:pt x="227257" y="42017"/>
                    <a:pt x="234173" y="32768"/>
                    <a:pt x="240839" y="30852"/>
                  </a:cubicBezTo>
                  <a:cubicBezTo>
                    <a:pt x="251588" y="27935"/>
                    <a:pt x="252172" y="36184"/>
                    <a:pt x="257838" y="39351"/>
                  </a:cubicBezTo>
                  <a:lnTo>
                    <a:pt x="257838" y="39351"/>
                  </a:lnTo>
                  <a:close/>
                  <a:moveTo>
                    <a:pt x="236840" y="18019"/>
                  </a:moveTo>
                  <a:cubicBezTo>
                    <a:pt x="237756" y="18436"/>
                    <a:pt x="239923" y="20602"/>
                    <a:pt x="242006" y="21936"/>
                  </a:cubicBezTo>
                  <a:cubicBezTo>
                    <a:pt x="241256" y="22102"/>
                    <a:pt x="240506" y="22352"/>
                    <a:pt x="239756" y="22686"/>
                  </a:cubicBezTo>
                  <a:cubicBezTo>
                    <a:pt x="232340" y="25435"/>
                    <a:pt x="225257" y="32018"/>
                    <a:pt x="222424" y="39684"/>
                  </a:cubicBezTo>
                  <a:cubicBezTo>
                    <a:pt x="221174" y="37851"/>
                    <a:pt x="219425" y="36101"/>
                    <a:pt x="217258" y="34518"/>
                  </a:cubicBezTo>
                  <a:cubicBezTo>
                    <a:pt x="217425" y="33518"/>
                    <a:pt x="217591" y="32518"/>
                    <a:pt x="217758" y="31518"/>
                  </a:cubicBezTo>
                  <a:cubicBezTo>
                    <a:pt x="220174" y="23769"/>
                    <a:pt x="228340" y="14186"/>
                    <a:pt x="236840" y="18019"/>
                  </a:cubicBezTo>
                  <a:lnTo>
                    <a:pt x="236840" y="18019"/>
                  </a:lnTo>
                  <a:close/>
                  <a:moveTo>
                    <a:pt x="231423" y="72514"/>
                  </a:moveTo>
                  <a:cubicBezTo>
                    <a:pt x="233507" y="73514"/>
                    <a:pt x="235673" y="74514"/>
                    <a:pt x="237756" y="75514"/>
                  </a:cubicBezTo>
                  <a:cubicBezTo>
                    <a:pt x="243922" y="80764"/>
                    <a:pt x="245506" y="86430"/>
                    <a:pt x="242339" y="92513"/>
                  </a:cubicBezTo>
                  <a:cubicBezTo>
                    <a:pt x="242339" y="92763"/>
                    <a:pt x="242339" y="92929"/>
                    <a:pt x="242256" y="93096"/>
                  </a:cubicBezTo>
                  <a:cubicBezTo>
                    <a:pt x="240423" y="93513"/>
                    <a:pt x="238589" y="94012"/>
                    <a:pt x="236673" y="94846"/>
                  </a:cubicBezTo>
                  <a:cubicBezTo>
                    <a:pt x="234506" y="95762"/>
                    <a:pt x="232757" y="97346"/>
                    <a:pt x="230840" y="98512"/>
                  </a:cubicBezTo>
                  <a:cubicBezTo>
                    <a:pt x="226424" y="101095"/>
                    <a:pt x="226424" y="100429"/>
                    <a:pt x="221674" y="99345"/>
                  </a:cubicBezTo>
                  <a:cubicBezTo>
                    <a:pt x="216258" y="98096"/>
                    <a:pt x="212842" y="97179"/>
                    <a:pt x="207676" y="100845"/>
                  </a:cubicBezTo>
                  <a:cubicBezTo>
                    <a:pt x="203426" y="103845"/>
                    <a:pt x="199593" y="109011"/>
                    <a:pt x="197676" y="114511"/>
                  </a:cubicBezTo>
                  <a:cubicBezTo>
                    <a:pt x="194843" y="112594"/>
                    <a:pt x="192177" y="111678"/>
                    <a:pt x="189594" y="111511"/>
                  </a:cubicBezTo>
                  <a:cubicBezTo>
                    <a:pt x="192094" y="106345"/>
                    <a:pt x="192177" y="101179"/>
                    <a:pt x="190594" y="96512"/>
                  </a:cubicBezTo>
                  <a:cubicBezTo>
                    <a:pt x="191510" y="96012"/>
                    <a:pt x="192094" y="95096"/>
                    <a:pt x="191844" y="93763"/>
                  </a:cubicBezTo>
                  <a:cubicBezTo>
                    <a:pt x="191010" y="88013"/>
                    <a:pt x="189011" y="80181"/>
                    <a:pt x="193843" y="75348"/>
                  </a:cubicBezTo>
                  <a:cubicBezTo>
                    <a:pt x="201260" y="67848"/>
                    <a:pt x="204259" y="76014"/>
                    <a:pt x="209842" y="79514"/>
                  </a:cubicBezTo>
                  <a:cubicBezTo>
                    <a:pt x="212092" y="80930"/>
                    <a:pt x="212342" y="81930"/>
                    <a:pt x="215175" y="81680"/>
                  </a:cubicBezTo>
                  <a:cubicBezTo>
                    <a:pt x="222591" y="81097"/>
                    <a:pt x="221008" y="71515"/>
                    <a:pt x="231423" y="72514"/>
                  </a:cubicBezTo>
                  <a:lnTo>
                    <a:pt x="231423" y="72514"/>
                  </a:lnTo>
                  <a:close/>
                  <a:moveTo>
                    <a:pt x="177512" y="32935"/>
                  </a:moveTo>
                  <a:cubicBezTo>
                    <a:pt x="174512" y="18686"/>
                    <a:pt x="193344" y="1021"/>
                    <a:pt x="206509" y="10770"/>
                  </a:cubicBezTo>
                  <a:cubicBezTo>
                    <a:pt x="214258" y="16519"/>
                    <a:pt x="210175" y="22519"/>
                    <a:pt x="209592" y="30185"/>
                  </a:cubicBezTo>
                  <a:cubicBezTo>
                    <a:pt x="209592" y="30352"/>
                    <a:pt x="209592" y="30518"/>
                    <a:pt x="209592" y="30685"/>
                  </a:cubicBezTo>
                  <a:cubicBezTo>
                    <a:pt x="207176" y="30185"/>
                    <a:pt x="204676" y="30352"/>
                    <a:pt x="201759" y="31352"/>
                  </a:cubicBezTo>
                  <a:cubicBezTo>
                    <a:pt x="199426" y="32185"/>
                    <a:pt x="195843" y="34101"/>
                    <a:pt x="193843" y="35934"/>
                  </a:cubicBezTo>
                  <a:cubicBezTo>
                    <a:pt x="192510" y="37184"/>
                    <a:pt x="191260" y="39684"/>
                    <a:pt x="189844" y="41434"/>
                  </a:cubicBezTo>
                  <a:cubicBezTo>
                    <a:pt x="185928" y="37434"/>
                    <a:pt x="181928" y="34601"/>
                    <a:pt x="177512" y="33685"/>
                  </a:cubicBezTo>
                  <a:cubicBezTo>
                    <a:pt x="177512" y="33435"/>
                    <a:pt x="177595" y="33185"/>
                    <a:pt x="177512" y="32935"/>
                  </a:cubicBezTo>
                  <a:lnTo>
                    <a:pt x="177512" y="32935"/>
                  </a:lnTo>
                  <a:close/>
                  <a:moveTo>
                    <a:pt x="186011" y="49933"/>
                  </a:moveTo>
                  <a:cubicBezTo>
                    <a:pt x="187427" y="51516"/>
                    <a:pt x="189177" y="51766"/>
                    <a:pt x="191177" y="51183"/>
                  </a:cubicBezTo>
                  <a:cubicBezTo>
                    <a:pt x="194927" y="50016"/>
                    <a:pt x="195677" y="46350"/>
                    <a:pt x="198760" y="44850"/>
                  </a:cubicBezTo>
                  <a:cubicBezTo>
                    <a:pt x="202593" y="42934"/>
                    <a:pt x="212508" y="43184"/>
                    <a:pt x="215175" y="46850"/>
                  </a:cubicBezTo>
                  <a:cubicBezTo>
                    <a:pt x="218175" y="51016"/>
                    <a:pt x="215842" y="59849"/>
                    <a:pt x="215092" y="64515"/>
                  </a:cubicBezTo>
                  <a:cubicBezTo>
                    <a:pt x="214758" y="66432"/>
                    <a:pt x="215925" y="67932"/>
                    <a:pt x="217425" y="68681"/>
                  </a:cubicBezTo>
                  <a:cubicBezTo>
                    <a:pt x="217341" y="68765"/>
                    <a:pt x="217258" y="68765"/>
                    <a:pt x="217175" y="68848"/>
                  </a:cubicBezTo>
                  <a:cubicBezTo>
                    <a:pt x="215758" y="69931"/>
                    <a:pt x="215175" y="72014"/>
                    <a:pt x="213342" y="72014"/>
                  </a:cubicBezTo>
                  <a:cubicBezTo>
                    <a:pt x="213092" y="72014"/>
                    <a:pt x="208259" y="66765"/>
                    <a:pt x="207259" y="66265"/>
                  </a:cubicBezTo>
                  <a:cubicBezTo>
                    <a:pt x="203259" y="64015"/>
                    <a:pt x="199593" y="64099"/>
                    <a:pt x="195260" y="65682"/>
                  </a:cubicBezTo>
                  <a:cubicBezTo>
                    <a:pt x="184761" y="69515"/>
                    <a:pt x="183511" y="78181"/>
                    <a:pt x="184844" y="87180"/>
                  </a:cubicBezTo>
                  <a:cubicBezTo>
                    <a:pt x="178095" y="80264"/>
                    <a:pt x="167513" y="76597"/>
                    <a:pt x="158013" y="79764"/>
                  </a:cubicBezTo>
                  <a:cubicBezTo>
                    <a:pt x="158763" y="73598"/>
                    <a:pt x="157597" y="67015"/>
                    <a:pt x="154764" y="61266"/>
                  </a:cubicBezTo>
                  <a:cubicBezTo>
                    <a:pt x="159847" y="50016"/>
                    <a:pt x="170012" y="31935"/>
                    <a:pt x="186011" y="49933"/>
                  </a:cubicBezTo>
                  <a:lnTo>
                    <a:pt x="186011" y="49933"/>
                  </a:lnTo>
                  <a:close/>
                  <a:moveTo>
                    <a:pt x="141765" y="17186"/>
                  </a:moveTo>
                  <a:cubicBezTo>
                    <a:pt x="154930" y="10270"/>
                    <a:pt x="163596" y="24852"/>
                    <a:pt x="169929" y="33851"/>
                  </a:cubicBezTo>
                  <a:cubicBezTo>
                    <a:pt x="167513" y="34518"/>
                    <a:pt x="164846" y="35684"/>
                    <a:pt x="162013" y="37518"/>
                  </a:cubicBezTo>
                  <a:cubicBezTo>
                    <a:pt x="156847" y="40851"/>
                    <a:pt x="150681" y="47600"/>
                    <a:pt x="150014" y="54183"/>
                  </a:cubicBezTo>
                  <a:cubicBezTo>
                    <a:pt x="146264" y="49933"/>
                    <a:pt x="141348" y="46850"/>
                    <a:pt x="135349" y="45683"/>
                  </a:cubicBezTo>
                  <a:cubicBezTo>
                    <a:pt x="132766" y="45184"/>
                    <a:pt x="130433" y="45184"/>
                    <a:pt x="128349" y="45600"/>
                  </a:cubicBezTo>
                  <a:cubicBezTo>
                    <a:pt x="125266" y="35518"/>
                    <a:pt x="132682" y="21936"/>
                    <a:pt x="141765" y="17186"/>
                  </a:cubicBezTo>
                  <a:lnTo>
                    <a:pt x="141765" y="17186"/>
                  </a:lnTo>
                  <a:close/>
                  <a:moveTo>
                    <a:pt x="129266" y="60182"/>
                  </a:moveTo>
                  <a:cubicBezTo>
                    <a:pt x="139682" y="56433"/>
                    <a:pt x="139932" y="55599"/>
                    <a:pt x="145681" y="64182"/>
                  </a:cubicBezTo>
                  <a:cubicBezTo>
                    <a:pt x="149931" y="70515"/>
                    <a:pt x="150181" y="75514"/>
                    <a:pt x="149764" y="83264"/>
                  </a:cubicBezTo>
                  <a:cubicBezTo>
                    <a:pt x="149764" y="83680"/>
                    <a:pt x="149847" y="84013"/>
                    <a:pt x="149931" y="84430"/>
                  </a:cubicBezTo>
                  <a:cubicBezTo>
                    <a:pt x="149847" y="84513"/>
                    <a:pt x="149764" y="84597"/>
                    <a:pt x="149681" y="84680"/>
                  </a:cubicBezTo>
                  <a:cubicBezTo>
                    <a:pt x="150931" y="83597"/>
                    <a:pt x="142098" y="92846"/>
                    <a:pt x="144265" y="92346"/>
                  </a:cubicBezTo>
                  <a:cubicBezTo>
                    <a:pt x="140682" y="93263"/>
                    <a:pt x="138599" y="87430"/>
                    <a:pt x="134849" y="85097"/>
                  </a:cubicBezTo>
                  <a:cubicBezTo>
                    <a:pt x="129849" y="82014"/>
                    <a:pt x="126266" y="81014"/>
                    <a:pt x="120600" y="83097"/>
                  </a:cubicBezTo>
                  <a:cubicBezTo>
                    <a:pt x="108518" y="87680"/>
                    <a:pt x="104018" y="99012"/>
                    <a:pt x="103018" y="110678"/>
                  </a:cubicBezTo>
                  <a:cubicBezTo>
                    <a:pt x="98269" y="108678"/>
                    <a:pt x="92686" y="108261"/>
                    <a:pt x="86103" y="109678"/>
                  </a:cubicBezTo>
                  <a:cubicBezTo>
                    <a:pt x="84187" y="106178"/>
                    <a:pt x="82187" y="102678"/>
                    <a:pt x="79854" y="99429"/>
                  </a:cubicBezTo>
                  <a:cubicBezTo>
                    <a:pt x="76271" y="84097"/>
                    <a:pt x="81520" y="62015"/>
                    <a:pt x="102435" y="72431"/>
                  </a:cubicBezTo>
                  <a:cubicBezTo>
                    <a:pt x="105935" y="74181"/>
                    <a:pt x="107768" y="77347"/>
                    <a:pt x="111851" y="77931"/>
                  </a:cubicBezTo>
                  <a:cubicBezTo>
                    <a:pt x="113351" y="78181"/>
                    <a:pt x="114517" y="77181"/>
                    <a:pt x="115101" y="76014"/>
                  </a:cubicBezTo>
                  <a:cubicBezTo>
                    <a:pt x="115934" y="74348"/>
                    <a:pt x="116600" y="72681"/>
                    <a:pt x="117267" y="70931"/>
                  </a:cubicBezTo>
                  <a:cubicBezTo>
                    <a:pt x="120517" y="62765"/>
                    <a:pt x="117934" y="64265"/>
                    <a:pt x="129266" y="60182"/>
                  </a:cubicBezTo>
                  <a:lnTo>
                    <a:pt x="129266" y="60182"/>
                  </a:lnTo>
                  <a:close/>
                  <a:moveTo>
                    <a:pt x="90436" y="42434"/>
                  </a:moveTo>
                  <a:cubicBezTo>
                    <a:pt x="95519" y="41184"/>
                    <a:pt x="101102" y="42101"/>
                    <a:pt x="106185" y="42934"/>
                  </a:cubicBezTo>
                  <a:cubicBezTo>
                    <a:pt x="112184" y="43850"/>
                    <a:pt x="115767" y="45934"/>
                    <a:pt x="120183" y="49517"/>
                  </a:cubicBezTo>
                  <a:cubicBezTo>
                    <a:pt x="114601" y="54516"/>
                    <a:pt x="111851" y="63265"/>
                    <a:pt x="109934" y="71015"/>
                  </a:cubicBezTo>
                  <a:cubicBezTo>
                    <a:pt x="105351" y="68848"/>
                    <a:pt x="101602" y="63265"/>
                    <a:pt x="96186" y="62349"/>
                  </a:cubicBezTo>
                  <a:cubicBezTo>
                    <a:pt x="90436" y="61349"/>
                    <a:pt x="85437" y="63682"/>
                    <a:pt x="81270" y="67598"/>
                  </a:cubicBezTo>
                  <a:cubicBezTo>
                    <a:pt x="79270" y="69515"/>
                    <a:pt x="77604" y="71431"/>
                    <a:pt x="76354" y="73431"/>
                  </a:cubicBezTo>
                  <a:cubicBezTo>
                    <a:pt x="75854" y="73098"/>
                    <a:pt x="75438" y="72764"/>
                    <a:pt x="74938" y="72431"/>
                  </a:cubicBezTo>
                  <a:cubicBezTo>
                    <a:pt x="72604" y="61182"/>
                    <a:pt x="80020" y="44934"/>
                    <a:pt x="90436" y="42434"/>
                  </a:cubicBezTo>
                  <a:lnTo>
                    <a:pt x="90436" y="42434"/>
                  </a:lnTo>
                  <a:close/>
                  <a:moveTo>
                    <a:pt x="29942" y="94679"/>
                  </a:moveTo>
                  <a:cubicBezTo>
                    <a:pt x="32108" y="87346"/>
                    <a:pt x="34941" y="81930"/>
                    <a:pt x="41524" y="77764"/>
                  </a:cubicBezTo>
                  <a:cubicBezTo>
                    <a:pt x="46690" y="74514"/>
                    <a:pt x="54439" y="70931"/>
                    <a:pt x="60522" y="71848"/>
                  </a:cubicBezTo>
                  <a:cubicBezTo>
                    <a:pt x="65188" y="72514"/>
                    <a:pt x="69438" y="76847"/>
                    <a:pt x="73688" y="79181"/>
                  </a:cubicBezTo>
                  <a:cubicBezTo>
                    <a:pt x="72354" y="83513"/>
                    <a:pt x="72271" y="87930"/>
                    <a:pt x="73188" y="92513"/>
                  </a:cubicBezTo>
                  <a:cubicBezTo>
                    <a:pt x="69771" y="90180"/>
                    <a:pt x="65605" y="88846"/>
                    <a:pt x="60189" y="89346"/>
                  </a:cubicBezTo>
                  <a:cubicBezTo>
                    <a:pt x="53939" y="89930"/>
                    <a:pt x="48107" y="93513"/>
                    <a:pt x="44524" y="98595"/>
                  </a:cubicBezTo>
                  <a:cubicBezTo>
                    <a:pt x="42024" y="102179"/>
                    <a:pt x="42024" y="108345"/>
                    <a:pt x="40607" y="112428"/>
                  </a:cubicBezTo>
                  <a:cubicBezTo>
                    <a:pt x="36858" y="111511"/>
                    <a:pt x="33108" y="111178"/>
                    <a:pt x="29525" y="111344"/>
                  </a:cubicBezTo>
                  <a:cubicBezTo>
                    <a:pt x="27108" y="106595"/>
                    <a:pt x="28692" y="98595"/>
                    <a:pt x="29942" y="94679"/>
                  </a:cubicBezTo>
                  <a:lnTo>
                    <a:pt x="29942" y="94679"/>
                  </a:lnTo>
                  <a:close/>
                  <a:moveTo>
                    <a:pt x="15026" y="131509"/>
                  </a:moveTo>
                  <a:cubicBezTo>
                    <a:pt x="20692" y="120343"/>
                    <a:pt x="31691" y="120427"/>
                    <a:pt x="42357" y="122260"/>
                  </a:cubicBezTo>
                  <a:cubicBezTo>
                    <a:pt x="43940" y="122510"/>
                    <a:pt x="45607" y="121677"/>
                    <a:pt x="46523" y="120427"/>
                  </a:cubicBezTo>
                  <a:cubicBezTo>
                    <a:pt x="50773" y="114761"/>
                    <a:pt x="46940" y="104512"/>
                    <a:pt x="54189" y="100679"/>
                  </a:cubicBezTo>
                  <a:cubicBezTo>
                    <a:pt x="59772" y="100929"/>
                    <a:pt x="65355" y="101179"/>
                    <a:pt x="70938" y="101428"/>
                  </a:cubicBezTo>
                  <a:cubicBezTo>
                    <a:pt x="74771" y="104095"/>
                    <a:pt x="77354" y="107678"/>
                    <a:pt x="78854" y="112094"/>
                  </a:cubicBezTo>
                  <a:cubicBezTo>
                    <a:pt x="71521" y="115844"/>
                    <a:pt x="66522" y="122427"/>
                    <a:pt x="65272" y="130509"/>
                  </a:cubicBezTo>
                  <a:cubicBezTo>
                    <a:pt x="60689" y="129093"/>
                    <a:pt x="56439" y="127260"/>
                    <a:pt x="51023" y="129009"/>
                  </a:cubicBezTo>
                  <a:cubicBezTo>
                    <a:pt x="45024" y="130926"/>
                    <a:pt x="40857" y="136259"/>
                    <a:pt x="38358" y="141758"/>
                  </a:cubicBezTo>
                  <a:cubicBezTo>
                    <a:pt x="34358" y="150341"/>
                    <a:pt x="34691" y="158340"/>
                    <a:pt x="38441" y="165173"/>
                  </a:cubicBezTo>
                  <a:cubicBezTo>
                    <a:pt x="33441" y="163173"/>
                    <a:pt x="28442" y="161173"/>
                    <a:pt x="23276" y="159423"/>
                  </a:cubicBezTo>
                  <a:cubicBezTo>
                    <a:pt x="21109" y="158673"/>
                    <a:pt x="18859" y="157673"/>
                    <a:pt x="16609" y="156840"/>
                  </a:cubicBezTo>
                  <a:cubicBezTo>
                    <a:pt x="12027" y="149591"/>
                    <a:pt x="11360" y="138759"/>
                    <a:pt x="15026" y="131509"/>
                  </a:cubicBezTo>
                  <a:lnTo>
                    <a:pt x="15026" y="131509"/>
                  </a:lnTo>
                  <a:close/>
                  <a:moveTo>
                    <a:pt x="127599" y="503142"/>
                  </a:moveTo>
                  <a:cubicBezTo>
                    <a:pt x="120017" y="499893"/>
                    <a:pt x="114851" y="498226"/>
                    <a:pt x="111018" y="490477"/>
                  </a:cubicBezTo>
                  <a:cubicBezTo>
                    <a:pt x="106851" y="482061"/>
                    <a:pt x="104768" y="471395"/>
                    <a:pt x="102102" y="462396"/>
                  </a:cubicBezTo>
                  <a:cubicBezTo>
                    <a:pt x="93602" y="432982"/>
                    <a:pt x="84020" y="404068"/>
                    <a:pt x="74354" y="375071"/>
                  </a:cubicBezTo>
                  <a:cubicBezTo>
                    <a:pt x="62439" y="339324"/>
                    <a:pt x="53023" y="303077"/>
                    <a:pt x="43107" y="266747"/>
                  </a:cubicBezTo>
                  <a:cubicBezTo>
                    <a:pt x="38691" y="250582"/>
                    <a:pt x="34275" y="234333"/>
                    <a:pt x="29608" y="218251"/>
                  </a:cubicBezTo>
                  <a:cubicBezTo>
                    <a:pt x="26525" y="207669"/>
                    <a:pt x="22859" y="197253"/>
                    <a:pt x="19526" y="186754"/>
                  </a:cubicBezTo>
                  <a:cubicBezTo>
                    <a:pt x="17609" y="180838"/>
                    <a:pt x="14026" y="173839"/>
                    <a:pt x="12943" y="167173"/>
                  </a:cubicBezTo>
                  <a:cubicBezTo>
                    <a:pt x="15943" y="167923"/>
                    <a:pt x="19942" y="169506"/>
                    <a:pt x="23859" y="171172"/>
                  </a:cubicBezTo>
                  <a:cubicBezTo>
                    <a:pt x="30692" y="175922"/>
                    <a:pt x="37691" y="180338"/>
                    <a:pt x="44774" y="184504"/>
                  </a:cubicBezTo>
                  <a:cubicBezTo>
                    <a:pt x="48607" y="194754"/>
                    <a:pt x="50273" y="208252"/>
                    <a:pt x="52523" y="216585"/>
                  </a:cubicBezTo>
                  <a:cubicBezTo>
                    <a:pt x="57022" y="233417"/>
                    <a:pt x="61272" y="250332"/>
                    <a:pt x="66022" y="267080"/>
                  </a:cubicBezTo>
                  <a:cubicBezTo>
                    <a:pt x="74104" y="295578"/>
                    <a:pt x="83020" y="323909"/>
                    <a:pt x="92186" y="351989"/>
                  </a:cubicBezTo>
                  <a:cubicBezTo>
                    <a:pt x="102185" y="382737"/>
                    <a:pt x="111018" y="413817"/>
                    <a:pt x="120683" y="444648"/>
                  </a:cubicBezTo>
                  <a:cubicBezTo>
                    <a:pt x="125933" y="461313"/>
                    <a:pt x="131682" y="477645"/>
                    <a:pt x="136515" y="494476"/>
                  </a:cubicBezTo>
                  <a:cubicBezTo>
                    <a:pt x="137682" y="498476"/>
                    <a:pt x="138682" y="503309"/>
                    <a:pt x="139848" y="508142"/>
                  </a:cubicBezTo>
                  <a:cubicBezTo>
                    <a:pt x="135849" y="506559"/>
                    <a:pt x="131682" y="504892"/>
                    <a:pt x="127599" y="503142"/>
                  </a:cubicBezTo>
                  <a:lnTo>
                    <a:pt x="127599" y="503142"/>
                  </a:lnTo>
                  <a:close/>
                  <a:moveTo>
                    <a:pt x="167846" y="518808"/>
                  </a:moveTo>
                  <a:cubicBezTo>
                    <a:pt x="161263" y="516141"/>
                    <a:pt x="154597" y="513641"/>
                    <a:pt x="148014" y="511142"/>
                  </a:cubicBezTo>
                  <a:cubicBezTo>
                    <a:pt x="140182" y="486394"/>
                    <a:pt x="133932" y="460979"/>
                    <a:pt x="125600" y="436398"/>
                  </a:cubicBezTo>
                  <a:cubicBezTo>
                    <a:pt x="114684" y="404235"/>
                    <a:pt x="104102" y="371821"/>
                    <a:pt x="94103" y="339324"/>
                  </a:cubicBezTo>
                  <a:cubicBezTo>
                    <a:pt x="84437" y="307743"/>
                    <a:pt x="75188" y="275996"/>
                    <a:pt x="67105" y="243916"/>
                  </a:cubicBezTo>
                  <a:cubicBezTo>
                    <a:pt x="62855" y="227251"/>
                    <a:pt x="58189" y="210585"/>
                    <a:pt x="53356" y="194003"/>
                  </a:cubicBezTo>
                  <a:cubicBezTo>
                    <a:pt x="52856" y="192254"/>
                    <a:pt x="52273" y="190254"/>
                    <a:pt x="51690" y="188337"/>
                  </a:cubicBezTo>
                  <a:cubicBezTo>
                    <a:pt x="66272" y="196337"/>
                    <a:pt x="81520" y="203253"/>
                    <a:pt x="97519" y="209252"/>
                  </a:cubicBezTo>
                  <a:cubicBezTo>
                    <a:pt x="98185" y="209502"/>
                    <a:pt x="98852" y="209752"/>
                    <a:pt x="99519" y="210002"/>
                  </a:cubicBezTo>
                  <a:cubicBezTo>
                    <a:pt x="104518" y="235083"/>
                    <a:pt x="108434" y="260331"/>
                    <a:pt x="114601" y="285079"/>
                  </a:cubicBezTo>
                  <a:cubicBezTo>
                    <a:pt x="122100" y="315409"/>
                    <a:pt x="131266" y="345323"/>
                    <a:pt x="138015" y="375820"/>
                  </a:cubicBezTo>
                  <a:cubicBezTo>
                    <a:pt x="144431" y="404485"/>
                    <a:pt x="152764" y="432732"/>
                    <a:pt x="159013" y="461396"/>
                  </a:cubicBezTo>
                  <a:cubicBezTo>
                    <a:pt x="163430" y="481478"/>
                    <a:pt x="168262" y="501392"/>
                    <a:pt x="174095" y="520974"/>
                  </a:cubicBezTo>
                  <a:cubicBezTo>
                    <a:pt x="172096" y="520474"/>
                    <a:pt x="170012" y="519724"/>
                    <a:pt x="167846" y="518808"/>
                  </a:cubicBezTo>
                  <a:lnTo>
                    <a:pt x="167846" y="518808"/>
                  </a:lnTo>
                  <a:close/>
                  <a:moveTo>
                    <a:pt x="212092" y="534556"/>
                  </a:moveTo>
                  <a:cubicBezTo>
                    <a:pt x="202426" y="531140"/>
                    <a:pt x="192760" y="528057"/>
                    <a:pt x="183178" y="524640"/>
                  </a:cubicBezTo>
                  <a:cubicBezTo>
                    <a:pt x="177428" y="502726"/>
                    <a:pt x="172512" y="480478"/>
                    <a:pt x="167846" y="458396"/>
                  </a:cubicBezTo>
                  <a:cubicBezTo>
                    <a:pt x="161513" y="428399"/>
                    <a:pt x="152847" y="399152"/>
                    <a:pt x="145431" y="369404"/>
                  </a:cubicBezTo>
                  <a:cubicBezTo>
                    <a:pt x="138099" y="339907"/>
                    <a:pt x="128933" y="310910"/>
                    <a:pt x="121517" y="281496"/>
                  </a:cubicBezTo>
                  <a:cubicBezTo>
                    <a:pt x="115851" y="258998"/>
                    <a:pt x="114267" y="233917"/>
                    <a:pt x="105601" y="212335"/>
                  </a:cubicBezTo>
                  <a:cubicBezTo>
                    <a:pt x="117434" y="216251"/>
                    <a:pt x="129516" y="219335"/>
                    <a:pt x="141182" y="223918"/>
                  </a:cubicBezTo>
                  <a:cubicBezTo>
                    <a:pt x="146848" y="226084"/>
                    <a:pt x="152097" y="228000"/>
                    <a:pt x="157430" y="228750"/>
                  </a:cubicBezTo>
                  <a:cubicBezTo>
                    <a:pt x="159097" y="283745"/>
                    <a:pt x="174012" y="338824"/>
                    <a:pt x="182595" y="392986"/>
                  </a:cubicBezTo>
                  <a:cubicBezTo>
                    <a:pt x="186761" y="419650"/>
                    <a:pt x="193427" y="445564"/>
                    <a:pt x="201093" y="471395"/>
                  </a:cubicBezTo>
                  <a:cubicBezTo>
                    <a:pt x="205842" y="487477"/>
                    <a:pt x="210342" y="503392"/>
                    <a:pt x="213925" y="519807"/>
                  </a:cubicBezTo>
                  <a:cubicBezTo>
                    <a:pt x="215092" y="525140"/>
                    <a:pt x="215925" y="531140"/>
                    <a:pt x="217508" y="536889"/>
                  </a:cubicBezTo>
                  <a:cubicBezTo>
                    <a:pt x="215758" y="535889"/>
                    <a:pt x="214008" y="535223"/>
                    <a:pt x="212092" y="534556"/>
                  </a:cubicBezTo>
                  <a:lnTo>
                    <a:pt x="212092" y="534556"/>
                  </a:lnTo>
                  <a:close/>
                  <a:moveTo>
                    <a:pt x="248505" y="498226"/>
                  </a:moveTo>
                  <a:cubicBezTo>
                    <a:pt x="250088" y="507475"/>
                    <a:pt x="249255" y="518974"/>
                    <a:pt x="252338" y="528140"/>
                  </a:cubicBezTo>
                  <a:cubicBezTo>
                    <a:pt x="251172" y="528640"/>
                    <a:pt x="249922" y="529223"/>
                    <a:pt x="248755" y="529723"/>
                  </a:cubicBezTo>
                  <a:cubicBezTo>
                    <a:pt x="243006" y="532390"/>
                    <a:pt x="236756" y="536223"/>
                    <a:pt x="230590" y="537972"/>
                  </a:cubicBezTo>
                  <a:cubicBezTo>
                    <a:pt x="230257" y="538056"/>
                    <a:pt x="230007" y="538056"/>
                    <a:pt x="229674" y="538139"/>
                  </a:cubicBezTo>
                  <a:cubicBezTo>
                    <a:pt x="225007" y="529723"/>
                    <a:pt x="224507" y="516308"/>
                    <a:pt x="222508" y="507309"/>
                  </a:cubicBezTo>
                  <a:cubicBezTo>
                    <a:pt x="219091" y="492060"/>
                    <a:pt x="214592" y="477061"/>
                    <a:pt x="210509" y="461979"/>
                  </a:cubicBezTo>
                  <a:cubicBezTo>
                    <a:pt x="203593" y="435898"/>
                    <a:pt x="198676" y="409484"/>
                    <a:pt x="193927" y="383070"/>
                  </a:cubicBezTo>
                  <a:cubicBezTo>
                    <a:pt x="184761" y="331824"/>
                    <a:pt x="177345" y="279162"/>
                    <a:pt x="163430" y="228917"/>
                  </a:cubicBezTo>
                  <a:cubicBezTo>
                    <a:pt x="166929" y="228750"/>
                    <a:pt x="170512" y="228000"/>
                    <a:pt x="174345" y="226417"/>
                  </a:cubicBezTo>
                  <a:cubicBezTo>
                    <a:pt x="183261" y="222668"/>
                    <a:pt x="191594" y="217251"/>
                    <a:pt x="199926" y="212085"/>
                  </a:cubicBezTo>
                  <a:cubicBezTo>
                    <a:pt x="201009" y="234916"/>
                    <a:pt x="207176" y="257498"/>
                    <a:pt x="211259" y="279746"/>
                  </a:cubicBezTo>
                  <a:cubicBezTo>
                    <a:pt x="216425" y="308077"/>
                    <a:pt x="221174" y="336324"/>
                    <a:pt x="226007" y="364655"/>
                  </a:cubicBezTo>
                  <a:cubicBezTo>
                    <a:pt x="228507" y="379653"/>
                    <a:pt x="232590" y="394319"/>
                    <a:pt x="235173" y="409318"/>
                  </a:cubicBezTo>
                  <a:cubicBezTo>
                    <a:pt x="237840" y="425066"/>
                    <a:pt x="239256" y="441065"/>
                    <a:pt x="242256" y="456730"/>
                  </a:cubicBezTo>
                  <a:cubicBezTo>
                    <a:pt x="244839" y="470395"/>
                    <a:pt x="246089" y="484394"/>
                    <a:pt x="248505" y="498226"/>
                  </a:cubicBezTo>
                  <a:lnTo>
                    <a:pt x="248505" y="498226"/>
                  </a:lnTo>
                  <a:close/>
                  <a:moveTo>
                    <a:pt x="293584" y="430066"/>
                  </a:moveTo>
                  <a:cubicBezTo>
                    <a:pt x="295418" y="444564"/>
                    <a:pt x="296501" y="458980"/>
                    <a:pt x="297501" y="473478"/>
                  </a:cubicBezTo>
                  <a:cubicBezTo>
                    <a:pt x="298251" y="484477"/>
                    <a:pt x="300834" y="495893"/>
                    <a:pt x="301167" y="507059"/>
                  </a:cubicBezTo>
                  <a:cubicBezTo>
                    <a:pt x="288252" y="512558"/>
                    <a:pt x="275336" y="518058"/>
                    <a:pt x="262504" y="523724"/>
                  </a:cubicBezTo>
                  <a:cubicBezTo>
                    <a:pt x="261837" y="515724"/>
                    <a:pt x="259754" y="507475"/>
                    <a:pt x="258004" y="499893"/>
                  </a:cubicBezTo>
                  <a:cubicBezTo>
                    <a:pt x="254838" y="486061"/>
                    <a:pt x="252505" y="472062"/>
                    <a:pt x="249505" y="458230"/>
                  </a:cubicBezTo>
                  <a:cubicBezTo>
                    <a:pt x="246172" y="442731"/>
                    <a:pt x="244506" y="426899"/>
                    <a:pt x="242339" y="411234"/>
                  </a:cubicBezTo>
                  <a:cubicBezTo>
                    <a:pt x="240089" y="395235"/>
                    <a:pt x="236006" y="379487"/>
                    <a:pt x="233673" y="363572"/>
                  </a:cubicBezTo>
                  <a:cubicBezTo>
                    <a:pt x="229507" y="335907"/>
                    <a:pt x="225257" y="308327"/>
                    <a:pt x="220591" y="280746"/>
                  </a:cubicBezTo>
                  <a:cubicBezTo>
                    <a:pt x="218425" y="267830"/>
                    <a:pt x="214925" y="255248"/>
                    <a:pt x="213008" y="242249"/>
                  </a:cubicBezTo>
                  <a:cubicBezTo>
                    <a:pt x="211259" y="230750"/>
                    <a:pt x="210009" y="219001"/>
                    <a:pt x="207009" y="207752"/>
                  </a:cubicBezTo>
                  <a:cubicBezTo>
                    <a:pt x="209259" y="206419"/>
                    <a:pt x="211592" y="205003"/>
                    <a:pt x="213925" y="203753"/>
                  </a:cubicBezTo>
                  <a:cubicBezTo>
                    <a:pt x="228090" y="196087"/>
                    <a:pt x="242839" y="189504"/>
                    <a:pt x="257338" y="182421"/>
                  </a:cubicBezTo>
                  <a:cubicBezTo>
                    <a:pt x="260837" y="180755"/>
                    <a:pt x="264254" y="179005"/>
                    <a:pt x="267670" y="177255"/>
                  </a:cubicBezTo>
                  <a:cubicBezTo>
                    <a:pt x="274920" y="234000"/>
                    <a:pt x="276669" y="291411"/>
                    <a:pt x="282752" y="348240"/>
                  </a:cubicBezTo>
                  <a:cubicBezTo>
                    <a:pt x="285669" y="375654"/>
                    <a:pt x="290085" y="402735"/>
                    <a:pt x="293584" y="430066"/>
                  </a:cubicBezTo>
                  <a:lnTo>
                    <a:pt x="293584" y="430066"/>
                  </a:lnTo>
                  <a:close/>
                  <a:moveTo>
                    <a:pt x="335581" y="181171"/>
                  </a:moveTo>
                  <a:cubicBezTo>
                    <a:pt x="334747" y="197587"/>
                    <a:pt x="333831" y="213918"/>
                    <a:pt x="333414" y="230334"/>
                  </a:cubicBezTo>
                  <a:cubicBezTo>
                    <a:pt x="332581" y="261664"/>
                    <a:pt x="334331" y="292995"/>
                    <a:pt x="335497" y="324242"/>
                  </a:cubicBezTo>
                  <a:cubicBezTo>
                    <a:pt x="336664" y="356156"/>
                    <a:pt x="338830" y="387403"/>
                    <a:pt x="342663" y="419067"/>
                  </a:cubicBezTo>
                  <a:cubicBezTo>
                    <a:pt x="344580" y="435148"/>
                    <a:pt x="346580" y="451230"/>
                    <a:pt x="348163" y="467312"/>
                  </a:cubicBezTo>
                  <a:cubicBezTo>
                    <a:pt x="348746" y="472895"/>
                    <a:pt x="349746" y="479728"/>
                    <a:pt x="349413" y="485311"/>
                  </a:cubicBezTo>
                  <a:cubicBezTo>
                    <a:pt x="349413" y="485811"/>
                    <a:pt x="349413" y="486144"/>
                    <a:pt x="349496" y="486394"/>
                  </a:cubicBezTo>
                  <a:cubicBezTo>
                    <a:pt x="349246" y="486560"/>
                    <a:pt x="348913" y="486727"/>
                    <a:pt x="348496" y="487060"/>
                  </a:cubicBezTo>
                  <a:cubicBezTo>
                    <a:pt x="345163" y="489393"/>
                    <a:pt x="340414" y="490560"/>
                    <a:pt x="336581" y="492143"/>
                  </a:cubicBezTo>
                  <a:cubicBezTo>
                    <a:pt x="327581" y="495976"/>
                    <a:pt x="318499" y="499809"/>
                    <a:pt x="309500" y="503642"/>
                  </a:cubicBezTo>
                  <a:cubicBezTo>
                    <a:pt x="309666" y="495060"/>
                    <a:pt x="308333" y="486227"/>
                    <a:pt x="307667" y="477895"/>
                  </a:cubicBezTo>
                  <a:cubicBezTo>
                    <a:pt x="306667" y="464479"/>
                    <a:pt x="306167" y="450980"/>
                    <a:pt x="305167" y="437565"/>
                  </a:cubicBezTo>
                  <a:cubicBezTo>
                    <a:pt x="303000" y="408567"/>
                    <a:pt x="297917" y="379737"/>
                    <a:pt x="294918" y="350906"/>
                  </a:cubicBezTo>
                  <a:cubicBezTo>
                    <a:pt x="288752" y="292078"/>
                    <a:pt x="284419" y="232417"/>
                    <a:pt x="274253" y="174005"/>
                  </a:cubicBezTo>
                  <a:cubicBezTo>
                    <a:pt x="295751" y="162756"/>
                    <a:pt x="316582" y="150507"/>
                    <a:pt x="337914" y="139092"/>
                  </a:cubicBezTo>
                  <a:cubicBezTo>
                    <a:pt x="339914" y="148758"/>
                    <a:pt x="335831" y="175755"/>
                    <a:pt x="335581" y="181171"/>
                  </a:cubicBezTo>
                  <a:lnTo>
                    <a:pt x="335581" y="181171"/>
                  </a:lnTo>
                  <a:close/>
                </a:path>
              </a:pathLst>
            </a:custGeom>
            <a:grpFill/>
            <a:ln w="8332" cap="flat">
              <a:noFill/>
              <a:prstDash val="solid"/>
              <a:miter/>
            </a:ln>
          </p:spPr>
          <p:txBody>
            <a:bodyPr rtlCol="0" anchor="ctr"/>
            <a:lstStyle/>
            <a:p>
              <a:endParaRPr lang="en-US"/>
            </a:p>
          </p:txBody>
        </p:sp>
        <p:sp>
          <p:nvSpPr>
            <p:cNvPr id="1696" name="Freeform: Shape 1695"/>
            <p:cNvSpPr/>
            <p:nvPr/>
          </p:nvSpPr>
          <p:spPr>
            <a:xfrm>
              <a:off x="5551207" y="3820635"/>
              <a:ext cx="572461" cy="716473"/>
            </a:xfrm>
            <a:custGeom>
              <a:avLst/>
              <a:gdLst>
                <a:gd name="connsiteX0" fmla="*/ 5313 w 572461"/>
                <a:gd name="connsiteY0" fmla="*/ 659472 h 716473"/>
                <a:gd name="connsiteX1" fmla="*/ 10563 w 572461"/>
                <a:gd name="connsiteY1" fmla="*/ 709884 h 716473"/>
                <a:gd name="connsiteX2" fmla="*/ 65141 w 572461"/>
                <a:gd name="connsiteY2" fmla="*/ 709384 h 716473"/>
                <a:gd name="connsiteX3" fmla="*/ 121969 w 572461"/>
                <a:gd name="connsiteY3" fmla="*/ 662888 h 716473"/>
                <a:gd name="connsiteX4" fmla="*/ 191046 w 572461"/>
                <a:gd name="connsiteY4" fmla="*/ 619975 h 716473"/>
                <a:gd name="connsiteX5" fmla="*/ 235709 w 572461"/>
                <a:gd name="connsiteY5" fmla="*/ 571063 h 716473"/>
                <a:gd name="connsiteX6" fmla="*/ 298870 w 572461"/>
                <a:gd name="connsiteY6" fmla="*/ 525567 h 716473"/>
                <a:gd name="connsiteX7" fmla="*/ 334534 w 572461"/>
                <a:gd name="connsiteY7" fmla="*/ 466989 h 716473"/>
                <a:gd name="connsiteX8" fmla="*/ 356782 w 572461"/>
                <a:gd name="connsiteY8" fmla="*/ 426076 h 716473"/>
                <a:gd name="connsiteX9" fmla="*/ 385529 w 572461"/>
                <a:gd name="connsiteY9" fmla="*/ 399578 h 716473"/>
                <a:gd name="connsiteX10" fmla="*/ 417609 w 572461"/>
                <a:gd name="connsiteY10" fmla="*/ 339667 h 716473"/>
                <a:gd name="connsiteX11" fmla="*/ 405694 w 572461"/>
                <a:gd name="connsiteY11" fmla="*/ 268007 h 716473"/>
                <a:gd name="connsiteX12" fmla="*/ 441357 w 572461"/>
                <a:gd name="connsiteY12" fmla="*/ 241843 h 716473"/>
                <a:gd name="connsiteX13" fmla="*/ 479687 w 572461"/>
                <a:gd name="connsiteY13" fmla="*/ 207346 h 716473"/>
                <a:gd name="connsiteX14" fmla="*/ 510434 w 572461"/>
                <a:gd name="connsiteY14" fmla="*/ 171432 h 716473"/>
                <a:gd name="connsiteX15" fmla="*/ 500519 w 572461"/>
                <a:gd name="connsiteY15" fmla="*/ 144518 h 716473"/>
                <a:gd name="connsiteX16" fmla="*/ 553930 w 572461"/>
                <a:gd name="connsiteY16" fmla="*/ 106771 h 716473"/>
                <a:gd name="connsiteX17" fmla="*/ 568096 w 572461"/>
                <a:gd name="connsiteY17" fmla="*/ 61192 h 716473"/>
                <a:gd name="connsiteX18" fmla="*/ 528099 w 572461"/>
                <a:gd name="connsiteY18" fmla="*/ 60026 h 716473"/>
                <a:gd name="connsiteX19" fmla="*/ 470604 w 572461"/>
                <a:gd name="connsiteY19" fmla="*/ 113771 h 716473"/>
                <a:gd name="connsiteX20" fmla="*/ 437108 w 572461"/>
                <a:gd name="connsiteY20" fmla="*/ 152350 h 716473"/>
                <a:gd name="connsiteX21" fmla="*/ 468688 w 572461"/>
                <a:gd name="connsiteY21" fmla="*/ 103772 h 716473"/>
                <a:gd name="connsiteX22" fmla="*/ 504351 w 572461"/>
                <a:gd name="connsiteY22" fmla="*/ 42694 h 716473"/>
                <a:gd name="connsiteX23" fmla="*/ 480854 w 572461"/>
                <a:gd name="connsiteY23" fmla="*/ 781 h 716473"/>
                <a:gd name="connsiteX24" fmla="*/ 441691 w 572461"/>
                <a:gd name="connsiteY24" fmla="*/ 26195 h 716473"/>
                <a:gd name="connsiteX25" fmla="*/ 406360 w 572461"/>
                <a:gd name="connsiteY25" fmla="*/ 94022 h 716473"/>
                <a:gd name="connsiteX26" fmla="*/ 401861 w 572461"/>
                <a:gd name="connsiteY26" fmla="*/ 105355 h 716473"/>
                <a:gd name="connsiteX27" fmla="*/ 385946 w 572461"/>
                <a:gd name="connsiteY27" fmla="*/ 103522 h 716473"/>
                <a:gd name="connsiteX28" fmla="*/ 377780 w 572461"/>
                <a:gd name="connsiteY28" fmla="*/ 114270 h 716473"/>
                <a:gd name="connsiteX29" fmla="*/ 361781 w 572461"/>
                <a:gd name="connsiteY29" fmla="*/ 137019 h 716473"/>
                <a:gd name="connsiteX30" fmla="*/ 338783 w 572461"/>
                <a:gd name="connsiteY30" fmla="*/ 182848 h 716473"/>
                <a:gd name="connsiteX31" fmla="*/ 324035 w 572461"/>
                <a:gd name="connsiteY31" fmla="*/ 219261 h 716473"/>
                <a:gd name="connsiteX32" fmla="*/ 309119 w 572461"/>
                <a:gd name="connsiteY32" fmla="*/ 218678 h 716473"/>
                <a:gd name="connsiteX33" fmla="*/ 236459 w 572461"/>
                <a:gd name="connsiteY33" fmla="*/ 238176 h 716473"/>
                <a:gd name="connsiteX34" fmla="*/ 191213 w 572461"/>
                <a:gd name="connsiteY34" fmla="*/ 295088 h 716473"/>
                <a:gd name="connsiteX35" fmla="*/ 162049 w 572461"/>
                <a:gd name="connsiteY35" fmla="*/ 383163 h 716473"/>
                <a:gd name="connsiteX36" fmla="*/ 132218 w 572461"/>
                <a:gd name="connsiteY36" fmla="*/ 414577 h 716473"/>
                <a:gd name="connsiteX37" fmla="*/ 112970 w 572461"/>
                <a:gd name="connsiteY37" fmla="*/ 441908 h 716473"/>
                <a:gd name="connsiteX38" fmla="*/ 81306 w 572461"/>
                <a:gd name="connsiteY38" fmla="*/ 520318 h 716473"/>
                <a:gd name="connsiteX39" fmla="*/ 55475 w 572461"/>
                <a:gd name="connsiteY39" fmla="*/ 553731 h 716473"/>
                <a:gd name="connsiteX40" fmla="*/ 45643 w 572461"/>
                <a:gd name="connsiteY40" fmla="*/ 587228 h 716473"/>
                <a:gd name="connsiteX41" fmla="*/ 20479 w 572461"/>
                <a:gd name="connsiteY41" fmla="*/ 628307 h 716473"/>
                <a:gd name="connsiteX42" fmla="*/ 5313 w 572461"/>
                <a:gd name="connsiteY42" fmla="*/ 659472 h 716473"/>
                <a:gd name="connsiteX43" fmla="*/ 5313 w 572461"/>
                <a:gd name="connsiteY43" fmla="*/ 659472 h 716473"/>
                <a:gd name="connsiteX44" fmla="*/ 399528 w 572461"/>
                <a:gd name="connsiteY44" fmla="*/ 111105 h 716473"/>
                <a:gd name="connsiteX45" fmla="*/ 373447 w 572461"/>
                <a:gd name="connsiteY45" fmla="*/ 171599 h 716473"/>
                <a:gd name="connsiteX46" fmla="*/ 355615 w 572461"/>
                <a:gd name="connsiteY46" fmla="*/ 206762 h 716473"/>
                <a:gd name="connsiteX47" fmla="*/ 348616 w 572461"/>
                <a:gd name="connsiteY47" fmla="*/ 223261 h 716473"/>
                <a:gd name="connsiteX48" fmla="*/ 338117 w 572461"/>
                <a:gd name="connsiteY48" fmla="*/ 220844 h 716473"/>
                <a:gd name="connsiteX49" fmla="*/ 346616 w 572461"/>
                <a:gd name="connsiteY49" fmla="*/ 196180 h 716473"/>
                <a:gd name="connsiteX50" fmla="*/ 359198 w 572461"/>
                <a:gd name="connsiteY50" fmla="*/ 162600 h 716473"/>
                <a:gd name="connsiteX51" fmla="*/ 379613 w 572461"/>
                <a:gd name="connsiteY51" fmla="*/ 129103 h 716473"/>
                <a:gd name="connsiteX52" fmla="*/ 388112 w 572461"/>
                <a:gd name="connsiteY52" fmla="*/ 114604 h 716473"/>
                <a:gd name="connsiteX53" fmla="*/ 399528 w 572461"/>
                <a:gd name="connsiteY53" fmla="*/ 111105 h 716473"/>
                <a:gd name="connsiteX54" fmla="*/ 399528 w 572461"/>
                <a:gd name="connsiteY54" fmla="*/ 111105 h 716473"/>
                <a:gd name="connsiteX55" fmla="*/ 435107 w 572461"/>
                <a:gd name="connsiteY55" fmla="*/ 133019 h 716473"/>
                <a:gd name="connsiteX56" fmla="*/ 400361 w 572461"/>
                <a:gd name="connsiteY56" fmla="*/ 184764 h 716473"/>
                <a:gd name="connsiteX57" fmla="*/ 382279 w 572461"/>
                <a:gd name="connsiteY57" fmla="*/ 209679 h 716473"/>
                <a:gd name="connsiteX58" fmla="*/ 371780 w 572461"/>
                <a:gd name="connsiteY58" fmla="*/ 225927 h 716473"/>
                <a:gd name="connsiteX59" fmla="*/ 367530 w 572461"/>
                <a:gd name="connsiteY59" fmla="*/ 231093 h 716473"/>
                <a:gd name="connsiteX60" fmla="*/ 358198 w 572461"/>
                <a:gd name="connsiteY60" fmla="*/ 226511 h 716473"/>
                <a:gd name="connsiteX61" fmla="*/ 382112 w 572461"/>
                <a:gd name="connsiteY61" fmla="*/ 180181 h 716473"/>
                <a:gd name="connsiteX62" fmla="*/ 407444 w 572461"/>
                <a:gd name="connsiteY62" fmla="*/ 118770 h 716473"/>
                <a:gd name="connsiteX63" fmla="*/ 432775 w 572461"/>
                <a:gd name="connsiteY63" fmla="*/ 57609 h 716473"/>
                <a:gd name="connsiteX64" fmla="*/ 478104 w 572461"/>
                <a:gd name="connsiteY64" fmla="*/ 12447 h 716473"/>
                <a:gd name="connsiteX65" fmla="*/ 491519 w 572461"/>
                <a:gd name="connsiteY65" fmla="*/ 49610 h 716473"/>
                <a:gd name="connsiteX66" fmla="*/ 472188 w 572461"/>
                <a:gd name="connsiteY66" fmla="*/ 77357 h 716473"/>
                <a:gd name="connsiteX67" fmla="*/ 435107 w 572461"/>
                <a:gd name="connsiteY67" fmla="*/ 133019 h 716473"/>
                <a:gd name="connsiteX68" fmla="*/ 435107 w 572461"/>
                <a:gd name="connsiteY68" fmla="*/ 133019 h 716473"/>
                <a:gd name="connsiteX69" fmla="*/ 506518 w 572461"/>
                <a:gd name="connsiteY69" fmla="*/ 124603 h 716473"/>
                <a:gd name="connsiteX70" fmla="*/ 456939 w 572461"/>
                <a:gd name="connsiteY70" fmla="*/ 164683 h 716473"/>
                <a:gd name="connsiteX71" fmla="*/ 382696 w 572461"/>
                <a:gd name="connsiteY71" fmla="*/ 242843 h 716473"/>
                <a:gd name="connsiteX72" fmla="*/ 381029 w 572461"/>
                <a:gd name="connsiteY72" fmla="*/ 241093 h 716473"/>
                <a:gd name="connsiteX73" fmla="*/ 376946 w 572461"/>
                <a:gd name="connsiteY73" fmla="*/ 237510 h 716473"/>
                <a:gd name="connsiteX74" fmla="*/ 410610 w 572461"/>
                <a:gd name="connsiteY74" fmla="*/ 196847 h 716473"/>
                <a:gd name="connsiteX75" fmla="*/ 454856 w 572461"/>
                <a:gd name="connsiteY75" fmla="*/ 144268 h 716473"/>
                <a:gd name="connsiteX76" fmla="*/ 503268 w 572461"/>
                <a:gd name="connsiteY76" fmla="*/ 90939 h 716473"/>
                <a:gd name="connsiteX77" fmla="*/ 529432 w 572461"/>
                <a:gd name="connsiteY77" fmla="*/ 70024 h 716473"/>
                <a:gd name="connsiteX78" fmla="*/ 551764 w 572461"/>
                <a:gd name="connsiteY78" fmla="*/ 61692 h 716473"/>
                <a:gd name="connsiteX79" fmla="*/ 557263 w 572461"/>
                <a:gd name="connsiteY79" fmla="*/ 86356 h 716473"/>
                <a:gd name="connsiteX80" fmla="*/ 530682 w 572461"/>
                <a:gd name="connsiteY80" fmla="*/ 107271 h 716473"/>
                <a:gd name="connsiteX81" fmla="*/ 506518 w 572461"/>
                <a:gd name="connsiteY81" fmla="*/ 124603 h 716473"/>
                <a:gd name="connsiteX82" fmla="*/ 506518 w 572461"/>
                <a:gd name="connsiteY82" fmla="*/ 124603 h 716473"/>
                <a:gd name="connsiteX83" fmla="*/ 398611 w 572461"/>
                <a:gd name="connsiteY83" fmla="*/ 255841 h 716473"/>
                <a:gd name="connsiteX84" fmla="*/ 397694 w 572461"/>
                <a:gd name="connsiteY84" fmla="*/ 256008 h 716473"/>
                <a:gd name="connsiteX85" fmla="*/ 388612 w 572461"/>
                <a:gd name="connsiteY85" fmla="*/ 247342 h 716473"/>
                <a:gd name="connsiteX86" fmla="*/ 403777 w 572461"/>
                <a:gd name="connsiteY86" fmla="*/ 227510 h 716473"/>
                <a:gd name="connsiteX87" fmla="*/ 435858 w 572461"/>
                <a:gd name="connsiteY87" fmla="*/ 195930 h 716473"/>
                <a:gd name="connsiteX88" fmla="*/ 493936 w 572461"/>
                <a:gd name="connsiteY88" fmla="*/ 149351 h 716473"/>
                <a:gd name="connsiteX89" fmla="*/ 495769 w 572461"/>
                <a:gd name="connsiteY89" fmla="*/ 147851 h 716473"/>
                <a:gd name="connsiteX90" fmla="*/ 500519 w 572461"/>
                <a:gd name="connsiteY90" fmla="*/ 162016 h 716473"/>
                <a:gd name="connsiteX91" fmla="*/ 482020 w 572461"/>
                <a:gd name="connsiteY91" fmla="*/ 189097 h 716473"/>
                <a:gd name="connsiteX92" fmla="*/ 456106 w 572461"/>
                <a:gd name="connsiteY92" fmla="*/ 214512 h 716473"/>
                <a:gd name="connsiteX93" fmla="*/ 398611 w 572461"/>
                <a:gd name="connsiteY93" fmla="*/ 255841 h 716473"/>
                <a:gd name="connsiteX94" fmla="*/ 398611 w 572461"/>
                <a:gd name="connsiteY94" fmla="*/ 255841 h 716473"/>
                <a:gd name="connsiteX95" fmla="*/ 20895 w 572461"/>
                <a:gd name="connsiteY95" fmla="*/ 660805 h 716473"/>
                <a:gd name="connsiteX96" fmla="*/ 54475 w 572461"/>
                <a:gd name="connsiteY96" fmla="*/ 602144 h 716473"/>
                <a:gd name="connsiteX97" fmla="*/ 64974 w 572461"/>
                <a:gd name="connsiteY97" fmla="*/ 567980 h 716473"/>
                <a:gd name="connsiteX98" fmla="*/ 65308 w 572461"/>
                <a:gd name="connsiteY98" fmla="*/ 567147 h 716473"/>
                <a:gd name="connsiteX99" fmla="*/ 149550 w 572461"/>
                <a:gd name="connsiteY99" fmla="*/ 619142 h 716473"/>
                <a:gd name="connsiteX100" fmla="*/ 149634 w 572461"/>
                <a:gd name="connsiteY100" fmla="*/ 618309 h 716473"/>
                <a:gd name="connsiteX101" fmla="*/ 100055 w 572461"/>
                <a:gd name="connsiteY101" fmla="*/ 591978 h 716473"/>
                <a:gd name="connsiteX102" fmla="*/ 74223 w 572461"/>
                <a:gd name="connsiteY102" fmla="*/ 555564 h 716473"/>
                <a:gd name="connsiteX103" fmla="*/ 72724 w 572461"/>
                <a:gd name="connsiteY103" fmla="*/ 554148 h 716473"/>
                <a:gd name="connsiteX104" fmla="*/ 85306 w 572461"/>
                <a:gd name="connsiteY104" fmla="*/ 538982 h 716473"/>
                <a:gd name="connsiteX105" fmla="*/ 114303 w 572461"/>
                <a:gd name="connsiteY105" fmla="*/ 483488 h 716473"/>
                <a:gd name="connsiteX106" fmla="*/ 137218 w 572461"/>
                <a:gd name="connsiteY106" fmla="*/ 433658 h 716473"/>
                <a:gd name="connsiteX107" fmla="*/ 154633 w 572461"/>
                <a:gd name="connsiteY107" fmla="*/ 464322 h 716473"/>
                <a:gd name="connsiteX108" fmla="*/ 186297 w 572461"/>
                <a:gd name="connsiteY108" fmla="*/ 493820 h 716473"/>
                <a:gd name="connsiteX109" fmla="*/ 239459 w 572461"/>
                <a:gd name="connsiteY109" fmla="*/ 505319 h 716473"/>
                <a:gd name="connsiteX110" fmla="*/ 239875 w 572461"/>
                <a:gd name="connsiteY110" fmla="*/ 503402 h 716473"/>
                <a:gd name="connsiteX111" fmla="*/ 195796 w 572461"/>
                <a:gd name="connsiteY111" fmla="*/ 486404 h 716473"/>
                <a:gd name="connsiteX112" fmla="*/ 166715 w 572461"/>
                <a:gd name="connsiteY112" fmla="*/ 456823 h 716473"/>
                <a:gd name="connsiteX113" fmla="*/ 153966 w 572461"/>
                <a:gd name="connsiteY113" fmla="*/ 434658 h 716473"/>
                <a:gd name="connsiteX114" fmla="*/ 147717 w 572461"/>
                <a:gd name="connsiteY114" fmla="*/ 420910 h 716473"/>
                <a:gd name="connsiteX115" fmla="*/ 182464 w 572461"/>
                <a:gd name="connsiteY115" fmla="*/ 371831 h 716473"/>
                <a:gd name="connsiteX116" fmla="*/ 189630 w 572461"/>
                <a:gd name="connsiteY116" fmla="*/ 345833 h 716473"/>
                <a:gd name="connsiteX117" fmla="*/ 270373 w 572461"/>
                <a:gd name="connsiteY117" fmla="*/ 402078 h 716473"/>
                <a:gd name="connsiteX118" fmla="*/ 270789 w 572461"/>
                <a:gd name="connsiteY118" fmla="*/ 400995 h 716473"/>
                <a:gd name="connsiteX119" fmla="*/ 222294 w 572461"/>
                <a:gd name="connsiteY119" fmla="*/ 366914 h 716473"/>
                <a:gd name="connsiteX120" fmla="*/ 195129 w 572461"/>
                <a:gd name="connsiteY120" fmla="*/ 335084 h 716473"/>
                <a:gd name="connsiteX121" fmla="*/ 192630 w 572461"/>
                <a:gd name="connsiteY121" fmla="*/ 334418 h 716473"/>
                <a:gd name="connsiteX122" fmla="*/ 203545 w 572461"/>
                <a:gd name="connsiteY122" fmla="*/ 302420 h 716473"/>
                <a:gd name="connsiteX123" fmla="*/ 238126 w 572461"/>
                <a:gd name="connsiteY123" fmla="*/ 254924 h 716473"/>
                <a:gd name="connsiteX124" fmla="*/ 277205 w 572461"/>
                <a:gd name="connsiteY124" fmla="*/ 306920 h 716473"/>
                <a:gd name="connsiteX125" fmla="*/ 357281 w 572461"/>
                <a:gd name="connsiteY125" fmla="*/ 323668 h 716473"/>
                <a:gd name="connsiteX126" fmla="*/ 357281 w 572461"/>
                <a:gd name="connsiteY126" fmla="*/ 323002 h 716473"/>
                <a:gd name="connsiteX127" fmla="*/ 283955 w 572461"/>
                <a:gd name="connsiteY127" fmla="*/ 295838 h 716473"/>
                <a:gd name="connsiteX128" fmla="*/ 258707 w 572461"/>
                <a:gd name="connsiteY128" fmla="*/ 262257 h 716473"/>
                <a:gd name="connsiteX129" fmla="*/ 251041 w 572461"/>
                <a:gd name="connsiteY129" fmla="*/ 247009 h 716473"/>
                <a:gd name="connsiteX130" fmla="*/ 313035 w 572461"/>
                <a:gd name="connsiteY130" fmla="*/ 233927 h 716473"/>
                <a:gd name="connsiteX131" fmla="*/ 374530 w 572461"/>
                <a:gd name="connsiteY131" fmla="*/ 254591 h 716473"/>
                <a:gd name="connsiteX132" fmla="*/ 403444 w 572461"/>
                <a:gd name="connsiteY132" fmla="*/ 293504 h 716473"/>
                <a:gd name="connsiteX133" fmla="*/ 405110 w 572461"/>
                <a:gd name="connsiteY133" fmla="*/ 305920 h 716473"/>
                <a:gd name="connsiteX134" fmla="*/ 402194 w 572461"/>
                <a:gd name="connsiteY134" fmla="*/ 349916 h 716473"/>
                <a:gd name="connsiteX135" fmla="*/ 385946 w 572461"/>
                <a:gd name="connsiteY135" fmla="*/ 379080 h 716473"/>
                <a:gd name="connsiteX136" fmla="*/ 369030 w 572461"/>
                <a:gd name="connsiteY136" fmla="*/ 383663 h 716473"/>
                <a:gd name="connsiteX137" fmla="*/ 328950 w 572461"/>
                <a:gd name="connsiteY137" fmla="*/ 381163 h 716473"/>
                <a:gd name="connsiteX138" fmla="*/ 265956 w 572461"/>
                <a:gd name="connsiteY138" fmla="*/ 331751 h 716473"/>
                <a:gd name="connsiteX139" fmla="*/ 259957 w 572461"/>
                <a:gd name="connsiteY139" fmla="*/ 335501 h 716473"/>
                <a:gd name="connsiteX140" fmla="*/ 322451 w 572461"/>
                <a:gd name="connsiteY140" fmla="*/ 391579 h 716473"/>
                <a:gd name="connsiteX141" fmla="*/ 362697 w 572461"/>
                <a:gd name="connsiteY141" fmla="*/ 395329 h 716473"/>
                <a:gd name="connsiteX142" fmla="*/ 371863 w 572461"/>
                <a:gd name="connsiteY142" fmla="*/ 393246 h 716473"/>
                <a:gd name="connsiteX143" fmla="*/ 331784 w 572461"/>
                <a:gd name="connsiteY143" fmla="*/ 434242 h 716473"/>
                <a:gd name="connsiteX144" fmla="*/ 318035 w 572461"/>
                <a:gd name="connsiteY144" fmla="*/ 472738 h 716473"/>
                <a:gd name="connsiteX145" fmla="*/ 298203 w 572461"/>
                <a:gd name="connsiteY145" fmla="*/ 475072 h 716473"/>
                <a:gd name="connsiteX146" fmla="*/ 263707 w 572461"/>
                <a:gd name="connsiteY146" fmla="*/ 468572 h 716473"/>
                <a:gd name="connsiteX147" fmla="*/ 201629 w 572461"/>
                <a:gd name="connsiteY147" fmla="*/ 420493 h 716473"/>
                <a:gd name="connsiteX148" fmla="*/ 195796 w 572461"/>
                <a:gd name="connsiteY148" fmla="*/ 424076 h 716473"/>
                <a:gd name="connsiteX149" fmla="*/ 254124 w 572461"/>
                <a:gd name="connsiteY149" fmla="*/ 478738 h 716473"/>
                <a:gd name="connsiteX150" fmla="*/ 294954 w 572461"/>
                <a:gd name="connsiteY150" fmla="*/ 486154 h 716473"/>
                <a:gd name="connsiteX151" fmla="*/ 315285 w 572461"/>
                <a:gd name="connsiteY151" fmla="*/ 480321 h 716473"/>
                <a:gd name="connsiteX152" fmla="*/ 299537 w 572461"/>
                <a:gd name="connsiteY152" fmla="*/ 505902 h 716473"/>
                <a:gd name="connsiteX153" fmla="*/ 246875 w 572461"/>
                <a:gd name="connsiteY153" fmla="*/ 539482 h 716473"/>
                <a:gd name="connsiteX154" fmla="*/ 218377 w 572461"/>
                <a:gd name="connsiteY154" fmla="*/ 566396 h 716473"/>
                <a:gd name="connsiteX155" fmla="*/ 206045 w 572461"/>
                <a:gd name="connsiteY155" fmla="*/ 561647 h 716473"/>
                <a:gd name="connsiteX156" fmla="*/ 187630 w 572461"/>
                <a:gd name="connsiteY156" fmla="*/ 556481 h 716473"/>
                <a:gd name="connsiteX157" fmla="*/ 140801 w 572461"/>
                <a:gd name="connsiteY157" fmla="*/ 529400 h 716473"/>
                <a:gd name="connsiteX158" fmla="*/ 139134 w 572461"/>
                <a:gd name="connsiteY158" fmla="*/ 530733 h 716473"/>
                <a:gd name="connsiteX159" fmla="*/ 212211 w 572461"/>
                <a:gd name="connsiteY159" fmla="*/ 574146 h 716473"/>
                <a:gd name="connsiteX160" fmla="*/ 207628 w 572461"/>
                <a:gd name="connsiteY160" fmla="*/ 579979 h 716473"/>
                <a:gd name="connsiteX161" fmla="*/ 183214 w 572461"/>
                <a:gd name="connsiteY161" fmla="*/ 604893 h 716473"/>
                <a:gd name="connsiteX162" fmla="*/ 155133 w 572461"/>
                <a:gd name="connsiteY162" fmla="*/ 619392 h 716473"/>
                <a:gd name="connsiteX163" fmla="*/ 105721 w 572461"/>
                <a:gd name="connsiteY163" fmla="*/ 654722 h 716473"/>
                <a:gd name="connsiteX164" fmla="*/ 104721 w 572461"/>
                <a:gd name="connsiteY164" fmla="*/ 655722 h 716473"/>
                <a:gd name="connsiteX165" fmla="*/ 77807 w 572461"/>
                <a:gd name="connsiteY165" fmla="*/ 640640 h 716473"/>
                <a:gd name="connsiteX166" fmla="*/ 58558 w 572461"/>
                <a:gd name="connsiteY166" fmla="*/ 621558 h 716473"/>
                <a:gd name="connsiteX167" fmla="*/ 51642 w 572461"/>
                <a:gd name="connsiteY167" fmla="*/ 625891 h 716473"/>
                <a:gd name="connsiteX168" fmla="*/ 101971 w 572461"/>
                <a:gd name="connsiteY168" fmla="*/ 658388 h 716473"/>
                <a:gd name="connsiteX169" fmla="*/ 56309 w 572461"/>
                <a:gd name="connsiteY169" fmla="*/ 695218 h 716473"/>
                <a:gd name="connsiteX170" fmla="*/ 17396 w 572461"/>
                <a:gd name="connsiteY170" fmla="*/ 693135 h 716473"/>
                <a:gd name="connsiteX171" fmla="*/ 20895 w 572461"/>
                <a:gd name="connsiteY171" fmla="*/ 660805 h 716473"/>
                <a:gd name="connsiteX172" fmla="*/ 20895 w 572461"/>
                <a:gd name="connsiteY172" fmla="*/ 660805 h 716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Lst>
              <a:rect l="l" t="t" r="r" b="b"/>
              <a:pathLst>
                <a:path w="572461" h="716473">
                  <a:moveTo>
                    <a:pt x="5313" y="659472"/>
                  </a:moveTo>
                  <a:cubicBezTo>
                    <a:pt x="-270" y="675054"/>
                    <a:pt x="-5019" y="698135"/>
                    <a:pt x="10563" y="709884"/>
                  </a:cubicBezTo>
                  <a:cubicBezTo>
                    <a:pt x="25395" y="721049"/>
                    <a:pt x="49559" y="716050"/>
                    <a:pt x="65141" y="709384"/>
                  </a:cubicBezTo>
                  <a:cubicBezTo>
                    <a:pt x="88389" y="699218"/>
                    <a:pt x="103471" y="679303"/>
                    <a:pt x="121969" y="662888"/>
                  </a:cubicBezTo>
                  <a:cubicBezTo>
                    <a:pt x="143051" y="644140"/>
                    <a:pt x="167548" y="634640"/>
                    <a:pt x="191046" y="619975"/>
                  </a:cubicBezTo>
                  <a:cubicBezTo>
                    <a:pt x="210378" y="607893"/>
                    <a:pt x="221043" y="587562"/>
                    <a:pt x="235709" y="571063"/>
                  </a:cubicBezTo>
                  <a:cubicBezTo>
                    <a:pt x="253291" y="551065"/>
                    <a:pt x="277955" y="541399"/>
                    <a:pt x="298870" y="525567"/>
                  </a:cubicBezTo>
                  <a:cubicBezTo>
                    <a:pt x="319285" y="510152"/>
                    <a:pt x="327367" y="490820"/>
                    <a:pt x="334534" y="466989"/>
                  </a:cubicBezTo>
                  <a:cubicBezTo>
                    <a:pt x="339200" y="451324"/>
                    <a:pt x="344532" y="437408"/>
                    <a:pt x="356782" y="426076"/>
                  </a:cubicBezTo>
                  <a:cubicBezTo>
                    <a:pt x="366364" y="417160"/>
                    <a:pt x="376363" y="408828"/>
                    <a:pt x="385529" y="399578"/>
                  </a:cubicBezTo>
                  <a:cubicBezTo>
                    <a:pt x="403027" y="381996"/>
                    <a:pt x="414276" y="364665"/>
                    <a:pt x="417609" y="339667"/>
                  </a:cubicBezTo>
                  <a:cubicBezTo>
                    <a:pt x="420443" y="318419"/>
                    <a:pt x="417360" y="289588"/>
                    <a:pt x="405694" y="268007"/>
                  </a:cubicBezTo>
                  <a:cubicBezTo>
                    <a:pt x="419359" y="261841"/>
                    <a:pt x="430108" y="251258"/>
                    <a:pt x="441357" y="241843"/>
                  </a:cubicBezTo>
                  <a:cubicBezTo>
                    <a:pt x="454606" y="230760"/>
                    <a:pt x="467272" y="219511"/>
                    <a:pt x="479687" y="207346"/>
                  </a:cubicBezTo>
                  <a:cubicBezTo>
                    <a:pt x="489020" y="198180"/>
                    <a:pt x="506685" y="184431"/>
                    <a:pt x="510434" y="171432"/>
                  </a:cubicBezTo>
                  <a:cubicBezTo>
                    <a:pt x="513184" y="162183"/>
                    <a:pt x="506935" y="151934"/>
                    <a:pt x="500519" y="144518"/>
                  </a:cubicBezTo>
                  <a:cubicBezTo>
                    <a:pt x="517933" y="131102"/>
                    <a:pt x="535765" y="119187"/>
                    <a:pt x="553930" y="106771"/>
                  </a:cubicBezTo>
                  <a:cubicBezTo>
                    <a:pt x="569096" y="96439"/>
                    <a:pt x="578428" y="78857"/>
                    <a:pt x="568096" y="61192"/>
                  </a:cubicBezTo>
                  <a:cubicBezTo>
                    <a:pt x="556847" y="41777"/>
                    <a:pt x="542681" y="49943"/>
                    <a:pt x="528099" y="60026"/>
                  </a:cubicBezTo>
                  <a:cubicBezTo>
                    <a:pt x="506434" y="75024"/>
                    <a:pt x="487353" y="93522"/>
                    <a:pt x="470604" y="113771"/>
                  </a:cubicBezTo>
                  <a:cubicBezTo>
                    <a:pt x="459772" y="126853"/>
                    <a:pt x="448440" y="139602"/>
                    <a:pt x="437108" y="152350"/>
                  </a:cubicBezTo>
                  <a:cubicBezTo>
                    <a:pt x="447773" y="136269"/>
                    <a:pt x="457772" y="119770"/>
                    <a:pt x="468688" y="103772"/>
                  </a:cubicBezTo>
                  <a:cubicBezTo>
                    <a:pt x="480354" y="86607"/>
                    <a:pt x="503851" y="64942"/>
                    <a:pt x="504351" y="42694"/>
                  </a:cubicBezTo>
                  <a:cubicBezTo>
                    <a:pt x="504685" y="29445"/>
                    <a:pt x="495102" y="5197"/>
                    <a:pt x="480854" y="781"/>
                  </a:cubicBezTo>
                  <a:cubicBezTo>
                    <a:pt x="464855" y="-4219"/>
                    <a:pt x="450023" y="16029"/>
                    <a:pt x="441691" y="26195"/>
                  </a:cubicBezTo>
                  <a:cubicBezTo>
                    <a:pt x="425192" y="46444"/>
                    <a:pt x="416026" y="70108"/>
                    <a:pt x="406360" y="94022"/>
                  </a:cubicBezTo>
                  <a:cubicBezTo>
                    <a:pt x="404861" y="97772"/>
                    <a:pt x="403360" y="101522"/>
                    <a:pt x="401861" y="105355"/>
                  </a:cubicBezTo>
                  <a:cubicBezTo>
                    <a:pt x="397111" y="101522"/>
                    <a:pt x="392362" y="99106"/>
                    <a:pt x="385946" y="103522"/>
                  </a:cubicBezTo>
                  <a:cubicBezTo>
                    <a:pt x="382196" y="106105"/>
                    <a:pt x="380113" y="110521"/>
                    <a:pt x="377780" y="114270"/>
                  </a:cubicBezTo>
                  <a:cubicBezTo>
                    <a:pt x="372780" y="122270"/>
                    <a:pt x="367281" y="129519"/>
                    <a:pt x="361781" y="137019"/>
                  </a:cubicBezTo>
                  <a:cubicBezTo>
                    <a:pt x="351699" y="150934"/>
                    <a:pt x="345699" y="167266"/>
                    <a:pt x="338783" y="182848"/>
                  </a:cubicBezTo>
                  <a:cubicBezTo>
                    <a:pt x="333450" y="194930"/>
                    <a:pt x="327367" y="206512"/>
                    <a:pt x="324035" y="219261"/>
                  </a:cubicBezTo>
                  <a:cubicBezTo>
                    <a:pt x="319201" y="218928"/>
                    <a:pt x="314202" y="218678"/>
                    <a:pt x="309119" y="218678"/>
                  </a:cubicBezTo>
                  <a:cubicBezTo>
                    <a:pt x="283788" y="218428"/>
                    <a:pt x="258290" y="225094"/>
                    <a:pt x="236459" y="238176"/>
                  </a:cubicBezTo>
                  <a:cubicBezTo>
                    <a:pt x="214544" y="251342"/>
                    <a:pt x="201712" y="272507"/>
                    <a:pt x="191213" y="295088"/>
                  </a:cubicBezTo>
                  <a:cubicBezTo>
                    <a:pt x="178214" y="322752"/>
                    <a:pt x="178714" y="357665"/>
                    <a:pt x="162049" y="383163"/>
                  </a:cubicBezTo>
                  <a:cubicBezTo>
                    <a:pt x="153966" y="395412"/>
                    <a:pt x="141967" y="403828"/>
                    <a:pt x="132218" y="414577"/>
                  </a:cubicBezTo>
                  <a:cubicBezTo>
                    <a:pt x="124802" y="422826"/>
                    <a:pt x="118303" y="432159"/>
                    <a:pt x="112970" y="441908"/>
                  </a:cubicBezTo>
                  <a:cubicBezTo>
                    <a:pt x="99221" y="467072"/>
                    <a:pt x="98555" y="496820"/>
                    <a:pt x="81306" y="520318"/>
                  </a:cubicBezTo>
                  <a:cubicBezTo>
                    <a:pt x="73057" y="531566"/>
                    <a:pt x="62308" y="541482"/>
                    <a:pt x="55475" y="553731"/>
                  </a:cubicBezTo>
                  <a:cubicBezTo>
                    <a:pt x="49726" y="564064"/>
                    <a:pt x="49309" y="576146"/>
                    <a:pt x="45643" y="587228"/>
                  </a:cubicBezTo>
                  <a:cubicBezTo>
                    <a:pt x="40310" y="603143"/>
                    <a:pt x="29311" y="614476"/>
                    <a:pt x="20479" y="628307"/>
                  </a:cubicBezTo>
                  <a:cubicBezTo>
                    <a:pt x="14146" y="637974"/>
                    <a:pt x="9229" y="648556"/>
                    <a:pt x="5313" y="659472"/>
                  </a:cubicBezTo>
                  <a:lnTo>
                    <a:pt x="5313" y="659472"/>
                  </a:lnTo>
                  <a:close/>
                  <a:moveTo>
                    <a:pt x="399528" y="111105"/>
                  </a:moveTo>
                  <a:cubicBezTo>
                    <a:pt x="391279" y="131519"/>
                    <a:pt x="382863" y="151934"/>
                    <a:pt x="373447" y="171599"/>
                  </a:cubicBezTo>
                  <a:cubicBezTo>
                    <a:pt x="367781" y="183348"/>
                    <a:pt x="362114" y="195347"/>
                    <a:pt x="355615" y="206762"/>
                  </a:cubicBezTo>
                  <a:cubicBezTo>
                    <a:pt x="352115" y="212928"/>
                    <a:pt x="348782" y="217178"/>
                    <a:pt x="348616" y="223261"/>
                  </a:cubicBezTo>
                  <a:cubicBezTo>
                    <a:pt x="345199" y="222261"/>
                    <a:pt x="341700" y="221511"/>
                    <a:pt x="338117" y="220844"/>
                  </a:cubicBezTo>
                  <a:cubicBezTo>
                    <a:pt x="340033" y="212345"/>
                    <a:pt x="343283" y="204263"/>
                    <a:pt x="346616" y="196180"/>
                  </a:cubicBezTo>
                  <a:cubicBezTo>
                    <a:pt x="351199" y="185181"/>
                    <a:pt x="354365" y="173599"/>
                    <a:pt x="359198" y="162600"/>
                  </a:cubicBezTo>
                  <a:cubicBezTo>
                    <a:pt x="364614" y="150267"/>
                    <a:pt x="372363" y="140351"/>
                    <a:pt x="379613" y="129103"/>
                  </a:cubicBezTo>
                  <a:cubicBezTo>
                    <a:pt x="382279" y="125103"/>
                    <a:pt x="384529" y="117854"/>
                    <a:pt x="388112" y="114604"/>
                  </a:cubicBezTo>
                  <a:cubicBezTo>
                    <a:pt x="392195" y="110938"/>
                    <a:pt x="395695" y="110521"/>
                    <a:pt x="399528" y="111105"/>
                  </a:cubicBezTo>
                  <a:lnTo>
                    <a:pt x="399528" y="111105"/>
                  </a:lnTo>
                  <a:close/>
                  <a:moveTo>
                    <a:pt x="435107" y="133019"/>
                  </a:moveTo>
                  <a:cubicBezTo>
                    <a:pt x="423859" y="150601"/>
                    <a:pt x="411860" y="167432"/>
                    <a:pt x="400361" y="184764"/>
                  </a:cubicBezTo>
                  <a:cubicBezTo>
                    <a:pt x="394695" y="193347"/>
                    <a:pt x="388612" y="201596"/>
                    <a:pt x="382279" y="209679"/>
                  </a:cubicBezTo>
                  <a:cubicBezTo>
                    <a:pt x="381446" y="210762"/>
                    <a:pt x="374946" y="220178"/>
                    <a:pt x="371780" y="225927"/>
                  </a:cubicBezTo>
                  <a:cubicBezTo>
                    <a:pt x="370364" y="227677"/>
                    <a:pt x="368947" y="229344"/>
                    <a:pt x="367530" y="231093"/>
                  </a:cubicBezTo>
                  <a:cubicBezTo>
                    <a:pt x="364531" y="229344"/>
                    <a:pt x="361448" y="227761"/>
                    <a:pt x="358198" y="226511"/>
                  </a:cubicBezTo>
                  <a:cubicBezTo>
                    <a:pt x="366197" y="211012"/>
                    <a:pt x="374613" y="195930"/>
                    <a:pt x="382112" y="180181"/>
                  </a:cubicBezTo>
                  <a:cubicBezTo>
                    <a:pt x="391612" y="160266"/>
                    <a:pt x="399028" y="139185"/>
                    <a:pt x="407444" y="118770"/>
                  </a:cubicBezTo>
                  <a:cubicBezTo>
                    <a:pt x="415859" y="98439"/>
                    <a:pt x="422526" y="77274"/>
                    <a:pt x="432775" y="57609"/>
                  </a:cubicBezTo>
                  <a:cubicBezTo>
                    <a:pt x="438774" y="46027"/>
                    <a:pt x="462105" y="5197"/>
                    <a:pt x="478104" y="12447"/>
                  </a:cubicBezTo>
                  <a:cubicBezTo>
                    <a:pt x="488520" y="17196"/>
                    <a:pt x="495186" y="39944"/>
                    <a:pt x="491519" y="49610"/>
                  </a:cubicBezTo>
                  <a:cubicBezTo>
                    <a:pt x="487769" y="59359"/>
                    <a:pt x="478271" y="68942"/>
                    <a:pt x="472188" y="77357"/>
                  </a:cubicBezTo>
                  <a:cubicBezTo>
                    <a:pt x="459105" y="95356"/>
                    <a:pt x="447106" y="114188"/>
                    <a:pt x="435107" y="133019"/>
                  </a:cubicBezTo>
                  <a:lnTo>
                    <a:pt x="435107" y="133019"/>
                  </a:lnTo>
                  <a:close/>
                  <a:moveTo>
                    <a:pt x="506518" y="124603"/>
                  </a:moveTo>
                  <a:cubicBezTo>
                    <a:pt x="489520" y="137268"/>
                    <a:pt x="473521" y="151517"/>
                    <a:pt x="456939" y="164683"/>
                  </a:cubicBezTo>
                  <a:cubicBezTo>
                    <a:pt x="430108" y="186014"/>
                    <a:pt x="397528" y="210596"/>
                    <a:pt x="382696" y="242843"/>
                  </a:cubicBezTo>
                  <a:cubicBezTo>
                    <a:pt x="382112" y="242259"/>
                    <a:pt x="381612" y="241676"/>
                    <a:pt x="381029" y="241093"/>
                  </a:cubicBezTo>
                  <a:cubicBezTo>
                    <a:pt x="379696" y="239843"/>
                    <a:pt x="378280" y="238676"/>
                    <a:pt x="376946" y="237510"/>
                  </a:cubicBezTo>
                  <a:cubicBezTo>
                    <a:pt x="389778" y="226511"/>
                    <a:pt x="400611" y="209262"/>
                    <a:pt x="410610" y="196847"/>
                  </a:cubicBezTo>
                  <a:cubicBezTo>
                    <a:pt x="425109" y="179098"/>
                    <a:pt x="439941" y="161600"/>
                    <a:pt x="454856" y="144268"/>
                  </a:cubicBezTo>
                  <a:cubicBezTo>
                    <a:pt x="470355" y="126103"/>
                    <a:pt x="485353" y="106855"/>
                    <a:pt x="503268" y="90939"/>
                  </a:cubicBezTo>
                  <a:cubicBezTo>
                    <a:pt x="511518" y="83607"/>
                    <a:pt x="520434" y="76357"/>
                    <a:pt x="529432" y="70024"/>
                  </a:cubicBezTo>
                  <a:cubicBezTo>
                    <a:pt x="537015" y="64692"/>
                    <a:pt x="542931" y="58609"/>
                    <a:pt x="551764" y="61692"/>
                  </a:cubicBezTo>
                  <a:cubicBezTo>
                    <a:pt x="562846" y="65608"/>
                    <a:pt x="562179" y="77941"/>
                    <a:pt x="557263" y="86356"/>
                  </a:cubicBezTo>
                  <a:cubicBezTo>
                    <a:pt x="551264" y="96689"/>
                    <a:pt x="540348" y="100939"/>
                    <a:pt x="530682" y="107271"/>
                  </a:cubicBezTo>
                  <a:cubicBezTo>
                    <a:pt x="522433" y="112771"/>
                    <a:pt x="514434" y="118687"/>
                    <a:pt x="506518" y="124603"/>
                  </a:cubicBezTo>
                  <a:lnTo>
                    <a:pt x="506518" y="124603"/>
                  </a:lnTo>
                  <a:close/>
                  <a:moveTo>
                    <a:pt x="398611" y="255841"/>
                  </a:moveTo>
                  <a:cubicBezTo>
                    <a:pt x="398361" y="255841"/>
                    <a:pt x="398028" y="255924"/>
                    <a:pt x="397694" y="256008"/>
                  </a:cubicBezTo>
                  <a:cubicBezTo>
                    <a:pt x="394945" y="252758"/>
                    <a:pt x="392028" y="249842"/>
                    <a:pt x="388612" y="247342"/>
                  </a:cubicBezTo>
                  <a:cubicBezTo>
                    <a:pt x="394111" y="241093"/>
                    <a:pt x="398361" y="233927"/>
                    <a:pt x="403777" y="227510"/>
                  </a:cubicBezTo>
                  <a:cubicBezTo>
                    <a:pt x="413610" y="216011"/>
                    <a:pt x="424775" y="206179"/>
                    <a:pt x="435858" y="195930"/>
                  </a:cubicBezTo>
                  <a:cubicBezTo>
                    <a:pt x="454273" y="179098"/>
                    <a:pt x="474604" y="164766"/>
                    <a:pt x="493936" y="149351"/>
                  </a:cubicBezTo>
                  <a:cubicBezTo>
                    <a:pt x="494519" y="148851"/>
                    <a:pt x="495186" y="148434"/>
                    <a:pt x="495769" y="147851"/>
                  </a:cubicBezTo>
                  <a:cubicBezTo>
                    <a:pt x="498102" y="152767"/>
                    <a:pt x="500602" y="158600"/>
                    <a:pt x="500519" y="162016"/>
                  </a:cubicBezTo>
                  <a:cubicBezTo>
                    <a:pt x="500268" y="173016"/>
                    <a:pt x="488853" y="181848"/>
                    <a:pt x="482020" y="189097"/>
                  </a:cubicBezTo>
                  <a:cubicBezTo>
                    <a:pt x="473771" y="197930"/>
                    <a:pt x="465189" y="206596"/>
                    <a:pt x="456106" y="214512"/>
                  </a:cubicBezTo>
                  <a:cubicBezTo>
                    <a:pt x="438357" y="230344"/>
                    <a:pt x="418526" y="243092"/>
                    <a:pt x="398611" y="255841"/>
                  </a:cubicBezTo>
                  <a:lnTo>
                    <a:pt x="398611" y="255841"/>
                  </a:lnTo>
                  <a:close/>
                  <a:moveTo>
                    <a:pt x="20895" y="660805"/>
                  </a:moveTo>
                  <a:cubicBezTo>
                    <a:pt x="28811" y="638890"/>
                    <a:pt x="44643" y="622725"/>
                    <a:pt x="54475" y="602144"/>
                  </a:cubicBezTo>
                  <a:cubicBezTo>
                    <a:pt x="59725" y="590978"/>
                    <a:pt x="60975" y="579395"/>
                    <a:pt x="64974" y="567980"/>
                  </a:cubicBezTo>
                  <a:cubicBezTo>
                    <a:pt x="65058" y="567647"/>
                    <a:pt x="65141" y="567396"/>
                    <a:pt x="65308" y="567147"/>
                  </a:cubicBezTo>
                  <a:cubicBezTo>
                    <a:pt x="84223" y="597644"/>
                    <a:pt x="111887" y="619058"/>
                    <a:pt x="149550" y="619142"/>
                  </a:cubicBezTo>
                  <a:cubicBezTo>
                    <a:pt x="150050" y="619142"/>
                    <a:pt x="150134" y="618392"/>
                    <a:pt x="149634" y="618309"/>
                  </a:cubicBezTo>
                  <a:cubicBezTo>
                    <a:pt x="129635" y="615726"/>
                    <a:pt x="114637" y="605227"/>
                    <a:pt x="100055" y="591978"/>
                  </a:cubicBezTo>
                  <a:cubicBezTo>
                    <a:pt x="88722" y="581729"/>
                    <a:pt x="82890" y="567647"/>
                    <a:pt x="74223" y="555564"/>
                  </a:cubicBezTo>
                  <a:cubicBezTo>
                    <a:pt x="73723" y="554981"/>
                    <a:pt x="73223" y="554481"/>
                    <a:pt x="72724" y="554148"/>
                  </a:cubicBezTo>
                  <a:cubicBezTo>
                    <a:pt x="76640" y="548815"/>
                    <a:pt x="81140" y="543899"/>
                    <a:pt x="85306" y="538982"/>
                  </a:cubicBezTo>
                  <a:cubicBezTo>
                    <a:pt x="99721" y="522067"/>
                    <a:pt x="108387" y="504985"/>
                    <a:pt x="114303" y="483488"/>
                  </a:cubicBezTo>
                  <a:cubicBezTo>
                    <a:pt x="119303" y="465572"/>
                    <a:pt x="126469" y="448574"/>
                    <a:pt x="137218" y="433658"/>
                  </a:cubicBezTo>
                  <a:cubicBezTo>
                    <a:pt x="141718" y="445741"/>
                    <a:pt x="151383" y="459573"/>
                    <a:pt x="154633" y="464322"/>
                  </a:cubicBezTo>
                  <a:cubicBezTo>
                    <a:pt x="162715" y="476072"/>
                    <a:pt x="173298" y="487487"/>
                    <a:pt x="186297" y="493820"/>
                  </a:cubicBezTo>
                  <a:cubicBezTo>
                    <a:pt x="203295" y="502069"/>
                    <a:pt x="221043" y="502486"/>
                    <a:pt x="239459" y="505319"/>
                  </a:cubicBezTo>
                  <a:cubicBezTo>
                    <a:pt x="240625" y="505485"/>
                    <a:pt x="240958" y="503736"/>
                    <a:pt x="239875" y="503402"/>
                  </a:cubicBezTo>
                  <a:cubicBezTo>
                    <a:pt x="224627" y="498486"/>
                    <a:pt x="209462" y="494986"/>
                    <a:pt x="195796" y="486404"/>
                  </a:cubicBezTo>
                  <a:cubicBezTo>
                    <a:pt x="184047" y="479071"/>
                    <a:pt x="174131" y="468489"/>
                    <a:pt x="166715" y="456823"/>
                  </a:cubicBezTo>
                  <a:cubicBezTo>
                    <a:pt x="162049" y="449574"/>
                    <a:pt x="158216" y="442158"/>
                    <a:pt x="153966" y="434658"/>
                  </a:cubicBezTo>
                  <a:cubicBezTo>
                    <a:pt x="151633" y="430575"/>
                    <a:pt x="149967" y="425493"/>
                    <a:pt x="147717" y="420910"/>
                  </a:cubicBezTo>
                  <a:cubicBezTo>
                    <a:pt x="162049" y="405578"/>
                    <a:pt x="175715" y="392495"/>
                    <a:pt x="182464" y="371831"/>
                  </a:cubicBezTo>
                  <a:cubicBezTo>
                    <a:pt x="185297" y="363248"/>
                    <a:pt x="187463" y="354499"/>
                    <a:pt x="189630" y="345833"/>
                  </a:cubicBezTo>
                  <a:cubicBezTo>
                    <a:pt x="212045" y="372664"/>
                    <a:pt x="235625" y="392829"/>
                    <a:pt x="270373" y="402078"/>
                  </a:cubicBezTo>
                  <a:cubicBezTo>
                    <a:pt x="271122" y="402245"/>
                    <a:pt x="271456" y="401328"/>
                    <a:pt x="270789" y="400995"/>
                  </a:cubicBezTo>
                  <a:cubicBezTo>
                    <a:pt x="253374" y="393079"/>
                    <a:pt x="235126" y="380996"/>
                    <a:pt x="222294" y="366914"/>
                  </a:cubicBezTo>
                  <a:cubicBezTo>
                    <a:pt x="213628" y="357499"/>
                    <a:pt x="206379" y="341417"/>
                    <a:pt x="195129" y="335084"/>
                  </a:cubicBezTo>
                  <a:cubicBezTo>
                    <a:pt x="194296" y="334667"/>
                    <a:pt x="193380" y="334418"/>
                    <a:pt x="192630" y="334418"/>
                  </a:cubicBezTo>
                  <a:cubicBezTo>
                    <a:pt x="195546" y="323502"/>
                    <a:pt x="198712" y="312753"/>
                    <a:pt x="203545" y="302420"/>
                  </a:cubicBezTo>
                  <a:cubicBezTo>
                    <a:pt x="212128" y="284006"/>
                    <a:pt x="222294" y="267007"/>
                    <a:pt x="238126" y="254924"/>
                  </a:cubicBezTo>
                  <a:cubicBezTo>
                    <a:pt x="240792" y="273340"/>
                    <a:pt x="268206" y="299337"/>
                    <a:pt x="277205" y="306920"/>
                  </a:cubicBezTo>
                  <a:cubicBezTo>
                    <a:pt x="299620" y="325585"/>
                    <a:pt x="329950" y="325669"/>
                    <a:pt x="357281" y="323668"/>
                  </a:cubicBezTo>
                  <a:cubicBezTo>
                    <a:pt x="357615" y="323668"/>
                    <a:pt x="357615" y="323085"/>
                    <a:pt x="357281" y="323002"/>
                  </a:cubicBezTo>
                  <a:cubicBezTo>
                    <a:pt x="331951" y="322002"/>
                    <a:pt x="301536" y="315836"/>
                    <a:pt x="283955" y="295838"/>
                  </a:cubicBezTo>
                  <a:cubicBezTo>
                    <a:pt x="275122" y="285672"/>
                    <a:pt x="265207" y="274006"/>
                    <a:pt x="258707" y="262257"/>
                  </a:cubicBezTo>
                  <a:cubicBezTo>
                    <a:pt x="255957" y="257425"/>
                    <a:pt x="254374" y="251425"/>
                    <a:pt x="251041" y="247009"/>
                  </a:cubicBezTo>
                  <a:cubicBezTo>
                    <a:pt x="270373" y="237343"/>
                    <a:pt x="291454" y="232927"/>
                    <a:pt x="313035" y="233927"/>
                  </a:cubicBezTo>
                  <a:cubicBezTo>
                    <a:pt x="336200" y="234927"/>
                    <a:pt x="357031" y="238010"/>
                    <a:pt x="374530" y="254591"/>
                  </a:cubicBezTo>
                  <a:cubicBezTo>
                    <a:pt x="386195" y="265757"/>
                    <a:pt x="396778" y="278756"/>
                    <a:pt x="403444" y="293504"/>
                  </a:cubicBezTo>
                  <a:cubicBezTo>
                    <a:pt x="404194" y="297754"/>
                    <a:pt x="404777" y="301837"/>
                    <a:pt x="405110" y="305920"/>
                  </a:cubicBezTo>
                  <a:cubicBezTo>
                    <a:pt x="406360" y="320752"/>
                    <a:pt x="405943" y="335418"/>
                    <a:pt x="402194" y="349916"/>
                  </a:cubicBezTo>
                  <a:cubicBezTo>
                    <a:pt x="399111" y="361499"/>
                    <a:pt x="393362" y="370581"/>
                    <a:pt x="385946" y="379080"/>
                  </a:cubicBezTo>
                  <a:cubicBezTo>
                    <a:pt x="380196" y="380413"/>
                    <a:pt x="374363" y="382913"/>
                    <a:pt x="369030" y="383663"/>
                  </a:cubicBezTo>
                  <a:cubicBezTo>
                    <a:pt x="355615" y="385580"/>
                    <a:pt x="341783" y="385830"/>
                    <a:pt x="328950" y="381163"/>
                  </a:cubicBezTo>
                  <a:cubicBezTo>
                    <a:pt x="305036" y="372580"/>
                    <a:pt x="279955" y="352832"/>
                    <a:pt x="265956" y="331751"/>
                  </a:cubicBezTo>
                  <a:cubicBezTo>
                    <a:pt x="263623" y="328168"/>
                    <a:pt x="258457" y="331918"/>
                    <a:pt x="259957" y="335501"/>
                  </a:cubicBezTo>
                  <a:cubicBezTo>
                    <a:pt x="270373" y="359999"/>
                    <a:pt x="297954" y="382080"/>
                    <a:pt x="322451" y="391579"/>
                  </a:cubicBezTo>
                  <a:cubicBezTo>
                    <a:pt x="335534" y="396662"/>
                    <a:pt x="348949" y="397412"/>
                    <a:pt x="362697" y="395329"/>
                  </a:cubicBezTo>
                  <a:cubicBezTo>
                    <a:pt x="365947" y="394829"/>
                    <a:pt x="369030" y="394079"/>
                    <a:pt x="371863" y="393246"/>
                  </a:cubicBezTo>
                  <a:cubicBezTo>
                    <a:pt x="357615" y="405994"/>
                    <a:pt x="340949" y="417493"/>
                    <a:pt x="331784" y="434242"/>
                  </a:cubicBezTo>
                  <a:cubicBezTo>
                    <a:pt x="325284" y="446157"/>
                    <a:pt x="322201" y="459739"/>
                    <a:pt x="318035" y="472738"/>
                  </a:cubicBezTo>
                  <a:cubicBezTo>
                    <a:pt x="311452" y="473572"/>
                    <a:pt x="305119" y="475572"/>
                    <a:pt x="298203" y="475072"/>
                  </a:cubicBezTo>
                  <a:cubicBezTo>
                    <a:pt x="286871" y="474405"/>
                    <a:pt x="274539" y="471822"/>
                    <a:pt x="263707" y="468572"/>
                  </a:cubicBezTo>
                  <a:cubicBezTo>
                    <a:pt x="239542" y="461156"/>
                    <a:pt x="218544" y="438325"/>
                    <a:pt x="201629" y="420493"/>
                  </a:cubicBezTo>
                  <a:cubicBezTo>
                    <a:pt x="199129" y="417827"/>
                    <a:pt x="193796" y="420576"/>
                    <a:pt x="195796" y="424076"/>
                  </a:cubicBezTo>
                  <a:cubicBezTo>
                    <a:pt x="209045" y="445324"/>
                    <a:pt x="230210" y="469406"/>
                    <a:pt x="254124" y="478738"/>
                  </a:cubicBezTo>
                  <a:cubicBezTo>
                    <a:pt x="266456" y="483571"/>
                    <a:pt x="281705" y="485987"/>
                    <a:pt x="294954" y="486154"/>
                  </a:cubicBezTo>
                  <a:cubicBezTo>
                    <a:pt x="302953" y="486237"/>
                    <a:pt x="308953" y="482987"/>
                    <a:pt x="315285" y="480321"/>
                  </a:cubicBezTo>
                  <a:cubicBezTo>
                    <a:pt x="311785" y="489820"/>
                    <a:pt x="307119" y="498570"/>
                    <a:pt x="299537" y="505902"/>
                  </a:cubicBezTo>
                  <a:cubicBezTo>
                    <a:pt x="284371" y="520567"/>
                    <a:pt x="264123" y="527900"/>
                    <a:pt x="246875" y="539482"/>
                  </a:cubicBezTo>
                  <a:cubicBezTo>
                    <a:pt x="235625" y="547065"/>
                    <a:pt x="226710" y="556314"/>
                    <a:pt x="218377" y="566396"/>
                  </a:cubicBezTo>
                  <a:cubicBezTo>
                    <a:pt x="214294" y="564813"/>
                    <a:pt x="210128" y="563064"/>
                    <a:pt x="206045" y="561647"/>
                  </a:cubicBezTo>
                  <a:cubicBezTo>
                    <a:pt x="199962" y="559564"/>
                    <a:pt x="193463" y="558897"/>
                    <a:pt x="187630" y="556481"/>
                  </a:cubicBezTo>
                  <a:cubicBezTo>
                    <a:pt x="171131" y="549648"/>
                    <a:pt x="153800" y="541899"/>
                    <a:pt x="140801" y="529400"/>
                  </a:cubicBezTo>
                  <a:cubicBezTo>
                    <a:pt x="139801" y="528400"/>
                    <a:pt x="138384" y="529567"/>
                    <a:pt x="139134" y="530733"/>
                  </a:cubicBezTo>
                  <a:cubicBezTo>
                    <a:pt x="155716" y="556314"/>
                    <a:pt x="182881" y="570896"/>
                    <a:pt x="212211" y="574146"/>
                  </a:cubicBezTo>
                  <a:cubicBezTo>
                    <a:pt x="210711" y="576146"/>
                    <a:pt x="209211" y="577979"/>
                    <a:pt x="207628" y="579979"/>
                  </a:cubicBezTo>
                  <a:cubicBezTo>
                    <a:pt x="200462" y="589311"/>
                    <a:pt x="193129" y="598477"/>
                    <a:pt x="183214" y="604893"/>
                  </a:cubicBezTo>
                  <a:cubicBezTo>
                    <a:pt x="174381" y="610642"/>
                    <a:pt x="164382" y="614309"/>
                    <a:pt x="155133" y="619392"/>
                  </a:cubicBezTo>
                  <a:cubicBezTo>
                    <a:pt x="137135" y="629058"/>
                    <a:pt x="120552" y="640640"/>
                    <a:pt x="105721" y="654722"/>
                  </a:cubicBezTo>
                  <a:cubicBezTo>
                    <a:pt x="105388" y="655055"/>
                    <a:pt x="105054" y="655388"/>
                    <a:pt x="104721" y="655722"/>
                  </a:cubicBezTo>
                  <a:cubicBezTo>
                    <a:pt x="95472" y="651472"/>
                    <a:pt x="86389" y="646223"/>
                    <a:pt x="77807" y="640640"/>
                  </a:cubicBezTo>
                  <a:cubicBezTo>
                    <a:pt x="69557" y="635224"/>
                    <a:pt x="65141" y="628225"/>
                    <a:pt x="58558" y="621558"/>
                  </a:cubicBezTo>
                  <a:cubicBezTo>
                    <a:pt x="55309" y="618309"/>
                    <a:pt x="49892" y="621392"/>
                    <a:pt x="51642" y="625891"/>
                  </a:cubicBezTo>
                  <a:cubicBezTo>
                    <a:pt x="59141" y="644223"/>
                    <a:pt x="83973" y="652472"/>
                    <a:pt x="101971" y="658388"/>
                  </a:cubicBezTo>
                  <a:cubicBezTo>
                    <a:pt x="87972" y="672387"/>
                    <a:pt x="75223" y="687553"/>
                    <a:pt x="56309" y="695218"/>
                  </a:cubicBezTo>
                  <a:cubicBezTo>
                    <a:pt x="46309" y="699218"/>
                    <a:pt x="24645" y="705134"/>
                    <a:pt x="17396" y="693135"/>
                  </a:cubicBezTo>
                  <a:cubicBezTo>
                    <a:pt x="11979" y="684470"/>
                    <a:pt x="17729" y="669470"/>
                    <a:pt x="20895" y="660805"/>
                  </a:cubicBezTo>
                  <a:lnTo>
                    <a:pt x="20895" y="660805"/>
                  </a:lnTo>
                  <a:close/>
                </a:path>
              </a:pathLst>
            </a:custGeom>
            <a:grpFill/>
            <a:ln w="8332" cap="flat">
              <a:noFill/>
              <a:prstDash val="solid"/>
              <a:miter/>
            </a:ln>
          </p:spPr>
          <p:txBody>
            <a:bodyPr rtlCol="0" anchor="ctr"/>
            <a:lstStyle/>
            <a:p>
              <a:endParaRPr lang="en-US"/>
            </a:p>
          </p:txBody>
        </p:sp>
        <p:sp>
          <p:nvSpPr>
            <p:cNvPr id="1697" name="Freeform: Shape 1696"/>
            <p:cNvSpPr/>
            <p:nvPr/>
          </p:nvSpPr>
          <p:spPr>
            <a:xfrm>
              <a:off x="5853516" y="1499272"/>
              <a:ext cx="458023" cy="527044"/>
            </a:xfrm>
            <a:custGeom>
              <a:avLst/>
              <a:gdLst>
                <a:gd name="connsiteX0" fmla="*/ 35225 w 458023"/>
                <a:gd name="connsiteY0" fmla="*/ 297327 h 527044"/>
                <a:gd name="connsiteX1" fmla="*/ 66222 w 458023"/>
                <a:gd name="connsiteY1" fmla="*/ 398901 h 527044"/>
                <a:gd name="connsiteX2" fmla="*/ 52723 w 458023"/>
                <a:gd name="connsiteY2" fmla="*/ 412983 h 527044"/>
                <a:gd name="connsiteX3" fmla="*/ 18393 w 458023"/>
                <a:gd name="connsiteY3" fmla="*/ 449646 h 527044"/>
                <a:gd name="connsiteX4" fmla="*/ 61 w 458023"/>
                <a:gd name="connsiteY4" fmla="*/ 481227 h 527044"/>
                <a:gd name="connsiteX5" fmla="*/ 11727 w 458023"/>
                <a:gd name="connsiteY5" fmla="*/ 511891 h 527044"/>
                <a:gd name="connsiteX6" fmla="*/ 71305 w 458023"/>
                <a:gd name="connsiteY6" fmla="*/ 518807 h 527044"/>
                <a:gd name="connsiteX7" fmla="*/ 121550 w 458023"/>
                <a:gd name="connsiteY7" fmla="*/ 452646 h 527044"/>
                <a:gd name="connsiteX8" fmla="*/ 169630 w 458023"/>
                <a:gd name="connsiteY8" fmla="*/ 488143 h 527044"/>
                <a:gd name="connsiteX9" fmla="*/ 229791 w 458023"/>
                <a:gd name="connsiteY9" fmla="*/ 492309 h 527044"/>
                <a:gd name="connsiteX10" fmla="*/ 286869 w 458023"/>
                <a:gd name="connsiteY10" fmla="*/ 439064 h 527044"/>
                <a:gd name="connsiteX11" fmla="*/ 348530 w 458023"/>
                <a:gd name="connsiteY11" fmla="*/ 367404 h 527044"/>
                <a:gd name="connsiteX12" fmla="*/ 400442 w 458023"/>
                <a:gd name="connsiteY12" fmla="*/ 291494 h 527044"/>
                <a:gd name="connsiteX13" fmla="*/ 423440 w 458023"/>
                <a:gd name="connsiteY13" fmla="*/ 249998 h 527044"/>
                <a:gd name="connsiteX14" fmla="*/ 453854 w 458023"/>
                <a:gd name="connsiteY14" fmla="*/ 171755 h 527044"/>
                <a:gd name="connsiteX15" fmla="*/ 416190 w 458023"/>
                <a:gd name="connsiteY15" fmla="*/ 25435 h 527044"/>
                <a:gd name="connsiteX16" fmla="*/ 272870 w 458023"/>
                <a:gd name="connsiteY16" fmla="*/ 23018 h 527044"/>
                <a:gd name="connsiteX17" fmla="*/ 208043 w 458023"/>
                <a:gd name="connsiteY17" fmla="*/ 77513 h 527044"/>
                <a:gd name="connsiteX18" fmla="*/ 141882 w 458023"/>
                <a:gd name="connsiteY18" fmla="*/ 149174 h 527044"/>
                <a:gd name="connsiteX19" fmla="*/ 35225 w 458023"/>
                <a:gd name="connsiteY19" fmla="*/ 297327 h 527044"/>
                <a:gd name="connsiteX20" fmla="*/ 35225 w 458023"/>
                <a:gd name="connsiteY20" fmla="*/ 297327 h 527044"/>
                <a:gd name="connsiteX21" fmla="*/ 75888 w 458023"/>
                <a:gd name="connsiteY21" fmla="*/ 409733 h 527044"/>
                <a:gd name="connsiteX22" fmla="*/ 96386 w 458023"/>
                <a:gd name="connsiteY22" fmla="*/ 430148 h 527044"/>
                <a:gd name="connsiteX23" fmla="*/ 113885 w 458023"/>
                <a:gd name="connsiteY23" fmla="*/ 445980 h 527044"/>
                <a:gd name="connsiteX24" fmla="*/ 86304 w 458023"/>
                <a:gd name="connsiteY24" fmla="*/ 484893 h 527044"/>
                <a:gd name="connsiteX25" fmla="*/ 64472 w 458023"/>
                <a:gd name="connsiteY25" fmla="*/ 507141 h 527044"/>
                <a:gd name="connsiteX26" fmla="*/ 37141 w 458023"/>
                <a:gd name="connsiteY26" fmla="*/ 511641 h 527044"/>
                <a:gd name="connsiteX27" fmla="*/ 15060 w 458023"/>
                <a:gd name="connsiteY27" fmla="*/ 478727 h 527044"/>
                <a:gd name="connsiteX28" fmla="*/ 34142 w 458023"/>
                <a:gd name="connsiteY28" fmla="*/ 453146 h 527044"/>
                <a:gd name="connsiteX29" fmla="*/ 75888 w 458023"/>
                <a:gd name="connsiteY29" fmla="*/ 409733 h 527044"/>
                <a:gd name="connsiteX30" fmla="*/ 75888 w 458023"/>
                <a:gd name="connsiteY30" fmla="*/ 409733 h 527044"/>
                <a:gd name="connsiteX31" fmla="*/ 63639 w 458023"/>
                <a:gd name="connsiteY31" fmla="*/ 269163 h 527044"/>
                <a:gd name="connsiteX32" fmla="*/ 161630 w 458023"/>
                <a:gd name="connsiteY32" fmla="*/ 371570 h 527044"/>
                <a:gd name="connsiteX33" fmla="*/ 233457 w 458023"/>
                <a:gd name="connsiteY33" fmla="*/ 422899 h 527044"/>
                <a:gd name="connsiteX34" fmla="*/ 264954 w 458023"/>
                <a:gd name="connsiteY34" fmla="*/ 442980 h 527044"/>
                <a:gd name="connsiteX35" fmla="*/ 247872 w 458023"/>
                <a:gd name="connsiteY35" fmla="*/ 460062 h 527044"/>
                <a:gd name="connsiteX36" fmla="*/ 209542 w 458023"/>
                <a:gd name="connsiteY36" fmla="*/ 483643 h 527044"/>
                <a:gd name="connsiteX37" fmla="*/ 140799 w 458023"/>
                <a:gd name="connsiteY37" fmla="*/ 448397 h 527044"/>
                <a:gd name="connsiteX38" fmla="*/ 79221 w 458023"/>
                <a:gd name="connsiteY38" fmla="*/ 391235 h 527044"/>
                <a:gd name="connsiteX39" fmla="*/ 44807 w 458023"/>
                <a:gd name="connsiteY39" fmla="*/ 319408 h 527044"/>
                <a:gd name="connsiteX40" fmla="*/ 63639 w 458023"/>
                <a:gd name="connsiteY40" fmla="*/ 269163 h 527044"/>
                <a:gd name="connsiteX41" fmla="*/ 63639 w 458023"/>
                <a:gd name="connsiteY41" fmla="*/ 269163 h 527044"/>
                <a:gd name="connsiteX42" fmla="*/ 126800 w 458023"/>
                <a:gd name="connsiteY42" fmla="*/ 187253 h 527044"/>
                <a:gd name="connsiteX43" fmla="*/ 180962 w 458023"/>
                <a:gd name="connsiteY43" fmla="*/ 123259 h 527044"/>
                <a:gd name="connsiteX44" fmla="*/ 304534 w 458023"/>
                <a:gd name="connsiteY44" fmla="*/ 19102 h 527044"/>
                <a:gd name="connsiteX45" fmla="*/ 385360 w 458023"/>
                <a:gd name="connsiteY45" fmla="*/ 20102 h 527044"/>
                <a:gd name="connsiteX46" fmla="*/ 437522 w 458023"/>
                <a:gd name="connsiteY46" fmla="*/ 83263 h 527044"/>
                <a:gd name="connsiteX47" fmla="*/ 417024 w 458023"/>
                <a:gd name="connsiteY47" fmla="*/ 233999 h 527044"/>
                <a:gd name="connsiteX48" fmla="*/ 330948 w 458023"/>
                <a:gd name="connsiteY48" fmla="*/ 365237 h 527044"/>
                <a:gd name="connsiteX49" fmla="*/ 280036 w 458023"/>
                <a:gd name="connsiteY49" fmla="*/ 426149 h 527044"/>
                <a:gd name="connsiteX50" fmla="*/ 270954 w 458023"/>
                <a:gd name="connsiteY50" fmla="*/ 436648 h 527044"/>
                <a:gd name="connsiteX51" fmla="*/ 227207 w 458023"/>
                <a:gd name="connsiteY51" fmla="*/ 405067 h 527044"/>
                <a:gd name="connsiteX52" fmla="*/ 166130 w 458023"/>
                <a:gd name="connsiteY52" fmla="*/ 358488 h 527044"/>
                <a:gd name="connsiteX53" fmla="*/ 114301 w 458023"/>
                <a:gd name="connsiteY53" fmla="*/ 310076 h 527044"/>
                <a:gd name="connsiteX54" fmla="*/ 87970 w 458023"/>
                <a:gd name="connsiteY54" fmla="*/ 281162 h 527044"/>
                <a:gd name="connsiteX55" fmla="*/ 70972 w 458023"/>
                <a:gd name="connsiteY55" fmla="*/ 257914 h 527044"/>
                <a:gd name="connsiteX56" fmla="*/ 76638 w 458023"/>
                <a:gd name="connsiteY56" fmla="*/ 249664 h 527044"/>
                <a:gd name="connsiteX57" fmla="*/ 126800 w 458023"/>
                <a:gd name="connsiteY57" fmla="*/ 187253 h 527044"/>
                <a:gd name="connsiteX58" fmla="*/ 126800 w 458023"/>
                <a:gd name="connsiteY58" fmla="*/ 187253 h 527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458023" h="527044">
                  <a:moveTo>
                    <a:pt x="35225" y="297327"/>
                  </a:moveTo>
                  <a:cubicBezTo>
                    <a:pt x="22726" y="334324"/>
                    <a:pt x="41641" y="369654"/>
                    <a:pt x="66222" y="398901"/>
                  </a:cubicBezTo>
                  <a:cubicBezTo>
                    <a:pt x="60972" y="403317"/>
                    <a:pt x="56306" y="409567"/>
                    <a:pt x="52723" y="412983"/>
                  </a:cubicBezTo>
                  <a:cubicBezTo>
                    <a:pt x="40641" y="424649"/>
                    <a:pt x="29559" y="437148"/>
                    <a:pt x="18393" y="449646"/>
                  </a:cubicBezTo>
                  <a:cubicBezTo>
                    <a:pt x="9560" y="459645"/>
                    <a:pt x="895" y="467145"/>
                    <a:pt x="61" y="481227"/>
                  </a:cubicBezTo>
                  <a:cubicBezTo>
                    <a:pt x="-605" y="492476"/>
                    <a:pt x="4227" y="503641"/>
                    <a:pt x="11727" y="511891"/>
                  </a:cubicBezTo>
                  <a:cubicBezTo>
                    <a:pt x="25226" y="526806"/>
                    <a:pt x="55640" y="533556"/>
                    <a:pt x="71305" y="518807"/>
                  </a:cubicBezTo>
                  <a:cubicBezTo>
                    <a:pt x="92053" y="499225"/>
                    <a:pt x="106635" y="476227"/>
                    <a:pt x="121550" y="452646"/>
                  </a:cubicBezTo>
                  <a:cubicBezTo>
                    <a:pt x="136799" y="465562"/>
                    <a:pt x="152881" y="477727"/>
                    <a:pt x="169630" y="488143"/>
                  </a:cubicBezTo>
                  <a:cubicBezTo>
                    <a:pt x="188128" y="499642"/>
                    <a:pt x="209876" y="502558"/>
                    <a:pt x="229791" y="492309"/>
                  </a:cubicBezTo>
                  <a:cubicBezTo>
                    <a:pt x="251705" y="481060"/>
                    <a:pt x="271204" y="457396"/>
                    <a:pt x="286869" y="439064"/>
                  </a:cubicBezTo>
                  <a:cubicBezTo>
                    <a:pt x="307283" y="415149"/>
                    <a:pt x="329282" y="392152"/>
                    <a:pt x="348530" y="367404"/>
                  </a:cubicBezTo>
                  <a:cubicBezTo>
                    <a:pt x="367195" y="343323"/>
                    <a:pt x="384277" y="317242"/>
                    <a:pt x="400442" y="291494"/>
                  </a:cubicBezTo>
                  <a:cubicBezTo>
                    <a:pt x="408691" y="278245"/>
                    <a:pt x="416607" y="264413"/>
                    <a:pt x="423440" y="249998"/>
                  </a:cubicBezTo>
                  <a:cubicBezTo>
                    <a:pt x="436938" y="225083"/>
                    <a:pt x="447854" y="199002"/>
                    <a:pt x="453854" y="171755"/>
                  </a:cubicBezTo>
                  <a:cubicBezTo>
                    <a:pt x="464603" y="122593"/>
                    <a:pt x="455437" y="60681"/>
                    <a:pt x="416190" y="25435"/>
                  </a:cubicBezTo>
                  <a:cubicBezTo>
                    <a:pt x="374694" y="-11895"/>
                    <a:pt x="316866" y="-4146"/>
                    <a:pt x="272870" y="23018"/>
                  </a:cubicBezTo>
                  <a:cubicBezTo>
                    <a:pt x="248706" y="37934"/>
                    <a:pt x="227874" y="57432"/>
                    <a:pt x="208043" y="77513"/>
                  </a:cubicBezTo>
                  <a:cubicBezTo>
                    <a:pt x="185128" y="100678"/>
                    <a:pt x="162880" y="124259"/>
                    <a:pt x="141882" y="149174"/>
                  </a:cubicBezTo>
                  <a:cubicBezTo>
                    <a:pt x="103719" y="194086"/>
                    <a:pt x="54557" y="240249"/>
                    <a:pt x="35225" y="297327"/>
                  </a:cubicBezTo>
                  <a:lnTo>
                    <a:pt x="35225" y="297327"/>
                  </a:lnTo>
                  <a:close/>
                  <a:moveTo>
                    <a:pt x="75888" y="409733"/>
                  </a:moveTo>
                  <a:cubicBezTo>
                    <a:pt x="82721" y="417066"/>
                    <a:pt x="89720" y="423899"/>
                    <a:pt x="96386" y="430148"/>
                  </a:cubicBezTo>
                  <a:cubicBezTo>
                    <a:pt x="102052" y="435481"/>
                    <a:pt x="107968" y="440814"/>
                    <a:pt x="113885" y="445980"/>
                  </a:cubicBezTo>
                  <a:cubicBezTo>
                    <a:pt x="104302" y="458729"/>
                    <a:pt x="96886" y="473061"/>
                    <a:pt x="86304" y="484893"/>
                  </a:cubicBezTo>
                  <a:cubicBezTo>
                    <a:pt x="79471" y="492559"/>
                    <a:pt x="71971" y="500142"/>
                    <a:pt x="64472" y="507141"/>
                  </a:cubicBezTo>
                  <a:cubicBezTo>
                    <a:pt x="57056" y="514057"/>
                    <a:pt x="47224" y="514307"/>
                    <a:pt x="37141" y="511641"/>
                  </a:cubicBezTo>
                  <a:cubicBezTo>
                    <a:pt x="23726" y="508141"/>
                    <a:pt x="12394" y="492893"/>
                    <a:pt x="15060" y="478727"/>
                  </a:cubicBezTo>
                  <a:cubicBezTo>
                    <a:pt x="16977" y="468561"/>
                    <a:pt x="27476" y="460729"/>
                    <a:pt x="34142" y="453146"/>
                  </a:cubicBezTo>
                  <a:cubicBezTo>
                    <a:pt x="47140" y="438314"/>
                    <a:pt x="60723" y="422816"/>
                    <a:pt x="75888" y="409733"/>
                  </a:cubicBezTo>
                  <a:lnTo>
                    <a:pt x="75888" y="409733"/>
                  </a:lnTo>
                  <a:close/>
                  <a:moveTo>
                    <a:pt x="63639" y="269163"/>
                  </a:moveTo>
                  <a:cubicBezTo>
                    <a:pt x="87387" y="309076"/>
                    <a:pt x="125217" y="343906"/>
                    <a:pt x="161630" y="371570"/>
                  </a:cubicBezTo>
                  <a:cubicBezTo>
                    <a:pt x="185128" y="389485"/>
                    <a:pt x="208626" y="406734"/>
                    <a:pt x="233457" y="422899"/>
                  </a:cubicBezTo>
                  <a:cubicBezTo>
                    <a:pt x="241123" y="427898"/>
                    <a:pt x="253539" y="439147"/>
                    <a:pt x="264954" y="442980"/>
                  </a:cubicBezTo>
                  <a:cubicBezTo>
                    <a:pt x="259371" y="448813"/>
                    <a:pt x="253705" y="454396"/>
                    <a:pt x="247872" y="460062"/>
                  </a:cubicBezTo>
                  <a:cubicBezTo>
                    <a:pt x="236790" y="470894"/>
                    <a:pt x="225874" y="482060"/>
                    <a:pt x="209542" y="483643"/>
                  </a:cubicBezTo>
                  <a:cubicBezTo>
                    <a:pt x="182795" y="486226"/>
                    <a:pt x="160130" y="464062"/>
                    <a:pt x="140799" y="448397"/>
                  </a:cubicBezTo>
                  <a:cubicBezTo>
                    <a:pt x="119051" y="430815"/>
                    <a:pt x="97386" y="412733"/>
                    <a:pt x="79221" y="391235"/>
                  </a:cubicBezTo>
                  <a:cubicBezTo>
                    <a:pt x="63473" y="372653"/>
                    <a:pt x="42974" y="344989"/>
                    <a:pt x="44807" y="319408"/>
                  </a:cubicBezTo>
                  <a:cubicBezTo>
                    <a:pt x="45890" y="302326"/>
                    <a:pt x="54057" y="284828"/>
                    <a:pt x="63639" y="269163"/>
                  </a:cubicBezTo>
                  <a:lnTo>
                    <a:pt x="63639" y="269163"/>
                  </a:lnTo>
                  <a:close/>
                  <a:moveTo>
                    <a:pt x="126800" y="187253"/>
                  </a:moveTo>
                  <a:cubicBezTo>
                    <a:pt x="144632" y="165672"/>
                    <a:pt x="162047" y="143841"/>
                    <a:pt x="180962" y="123259"/>
                  </a:cubicBezTo>
                  <a:cubicBezTo>
                    <a:pt x="216708" y="84179"/>
                    <a:pt x="254622" y="40267"/>
                    <a:pt x="304534" y="19102"/>
                  </a:cubicBezTo>
                  <a:cubicBezTo>
                    <a:pt x="331198" y="7770"/>
                    <a:pt x="358946" y="8186"/>
                    <a:pt x="385360" y="20102"/>
                  </a:cubicBezTo>
                  <a:cubicBezTo>
                    <a:pt x="411774" y="32101"/>
                    <a:pt x="428356" y="56432"/>
                    <a:pt x="437522" y="83263"/>
                  </a:cubicBezTo>
                  <a:cubicBezTo>
                    <a:pt x="454770" y="133675"/>
                    <a:pt x="440188" y="187920"/>
                    <a:pt x="417024" y="233999"/>
                  </a:cubicBezTo>
                  <a:cubicBezTo>
                    <a:pt x="393776" y="280078"/>
                    <a:pt x="362279" y="324324"/>
                    <a:pt x="330948" y="365237"/>
                  </a:cubicBezTo>
                  <a:cubicBezTo>
                    <a:pt x="314866" y="386235"/>
                    <a:pt x="297368" y="406317"/>
                    <a:pt x="280036" y="426149"/>
                  </a:cubicBezTo>
                  <a:cubicBezTo>
                    <a:pt x="277036" y="429565"/>
                    <a:pt x="274037" y="433148"/>
                    <a:pt x="270954" y="436648"/>
                  </a:cubicBezTo>
                  <a:cubicBezTo>
                    <a:pt x="257205" y="425232"/>
                    <a:pt x="241706" y="415399"/>
                    <a:pt x="227207" y="405067"/>
                  </a:cubicBezTo>
                  <a:cubicBezTo>
                    <a:pt x="206209" y="390152"/>
                    <a:pt x="186211" y="374570"/>
                    <a:pt x="166130" y="358488"/>
                  </a:cubicBezTo>
                  <a:cubicBezTo>
                    <a:pt x="147881" y="343823"/>
                    <a:pt x="130633" y="326824"/>
                    <a:pt x="114301" y="310076"/>
                  </a:cubicBezTo>
                  <a:cubicBezTo>
                    <a:pt x="105135" y="300743"/>
                    <a:pt x="96386" y="291161"/>
                    <a:pt x="87970" y="281162"/>
                  </a:cubicBezTo>
                  <a:cubicBezTo>
                    <a:pt x="81721" y="273829"/>
                    <a:pt x="76971" y="265413"/>
                    <a:pt x="70972" y="257914"/>
                  </a:cubicBezTo>
                  <a:cubicBezTo>
                    <a:pt x="72888" y="255081"/>
                    <a:pt x="74805" y="252331"/>
                    <a:pt x="76638" y="249664"/>
                  </a:cubicBezTo>
                  <a:cubicBezTo>
                    <a:pt x="91886" y="228083"/>
                    <a:pt x="109635" y="207835"/>
                    <a:pt x="126800" y="187253"/>
                  </a:cubicBezTo>
                  <a:lnTo>
                    <a:pt x="126800" y="187253"/>
                  </a:lnTo>
                  <a:close/>
                </a:path>
              </a:pathLst>
            </a:custGeom>
            <a:grpFill/>
            <a:ln w="8332" cap="flat">
              <a:noFill/>
              <a:prstDash val="solid"/>
              <a:miter/>
            </a:ln>
          </p:spPr>
          <p:txBody>
            <a:bodyPr rtlCol="0" anchor="ctr"/>
            <a:lstStyle/>
            <a:p>
              <a:endParaRPr lang="en-US"/>
            </a:p>
          </p:txBody>
        </p:sp>
        <p:sp>
          <p:nvSpPr>
            <p:cNvPr id="1698" name="Freeform: Shape 1697"/>
            <p:cNvSpPr/>
            <p:nvPr/>
          </p:nvSpPr>
          <p:spPr>
            <a:xfrm>
              <a:off x="6069968" y="1602907"/>
              <a:ext cx="200757" cy="277917"/>
            </a:xfrm>
            <a:custGeom>
              <a:avLst/>
              <a:gdLst>
                <a:gd name="connsiteX0" fmla="*/ 94915 w 200757"/>
                <a:gd name="connsiteY0" fmla="*/ 99783 h 277917"/>
                <a:gd name="connsiteX1" fmla="*/ 32920 w 200757"/>
                <a:gd name="connsiteY1" fmla="*/ 185942 h 277917"/>
                <a:gd name="connsiteX2" fmla="*/ 923 w 200757"/>
                <a:gd name="connsiteY2" fmla="*/ 257103 h 277917"/>
                <a:gd name="connsiteX3" fmla="*/ 45169 w 200757"/>
                <a:gd name="connsiteY3" fmla="*/ 274934 h 277917"/>
                <a:gd name="connsiteX4" fmla="*/ 104580 w 200757"/>
                <a:gd name="connsiteY4" fmla="*/ 213107 h 277917"/>
                <a:gd name="connsiteX5" fmla="*/ 157576 w 200757"/>
                <a:gd name="connsiteY5" fmla="*/ 134947 h 277917"/>
                <a:gd name="connsiteX6" fmla="*/ 187240 w 200757"/>
                <a:gd name="connsiteY6" fmla="*/ 77536 h 277917"/>
                <a:gd name="connsiteX7" fmla="*/ 199072 w 200757"/>
                <a:gd name="connsiteY7" fmla="*/ 17458 h 277917"/>
                <a:gd name="connsiteX8" fmla="*/ 188406 w 200757"/>
                <a:gd name="connsiteY8" fmla="*/ 2876 h 277917"/>
                <a:gd name="connsiteX9" fmla="*/ 185156 w 200757"/>
                <a:gd name="connsiteY9" fmla="*/ 459 h 277917"/>
                <a:gd name="connsiteX10" fmla="*/ 181990 w 200757"/>
                <a:gd name="connsiteY10" fmla="*/ 626 h 277917"/>
                <a:gd name="connsiteX11" fmla="*/ 177824 w 200757"/>
                <a:gd name="connsiteY11" fmla="*/ 542 h 277917"/>
                <a:gd name="connsiteX12" fmla="*/ 156076 w 200757"/>
                <a:gd name="connsiteY12" fmla="*/ 18708 h 277917"/>
                <a:gd name="connsiteX13" fmla="*/ 94915 w 200757"/>
                <a:gd name="connsiteY13" fmla="*/ 99783 h 277917"/>
                <a:gd name="connsiteX14" fmla="*/ 94915 w 200757"/>
                <a:gd name="connsiteY14" fmla="*/ 99783 h 277917"/>
                <a:gd name="connsiteX15" fmla="*/ 145160 w 200757"/>
                <a:gd name="connsiteY15" fmla="*/ 45788 h 277917"/>
                <a:gd name="connsiteX16" fmla="*/ 159909 w 200757"/>
                <a:gd name="connsiteY16" fmla="*/ 28623 h 277917"/>
                <a:gd name="connsiteX17" fmla="*/ 172491 w 200757"/>
                <a:gd name="connsiteY17" fmla="*/ 13291 h 277917"/>
                <a:gd name="connsiteX18" fmla="*/ 191156 w 200757"/>
                <a:gd name="connsiteY18" fmla="*/ 18957 h 277917"/>
                <a:gd name="connsiteX19" fmla="*/ 175574 w 200757"/>
                <a:gd name="connsiteY19" fmla="*/ 81118 h 277917"/>
                <a:gd name="connsiteX20" fmla="*/ 131078 w 200757"/>
                <a:gd name="connsiteY20" fmla="*/ 160445 h 277917"/>
                <a:gd name="connsiteX21" fmla="*/ 77750 w 200757"/>
                <a:gd name="connsiteY21" fmla="*/ 230938 h 277917"/>
                <a:gd name="connsiteX22" fmla="*/ 44919 w 200757"/>
                <a:gd name="connsiteY22" fmla="*/ 261686 h 277917"/>
                <a:gd name="connsiteX23" fmla="*/ 21588 w 200757"/>
                <a:gd name="connsiteY23" fmla="*/ 264019 h 277917"/>
                <a:gd name="connsiteX24" fmla="*/ 15672 w 200757"/>
                <a:gd name="connsiteY24" fmla="*/ 237271 h 277917"/>
                <a:gd name="connsiteX25" fmla="*/ 64168 w 200757"/>
                <a:gd name="connsiteY25" fmla="*/ 160195 h 277917"/>
                <a:gd name="connsiteX26" fmla="*/ 118829 w 200757"/>
                <a:gd name="connsiteY26" fmla="*/ 83118 h 277917"/>
                <a:gd name="connsiteX27" fmla="*/ 145160 w 200757"/>
                <a:gd name="connsiteY27" fmla="*/ 45788 h 277917"/>
                <a:gd name="connsiteX28" fmla="*/ 145160 w 200757"/>
                <a:gd name="connsiteY28" fmla="*/ 45788 h 2779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00757" h="277917">
                  <a:moveTo>
                    <a:pt x="94915" y="99783"/>
                  </a:moveTo>
                  <a:cubicBezTo>
                    <a:pt x="74083" y="128447"/>
                    <a:pt x="53002" y="156778"/>
                    <a:pt x="32920" y="185942"/>
                  </a:cubicBezTo>
                  <a:cubicBezTo>
                    <a:pt x="20338" y="204357"/>
                    <a:pt x="-5160" y="232688"/>
                    <a:pt x="923" y="257103"/>
                  </a:cubicBezTo>
                  <a:cubicBezTo>
                    <a:pt x="5589" y="275768"/>
                    <a:pt x="29004" y="282350"/>
                    <a:pt x="45169" y="274934"/>
                  </a:cubicBezTo>
                  <a:cubicBezTo>
                    <a:pt x="70167" y="263519"/>
                    <a:pt x="88832" y="234355"/>
                    <a:pt x="104580" y="213107"/>
                  </a:cubicBezTo>
                  <a:cubicBezTo>
                    <a:pt x="123329" y="187776"/>
                    <a:pt x="141661" y="162111"/>
                    <a:pt x="157576" y="134947"/>
                  </a:cubicBezTo>
                  <a:cubicBezTo>
                    <a:pt x="168325" y="116615"/>
                    <a:pt x="178907" y="97450"/>
                    <a:pt x="187240" y="77536"/>
                  </a:cubicBezTo>
                  <a:cubicBezTo>
                    <a:pt x="196739" y="58454"/>
                    <a:pt x="204238" y="37789"/>
                    <a:pt x="199072" y="17458"/>
                  </a:cubicBezTo>
                  <a:cubicBezTo>
                    <a:pt x="197572" y="11458"/>
                    <a:pt x="193739" y="5959"/>
                    <a:pt x="188406" y="2876"/>
                  </a:cubicBezTo>
                  <a:cubicBezTo>
                    <a:pt x="187406" y="2042"/>
                    <a:pt x="186323" y="1209"/>
                    <a:pt x="185156" y="459"/>
                  </a:cubicBezTo>
                  <a:cubicBezTo>
                    <a:pt x="183990" y="-291"/>
                    <a:pt x="182824" y="-41"/>
                    <a:pt x="181990" y="626"/>
                  </a:cubicBezTo>
                  <a:cubicBezTo>
                    <a:pt x="180657" y="459"/>
                    <a:pt x="179241" y="376"/>
                    <a:pt x="177824" y="542"/>
                  </a:cubicBezTo>
                  <a:cubicBezTo>
                    <a:pt x="167991" y="1459"/>
                    <a:pt x="162075" y="12041"/>
                    <a:pt x="156076" y="18708"/>
                  </a:cubicBezTo>
                  <a:cubicBezTo>
                    <a:pt x="133078" y="44122"/>
                    <a:pt x="114996" y="72119"/>
                    <a:pt x="94915" y="99783"/>
                  </a:cubicBezTo>
                  <a:lnTo>
                    <a:pt x="94915" y="99783"/>
                  </a:lnTo>
                  <a:close/>
                  <a:moveTo>
                    <a:pt x="145160" y="45788"/>
                  </a:moveTo>
                  <a:cubicBezTo>
                    <a:pt x="149826" y="39872"/>
                    <a:pt x="154992" y="34373"/>
                    <a:pt x="159909" y="28623"/>
                  </a:cubicBezTo>
                  <a:cubicBezTo>
                    <a:pt x="163492" y="24540"/>
                    <a:pt x="167908" y="15958"/>
                    <a:pt x="172491" y="13291"/>
                  </a:cubicBezTo>
                  <a:cubicBezTo>
                    <a:pt x="181740" y="13041"/>
                    <a:pt x="187906" y="14958"/>
                    <a:pt x="191156" y="18957"/>
                  </a:cubicBezTo>
                  <a:cubicBezTo>
                    <a:pt x="196155" y="38539"/>
                    <a:pt x="182573" y="65453"/>
                    <a:pt x="175574" y="81118"/>
                  </a:cubicBezTo>
                  <a:cubicBezTo>
                    <a:pt x="163242" y="108783"/>
                    <a:pt x="147993" y="135447"/>
                    <a:pt x="131078" y="160445"/>
                  </a:cubicBezTo>
                  <a:cubicBezTo>
                    <a:pt x="114663" y="184859"/>
                    <a:pt x="96831" y="208607"/>
                    <a:pt x="77750" y="230938"/>
                  </a:cubicBezTo>
                  <a:cubicBezTo>
                    <a:pt x="68084" y="242271"/>
                    <a:pt x="57501" y="253603"/>
                    <a:pt x="44919" y="261686"/>
                  </a:cubicBezTo>
                  <a:cubicBezTo>
                    <a:pt x="38087" y="266102"/>
                    <a:pt x="29254" y="268102"/>
                    <a:pt x="21588" y="264019"/>
                  </a:cubicBezTo>
                  <a:cubicBezTo>
                    <a:pt x="10172" y="257936"/>
                    <a:pt x="11755" y="247604"/>
                    <a:pt x="15672" y="237271"/>
                  </a:cubicBezTo>
                  <a:cubicBezTo>
                    <a:pt x="26004" y="209690"/>
                    <a:pt x="47419" y="184109"/>
                    <a:pt x="64168" y="160195"/>
                  </a:cubicBezTo>
                  <a:cubicBezTo>
                    <a:pt x="82166" y="134280"/>
                    <a:pt x="101331" y="109283"/>
                    <a:pt x="118829" y="83118"/>
                  </a:cubicBezTo>
                  <a:cubicBezTo>
                    <a:pt x="127245" y="70453"/>
                    <a:pt x="135744" y="57704"/>
                    <a:pt x="145160" y="45788"/>
                  </a:cubicBezTo>
                  <a:lnTo>
                    <a:pt x="145160" y="45788"/>
                  </a:lnTo>
                  <a:close/>
                </a:path>
              </a:pathLst>
            </a:custGeom>
            <a:grpFill/>
            <a:ln w="8332" cap="flat">
              <a:noFill/>
              <a:prstDash val="solid"/>
              <a:miter/>
            </a:ln>
          </p:spPr>
          <p:txBody>
            <a:bodyPr rtlCol="0" anchor="ctr"/>
            <a:lstStyle/>
            <a:p>
              <a:endParaRPr lang="en-US"/>
            </a:p>
          </p:txBody>
        </p:sp>
        <p:sp>
          <p:nvSpPr>
            <p:cNvPr id="1699" name="Freeform: Shape 1698"/>
            <p:cNvSpPr/>
            <p:nvPr/>
          </p:nvSpPr>
          <p:spPr>
            <a:xfrm>
              <a:off x="5988975" y="1539912"/>
              <a:ext cx="200756" cy="278000"/>
            </a:xfrm>
            <a:custGeom>
              <a:avLst/>
              <a:gdLst>
                <a:gd name="connsiteX0" fmla="*/ 94915 w 200756"/>
                <a:gd name="connsiteY0" fmla="*/ 99867 h 278000"/>
                <a:gd name="connsiteX1" fmla="*/ 32920 w 200756"/>
                <a:gd name="connsiteY1" fmla="*/ 186026 h 278000"/>
                <a:gd name="connsiteX2" fmla="*/ 923 w 200756"/>
                <a:gd name="connsiteY2" fmla="*/ 257186 h 278000"/>
                <a:gd name="connsiteX3" fmla="*/ 45169 w 200756"/>
                <a:gd name="connsiteY3" fmla="*/ 275018 h 278000"/>
                <a:gd name="connsiteX4" fmla="*/ 104581 w 200756"/>
                <a:gd name="connsiteY4" fmla="*/ 213190 h 278000"/>
                <a:gd name="connsiteX5" fmla="*/ 157576 w 200756"/>
                <a:gd name="connsiteY5" fmla="*/ 135030 h 278000"/>
                <a:gd name="connsiteX6" fmla="*/ 187240 w 200756"/>
                <a:gd name="connsiteY6" fmla="*/ 77619 h 278000"/>
                <a:gd name="connsiteX7" fmla="*/ 199072 w 200756"/>
                <a:gd name="connsiteY7" fmla="*/ 17458 h 278000"/>
                <a:gd name="connsiteX8" fmla="*/ 188406 w 200756"/>
                <a:gd name="connsiteY8" fmla="*/ 2876 h 278000"/>
                <a:gd name="connsiteX9" fmla="*/ 185157 w 200756"/>
                <a:gd name="connsiteY9" fmla="*/ 459 h 278000"/>
                <a:gd name="connsiteX10" fmla="*/ 181990 w 200756"/>
                <a:gd name="connsiteY10" fmla="*/ 626 h 278000"/>
                <a:gd name="connsiteX11" fmla="*/ 177824 w 200756"/>
                <a:gd name="connsiteY11" fmla="*/ 543 h 278000"/>
                <a:gd name="connsiteX12" fmla="*/ 156076 w 200756"/>
                <a:gd name="connsiteY12" fmla="*/ 18707 h 278000"/>
                <a:gd name="connsiteX13" fmla="*/ 94915 w 200756"/>
                <a:gd name="connsiteY13" fmla="*/ 99867 h 278000"/>
                <a:gd name="connsiteX14" fmla="*/ 94915 w 200756"/>
                <a:gd name="connsiteY14" fmla="*/ 99867 h 278000"/>
                <a:gd name="connsiteX15" fmla="*/ 145160 w 200756"/>
                <a:gd name="connsiteY15" fmla="*/ 45955 h 278000"/>
                <a:gd name="connsiteX16" fmla="*/ 159909 w 200756"/>
                <a:gd name="connsiteY16" fmla="*/ 28790 h 278000"/>
                <a:gd name="connsiteX17" fmla="*/ 172491 w 200756"/>
                <a:gd name="connsiteY17" fmla="*/ 13458 h 278000"/>
                <a:gd name="connsiteX18" fmla="*/ 191156 w 200756"/>
                <a:gd name="connsiteY18" fmla="*/ 19124 h 278000"/>
                <a:gd name="connsiteX19" fmla="*/ 175574 w 200756"/>
                <a:gd name="connsiteY19" fmla="*/ 81202 h 278000"/>
                <a:gd name="connsiteX20" fmla="*/ 131078 w 200756"/>
                <a:gd name="connsiteY20" fmla="*/ 160528 h 278000"/>
                <a:gd name="connsiteX21" fmla="*/ 77749 w 200756"/>
                <a:gd name="connsiteY21" fmla="*/ 231022 h 278000"/>
                <a:gd name="connsiteX22" fmla="*/ 44919 w 200756"/>
                <a:gd name="connsiteY22" fmla="*/ 261769 h 278000"/>
                <a:gd name="connsiteX23" fmla="*/ 21588 w 200756"/>
                <a:gd name="connsiteY23" fmla="*/ 264102 h 278000"/>
                <a:gd name="connsiteX24" fmla="*/ 15672 w 200756"/>
                <a:gd name="connsiteY24" fmla="*/ 237354 h 278000"/>
                <a:gd name="connsiteX25" fmla="*/ 64167 w 200756"/>
                <a:gd name="connsiteY25" fmla="*/ 160278 h 278000"/>
                <a:gd name="connsiteX26" fmla="*/ 118829 w 200756"/>
                <a:gd name="connsiteY26" fmla="*/ 83202 h 278000"/>
                <a:gd name="connsiteX27" fmla="*/ 145160 w 200756"/>
                <a:gd name="connsiteY27" fmla="*/ 45955 h 278000"/>
                <a:gd name="connsiteX28" fmla="*/ 145160 w 200756"/>
                <a:gd name="connsiteY28" fmla="*/ 45955 h 27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00756" h="278000">
                  <a:moveTo>
                    <a:pt x="94915" y="99867"/>
                  </a:moveTo>
                  <a:cubicBezTo>
                    <a:pt x="74083" y="128531"/>
                    <a:pt x="53002" y="156778"/>
                    <a:pt x="32920" y="186026"/>
                  </a:cubicBezTo>
                  <a:cubicBezTo>
                    <a:pt x="20338" y="204441"/>
                    <a:pt x="-5160" y="232772"/>
                    <a:pt x="923" y="257186"/>
                  </a:cubicBezTo>
                  <a:cubicBezTo>
                    <a:pt x="5589" y="275851"/>
                    <a:pt x="29004" y="282434"/>
                    <a:pt x="45169" y="275018"/>
                  </a:cubicBezTo>
                  <a:cubicBezTo>
                    <a:pt x="70167" y="263602"/>
                    <a:pt x="88832" y="234438"/>
                    <a:pt x="104581" y="213190"/>
                  </a:cubicBezTo>
                  <a:cubicBezTo>
                    <a:pt x="123329" y="187859"/>
                    <a:pt x="141660" y="162195"/>
                    <a:pt x="157576" y="135030"/>
                  </a:cubicBezTo>
                  <a:cubicBezTo>
                    <a:pt x="168325" y="116699"/>
                    <a:pt x="178991" y="97534"/>
                    <a:pt x="187240" y="77619"/>
                  </a:cubicBezTo>
                  <a:cubicBezTo>
                    <a:pt x="196739" y="58537"/>
                    <a:pt x="204238" y="37872"/>
                    <a:pt x="199072" y="17458"/>
                  </a:cubicBezTo>
                  <a:cubicBezTo>
                    <a:pt x="197572" y="11458"/>
                    <a:pt x="193739" y="5959"/>
                    <a:pt x="188406" y="2876"/>
                  </a:cubicBezTo>
                  <a:cubicBezTo>
                    <a:pt x="187406" y="2042"/>
                    <a:pt x="186323" y="1209"/>
                    <a:pt x="185157" y="459"/>
                  </a:cubicBezTo>
                  <a:cubicBezTo>
                    <a:pt x="183990" y="-291"/>
                    <a:pt x="182823" y="-41"/>
                    <a:pt x="181990" y="626"/>
                  </a:cubicBezTo>
                  <a:cubicBezTo>
                    <a:pt x="180657" y="459"/>
                    <a:pt x="179240" y="376"/>
                    <a:pt x="177824" y="543"/>
                  </a:cubicBezTo>
                  <a:cubicBezTo>
                    <a:pt x="167991" y="1459"/>
                    <a:pt x="162075" y="12042"/>
                    <a:pt x="156076" y="18707"/>
                  </a:cubicBezTo>
                  <a:cubicBezTo>
                    <a:pt x="133078" y="44289"/>
                    <a:pt x="114996" y="72369"/>
                    <a:pt x="94915" y="99867"/>
                  </a:cubicBezTo>
                  <a:lnTo>
                    <a:pt x="94915" y="99867"/>
                  </a:lnTo>
                  <a:close/>
                  <a:moveTo>
                    <a:pt x="145160" y="45955"/>
                  </a:moveTo>
                  <a:cubicBezTo>
                    <a:pt x="149826" y="40039"/>
                    <a:pt x="154993" y="34539"/>
                    <a:pt x="159909" y="28790"/>
                  </a:cubicBezTo>
                  <a:cubicBezTo>
                    <a:pt x="163492" y="24707"/>
                    <a:pt x="167908" y="16124"/>
                    <a:pt x="172491" y="13458"/>
                  </a:cubicBezTo>
                  <a:cubicBezTo>
                    <a:pt x="181740" y="13208"/>
                    <a:pt x="187906" y="15125"/>
                    <a:pt x="191156" y="19124"/>
                  </a:cubicBezTo>
                  <a:cubicBezTo>
                    <a:pt x="196156" y="38706"/>
                    <a:pt x="182573" y="65620"/>
                    <a:pt x="175574" y="81202"/>
                  </a:cubicBezTo>
                  <a:cubicBezTo>
                    <a:pt x="163242" y="108866"/>
                    <a:pt x="147993" y="135530"/>
                    <a:pt x="131078" y="160528"/>
                  </a:cubicBezTo>
                  <a:cubicBezTo>
                    <a:pt x="114663" y="184943"/>
                    <a:pt x="96831" y="208690"/>
                    <a:pt x="77749" y="231022"/>
                  </a:cubicBezTo>
                  <a:cubicBezTo>
                    <a:pt x="68084" y="242354"/>
                    <a:pt x="57501" y="253686"/>
                    <a:pt x="44919" y="261769"/>
                  </a:cubicBezTo>
                  <a:cubicBezTo>
                    <a:pt x="38086" y="266185"/>
                    <a:pt x="29254" y="268185"/>
                    <a:pt x="21588" y="264102"/>
                  </a:cubicBezTo>
                  <a:cubicBezTo>
                    <a:pt x="10172" y="258019"/>
                    <a:pt x="11756" y="247687"/>
                    <a:pt x="15672" y="237354"/>
                  </a:cubicBezTo>
                  <a:cubicBezTo>
                    <a:pt x="26004" y="209774"/>
                    <a:pt x="47419" y="184193"/>
                    <a:pt x="64167" y="160278"/>
                  </a:cubicBezTo>
                  <a:cubicBezTo>
                    <a:pt x="82166" y="134364"/>
                    <a:pt x="101331" y="109366"/>
                    <a:pt x="118829" y="83202"/>
                  </a:cubicBezTo>
                  <a:cubicBezTo>
                    <a:pt x="127245" y="70620"/>
                    <a:pt x="135744" y="57871"/>
                    <a:pt x="145160" y="45955"/>
                  </a:cubicBezTo>
                  <a:lnTo>
                    <a:pt x="145160" y="45955"/>
                  </a:lnTo>
                  <a:close/>
                </a:path>
              </a:pathLst>
            </a:custGeom>
            <a:grpFill/>
            <a:ln w="8332" cap="flat">
              <a:noFill/>
              <a:prstDash val="solid"/>
              <a:miter/>
            </a:ln>
          </p:spPr>
          <p:txBody>
            <a:bodyPr rtlCol="0" anchor="ctr"/>
            <a:lstStyle/>
            <a:p>
              <a:endParaRPr lang="en-US"/>
            </a:p>
          </p:txBody>
        </p:sp>
        <p:sp>
          <p:nvSpPr>
            <p:cNvPr id="1700" name="Freeform: Shape 1699"/>
            <p:cNvSpPr/>
            <p:nvPr/>
          </p:nvSpPr>
          <p:spPr>
            <a:xfrm>
              <a:off x="4465970" y="3660132"/>
              <a:ext cx="108925" cy="776990"/>
            </a:xfrm>
            <a:custGeom>
              <a:avLst/>
              <a:gdLst>
                <a:gd name="connsiteX0" fmla="*/ 315 w 108925"/>
                <a:gd name="connsiteY0" fmla="*/ 16880 h 776990"/>
                <a:gd name="connsiteX1" fmla="*/ 315 w 108925"/>
                <a:gd name="connsiteY1" fmla="*/ 35795 h 776990"/>
                <a:gd name="connsiteX2" fmla="*/ 1815 w 108925"/>
                <a:gd name="connsiteY2" fmla="*/ 56959 h 776990"/>
                <a:gd name="connsiteX3" fmla="*/ 5815 w 108925"/>
                <a:gd name="connsiteY3" fmla="*/ 74375 h 776990"/>
                <a:gd name="connsiteX4" fmla="*/ 5898 w 108925"/>
                <a:gd name="connsiteY4" fmla="*/ 74875 h 776990"/>
                <a:gd name="connsiteX5" fmla="*/ 5982 w 108925"/>
                <a:gd name="connsiteY5" fmla="*/ 96039 h 776990"/>
                <a:gd name="connsiteX6" fmla="*/ 20647 w 108925"/>
                <a:gd name="connsiteY6" fmla="*/ 159700 h 776990"/>
                <a:gd name="connsiteX7" fmla="*/ 18231 w 108925"/>
                <a:gd name="connsiteY7" fmla="*/ 160617 h 776990"/>
                <a:gd name="connsiteX8" fmla="*/ 7815 w 108925"/>
                <a:gd name="connsiteY8" fmla="*/ 199947 h 776990"/>
                <a:gd name="connsiteX9" fmla="*/ 9398 w 108925"/>
                <a:gd name="connsiteY9" fmla="*/ 258608 h 776990"/>
                <a:gd name="connsiteX10" fmla="*/ 31563 w 108925"/>
                <a:gd name="connsiteY10" fmla="*/ 366515 h 776990"/>
                <a:gd name="connsiteX11" fmla="*/ 28896 w 108925"/>
                <a:gd name="connsiteY11" fmla="*/ 379680 h 776990"/>
                <a:gd name="connsiteX12" fmla="*/ 33562 w 108925"/>
                <a:gd name="connsiteY12" fmla="*/ 500336 h 776990"/>
                <a:gd name="connsiteX13" fmla="*/ 43728 w 108925"/>
                <a:gd name="connsiteY13" fmla="*/ 557081 h 776990"/>
                <a:gd name="connsiteX14" fmla="*/ 46978 w 108925"/>
                <a:gd name="connsiteY14" fmla="*/ 604660 h 776990"/>
                <a:gd name="connsiteX15" fmla="*/ 38979 w 108925"/>
                <a:gd name="connsiteY15" fmla="*/ 671071 h 776990"/>
                <a:gd name="connsiteX16" fmla="*/ 36563 w 108925"/>
                <a:gd name="connsiteY16" fmla="*/ 743148 h 776990"/>
                <a:gd name="connsiteX17" fmla="*/ 65143 w 108925"/>
                <a:gd name="connsiteY17" fmla="*/ 776978 h 776990"/>
                <a:gd name="connsiteX18" fmla="*/ 86058 w 108925"/>
                <a:gd name="connsiteY18" fmla="*/ 744064 h 776990"/>
                <a:gd name="connsiteX19" fmla="*/ 95724 w 108925"/>
                <a:gd name="connsiteY19" fmla="*/ 652239 h 776990"/>
                <a:gd name="connsiteX20" fmla="*/ 102056 w 108925"/>
                <a:gd name="connsiteY20" fmla="*/ 619742 h 776990"/>
                <a:gd name="connsiteX21" fmla="*/ 108472 w 108925"/>
                <a:gd name="connsiteY21" fmla="*/ 549915 h 776990"/>
                <a:gd name="connsiteX22" fmla="*/ 108556 w 108925"/>
                <a:gd name="connsiteY22" fmla="*/ 517251 h 776990"/>
                <a:gd name="connsiteX23" fmla="*/ 106639 w 108925"/>
                <a:gd name="connsiteY23" fmla="*/ 493670 h 776990"/>
                <a:gd name="connsiteX24" fmla="*/ 99973 w 108925"/>
                <a:gd name="connsiteY24" fmla="*/ 490171 h 776990"/>
                <a:gd name="connsiteX25" fmla="*/ 96890 w 108925"/>
                <a:gd name="connsiteY25" fmla="*/ 491254 h 776990"/>
                <a:gd name="connsiteX26" fmla="*/ 89974 w 108925"/>
                <a:gd name="connsiteY26" fmla="*/ 467839 h 776990"/>
                <a:gd name="connsiteX27" fmla="*/ 92474 w 108925"/>
                <a:gd name="connsiteY27" fmla="*/ 425093 h 776990"/>
                <a:gd name="connsiteX28" fmla="*/ 95724 w 108925"/>
                <a:gd name="connsiteY28" fmla="*/ 359849 h 776990"/>
                <a:gd name="connsiteX29" fmla="*/ 96974 w 108925"/>
                <a:gd name="connsiteY29" fmla="*/ 302188 h 776990"/>
                <a:gd name="connsiteX30" fmla="*/ 88391 w 108925"/>
                <a:gd name="connsiteY30" fmla="*/ 267774 h 776990"/>
                <a:gd name="connsiteX31" fmla="*/ 84975 w 108925"/>
                <a:gd name="connsiteY31" fmla="*/ 267524 h 776990"/>
                <a:gd name="connsiteX32" fmla="*/ 85058 w 108925"/>
                <a:gd name="connsiteY32" fmla="*/ 253525 h 776990"/>
                <a:gd name="connsiteX33" fmla="*/ 86641 w 108925"/>
                <a:gd name="connsiteY33" fmla="*/ 208779 h 776990"/>
                <a:gd name="connsiteX34" fmla="*/ 87224 w 108925"/>
                <a:gd name="connsiteY34" fmla="*/ 116038 h 776990"/>
                <a:gd name="connsiteX35" fmla="*/ 66560 w 108925"/>
                <a:gd name="connsiteY35" fmla="*/ 62459 h 776990"/>
                <a:gd name="connsiteX36" fmla="*/ 59894 w 108925"/>
                <a:gd name="connsiteY36" fmla="*/ 68125 h 776990"/>
                <a:gd name="connsiteX37" fmla="*/ 54477 w 108925"/>
                <a:gd name="connsiteY37" fmla="*/ 45877 h 776990"/>
                <a:gd name="connsiteX38" fmla="*/ 40062 w 108925"/>
                <a:gd name="connsiteY38" fmla="*/ 11880 h 776990"/>
                <a:gd name="connsiteX39" fmla="*/ 27563 w 108925"/>
                <a:gd name="connsiteY39" fmla="*/ 19546 h 776990"/>
                <a:gd name="connsiteX40" fmla="*/ 27063 w 108925"/>
                <a:gd name="connsiteY40" fmla="*/ 21879 h 776990"/>
                <a:gd name="connsiteX41" fmla="*/ 1899 w 108925"/>
                <a:gd name="connsiteY41" fmla="*/ 4131 h 776990"/>
                <a:gd name="connsiteX42" fmla="*/ 315 w 108925"/>
                <a:gd name="connsiteY42" fmla="*/ 16880 h 776990"/>
                <a:gd name="connsiteX43" fmla="*/ 315 w 108925"/>
                <a:gd name="connsiteY43" fmla="*/ 16880 h 776990"/>
                <a:gd name="connsiteX44" fmla="*/ 80475 w 108925"/>
                <a:gd name="connsiteY44" fmla="*/ 443175 h 776990"/>
                <a:gd name="connsiteX45" fmla="*/ 59727 w 108925"/>
                <a:gd name="connsiteY45" fmla="*/ 393429 h 776990"/>
                <a:gd name="connsiteX46" fmla="*/ 44478 w 108925"/>
                <a:gd name="connsiteY46" fmla="*/ 361349 h 776990"/>
                <a:gd name="connsiteX47" fmla="*/ 58727 w 108925"/>
                <a:gd name="connsiteY47" fmla="*/ 327852 h 776990"/>
                <a:gd name="connsiteX48" fmla="*/ 71142 w 108925"/>
                <a:gd name="connsiteY48" fmla="*/ 303354 h 776990"/>
                <a:gd name="connsiteX49" fmla="*/ 81975 w 108925"/>
                <a:gd name="connsiteY49" fmla="*/ 283939 h 776990"/>
                <a:gd name="connsiteX50" fmla="*/ 81725 w 108925"/>
                <a:gd name="connsiteY50" fmla="*/ 299021 h 776990"/>
                <a:gd name="connsiteX51" fmla="*/ 83558 w 108925"/>
                <a:gd name="connsiteY51" fmla="*/ 327018 h 776990"/>
                <a:gd name="connsiteX52" fmla="*/ 80809 w 108925"/>
                <a:gd name="connsiteY52" fmla="*/ 382680 h 776990"/>
                <a:gd name="connsiteX53" fmla="*/ 80475 w 108925"/>
                <a:gd name="connsiteY53" fmla="*/ 443175 h 776990"/>
                <a:gd name="connsiteX54" fmla="*/ 80475 w 108925"/>
                <a:gd name="connsiteY54" fmla="*/ 443175 h 776990"/>
                <a:gd name="connsiteX55" fmla="*/ 76975 w 108925"/>
                <a:gd name="connsiteY55" fmla="*/ 545832 h 776990"/>
                <a:gd name="connsiteX56" fmla="*/ 94640 w 108925"/>
                <a:gd name="connsiteY56" fmla="*/ 508919 h 776990"/>
                <a:gd name="connsiteX57" fmla="*/ 94807 w 108925"/>
                <a:gd name="connsiteY57" fmla="*/ 509419 h 776990"/>
                <a:gd name="connsiteX58" fmla="*/ 95224 w 108925"/>
                <a:gd name="connsiteY58" fmla="*/ 510086 h 776990"/>
                <a:gd name="connsiteX59" fmla="*/ 95224 w 108925"/>
                <a:gd name="connsiteY59" fmla="*/ 510752 h 776990"/>
                <a:gd name="connsiteX60" fmla="*/ 96307 w 108925"/>
                <a:gd name="connsiteY60" fmla="*/ 526667 h 776990"/>
                <a:gd name="connsiteX61" fmla="*/ 96057 w 108925"/>
                <a:gd name="connsiteY61" fmla="*/ 559664 h 776990"/>
                <a:gd name="connsiteX62" fmla="*/ 91224 w 108925"/>
                <a:gd name="connsiteY62" fmla="*/ 625075 h 776990"/>
                <a:gd name="connsiteX63" fmla="*/ 89558 w 108925"/>
                <a:gd name="connsiteY63" fmla="*/ 637157 h 776990"/>
                <a:gd name="connsiteX64" fmla="*/ 86058 w 108925"/>
                <a:gd name="connsiteY64" fmla="*/ 655989 h 776990"/>
                <a:gd name="connsiteX65" fmla="*/ 80642 w 108925"/>
                <a:gd name="connsiteY65" fmla="*/ 686403 h 776990"/>
                <a:gd name="connsiteX66" fmla="*/ 76559 w 108925"/>
                <a:gd name="connsiteY66" fmla="*/ 752397 h 776990"/>
                <a:gd name="connsiteX67" fmla="*/ 76059 w 108925"/>
                <a:gd name="connsiteY67" fmla="*/ 753480 h 776990"/>
                <a:gd name="connsiteX68" fmla="*/ 66143 w 108925"/>
                <a:gd name="connsiteY68" fmla="*/ 757730 h 776990"/>
                <a:gd name="connsiteX69" fmla="*/ 52977 w 108925"/>
                <a:gd name="connsiteY69" fmla="*/ 754314 h 776990"/>
                <a:gd name="connsiteX70" fmla="*/ 50228 w 108925"/>
                <a:gd name="connsiteY70" fmla="*/ 740315 h 776990"/>
                <a:gd name="connsiteX71" fmla="*/ 49978 w 108925"/>
                <a:gd name="connsiteY71" fmla="*/ 710984 h 776990"/>
                <a:gd name="connsiteX72" fmla="*/ 51145 w 108925"/>
                <a:gd name="connsiteY72" fmla="*/ 655739 h 776990"/>
                <a:gd name="connsiteX73" fmla="*/ 52977 w 108925"/>
                <a:gd name="connsiteY73" fmla="*/ 614243 h 776990"/>
                <a:gd name="connsiteX74" fmla="*/ 54144 w 108925"/>
                <a:gd name="connsiteY74" fmla="*/ 612160 h 776990"/>
                <a:gd name="connsiteX75" fmla="*/ 54644 w 108925"/>
                <a:gd name="connsiteY75" fmla="*/ 606827 h 776990"/>
                <a:gd name="connsiteX76" fmla="*/ 56644 w 108925"/>
                <a:gd name="connsiteY76" fmla="*/ 599911 h 776990"/>
                <a:gd name="connsiteX77" fmla="*/ 76975 w 108925"/>
                <a:gd name="connsiteY77" fmla="*/ 545832 h 776990"/>
                <a:gd name="connsiteX78" fmla="*/ 76975 w 108925"/>
                <a:gd name="connsiteY78" fmla="*/ 545832 h 776990"/>
                <a:gd name="connsiteX79" fmla="*/ 37229 w 108925"/>
                <a:gd name="connsiteY79" fmla="*/ 375681 h 776990"/>
                <a:gd name="connsiteX80" fmla="*/ 37645 w 108925"/>
                <a:gd name="connsiteY80" fmla="*/ 375681 h 776990"/>
                <a:gd name="connsiteX81" fmla="*/ 38312 w 108925"/>
                <a:gd name="connsiteY81" fmla="*/ 377264 h 776990"/>
                <a:gd name="connsiteX82" fmla="*/ 55477 w 108925"/>
                <a:gd name="connsiteY82" fmla="*/ 419677 h 776990"/>
                <a:gd name="connsiteX83" fmla="*/ 90391 w 108925"/>
                <a:gd name="connsiteY83" fmla="*/ 498420 h 776990"/>
                <a:gd name="connsiteX84" fmla="*/ 78975 w 108925"/>
                <a:gd name="connsiteY84" fmla="*/ 526667 h 776990"/>
                <a:gd name="connsiteX85" fmla="*/ 56811 w 108925"/>
                <a:gd name="connsiteY85" fmla="*/ 578079 h 776990"/>
                <a:gd name="connsiteX86" fmla="*/ 56394 w 108925"/>
                <a:gd name="connsiteY86" fmla="*/ 569830 h 776990"/>
                <a:gd name="connsiteX87" fmla="*/ 47561 w 108925"/>
                <a:gd name="connsiteY87" fmla="*/ 521585 h 776990"/>
                <a:gd name="connsiteX88" fmla="*/ 40645 w 108925"/>
                <a:gd name="connsiteY88" fmla="*/ 475172 h 776990"/>
                <a:gd name="connsiteX89" fmla="*/ 34479 w 108925"/>
                <a:gd name="connsiteY89" fmla="*/ 425260 h 776990"/>
                <a:gd name="connsiteX90" fmla="*/ 34979 w 108925"/>
                <a:gd name="connsiteY90" fmla="*/ 399512 h 776990"/>
                <a:gd name="connsiteX91" fmla="*/ 37979 w 108925"/>
                <a:gd name="connsiteY91" fmla="*/ 381430 h 776990"/>
                <a:gd name="connsiteX92" fmla="*/ 37229 w 108925"/>
                <a:gd name="connsiteY92" fmla="*/ 375681 h 776990"/>
                <a:gd name="connsiteX93" fmla="*/ 37229 w 108925"/>
                <a:gd name="connsiteY93" fmla="*/ 375681 h 776990"/>
                <a:gd name="connsiteX94" fmla="*/ 20397 w 108925"/>
                <a:gd name="connsiteY94" fmla="*/ 171116 h 776990"/>
                <a:gd name="connsiteX95" fmla="*/ 32479 w 108925"/>
                <a:gd name="connsiteY95" fmla="*/ 202613 h 776990"/>
                <a:gd name="connsiteX96" fmla="*/ 45061 w 108925"/>
                <a:gd name="connsiteY96" fmla="*/ 233277 h 776990"/>
                <a:gd name="connsiteX97" fmla="*/ 68476 w 108925"/>
                <a:gd name="connsiteY97" fmla="*/ 287939 h 776990"/>
                <a:gd name="connsiteX98" fmla="*/ 54644 w 108925"/>
                <a:gd name="connsiteY98" fmla="*/ 318103 h 776990"/>
                <a:gd name="connsiteX99" fmla="*/ 36812 w 108925"/>
                <a:gd name="connsiteY99" fmla="*/ 357766 h 776990"/>
                <a:gd name="connsiteX100" fmla="*/ 33479 w 108925"/>
                <a:gd name="connsiteY100" fmla="*/ 347183 h 776990"/>
                <a:gd name="connsiteX101" fmla="*/ 29563 w 108925"/>
                <a:gd name="connsiteY101" fmla="*/ 322519 h 776990"/>
                <a:gd name="connsiteX102" fmla="*/ 21147 w 108925"/>
                <a:gd name="connsiteY102" fmla="*/ 270940 h 776990"/>
                <a:gd name="connsiteX103" fmla="*/ 16481 w 108925"/>
                <a:gd name="connsiteY103" fmla="*/ 218112 h 776990"/>
                <a:gd name="connsiteX104" fmla="*/ 20397 w 108925"/>
                <a:gd name="connsiteY104" fmla="*/ 171116 h 776990"/>
                <a:gd name="connsiteX105" fmla="*/ 20397 w 108925"/>
                <a:gd name="connsiteY105" fmla="*/ 171116 h 776990"/>
                <a:gd name="connsiteX106" fmla="*/ 12065 w 108925"/>
                <a:gd name="connsiteY106" fmla="*/ 16380 h 776990"/>
                <a:gd name="connsiteX107" fmla="*/ 24730 w 108925"/>
                <a:gd name="connsiteY107" fmla="*/ 32212 h 776990"/>
                <a:gd name="connsiteX108" fmla="*/ 21814 w 108925"/>
                <a:gd name="connsiteY108" fmla="*/ 60543 h 776990"/>
                <a:gd name="connsiteX109" fmla="*/ 30396 w 108925"/>
                <a:gd name="connsiteY109" fmla="*/ 60209 h 776990"/>
                <a:gd name="connsiteX110" fmla="*/ 36563 w 108925"/>
                <a:gd name="connsiteY110" fmla="*/ 30462 h 776990"/>
                <a:gd name="connsiteX111" fmla="*/ 37312 w 108925"/>
                <a:gd name="connsiteY111" fmla="*/ 25879 h 776990"/>
                <a:gd name="connsiteX112" fmla="*/ 37895 w 108925"/>
                <a:gd name="connsiteY112" fmla="*/ 26796 h 776990"/>
                <a:gd name="connsiteX113" fmla="*/ 54394 w 108925"/>
                <a:gd name="connsiteY113" fmla="*/ 86040 h 776990"/>
                <a:gd name="connsiteX114" fmla="*/ 46978 w 108925"/>
                <a:gd name="connsiteY114" fmla="*/ 118537 h 776990"/>
                <a:gd name="connsiteX115" fmla="*/ 31563 w 108925"/>
                <a:gd name="connsiteY115" fmla="*/ 149785 h 776990"/>
                <a:gd name="connsiteX116" fmla="*/ 37062 w 108925"/>
                <a:gd name="connsiteY116" fmla="*/ 151034 h 776990"/>
                <a:gd name="connsiteX117" fmla="*/ 43645 w 108925"/>
                <a:gd name="connsiteY117" fmla="*/ 130703 h 776990"/>
                <a:gd name="connsiteX118" fmla="*/ 44895 w 108925"/>
                <a:gd name="connsiteY118" fmla="*/ 127370 h 776990"/>
                <a:gd name="connsiteX119" fmla="*/ 44145 w 108925"/>
                <a:gd name="connsiteY119" fmla="*/ 130036 h 776990"/>
                <a:gd name="connsiteX120" fmla="*/ 48061 w 108925"/>
                <a:gd name="connsiteY120" fmla="*/ 139952 h 776990"/>
                <a:gd name="connsiteX121" fmla="*/ 52894 w 108925"/>
                <a:gd name="connsiteY121" fmla="*/ 155201 h 776990"/>
                <a:gd name="connsiteX122" fmla="*/ 56311 w 108925"/>
                <a:gd name="connsiteY122" fmla="*/ 164950 h 776990"/>
                <a:gd name="connsiteX123" fmla="*/ 60227 w 108925"/>
                <a:gd name="connsiteY123" fmla="*/ 172366 h 776990"/>
                <a:gd name="connsiteX124" fmla="*/ 60227 w 108925"/>
                <a:gd name="connsiteY124" fmla="*/ 172366 h 776990"/>
                <a:gd name="connsiteX125" fmla="*/ 63977 w 108925"/>
                <a:gd name="connsiteY125" fmla="*/ 171699 h 776990"/>
                <a:gd name="connsiteX126" fmla="*/ 59310 w 108925"/>
                <a:gd name="connsiteY126" fmla="*/ 145285 h 776990"/>
                <a:gd name="connsiteX127" fmla="*/ 51978 w 108925"/>
                <a:gd name="connsiteY127" fmla="*/ 123787 h 776990"/>
                <a:gd name="connsiteX128" fmla="*/ 59810 w 108925"/>
                <a:gd name="connsiteY128" fmla="*/ 95373 h 776990"/>
                <a:gd name="connsiteX129" fmla="*/ 60643 w 108925"/>
                <a:gd name="connsiteY129" fmla="*/ 94206 h 776990"/>
                <a:gd name="connsiteX130" fmla="*/ 61810 w 108925"/>
                <a:gd name="connsiteY130" fmla="*/ 86540 h 776990"/>
                <a:gd name="connsiteX131" fmla="*/ 68059 w 108925"/>
                <a:gd name="connsiteY131" fmla="*/ 75041 h 776990"/>
                <a:gd name="connsiteX132" fmla="*/ 70476 w 108925"/>
                <a:gd name="connsiteY132" fmla="*/ 88207 h 776990"/>
                <a:gd name="connsiteX133" fmla="*/ 71726 w 108925"/>
                <a:gd name="connsiteY133" fmla="*/ 164367 h 776990"/>
                <a:gd name="connsiteX134" fmla="*/ 70809 w 108925"/>
                <a:gd name="connsiteY134" fmla="*/ 234860 h 776990"/>
                <a:gd name="connsiteX135" fmla="*/ 75392 w 108925"/>
                <a:gd name="connsiteY135" fmla="*/ 275940 h 776990"/>
                <a:gd name="connsiteX136" fmla="*/ 73392 w 108925"/>
                <a:gd name="connsiteY136" fmla="*/ 278773 h 776990"/>
                <a:gd name="connsiteX137" fmla="*/ 56144 w 108925"/>
                <a:gd name="connsiteY137" fmla="*/ 227778 h 776990"/>
                <a:gd name="connsiteX138" fmla="*/ 32063 w 108925"/>
                <a:gd name="connsiteY138" fmla="*/ 171033 h 776990"/>
                <a:gd name="connsiteX139" fmla="*/ 21814 w 108925"/>
                <a:gd name="connsiteY139" fmla="*/ 125537 h 776990"/>
                <a:gd name="connsiteX140" fmla="*/ 17397 w 108925"/>
                <a:gd name="connsiteY140" fmla="*/ 98122 h 776990"/>
                <a:gd name="connsiteX141" fmla="*/ 16064 w 108925"/>
                <a:gd name="connsiteY141" fmla="*/ 84707 h 776990"/>
                <a:gd name="connsiteX142" fmla="*/ 18480 w 108925"/>
                <a:gd name="connsiteY142" fmla="*/ 81207 h 776990"/>
                <a:gd name="connsiteX143" fmla="*/ 24564 w 108925"/>
                <a:gd name="connsiteY143" fmla="*/ 92373 h 776990"/>
                <a:gd name="connsiteX144" fmla="*/ 30563 w 108925"/>
                <a:gd name="connsiteY144" fmla="*/ 103039 h 776990"/>
                <a:gd name="connsiteX145" fmla="*/ 35812 w 108925"/>
                <a:gd name="connsiteY145" fmla="*/ 111205 h 776990"/>
                <a:gd name="connsiteX146" fmla="*/ 38479 w 108925"/>
                <a:gd name="connsiteY146" fmla="*/ 112204 h 776990"/>
                <a:gd name="connsiteX147" fmla="*/ 34479 w 108925"/>
                <a:gd name="connsiteY147" fmla="*/ 89040 h 776990"/>
                <a:gd name="connsiteX148" fmla="*/ 17731 w 108925"/>
                <a:gd name="connsiteY148" fmla="*/ 69542 h 776990"/>
                <a:gd name="connsiteX149" fmla="*/ 15314 w 108925"/>
                <a:gd name="connsiteY149" fmla="*/ 68708 h 776990"/>
                <a:gd name="connsiteX150" fmla="*/ 13231 w 108925"/>
                <a:gd name="connsiteY150" fmla="*/ 60626 h 776990"/>
                <a:gd name="connsiteX151" fmla="*/ 11231 w 108925"/>
                <a:gd name="connsiteY151" fmla="*/ 40628 h 776990"/>
                <a:gd name="connsiteX152" fmla="*/ 10815 w 108925"/>
                <a:gd name="connsiteY152" fmla="*/ 21546 h 776990"/>
                <a:gd name="connsiteX153" fmla="*/ 12065 w 108925"/>
                <a:gd name="connsiteY153" fmla="*/ 16380 h 776990"/>
                <a:gd name="connsiteX154" fmla="*/ 12065 w 108925"/>
                <a:gd name="connsiteY154" fmla="*/ 16380 h 776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Lst>
              <a:rect l="l" t="t" r="r" b="b"/>
              <a:pathLst>
                <a:path w="108925" h="776990">
                  <a:moveTo>
                    <a:pt x="315" y="16880"/>
                  </a:moveTo>
                  <a:cubicBezTo>
                    <a:pt x="-18" y="23296"/>
                    <a:pt x="-184" y="29379"/>
                    <a:pt x="315" y="35795"/>
                  </a:cubicBezTo>
                  <a:cubicBezTo>
                    <a:pt x="899" y="42794"/>
                    <a:pt x="815" y="50044"/>
                    <a:pt x="1815" y="56959"/>
                  </a:cubicBezTo>
                  <a:cubicBezTo>
                    <a:pt x="2649" y="62959"/>
                    <a:pt x="5565" y="68375"/>
                    <a:pt x="5815" y="74375"/>
                  </a:cubicBezTo>
                  <a:cubicBezTo>
                    <a:pt x="5815" y="74541"/>
                    <a:pt x="5898" y="74708"/>
                    <a:pt x="5898" y="74875"/>
                  </a:cubicBezTo>
                  <a:cubicBezTo>
                    <a:pt x="3482" y="81124"/>
                    <a:pt x="5482" y="90623"/>
                    <a:pt x="5982" y="96039"/>
                  </a:cubicBezTo>
                  <a:cubicBezTo>
                    <a:pt x="7898" y="117621"/>
                    <a:pt x="12065" y="139702"/>
                    <a:pt x="20647" y="159700"/>
                  </a:cubicBezTo>
                  <a:cubicBezTo>
                    <a:pt x="19814" y="159700"/>
                    <a:pt x="18897" y="159950"/>
                    <a:pt x="18231" y="160617"/>
                  </a:cubicBezTo>
                  <a:cubicBezTo>
                    <a:pt x="9065" y="169533"/>
                    <a:pt x="8315" y="187864"/>
                    <a:pt x="7815" y="199947"/>
                  </a:cubicBezTo>
                  <a:cubicBezTo>
                    <a:pt x="6899" y="219528"/>
                    <a:pt x="8731" y="239026"/>
                    <a:pt x="9398" y="258608"/>
                  </a:cubicBezTo>
                  <a:cubicBezTo>
                    <a:pt x="10648" y="296021"/>
                    <a:pt x="20897" y="331018"/>
                    <a:pt x="31563" y="366515"/>
                  </a:cubicBezTo>
                  <a:cubicBezTo>
                    <a:pt x="29813" y="370681"/>
                    <a:pt x="29313" y="376014"/>
                    <a:pt x="28896" y="379680"/>
                  </a:cubicBezTo>
                  <a:cubicBezTo>
                    <a:pt x="24813" y="420177"/>
                    <a:pt x="27480" y="460090"/>
                    <a:pt x="33562" y="500336"/>
                  </a:cubicBezTo>
                  <a:cubicBezTo>
                    <a:pt x="36479" y="519335"/>
                    <a:pt x="40812" y="538083"/>
                    <a:pt x="43728" y="557081"/>
                  </a:cubicBezTo>
                  <a:cubicBezTo>
                    <a:pt x="46061" y="572746"/>
                    <a:pt x="45312" y="588911"/>
                    <a:pt x="46978" y="604660"/>
                  </a:cubicBezTo>
                  <a:cubicBezTo>
                    <a:pt x="39895" y="626575"/>
                    <a:pt x="40145" y="648239"/>
                    <a:pt x="38979" y="671071"/>
                  </a:cubicBezTo>
                  <a:cubicBezTo>
                    <a:pt x="37812" y="694986"/>
                    <a:pt x="34062" y="719317"/>
                    <a:pt x="36563" y="743148"/>
                  </a:cubicBezTo>
                  <a:cubicBezTo>
                    <a:pt x="38229" y="758563"/>
                    <a:pt x="46728" y="777561"/>
                    <a:pt x="65143" y="776978"/>
                  </a:cubicBezTo>
                  <a:cubicBezTo>
                    <a:pt x="83892" y="776395"/>
                    <a:pt x="85225" y="758646"/>
                    <a:pt x="86058" y="744064"/>
                  </a:cubicBezTo>
                  <a:cubicBezTo>
                    <a:pt x="87891" y="713317"/>
                    <a:pt x="92057" y="682820"/>
                    <a:pt x="95724" y="652239"/>
                  </a:cubicBezTo>
                  <a:cubicBezTo>
                    <a:pt x="98140" y="641490"/>
                    <a:pt x="100557" y="630741"/>
                    <a:pt x="102056" y="619742"/>
                  </a:cubicBezTo>
                  <a:cubicBezTo>
                    <a:pt x="105306" y="596494"/>
                    <a:pt x="107389" y="573330"/>
                    <a:pt x="108472" y="549915"/>
                  </a:cubicBezTo>
                  <a:cubicBezTo>
                    <a:pt x="108973" y="539083"/>
                    <a:pt x="109139" y="528167"/>
                    <a:pt x="108556" y="517251"/>
                  </a:cubicBezTo>
                  <a:cubicBezTo>
                    <a:pt x="108139" y="509586"/>
                    <a:pt x="109973" y="500836"/>
                    <a:pt x="106639" y="493670"/>
                  </a:cubicBezTo>
                  <a:cubicBezTo>
                    <a:pt x="105389" y="491004"/>
                    <a:pt x="102723" y="489920"/>
                    <a:pt x="99973" y="490171"/>
                  </a:cubicBezTo>
                  <a:cubicBezTo>
                    <a:pt x="98890" y="490254"/>
                    <a:pt x="97890" y="490670"/>
                    <a:pt x="96890" y="491254"/>
                  </a:cubicBezTo>
                  <a:cubicBezTo>
                    <a:pt x="95057" y="483338"/>
                    <a:pt x="92724" y="475505"/>
                    <a:pt x="89974" y="467839"/>
                  </a:cubicBezTo>
                  <a:cubicBezTo>
                    <a:pt x="90641" y="453674"/>
                    <a:pt x="91974" y="439342"/>
                    <a:pt x="92474" y="425093"/>
                  </a:cubicBezTo>
                  <a:cubicBezTo>
                    <a:pt x="93224" y="403262"/>
                    <a:pt x="93307" y="381430"/>
                    <a:pt x="95724" y="359849"/>
                  </a:cubicBezTo>
                  <a:cubicBezTo>
                    <a:pt x="97890" y="340601"/>
                    <a:pt x="98223" y="321519"/>
                    <a:pt x="96974" y="302188"/>
                  </a:cubicBezTo>
                  <a:cubicBezTo>
                    <a:pt x="96390" y="292188"/>
                    <a:pt x="100473" y="272024"/>
                    <a:pt x="88391" y="267774"/>
                  </a:cubicBezTo>
                  <a:cubicBezTo>
                    <a:pt x="87141" y="267357"/>
                    <a:pt x="86058" y="267274"/>
                    <a:pt x="84975" y="267524"/>
                  </a:cubicBezTo>
                  <a:cubicBezTo>
                    <a:pt x="85225" y="262691"/>
                    <a:pt x="85058" y="257858"/>
                    <a:pt x="85058" y="253525"/>
                  </a:cubicBezTo>
                  <a:cubicBezTo>
                    <a:pt x="85308" y="238526"/>
                    <a:pt x="86391" y="223695"/>
                    <a:pt x="86641" y="208779"/>
                  </a:cubicBezTo>
                  <a:cubicBezTo>
                    <a:pt x="87058" y="177782"/>
                    <a:pt x="89974" y="146951"/>
                    <a:pt x="87224" y="116038"/>
                  </a:cubicBezTo>
                  <a:cubicBezTo>
                    <a:pt x="86475" y="107122"/>
                    <a:pt x="83975" y="59126"/>
                    <a:pt x="66560" y="62459"/>
                  </a:cubicBezTo>
                  <a:cubicBezTo>
                    <a:pt x="63643" y="63042"/>
                    <a:pt x="61477" y="65292"/>
                    <a:pt x="59894" y="68125"/>
                  </a:cubicBezTo>
                  <a:cubicBezTo>
                    <a:pt x="58227" y="60209"/>
                    <a:pt x="55894" y="52377"/>
                    <a:pt x="54477" y="45877"/>
                  </a:cubicBezTo>
                  <a:cubicBezTo>
                    <a:pt x="52394" y="35878"/>
                    <a:pt x="48561" y="18630"/>
                    <a:pt x="40062" y="11880"/>
                  </a:cubicBezTo>
                  <a:cubicBezTo>
                    <a:pt x="33062" y="6214"/>
                    <a:pt x="28813" y="13213"/>
                    <a:pt x="27563" y="19546"/>
                  </a:cubicBezTo>
                  <a:cubicBezTo>
                    <a:pt x="27396" y="20296"/>
                    <a:pt x="27230" y="21129"/>
                    <a:pt x="27063" y="21879"/>
                  </a:cubicBezTo>
                  <a:cubicBezTo>
                    <a:pt x="21230" y="8547"/>
                    <a:pt x="11231" y="-7785"/>
                    <a:pt x="1899" y="4131"/>
                  </a:cubicBezTo>
                  <a:cubicBezTo>
                    <a:pt x="-518" y="7214"/>
                    <a:pt x="482" y="13213"/>
                    <a:pt x="315" y="16880"/>
                  </a:cubicBezTo>
                  <a:lnTo>
                    <a:pt x="315" y="16880"/>
                  </a:lnTo>
                  <a:close/>
                  <a:moveTo>
                    <a:pt x="80475" y="443175"/>
                  </a:moveTo>
                  <a:cubicBezTo>
                    <a:pt x="73392" y="426593"/>
                    <a:pt x="65727" y="410177"/>
                    <a:pt x="59727" y="393429"/>
                  </a:cubicBezTo>
                  <a:cubicBezTo>
                    <a:pt x="57060" y="386097"/>
                    <a:pt x="53311" y="366265"/>
                    <a:pt x="44478" y="361349"/>
                  </a:cubicBezTo>
                  <a:cubicBezTo>
                    <a:pt x="49478" y="350267"/>
                    <a:pt x="53477" y="338851"/>
                    <a:pt x="58727" y="327852"/>
                  </a:cubicBezTo>
                  <a:cubicBezTo>
                    <a:pt x="62726" y="319519"/>
                    <a:pt x="66476" y="311353"/>
                    <a:pt x="71142" y="303354"/>
                  </a:cubicBezTo>
                  <a:cubicBezTo>
                    <a:pt x="73976" y="298438"/>
                    <a:pt x="77225" y="289189"/>
                    <a:pt x="81975" y="283939"/>
                  </a:cubicBezTo>
                  <a:cubicBezTo>
                    <a:pt x="82058" y="289355"/>
                    <a:pt x="81558" y="296771"/>
                    <a:pt x="81725" y="299021"/>
                  </a:cubicBezTo>
                  <a:cubicBezTo>
                    <a:pt x="82558" y="308354"/>
                    <a:pt x="83392" y="317603"/>
                    <a:pt x="83558" y="327018"/>
                  </a:cubicBezTo>
                  <a:cubicBezTo>
                    <a:pt x="83892" y="345683"/>
                    <a:pt x="80975" y="364099"/>
                    <a:pt x="80809" y="382680"/>
                  </a:cubicBezTo>
                  <a:cubicBezTo>
                    <a:pt x="80558" y="402095"/>
                    <a:pt x="78892" y="423010"/>
                    <a:pt x="80475" y="443175"/>
                  </a:cubicBezTo>
                  <a:lnTo>
                    <a:pt x="80475" y="443175"/>
                  </a:lnTo>
                  <a:close/>
                  <a:moveTo>
                    <a:pt x="76975" y="545832"/>
                  </a:moveTo>
                  <a:cubicBezTo>
                    <a:pt x="78142" y="543249"/>
                    <a:pt x="87808" y="520584"/>
                    <a:pt x="94640" y="508919"/>
                  </a:cubicBezTo>
                  <a:cubicBezTo>
                    <a:pt x="94724" y="509086"/>
                    <a:pt x="94807" y="509252"/>
                    <a:pt x="94807" y="509419"/>
                  </a:cubicBezTo>
                  <a:cubicBezTo>
                    <a:pt x="94891" y="509669"/>
                    <a:pt x="95057" y="509835"/>
                    <a:pt x="95224" y="510086"/>
                  </a:cubicBezTo>
                  <a:cubicBezTo>
                    <a:pt x="95224" y="510335"/>
                    <a:pt x="95224" y="510585"/>
                    <a:pt x="95224" y="510752"/>
                  </a:cubicBezTo>
                  <a:cubicBezTo>
                    <a:pt x="95307" y="516001"/>
                    <a:pt x="96140" y="521418"/>
                    <a:pt x="96307" y="526667"/>
                  </a:cubicBezTo>
                  <a:cubicBezTo>
                    <a:pt x="96724" y="537666"/>
                    <a:pt x="96474" y="548665"/>
                    <a:pt x="96057" y="559664"/>
                  </a:cubicBezTo>
                  <a:cubicBezTo>
                    <a:pt x="95224" y="581662"/>
                    <a:pt x="93557" y="603327"/>
                    <a:pt x="91224" y="625075"/>
                  </a:cubicBezTo>
                  <a:cubicBezTo>
                    <a:pt x="90807" y="629158"/>
                    <a:pt x="90224" y="633157"/>
                    <a:pt x="89558" y="637157"/>
                  </a:cubicBezTo>
                  <a:cubicBezTo>
                    <a:pt x="88391" y="643407"/>
                    <a:pt x="87224" y="649739"/>
                    <a:pt x="86058" y="655989"/>
                  </a:cubicBezTo>
                  <a:cubicBezTo>
                    <a:pt x="84058" y="666071"/>
                    <a:pt x="81975" y="676154"/>
                    <a:pt x="80642" y="686403"/>
                  </a:cubicBezTo>
                  <a:cubicBezTo>
                    <a:pt x="77725" y="708318"/>
                    <a:pt x="76975" y="730399"/>
                    <a:pt x="76559" y="752397"/>
                  </a:cubicBezTo>
                  <a:cubicBezTo>
                    <a:pt x="76392" y="752814"/>
                    <a:pt x="76225" y="753147"/>
                    <a:pt x="76059" y="753480"/>
                  </a:cubicBezTo>
                  <a:cubicBezTo>
                    <a:pt x="76225" y="757980"/>
                    <a:pt x="72892" y="759313"/>
                    <a:pt x="66143" y="757730"/>
                  </a:cubicBezTo>
                  <a:cubicBezTo>
                    <a:pt x="59227" y="762646"/>
                    <a:pt x="54811" y="761479"/>
                    <a:pt x="52977" y="754314"/>
                  </a:cubicBezTo>
                  <a:cubicBezTo>
                    <a:pt x="51145" y="749980"/>
                    <a:pt x="50727" y="744898"/>
                    <a:pt x="50228" y="740315"/>
                  </a:cubicBezTo>
                  <a:cubicBezTo>
                    <a:pt x="49311" y="730565"/>
                    <a:pt x="49728" y="720733"/>
                    <a:pt x="49978" y="710984"/>
                  </a:cubicBezTo>
                  <a:cubicBezTo>
                    <a:pt x="50394" y="692652"/>
                    <a:pt x="51894" y="674154"/>
                    <a:pt x="51145" y="655739"/>
                  </a:cubicBezTo>
                  <a:cubicBezTo>
                    <a:pt x="50561" y="641240"/>
                    <a:pt x="50394" y="627825"/>
                    <a:pt x="52977" y="614243"/>
                  </a:cubicBezTo>
                  <a:cubicBezTo>
                    <a:pt x="53561" y="613826"/>
                    <a:pt x="54061" y="613160"/>
                    <a:pt x="54144" y="612160"/>
                  </a:cubicBezTo>
                  <a:cubicBezTo>
                    <a:pt x="54310" y="610410"/>
                    <a:pt x="54477" y="608577"/>
                    <a:pt x="54644" y="606827"/>
                  </a:cubicBezTo>
                  <a:cubicBezTo>
                    <a:pt x="55227" y="604577"/>
                    <a:pt x="55894" y="602244"/>
                    <a:pt x="56644" y="599911"/>
                  </a:cubicBezTo>
                  <a:cubicBezTo>
                    <a:pt x="62643" y="581996"/>
                    <a:pt x="69059" y="563414"/>
                    <a:pt x="76975" y="545832"/>
                  </a:cubicBezTo>
                  <a:lnTo>
                    <a:pt x="76975" y="545832"/>
                  </a:lnTo>
                  <a:close/>
                  <a:moveTo>
                    <a:pt x="37229" y="375681"/>
                  </a:moveTo>
                  <a:cubicBezTo>
                    <a:pt x="37396" y="375681"/>
                    <a:pt x="37479" y="375681"/>
                    <a:pt x="37645" y="375681"/>
                  </a:cubicBezTo>
                  <a:cubicBezTo>
                    <a:pt x="37812" y="376014"/>
                    <a:pt x="38062" y="376514"/>
                    <a:pt x="38312" y="377264"/>
                  </a:cubicBezTo>
                  <a:cubicBezTo>
                    <a:pt x="44062" y="391346"/>
                    <a:pt x="49395" y="405678"/>
                    <a:pt x="55477" y="419677"/>
                  </a:cubicBezTo>
                  <a:cubicBezTo>
                    <a:pt x="67060" y="446091"/>
                    <a:pt x="79475" y="471922"/>
                    <a:pt x="90391" y="498420"/>
                  </a:cubicBezTo>
                  <a:cubicBezTo>
                    <a:pt x="85225" y="507502"/>
                    <a:pt x="81642" y="521251"/>
                    <a:pt x="78975" y="526667"/>
                  </a:cubicBezTo>
                  <a:cubicBezTo>
                    <a:pt x="70809" y="543332"/>
                    <a:pt x="63560" y="560664"/>
                    <a:pt x="56811" y="578079"/>
                  </a:cubicBezTo>
                  <a:cubicBezTo>
                    <a:pt x="56811" y="575329"/>
                    <a:pt x="56644" y="572580"/>
                    <a:pt x="56394" y="569830"/>
                  </a:cubicBezTo>
                  <a:cubicBezTo>
                    <a:pt x="54644" y="553415"/>
                    <a:pt x="50478" y="537833"/>
                    <a:pt x="47561" y="521585"/>
                  </a:cubicBezTo>
                  <a:cubicBezTo>
                    <a:pt x="44728" y="506336"/>
                    <a:pt x="42062" y="490587"/>
                    <a:pt x="40645" y="475172"/>
                  </a:cubicBezTo>
                  <a:cubicBezTo>
                    <a:pt x="39062" y="458340"/>
                    <a:pt x="34896" y="442175"/>
                    <a:pt x="34479" y="425260"/>
                  </a:cubicBezTo>
                  <a:cubicBezTo>
                    <a:pt x="34313" y="416594"/>
                    <a:pt x="34146" y="408094"/>
                    <a:pt x="34979" y="399512"/>
                  </a:cubicBezTo>
                  <a:cubicBezTo>
                    <a:pt x="35562" y="393596"/>
                    <a:pt x="37812" y="387097"/>
                    <a:pt x="37979" y="381430"/>
                  </a:cubicBezTo>
                  <a:cubicBezTo>
                    <a:pt x="37895" y="380014"/>
                    <a:pt x="37229" y="376847"/>
                    <a:pt x="37229" y="375681"/>
                  </a:cubicBezTo>
                  <a:lnTo>
                    <a:pt x="37229" y="375681"/>
                  </a:lnTo>
                  <a:close/>
                  <a:moveTo>
                    <a:pt x="20397" y="171116"/>
                  </a:moveTo>
                  <a:cubicBezTo>
                    <a:pt x="25563" y="180865"/>
                    <a:pt x="28646" y="192447"/>
                    <a:pt x="32479" y="202613"/>
                  </a:cubicBezTo>
                  <a:cubicBezTo>
                    <a:pt x="36396" y="212945"/>
                    <a:pt x="40895" y="223028"/>
                    <a:pt x="45061" y="233277"/>
                  </a:cubicBezTo>
                  <a:cubicBezTo>
                    <a:pt x="52478" y="251525"/>
                    <a:pt x="61310" y="269607"/>
                    <a:pt x="68476" y="287939"/>
                  </a:cubicBezTo>
                  <a:cubicBezTo>
                    <a:pt x="63226" y="297854"/>
                    <a:pt x="58977" y="308687"/>
                    <a:pt x="54644" y="318103"/>
                  </a:cubicBezTo>
                  <a:cubicBezTo>
                    <a:pt x="48644" y="331185"/>
                    <a:pt x="42145" y="344350"/>
                    <a:pt x="36812" y="357766"/>
                  </a:cubicBezTo>
                  <a:cubicBezTo>
                    <a:pt x="35562" y="354266"/>
                    <a:pt x="34396" y="350767"/>
                    <a:pt x="33479" y="347183"/>
                  </a:cubicBezTo>
                  <a:cubicBezTo>
                    <a:pt x="31396" y="339101"/>
                    <a:pt x="31146" y="330768"/>
                    <a:pt x="29563" y="322519"/>
                  </a:cubicBezTo>
                  <a:cubicBezTo>
                    <a:pt x="26230" y="305437"/>
                    <a:pt x="23480" y="288189"/>
                    <a:pt x="21147" y="270940"/>
                  </a:cubicBezTo>
                  <a:cubicBezTo>
                    <a:pt x="18814" y="253608"/>
                    <a:pt x="17064" y="235610"/>
                    <a:pt x="16481" y="218112"/>
                  </a:cubicBezTo>
                  <a:cubicBezTo>
                    <a:pt x="16064" y="207279"/>
                    <a:pt x="13481" y="183115"/>
                    <a:pt x="20397" y="171116"/>
                  </a:cubicBezTo>
                  <a:lnTo>
                    <a:pt x="20397" y="171116"/>
                  </a:lnTo>
                  <a:close/>
                  <a:moveTo>
                    <a:pt x="12065" y="16380"/>
                  </a:moveTo>
                  <a:cubicBezTo>
                    <a:pt x="16648" y="21296"/>
                    <a:pt x="19980" y="27462"/>
                    <a:pt x="24730" y="32212"/>
                  </a:cubicBezTo>
                  <a:cubicBezTo>
                    <a:pt x="22480" y="41628"/>
                    <a:pt x="20480" y="51293"/>
                    <a:pt x="21814" y="60543"/>
                  </a:cubicBezTo>
                  <a:cubicBezTo>
                    <a:pt x="22563" y="65625"/>
                    <a:pt x="29646" y="64875"/>
                    <a:pt x="30396" y="60209"/>
                  </a:cubicBezTo>
                  <a:cubicBezTo>
                    <a:pt x="31979" y="50044"/>
                    <a:pt x="35312" y="40711"/>
                    <a:pt x="36563" y="30462"/>
                  </a:cubicBezTo>
                  <a:cubicBezTo>
                    <a:pt x="36645" y="30045"/>
                    <a:pt x="36979" y="28129"/>
                    <a:pt x="37312" y="25879"/>
                  </a:cubicBezTo>
                  <a:cubicBezTo>
                    <a:pt x="37645" y="26546"/>
                    <a:pt x="37895" y="26962"/>
                    <a:pt x="37895" y="26796"/>
                  </a:cubicBezTo>
                  <a:cubicBezTo>
                    <a:pt x="47395" y="44461"/>
                    <a:pt x="49894" y="66209"/>
                    <a:pt x="54394" y="86040"/>
                  </a:cubicBezTo>
                  <a:cubicBezTo>
                    <a:pt x="51811" y="96873"/>
                    <a:pt x="49395" y="107705"/>
                    <a:pt x="46978" y="118537"/>
                  </a:cubicBezTo>
                  <a:cubicBezTo>
                    <a:pt x="35479" y="111621"/>
                    <a:pt x="30230" y="142618"/>
                    <a:pt x="31563" y="149785"/>
                  </a:cubicBezTo>
                  <a:cubicBezTo>
                    <a:pt x="32063" y="152201"/>
                    <a:pt x="35729" y="153451"/>
                    <a:pt x="37062" y="151034"/>
                  </a:cubicBezTo>
                  <a:cubicBezTo>
                    <a:pt x="40729" y="144785"/>
                    <a:pt x="41229" y="137536"/>
                    <a:pt x="43645" y="130703"/>
                  </a:cubicBezTo>
                  <a:cubicBezTo>
                    <a:pt x="43978" y="129536"/>
                    <a:pt x="44395" y="128453"/>
                    <a:pt x="44895" y="127370"/>
                  </a:cubicBezTo>
                  <a:cubicBezTo>
                    <a:pt x="44645" y="128287"/>
                    <a:pt x="44395" y="129120"/>
                    <a:pt x="44145" y="130036"/>
                  </a:cubicBezTo>
                  <a:cubicBezTo>
                    <a:pt x="45561" y="133369"/>
                    <a:pt x="46978" y="136452"/>
                    <a:pt x="48061" y="139952"/>
                  </a:cubicBezTo>
                  <a:cubicBezTo>
                    <a:pt x="49561" y="145118"/>
                    <a:pt x="51145" y="150118"/>
                    <a:pt x="52894" y="155201"/>
                  </a:cubicBezTo>
                  <a:cubicBezTo>
                    <a:pt x="54061" y="158450"/>
                    <a:pt x="54977" y="161783"/>
                    <a:pt x="56311" y="164950"/>
                  </a:cubicBezTo>
                  <a:cubicBezTo>
                    <a:pt x="57394" y="167533"/>
                    <a:pt x="59227" y="169783"/>
                    <a:pt x="60227" y="172366"/>
                  </a:cubicBezTo>
                  <a:lnTo>
                    <a:pt x="60227" y="172366"/>
                  </a:lnTo>
                  <a:cubicBezTo>
                    <a:pt x="60977" y="173949"/>
                    <a:pt x="63643" y="173866"/>
                    <a:pt x="63977" y="171699"/>
                  </a:cubicBezTo>
                  <a:cubicBezTo>
                    <a:pt x="65310" y="163200"/>
                    <a:pt x="61310" y="153451"/>
                    <a:pt x="59310" y="145285"/>
                  </a:cubicBezTo>
                  <a:cubicBezTo>
                    <a:pt x="57560" y="138036"/>
                    <a:pt x="56227" y="130119"/>
                    <a:pt x="51978" y="123787"/>
                  </a:cubicBezTo>
                  <a:cubicBezTo>
                    <a:pt x="54644" y="114371"/>
                    <a:pt x="57311" y="104872"/>
                    <a:pt x="59810" y="95373"/>
                  </a:cubicBezTo>
                  <a:cubicBezTo>
                    <a:pt x="60143" y="95123"/>
                    <a:pt x="60477" y="94789"/>
                    <a:pt x="60643" y="94206"/>
                  </a:cubicBezTo>
                  <a:cubicBezTo>
                    <a:pt x="61393" y="91790"/>
                    <a:pt x="61727" y="89290"/>
                    <a:pt x="61810" y="86540"/>
                  </a:cubicBezTo>
                  <a:cubicBezTo>
                    <a:pt x="62726" y="81541"/>
                    <a:pt x="64476" y="72542"/>
                    <a:pt x="68059" y="75041"/>
                  </a:cubicBezTo>
                  <a:cubicBezTo>
                    <a:pt x="69976" y="76374"/>
                    <a:pt x="70226" y="86207"/>
                    <a:pt x="70476" y="88207"/>
                  </a:cubicBezTo>
                  <a:cubicBezTo>
                    <a:pt x="74059" y="113371"/>
                    <a:pt x="73809" y="139202"/>
                    <a:pt x="71726" y="164367"/>
                  </a:cubicBezTo>
                  <a:cubicBezTo>
                    <a:pt x="69893" y="187365"/>
                    <a:pt x="70143" y="211946"/>
                    <a:pt x="70809" y="234860"/>
                  </a:cubicBezTo>
                  <a:cubicBezTo>
                    <a:pt x="71142" y="245692"/>
                    <a:pt x="70642" y="263941"/>
                    <a:pt x="75392" y="275940"/>
                  </a:cubicBezTo>
                  <a:cubicBezTo>
                    <a:pt x="74725" y="276856"/>
                    <a:pt x="74059" y="277857"/>
                    <a:pt x="73392" y="278773"/>
                  </a:cubicBezTo>
                  <a:cubicBezTo>
                    <a:pt x="70642" y="261274"/>
                    <a:pt x="62393" y="243943"/>
                    <a:pt x="56144" y="227778"/>
                  </a:cubicBezTo>
                  <a:cubicBezTo>
                    <a:pt x="49144" y="209696"/>
                    <a:pt x="43228" y="187864"/>
                    <a:pt x="32063" y="171033"/>
                  </a:cubicBezTo>
                  <a:cubicBezTo>
                    <a:pt x="28813" y="155867"/>
                    <a:pt x="24813" y="140785"/>
                    <a:pt x="21814" y="125537"/>
                  </a:cubicBezTo>
                  <a:cubicBezTo>
                    <a:pt x="20064" y="116538"/>
                    <a:pt x="18731" y="107205"/>
                    <a:pt x="17397" y="98122"/>
                  </a:cubicBezTo>
                  <a:cubicBezTo>
                    <a:pt x="16897" y="94456"/>
                    <a:pt x="15564" y="88457"/>
                    <a:pt x="16064" y="84707"/>
                  </a:cubicBezTo>
                  <a:cubicBezTo>
                    <a:pt x="16481" y="81041"/>
                    <a:pt x="15731" y="79374"/>
                    <a:pt x="18480" y="81207"/>
                  </a:cubicBezTo>
                  <a:cubicBezTo>
                    <a:pt x="20730" y="84790"/>
                    <a:pt x="22563" y="88623"/>
                    <a:pt x="24564" y="92373"/>
                  </a:cubicBezTo>
                  <a:cubicBezTo>
                    <a:pt x="26480" y="95956"/>
                    <a:pt x="28396" y="99622"/>
                    <a:pt x="30563" y="103039"/>
                  </a:cubicBezTo>
                  <a:cubicBezTo>
                    <a:pt x="31896" y="105205"/>
                    <a:pt x="35479" y="108622"/>
                    <a:pt x="35812" y="111205"/>
                  </a:cubicBezTo>
                  <a:cubicBezTo>
                    <a:pt x="35979" y="112371"/>
                    <a:pt x="37645" y="113121"/>
                    <a:pt x="38479" y="112204"/>
                  </a:cubicBezTo>
                  <a:cubicBezTo>
                    <a:pt x="43812" y="106538"/>
                    <a:pt x="36812" y="94873"/>
                    <a:pt x="34479" y="89040"/>
                  </a:cubicBezTo>
                  <a:cubicBezTo>
                    <a:pt x="32063" y="82957"/>
                    <a:pt x="26563" y="67292"/>
                    <a:pt x="17731" y="69542"/>
                  </a:cubicBezTo>
                  <a:cubicBezTo>
                    <a:pt x="16981" y="69208"/>
                    <a:pt x="16148" y="68875"/>
                    <a:pt x="15314" y="68708"/>
                  </a:cubicBezTo>
                  <a:cubicBezTo>
                    <a:pt x="14981" y="66042"/>
                    <a:pt x="14148" y="63626"/>
                    <a:pt x="13231" y="60626"/>
                  </a:cubicBezTo>
                  <a:cubicBezTo>
                    <a:pt x="11398" y="54126"/>
                    <a:pt x="11565" y="47377"/>
                    <a:pt x="11231" y="40628"/>
                  </a:cubicBezTo>
                  <a:cubicBezTo>
                    <a:pt x="10898" y="34212"/>
                    <a:pt x="10231" y="27962"/>
                    <a:pt x="10815" y="21546"/>
                  </a:cubicBezTo>
                  <a:cubicBezTo>
                    <a:pt x="11231" y="20629"/>
                    <a:pt x="11814" y="18463"/>
                    <a:pt x="12065" y="16380"/>
                  </a:cubicBezTo>
                  <a:lnTo>
                    <a:pt x="12065" y="16380"/>
                  </a:lnTo>
                  <a:close/>
                </a:path>
              </a:pathLst>
            </a:custGeom>
            <a:grpFill/>
            <a:ln w="8332" cap="flat">
              <a:noFill/>
              <a:prstDash val="solid"/>
              <a:miter/>
            </a:ln>
          </p:spPr>
          <p:txBody>
            <a:bodyPr rtlCol="0" anchor="ctr"/>
            <a:lstStyle/>
            <a:p>
              <a:endParaRPr lang="en-US"/>
            </a:p>
          </p:txBody>
        </p:sp>
        <p:sp>
          <p:nvSpPr>
            <p:cNvPr id="1701" name="Freeform: Shape 1700"/>
            <p:cNvSpPr/>
            <p:nvPr/>
          </p:nvSpPr>
          <p:spPr>
            <a:xfrm>
              <a:off x="4262581" y="3703178"/>
              <a:ext cx="233159" cy="750599"/>
            </a:xfrm>
            <a:custGeom>
              <a:avLst/>
              <a:gdLst>
                <a:gd name="connsiteX0" fmla="*/ 1806 w 233159"/>
                <a:gd name="connsiteY0" fmla="*/ 18580 h 750599"/>
                <a:gd name="connsiteX1" fmla="*/ 5556 w 233159"/>
                <a:gd name="connsiteY1" fmla="*/ 37079 h 750599"/>
                <a:gd name="connsiteX2" fmla="*/ 11306 w 233159"/>
                <a:gd name="connsiteY2" fmla="*/ 57493 h 750599"/>
                <a:gd name="connsiteX3" fmla="*/ 18721 w 233159"/>
                <a:gd name="connsiteY3" fmla="*/ 73742 h 750599"/>
                <a:gd name="connsiteX4" fmla="*/ 18888 w 233159"/>
                <a:gd name="connsiteY4" fmla="*/ 74242 h 750599"/>
                <a:gd name="connsiteX5" fmla="*/ 23221 w 233159"/>
                <a:gd name="connsiteY5" fmla="*/ 94907 h 750599"/>
                <a:gd name="connsiteX6" fmla="*/ 50385 w 233159"/>
                <a:gd name="connsiteY6" fmla="*/ 154318 h 750599"/>
                <a:gd name="connsiteX7" fmla="*/ 48219 w 233159"/>
                <a:gd name="connsiteY7" fmla="*/ 155735 h 750599"/>
                <a:gd name="connsiteX8" fmla="*/ 45885 w 233159"/>
                <a:gd name="connsiteY8" fmla="*/ 196314 h 750599"/>
                <a:gd name="connsiteX9" fmla="*/ 59218 w 233159"/>
                <a:gd name="connsiteY9" fmla="*/ 253476 h 750599"/>
                <a:gd name="connsiteX10" fmla="*/ 102630 w 233159"/>
                <a:gd name="connsiteY10" fmla="*/ 354717 h 750599"/>
                <a:gd name="connsiteX11" fmla="*/ 102714 w 233159"/>
                <a:gd name="connsiteY11" fmla="*/ 368132 h 750599"/>
                <a:gd name="connsiteX12" fmla="*/ 131461 w 233159"/>
                <a:gd name="connsiteY12" fmla="*/ 485371 h 750599"/>
                <a:gd name="connsiteX13" fmla="*/ 152793 w 233159"/>
                <a:gd name="connsiteY13" fmla="*/ 538867 h 750599"/>
                <a:gd name="connsiteX14" fmla="*/ 165458 w 233159"/>
                <a:gd name="connsiteY14" fmla="*/ 584780 h 750599"/>
                <a:gd name="connsiteX15" fmla="*/ 170958 w 233159"/>
                <a:gd name="connsiteY15" fmla="*/ 651440 h 750599"/>
                <a:gd name="connsiteX16" fmla="*/ 183123 w 233159"/>
                <a:gd name="connsiteY16" fmla="*/ 722517 h 750599"/>
                <a:gd name="connsiteX17" fmla="*/ 217870 w 233159"/>
                <a:gd name="connsiteY17" fmla="*/ 749931 h 750599"/>
                <a:gd name="connsiteX18" fmla="*/ 231785 w 233159"/>
                <a:gd name="connsiteY18" fmla="*/ 713518 h 750599"/>
                <a:gd name="connsiteX19" fmla="*/ 222787 w 233159"/>
                <a:gd name="connsiteY19" fmla="*/ 621693 h 750599"/>
                <a:gd name="connsiteX20" fmla="*/ 222453 w 233159"/>
                <a:gd name="connsiteY20" fmla="*/ 588529 h 750599"/>
                <a:gd name="connsiteX21" fmla="*/ 214704 w 233159"/>
                <a:gd name="connsiteY21" fmla="*/ 518869 h 750599"/>
                <a:gd name="connsiteX22" fmla="*/ 208204 w 233159"/>
                <a:gd name="connsiteY22" fmla="*/ 486872 h 750599"/>
                <a:gd name="connsiteX23" fmla="*/ 201621 w 233159"/>
                <a:gd name="connsiteY23" fmla="*/ 464207 h 750599"/>
                <a:gd name="connsiteX24" fmla="*/ 194372 w 233159"/>
                <a:gd name="connsiteY24" fmla="*/ 462040 h 750599"/>
                <a:gd name="connsiteX25" fmla="*/ 191539 w 233159"/>
                <a:gd name="connsiteY25" fmla="*/ 463707 h 750599"/>
                <a:gd name="connsiteX26" fmla="*/ 180040 w 233159"/>
                <a:gd name="connsiteY26" fmla="*/ 442125 h 750599"/>
                <a:gd name="connsiteX27" fmla="*/ 173957 w 233159"/>
                <a:gd name="connsiteY27" fmla="*/ 399796 h 750599"/>
                <a:gd name="connsiteX28" fmla="*/ 164041 w 233159"/>
                <a:gd name="connsiteY28" fmla="*/ 335219 h 750599"/>
                <a:gd name="connsiteX29" fmla="*/ 153709 w 233159"/>
                <a:gd name="connsiteY29" fmla="*/ 278474 h 750599"/>
                <a:gd name="connsiteX30" fmla="*/ 138377 w 233159"/>
                <a:gd name="connsiteY30" fmla="*/ 246476 h 750599"/>
                <a:gd name="connsiteX31" fmla="*/ 134961 w 233159"/>
                <a:gd name="connsiteY31" fmla="*/ 246893 h 750599"/>
                <a:gd name="connsiteX32" fmla="*/ 132294 w 233159"/>
                <a:gd name="connsiteY32" fmla="*/ 233144 h 750599"/>
                <a:gd name="connsiteX33" fmla="*/ 124795 w 233159"/>
                <a:gd name="connsiteY33" fmla="*/ 188982 h 750599"/>
                <a:gd name="connsiteX34" fmla="*/ 106797 w 233159"/>
                <a:gd name="connsiteY34" fmla="*/ 97990 h 750599"/>
                <a:gd name="connsiteX35" fmla="*/ 75800 w 233159"/>
                <a:gd name="connsiteY35" fmla="*/ 49661 h 750599"/>
                <a:gd name="connsiteX36" fmla="*/ 70383 w 233159"/>
                <a:gd name="connsiteY36" fmla="*/ 56577 h 750599"/>
                <a:gd name="connsiteX37" fmla="*/ 60634 w 233159"/>
                <a:gd name="connsiteY37" fmla="*/ 35912 h 750599"/>
                <a:gd name="connsiteX38" fmla="*/ 39636 w 233159"/>
                <a:gd name="connsiteY38" fmla="*/ 5498 h 750599"/>
                <a:gd name="connsiteX39" fmla="*/ 28887 w 233159"/>
                <a:gd name="connsiteY39" fmla="*/ 15497 h 750599"/>
                <a:gd name="connsiteX40" fmla="*/ 28887 w 233159"/>
                <a:gd name="connsiteY40" fmla="*/ 17914 h 750599"/>
                <a:gd name="connsiteX41" fmla="*/ 640 w 233159"/>
                <a:gd name="connsiteY41" fmla="*/ 5581 h 750599"/>
                <a:gd name="connsiteX42" fmla="*/ 1806 w 233159"/>
                <a:gd name="connsiteY42" fmla="*/ 18580 h 750599"/>
                <a:gd name="connsiteX43" fmla="*/ 1806 w 233159"/>
                <a:gd name="connsiteY43" fmla="*/ 18580 h 750599"/>
                <a:gd name="connsiteX44" fmla="*/ 165875 w 233159"/>
                <a:gd name="connsiteY44" fmla="*/ 420294 h 750599"/>
                <a:gd name="connsiteX45" fmla="*/ 135544 w 233159"/>
                <a:gd name="connsiteY45" fmla="*/ 375715 h 750599"/>
                <a:gd name="connsiteX46" fmla="*/ 114129 w 233159"/>
                <a:gd name="connsiteY46" fmla="*/ 347301 h 750599"/>
                <a:gd name="connsiteX47" fmla="*/ 121379 w 233159"/>
                <a:gd name="connsiteY47" fmla="*/ 311637 h 750599"/>
                <a:gd name="connsiteX48" fmla="*/ 128628 w 233159"/>
                <a:gd name="connsiteY48" fmla="*/ 285140 h 750599"/>
                <a:gd name="connsiteX49" fmla="*/ 135377 w 233159"/>
                <a:gd name="connsiteY49" fmla="*/ 263975 h 750599"/>
                <a:gd name="connsiteX50" fmla="*/ 138211 w 233159"/>
                <a:gd name="connsiteY50" fmla="*/ 278807 h 750599"/>
                <a:gd name="connsiteX51" fmla="*/ 145627 w 233159"/>
                <a:gd name="connsiteY51" fmla="*/ 305804 h 750599"/>
                <a:gd name="connsiteX52" fmla="*/ 154126 w 233159"/>
                <a:gd name="connsiteY52" fmla="*/ 360966 h 750599"/>
                <a:gd name="connsiteX53" fmla="*/ 165875 w 233159"/>
                <a:gd name="connsiteY53" fmla="*/ 420294 h 750599"/>
                <a:gd name="connsiteX54" fmla="*/ 165875 w 233159"/>
                <a:gd name="connsiteY54" fmla="*/ 420294 h 750599"/>
                <a:gd name="connsiteX55" fmla="*/ 183123 w 233159"/>
                <a:gd name="connsiteY55" fmla="*/ 521535 h 750599"/>
                <a:gd name="connsiteX56" fmla="*/ 193039 w 233159"/>
                <a:gd name="connsiteY56" fmla="*/ 481788 h 750599"/>
                <a:gd name="connsiteX57" fmla="*/ 193372 w 233159"/>
                <a:gd name="connsiteY57" fmla="*/ 482205 h 750599"/>
                <a:gd name="connsiteX58" fmla="*/ 193872 w 233159"/>
                <a:gd name="connsiteY58" fmla="*/ 482788 h 750599"/>
                <a:gd name="connsiteX59" fmla="*/ 193956 w 233159"/>
                <a:gd name="connsiteY59" fmla="*/ 483455 h 750599"/>
                <a:gd name="connsiteX60" fmla="*/ 198205 w 233159"/>
                <a:gd name="connsiteY60" fmla="*/ 498871 h 750599"/>
                <a:gd name="connsiteX61" fmla="*/ 204538 w 233159"/>
                <a:gd name="connsiteY61" fmla="*/ 531284 h 750599"/>
                <a:gd name="connsiteX62" fmla="*/ 212954 w 233159"/>
                <a:gd name="connsiteY62" fmla="*/ 596361 h 750599"/>
                <a:gd name="connsiteX63" fmla="*/ 213787 w 233159"/>
                <a:gd name="connsiteY63" fmla="*/ 608527 h 750599"/>
                <a:gd name="connsiteX64" fmla="*/ 214204 w 233159"/>
                <a:gd name="connsiteY64" fmla="*/ 627692 h 750599"/>
                <a:gd name="connsiteX65" fmla="*/ 214954 w 233159"/>
                <a:gd name="connsiteY65" fmla="*/ 658606 h 750599"/>
                <a:gd name="connsiteX66" fmla="*/ 224203 w 233159"/>
                <a:gd name="connsiteY66" fmla="*/ 724100 h 750599"/>
                <a:gd name="connsiteX67" fmla="*/ 223953 w 233159"/>
                <a:gd name="connsiteY67" fmla="*/ 725267 h 750599"/>
                <a:gd name="connsiteX68" fmla="*/ 215037 w 233159"/>
                <a:gd name="connsiteY68" fmla="*/ 731433 h 750599"/>
                <a:gd name="connsiteX69" fmla="*/ 201455 w 233159"/>
                <a:gd name="connsiteY69" fmla="*/ 730766 h 750599"/>
                <a:gd name="connsiteX70" fmla="*/ 195955 w 233159"/>
                <a:gd name="connsiteY70" fmla="*/ 717601 h 750599"/>
                <a:gd name="connsiteX71" fmla="*/ 189789 w 233159"/>
                <a:gd name="connsiteY71" fmla="*/ 688937 h 750599"/>
                <a:gd name="connsiteX72" fmla="*/ 179874 w 233159"/>
                <a:gd name="connsiteY72" fmla="*/ 634608 h 750599"/>
                <a:gd name="connsiteX73" fmla="*/ 173291 w 233159"/>
                <a:gd name="connsiteY73" fmla="*/ 593612 h 750599"/>
                <a:gd name="connsiteX74" fmla="*/ 174041 w 233159"/>
                <a:gd name="connsiteY74" fmla="*/ 591362 h 750599"/>
                <a:gd name="connsiteX75" fmla="*/ 173457 w 233159"/>
                <a:gd name="connsiteY75" fmla="*/ 586029 h 750599"/>
                <a:gd name="connsiteX76" fmla="*/ 174041 w 233159"/>
                <a:gd name="connsiteY76" fmla="*/ 578863 h 750599"/>
                <a:gd name="connsiteX77" fmla="*/ 183123 w 233159"/>
                <a:gd name="connsiteY77" fmla="*/ 521535 h 750599"/>
                <a:gd name="connsiteX78" fmla="*/ 183123 w 233159"/>
                <a:gd name="connsiteY78" fmla="*/ 521535 h 750599"/>
                <a:gd name="connsiteX79" fmla="*/ 109880 w 233159"/>
                <a:gd name="connsiteY79" fmla="*/ 362883 h 750599"/>
                <a:gd name="connsiteX80" fmla="*/ 110297 w 233159"/>
                <a:gd name="connsiteY80" fmla="*/ 362799 h 750599"/>
                <a:gd name="connsiteX81" fmla="*/ 111297 w 233159"/>
                <a:gd name="connsiteY81" fmla="*/ 364216 h 750599"/>
                <a:gd name="connsiteX82" fmla="*/ 136627 w 233159"/>
                <a:gd name="connsiteY82" fmla="*/ 402379 h 750599"/>
                <a:gd name="connsiteX83" fmla="*/ 186706 w 233159"/>
                <a:gd name="connsiteY83" fmla="*/ 472456 h 750599"/>
                <a:gd name="connsiteX84" fmla="*/ 181206 w 233159"/>
                <a:gd name="connsiteY84" fmla="*/ 502370 h 750599"/>
                <a:gd name="connsiteX85" fmla="*/ 169791 w 233159"/>
                <a:gd name="connsiteY85" fmla="*/ 557199 h 750599"/>
                <a:gd name="connsiteX86" fmla="*/ 167708 w 233159"/>
                <a:gd name="connsiteY86" fmla="*/ 549199 h 750599"/>
                <a:gd name="connsiteX87" fmla="*/ 149376 w 233159"/>
                <a:gd name="connsiteY87" fmla="*/ 503703 h 750599"/>
                <a:gd name="connsiteX88" fmla="*/ 133294 w 233159"/>
                <a:gd name="connsiteY88" fmla="*/ 459624 h 750599"/>
                <a:gd name="connsiteX89" fmla="*/ 117296 w 233159"/>
                <a:gd name="connsiteY89" fmla="*/ 411961 h 750599"/>
                <a:gd name="connsiteX90" fmla="*/ 112629 w 233159"/>
                <a:gd name="connsiteY90" fmla="*/ 386630 h 750599"/>
                <a:gd name="connsiteX91" fmla="*/ 111879 w 233159"/>
                <a:gd name="connsiteY91" fmla="*/ 368299 h 750599"/>
                <a:gd name="connsiteX92" fmla="*/ 109880 w 233159"/>
                <a:gd name="connsiteY92" fmla="*/ 362883 h 750599"/>
                <a:gd name="connsiteX93" fmla="*/ 109880 w 233159"/>
                <a:gd name="connsiteY93" fmla="*/ 362883 h 750599"/>
                <a:gd name="connsiteX94" fmla="*/ 52385 w 233159"/>
                <a:gd name="connsiteY94" fmla="*/ 165817 h 750599"/>
                <a:gd name="connsiteX95" fmla="*/ 70550 w 233159"/>
                <a:gd name="connsiteY95" fmla="*/ 194231 h 750599"/>
                <a:gd name="connsiteX96" fmla="*/ 89048 w 233159"/>
                <a:gd name="connsiteY96" fmla="*/ 221729 h 750599"/>
                <a:gd name="connsiteX97" fmla="*/ 122962 w 233159"/>
                <a:gd name="connsiteY97" fmla="*/ 270558 h 750599"/>
                <a:gd name="connsiteX98" fmla="*/ 115463 w 233159"/>
                <a:gd name="connsiteY98" fmla="*/ 302805 h 750599"/>
                <a:gd name="connsiteX99" fmla="*/ 105964 w 233159"/>
                <a:gd name="connsiteY99" fmla="*/ 345301 h 750599"/>
                <a:gd name="connsiteX100" fmla="*/ 100547 w 233159"/>
                <a:gd name="connsiteY100" fmla="*/ 335635 h 750599"/>
                <a:gd name="connsiteX101" fmla="*/ 91798 w 233159"/>
                <a:gd name="connsiteY101" fmla="*/ 312304 h 750599"/>
                <a:gd name="connsiteX102" fmla="*/ 73217 w 233159"/>
                <a:gd name="connsiteY102" fmla="*/ 263475 h 750599"/>
                <a:gd name="connsiteX103" fmla="*/ 58051 w 233159"/>
                <a:gd name="connsiteY103" fmla="*/ 212646 h 750599"/>
                <a:gd name="connsiteX104" fmla="*/ 52385 w 233159"/>
                <a:gd name="connsiteY104" fmla="*/ 165817 h 750599"/>
                <a:gd name="connsiteX105" fmla="*/ 52385 w 233159"/>
                <a:gd name="connsiteY105" fmla="*/ 165817 h 750599"/>
                <a:gd name="connsiteX106" fmla="*/ 13222 w 233159"/>
                <a:gd name="connsiteY106" fmla="*/ 15747 h 750599"/>
                <a:gd name="connsiteX107" fmla="*/ 28804 w 233159"/>
                <a:gd name="connsiteY107" fmla="*/ 28746 h 750599"/>
                <a:gd name="connsiteX108" fmla="*/ 31637 w 233159"/>
                <a:gd name="connsiteY108" fmla="*/ 57077 h 750599"/>
                <a:gd name="connsiteX109" fmla="*/ 39970 w 233159"/>
                <a:gd name="connsiteY109" fmla="*/ 54994 h 750599"/>
                <a:gd name="connsiteX110" fmla="*/ 40053 w 233159"/>
                <a:gd name="connsiteY110" fmla="*/ 24580 h 750599"/>
                <a:gd name="connsiteX111" fmla="*/ 39803 w 233159"/>
                <a:gd name="connsiteY111" fmla="*/ 19997 h 750599"/>
                <a:gd name="connsiteX112" fmla="*/ 40552 w 233159"/>
                <a:gd name="connsiteY112" fmla="*/ 20830 h 750599"/>
                <a:gd name="connsiteX113" fmla="*/ 68634 w 233159"/>
                <a:gd name="connsiteY113" fmla="*/ 75575 h 750599"/>
                <a:gd name="connsiteX114" fmla="*/ 67884 w 233159"/>
                <a:gd name="connsiteY114" fmla="*/ 108906 h 750599"/>
                <a:gd name="connsiteX115" fmla="*/ 59051 w 233159"/>
                <a:gd name="connsiteY115" fmla="*/ 142569 h 750599"/>
                <a:gd name="connsiteX116" fmla="*/ 64717 w 233159"/>
                <a:gd name="connsiteY116" fmla="*/ 142736 h 750599"/>
                <a:gd name="connsiteX117" fmla="*/ 67051 w 233159"/>
                <a:gd name="connsiteY117" fmla="*/ 121488 h 750599"/>
                <a:gd name="connsiteX118" fmla="*/ 67633 w 233159"/>
                <a:gd name="connsiteY118" fmla="*/ 117905 h 750599"/>
                <a:gd name="connsiteX119" fmla="*/ 67467 w 233159"/>
                <a:gd name="connsiteY119" fmla="*/ 120655 h 750599"/>
                <a:gd name="connsiteX120" fmla="*/ 73300 w 233159"/>
                <a:gd name="connsiteY120" fmla="*/ 129654 h 750599"/>
                <a:gd name="connsiteX121" fmla="*/ 81133 w 233159"/>
                <a:gd name="connsiteY121" fmla="*/ 143569 h 750599"/>
                <a:gd name="connsiteX122" fmla="*/ 86465 w 233159"/>
                <a:gd name="connsiteY122" fmla="*/ 152485 h 750599"/>
                <a:gd name="connsiteX123" fmla="*/ 91798 w 233159"/>
                <a:gd name="connsiteY123" fmla="*/ 158984 h 750599"/>
                <a:gd name="connsiteX124" fmla="*/ 91798 w 233159"/>
                <a:gd name="connsiteY124" fmla="*/ 158984 h 750599"/>
                <a:gd name="connsiteX125" fmla="*/ 95381 w 233159"/>
                <a:gd name="connsiteY125" fmla="*/ 157568 h 750599"/>
                <a:gd name="connsiteX126" fmla="*/ 85549 w 233159"/>
                <a:gd name="connsiteY126" fmla="*/ 132653 h 750599"/>
                <a:gd name="connsiteX127" fmla="*/ 74050 w 233159"/>
                <a:gd name="connsiteY127" fmla="*/ 113072 h 750599"/>
                <a:gd name="connsiteX128" fmla="*/ 76049 w 233159"/>
                <a:gd name="connsiteY128" fmla="*/ 83658 h 750599"/>
                <a:gd name="connsiteX129" fmla="*/ 76633 w 233159"/>
                <a:gd name="connsiteY129" fmla="*/ 82325 h 750599"/>
                <a:gd name="connsiteX130" fmla="*/ 76300 w 233159"/>
                <a:gd name="connsiteY130" fmla="*/ 74575 h 750599"/>
                <a:gd name="connsiteX131" fmla="*/ 80132 w 233159"/>
                <a:gd name="connsiteY131" fmla="*/ 62076 h 750599"/>
                <a:gd name="connsiteX132" fmla="*/ 85132 w 233159"/>
                <a:gd name="connsiteY132" fmla="*/ 74492 h 750599"/>
                <a:gd name="connsiteX133" fmla="*/ 101714 w 233159"/>
                <a:gd name="connsiteY133" fmla="*/ 148902 h 750599"/>
                <a:gd name="connsiteX134" fmla="*/ 114963 w 233159"/>
                <a:gd name="connsiteY134" fmla="*/ 218146 h 750599"/>
                <a:gd name="connsiteX135" fmla="*/ 127711 w 233159"/>
                <a:gd name="connsiteY135" fmla="*/ 257475 h 750599"/>
                <a:gd name="connsiteX136" fmla="*/ 126295 w 233159"/>
                <a:gd name="connsiteY136" fmla="*/ 260725 h 750599"/>
                <a:gd name="connsiteX137" fmla="*/ 99214 w 233159"/>
                <a:gd name="connsiteY137" fmla="*/ 214229 h 750599"/>
                <a:gd name="connsiteX138" fmla="*/ 64217 w 233159"/>
                <a:gd name="connsiteY138" fmla="*/ 163484 h 750599"/>
                <a:gd name="connsiteX139" fmla="*/ 45052 w 233159"/>
                <a:gd name="connsiteY139" fmla="*/ 120988 h 750599"/>
                <a:gd name="connsiteX140" fmla="*/ 35220 w 233159"/>
                <a:gd name="connsiteY140" fmla="*/ 94990 h 750599"/>
                <a:gd name="connsiteX141" fmla="*/ 31220 w 233159"/>
                <a:gd name="connsiteY141" fmla="*/ 82158 h 750599"/>
                <a:gd name="connsiteX142" fmla="*/ 32887 w 233159"/>
                <a:gd name="connsiteY142" fmla="*/ 78242 h 750599"/>
                <a:gd name="connsiteX143" fmla="*/ 41052 w 233159"/>
                <a:gd name="connsiteY143" fmla="*/ 87907 h 750599"/>
                <a:gd name="connsiteX144" fmla="*/ 49135 w 233159"/>
                <a:gd name="connsiteY144" fmla="*/ 97157 h 750599"/>
                <a:gd name="connsiteX145" fmla="*/ 55885 w 233159"/>
                <a:gd name="connsiteY145" fmla="*/ 104073 h 750599"/>
                <a:gd name="connsiteX146" fmla="*/ 58718 w 233159"/>
                <a:gd name="connsiteY146" fmla="*/ 104489 h 750599"/>
                <a:gd name="connsiteX147" fmla="*/ 50219 w 233159"/>
                <a:gd name="connsiteY147" fmla="*/ 82575 h 750599"/>
                <a:gd name="connsiteX148" fmla="*/ 29887 w 233159"/>
                <a:gd name="connsiteY148" fmla="*/ 66826 h 750599"/>
                <a:gd name="connsiteX149" fmla="*/ 27387 w 233159"/>
                <a:gd name="connsiteY149" fmla="*/ 66493 h 750599"/>
                <a:gd name="connsiteX150" fmla="*/ 23804 w 233159"/>
                <a:gd name="connsiteY150" fmla="*/ 58993 h 750599"/>
                <a:gd name="connsiteX151" fmla="*/ 17805 w 233159"/>
                <a:gd name="connsiteY151" fmla="*/ 39828 h 750599"/>
                <a:gd name="connsiteX152" fmla="*/ 13555 w 233159"/>
                <a:gd name="connsiteY152" fmla="*/ 21247 h 750599"/>
                <a:gd name="connsiteX153" fmla="*/ 13222 w 233159"/>
                <a:gd name="connsiteY153" fmla="*/ 15747 h 750599"/>
                <a:gd name="connsiteX154" fmla="*/ 13222 w 233159"/>
                <a:gd name="connsiteY154" fmla="*/ 15747 h 750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Lst>
              <a:rect l="l" t="t" r="r" b="b"/>
              <a:pathLst>
                <a:path w="233159" h="750599">
                  <a:moveTo>
                    <a:pt x="1806" y="18580"/>
                  </a:moveTo>
                  <a:cubicBezTo>
                    <a:pt x="2806" y="24913"/>
                    <a:pt x="3806" y="30913"/>
                    <a:pt x="5556" y="37079"/>
                  </a:cubicBezTo>
                  <a:cubicBezTo>
                    <a:pt x="7472" y="43828"/>
                    <a:pt x="8889" y="50911"/>
                    <a:pt x="11306" y="57493"/>
                  </a:cubicBezTo>
                  <a:cubicBezTo>
                    <a:pt x="13389" y="63160"/>
                    <a:pt x="17305" y="67909"/>
                    <a:pt x="18721" y="73742"/>
                  </a:cubicBezTo>
                  <a:cubicBezTo>
                    <a:pt x="18805" y="73909"/>
                    <a:pt x="18805" y="74075"/>
                    <a:pt x="18888" y="74242"/>
                  </a:cubicBezTo>
                  <a:cubicBezTo>
                    <a:pt x="17805" y="80825"/>
                    <a:pt x="21638" y="89741"/>
                    <a:pt x="23221" y="94907"/>
                  </a:cubicBezTo>
                  <a:cubicBezTo>
                    <a:pt x="29387" y="115655"/>
                    <a:pt x="37969" y="136486"/>
                    <a:pt x="50385" y="154318"/>
                  </a:cubicBezTo>
                  <a:cubicBezTo>
                    <a:pt x="49552" y="154485"/>
                    <a:pt x="48719" y="154901"/>
                    <a:pt x="48219" y="155735"/>
                  </a:cubicBezTo>
                  <a:cubicBezTo>
                    <a:pt x="41052" y="166317"/>
                    <a:pt x="43969" y="184399"/>
                    <a:pt x="45885" y="196314"/>
                  </a:cubicBezTo>
                  <a:cubicBezTo>
                    <a:pt x="48968" y="215729"/>
                    <a:pt x="54635" y="234394"/>
                    <a:pt x="59218" y="253476"/>
                  </a:cubicBezTo>
                  <a:cubicBezTo>
                    <a:pt x="67967" y="289889"/>
                    <a:pt x="85049" y="322136"/>
                    <a:pt x="102630" y="354717"/>
                  </a:cubicBezTo>
                  <a:cubicBezTo>
                    <a:pt x="101714" y="359133"/>
                    <a:pt x="102297" y="364466"/>
                    <a:pt x="102714" y="368132"/>
                  </a:cubicBezTo>
                  <a:cubicBezTo>
                    <a:pt x="106880" y="408629"/>
                    <a:pt x="117463" y="447125"/>
                    <a:pt x="131461" y="485371"/>
                  </a:cubicBezTo>
                  <a:cubicBezTo>
                    <a:pt x="138127" y="503453"/>
                    <a:pt x="146210" y="520952"/>
                    <a:pt x="152793" y="538867"/>
                  </a:cubicBezTo>
                  <a:cubicBezTo>
                    <a:pt x="158209" y="553699"/>
                    <a:pt x="160709" y="569698"/>
                    <a:pt x="165458" y="584780"/>
                  </a:cubicBezTo>
                  <a:cubicBezTo>
                    <a:pt x="162875" y="607694"/>
                    <a:pt x="167541" y="628775"/>
                    <a:pt x="170958" y="651440"/>
                  </a:cubicBezTo>
                  <a:cubicBezTo>
                    <a:pt x="174624" y="675104"/>
                    <a:pt x="175791" y="699686"/>
                    <a:pt x="183123" y="722517"/>
                  </a:cubicBezTo>
                  <a:cubicBezTo>
                    <a:pt x="187790" y="737349"/>
                    <a:pt x="199955" y="754181"/>
                    <a:pt x="217870" y="749931"/>
                  </a:cubicBezTo>
                  <a:cubicBezTo>
                    <a:pt x="236118" y="745598"/>
                    <a:pt x="233868" y="727933"/>
                    <a:pt x="231785" y="713518"/>
                  </a:cubicBezTo>
                  <a:cubicBezTo>
                    <a:pt x="227453" y="683020"/>
                    <a:pt x="225370" y="652273"/>
                    <a:pt x="222787" y="621693"/>
                  </a:cubicBezTo>
                  <a:cubicBezTo>
                    <a:pt x="223036" y="610694"/>
                    <a:pt x="223203" y="599611"/>
                    <a:pt x="222453" y="588529"/>
                  </a:cubicBezTo>
                  <a:cubicBezTo>
                    <a:pt x="220953" y="565114"/>
                    <a:pt x="218370" y="541950"/>
                    <a:pt x="214704" y="518869"/>
                  </a:cubicBezTo>
                  <a:cubicBezTo>
                    <a:pt x="212954" y="508120"/>
                    <a:pt x="210954" y="497370"/>
                    <a:pt x="208204" y="486872"/>
                  </a:cubicBezTo>
                  <a:cubicBezTo>
                    <a:pt x="206288" y="479456"/>
                    <a:pt x="206288" y="470456"/>
                    <a:pt x="201621" y="464207"/>
                  </a:cubicBezTo>
                  <a:cubicBezTo>
                    <a:pt x="199872" y="461791"/>
                    <a:pt x="197039" y="461291"/>
                    <a:pt x="194372" y="462040"/>
                  </a:cubicBezTo>
                  <a:cubicBezTo>
                    <a:pt x="193372" y="462290"/>
                    <a:pt x="192372" y="462957"/>
                    <a:pt x="191539" y="463707"/>
                  </a:cubicBezTo>
                  <a:cubicBezTo>
                    <a:pt x="188206" y="456291"/>
                    <a:pt x="184290" y="449125"/>
                    <a:pt x="180040" y="442125"/>
                  </a:cubicBezTo>
                  <a:cubicBezTo>
                    <a:pt x="177874" y="428044"/>
                    <a:pt x="176291" y="413795"/>
                    <a:pt x="173957" y="399796"/>
                  </a:cubicBezTo>
                  <a:cubicBezTo>
                    <a:pt x="170374" y="378298"/>
                    <a:pt x="166041" y="356883"/>
                    <a:pt x="164041" y="335219"/>
                  </a:cubicBezTo>
                  <a:cubicBezTo>
                    <a:pt x="162292" y="315887"/>
                    <a:pt x="158792" y="297222"/>
                    <a:pt x="153709" y="278474"/>
                  </a:cubicBezTo>
                  <a:cubicBezTo>
                    <a:pt x="151126" y="268808"/>
                    <a:pt x="151126" y="248226"/>
                    <a:pt x="138377" y="246476"/>
                  </a:cubicBezTo>
                  <a:cubicBezTo>
                    <a:pt x="137127" y="246310"/>
                    <a:pt x="135961" y="246476"/>
                    <a:pt x="134961" y="246893"/>
                  </a:cubicBezTo>
                  <a:cubicBezTo>
                    <a:pt x="134211" y="242143"/>
                    <a:pt x="133044" y="237394"/>
                    <a:pt x="132294" y="233144"/>
                  </a:cubicBezTo>
                  <a:cubicBezTo>
                    <a:pt x="129545" y="218396"/>
                    <a:pt x="127628" y="203647"/>
                    <a:pt x="124795" y="188982"/>
                  </a:cubicBezTo>
                  <a:cubicBezTo>
                    <a:pt x="118962" y="158484"/>
                    <a:pt x="115629" y="127737"/>
                    <a:pt x="106797" y="97990"/>
                  </a:cubicBezTo>
                  <a:cubicBezTo>
                    <a:pt x="104214" y="89407"/>
                    <a:pt x="92215" y="42911"/>
                    <a:pt x="75800" y="49661"/>
                  </a:cubicBezTo>
                  <a:cubicBezTo>
                    <a:pt x="73050" y="50828"/>
                    <a:pt x="71383" y="53494"/>
                    <a:pt x="70383" y="56577"/>
                  </a:cubicBezTo>
                  <a:cubicBezTo>
                    <a:pt x="67133" y="49161"/>
                    <a:pt x="63301" y="41995"/>
                    <a:pt x="60634" y="35912"/>
                  </a:cubicBezTo>
                  <a:cubicBezTo>
                    <a:pt x="56551" y="26580"/>
                    <a:pt x="49302" y="10414"/>
                    <a:pt x="39636" y="5498"/>
                  </a:cubicBezTo>
                  <a:cubicBezTo>
                    <a:pt x="31637" y="1415"/>
                    <a:pt x="28887" y="9081"/>
                    <a:pt x="28887" y="15497"/>
                  </a:cubicBezTo>
                  <a:cubicBezTo>
                    <a:pt x="28887" y="16330"/>
                    <a:pt x="28887" y="17080"/>
                    <a:pt x="28887" y="17914"/>
                  </a:cubicBezTo>
                  <a:cubicBezTo>
                    <a:pt x="20471" y="5998"/>
                    <a:pt x="7389" y="-8001"/>
                    <a:pt x="640" y="5581"/>
                  </a:cubicBezTo>
                  <a:cubicBezTo>
                    <a:pt x="-1110" y="9415"/>
                    <a:pt x="1223" y="14997"/>
                    <a:pt x="1806" y="18580"/>
                  </a:cubicBezTo>
                  <a:lnTo>
                    <a:pt x="1806" y="18580"/>
                  </a:lnTo>
                  <a:close/>
                  <a:moveTo>
                    <a:pt x="165875" y="420294"/>
                  </a:moveTo>
                  <a:cubicBezTo>
                    <a:pt x="155625" y="405462"/>
                    <a:pt x="144877" y="390964"/>
                    <a:pt x="135544" y="375715"/>
                  </a:cubicBezTo>
                  <a:cubicBezTo>
                    <a:pt x="131461" y="369049"/>
                    <a:pt x="123795" y="350384"/>
                    <a:pt x="114129" y="347301"/>
                  </a:cubicBezTo>
                  <a:cubicBezTo>
                    <a:pt x="116796" y="335468"/>
                    <a:pt x="118379" y="323469"/>
                    <a:pt x="121379" y="311637"/>
                  </a:cubicBezTo>
                  <a:cubicBezTo>
                    <a:pt x="123629" y="302721"/>
                    <a:pt x="125712" y="293889"/>
                    <a:pt x="128628" y="285140"/>
                  </a:cubicBezTo>
                  <a:cubicBezTo>
                    <a:pt x="130461" y="279723"/>
                    <a:pt x="131711" y="270058"/>
                    <a:pt x="135377" y="263975"/>
                  </a:cubicBezTo>
                  <a:cubicBezTo>
                    <a:pt x="136544" y="269308"/>
                    <a:pt x="137544" y="276640"/>
                    <a:pt x="138211" y="278807"/>
                  </a:cubicBezTo>
                  <a:cubicBezTo>
                    <a:pt x="140960" y="287806"/>
                    <a:pt x="143544" y="296639"/>
                    <a:pt x="145627" y="305804"/>
                  </a:cubicBezTo>
                  <a:cubicBezTo>
                    <a:pt x="149710" y="324053"/>
                    <a:pt x="150543" y="342635"/>
                    <a:pt x="154126" y="360966"/>
                  </a:cubicBezTo>
                  <a:cubicBezTo>
                    <a:pt x="157709" y="379881"/>
                    <a:pt x="160209" y="400879"/>
                    <a:pt x="165875" y="420294"/>
                  </a:cubicBezTo>
                  <a:lnTo>
                    <a:pt x="165875" y="420294"/>
                  </a:lnTo>
                  <a:close/>
                  <a:moveTo>
                    <a:pt x="183123" y="521535"/>
                  </a:moveTo>
                  <a:cubicBezTo>
                    <a:pt x="183707" y="518785"/>
                    <a:pt x="188623" y="494621"/>
                    <a:pt x="193039" y="481788"/>
                  </a:cubicBezTo>
                  <a:cubicBezTo>
                    <a:pt x="193122" y="481955"/>
                    <a:pt x="193205" y="482122"/>
                    <a:pt x="193372" y="482205"/>
                  </a:cubicBezTo>
                  <a:cubicBezTo>
                    <a:pt x="193539" y="482455"/>
                    <a:pt x="193705" y="482622"/>
                    <a:pt x="193872" y="482788"/>
                  </a:cubicBezTo>
                  <a:cubicBezTo>
                    <a:pt x="193872" y="483039"/>
                    <a:pt x="193956" y="483288"/>
                    <a:pt x="193956" y="483455"/>
                  </a:cubicBezTo>
                  <a:cubicBezTo>
                    <a:pt x="195039" y="488621"/>
                    <a:pt x="196955" y="493704"/>
                    <a:pt x="198205" y="498871"/>
                  </a:cubicBezTo>
                  <a:cubicBezTo>
                    <a:pt x="200788" y="509536"/>
                    <a:pt x="202788" y="520368"/>
                    <a:pt x="204538" y="531284"/>
                  </a:cubicBezTo>
                  <a:cubicBezTo>
                    <a:pt x="208121" y="552949"/>
                    <a:pt x="210788" y="574530"/>
                    <a:pt x="212954" y="596361"/>
                  </a:cubicBezTo>
                  <a:cubicBezTo>
                    <a:pt x="213371" y="600444"/>
                    <a:pt x="213620" y="604528"/>
                    <a:pt x="213787" y="608527"/>
                  </a:cubicBezTo>
                  <a:cubicBezTo>
                    <a:pt x="213871" y="614943"/>
                    <a:pt x="214037" y="621276"/>
                    <a:pt x="214204" y="627692"/>
                  </a:cubicBezTo>
                  <a:cubicBezTo>
                    <a:pt x="214287" y="638024"/>
                    <a:pt x="214287" y="648274"/>
                    <a:pt x="214954" y="658606"/>
                  </a:cubicBezTo>
                  <a:cubicBezTo>
                    <a:pt x="216537" y="680687"/>
                    <a:pt x="220120" y="702436"/>
                    <a:pt x="224203" y="724100"/>
                  </a:cubicBezTo>
                  <a:cubicBezTo>
                    <a:pt x="224119" y="724517"/>
                    <a:pt x="224036" y="724933"/>
                    <a:pt x="223953" y="725267"/>
                  </a:cubicBezTo>
                  <a:cubicBezTo>
                    <a:pt x="225036" y="729599"/>
                    <a:pt x="222036" y="731682"/>
                    <a:pt x="215037" y="731433"/>
                  </a:cubicBezTo>
                  <a:cubicBezTo>
                    <a:pt x="209204" y="737599"/>
                    <a:pt x="204704" y="737349"/>
                    <a:pt x="201455" y="730766"/>
                  </a:cubicBezTo>
                  <a:cubicBezTo>
                    <a:pt x="198789" y="726933"/>
                    <a:pt x="197372" y="722017"/>
                    <a:pt x="195955" y="717601"/>
                  </a:cubicBezTo>
                  <a:cubicBezTo>
                    <a:pt x="193122" y="708268"/>
                    <a:pt x="191539" y="698519"/>
                    <a:pt x="189789" y="688937"/>
                  </a:cubicBezTo>
                  <a:cubicBezTo>
                    <a:pt x="186539" y="670855"/>
                    <a:pt x="184290" y="652440"/>
                    <a:pt x="179874" y="634608"/>
                  </a:cubicBezTo>
                  <a:cubicBezTo>
                    <a:pt x="176374" y="620526"/>
                    <a:pt x="173541" y="607444"/>
                    <a:pt x="173291" y="593612"/>
                  </a:cubicBezTo>
                  <a:cubicBezTo>
                    <a:pt x="173791" y="593029"/>
                    <a:pt x="174124" y="592279"/>
                    <a:pt x="174041" y="591362"/>
                  </a:cubicBezTo>
                  <a:cubicBezTo>
                    <a:pt x="173791" y="589612"/>
                    <a:pt x="173624" y="587779"/>
                    <a:pt x="173457" y="586029"/>
                  </a:cubicBezTo>
                  <a:cubicBezTo>
                    <a:pt x="173541" y="583696"/>
                    <a:pt x="173791" y="581279"/>
                    <a:pt x="174041" y="578863"/>
                  </a:cubicBezTo>
                  <a:cubicBezTo>
                    <a:pt x="176374" y="559782"/>
                    <a:pt x="178874" y="540367"/>
                    <a:pt x="183123" y="521535"/>
                  </a:cubicBezTo>
                  <a:lnTo>
                    <a:pt x="183123" y="521535"/>
                  </a:lnTo>
                  <a:close/>
                  <a:moveTo>
                    <a:pt x="109880" y="362883"/>
                  </a:moveTo>
                  <a:cubicBezTo>
                    <a:pt x="110046" y="362883"/>
                    <a:pt x="110130" y="362883"/>
                    <a:pt x="110297" y="362799"/>
                  </a:cubicBezTo>
                  <a:cubicBezTo>
                    <a:pt x="110546" y="363049"/>
                    <a:pt x="110879" y="363549"/>
                    <a:pt x="111297" y="364216"/>
                  </a:cubicBezTo>
                  <a:cubicBezTo>
                    <a:pt x="119795" y="376881"/>
                    <a:pt x="127795" y="389880"/>
                    <a:pt x="136627" y="402379"/>
                  </a:cubicBezTo>
                  <a:cubicBezTo>
                    <a:pt x="153209" y="425961"/>
                    <a:pt x="170624" y="448708"/>
                    <a:pt x="186706" y="472456"/>
                  </a:cubicBezTo>
                  <a:cubicBezTo>
                    <a:pt x="183456" y="482372"/>
                    <a:pt x="182706" y="496537"/>
                    <a:pt x="181206" y="502370"/>
                  </a:cubicBezTo>
                  <a:cubicBezTo>
                    <a:pt x="176540" y="520368"/>
                    <a:pt x="172874" y="538784"/>
                    <a:pt x="169791" y="557199"/>
                  </a:cubicBezTo>
                  <a:cubicBezTo>
                    <a:pt x="169208" y="554532"/>
                    <a:pt x="168541" y="551866"/>
                    <a:pt x="167708" y="549199"/>
                  </a:cubicBezTo>
                  <a:cubicBezTo>
                    <a:pt x="162708" y="533451"/>
                    <a:pt x="155543" y="519035"/>
                    <a:pt x="149376" y="503703"/>
                  </a:cubicBezTo>
                  <a:cubicBezTo>
                    <a:pt x="143544" y="489288"/>
                    <a:pt x="137794" y="474456"/>
                    <a:pt x="133294" y="459624"/>
                  </a:cubicBezTo>
                  <a:cubicBezTo>
                    <a:pt x="128378" y="443459"/>
                    <a:pt x="121045" y="428460"/>
                    <a:pt x="117296" y="411961"/>
                  </a:cubicBezTo>
                  <a:cubicBezTo>
                    <a:pt x="115379" y="403546"/>
                    <a:pt x="113546" y="395213"/>
                    <a:pt x="112629" y="386630"/>
                  </a:cubicBezTo>
                  <a:cubicBezTo>
                    <a:pt x="111963" y="380714"/>
                    <a:pt x="112880" y="373882"/>
                    <a:pt x="111879" y="368299"/>
                  </a:cubicBezTo>
                  <a:cubicBezTo>
                    <a:pt x="111463" y="366966"/>
                    <a:pt x="110213" y="363966"/>
                    <a:pt x="109880" y="362883"/>
                  </a:cubicBezTo>
                  <a:lnTo>
                    <a:pt x="109880" y="362883"/>
                  </a:lnTo>
                  <a:close/>
                  <a:moveTo>
                    <a:pt x="52385" y="165817"/>
                  </a:moveTo>
                  <a:cubicBezTo>
                    <a:pt x="59384" y="174316"/>
                    <a:pt x="64801" y="185065"/>
                    <a:pt x="70550" y="194231"/>
                  </a:cubicBezTo>
                  <a:cubicBezTo>
                    <a:pt x="76466" y="203564"/>
                    <a:pt x="82882" y="212563"/>
                    <a:pt x="89048" y="221729"/>
                  </a:cubicBezTo>
                  <a:cubicBezTo>
                    <a:pt x="99964" y="238144"/>
                    <a:pt x="112296" y="254059"/>
                    <a:pt x="122962" y="270558"/>
                  </a:cubicBezTo>
                  <a:cubicBezTo>
                    <a:pt x="119795" y="281307"/>
                    <a:pt x="117796" y="292722"/>
                    <a:pt x="115463" y="302805"/>
                  </a:cubicBezTo>
                  <a:cubicBezTo>
                    <a:pt x="112213" y="316803"/>
                    <a:pt x="108463" y="330969"/>
                    <a:pt x="105964" y="345301"/>
                  </a:cubicBezTo>
                  <a:cubicBezTo>
                    <a:pt x="104047" y="342134"/>
                    <a:pt x="102214" y="338885"/>
                    <a:pt x="100547" y="335635"/>
                  </a:cubicBezTo>
                  <a:cubicBezTo>
                    <a:pt x="96881" y="328136"/>
                    <a:pt x="94964" y="319970"/>
                    <a:pt x="91798" y="312304"/>
                  </a:cubicBezTo>
                  <a:cubicBezTo>
                    <a:pt x="85132" y="296222"/>
                    <a:pt x="78883" y="279890"/>
                    <a:pt x="73217" y="263475"/>
                  </a:cubicBezTo>
                  <a:cubicBezTo>
                    <a:pt x="67467" y="246976"/>
                    <a:pt x="62134" y="229644"/>
                    <a:pt x="58051" y="212646"/>
                  </a:cubicBezTo>
                  <a:cubicBezTo>
                    <a:pt x="55385" y="202064"/>
                    <a:pt x="48052" y="178899"/>
                    <a:pt x="52385" y="165817"/>
                  </a:cubicBezTo>
                  <a:lnTo>
                    <a:pt x="52385" y="165817"/>
                  </a:lnTo>
                  <a:close/>
                  <a:moveTo>
                    <a:pt x="13222" y="15747"/>
                  </a:moveTo>
                  <a:cubicBezTo>
                    <a:pt x="18638" y="19663"/>
                    <a:pt x="23221" y="25080"/>
                    <a:pt x="28804" y="28746"/>
                  </a:cubicBezTo>
                  <a:cubicBezTo>
                    <a:pt x="28471" y="38412"/>
                    <a:pt x="28471" y="48328"/>
                    <a:pt x="31637" y="57077"/>
                  </a:cubicBezTo>
                  <a:cubicBezTo>
                    <a:pt x="33387" y="61910"/>
                    <a:pt x="40219" y="59743"/>
                    <a:pt x="39970" y="54994"/>
                  </a:cubicBezTo>
                  <a:cubicBezTo>
                    <a:pt x="39553" y="44745"/>
                    <a:pt x="40803" y="34912"/>
                    <a:pt x="40053" y="24580"/>
                  </a:cubicBezTo>
                  <a:cubicBezTo>
                    <a:pt x="40053" y="24163"/>
                    <a:pt x="39970" y="22163"/>
                    <a:pt x="39803" y="19997"/>
                  </a:cubicBezTo>
                  <a:cubicBezTo>
                    <a:pt x="40303" y="20580"/>
                    <a:pt x="40636" y="20914"/>
                    <a:pt x="40552" y="20830"/>
                  </a:cubicBezTo>
                  <a:cubicBezTo>
                    <a:pt x="53385" y="36245"/>
                    <a:pt x="60218" y="57077"/>
                    <a:pt x="68634" y="75575"/>
                  </a:cubicBezTo>
                  <a:cubicBezTo>
                    <a:pt x="68300" y="86658"/>
                    <a:pt x="68050" y="97823"/>
                    <a:pt x="67884" y="108906"/>
                  </a:cubicBezTo>
                  <a:cubicBezTo>
                    <a:pt x="55218" y="104406"/>
                    <a:pt x="56301" y="135820"/>
                    <a:pt x="59051" y="142569"/>
                  </a:cubicBezTo>
                  <a:cubicBezTo>
                    <a:pt x="59968" y="144819"/>
                    <a:pt x="63801" y="145319"/>
                    <a:pt x="64717" y="142736"/>
                  </a:cubicBezTo>
                  <a:cubicBezTo>
                    <a:pt x="67051" y="135820"/>
                    <a:pt x="66050" y="128654"/>
                    <a:pt x="67051" y="121488"/>
                  </a:cubicBezTo>
                  <a:cubicBezTo>
                    <a:pt x="67133" y="120321"/>
                    <a:pt x="67384" y="119155"/>
                    <a:pt x="67633" y="117905"/>
                  </a:cubicBezTo>
                  <a:cubicBezTo>
                    <a:pt x="67550" y="118821"/>
                    <a:pt x="67467" y="119738"/>
                    <a:pt x="67467" y="120655"/>
                  </a:cubicBezTo>
                  <a:cubicBezTo>
                    <a:pt x="69467" y="123654"/>
                    <a:pt x="71550" y="126404"/>
                    <a:pt x="73300" y="129654"/>
                  </a:cubicBezTo>
                  <a:cubicBezTo>
                    <a:pt x="75800" y="134403"/>
                    <a:pt x="78383" y="138986"/>
                    <a:pt x="81133" y="143569"/>
                  </a:cubicBezTo>
                  <a:cubicBezTo>
                    <a:pt x="82882" y="146569"/>
                    <a:pt x="84465" y="149652"/>
                    <a:pt x="86465" y="152485"/>
                  </a:cubicBezTo>
                  <a:cubicBezTo>
                    <a:pt x="88048" y="154735"/>
                    <a:pt x="90298" y="156651"/>
                    <a:pt x="91798" y="158984"/>
                  </a:cubicBezTo>
                  <a:lnTo>
                    <a:pt x="91798" y="158984"/>
                  </a:lnTo>
                  <a:cubicBezTo>
                    <a:pt x="92881" y="160401"/>
                    <a:pt x="95464" y="159818"/>
                    <a:pt x="95381" y="157568"/>
                  </a:cubicBezTo>
                  <a:cubicBezTo>
                    <a:pt x="95048" y="148985"/>
                    <a:pt x="89132" y="140236"/>
                    <a:pt x="85549" y="132653"/>
                  </a:cubicBezTo>
                  <a:cubicBezTo>
                    <a:pt x="82382" y="125987"/>
                    <a:pt x="79466" y="118405"/>
                    <a:pt x="74050" y="113072"/>
                  </a:cubicBezTo>
                  <a:cubicBezTo>
                    <a:pt x="74800" y="103323"/>
                    <a:pt x="75549" y="93490"/>
                    <a:pt x="76049" y="83658"/>
                  </a:cubicBezTo>
                  <a:cubicBezTo>
                    <a:pt x="76383" y="83325"/>
                    <a:pt x="76549" y="82908"/>
                    <a:pt x="76633" y="82325"/>
                  </a:cubicBezTo>
                  <a:cubicBezTo>
                    <a:pt x="76883" y="79825"/>
                    <a:pt x="76716" y="77242"/>
                    <a:pt x="76300" y="74575"/>
                  </a:cubicBezTo>
                  <a:cubicBezTo>
                    <a:pt x="76133" y="69492"/>
                    <a:pt x="76133" y="60327"/>
                    <a:pt x="80132" y="62076"/>
                  </a:cubicBezTo>
                  <a:cubicBezTo>
                    <a:pt x="82299" y="62993"/>
                    <a:pt x="84465" y="72575"/>
                    <a:pt x="85132" y="74492"/>
                  </a:cubicBezTo>
                  <a:cubicBezTo>
                    <a:pt x="93631" y="98406"/>
                    <a:pt x="98631" y="123821"/>
                    <a:pt x="101714" y="148902"/>
                  </a:cubicBezTo>
                  <a:cubicBezTo>
                    <a:pt x="104547" y="171733"/>
                    <a:pt x="109713" y="195814"/>
                    <a:pt x="114963" y="218146"/>
                  </a:cubicBezTo>
                  <a:cubicBezTo>
                    <a:pt x="117463" y="228728"/>
                    <a:pt x="120629" y="246643"/>
                    <a:pt x="127711" y="257475"/>
                  </a:cubicBezTo>
                  <a:cubicBezTo>
                    <a:pt x="127212" y="258559"/>
                    <a:pt x="126712" y="259559"/>
                    <a:pt x="126295" y="260725"/>
                  </a:cubicBezTo>
                  <a:cubicBezTo>
                    <a:pt x="120046" y="244144"/>
                    <a:pt x="108547" y="228811"/>
                    <a:pt x="99214" y="214229"/>
                  </a:cubicBezTo>
                  <a:cubicBezTo>
                    <a:pt x="88715" y="197897"/>
                    <a:pt x="78549" y="177733"/>
                    <a:pt x="64217" y="163484"/>
                  </a:cubicBezTo>
                  <a:cubicBezTo>
                    <a:pt x="57968" y="149235"/>
                    <a:pt x="51052" y="135320"/>
                    <a:pt x="45052" y="120988"/>
                  </a:cubicBezTo>
                  <a:cubicBezTo>
                    <a:pt x="41469" y="112489"/>
                    <a:pt x="38303" y="103656"/>
                    <a:pt x="35220" y="94990"/>
                  </a:cubicBezTo>
                  <a:cubicBezTo>
                    <a:pt x="33970" y="91491"/>
                    <a:pt x="31470" y="85908"/>
                    <a:pt x="31220" y="82158"/>
                  </a:cubicBezTo>
                  <a:cubicBezTo>
                    <a:pt x="30887" y="78491"/>
                    <a:pt x="29804" y="76992"/>
                    <a:pt x="32887" y="78242"/>
                  </a:cubicBezTo>
                  <a:cubicBezTo>
                    <a:pt x="35803" y="81325"/>
                    <a:pt x="38303" y="84658"/>
                    <a:pt x="41052" y="87907"/>
                  </a:cubicBezTo>
                  <a:cubicBezTo>
                    <a:pt x="43636" y="90990"/>
                    <a:pt x="46302" y="94157"/>
                    <a:pt x="49135" y="97157"/>
                  </a:cubicBezTo>
                  <a:cubicBezTo>
                    <a:pt x="50885" y="98990"/>
                    <a:pt x="55052" y="101573"/>
                    <a:pt x="55885" y="104073"/>
                  </a:cubicBezTo>
                  <a:cubicBezTo>
                    <a:pt x="56218" y="105156"/>
                    <a:pt x="58051" y="105572"/>
                    <a:pt x="58718" y="104489"/>
                  </a:cubicBezTo>
                  <a:cubicBezTo>
                    <a:pt x="62801" y="97907"/>
                    <a:pt x="53635" y="87824"/>
                    <a:pt x="50219" y="82575"/>
                  </a:cubicBezTo>
                  <a:cubicBezTo>
                    <a:pt x="46636" y="77158"/>
                    <a:pt x="38136" y="62826"/>
                    <a:pt x="29887" y="66826"/>
                  </a:cubicBezTo>
                  <a:cubicBezTo>
                    <a:pt x="29054" y="66659"/>
                    <a:pt x="28220" y="66493"/>
                    <a:pt x="27387" y="66493"/>
                  </a:cubicBezTo>
                  <a:cubicBezTo>
                    <a:pt x="26470" y="63993"/>
                    <a:pt x="25221" y="61743"/>
                    <a:pt x="23804" y="58993"/>
                  </a:cubicBezTo>
                  <a:cubicBezTo>
                    <a:pt x="20721" y="52994"/>
                    <a:pt x="19471" y="46328"/>
                    <a:pt x="17805" y="39828"/>
                  </a:cubicBezTo>
                  <a:cubicBezTo>
                    <a:pt x="16221" y="33662"/>
                    <a:pt x="14305" y="27663"/>
                    <a:pt x="13555" y="21247"/>
                  </a:cubicBezTo>
                  <a:cubicBezTo>
                    <a:pt x="13222" y="20163"/>
                    <a:pt x="13305" y="17830"/>
                    <a:pt x="13222" y="15747"/>
                  </a:cubicBezTo>
                  <a:lnTo>
                    <a:pt x="13222" y="15747"/>
                  </a:lnTo>
                  <a:close/>
                </a:path>
              </a:pathLst>
            </a:custGeom>
            <a:grpFill/>
            <a:ln w="8332" cap="flat">
              <a:noFill/>
              <a:prstDash val="solid"/>
              <a:miter/>
            </a:ln>
          </p:spPr>
          <p:txBody>
            <a:bodyPr rtlCol="0" anchor="ctr"/>
            <a:lstStyle/>
            <a:p>
              <a:endParaRPr lang="en-US"/>
            </a:p>
          </p:txBody>
        </p:sp>
        <p:sp>
          <p:nvSpPr>
            <p:cNvPr id="1702" name="Freeform: Shape 1701"/>
            <p:cNvSpPr/>
            <p:nvPr/>
          </p:nvSpPr>
          <p:spPr>
            <a:xfrm>
              <a:off x="5575426" y="2628880"/>
              <a:ext cx="729932" cy="327181"/>
            </a:xfrm>
            <a:custGeom>
              <a:avLst/>
              <a:gdLst>
                <a:gd name="connsiteX0" fmla="*/ 717862 w 729932"/>
                <a:gd name="connsiteY0" fmla="*/ 279202 h 327181"/>
                <a:gd name="connsiteX1" fmla="*/ 700780 w 729932"/>
                <a:gd name="connsiteY1" fmla="*/ 271119 h 327181"/>
                <a:gd name="connsiteX2" fmla="*/ 680949 w 729932"/>
                <a:gd name="connsiteY2" fmla="*/ 263536 h 327181"/>
                <a:gd name="connsiteX3" fmla="*/ 663450 w 729932"/>
                <a:gd name="connsiteY3" fmla="*/ 259787 h 327181"/>
                <a:gd name="connsiteX4" fmla="*/ 662950 w 729932"/>
                <a:gd name="connsiteY4" fmla="*/ 259620 h 327181"/>
                <a:gd name="connsiteX5" fmla="*/ 643785 w 729932"/>
                <a:gd name="connsiteY5" fmla="*/ 250704 h 327181"/>
                <a:gd name="connsiteX6" fmla="*/ 579874 w 729932"/>
                <a:gd name="connsiteY6" fmla="*/ 236872 h 327181"/>
                <a:gd name="connsiteX7" fmla="*/ 580041 w 729932"/>
                <a:gd name="connsiteY7" fmla="*/ 234289 h 327181"/>
                <a:gd name="connsiteX8" fmla="*/ 548877 w 729932"/>
                <a:gd name="connsiteY8" fmla="*/ 208125 h 327181"/>
                <a:gd name="connsiteX9" fmla="*/ 495132 w 729932"/>
                <a:gd name="connsiteY9" fmla="*/ 184627 h 327181"/>
                <a:gd name="connsiteX10" fmla="*/ 387892 w 729932"/>
                <a:gd name="connsiteY10" fmla="*/ 158796 h 327181"/>
                <a:gd name="connsiteX11" fmla="*/ 377143 w 729932"/>
                <a:gd name="connsiteY11" fmla="*/ 150796 h 327181"/>
                <a:gd name="connsiteX12" fmla="*/ 265819 w 729932"/>
                <a:gd name="connsiteY12" fmla="*/ 103634 h 327181"/>
                <a:gd name="connsiteX13" fmla="*/ 210158 w 729932"/>
                <a:gd name="connsiteY13" fmla="*/ 88719 h 327181"/>
                <a:gd name="connsiteX14" fmla="*/ 165745 w 729932"/>
                <a:gd name="connsiteY14" fmla="*/ 71387 h 327181"/>
                <a:gd name="connsiteX15" fmla="*/ 109000 w 729932"/>
                <a:gd name="connsiteY15" fmla="*/ 35890 h 327181"/>
                <a:gd name="connsiteX16" fmla="*/ 44673 w 729932"/>
                <a:gd name="connsiteY16" fmla="*/ 3060 h 327181"/>
                <a:gd name="connsiteX17" fmla="*/ 1927 w 729932"/>
                <a:gd name="connsiteY17" fmla="*/ 14559 h 327181"/>
                <a:gd name="connsiteX18" fmla="*/ 22841 w 729932"/>
                <a:gd name="connsiteY18" fmla="*/ 47472 h 327181"/>
                <a:gd name="connsiteX19" fmla="*/ 101918 w 729932"/>
                <a:gd name="connsiteY19" fmla="*/ 95302 h 327181"/>
                <a:gd name="connsiteX20" fmla="*/ 128665 w 729932"/>
                <a:gd name="connsiteY20" fmla="*/ 114883 h 327181"/>
                <a:gd name="connsiteX21" fmla="*/ 189243 w 729932"/>
                <a:gd name="connsiteY21" fmla="*/ 150380 h 327181"/>
                <a:gd name="connsiteX22" fmla="*/ 218740 w 729932"/>
                <a:gd name="connsiteY22" fmla="*/ 164295 h 327181"/>
                <a:gd name="connsiteX23" fmla="*/ 240822 w 729932"/>
                <a:gd name="connsiteY23" fmla="*/ 172628 h 327181"/>
                <a:gd name="connsiteX24" fmla="*/ 246904 w 729932"/>
                <a:gd name="connsiteY24" fmla="*/ 168045 h 327181"/>
                <a:gd name="connsiteX25" fmla="*/ 247238 w 729932"/>
                <a:gd name="connsiteY25" fmla="*/ 164795 h 327181"/>
                <a:gd name="connsiteX26" fmla="*/ 271319 w 729932"/>
                <a:gd name="connsiteY26" fmla="*/ 168545 h 327181"/>
                <a:gd name="connsiteX27" fmla="*/ 308899 w 729932"/>
                <a:gd name="connsiteY27" fmla="*/ 188960 h 327181"/>
                <a:gd name="connsiteX28" fmla="*/ 366643 w 729932"/>
                <a:gd name="connsiteY28" fmla="*/ 219707 h 327181"/>
                <a:gd name="connsiteX29" fmla="*/ 418306 w 729932"/>
                <a:gd name="connsiteY29" fmla="*/ 245371 h 327181"/>
                <a:gd name="connsiteX30" fmla="*/ 453052 w 729932"/>
                <a:gd name="connsiteY30" fmla="*/ 252204 h 327181"/>
                <a:gd name="connsiteX31" fmla="*/ 454802 w 729932"/>
                <a:gd name="connsiteY31" fmla="*/ 249204 h 327181"/>
                <a:gd name="connsiteX32" fmla="*/ 467385 w 729932"/>
                <a:gd name="connsiteY32" fmla="*/ 255287 h 327181"/>
                <a:gd name="connsiteX33" fmla="*/ 507214 w 729932"/>
                <a:gd name="connsiteY33" fmla="*/ 275702 h 327181"/>
                <a:gd name="connsiteX34" fmla="*/ 590957 w 729932"/>
                <a:gd name="connsiteY34" fmla="*/ 315782 h 327181"/>
                <a:gd name="connsiteX35" fmla="*/ 648202 w 729932"/>
                <a:gd name="connsiteY35" fmla="*/ 319865 h 327181"/>
                <a:gd name="connsiteX36" fmla="*/ 645868 w 729932"/>
                <a:gd name="connsiteY36" fmla="*/ 311365 h 327181"/>
                <a:gd name="connsiteX37" fmla="*/ 668283 w 729932"/>
                <a:gd name="connsiteY37" fmla="*/ 315948 h 327181"/>
                <a:gd name="connsiteX38" fmla="*/ 705196 w 729932"/>
                <a:gd name="connsiteY38" fmla="*/ 317365 h 327181"/>
                <a:gd name="connsiteX39" fmla="*/ 703613 w 729932"/>
                <a:gd name="connsiteY39" fmla="*/ 302783 h 327181"/>
                <a:gd name="connsiteX40" fmla="*/ 701697 w 729932"/>
                <a:gd name="connsiteY40" fmla="*/ 301366 h 327181"/>
                <a:gd name="connsiteX41" fmla="*/ 728528 w 729932"/>
                <a:gd name="connsiteY41" fmla="*/ 286201 h 327181"/>
                <a:gd name="connsiteX42" fmla="*/ 717862 w 729932"/>
                <a:gd name="connsiteY42" fmla="*/ 279202 h 327181"/>
                <a:gd name="connsiteX43" fmla="*/ 717862 w 729932"/>
                <a:gd name="connsiteY43" fmla="*/ 279202 h 327181"/>
                <a:gd name="connsiteX44" fmla="*/ 297400 w 729932"/>
                <a:gd name="connsiteY44" fmla="*/ 170295 h 327181"/>
                <a:gd name="connsiteX45" fmla="*/ 351228 w 729932"/>
                <a:gd name="connsiteY45" fmla="*/ 172628 h 327181"/>
                <a:gd name="connsiteX46" fmla="*/ 386809 w 729932"/>
                <a:gd name="connsiteY46" fmla="*/ 172461 h 327181"/>
                <a:gd name="connsiteX47" fmla="*/ 411056 w 729932"/>
                <a:gd name="connsiteY47" fmla="*/ 199542 h 327181"/>
                <a:gd name="connsiteX48" fmla="*/ 427972 w 729932"/>
                <a:gd name="connsiteY48" fmla="*/ 221207 h 327181"/>
                <a:gd name="connsiteX49" fmla="*/ 440887 w 729932"/>
                <a:gd name="connsiteY49" fmla="*/ 239289 h 327181"/>
                <a:gd name="connsiteX50" fmla="*/ 427305 w 729932"/>
                <a:gd name="connsiteY50" fmla="*/ 232622 h 327181"/>
                <a:gd name="connsiteX51" fmla="*/ 401224 w 729932"/>
                <a:gd name="connsiteY51" fmla="*/ 222374 h 327181"/>
                <a:gd name="connsiteX52" fmla="*/ 351978 w 729932"/>
                <a:gd name="connsiteY52" fmla="*/ 196209 h 327181"/>
                <a:gd name="connsiteX53" fmla="*/ 297400 w 729932"/>
                <a:gd name="connsiteY53" fmla="*/ 170295 h 327181"/>
                <a:gd name="connsiteX54" fmla="*/ 297400 w 729932"/>
                <a:gd name="connsiteY54" fmla="*/ 170295 h 327181"/>
                <a:gd name="connsiteX55" fmla="*/ 205908 w 729932"/>
                <a:gd name="connsiteY55" fmla="*/ 123382 h 327181"/>
                <a:gd name="connsiteX56" fmla="*/ 231822 w 729932"/>
                <a:gd name="connsiteY56" fmla="*/ 155130 h 327181"/>
                <a:gd name="connsiteX57" fmla="*/ 231322 w 729932"/>
                <a:gd name="connsiteY57" fmla="*/ 155130 h 327181"/>
                <a:gd name="connsiteX58" fmla="*/ 230573 w 729932"/>
                <a:gd name="connsiteY58" fmla="*/ 155213 h 327181"/>
                <a:gd name="connsiteX59" fmla="*/ 229989 w 729932"/>
                <a:gd name="connsiteY59" fmla="*/ 154880 h 327181"/>
                <a:gd name="connsiteX60" fmla="*/ 215074 w 729932"/>
                <a:gd name="connsiteY60" fmla="*/ 149047 h 327181"/>
                <a:gd name="connsiteX61" fmla="*/ 185327 w 729932"/>
                <a:gd name="connsiteY61" fmla="*/ 134715 h 327181"/>
                <a:gd name="connsiteX62" fmla="*/ 128082 w 729932"/>
                <a:gd name="connsiteY62" fmla="*/ 102468 h 327181"/>
                <a:gd name="connsiteX63" fmla="*/ 117833 w 729932"/>
                <a:gd name="connsiteY63" fmla="*/ 95802 h 327181"/>
                <a:gd name="connsiteX64" fmla="*/ 102251 w 729932"/>
                <a:gd name="connsiteY64" fmla="*/ 84636 h 327181"/>
                <a:gd name="connsiteX65" fmla="*/ 77003 w 729932"/>
                <a:gd name="connsiteY65" fmla="*/ 66804 h 327181"/>
                <a:gd name="connsiteX66" fmla="*/ 18925 w 729932"/>
                <a:gd name="connsiteY66" fmla="*/ 34974 h 327181"/>
                <a:gd name="connsiteX67" fmla="*/ 18092 w 729932"/>
                <a:gd name="connsiteY67" fmla="*/ 34057 h 327181"/>
                <a:gd name="connsiteX68" fmla="*/ 18508 w 729932"/>
                <a:gd name="connsiteY68" fmla="*/ 23308 h 327181"/>
                <a:gd name="connsiteX69" fmla="*/ 27174 w 729932"/>
                <a:gd name="connsiteY69" fmla="*/ 12892 h 327181"/>
                <a:gd name="connsiteX70" fmla="*/ 41006 w 729932"/>
                <a:gd name="connsiteY70" fmla="*/ 16392 h 327181"/>
                <a:gd name="connsiteX71" fmla="*/ 67670 w 729932"/>
                <a:gd name="connsiteY71" fmla="*/ 28641 h 327181"/>
                <a:gd name="connsiteX72" fmla="*/ 117166 w 729932"/>
                <a:gd name="connsiteY72" fmla="*/ 53139 h 327181"/>
                <a:gd name="connsiteX73" fmla="*/ 153913 w 729932"/>
                <a:gd name="connsiteY73" fmla="*/ 72387 h 327181"/>
                <a:gd name="connsiteX74" fmla="*/ 155329 w 729932"/>
                <a:gd name="connsiteY74" fmla="*/ 74303 h 327181"/>
                <a:gd name="connsiteX75" fmla="*/ 159912 w 729932"/>
                <a:gd name="connsiteY75" fmla="*/ 76970 h 327181"/>
                <a:gd name="connsiteX76" fmla="*/ 165328 w 729932"/>
                <a:gd name="connsiteY76" fmla="*/ 81720 h 327181"/>
                <a:gd name="connsiteX77" fmla="*/ 205908 w 729932"/>
                <a:gd name="connsiteY77" fmla="*/ 123382 h 327181"/>
                <a:gd name="connsiteX78" fmla="*/ 205908 w 729932"/>
                <a:gd name="connsiteY78" fmla="*/ 123382 h 327181"/>
                <a:gd name="connsiteX79" fmla="*/ 376976 w 729932"/>
                <a:gd name="connsiteY79" fmla="*/ 159879 h 327181"/>
                <a:gd name="connsiteX80" fmla="*/ 376809 w 729932"/>
                <a:gd name="connsiteY80" fmla="*/ 160212 h 327181"/>
                <a:gd name="connsiteX81" fmla="*/ 375143 w 729932"/>
                <a:gd name="connsiteY81" fmla="*/ 160212 h 327181"/>
                <a:gd name="connsiteX82" fmla="*/ 329480 w 729932"/>
                <a:gd name="connsiteY82" fmla="*/ 157713 h 327181"/>
                <a:gd name="connsiteX83" fmla="*/ 243321 w 729932"/>
                <a:gd name="connsiteY83" fmla="*/ 155796 h 327181"/>
                <a:gd name="connsiteX84" fmla="*/ 222657 w 729932"/>
                <a:gd name="connsiteY84" fmla="*/ 133465 h 327181"/>
                <a:gd name="connsiteX85" fmla="*/ 185577 w 729932"/>
                <a:gd name="connsiteY85" fmla="*/ 91552 h 327181"/>
                <a:gd name="connsiteX86" fmla="*/ 193242 w 729932"/>
                <a:gd name="connsiteY86" fmla="*/ 94635 h 327181"/>
                <a:gd name="connsiteX87" fmla="*/ 240655 w 729932"/>
                <a:gd name="connsiteY87" fmla="*/ 107134 h 327181"/>
                <a:gd name="connsiteX88" fmla="*/ 285568 w 729932"/>
                <a:gd name="connsiteY88" fmla="*/ 120633 h 327181"/>
                <a:gd name="connsiteX89" fmla="*/ 333396 w 729932"/>
                <a:gd name="connsiteY89" fmla="*/ 136298 h 327181"/>
                <a:gd name="connsiteX90" fmla="*/ 356478 w 729932"/>
                <a:gd name="connsiteY90" fmla="*/ 147713 h 327181"/>
                <a:gd name="connsiteX91" fmla="*/ 371560 w 729932"/>
                <a:gd name="connsiteY91" fmla="*/ 158046 h 327181"/>
                <a:gd name="connsiteX92" fmla="*/ 376976 w 729932"/>
                <a:gd name="connsiteY92" fmla="*/ 159879 h 327181"/>
                <a:gd name="connsiteX93" fmla="*/ 376976 w 729932"/>
                <a:gd name="connsiteY93" fmla="*/ 159879 h 327181"/>
                <a:gd name="connsiteX94" fmla="*/ 569459 w 729932"/>
                <a:gd name="connsiteY94" fmla="*/ 231623 h 327181"/>
                <a:gd name="connsiteX95" fmla="*/ 535795 w 729932"/>
                <a:gd name="connsiteY95" fmla="*/ 229206 h 327181"/>
                <a:gd name="connsiteX96" fmla="*/ 502715 w 729932"/>
                <a:gd name="connsiteY96" fmla="*/ 227540 h 327181"/>
                <a:gd name="connsiteX97" fmla="*/ 443303 w 729932"/>
                <a:gd name="connsiteY97" fmla="*/ 225457 h 327181"/>
                <a:gd name="connsiteX98" fmla="*/ 421888 w 729932"/>
                <a:gd name="connsiteY98" fmla="*/ 200125 h 327181"/>
                <a:gd name="connsiteX99" fmla="*/ 393558 w 729932"/>
                <a:gd name="connsiteY99" fmla="*/ 167045 h 327181"/>
                <a:gd name="connsiteX100" fmla="*/ 404557 w 729932"/>
                <a:gd name="connsiteY100" fmla="*/ 168545 h 327181"/>
                <a:gd name="connsiteX101" fmla="*/ 428555 w 729932"/>
                <a:gd name="connsiteY101" fmla="*/ 175461 h 327181"/>
                <a:gd name="connsiteX102" fmla="*/ 478800 w 729932"/>
                <a:gd name="connsiteY102" fmla="*/ 189793 h 327181"/>
                <a:gd name="connsiteX103" fmla="*/ 528629 w 729932"/>
                <a:gd name="connsiteY103" fmla="*/ 208041 h 327181"/>
                <a:gd name="connsiteX104" fmla="*/ 569459 w 729932"/>
                <a:gd name="connsiteY104" fmla="*/ 231623 h 327181"/>
                <a:gd name="connsiteX105" fmla="*/ 569459 w 729932"/>
                <a:gd name="connsiteY105" fmla="*/ 231623 h 327181"/>
                <a:gd name="connsiteX106" fmla="*/ 713279 w 729932"/>
                <a:gd name="connsiteY106" fmla="*/ 290034 h 327181"/>
                <a:gd name="connsiteX107" fmla="*/ 693531 w 729932"/>
                <a:gd name="connsiteY107" fmla="*/ 294783 h 327181"/>
                <a:gd name="connsiteX108" fmla="*/ 669117 w 729932"/>
                <a:gd name="connsiteY108" fmla="*/ 280118 h 327181"/>
                <a:gd name="connsiteX109" fmla="*/ 665783 w 729932"/>
                <a:gd name="connsiteY109" fmla="*/ 288034 h 327181"/>
                <a:gd name="connsiteX110" fmla="*/ 690114 w 729932"/>
                <a:gd name="connsiteY110" fmla="*/ 306282 h 327181"/>
                <a:gd name="connsiteX111" fmla="*/ 693948 w 729932"/>
                <a:gd name="connsiteY111" fmla="*/ 308866 h 327181"/>
                <a:gd name="connsiteX112" fmla="*/ 692864 w 729932"/>
                <a:gd name="connsiteY112" fmla="*/ 308949 h 327181"/>
                <a:gd name="connsiteX113" fmla="*/ 632203 w 729932"/>
                <a:gd name="connsiteY113" fmla="*/ 298700 h 327181"/>
                <a:gd name="connsiteX114" fmla="*/ 605872 w 729932"/>
                <a:gd name="connsiteY114" fmla="*/ 278202 h 327181"/>
                <a:gd name="connsiteX115" fmla="*/ 584124 w 729932"/>
                <a:gd name="connsiteY115" fmla="*/ 251037 h 327181"/>
                <a:gd name="connsiteX116" fmla="*/ 580625 w 729932"/>
                <a:gd name="connsiteY116" fmla="*/ 255537 h 327181"/>
                <a:gd name="connsiteX117" fmla="*/ 596206 w 729932"/>
                <a:gd name="connsiteY117" fmla="*/ 270119 h 327181"/>
                <a:gd name="connsiteX118" fmla="*/ 598706 w 729932"/>
                <a:gd name="connsiteY118" fmla="*/ 272702 h 327181"/>
                <a:gd name="connsiteX119" fmla="*/ 596623 w 729932"/>
                <a:gd name="connsiteY119" fmla="*/ 270869 h 327181"/>
                <a:gd name="connsiteX120" fmla="*/ 585957 w 729932"/>
                <a:gd name="connsiteY120" fmla="*/ 270119 h 327181"/>
                <a:gd name="connsiteX121" fmla="*/ 570125 w 729932"/>
                <a:gd name="connsiteY121" fmla="*/ 268036 h 327181"/>
                <a:gd name="connsiteX122" fmla="*/ 559793 w 729932"/>
                <a:gd name="connsiteY122" fmla="*/ 266953 h 327181"/>
                <a:gd name="connsiteX123" fmla="*/ 551377 w 729932"/>
                <a:gd name="connsiteY123" fmla="*/ 267369 h 327181"/>
                <a:gd name="connsiteX124" fmla="*/ 551377 w 729932"/>
                <a:gd name="connsiteY124" fmla="*/ 267369 h 327181"/>
                <a:gd name="connsiteX125" fmla="*/ 550294 w 729932"/>
                <a:gd name="connsiteY125" fmla="*/ 271036 h 327181"/>
                <a:gd name="connsiteX126" fmla="*/ 576125 w 729932"/>
                <a:gd name="connsiteY126" fmla="*/ 278035 h 327181"/>
                <a:gd name="connsiteX127" fmla="*/ 598706 w 729932"/>
                <a:gd name="connsiteY127" fmla="*/ 280535 h 327181"/>
                <a:gd name="connsiteX128" fmla="*/ 621037 w 729932"/>
                <a:gd name="connsiteY128" fmla="*/ 299700 h 327181"/>
                <a:gd name="connsiteX129" fmla="*/ 621704 w 729932"/>
                <a:gd name="connsiteY129" fmla="*/ 300950 h 327181"/>
                <a:gd name="connsiteX130" fmla="*/ 628120 w 729932"/>
                <a:gd name="connsiteY130" fmla="*/ 305283 h 327181"/>
                <a:gd name="connsiteX131" fmla="*/ 635869 w 729932"/>
                <a:gd name="connsiteY131" fmla="*/ 315782 h 327181"/>
                <a:gd name="connsiteX132" fmla="*/ 622870 w 729932"/>
                <a:gd name="connsiteY132" fmla="*/ 312365 h 327181"/>
                <a:gd name="connsiteX133" fmla="*/ 553293 w 729932"/>
                <a:gd name="connsiteY133" fmla="*/ 281118 h 327181"/>
                <a:gd name="connsiteX134" fmla="*/ 489799 w 729932"/>
                <a:gd name="connsiteY134" fmla="*/ 250204 h 327181"/>
                <a:gd name="connsiteX135" fmla="*/ 450636 w 729932"/>
                <a:gd name="connsiteY135" fmla="*/ 236872 h 327181"/>
                <a:gd name="connsiteX136" fmla="*/ 448886 w 729932"/>
                <a:gd name="connsiteY136" fmla="*/ 233789 h 327181"/>
                <a:gd name="connsiteX137" fmla="*/ 502381 w 729932"/>
                <a:gd name="connsiteY137" fmla="*/ 239872 h 327181"/>
                <a:gd name="connsiteX138" fmla="*/ 564042 w 729932"/>
                <a:gd name="connsiteY138" fmla="*/ 242205 h 327181"/>
                <a:gd name="connsiteX139" fmla="*/ 609622 w 729932"/>
                <a:gd name="connsiteY139" fmla="*/ 252287 h 327181"/>
                <a:gd name="connsiteX140" fmla="*/ 636369 w 729932"/>
                <a:gd name="connsiteY140" fmla="*/ 259953 h 327181"/>
                <a:gd name="connsiteX141" fmla="*/ 649035 w 729932"/>
                <a:gd name="connsiteY141" fmla="*/ 264370 h 327181"/>
                <a:gd name="connsiteX142" fmla="*/ 651201 w 729932"/>
                <a:gd name="connsiteY142" fmla="*/ 268036 h 327181"/>
                <a:gd name="connsiteX143" fmla="*/ 638536 w 729932"/>
                <a:gd name="connsiteY143" fmla="*/ 268786 h 327181"/>
                <a:gd name="connsiteX144" fmla="*/ 626287 w 729932"/>
                <a:gd name="connsiteY144" fmla="*/ 269703 h 327181"/>
                <a:gd name="connsiteX145" fmla="*/ 616704 w 729932"/>
                <a:gd name="connsiteY145" fmla="*/ 270952 h 327181"/>
                <a:gd name="connsiteX146" fmla="*/ 614621 w 729932"/>
                <a:gd name="connsiteY146" fmla="*/ 272952 h 327181"/>
                <a:gd name="connsiteX147" fmla="*/ 637286 w 729932"/>
                <a:gd name="connsiteY147" fmla="*/ 279202 h 327181"/>
                <a:gd name="connsiteX148" fmla="*/ 662034 w 729932"/>
                <a:gd name="connsiteY148" fmla="*/ 272369 h 327181"/>
                <a:gd name="connsiteX149" fmla="*/ 663784 w 729932"/>
                <a:gd name="connsiteY149" fmla="*/ 270536 h 327181"/>
                <a:gd name="connsiteX150" fmla="*/ 671949 w 729932"/>
                <a:gd name="connsiteY150" fmla="*/ 272119 h 327181"/>
                <a:gd name="connsiteX151" fmla="*/ 690864 w 729932"/>
                <a:gd name="connsiteY151" fmla="*/ 278785 h 327181"/>
                <a:gd name="connsiteX152" fmla="*/ 708279 w 729932"/>
                <a:gd name="connsiteY152" fmla="*/ 286534 h 327181"/>
                <a:gd name="connsiteX153" fmla="*/ 713279 w 729932"/>
                <a:gd name="connsiteY153" fmla="*/ 290034 h 327181"/>
                <a:gd name="connsiteX154" fmla="*/ 713279 w 729932"/>
                <a:gd name="connsiteY154" fmla="*/ 290034 h 327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Lst>
              <a:rect l="l" t="t" r="r" b="b"/>
              <a:pathLst>
                <a:path w="729932" h="327181">
                  <a:moveTo>
                    <a:pt x="717862" y="279202"/>
                  </a:moveTo>
                  <a:cubicBezTo>
                    <a:pt x="712196" y="276202"/>
                    <a:pt x="706779" y="273369"/>
                    <a:pt x="700780" y="271119"/>
                  </a:cubicBezTo>
                  <a:cubicBezTo>
                    <a:pt x="694197" y="268619"/>
                    <a:pt x="687698" y="265536"/>
                    <a:pt x="680949" y="263536"/>
                  </a:cubicBezTo>
                  <a:cubicBezTo>
                    <a:pt x="675199" y="261786"/>
                    <a:pt x="669033" y="262120"/>
                    <a:pt x="663450" y="259787"/>
                  </a:cubicBezTo>
                  <a:cubicBezTo>
                    <a:pt x="663284" y="259703"/>
                    <a:pt x="663117" y="259703"/>
                    <a:pt x="662950" y="259620"/>
                  </a:cubicBezTo>
                  <a:cubicBezTo>
                    <a:pt x="658367" y="254787"/>
                    <a:pt x="648868" y="252537"/>
                    <a:pt x="643785" y="250704"/>
                  </a:cubicBezTo>
                  <a:cubicBezTo>
                    <a:pt x="623454" y="243288"/>
                    <a:pt x="601706" y="237622"/>
                    <a:pt x="579874" y="236872"/>
                  </a:cubicBezTo>
                  <a:cubicBezTo>
                    <a:pt x="580208" y="236122"/>
                    <a:pt x="580374" y="235206"/>
                    <a:pt x="580041" y="234289"/>
                  </a:cubicBezTo>
                  <a:cubicBezTo>
                    <a:pt x="575792" y="222207"/>
                    <a:pt x="559543" y="213708"/>
                    <a:pt x="548877" y="208125"/>
                  </a:cubicBezTo>
                  <a:cubicBezTo>
                    <a:pt x="531546" y="198959"/>
                    <a:pt x="513130" y="192376"/>
                    <a:pt x="495132" y="184627"/>
                  </a:cubicBezTo>
                  <a:cubicBezTo>
                    <a:pt x="460719" y="169795"/>
                    <a:pt x="424555" y="164212"/>
                    <a:pt x="387892" y="158796"/>
                  </a:cubicBezTo>
                  <a:cubicBezTo>
                    <a:pt x="384892" y="155463"/>
                    <a:pt x="380226" y="152713"/>
                    <a:pt x="377143" y="150796"/>
                  </a:cubicBezTo>
                  <a:cubicBezTo>
                    <a:pt x="342229" y="129882"/>
                    <a:pt x="304899" y="115300"/>
                    <a:pt x="265819" y="103634"/>
                  </a:cubicBezTo>
                  <a:cubicBezTo>
                    <a:pt x="247404" y="98135"/>
                    <a:pt x="228573" y="94135"/>
                    <a:pt x="210158" y="88719"/>
                  </a:cubicBezTo>
                  <a:cubicBezTo>
                    <a:pt x="194992" y="84219"/>
                    <a:pt x="180661" y="76637"/>
                    <a:pt x="165745" y="71387"/>
                  </a:cubicBezTo>
                  <a:cubicBezTo>
                    <a:pt x="148913" y="55638"/>
                    <a:pt x="129248" y="46723"/>
                    <a:pt x="109000" y="35890"/>
                  </a:cubicBezTo>
                  <a:cubicBezTo>
                    <a:pt x="87836" y="24641"/>
                    <a:pt x="67504" y="10893"/>
                    <a:pt x="44673" y="3060"/>
                  </a:cubicBezTo>
                  <a:cubicBezTo>
                    <a:pt x="30007" y="-2023"/>
                    <a:pt x="9259" y="-2356"/>
                    <a:pt x="1927" y="14559"/>
                  </a:cubicBezTo>
                  <a:cubicBezTo>
                    <a:pt x="-5490" y="31807"/>
                    <a:pt x="10009" y="40473"/>
                    <a:pt x="22841" y="47472"/>
                  </a:cubicBezTo>
                  <a:cubicBezTo>
                    <a:pt x="49922" y="62221"/>
                    <a:pt x="75753" y="78970"/>
                    <a:pt x="101918" y="95302"/>
                  </a:cubicBezTo>
                  <a:cubicBezTo>
                    <a:pt x="110583" y="102051"/>
                    <a:pt x="119332" y="108800"/>
                    <a:pt x="128665" y="114883"/>
                  </a:cubicBezTo>
                  <a:cubicBezTo>
                    <a:pt x="148330" y="127715"/>
                    <a:pt x="168411" y="139464"/>
                    <a:pt x="189243" y="150380"/>
                  </a:cubicBezTo>
                  <a:cubicBezTo>
                    <a:pt x="198908" y="155463"/>
                    <a:pt x="208658" y="160212"/>
                    <a:pt x="218740" y="164295"/>
                  </a:cubicBezTo>
                  <a:cubicBezTo>
                    <a:pt x="225823" y="167128"/>
                    <a:pt x="233072" y="172545"/>
                    <a:pt x="240822" y="172628"/>
                  </a:cubicBezTo>
                  <a:cubicBezTo>
                    <a:pt x="243738" y="172628"/>
                    <a:pt x="245821" y="170711"/>
                    <a:pt x="246904" y="168045"/>
                  </a:cubicBezTo>
                  <a:cubicBezTo>
                    <a:pt x="247321" y="167045"/>
                    <a:pt x="247321" y="165962"/>
                    <a:pt x="247238" y="164795"/>
                  </a:cubicBezTo>
                  <a:cubicBezTo>
                    <a:pt x="255153" y="166545"/>
                    <a:pt x="263236" y="167712"/>
                    <a:pt x="271319" y="168545"/>
                  </a:cubicBezTo>
                  <a:cubicBezTo>
                    <a:pt x="283901" y="175211"/>
                    <a:pt x="296233" y="182544"/>
                    <a:pt x="308899" y="188960"/>
                  </a:cubicBezTo>
                  <a:cubicBezTo>
                    <a:pt x="328314" y="198959"/>
                    <a:pt x="348062" y="208291"/>
                    <a:pt x="366643" y="219707"/>
                  </a:cubicBezTo>
                  <a:cubicBezTo>
                    <a:pt x="383142" y="229873"/>
                    <a:pt x="400224" y="238289"/>
                    <a:pt x="418306" y="245371"/>
                  </a:cubicBezTo>
                  <a:cubicBezTo>
                    <a:pt x="427638" y="249038"/>
                    <a:pt x="444137" y="261370"/>
                    <a:pt x="453052" y="252204"/>
                  </a:cubicBezTo>
                  <a:cubicBezTo>
                    <a:pt x="453969" y="251288"/>
                    <a:pt x="454469" y="250287"/>
                    <a:pt x="454802" y="249204"/>
                  </a:cubicBezTo>
                  <a:cubicBezTo>
                    <a:pt x="459052" y="251454"/>
                    <a:pt x="463551" y="253371"/>
                    <a:pt x="467385" y="255287"/>
                  </a:cubicBezTo>
                  <a:cubicBezTo>
                    <a:pt x="480800" y="261870"/>
                    <a:pt x="493799" y="269203"/>
                    <a:pt x="507214" y="275702"/>
                  </a:cubicBezTo>
                  <a:cubicBezTo>
                    <a:pt x="535129" y="289284"/>
                    <a:pt x="561793" y="305033"/>
                    <a:pt x="590957" y="315782"/>
                  </a:cubicBezTo>
                  <a:cubicBezTo>
                    <a:pt x="599289" y="318865"/>
                    <a:pt x="643785" y="337113"/>
                    <a:pt x="648202" y="319865"/>
                  </a:cubicBezTo>
                  <a:cubicBezTo>
                    <a:pt x="648951" y="316948"/>
                    <a:pt x="647785" y="314032"/>
                    <a:pt x="645868" y="311365"/>
                  </a:cubicBezTo>
                  <a:cubicBezTo>
                    <a:pt x="653784" y="313199"/>
                    <a:pt x="661784" y="314365"/>
                    <a:pt x="668283" y="315948"/>
                  </a:cubicBezTo>
                  <a:cubicBezTo>
                    <a:pt x="678199" y="318281"/>
                    <a:pt x="695447" y="322115"/>
                    <a:pt x="705196" y="317365"/>
                  </a:cubicBezTo>
                  <a:cubicBezTo>
                    <a:pt x="713279" y="313449"/>
                    <a:pt x="708779" y="306616"/>
                    <a:pt x="703613" y="302783"/>
                  </a:cubicBezTo>
                  <a:cubicBezTo>
                    <a:pt x="702947" y="302283"/>
                    <a:pt x="702363" y="301783"/>
                    <a:pt x="701697" y="301366"/>
                  </a:cubicBezTo>
                  <a:cubicBezTo>
                    <a:pt x="716279" y="301700"/>
                    <a:pt x="735277" y="299700"/>
                    <a:pt x="728528" y="286201"/>
                  </a:cubicBezTo>
                  <a:cubicBezTo>
                    <a:pt x="726945" y="282535"/>
                    <a:pt x="721028" y="280952"/>
                    <a:pt x="717862" y="279202"/>
                  </a:cubicBezTo>
                  <a:lnTo>
                    <a:pt x="717862" y="279202"/>
                  </a:lnTo>
                  <a:close/>
                  <a:moveTo>
                    <a:pt x="297400" y="170295"/>
                  </a:moveTo>
                  <a:cubicBezTo>
                    <a:pt x="315398" y="170961"/>
                    <a:pt x="333480" y="171045"/>
                    <a:pt x="351228" y="172628"/>
                  </a:cubicBezTo>
                  <a:cubicBezTo>
                    <a:pt x="359061" y="173378"/>
                    <a:pt x="378559" y="178378"/>
                    <a:pt x="386809" y="172461"/>
                  </a:cubicBezTo>
                  <a:cubicBezTo>
                    <a:pt x="394724" y="181627"/>
                    <a:pt x="403390" y="190126"/>
                    <a:pt x="411056" y="199542"/>
                  </a:cubicBezTo>
                  <a:cubicBezTo>
                    <a:pt x="416889" y="206708"/>
                    <a:pt x="422722" y="213624"/>
                    <a:pt x="427972" y="221207"/>
                  </a:cubicBezTo>
                  <a:cubicBezTo>
                    <a:pt x="431221" y="225873"/>
                    <a:pt x="438221" y="232706"/>
                    <a:pt x="440887" y="239289"/>
                  </a:cubicBezTo>
                  <a:cubicBezTo>
                    <a:pt x="435887" y="237039"/>
                    <a:pt x="429471" y="233456"/>
                    <a:pt x="427305" y="232622"/>
                  </a:cubicBezTo>
                  <a:cubicBezTo>
                    <a:pt x="418472" y="229456"/>
                    <a:pt x="409807" y="226206"/>
                    <a:pt x="401224" y="222374"/>
                  </a:cubicBezTo>
                  <a:cubicBezTo>
                    <a:pt x="384226" y="214791"/>
                    <a:pt x="368727" y="204292"/>
                    <a:pt x="351978" y="196209"/>
                  </a:cubicBezTo>
                  <a:cubicBezTo>
                    <a:pt x="334730" y="187960"/>
                    <a:pt x="316398" y="177461"/>
                    <a:pt x="297400" y="170295"/>
                  </a:cubicBezTo>
                  <a:lnTo>
                    <a:pt x="297400" y="170295"/>
                  </a:lnTo>
                  <a:close/>
                  <a:moveTo>
                    <a:pt x="205908" y="123382"/>
                  </a:moveTo>
                  <a:cubicBezTo>
                    <a:pt x="207741" y="125466"/>
                    <a:pt x="224156" y="143881"/>
                    <a:pt x="231822" y="155130"/>
                  </a:cubicBezTo>
                  <a:cubicBezTo>
                    <a:pt x="231656" y="155130"/>
                    <a:pt x="231489" y="155130"/>
                    <a:pt x="231322" y="155130"/>
                  </a:cubicBezTo>
                  <a:cubicBezTo>
                    <a:pt x="231073" y="155130"/>
                    <a:pt x="230822" y="155130"/>
                    <a:pt x="230573" y="155213"/>
                  </a:cubicBezTo>
                  <a:cubicBezTo>
                    <a:pt x="230406" y="155130"/>
                    <a:pt x="230156" y="154963"/>
                    <a:pt x="229989" y="154880"/>
                  </a:cubicBezTo>
                  <a:cubicBezTo>
                    <a:pt x="225156" y="152713"/>
                    <a:pt x="219990" y="151130"/>
                    <a:pt x="215074" y="149047"/>
                  </a:cubicBezTo>
                  <a:cubicBezTo>
                    <a:pt x="204908" y="144714"/>
                    <a:pt x="195076" y="139798"/>
                    <a:pt x="185327" y="134715"/>
                  </a:cubicBezTo>
                  <a:cubicBezTo>
                    <a:pt x="165828" y="124549"/>
                    <a:pt x="146913" y="113883"/>
                    <a:pt x="128082" y="102468"/>
                  </a:cubicBezTo>
                  <a:cubicBezTo>
                    <a:pt x="124582" y="100384"/>
                    <a:pt x="121166" y="98135"/>
                    <a:pt x="117833" y="95802"/>
                  </a:cubicBezTo>
                  <a:cubicBezTo>
                    <a:pt x="112666" y="92052"/>
                    <a:pt x="107417" y="88385"/>
                    <a:pt x="102251" y="84636"/>
                  </a:cubicBezTo>
                  <a:cubicBezTo>
                    <a:pt x="94002" y="78553"/>
                    <a:pt x="85669" y="72304"/>
                    <a:pt x="77003" y="66804"/>
                  </a:cubicBezTo>
                  <a:cubicBezTo>
                    <a:pt x="58338" y="54889"/>
                    <a:pt x="38756" y="44723"/>
                    <a:pt x="18925" y="34974"/>
                  </a:cubicBezTo>
                  <a:cubicBezTo>
                    <a:pt x="18675" y="34640"/>
                    <a:pt x="18342" y="34390"/>
                    <a:pt x="18092" y="34057"/>
                  </a:cubicBezTo>
                  <a:cubicBezTo>
                    <a:pt x="14009" y="32307"/>
                    <a:pt x="14092" y="28724"/>
                    <a:pt x="18508" y="23308"/>
                  </a:cubicBezTo>
                  <a:cubicBezTo>
                    <a:pt x="17009" y="14975"/>
                    <a:pt x="19925" y="11476"/>
                    <a:pt x="27174" y="12892"/>
                  </a:cubicBezTo>
                  <a:cubicBezTo>
                    <a:pt x="31924" y="13059"/>
                    <a:pt x="36673" y="14809"/>
                    <a:pt x="41006" y="16392"/>
                  </a:cubicBezTo>
                  <a:cubicBezTo>
                    <a:pt x="50172" y="19725"/>
                    <a:pt x="58921" y="24225"/>
                    <a:pt x="67670" y="28641"/>
                  </a:cubicBezTo>
                  <a:cubicBezTo>
                    <a:pt x="84086" y="36890"/>
                    <a:pt x="100168" y="46056"/>
                    <a:pt x="117166" y="53139"/>
                  </a:cubicBezTo>
                  <a:cubicBezTo>
                    <a:pt x="130498" y="58805"/>
                    <a:pt x="142664" y="64388"/>
                    <a:pt x="153913" y="72387"/>
                  </a:cubicBezTo>
                  <a:cubicBezTo>
                    <a:pt x="154080" y="73137"/>
                    <a:pt x="154496" y="73803"/>
                    <a:pt x="155329" y="74303"/>
                  </a:cubicBezTo>
                  <a:cubicBezTo>
                    <a:pt x="156912" y="75220"/>
                    <a:pt x="158412" y="76053"/>
                    <a:pt x="159912" y="76970"/>
                  </a:cubicBezTo>
                  <a:cubicBezTo>
                    <a:pt x="161745" y="78470"/>
                    <a:pt x="163495" y="80053"/>
                    <a:pt x="165328" y="81720"/>
                  </a:cubicBezTo>
                  <a:cubicBezTo>
                    <a:pt x="179244" y="95218"/>
                    <a:pt x="193326" y="108800"/>
                    <a:pt x="205908" y="123382"/>
                  </a:cubicBezTo>
                  <a:lnTo>
                    <a:pt x="205908" y="123382"/>
                  </a:lnTo>
                  <a:close/>
                  <a:moveTo>
                    <a:pt x="376976" y="159879"/>
                  </a:moveTo>
                  <a:cubicBezTo>
                    <a:pt x="376893" y="159962"/>
                    <a:pt x="376809" y="160129"/>
                    <a:pt x="376809" y="160212"/>
                  </a:cubicBezTo>
                  <a:cubicBezTo>
                    <a:pt x="376476" y="160212"/>
                    <a:pt x="375893" y="160212"/>
                    <a:pt x="375143" y="160212"/>
                  </a:cubicBezTo>
                  <a:cubicBezTo>
                    <a:pt x="359894" y="159462"/>
                    <a:pt x="344729" y="158129"/>
                    <a:pt x="329480" y="157713"/>
                  </a:cubicBezTo>
                  <a:cubicBezTo>
                    <a:pt x="300649" y="156963"/>
                    <a:pt x="271985" y="157213"/>
                    <a:pt x="243321" y="155796"/>
                  </a:cubicBezTo>
                  <a:cubicBezTo>
                    <a:pt x="237322" y="147297"/>
                    <a:pt x="226406" y="138131"/>
                    <a:pt x="222657" y="133465"/>
                  </a:cubicBezTo>
                  <a:cubicBezTo>
                    <a:pt x="211074" y="118966"/>
                    <a:pt x="198492" y="105051"/>
                    <a:pt x="185577" y="91552"/>
                  </a:cubicBezTo>
                  <a:cubicBezTo>
                    <a:pt x="188076" y="92718"/>
                    <a:pt x="190576" y="93718"/>
                    <a:pt x="193242" y="94635"/>
                  </a:cubicBezTo>
                  <a:cubicBezTo>
                    <a:pt x="208824" y="99968"/>
                    <a:pt x="224740" y="102968"/>
                    <a:pt x="240655" y="107134"/>
                  </a:cubicBezTo>
                  <a:cubicBezTo>
                    <a:pt x="255654" y="111050"/>
                    <a:pt x="270986" y="115383"/>
                    <a:pt x="285568" y="120633"/>
                  </a:cubicBezTo>
                  <a:cubicBezTo>
                    <a:pt x="301483" y="126382"/>
                    <a:pt x="317815" y="129465"/>
                    <a:pt x="333396" y="136298"/>
                  </a:cubicBezTo>
                  <a:cubicBezTo>
                    <a:pt x="341313" y="139798"/>
                    <a:pt x="349062" y="143297"/>
                    <a:pt x="356478" y="147713"/>
                  </a:cubicBezTo>
                  <a:cubicBezTo>
                    <a:pt x="361644" y="150713"/>
                    <a:pt x="366561" y="155546"/>
                    <a:pt x="371560" y="158046"/>
                  </a:cubicBezTo>
                  <a:cubicBezTo>
                    <a:pt x="372810" y="158712"/>
                    <a:pt x="375976" y="159462"/>
                    <a:pt x="376976" y="159879"/>
                  </a:cubicBezTo>
                  <a:lnTo>
                    <a:pt x="376976" y="159879"/>
                  </a:lnTo>
                  <a:close/>
                  <a:moveTo>
                    <a:pt x="569459" y="231623"/>
                  </a:moveTo>
                  <a:cubicBezTo>
                    <a:pt x="558460" y="232206"/>
                    <a:pt x="546628" y="230039"/>
                    <a:pt x="535795" y="229206"/>
                  </a:cubicBezTo>
                  <a:cubicBezTo>
                    <a:pt x="524796" y="228373"/>
                    <a:pt x="513714" y="228123"/>
                    <a:pt x="502715" y="227540"/>
                  </a:cubicBezTo>
                  <a:cubicBezTo>
                    <a:pt x="483050" y="226456"/>
                    <a:pt x="462968" y="226790"/>
                    <a:pt x="443303" y="225457"/>
                  </a:cubicBezTo>
                  <a:cubicBezTo>
                    <a:pt x="436554" y="216457"/>
                    <a:pt x="428638" y="208041"/>
                    <a:pt x="421888" y="200125"/>
                  </a:cubicBezTo>
                  <a:cubicBezTo>
                    <a:pt x="412556" y="189126"/>
                    <a:pt x="403474" y="177627"/>
                    <a:pt x="393558" y="167045"/>
                  </a:cubicBezTo>
                  <a:cubicBezTo>
                    <a:pt x="397224" y="167462"/>
                    <a:pt x="400891" y="167878"/>
                    <a:pt x="404557" y="168545"/>
                  </a:cubicBezTo>
                  <a:cubicBezTo>
                    <a:pt x="412723" y="170045"/>
                    <a:pt x="420389" y="173461"/>
                    <a:pt x="428555" y="175461"/>
                  </a:cubicBezTo>
                  <a:cubicBezTo>
                    <a:pt x="445386" y="179711"/>
                    <a:pt x="462218" y="184544"/>
                    <a:pt x="478800" y="189793"/>
                  </a:cubicBezTo>
                  <a:cubicBezTo>
                    <a:pt x="495465" y="195043"/>
                    <a:pt x="512547" y="201125"/>
                    <a:pt x="528629" y="208041"/>
                  </a:cubicBezTo>
                  <a:cubicBezTo>
                    <a:pt x="538545" y="212458"/>
                    <a:pt x="561543" y="220374"/>
                    <a:pt x="569459" y="231623"/>
                  </a:cubicBezTo>
                  <a:lnTo>
                    <a:pt x="569459" y="231623"/>
                  </a:lnTo>
                  <a:close/>
                  <a:moveTo>
                    <a:pt x="713279" y="290034"/>
                  </a:moveTo>
                  <a:cubicBezTo>
                    <a:pt x="706863" y="292034"/>
                    <a:pt x="699864" y="292534"/>
                    <a:pt x="693531" y="294783"/>
                  </a:cubicBezTo>
                  <a:cubicBezTo>
                    <a:pt x="685948" y="288701"/>
                    <a:pt x="678032" y="282785"/>
                    <a:pt x="669117" y="280118"/>
                  </a:cubicBezTo>
                  <a:cubicBezTo>
                    <a:pt x="664200" y="278618"/>
                    <a:pt x="661867" y="285368"/>
                    <a:pt x="665783" y="288034"/>
                  </a:cubicBezTo>
                  <a:cubicBezTo>
                    <a:pt x="674283" y="293784"/>
                    <a:pt x="681365" y="300700"/>
                    <a:pt x="690114" y="306282"/>
                  </a:cubicBezTo>
                  <a:cubicBezTo>
                    <a:pt x="690448" y="306532"/>
                    <a:pt x="692031" y="307616"/>
                    <a:pt x="693948" y="308866"/>
                  </a:cubicBezTo>
                  <a:cubicBezTo>
                    <a:pt x="693197" y="308949"/>
                    <a:pt x="692697" y="308949"/>
                    <a:pt x="692864" y="308949"/>
                  </a:cubicBezTo>
                  <a:cubicBezTo>
                    <a:pt x="672866" y="310032"/>
                    <a:pt x="652118" y="303033"/>
                    <a:pt x="632203" y="298700"/>
                  </a:cubicBezTo>
                  <a:cubicBezTo>
                    <a:pt x="623537" y="291784"/>
                    <a:pt x="614705" y="284951"/>
                    <a:pt x="605872" y="278202"/>
                  </a:cubicBezTo>
                  <a:cubicBezTo>
                    <a:pt x="617038" y="270702"/>
                    <a:pt x="591207" y="252787"/>
                    <a:pt x="584124" y="251037"/>
                  </a:cubicBezTo>
                  <a:cubicBezTo>
                    <a:pt x="581707" y="250454"/>
                    <a:pt x="579041" y="253204"/>
                    <a:pt x="580625" y="255537"/>
                  </a:cubicBezTo>
                  <a:cubicBezTo>
                    <a:pt x="584707" y="261537"/>
                    <a:pt x="591123" y="265036"/>
                    <a:pt x="596206" y="270119"/>
                  </a:cubicBezTo>
                  <a:cubicBezTo>
                    <a:pt x="597123" y="270952"/>
                    <a:pt x="597956" y="271786"/>
                    <a:pt x="598706" y="272702"/>
                  </a:cubicBezTo>
                  <a:cubicBezTo>
                    <a:pt x="598039" y="272119"/>
                    <a:pt x="597290" y="271536"/>
                    <a:pt x="596623" y="270869"/>
                  </a:cubicBezTo>
                  <a:cubicBezTo>
                    <a:pt x="592957" y="270702"/>
                    <a:pt x="589623" y="270702"/>
                    <a:pt x="585957" y="270119"/>
                  </a:cubicBezTo>
                  <a:cubicBezTo>
                    <a:pt x="580707" y="269286"/>
                    <a:pt x="575458" y="268619"/>
                    <a:pt x="570125" y="268036"/>
                  </a:cubicBezTo>
                  <a:cubicBezTo>
                    <a:pt x="566709" y="267703"/>
                    <a:pt x="563293" y="267119"/>
                    <a:pt x="559793" y="266953"/>
                  </a:cubicBezTo>
                  <a:cubicBezTo>
                    <a:pt x="557043" y="266870"/>
                    <a:pt x="554127" y="267536"/>
                    <a:pt x="551377" y="267369"/>
                  </a:cubicBezTo>
                  <a:lnTo>
                    <a:pt x="551377" y="267369"/>
                  </a:lnTo>
                  <a:cubicBezTo>
                    <a:pt x="549627" y="267369"/>
                    <a:pt x="548544" y="269869"/>
                    <a:pt x="550294" y="271036"/>
                  </a:cubicBezTo>
                  <a:cubicBezTo>
                    <a:pt x="557376" y="275869"/>
                    <a:pt x="567875" y="276369"/>
                    <a:pt x="576125" y="278035"/>
                  </a:cubicBezTo>
                  <a:cubicBezTo>
                    <a:pt x="583374" y="279452"/>
                    <a:pt x="591207" y="281701"/>
                    <a:pt x="598706" y="280535"/>
                  </a:cubicBezTo>
                  <a:cubicBezTo>
                    <a:pt x="606122" y="286951"/>
                    <a:pt x="613538" y="293450"/>
                    <a:pt x="621037" y="299700"/>
                  </a:cubicBezTo>
                  <a:cubicBezTo>
                    <a:pt x="621121" y="300116"/>
                    <a:pt x="621287" y="300533"/>
                    <a:pt x="621704" y="300950"/>
                  </a:cubicBezTo>
                  <a:cubicBezTo>
                    <a:pt x="623537" y="302616"/>
                    <a:pt x="625704" y="304033"/>
                    <a:pt x="628120" y="305283"/>
                  </a:cubicBezTo>
                  <a:cubicBezTo>
                    <a:pt x="632286" y="308199"/>
                    <a:pt x="639702" y="313699"/>
                    <a:pt x="635869" y="315782"/>
                  </a:cubicBezTo>
                  <a:cubicBezTo>
                    <a:pt x="633869" y="316948"/>
                    <a:pt x="624871" y="312949"/>
                    <a:pt x="622870" y="312365"/>
                  </a:cubicBezTo>
                  <a:cubicBezTo>
                    <a:pt x="598539" y="304866"/>
                    <a:pt x="575292" y="293617"/>
                    <a:pt x="553293" y="281118"/>
                  </a:cubicBezTo>
                  <a:cubicBezTo>
                    <a:pt x="533295" y="269703"/>
                    <a:pt x="510880" y="259453"/>
                    <a:pt x="489799" y="250204"/>
                  </a:cubicBezTo>
                  <a:cubicBezTo>
                    <a:pt x="479883" y="245871"/>
                    <a:pt x="463551" y="237705"/>
                    <a:pt x="450636" y="236872"/>
                  </a:cubicBezTo>
                  <a:cubicBezTo>
                    <a:pt x="450053" y="235872"/>
                    <a:pt x="449553" y="234872"/>
                    <a:pt x="448886" y="233789"/>
                  </a:cubicBezTo>
                  <a:cubicBezTo>
                    <a:pt x="465885" y="238705"/>
                    <a:pt x="485133" y="238705"/>
                    <a:pt x="502381" y="239872"/>
                  </a:cubicBezTo>
                  <a:cubicBezTo>
                    <a:pt x="521713" y="241205"/>
                    <a:pt x="544044" y="245121"/>
                    <a:pt x="564042" y="242205"/>
                  </a:cubicBezTo>
                  <a:cubicBezTo>
                    <a:pt x="579208" y="245788"/>
                    <a:pt x="594540" y="248538"/>
                    <a:pt x="609622" y="252287"/>
                  </a:cubicBezTo>
                  <a:cubicBezTo>
                    <a:pt x="618538" y="254537"/>
                    <a:pt x="627537" y="257287"/>
                    <a:pt x="636369" y="259953"/>
                  </a:cubicBezTo>
                  <a:cubicBezTo>
                    <a:pt x="639953" y="261037"/>
                    <a:pt x="645868" y="262370"/>
                    <a:pt x="649035" y="264370"/>
                  </a:cubicBezTo>
                  <a:cubicBezTo>
                    <a:pt x="652118" y="266370"/>
                    <a:pt x="654035" y="266286"/>
                    <a:pt x="651201" y="268036"/>
                  </a:cubicBezTo>
                  <a:cubicBezTo>
                    <a:pt x="646952" y="268536"/>
                    <a:pt x="642785" y="268536"/>
                    <a:pt x="638536" y="268786"/>
                  </a:cubicBezTo>
                  <a:cubicBezTo>
                    <a:pt x="634453" y="269036"/>
                    <a:pt x="630370" y="269203"/>
                    <a:pt x="626287" y="269703"/>
                  </a:cubicBezTo>
                  <a:cubicBezTo>
                    <a:pt x="623704" y="270036"/>
                    <a:pt x="619121" y="271786"/>
                    <a:pt x="616704" y="270952"/>
                  </a:cubicBezTo>
                  <a:cubicBezTo>
                    <a:pt x="615621" y="270619"/>
                    <a:pt x="614205" y="271786"/>
                    <a:pt x="614621" y="272952"/>
                  </a:cubicBezTo>
                  <a:cubicBezTo>
                    <a:pt x="617454" y="280201"/>
                    <a:pt x="631037" y="278868"/>
                    <a:pt x="637286" y="279202"/>
                  </a:cubicBezTo>
                  <a:cubicBezTo>
                    <a:pt x="643785" y="279535"/>
                    <a:pt x="660367" y="281285"/>
                    <a:pt x="662034" y="272369"/>
                  </a:cubicBezTo>
                  <a:cubicBezTo>
                    <a:pt x="662700" y="271786"/>
                    <a:pt x="663284" y="271202"/>
                    <a:pt x="663784" y="270536"/>
                  </a:cubicBezTo>
                  <a:cubicBezTo>
                    <a:pt x="666367" y="271369"/>
                    <a:pt x="668866" y="271619"/>
                    <a:pt x="671949" y="272119"/>
                  </a:cubicBezTo>
                  <a:cubicBezTo>
                    <a:pt x="678615" y="273286"/>
                    <a:pt x="684698" y="276285"/>
                    <a:pt x="690864" y="278785"/>
                  </a:cubicBezTo>
                  <a:cubicBezTo>
                    <a:pt x="696780" y="281202"/>
                    <a:pt x="702697" y="283285"/>
                    <a:pt x="708279" y="286534"/>
                  </a:cubicBezTo>
                  <a:cubicBezTo>
                    <a:pt x="709780" y="287451"/>
                    <a:pt x="711529" y="288867"/>
                    <a:pt x="713279" y="290034"/>
                  </a:cubicBezTo>
                  <a:lnTo>
                    <a:pt x="713279" y="290034"/>
                  </a:lnTo>
                  <a:close/>
                </a:path>
              </a:pathLst>
            </a:custGeom>
            <a:grpFill/>
            <a:ln w="8332" cap="flat">
              <a:noFill/>
              <a:prstDash val="solid"/>
              <a:miter/>
            </a:ln>
          </p:spPr>
          <p:txBody>
            <a:bodyPr rtlCol="0" anchor="ctr"/>
            <a:lstStyle/>
            <a:p>
              <a:endParaRPr lang="en-US"/>
            </a:p>
          </p:txBody>
        </p:sp>
        <p:sp>
          <p:nvSpPr>
            <p:cNvPr id="1703" name="Freeform: Shape 1702"/>
            <p:cNvSpPr/>
            <p:nvPr/>
          </p:nvSpPr>
          <p:spPr>
            <a:xfrm>
              <a:off x="5583633" y="2570184"/>
              <a:ext cx="769653" cy="200909"/>
            </a:xfrm>
            <a:custGeom>
              <a:avLst/>
              <a:gdLst>
                <a:gd name="connsiteX0" fmla="*/ 754983 w 769653"/>
                <a:gd name="connsiteY0" fmla="*/ 136249 h 200909"/>
                <a:gd name="connsiteX1" fmla="*/ 736652 w 769653"/>
                <a:gd name="connsiteY1" fmla="*/ 131750 h 200909"/>
                <a:gd name="connsiteX2" fmla="*/ 715737 w 769653"/>
                <a:gd name="connsiteY2" fmla="*/ 128250 h 200909"/>
                <a:gd name="connsiteX3" fmla="*/ 697822 w 769653"/>
                <a:gd name="connsiteY3" fmla="*/ 128083 h 200909"/>
                <a:gd name="connsiteX4" fmla="*/ 697322 w 769653"/>
                <a:gd name="connsiteY4" fmla="*/ 128000 h 200909"/>
                <a:gd name="connsiteX5" fmla="*/ 676740 w 769653"/>
                <a:gd name="connsiteY5" fmla="*/ 123084 h 200909"/>
                <a:gd name="connsiteX6" fmla="*/ 611330 w 769653"/>
                <a:gd name="connsiteY6" fmla="*/ 122334 h 200909"/>
                <a:gd name="connsiteX7" fmla="*/ 610996 w 769653"/>
                <a:gd name="connsiteY7" fmla="*/ 119751 h 200909"/>
                <a:gd name="connsiteX8" fmla="*/ 575249 w 769653"/>
                <a:gd name="connsiteY8" fmla="*/ 100336 h 200909"/>
                <a:gd name="connsiteX9" fmla="*/ 517838 w 769653"/>
                <a:gd name="connsiteY9" fmla="*/ 88087 h 200909"/>
                <a:gd name="connsiteX10" fmla="*/ 407598 w 769653"/>
                <a:gd name="connsiteY10" fmla="*/ 84254 h 200909"/>
                <a:gd name="connsiteX11" fmla="*/ 395432 w 769653"/>
                <a:gd name="connsiteY11" fmla="*/ 78588 h 200909"/>
                <a:gd name="connsiteX12" fmla="*/ 276943 w 769653"/>
                <a:gd name="connsiteY12" fmla="*/ 54757 h 200909"/>
                <a:gd name="connsiteX13" fmla="*/ 219448 w 769653"/>
                <a:gd name="connsiteY13" fmla="*/ 51257 h 200909"/>
                <a:gd name="connsiteX14" fmla="*/ 172453 w 769653"/>
                <a:gd name="connsiteY14" fmla="*/ 43258 h 200909"/>
                <a:gd name="connsiteX15" fmla="*/ 109708 w 769653"/>
                <a:gd name="connsiteY15" fmla="*/ 19843 h 200909"/>
                <a:gd name="connsiteX16" fmla="*/ 40131 w 769653"/>
                <a:gd name="connsiteY16" fmla="*/ 511 h 200909"/>
                <a:gd name="connsiteX17" fmla="*/ 551 w 769653"/>
                <a:gd name="connsiteY17" fmla="*/ 20343 h 200909"/>
                <a:gd name="connsiteX18" fmla="*/ 27632 w 769653"/>
                <a:gd name="connsiteY18" fmla="*/ 48424 h 200909"/>
                <a:gd name="connsiteX19" fmla="*/ 114707 w 769653"/>
                <a:gd name="connsiteY19" fmla="*/ 79421 h 200909"/>
                <a:gd name="connsiteX20" fmla="*/ 144871 w 769653"/>
                <a:gd name="connsiteY20" fmla="*/ 93253 h 200909"/>
                <a:gd name="connsiteX21" fmla="*/ 211366 w 769653"/>
                <a:gd name="connsiteY21" fmla="*/ 115918 h 200909"/>
                <a:gd name="connsiteX22" fmla="*/ 243113 w 769653"/>
                <a:gd name="connsiteY22" fmla="*/ 123667 h 200909"/>
                <a:gd name="connsiteX23" fmla="*/ 266444 w 769653"/>
                <a:gd name="connsiteY23" fmla="*/ 127333 h 200909"/>
                <a:gd name="connsiteX24" fmla="*/ 271443 w 769653"/>
                <a:gd name="connsiteY24" fmla="*/ 121667 h 200909"/>
                <a:gd name="connsiteX25" fmla="*/ 271110 w 769653"/>
                <a:gd name="connsiteY25" fmla="*/ 118417 h 200909"/>
                <a:gd name="connsiteX26" fmla="*/ 295525 w 769653"/>
                <a:gd name="connsiteY26" fmla="*/ 117251 h 200909"/>
                <a:gd name="connsiteX27" fmla="*/ 336438 w 769653"/>
                <a:gd name="connsiteY27" fmla="*/ 129750 h 200909"/>
                <a:gd name="connsiteX28" fmla="*/ 399182 w 769653"/>
                <a:gd name="connsiteY28" fmla="*/ 148331 h 200909"/>
                <a:gd name="connsiteX29" fmla="*/ 454927 w 769653"/>
                <a:gd name="connsiteY29" fmla="*/ 163163 h 200909"/>
                <a:gd name="connsiteX30" fmla="*/ 490340 w 769653"/>
                <a:gd name="connsiteY30" fmla="*/ 162913 h 200909"/>
                <a:gd name="connsiteX31" fmla="*/ 491424 w 769653"/>
                <a:gd name="connsiteY31" fmla="*/ 159664 h 200909"/>
                <a:gd name="connsiteX32" fmla="*/ 505006 w 769653"/>
                <a:gd name="connsiteY32" fmla="*/ 163080 h 200909"/>
                <a:gd name="connsiteX33" fmla="*/ 548169 w 769653"/>
                <a:gd name="connsiteY33" fmla="*/ 175079 h 200909"/>
                <a:gd name="connsiteX34" fmla="*/ 638327 w 769653"/>
                <a:gd name="connsiteY34" fmla="*/ 197494 h 200909"/>
                <a:gd name="connsiteX35" fmla="*/ 695239 w 769653"/>
                <a:gd name="connsiteY35" fmla="*/ 189994 h 200909"/>
                <a:gd name="connsiteX36" fmla="*/ 691239 w 769653"/>
                <a:gd name="connsiteY36" fmla="*/ 182162 h 200909"/>
                <a:gd name="connsiteX37" fmla="*/ 714071 w 769653"/>
                <a:gd name="connsiteY37" fmla="*/ 182162 h 200909"/>
                <a:gd name="connsiteX38" fmla="*/ 750567 w 769653"/>
                <a:gd name="connsiteY38" fmla="*/ 176162 h 200909"/>
                <a:gd name="connsiteX39" fmla="*/ 746067 w 769653"/>
                <a:gd name="connsiteY39" fmla="*/ 162247 h 200909"/>
                <a:gd name="connsiteX40" fmla="*/ 743901 w 769653"/>
                <a:gd name="connsiteY40" fmla="*/ 161247 h 200909"/>
                <a:gd name="connsiteX41" fmla="*/ 767066 w 769653"/>
                <a:gd name="connsiteY41" fmla="*/ 140999 h 200909"/>
                <a:gd name="connsiteX42" fmla="*/ 754983 w 769653"/>
                <a:gd name="connsiteY42" fmla="*/ 136249 h 200909"/>
                <a:gd name="connsiteX43" fmla="*/ 754983 w 769653"/>
                <a:gd name="connsiteY43" fmla="*/ 136249 h 200909"/>
                <a:gd name="connsiteX44" fmla="*/ 321189 w 769653"/>
                <a:gd name="connsiteY44" fmla="*/ 113751 h 200909"/>
                <a:gd name="connsiteX45" fmla="*/ 374434 w 769653"/>
                <a:gd name="connsiteY45" fmla="*/ 105252 h 200909"/>
                <a:gd name="connsiteX46" fmla="*/ 409265 w 769653"/>
                <a:gd name="connsiteY46" fmla="*/ 98003 h 200909"/>
                <a:gd name="connsiteX47" fmla="*/ 438429 w 769653"/>
                <a:gd name="connsiteY47" fmla="*/ 119667 h 200909"/>
                <a:gd name="connsiteX48" fmla="*/ 459343 w 769653"/>
                <a:gd name="connsiteY48" fmla="*/ 137499 h 200909"/>
                <a:gd name="connsiteX49" fmla="*/ 475675 w 769653"/>
                <a:gd name="connsiteY49" fmla="*/ 152581 h 200909"/>
                <a:gd name="connsiteX50" fmla="*/ 461010 w 769653"/>
                <a:gd name="connsiteY50" fmla="*/ 148831 h 200909"/>
                <a:gd name="connsiteX51" fmla="*/ 433429 w 769653"/>
                <a:gd name="connsiteY51" fmla="*/ 144082 h 200909"/>
                <a:gd name="connsiteX52" fmla="*/ 379934 w 769653"/>
                <a:gd name="connsiteY52" fmla="*/ 128333 h 200909"/>
                <a:gd name="connsiteX53" fmla="*/ 321189 w 769653"/>
                <a:gd name="connsiteY53" fmla="*/ 113751 h 200909"/>
                <a:gd name="connsiteX54" fmla="*/ 321189 w 769653"/>
                <a:gd name="connsiteY54" fmla="*/ 113751 h 200909"/>
                <a:gd name="connsiteX55" fmla="*/ 222115 w 769653"/>
                <a:gd name="connsiteY55" fmla="*/ 86170 h 200909"/>
                <a:gd name="connsiteX56" fmla="*/ 253862 w 769653"/>
                <a:gd name="connsiteY56" fmla="*/ 112085 h 200909"/>
                <a:gd name="connsiteX57" fmla="*/ 253362 w 769653"/>
                <a:gd name="connsiteY57" fmla="*/ 112168 h 200909"/>
                <a:gd name="connsiteX58" fmla="*/ 252612 w 769653"/>
                <a:gd name="connsiteY58" fmla="*/ 112418 h 200909"/>
                <a:gd name="connsiteX59" fmla="*/ 251945 w 769653"/>
                <a:gd name="connsiteY59" fmla="*/ 112251 h 200909"/>
                <a:gd name="connsiteX60" fmla="*/ 236197 w 769653"/>
                <a:gd name="connsiteY60" fmla="*/ 109585 h 200909"/>
                <a:gd name="connsiteX61" fmla="*/ 204200 w 769653"/>
                <a:gd name="connsiteY61" fmla="*/ 101502 h 200909"/>
                <a:gd name="connsiteX62" fmla="*/ 141622 w 769653"/>
                <a:gd name="connsiteY62" fmla="*/ 81421 h 200909"/>
                <a:gd name="connsiteX63" fmla="*/ 130206 w 769653"/>
                <a:gd name="connsiteY63" fmla="*/ 76921 h 200909"/>
                <a:gd name="connsiteX64" fmla="*/ 112708 w 769653"/>
                <a:gd name="connsiteY64" fmla="*/ 69089 h 200909"/>
                <a:gd name="connsiteX65" fmla="*/ 84377 w 769653"/>
                <a:gd name="connsiteY65" fmla="*/ 56673 h 200909"/>
                <a:gd name="connsiteX66" fmla="*/ 21133 w 769653"/>
                <a:gd name="connsiteY66" fmla="*/ 37175 h 200909"/>
                <a:gd name="connsiteX67" fmla="*/ 20133 w 769653"/>
                <a:gd name="connsiteY67" fmla="*/ 36425 h 200909"/>
                <a:gd name="connsiteX68" fmla="*/ 18383 w 769653"/>
                <a:gd name="connsiteY68" fmla="*/ 25759 h 200909"/>
                <a:gd name="connsiteX69" fmla="*/ 24716 w 769653"/>
                <a:gd name="connsiteY69" fmla="*/ 13760 h 200909"/>
                <a:gd name="connsiteX70" fmla="*/ 38965 w 769653"/>
                <a:gd name="connsiteY70" fmla="*/ 14427 h 200909"/>
                <a:gd name="connsiteX71" fmla="*/ 67545 w 769653"/>
                <a:gd name="connsiteY71" fmla="*/ 21093 h 200909"/>
                <a:gd name="connsiteX72" fmla="*/ 120957 w 769653"/>
                <a:gd name="connsiteY72" fmla="*/ 35175 h 200909"/>
                <a:gd name="connsiteX73" fmla="*/ 160870 w 769653"/>
                <a:gd name="connsiteY73" fmla="*/ 46674 h 200909"/>
                <a:gd name="connsiteX74" fmla="*/ 162620 w 769653"/>
                <a:gd name="connsiteY74" fmla="*/ 48257 h 200909"/>
                <a:gd name="connsiteX75" fmla="*/ 167703 w 769653"/>
                <a:gd name="connsiteY75" fmla="*/ 49924 h 200909"/>
                <a:gd name="connsiteX76" fmla="*/ 173952 w 769653"/>
                <a:gd name="connsiteY76" fmla="*/ 53507 h 200909"/>
                <a:gd name="connsiteX77" fmla="*/ 222115 w 769653"/>
                <a:gd name="connsiteY77" fmla="*/ 86170 h 200909"/>
                <a:gd name="connsiteX78" fmla="*/ 222115 w 769653"/>
                <a:gd name="connsiteY78" fmla="*/ 86170 h 200909"/>
                <a:gd name="connsiteX79" fmla="*/ 397099 w 769653"/>
                <a:gd name="connsiteY79" fmla="*/ 87670 h 200909"/>
                <a:gd name="connsiteX80" fmla="*/ 397015 w 769653"/>
                <a:gd name="connsiteY80" fmla="*/ 88087 h 200909"/>
                <a:gd name="connsiteX81" fmla="*/ 395349 w 769653"/>
                <a:gd name="connsiteY81" fmla="*/ 88420 h 200909"/>
                <a:gd name="connsiteX82" fmla="*/ 350103 w 769653"/>
                <a:gd name="connsiteY82" fmla="*/ 95086 h 200909"/>
                <a:gd name="connsiteX83" fmla="*/ 265277 w 769653"/>
                <a:gd name="connsiteY83" fmla="*/ 110502 h 200909"/>
                <a:gd name="connsiteX84" fmla="*/ 240530 w 769653"/>
                <a:gd name="connsiteY84" fmla="*/ 92753 h 200909"/>
                <a:gd name="connsiteX85" fmla="*/ 195784 w 769653"/>
                <a:gd name="connsiteY85" fmla="*/ 59090 h 200909"/>
                <a:gd name="connsiteX86" fmla="*/ 203866 w 769653"/>
                <a:gd name="connsiteY86" fmla="*/ 60589 h 200909"/>
                <a:gd name="connsiteX87" fmla="*/ 252778 w 769653"/>
                <a:gd name="connsiteY87" fmla="*/ 63339 h 200909"/>
                <a:gd name="connsiteX88" fmla="*/ 299525 w 769653"/>
                <a:gd name="connsiteY88" fmla="*/ 67506 h 200909"/>
                <a:gd name="connsiteX89" fmla="*/ 349520 w 769653"/>
                <a:gd name="connsiteY89" fmla="*/ 73255 h 200909"/>
                <a:gd name="connsiteX90" fmla="*/ 374434 w 769653"/>
                <a:gd name="connsiteY90" fmla="*/ 79754 h 200909"/>
                <a:gd name="connsiteX91" fmla="*/ 391266 w 769653"/>
                <a:gd name="connsiteY91" fmla="*/ 86920 h 200909"/>
                <a:gd name="connsiteX92" fmla="*/ 397099 w 769653"/>
                <a:gd name="connsiteY92" fmla="*/ 87670 h 200909"/>
                <a:gd name="connsiteX93" fmla="*/ 397099 w 769653"/>
                <a:gd name="connsiteY93" fmla="*/ 87670 h 200909"/>
                <a:gd name="connsiteX94" fmla="*/ 600080 w 769653"/>
                <a:gd name="connsiteY94" fmla="*/ 119417 h 200909"/>
                <a:gd name="connsiteX95" fmla="*/ 566667 w 769653"/>
                <a:gd name="connsiteY95" fmla="*/ 123750 h 200909"/>
                <a:gd name="connsiteX96" fmla="*/ 533920 w 769653"/>
                <a:gd name="connsiteY96" fmla="*/ 128750 h 200909"/>
                <a:gd name="connsiteX97" fmla="*/ 475342 w 769653"/>
                <a:gd name="connsiteY97" fmla="*/ 138666 h 200909"/>
                <a:gd name="connsiteX98" fmla="*/ 449344 w 769653"/>
                <a:gd name="connsiteY98" fmla="*/ 118168 h 200909"/>
                <a:gd name="connsiteX99" fmla="*/ 414931 w 769653"/>
                <a:gd name="connsiteY99" fmla="*/ 91503 h 200909"/>
                <a:gd name="connsiteX100" fmla="*/ 426013 w 769653"/>
                <a:gd name="connsiteY100" fmla="*/ 90753 h 200909"/>
                <a:gd name="connsiteX101" fmla="*/ 450844 w 769653"/>
                <a:gd name="connsiteY101" fmla="*/ 92753 h 200909"/>
                <a:gd name="connsiteX102" fmla="*/ 502923 w 769653"/>
                <a:gd name="connsiteY102" fmla="*/ 96670 h 200909"/>
                <a:gd name="connsiteX103" fmla="*/ 555334 w 769653"/>
                <a:gd name="connsiteY103" fmla="*/ 104585 h 200909"/>
                <a:gd name="connsiteX104" fmla="*/ 600080 w 769653"/>
                <a:gd name="connsiteY104" fmla="*/ 119417 h 200909"/>
                <a:gd name="connsiteX105" fmla="*/ 600080 w 769653"/>
                <a:gd name="connsiteY105" fmla="*/ 119417 h 200909"/>
                <a:gd name="connsiteX106" fmla="*/ 752650 w 769653"/>
                <a:gd name="connsiteY106" fmla="*/ 147831 h 200909"/>
                <a:gd name="connsiteX107" fmla="*/ 734319 w 769653"/>
                <a:gd name="connsiteY107" fmla="*/ 156414 h 200909"/>
                <a:gd name="connsiteX108" fmla="*/ 707487 w 769653"/>
                <a:gd name="connsiteY108" fmla="*/ 146915 h 200909"/>
                <a:gd name="connsiteX109" fmla="*/ 705821 w 769653"/>
                <a:gd name="connsiteY109" fmla="*/ 155331 h 200909"/>
                <a:gd name="connsiteX110" fmla="*/ 733319 w 769653"/>
                <a:gd name="connsiteY110" fmla="*/ 168330 h 200909"/>
                <a:gd name="connsiteX111" fmla="*/ 737568 w 769653"/>
                <a:gd name="connsiteY111" fmla="*/ 170080 h 200909"/>
                <a:gd name="connsiteX112" fmla="*/ 736568 w 769653"/>
                <a:gd name="connsiteY112" fmla="*/ 170413 h 200909"/>
                <a:gd name="connsiteX113" fmla="*/ 675074 w 769653"/>
                <a:gd name="connsiteY113" fmla="*/ 172496 h 200909"/>
                <a:gd name="connsiteX114" fmla="*/ 645160 w 769653"/>
                <a:gd name="connsiteY114" fmla="*/ 157664 h 200909"/>
                <a:gd name="connsiteX115" fmla="*/ 618412 w 769653"/>
                <a:gd name="connsiteY115" fmla="*/ 135333 h 200909"/>
                <a:gd name="connsiteX116" fmla="*/ 615829 w 769653"/>
                <a:gd name="connsiteY116" fmla="*/ 140416 h 200909"/>
                <a:gd name="connsiteX117" fmla="*/ 634077 w 769653"/>
                <a:gd name="connsiteY117" fmla="*/ 151581 h 200909"/>
                <a:gd name="connsiteX118" fmla="*/ 636994 w 769653"/>
                <a:gd name="connsiteY118" fmla="*/ 153581 h 200909"/>
                <a:gd name="connsiteX119" fmla="*/ 634577 w 769653"/>
                <a:gd name="connsiteY119" fmla="*/ 152248 h 200909"/>
                <a:gd name="connsiteX120" fmla="*/ 623995 w 769653"/>
                <a:gd name="connsiteY120" fmla="*/ 153664 h 200909"/>
                <a:gd name="connsiteX121" fmla="*/ 608080 w 769653"/>
                <a:gd name="connsiteY121" fmla="*/ 154831 h 200909"/>
                <a:gd name="connsiteX122" fmla="*/ 597748 w 769653"/>
                <a:gd name="connsiteY122" fmla="*/ 155831 h 200909"/>
                <a:gd name="connsiteX123" fmla="*/ 589582 w 769653"/>
                <a:gd name="connsiteY123" fmla="*/ 157914 h 200909"/>
                <a:gd name="connsiteX124" fmla="*/ 589582 w 769653"/>
                <a:gd name="connsiteY124" fmla="*/ 157914 h 200909"/>
                <a:gd name="connsiteX125" fmla="*/ 589332 w 769653"/>
                <a:gd name="connsiteY125" fmla="*/ 161747 h 200909"/>
                <a:gd name="connsiteX126" fmla="*/ 616079 w 769653"/>
                <a:gd name="connsiteY126" fmla="*/ 163413 h 200909"/>
                <a:gd name="connsiteX127" fmla="*/ 638744 w 769653"/>
                <a:gd name="connsiteY127" fmla="*/ 161330 h 200909"/>
                <a:gd name="connsiteX128" fmla="*/ 664492 w 769653"/>
                <a:gd name="connsiteY128" fmla="*/ 175579 h 200909"/>
                <a:gd name="connsiteX129" fmla="*/ 665408 w 769653"/>
                <a:gd name="connsiteY129" fmla="*/ 176662 h 200909"/>
                <a:gd name="connsiteX130" fmla="*/ 672574 w 769653"/>
                <a:gd name="connsiteY130" fmla="*/ 179662 h 200909"/>
                <a:gd name="connsiteX131" fmla="*/ 682323 w 769653"/>
                <a:gd name="connsiteY131" fmla="*/ 188411 h 200909"/>
                <a:gd name="connsiteX132" fmla="*/ 668908 w 769653"/>
                <a:gd name="connsiteY132" fmla="*/ 187661 h 200909"/>
                <a:gd name="connsiteX133" fmla="*/ 594498 w 769653"/>
                <a:gd name="connsiteY133" fmla="*/ 170996 h 200909"/>
                <a:gd name="connsiteX134" fmla="*/ 526087 w 769653"/>
                <a:gd name="connsiteY134" fmla="*/ 153498 h 200909"/>
                <a:gd name="connsiteX135" fmla="*/ 485091 w 769653"/>
                <a:gd name="connsiteY135" fmla="*/ 148248 h 200909"/>
                <a:gd name="connsiteX136" fmla="*/ 482758 w 769653"/>
                <a:gd name="connsiteY136" fmla="*/ 145582 h 200909"/>
                <a:gd name="connsiteX137" fmla="*/ 536420 w 769653"/>
                <a:gd name="connsiteY137" fmla="*/ 140832 h 200909"/>
                <a:gd name="connsiteX138" fmla="*/ 597248 w 769653"/>
                <a:gd name="connsiteY138" fmla="*/ 130750 h 200909"/>
                <a:gd name="connsiteX139" fmla="*/ 643910 w 769653"/>
                <a:gd name="connsiteY139" fmla="*/ 131500 h 200909"/>
                <a:gd name="connsiteX140" fmla="*/ 671657 w 769653"/>
                <a:gd name="connsiteY140" fmla="*/ 133666 h 200909"/>
                <a:gd name="connsiteX141" fmla="*/ 684989 w 769653"/>
                <a:gd name="connsiteY141" fmla="*/ 135499 h 200909"/>
                <a:gd name="connsiteX142" fmla="*/ 687823 w 769653"/>
                <a:gd name="connsiteY142" fmla="*/ 138666 h 200909"/>
                <a:gd name="connsiteX143" fmla="*/ 675574 w 769653"/>
                <a:gd name="connsiteY143" fmla="*/ 141915 h 200909"/>
                <a:gd name="connsiteX144" fmla="*/ 663825 w 769653"/>
                <a:gd name="connsiteY144" fmla="*/ 145248 h 200909"/>
                <a:gd name="connsiteX145" fmla="*/ 654659 w 769653"/>
                <a:gd name="connsiteY145" fmla="*/ 148415 h 200909"/>
                <a:gd name="connsiteX146" fmla="*/ 653076 w 769653"/>
                <a:gd name="connsiteY146" fmla="*/ 150831 h 200909"/>
                <a:gd name="connsiteX147" fmla="*/ 676491 w 769653"/>
                <a:gd name="connsiteY147" fmla="*/ 152415 h 200909"/>
                <a:gd name="connsiteX148" fmla="*/ 699405 w 769653"/>
                <a:gd name="connsiteY148" fmla="*/ 140749 h 200909"/>
                <a:gd name="connsiteX149" fmla="*/ 700738 w 769653"/>
                <a:gd name="connsiteY149" fmla="*/ 138582 h 200909"/>
                <a:gd name="connsiteX150" fmla="*/ 709071 w 769653"/>
                <a:gd name="connsiteY150" fmla="*/ 138499 h 200909"/>
                <a:gd name="connsiteX151" fmla="*/ 728986 w 769653"/>
                <a:gd name="connsiteY151" fmla="*/ 141249 h 200909"/>
                <a:gd name="connsiteX152" fmla="*/ 747567 w 769653"/>
                <a:gd name="connsiteY152" fmla="*/ 145332 h 200909"/>
                <a:gd name="connsiteX153" fmla="*/ 752650 w 769653"/>
                <a:gd name="connsiteY153" fmla="*/ 147831 h 200909"/>
                <a:gd name="connsiteX154" fmla="*/ 752650 w 769653"/>
                <a:gd name="connsiteY154" fmla="*/ 147831 h 200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Lst>
              <a:rect l="l" t="t" r="r" b="b"/>
              <a:pathLst>
                <a:path w="769653" h="200909">
                  <a:moveTo>
                    <a:pt x="754983" y="136249"/>
                  </a:moveTo>
                  <a:cubicBezTo>
                    <a:pt x="748817" y="134416"/>
                    <a:pt x="742984" y="132833"/>
                    <a:pt x="736652" y="131750"/>
                  </a:cubicBezTo>
                  <a:cubicBezTo>
                    <a:pt x="729735" y="130666"/>
                    <a:pt x="722736" y="128917"/>
                    <a:pt x="715737" y="128250"/>
                  </a:cubicBezTo>
                  <a:cubicBezTo>
                    <a:pt x="709737" y="127667"/>
                    <a:pt x="703738" y="129250"/>
                    <a:pt x="697822" y="128083"/>
                  </a:cubicBezTo>
                  <a:cubicBezTo>
                    <a:pt x="697655" y="128083"/>
                    <a:pt x="697488" y="128083"/>
                    <a:pt x="697322" y="128000"/>
                  </a:cubicBezTo>
                  <a:cubicBezTo>
                    <a:pt x="691822" y="124167"/>
                    <a:pt x="682073" y="123917"/>
                    <a:pt x="676740" y="123084"/>
                  </a:cubicBezTo>
                  <a:cubicBezTo>
                    <a:pt x="655325" y="119834"/>
                    <a:pt x="632828" y="118751"/>
                    <a:pt x="611330" y="122334"/>
                  </a:cubicBezTo>
                  <a:cubicBezTo>
                    <a:pt x="611579" y="121500"/>
                    <a:pt x="611496" y="120584"/>
                    <a:pt x="610996" y="119751"/>
                  </a:cubicBezTo>
                  <a:cubicBezTo>
                    <a:pt x="604413" y="108752"/>
                    <a:pt x="586832" y="103752"/>
                    <a:pt x="575249" y="100336"/>
                  </a:cubicBezTo>
                  <a:cubicBezTo>
                    <a:pt x="556418" y="94836"/>
                    <a:pt x="537086" y="92086"/>
                    <a:pt x="517838" y="88087"/>
                  </a:cubicBezTo>
                  <a:cubicBezTo>
                    <a:pt x="481175" y="80504"/>
                    <a:pt x="444595" y="82254"/>
                    <a:pt x="407598" y="84254"/>
                  </a:cubicBezTo>
                  <a:cubicBezTo>
                    <a:pt x="403932" y="81588"/>
                    <a:pt x="398932" y="79838"/>
                    <a:pt x="395432" y="78588"/>
                  </a:cubicBezTo>
                  <a:cubicBezTo>
                    <a:pt x="357019" y="65089"/>
                    <a:pt x="317606" y="58256"/>
                    <a:pt x="276943" y="54757"/>
                  </a:cubicBezTo>
                  <a:cubicBezTo>
                    <a:pt x="257778" y="53090"/>
                    <a:pt x="238530" y="52923"/>
                    <a:pt x="219448" y="51257"/>
                  </a:cubicBezTo>
                  <a:cubicBezTo>
                    <a:pt x="203700" y="49840"/>
                    <a:pt x="188117" y="45341"/>
                    <a:pt x="172453" y="43258"/>
                  </a:cubicBezTo>
                  <a:cubicBezTo>
                    <a:pt x="152871" y="31259"/>
                    <a:pt x="131706" y="26426"/>
                    <a:pt x="109708" y="19843"/>
                  </a:cubicBezTo>
                  <a:cubicBezTo>
                    <a:pt x="86710" y="13010"/>
                    <a:pt x="64046" y="3761"/>
                    <a:pt x="40131" y="511"/>
                  </a:cubicBezTo>
                  <a:cubicBezTo>
                    <a:pt x="24716" y="-1572"/>
                    <a:pt x="4301" y="2261"/>
                    <a:pt x="551" y="20343"/>
                  </a:cubicBezTo>
                  <a:cubicBezTo>
                    <a:pt x="-3282" y="38758"/>
                    <a:pt x="13633" y="44174"/>
                    <a:pt x="27632" y="48424"/>
                  </a:cubicBezTo>
                  <a:cubicBezTo>
                    <a:pt x="57129" y="57423"/>
                    <a:pt x="85794" y="68672"/>
                    <a:pt x="114707" y="79421"/>
                  </a:cubicBezTo>
                  <a:cubicBezTo>
                    <a:pt x="124540" y="84337"/>
                    <a:pt x="134456" y="89170"/>
                    <a:pt x="144871" y="93253"/>
                  </a:cubicBezTo>
                  <a:cubicBezTo>
                    <a:pt x="166703" y="101919"/>
                    <a:pt x="188701" y="109418"/>
                    <a:pt x="211366" y="115918"/>
                  </a:cubicBezTo>
                  <a:cubicBezTo>
                    <a:pt x="221781" y="118917"/>
                    <a:pt x="232363" y="121667"/>
                    <a:pt x="243113" y="123667"/>
                  </a:cubicBezTo>
                  <a:cubicBezTo>
                    <a:pt x="250612" y="125084"/>
                    <a:pt x="258778" y="128917"/>
                    <a:pt x="266444" y="127333"/>
                  </a:cubicBezTo>
                  <a:cubicBezTo>
                    <a:pt x="269360" y="126750"/>
                    <a:pt x="271027" y="124417"/>
                    <a:pt x="271443" y="121667"/>
                  </a:cubicBezTo>
                  <a:cubicBezTo>
                    <a:pt x="271610" y="120584"/>
                    <a:pt x="271443" y="119501"/>
                    <a:pt x="271110" y="118417"/>
                  </a:cubicBezTo>
                  <a:cubicBezTo>
                    <a:pt x="279276" y="118501"/>
                    <a:pt x="287359" y="118001"/>
                    <a:pt x="295525" y="117251"/>
                  </a:cubicBezTo>
                  <a:cubicBezTo>
                    <a:pt x="309190" y="121251"/>
                    <a:pt x="322772" y="125917"/>
                    <a:pt x="336438" y="129750"/>
                  </a:cubicBezTo>
                  <a:cubicBezTo>
                    <a:pt x="357436" y="135666"/>
                    <a:pt x="378684" y="140832"/>
                    <a:pt x="399182" y="148331"/>
                  </a:cubicBezTo>
                  <a:cubicBezTo>
                    <a:pt x="417347" y="154998"/>
                    <a:pt x="435845" y="159747"/>
                    <a:pt x="454927" y="163163"/>
                  </a:cubicBezTo>
                  <a:cubicBezTo>
                    <a:pt x="464759" y="164913"/>
                    <a:pt x="483424" y="173663"/>
                    <a:pt x="490340" y="162913"/>
                  </a:cubicBezTo>
                  <a:cubicBezTo>
                    <a:pt x="491007" y="161830"/>
                    <a:pt x="491340" y="160747"/>
                    <a:pt x="491424" y="159664"/>
                  </a:cubicBezTo>
                  <a:cubicBezTo>
                    <a:pt x="496006" y="160997"/>
                    <a:pt x="500840" y="161997"/>
                    <a:pt x="505006" y="163080"/>
                  </a:cubicBezTo>
                  <a:cubicBezTo>
                    <a:pt x="519504" y="166830"/>
                    <a:pt x="533670" y="171413"/>
                    <a:pt x="548169" y="175079"/>
                  </a:cubicBezTo>
                  <a:cubicBezTo>
                    <a:pt x="578249" y="182745"/>
                    <a:pt x="607580" y="192911"/>
                    <a:pt x="638327" y="197494"/>
                  </a:cubicBezTo>
                  <a:cubicBezTo>
                    <a:pt x="647160" y="198827"/>
                    <a:pt x="694405" y="207743"/>
                    <a:pt x="695239" y="189994"/>
                  </a:cubicBezTo>
                  <a:cubicBezTo>
                    <a:pt x="695405" y="186995"/>
                    <a:pt x="693656" y="184412"/>
                    <a:pt x="691239" y="182162"/>
                  </a:cubicBezTo>
                  <a:cubicBezTo>
                    <a:pt x="699322" y="182328"/>
                    <a:pt x="707487" y="181912"/>
                    <a:pt x="714071" y="182162"/>
                  </a:cubicBezTo>
                  <a:cubicBezTo>
                    <a:pt x="724236" y="182495"/>
                    <a:pt x="741901" y="182745"/>
                    <a:pt x="750567" y="176162"/>
                  </a:cubicBezTo>
                  <a:cubicBezTo>
                    <a:pt x="757650" y="170663"/>
                    <a:pt x="751984" y="164913"/>
                    <a:pt x="746067" y="162247"/>
                  </a:cubicBezTo>
                  <a:cubicBezTo>
                    <a:pt x="745318" y="161914"/>
                    <a:pt x="744651" y="161580"/>
                    <a:pt x="743901" y="161247"/>
                  </a:cubicBezTo>
                  <a:cubicBezTo>
                    <a:pt x="758233" y="158664"/>
                    <a:pt x="776482" y="152831"/>
                    <a:pt x="767066" y="140999"/>
                  </a:cubicBezTo>
                  <a:cubicBezTo>
                    <a:pt x="764483" y="137666"/>
                    <a:pt x="758483" y="137333"/>
                    <a:pt x="754983" y="136249"/>
                  </a:cubicBezTo>
                  <a:lnTo>
                    <a:pt x="754983" y="136249"/>
                  </a:lnTo>
                  <a:close/>
                  <a:moveTo>
                    <a:pt x="321189" y="113751"/>
                  </a:moveTo>
                  <a:cubicBezTo>
                    <a:pt x="338938" y="110752"/>
                    <a:pt x="356686" y="107168"/>
                    <a:pt x="374434" y="105252"/>
                  </a:cubicBezTo>
                  <a:cubicBezTo>
                    <a:pt x="382184" y="104419"/>
                    <a:pt x="402348" y="105419"/>
                    <a:pt x="409265" y="98003"/>
                  </a:cubicBezTo>
                  <a:cubicBezTo>
                    <a:pt x="418847" y="105419"/>
                    <a:pt x="429013" y="112001"/>
                    <a:pt x="438429" y="119667"/>
                  </a:cubicBezTo>
                  <a:cubicBezTo>
                    <a:pt x="445594" y="125500"/>
                    <a:pt x="452677" y="131083"/>
                    <a:pt x="459343" y="137499"/>
                  </a:cubicBezTo>
                  <a:cubicBezTo>
                    <a:pt x="463426" y="141415"/>
                    <a:pt x="471675" y="146748"/>
                    <a:pt x="475675" y="152581"/>
                  </a:cubicBezTo>
                  <a:cubicBezTo>
                    <a:pt x="470342" y="151414"/>
                    <a:pt x="463259" y="149165"/>
                    <a:pt x="461010" y="148831"/>
                  </a:cubicBezTo>
                  <a:cubicBezTo>
                    <a:pt x="451760" y="147498"/>
                    <a:pt x="442595" y="146082"/>
                    <a:pt x="433429" y="144082"/>
                  </a:cubicBezTo>
                  <a:cubicBezTo>
                    <a:pt x="415180" y="139999"/>
                    <a:pt x="398015" y="132916"/>
                    <a:pt x="379934" y="128333"/>
                  </a:cubicBezTo>
                  <a:cubicBezTo>
                    <a:pt x="361185" y="123584"/>
                    <a:pt x="341187" y="117001"/>
                    <a:pt x="321189" y="113751"/>
                  </a:cubicBezTo>
                  <a:lnTo>
                    <a:pt x="321189" y="113751"/>
                  </a:lnTo>
                  <a:close/>
                  <a:moveTo>
                    <a:pt x="222115" y="86170"/>
                  </a:moveTo>
                  <a:cubicBezTo>
                    <a:pt x="224364" y="87920"/>
                    <a:pt x="244113" y="102586"/>
                    <a:pt x="253862" y="112085"/>
                  </a:cubicBezTo>
                  <a:cubicBezTo>
                    <a:pt x="253695" y="112085"/>
                    <a:pt x="253529" y="112168"/>
                    <a:pt x="253362" y="112168"/>
                  </a:cubicBezTo>
                  <a:cubicBezTo>
                    <a:pt x="253112" y="112168"/>
                    <a:pt x="252862" y="112335"/>
                    <a:pt x="252612" y="112418"/>
                  </a:cubicBezTo>
                  <a:cubicBezTo>
                    <a:pt x="252362" y="112335"/>
                    <a:pt x="252195" y="112251"/>
                    <a:pt x="251945" y="112251"/>
                  </a:cubicBezTo>
                  <a:cubicBezTo>
                    <a:pt x="246779" y="111085"/>
                    <a:pt x="241363" y="110585"/>
                    <a:pt x="236197" y="109585"/>
                  </a:cubicBezTo>
                  <a:cubicBezTo>
                    <a:pt x="225364" y="107418"/>
                    <a:pt x="214782" y="104585"/>
                    <a:pt x="204200" y="101502"/>
                  </a:cubicBezTo>
                  <a:cubicBezTo>
                    <a:pt x="183035" y="95503"/>
                    <a:pt x="162370" y="88753"/>
                    <a:pt x="141622" y="81421"/>
                  </a:cubicBezTo>
                  <a:cubicBezTo>
                    <a:pt x="137789" y="80088"/>
                    <a:pt x="133956" y="78504"/>
                    <a:pt x="130206" y="76921"/>
                  </a:cubicBezTo>
                  <a:cubicBezTo>
                    <a:pt x="124373" y="74338"/>
                    <a:pt x="118541" y="71672"/>
                    <a:pt x="112708" y="69089"/>
                  </a:cubicBezTo>
                  <a:cubicBezTo>
                    <a:pt x="103375" y="64756"/>
                    <a:pt x="94043" y="60339"/>
                    <a:pt x="84377" y="56673"/>
                  </a:cubicBezTo>
                  <a:cubicBezTo>
                    <a:pt x="63712" y="48674"/>
                    <a:pt x="42464" y="42758"/>
                    <a:pt x="21133" y="37175"/>
                  </a:cubicBezTo>
                  <a:cubicBezTo>
                    <a:pt x="20800" y="36925"/>
                    <a:pt x="20466" y="36675"/>
                    <a:pt x="20133" y="36425"/>
                  </a:cubicBezTo>
                  <a:cubicBezTo>
                    <a:pt x="15716" y="35592"/>
                    <a:pt x="15133" y="32009"/>
                    <a:pt x="18383" y="25759"/>
                  </a:cubicBezTo>
                  <a:cubicBezTo>
                    <a:pt x="15300" y="17843"/>
                    <a:pt x="17383" y="13927"/>
                    <a:pt x="24716" y="13760"/>
                  </a:cubicBezTo>
                  <a:cubicBezTo>
                    <a:pt x="29382" y="13010"/>
                    <a:pt x="34382" y="13760"/>
                    <a:pt x="38965" y="14427"/>
                  </a:cubicBezTo>
                  <a:cubicBezTo>
                    <a:pt x="48630" y="15843"/>
                    <a:pt x="58129" y="18510"/>
                    <a:pt x="67545" y="21093"/>
                  </a:cubicBezTo>
                  <a:cubicBezTo>
                    <a:pt x="85294" y="25843"/>
                    <a:pt x="102875" y="31592"/>
                    <a:pt x="120957" y="35175"/>
                  </a:cubicBezTo>
                  <a:cubicBezTo>
                    <a:pt x="135206" y="38008"/>
                    <a:pt x="148205" y="41008"/>
                    <a:pt x="160870" y="46674"/>
                  </a:cubicBezTo>
                  <a:cubicBezTo>
                    <a:pt x="161120" y="47341"/>
                    <a:pt x="161703" y="48007"/>
                    <a:pt x="162620" y="48257"/>
                  </a:cubicBezTo>
                  <a:cubicBezTo>
                    <a:pt x="164286" y="48840"/>
                    <a:pt x="166036" y="49340"/>
                    <a:pt x="167703" y="49924"/>
                  </a:cubicBezTo>
                  <a:cubicBezTo>
                    <a:pt x="169786" y="51007"/>
                    <a:pt x="171869" y="52257"/>
                    <a:pt x="173952" y="53507"/>
                  </a:cubicBezTo>
                  <a:cubicBezTo>
                    <a:pt x="190284" y="63839"/>
                    <a:pt x="206783" y="74338"/>
                    <a:pt x="222115" y="86170"/>
                  </a:cubicBezTo>
                  <a:lnTo>
                    <a:pt x="222115" y="86170"/>
                  </a:lnTo>
                  <a:close/>
                  <a:moveTo>
                    <a:pt x="397099" y="87670"/>
                  </a:moveTo>
                  <a:cubicBezTo>
                    <a:pt x="397015" y="87837"/>
                    <a:pt x="397015" y="87920"/>
                    <a:pt x="397015" y="88087"/>
                  </a:cubicBezTo>
                  <a:cubicBezTo>
                    <a:pt x="396682" y="88170"/>
                    <a:pt x="396182" y="88254"/>
                    <a:pt x="395349" y="88420"/>
                  </a:cubicBezTo>
                  <a:cubicBezTo>
                    <a:pt x="380267" y="90753"/>
                    <a:pt x="365102" y="92503"/>
                    <a:pt x="350103" y="95086"/>
                  </a:cubicBezTo>
                  <a:cubicBezTo>
                    <a:pt x="321689" y="100086"/>
                    <a:pt x="293692" y="106169"/>
                    <a:pt x="265277" y="110502"/>
                  </a:cubicBezTo>
                  <a:cubicBezTo>
                    <a:pt x="257695" y="103336"/>
                    <a:pt x="245196" y="96586"/>
                    <a:pt x="240530" y="92753"/>
                  </a:cubicBezTo>
                  <a:cubicBezTo>
                    <a:pt x="226281" y="80838"/>
                    <a:pt x="211115" y="69755"/>
                    <a:pt x="195784" y="59090"/>
                  </a:cubicBezTo>
                  <a:cubicBezTo>
                    <a:pt x="198450" y="59673"/>
                    <a:pt x="201116" y="60256"/>
                    <a:pt x="203866" y="60589"/>
                  </a:cubicBezTo>
                  <a:cubicBezTo>
                    <a:pt x="220198" y="62756"/>
                    <a:pt x="236363" y="62423"/>
                    <a:pt x="252778" y="63339"/>
                  </a:cubicBezTo>
                  <a:cubicBezTo>
                    <a:pt x="268277" y="64173"/>
                    <a:pt x="284192" y="65339"/>
                    <a:pt x="299525" y="67506"/>
                  </a:cubicBezTo>
                  <a:cubicBezTo>
                    <a:pt x="316273" y="69922"/>
                    <a:pt x="332938" y="69672"/>
                    <a:pt x="349520" y="73255"/>
                  </a:cubicBezTo>
                  <a:cubicBezTo>
                    <a:pt x="357936" y="75088"/>
                    <a:pt x="366268" y="76921"/>
                    <a:pt x="374434" y="79754"/>
                  </a:cubicBezTo>
                  <a:cubicBezTo>
                    <a:pt x="380100" y="81671"/>
                    <a:pt x="385850" y="85421"/>
                    <a:pt x="391266" y="86920"/>
                  </a:cubicBezTo>
                  <a:cubicBezTo>
                    <a:pt x="392683" y="87254"/>
                    <a:pt x="396015" y="87420"/>
                    <a:pt x="397099" y="87670"/>
                  </a:cubicBezTo>
                  <a:lnTo>
                    <a:pt x="397099" y="87670"/>
                  </a:lnTo>
                  <a:close/>
                  <a:moveTo>
                    <a:pt x="600080" y="119417"/>
                  </a:moveTo>
                  <a:cubicBezTo>
                    <a:pt x="589415" y="122167"/>
                    <a:pt x="577333" y="122417"/>
                    <a:pt x="566667" y="123750"/>
                  </a:cubicBezTo>
                  <a:cubicBezTo>
                    <a:pt x="555668" y="125167"/>
                    <a:pt x="544835" y="127083"/>
                    <a:pt x="533920" y="128750"/>
                  </a:cubicBezTo>
                  <a:cubicBezTo>
                    <a:pt x="514422" y="131666"/>
                    <a:pt x="494757" y="135999"/>
                    <a:pt x="475342" y="138666"/>
                  </a:cubicBezTo>
                  <a:cubicBezTo>
                    <a:pt x="466926" y="131250"/>
                    <a:pt x="457427" y="124584"/>
                    <a:pt x="449344" y="118168"/>
                  </a:cubicBezTo>
                  <a:cubicBezTo>
                    <a:pt x="438012" y="109252"/>
                    <a:pt x="426763" y="99836"/>
                    <a:pt x="414931" y="91503"/>
                  </a:cubicBezTo>
                  <a:cubicBezTo>
                    <a:pt x="418597" y="91170"/>
                    <a:pt x="422347" y="90837"/>
                    <a:pt x="426013" y="90753"/>
                  </a:cubicBezTo>
                  <a:cubicBezTo>
                    <a:pt x="434346" y="90587"/>
                    <a:pt x="442511" y="92420"/>
                    <a:pt x="450844" y="92753"/>
                  </a:cubicBezTo>
                  <a:cubicBezTo>
                    <a:pt x="468176" y="93503"/>
                    <a:pt x="485674" y="94920"/>
                    <a:pt x="502923" y="96670"/>
                  </a:cubicBezTo>
                  <a:cubicBezTo>
                    <a:pt x="520338" y="98503"/>
                    <a:pt x="538253" y="101002"/>
                    <a:pt x="555334" y="104585"/>
                  </a:cubicBezTo>
                  <a:cubicBezTo>
                    <a:pt x="565917" y="106752"/>
                    <a:pt x="590082" y="109918"/>
                    <a:pt x="600080" y="119417"/>
                  </a:cubicBezTo>
                  <a:lnTo>
                    <a:pt x="600080" y="119417"/>
                  </a:lnTo>
                  <a:close/>
                  <a:moveTo>
                    <a:pt x="752650" y="147831"/>
                  </a:moveTo>
                  <a:cubicBezTo>
                    <a:pt x="746818" y="151081"/>
                    <a:pt x="739985" y="152914"/>
                    <a:pt x="734319" y="156414"/>
                  </a:cubicBezTo>
                  <a:cubicBezTo>
                    <a:pt x="725652" y="151998"/>
                    <a:pt x="716737" y="147748"/>
                    <a:pt x="707487" y="146915"/>
                  </a:cubicBezTo>
                  <a:cubicBezTo>
                    <a:pt x="702321" y="146415"/>
                    <a:pt x="701488" y="153498"/>
                    <a:pt x="705821" y="155331"/>
                  </a:cubicBezTo>
                  <a:cubicBezTo>
                    <a:pt x="715320" y="159247"/>
                    <a:pt x="723569" y="164663"/>
                    <a:pt x="733319" y="168330"/>
                  </a:cubicBezTo>
                  <a:cubicBezTo>
                    <a:pt x="733652" y="168496"/>
                    <a:pt x="735485" y="169246"/>
                    <a:pt x="737568" y="170080"/>
                  </a:cubicBezTo>
                  <a:cubicBezTo>
                    <a:pt x="736818" y="170246"/>
                    <a:pt x="736402" y="170413"/>
                    <a:pt x="736568" y="170413"/>
                  </a:cubicBezTo>
                  <a:cubicBezTo>
                    <a:pt x="717154" y="175496"/>
                    <a:pt x="695405" y="172829"/>
                    <a:pt x="675074" y="172496"/>
                  </a:cubicBezTo>
                  <a:cubicBezTo>
                    <a:pt x="665158" y="167497"/>
                    <a:pt x="655242" y="162497"/>
                    <a:pt x="645160" y="157664"/>
                  </a:cubicBezTo>
                  <a:cubicBezTo>
                    <a:pt x="654659" y="148081"/>
                    <a:pt x="625745" y="135749"/>
                    <a:pt x="618412" y="135333"/>
                  </a:cubicBezTo>
                  <a:cubicBezTo>
                    <a:pt x="615912" y="135249"/>
                    <a:pt x="613829" y="138499"/>
                    <a:pt x="615829" y="140416"/>
                  </a:cubicBezTo>
                  <a:cubicBezTo>
                    <a:pt x="621079" y="145498"/>
                    <a:pt x="627995" y="147665"/>
                    <a:pt x="634077" y="151581"/>
                  </a:cubicBezTo>
                  <a:cubicBezTo>
                    <a:pt x="635077" y="152165"/>
                    <a:pt x="636077" y="152914"/>
                    <a:pt x="636994" y="153581"/>
                  </a:cubicBezTo>
                  <a:cubicBezTo>
                    <a:pt x="636161" y="153164"/>
                    <a:pt x="635411" y="152665"/>
                    <a:pt x="634577" y="152248"/>
                  </a:cubicBezTo>
                  <a:cubicBezTo>
                    <a:pt x="630994" y="152831"/>
                    <a:pt x="627661" y="153498"/>
                    <a:pt x="623995" y="153664"/>
                  </a:cubicBezTo>
                  <a:cubicBezTo>
                    <a:pt x="618662" y="153914"/>
                    <a:pt x="613413" y="154248"/>
                    <a:pt x="608080" y="154831"/>
                  </a:cubicBezTo>
                  <a:cubicBezTo>
                    <a:pt x="604664" y="155164"/>
                    <a:pt x="601164" y="155248"/>
                    <a:pt x="597748" y="155831"/>
                  </a:cubicBezTo>
                  <a:cubicBezTo>
                    <a:pt x="594998" y="156247"/>
                    <a:pt x="592331" y="157581"/>
                    <a:pt x="589582" y="157914"/>
                  </a:cubicBezTo>
                  <a:lnTo>
                    <a:pt x="589582" y="157914"/>
                  </a:lnTo>
                  <a:cubicBezTo>
                    <a:pt x="587832" y="158247"/>
                    <a:pt x="587248" y="160914"/>
                    <a:pt x="589332" y="161747"/>
                  </a:cubicBezTo>
                  <a:cubicBezTo>
                    <a:pt x="597248" y="165080"/>
                    <a:pt x="607663" y="163497"/>
                    <a:pt x="616079" y="163413"/>
                  </a:cubicBezTo>
                  <a:cubicBezTo>
                    <a:pt x="623495" y="163413"/>
                    <a:pt x="631578" y="163997"/>
                    <a:pt x="638744" y="161330"/>
                  </a:cubicBezTo>
                  <a:cubicBezTo>
                    <a:pt x="647243" y="166163"/>
                    <a:pt x="655825" y="170996"/>
                    <a:pt x="664492" y="175579"/>
                  </a:cubicBezTo>
                  <a:cubicBezTo>
                    <a:pt x="664658" y="175996"/>
                    <a:pt x="664908" y="176412"/>
                    <a:pt x="665408" y="176662"/>
                  </a:cubicBezTo>
                  <a:cubicBezTo>
                    <a:pt x="667575" y="177912"/>
                    <a:pt x="669991" y="178912"/>
                    <a:pt x="672574" y="179662"/>
                  </a:cubicBezTo>
                  <a:cubicBezTo>
                    <a:pt x="677240" y="181662"/>
                    <a:pt x="685573" y="185578"/>
                    <a:pt x="682323" y="188411"/>
                  </a:cubicBezTo>
                  <a:cubicBezTo>
                    <a:pt x="680573" y="189911"/>
                    <a:pt x="670991" y="187828"/>
                    <a:pt x="668908" y="187661"/>
                  </a:cubicBezTo>
                  <a:cubicBezTo>
                    <a:pt x="643577" y="185162"/>
                    <a:pt x="618496" y="178912"/>
                    <a:pt x="594498" y="170996"/>
                  </a:cubicBezTo>
                  <a:cubicBezTo>
                    <a:pt x="572583" y="163830"/>
                    <a:pt x="548668" y="158247"/>
                    <a:pt x="526087" y="153498"/>
                  </a:cubicBezTo>
                  <a:cubicBezTo>
                    <a:pt x="515505" y="151248"/>
                    <a:pt x="497840" y="146498"/>
                    <a:pt x="485091" y="148248"/>
                  </a:cubicBezTo>
                  <a:cubicBezTo>
                    <a:pt x="484341" y="147332"/>
                    <a:pt x="483591" y="146498"/>
                    <a:pt x="482758" y="145582"/>
                  </a:cubicBezTo>
                  <a:cubicBezTo>
                    <a:pt x="500423" y="146998"/>
                    <a:pt x="519255" y="143082"/>
                    <a:pt x="536420" y="140832"/>
                  </a:cubicBezTo>
                  <a:cubicBezTo>
                    <a:pt x="555668" y="138249"/>
                    <a:pt x="578249" y="137666"/>
                    <a:pt x="597248" y="130750"/>
                  </a:cubicBezTo>
                  <a:cubicBezTo>
                    <a:pt x="612746" y="131166"/>
                    <a:pt x="628328" y="130833"/>
                    <a:pt x="643910" y="131500"/>
                  </a:cubicBezTo>
                  <a:cubicBezTo>
                    <a:pt x="653076" y="131916"/>
                    <a:pt x="662492" y="132833"/>
                    <a:pt x="671657" y="133666"/>
                  </a:cubicBezTo>
                  <a:cubicBezTo>
                    <a:pt x="675407" y="133999"/>
                    <a:pt x="681490" y="134166"/>
                    <a:pt x="684989" y="135499"/>
                  </a:cubicBezTo>
                  <a:cubicBezTo>
                    <a:pt x="688406" y="136832"/>
                    <a:pt x="690239" y="136416"/>
                    <a:pt x="687823" y="138666"/>
                  </a:cubicBezTo>
                  <a:cubicBezTo>
                    <a:pt x="683823" y="139999"/>
                    <a:pt x="679657" y="140916"/>
                    <a:pt x="675574" y="141915"/>
                  </a:cubicBezTo>
                  <a:cubicBezTo>
                    <a:pt x="671657" y="142915"/>
                    <a:pt x="667658" y="143999"/>
                    <a:pt x="663825" y="145248"/>
                  </a:cubicBezTo>
                  <a:cubicBezTo>
                    <a:pt x="661409" y="146082"/>
                    <a:pt x="657242" y="148748"/>
                    <a:pt x="654659" y="148415"/>
                  </a:cubicBezTo>
                  <a:cubicBezTo>
                    <a:pt x="653493" y="148248"/>
                    <a:pt x="652326" y="149748"/>
                    <a:pt x="653076" y="150831"/>
                  </a:cubicBezTo>
                  <a:cubicBezTo>
                    <a:pt x="657325" y="157414"/>
                    <a:pt x="670324" y="153331"/>
                    <a:pt x="676491" y="152415"/>
                  </a:cubicBezTo>
                  <a:cubicBezTo>
                    <a:pt x="682990" y="151414"/>
                    <a:pt x="699489" y="149831"/>
                    <a:pt x="699405" y="140749"/>
                  </a:cubicBezTo>
                  <a:cubicBezTo>
                    <a:pt x="699905" y="140082"/>
                    <a:pt x="700405" y="139332"/>
                    <a:pt x="700738" y="138582"/>
                  </a:cubicBezTo>
                  <a:cubicBezTo>
                    <a:pt x="703405" y="138832"/>
                    <a:pt x="705904" y="138582"/>
                    <a:pt x="709071" y="138499"/>
                  </a:cubicBezTo>
                  <a:cubicBezTo>
                    <a:pt x="715820" y="138249"/>
                    <a:pt x="722403" y="139999"/>
                    <a:pt x="728986" y="141249"/>
                  </a:cubicBezTo>
                  <a:cubicBezTo>
                    <a:pt x="735235" y="142415"/>
                    <a:pt x="741485" y="143249"/>
                    <a:pt x="747567" y="145332"/>
                  </a:cubicBezTo>
                  <a:cubicBezTo>
                    <a:pt x="748734" y="145998"/>
                    <a:pt x="750734" y="146998"/>
                    <a:pt x="752650" y="147831"/>
                  </a:cubicBezTo>
                  <a:lnTo>
                    <a:pt x="752650" y="147831"/>
                  </a:lnTo>
                  <a:close/>
                </a:path>
              </a:pathLst>
            </a:custGeom>
            <a:grpFill/>
            <a:ln w="8332" cap="flat">
              <a:noFill/>
              <a:prstDash val="solid"/>
              <a:miter/>
            </a:ln>
          </p:spPr>
          <p:txBody>
            <a:bodyPr rtlCol="0" anchor="ctr"/>
            <a:lstStyle/>
            <a:p>
              <a:endParaRPr lang="en-US"/>
            </a:p>
          </p:txBody>
        </p:sp>
        <p:sp>
          <p:nvSpPr>
            <p:cNvPr id="1704" name="Freeform: Shape 1703"/>
            <p:cNvSpPr/>
            <p:nvPr/>
          </p:nvSpPr>
          <p:spPr>
            <a:xfrm>
              <a:off x="5497308" y="1957738"/>
              <a:ext cx="663907" cy="628453"/>
            </a:xfrm>
            <a:custGeom>
              <a:avLst/>
              <a:gdLst>
                <a:gd name="connsiteX0" fmla="*/ 23215 w 663907"/>
                <a:gd name="connsiteY0" fmla="*/ 168331 h 628453"/>
                <a:gd name="connsiteX1" fmla="*/ 51 w 663907"/>
                <a:gd name="connsiteY1" fmla="*/ 191079 h 628453"/>
                <a:gd name="connsiteX2" fmla="*/ 20882 w 663907"/>
                <a:gd name="connsiteY2" fmla="*/ 206827 h 628453"/>
                <a:gd name="connsiteX3" fmla="*/ 70628 w 663907"/>
                <a:gd name="connsiteY3" fmla="*/ 219743 h 628453"/>
                <a:gd name="connsiteX4" fmla="*/ 121540 w 663907"/>
                <a:gd name="connsiteY4" fmla="*/ 233241 h 628453"/>
                <a:gd name="connsiteX5" fmla="*/ 165786 w 663907"/>
                <a:gd name="connsiteY5" fmla="*/ 255406 h 628453"/>
                <a:gd name="connsiteX6" fmla="*/ 173118 w 663907"/>
                <a:gd name="connsiteY6" fmla="*/ 278738 h 628453"/>
                <a:gd name="connsiteX7" fmla="*/ 149371 w 663907"/>
                <a:gd name="connsiteY7" fmla="*/ 324650 h 628453"/>
                <a:gd name="connsiteX8" fmla="*/ 203699 w 663907"/>
                <a:gd name="connsiteY8" fmla="*/ 350647 h 628453"/>
                <a:gd name="connsiteX9" fmla="*/ 316772 w 663907"/>
                <a:gd name="connsiteY9" fmla="*/ 487469 h 628453"/>
                <a:gd name="connsiteX10" fmla="*/ 319522 w 663907"/>
                <a:gd name="connsiteY10" fmla="*/ 489635 h 628453"/>
                <a:gd name="connsiteX11" fmla="*/ 296191 w 663907"/>
                <a:gd name="connsiteY11" fmla="*/ 502717 h 628453"/>
                <a:gd name="connsiteX12" fmla="*/ 299440 w 663907"/>
                <a:gd name="connsiteY12" fmla="*/ 520549 h 628453"/>
                <a:gd name="connsiteX13" fmla="*/ 303107 w 663907"/>
                <a:gd name="connsiteY13" fmla="*/ 541714 h 628453"/>
                <a:gd name="connsiteX14" fmla="*/ 338187 w 663907"/>
                <a:gd name="connsiteY14" fmla="*/ 551379 h 628453"/>
                <a:gd name="connsiteX15" fmla="*/ 344020 w 663907"/>
                <a:gd name="connsiteY15" fmla="*/ 575961 h 628453"/>
                <a:gd name="connsiteX16" fmla="*/ 363351 w 663907"/>
                <a:gd name="connsiteY16" fmla="*/ 580543 h 628453"/>
                <a:gd name="connsiteX17" fmla="*/ 392849 w 663907"/>
                <a:gd name="connsiteY17" fmla="*/ 570045 h 628453"/>
                <a:gd name="connsiteX18" fmla="*/ 409597 w 663907"/>
                <a:gd name="connsiteY18" fmla="*/ 562128 h 628453"/>
                <a:gd name="connsiteX19" fmla="*/ 416347 w 663907"/>
                <a:gd name="connsiteY19" fmla="*/ 558046 h 628453"/>
                <a:gd name="connsiteX20" fmla="*/ 488257 w 663907"/>
                <a:gd name="connsiteY20" fmla="*/ 595876 h 628453"/>
                <a:gd name="connsiteX21" fmla="*/ 577749 w 663907"/>
                <a:gd name="connsiteY21" fmla="*/ 625123 h 628453"/>
                <a:gd name="connsiteX22" fmla="*/ 618579 w 663907"/>
                <a:gd name="connsiteY22" fmla="*/ 628289 h 628453"/>
                <a:gd name="connsiteX23" fmla="*/ 654158 w 663907"/>
                <a:gd name="connsiteY23" fmla="*/ 626123 h 628453"/>
                <a:gd name="connsiteX24" fmla="*/ 663908 w 663907"/>
                <a:gd name="connsiteY24" fmla="*/ 612124 h 628453"/>
                <a:gd name="connsiteX25" fmla="*/ 662407 w 663907"/>
                <a:gd name="connsiteY25" fmla="*/ 572128 h 628453"/>
                <a:gd name="connsiteX26" fmla="*/ 653492 w 663907"/>
                <a:gd name="connsiteY26" fmla="*/ 475053 h 628453"/>
                <a:gd name="connsiteX27" fmla="*/ 623161 w 663907"/>
                <a:gd name="connsiteY27" fmla="*/ 386478 h 628453"/>
                <a:gd name="connsiteX28" fmla="*/ 615162 w 663907"/>
                <a:gd name="connsiteY28" fmla="*/ 354397 h 628453"/>
                <a:gd name="connsiteX29" fmla="*/ 589831 w 663907"/>
                <a:gd name="connsiteY29" fmla="*/ 284237 h 628453"/>
                <a:gd name="connsiteX30" fmla="*/ 563333 w 663907"/>
                <a:gd name="connsiteY30" fmla="*/ 225076 h 628453"/>
                <a:gd name="connsiteX31" fmla="*/ 548585 w 663907"/>
                <a:gd name="connsiteY31" fmla="*/ 206077 h 628453"/>
                <a:gd name="connsiteX32" fmla="*/ 534753 w 663907"/>
                <a:gd name="connsiteY32" fmla="*/ 209827 h 628453"/>
                <a:gd name="connsiteX33" fmla="*/ 507338 w 663907"/>
                <a:gd name="connsiteY33" fmla="*/ 188662 h 628453"/>
                <a:gd name="connsiteX34" fmla="*/ 485507 w 663907"/>
                <a:gd name="connsiteY34" fmla="*/ 170247 h 628453"/>
                <a:gd name="connsiteX35" fmla="*/ 463259 w 663907"/>
                <a:gd name="connsiteY35" fmla="*/ 164998 h 628453"/>
                <a:gd name="connsiteX36" fmla="*/ 429512 w 663907"/>
                <a:gd name="connsiteY36" fmla="*/ 155415 h 628453"/>
                <a:gd name="connsiteX37" fmla="*/ 392099 w 663907"/>
                <a:gd name="connsiteY37" fmla="*/ 141833 h 628453"/>
                <a:gd name="connsiteX38" fmla="*/ 359102 w 663907"/>
                <a:gd name="connsiteY38" fmla="*/ 141250 h 628453"/>
                <a:gd name="connsiteX39" fmla="*/ 339020 w 663907"/>
                <a:gd name="connsiteY39" fmla="*/ 137500 h 628453"/>
                <a:gd name="connsiteX40" fmla="*/ 312856 w 663907"/>
                <a:gd name="connsiteY40" fmla="*/ 146583 h 628453"/>
                <a:gd name="connsiteX41" fmla="*/ 294274 w 663907"/>
                <a:gd name="connsiteY41" fmla="*/ 146999 h 628453"/>
                <a:gd name="connsiteX42" fmla="*/ 285358 w 663907"/>
                <a:gd name="connsiteY42" fmla="*/ 157665 h 628453"/>
                <a:gd name="connsiteX43" fmla="*/ 256944 w 663907"/>
                <a:gd name="connsiteY43" fmla="*/ 155582 h 628453"/>
                <a:gd name="connsiteX44" fmla="*/ 231946 w 663907"/>
                <a:gd name="connsiteY44" fmla="*/ 153415 h 628453"/>
                <a:gd name="connsiteX45" fmla="*/ 171619 w 663907"/>
                <a:gd name="connsiteY45" fmla="*/ 81839 h 628453"/>
                <a:gd name="connsiteX46" fmla="*/ 155870 w 663907"/>
                <a:gd name="connsiteY46" fmla="*/ 41425 h 628453"/>
                <a:gd name="connsiteX47" fmla="*/ 148121 w 663907"/>
                <a:gd name="connsiteY47" fmla="*/ 4095 h 628453"/>
                <a:gd name="connsiteX48" fmla="*/ 141621 w 663907"/>
                <a:gd name="connsiteY48" fmla="*/ 13 h 628453"/>
                <a:gd name="connsiteX49" fmla="*/ 116957 w 663907"/>
                <a:gd name="connsiteY49" fmla="*/ 69423 h 628453"/>
                <a:gd name="connsiteX50" fmla="*/ 111207 w 663907"/>
                <a:gd name="connsiteY50" fmla="*/ 125168 h 628453"/>
                <a:gd name="connsiteX51" fmla="*/ 65295 w 663907"/>
                <a:gd name="connsiteY51" fmla="*/ 151499 h 628453"/>
                <a:gd name="connsiteX52" fmla="*/ 23215 w 663907"/>
                <a:gd name="connsiteY52" fmla="*/ 168331 h 628453"/>
                <a:gd name="connsiteX53" fmla="*/ 23215 w 663907"/>
                <a:gd name="connsiteY53" fmla="*/ 168331 h 628453"/>
                <a:gd name="connsiteX54" fmla="*/ 364768 w 663907"/>
                <a:gd name="connsiteY54" fmla="*/ 171747 h 628453"/>
                <a:gd name="connsiteX55" fmla="*/ 329021 w 663907"/>
                <a:gd name="connsiteY55" fmla="*/ 164248 h 628453"/>
                <a:gd name="connsiteX56" fmla="*/ 299107 w 663907"/>
                <a:gd name="connsiteY56" fmla="*/ 159248 h 628453"/>
                <a:gd name="connsiteX57" fmla="*/ 299690 w 663907"/>
                <a:gd name="connsiteY57" fmla="*/ 158248 h 628453"/>
                <a:gd name="connsiteX58" fmla="*/ 308939 w 663907"/>
                <a:gd name="connsiteY58" fmla="*/ 160498 h 628453"/>
                <a:gd name="connsiteX59" fmla="*/ 333104 w 663907"/>
                <a:gd name="connsiteY59" fmla="*/ 153832 h 628453"/>
                <a:gd name="connsiteX60" fmla="*/ 346353 w 663907"/>
                <a:gd name="connsiteY60" fmla="*/ 151666 h 628453"/>
                <a:gd name="connsiteX61" fmla="*/ 364768 w 663907"/>
                <a:gd name="connsiteY61" fmla="*/ 171747 h 628453"/>
                <a:gd name="connsiteX62" fmla="*/ 364768 w 663907"/>
                <a:gd name="connsiteY62" fmla="*/ 171747 h 628453"/>
                <a:gd name="connsiteX63" fmla="*/ 386183 w 663907"/>
                <a:gd name="connsiteY63" fmla="*/ 158332 h 628453"/>
                <a:gd name="connsiteX64" fmla="*/ 410181 w 663907"/>
                <a:gd name="connsiteY64" fmla="*/ 186079 h 628453"/>
                <a:gd name="connsiteX65" fmla="*/ 371434 w 663907"/>
                <a:gd name="connsiteY65" fmla="*/ 173497 h 628453"/>
                <a:gd name="connsiteX66" fmla="*/ 359518 w 663907"/>
                <a:gd name="connsiteY66" fmla="*/ 154999 h 628453"/>
                <a:gd name="connsiteX67" fmla="*/ 386183 w 663907"/>
                <a:gd name="connsiteY67" fmla="*/ 158332 h 628453"/>
                <a:gd name="connsiteX68" fmla="*/ 386183 w 663907"/>
                <a:gd name="connsiteY68" fmla="*/ 158332 h 628453"/>
                <a:gd name="connsiteX69" fmla="*/ 428762 w 663907"/>
                <a:gd name="connsiteY69" fmla="*/ 168247 h 628453"/>
                <a:gd name="connsiteX70" fmla="*/ 469175 w 663907"/>
                <a:gd name="connsiteY70" fmla="*/ 218909 h 628453"/>
                <a:gd name="connsiteX71" fmla="*/ 420846 w 663907"/>
                <a:gd name="connsiteY71" fmla="*/ 190662 h 628453"/>
                <a:gd name="connsiteX72" fmla="*/ 416347 w 663907"/>
                <a:gd name="connsiteY72" fmla="*/ 188662 h 628453"/>
                <a:gd name="connsiteX73" fmla="*/ 399515 w 663907"/>
                <a:gd name="connsiteY73" fmla="*/ 162165 h 628453"/>
                <a:gd name="connsiteX74" fmla="*/ 393099 w 663907"/>
                <a:gd name="connsiteY74" fmla="*/ 154499 h 628453"/>
                <a:gd name="connsiteX75" fmla="*/ 397182 w 663907"/>
                <a:gd name="connsiteY75" fmla="*/ 152249 h 628453"/>
                <a:gd name="connsiteX76" fmla="*/ 422346 w 663907"/>
                <a:gd name="connsiteY76" fmla="*/ 163748 h 628453"/>
                <a:gd name="connsiteX77" fmla="*/ 428762 w 663907"/>
                <a:gd name="connsiteY77" fmla="*/ 168247 h 628453"/>
                <a:gd name="connsiteX78" fmla="*/ 428762 w 663907"/>
                <a:gd name="connsiteY78" fmla="*/ 168247 h 628453"/>
                <a:gd name="connsiteX79" fmla="*/ 502839 w 663907"/>
                <a:gd name="connsiteY79" fmla="*/ 230325 h 628453"/>
                <a:gd name="connsiteX80" fmla="*/ 519337 w 663907"/>
                <a:gd name="connsiteY80" fmla="*/ 258739 h 628453"/>
                <a:gd name="connsiteX81" fmla="*/ 477007 w 663907"/>
                <a:gd name="connsiteY81" fmla="*/ 224326 h 628453"/>
                <a:gd name="connsiteX82" fmla="*/ 447761 w 663907"/>
                <a:gd name="connsiteY82" fmla="*/ 176413 h 628453"/>
                <a:gd name="connsiteX83" fmla="*/ 467592 w 663907"/>
                <a:gd name="connsiteY83" fmla="*/ 179163 h 628453"/>
                <a:gd name="connsiteX84" fmla="*/ 468009 w 663907"/>
                <a:gd name="connsiteY84" fmla="*/ 180746 h 628453"/>
                <a:gd name="connsiteX85" fmla="*/ 502839 w 663907"/>
                <a:gd name="connsiteY85" fmla="*/ 230325 h 628453"/>
                <a:gd name="connsiteX86" fmla="*/ 502839 w 663907"/>
                <a:gd name="connsiteY86" fmla="*/ 230325 h 628453"/>
                <a:gd name="connsiteX87" fmla="*/ 552334 w 663907"/>
                <a:gd name="connsiteY87" fmla="*/ 273488 h 628453"/>
                <a:gd name="connsiteX88" fmla="*/ 573666 w 663907"/>
                <a:gd name="connsiteY88" fmla="*/ 314651 h 628453"/>
                <a:gd name="connsiteX89" fmla="*/ 571749 w 663907"/>
                <a:gd name="connsiteY89" fmla="*/ 312318 h 628453"/>
                <a:gd name="connsiteX90" fmla="*/ 528086 w 663907"/>
                <a:gd name="connsiteY90" fmla="*/ 266822 h 628453"/>
                <a:gd name="connsiteX91" fmla="*/ 506505 w 663907"/>
                <a:gd name="connsiteY91" fmla="*/ 224242 h 628453"/>
                <a:gd name="connsiteX92" fmla="*/ 485423 w 663907"/>
                <a:gd name="connsiteY92" fmla="*/ 189162 h 628453"/>
                <a:gd name="connsiteX93" fmla="*/ 505589 w 663907"/>
                <a:gd name="connsiteY93" fmla="*/ 209244 h 628453"/>
                <a:gd name="connsiteX94" fmla="*/ 521671 w 663907"/>
                <a:gd name="connsiteY94" fmla="*/ 224076 h 628453"/>
                <a:gd name="connsiteX95" fmla="*/ 552334 w 663907"/>
                <a:gd name="connsiteY95" fmla="*/ 273488 h 628453"/>
                <a:gd name="connsiteX96" fmla="*/ 552334 w 663907"/>
                <a:gd name="connsiteY96" fmla="*/ 273488 h 628453"/>
                <a:gd name="connsiteX97" fmla="*/ 607163 w 663907"/>
                <a:gd name="connsiteY97" fmla="*/ 358980 h 628453"/>
                <a:gd name="connsiteX98" fmla="*/ 581665 w 663907"/>
                <a:gd name="connsiteY98" fmla="*/ 324150 h 628453"/>
                <a:gd name="connsiteX99" fmla="*/ 554501 w 663907"/>
                <a:gd name="connsiteY99" fmla="*/ 262655 h 628453"/>
                <a:gd name="connsiteX100" fmla="*/ 535419 w 663907"/>
                <a:gd name="connsiteY100" fmla="*/ 231408 h 628453"/>
                <a:gd name="connsiteX101" fmla="*/ 532586 w 663907"/>
                <a:gd name="connsiteY101" fmla="*/ 226825 h 628453"/>
                <a:gd name="connsiteX102" fmla="*/ 534669 w 663907"/>
                <a:gd name="connsiteY102" fmla="*/ 226575 h 628453"/>
                <a:gd name="connsiteX103" fmla="*/ 544585 w 663907"/>
                <a:gd name="connsiteY103" fmla="*/ 220493 h 628453"/>
                <a:gd name="connsiteX104" fmla="*/ 552001 w 663907"/>
                <a:gd name="connsiteY104" fmla="*/ 232742 h 628453"/>
                <a:gd name="connsiteX105" fmla="*/ 563333 w 663907"/>
                <a:gd name="connsiteY105" fmla="*/ 255073 h 628453"/>
                <a:gd name="connsiteX106" fmla="*/ 579582 w 663907"/>
                <a:gd name="connsiteY106" fmla="*/ 290736 h 628453"/>
                <a:gd name="connsiteX107" fmla="*/ 606580 w 663907"/>
                <a:gd name="connsiteY107" fmla="*/ 357314 h 628453"/>
                <a:gd name="connsiteX108" fmla="*/ 607163 w 663907"/>
                <a:gd name="connsiteY108" fmla="*/ 358980 h 628453"/>
                <a:gd name="connsiteX109" fmla="*/ 607163 w 663907"/>
                <a:gd name="connsiteY109" fmla="*/ 358980 h 628453"/>
                <a:gd name="connsiteX110" fmla="*/ 348436 w 663907"/>
                <a:gd name="connsiteY110" fmla="*/ 550796 h 628453"/>
                <a:gd name="connsiteX111" fmla="*/ 352519 w 663907"/>
                <a:gd name="connsiteY111" fmla="*/ 550629 h 628453"/>
                <a:gd name="connsiteX112" fmla="*/ 387682 w 663907"/>
                <a:gd name="connsiteY112" fmla="*/ 550713 h 628453"/>
                <a:gd name="connsiteX113" fmla="*/ 402348 w 663907"/>
                <a:gd name="connsiteY113" fmla="*/ 549046 h 628453"/>
                <a:gd name="connsiteX114" fmla="*/ 409264 w 663907"/>
                <a:gd name="connsiteY114" fmla="*/ 553379 h 628453"/>
                <a:gd name="connsiteX115" fmla="*/ 385683 w 663907"/>
                <a:gd name="connsiteY115" fmla="*/ 562212 h 628453"/>
                <a:gd name="connsiteX116" fmla="*/ 358185 w 663907"/>
                <a:gd name="connsiteY116" fmla="*/ 569545 h 628453"/>
                <a:gd name="connsiteX117" fmla="*/ 348436 w 663907"/>
                <a:gd name="connsiteY117" fmla="*/ 550796 h 628453"/>
                <a:gd name="connsiteX118" fmla="*/ 348436 w 663907"/>
                <a:gd name="connsiteY118" fmla="*/ 550796 h 628453"/>
                <a:gd name="connsiteX119" fmla="*/ 314272 w 663907"/>
                <a:gd name="connsiteY119" fmla="*/ 503384 h 628453"/>
                <a:gd name="connsiteX120" fmla="*/ 330938 w 663907"/>
                <a:gd name="connsiteY120" fmla="*/ 499468 h 628453"/>
                <a:gd name="connsiteX121" fmla="*/ 332104 w 663907"/>
                <a:gd name="connsiteY121" fmla="*/ 499301 h 628453"/>
                <a:gd name="connsiteX122" fmla="*/ 393682 w 663907"/>
                <a:gd name="connsiteY122" fmla="*/ 543547 h 628453"/>
                <a:gd name="connsiteX123" fmla="*/ 332771 w 663907"/>
                <a:gd name="connsiteY123" fmla="*/ 540880 h 628453"/>
                <a:gd name="connsiteX124" fmla="*/ 311273 w 663907"/>
                <a:gd name="connsiteY124" fmla="*/ 529132 h 628453"/>
                <a:gd name="connsiteX125" fmla="*/ 309106 w 663907"/>
                <a:gd name="connsiteY125" fmla="*/ 516799 h 628453"/>
                <a:gd name="connsiteX126" fmla="*/ 314272 w 663907"/>
                <a:gd name="connsiteY126" fmla="*/ 503384 h 628453"/>
                <a:gd name="connsiteX127" fmla="*/ 314272 w 663907"/>
                <a:gd name="connsiteY127" fmla="*/ 503384 h 628453"/>
                <a:gd name="connsiteX128" fmla="*/ 165036 w 663907"/>
                <a:gd name="connsiteY128" fmla="*/ 303069 h 628453"/>
                <a:gd name="connsiteX129" fmla="*/ 176701 w 663907"/>
                <a:gd name="connsiteY129" fmla="*/ 291903 h 628453"/>
                <a:gd name="connsiteX130" fmla="*/ 179868 w 663907"/>
                <a:gd name="connsiteY130" fmla="*/ 301402 h 628453"/>
                <a:gd name="connsiteX131" fmla="*/ 199199 w 663907"/>
                <a:gd name="connsiteY131" fmla="*/ 342232 h 628453"/>
                <a:gd name="connsiteX132" fmla="*/ 193783 w 663907"/>
                <a:gd name="connsiteY132" fmla="*/ 341232 h 628453"/>
                <a:gd name="connsiteX133" fmla="*/ 167119 w 663907"/>
                <a:gd name="connsiteY133" fmla="*/ 330649 h 628453"/>
                <a:gd name="connsiteX134" fmla="*/ 165036 w 663907"/>
                <a:gd name="connsiteY134" fmla="*/ 303069 h 628453"/>
                <a:gd name="connsiteX135" fmla="*/ 165036 w 663907"/>
                <a:gd name="connsiteY135" fmla="*/ 303069 h 628453"/>
                <a:gd name="connsiteX136" fmla="*/ 19716 w 663907"/>
                <a:gd name="connsiteY136" fmla="*/ 190662 h 628453"/>
                <a:gd name="connsiteX137" fmla="*/ 31631 w 663907"/>
                <a:gd name="connsiteY137" fmla="*/ 180329 h 628453"/>
                <a:gd name="connsiteX138" fmla="*/ 44047 w 663907"/>
                <a:gd name="connsiteY138" fmla="*/ 173664 h 628453"/>
                <a:gd name="connsiteX139" fmla="*/ 70544 w 663907"/>
                <a:gd name="connsiteY139" fmla="*/ 184329 h 628453"/>
                <a:gd name="connsiteX140" fmla="*/ 113874 w 663907"/>
                <a:gd name="connsiteY140" fmla="*/ 200911 h 628453"/>
                <a:gd name="connsiteX141" fmla="*/ 116540 w 663907"/>
                <a:gd name="connsiteY141" fmla="*/ 196578 h 628453"/>
                <a:gd name="connsiteX142" fmla="*/ 76544 w 663907"/>
                <a:gd name="connsiteY142" fmla="*/ 176663 h 628453"/>
                <a:gd name="connsiteX143" fmla="*/ 59212 w 663907"/>
                <a:gd name="connsiteY143" fmla="*/ 167831 h 628453"/>
                <a:gd name="connsiteX144" fmla="*/ 72044 w 663907"/>
                <a:gd name="connsiteY144" fmla="*/ 163748 h 628453"/>
                <a:gd name="connsiteX145" fmla="*/ 82876 w 663907"/>
                <a:gd name="connsiteY145" fmla="*/ 160998 h 628453"/>
                <a:gd name="connsiteX146" fmla="*/ 85459 w 663907"/>
                <a:gd name="connsiteY146" fmla="*/ 162081 h 628453"/>
                <a:gd name="connsiteX147" fmla="*/ 93792 w 663907"/>
                <a:gd name="connsiteY147" fmla="*/ 167081 h 628453"/>
                <a:gd name="connsiteX148" fmla="*/ 107791 w 663907"/>
                <a:gd name="connsiteY148" fmla="*/ 175580 h 628453"/>
                <a:gd name="connsiteX149" fmla="*/ 134955 w 663907"/>
                <a:gd name="connsiteY149" fmla="*/ 190079 h 628453"/>
                <a:gd name="connsiteX150" fmla="*/ 138288 w 663907"/>
                <a:gd name="connsiteY150" fmla="*/ 188329 h 628453"/>
                <a:gd name="connsiteX151" fmla="*/ 115874 w 663907"/>
                <a:gd name="connsiteY151" fmla="*/ 171580 h 628453"/>
                <a:gd name="connsiteX152" fmla="*/ 95375 w 663907"/>
                <a:gd name="connsiteY152" fmla="*/ 158248 h 628453"/>
                <a:gd name="connsiteX153" fmla="*/ 108458 w 663907"/>
                <a:gd name="connsiteY153" fmla="*/ 154082 h 628453"/>
                <a:gd name="connsiteX154" fmla="*/ 114457 w 663907"/>
                <a:gd name="connsiteY154" fmla="*/ 150582 h 628453"/>
                <a:gd name="connsiteX155" fmla="*/ 122956 w 663907"/>
                <a:gd name="connsiteY155" fmla="*/ 155665 h 628453"/>
                <a:gd name="connsiteX156" fmla="*/ 150037 w 663907"/>
                <a:gd name="connsiteY156" fmla="*/ 179496 h 628453"/>
                <a:gd name="connsiteX157" fmla="*/ 152370 w 663907"/>
                <a:gd name="connsiteY157" fmla="*/ 177830 h 628453"/>
                <a:gd name="connsiteX158" fmla="*/ 129122 w 663907"/>
                <a:gd name="connsiteY158" fmla="*/ 150166 h 628453"/>
                <a:gd name="connsiteX159" fmla="*/ 120373 w 663907"/>
                <a:gd name="connsiteY159" fmla="*/ 143166 h 628453"/>
                <a:gd name="connsiteX160" fmla="*/ 123123 w 663907"/>
                <a:gd name="connsiteY160" fmla="*/ 134667 h 628453"/>
                <a:gd name="connsiteX161" fmla="*/ 125956 w 663907"/>
                <a:gd name="connsiteY161" fmla="*/ 115585 h 628453"/>
                <a:gd name="connsiteX162" fmla="*/ 134872 w 663907"/>
                <a:gd name="connsiteY162" fmla="*/ 128334 h 628453"/>
                <a:gd name="connsiteX163" fmla="*/ 152370 w 663907"/>
                <a:gd name="connsiteY163" fmla="*/ 158665 h 628453"/>
                <a:gd name="connsiteX164" fmla="*/ 156870 w 663907"/>
                <a:gd name="connsiteY164" fmla="*/ 156998 h 628453"/>
                <a:gd name="connsiteX165" fmla="*/ 141704 w 663907"/>
                <a:gd name="connsiteY165" fmla="*/ 126001 h 628453"/>
                <a:gd name="connsiteX166" fmla="*/ 131039 w 663907"/>
                <a:gd name="connsiteY166" fmla="*/ 108336 h 628453"/>
                <a:gd name="connsiteX167" fmla="*/ 127039 w 663907"/>
                <a:gd name="connsiteY167" fmla="*/ 104586 h 628453"/>
                <a:gd name="connsiteX168" fmla="*/ 128373 w 663907"/>
                <a:gd name="connsiteY168" fmla="*/ 89171 h 628453"/>
                <a:gd name="connsiteX169" fmla="*/ 130456 w 663907"/>
                <a:gd name="connsiteY169" fmla="*/ 70423 h 628453"/>
                <a:gd name="connsiteX170" fmla="*/ 132872 w 663907"/>
                <a:gd name="connsiteY170" fmla="*/ 73673 h 628453"/>
                <a:gd name="connsiteX171" fmla="*/ 142871 w 663907"/>
                <a:gd name="connsiteY171" fmla="*/ 96004 h 628453"/>
                <a:gd name="connsiteX172" fmla="*/ 163036 w 663907"/>
                <a:gd name="connsiteY172" fmla="*/ 132167 h 628453"/>
                <a:gd name="connsiteX173" fmla="*/ 164536 w 663907"/>
                <a:gd name="connsiteY173" fmla="*/ 131417 h 628453"/>
                <a:gd name="connsiteX174" fmla="*/ 133789 w 663907"/>
                <a:gd name="connsiteY174" fmla="*/ 62007 h 628453"/>
                <a:gd name="connsiteX175" fmla="*/ 131955 w 663907"/>
                <a:gd name="connsiteY175" fmla="*/ 60840 h 628453"/>
                <a:gd name="connsiteX176" fmla="*/ 133622 w 663907"/>
                <a:gd name="connsiteY176" fmla="*/ 50758 h 628453"/>
                <a:gd name="connsiteX177" fmla="*/ 139038 w 663907"/>
                <a:gd name="connsiteY177" fmla="*/ 21261 h 628453"/>
                <a:gd name="connsiteX178" fmla="*/ 145787 w 663907"/>
                <a:gd name="connsiteY178" fmla="*/ 50341 h 628453"/>
                <a:gd name="connsiteX179" fmla="*/ 163453 w 663907"/>
                <a:gd name="connsiteY179" fmla="*/ 95087 h 628453"/>
                <a:gd name="connsiteX180" fmla="*/ 208282 w 663907"/>
                <a:gd name="connsiteY180" fmla="*/ 161331 h 628453"/>
                <a:gd name="connsiteX181" fmla="*/ 252445 w 663907"/>
                <a:gd name="connsiteY181" fmla="*/ 167164 h 628453"/>
                <a:gd name="connsiteX182" fmla="*/ 300274 w 663907"/>
                <a:gd name="connsiteY182" fmla="*/ 171080 h 628453"/>
                <a:gd name="connsiteX183" fmla="*/ 309856 w 663907"/>
                <a:gd name="connsiteY183" fmla="*/ 172497 h 628453"/>
                <a:gd name="connsiteX184" fmla="*/ 330187 w 663907"/>
                <a:gd name="connsiteY184" fmla="*/ 176663 h 628453"/>
                <a:gd name="connsiteX185" fmla="*/ 373100 w 663907"/>
                <a:gd name="connsiteY185" fmla="*/ 190162 h 628453"/>
                <a:gd name="connsiteX186" fmla="*/ 400765 w 663907"/>
                <a:gd name="connsiteY186" fmla="*/ 197745 h 628453"/>
                <a:gd name="connsiteX187" fmla="*/ 428429 w 663907"/>
                <a:gd name="connsiteY187" fmla="*/ 210160 h 628453"/>
                <a:gd name="connsiteX188" fmla="*/ 512671 w 663907"/>
                <a:gd name="connsiteY188" fmla="*/ 273571 h 628453"/>
                <a:gd name="connsiteX189" fmla="*/ 586831 w 663907"/>
                <a:gd name="connsiteY189" fmla="*/ 354481 h 628453"/>
                <a:gd name="connsiteX190" fmla="*/ 644076 w 663907"/>
                <a:gd name="connsiteY190" fmla="*/ 518799 h 628453"/>
                <a:gd name="connsiteX191" fmla="*/ 648492 w 663907"/>
                <a:gd name="connsiteY191" fmla="*/ 606458 h 628453"/>
                <a:gd name="connsiteX192" fmla="*/ 648576 w 663907"/>
                <a:gd name="connsiteY192" fmla="*/ 607875 h 628453"/>
                <a:gd name="connsiteX193" fmla="*/ 631577 w 663907"/>
                <a:gd name="connsiteY193" fmla="*/ 599625 h 628453"/>
                <a:gd name="connsiteX194" fmla="*/ 592164 w 663907"/>
                <a:gd name="connsiteY194" fmla="*/ 584543 h 628453"/>
                <a:gd name="connsiteX195" fmla="*/ 517171 w 663907"/>
                <a:gd name="connsiteY195" fmla="*/ 543630 h 628453"/>
                <a:gd name="connsiteX196" fmla="*/ 511338 w 663907"/>
                <a:gd name="connsiteY196" fmla="*/ 550713 h 628453"/>
                <a:gd name="connsiteX197" fmla="*/ 541585 w 663907"/>
                <a:gd name="connsiteY197" fmla="*/ 572378 h 628453"/>
                <a:gd name="connsiteX198" fmla="*/ 582415 w 663907"/>
                <a:gd name="connsiteY198" fmla="*/ 592459 h 628453"/>
                <a:gd name="connsiteX199" fmla="*/ 640243 w 663907"/>
                <a:gd name="connsiteY199" fmla="*/ 611707 h 628453"/>
                <a:gd name="connsiteX200" fmla="*/ 630494 w 663907"/>
                <a:gd name="connsiteY200" fmla="*/ 612541 h 628453"/>
                <a:gd name="connsiteX201" fmla="*/ 591747 w 663907"/>
                <a:gd name="connsiteY201" fmla="*/ 611541 h 628453"/>
                <a:gd name="connsiteX202" fmla="*/ 453927 w 663907"/>
                <a:gd name="connsiteY202" fmla="*/ 562462 h 628453"/>
                <a:gd name="connsiteX203" fmla="*/ 456759 w 663907"/>
                <a:gd name="connsiteY203" fmla="*/ 545297 h 628453"/>
                <a:gd name="connsiteX204" fmla="*/ 464592 w 663907"/>
                <a:gd name="connsiteY204" fmla="*/ 516633 h 628453"/>
                <a:gd name="connsiteX205" fmla="*/ 490840 w 663907"/>
                <a:gd name="connsiteY205" fmla="*/ 466971 h 628453"/>
                <a:gd name="connsiteX206" fmla="*/ 534836 w 663907"/>
                <a:gd name="connsiteY206" fmla="*/ 431390 h 628453"/>
                <a:gd name="connsiteX207" fmla="*/ 577499 w 663907"/>
                <a:gd name="connsiteY207" fmla="*/ 424641 h 628453"/>
                <a:gd name="connsiteX208" fmla="*/ 577582 w 663907"/>
                <a:gd name="connsiteY208" fmla="*/ 422308 h 628453"/>
                <a:gd name="connsiteX209" fmla="*/ 532003 w 663907"/>
                <a:gd name="connsiteY209" fmla="*/ 423808 h 628453"/>
                <a:gd name="connsiteX210" fmla="*/ 486340 w 663907"/>
                <a:gd name="connsiteY210" fmla="*/ 454805 h 628453"/>
                <a:gd name="connsiteX211" fmla="*/ 484174 w 663907"/>
                <a:gd name="connsiteY211" fmla="*/ 456971 h 628453"/>
                <a:gd name="connsiteX212" fmla="*/ 441928 w 663907"/>
                <a:gd name="connsiteY212" fmla="*/ 361563 h 628453"/>
                <a:gd name="connsiteX213" fmla="*/ 415096 w 663907"/>
                <a:gd name="connsiteY213" fmla="*/ 311068 h 628453"/>
                <a:gd name="connsiteX214" fmla="*/ 387266 w 663907"/>
                <a:gd name="connsiteY214" fmla="*/ 271488 h 628453"/>
                <a:gd name="connsiteX215" fmla="*/ 378517 w 663907"/>
                <a:gd name="connsiteY215" fmla="*/ 276154 h 628453"/>
                <a:gd name="connsiteX216" fmla="*/ 378767 w 663907"/>
                <a:gd name="connsiteY216" fmla="*/ 300235 h 628453"/>
                <a:gd name="connsiteX217" fmla="*/ 367101 w 663907"/>
                <a:gd name="connsiteY217" fmla="*/ 316067 h 628453"/>
                <a:gd name="connsiteX218" fmla="*/ 359768 w 663907"/>
                <a:gd name="connsiteY218" fmla="*/ 316484 h 628453"/>
                <a:gd name="connsiteX219" fmla="*/ 352769 w 663907"/>
                <a:gd name="connsiteY219" fmla="*/ 321900 h 628453"/>
                <a:gd name="connsiteX220" fmla="*/ 344436 w 663907"/>
                <a:gd name="connsiteY220" fmla="*/ 345231 h 628453"/>
                <a:gd name="connsiteX221" fmla="*/ 326938 w 663907"/>
                <a:gd name="connsiteY221" fmla="*/ 371312 h 628453"/>
                <a:gd name="connsiteX222" fmla="*/ 320689 w 663907"/>
                <a:gd name="connsiteY222" fmla="*/ 402310 h 628453"/>
                <a:gd name="connsiteX223" fmla="*/ 313356 w 663907"/>
                <a:gd name="connsiteY223" fmla="*/ 414725 h 628453"/>
                <a:gd name="connsiteX224" fmla="*/ 326021 w 663907"/>
                <a:gd name="connsiteY224" fmla="*/ 437890 h 628453"/>
                <a:gd name="connsiteX225" fmla="*/ 371850 w 663907"/>
                <a:gd name="connsiteY225" fmla="*/ 469554 h 628453"/>
                <a:gd name="connsiteX226" fmla="*/ 419846 w 663907"/>
                <a:gd name="connsiteY226" fmla="*/ 494884 h 628453"/>
                <a:gd name="connsiteX227" fmla="*/ 444678 w 663907"/>
                <a:gd name="connsiteY227" fmla="*/ 503300 h 628453"/>
                <a:gd name="connsiteX228" fmla="*/ 453343 w 663907"/>
                <a:gd name="connsiteY228" fmla="*/ 506717 h 628453"/>
                <a:gd name="connsiteX229" fmla="*/ 440928 w 663907"/>
                <a:gd name="connsiteY229" fmla="*/ 555213 h 628453"/>
                <a:gd name="connsiteX230" fmla="*/ 423846 w 663907"/>
                <a:gd name="connsiteY230" fmla="*/ 544963 h 628453"/>
                <a:gd name="connsiteX231" fmla="*/ 279692 w 663907"/>
                <a:gd name="connsiteY231" fmla="*/ 431307 h 628453"/>
                <a:gd name="connsiteX232" fmla="*/ 188451 w 663907"/>
                <a:gd name="connsiteY232" fmla="*/ 280737 h 628453"/>
                <a:gd name="connsiteX233" fmla="*/ 175535 w 663907"/>
                <a:gd name="connsiteY233" fmla="*/ 239491 h 628453"/>
                <a:gd name="connsiteX234" fmla="*/ 153287 w 663907"/>
                <a:gd name="connsiteY234" fmla="*/ 226659 h 628453"/>
                <a:gd name="connsiteX235" fmla="*/ 72544 w 663907"/>
                <a:gd name="connsiteY235" fmla="*/ 205077 h 628453"/>
                <a:gd name="connsiteX236" fmla="*/ 25548 w 663907"/>
                <a:gd name="connsiteY236" fmla="*/ 193078 h 628453"/>
                <a:gd name="connsiteX237" fmla="*/ 19716 w 663907"/>
                <a:gd name="connsiteY237" fmla="*/ 190662 h 628453"/>
                <a:gd name="connsiteX238" fmla="*/ 19716 w 663907"/>
                <a:gd name="connsiteY238" fmla="*/ 190662 h 628453"/>
                <a:gd name="connsiteX239" fmla="*/ 402598 w 663907"/>
                <a:gd name="connsiteY239" fmla="*/ 454472 h 628453"/>
                <a:gd name="connsiteX240" fmla="*/ 429429 w 663907"/>
                <a:gd name="connsiteY240" fmla="*/ 478969 h 628453"/>
                <a:gd name="connsiteX241" fmla="*/ 460093 w 663907"/>
                <a:gd name="connsiteY241" fmla="*/ 493385 h 628453"/>
                <a:gd name="connsiteX242" fmla="*/ 458009 w 663907"/>
                <a:gd name="connsiteY242" fmla="*/ 497634 h 628453"/>
                <a:gd name="connsiteX243" fmla="*/ 443761 w 663907"/>
                <a:gd name="connsiteY243" fmla="*/ 491635 h 628453"/>
                <a:gd name="connsiteX244" fmla="*/ 419763 w 663907"/>
                <a:gd name="connsiteY244" fmla="*/ 482636 h 628453"/>
                <a:gd name="connsiteX245" fmla="*/ 374267 w 663907"/>
                <a:gd name="connsiteY245" fmla="*/ 458305 h 628453"/>
                <a:gd name="connsiteX246" fmla="*/ 330604 w 663907"/>
                <a:gd name="connsiteY246" fmla="*/ 425724 h 628453"/>
                <a:gd name="connsiteX247" fmla="*/ 340603 w 663907"/>
                <a:gd name="connsiteY247" fmla="*/ 387644 h 628453"/>
                <a:gd name="connsiteX248" fmla="*/ 339354 w 663907"/>
                <a:gd name="connsiteY248" fmla="*/ 370146 h 628453"/>
                <a:gd name="connsiteX249" fmla="*/ 352352 w 663907"/>
                <a:gd name="connsiteY249" fmla="*/ 355564 h 628453"/>
                <a:gd name="connsiteX250" fmla="*/ 358685 w 663907"/>
                <a:gd name="connsiteY250" fmla="*/ 343815 h 628453"/>
                <a:gd name="connsiteX251" fmla="*/ 360102 w 663907"/>
                <a:gd name="connsiteY251" fmla="*/ 335316 h 628453"/>
                <a:gd name="connsiteX252" fmla="*/ 371684 w 663907"/>
                <a:gd name="connsiteY252" fmla="*/ 326233 h 628453"/>
                <a:gd name="connsiteX253" fmla="*/ 387516 w 663907"/>
                <a:gd name="connsiteY253" fmla="*/ 315234 h 628453"/>
                <a:gd name="connsiteX254" fmla="*/ 389515 w 663907"/>
                <a:gd name="connsiteY254" fmla="*/ 291903 h 628453"/>
                <a:gd name="connsiteX255" fmla="*/ 395848 w 663907"/>
                <a:gd name="connsiteY255" fmla="*/ 304318 h 628453"/>
                <a:gd name="connsiteX256" fmla="*/ 409764 w 663907"/>
                <a:gd name="connsiteY256" fmla="*/ 329400 h 628453"/>
                <a:gd name="connsiteX257" fmla="*/ 437428 w 663907"/>
                <a:gd name="connsiteY257" fmla="*/ 381978 h 628453"/>
                <a:gd name="connsiteX258" fmla="*/ 462092 w 663907"/>
                <a:gd name="connsiteY258" fmla="*/ 430807 h 628453"/>
                <a:gd name="connsiteX259" fmla="*/ 479674 w 663907"/>
                <a:gd name="connsiteY259" fmla="*/ 462637 h 628453"/>
                <a:gd name="connsiteX260" fmla="*/ 474342 w 663907"/>
                <a:gd name="connsiteY260" fmla="*/ 469554 h 628453"/>
                <a:gd name="connsiteX261" fmla="*/ 449260 w 663907"/>
                <a:gd name="connsiteY261" fmla="*/ 434223 h 628453"/>
                <a:gd name="connsiteX262" fmla="*/ 417013 w 663907"/>
                <a:gd name="connsiteY262" fmla="*/ 386228 h 628453"/>
                <a:gd name="connsiteX263" fmla="*/ 415513 w 663907"/>
                <a:gd name="connsiteY263" fmla="*/ 386978 h 628453"/>
                <a:gd name="connsiteX264" fmla="*/ 442928 w 663907"/>
                <a:gd name="connsiteY264" fmla="*/ 435390 h 628453"/>
                <a:gd name="connsiteX265" fmla="*/ 458259 w 663907"/>
                <a:gd name="connsiteY265" fmla="*/ 458555 h 628453"/>
                <a:gd name="connsiteX266" fmla="*/ 471092 w 663907"/>
                <a:gd name="connsiteY266" fmla="*/ 474136 h 628453"/>
                <a:gd name="connsiteX267" fmla="*/ 470508 w 663907"/>
                <a:gd name="connsiteY267" fmla="*/ 475053 h 628453"/>
                <a:gd name="connsiteX268" fmla="*/ 452177 w 663907"/>
                <a:gd name="connsiteY268" fmla="*/ 461054 h 628453"/>
                <a:gd name="connsiteX269" fmla="*/ 434595 w 663907"/>
                <a:gd name="connsiteY269" fmla="*/ 447139 h 628453"/>
                <a:gd name="connsiteX270" fmla="*/ 396931 w 663907"/>
                <a:gd name="connsiteY270" fmla="*/ 416225 h 628453"/>
                <a:gd name="connsiteX271" fmla="*/ 393848 w 663907"/>
                <a:gd name="connsiteY271" fmla="*/ 419975 h 628453"/>
                <a:gd name="connsiteX272" fmla="*/ 432345 w 663907"/>
                <a:gd name="connsiteY272" fmla="*/ 456221 h 628453"/>
                <a:gd name="connsiteX273" fmla="*/ 466175 w 663907"/>
                <a:gd name="connsiteY273" fmla="*/ 481969 h 628453"/>
                <a:gd name="connsiteX274" fmla="*/ 462676 w 663907"/>
                <a:gd name="connsiteY274" fmla="*/ 488302 h 628453"/>
                <a:gd name="connsiteX275" fmla="*/ 433678 w 663907"/>
                <a:gd name="connsiteY275" fmla="*/ 473886 h 628453"/>
                <a:gd name="connsiteX276" fmla="*/ 403348 w 663907"/>
                <a:gd name="connsiteY276" fmla="*/ 453805 h 628453"/>
                <a:gd name="connsiteX277" fmla="*/ 402598 w 663907"/>
                <a:gd name="connsiteY277" fmla="*/ 454472 h 628453"/>
                <a:gd name="connsiteX278" fmla="*/ 402598 w 663907"/>
                <a:gd name="connsiteY278" fmla="*/ 454472 h 628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Lst>
              <a:rect l="l" t="t" r="r" b="b"/>
              <a:pathLst>
                <a:path w="663907" h="628453">
                  <a:moveTo>
                    <a:pt x="23215" y="168331"/>
                  </a:moveTo>
                  <a:cubicBezTo>
                    <a:pt x="16883" y="172414"/>
                    <a:pt x="884" y="182163"/>
                    <a:pt x="51" y="191079"/>
                  </a:cubicBezTo>
                  <a:cubicBezTo>
                    <a:pt x="-949" y="202161"/>
                    <a:pt x="13133" y="204494"/>
                    <a:pt x="20882" y="206827"/>
                  </a:cubicBezTo>
                  <a:cubicBezTo>
                    <a:pt x="37297" y="211827"/>
                    <a:pt x="54129" y="215243"/>
                    <a:pt x="70628" y="219743"/>
                  </a:cubicBezTo>
                  <a:cubicBezTo>
                    <a:pt x="87543" y="224409"/>
                    <a:pt x="104625" y="228325"/>
                    <a:pt x="121540" y="233241"/>
                  </a:cubicBezTo>
                  <a:cubicBezTo>
                    <a:pt x="136872" y="237658"/>
                    <a:pt x="158703" y="239408"/>
                    <a:pt x="165786" y="255406"/>
                  </a:cubicBezTo>
                  <a:cubicBezTo>
                    <a:pt x="169036" y="262739"/>
                    <a:pt x="171119" y="270738"/>
                    <a:pt x="173118" y="278738"/>
                  </a:cubicBezTo>
                  <a:cubicBezTo>
                    <a:pt x="158620" y="289986"/>
                    <a:pt x="141371" y="305735"/>
                    <a:pt x="149371" y="324650"/>
                  </a:cubicBezTo>
                  <a:cubicBezTo>
                    <a:pt x="158870" y="347315"/>
                    <a:pt x="182201" y="349064"/>
                    <a:pt x="203699" y="350647"/>
                  </a:cubicBezTo>
                  <a:cubicBezTo>
                    <a:pt x="232113" y="402226"/>
                    <a:pt x="270610" y="450888"/>
                    <a:pt x="316772" y="487469"/>
                  </a:cubicBezTo>
                  <a:cubicBezTo>
                    <a:pt x="317689" y="488219"/>
                    <a:pt x="318606" y="488885"/>
                    <a:pt x="319522" y="489635"/>
                  </a:cubicBezTo>
                  <a:cubicBezTo>
                    <a:pt x="310106" y="491801"/>
                    <a:pt x="299440" y="496634"/>
                    <a:pt x="296191" y="502717"/>
                  </a:cubicBezTo>
                  <a:cubicBezTo>
                    <a:pt x="292524" y="509466"/>
                    <a:pt x="297524" y="514466"/>
                    <a:pt x="299440" y="520549"/>
                  </a:cubicBezTo>
                  <a:cubicBezTo>
                    <a:pt x="301440" y="527132"/>
                    <a:pt x="298774" y="535714"/>
                    <a:pt x="303107" y="541714"/>
                  </a:cubicBezTo>
                  <a:cubicBezTo>
                    <a:pt x="309523" y="550546"/>
                    <a:pt x="325021" y="551630"/>
                    <a:pt x="338187" y="551379"/>
                  </a:cubicBezTo>
                  <a:cubicBezTo>
                    <a:pt x="338520" y="559629"/>
                    <a:pt x="339020" y="569211"/>
                    <a:pt x="344020" y="575961"/>
                  </a:cubicBezTo>
                  <a:cubicBezTo>
                    <a:pt x="349019" y="582627"/>
                    <a:pt x="355935" y="581710"/>
                    <a:pt x="363351" y="580543"/>
                  </a:cubicBezTo>
                  <a:cubicBezTo>
                    <a:pt x="374600" y="578794"/>
                    <a:pt x="382766" y="575127"/>
                    <a:pt x="392849" y="570045"/>
                  </a:cubicBezTo>
                  <a:cubicBezTo>
                    <a:pt x="398348" y="567211"/>
                    <a:pt x="404014" y="564795"/>
                    <a:pt x="409597" y="562128"/>
                  </a:cubicBezTo>
                  <a:cubicBezTo>
                    <a:pt x="411347" y="561295"/>
                    <a:pt x="413847" y="559379"/>
                    <a:pt x="416347" y="558046"/>
                  </a:cubicBezTo>
                  <a:cubicBezTo>
                    <a:pt x="439428" y="572211"/>
                    <a:pt x="463342" y="584960"/>
                    <a:pt x="488257" y="595876"/>
                  </a:cubicBezTo>
                  <a:cubicBezTo>
                    <a:pt x="517004" y="608458"/>
                    <a:pt x="546668" y="619540"/>
                    <a:pt x="577749" y="625123"/>
                  </a:cubicBezTo>
                  <a:cubicBezTo>
                    <a:pt x="591247" y="627539"/>
                    <a:pt x="604913" y="628123"/>
                    <a:pt x="618579" y="628289"/>
                  </a:cubicBezTo>
                  <a:cubicBezTo>
                    <a:pt x="629494" y="628373"/>
                    <a:pt x="643659" y="629206"/>
                    <a:pt x="654158" y="626123"/>
                  </a:cubicBezTo>
                  <a:cubicBezTo>
                    <a:pt x="661991" y="623790"/>
                    <a:pt x="663824" y="619623"/>
                    <a:pt x="663908" y="612124"/>
                  </a:cubicBezTo>
                  <a:cubicBezTo>
                    <a:pt x="663908" y="598792"/>
                    <a:pt x="663074" y="585460"/>
                    <a:pt x="662407" y="572128"/>
                  </a:cubicBezTo>
                  <a:cubicBezTo>
                    <a:pt x="660741" y="539547"/>
                    <a:pt x="659242" y="507300"/>
                    <a:pt x="653492" y="475053"/>
                  </a:cubicBezTo>
                  <a:cubicBezTo>
                    <a:pt x="647909" y="443306"/>
                    <a:pt x="637493" y="413809"/>
                    <a:pt x="623161" y="386478"/>
                  </a:cubicBezTo>
                  <a:cubicBezTo>
                    <a:pt x="620911" y="375812"/>
                    <a:pt x="618412" y="365146"/>
                    <a:pt x="615162" y="354397"/>
                  </a:cubicBezTo>
                  <a:cubicBezTo>
                    <a:pt x="608079" y="330733"/>
                    <a:pt x="598247" y="307401"/>
                    <a:pt x="589831" y="284237"/>
                  </a:cubicBezTo>
                  <a:cubicBezTo>
                    <a:pt x="582582" y="264072"/>
                    <a:pt x="573915" y="243741"/>
                    <a:pt x="563333" y="225076"/>
                  </a:cubicBezTo>
                  <a:cubicBezTo>
                    <a:pt x="559833" y="218909"/>
                    <a:pt x="556001" y="208744"/>
                    <a:pt x="548585" y="206077"/>
                  </a:cubicBezTo>
                  <a:cubicBezTo>
                    <a:pt x="542085" y="203744"/>
                    <a:pt x="540085" y="207911"/>
                    <a:pt x="534753" y="209827"/>
                  </a:cubicBezTo>
                  <a:cubicBezTo>
                    <a:pt x="524670" y="213493"/>
                    <a:pt x="513504" y="195078"/>
                    <a:pt x="507338" y="188662"/>
                  </a:cubicBezTo>
                  <a:cubicBezTo>
                    <a:pt x="500756" y="181913"/>
                    <a:pt x="493839" y="174747"/>
                    <a:pt x="485507" y="170247"/>
                  </a:cubicBezTo>
                  <a:cubicBezTo>
                    <a:pt x="478591" y="166498"/>
                    <a:pt x="471092" y="164331"/>
                    <a:pt x="463259" y="164998"/>
                  </a:cubicBezTo>
                  <a:cubicBezTo>
                    <a:pt x="449260" y="166331"/>
                    <a:pt x="440761" y="164414"/>
                    <a:pt x="429512" y="155415"/>
                  </a:cubicBezTo>
                  <a:cubicBezTo>
                    <a:pt x="417097" y="145499"/>
                    <a:pt x="408264" y="134834"/>
                    <a:pt x="392099" y="141833"/>
                  </a:cubicBezTo>
                  <a:cubicBezTo>
                    <a:pt x="378600" y="147666"/>
                    <a:pt x="372267" y="146416"/>
                    <a:pt x="359102" y="141250"/>
                  </a:cubicBezTo>
                  <a:cubicBezTo>
                    <a:pt x="352519" y="138667"/>
                    <a:pt x="346186" y="136250"/>
                    <a:pt x="339020" y="137500"/>
                  </a:cubicBezTo>
                  <a:cubicBezTo>
                    <a:pt x="329771" y="139083"/>
                    <a:pt x="322355" y="145499"/>
                    <a:pt x="312856" y="146583"/>
                  </a:cubicBezTo>
                  <a:cubicBezTo>
                    <a:pt x="307023" y="147249"/>
                    <a:pt x="300024" y="144999"/>
                    <a:pt x="294274" y="146999"/>
                  </a:cubicBezTo>
                  <a:cubicBezTo>
                    <a:pt x="289441" y="148666"/>
                    <a:pt x="286025" y="152999"/>
                    <a:pt x="285358" y="157665"/>
                  </a:cubicBezTo>
                  <a:cubicBezTo>
                    <a:pt x="275943" y="156665"/>
                    <a:pt x="266443" y="155915"/>
                    <a:pt x="256944" y="155582"/>
                  </a:cubicBezTo>
                  <a:cubicBezTo>
                    <a:pt x="248612" y="154832"/>
                    <a:pt x="240279" y="154165"/>
                    <a:pt x="231946" y="153415"/>
                  </a:cubicBezTo>
                  <a:cubicBezTo>
                    <a:pt x="195200" y="150249"/>
                    <a:pt x="184034" y="110169"/>
                    <a:pt x="171619" y="81839"/>
                  </a:cubicBezTo>
                  <a:cubicBezTo>
                    <a:pt x="165786" y="68506"/>
                    <a:pt x="160286" y="55341"/>
                    <a:pt x="155870" y="41425"/>
                  </a:cubicBezTo>
                  <a:cubicBezTo>
                    <a:pt x="151954" y="29177"/>
                    <a:pt x="151954" y="16094"/>
                    <a:pt x="148121" y="4095"/>
                  </a:cubicBezTo>
                  <a:cubicBezTo>
                    <a:pt x="147204" y="1346"/>
                    <a:pt x="144288" y="-154"/>
                    <a:pt x="141621" y="13"/>
                  </a:cubicBezTo>
                  <a:cubicBezTo>
                    <a:pt x="122290" y="846"/>
                    <a:pt x="118706" y="55924"/>
                    <a:pt x="116957" y="69423"/>
                  </a:cubicBezTo>
                  <a:cubicBezTo>
                    <a:pt x="114624" y="87921"/>
                    <a:pt x="113790" y="106669"/>
                    <a:pt x="111207" y="125168"/>
                  </a:cubicBezTo>
                  <a:cubicBezTo>
                    <a:pt x="108291" y="146416"/>
                    <a:pt x="82210" y="146249"/>
                    <a:pt x="65295" y="151499"/>
                  </a:cubicBezTo>
                  <a:cubicBezTo>
                    <a:pt x="50796" y="155915"/>
                    <a:pt x="35631" y="160415"/>
                    <a:pt x="23215" y="168331"/>
                  </a:cubicBezTo>
                  <a:lnTo>
                    <a:pt x="23215" y="168331"/>
                  </a:lnTo>
                  <a:close/>
                  <a:moveTo>
                    <a:pt x="364768" y="171747"/>
                  </a:moveTo>
                  <a:cubicBezTo>
                    <a:pt x="352936" y="168914"/>
                    <a:pt x="341020" y="166581"/>
                    <a:pt x="329021" y="164248"/>
                  </a:cubicBezTo>
                  <a:cubicBezTo>
                    <a:pt x="319022" y="162331"/>
                    <a:pt x="309106" y="160665"/>
                    <a:pt x="299107" y="159248"/>
                  </a:cubicBezTo>
                  <a:cubicBezTo>
                    <a:pt x="299274" y="158748"/>
                    <a:pt x="299524" y="158415"/>
                    <a:pt x="299690" y="158248"/>
                  </a:cubicBezTo>
                  <a:cubicBezTo>
                    <a:pt x="299607" y="158748"/>
                    <a:pt x="307356" y="160581"/>
                    <a:pt x="308939" y="160498"/>
                  </a:cubicBezTo>
                  <a:cubicBezTo>
                    <a:pt x="317522" y="160165"/>
                    <a:pt x="325355" y="157498"/>
                    <a:pt x="333104" y="153832"/>
                  </a:cubicBezTo>
                  <a:cubicBezTo>
                    <a:pt x="337604" y="151666"/>
                    <a:pt x="342020" y="151165"/>
                    <a:pt x="346353" y="151666"/>
                  </a:cubicBezTo>
                  <a:cubicBezTo>
                    <a:pt x="353185" y="157665"/>
                    <a:pt x="358852" y="164748"/>
                    <a:pt x="364768" y="171747"/>
                  </a:cubicBezTo>
                  <a:lnTo>
                    <a:pt x="364768" y="171747"/>
                  </a:lnTo>
                  <a:close/>
                  <a:moveTo>
                    <a:pt x="386183" y="158332"/>
                  </a:moveTo>
                  <a:cubicBezTo>
                    <a:pt x="395432" y="166414"/>
                    <a:pt x="402931" y="176163"/>
                    <a:pt x="410181" y="186079"/>
                  </a:cubicBezTo>
                  <a:cubicBezTo>
                    <a:pt x="397515" y="180830"/>
                    <a:pt x="384599" y="176830"/>
                    <a:pt x="371434" y="173497"/>
                  </a:cubicBezTo>
                  <a:cubicBezTo>
                    <a:pt x="367434" y="167248"/>
                    <a:pt x="364101" y="160581"/>
                    <a:pt x="359518" y="154999"/>
                  </a:cubicBezTo>
                  <a:cubicBezTo>
                    <a:pt x="368267" y="157832"/>
                    <a:pt x="376934" y="161081"/>
                    <a:pt x="386183" y="158332"/>
                  </a:cubicBezTo>
                  <a:lnTo>
                    <a:pt x="386183" y="158332"/>
                  </a:lnTo>
                  <a:close/>
                  <a:moveTo>
                    <a:pt x="428762" y="168247"/>
                  </a:moveTo>
                  <a:cubicBezTo>
                    <a:pt x="443177" y="185079"/>
                    <a:pt x="456759" y="201161"/>
                    <a:pt x="469175" y="218909"/>
                  </a:cubicBezTo>
                  <a:cubicBezTo>
                    <a:pt x="453760" y="208244"/>
                    <a:pt x="437678" y="198745"/>
                    <a:pt x="420846" y="190662"/>
                  </a:cubicBezTo>
                  <a:cubicBezTo>
                    <a:pt x="419346" y="189912"/>
                    <a:pt x="417846" y="189329"/>
                    <a:pt x="416347" y="188662"/>
                  </a:cubicBezTo>
                  <a:cubicBezTo>
                    <a:pt x="411180" y="179580"/>
                    <a:pt x="406014" y="170497"/>
                    <a:pt x="399515" y="162165"/>
                  </a:cubicBezTo>
                  <a:cubicBezTo>
                    <a:pt x="397848" y="159998"/>
                    <a:pt x="395598" y="156998"/>
                    <a:pt x="393099" y="154499"/>
                  </a:cubicBezTo>
                  <a:cubicBezTo>
                    <a:pt x="394432" y="153582"/>
                    <a:pt x="395765" y="152666"/>
                    <a:pt x="397182" y="152249"/>
                  </a:cubicBezTo>
                  <a:cubicBezTo>
                    <a:pt x="408264" y="148749"/>
                    <a:pt x="415180" y="158248"/>
                    <a:pt x="422346" y="163748"/>
                  </a:cubicBezTo>
                  <a:cubicBezTo>
                    <a:pt x="424512" y="165248"/>
                    <a:pt x="426595" y="166748"/>
                    <a:pt x="428762" y="168247"/>
                  </a:cubicBezTo>
                  <a:lnTo>
                    <a:pt x="428762" y="168247"/>
                  </a:lnTo>
                  <a:close/>
                  <a:moveTo>
                    <a:pt x="502839" y="230325"/>
                  </a:moveTo>
                  <a:cubicBezTo>
                    <a:pt x="508505" y="239741"/>
                    <a:pt x="513921" y="249240"/>
                    <a:pt x="519337" y="258739"/>
                  </a:cubicBezTo>
                  <a:cubicBezTo>
                    <a:pt x="505838" y="246490"/>
                    <a:pt x="491756" y="234991"/>
                    <a:pt x="477007" y="224326"/>
                  </a:cubicBezTo>
                  <a:cubicBezTo>
                    <a:pt x="469009" y="207744"/>
                    <a:pt x="460093" y="190162"/>
                    <a:pt x="447761" y="176413"/>
                  </a:cubicBezTo>
                  <a:cubicBezTo>
                    <a:pt x="454760" y="177746"/>
                    <a:pt x="461176" y="177663"/>
                    <a:pt x="467592" y="179163"/>
                  </a:cubicBezTo>
                  <a:cubicBezTo>
                    <a:pt x="467592" y="179663"/>
                    <a:pt x="467675" y="180246"/>
                    <a:pt x="468009" y="180746"/>
                  </a:cubicBezTo>
                  <a:cubicBezTo>
                    <a:pt x="479591" y="197411"/>
                    <a:pt x="492173" y="212743"/>
                    <a:pt x="502839" y="230325"/>
                  </a:cubicBezTo>
                  <a:lnTo>
                    <a:pt x="502839" y="230325"/>
                  </a:lnTo>
                  <a:close/>
                  <a:moveTo>
                    <a:pt x="552334" y="273488"/>
                  </a:moveTo>
                  <a:cubicBezTo>
                    <a:pt x="559584" y="287237"/>
                    <a:pt x="566416" y="301069"/>
                    <a:pt x="573666" y="314651"/>
                  </a:cubicBezTo>
                  <a:cubicBezTo>
                    <a:pt x="572999" y="313901"/>
                    <a:pt x="572416" y="313151"/>
                    <a:pt x="571749" y="312318"/>
                  </a:cubicBezTo>
                  <a:cubicBezTo>
                    <a:pt x="558000" y="296736"/>
                    <a:pt x="543418" y="281404"/>
                    <a:pt x="528086" y="266822"/>
                  </a:cubicBezTo>
                  <a:cubicBezTo>
                    <a:pt x="521171" y="252490"/>
                    <a:pt x="514504" y="238158"/>
                    <a:pt x="506505" y="224242"/>
                  </a:cubicBezTo>
                  <a:cubicBezTo>
                    <a:pt x="500339" y="213493"/>
                    <a:pt x="494006" y="199828"/>
                    <a:pt x="485423" y="189162"/>
                  </a:cubicBezTo>
                  <a:cubicBezTo>
                    <a:pt x="492673" y="195328"/>
                    <a:pt x="499006" y="202411"/>
                    <a:pt x="505589" y="209244"/>
                  </a:cubicBezTo>
                  <a:cubicBezTo>
                    <a:pt x="510172" y="214077"/>
                    <a:pt x="515421" y="220493"/>
                    <a:pt x="521671" y="224076"/>
                  </a:cubicBezTo>
                  <a:cubicBezTo>
                    <a:pt x="532170" y="240491"/>
                    <a:pt x="543168" y="256323"/>
                    <a:pt x="552334" y="273488"/>
                  </a:cubicBezTo>
                  <a:lnTo>
                    <a:pt x="552334" y="273488"/>
                  </a:lnTo>
                  <a:close/>
                  <a:moveTo>
                    <a:pt x="607163" y="358980"/>
                  </a:moveTo>
                  <a:cubicBezTo>
                    <a:pt x="599413" y="346981"/>
                    <a:pt x="590914" y="335399"/>
                    <a:pt x="581665" y="324150"/>
                  </a:cubicBezTo>
                  <a:cubicBezTo>
                    <a:pt x="572666" y="303652"/>
                    <a:pt x="564917" y="282570"/>
                    <a:pt x="554501" y="262655"/>
                  </a:cubicBezTo>
                  <a:cubicBezTo>
                    <a:pt x="548835" y="251740"/>
                    <a:pt x="542335" y="241574"/>
                    <a:pt x="535419" y="231408"/>
                  </a:cubicBezTo>
                  <a:cubicBezTo>
                    <a:pt x="534419" y="229992"/>
                    <a:pt x="533503" y="228409"/>
                    <a:pt x="532586" y="226825"/>
                  </a:cubicBezTo>
                  <a:cubicBezTo>
                    <a:pt x="533252" y="226742"/>
                    <a:pt x="534003" y="226742"/>
                    <a:pt x="534669" y="226575"/>
                  </a:cubicBezTo>
                  <a:cubicBezTo>
                    <a:pt x="537836" y="225826"/>
                    <a:pt x="542335" y="220326"/>
                    <a:pt x="544585" y="220493"/>
                  </a:cubicBezTo>
                  <a:cubicBezTo>
                    <a:pt x="546168" y="220576"/>
                    <a:pt x="551251" y="231492"/>
                    <a:pt x="552001" y="232742"/>
                  </a:cubicBezTo>
                  <a:cubicBezTo>
                    <a:pt x="556167" y="239991"/>
                    <a:pt x="559584" y="247573"/>
                    <a:pt x="563333" y="255073"/>
                  </a:cubicBezTo>
                  <a:cubicBezTo>
                    <a:pt x="569166" y="266822"/>
                    <a:pt x="574666" y="278571"/>
                    <a:pt x="579582" y="290736"/>
                  </a:cubicBezTo>
                  <a:cubicBezTo>
                    <a:pt x="588581" y="312818"/>
                    <a:pt x="598913" y="334899"/>
                    <a:pt x="606580" y="357314"/>
                  </a:cubicBezTo>
                  <a:cubicBezTo>
                    <a:pt x="606829" y="357897"/>
                    <a:pt x="606996" y="358397"/>
                    <a:pt x="607163" y="358980"/>
                  </a:cubicBezTo>
                  <a:lnTo>
                    <a:pt x="607163" y="358980"/>
                  </a:lnTo>
                  <a:close/>
                  <a:moveTo>
                    <a:pt x="348436" y="550796"/>
                  </a:moveTo>
                  <a:cubicBezTo>
                    <a:pt x="349936" y="550713"/>
                    <a:pt x="351269" y="550713"/>
                    <a:pt x="352519" y="550629"/>
                  </a:cubicBezTo>
                  <a:cubicBezTo>
                    <a:pt x="364268" y="550463"/>
                    <a:pt x="376017" y="551046"/>
                    <a:pt x="387682" y="550713"/>
                  </a:cubicBezTo>
                  <a:cubicBezTo>
                    <a:pt x="392682" y="550546"/>
                    <a:pt x="397515" y="549880"/>
                    <a:pt x="402348" y="549046"/>
                  </a:cubicBezTo>
                  <a:cubicBezTo>
                    <a:pt x="404598" y="550546"/>
                    <a:pt x="406931" y="551963"/>
                    <a:pt x="409264" y="553379"/>
                  </a:cubicBezTo>
                  <a:cubicBezTo>
                    <a:pt x="400514" y="555213"/>
                    <a:pt x="390016" y="560379"/>
                    <a:pt x="385683" y="562212"/>
                  </a:cubicBezTo>
                  <a:cubicBezTo>
                    <a:pt x="378433" y="565211"/>
                    <a:pt x="366351" y="571378"/>
                    <a:pt x="358185" y="569545"/>
                  </a:cubicBezTo>
                  <a:cubicBezTo>
                    <a:pt x="350186" y="567795"/>
                    <a:pt x="350519" y="557962"/>
                    <a:pt x="348436" y="550796"/>
                  </a:cubicBezTo>
                  <a:lnTo>
                    <a:pt x="348436" y="550796"/>
                  </a:lnTo>
                  <a:close/>
                  <a:moveTo>
                    <a:pt x="314272" y="503384"/>
                  </a:moveTo>
                  <a:cubicBezTo>
                    <a:pt x="318606" y="501051"/>
                    <a:pt x="325938" y="499634"/>
                    <a:pt x="330938" y="499468"/>
                  </a:cubicBezTo>
                  <a:cubicBezTo>
                    <a:pt x="331354" y="499468"/>
                    <a:pt x="331688" y="499384"/>
                    <a:pt x="332104" y="499301"/>
                  </a:cubicBezTo>
                  <a:cubicBezTo>
                    <a:pt x="352102" y="514716"/>
                    <a:pt x="372600" y="529631"/>
                    <a:pt x="393682" y="543547"/>
                  </a:cubicBezTo>
                  <a:cubicBezTo>
                    <a:pt x="373351" y="542880"/>
                    <a:pt x="352936" y="543047"/>
                    <a:pt x="332771" y="540880"/>
                  </a:cubicBezTo>
                  <a:cubicBezTo>
                    <a:pt x="323772" y="539964"/>
                    <a:pt x="314106" y="539131"/>
                    <a:pt x="311273" y="529132"/>
                  </a:cubicBezTo>
                  <a:cubicBezTo>
                    <a:pt x="310190" y="525382"/>
                    <a:pt x="309939" y="520716"/>
                    <a:pt x="309106" y="516799"/>
                  </a:cubicBezTo>
                  <a:cubicBezTo>
                    <a:pt x="307273" y="509466"/>
                    <a:pt x="307023" y="507217"/>
                    <a:pt x="314272" y="503384"/>
                  </a:cubicBezTo>
                  <a:lnTo>
                    <a:pt x="314272" y="503384"/>
                  </a:lnTo>
                  <a:close/>
                  <a:moveTo>
                    <a:pt x="165036" y="303069"/>
                  </a:moveTo>
                  <a:cubicBezTo>
                    <a:pt x="168619" y="299236"/>
                    <a:pt x="172618" y="295486"/>
                    <a:pt x="176701" y="291903"/>
                  </a:cubicBezTo>
                  <a:cubicBezTo>
                    <a:pt x="177618" y="295152"/>
                    <a:pt x="178701" y="298319"/>
                    <a:pt x="179868" y="301402"/>
                  </a:cubicBezTo>
                  <a:cubicBezTo>
                    <a:pt x="185450" y="315401"/>
                    <a:pt x="192117" y="328983"/>
                    <a:pt x="199199" y="342232"/>
                  </a:cubicBezTo>
                  <a:cubicBezTo>
                    <a:pt x="197449" y="341815"/>
                    <a:pt x="195700" y="341565"/>
                    <a:pt x="193783" y="341232"/>
                  </a:cubicBezTo>
                  <a:cubicBezTo>
                    <a:pt x="184451" y="339482"/>
                    <a:pt x="174618" y="336982"/>
                    <a:pt x="167119" y="330649"/>
                  </a:cubicBezTo>
                  <a:cubicBezTo>
                    <a:pt x="157453" y="322400"/>
                    <a:pt x="156453" y="312318"/>
                    <a:pt x="165036" y="303069"/>
                  </a:cubicBezTo>
                  <a:lnTo>
                    <a:pt x="165036" y="303069"/>
                  </a:lnTo>
                  <a:close/>
                  <a:moveTo>
                    <a:pt x="19716" y="190662"/>
                  </a:moveTo>
                  <a:cubicBezTo>
                    <a:pt x="23882" y="187746"/>
                    <a:pt x="27798" y="182829"/>
                    <a:pt x="31631" y="180329"/>
                  </a:cubicBezTo>
                  <a:cubicBezTo>
                    <a:pt x="35464" y="177830"/>
                    <a:pt x="39714" y="175663"/>
                    <a:pt x="44047" y="173664"/>
                  </a:cubicBezTo>
                  <a:cubicBezTo>
                    <a:pt x="51963" y="178330"/>
                    <a:pt x="62712" y="180496"/>
                    <a:pt x="70544" y="184329"/>
                  </a:cubicBezTo>
                  <a:cubicBezTo>
                    <a:pt x="84460" y="191245"/>
                    <a:pt x="100208" y="193579"/>
                    <a:pt x="113874" y="200911"/>
                  </a:cubicBezTo>
                  <a:cubicBezTo>
                    <a:pt x="116457" y="202328"/>
                    <a:pt x="118957" y="198161"/>
                    <a:pt x="116540" y="196578"/>
                  </a:cubicBezTo>
                  <a:cubicBezTo>
                    <a:pt x="104124" y="188246"/>
                    <a:pt x="89709" y="183746"/>
                    <a:pt x="76544" y="176663"/>
                  </a:cubicBezTo>
                  <a:cubicBezTo>
                    <a:pt x="70711" y="173580"/>
                    <a:pt x="65045" y="170414"/>
                    <a:pt x="59212" y="167831"/>
                  </a:cubicBezTo>
                  <a:cubicBezTo>
                    <a:pt x="63545" y="166414"/>
                    <a:pt x="67878" y="164998"/>
                    <a:pt x="72044" y="163748"/>
                  </a:cubicBezTo>
                  <a:cubicBezTo>
                    <a:pt x="75544" y="162664"/>
                    <a:pt x="79210" y="161748"/>
                    <a:pt x="82876" y="160998"/>
                  </a:cubicBezTo>
                  <a:cubicBezTo>
                    <a:pt x="83543" y="161665"/>
                    <a:pt x="84460" y="162081"/>
                    <a:pt x="85459" y="162081"/>
                  </a:cubicBezTo>
                  <a:cubicBezTo>
                    <a:pt x="85877" y="162081"/>
                    <a:pt x="92792" y="166581"/>
                    <a:pt x="93792" y="167081"/>
                  </a:cubicBezTo>
                  <a:cubicBezTo>
                    <a:pt x="98709" y="169581"/>
                    <a:pt x="103042" y="172830"/>
                    <a:pt x="107791" y="175580"/>
                  </a:cubicBezTo>
                  <a:cubicBezTo>
                    <a:pt x="115041" y="179746"/>
                    <a:pt x="130372" y="182663"/>
                    <a:pt x="134955" y="190079"/>
                  </a:cubicBezTo>
                  <a:cubicBezTo>
                    <a:pt x="136122" y="191912"/>
                    <a:pt x="139288" y="190245"/>
                    <a:pt x="138288" y="188329"/>
                  </a:cubicBezTo>
                  <a:cubicBezTo>
                    <a:pt x="134372" y="180496"/>
                    <a:pt x="122873" y="176413"/>
                    <a:pt x="115874" y="171580"/>
                  </a:cubicBezTo>
                  <a:cubicBezTo>
                    <a:pt x="109124" y="166914"/>
                    <a:pt x="102708" y="161665"/>
                    <a:pt x="95375" y="158248"/>
                  </a:cubicBezTo>
                  <a:cubicBezTo>
                    <a:pt x="99875" y="157165"/>
                    <a:pt x="104291" y="155915"/>
                    <a:pt x="108458" y="154082"/>
                  </a:cubicBezTo>
                  <a:cubicBezTo>
                    <a:pt x="110791" y="153082"/>
                    <a:pt x="112707" y="151916"/>
                    <a:pt x="114457" y="150582"/>
                  </a:cubicBezTo>
                  <a:cubicBezTo>
                    <a:pt x="117290" y="152332"/>
                    <a:pt x="120290" y="153832"/>
                    <a:pt x="122956" y="155665"/>
                  </a:cubicBezTo>
                  <a:cubicBezTo>
                    <a:pt x="132872" y="162581"/>
                    <a:pt x="142204" y="170331"/>
                    <a:pt x="150037" y="179496"/>
                  </a:cubicBezTo>
                  <a:cubicBezTo>
                    <a:pt x="151204" y="180913"/>
                    <a:pt x="153287" y="179413"/>
                    <a:pt x="152370" y="177830"/>
                  </a:cubicBezTo>
                  <a:cubicBezTo>
                    <a:pt x="145787" y="166248"/>
                    <a:pt x="138955" y="158998"/>
                    <a:pt x="129122" y="150166"/>
                  </a:cubicBezTo>
                  <a:cubicBezTo>
                    <a:pt x="126456" y="147832"/>
                    <a:pt x="123539" y="145249"/>
                    <a:pt x="120373" y="143166"/>
                  </a:cubicBezTo>
                  <a:cubicBezTo>
                    <a:pt x="121623" y="140667"/>
                    <a:pt x="122540" y="137834"/>
                    <a:pt x="123123" y="134667"/>
                  </a:cubicBezTo>
                  <a:cubicBezTo>
                    <a:pt x="124290" y="128334"/>
                    <a:pt x="125206" y="122001"/>
                    <a:pt x="125956" y="115585"/>
                  </a:cubicBezTo>
                  <a:cubicBezTo>
                    <a:pt x="128789" y="119918"/>
                    <a:pt x="132122" y="124001"/>
                    <a:pt x="134872" y="128334"/>
                  </a:cubicBezTo>
                  <a:cubicBezTo>
                    <a:pt x="141121" y="138250"/>
                    <a:pt x="147704" y="147916"/>
                    <a:pt x="152370" y="158665"/>
                  </a:cubicBezTo>
                  <a:cubicBezTo>
                    <a:pt x="153620" y="161498"/>
                    <a:pt x="157870" y="159998"/>
                    <a:pt x="156870" y="156998"/>
                  </a:cubicBezTo>
                  <a:cubicBezTo>
                    <a:pt x="153203" y="145749"/>
                    <a:pt x="147454" y="136250"/>
                    <a:pt x="141704" y="126001"/>
                  </a:cubicBezTo>
                  <a:cubicBezTo>
                    <a:pt x="138455" y="120168"/>
                    <a:pt x="135372" y="113419"/>
                    <a:pt x="131039" y="108336"/>
                  </a:cubicBezTo>
                  <a:cubicBezTo>
                    <a:pt x="130123" y="107169"/>
                    <a:pt x="128039" y="104753"/>
                    <a:pt x="127039" y="104586"/>
                  </a:cubicBezTo>
                  <a:cubicBezTo>
                    <a:pt x="127539" y="99420"/>
                    <a:pt x="127956" y="94337"/>
                    <a:pt x="128373" y="89171"/>
                  </a:cubicBezTo>
                  <a:cubicBezTo>
                    <a:pt x="128872" y="82838"/>
                    <a:pt x="129623" y="76589"/>
                    <a:pt x="130456" y="70423"/>
                  </a:cubicBezTo>
                  <a:cubicBezTo>
                    <a:pt x="131205" y="71423"/>
                    <a:pt x="132039" y="72423"/>
                    <a:pt x="132872" y="73673"/>
                  </a:cubicBezTo>
                  <a:cubicBezTo>
                    <a:pt x="137205" y="80422"/>
                    <a:pt x="139621" y="88671"/>
                    <a:pt x="142871" y="96004"/>
                  </a:cubicBezTo>
                  <a:cubicBezTo>
                    <a:pt x="148204" y="108170"/>
                    <a:pt x="154787" y="121668"/>
                    <a:pt x="163036" y="132167"/>
                  </a:cubicBezTo>
                  <a:cubicBezTo>
                    <a:pt x="163619" y="132917"/>
                    <a:pt x="164953" y="132251"/>
                    <a:pt x="164536" y="131417"/>
                  </a:cubicBezTo>
                  <a:cubicBezTo>
                    <a:pt x="153454" y="109336"/>
                    <a:pt x="151037" y="80755"/>
                    <a:pt x="133789" y="62007"/>
                  </a:cubicBezTo>
                  <a:cubicBezTo>
                    <a:pt x="133206" y="61424"/>
                    <a:pt x="132622" y="61090"/>
                    <a:pt x="131955" y="60840"/>
                  </a:cubicBezTo>
                  <a:cubicBezTo>
                    <a:pt x="132455" y="57507"/>
                    <a:pt x="133039" y="54174"/>
                    <a:pt x="133622" y="50758"/>
                  </a:cubicBezTo>
                  <a:cubicBezTo>
                    <a:pt x="134122" y="47758"/>
                    <a:pt x="136705" y="31593"/>
                    <a:pt x="139038" y="21261"/>
                  </a:cubicBezTo>
                  <a:cubicBezTo>
                    <a:pt x="141038" y="30926"/>
                    <a:pt x="142455" y="40842"/>
                    <a:pt x="145787" y="50341"/>
                  </a:cubicBezTo>
                  <a:cubicBezTo>
                    <a:pt x="151204" y="65507"/>
                    <a:pt x="157786" y="80089"/>
                    <a:pt x="163453" y="95087"/>
                  </a:cubicBezTo>
                  <a:cubicBezTo>
                    <a:pt x="172868" y="120335"/>
                    <a:pt x="182701" y="147666"/>
                    <a:pt x="208282" y="161331"/>
                  </a:cubicBezTo>
                  <a:cubicBezTo>
                    <a:pt x="221281" y="168331"/>
                    <a:pt x="238196" y="166748"/>
                    <a:pt x="252445" y="167164"/>
                  </a:cubicBezTo>
                  <a:cubicBezTo>
                    <a:pt x="268527" y="167664"/>
                    <a:pt x="284275" y="169164"/>
                    <a:pt x="300274" y="171080"/>
                  </a:cubicBezTo>
                  <a:cubicBezTo>
                    <a:pt x="303440" y="171497"/>
                    <a:pt x="306690" y="171997"/>
                    <a:pt x="309856" y="172497"/>
                  </a:cubicBezTo>
                  <a:cubicBezTo>
                    <a:pt x="316689" y="173830"/>
                    <a:pt x="323438" y="175247"/>
                    <a:pt x="330187" y="176663"/>
                  </a:cubicBezTo>
                  <a:cubicBezTo>
                    <a:pt x="344103" y="180080"/>
                    <a:pt x="359102" y="188412"/>
                    <a:pt x="373100" y="190162"/>
                  </a:cubicBezTo>
                  <a:cubicBezTo>
                    <a:pt x="384599" y="191579"/>
                    <a:pt x="389682" y="192162"/>
                    <a:pt x="400765" y="197745"/>
                  </a:cubicBezTo>
                  <a:cubicBezTo>
                    <a:pt x="409764" y="202244"/>
                    <a:pt x="419430" y="205244"/>
                    <a:pt x="428429" y="210160"/>
                  </a:cubicBezTo>
                  <a:cubicBezTo>
                    <a:pt x="459426" y="226909"/>
                    <a:pt x="486590" y="250157"/>
                    <a:pt x="512671" y="273571"/>
                  </a:cubicBezTo>
                  <a:cubicBezTo>
                    <a:pt x="539669" y="297902"/>
                    <a:pt x="565583" y="324983"/>
                    <a:pt x="586831" y="354481"/>
                  </a:cubicBezTo>
                  <a:cubicBezTo>
                    <a:pt x="621995" y="403559"/>
                    <a:pt x="637577" y="459554"/>
                    <a:pt x="644076" y="518799"/>
                  </a:cubicBezTo>
                  <a:cubicBezTo>
                    <a:pt x="647243" y="547630"/>
                    <a:pt x="647992" y="577460"/>
                    <a:pt x="648492" y="606458"/>
                  </a:cubicBezTo>
                  <a:cubicBezTo>
                    <a:pt x="648492" y="606874"/>
                    <a:pt x="648576" y="607374"/>
                    <a:pt x="648576" y="607875"/>
                  </a:cubicBezTo>
                  <a:cubicBezTo>
                    <a:pt x="643743" y="603791"/>
                    <a:pt x="637743" y="601542"/>
                    <a:pt x="631577" y="599625"/>
                  </a:cubicBezTo>
                  <a:cubicBezTo>
                    <a:pt x="618495" y="595542"/>
                    <a:pt x="604746" y="590043"/>
                    <a:pt x="592164" y="584543"/>
                  </a:cubicBezTo>
                  <a:cubicBezTo>
                    <a:pt x="565583" y="572878"/>
                    <a:pt x="541502" y="559379"/>
                    <a:pt x="517171" y="543630"/>
                  </a:cubicBezTo>
                  <a:cubicBezTo>
                    <a:pt x="512338" y="540464"/>
                    <a:pt x="506505" y="547213"/>
                    <a:pt x="511338" y="550713"/>
                  </a:cubicBezTo>
                  <a:cubicBezTo>
                    <a:pt x="521420" y="557962"/>
                    <a:pt x="530920" y="565795"/>
                    <a:pt x="541585" y="572378"/>
                  </a:cubicBezTo>
                  <a:cubicBezTo>
                    <a:pt x="554334" y="580377"/>
                    <a:pt x="568749" y="586043"/>
                    <a:pt x="582415" y="592459"/>
                  </a:cubicBezTo>
                  <a:cubicBezTo>
                    <a:pt x="599747" y="600625"/>
                    <a:pt x="620411" y="609541"/>
                    <a:pt x="640243" y="611707"/>
                  </a:cubicBezTo>
                  <a:cubicBezTo>
                    <a:pt x="636993" y="612041"/>
                    <a:pt x="633744" y="612374"/>
                    <a:pt x="630494" y="612541"/>
                  </a:cubicBezTo>
                  <a:cubicBezTo>
                    <a:pt x="617662" y="613291"/>
                    <a:pt x="604496" y="612874"/>
                    <a:pt x="591747" y="611541"/>
                  </a:cubicBezTo>
                  <a:cubicBezTo>
                    <a:pt x="544252" y="606374"/>
                    <a:pt x="496673" y="586210"/>
                    <a:pt x="453927" y="562462"/>
                  </a:cubicBezTo>
                  <a:cubicBezTo>
                    <a:pt x="456093" y="557046"/>
                    <a:pt x="455593" y="551046"/>
                    <a:pt x="456759" y="545297"/>
                  </a:cubicBezTo>
                  <a:cubicBezTo>
                    <a:pt x="458676" y="535548"/>
                    <a:pt x="460926" y="525882"/>
                    <a:pt x="464592" y="516633"/>
                  </a:cubicBezTo>
                  <a:cubicBezTo>
                    <a:pt x="471258" y="499718"/>
                    <a:pt x="479341" y="481136"/>
                    <a:pt x="490840" y="466971"/>
                  </a:cubicBezTo>
                  <a:cubicBezTo>
                    <a:pt x="502506" y="452555"/>
                    <a:pt x="517671" y="438806"/>
                    <a:pt x="534836" y="431390"/>
                  </a:cubicBezTo>
                  <a:cubicBezTo>
                    <a:pt x="549085" y="425224"/>
                    <a:pt x="562667" y="426224"/>
                    <a:pt x="577499" y="424641"/>
                  </a:cubicBezTo>
                  <a:cubicBezTo>
                    <a:pt x="578832" y="424474"/>
                    <a:pt x="578915" y="422475"/>
                    <a:pt x="577582" y="422308"/>
                  </a:cubicBezTo>
                  <a:cubicBezTo>
                    <a:pt x="561083" y="420058"/>
                    <a:pt x="548251" y="418058"/>
                    <a:pt x="532003" y="423808"/>
                  </a:cubicBezTo>
                  <a:cubicBezTo>
                    <a:pt x="514338" y="430057"/>
                    <a:pt x="499756" y="442056"/>
                    <a:pt x="486340" y="454805"/>
                  </a:cubicBezTo>
                  <a:cubicBezTo>
                    <a:pt x="485590" y="455472"/>
                    <a:pt x="484924" y="456305"/>
                    <a:pt x="484174" y="456971"/>
                  </a:cubicBezTo>
                  <a:cubicBezTo>
                    <a:pt x="471341" y="424391"/>
                    <a:pt x="458093" y="392810"/>
                    <a:pt x="441928" y="361563"/>
                  </a:cubicBezTo>
                  <a:cubicBezTo>
                    <a:pt x="433179" y="344648"/>
                    <a:pt x="424346" y="327733"/>
                    <a:pt x="415096" y="311068"/>
                  </a:cubicBezTo>
                  <a:cubicBezTo>
                    <a:pt x="407847" y="297986"/>
                    <a:pt x="400181" y="280071"/>
                    <a:pt x="387266" y="271488"/>
                  </a:cubicBezTo>
                  <a:cubicBezTo>
                    <a:pt x="383266" y="268822"/>
                    <a:pt x="378600" y="271321"/>
                    <a:pt x="378517" y="276154"/>
                  </a:cubicBezTo>
                  <a:cubicBezTo>
                    <a:pt x="378433" y="284154"/>
                    <a:pt x="378933" y="292236"/>
                    <a:pt x="378767" y="300235"/>
                  </a:cubicBezTo>
                  <a:cubicBezTo>
                    <a:pt x="378600" y="309151"/>
                    <a:pt x="377517" y="313568"/>
                    <a:pt x="367101" y="316067"/>
                  </a:cubicBezTo>
                  <a:cubicBezTo>
                    <a:pt x="364851" y="316567"/>
                    <a:pt x="362268" y="315651"/>
                    <a:pt x="359768" y="316484"/>
                  </a:cubicBezTo>
                  <a:cubicBezTo>
                    <a:pt x="356852" y="317484"/>
                    <a:pt x="354436" y="319317"/>
                    <a:pt x="352769" y="321900"/>
                  </a:cubicBezTo>
                  <a:cubicBezTo>
                    <a:pt x="347519" y="329649"/>
                    <a:pt x="351102" y="337649"/>
                    <a:pt x="344436" y="345231"/>
                  </a:cubicBezTo>
                  <a:cubicBezTo>
                    <a:pt x="335687" y="355064"/>
                    <a:pt x="326271" y="356147"/>
                    <a:pt x="326938" y="371312"/>
                  </a:cubicBezTo>
                  <a:cubicBezTo>
                    <a:pt x="327521" y="384061"/>
                    <a:pt x="329521" y="390977"/>
                    <a:pt x="320689" y="402310"/>
                  </a:cubicBezTo>
                  <a:cubicBezTo>
                    <a:pt x="317606" y="406226"/>
                    <a:pt x="314106" y="409559"/>
                    <a:pt x="313356" y="414725"/>
                  </a:cubicBezTo>
                  <a:cubicBezTo>
                    <a:pt x="312106" y="424058"/>
                    <a:pt x="319855" y="431890"/>
                    <a:pt x="326021" y="437890"/>
                  </a:cubicBezTo>
                  <a:cubicBezTo>
                    <a:pt x="339437" y="451222"/>
                    <a:pt x="355685" y="460054"/>
                    <a:pt x="371850" y="469554"/>
                  </a:cubicBezTo>
                  <a:cubicBezTo>
                    <a:pt x="387432" y="478719"/>
                    <a:pt x="403015" y="488052"/>
                    <a:pt x="419846" y="494884"/>
                  </a:cubicBezTo>
                  <a:cubicBezTo>
                    <a:pt x="427929" y="498134"/>
                    <a:pt x="436511" y="500217"/>
                    <a:pt x="444678" y="503300"/>
                  </a:cubicBezTo>
                  <a:cubicBezTo>
                    <a:pt x="447677" y="504384"/>
                    <a:pt x="450427" y="505717"/>
                    <a:pt x="453343" y="506717"/>
                  </a:cubicBezTo>
                  <a:cubicBezTo>
                    <a:pt x="446261" y="522882"/>
                    <a:pt x="444178" y="538464"/>
                    <a:pt x="440928" y="555213"/>
                  </a:cubicBezTo>
                  <a:cubicBezTo>
                    <a:pt x="435095" y="551796"/>
                    <a:pt x="429429" y="548380"/>
                    <a:pt x="423846" y="544963"/>
                  </a:cubicBezTo>
                  <a:cubicBezTo>
                    <a:pt x="372434" y="513216"/>
                    <a:pt x="319772" y="477053"/>
                    <a:pt x="279692" y="431307"/>
                  </a:cubicBezTo>
                  <a:cubicBezTo>
                    <a:pt x="241362" y="387644"/>
                    <a:pt x="206282" y="336565"/>
                    <a:pt x="188451" y="280737"/>
                  </a:cubicBezTo>
                  <a:cubicBezTo>
                    <a:pt x="184118" y="267239"/>
                    <a:pt x="182701" y="251990"/>
                    <a:pt x="175535" y="239491"/>
                  </a:cubicBezTo>
                  <a:cubicBezTo>
                    <a:pt x="170202" y="230242"/>
                    <a:pt x="163119" y="229575"/>
                    <a:pt x="153287" y="226659"/>
                  </a:cubicBezTo>
                  <a:cubicBezTo>
                    <a:pt x="126539" y="218743"/>
                    <a:pt x="99458" y="212410"/>
                    <a:pt x="72544" y="205077"/>
                  </a:cubicBezTo>
                  <a:cubicBezTo>
                    <a:pt x="56962" y="200828"/>
                    <a:pt x="41047" y="197661"/>
                    <a:pt x="25548" y="193078"/>
                  </a:cubicBezTo>
                  <a:cubicBezTo>
                    <a:pt x="25298" y="192745"/>
                    <a:pt x="22215" y="191495"/>
                    <a:pt x="19716" y="190662"/>
                  </a:cubicBezTo>
                  <a:lnTo>
                    <a:pt x="19716" y="190662"/>
                  </a:lnTo>
                  <a:close/>
                  <a:moveTo>
                    <a:pt x="402598" y="454472"/>
                  </a:moveTo>
                  <a:cubicBezTo>
                    <a:pt x="408930" y="464137"/>
                    <a:pt x="420013" y="472387"/>
                    <a:pt x="429429" y="478969"/>
                  </a:cubicBezTo>
                  <a:cubicBezTo>
                    <a:pt x="438261" y="485135"/>
                    <a:pt x="449427" y="490968"/>
                    <a:pt x="460093" y="493385"/>
                  </a:cubicBezTo>
                  <a:cubicBezTo>
                    <a:pt x="459342" y="494801"/>
                    <a:pt x="458676" y="496218"/>
                    <a:pt x="458009" y="497634"/>
                  </a:cubicBezTo>
                  <a:cubicBezTo>
                    <a:pt x="453093" y="496218"/>
                    <a:pt x="448344" y="493385"/>
                    <a:pt x="443761" y="491635"/>
                  </a:cubicBezTo>
                  <a:cubicBezTo>
                    <a:pt x="435762" y="488635"/>
                    <a:pt x="427595" y="486052"/>
                    <a:pt x="419763" y="482636"/>
                  </a:cubicBezTo>
                  <a:cubicBezTo>
                    <a:pt x="403931" y="475553"/>
                    <a:pt x="389266" y="467054"/>
                    <a:pt x="374267" y="458305"/>
                  </a:cubicBezTo>
                  <a:cubicBezTo>
                    <a:pt x="359602" y="449805"/>
                    <a:pt x="339603" y="440973"/>
                    <a:pt x="330604" y="425724"/>
                  </a:cubicBezTo>
                  <a:cubicBezTo>
                    <a:pt x="322855" y="412559"/>
                    <a:pt x="339603" y="401310"/>
                    <a:pt x="340603" y="387644"/>
                  </a:cubicBezTo>
                  <a:cubicBezTo>
                    <a:pt x="341020" y="381895"/>
                    <a:pt x="338603" y="375812"/>
                    <a:pt x="339354" y="370146"/>
                  </a:cubicBezTo>
                  <a:cubicBezTo>
                    <a:pt x="340603" y="361063"/>
                    <a:pt x="346853" y="360980"/>
                    <a:pt x="352352" y="355564"/>
                  </a:cubicBezTo>
                  <a:cubicBezTo>
                    <a:pt x="355685" y="352231"/>
                    <a:pt x="357435" y="348314"/>
                    <a:pt x="358685" y="343815"/>
                  </a:cubicBezTo>
                  <a:cubicBezTo>
                    <a:pt x="359435" y="341065"/>
                    <a:pt x="359269" y="337982"/>
                    <a:pt x="360102" y="335316"/>
                  </a:cubicBezTo>
                  <a:cubicBezTo>
                    <a:pt x="362352" y="328150"/>
                    <a:pt x="366434" y="327650"/>
                    <a:pt x="371684" y="326233"/>
                  </a:cubicBezTo>
                  <a:cubicBezTo>
                    <a:pt x="380183" y="323983"/>
                    <a:pt x="384266" y="324983"/>
                    <a:pt x="387516" y="315234"/>
                  </a:cubicBezTo>
                  <a:cubicBezTo>
                    <a:pt x="389932" y="307985"/>
                    <a:pt x="389766" y="299902"/>
                    <a:pt x="389515" y="291903"/>
                  </a:cubicBezTo>
                  <a:cubicBezTo>
                    <a:pt x="391849" y="296236"/>
                    <a:pt x="393848" y="300652"/>
                    <a:pt x="395848" y="304318"/>
                  </a:cubicBezTo>
                  <a:cubicBezTo>
                    <a:pt x="400432" y="312734"/>
                    <a:pt x="405181" y="320984"/>
                    <a:pt x="409764" y="329400"/>
                  </a:cubicBezTo>
                  <a:cubicBezTo>
                    <a:pt x="419263" y="346731"/>
                    <a:pt x="428345" y="364396"/>
                    <a:pt x="437428" y="381978"/>
                  </a:cubicBezTo>
                  <a:cubicBezTo>
                    <a:pt x="445760" y="398227"/>
                    <a:pt x="454176" y="414309"/>
                    <a:pt x="462092" y="430807"/>
                  </a:cubicBezTo>
                  <a:cubicBezTo>
                    <a:pt x="466925" y="440889"/>
                    <a:pt x="471925" y="453805"/>
                    <a:pt x="479674" y="462637"/>
                  </a:cubicBezTo>
                  <a:cubicBezTo>
                    <a:pt x="477758" y="464887"/>
                    <a:pt x="476008" y="467137"/>
                    <a:pt x="474342" y="469554"/>
                  </a:cubicBezTo>
                  <a:cubicBezTo>
                    <a:pt x="465426" y="458138"/>
                    <a:pt x="458176" y="445722"/>
                    <a:pt x="449260" y="434223"/>
                  </a:cubicBezTo>
                  <a:cubicBezTo>
                    <a:pt x="437678" y="419141"/>
                    <a:pt x="426762" y="402643"/>
                    <a:pt x="417013" y="386228"/>
                  </a:cubicBezTo>
                  <a:cubicBezTo>
                    <a:pt x="416513" y="385394"/>
                    <a:pt x="415096" y="386144"/>
                    <a:pt x="415513" y="386978"/>
                  </a:cubicBezTo>
                  <a:cubicBezTo>
                    <a:pt x="423596" y="403476"/>
                    <a:pt x="432512" y="420308"/>
                    <a:pt x="442928" y="435390"/>
                  </a:cubicBezTo>
                  <a:cubicBezTo>
                    <a:pt x="448177" y="443056"/>
                    <a:pt x="453093" y="450805"/>
                    <a:pt x="458259" y="458555"/>
                  </a:cubicBezTo>
                  <a:cubicBezTo>
                    <a:pt x="460759" y="462304"/>
                    <a:pt x="468842" y="469470"/>
                    <a:pt x="471092" y="474136"/>
                  </a:cubicBezTo>
                  <a:cubicBezTo>
                    <a:pt x="470925" y="474470"/>
                    <a:pt x="470675" y="474720"/>
                    <a:pt x="470508" y="475053"/>
                  </a:cubicBezTo>
                  <a:cubicBezTo>
                    <a:pt x="463176" y="471137"/>
                    <a:pt x="458259" y="466637"/>
                    <a:pt x="452177" y="461054"/>
                  </a:cubicBezTo>
                  <a:cubicBezTo>
                    <a:pt x="446677" y="455888"/>
                    <a:pt x="440094" y="452389"/>
                    <a:pt x="434595" y="447139"/>
                  </a:cubicBezTo>
                  <a:cubicBezTo>
                    <a:pt x="422763" y="435723"/>
                    <a:pt x="410014" y="426224"/>
                    <a:pt x="396931" y="416225"/>
                  </a:cubicBezTo>
                  <a:cubicBezTo>
                    <a:pt x="394432" y="414309"/>
                    <a:pt x="391516" y="417891"/>
                    <a:pt x="393848" y="419975"/>
                  </a:cubicBezTo>
                  <a:cubicBezTo>
                    <a:pt x="406931" y="431640"/>
                    <a:pt x="418930" y="445056"/>
                    <a:pt x="432345" y="456221"/>
                  </a:cubicBezTo>
                  <a:cubicBezTo>
                    <a:pt x="443261" y="465304"/>
                    <a:pt x="453593" y="475220"/>
                    <a:pt x="466175" y="481969"/>
                  </a:cubicBezTo>
                  <a:cubicBezTo>
                    <a:pt x="464926" y="484052"/>
                    <a:pt x="463842" y="486219"/>
                    <a:pt x="462676" y="488302"/>
                  </a:cubicBezTo>
                  <a:cubicBezTo>
                    <a:pt x="456759" y="480636"/>
                    <a:pt x="441761" y="478469"/>
                    <a:pt x="433678" y="473886"/>
                  </a:cubicBezTo>
                  <a:cubicBezTo>
                    <a:pt x="424429" y="468720"/>
                    <a:pt x="410847" y="461471"/>
                    <a:pt x="403348" y="453805"/>
                  </a:cubicBezTo>
                  <a:cubicBezTo>
                    <a:pt x="403015" y="453222"/>
                    <a:pt x="402264" y="453972"/>
                    <a:pt x="402598" y="454472"/>
                  </a:cubicBezTo>
                  <a:lnTo>
                    <a:pt x="402598" y="454472"/>
                  </a:lnTo>
                  <a:close/>
                </a:path>
              </a:pathLst>
            </a:custGeom>
            <a:grpFill/>
            <a:ln w="8332" cap="flat">
              <a:noFill/>
              <a:prstDash val="solid"/>
              <a:miter/>
            </a:ln>
          </p:spPr>
          <p:txBody>
            <a:bodyPr rtlCol="0" anchor="ctr"/>
            <a:lstStyle/>
            <a:p>
              <a:endParaRPr lang="en-US"/>
            </a:p>
          </p:txBody>
        </p:sp>
        <p:sp>
          <p:nvSpPr>
            <p:cNvPr id="1705" name="Freeform: Shape 1704"/>
            <p:cNvSpPr/>
            <p:nvPr/>
          </p:nvSpPr>
          <p:spPr>
            <a:xfrm>
              <a:off x="6076114" y="2463606"/>
              <a:ext cx="30214" cy="33956"/>
            </a:xfrm>
            <a:custGeom>
              <a:avLst/>
              <a:gdLst>
                <a:gd name="connsiteX0" fmla="*/ 9776 w 30214"/>
                <a:gd name="connsiteY0" fmla="*/ 1182 h 33956"/>
                <a:gd name="connsiteX1" fmla="*/ 30191 w 30214"/>
                <a:gd name="connsiteY1" fmla="*/ 16014 h 33956"/>
                <a:gd name="connsiteX2" fmla="*/ 24358 w 30214"/>
                <a:gd name="connsiteY2" fmla="*/ 30096 h 33956"/>
                <a:gd name="connsiteX3" fmla="*/ 23441 w 30214"/>
                <a:gd name="connsiteY3" fmla="*/ 30679 h 33956"/>
                <a:gd name="connsiteX4" fmla="*/ 8943 w 30214"/>
                <a:gd name="connsiteY4" fmla="*/ 32762 h 33956"/>
                <a:gd name="connsiteX5" fmla="*/ 9776 w 30214"/>
                <a:gd name="connsiteY5" fmla="*/ 1182 h 33956"/>
                <a:gd name="connsiteX6" fmla="*/ 9776 w 30214"/>
                <a:gd name="connsiteY6" fmla="*/ 1182 h 33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214" h="33956">
                  <a:moveTo>
                    <a:pt x="9776" y="1182"/>
                  </a:moveTo>
                  <a:cubicBezTo>
                    <a:pt x="20191" y="-3318"/>
                    <a:pt x="29691" y="5765"/>
                    <a:pt x="30191" y="16014"/>
                  </a:cubicBezTo>
                  <a:cubicBezTo>
                    <a:pt x="30441" y="21264"/>
                    <a:pt x="28774" y="26763"/>
                    <a:pt x="24358" y="30096"/>
                  </a:cubicBezTo>
                  <a:cubicBezTo>
                    <a:pt x="24025" y="30346"/>
                    <a:pt x="23691" y="30513"/>
                    <a:pt x="23441" y="30679"/>
                  </a:cubicBezTo>
                  <a:cubicBezTo>
                    <a:pt x="19525" y="34096"/>
                    <a:pt x="13692" y="34929"/>
                    <a:pt x="8943" y="32762"/>
                  </a:cubicBezTo>
                  <a:cubicBezTo>
                    <a:pt x="-3723" y="27013"/>
                    <a:pt x="-2473" y="6515"/>
                    <a:pt x="9776" y="1182"/>
                  </a:cubicBezTo>
                  <a:lnTo>
                    <a:pt x="9776" y="1182"/>
                  </a:lnTo>
                  <a:close/>
                </a:path>
              </a:pathLst>
            </a:custGeom>
            <a:grpFill/>
            <a:ln w="8332" cap="flat">
              <a:noFill/>
              <a:prstDash val="solid"/>
              <a:miter/>
            </a:ln>
          </p:spPr>
          <p:txBody>
            <a:bodyPr rtlCol="0" anchor="ctr"/>
            <a:lstStyle/>
            <a:p>
              <a:endParaRPr lang="en-US"/>
            </a:p>
          </p:txBody>
        </p:sp>
        <p:sp>
          <p:nvSpPr>
            <p:cNvPr id="1706" name="Freeform: Shape 1705"/>
            <p:cNvSpPr/>
            <p:nvPr/>
          </p:nvSpPr>
          <p:spPr>
            <a:xfrm>
              <a:off x="4643387" y="3688491"/>
              <a:ext cx="423140" cy="733258"/>
            </a:xfrm>
            <a:custGeom>
              <a:avLst/>
              <a:gdLst>
                <a:gd name="connsiteX0" fmla="*/ 11798 w 423140"/>
                <a:gd name="connsiteY0" fmla="*/ 710789 h 733258"/>
                <a:gd name="connsiteX1" fmla="*/ 71959 w 423140"/>
                <a:gd name="connsiteY1" fmla="*/ 697957 h 733258"/>
                <a:gd name="connsiteX2" fmla="*/ 88624 w 423140"/>
                <a:gd name="connsiteY2" fmla="*/ 720122 h 733258"/>
                <a:gd name="connsiteX3" fmla="*/ 128454 w 423140"/>
                <a:gd name="connsiteY3" fmla="*/ 732537 h 733258"/>
                <a:gd name="connsiteX4" fmla="*/ 139536 w 423140"/>
                <a:gd name="connsiteY4" fmla="*/ 656794 h 733258"/>
                <a:gd name="connsiteX5" fmla="*/ 126371 w 423140"/>
                <a:gd name="connsiteY5" fmla="*/ 605882 h 733258"/>
                <a:gd name="connsiteX6" fmla="*/ 147452 w 423140"/>
                <a:gd name="connsiteY6" fmla="*/ 554220 h 733258"/>
                <a:gd name="connsiteX7" fmla="*/ 183366 w 423140"/>
                <a:gd name="connsiteY7" fmla="*/ 477727 h 733258"/>
                <a:gd name="connsiteX8" fmla="*/ 186032 w 423140"/>
                <a:gd name="connsiteY8" fmla="*/ 476643 h 733258"/>
                <a:gd name="connsiteX9" fmla="*/ 216946 w 423140"/>
                <a:gd name="connsiteY9" fmla="*/ 448896 h 733258"/>
                <a:gd name="connsiteX10" fmla="*/ 238027 w 423140"/>
                <a:gd name="connsiteY10" fmla="*/ 430731 h 733258"/>
                <a:gd name="connsiteX11" fmla="*/ 342935 w 423140"/>
                <a:gd name="connsiteY11" fmla="*/ 366820 h 733258"/>
                <a:gd name="connsiteX12" fmla="*/ 348267 w 423140"/>
                <a:gd name="connsiteY12" fmla="*/ 339239 h 733258"/>
                <a:gd name="connsiteX13" fmla="*/ 366599 w 423140"/>
                <a:gd name="connsiteY13" fmla="*/ 308908 h 733258"/>
                <a:gd name="connsiteX14" fmla="*/ 406262 w 423140"/>
                <a:gd name="connsiteY14" fmla="*/ 265579 h 733258"/>
                <a:gd name="connsiteX15" fmla="*/ 409845 w 423140"/>
                <a:gd name="connsiteY15" fmla="*/ 239748 h 733258"/>
                <a:gd name="connsiteX16" fmla="*/ 410845 w 423140"/>
                <a:gd name="connsiteY16" fmla="*/ 221250 h 733258"/>
                <a:gd name="connsiteX17" fmla="*/ 417345 w 423140"/>
                <a:gd name="connsiteY17" fmla="*/ 208168 h 733258"/>
                <a:gd name="connsiteX18" fmla="*/ 421344 w 423140"/>
                <a:gd name="connsiteY18" fmla="*/ 157589 h 733258"/>
                <a:gd name="connsiteX19" fmla="*/ 392180 w 423140"/>
                <a:gd name="connsiteY19" fmla="*/ 116343 h 733258"/>
                <a:gd name="connsiteX20" fmla="*/ 366933 w 423140"/>
                <a:gd name="connsiteY20" fmla="*/ 66930 h 733258"/>
                <a:gd name="connsiteX21" fmla="*/ 318437 w 423140"/>
                <a:gd name="connsiteY21" fmla="*/ 37100 h 733258"/>
                <a:gd name="connsiteX22" fmla="*/ 267775 w 423140"/>
                <a:gd name="connsiteY22" fmla="*/ 5353 h 733258"/>
                <a:gd name="connsiteX23" fmla="*/ 212446 w 423140"/>
                <a:gd name="connsiteY23" fmla="*/ 3186 h 733258"/>
                <a:gd name="connsiteX24" fmla="*/ 190615 w 423140"/>
                <a:gd name="connsiteY24" fmla="*/ 16268 h 733258"/>
                <a:gd name="connsiteX25" fmla="*/ 152285 w 423140"/>
                <a:gd name="connsiteY25" fmla="*/ 19351 h 733258"/>
                <a:gd name="connsiteX26" fmla="*/ 106789 w 423140"/>
                <a:gd name="connsiteY26" fmla="*/ 34683 h 733258"/>
                <a:gd name="connsiteX27" fmla="*/ 81292 w 423140"/>
                <a:gd name="connsiteY27" fmla="*/ 88679 h 733258"/>
                <a:gd name="connsiteX28" fmla="*/ 40545 w 423140"/>
                <a:gd name="connsiteY28" fmla="*/ 133258 h 733258"/>
                <a:gd name="connsiteX29" fmla="*/ 44128 w 423140"/>
                <a:gd name="connsiteY29" fmla="*/ 185503 h 733258"/>
                <a:gd name="connsiteX30" fmla="*/ 49211 w 423140"/>
                <a:gd name="connsiteY30" fmla="*/ 207168 h 733258"/>
                <a:gd name="connsiteX31" fmla="*/ 41462 w 423140"/>
                <a:gd name="connsiteY31" fmla="*/ 222833 h 733258"/>
                <a:gd name="connsiteX32" fmla="*/ 33629 w 423140"/>
                <a:gd name="connsiteY32" fmla="*/ 247914 h 733258"/>
                <a:gd name="connsiteX33" fmla="*/ 51044 w 423140"/>
                <a:gd name="connsiteY33" fmla="*/ 311075 h 733258"/>
                <a:gd name="connsiteX34" fmla="*/ 46211 w 423140"/>
                <a:gd name="connsiteY34" fmla="*/ 362737 h 733258"/>
                <a:gd name="connsiteX35" fmla="*/ 75459 w 423140"/>
                <a:gd name="connsiteY35" fmla="*/ 397817 h 733258"/>
                <a:gd name="connsiteX36" fmla="*/ 77209 w 423140"/>
                <a:gd name="connsiteY36" fmla="*/ 400734 h 733258"/>
                <a:gd name="connsiteX37" fmla="*/ 85041 w 423140"/>
                <a:gd name="connsiteY37" fmla="*/ 406650 h 733258"/>
                <a:gd name="connsiteX38" fmla="*/ 85291 w 423140"/>
                <a:gd name="connsiteY38" fmla="*/ 406816 h 733258"/>
                <a:gd name="connsiteX39" fmla="*/ 88791 w 423140"/>
                <a:gd name="connsiteY39" fmla="*/ 408733 h 733258"/>
                <a:gd name="connsiteX40" fmla="*/ 89291 w 423140"/>
                <a:gd name="connsiteY40" fmla="*/ 408983 h 733258"/>
                <a:gd name="connsiteX41" fmla="*/ 75792 w 423140"/>
                <a:gd name="connsiteY41" fmla="*/ 540721 h 733258"/>
                <a:gd name="connsiteX42" fmla="*/ 58544 w 423140"/>
                <a:gd name="connsiteY42" fmla="*/ 602882 h 733258"/>
                <a:gd name="connsiteX43" fmla="*/ 45878 w 423140"/>
                <a:gd name="connsiteY43" fmla="*/ 623797 h 733258"/>
                <a:gd name="connsiteX44" fmla="*/ 24880 w 423140"/>
                <a:gd name="connsiteY44" fmla="*/ 637463 h 733258"/>
                <a:gd name="connsiteX45" fmla="*/ 11798 w 423140"/>
                <a:gd name="connsiteY45" fmla="*/ 710789 h 733258"/>
                <a:gd name="connsiteX46" fmla="*/ 11798 w 423140"/>
                <a:gd name="connsiteY46" fmla="*/ 710789 h 733258"/>
                <a:gd name="connsiteX47" fmla="*/ 195698 w 423140"/>
                <a:gd name="connsiteY47" fmla="*/ 447979 h 733258"/>
                <a:gd name="connsiteX48" fmla="*/ 188115 w 423140"/>
                <a:gd name="connsiteY48" fmla="*/ 455312 h 733258"/>
                <a:gd name="connsiteX49" fmla="*/ 177200 w 423140"/>
                <a:gd name="connsiteY49" fmla="*/ 419232 h 733258"/>
                <a:gd name="connsiteX50" fmla="*/ 131704 w 423140"/>
                <a:gd name="connsiteY50" fmla="*/ 428231 h 733258"/>
                <a:gd name="connsiteX51" fmla="*/ 118372 w 423140"/>
                <a:gd name="connsiteY51" fmla="*/ 410233 h 733258"/>
                <a:gd name="connsiteX52" fmla="*/ 96040 w 423140"/>
                <a:gd name="connsiteY52" fmla="*/ 396067 h 733258"/>
                <a:gd name="connsiteX53" fmla="*/ 95623 w 423140"/>
                <a:gd name="connsiteY53" fmla="*/ 395567 h 733258"/>
                <a:gd name="connsiteX54" fmla="*/ 70959 w 423140"/>
                <a:gd name="connsiteY54" fmla="*/ 368820 h 733258"/>
                <a:gd name="connsiteX55" fmla="*/ 62710 w 423140"/>
                <a:gd name="connsiteY55" fmla="*/ 337323 h 733258"/>
                <a:gd name="connsiteX56" fmla="*/ 63460 w 423140"/>
                <a:gd name="connsiteY56" fmla="*/ 289327 h 733258"/>
                <a:gd name="connsiteX57" fmla="*/ 52294 w 423140"/>
                <a:gd name="connsiteY57" fmla="*/ 260496 h 733258"/>
                <a:gd name="connsiteX58" fmla="*/ 62043 w 423140"/>
                <a:gd name="connsiteY58" fmla="*/ 222083 h 733258"/>
                <a:gd name="connsiteX59" fmla="*/ 58377 w 423140"/>
                <a:gd name="connsiteY59" fmla="*/ 172588 h 733258"/>
                <a:gd name="connsiteX60" fmla="*/ 76292 w 423140"/>
                <a:gd name="connsiteY60" fmla="*/ 115260 h 733258"/>
                <a:gd name="connsiteX61" fmla="*/ 106206 w 423140"/>
                <a:gd name="connsiteY61" fmla="*/ 81679 h 733258"/>
                <a:gd name="connsiteX62" fmla="*/ 115705 w 423140"/>
                <a:gd name="connsiteY62" fmla="*/ 49515 h 733258"/>
                <a:gd name="connsiteX63" fmla="*/ 137286 w 423140"/>
                <a:gd name="connsiteY63" fmla="*/ 37183 h 733258"/>
                <a:gd name="connsiteX64" fmla="*/ 170450 w 423140"/>
                <a:gd name="connsiteY64" fmla="*/ 34017 h 733258"/>
                <a:gd name="connsiteX65" fmla="*/ 191531 w 423140"/>
                <a:gd name="connsiteY65" fmla="*/ 34017 h 733258"/>
                <a:gd name="connsiteX66" fmla="*/ 214529 w 423140"/>
                <a:gd name="connsiteY66" fmla="*/ 18185 h 733258"/>
                <a:gd name="connsiteX67" fmla="*/ 244944 w 423140"/>
                <a:gd name="connsiteY67" fmla="*/ 15685 h 733258"/>
                <a:gd name="connsiteX68" fmla="*/ 293856 w 423140"/>
                <a:gd name="connsiteY68" fmla="*/ 37350 h 733258"/>
                <a:gd name="connsiteX69" fmla="*/ 336852 w 423140"/>
                <a:gd name="connsiteY69" fmla="*/ 63014 h 733258"/>
                <a:gd name="connsiteX70" fmla="*/ 370682 w 423140"/>
                <a:gd name="connsiteY70" fmla="*/ 106427 h 733258"/>
                <a:gd name="connsiteX71" fmla="*/ 398263 w 423140"/>
                <a:gd name="connsiteY71" fmla="*/ 142757 h 733258"/>
                <a:gd name="connsiteX72" fmla="*/ 404179 w 423140"/>
                <a:gd name="connsiteY72" fmla="*/ 195919 h 733258"/>
                <a:gd name="connsiteX73" fmla="*/ 392930 w 423140"/>
                <a:gd name="connsiteY73" fmla="*/ 220167 h 733258"/>
                <a:gd name="connsiteX74" fmla="*/ 392597 w 423140"/>
                <a:gd name="connsiteY74" fmla="*/ 242581 h 733258"/>
                <a:gd name="connsiteX75" fmla="*/ 363849 w 423140"/>
                <a:gd name="connsiteY75" fmla="*/ 287494 h 733258"/>
                <a:gd name="connsiteX76" fmla="*/ 333352 w 423140"/>
                <a:gd name="connsiteY76" fmla="*/ 316075 h 733258"/>
                <a:gd name="connsiteX77" fmla="*/ 326270 w 423140"/>
                <a:gd name="connsiteY77" fmla="*/ 362570 h 733258"/>
                <a:gd name="connsiteX78" fmla="*/ 234278 w 423140"/>
                <a:gd name="connsiteY78" fmla="*/ 424732 h 733258"/>
                <a:gd name="connsiteX79" fmla="*/ 234278 w 423140"/>
                <a:gd name="connsiteY79" fmla="*/ 424732 h 733258"/>
                <a:gd name="connsiteX80" fmla="*/ 216529 w 423140"/>
                <a:gd name="connsiteY80" fmla="*/ 434231 h 733258"/>
                <a:gd name="connsiteX81" fmla="*/ 195698 w 423140"/>
                <a:gd name="connsiteY81" fmla="*/ 447979 h 733258"/>
                <a:gd name="connsiteX82" fmla="*/ 195698 w 423140"/>
                <a:gd name="connsiteY82" fmla="*/ 447979 h 733258"/>
                <a:gd name="connsiteX83" fmla="*/ 36046 w 423140"/>
                <a:gd name="connsiteY83" fmla="*/ 647295 h 733258"/>
                <a:gd name="connsiteX84" fmla="*/ 66960 w 423140"/>
                <a:gd name="connsiteY84" fmla="*/ 629213 h 733258"/>
                <a:gd name="connsiteX85" fmla="*/ 76375 w 423140"/>
                <a:gd name="connsiteY85" fmla="*/ 592300 h 733258"/>
                <a:gd name="connsiteX86" fmla="*/ 92624 w 423140"/>
                <a:gd name="connsiteY86" fmla="*/ 539555 h 733258"/>
                <a:gd name="connsiteX87" fmla="*/ 103956 w 423140"/>
                <a:gd name="connsiteY87" fmla="*/ 494059 h 733258"/>
                <a:gd name="connsiteX88" fmla="*/ 105706 w 423140"/>
                <a:gd name="connsiteY88" fmla="*/ 418649 h 733258"/>
                <a:gd name="connsiteX89" fmla="*/ 108372 w 423140"/>
                <a:gd name="connsiteY89" fmla="*/ 420898 h 733258"/>
                <a:gd name="connsiteX90" fmla="*/ 124287 w 423140"/>
                <a:gd name="connsiteY90" fmla="*/ 441897 h 733258"/>
                <a:gd name="connsiteX91" fmla="*/ 131454 w 423140"/>
                <a:gd name="connsiteY91" fmla="*/ 443480 h 733258"/>
                <a:gd name="connsiteX92" fmla="*/ 144953 w 423140"/>
                <a:gd name="connsiteY92" fmla="*/ 436564 h 733258"/>
                <a:gd name="connsiteX93" fmla="*/ 153202 w 423140"/>
                <a:gd name="connsiteY93" fmla="*/ 431814 h 733258"/>
                <a:gd name="connsiteX94" fmla="*/ 171534 w 423140"/>
                <a:gd name="connsiteY94" fmla="*/ 434314 h 733258"/>
                <a:gd name="connsiteX95" fmla="*/ 175366 w 423140"/>
                <a:gd name="connsiteY95" fmla="*/ 472560 h 733258"/>
                <a:gd name="connsiteX96" fmla="*/ 175700 w 423140"/>
                <a:gd name="connsiteY96" fmla="*/ 473227 h 733258"/>
                <a:gd name="connsiteX97" fmla="*/ 168867 w 423140"/>
                <a:gd name="connsiteY97" fmla="*/ 486476 h 733258"/>
                <a:gd name="connsiteX98" fmla="*/ 146369 w 423140"/>
                <a:gd name="connsiteY98" fmla="*/ 524473 h 733258"/>
                <a:gd name="connsiteX99" fmla="*/ 111206 w 423140"/>
                <a:gd name="connsiteY99" fmla="*/ 602132 h 733258"/>
                <a:gd name="connsiteX100" fmla="*/ 126954 w 423140"/>
                <a:gd name="connsiteY100" fmla="*/ 670126 h 733258"/>
                <a:gd name="connsiteX101" fmla="*/ 121288 w 423140"/>
                <a:gd name="connsiteY101" fmla="*/ 717039 h 733258"/>
                <a:gd name="connsiteX102" fmla="*/ 93957 w 423140"/>
                <a:gd name="connsiteY102" fmla="*/ 704706 h 733258"/>
                <a:gd name="connsiteX103" fmla="*/ 80625 w 423140"/>
                <a:gd name="connsiteY103" fmla="*/ 678708 h 733258"/>
                <a:gd name="connsiteX104" fmla="*/ 67293 w 423140"/>
                <a:gd name="connsiteY104" fmla="*/ 677375 h 733258"/>
                <a:gd name="connsiteX105" fmla="*/ 41295 w 423140"/>
                <a:gd name="connsiteY105" fmla="*/ 701123 h 733258"/>
                <a:gd name="connsiteX106" fmla="*/ 18547 w 423140"/>
                <a:gd name="connsiteY106" fmla="*/ 692291 h 733258"/>
                <a:gd name="connsiteX107" fmla="*/ 36046 w 423140"/>
                <a:gd name="connsiteY107" fmla="*/ 647295 h 733258"/>
                <a:gd name="connsiteX108" fmla="*/ 36046 w 423140"/>
                <a:gd name="connsiteY108" fmla="*/ 647295 h 733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423140" h="733258">
                  <a:moveTo>
                    <a:pt x="11798" y="710789"/>
                  </a:moveTo>
                  <a:cubicBezTo>
                    <a:pt x="32546" y="726871"/>
                    <a:pt x="58127" y="716455"/>
                    <a:pt x="71959" y="697957"/>
                  </a:cubicBezTo>
                  <a:cubicBezTo>
                    <a:pt x="75625" y="706706"/>
                    <a:pt x="81125" y="714705"/>
                    <a:pt x="88624" y="720122"/>
                  </a:cubicBezTo>
                  <a:cubicBezTo>
                    <a:pt x="99373" y="727871"/>
                    <a:pt x="114789" y="735704"/>
                    <a:pt x="128454" y="732537"/>
                  </a:cubicBezTo>
                  <a:cubicBezTo>
                    <a:pt x="161784" y="724704"/>
                    <a:pt x="147785" y="678126"/>
                    <a:pt x="139536" y="656794"/>
                  </a:cubicBezTo>
                  <a:cubicBezTo>
                    <a:pt x="133120" y="640212"/>
                    <a:pt x="119788" y="623797"/>
                    <a:pt x="126371" y="605882"/>
                  </a:cubicBezTo>
                  <a:cubicBezTo>
                    <a:pt x="132787" y="588467"/>
                    <a:pt x="140870" y="571635"/>
                    <a:pt x="147452" y="554220"/>
                  </a:cubicBezTo>
                  <a:cubicBezTo>
                    <a:pt x="157201" y="528222"/>
                    <a:pt x="170200" y="502391"/>
                    <a:pt x="183366" y="477727"/>
                  </a:cubicBezTo>
                  <a:cubicBezTo>
                    <a:pt x="184282" y="477560"/>
                    <a:pt x="185282" y="477310"/>
                    <a:pt x="186032" y="476643"/>
                  </a:cubicBezTo>
                  <a:cubicBezTo>
                    <a:pt x="197031" y="468061"/>
                    <a:pt x="205364" y="457062"/>
                    <a:pt x="216946" y="448896"/>
                  </a:cubicBezTo>
                  <a:cubicBezTo>
                    <a:pt x="224695" y="443396"/>
                    <a:pt x="230945" y="436647"/>
                    <a:pt x="238027" y="430731"/>
                  </a:cubicBezTo>
                  <a:cubicBezTo>
                    <a:pt x="278024" y="421398"/>
                    <a:pt x="325270" y="408566"/>
                    <a:pt x="342935" y="366820"/>
                  </a:cubicBezTo>
                  <a:cubicBezTo>
                    <a:pt x="346684" y="357987"/>
                    <a:pt x="347434" y="348655"/>
                    <a:pt x="348267" y="339239"/>
                  </a:cubicBezTo>
                  <a:cubicBezTo>
                    <a:pt x="349601" y="323324"/>
                    <a:pt x="354517" y="318491"/>
                    <a:pt x="366599" y="308908"/>
                  </a:cubicBezTo>
                  <a:cubicBezTo>
                    <a:pt x="382015" y="296660"/>
                    <a:pt x="398513" y="284328"/>
                    <a:pt x="406262" y="265579"/>
                  </a:cubicBezTo>
                  <a:cubicBezTo>
                    <a:pt x="409762" y="257080"/>
                    <a:pt x="410345" y="248831"/>
                    <a:pt x="409845" y="239748"/>
                  </a:cubicBezTo>
                  <a:cubicBezTo>
                    <a:pt x="409512" y="233415"/>
                    <a:pt x="408929" y="227416"/>
                    <a:pt x="410845" y="221250"/>
                  </a:cubicBezTo>
                  <a:cubicBezTo>
                    <a:pt x="412345" y="216584"/>
                    <a:pt x="415345" y="212584"/>
                    <a:pt x="417345" y="208168"/>
                  </a:cubicBezTo>
                  <a:cubicBezTo>
                    <a:pt x="423678" y="194169"/>
                    <a:pt x="424511" y="172254"/>
                    <a:pt x="421344" y="157589"/>
                  </a:cubicBezTo>
                  <a:cubicBezTo>
                    <a:pt x="417261" y="139091"/>
                    <a:pt x="404846" y="128925"/>
                    <a:pt x="392180" y="116343"/>
                  </a:cubicBezTo>
                  <a:cubicBezTo>
                    <a:pt x="378931" y="103094"/>
                    <a:pt x="379598" y="81596"/>
                    <a:pt x="366933" y="66930"/>
                  </a:cubicBezTo>
                  <a:cubicBezTo>
                    <a:pt x="353933" y="51932"/>
                    <a:pt x="334352" y="48016"/>
                    <a:pt x="318437" y="37100"/>
                  </a:cubicBezTo>
                  <a:cubicBezTo>
                    <a:pt x="301688" y="25684"/>
                    <a:pt x="287523" y="11602"/>
                    <a:pt x="267775" y="5353"/>
                  </a:cubicBezTo>
                  <a:cubicBezTo>
                    <a:pt x="250359" y="-230"/>
                    <a:pt x="230195" y="-2230"/>
                    <a:pt x="212446" y="3186"/>
                  </a:cubicBezTo>
                  <a:cubicBezTo>
                    <a:pt x="203447" y="5936"/>
                    <a:pt x="198364" y="12019"/>
                    <a:pt x="190615" y="16268"/>
                  </a:cubicBezTo>
                  <a:cubicBezTo>
                    <a:pt x="179450" y="22518"/>
                    <a:pt x="164451" y="18352"/>
                    <a:pt x="152285" y="19351"/>
                  </a:cubicBezTo>
                  <a:cubicBezTo>
                    <a:pt x="136537" y="20685"/>
                    <a:pt x="118538" y="23018"/>
                    <a:pt x="106789" y="34683"/>
                  </a:cubicBezTo>
                  <a:cubicBezTo>
                    <a:pt x="91457" y="49849"/>
                    <a:pt x="96290" y="74097"/>
                    <a:pt x="81292" y="88679"/>
                  </a:cubicBezTo>
                  <a:cubicBezTo>
                    <a:pt x="66793" y="102761"/>
                    <a:pt x="49044" y="114093"/>
                    <a:pt x="40545" y="133258"/>
                  </a:cubicBezTo>
                  <a:cubicBezTo>
                    <a:pt x="33129" y="150006"/>
                    <a:pt x="38129" y="169255"/>
                    <a:pt x="44128" y="185503"/>
                  </a:cubicBezTo>
                  <a:cubicBezTo>
                    <a:pt x="46628" y="192169"/>
                    <a:pt x="50628" y="199752"/>
                    <a:pt x="49211" y="207168"/>
                  </a:cubicBezTo>
                  <a:cubicBezTo>
                    <a:pt x="48128" y="212584"/>
                    <a:pt x="43878" y="217917"/>
                    <a:pt x="41462" y="222833"/>
                  </a:cubicBezTo>
                  <a:cubicBezTo>
                    <a:pt x="37712" y="230666"/>
                    <a:pt x="34296" y="239248"/>
                    <a:pt x="33629" y="247914"/>
                  </a:cubicBezTo>
                  <a:cubicBezTo>
                    <a:pt x="31963" y="271246"/>
                    <a:pt x="50044" y="288827"/>
                    <a:pt x="51044" y="311075"/>
                  </a:cubicBezTo>
                  <a:cubicBezTo>
                    <a:pt x="51877" y="329074"/>
                    <a:pt x="38129" y="344822"/>
                    <a:pt x="46211" y="362737"/>
                  </a:cubicBezTo>
                  <a:cubicBezTo>
                    <a:pt x="52211" y="375986"/>
                    <a:pt x="64126" y="387485"/>
                    <a:pt x="75459" y="397817"/>
                  </a:cubicBezTo>
                  <a:cubicBezTo>
                    <a:pt x="75709" y="398817"/>
                    <a:pt x="76292" y="399817"/>
                    <a:pt x="77209" y="400734"/>
                  </a:cubicBezTo>
                  <a:cubicBezTo>
                    <a:pt x="79625" y="403067"/>
                    <a:pt x="82291" y="404983"/>
                    <a:pt x="85041" y="406650"/>
                  </a:cubicBezTo>
                  <a:cubicBezTo>
                    <a:pt x="85125" y="406733"/>
                    <a:pt x="85208" y="406816"/>
                    <a:pt x="85291" y="406816"/>
                  </a:cubicBezTo>
                  <a:cubicBezTo>
                    <a:pt x="86374" y="407900"/>
                    <a:pt x="87624" y="408483"/>
                    <a:pt x="88791" y="408733"/>
                  </a:cubicBezTo>
                  <a:cubicBezTo>
                    <a:pt x="88957" y="408817"/>
                    <a:pt x="89124" y="408899"/>
                    <a:pt x="89291" y="408983"/>
                  </a:cubicBezTo>
                  <a:cubicBezTo>
                    <a:pt x="104123" y="449896"/>
                    <a:pt x="87041" y="500641"/>
                    <a:pt x="75792" y="540721"/>
                  </a:cubicBezTo>
                  <a:cubicBezTo>
                    <a:pt x="69876" y="561803"/>
                    <a:pt x="62210" y="581051"/>
                    <a:pt x="58544" y="602882"/>
                  </a:cubicBezTo>
                  <a:cubicBezTo>
                    <a:pt x="56794" y="613298"/>
                    <a:pt x="55294" y="618381"/>
                    <a:pt x="45878" y="623797"/>
                  </a:cubicBezTo>
                  <a:cubicBezTo>
                    <a:pt x="38629" y="627963"/>
                    <a:pt x="31379" y="632130"/>
                    <a:pt x="24880" y="637463"/>
                  </a:cubicBezTo>
                  <a:cubicBezTo>
                    <a:pt x="6048" y="652627"/>
                    <a:pt x="-12950" y="691624"/>
                    <a:pt x="11798" y="710789"/>
                  </a:cubicBezTo>
                  <a:lnTo>
                    <a:pt x="11798" y="710789"/>
                  </a:lnTo>
                  <a:close/>
                  <a:moveTo>
                    <a:pt x="195698" y="447979"/>
                  </a:moveTo>
                  <a:cubicBezTo>
                    <a:pt x="192948" y="450146"/>
                    <a:pt x="190532" y="452729"/>
                    <a:pt x="188115" y="455312"/>
                  </a:cubicBezTo>
                  <a:cubicBezTo>
                    <a:pt x="188782" y="441564"/>
                    <a:pt x="192198" y="427815"/>
                    <a:pt x="177200" y="419232"/>
                  </a:cubicBezTo>
                  <a:cubicBezTo>
                    <a:pt x="159701" y="409233"/>
                    <a:pt x="147119" y="422648"/>
                    <a:pt x="131704" y="428231"/>
                  </a:cubicBezTo>
                  <a:cubicBezTo>
                    <a:pt x="127204" y="422315"/>
                    <a:pt x="124371" y="415649"/>
                    <a:pt x="118372" y="410233"/>
                  </a:cubicBezTo>
                  <a:cubicBezTo>
                    <a:pt x="111622" y="404067"/>
                    <a:pt x="104039" y="399901"/>
                    <a:pt x="96040" y="396067"/>
                  </a:cubicBezTo>
                  <a:cubicBezTo>
                    <a:pt x="95874" y="395901"/>
                    <a:pt x="95790" y="395734"/>
                    <a:pt x="95623" y="395567"/>
                  </a:cubicBezTo>
                  <a:cubicBezTo>
                    <a:pt x="87291" y="386818"/>
                    <a:pt x="78875" y="378069"/>
                    <a:pt x="70959" y="368820"/>
                  </a:cubicBezTo>
                  <a:cubicBezTo>
                    <a:pt x="62043" y="358404"/>
                    <a:pt x="58294" y="350988"/>
                    <a:pt x="62710" y="337323"/>
                  </a:cubicBezTo>
                  <a:cubicBezTo>
                    <a:pt x="68126" y="320574"/>
                    <a:pt x="69793" y="306159"/>
                    <a:pt x="63460" y="289327"/>
                  </a:cubicBezTo>
                  <a:cubicBezTo>
                    <a:pt x="59877" y="279662"/>
                    <a:pt x="54544" y="270662"/>
                    <a:pt x="52294" y="260496"/>
                  </a:cubicBezTo>
                  <a:cubicBezTo>
                    <a:pt x="49044" y="245748"/>
                    <a:pt x="55627" y="234582"/>
                    <a:pt x="62043" y="222083"/>
                  </a:cubicBezTo>
                  <a:cubicBezTo>
                    <a:pt x="71376" y="203918"/>
                    <a:pt x="64376" y="190586"/>
                    <a:pt x="58377" y="172588"/>
                  </a:cubicBezTo>
                  <a:cubicBezTo>
                    <a:pt x="50128" y="148090"/>
                    <a:pt x="57377" y="132008"/>
                    <a:pt x="76292" y="115260"/>
                  </a:cubicBezTo>
                  <a:cubicBezTo>
                    <a:pt x="87541" y="105260"/>
                    <a:pt x="101207" y="96511"/>
                    <a:pt x="106206" y="81679"/>
                  </a:cubicBezTo>
                  <a:cubicBezTo>
                    <a:pt x="109789" y="71097"/>
                    <a:pt x="109123" y="59015"/>
                    <a:pt x="115705" y="49515"/>
                  </a:cubicBezTo>
                  <a:cubicBezTo>
                    <a:pt x="120955" y="41933"/>
                    <a:pt x="128621" y="39183"/>
                    <a:pt x="137286" y="37183"/>
                  </a:cubicBezTo>
                  <a:cubicBezTo>
                    <a:pt x="148036" y="34683"/>
                    <a:pt x="159451" y="33517"/>
                    <a:pt x="170450" y="34017"/>
                  </a:cubicBezTo>
                  <a:cubicBezTo>
                    <a:pt x="177283" y="34350"/>
                    <a:pt x="184782" y="36600"/>
                    <a:pt x="191531" y="34017"/>
                  </a:cubicBezTo>
                  <a:cubicBezTo>
                    <a:pt x="200447" y="30600"/>
                    <a:pt x="205197" y="21601"/>
                    <a:pt x="214529" y="18185"/>
                  </a:cubicBezTo>
                  <a:cubicBezTo>
                    <a:pt x="224029" y="14685"/>
                    <a:pt x="235028" y="14519"/>
                    <a:pt x="244944" y="15685"/>
                  </a:cubicBezTo>
                  <a:cubicBezTo>
                    <a:pt x="263858" y="17935"/>
                    <a:pt x="278857" y="26184"/>
                    <a:pt x="293856" y="37350"/>
                  </a:cubicBezTo>
                  <a:cubicBezTo>
                    <a:pt x="307521" y="47516"/>
                    <a:pt x="320937" y="56682"/>
                    <a:pt x="336852" y="63014"/>
                  </a:cubicBezTo>
                  <a:cubicBezTo>
                    <a:pt x="357600" y="71264"/>
                    <a:pt x="364433" y="86345"/>
                    <a:pt x="370682" y="106427"/>
                  </a:cubicBezTo>
                  <a:cubicBezTo>
                    <a:pt x="375848" y="122842"/>
                    <a:pt x="388930" y="129175"/>
                    <a:pt x="398263" y="142757"/>
                  </a:cubicBezTo>
                  <a:cubicBezTo>
                    <a:pt x="408262" y="157339"/>
                    <a:pt x="409262" y="179087"/>
                    <a:pt x="404179" y="195919"/>
                  </a:cubicBezTo>
                  <a:cubicBezTo>
                    <a:pt x="401596" y="204501"/>
                    <a:pt x="395096" y="211334"/>
                    <a:pt x="392930" y="220167"/>
                  </a:cubicBezTo>
                  <a:cubicBezTo>
                    <a:pt x="391180" y="227583"/>
                    <a:pt x="392680" y="235082"/>
                    <a:pt x="392597" y="242581"/>
                  </a:cubicBezTo>
                  <a:cubicBezTo>
                    <a:pt x="392347" y="263413"/>
                    <a:pt x="379015" y="275245"/>
                    <a:pt x="363849" y="287494"/>
                  </a:cubicBezTo>
                  <a:cubicBezTo>
                    <a:pt x="353600" y="295827"/>
                    <a:pt x="339185" y="303659"/>
                    <a:pt x="333352" y="316075"/>
                  </a:cubicBezTo>
                  <a:cubicBezTo>
                    <a:pt x="326603" y="330490"/>
                    <a:pt x="332602" y="347739"/>
                    <a:pt x="326270" y="362570"/>
                  </a:cubicBezTo>
                  <a:cubicBezTo>
                    <a:pt x="312021" y="395984"/>
                    <a:pt x="267025" y="415732"/>
                    <a:pt x="234278" y="424732"/>
                  </a:cubicBezTo>
                  <a:lnTo>
                    <a:pt x="234278" y="424732"/>
                  </a:lnTo>
                  <a:cubicBezTo>
                    <a:pt x="227778" y="425565"/>
                    <a:pt x="222195" y="430648"/>
                    <a:pt x="216529" y="434231"/>
                  </a:cubicBezTo>
                  <a:cubicBezTo>
                    <a:pt x="209696" y="438814"/>
                    <a:pt x="202197" y="442813"/>
                    <a:pt x="195698" y="447979"/>
                  </a:cubicBezTo>
                  <a:lnTo>
                    <a:pt x="195698" y="447979"/>
                  </a:lnTo>
                  <a:close/>
                  <a:moveTo>
                    <a:pt x="36046" y="647295"/>
                  </a:moveTo>
                  <a:cubicBezTo>
                    <a:pt x="45045" y="640046"/>
                    <a:pt x="59627" y="637796"/>
                    <a:pt x="66960" y="629213"/>
                  </a:cubicBezTo>
                  <a:cubicBezTo>
                    <a:pt x="74626" y="620214"/>
                    <a:pt x="74042" y="603299"/>
                    <a:pt x="76375" y="592300"/>
                  </a:cubicBezTo>
                  <a:cubicBezTo>
                    <a:pt x="80125" y="574218"/>
                    <a:pt x="88041" y="557470"/>
                    <a:pt x="92624" y="539555"/>
                  </a:cubicBezTo>
                  <a:cubicBezTo>
                    <a:pt x="96540" y="524389"/>
                    <a:pt x="100540" y="509391"/>
                    <a:pt x="103956" y="494059"/>
                  </a:cubicBezTo>
                  <a:cubicBezTo>
                    <a:pt x="108956" y="471644"/>
                    <a:pt x="112289" y="442480"/>
                    <a:pt x="105706" y="418649"/>
                  </a:cubicBezTo>
                  <a:cubicBezTo>
                    <a:pt x="106622" y="419399"/>
                    <a:pt x="107539" y="420149"/>
                    <a:pt x="108372" y="420898"/>
                  </a:cubicBezTo>
                  <a:cubicBezTo>
                    <a:pt x="115038" y="427148"/>
                    <a:pt x="118038" y="435480"/>
                    <a:pt x="124287" y="441897"/>
                  </a:cubicBezTo>
                  <a:cubicBezTo>
                    <a:pt x="126121" y="443813"/>
                    <a:pt x="129037" y="444147"/>
                    <a:pt x="131454" y="443480"/>
                  </a:cubicBezTo>
                  <a:cubicBezTo>
                    <a:pt x="136286" y="442147"/>
                    <a:pt x="140536" y="439064"/>
                    <a:pt x="144953" y="436564"/>
                  </a:cubicBezTo>
                  <a:cubicBezTo>
                    <a:pt x="147702" y="435064"/>
                    <a:pt x="150452" y="433064"/>
                    <a:pt x="153202" y="431814"/>
                  </a:cubicBezTo>
                  <a:cubicBezTo>
                    <a:pt x="161618" y="428065"/>
                    <a:pt x="165950" y="426648"/>
                    <a:pt x="171534" y="434314"/>
                  </a:cubicBezTo>
                  <a:cubicBezTo>
                    <a:pt x="179533" y="445396"/>
                    <a:pt x="171700" y="459562"/>
                    <a:pt x="175366" y="472560"/>
                  </a:cubicBezTo>
                  <a:cubicBezTo>
                    <a:pt x="175450" y="472811"/>
                    <a:pt x="175533" y="472977"/>
                    <a:pt x="175700" y="473227"/>
                  </a:cubicBezTo>
                  <a:cubicBezTo>
                    <a:pt x="173450" y="477643"/>
                    <a:pt x="171450" y="482310"/>
                    <a:pt x="168867" y="486476"/>
                  </a:cubicBezTo>
                  <a:cubicBezTo>
                    <a:pt x="161118" y="499058"/>
                    <a:pt x="153535" y="511557"/>
                    <a:pt x="146369" y="524473"/>
                  </a:cubicBezTo>
                  <a:cubicBezTo>
                    <a:pt x="132870" y="548804"/>
                    <a:pt x="121538" y="576301"/>
                    <a:pt x="111206" y="602132"/>
                  </a:cubicBezTo>
                  <a:cubicBezTo>
                    <a:pt x="101373" y="626880"/>
                    <a:pt x="118121" y="647461"/>
                    <a:pt x="126954" y="670126"/>
                  </a:cubicBezTo>
                  <a:cubicBezTo>
                    <a:pt x="131370" y="681458"/>
                    <a:pt x="141870" y="714372"/>
                    <a:pt x="121288" y="717039"/>
                  </a:cubicBezTo>
                  <a:cubicBezTo>
                    <a:pt x="113039" y="718122"/>
                    <a:pt x="99540" y="709956"/>
                    <a:pt x="93957" y="704706"/>
                  </a:cubicBezTo>
                  <a:cubicBezTo>
                    <a:pt x="86791" y="698040"/>
                    <a:pt x="82125" y="688375"/>
                    <a:pt x="80625" y="678708"/>
                  </a:cubicBezTo>
                  <a:cubicBezTo>
                    <a:pt x="79459" y="671209"/>
                    <a:pt x="69709" y="669876"/>
                    <a:pt x="67293" y="677375"/>
                  </a:cubicBezTo>
                  <a:cubicBezTo>
                    <a:pt x="63210" y="689958"/>
                    <a:pt x="54377" y="699040"/>
                    <a:pt x="41295" y="701123"/>
                  </a:cubicBezTo>
                  <a:cubicBezTo>
                    <a:pt x="32546" y="702457"/>
                    <a:pt x="22630" y="701540"/>
                    <a:pt x="18547" y="692291"/>
                  </a:cubicBezTo>
                  <a:cubicBezTo>
                    <a:pt x="11131" y="676209"/>
                    <a:pt x="23797" y="657127"/>
                    <a:pt x="36046" y="647295"/>
                  </a:cubicBezTo>
                  <a:lnTo>
                    <a:pt x="36046" y="647295"/>
                  </a:lnTo>
                  <a:close/>
                </a:path>
              </a:pathLst>
            </a:custGeom>
            <a:grpFill/>
            <a:ln w="8332" cap="flat">
              <a:noFill/>
              <a:prstDash val="solid"/>
              <a:miter/>
            </a:ln>
          </p:spPr>
          <p:txBody>
            <a:bodyPr rtlCol="0" anchor="ctr"/>
            <a:lstStyle/>
            <a:p>
              <a:endParaRPr lang="en-US"/>
            </a:p>
          </p:txBody>
        </p:sp>
        <p:sp>
          <p:nvSpPr>
            <p:cNvPr id="1707" name="Freeform: Shape 1706"/>
            <p:cNvSpPr/>
            <p:nvPr/>
          </p:nvSpPr>
          <p:spPr>
            <a:xfrm>
              <a:off x="4877161" y="3813451"/>
              <a:ext cx="128415" cy="234267"/>
            </a:xfrm>
            <a:custGeom>
              <a:avLst/>
              <a:gdLst>
                <a:gd name="connsiteX0" fmla="*/ 2921 w 128415"/>
                <a:gd name="connsiteY0" fmla="*/ 221612 h 234267"/>
                <a:gd name="connsiteX1" fmla="*/ 40084 w 128415"/>
                <a:gd name="connsiteY1" fmla="*/ 207947 h 234267"/>
                <a:gd name="connsiteX2" fmla="*/ 40417 w 128415"/>
                <a:gd name="connsiteY2" fmla="*/ 172867 h 234267"/>
                <a:gd name="connsiteX3" fmla="*/ 80914 w 128415"/>
                <a:gd name="connsiteY3" fmla="*/ 136287 h 234267"/>
                <a:gd name="connsiteX4" fmla="*/ 88496 w 128415"/>
                <a:gd name="connsiteY4" fmla="*/ 98374 h 234267"/>
                <a:gd name="connsiteX5" fmla="*/ 103328 w 128415"/>
                <a:gd name="connsiteY5" fmla="*/ 80875 h 234267"/>
                <a:gd name="connsiteX6" fmla="*/ 111994 w 128415"/>
                <a:gd name="connsiteY6" fmla="*/ 32879 h 234267"/>
                <a:gd name="connsiteX7" fmla="*/ 72498 w 128415"/>
                <a:gd name="connsiteY7" fmla="*/ 1882 h 234267"/>
                <a:gd name="connsiteX8" fmla="*/ 72414 w 128415"/>
                <a:gd name="connsiteY8" fmla="*/ 49 h 234267"/>
                <a:gd name="connsiteX9" fmla="*/ 127576 w 128415"/>
                <a:gd name="connsiteY9" fmla="*/ 48378 h 234267"/>
                <a:gd name="connsiteX10" fmla="*/ 116494 w 128415"/>
                <a:gd name="connsiteY10" fmla="*/ 83625 h 234267"/>
                <a:gd name="connsiteX11" fmla="*/ 101162 w 128415"/>
                <a:gd name="connsiteY11" fmla="*/ 108206 h 234267"/>
                <a:gd name="connsiteX12" fmla="*/ 100412 w 128415"/>
                <a:gd name="connsiteY12" fmla="*/ 132120 h 234267"/>
                <a:gd name="connsiteX13" fmla="*/ 75581 w 128415"/>
                <a:gd name="connsiteY13" fmla="*/ 162117 h 234267"/>
                <a:gd name="connsiteX14" fmla="*/ 55666 w 128415"/>
                <a:gd name="connsiteY14" fmla="*/ 172367 h 234267"/>
                <a:gd name="connsiteX15" fmla="*/ 57082 w 128415"/>
                <a:gd name="connsiteY15" fmla="*/ 192115 h 234267"/>
                <a:gd name="connsiteX16" fmla="*/ 42001 w 128415"/>
                <a:gd name="connsiteY16" fmla="*/ 227362 h 234267"/>
                <a:gd name="connsiteX17" fmla="*/ 3087 w 128415"/>
                <a:gd name="connsiteY17" fmla="*/ 229861 h 234267"/>
                <a:gd name="connsiteX18" fmla="*/ 2921 w 128415"/>
                <a:gd name="connsiteY18" fmla="*/ 221612 h 234267"/>
                <a:gd name="connsiteX19" fmla="*/ 2921 w 128415"/>
                <a:gd name="connsiteY19" fmla="*/ 221612 h 234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28415" h="234267">
                  <a:moveTo>
                    <a:pt x="2921" y="221612"/>
                  </a:moveTo>
                  <a:cubicBezTo>
                    <a:pt x="16753" y="218946"/>
                    <a:pt x="32168" y="223279"/>
                    <a:pt x="40084" y="207947"/>
                  </a:cubicBezTo>
                  <a:cubicBezTo>
                    <a:pt x="46333" y="195865"/>
                    <a:pt x="41501" y="184949"/>
                    <a:pt x="40417" y="172867"/>
                  </a:cubicBezTo>
                  <a:cubicBezTo>
                    <a:pt x="38584" y="151369"/>
                    <a:pt x="69914" y="150869"/>
                    <a:pt x="80914" y="136287"/>
                  </a:cubicBezTo>
                  <a:cubicBezTo>
                    <a:pt x="89746" y="124621"/>
                    <a:pt x="84496" y="111289"/>
                    <a:pt x="88496" y="98374"/>
                  </a:cubicBezTo>
                  <a:cubicBezTo>
                    <a:pt x="91079" y="90124"/>
                    <a:pt x="96745" y="85875"/>
                    <a:pt x="103328" y="80875"/>
                  </a:cubicBezTo>
                  <a:cubicBezTo>
                    <a:pt x="120743" y="67543"/>
                    <a:pt x="123660" y="51711"/>
                    <a:pt x="111994" y="32879"/>
                  </a:cubicBezTo>
                  <a:cubicBezTo>
                    <a:pt x="102912" y="18214"/>
                    <a:pt x="90746" y="3382"/>
                    <a:pt x="72498" y="1882"/>
                  </a:cubicBezTo>
                  <a:cubicBezTo>
                    <a:pt x="71331" y="1799"/>
                    <a:pt x="71247" y="132"/>
                    <a:pt x="72414" y="49"/>
                  </a:cubicBezTo>
                  <a:cubicBezTo>
                    <a:pt x="97245" y="-1284"/>
                    <a:pt x="122576" y="24880"/>
                    <a:pt x="127576" y="48378"/>
                  </a:cubicBezTo>
                  <a:cubicBezTo>
                    <a:pt x="130409" y="61460"/>
                    <a:pt x="125909" y="74376"/>
                    <a:pt x="116494" y="83625"/>
                  </a:cubicBezTo>
                  <a:cubicBezTo>
                    <a:pt x="108494" y="91541"/>
                    <a:pt x="101662" y="95957"/>
                    <a:pt x="101162" y="108206"/>
                  </a:cubicBezTo>
                  <a:cubicBezTo>
                    <a:pt x="100829" y="116455"/>
                    <a:pt x="102495" y="123788"/>
                    <a:pt x="100412" y="132120"/>
                  </a:cubicBezTo>
                  <a:cubicBezTo>
                    <a:pt x="96912" y="145869"/>
                    <a:pt x="87413" y="155035"/>
                    <a:pt x="75581" y="162117"/>
                  </a:cubicBezTo>
                  <a:cubicBezTo>
                    <a:pt x="71331" y="164701"/>
                    <a:pt x="57916" y="168784"/>
                    <a:pt x="55666" y="172367"/>
                  </a:cubicBezTo>
                  <a:cubicBezTo>
                    <a:pt x="53582" y="175700"/>
                    <a:pt x="57165" y="187865"/>
                    <a:pt x="57082" y="192115"/>
                  </a:cubicBezTo>
                  <a:cubicBezTo>
                    <a:pt x="56749" y="205697"/>
                    <a:pt x="52749" y="218529"/>
                    <a:pt x="42001" y="227362"/>
                  </a:cubicBezTo>
                  <a:cubicBezTo>
                    <a:pt x="29918" y="237278"/>
                    <a:pt x="16919" y="235028"/>
                    <a:pt x="3087" y="229861"/>
                  </a:cubicBezTo>
                  <a:cubicBezTo>
                    <a:pt x="-162" y="228528"/>
                    <a:pt x="-1746" y="222529"/>
                    <a:pt x="2921" y="221612"/>
                  </a:cubicBezTo>
                  <a:lnTo>
                    <a:pt x="2921" y="221612"/>
                  </a:lnTo>
                  <a:close/>
                </a:path>
              </a:pathLst>
            </a:custGeom>
            <a:grpFill/>
            <a:ln w="8332" cap="flat">
              <a:noFill/>
              <a:prstDash val="solid"/>
              <a:miter/>
            </a:ln>
          </p:spPr>
          <p:txBody>
            <a:bodyPr rtlCol="0" anchor="ctr"/>
            <a:lstStyle/>
            <a:p>
              <a:endParaRPr lang="en-US"/>
            </a:p>
          </p:txBody>
        </p:sp>
        <p:sp>
          <p:nvSpPr>
            <p:cNvPr id="1708" name="Freeform: Shape 1707"/>
            <p:cNvSpPr/>
            <p:nvPr/>
          </p:nvSpPr>
          <p:spPr>
            <a:xfrm>
              <a:off x="4793445" y="4000118"/>
              <a:ext cx="83886" cy="65680"/>
            </a:xfrm>
            <a:custGeom>
              <a:avLst/>
              <a:gdLst>
                <a:gd name="connsiteX0" fmla="*/ 5727 w 83886"/>
                <a:gd name="connsiteY0" fmla="*/ 43695 h 65680"/>
                <a:gd name="connsiteX1" fmla="*/ 50306 w 83886"/>
                <a:gd name="connsiteY1" fmla="*/ 45111 h 65680"/>
                <a:gd name="connsiteX2" fmla="*/ 63222 w 83886"/>
                <a:gd name="connsiteY2" fmla="*/ 34779 h 65680"/>
                <a:gd name="connsiteX3" fmla="*/ 72888 w 83886"/>
                <a:gd name="connsiteY3" fmla="*/ 3948 h 65680"/>
                <a:gd name="connsiteX4" fmla="*/ 80554 w 83886"/>
                <a:gd name="connsiteY4" fmla="*/ 2615 h 65680"/>
                <a:gd name="connsiteX5" fmla="*/ 80887 w 83886"/>
                <a:gd name="connsiteY5" fmla="*/ 33529 h 65680"/>
                <a:gd name="connsiteX6" fmla="*/ 70305 w 83886"/>
                <a:gd name="connsiteY6" fmla="*/ 45861 h 65680"/>
                <a:gd name="connsiteX7" fmla="*/ 56056 w 83886"/>
                <a:gd name="connsiteY7" fmla="*/ 58860 h 65680"/>
                <a:gd name="connsiteX8" fmla="*/ 728 w 83886"/>
                <a:gd name="connsiteY8" fmla="*/ 50694 h 65680"/>
                <a:gd name="connsiteX9" fmla="*/ 5727 w 83886"/>
                <a:gd name="connsiteY9" fmla="*/ 43695 h 65680"/>
                <a:gd name="connsiteX10" fmla="*/ 5727 w 83886"/>
                <a:gd name="connsiteY10" fmla="*/ 43695 h 65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3886" h="65680">
                  <a:moveTo>
                    <a:pt x="5727" y="43695"/>
                  </a:moveTo>
                  <a:cubicBezTo>
                    <a:pt x="21392" y="45278"/>
                    <a:pt x="35391" y="58194"/>
                    <a:pt x="50306" y="45111"/>
                  </a:cubicBezTo>
                  <a:cubicBezTo>
                    <a:pt x="54556" y="41362"/>
                    <a:pt x="58722" y="38362"/>
                    <a:pt x="63222" y="34779"/>
                  </a:cubicBezTo>
                  <a:cubicBezTo>
                    <a:pt x="73638" y="26696"/>
                    <a:pt x="74887" y="16364"/>
                    <a:pt x="72888" y="3948"/>
                  </a:cubicBezTo>
                  <a:cubicBezTo>
                    <a:pt x="72221" y="-468"/>
                    <a:pt x="79304" y="-1551"/>
                    <a:pt x="80554" y="2615"/>
                  </a:cubicBezTo>
                  <a:cubicBezTo>
                    <a:pt x="83720" y="13031"/>
                    <a:pt x="85970" y="23363"/>
                    <a:pt x="80887" y="33529"/>
                  </a:cubicBezTo>
                  <a:cubicBezTo>
                    <a:pt x="78304" y="38695"/>
                    <a:pt x="74804" y="42362"/>
                    <a:pt x="70305" y="45861"/>
                  </a:cubicBezTo>
                  <a:cubicBezTo>
                    <a:pt x="65139" y="49861"/>
                    <a:pt x="61056" y="54860"/>
                    <a:pt x="56056" y="58860"/>
                  </a:cubicBezTo>
                  <a:cubicBezTo>
                    <a:pt x="41390" y="70359"/>
                    <a:pt x="10560" y="67109"/>
                    <a:pt x="728" y="50694"/>
                  </a:cubicBezTo>
                  <a:cubicBezTo>
                    <a:pt x="-1522" y="46944"/>
                    <a:pt x="1811" y="43278"/>
                    <a:pt x="5727" y="43695"/>
                  </a:cubicBezTo>
                  <a:lnTo>
                    <a:pt x="5727" y="43695"/>
                  </a:lnTo>
                  <a:close/>
                </a:path>
              </a:pathLst>
            </a:custGeom>
            <a:grpFill/>
            <a:ln w="8332" cap="flat">
              <a:noFill/>
              <a:prstDash val="solid"/>
              <a:miter/>
            </a:ln>
          </p:spPr>
          <p:txBody>
            <a:bodyPr rtlCol="0" anchor="ctr"/>
            <a:lstStyle/>
            <a:p>
              <a:endParaRPr lang="en-US"/>
            </a:p>
          </p:txBody>
        </p:sp>
        <p:sp>
          <p:nvSpPr>
            <p:cNvPr id="1709" name="Freeform: Shape 1708"/>
            <p:cNvSpPr/>
            <p:nvPr/>
          </p:nvSpPr>
          <p:spPr>
            <a:xfrm>
              <a:off x="4833281" y="3909212"/>
              <a:ext cx="94908" cy="77954"/>
            </a:xfrm>
            <a:custGeom>
              <a:avLst/>
              <a:gdLst>
                <a:gd name="connsiteX0" fmla="*/ 8305 w 94908"/>
                <a:gd name="connsiteY0" fmla="*/ 59024 h 77954"/>
                <a:gd name="connsiteX1" fmla="*/ 32136 w 94908"/>
                <a:gd name="connsiteY1" fmla="*/ 55025 h 77954"/>
                <a:gd name="connsiteX2" fmla="*/ 27803 w 94908"/>
                <a:gd name="connsiteY2" fmla="*/ 31610 h 77954"/>
                <a:gd name="connsiteX3" fmla="*/ 37969 w 94908"/>
                <a:gd name="connsiteY3" fmla="*/ 28360 h 77954"/>
                <a:gd name="connsiteX4" fmla="*/ 44384 w 94908"/>
                <a:gd name="connsiteY4" fmla="*/ 59691 h 77954"/>
                <a:gd name="connsiteX5" fmla="*/ 76965 w 94908"/>
                <a:gd name="connsiteY5" fmla="*/ 49942 h 77954"/>
                <a:gd name="connsiteX6" fmla="*/ 76048 w 94908"/>
                <a:gd name="connsiteY6" fmla="*/ 5363 h 77954"/>
                <a:gd name="connsiteX7" fmla="*/ 82131 w 94908"/>
                <a:gd name="connsiteY7" fmla="*/ 1530 h 77954"/>
                <a:gd name="connsiteX8" fmla="*/ 86547 w 94908"/>
                <a:gd name="connsiteY8" fmla="*/ 59691 h 77954"/>
                <a:gd name="connsiteX9" fmla="*/ 38885 w 94908"/>
                <a:gd name="connsiteY9" fmla="*/ 69607 h 77954"/>
                <a:gd name="connsiteX10" fmla="*/ 20386 w 94908"/>
                <a:gd name="connsiteY10" fmla="*/ 77939 h 77954"/>
                <a:gd name="connsiteX11" fmla="*/ 1138 w 94908"/>
                <a:gd name="connsiteY11" fmla="*/ 66857 h 77954"/>
                <a:gd name="connsiteX12" fmla="*/ 8305 w 94908"/>
                <a:gd name="connsiteY12" fmla="*/ 59024 h 77954"/>
                <a:gd name="connsiteX13" fmla="*/ 8305 w 94908"/>
                <a:gd name="connsiteY13" fmla="*/ 59024 h 77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4908" h="77954">
                  <a:moveTo>
                    <a:pt x="8305" y="59024"/>
                  </a:moveTo>
                  <a:cubicBezTo>
                    <a:pt x="15720" y="62691"/>
                    <a:pt x="28469" y="65691"/>
                    <a:pt x="32136" y="55025"/>
                  </a:cubicBezTo>
                  <a:cubicBezTo>
                    <a:pt x="34719" y="47609"/>
                    <a:pt x="29969" y="38610"/>
                    <a:pt x="27803" y="31610"/>
                  </a:cubicBezTo>
                  <a:cubicBezTo>
                    <a:pt x="25719" y="25028"/>
                    <a:pt x="35968" y="21861"/>
                    <a:pt x="37969" y="28360"/>
                  </a:cubicBezTo>
                  <a:cubicBezTo>
                    <a:pt x="41052" y="38276"/>
                    <a:pt x="46718" y="49525"/>
                    <a:pt x="44384" y="59691"/>
                  </a:cubicBezTo>
                  <a:cubicBezTo>
                    <a:pt x="56383" y="60858"/>
                    <a:pt x="68882" y="60607"/>
                    <a:pt x="76965" y="49942"/>
                  </a:cubicBezTo>
                  <a:cubicBezTo>
                    <a:pt x="87881" y="35527"/>
                    <a:pt x="85381" y="19695"/>
                    <a:pt x="76048" y="5363"/>
                  </a:cubicBezTo>
                  <a:cubicBezTo>
                    <a:pt x="73465" y="1446"/>
                    <a:pt x="79381" y="-2137"/>
                    <a:pt x="82131" y="1530"/>
                  </a:cubicBezTo>
                  <a:cubicBezTo>
                    <a:pt x="95047" y="18695"/>
                    <a:pt x="100879" y="41109"/>
                    <a:pt x="86547" y="59691"/>
                  </a:cubicBezTo>
                  <a:cubicBezTo>
                    <a:pt x="75882" y="73440"/>
                    <a:pt x="53717" y="80106"/>
                    <a:pt x="38885" y="69607"/>
                  </a:cubicBezTo>
                  <a:cubicBezTo>
                    <a:pt x="34135" y="74440"/>
                    <a:pt x="26969" y="77690"/>
                    <a:pt x="20386" y="77939"/>
                  </a:cubicBezTo>
                  <a:cubicBezTo>
                    <a:pt x="11804" y="78273"/>
                    <a:pt x="6055" y="73106"/>
                    <a:pt x="1138" y="66857"/>
                  </a:cubicBezTo>
                  <a:cubicBezTo>
                    <a:pt x="-2612" y="62274"/>
                    <a:pt x="3721" y="56775"/>
                    <a:pt x="8305" y="59024"/>
                  </a:cubicBezTo>
                  <a:lnTo>
                    <a:pt x="8305" y="59024"/>
                  </a:lnTo>
                  <a:close/>
                </a:path>
              </a:pathLst>
            </a:custGeom>
            <a:grpFill/>
            <a:ln w="8332" cap="flat">
              <a:noFill/>
              <a:prstDash val="solid"/>
              <a:miter/>
            </a:ln>
          </p:spPr>
          <p:txBody>
            <a:bodyPr rtlCol="0" anchor="ctr"/>
            <a:lstStyle/>
            <a:p>
              <a:endParaRPr lang="en-US"/>
            </a:p>
          </p:txBody>
        </p:sp>
        <p:sp>
          <p:nvSpPr>
            <p:cNvPr id="1710" name="Freeform: Shape 1709"/>
            <p:cNvSpPr/>
            <p:nvPr/>
          </p:nvSpPr>
          <p:spPr>
            <a:xfrm>
              <a:off x="4901031" y="3845903"/>
              <a:ext cx="37067" cy="44643"/>
            </a:xfrm>
            <a:custGeom>
              <a:avLst/>
              <a:gdLst>
                <a:gd name="connsiteX0" fmla="*/ 7048 w 37067"/>
                <a:gd name="connsiteY0" fmla="*/ 29258 h 44643"/>
                <a:gd name="connsiteX1" fmla="*/ 24129 w 37067"/>
                <a:gd name="connsiteY1" fmla="*/ 24259 h 44643"/>
                <a:gd name="connsiteX2" fmla="*/ 22796 w 37067"/>
                <a:gd name="connsiteY2" fmla="*/ 5927 h 44643"/>
                <a:gd name="connsiteX3" fmla="*/ 34212 w 37067"/>
                <a:gd name="connsiteY3" fmla="*/ 3927 h 44643"/>
                <a:gd name="connsiteX4" fmla="*/ 34629 w 37067"/>
                <a:gd name="connsiteY4" fmla="*/ 34175 h 44643"/>
                <a:gd name="connsiteX5" fmla="*/ 2881 w 37067"/>
                <a:gd name="connsiteY5" fmla="*/ 40174 h 44643"/>
                <a:gd name="connsiteX6" fmla="*/ 7048 w 37067"/>
                <a:gd name="connsiteY6" fmla="*/ 29258 h 44643"/>
                <a:gd name="connsiteX7" fmla="*/ 7048 w 37067"/>
                <a:gd name="connsiteY7" fmla="*/ 29258 h 44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067" h="44643">
                  <a:moveTo>
                    <a:pt x="7048" y="29258"/>
                  </a:moveTo>
                  <a:cubicBezTo>
                    <a:pt x="13464" y="31008"/>
                    <a:pt x="22213" y="32841"/>
                    <a:pt x="24129" y="24259"/>
                  </a:cubicBezTo>
                  <a:cubicBezTo>
                    <a:pt x="25462" y="18342"/>
                    <a:pt x="23629" y="11760"/>
                    <a:pt x="22796" y="5927"/>
                  </a:cubicBezTo>
                  <a:cubicBezTo>
                    <a:pt x="21879" y="-489"/>
                    <a:pt x="32962" y="-2489"/>
                    <a:pt x="34212" y="3927"/>
                  </a:cubicBezTo>
                  <a:cubicBezTo>
                    <a:pt x="36045" y="13593"/>
                    <a:pt x="39378" y="24842"/>
                    <a:pt x="34629" y="34175"/>
                  </a:cubicBezTo>
                  <a:cubicBezTo>
                    <a:pt x="28046" y="47090"/>
                    <a:pt x="13797" y="46757"/>
                    <a:pt x="2881" y="40174"/>
                  </a:cubicBezTo>
                  <a:cubicBezTo>
                    <a:pt x="-2618" y="36924"/>
                    <a:pt x="298" y="27425"/>
                    <a:pt x="7048" y="29258"/>
                  </a:cubicBezTo>
                  <a:lnTo>
                    <a:pt x="7048" y="29258"/>
                  </a:lnTo>
                  <a:close/>
                </a:path>
              </a:pathLst>
            </a:custGeom>
            <a:grpFill/>
            <a:ln w="8332" cap="flat">
              <a:noFill/>
              <a:prstDash val="solid"/>
              <a:miter/>
            </a:ln>
          </p:spPr>
          <p:txBody>
            <a:bodyPr rtlCol="0" anchor="ctr"/>
            <a:lstStyle/>
            <a:p>
              <a:endParaRPr lang="en-US"/>
            </a:p>
          </p:txBody>
        </p:sp>
        <p:sp>
          <p:nvSpPr>
            <p:cNvPr id="1711" name="Freeform: Shape 1710"/>
            <p:cNvSpPr/>
            <p:nvPr/>
          </p:nvSpPr>
          <p:spPr>
            <a:xfrm>
              <a:off x="4826992" y="3734545"/>
              <a:ext cx="104046" cy="77777"/>
            </a:xfrm>
            <a:custGeom>
              <a:avLst/>
              <a:gdLst>
                <a:gd name="connsiteX0" fmla="*/ 1094 w 104046"/>
                <a:gd name="connsiteY0" fmla="*/ 20960 h 77777"/>
                <a:gd name="connsiteX1" fmla="*/ 43590 w 104046"/>
                <a:gd name="connsiteY1" fmla="*/ 45 h 77777"/>
                <a:gd name="connsiteX2" fmla="*/ 80087 w 104046"/>
                <a:gd name="connsiteY2" fmla="*/ 22877 h 77777"/>
                <a:gd name="connsiteX3" fmla="*/ 81670 w 104046"/>
                <a:gd name="connsiteY3" fmla="*/ 25043 h 77777"/>
                <a:gd name="connsiteX4" fmla="*/ 87086 w 104046"/>
                <a:gd name="connsiteY4" fmla="*/ 26043 h 77777"/>
                <a:gd name="connsiteX5" fmla="*/ 100835 w 104046"/>
                <a:gd name="connsiteY5" fmla="*/ 40625 h 77777"/>
                <a:gd name="connsiteX6" fmla="*/ 93836 w 104046"/>
                <a:gd name="connsiteY6" fmla="*/ 76372 h 77777"/>
                <a:gd name="connsiteX7" fmla="*/ 87086 w 104046"/>
                <a:gd name="connsiteY7" fmla="*/ 70122 h 77777"/>
                <a:gd name="connsiteX8" fmla="*/ 76754 w 104046"/>
                <a:gd name="connsiteY8" fmla="*/ 35625 h 77777"/>
                <a:gd name="connsiteX9" fmla="*/ 71838 w 104046"/>
                <a:gd name="connsiteY9" fmla="*/ 33042 h 77777"/>
                <a:gd name="connsiteX10" fmla="*/ 63838 w 104046"/>
                <a:gd name="connsiteY10" fmla="*/ 23376 h 77777"/>
                <a:gd name="connsiteX11" fmla="*/ 29758 w 104046"/>
                <a:gd name="connsiteY11" fmla="*/ 18710 h 77777"/>
                <a:gd name="connsiteX12" fmla="*/ 3177 w 104046"/>
                <a:gd name="connsiteY12" fmla="*/ 27959 h 77777"/>
                <a:gd name="connsiteX13" fmla="*/ 1094 w 104046"/>
                <a:gd name="connsiteY13" fmla="*/ 20960 h 77777"/>
                <a:gd name="connsiteX14" fmla="*/ 1094 w 104046"/>
                <a:gd name="connsiteY14" fmla="*/ 20960 h 77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4046" h="77777">
                  <a:moveTo>
                    <a:pt x="1094" y="20960"/>
                  </a:moveTo>
                  <a:cubicBezTo>
                    <a:pt x="10343" y="11461"/>
                    <a:pt x="30258" y="878"/>
                    <a:pt x="43590" y="45"/>
                  </a:cubicBezTo>
                  <a:cubicBezTo>
                    <a:pt x="58256" y="-871"/>
                    <a:pt x="71671" y="12377"/>
                    <a:pt x="80087" y="22877"/>
                  </a:cubicBezTo>
                  <a:cubicBezTo>
                    <a:pt x="81087" y="24043"/>
                    <a:pt x="81670" y="24793"/>
                    <a:pt x="81670" y="25043"/>
                  </a:cubicBezTo>
                  <a:cubicBezTo>
                    <a:pt x="83420" y="25460"/>
                    <a:pt x="85420" y="25376"/>
                    <a:pt x="87086" y="26043"/>
                  </a:cubicBezTo>
                  <a:cubicBezTo>
                    <a:pt x="93586" y="28543"/>
                    <a:pt x="98085" y="34542"/>
                    <a:pt x="100835" y="40625"/>
                  </a:cubicBezTo>
                  <a:cubicBezTo>
                    <a:pt x="107001" y="54290"/>
                    <a:pt x="104085" y="66206"/>
                    <a:pt x="93836" y="76372"/>
                  </a:cubicBezTo>
                  <a:cubicBezTo>
                    <a:pt x="89669" y="80538"/>
                    <a:pt x="83170" y="74538"/>
                    <a:pt x="87086" y="70122"/>
                  </a:cubicBezTo>
                  <a:cubicBezTo>
                    <a:pt x="96836" y="59290"/>
                    <a:pt x="94835" y="36208"/>
                    <a:pt x="76754" y="35625"/>
                  </a:cubicBezTo>
                  <a:cubicBezTo>
                    <a:pt x="75004" y="35542"/>
                    <a:pt x="72671" y="34875"/>
                    <a:pt x="71838" y="33042"/>
                  </a:cubicBezTo>
                  <a:cubicBezTo>
                    <a:pt x="69921" y="28959"/>
                    <a:pt x="67338" y="26376"/>
                    <a:pt x="63838" y="23376"/>
                  </a:cubicBezTo>
                  <a:cubicBezTo>
                    <a:pt x="52923" y="13877"/>
                    <a:pt x="43257" y="11877"/>
                    <a:pt x="29758" y="18710"/>
                  </a:cubicBezTo>
                  <a:cubicBezTo>
                    <a:pt x="21425" y="22877"/>
                    <a:pt x="12760" y="29293"/>
                    <a:pt x="3177" y="27959"/>
                  </a:cubicBezTo>
                  <a:cubicBezTo>
                    <a:pt x="11" y="27543"/>
                    <a:pt x="-989" y="23126"/>
                    <a:pt x="1094" y="20960"/>
                  </a:cubicBezTo>
                  <a:lnTo>
                    <a:pt x="1094" y="20960"/>
                  </a:lnTo>
                  <a:close/>
                </a:path>
              </a:pathLst>
            </a:custGeom>
            <a:grpFill/>
            <a:ln w="8332" cap="flat">
              <a:noFill/>
              <a:prstDash val="solid"/>
              <a:miter/>
            </a:ln>
          </p:spPr>
          <p:txBody>
            <a:bodyPr rtlCol="0" anchor="ctr"/>
            <a:lstStyle/>
            <a:p>
              <a:endParaRPr lang="en-US"/>
            </a:p>
          </p:txBody>
        </p:sp>
        <p:sp>
          <p:nvSpPr>
            <p:cNvPr id="1712" name="Freeform: Shape 1711"/>
            <p:cNvSpPr/>
            <p:nvPr/>
          </p:nvSpPr>
          <p:spPr>
            <a:xfrm>
              <a:off x="4726843" y="3800705"/>
              <a:ext cx="64434" cy="113662"/>
            </a:xfrm>
            <a:custGeom>
              <a:avLst/>
              <a:gdLst>
                <a:gd name="connsiteX0" fmla="*/ 16418 w 64434"/>
                <a:gd name="connsiteY0" fmla="*/ 45708 h 113662"/>
                <a:gd name="connsiteX1" fmla="*/ 29750 w 64434"/>
                <a:gd name="connsiteY1" fmla="*/ 6045 h 113662"/>
                <a:gd name="connsiteX2" fmla="*/ 62581 w 64434"/>
                <a:gd name="connsiteY2" fmla="*/ 5712 h 113662"/>
                <a:gd name="connsiteX3" fmla="*/ 59997 w 64434"/>
                <a:gd name="connsiteY3" fmla="*/ 12544 h 113662"/>
                <a:gd name="connsiteX4" fmla="*/ 28000 w 64434"/>
                <a:gd name="connsiteY4" fmla="*/ 51541 h 113662"/>
                <a:gd name="connsiteX5" fmla="*/ 15085 w 64434"/>
                <a:gd name="connsiteY5" fmla="*/ 82372 h 113662"/>
                <a:gd name="connsiteX6" fmla="*/ 27250 w 64434"/>
                <a:gd name="connsiteY6" fmla="*/ 106369 h 113662"/>
                <a:gd name="connsiteX7" fmla="*/ 17668 w 64434"/>
                <a:gd name="connsiteY7" fmla="*/ 112369 h 113662"/>
                <a:gd name="connsiteX8" fmla="*/ 3 w 64434"/>
                <a:gd name="connsiteY8" fmla="*/ 75372 h 113662"/>
                <a:gd name="connsiteX9" fmla="*/ 16418 w 64434"/>
                <a:gd name="connsiteY9" fmla="*/ 45708 h 113662"/>
                <a:gd name="connsiteX10" fmla="*/ 16418 w 64434"/>
                <a:gd name="connsiteY10" fmla="*/ 45708 h 113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4434" h="113662">
                  <a:moveTo>
                    <a:pt x="16418" y="45708"/>
                  </a:moveTo>
                  <a:cubicBezTo>
                    <a:pt x="26084" y="35959"/>
                    <a:pt x="18501" y="17544"/>
                    <a:pt x="29750" y="6045"/>
                  </a:cubicBezTo>
                  <a:cubicBezTo>
                    <a:pt x="39666" y="-4037"/>
                    <a:pt x="51581" y="379"/>
                    <a:pt x="62581" y="5712"/>
                  </a:cubicBezTo>
                  <a:cubicBezTo>
                    <a:pt x="66247" y="7462"/>
                    <a:pt x="63997" y="13878"/>
                    <a:pt x="59997" y="12544"/>
                  </a:cubicBezTo>
                  <a:cubicBezTo>
                    <a:pt x="28167" y="1545"/>
                    <a:pt x="40916" y="38459"/>
                    <a:pt x="28000" y="51541"/>
                  </a:cubicBezTo>
                  <a:cubicBezTo>
                    <a:pt x="18335" y="61374"/>
                    <a:pt x="10502" y="66539"/>
                    <a:pt x="15085" y="82372"/>
                  </a:cubicBezTo>
                  <a:cubicBezTo>
                    <a:pt x="17584" y="91037"/>
                    <a:pt x="23750" y="98120"/>
                    <a:pt x="27250" y="106369"/>
                  </a:cubicBezTo>
                  <a:cubicBezTo>
                    <a:pt x="29750" y="112202"/>
                    <a:pt x="21751" y="115702"/>
                    <a:pt x="17668" y="112369"/>
                  </a:cubicBezTo>
                  <a:cubicBezTo>
                    <a:pt x="6585" y="103286"/>
                    <a:pt x="253" y="89704"/>
                    <a:pt x="3" y="75372"/>
                  </a:cubicBezTo>
                  <a:cubicBezTo>
                    <a:pt x="-164" y="60790"/>
                    <a:pt x="7169" y="55041"/>
                    <a:pt x="16418" y="45708"/>
                  </a:cubicBezTo>
                  <a:lnTo>
                    <a:pt x="16418" y="45708"/>
                  </a:lnTo>
                  <a:close/>
                </a:path>
              </a:pathLst>
            </a:custGeom>
            <a:grpFill/>
            <a:ln w="8332" cap="flat">
              <a:noFill/>
              <a:prstDash val="solid"/>
              <a:miter/>
            </a:ln>
          </p:spPr>
          <p:txBody>
            <a:bodyPr rtlCol="0" anchor="ctr"/>
            <a:lstStyle/>
            <a:p>
              <a:endParaRPr lang="en-US"/>
            </a:p>
          </p:txBody>
        </p:sp>
        <p:sp>
          <p:nvSpPr>
            <p:cNvPr id="1713" name="Freeform: Shape 1712"/>
            <p:cNvSpPr/>
            <p:nvPr/>
          </p:nvSpPr>
          <p:spPr>
            <a:xfrm>
              <a:off x="4753906" y="3919560"/>
              <a:ext cx="23340" cy="55745"/>
            </a:xfrm>
            <a:custGeom>
              <a:avLst/>
              <a:gdLst>
                <a:gd name="connsiteX0" fmla="*/ 16018 w 23340"/>
                <a:gd name="connsiteY0" fmla="*/ 1513 h 55745"/>
                <a:gd name="connsiteX1" fmla="*/ 22351 w 23340"/>
                <a:gd name="connsiteY1" fmla="*/ 7430 h 55745"/>
                <a:gd name="connsiteX2" fmla="*/ 11768 w 23340"/>
                <a:gd name="connsiteY2" fmla="*/ 28594 h 55745"/>
                <a:gd name="connsiteX3" fmla="*/ 14018 w 23340"/>
                <a:gd name="connsiteY3" fmla="*/ 51759 h 55745"/>
                <a:gd name="connsiteX4" fmla="*/ 7602 w 23340"/>
                <a:gd name="connsiteY4" fmla="*/ 54675 h 55745"/>
                <a:gd name="connsiteX5" fmla="*/ 16018 w 23340"/>
                <a:gd name="connsiteY5" fmla="*/ 1513 h 55745"/>
                <a:gd name="connsiteX6" fmla="*/ 16018 w 23340"/>
                <a:gd name="connsiteY6" fmla="*/ 1513 h 55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340" h="55745">
                  <a:moveTo>
                    <a:pt x="16018" y="1513"/>
                  </a:moveTo>
                  <a:cubicBezTo>
                    <a:pt x="19518" y="-2820"/>
                    <a:pt x="25767" y="3096"/>
                    <a:pt x="22351" y="7430"/>
                  </a:cubicBezTo>
                  <a:cubicBezTo>
                    <a:pt x="17435" y="13762"/>
                    <a:pt x="12519" y="20345"/>
                    <a:pt x="11768" y="28594"/>
                  </a:cubicBezTo>
                  <a:cubicBezTo>
                    <a:pt x="11102" y="36094"/>
                    <a:pt x="13435" y="44259"/>
                    <a:pt x="14018" y="51759"/>
                  </a:cubicBezTo>
                  <a:cubicBezTo>
                    <a:pt x="14268" y="54925"/>
                    <a:pt x="9769" y="57175"/>
                    <a:pt x="7602" y="54675"/>
                  </a:cubicBezTo>
                  <a:cubicBezTo>
                    <a:pt x="-8146" y="36760"/>
                    <a:pt x="3519" y="16928"/>
                    <a:pt x="16018" y="1513"/>
                  </a:cubicBezTo>
                  <a:lnTo>
                    <a:pt x="16018" y="1513"/>
                  </a:lnTo>
                  <a:close/>
                </a:path>
              </a:pathLst>
            </a:custGeom>
            <a:grpFill/>
            <a:ln w="8332" cap="flat">
              <a:noFill/>
              <a:prstDash val="solid"/>
              <a:miter/>
            </a:ln>
          </p:spPr>
          <p:txBody>
            <a:bodyPr rtlCol="0" anchor="ctr"/>
            <a:lstStyle/>
            <a:p>
              <a:endParaRPr lang="en-US"/>
            </a:p>
          </p:txBody>
        </p:sp>
        <p:sp>
          <p:nvSpPr>
            <p:cNvPr id="1714" name="Freeform: Shape 1713"/>
            <p:cNvSpPr/>
            <p:nvPr/>
          </p:nvSpPr>
          <p:spPr>
            <a:xfrm>
              <a:off x="5015599" y="3941774"/>
              <a:ext cx="466513" cy="521302"/>
            </a:xfrm>
            <a:custGeom>
              <a:avLst/>
              <a:gdLst>
                <a:gd name="connsiteX0" fmla="*/ 131791 w 466513"/>
                <a:gd name="connsiteY0" fmla="*/ 110371 h 521302"/>
                <a:gd name="connsiteX1" fmla="*/ 112043 w 466513"/>
                <a:gd name="connsiteY1" fmla="*/ 170949 h 521302"/>
                <a:gd name="connsiteX2" fmla="*/ 64381 w 466513"/>
                <a:gd name="connsiteY2" fmla="*/ 288188 h 521302"/>
                <a:gd name="connsiteX3" fmla="*/ 11469 w 466513"/>
                <a:gd name="connsiteY3" fmla="*/ 387763 h 521302"/>
                <a:gd name="connsiteX4" fmla="*/ 1220 w 466513"/>
                <a:gd name="connsiteY4" fmla="*/ 418176 h 521302"/>
                <a:gd name="connsiteX5" fmla="*/ 16052 w 466513"/>
                <a:gd name="connsiteY5" fmla="*/ 433092 h 521302"/>
                <a:gd name="connsiteX6" fmla="*/ 33967 w 466513"/>
                <a:gd name="connsiteY6" fmla="*/ 449340 h 521302"/>
                <a:gd name="connsiteX7" fmla="*/ 75297 w 466513"/>
                <a:gd name="connsiteY7" fmla="*/ 488670 h 521302"/>
                <a:gd name="connsiteX8" fmla="*/ 105794 w 466513"/>
                <a:gd name="connsiteY8" fmla="*/ 517334 h 521302"/>
                <a:gd name="connsiteX9" fmla="*/ 149623 w 466513"/>
                <a:gd name="connsiteY9" fmla="*/ 520834 h 521302"/>
                <a:gd name="connsiteX10" fmla="*/ 189870 w 466513"/>
                <a:gd name="connsiteY10" fmla="*/ 520501 h 521302"/>
                <a:gd name="connsiteX11" fmla="*/ 190619 w 466513"/>
                <a:gd name="connsiteY11" fmla="*/ 520501 h 521302"/>
                <a:gd name="connsiteX12" fmla="*/ 198619 w 466513"/>
                <a:gd name="connsiteY12" fmla="*/ 520334 h 521302"/>
                <a:gd name="connsiteX13" fmla="*/ 242948 w 466513"/>
                <a:gd name="connsiteY13" fmla="*/ 516501 h 521302"/>
                <a:gd name="connsiteX14" fmla="*/ 266112 w 466513"/>
                <a:gd name="connsiteY14" fmla="*/ 486754 h 521302"/>
                <a:gd name="connsiteX15" fmla="*/ 334856 w 466513"/>
                <a:gd name="connsiteY15" fmla="*/ 394429 h 521302"/>
                <a:gd name="connsiteX16" fmla="*/ 399767 w 466513"/>
                <a:gd name="connsiteY16" fmla="*/ 307603 h 521302"/>
                <a:gd name="connsiteX17" fmla="*/ 434847 w 466513"/>
                <a:gd name="connsiteY17" fmla="*/ 262607 h 521302"/>
                <a:gd name="connsiteX18" fmla="*/ 459762 w 466513"/>
                <a:gd name="connsiteY18" fmla="*/ 228027 h 521302"/>
                <a:gd name="connsiteX19" fmla="*/ 458012 w 466513"/>
                <a:gd name="connsiteY19" fmla="*/ 221944 h 521302"/>
                <a:gd name="connsiteX20" fmla="*/ 457429 w 466513"/>
                <a:gd name="connsiteY20" fmla="*/ 221527 h 521302"/>
                <a:gd name="connsiteX21" fmla="*/ 466511 w 466513"/>
                <a:gd name="connsiteY21" fmla="*/ 197530 h 521302"/>
                <a:gd name="connsiteX22" fmla="*/ 455846 w 466513"/>
                <a:gd name="connsiteY22" fmla="*/ 175448 h 521302"/>
                <a:gd name="connsiteX23" fmla="*/ 461095 w 466513"/>
                <a:gd name="connsiteY23" fmla="*/ 140118 h 521302"/>
                <a:gd name="connsiteX24" fmla="*/ 442680 w 466513"/>
                <a:gd name="connsiteY24" fmla="*/ 119870 h 521302"/>
                <a:gd name="connsiteX25" fmla="*/ 430348 w 466513"/>
                <a:gd name="connsiteY25" fmla="*/ 117120 h 521302"/>
                <a:gd name="connsiteX26" fmla="*/ 427181 w 466513"/>
                <a:gd name="connsiteY26" fmla="*/ 83290 h 521302"/>
                <a:gd name="connsiteX27" fmla="*/ 389852 w 466513"/>
                <a:gd name="connsiteY27" fmla="*/ 71374 h 521302"/>
                <a:gd name="connsiteX28" fmla="*/ 383686 w 466513"/>
                <a:gd name="connsiteY28" fmla="*/ 39210 h 521302"/>
                <a:gd name="connsiteX29" fmla="*/ 346772 w 466513"/>
                <a:gd name="connsiteY29" fmla="*/ 39127 h 521302"/>
                <a:gd name="connsiteX30" fmla="*/ 331940 w 466513"/>
                <a:gd name="connsiteY30" fmla="*/ 8963 h 521302"/>
                <a:gd name="connsiteX31" fmla="*/ 309442 w 466513"/>
                <a:gd name="connsiteY31" fmla="*/ 11963 h 521302"/>
                <a:gd name="connsiteX32" fmla="*/ 305192 w 466513"/>
                <a:gd name="connsiteY32" fmla="*/ 17379 h 521302"/>
                <a:gd name="connsiteX33" fmla="*/ 301193 w 466513"/>
                <a:gd name="connsiteY33" fmla="*/ 10213 h 521302"/>
                <a:gd name="connsiteX34" fmla="*/ 290027 w 466513"/>
                <a:gd name="connsiteY34" fmla="*/ 4630 h 521302"/>
                <a:gd name="connsiteX35" fmla="*/ 278611 w 466513"/>
                <a:gd name="connsiteY35" fmla="*/ 7963 h 521302"/>
                <a:gd name="connsiteX36" fmla="*/ 277195 w 466513"/>
                <a:gd name="connsiteY36" fmla="*/ 10963 h 521302"/>
                <a:gd name="connsiteX37" fmla="*/ 269696 w 466513"/>
                <a:gd name="connsiteY37" fmla="*/ 10463 h 521302"/>
                <a:gd name="connsiteX38" fmla="*/ 261446 w 466513"/>
                <a:gd name="connsiteY38" fmla="*/ 15463 h 521302"/>
                <a:gd name="connsiteX39" fmla="*/ 233616 w 466513"/>
                <a:gd name="connsiteY39" fmla="*/ 2214 h 521302"/>
                <a:gd name="connsiteX40" fmla="*/ 220867 w 466513"/>
                <a:gd name="connsiteY40" fmla="*/ 27212 h 521302"/>
                <a:gd name="connsiteX41" fmla="*/ 202618 w 466513"/>
                <a:gd name="connsiteY41" fmla="*/ 43460 h 521302"/>
                <a:gd name="connsiteX42" fmla="*/ 171705 w 466513"/>
                <a:gd name="connsiteY42" fmla="*/ 42377 h 521302"/>
                <a:gd name="connsiteX43" fmla="*/ 171371 w 466513"/>
                <a:gd name="connsiteY43" fmla="*/ 80123 h 521302"/>
                <a:gd name="connsiteX44" fmla="*/ 168538 w 466513"/>
                <a:gd name="connsiteY44" fmla="*/ 88039 h 521302"/>
                <a:gd name="connsiteX45" fmla="*/ 156372 w 466513"/>
                <a:gd name="connsiteY45" fmla="*/ 76540 h 521302"/>
                <a:gd name="connsiteX46" fmla="*/ 148790 w 466513"/>
                <a:gd name="connsiteY46" fmla="*/ 75624 h 521302"/>
                <a:gd name="connsiteX47" fmla="*/ 131791 w 466513"/>
                <a:gd name="connsiteY47" fmla="*/ 110371 h 521302"/>
                <a:gd name="connsiteX48" fmla="*/ 131791 w 466513"/>
                <a:gd name="connsiteY48" fmla="*/ 110371 h 521302"/>
                <a:gd name="connsiteX49" fmla="*/ 203702 w 466513"/>
                <a:gd name="connsiteY49" fmla="*/ 60458 h 521302"/>
                <a:gd name="connsiteX50" fmla="*/ 198035 w 466513"/>
                <a:gd name="connsiteY50" fmla="*/ 67458 h 521302"/>
                <a:gd name="connsiteX51" fmla="*/ 196536 w 466513"/>
                <a:gd name="connsiteY51" fmla="*/ 77707 h 521302"/>
                <a:gd name="connsiteX52" fmla="*/ 195869 w 466513"/>
                <a:gd name="connsiteY52" fmla="*/ 77207 h 521302"/>
                <a:gd name="connsiteX53" fmla="*/ 187203 w 466513"/>
                <a:gd name="connsiteY53" fmla="*/ 73791 h 521302"/>
                <a:gd name="connsiteX54" fmla="*/ 180703 w 466513"/>
                <a:gd name="connsiteY54" fmla="*/ 73791 h 521302"/>
                <a:gd name="connsiteX55" fmla="*/ 177704 w 466513"/>
                <a:gd name="connsiteY55" fmla="*/ 66458 h 521302"/>
                <a:gd name="connsiteX56" fmla="*/ 182120 w 466513"/>
                <a:gd name="connsiteY56" fmla="*/ 44543 h 521302"/>
                <a:gd name="connsiteX57" fmla="*/ 201702 w 466513"/>
                <a:gd name="connsiteY57" fmla="*/ 48543 h 521302"/>
                <a:gd name="connsiteX58" fmla="*/ 203702 w 466513"/>
                <a:gd name="connsiteY58" fmla="*/ 60458 h 521302"/>
                <a:gd name="connsiteX59" fmla="*/ 203702 w 466513"/>
                <a:gd name="connsiteY59" fmla="*/ 60458 h 521302"/>
                <a:gd name="connsiteX60" fmla="*/ 280278 w 466513"/>
                <a:gd name="connsiteY60" fmla="*/ 205446 h 521302"/>
                <a:gd name="connsiteX61" fmla="*/ 285611 w 466513"/>
                <a:gd name="connsiteY61" fmla="*/ 186281 h 521302"/>
                <a:gd name="connsiteX62" fmla="*/ 308526 w 466513"/>
                <a:gd name="connsiteY62" fmla="*/ 193863 h 521302"/>
                <a:gd name="connsiteX63" fmla="*/ 311859 w 466513"/>
                <a:gd name="connsiteY63" fmla="*/ 197113 h 521302"/>
                <a:gd name="connsiteX64" fmla="*/ 316025 w 466513"/>
                <a:gd name="connsiteY64" fmla="*/ 196696 h 521302"/>
                <a:gd name="connsiteX65" fmla="*/ 332440 w 466513"/>
                <a:gd name="connsiteY65" fmla="*/ 197196 h 521302"/>
                <a:gd name="connsiteX66" fmla="*/ 336857 w 466513"/>
                <a:gd name="connsiteY66" fmla="*/ 206029 h 521302"/>
                <a:gd name="connsiteX67" fmla="*/ 334440 w 466513"/>
                <a:gd name="connsiteY67" fmla="*/ 223860 h 521302"/>
                <a:gd name="connsiteX68" fmla="*/ 310025 w 466513"/>
                <a:gd name="connsiteY68" fmla="*/ 221861 h 521302"/>
                <a:gd name="connsiteX69" fmla="*/ 286694 w 466513"/>
                <a:gd name="connsiteY69" fmla="*/ 218278 h 521302"/>
                <a:gd name="connsiteX70" fmla="*/ 277528 w 466513"/>
                <a:gd name="connsiteY70" fmla="*/ 208362 h 521302"/>
                <a:gd name="connsiteX71" fmla="*/ 280278 w 466513"/>
                <a:gd name="connsiteY71" fmla="*/ 205446 h 521302"/>
                <a:gd name="connsiteX72" fmla="*/ 280278 w 466513"/>
                <a:gd name="connsiteY72" fmla="*/ 205446 h 521302"/>
                <a:gd name="connsiteX73" fmla="*/ 387685 w 466513"/>
                <a:gd name="connsiteY73" fmla="*/ 196113 h 521302"/>
                <a:gd name="connsiteX74" fmla="*/ 377769 w 466513"/>
                <a:gd name="connsiteY74" fmla="*/ 181281 h 521302"/>
                <a:gd name="connsiteX75" fmla="*/ 365687 w 466513"/>
                <a:gd name="connsiteY75" fmla="*/ 179614 h 521302"/>
                <a:gd name="connsiteX76" fmla="*/ 367853 w 466513"/>
                <a:gd name="connsiteY76" fmla="*/ 161783 h 521302"/>
                <a:gd name="connsiteX77" fmla="*/ 397351 w 466513"/>
                <a:gd name="connsiteY77" fmla="*/ 180114 h 521302"/>
                <a:gd name="connsiteX78" fmla="*/ 401100 w 466513"/>
                <a:gd name="connsiteY78" fmla="*/ 186281 h 521302"/>
                <a:gd name="connsiteX79" fmla="*/ 408100 w 466513"/>
                <a:gd name="connsiteY79" fmla="*/ 219528 h 521302"/>
                <a:gd name="connsiteX80" fmla="*/ 403934 w 466513"/>
                <a:gd name="connsiteY80" fmla="*/ 219777 h 521302"/>
                <a:gd name="connsiteX81" fmla="*/ 379852 w 466513"/>
                <a:gd name="connsiteY81" fmla="*/ 222277 h 521302"/>
                <a:gd name="connsiteX82" fmla="*/ 387685 w 466513"/>
                <a:gd name="connsiteY82" fmla="*/ 196113 h 521302"/>
                <a:gd name="connsiteX83" fmla="*/ 387685 w 466513"/>
                <a:gd name="connsiteY83" fmla="*/ 196113 h 521302"/>
                <a:gd name="connsiteX84" fmla="*/ 367687 w 466513"/>
                <a:gd name="connsiteY84" fmla="*/ 223777 h 521302"/>
                <a:gd name="connsiteX85" fmla="*/ 356771 w 466513"/>
                <a:gd name="connsiteY85" fmla="*/ 225027 h 521302"/>
                <a:gd name="connsiteX86" fmla="*/ 350939 w 466513"/>
                <a:gd name="connsiteY86" fmla="*/ 224944 h 521302"/>
                <a:gd name="connsiteX87" fmla="*/ 345522 w 466513"/>
                <a:gd name="connsiteY87" fmla="*/ 224610 h 521302"/>
                <a:gd name="connsiteX88" fmla="*/ 347855 w 466513"/>
                <a:gd name="connsiteY88" fmla="*/ 207362 h 521302"/>
                <a:gd name="connsiteX89" fmla="*/ 329274 w 466513"/>
                <a:gd name="connsiteY89" fmla="*/ 186614 h 521302"/>
                <a:gd name="connsiteX90" fmla="*/ 334773 w 466513"/>
                <a:gd name="connsiteY90" fmla="*/ 164366 h 521302"/>
                <a:gd name="connsiteX91" fmla="*/ 354271 w 466513"/>
                <a:gd name="connsiteY91" fmla="*/ 159116 h 521302"/>
                <a:gd name="connsiteX92" fmla="*/ 360771 w 466513"/>
                <a:gd name="connsiteY92" fmla="*/ 174115 h 521302"/>
                <a:gd name="connsiteX93" fmla="*/ 356938 w 466513"/>
                <a:gd name="connsiteY93" fmla="*/ 183114 h 521302"/>
                <a:gd name="connsiteX94" fmla="*/ 360354 w 466513"/>
                <a:gd name="connsiteY94" fmla="*/ 187364 h 521302"/>
                <a:gd name="connsiteX95" fmla="*/ 376186 w 466513"/>
                <a:gd name="connsiteY95" fmla="*/ 189697 h 521302"/>
                <a:gd name="connsiteX96" fmla="*/ 380685 w 466513"/>
                <a:gd name="connsiteY96" fmla="*/ 206945 h 521302"/>
                <a:gd name="connsiteX97" fmla="*/ 367687 w 466513"/>
                <a:gd name="connsiteY97" fmla="*/ 223777 h 521302"/>
                <a:gd name="connsiteX98" fmla="*/ 367687 w 466513"/>
                <a:gd name="connsiteY98" fmla="*/ 223777 h 521302"/>
                <a:gd name="connsiteX99" fmla="*/ 362437 w 466513"/>
                <a:gd name="connsiteY99" fmla="*/ 154617 h 521302"/>
                <a:gd name="connsiteX100" fmla="*/ 349272 w 466513"/>
                <a:gd name="connsiteY100" fmla="*/ 148867 h 521302"/>
                <a:gd name="connsiteX101" fmla="*/ 335606 w 466513"/>
                <a:gd name="connsiteY101" fmla="*/ 152117 h 521302"/>
                <a:gd name="connsiteX102" fmla="*/ 332690 w 466513"/>
                <a:gd name="connsiteY102" fmla="*/ 140368 h 521302"/>
                <a:gd name="connsiteX103" fmla="*/ 322275 w 466513"/>
                <a:gd name="connsiteY103" fmla="*/ 130536 h 521302"/>
                <a:gd name="connsiteX104" fmla="*/ 313942 w 466513"/>
                <a:gd name="connsiteY104" fmla="*/ 132452 h 521302"/>
                <a:gd name="connsiteX105" fmla="*/ 306859 w 466513"/>
                <a:gd name="connsiteY105" fmla="*/ 120537 h 521302"/>
                <a:gd name="connsiteX106" fmla="*/ 308692 w 466513"/>
                <a:gd name="connsiteY106" fmla="*/ 113204 h 521302"/>
                <a:gd name="connsiteX107" fmla="*/ 334523 w 466513"/>
                <a:gd name="connsiteY107" fmla="*/ 103371 h 521302"/>
                <a:gd name="connsiteX108" fmla="*/ 344022 w 466513"/>
                <a:gd name="connsiteY108" fmla="*/ 120120 h 521302"/>
                <a:gd name="connsiteX109" fmla="*/ 353105 w 466513"/>
                <a:gd name="connsiteY109" fmla="*/ 119703 h 521302"/>
                <a:gd name="connsiteX110" fmla="*/ 374436 w 466513"/>
                <a:gd name="connsiteY110" fmla="*/ 146534 h 521302"/>
                <a:gd name="connsiteX111" fmla="*/ 362437 w 466513"/>
                <a:gd name="connsiteY111" fmla="*/ 154617 h 521302"/>
                <a:gd name="connsiteX112" fmla="*/ 362437 w 466513"/>
                <a:gd name="connsiteY112" fmla="*/ 154617 h 521302"/>
                <a:gd name="connsiteX113" fmla="*/ 293610 w 466513"/>
                <a:gd name="connsiteY113" fmla="*/ 171115 h 521302"/>
                <a:gd name="connsiteX114" fmla="*/ 290194 w 466513"/>
                <a:gd name="connsiteY114" fmla="*/ 150450 h 521302"/>
                <a:gd name="connsiteX115" fmla="*/ 285361 w 466513"/>
                <a:gd name="connsiteY115" fmla="*/ 145701 h 521302"/>
                <a:gd name="connsiteX116" fmla="*/ 286194 w 466513"/>
                <a:gd name="connsiteY116" fmla="*/ 134619 h 521302"/>
                <a:gd name="connsiteX117" fmla="*/ 303359 w 466513"/>
                <a:gd name="connsiteY117" fmla="*/ 128036 h 521302"/>
                <a:gd name="connsiteX118" fmla="*/ 308026 w 466513"/>
                <a:gd name="connsiteY118" fmla="*/ 138702 h 521302"/>
                <a:gd name="connsiteX119" fmla="*/ 313025 w 466513"/>
                <a:gd name="connsiteY119" fmla="*/ 141451 h 521302"/>
                <a:gd name="connsiteX120" fmla="*/ 326857 w 466513"/>
                <a:gd name="connsiteY120" fmla="*/ 143784 h 521302"/>
                <a:gd name="connsiteX121" fmla="*/ 330024 w 466513"/>
                <a:gd name="connsiteY121" fmla="*/ 156617 h 521302"/>
                <a:gd name="connsiteX122" fmla="*/ 319441 w 466513"/>
                <a:gd name="connsiteY122" fmla="*/ 187447 h 521302"/>
                <a:gd name="connsiteX123" fmla="*/ 314775 w 466513"/>
                <a:gd name="connsiteY123" fmla="*/ 188947 h 521302"/>
                <a:gd name="connsiteX124" fmla="*/ 293610 w 466513"/>
                <a:gd name="connsiteY124" fmla="*/ 171115 h 521302"/>
                <a:gd name="connsiteX125" fmla="*/ 293610 w 466513"/>
                <a:gd name="connsiteY125" fmla="*/ 171115 h 521302"/>
                <a:gd name="connsiteX126" fmla="*/ 271779 w 466513"/>
                <a:gd name="connsiteY126" fmla="*/ 200946 h 521302"/>
                <a:gd name="connsiteX127" fmla="*/ 237282 w 466513"/>
                <a:gd name="connsiteY127" fmla="*/ 161866 h 521302"/>
                <a:gd name="connsiteX128" fmla="*/ 237948 w 466513"/>
                <a:gd name="connsiteY128" fmla="*/ 157783 h 521302"/>
                <a:gd name="connsiteX129" fmla="*/ 238698 w 466513"/>
                <a:gd name="connsiteY129" fmla="*/ 134702 h 521302"/>
                <a:gd name="connsiteX130" fmla="*/ 259447 w 466513"/>
                <a:gd name="connsiteY130" fmla="*/ 134368 h 521302"/>
                <a:gd name="connsiteX131" fmla="*/ 269113 w 466513"/>
                <a:gd name="connsiteY131" fmla="*/ 154700 h 521302"/>
                <a:gd name="connsiteX132" fmla="*/ 273029 w 466513"/>
                <a:gd name="connsiteY132" fmla="*/ 154617 h 521302"/>
                <a:gd name="connsiteX133" fmla="*/ 285944 w 466513"/>
                <a:gd name="connsiteY133" fmla="*/ 172532 h 521302"/>
                <a:gd name="connsiteX134" fmla="*/ 271779 w 466513"/>
                <a:gd name="connsiteY134" fmla="*/ 200946 h 521302"/>
                <a:gd name="connsiteX135" fmla="*/ 271779 w 466513"/>
                <a:gd name="connsiteY135" fmla="*/ 200946 h 521302"/>
                <a:gd name="connsiteX136" fmla="*/ 237615 w 466513"/>
                <a:gd name="connsiteY136" fmla="*/ 119870 h 521302"/>
                <a:gd name="connsiteX137" fmla="*/ 237115 w 466513"/>
                <a:gd name="connsiteY137" fmla="*/ 120203 h 521302"/>
                <a:gd name="connsiteX138" fmla="*/ 234532 w 466513"/>
                <a:gd name="connsiteY138" fmla="*/ 99371 h 521302"/>
                <a:gd name="connsiteX139" fmla="*/ 242448 w 466513"/>
                <a:gd name="connsiteY139" fmla="*/ 87039 h 521302"/>
                <a:gd name="connsiteX140" fmla="*/ 249614 w 466513"/>
                <a:gd name="connsiteY140" fmla="*/ 85207 h 521302"/>
                <a:gd name="connsiteX141" fmla="*/ 251781 w 466513"/>
                <a:gd name="connsiteY141" fmla="*/ 85873 h 521302"/>
                <a:gd name="connsiteX142" fmla="*/ 260863 w 466513"/>
                <a:gd name="connsiteY142" fmla="*/ 96372 h 521302"/>
                <a:gd name="connsiteX143" fmla="*/ 267696 w 466513"/>
                <a:gd name="connsiteY143" fmla="*/ 101372 h 521302"/>
                <a:gd name="connsiteX144" fmla="*/ 274528 w 466513"/>
                <a:gd name="connsiteY144" fmla="*/ 100872 h 521302"/>
                <a:gd name="connsiteX145" fmla="*/ 282611 w 466513"/>
                <a:gd name="connsiteY145" fmla="*/ 110371 h 521302"/>
                <a:gd name="connsiteX146" fmla="*/ 284195 w 466513"/>
                <a:gd name="connsiteY146" fmla="*/ 119037 h 521302"/>
                <a:gd name="connsiteX147" fmla="*/ 276862 w 466513"/>
                <a:gd name="connsiteY147" fmla="*/ 145034 h 521302"/>
                <a:gd name="connsiteX148" fmla="*/ 273779 w 466513"/>
                <a:gd name="connsiteY148" fmla="*/ 145201 h 521302"/>
                <a:gd name="connsiteX149" fmla="*/ 273029 w 466513"/>
                <a:gd name="connsiteY149" fmla="*/ 145118 h 521302"/>
                <a:gd name="connsiteX150" fmla="*/ 272362 w 466513"/>
                <a:gd name="connsiteY150" fmla="*/ 143868 h 521302"/>
                <a:gd name="connsiteX151" fmla="*/ 268946 w 466513"/>
                <a:gd name="connsiteY151" fmla="*/ 133202 h 521302"/>
                <a:gd name="connsiteX152" fmla="*/ 237615 w 466513"/>
                <a:gd name="connsiteY152" fmla="*/ 119870 h 521302"/>
                <a:gd name="connsiteX153" fmla="*/ 237615 w 466513"/>
                <a:gd name="connsiteY153" fmla="*/ 119870 h 521302"/>
                <a:gd name="connsiteX154" fmla="*/ 224367 w 466513"/>
                <a:gd name="connsiteY154" fmla="*/ 148117 h 521302"/>
                <a:gd name="connsiteX155" fmla="*/ 214701 w 466513"/>
                <a:gd name="connsiteY155" fmla="*/ 137951 h 521302"/>
                <a:gd name="connsiteX156" fmla="*/ 193786 w 466513"/>
                <a:gd name="connsiteY156" fmla="*/ 115787 h 521302"/>
                <a:gd name="connsiteX157" fmla="*/ 195286 w 466513"/>
                <a:gd name="connsiteY157" fmla="*/ 113537 h 521302"/>
                <a:gd name="connsiteX158" fmla="*/ 201035 w 466513"/>
                <a:gd name="connsiteY158" fmla="*/ 114620 h 521302"/>
                <a:gd name="connsiteX159" fmla="*/ 206618 w 466513"/>
                <a:gd name="connsiteY159" fmla="*/ 112621 h 521302"/>
                <a:gd name="connsiteX160" fmla="*/ 208868 w 466513"/>
                <a:gd name="connsiteY160" fmla="*/ 107621 h 521302"/>
                <a:gd name="connsiteX161" fmla="*/ 223033 w 466513"/>
                <a:gd name="connsiteY161" fmla="*/ 108454 h 521302"/>
                <a:gd name="connsiteX162" fmla="*/ 227866 w 466513"/>
                <a:gd name="connsiteY162" fmla="*/ 114620 h 521302"/>
                <a:gd name="connsiteX163" fmla="*/ 230699 w 466513"/>
                <a:gd name="connsiteY163" fmla="*/ 122203 h 521302"/>
                <a:gd name="connsiteX164" fmla="*/ 232199 w 466513"/>
                <a:gd name="connsiteY164" fmla="*/ 123869 h 521302"/>
                <a:gd name="connsiteX165" fmla="*/ 224367 w 466513"/>
                <a:gd name="connsiteY165" fmla="*/ 148117 h 521302"/>
                <a:gd name="connsiteX166" fmla="*/ 224367 w 466513"/>
                <a:gd name="connsiteY166" fmla="*/ 148117 h 521302"/>
                <a:gd name="connsiteX167" fmla="*/ 187703 w 466513"/>
                <a:gd name="connsiteY167" fmla="*/ 105455 h 521302"/>
                <a:gd name="connsiteX168" fmla="*/ 186203 w 466513"/>
                <a:gd name="connsiteY168" fmla="*/ 107538 h 521302"/>
                <a:gd name="connsiteX169" fmla="*/ 180703 w 466513"/>
                <a:gd name="connsiteY169" fmla="*/ 101538 h 521302"/>
                <a:gd name="connsiteX170" fmla="*/ 180537 w 466513"/>
                <a:gd name="connsiteY170" fmla="*/ 101288 h 521302"/>
                <a:gd name="connsiteX171" fmla="*/ 181370 w 466513"/>
                <a:gd name="connsiteY171" fmla="*/ 86290 h 521302"/>
                <a:gd name="connsiteX172" fmla="*/ 192702 w 466513"/>
                <a:gd name="connsiteY172" fmla="*/ 85790 h 521302"/>
                <a:gd name="connsiteX173" fmla="*/ 200702 w 466513"/>
                <a:gd name="connsiteY173" fmla="*/ 89706 h 521302"/>
                <a:gd name="connsiteX174" fmla="*/ 205035 w 466513"/>
                <a:gd name="connsiteY174" fmla="*/ 86206 h 521302"/>
                <a:gd name="connsiteX175" fmla="*/ 209451 w 466513"/>
                <a:gd name="connsiteY175" fmla="*/ 69541 h 521302"/>
                <a:gd name="connsiteX176" fmla="*/ 231116 w 466513"/>
                <a:gd name="connsiteY176" fmla="*/ 86123 h 521302"/>
                <a:gd name="connsiteX177" fmla="*/ 225700 w 466513"/>
                <a:gd name="connsiteY177" fmla="*/ 103705 h 521302"/>
                <a:gd name="connsiteX178" fmla="*/ 217367 w 466513"/>
                <a:gd name="connsiteY178" fmla="*/ 97789 h 521302"/>
                <a:gd name="connsiteX179" fmla="*/ 206868 w 466513"/>
                <a:gd name="connsiteY179" fmla="*/ 97955 h 521302"/>
                <a:gd name="connsiteX180" fmla="*/ 201535 w 466513"/>
                <a:gd name="connsiteY180" fmla="*/ 106371 h 521302"/>
                <a:gd name="connsiteX181" fmla="*/ 187703 w 466513"/>
                <a:gd name="connsiteY181" fmla="*/ 105455 h 521302"/>
                <a:gd name="connsiteX182" fmla="*/ 187703 w 466513"/>
                <a:gd name="connsiteY182" fmla="*/ 105455 h 521302"/>
                <a:gd name="connsiteX183" fmla="*/ 223616 w 466513"/>
                <a:gd name="connsiteY183" fmla="*/ 35961 h 521302"/>
                <a:gd name="connsiteX184" fmla="*/ 226450 w 466513"/>
                <a:gd name="connsiteY184" fmla="*/ 36877 h 521302"/>
                <a:gd name="connsiteX185" fmla="*/ 236448 w 466513"/>
                <a:gd name="connsiteY185" fmla="*/ 46127 h 521302"/>
                <a:gd name="connsiteX186" fmla="*/ 242698 w 466513"/>
                <a:gd name="connsiteY186" fmla="*/ 46627 h 521302"/>
                <a:gd name="connsiteX187" fmla="*/ 254697 w 466513"/>
                <a:gd name="connsiteY187" fmla="*/ 62792 h 521302"/>
                <a:gd name="connsiteX188" fmla="*/ 248031 w 466513"/>
                <a:gd name="connsiteY188" fmla="*/ 76874 h 521302"/>
                <a:gd name="connsiteX189" fmla="*/ 235449 w 466513"/>
                <a:gd name="connsiteY189" fmla="*/ 81457 h 521302"/>
                <a:gd name="connsiteX190" fmla="*/ 211534 w 466513"/>
                <a:gd name="connsiteY190" fmla="*/ 58626 h 521302"/>
                <a:gd name="connsiteX191" fmla="*/ 216117 w 466513"/>
                <a:gd name="connsiteY191" fmla="*/ 39127 h 521302"/>
                <a:gd name="connsiteX192" fmla="*/ 223616 w 466513"/>
                <a:gd name="connsiteY192" fmla="*/ 35961 h 521302"/>
                <a:gd name="connsiteX193" fmla="*/ 223616 w 466513"/>
                <a:gd name="connsiteY193" fmla="*/ 35961 h 521302"/>
                <a:gd name="connsiteX194" fmla="*/ 279778 w 466513"/>
                <a:gd name="connsiteY194" fmla="*/ 22212 h 521302"/>
                <a:gd name="connsiteX195" fmla="*/ 287694 w 466513"/>
                <a:gd name="connsiteY195" fmla="*/ 44377 h 521302"/>
                <a:gd name="connsiteX196" fmla="*/ 283944 w 466513"/>
                <a:gd name="connsiteY196" fmla="*/ 60458 h 521302"/>
                <a:gd name="connsiteX197" fmla="*/ 260697 w 466513"/>
                <a:gd name="connsiteY197" fmla="*/ 58459 h 521302"/>
                <a:gd name="connsiteX198" fmla="*/ 252697 w 466513"/>
                <a:gd name="connsiteY198" fmla="*/ 39127 h 521302"/>
                <a:gd name="connsiteX199" fmla="*/ 242115 w 466513"/>
                <a:gd name="connsiteY199" fmla="*/ 39127 h 521302"/>
                <a:gd name="connsiteX200" fmla="*/ 234199 w 466513"/>
                <a:gd name="connsiteY200" fmla="*/ 31545 h 521302"/>
                <a:gd name="connsiteX201" fmla="*/ 231366 w 466513"/>
                <a:gd name="connsiteY201" fmla="*/ 29628 h 521302"/>
                <a:gd name="connsiteX202" fmla="*/ 237365 w 466513"/>
                <a:gd name="connsiteY202" fmla="*/ 10297 h 521302"/>
                <a:gd name="connsiteX203" fmla="*/ 256614 w 466513"/>
                <a:gd name="connsiteY203" fmla="*/ 22295 h 521302"/>
                <a:gd name="connsiteX204" fmla="*/ 261030 w 466513"/>
                <a:gd name="connsiteY204" fmla="*/ 24045 h 521302"/>
                <a:gd name="connsiteX205" fmla="*/ 279778 w 466513"/>
                <a:gd name="connsiteY205" fmla="*/ 22212 h 521302"/>
                <a:gd name="connsiteX206" fmla="*/ 279778 w 466513"/>
                <a:gd name="connsiteY206" fmla="*/ 22212 h 521302"/>
                <a:gd name="connsiteX207" fmla="*/ 301360 w 466513"/>
                <a:gd name="connsiteY207" fmla="*/ 30878 h 521302"/>
                <a:gd name="connsiteX208" fmla="*/ 300776 w 466513"/>
                <a:gd name="connsiteY208" fmla="*/ 33878 h 521302"/>
                <a:gd name="connsiteX209" fmla="*/ 294110 w 466513"/>
                <a:gd name="connsiteY209" fmla="*/ 36961 h 521302"/>
                <a:gd name="connsiteX210" fmla="*/ 283861 w 466513"/>
                <a:gd name="connsiteY210" fmla="*/ 14963 h 521302"/>
                <a:gd name="connsiteX211" fmla="*/ 282028 w 466513"/>
                <a:gd name="connsiteY211" fmla="*/ 13546 h 521302"/>
                <a:gd name="connsiteX212" fmla="*/ 288277 w 466513"/>
                <a:gd name="connsiteY212" fmla="*/ 11630 h 521302"/>
                <a:gd name="connsiteX213" fmla="*/ 301360 w 466513"/>
                <a:gd name="connsiteY213" fmla="*/ 30878 h 521302"/>
                <a:gd name="connsiteX214" fmla="*/ 301360 w 466513"/>
                <a:gd name="connsiteY214" fmla="*/ 30878 h 521302"/>
                <a:gd name="connsiteX215" fmla="*/ 286027 w 466513"/>
                <a:gd name="connsiteY215" fmla="*/ 78790 h 521302"/>
                <a:gd name="connsiteX216" fmla="*/ 291777 w 466513"/>
                <a:gd name="connsiteY216" fmla="*/ 78623 h 521302"/>
                <a:gd name="connsiteX217" fmla="*/ 308192 w 466513"/>
                <a:gd name="connsiteY217" fmla="*/ 80373 h 521302"/>
                <a:gd name="connsiteX218" fmla="*/ 303609 w 466513"/>
                <a:gd name="connsiteY218" fmla="*/ 98289 h 521302"/>
                <a:gd name="connsiteX219" fmla="*/ 303859 w 466513"/>
                <a:gd name="connsiteY219" fmla="*/ 101372 h 521302"/>
                <a:gd name="connsiteX220" fmla="*/ 299526 w 466513"/>
                <a:gd name="connsiteY220" fmla="*/ 115787 h 521302"/>
                <a:gd name="connsiteX221" fmla="*/ 290944 w 466513"/>
                <a:gd name="connsiteY221" fmla="*/ 115787 h 521302"/>
                <a:gd name="connsiteX222" fmla="*/ 286361 w 466513"/>
                <a:gd name="connsiteY222" fmla="*/ 99538 h 521302"/>
                <a:gd name="connsiteX223" fmla="*/ 273779 w 466513"/>
                <a:gd name="connsiteY223" fmla="*/ 93205 h 521302"/>
                <a:gd name="connsiteX224" fmla="*/ 265530 w 466513"/>
                <a:gd name="connsiteY224" fmla="*/ 89206 h 521302"/>
                <a:gd name="connsiteX225" fmla="*/ 261280 w 466513"/>
                <a:gd name="connsiteY225" fmla="*/ 83707 h 521302"/>
                <a:gd name="connsiteX226" fmla="*/ 256614 w 466513"/>
                <a:gd name="connsiteY226" fmla="*/ 80040 h 521302"/>
                <a:gd name="connsiteX227" fmla="*/ 256780 w 466513"/>
                <a:gd name="connsiteY227" fmla="*/ 79457 h 521302"/>
                <a:gd name="connsiteX228" fmla="*/ 267029 w 466513"/>
                <a:gd name="connsiteY228" fmla="*/ 65125 h 521302"/>
                <a:gd name="connsiteX229" fmla="*/ 274029 w 466513"/>
                <a:gd name="connsiteY229" fmla="*/ 64541 h 521302"/>
                <a:gd name="connsiteX230" fmla="*/ 286027 w 466513"/>
                <a:gd name="connsiteY230" fmla="*/ 78790 h 521302"/>
                <a:gd name="connsiteX231" fmla="*/ 286027 w 466513"/>
                <a:gd name="connsiteY231" fmla="*/ 78790 h 521302"/>
                <a:gd name="connsiteX232" fmla="*/ 338273 w 466513"/>
                <a:gd name="connsiteY232" fmla="*/ 47043 h 521302"/>
                <a:gd name="connsiteX233" fmla="*/ 323941 w 466513"/>
                <a:gd name="connsiteY233" fmla="*/ 49959 h 521302"/>
                <a:gd name="connsiteX234" fmla="*/ 322108 w 466513"/>
                <a:gd name="connsiteY234" fmla="*/ 43377 h 521302"/>
                <a:gd name="connsiteX235" fmla="*/ 316275 w 466513"/>
                <a:gd name="connsiteY235" fmla="*/ 36377 h 521302"/>
                <a:gd name="connsiteX236" fmla="*/ 309192 w 466513"/>
                <a:gd name="connsiteY236" fmla="*/ 33044 h 521302"/>
                <a:gd name="connsiteX237" fmla="*/ 309359 w 466513"/>
                <a:gd name="connsiteY237" fmla="*/ 32545 h 521302"/>
                <a:gd name="connsiteX238" fmla="*/ 319025 w 466513"/>
                <a:gd name="connsiteY238" fmla="*/ 15463 h 521302"/>
                <a:gd name="connsiteX239" fmla="*/ 338356 w 466513"/>
                <a:gd name="connsiteY239" fmla="*/ 46376 h 521302"/>
                <a:gd name="connsiteX240" fmla="*/ 338273 w 466513"/>
                <a:gd name="connsiteY240" fmla="*/ 47043 h 521302"/>
                <a:gd name="connsiteX241" fmla="*/ 338273 w 466513"/>
                <a:gd name="connsiteY241" fmla="*/ 47043 h 521302"/>
                <a:gd name="connsiteX242" fmla="*/ 349855 w 466513"/>
                <a:gd name="connsiteY242" fmla="*/ 80873 h 521302"/>
                <a:gd name="connsiteX243" fmla="*/ 340356 w 466513"/>
                <a:gd name="connsiteY243" fmla="*/ 97122 h 521302"/>
                <a:gd name="connsiteX244" fmla="*/ 312608 w 466513"/>
                <a:gd name="connsiteY244" fmla="*/ 94622 h 521302"/>
                <a:gd name="connsiteX245" fmla="*/ 310358 w 466513"/>
                <a:gd name="connsiteY245" fmla="*/ 70791 h 521302"/>
                <a:gd name="connsiteX246" fmla="*/ 298860 w 466513"/>
                <a:gd name="connsiteY246" fmla="*/ 67124 h 521302"/>
                <a:gd name="connsiteX247" fmla="*/ 291194 w 466513"/>
                <a:gd name="connsiteY247" fmla="*/ 70374 h 521302"/>
                <a:gd name="connsiteX248" fmla="*/ 288694 w 466513"/>
                <a:gd name="connsiteY248" fmla="*/ 66041 h 521302"/>
                <a:gd name="connsiteX249" fmla="*/ 288527 w 466513"/>
                <a:gd name="connsiteY249" fmla="*/ 65791 h 521302"/>
                <a:gd name="connsiteX250" fmla="*/ 292193 w 466513"/>
                <a:gd name="connsiteY250" fmla="*/ 62708 h 521302"/>
                <a:gd name="connsiteX251" fmla="*/ 298360 w 466513"/>
                <a:gd name="connsiteY251" fmla="*/ 46127 h 521302"/>
                <a:gd name="connsiteX252" fmla="*/ 314442 w 466513"/>
                <a:gd name="connsiteY252" fmla="*/ 50043 h 521302"/>
                <a:gd name="connsiteX253" fmla="*/ 319358 w 466513"/>
                <a:gd name="connsiteY253" fmla="*/ 58709 h 521302"/>
                <a:gd name="connsiteX254" fmla="*/ 324607 w 466513"/>
                <a:gd name="connsiteY254" fmla="*/ 59375 h 521302"/>
                <a:gd name="connsiteX255" fmla="*/ 349855 w 466513"/>
                <a:gd name="connsiteY255" fmla="*/ 80873 h 521302"/>
                <a:gd name="connsiteX256" fmla="*/ 349855 w 466513"/>
                <a:gd name="connsiteY256" fmla="*/ 80873 h 521302"/>
                <a:gd name="connsiteX257" fmla="*/ 380019 w 466513"/>
                <a:gd name="connsiteY257" fmla="*/ 75374 h 521302"/>
                <a:gd name="connsiteX258" fmla="*/ 373436 w 466513"/>
                <a:gd name="connsiteY258" fmla="*/ 73041 h 521302"/>
                <a:gd name="connsiteX259" fmla="*/ 356771 w 466513"/>
                <a:gd name="connsiteY259" fmla="*/ 75874 h 521302"/>
                <a:gd name="connsiteX260" fmla="*/ 351355 w 466513"/>
                <a:gd name="connsiteY260" fmla="*/ 56042 h 521302"/>
                <a:gd name="connsiteX261" fmla="*/ 345272 w 466513"/>
                <a:gd name="connsiteY261" fmla="*/ 49876 h 521302"/>
                <a:gd name="connsiteX262" fmla="*/ 377519 w 466513"/>
                <a:gd name="connsiteY262" fmla="*/ 44210 h 521302"/>
                <a:gd name="connsiteX263" fmla="*/ 380019 w 466513"/>
                <a:gd name="connsiteY263" fmla="*/ 75374 h 521302"/>
                <a:gd name="connsiteX264" fmla="*/ 380019 w 466513"/>
                <a:gd name="connsiteY264" fmla="*/ 75374 h 521302"/>
                <a:gd name="connsiteX265" fmla="*/ 381519 w 466513"/>
                <a:gd name="connsiteY265" fmla="*/ 103038 h 521302"/>
                <a:gd name="connsiteX266" fmla="*/ 381769 w 466513"/>
                <a:gd name="connsiteY266" fmla="*/ 108621 h 521302"/>
                <a:gd name="connsiteX267" fmla="*/ 384102 w 466513"/>
                <a:gd name="connsiteY267" fmla="*/ 111537 h 521302"/>
                <a:gd name="connsiteX268" fmla="*/ 394768 w 466513"/>
                <a:gd name="connsiteY268" fmla="*/ 109704 h 521302"/>
                <a:gd name="connsiteX269" fmla="*/ 406433 w 466513"/>
                <a:gd name="connsiteY269" fmla="*/ 142868 h 521302"/>
                <a:gd name="connsiteX270" fmla="*/ 397018 w 466513"/>
                <a:gd name="connsiteY270" fmla="*/ 150284 h 521302"/>
                <a:gd name="connsiteX271" fmla="*/ 380852 w 466513"/>
                <a:gd name="connsiteY271" fmla="*/ 145284 h 521302"/>
                <a:gd name="connsiteX272" fmla="*/ 374103 w 466513"/>
                <a:gd name="connsiteY272" fmla="*/ 113287 h 521302"/>
                <a:gd name="connsiteX273" fmla="*/ 360021 w 466513"/>
                <a:gd name="connsiteY273" fmla="*/ 110121 h 521302"/>
                <a:gd name="connsiteX274" fmla="*/ 348689 w 466513"/>
                <a:gd name="connsiteY274" fmla="*/ 113620 h 521302"/>
                <a:gd name="connsiteX275" fmla="*/ 346272 w 466513"/>
                <a:gd name="connsiteY275" fmla="*/ 104538 h 521302"/>
                <a:gd name="connsiteX276" fmla="*/ 346106 w 466513"/>
                <a:gd name="connsiteY276" fmla="*/ 104205 h 521302"/>
                <a:gd name="connsiteX277" fmla="*/ 346606 w 466513"/>
                <a:gd name="connsiteY277" fmla="*/ 103205 h 521302"/>
                <a:gd name="connsiteX278" fmla="*/ 357105 w 466513"/>
                <a:gd name="connsiteY278" fmla="*/ 86790 h 521302"/>
                <a:gd name="connsiteX279" fmla="*/ 373936 w 466513"/>
                <a:gd name="connsiteY279" fmla="*/ 88789 h 521302"/>
                <a:gd name="connsiteX280" fmla="*/ 381519 w 466513"/>
                <a:gd name="connsiteY280" fmla="*/ 103038 h 521302"/>
                <a:gd name="connsiteX281" fmla="*/ 381519 w 466513"/>
                <a:gd name="connsiteY281" fmla="*/ 103038 h 521302"/>
                <a:gd name="connsiteX282" fmla="*/ 420599 w 466513"/>
                <a:gd name="connsiteY282" fmla="*/ 119203 h 521302"/>
                <a:gd name="connsiteX283" fmla="*/ 418932 w 466513"/>
                <a:gd name="connsiteY283" fmla="*/ 119620 h 521302"/>
                <a:gd name="connsiteX284" fmla="*/ 416349 w 466513"/>
                <a:gd name="connsiteY284" fmla="*/ 112371 h 521302"/>
                <a:gd name="connsiteX285" fmla="*/ 404267 w 466513"/>
                <a:gd name="connsiteY285" fmla="*/ 102205 h 521302"/>
                <a:gd name="connsiteX286" fmla="*/ 388352 w 466513"/>
                <a:gd name="connsiteY286" fmla="*/ 105538 h 521302"/>
                <a:gd name="connsiteX287" fmla="*/ 386269 w 466513"/>
                <a:gd name="connsiteY287" fmla="*/ 81873 h 521302"/>
                <a:gd name="connsiteX288" fmla="*/ 401684 w 466513"/>
                <a:gd name="connsiteY288" fmla="*/ 80623 h 521302"/>
                <a:gd name="connsiteX289" fmla="*/ 416599 w 466513"/>
                <a:gd name="connsiteY289" fmla="*/ 85706 h 521302"/>
                <a:gd name="connsiteX290" fmla="*/ 420599 w 466513"/>
                <a:gd name="connsiteY290" fmla="*/ 119203 h 521302"/>
                <a:gd name="connsiteX291" fmla="*/ 420599 w 466513"/>
                <a:gd name="connsiteY291" fmla="*/ 119203 h 521302"/>
                <a:gd name="connsiteX292" fmla="*/ 449513 w 466513"/>
                <a:gd name="connsiteY292" fmla="*/ 171699 h 521302"/>
                <a:gd name="connsiteX293" fmla="*/ 438764 w 466513"/>
                <a:gd name="connsiteY293" fmla="*/ 168865 h 521302"/>
                <a:gd name="connsiteX294" fmla="*/ 439931 w 466513"/>
                <a:gd name="connsiteY294" fmla="*/ 154534 h 521302"/>
                <a:gd name="connsiteX295" fmla="*/ 428515 w 466513"/>
                <a:gd name="connsiteY295" fmla="*/ 140368 h 521302"/>
                <a:gd name="connsiteX296" fmla="*/ 415266 w 466513"/>
                <a:gd name="connsiteY296" fmla="*/ 138785 h 521302"/>
                <a:gd name="connsiteX297" fmla="*/ 419516 w 466513"/>
                <a:gd name="connsiteY297" fmla="*/ 126119 h 521302"/>
                <a:gd name="connsiteX298" fmla="*/ 434347 w 466513"/>
                <a:gd name="connsiteY298" fmla="*/ 123869 h 521302"/>
                <a:gd name="connsiteX299" fmla="*/ 450013 w 466513"/>
                <a:gd name="connsiteY299" fmla="*/ 136118 h 521302"/>
                <a:gd name="connsiteX300" fmla="*/ 454929 w 466513"/>
                <a:gd name="connsiteY300" fmla="*/ 156033 h 521302"/>
                <a:gd name="connsiteX301" fmla="*/ 449513 w 466513"/>
                <a:gd name="connsiteY301" fmla="*/ 171699 h 521302"/>
                <a:gd name="connsiteX302" fmla="*/ 449513 w 466513"/>
                <a:gd name="connsiteY302" fmla="*/ 171699 h 521302"/>
                <a:gd name="connsiteX303" fmla="*/ 445430 w 466513"/>
                <a:gd name="connsiteY303" fmla="*/ 218611 h 521302"/>
                <a:gd name="connsiteX304" fmla="*/ 438264 w 466513"/>
                <a:gd name="connsiteY304" fmla="*/ 218694 h 521302"/>
                <a:gd name="connsiteX305" fmla="*/ 422099 w 466513"/>
                <a:gd name="connsiteY305" fmla="*/ 218778 h 521302"/>
                <a:gd name="connsiteX306" fmla="*/ 430431 w 466513"/>
                <a:gd name="connsiteY306" fmla="*/ 196946 h 521302"/>
                <a:gd name="connsiteX307" fmla="*/ 423015 w 466513"/>
                <a:gd name="connsiteY307" fmla="*/ 180614 h 521302"/>
                <a:gd name="connsiteX308" fmla="*/ 409183 w 466513"/>
                <a:gd name="connsiteY308" fmla="*/ 177031 h 521302"/>
                <a:gd name="connsiteX309" fmla="*/ 402934 w 466513"/>
                <a:gd name="connsiteY309" fmla="*/ 155034 h 521302"/>
                <a:gd name="connsiteX310" fmla="*/ 414016 w 466513"/>
                <a:gd name="connsiteY310" fmla="*/ 147867 h 521302"/>
                <a:gd name="connsiteX311" fmla="*/ 430015 w 466513"/>
                <a:gd name="connsiteY311" fmla="*/ 153033 h 521302"/>
                <a:gd name="connsiteX312" fmla="*/ 430264 w 466513"/>
                <a:gd name="connsiteY312" fmla="*/ 174198 h 521302"/>
                <a:gd name="connsiteX313" fmla="*/ 433598 w 466513"/>
                <a:gd name="connsiteY313" fmla="*/ 177365 h 521302"/>
                <a:gd name="connsiteX314" fmla="*/ 455929 w 466513"/>
                <a:gd name="connsiteY314" fmla="*/ 195613 h 521302"/>
                <a:gd name="connsiteX315" fmla="*/ 445430 w 466513"/>
                <a:gd name="connsiteY315" fmla="*/ 218611 h 521302"/>
                <a:gd name="connsiteX316" fmla="*/ 445430 w 466513"/>
                <a:gd name="connsiteY316" fmla="*/ 218611 h 521302"/>
                <a:gd name="connsiteX317" fmla="*/ 206618 w 466513"/>
                <a:gd name="connsiteY317" fmla="*/ 504502 h 521302"/>
                <a:gd name="connsiteX318" fmla="*/ 214534 w 466513"/>
                <a:gd name="connsiteY318" fmla="*/ 492836 h 521302"/>
                <a:gd name="connsiteX319" fmla="*/ 246864 w 466513"/>
                <a:gd name="connsiteY319" fmla="*/ 451757 h 521302"/>
                <a:gd name="connsiteX320" fmla="*/ 306109 w 466513"/>
                <a:gd name="connsiteY320" fmla="*/ 375013 h 521302"/>
                <a:gd name="connsiteX321" fmla="*/ 360437 w 466513"/>
                <a:gd name="connsiteY321" fmla="*/ 304686 h 521302"/>
                <a:gd name="connsiteX322" fmla="*/ 390852 w 466513"/>
                <a:gd name="connsiteY322" fmla="*/ 262107 h 521302"/>
                <a:gd name="connsiteX323" fmla="*/ 409350 w 466513"/>
                <a:gd name="connsiteY323" fmla="*/ 234776 h 521302"/>
                <a:gd name="connsiteX324" fmla="*/ 433598 w 466513"/>
                <a:gd name="connsiteY324" fmla="*/ 229693 h 521302"/>
                <a:gd name="connsiteX325" fmla="*/ 445263 w 466513"/>
                <a:gd name="connsiteY325" fmla="*/ 229860 h 521302"/>
                <a:gd name="connsiteX326" fmla="*/ 432181 w 466513"/>
                <a:gd name="connsiteY326" fmla="*/ 245858 h 521302"/>
                <a:gd name="connsiteX327" fmla="*/ 411683 w 466513"/>
                <a:gd name="connsiteY327" fmla="*/ 271773 h 521302"/>
                <a:gd name="connsiteX328" fmla="*/ 382019 w 466513"/>
                <a:gd name="connsiteY328" fmla="*/ 312519 h 521302"/>
                <a:gd name="connsiteX329" fmla="*/ 314775 w 466513"/>
                <a:gd name="connsiteY329" fmla="*/ 402928 h 521302"/>
                <a:gd name="connsiteX330" fmla="*/ 258114 w 466513"/>
                <a:gd name="connsiteY330" fmla="*/ 474921 h 521302"/>
                <a:gd name="connsiteX331" fmla="*/ 239949 w 466513"/>
                <a:gd name="connsiteY331" fmla="*/ 498086 h 521302"/>
                <a:gd name="connsiteX332" fmla="*/ 219950 w 466513"/>
                <a:gd name="connsiteY332" fmla="*/ 504168 h 521302"/>
                <a:gd name="connsiteX333" fmla="*/ 206618 w 466513"/>
                <a:gd name="connsiteY333" fmla="*/ 504502 h 521302"/>
                <a:gd name="connsiteX334" fmla="*/ 206618 w 466513"/>
                <a:gd name="connsiteY334" fmla="*/ 504502 h 521302"/>
                <a:gd name="connsiteX335" fmla="*/ 169955 w 466513"/>
                <a:gd name="connsiteY335" fmla="*/ 504752 h 521302"/>
                <a:gd name="connsiteX336" fmla="*/ 204952 w 466513"/>
                <a:gd name="connsiteY336" fmla="*/ 454173 h 521302"/>
                <a:gd name="connsiteX337" fmla="*/ 254697 w 466513"/>
                <a:gd name="connsiteY337" fmla="*/ 381430 h 521302"/>
                <a:gd name="connsiteX338" fmla="*/ 308526 w 466513"/>
                <a:gd name="connsiteY338" fmla="*/ 304686 h 521302"/>
                <a:gd name="connsiteX339" fmla="*/ 349022 w 466513"/>
                <a:gd name="connsiteY339" fmla="*/ 239692 h 521302"/>
                <a:gd name="connsiteX340" fmla="*/ 351188 w 466513"/>
                <a:gd name="connsiteY340" fmla="*/ 239692 h 521302"/>
                <a:gd name="connsiteX341" fmla="*/ 401434 w 466513"/>
                <a:gd name="connsiteY341" fmla="*/ 236193 h 521302"/>
                <a:gd name="connsiteX342" fmla="*/ 397934 w 466513"/>
                <a:gd name="connsiteY342" fmla="*/ 240942 h 521302"/>
                <a:gd name="connsiteX343" fmla="*/ 367604 w 466513"/>
                <a:gd name="connsiteY343" fmla="*/ 282855 h 521302"/>
                <a:gd name="connsiteX344" fmla="*/ 308859 w 466513"/>
                <a:gd name="connsiteY344" fmla="*/ 362681 h 521302"/>
                <a:gd name="connsiteX345" fmla="*/ 245281 w 466513"/>
                <a:gd name="connsiteY345" fmla="*/ 442508 h 521302"/>
                <a:gd name="connsiteX346" fmla="*/ 198035 w 466513"/>
                <a:gd name="connsiteY346" fmla="*/ 504668 h 521302"/>
                <a:gd name="connsiteX347" fmla="*/ 176787 w 466513"/>
                <a:gd name="connsiteY347" fmla="*/ 504835 h 521302"/>
                <a:gd name="connsiteX348" fmla="*/ 169955 w 466513"/>
                <a:gd name="connsiteY348" fmla="*/ 504752 h 521302"/>
                <a:gd name="connsiteX349" fmla="*/ 169955 w 466513"/>
                <a:gd name="connsiteY349" fmla="*/ 504752 h 521302"/>
                <a:gd name="connsiteX350" fmla="*/ 124042 w 466513"/>
                <a:gd name="connsiteY350" fmla="*/ 503919 h 521302"/>
                <a:gd name="connsiteX351" fmla="*/ 133374 w 466513"/>
                <a:gd name="connsiteY351" fmla="*/ 489253 h 521302"/>
                <a:gd name="connsiteX352" fmla="*/ 162372 w 466513"/>
                <a:gd name="connsiteY352" fmla="*/ 448423 h 521302"/>
                <a:gd name="connsiteX353" fmla="*/ 207284 w 466513"/>
                <a:gd name="connsiteY353" fmla="*/ 381513 h 521302"/>
                <a:gd name="connsiteX354" fmla="*/ 288527 w 466513"/>
                <a:gd name="connsiteY354" fmla="*/ 236526 h 521302"/>
                <a:gd name="connsiteX355" fmla="*/ 305443 w 466513"/>
                <a:gd name="connsiteY355" fmla="*/ 237693 h 521302"/>
                <a:gd name="connsiteX356" fmla="*/ 342772 w 466513"/>
                <a:gd name="connsiteY356" fmla="*/ 239359 h 521302"/>
                <a:gd name="connsiteX357" fmla="*/ 303609 w 466513"/>
                <a:gd name="connsiteY357" fmla="*/ 298520 h 521302"/>
                <a:gd name="connsiteX358" fmla="*/ 250364 w 466513"/>
                <a:gd name="connsiteY358" fmla="*/ 372430 h 521302"/>
                <a:gd name="connsiteX359" fmla="*/ 198119 w 466513"/>
                <a:gd name="connsiteY359" fmla="*/ 447840 h 521302"/>
                <a:gd name="connsiteX360" fmla="*/ 160455 w 466513"/>
                <a:gd name="connsiteY360" fmla="*/ 504585 h 521302"/>
                <a:gd name="connsiteX361" fmla="*/ 129875 w 466513"/>
                <a:gd name="connsiteY361" fmla="*/ 503752 h 521302"/>
                <a:gd name="connsiteX362" fmla="*/ 124042 w 466513"/>
                <a:gd name="connsiteY362" fmla="*/ 503919 h 521302"/>
                <a:gd name="connsiteX363" fmla="*/ 124042 w 466513"/>
                <a:gd name="connsiteY363" fmla="*/ 503919 h 521302"/>
                <a:gd name="connsiteX364" fmla="*/ 128958 w 466513"/>
                <a:gd name="connsiteY364" fmla="*/ 420426 h 521302"/>
                <a:gd name="connsiteX365" fmla="*/ 152206 w 466513"/>
                <a:gd name="connsiteY365" fmla="*/ 378513 h 521302"/>
                <a:gd name="connsiteX366" fmla="*/ 176454 w 466513"/>
                <a:gd name="connsiteY366" fmla="*/ 339934 h 521302"/>
                <a:gd name="connsiteX367" fmla="*/ 220034 w 466513"/>
                <a:gd name="connsiteY367" fmla="*/ 265607 h 521302"/>
                <a:gd name="connsiteX368" fmla="*/ 254447 w 466513"/>
                <a:gd name="connsiteY368" fmla="*/ 206195 h 521302"/>
                <a:gd name="connsiteX369" fmla="*/ 273362 w 466513"/>
                <a:gd name="connsiteY369" fmla="*/ 228610 h 521302"/>
                <a:gd name="connsiteX370" fmla="*/ 282695 w 466513"/>
                <a:gd name="connsiteY370" fmla="*/ 234776 h 521302"/>
                <a:gd name="connsiteX371" fmla="*/ 199952 w 466513"/>
                <a:gd name="connsiteY371" fmla="*/ 368431 h 521302"/>
                <a:gd name="connsiteX372" fmla="*/ 156706 w 466513"/>
                <a:gd name="connsiteY372" fmla="*/ 436508 h 521302"/>
                <a:gd name="connsiteX373" fmla="*/ 129625 w 466513"/>
                <a:gd name="connsiteY373" fmla="*/ 474755 h 521302"/>
                <a:gd name="connsiteX374" fmla="*/ 112126 w 466513"/>
                <a:gd name="connsiteY374" fmla="*/ 501085 h 521302"/>
                <a:gd name="connsiteX375" fmla="*/ 111377 w 466513"/>
                <a:gd name="connsiteY375" fmla="*/ 500586 h 521302"/>
                <a:gd name="connsiteX376" fmla="*/ 97211 w 466513"/>
                <a:gd name="connsiteY376" fmla="*/ 486503 h 521302"/>
                <a:gd name="connsiteX377" fmla="*/ 94461 w 466513"/>
                <a:gd name="connsiteY377" fmla="*/ 483754 h 521302"/>
                <a:gd name="connsiteX378" fmla="*/ 108627 w 466513"/>
                <a:gd name="connsiteY378" fmla="*/ 457090 h 521302"/>
                <a:gd name="connsiteX379" fmla="*/ 128958 w 466513"/>
                <a:gd name="connsiteY379" fmla="*/ 420426 h 521302"/>
                <a:gd name="connsiteX380" fmla="*/ 128958 w 466513"/>
                <a:gd name="connsiteY380" fmla="*/ 420426 h 521302"/>
                <a:gd name="connsiteX381" fmla="*/ 129125 w 466513"/>
                <a:gd name="connsiteY381" fmla="*/ 304686 h 521302"/>
                <a:gd name="connsiteX382" fmla="*/ 203285 w 466513"/>
                <a:gd name="connsiteY382" fmla="*/ 149867 h 521302"/>
                <a:gd name="connsiteX383" fmla="*/ 211118 w 466513"/>
                <a:gd name="connsiteY383" fmla="*/ 158366 h 521302"/>
                <a:gd name="connsiteX384" fmla="*/ 244281 w 466513"/>
                <a:gd name="connsiteY384" fmla="*/ 193613 h 521302"/>
                <a:gd name="connsiteX385" fmla="*/ 249364 w 466513"/>
                <a:gd name="connsiteY385" fmla="*/ 199780 h 521302"/>
                <a:gd name="connsiteX386" fmla="*/ 231699 w 466513"/>
                <a:gd name="connsiteY386" fmla="*/ 230027 h 521302"/>
                <a:gd name="connsiteX387" fmla="*/ 211118 w 466513"/>
                <a:gd name="connsiteY387" fmla="*/ 263440 h 521302"/>
                <a:gd name="connsiteX388" fmla="*/ 169788 w 466513"/>
                <a:gd name="connsiteY388" fmla="*/ 336434 h 521302"/>
                <a:gd name="connsiteX389" fmla="*/ 144873 w 466513"/>
                <a:gd name="connsiteY389" fmla="*/ 378013 h 521302"/>
                <a:gd name="connsiteX390" fmla="*/ 121626 w 466513"/>
                <a:gd name="connsiteY390" fmla="*/ 419510 h 521302"/>
                <a:gd name="connsiteX391" fmla="*/ 99044 w 466513"/>
                <a:gd name="connsiteY391" fmla="*/ 455506 h 521302"/>
                <a:gd name="connsiteX392" fmla="*/ 86462 w 466513"/>
                <a:gd name="connsiteY392" fmla="*/ 476255 h 521302"/>
                <a:gd name="connsiteX393" fmla="*/ 56132 w 466513"/>
                <a:gd name="connsiteY393" fmla="*/ 447090 h 521302"/>
                <a:gd name="connsiteX394" fmla="*/ 71380 w 466513"/>
                <a:gd name="connsiteY394" fmla="*/ 417010 h 521302"/>
                <a:gd name="connsiteX395" fmla="*/ 90295 w 466513"/>
                <a:gd name="connsiteY395" fmla="*/ 377680 h 521302"/>
                <a:gd name="connsiteX396" fmla="*/ 129125 w 466513"/>
                <a:gd name="connsiteY396" fmla="*/ 304686 h 521302"/>
                <a:gd name="connsiteX397" fmla="*/ 129125 w 466513"/>
                <a:gd name="connsiteY397" fmla="*/ 304686 h 521302"/>
                <a:gd name="connsiteX398" fmla="*/ 151123 w 466513"/>
                <a:gd name="connsiteY398" fmla="*/ 89623 h 521302"/>
                <a:gd name="connsiteX399" fmla="*/ 198452 w 466513"/>
                <a:gd name="connsiteY399" fmla="*/ 144701 h 521302"/>
                <a:gd name="connsiteX400" fmla="*/ 117043 w 466513"/>
                <a:gd name="connsiteY400" fmla="*/ 303103 h 521302"/>
                <a:gd name="connsiteX401" fmla="*/ 76963 w 466513"/>
                <a:gd name="connsiteY401" fmla="*/ 380596 h 521302"/>
                <a:gd name="connsiteX402" fmla="*/ 60464 w 466513"/>
                <a:gd name="connsiteY402" fmla="*/ 417510 h 521302"/>
                <a:gd name="connsiteX403" fmla="*/ 49716 w 466513"/>
                <a:gd name="connsiteY403" fmla="*/ 441007 h 521302"/>
                <a:gd name="connsiteX404" fmla="*/ 28384 w 466513"/>
                <a:gd name="connsiteY404" fmla="*/ 420759 h 521302"/>
                <a:gd name="connsiteX405" fmla="*/ 19052 w 466513"/>
                <a:gd name="connsiteY405" fmla="*/ 411843 h 521302"/>
                <a:gd name="connsiteX406" fmla="*/ 18302 w 466513"/>
                <a:gd name="connsiteY406" fmla="*/ 410927 h 521302"/>
                <a:gd name="connsiteX407" fmla="*/ 18718 w 466513"/>
                <a:gd name="connsiteY407" fmla="*/ 409927 h 521302"/>
                <a:gd name="connsiteX408" fmla="*/ 26134 w 466513"/>
                <a:gd name="connsiteY408" fmla="*/ 393512 h 521302"/>
                <a:gd name="connsiteX409" fmla="*/ 48216 w 466513"/>
                <a:gd name="connsiteY409" fmla="*/ 350266 h 521302"/>
                <a:gd name="connsiteX410" fmla="*/ 88212 w 466513"/>
                <a:gd name="connsiteY410" fmla="*/ 263940 h 521302"/>
                <a:gd name="connsiteX411" fmla="*/ 123126 w 466513"/>
                <a:gd name="connsiteY411" fmla="*/ 176782 h 521302"/>
                <a:gd name="connsiteX412" fmla="*/ 138291 w 466513"/>
                <a:gd name="connsiteY412" fmla="*/ 129952 h 521302"/>
                <a:gd name="connsiteX413" fmla="*/ 151123 w 466513"/>
                <a:gd name="connsiteY413" fmla="*/ 89623 h 521302"/>
                <a:gd name="connsiteX414" fmla="*/ 151123 w 466513"/>
                <a:gd name="connsiteY414" fmla="*/ 89623 h 521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Lst>
              <a:rect l="l" t="t" r="r" b="b"/>
              <a:pathLst>
                <a:path w="466513" h="521302">
                  <a:moveTo>
                    <a:pt x="131791" y="110371"/>
                  </a:moveTo>
                  <a:cubicBezTo>
                    <a:pt x="125292" y="130619"/>
                    <a:pt x="118959" y="150867"/>
                    <a:pt x="112043" y="170949"/>
                  </a:cubicBezTo>
                  <a:cubicBezTo>
                    <a:pt x="98295" y="210695"/>
                    <a:pt x="81296" y="249692"/>
                    <a:pt x="64381" y="288188"/>
                  </a:cubicBezTo>
                  <a:cubicBezTo>
                    <a:pt x="49299" y="322435"/>
                    <a:pt x="29051" y="354849"/>
                    <a:pt x="11469" y="387763"/>
                  </a:cubicBezTo>
                  <a:cubicBezTo>
                    <a:pt x="6803" y="396595"/>
                    <a:pt x="-3530" y="407760"/>
                    <a:pt x="1220" y="418176"/>
                  </a:cubicBezTo>
                  <a:cubicBezTo>
                    <a:pt x="3886" y="423926"/>
                    <a:pt x="11636" y="428926"/>
                    <a:pt x="16052" y="433092"/>
                  </a:cubicBezTo>
                  <a:cubicBezTo>
                    <a:pt x="21968" y="438591"/>
                    <a:pt x="28051" y="443841"/>
                    <a:pt x="33967" y="449340"/>
                  </a:cubicBezTo>
                  <a:cubicBezTo>
                    <a:pt x="47966" y="462256"/>
                    <a:pt x="61131" y="475921"/>
                    <a:pt x="75297" y="488670"/>
                  </a:cubicBezTo>
                  <a:cubicBezTo>
                    <a:pt x="84879" y="497336"/>
                    <a:pt x="94378" y="511001"/>
                    <a:pt x="105794" y="517334"/>
                  </a:cubicBezTo>
                  <a:cubicBezTo>
                    <a:pt x="117209" y="523750"/>
                    <a:pt x="136957" y="520334"/>
                    <a:pt x="149623" y="520834"/>
                  </a:cubicBezTo>
                  <a:cubicBezTo>
                    <a:pt x="163038" y="521334"/>
                    <a:pt x="176454" y="520834"/>
                    <a:pt x="189870" y="520501"/>
                  </a:cubicBezTo>
                  <a:cubicBezTo>
                    <a:pt x="190119" y="520501"/>
                    <a:pt x="190370" y="520501"/>
                    <a:pt x="190619" y="520501"/>
                  </a:cubicBezTo>
                  <a:cubicBezTo>
                    <a:pt x="193286" y="520417"/>
                    <a:pt x="195952" y="520334"/>
                    <a:pt x="198619" y="520334"/>
                  </a:cubicBezTo>
                  <a:cubicBezTo>
                    <a:pt x="210867" y="520167"/>
                    <a:pt x="231616" y="522750"/>
                    <a:pt x="242948" y="516501"/>
                  </a:cubicBezTo>
                  <a:cubicBezTo>
                    <a:pt x="253031" y="510918"/>
                    <a:pt x="259863" y="496003"/>
                    <a:pt x="266112" y="486754"/>
                  </a:cubicBezTo>
                  <a:cubicBezTo>
                    <a:pt x="287861" y="454756"/>
                    <a:pt x="310276" y="424426"/>
                    <a:pt x="334856" y="394429"/>
                  </a:cubicBezTo>
                  <a:cubicBezTo>
                    <a:pt x="357771" y="366431"/>
                    <a:pt x="378020" y="336434"/>
                    <a:pt x="399767" y="307603"/>
                  </a:cubicBezTo>
                  <a:cubicBezTo>
                    <a:pt x="411266" y="292438"/>
                    <a:pt x="422932" y="277439"/>
                    <a:pt x="434847" y="262607"/>
                  </a:cubicBezTo>
                  <a:cubicBezTo>
                    <a:pt x="442847" y="252608"/>
                    <a:pt x="456262" y="240692"/>
                    <a:pt x="459762" y="228027"/>
                  </a:cubicBezTo>
                  <a:cubicBezTo>
                    <a:pt x="460345" y="226027"/>
                    <a:pt x="459679" y="223277"/>
                    <a:pt x="458012" y="221944"/>
                  </a:cubicBezTo>
                  <a:cubicBezTo>
                    <a:pt x="457845" y="221777"/>
                    <a:pt x="457596" y="221694"/>
                    <a:pt x="457429" y="221527"/>
                  </a:cubicBezTo>
                  <a:cubicBezTo>
                    <a:pt x="463345" y="215445"/>
                    <a:pt x="466594" y="205695"/>
                    <a:pt x="466511" y="197530"/>
                  </a:cubicBezTo>
                  <a:cubicBezTo>
                    <a:pt x="466428" y="187530"/>
                    <a:pt x="462262" y="180281"/>
                    <a:pt x="455846" y="175448"/>
                  </a:cubicBezTo>
                  <a:cubicBezTo>
                    <a:pt x="463678" y="167449"/>
                    <a:pt x="464262" y="149034"/>
                    <a:pt x="461095" y="140118"/>
                  </a:cubicBezTo>
                  <a:cubicBezTo>
                    <a:pt x="458096" y="131702"/>
                    <a:pt x="450263" y="124369"/>
                    <a:pt x="442680" y="119870"/>
                  </a:cubicBezTo>
                  <a:cubicBezTo>
                    <a:pt x="438347" y="117287"/>
                    <a:pt x="434347" y="116787"/>
                    <a:pt x="430348" y="117120"/>
                  </a:cubicBezTo>
                  <a:cubicBezTo>
                    <a:pt x="435597" y="107288"/>
                    <a:pt x="433181" y="90456"/>
                    <a:pt x="427181" y="83290"/>
                  </a:cubicBezTo>
                  <a:cubicBezTo>
                    <a:pt x="421515" y="76540"/>
                    <a:pt x="401351" y="67875"/>
                    <a:pt x="389852" y="71374"/>
                  </a:cubicBezTo>
                  <a:cubicBezTo>
                    <a:pt x="394184" y="61542"/>
                    <a:pt x="390018" y="47543"/>
                    <a:pt x="383686" y="39210"/>
                  </a:cubicBezTo>
                  <a:cubicBezTo>
                    <a:pt x="374603" y="27212"/>
                    <a:pt x="357854" y="30961"/>
                    <a:pt x="346772" y="39127"/>
                  </a:cubicBezTo>
                  <a:cubicBezTo>
                    <a:pt x="349938" y="28378"/>
                    <a:pt x="341939" y="14296"/>
                    <a:pt x="331940" y="8963"/>
                  </a:cubicBezTo>
                  <a:cubicBezTo>
                    <a:pt x="325274" y="5464"/>
                    <a:pt x="315192" y="7380"/>
                    <a:pt x="309442" y="11963"/>
                  </a:cubicBezTo>
                  <a:cubicBezTo>
                    <a:pt x="307609" y="13463"/>
                    <a:pt x="306276" y="15296"/>
                    <a:pt x="305192" y="17379"/>
                  </a:cubicBezTo>
                  <a:cubicBezTo>
                    <a:pt x="304443" y="14796"/>
                    <a:pt x="303193" y="12380"/>
                    <a:pt x="301193" y="10213"/>
                  </a:cubicBezTo>
                  <a:cubicBezTo>
                    <a:pt x="298193" y="6963"/>
                    <a:pt x="294443" y="4880"/>
                    <a:pt x="290027" y="4630"/>
                  </a:cubicBezTo>
                  <a:cubicBezTo>
                    <a:pt x="285028" y="4297"/>
                    <a:pt x="282611" y="5713"/>
                    <a:pt x="278611" y="7963"/>
                  </a:cubicBezTo>
                  <a:cubicBezTo>
                    <a:pt x="277445" y="8630"/>
                    <a:pt x="277112" y="9796"/>
                    <a:pt x="277195" y="10963"/>
                  </a:cubicBezTo>
                  <a:cubicBezTo>
                    <a:pt x="274945" y="10213"/>
                    <a:pt x="272445" y="9963"/>
                    <a:pt x="269696" y="10463"/>
                  </a:cubicBezTo>
                  <a:cubicBezTo>
                    <a:pt x="266363" y="11046"/>
                    <a:pt x="264113" y="13796"/>
                    <a:pt x="261446" y="15463"/>
                  </a:cubicBezTo>
                  <a:cubicBezTo>
                    <a:pt x="255030" y="4547"/>
                    <a:pt x="247781" y="-4285"/>
                    <a:pt x="233616" y="2214"/>
                  </a:cubicBezTo>
                  <a:cubicBezTo>
                    <a:pt x="220783" y="8047"/>
                    <a:pt x="218950" y="16296"/>
                    <a:pt x="220867" y="27212"/>
                  </a:cubicBezTo>
                  <a:cubicBezTo>
                    <a:pt x="212451" y="27878"/>
                    <a:pt x="205285" y="34877"/>
                    <a:pt x="202618" y="43460"/>
                  </a:cubicBezTo>
                  <a:cubicBezTo>
                    <a:pt x="192869" y="37378"/>
                    <a:pt x="180287" y="32045"/>
                    <a:pt x="171705" y="42377"/>
                  </a:cubicBezTo>
                  <a:cubicBezTo>
                    <a:pt x="164038" y="51709"/>
                    <a:pt x="165539" y="69791"/>
                    <a:pt x="171371" y="80123"/>
                  </a:cubicBezTo>
                  <a:cubicBezTo>
                    <a:pt x="169871" y="82457"/>
                    <a:pt x="168955" y="85207"/>
                    <a:pt x="168538" y="88039"/>
                  </a:cubicBezTo>
                  <a:cubicBezTo>
                    <a:pt x="164705" y="83873"/>
                    <a:pt x="160789" y="79957"/>
                    <a:pt x="156372" y="76540"/>
                  </a:cubicBezTo>
                  <a:cubicBezTo>
                    <a:pt x="153956" y="74707"/>
                    <a:pt x="151623" y="74291"/>
                    <a:pt x="148790" y="75624"/>
                  </a:cubicBezTo>
                  <a:cubicBezTo>
                    <a:pt x="137791" y="80957"/>
                    <a:pt x="135041" y="100288"/>
                    <a:pt x="131791" y="110371"/>
                  </a:cubicBezTo>
                  <a:lnTo>
                    <a:pt x="131791" y="110371"/>
                  </a:lnTo>
                  <a:close/>
                  <a:moveTo>
                    <a:pt x="203702" y="60458"/>
                  </a:moveTo>
                  <a:cubicBezTo>
                    <a:pt x="201202" y="62042"/>
                    <a:pt x="199369" y="64541"/>
                    <a:pt x="198035" y="67458"/>
                  </a:cubicBezTo>
                  <a:cubicBezTo>
                    <a:pt x="196452" y="71041"/>
                    <a:pt x="196452" y="74374"/>
                    <a:pt x="196536" y="77707"/>
                  </a:cubicBezTo>
                  <a:cubicBezTo>
                    <a:pt x="196119" y="77374"/>
                    <a:pt x="195869" y="77207"/>
                    <a:pt x="195869" y="77207"/>
                  </a:cubicBezTo>
                  <a:cubicBezTo>
                    <a:pt x="193286" y="75707"/>
                    <a:pt x="190203" y="74291"/>
                    <a:pt x="187203" y="73791"/>
                  </a:cubicBezTo>
                  <a:cubicBezTo>
                    <a:pt x="185037" y="73457"/>
                    <a:pt x="182787" y="73374"/>
                    <a:pt x="180703" y="73791"/>
                  </a:cubicBezTo>
                  <a:cubicBezTo>
                    <a:pt x="179620" y="71041"/>
                    <a:pt x="178287" y="68375"/>
                    <a:pt x="177704" y="66458"/>
                  </a:cubicBezTo>
                  <a:cubicBezTo>
                    <a:pt x="175871" y="59959"/>
                    <a:pt x="173538" y="47876"/>
                    <a:pt x="182120" y="44543"/>
                  </a:cubicBezTo>
                  <a:cubicBezTo>
                    <a:pt x="188870" y="41877"/>
                    <a:pt x="195952" y="44710"/>
                    <a:pt x="201702" y="48543"/>
                  </a:cubicBezTo>
                  <a:cubicBezTo>
                    <a:pt x="201285" y="52542"/>
                    <a:pt x="201869" y="56626"/>
                    <a:pt x="203702" y="60458"/>
                  </a:cubicBezTo>
                  <a:lnTo>
                    <a:pt x="203702" y="60458"/>
                  </a:lnTo>
                  <a:close/>
                  <a:moveTo>
                    <a:pt x="280278" y="205446"/>
                  </a:moveTo>
                  <a:cubicBezTo>
                    <a:pt x="281778" y="198446"/>
                    <a:pt x="281945" y="192530"/>
                    <a:pt x="285611" y="186281"/>
                  </a:cubicBezTo>
                  <a:cubicBezTo>
                    <a:pt x="293110" y="173615"/>
                    <a:pt x="308775" y="178698"/>
                    <a:pt x="308526" y="193863"/>
                  </a:cubicBezTo>
                  <a:cubicBezTo>
                    <a:pt x="308526" y="195780"/>
                    <a:pt x="310192" y="197030"/>
                    <a:pt x="311859" y="197113"/>
                  </a:cubicBezTo>
                  <a:cubicBezTo>
                    <a:pt x="313692" y="197196"/>
                    <a:pt x="314442" y="196863"/>
                    <a:pt x="316025" y="196696"/>
                  </a:cubicBezTo>
                  <a:cubicBezTo>
                    <a:pt x="321691" y="193196"/>
                    <a:pt x="327107" y="193363"/>
                    <a:pt x="332440" y="197196"/>
                  </a:cubicBezTo>
                  <a:cubicBezTo>
                    <a:pt x="333940" y="200113"/>
                    <a:pt x="335356" y="203029"/>
                    <a:pt x="336857" y="206029"/>
                  </a:cubicBezTo>
                  <a:cubicBezTo>
                    <a:pt x="337523" y="208529"/>
                    <a:pt x="337023" y="217694"/>
                    <a:pt x="334440" y="223860"/>
                  </a:cubicBezTo>
                  <a:cubicBezTo>
                    <a:pt x="326357" y="223111"/>
                    <a:pt x="318191" y="222194"/>
                    <a:pt x="310025" y="221861"/>
                  </a:cubicBezTo>
                  <a:cubicBezTo>
                    <a:pt x="302360" y="221611"/>
                    <a:pt x="293360" y="223027"/>
                    <a:pt x="286694" y="218278"/>
                  </a:cubicBezTo>
                  <a:cubicBezTo>
                    <a:pt x="283278" y="215861"/>
                    <a:pt x="280361" y="211945"/>
                    <a:pt x="277528" y="208362"/>
                  </a:cubicBezTo>
                  <a:cubicBezTo>
                    <a:pt x="278862" y="207778"/>
                    <a:pt x="279945" y="206862"/>
                    <a:pt x="280278" y="205446"/>
                  </a:cubicBezTo>
                  <a:lnTo>
                    <a:pt x="280278" y="205446"/>
                  </a:lnTo>
                  <a:close/>
                  <a:moveTo>
                    <a:pt x="387685" y="196113"/>
                  </a:moveTo>
                  <a:cubicBezTo>
                    <a:pt x="386269" y="190113"/>
                    <a:pt x="383269" y="184531"/>
                    <a:pt x="377769" y="181281"/>
                  </a:cubicBezTo>
                  <a:cubicBezTo>
                    <a:pt x="373270" y="178614"/>
                    <a:pt x="369770" y="178948"/>
                    <a:pt x="365687" y="179614"/>
                  </a:cubicBezTo>
                  <a:cubicBezTo>
                    <a:pt x="368270" y="173865"/>
                    <a:pt x="371103" y="168949"/>
                    <a:pt x="367853" y="161783"/>
                  </a:cubicBezTo>
                  <a:cubicBezTo>
                    <a:pt x="382436" y="146367"/>
                    <a:pt x="404434" y="161700"/>
                    <a:pt x="397351" y="180114"/>
                  </a:cubicBezTo>
                  <a:cubicBezTo>
                    <a:pt x="396434" y="182531"/>
                    <a:pt x="398601" y="185947"/>
                    <a:pt x="401100" y="186281"/>
                  </a:cubicBezTo>
                  <a:cubicBezTo>
                    <a:pt x="424015" y="189364"/>
                    <a:pt x="425098" y="209528"/>
                    <a:pt x="408100" y="219528"/>
                  </a:cubicBezTo>
                  <a:cubicBezTo>
                    <a:pt x="406683" y="219611"/>
                    <a:pt x="405350" y="219694"/>
                    <a:pt x="403934" y="219777"/>
                  </a:cubicBezTo>
                  <a:cubicBezTo>
                    <a:pt x="396018" y="220361"/>
                    <a:pt x="387935" y="221277"/>
                    <a:pt x="379852" y="222277"/>
                  </a:cubicBezTo>
                  <a:cubicBezTo>
                    <a:pt x="386269" y="215195"/>
                    <a:pt x="390185" y="207029"/>
                    <a:pt x="387685" y="196113"/>
                  </a:cubicBezTo>
                  <a:lnTo>
                    <a:pt x="387685" y="196113"/>
                  </a:lnTo>
                  <a:close/>
                  <a:moveTo>
                    <a:pt x="367687" y="223777"/>
                  </a:moveTo>
                  <a:cubicBezTo>
                    <a:pt x="364020" y="224194"/>
                    <a:pt x="360437" y="224610"/>
                    <a:pt x="356771" y="225027"/>
                  </a:cubicBezTo>
                  <a:cubicBezTo>
                    <a:pt x="354855" y="225027"/>
                    <a:pt x="352938" y="225027"/>
                    <a:pt x="350939" y="224944"/>
                  </a:cubicBezTo>
                  <a:cubicBezTo>
                    <a:pt x="349105" y="224861"/>
                    <a:pt x="347355" y="224694"/>
                    <a:pt x="345522" y="224610"/>
                  </a:cubicBezTo>
                  <a:cubicBezTo>
                    <a:pt x="347772" y="218861"/>
                    <a:pt x="348605" y="212028"/>
                    <a:pt x="347855" y="207362"/>
                  </a:cubicBezTo>
                  <a:cubicBezTo>
                    <a:pt x="345689" y="193947"/>
                    <a:pt x="338523" y="187530"/>
                    <a:pt x="329274" y="186614"/>
                  </a:cubicBezTo>
                  <a:cubicBezTo>
                    <a:pt x="330607" y="179114"/>
                    <a:pt x="328357" y="171449"/>
                    <a:pt x="334773" y="164366"/>
                  </a:cubicBezTo>
                  <a:cubicBezTo>
                    <a:pt x="339856" y="158866"/>
                    <a:pt x="346355" y="157117"/>
                    <a:pt x="354271" y="159116"/>
                  </a:cubicBezTo>
                  <a:cubicBezTo>
                    <a:pt x="356438" y="164116"/>
                    <a:pt x="358604" y="169116"/>
                    <a:pt x="360771" y="174115"/>
                  </a:cubicBezTo>
                  <a:cubicBezTo>
                    <a:pt x="360688" y="177031"/>
                    <a:pt x="357605" y="180114"/>
                    <a:pt x="356938" y="183114"/>
                  </a:cubicBezTo>
                  <a:cubicBezTo>
                    <a:pt x="356438" y="185281"/>
                    <a:pt x="358105" y="187364"/>
                    <a:pt x="360354" y="187364"/>
                  </a:cubicBezTo>
                  <a:cubicBezTo>
                    <a:pt x="365354" y="187281"/>
                    <a:pt x="372853" y="185697"/>
                    <a:pt x="376186" y="189697"/>
                  </a:cubicBezTo>
                  <a:cubicBezTo>
                    <a:pt x="379519" y="193613"/>
                    <a:pt x="381852" y="201696"/>
                    <a:pt x="380685" y="206945"/>
                  </a:cubicBezTo>
                  <a:cubicBezTo>
                    <a:pt x="379269" y="213862"/>
                    <a:pt x="373353" y="219194"/>
                    <a:pt x="367687" y="223777"/>
                  </a:cubicBezTo>
                  <a:lnTo>
                    <a:pt x="367687" y="223777"/>
                  </a:lnTo>
                  <a:close/>
                  <a:moveTo>
                    <a:pt x="362437" y="154617"/>
                  </a:moveTo>
                  <a:cubicBezTo>
                    <a:pt x="358688" y="151367"/>
                    <a:pt x="353855" y="149117"/>
                    <a:pt x="349272" y="148867"/>
                  </a:cubicBezTo>
                  <a:cubicBezTo>
                    <a:pt x="344106" y="148534"/>
                    <a:pt x="339523" y="149784"/>
                    <a:pt x="335606" y="152117"/>
                  </a:cubicBezTo>
                  <a:cubicBezTo>
                    <a:pt x="335606" y="148034"/>
                    <a:pt x="334356" y="143701"/>
                    <a:pt x="332690" y="140368"/>
                  </a:cubicBezTo>
                  <a:cubicBezTo>
                    <a:pt x="330607" y="136118"/>
                    <a:pt x="327107" y="131702"/>
                    <a:pt x="322275" y="130536"/>
                  </a:cubicBezTo>
                  <a:cubicBezTo>
                    <a:pt x="318441" y="129619"/>
                    <a:pt x="316358" y="131119"/>
                    <a:pt x="313942" y="132452"/>
                  </a:cubicBezTo>
                  <a:cubicBezTo>
                    <a:pt x="312025" y="128119"/>
                    <a:pt x="309776" y="123703"/>
                    <a:pt x="306859" y="120537"/>
                  </a:cubicBezTo>
                  <a:cubicBezTo>
                    <a:pt x="308026" y="118537"/>
                    <a:pt x="307109" y="118037"/>
                    <a:pt x="308692" y="113204"/>
                  </a:cubicBezTo>
                  <a:cubicBezTo>
                    <a:pt x="312775" y="100788"/>
                    <a:pt x="325024" y="96372"/>
                    <a:pt x="334523" y="103371"/>
                  </a:cubicBezTo>
                  <a:cubicBezTo>
                    <a:pt x="340106" y="107454"/>
                    <a:pt x="338940" y="116287"/>
                    <a:pt x="344022" y="120120"/>
                  </a:cubicBezTo>
                  <a:cubicBezTo>
                    <a:pt x="347272" y="122620"/>
                    <a:pt x="349689" y="120120"/>
                    <a:pt x="353105" y="119703"/>
                  </a:cubicBezTo>
                  <a:cubicBezTo>
                    <a:pt x="375436" y="117120"/>
                    <a:pt x="378519" y="131036"/>
                    <a:pt x="374436" y="146534"/>
                  </a:cubicBezTo>
                  <a:cubicBezTo>
                    <a:pt x="370103" y="147951"/>
                    <a:pt x="366187" y="150700"/>
                    <a:pt x="362437" y="154617"/>
                  </a:cubicBezTo>
                  <a:lnTo>
                    <a:pt x="362437" y="154617"/>
                  </a:lnTo>
                  <a:close/>
                  <a:moveTo>
                    <a:pt x="293610" y="171115"/>
                  </a:moveTo>
                  <a:cubicBezTo>
                    <a:pt x="295694" y="164532"/>
                    <a:pt x="293527" y="155200"/>
                    <a:pt x="290194" y="150450"/>
                  </a:cubicBezTo>
                  <a:cubicBezTo>
                    <a:pt x="288861" y="148617"/>
                    <a:pt x="287278" y="146951"/>
                    <a:pt x="285361" y="145701"/>
                  </a:cubicBezTo>
                  <a:cubicBezTo>
                    <a:pt x="286611" y="142201"/>
                    <a:pt x="285861" y="138702"/>
                    <a:pt x="286194" y="134619"/>
                  </a:cubicBezTo>
                  <a:cubicBezTo>
                    <a:pt x="286778" y="125453"/>
                    <a:pt x="294527" y="119286"/>
                    <a:pt x="303359" y="128036"/>
                  </a:cubicBezTo>
                  <a:cubicBezTo>
                    <a:pt x="305859" y="130536"/>
                    <a:pt x="306859" y="135368"/>
                    <a:pt x="308026" y="138702"/>
                  </a:cubicBezTo>
                  <a:cubicBezTo>
                    <a:pt x="308775" y="140868"/>
                    <a:pt x="310776" y="141951"/>
                    <a:pt x="313025" y="141451"/>
                  </a:cubicBezTo>
                  <a:cubicBezTo>
                    <a:pt x="318025" y="140285"/>
                    <a:pt x="319941" y="134535"/>
                    <a:pt x="326857" y="143784"/>
                  </a:cubicBezTo>
                  <a:cubicBezTo>
                    <a:pt x="328857" y="146451"/>
                    <a:pt x="330357" y="152033"/>
                    <a:pt x="330024" y="156617"/>
                  </a:cubicBezTo>
                  <a:cubicBezTo>
                    <a:pt x="322441" y="164449"/>
                    <a:pt x="318691" y="176865"/>
                    <a:pt x="319441" y="187447"/>
                  </a:cubicBezTo>
                  <a:cubicBezTo>
                    <a:pt x="317858" y="187864"/>
                    <a:pt x="316358" y="188364"/>
                    <a:pt x="314775" y="188947"/>
                  </a:cubicBezTo>
                  <a:cubicBezTo>
                    <a:pt x="312859" y="178031"/>
                    <a:pt x="306442" y="170198"/>
                    <a:pt x="293610" y="171115"/>
                  </a:cubicBezTo>
                  <a:lnTo>
                    <a:pt x="293610" y="171115"/>
                  </a:lnTo>
                  <a:close/>
                  <a:moveTo>
                    <a:pt x="271779" y="200946"/>
                  </a:moveTo>
                  <a:cubicBezTo>
                    <a:pt x="260697" y="187447"/>
                    <a:pt x="249114" y="174532"/>
                    <a:pt x="237282" y="161866"/>
                  </a:cubicBezTo>
                  <a:cubicBezTo>
                    <a:pt x="238032" y="160700"/>
                    <a:pt x="238365" y="159283"/>
                    <a:pt x="237948" y="157783"/>
                  </a:cubicBezTo>
                  <a:cubicBezTo>
                    <a:pt x="235865" y="150034"/>
                    <a:pt x="234782" y="142035"/>
                    <a:pt x="238698" y="134702"/>
                  </a:cubicBezTo>
                  <a:cubicBezTo>
                    <a:pt x="243865" y="125286"/>
                    <a:pt x="253280" y="126119"/>
                    <a:pt x="259447" y="134368"/>
                  </a:cubicBezTo>
                  <a:cubicBezTo>
                    <a:pt x="263946" y="140452"/>
                    <a:pt x="262613" y="150784"/>
                    <a:pt x="269113" y="154700"/>
                  </a:cubicBezTo>
                  <a:cubicBezTo>
                    <a:pt x="270279" y="155450"/>
                    <a:pt x="271862" y="155367"/>
                    <a:pt x="273029" y="154617"/>
                  </a:cubicBezTo>
                  <a:cubicBezTo>
                    <a:pt x="280612" y="150034"/>
                    <a:pt x="288444" y="164116"/>
                    <a:pt x="285944" y="172532"/>
                  </a:cubicBezTo>
                  <a:cubicBezTo>
                    <a:pt x="274695" y="177031"/>
                    <a:pt x="270446" y="188947"/>
                    <a:pt x="271779" y="200946"/>
                  </a:cubicBezTo>
                  <a:lnTo>
                    <a:pt x="271779" y="200946"/>
                  </a:lnTo>
                  <a:close/>
                  <a:moveTo>
                    <a:pt x="237615" y="119870"/>
                  </a:moveTo>
                  <a:cubicBezTo>
                    <a:pt x="237448" y="119953"/>
                    <a:pt x="237282" y="120120"/>
                    <a:pt x="237115" y="120203"/>
                  </a:cubicBezTo>
                  <a:cubicBezTo>
                    <a:pt x="237199" y="113120"/>
                    <a:pt x="233032" y="106621"/>
                    <a:pt x="234532" y="99371"/>
                  </a:cubicBezTo>
                  <a:cubicBezTo>
                    <a:pt x="235032" y="96872"/>
                    <a:pt x="239032" y="88956"/>
                    <a:pt x="242448" y="87039"/>
                  </a:cubicBezTo>
                  <a:cubicBezTo>
                    <a:pt x="245281" y="85373"/>
                    <a:pt x="247614" y="84956"/>
                    <a:pt x="249614" y="85207"/>
                  </a:cubicBezTo>
                  <a:cubicBezTo>
                    <a:pt x="250197" y="85623"/>
                    <a:pt x="251031" y="85873"/>
                    <a:pt x="251781" y="85873"/>
                  </a:cubicBezTo>
                  <a:cubicBezTo>
                    <a:pt x="255780" y="87706"/>
                    <a:pt x="258197" y="92789"/>
                    <a:pt x="260863" y="96372"/>
                  </a:cubicBezTo>
                  <a:cubicBezTo>
                    <a:pt x="263029" y="99371"/>
                    <a:pt x="263780" y="100705"/>
                    <a:pt x="267696" y="101372"/>
                  </a:cubicBezTo>
                  <a:cubicBezTo>
                    <a:pt x="269946" y="101288"/>
                    <a:pt x="272279" y="101122"/>
                    <a:pt x="274528" y="100872"/>
                  </a:cubicBezTo>
                  <a:cubicBezTo>
                    <a:pt x="277195" y="104038"/>
                    <a:pt x="279945" y="107204"/>
                    <a:pt x="282611" y="110371"/>
                  </a:cubicBezTo>
                  <a:cubicBezTo>
                    <a:pt x="283861" y="112787"/>
                    <a:pt x="284278" y="115954"/>
                    <a:pt x="284195" y="119037"/>
                  </a:cubicBezTo>
                  <a:cubicBezTo>
                    <a:pt x="277028" y="124703"/>
                    <a:pt x="274862" y="136035"/>
                    <a:pt x="276862" y="145034"/>
                  </a:cubicBezTo>
                  <a:cubicBezTo>
                    <a:pt x="276112" y="145284"/>
                    <a:pt x="275279" y="145368"/>
                    <a:pt x="273779" y="145201"/>
                  </a:cubicBezTo>
                  <a:cubicBezTo>
                    <a:pt x="273445" y="145118"/>
                    <a:pt x="273195" y="145118"/>
                    <a:pt x="273029" y="145118"/>
                  </a:cubicBezTo>
                  <a:cubicBezTo>
                    <a:pt x="273029" y="144868"/>
                    <a:pt x="272862" y="144534"/>
                    <a:pt x="272362" y="143868"/>
                  </a:cubicBezTo>
                  <a:cubicBezTo>
                    <a:pt x="270612" y="141618"/>
                    <a:pt x="270279" y="136035"/>
                    <a:pt x="268946" y="133202"/>
                  </a:cubicBezTo>
                  <a:cubicBezTo>
                    <a:pt x="262863" y="120786"/>
                    <a:pt x="250531" y="112037"/>
                    <a:pt x="237615" y="119870"/>
                  </a:cubicBezTo>
                  <a:lnTo>
                    <a:pt x="237615" y="119870"/>
                  </a:lnTo>
                  <a:close/>
                  <a:moveTo>
                    <a:pt x="224367" y="148117"/>
                  </a:moveTo>
                  <a:cubicBezTo>
                    <a:pt x="221117" y="144701"/>
                    <a:pt x="217950" y="141368"/>
                    <a:pt x="214701" y="137951"/>
                  </a:cubicBezTo>
                  <a:cubicBezTo>
                    <a:pt x="207701" y="130619"/>
                    <a:pt x="200702" y="123203"/>
                    <a:pt x="193786" y="115787"/>
                  </a:cubicBezTo>
                  <a:cubicBezTo>
                    <a:pt x="194036" y="114870"/>
                    <a:pt x="194452" y="114037"/>
                    <a:pt x="195286" y="113537"/>
                  </a:cubicBezTo>
                  <a:cubicBezTo>
                    <a:pt x="197619" y="112121"/>
                    <a:pt x="198702" y="114371"/>
                    <a:pt x="201035" y="114620"/>
                  </a:cubicBezTo>
                  <a:cubicBezTo>
                    <a:pt x="203618" y="114954"/>
                    <a:pt x="204868" y="114620"/>
                    <a:pt x="206618" y="112621"/>
                  </a:cubicBezTo>
                  <a:cubicBezTo>
                    <a:pt x="207784" y="111288"/>
                    <a:pt x="207701" y="108871"/>
                    <a:pt x="208868" y="107621"/>
                  </a:cubicBezTo>
                  <a:cubicBezTo>
                    <a:pt x="213701" y="102621"/>
                    <a:pt x="218617" y="104038"/>
                    <a:pt x="223033" y="108454"/>
                  </a:cubicBezTo>
                  <a:cubicBezTo>
                    <a:pt x="224867" y="110288"/>
                    <a:pt x="226450" y="112454"/>
                    <a:pt x="227866" y="114620"/>
                  </a:cubicBezTo>
                  <a:cubicBezTo>
                    <a:pt x="228699" y="117120"/>
                    <a:pt x="229616" y="119620"/>
                    <a:pt x="230699" y="122203"/>
                  </a:cubicBezTo>
                  <a:cubicBezTo>
                    <a:pt x="231033" y="122953"/>
                    <a:pt x="231533" y="123453"/>
                    <a:pt x="232199" y="123869"/>
                  </a:cubicBezTo>
                  <a:cubicBezTo>
                    <a:pt x="225616" y="130452"/>
                    <a:pt x="223450" y="139201"/>
                    <a:pt x="224367" y="148117"/>
                  </a:cubicBezTo>
                  <a:lnTo>
                    <a:pt x="224367" y="148117"/>
                  </a:lnTo>
                  <a:close/>
                  <a:moveTo>
                    <a:pt x="187703" y="105455"/>
                  </a:moveTo>
                  <a:cubicBezTo>
                    <a:pt x="187036" y="106121"/>
                    <a:pt x="186620" y="106788"/>
                    <a:pt x="186203" y="107538"/>
                  </a:cubicBezTo>
                  <a:cubicBezTo>
                    <a:pt x="184370" y="105538"/>
                    <a:pt x="182454" y="103538"/>
                    <a:pt x="180703" y="101538"/>
                  </a:cubicBezTo>
                  <a:cubicBezTo>
                    <a:pt x="180621" y="101455"/>
                    <a:pt x="180621" y="101372"/>
                    <a:pt x="180537" y="101288"/>
                  </a:cubicBezTo>
                  <a:cubicBezTo>
                    <a:pt x="176787" y="95455"/>
                    <a:pt x="176621" y="91289"/>
                    <a:pt x="181370" y="86290"/>
                  </a:cubicBezTo>
                  <a:cubicBezTo>
                    <a:pt x="186453" y="80873"/>
                    <a:pt x="187203" y="82290"/>
                    <a:pt x="192702" y="85790"/>
                  </a:cubicBezTo>
                  <a:cubicBezTo>
                    <a:pt x="195536" y="87539"/>
                    <a:pt x="197119" y="90122"/>
                    <a:pt x="200702" y="89706"/>
                  </a:cubicBezTo>
                  <a:cubicBezTo>
                    <a:pt x="202702" y="89539"/>
                    <a:pt x="204535" y="88290"/>
                    <a:pt x="205035" y="86206"/>
                  </a:cubicBezTo>
                  <a:cubicBezTo>
                    <a:pt x="206285" y="80123"/>
                    <a:pt x="202702" y="72957"/>
                    <a:pt x="209451" y="69541"/>
                  </a:cubicBezTo>
                  <a:cubicBezTo>
                    <a:pt x="218450" y="65041"/>
                    <a:pt x="227450" y="78040"/>
                    <a:pt x="231116" y="86123"/>
                  </a:cubicBezTo>
                  <a:cubicBezTo>
                    <a:pt x="226783" y="91956"/>
                    <a:pt x="225367" y="97789"/>
                    <a:pt x="225700" y="103705"/>
                  </a:cubicBezTo>
                  <a:cubicBezTo>
                    <a:pt x="223450" y="101122"/>
                    <a:pt x="220783" y="99038"/>
                    <a:pt x="217367" y="97789"/>
                  </a:cubicBezTo>
                  <a:cubicBezTo>
                    <a:pt x="214034" y="96622"/>
                    <a:pt x="210034" y="96122"/>
                    <a:pt x="206868" y="97955"/>
                  </a:cubicBezTo>
                  <a:cubicBezTo>
                    <a:pt x="203702" y="99872"/>
                    <a:pt x="203285" y="103621"/>
                    <a:pt x="201535" y="106371"/>
                  </a:cubicBezTo>
                  <a:cubicBezTo>
                    <a:pt x="196702" y="104371"/>
                    <a:pt x="192702" y="100288"/>
                    <a:pt x="187703" y="105455"/>
                  </a:cubicBezTo>
                  <a:lnTo>
                    <a:pt x="187703" y="105455"/>
                  </a:lnTo>
                  <a:close/>
                  <a:moveTo>
                    <a:pt x="223616" y="35961"/>
                  </a:moveTo>
                  <a:cubicBezTo>
                    <a:pt x="224367" y="36711"/>
                    <a:pt x="225449" y="36961"/>
                    <a:pt x="226450" y="36877"/>
                  </a:cubicBezTo>
                  <a:cubicBezTo>
                    <a:pt x="229949" y="38877"/>
                    <a:pt x="232616" y="43460"/>
                    <a:pt x="236448" y="46127"/>
                  </a:cubicBezTo>
                  <a:cubicBezTo>
                    <a:pt x="239365" y="48126"/>
                    <a:pt x="239615" y="47043"/>
                    <a:pt x="242698" y="46627"/>
                  </a:cubicBezTo>
                  <a:cubicBezTo>
                    <a:pt x="253197" y="45293"/>
                    <a:pt x="256114" y="53959"/>
                    <a:pt x="254697" y="62792"/>
                  </a:cubicBezTo>
                  <a:cubicBezTo>
                    <a:pt x="251114" y="66458"/>
                    <a:pt x="248531" y="71291"/>
                    <a:pt x="248031" y="76874"/>
                  </a:cubicBezTo>
                  <a:cubicBezTo>
                    <a:pt x="243615" y="76540"/>
                    <a:pt x="239365" y="78040"/>
                    <a:pt x="235449" y="81457"/>
                  </a:cubicBezTo>
                  <a:cubicBezTo>
                    <a:pt x="232199" y="70291"/>
                    <a:pt x="223867" y="59125"/>
                    <a:pt x="211534" y="58626"/>
                  </a:cubicBezTo>
                  <a:cubicBezTo>
                    <a:pt x="211868" y="51543"/>
                    <a:pt x="209951" y="44293"/>
                    <a:pt x="216117" y="39127"/>
                  </a:cubicBezTo>
                  <a:cubicBezTo>
                    <a:pt x="219117" y="36544"/>
                    <a:pt x="221533" y="35711"/>
                    <a:pt x="223616" y="35961"/>
                  </a:cubicBezTo>
                  <a:lnTo>
                    <a:pt x="223616" y="35961"/>
                  </a:lnTo>
                  <a:close/>
                  <a:moveTo>
                    <a:pt x="279778" y="22212"/>
                  </a:moveTo>
                  <a:cubicBezTo>
                    <a:pt x="285361" y="26295"/>
                    <a:pt x="288611" y="37378"/>
                    <a:pt x="287694" y="44377"/>
                  </a:cubicBezTo>
                  <a:cubicBezTo>
                    <a:pt x="285361" y="48959"/>
                    <a:pt x="284444" y="54543"/>
                    <a:pt x="283944" y="60458"/>
                  </a:cubicBezTo>
                  <a:cubicBezTo>
                    <a:pt x="277028" y="54626"/>
                    <a:pt x="267946" y="54626"/>
                    <a:pt x="260697" y="58459"/>
                  </a:cubicBezTo>
                  <a:cubicBezTo>
                    <a:pt x="261113" y="50959"/>
                    <a:pt x="259113" y="42627"/>
                    <a:pt x="252697" y="39127"/>
                  </a:cubicBezTo>
                  <a:cubicBezTo>
                    <a:pt x="247781" y="36461"/>
                    <a:pt x="246364" y="39710"/>
                    <a:pt x="242115" y="39127"/>
                  </a:cubicBezTo>
                  <a:cubicBezTo>
                    <a:pt x="239115" y="38711"/>
                    <a:pt x="236948" y="33711"/>
                    <a:pt x="234199" y="31545"/>
                  </a:cubicBezTo>
                  <a:cubicBezTo>
                    <a:pt x="233282" y="30794"/>
                    <a:pt x="232282" y="30211"/>
                    <a:pt x="231366" y="29628"/>
                  </a:cubicBezTo>
                  <a:cubicBezTo>
                    <a:pt x="231366" y="22545"/>
                    <a:pt x="229699" y="14796"/>
                    <a:pt x="237365" y="10297"/>
                  </a:cubicBezTo>
                  <a:cubicBezTo>
                    <a:pt x="247531" y="4297"/>
                    <a:pt x="252364" y="15713"/>
                    <a:pt x="256614" y="22295"/>
                  </a:cubicBezTo>
                  <a:cubicBezTo>
                    <a:pt x="257697" y="23878"/>
                    <a:pt x="259280" y="24378"/>
                    <a:pt x="261030" y="24045"/>
                  </a:cubicBezTo>
                  <a:cubicBezTo>
                    <a:pt x="267279" y="23129"/>
                    <a:pt x="270696" y="15713"/>
                    <a:pt x="279778" y="22212"/>
                  </a:cubicBezTo>
                  <a:lnTo>
                    <a:pt x="279778" y="22212"/>
                  </a:lnTo>
                  <a:close/>
                  <a:moveTo>
                    <a:pt x="301360" y="30878"/>
                  </a:moveTo>
                  <a:cubicBezTo>
                    <a:pt x="301193" y="31878"/>
                    <a:pt x="300943" y="32878"/>
                    <a:pt x="300776" y="33878"/>
                  </a:cubicBezTo>
                  <a:cubicBezTo>
                    <a:pt x="298193" y="34628"/>
                    <a:pt x="295943" y="35628"/>
                    <a:pt x="294110" y="36961"/>
                  </a:cubicBezTo>
                  <a:cubicBezTo>
                    <a:pt x="294110" y="28795"/>
                    <a:pt x="289777" y="20129"/>
                    <a:pt x="283861" y="14963"/>
                  </a:cubicBezTo>
                  <a:cubicBezTo>
                    <a:pt x="283278" y="14463"/>
                    <a:pt x="282611" y="13963"/>
                    <a:pt x="282028" y="13546"/>
                  </a:cubicBezTo>
                  <a:cubicBezTo>
                    <a:pt x="284444" y="13046"/>
                    <a:pt x="287194" y="11713"/>
                    <a:pt x="288277" y="11630"/>
                  </a:cubicBezTo>
                  <a:cubicBezTo>
                    <a:pt x="297360" y="10963"/>
                    <a:pt x="301776" y="22796"/>
                    <a:pt x="301360" y="30878"/>
                  </a:cubicBezTo>
                  <a:lnTo>
                    <a:pt x="301360" y="30878"/>
                  </a:lnTo>
                  <a:close/>
                  <a:moveTo>
                    <a:pt x="286027" y="78790"/>
                  </a:moveTo>
                  <a:cubicBezTo>
                    <a:pt x="288611" y="80040"/>
                    <a:pt x="289194" y="79123"/>
                    <a:pt x="291777" y="78623"/>
                  </a:cubicBezTo>
                  <a:cubicBezTo>
                    <a:pt x="298193" y="77374"/>
                    <a:pt x="303859" y="70708"/>
                    <a:pt x="308192" y="80373"/>
                  </a:cubicBezTo>
                  <a:cubicBezTo>
                    <a:pt x="311025" y="86623"/>
                    <a:pt x="306442" y="93289"/>
                    <a:pt x="303609" y="98289"/>
                  </a:cubicBezTo>
                  <a:cubicBezTo>
                    <a:pt x="302943" y="99455"/>
                    <a:pt x="303193" y="100622"/>
                    <a:pt x="303859" y="101372"/>
                  </a:cubicBezTo>
                  <a:cubicBezTo>
                    <a:pt x="300776" y="105204"/>
                    <a:pt x="299026" y="110121"/>
                    <a:pt x="299526" y="115787"/>
                  </a:cubicBezTo>
                  <a:cubicBezTo>
                    <a:pt x="297027" y="115037"/>
                    <a:pt x="294193" y="114954"/>
                    <a:pt x="290944" y="115787"/>
                  </a:cubicBezTo>
                  <a:cubicBezTo>
                    <a:pt x="291110" y="109954"/>
                    <a:pt x="289277" y="103871"/>
                    <a:pt x="286361" y="99538"/>
                  </a:cubicBezTo>
                  <a:cubicBezTo>
                    <a:pt x="282861" y="94289"/>
                    <a:pt x="279278" y="93956"/>
                    <a:pt x="273779" y="93205"/>
                  </a:cubicBezTo>
                  <a:cubicBezTo>
                    <a:pt x="269029" y="92539"/>
                    <a:pt x="268696" y="93205"/>
                    <a:pt x="265530" y="89206"/>
                  </a:cubicBezTo>
                  <a:cubicBezTo>
                    <a:pt x="264113" y="87373"/>
                    <a:pt x="263029" y="85373"/>
                    <a:pt x="261280" y="83707"/>
                  </a:cubicBezTo>
                  <a:cubicBezTo>
                    <a:pt x="259780" y="82206"/>
                    <a:pt x="258197" y="81040"/>
                    <a:pt x="256614" y="80040"/>
                  </a:cubicBezTo>
                  <a:cubicBezTo>
                    <a:pt x="256697" y="79874"/>
                    <a:pt x="256697" y="79707"/>
                    <a:pt x="256780" y="79457"/>
                  </a:cubicBezTo>
                  <a:cubicBezTo>
                    <a:pt x="256030" y="72624"/>
                    <a:pt x="259447" y="67875"/>
                    <a:pt x="267029" y="65125"/>
                  </a:cubicBezTo>
                  <a:cubicBezTo>
                    <a:pt x="269362" y="64958"/>
                    <a:pt x="271696" y="64708"/>
                    <a:pt x="274029" y="64541"/>
                  </a:cubicBezTo>
                  <a:cubicBezTo>
                    <a:pt x="284195" y="67291"/>
                    <a:pt x="279362" y="75624"/>
                    <a:pt x="286027" y="78790"/>
                  </a:cubicBezTo>
                  <a:lnTo>
                    <a:pt x="286027" y="78790"/>
                  </a:lnTo>
                  <a:close/>
                  <a:moveTo>
                    <a:pt x="338273" y="47043"/>
                  </a:moveTo>
                  <a:cubicBezTo>
                    <a:pt x="333773" y="46376"/>
                    <a:pt x="329024" y="47626"/>
                    <a:pt x="323941" y="49959"/>
                  </a:cubicBezTo>
                  <a:cubicBezTo>
                    <a:pt x="323274" y="47793"/>
                    <a:pt x="323024" y="45043"/>
                    <a:pt x="322108" y="43377"/>
                  </a:cubicBezTo>
                  <a:cubicBezTo>
                    <a:pt x="320941" y="41043"/>
                    <a:pt x="318191" y="37960"/>
                    <a:pt x="316275" y="36377"/>
                  </a:cubicBezTo>
                  <a:cubicBezTo>
                    <a:pt x="313942" y="34461"/>
                    <a:pt x="311609" y="33378"/>
                    <a:pt x="309192" y="33044"/>
                  </a:cubicBezTo>
                  <a:cubicBezTo>
                    <a:pt x="309276" y="32878"/>
                    <a:pt x="309276" y="32711"/>
                    <a:pt x="309359" y="32545"/>
                  </a:cubicBezTo>
                  <a:cubicBezTo>
                    <a:pt x="311525" y="25128"/>
                    <a:pt x="309776" y="18129"/>
                    <a:pt x="319025" y="15463"/>
                  </a:cubicBezTo>
                  <a:cubicBezTo>
                    <a:pt x="334773" y="10963"/>
                    <a:pt x="346189" y="34128"/>
                    <a:pt x="338356" y="46376"/>
                  </a:cubicBezTo>
                  <a:cubicBezTo>
                    <a:pt x="338273" y="46543"/>
                    <a:pt x="338273" y="46793"/>
                    <a:pt x="338273" y="47043"/>
                  </a:cubicBezTo>
                  <a:lnTo>
                    <a:pt x="338273" y="47043"/>
                  </a:lnTo>
                  <a:close/>
                  <a:moveTo>
                    <a:pt x="349855" y="80873"/>
                  </a:moveTo>
                  <a:cubicBezTo>
                    <a:pt x="345272" y="85290"/>
                    <a:pt x="341856" y="91039"/>
                    <a:pt x="340356" y="97122"/>
                  </a:cubicBezTo>
                  <a:cubicBezTo>
                    <a:pt x="332523" y="90873"/>
                    <a:pt x="321274" y="90539"/>
                    <a:pt x="312608" y="94622"/>
                  </a:cubicBezTo>
                  <a:cubicBezTo>
                    <a:pt x="317025" y="86623"/>
                    <a:pt x="318858" y="78124"/>
                    <a:pt x="310358" y="70791"/>
                  </a:cubicBezTo>
                  <a:cubicBezTo>
                    <a:pt x="306776" y="67708"/>
                    <a:pt x="303443" y="66375"/>
                    <a:pt x="298860" y="67124"/>
                  </a:cubicBezTo>
                  <a:cubicBezTo>
                    <a:pt x="297777" y="67291"/>
                    <a:pt x="291360" y="70458"/>
                    <a:pt x="291194" y="70374"/>
                  </a:cubicBezTo>
                  <a:cubicBezTo>
                    <a:pt x="289444" y="69708"/>
                    <a:pt x="289694" y="67624"/>
                    <a:pt x="288694" y="66041"/>
                  </a:cubicBezTo>
                  <a:cubicBezTo>
                    <a:pt x="288611" y="65958"/>
                    <a:pt x="288611" y="65875"/>
                    <a:pt x="288527" y="65791"/>
                  </a:cubicBezTo>
                  <a:cubicBezTo>
                    <a:pt x="290194" y="65625"/>
                    <a:pt x="291777" y="64625"/>
                    <a:pt x="292193" y="62708"/>
                  </a:cubicBezTo>
                  <a:cubicBezTo>
                    <a:pt x="293110" y="58042"/>
                    <a:pt x="294027" y="49043"/>
                    <a:pt x="298360" y="46127"/>
                  </a:cubicBezTo>
                  <a:cubicBezTo>
                    <a:pt x="302109" y="43627"/>
                    <a:pt x="311525" y="46876"/>
                    <a:pt x="314442" y="50043"/>
                  </a:cubicBezTo>
                  <a:cubicBezTo>
                    <a:pt x="316775" y="52542"/>
                    <a:pt x="316191" y="56292"/>
                    <a:pt x="319358" y="58709"/>
                  </a:cubicBezTo>
                  <a:cubicBezTo>
                    <a:pt x="320941" y="59959"/>
                    <a:pt x="322774" y="60292"/>
                    <a:pt x="324607" y="59375"/>
                  </a:cubicBezTo>
                  <a:cubicBezTo>
                    <a:pt x="345772" y="48043"/>
                    <a:pt x="348938" y="68541"/>
                    <a:pt x="349855" y="80873"/>
                  </a:cubicBezTo>
                  <a:lnTo>
                    <a:pt x="349855" y="80873"/>
                  </a:lnTo>
                  <a:close/>
                  <a:moveTo>
                    <a:pt x="380019" y="75374"/>
                  </a:moveTo>
                  <a:cubicBezTo>
                    <a:pt x="378186" y="74291"/>
                    <a:pt x="376019" y="73457"/>
                    <a:pt x="373436" y="73041"/>
                  </a:cubicBezTo>
                  <a:cubicBezTo>
                    <a:pt x="367437" y="71957"/>
                    <a:pt x="361771" y="73208"/>
                    <a:pt x="356771" y="75874"/>
                  </a:cubicBezTo>
                  <a:cubicBezTo>
                    <a:pt x="358438" y="69458"/>
                    <a:pt x="354938" y="60958"/>
                    <a:pt x="351355" y="56042"/>
                  </a:cubicBezTo>
                  <a:cubicBezTo>
                    <a:pt x="349355" y="53293"/>
                    <a:pt x="347355" y="51293"/>
                    <a:pt x="345272" y="49876"/>
                  </a:cubicBezTo>
                  <a:cubicBezTo>
                    <a:pt x="354355" y="43710"/>
                    <a:pt x="367604" y="33128"/>
                    <a:pt x="377519" y="44210"/>
                  </a:cubicBezTo>
                  <a:cubicBezTo>
                    <a:pt x="384269" y="51793"/>
                    <a:pt x="386435" y="67124"/>
                    <a:pt x="380019" y="75374"/>
                  </a:cubicBezTo>
                  <a:lnTo>
                    <a:pt x="380019" y="75374"/>
                  </a:lnTo>
                  <a:close/>
                  <a:moveTo>
                    <a:pt x="381519" y="103038"/>
                  </a:moveTo>
                  <a:cubicBezTo>
                    <a:pt x="381519" y="104955"/>
                    <a:pt x="381519" y="106704"/>
                    <a:pt x="381769" y="108621"/>
                  </a:cubicBezTo>
                  <a:cubicBezTo>
                    <a:pt x="381936" y="109954"/>
                    <a:pt x="382686" y="111288"/>
                    <a:pt x="384102" y="111537"/>
                  </a:cubicBezTo>
                  <a:cubicBezTo>
                    <a:pt x="388102" y="112371"/>
                    <a:pt x="390935" y="110121"/>
                    <a:pt x="394768" y="109704"/>
                  </a:cubicBezTo>
                  <a:cubicBezTo>
                    <a:pt x="418016" y="107288"/>
                    <a:pt x="415182" y="129786"/>
                    <a:pt x="406433" y="142868"/>
                  </a:cubicBezTo>
                  <a:cubicBezTo>
                    <a:pt x="403184" y="145034"/>
                    <a:pt x="400101" y="147701"/>
                    <a:pt x="397018" y="150284"/>
                  </a:cubicBezTo>
                  <a:cubicBezTo>
                    <a:pt x="391351" y="146618"/>
                    <a:pt x="385935" y="145034"/>
                    <a:pt x="380852" y="145284"/>
                  </a:cubicBezTo>
                  <a:cubicBezTo>
                    <a:pt x="384019" y="134035"/>
                    <a:pt x="383852" y="121786"/>
                    <a:pt x="374103" y="113287"/>
                  </a:cubicBezTo>
                  <a:cubicBezTo>
                    <a:pt x="369520" y="109287"/>
                    <a:pt x="365770" y="108954"/>
                    <a:pt x="360021" y="110121"/>
                  </a:cubicBezTo>
                  <a:cubicBezTo>
                    <a:pt x="355771" y="110954"/>
                    <a:pt x="351688" y="115704"/>
                    <a:pt x="348689" y="113620"/>
                  </a:cubicBezTo>
                  <a:cubicBezTo>
                    <a:pt x="350522" y="114870"/>
                    <a:pt x="345522" y="103121"/>
                    <a:pt x="346272" y="104538"/>
                  </a:cubicBezTo>
                  <a:cubicBezTo>
                    <a:pt x="346189" y="104455"/>
                    <a:pt x="346189" y="104371"/>
                    <a:pt x="346106" y="104205"/>
                  </a:cubicBezTo>
                  <a:cubicBezTo>
                    <a:pt x="346355" y="103871"/>
                    <a:pt x="346522" y="103621"/>
                    <a:pt x="346606" y="103205"/>
                  </a:cubicBezTo>
                  <a:cubicBezTo>
                    <a:pt x="348938" y="95872"/>
                    <a:pt x="350939" y="91206"/>
                    <a:pt x="357105" y="86790"/>
                  </a:cubicBezTo>
                  <a:cubicBezTo>
                    <a:pt x="365521" y="80790"/>
                    <a:pt x="365521" y="81624"/>
                    <a:pt x="373936" y="88789"/>
                  </a:cubicBezTo>
                  <a:cubicBezTo>
                    <a:pt x="383186" y="96539"/>
                    <a:pt x="381352" y="94289"/>
                    <a:pt x="381519" y="103038"/>
                  </a:cubicBezTo>
                  <a:lnTo>
                    <a:pt x="381519" y="103038"/>
                  </a:lnTo>
                  <a:close/>
                  <a:moveTo>
                    <a:pt x="420599" y="119203"/>
                  </a:moveTo>
                  <a:cubicBezTo>
                    <a:pt x="420016" y="119370"/>
                    <a:pt x="419516" y="119537"/>
                    <a:pt x="418932" y="119620"/>
                  </a:cubicBezTo>
                  <a:cubicBezTo>
                    <a:pt x="418432" y="117287"/>
                    <a:pt x="417599" y="114870"/>
                    <a:pt x="416349" y="112371"/>
                  </a:cubicBezTo>
                  <a:cubicBezTo>
                    <a:pt x="413766" y="107204"/>
                    <a:pt x="410016" y="103371"/>
                    <a:pt x="404267" y="102205"/>
                  </a:cubicBezTo>
                  <a:cubicBezTo>
                    <a:pt x="398851" y="101122"/>
                    <a:pt x="393435" y="105038"/>
                    <a:pt x="388352" y="105538"/>
                  </a:cubicBezTo>
                  <a:cubicBezTo>
                    <a:pt x="389268" y="97622"/>
                    <a:pt x="389768" y="88539"/>
                    <a:pt x="386269" y="81873"/>
                  </a:cubicBezTo>
                  <a:cubicBezTo>
                    <a:pt x="391601" y="80123"/>
                    <a:pt x="395767" y="79457"/>
                    <a:pt x="401684" y="80623"/>
                  </a:cubicBezTo>
                  <a:cubicBezTo>
                    <a:pt x="406683" y="81624"/>
                    <a:pt x="412266" y="82790"/>
                    <a:pt x="416599" y="85706"/>
                  </a:cubicBezTo>
                  <a:cubicBezTo>
                    <a:pt x="425431" y="91789"/>
                    <a:pt x="426682" y="109621"/>
                    <a:pt x="420599" y="119203"/>
                  </a:cubicBezTo>
                  <a:lnTo>
                    <a:pt x="420599" y="119203"/>
                  </a:lnTo>
                  <a:close/>
                  <a:moveTo>
                    <a:pt x="449513" y="171699"/>
                  </a:moveTo>
                  <a:cubicBezTo>
                    <a:pt x="446263" y="170282"/>
                    <a:pt x="442597" y="169365"/>
                    <a:pt x="438764" y="168865"/>
                  </a:cubicBezTo>
                  <a:cubicBezTo>
                    <a:pt x="438931" y="164532"/>
                    <a:pt x="441097" y="158783"/>
                    <a:pt x="439931" y="154534"/>
                  </a:cubicBezTo>
                  <a:cubicBezTo>
                    <a:pt x="438347" y="148451"/>
                    <a:pt x="434181" y="143118"/>
                    <a:pt x="428515" y="140368"/>
                  </a:cubicBezTo>
                  <a:cubicBezTo>
                    <a:pt x="423682" y="138035"/>
                    <a:pt x="419265" y="137785"/>
                    <a:pt x="415266" y="138785"/>
                  </a:cubicBezTo>
                  <a:cubicBezTo>
                    <a:pt x="417682" y="134785"/>
                    <a:pt x="419265" y="130619"/>
                    <a:pt x="419516" y="126119"/>
                  </a:cubicBezTo>
                  <a:cubicBezTo>
                    <a:pt x="424265" y="125453"/>
                    <a:pt x="429765" y="122869"/>
                    <a:pt x="434347" y="123869"/>
                  </a:cubicBezTo>
                  <a:cubicBezTo>
                    <a:pt x="440347" y="125119"/>
                    <a:pt x="446346" y="131285"/>
                    <a:pt x="450013" y="136118"/>
                  </a:cubicBezTo>
                  <a:cubicBezTo>
                    <a:pt x="454762" y="142284"/>
                    <a:pt x="455429" y="148367"/>
                    <a:pt x="454929" y="156033"/>
                  </a:cubicBezTo>
                  <a:cubicBezTo>
                    <a:pt x="454679" y="160033"/>
                    <a:pt x="453429" y="168032"/>
                    <a:pt x="449513" y="171699"/>
                  </a:cubicBezTo>
                  <a:lnTo>
                    <a:pt x="449513" y="171699"/>
                  </a:lnTo>
                  <a:close/>
                  <a:moveTo>
                    <a:pt x="445430" y="218611"/>
                  </a:moveTo>
                  <a:cubicBezTo>
                    <a:pt x="443014" y="218611"/>
                    <a:pt x="440597" y="218778"/>
                    <a:pt x="438264" y="218694"/>
                  </a:cubicBezTo>
                  <a:cubicBezTo>
                    <a:pt x="432848" y="218611"/>
                    <a:pt x="427432" y="218611"/>
                    <a:pt x="422099" y="218778"/>
                  </a:cubicBezTo>
                  <a:cubicBezTo>
                    <a:pt x="428015" y="213695"/>
                    <a:pt x="431098" y="206362"/>
                    <a:pt x="430431" y="196946"/>
                  </a:cubicBezTo>
                  <a:cubicBezTo>
                    <a:pt x="430015" y="190947"/>
                    <a:pt x="427932" y="184531"/>
                    <a:pt x="423015" y="180614"/>
                  </a:cubicBezTo>
                  <a:cubicBezTo>
                    <a:pt x="418599" y="177115"/>
                    <a:pt x="414016" y="177281"/>
                    <a:pt x="409183" y="177031"/>
                  </a:cubicBezTo>
                  <a:cubicBezTo>
                    <a:pt x="410849" y="169032"/>
                    <a:pt x="408517" y="161116"/>
                    <a:pt x="402934" y="155034"/>
                  </a:cubicBezTo>
                  <a:cubicBezTo>
                    <a:pt x="405850" y="151450"/>
                    <a:pt x="409516" y="149034"/>
                    <a:pt x="414016" y="147867"/>
                  </a:cubicBezTo>
                  <a:cubicBezTo>
                    <a:pt x="419349" y="149617"/>
                    <a:pt x="424682" y="151284"/>
                    <a:pt x="430015" y="153033"/>
                  </a:cubicBezTo>
                  <a:cubicBezTo>
                    <a:pt x="435514" y="159200"/>
                    <a:pt x="428265" y="167449"/>
                    <a:pt x="430264" y="174198"/>
                  </a:cubicBezTo>
                  <a:cubicBezTo>
                    <a:pt x="430681" y="175698"/>
                    <a:pt x="432014" y="177031"/>
                    <a:pt x="433598" y="177365"/>
                  </a:cubicBezTo>
                  <a:cubicBezTo>
                    <a:pt x="444180" y="179365"/>
                    <a:pt x="454513" y="183198"/>
                    <a:pt x="455929" y="195613"/>
                  </a:cubicBezTo>
                  <a:cubicBezTo>
                    <a:pt x="456845" y="203779"/>
                    <a:pt x="452429" y="213611"/>
                    <a:pt x="445430" y="218611"/>
                  </a:cubicBezTo>
                  <a:lnTo>
                    <a:pt x="445430" y="218611"/>
                  </a:lnTo>
                  <a:close/>
                  <a:moveTo>
                    <a:pt x="206618" y="504502"/>
                  </a:moveTo>
                  <a:cubicBezTo>
                    <a:pt x="209451" y="500336"/>
                    <a:pt x="212034" y="496170"/>
                    <a:pt x="214534" y="492836"/>
                  </a:cubicBezTo>
                  <a:cubicBezTo>
                    <a:pt x="224949" y="478838"/>
                    <a:pt x="236115" y="465505"/>
                    <a:pt x="246864" y="451757"/>
                  </a:cubicBezTo>
                  <a:cubicBezTo>
                    <a:pt x="266779" y="426259"/>
                    <a:pt x="285944" y="400261"/>
                    <a:pt x="306109" y="375013"/>
                  </a:cubicBezTo>
                  <a:cubicBezTo>
                    <a:pt x="324524" y="351849"/>
                    <a:pt x="342939" y="328435"/>
                    <a:pt x="360437" y="304686"/>
                  </a:cubicBezTo>
                  <a:cubicBezTo>
                    <a:pt x="370770" y="290604"/>
                    <a:pt x="380685" y="276356"/>
                    <a:pt x="390852" y="262107"/>
                  </a:cubicBezTo>
                  <a:cubicBezTo>
                    <a:pt x="395851" y="255107"/>
                    <a:pt x="402100" y="243026"/>
                    <a:pt x="409350" y="234776"/>
                  </a:cubicBezTo>
                  <a:cubicBezTo>
                    <a:pt x="417432" y="233360"/>
                    <a:pt x="425515" y="231693"/>
                    <a:pt x="433598" y="229693"/>
                  </a:cubicBezTo>
                  <a:cubicBezTo>
                    <a:pt x="437847" y="229527"/>
                    <a:pt x="442180" y="229443"/>
                    <a:pt x="445263" y="229860"/>
                  </a:cubicBezTo>
                  <a:cubicBezTo>
                    <a:pt x="441847" y="235610"/>
                    <a:pt x="436014" y="240942"/>
                    <a:pt x="432181" y="245858"/>
                  </a:cubicBezTo>
                  <a:cubicBezTo>
                    <a:pt x="425431" y="254525"/>
                    <a:pt x="418266" y="263024"/>
                    <a:pt x="411683" y="271773"/>
                  </a:cubicBezTo>
                  <a:cubicBezTo>
                    <a:pt x="401684" y="285188"/>
                    <a:pt x="391851" y="298854"/>
                    <a:pt x="382019" y="312519"/>
                  </a:cubicBezTo>
                  <a:cubicBezTo>
                    <a:pt x="360021" y="343100"/>
                    <a:pt x="338440" y="373764"/>
                    <a:pt x="314775" y="402928"/>
                  </a:cubicBezTo>
                  <a:cubicBezTo>
                    <a:pt x="295527" y="426759"/>
                    <a:pt x="276445" y="450423"/>
                    <a:pt x="258114" y="474921"/>
                  </a:cubicBezTo>
                  <a:cubicBezTo>
                    <a:pt x="252530" y="482421"/>
                    <a:pt x="246781" y="491670"/>
                    <a:pt x="239949" y="498086"/>
                  </a:cubicBezTo>
                  <a:cubicBezTo>
                    <a:pt x="233616" y="504002"/>
                    <a:pt x="228283" y="503752"/>
                    <a:pt x="219950" y="504168"/>
                  </a:cubicBezTo>
                  <a:cubicBezTo>
                    <a:pt x="215534" y="504335"/>
                    <a:pt x="211034" y="504419"/>
                    <a:pt x="206618" y="504502"/>
                  </a:cubicBezTo>
                  <a:lnTo>
                    <a:pt x="206618" y="504502"/>
                  </a:lnTo>
                  <a:close/>
                  <a:moveTo>
                    <a:pt x="169955" y="504752"/>
                  </a:moveTo>
                  <a:cubicBezTo>
                    <a:pt x="182287" y="488337"/>
                    <a:pt x="193786" y="471421"/>
                    <a:pt x="204952" y="454173"/>
                  </a:cubicBezTo>
                  <a:cubicBezTo>
                    <a:pt x="220950" y="429509"/>
                    <a:pt x="238615" y="405928"/>
                    <a:pt x="254697" y="381430"/>
                  </a:cubicBezTo>
                  <a:cubicBezTo>
                    <a:pt x="271779" y="355265"/>
                    <a:pt x="290861" y="330351"/>
                    <a:pt x="308526" y="304686"/>
                  </a:cubicBezTo>
                  <a:cubicBezTo>
                    <a:pt x="323024" y="283522"/>
                    <a:pt x="335523" y="261274"/>
                    <a:pt x="349022" y="239692"/>
                  </a:cubicBezTo>
                  <a:cubicBezTo>
                    <a:pt x="349772" y="239692"/>
                    <a:pt x="350438" y="239692"/>
                    <a:pt x="351188" y="239692"/>
                  </a:cubicBezTo>
                  <a:cubicBezTo>
                    <a:pt x="368270" y="239692"/>
                    <a:pt x="384935" y="238526"/>
                    <a:pt x="401434" y="236193"/>
                  </a:cubicBezTo>
                  <a:cubicBezTo>
                    <a:pt x="400184" y="237859"/>
                    <a:pt x="399017" y="239443"/>
                    <a:pt x="397934" y="240942"/>
                  </a:cubicBezTo>
                  <a:cubicBezTo>
                    <a:pt x="387685" y="254774"/>
                    <a:pt x="377436" y="268690"/>
                    <a:pt x="367604" y="282855"/>
                  </a:cubicBezTo>
                  <a:cubicBezTo>
                    <a:pt x="348772" y="310019"/>
                    <a:pt x="329024" y="336600"/>
                    <a:pt x="308859" y="362681"/>
                  </a:cubicBezTo>
                  <a:cubicBezTo>
                    <a:pt x="288111" y="389595"/>
                    <a:pt x="266779" y="416260"/>
                    <a:pt x="245281" y="442508"/>
                  </a:cubicBezTo>
                  <a:cubicBezTo>
                    <a:pt x="228783" y="462672"/>
                    <a:pt x="214034" y="484171"/>
                    <a:pt x="198035" y="504668"/>
                  </a:cubicBezTo>
                  <a:cubicBezTo>
                    <a:pt x="190953" y="504668"/>
                    <a:pt x="183870" y="504668"/>
                    <a:pt x="176787" y="504835"/>
                  </a:cubicBezTo>
                  <a:cubicBezTo>
                    <a:pt x="174454" y="504752"/>
                    <a:pt x="172205" y="504752"/>
                    <a:pt x="169955" y="504752"/>
                  </a:cubicBezTo>
                  <a:lnTo>
                    <a:pt x="169955" y="504752"/>
                  </a:lnTo>
                  <a:close/>
                  <a:moveTo>
                    <a:pt x="124042" y="503919"/>
                  </a:moveTo>
                  <a:cubicBezTo>
                    <a:pt x="127459" y="499169"/>
                    <a:pt x="130458" y="493753"/>
                    <a:pt x="133374" y="489253"/>
                  </a:cubicBezTo>
                  <a:cubicBezTo>
                    <a:pt x="142541" y="475171"/>
                    <a:pt x="152290" y="461839"/>
                    <a:pt x="162372" y="448423"/>
                  </a:cubicBezTo>
                  <a:cubicBezTo>
                    <a:pt x="178620" y="426926"/>
                    <a:pt x="193953" y="404928"/>
                    <a:pt x="207284" y="381513"/>
                  </a:cubicBezTo>
                  <a:cubicBezTo>
                    <a:pt x="234282" y="333767"/>
                    <a:pt x="267613" y="287521"/>
                    <a:pt x="288527" y="236526"/>
                  </a:cubicBezTo>
                  <a:cubicBezTo>
                    <a:pt x="293777" y="237693"/>
                    <a:pt x="299360" y="237776"/>
                    <a:pt x="305443" y="237693"/>
                  </a:cubicBezTo>
                  <a:cubicBezTo>
                    <a:pt x="317941" y="237526"/>
                    <a:pt x="330357" y="238859"/>
                    <a:pt x="342772" y="239359"/>
                  </a:cubicBezTo>
                  <a:cubicBezTo>
                    <a:pt x="327024" y="256608"/>
                    <a:pt x="316775" y="279522"/>
                    <a:pt x="303609" y="298520"/>
                  </a:cubicBezTo>
                  <a:cubicBezTo>
                    <a:pt x="286361" y="323518"/>
                    <a:pt x="267613" y="347516"/>
                    <a:pt x="250364" y="372430"/>
                  </a:cubicBezTo>
                  <a:cubicBezTo>
                    <a:pt x="233032" y="397678"/>
                    <a:pt x="214534" y="422093"/>
                    <a:pt x="198119" y="447840"/>
                  </a:cubicBezTo>
                  <a:cubicBezTo>
                    <a:pt x="185953" y="467005"/>
                    <a:pt x="173538" y="486004"/>
                    <a:pt x="160455" y="504585"/>
                  </a:cubicBezTo>
                  <a:cubicBezTo>
                    <a:pt x="150290" y="504419"/>
                    <a:pt x="140124" y="503919"/>
                    <a:pt x="129875" y="503752"/>
                  </a:cubicBezTo>
                  <a:cubicBezTo>
                    <a:pt x="127792" y="503835"/>
                    <a:pt x="125875" y="503919"/>
                    <a:pt x="124042" y="503919"/>
                  </a:cubicBezTo>
                  <a:lnTo>
                    <a:pt x="124042" y="503919"/>
                  </a:lnTo>
                  <a:close/>
                  <a:moveTo>
                    <a:pt x="128958" y="420426"/>
                  </a:moveTo>
                  <a:cubicBezTo>
                    <a:pt x="137208" y="406761"/>
                    <a:pt x="144207" y="392262"/>
                    <a:pt x="152206" y="378513"/>
                  </a:cubicBezTo>
                  <a:cubicBezTo>
                    <a:pt x="159872" y="365348"/>
                    <a:pt x="168788" y="353099"/>
                    <a:pt x="176454" y="339934"/>
                  </a:cubicBezTo>
                  <a:cubicBezTo>
                    <a:pt x="190870" y="315019"/>
                    <a:pt x="205285" y="290271"/>
                    <a:pt x="220034" y="265607"/>
                  </a:cubicBezTo>
                  <a:cubicBezTo>
                    <a:pt x="231699" y="246192"/>
                    <a:pt x="245448" y="227194"/>
                    <a:pt x="254447" y="206195"/>
                  </a:cubicBezTo>
                  <a:cubicBezTo>
                    <a:pt x="260363" y="214028"/>
                    <a:pt x="266279" y="221944"/>
                    <a:pt x="273362" y="228610"/>
                  </a:cubicBezTo>
                  <a:cubicBezTo>
                    <a:pt x="276362" y="231443"/>
                    <a:pt x="279445" y="233360"/>
                    <a:pt x="282695" y="234776"/>
                  </a:cubicBezTo>
                  <a:cubicBezTo>
                    <a:pt x="251947" y="276939"/>
                    <a:pt x="226533" y="323685"/>
                    <a:pt x="199952" y="368431"/>
                  </a:cubicBezTo>
                  <a:cubicBezTo>
                    <a:pt x="186203" y="391595"/>
                    <a:pt x="172288" y="414593"/>
                    <a:pt x="156706" y="436508"/>
                  </a:cubicBezTo>
                  <a:cubicBezTo>
                    <a:pt x="147623" y="449257"/>
                    <a:pt x="138124" y="461673"/>
                    <a:pt x="129625" y="474755"/>
                  </a:cubicBezTo>
                  <a:cubicBezTo>
                    <a:pt x="124625" y="482504"/>
                    <a:pt x="119459" y="494836"/>
                    <a:pt x="112126" y="501085"/>
                  </a:cubicBezTo>
                  <a:cubicBezTo>
                    <a:pt x="111877" y="500919"/>
                    <a:pt x="111627" y="500836"/>
                    <a:pt x="111377" y="500586"/>
                  </a:cubicBezTo>
                  <a:cubicBezTo>
                    <a:pt x="106210" y="496836"/>
                    <a:pt x="101711" y="491003"/>
                    <a:pt x="97211" y="486503"/>
                  </a:cubicBezTo>
                  <a:cubicBezTo>
                    <a:pt x="96294" y="485587"/>
                    <a:pt x="95378" y="484671"/>
                    <a:pt x="94461" y="483754"/>
                  </a:cubicBezTo>
                  <a:cubicBezTo>
                    <a:pt x="100627" y="476255"/>
                    <a:pt x="103877" y="465172"/>
                    <a:pt x="108627" y="457090"/>
                  </a:cubicBezTo>
                  <a:cubicBezTo>
                    <a:pt x="115626" y="445091"/>
                    <a:pt x="121626" y="432425"/>
                    <a:pt x="128958" y="420426"/>
                  </a:cubicBezTo>
                  <a:lnTo>
                    <a:pt x="128958" y="420426"/>
                  </a:lnTo>
                  <a:close/>
                  <a:moveTo>
                    <a:pt x="129125" y="304686"/>
                  </a:moveTo>
                  <a:cubicBezTo>
                    <a:pt x="154706" y="253608"/>
                    <a:pt x="176621" y="200446"/>
                    <a:pt x="203285" y="149867"/>
                  </a:cubicBezTo>
                  <a:cubicBezTo>
                    <a:pt x="205868" y="152700"/>
                    <a:pt x="208535" y="155534"/>
                    <a:pt x="211118" y="158366"/>
                  </a:cubicBezTo>
                  <a:cubicBezTo>
                    <a:pt x="222200" y="170032"/>
                    <a:pt x="233699" y="181448"/>
                    <a:pt x="244281" y="193613"/>
                  </a:cubicBezTo>
                  <a:cubicBezTo>
                    <a:pt x="246031" y="195613"/>
                    <a:pt x="247698" y="197696"/>
                    <a:pt x="249364" y="199780"/>
                  </a:cubicBezTo>
                  <a:cubicBezTo>
                    <a:pt x="242615" y="209278"/>
                    <a:pt x="237282" y="219861"/>
                    <a:pt x="231699" y="230027"/>
                  </a:cubicBezTo>
                  <a:cubicBezTo>
                    <a:pt x="225283" y="241526"/>
                    <a:pt x="217700" y="252108"/>
                    <a:pt x="211118" y="263440"/>
                  </a:cubicBezTo>
                  <a:cubicBezTo>
                    <a:pt x="197036" y="287688"/>
                    <a:pt x="183453" y="312019"/>
                    <a:pt x="169788" y="336434"/>
                  </a:cubicBezTo>
                  <a:cubicBezTo>
                    <a:pt x="161955" y="350516"/>
                    <a:pt x="152623" y="363848"/>
                    <a:pt x="144873" y="378013"/>
                  </a:cubicBezTo>
                  <a:cubicBezTo>
                    <a:pt x="137291" y="391929"/>
                    <a:pt x="130291" y="406177"/>
                    <a:pt x="121626" y="419510"/>
                  </a:cubicBezTo>
                  <a:cubicBezTo>
                    <a:pt x="113960" y="431425"/>
                    <a:pt x="106794" y="443674"/>
                    <a:pt x="99044" y="455506"/>
                  </a:cubicBezTo>
                  <a:cubicBezTo>
                    <a:pt x="94712" y="462006"/>
                    <a:pt x="89962" y="468922"/>
                    <a:pt x="86462" y="476255"/>
                  </a:cubicBezTo>
                  <a:cubicBezTo>
                    <a:pt x="76463" y="466422"/>
                    <a:pt x="66297" y="456756"/>
                    <a:pt x="56132" y="447090"/>
                  </a:cubicBezTo>
                  <a:cubicBezTo>
                    <a:pt x="60381" y="436841"/>
                    <a:pt x="66797" y="427009"/>
                    <a:pt x="71380" y="417010"/>
                  </a:cubicBezTo>
                  <a:cubicBezTo>
                    <a:pt x="77463" y="403761"/>
                    <a:pt x="83546" y="390679"/>
                    <a:pt x="90295" y="377680"/>
                  </a:cubicBezTo>
                  <a:cubicBezTo>
                    <a:pt x="102961" y="353182"/>
                    <a:pt x="116709" y="329434"/>
                    <a:pt x="129125" y="304686"/>
                  </a:cubicBezTo>
                  <a:lnTo>
                    <a:pt x="129125" y="304686"/>
                  </a:lnTo>
                  <a:close/>
                  <a:moveTo>
                    <a:pt x="151123" y="89623"/>
                  </a:moveTo>
                  <a:cubicBezTo>
                    <a:pt x="167121" y="107787"/>
                    <a:pt x="182287" y="126619"/>
                    <a:pt x="198452" y="144701"/>
                  </a:cubicBezTo>
                  <a:cubicBezTo>
                    <a:pt x="168455" y="195780"/>
                    <a:pt x="143457" y="250108"/>
                    <a:pt x="117043" y="303103"/>
                  </a:cubicBezTo>
                  <a:cubicBezTo>
                    <a:pt x="104044" y="329101"/>
                    <a:pt x="89128" y="354349"/>
                    <a:pt x="76963" y="380596"/>
                  </a:cubicBezTo>
                  <a:cubicBezTo>
                    <a:pt x="71297" y="392845"/>
                    <a:pt x="66130" y="405261"/>
                    <a:pt x="60464" y="417510"/>
                  </a:cubicBezTo>
                  <a:cubicBezTo>
                    <a:pt x="56965" y="425092"/>
                    <a:pt x="52548" y="432925"/>
                    <a:pt x="49716" y="441007"/>
                  </a:cubicBezTo>
                  <a:cubicBezTo>
                    <a:pt x="42633" y="434258"/>
                    <a:pt x="35467" y="427509"/>
                    <a:pt x="28384" y="420759"/>
                  </a:cubicBezTo>
                  <a:cubicBezTo>
                    <a:pt x="25385" y="417926"/>
                    <a:pt x="21301" y="415177"/>
                    <a:pt x="19052" y="411843"/>
                  </a:cubicBezTo>
                  <a:cubicBezTo>
                    <a:pt x="18801" y="411427"/>
                    <a:pt x="18552" y="411177"/>
                    <a:pt x="18302" y="410927"/>
                  </a:cubicBezTo>
                  <a:cubicBezTo>
                    <a:pt x="18468" y="410677"/>
                    <a:pt x="18635" y="410344"/>
                    <a:pt x="18718" y="409927"/>
                  </a:cubicBezTo>
                  <a:cubicBezTo>
                    <a:pt x="20301" y="404594"/>
                    <a:pt x="23718" y="398595"/>
                    <a:pt x="26134" y="393512"/>
                  </a:cubicBezTo>
                  <a:cubicBezTo>
                    <a:pt x="33300" y="379013"/>
                    <a:pt x="40800" y="364681"/>
                    <a:pt x="48216" y="350266"/>
                  </a:cubicBezTo>
                  <a:cubicBezTo>
                    <a:pt x="62964" y="321935"/>
                    <a:pt x="75963" y="293354"/>
                    <a:pt x="88212" y="263940"/>
                  </a:cubicBezTo>
                  <a:cubicBezTo>
                    <a:pt x="100294" y="235026"/>
                    <a:pt x="112877" y="206362"/>
                    <a:pt x="123126" y="176782"/>
                  </a:cubicBezTo>
                  <a:cubicBezTo>
                    <a:pt x="128459" y="161283"/>
                    <a:pt x="133374" y="145618"/>
                    <a:pt x="138291" y="129952"/>
                  </a:cubicBezTo>
                  <a:cubicBezTo>
                    <a:pt x="140040" y="124619"/>
                    <a:pt x="145707" y="97872"/>
                    <a:pt x="151123" y="89623"/>
                  </a:cubicBezTo>
                  <a:lnTo>
                    <a:pt x="151123" y="89623"/>
                  </a:lnTo>
                  <a:close/>
                </a:path>
              </a:pathLst>
            </a:custGeom>
            <a:grpFill/>
            <a:ln w="8332" cap="flat">
              <a:noFill/>
              <a:prstDash val="solid"/>
              <a:miter/>
            </a:ln>
          </p:spPr>
          <p:txBody>
            <a:bodyPr rtlCol="0" anchor="ctr"/>
            <a:lstStyle/>
            <a:p>
              <a:endParaRPr lang="en-US"/>
            </a:p>
          </p:txBody>
        </p:sp>
        <p:sp>
          <p:nvSpPr>
            <p:cNvPr id="1715" name="Freeform: Shape 1714"/>
            <p:cNvSpPr/>
            <p:nvPr/>
          </p:nvSpPr>
          <p:spPr>
            <a:xfrm>
              <a:off x="2204077" y="1088863"/>
              <a:ext cx="409317" cy="323829"/>
            </a:xfrm>
            <a:custGeom>
              <a:avLst/>
              <a:gdLst>
                <a:gd name="connsiteX0" fmla="*/ 401959 w 409317"/>
                <a:gd name="connsiteY0" fmla="*/ 150119 h 323829"/>
                <a:gd name="connsiteX1" fmla="*/ 403209 w 409317"/>
                <a:gd name="connsiteY1" fmla="*/ 124872 h 323829"/>
                <a:gd name="connsiteX2" fmla="*/ 316800 w 409317"/>
                <a:gd name="connsiteY2" fmla="*/ 9632 h 323829"/>
                <a:gd name="connsiteX3" fmla="*/ 246306 w 409317"/>
                <a:gd name="connsiteY3" fmla="*/ 800 h 323829"/>
                <a:gd name="connsiteX4" fmla="*/ 142066 w 409317"/>
                <a:gd name="connsiteY4" fmla="*/ 19465 h 323829"/>
                <a:gd name="connsiteX5" fmla="*/ 26910 w 409317"/>
                <a:gd name="connsiteY5" fmla="*/ 93541 h 323829"/>
                <a:gd name="connsiteX6" fmla="*/ 995 w 409317"/>
                <a:gd name="connsiteY6" fmla="*/ 148036 h 323829"/>
                <a:gd name="connsiteX7" fmla="*/ 9745 w 409317"/>
                <a:gd name="connsiteY7" fmla="*/ 207948 h 323829"/>
                <a:gd name="connsiteX8" fmla="*/ 25660 w 409317"/>
                <a:gd name="connsiteY8" fmla="*/ 261193 h 323829"/>
                <a:gd name="connsiteX9" fmla="*/ 77488 w 409317"/>
                <a:gd name="connsiteY9" fmla="*/ 301773 h 323829"/>
                <a:gd name="connsiteX10" fmla="*/ 236141 w 409317"/>
                <a:gd name="connsiteY10" fmla="*/ 322271 h 323829"/>
                <a:gd name="connsiteX11" fmla="*/ 370712 w 409317"/>
                <a:gd name="connsiteY11" fmla="*/ 267442 h 323829"/>
                <a:gd name="connsiteX12" fmla="*/ 401959 w 409317"/>
                <a:gd name="connsiteY12" fmla="*/ 150119 h 323829"/>
                <a:gd name="connsiteX13" fmla="*/ 401959 w 409317"/>
                <a:gd name="connsiteY13" fmla="*/ 150119 h 323829"/>
                <a:gd name="connsiteX14" fmla="*/ 29743 w 409317"/>
                <a:gd name="connsiteY14" fmla="*/ 114373 h 323829"/>
                <a:gd name="connsiteX15" fmla="*/ 140566 w 409317"/>
                <a:gd name="connsiteY15" fmla="*/ 33130 h 323829"/>
                <a:gd name="connsiteX16" fmla="*/ 162231 w 409317"/>
                <a:gd name="connsiteY16" fmla="*/ 26047 h 323829"/>
                <a:gd name="connsiteX17" fmla="*/ 224142 w 409317"/>
                <a:gd name="connsiteY17" fmla="*/ 15798 h 323829"/>
                <a:gd name="connsiteX18" fmla="*/ 291719 w 409317"/>
                <a:gd name="connsiteY18" fmla="*/ 14215 h 323829"/>
                <a:gd name="connsiteX19" fmla="*/ 387710 w 409317"/>
                <a:gd name="connsiteY19" fmla="*/ 100041 h 323829"/>
                <a:gd name="connsiteX20" fmla="*/ 390960 w 409317"/>
                <a:gd name="connsiteY20" fmla="*/ 143203 h 323829"/>
                <a:gd name="connsiteX21" fmla="*/ 388877 w 409317"/>
                <a:gd name="connsiteY21" fmla="*/ 150953 h 323829"/>
                <a:gd name="connsiteX22" fmla="*/ 384211 w 409317"/>
                <a:gd name="connsiteY22" fmla="*/ 161118 h 323829"/>
                <a:gd name="connsiteX23" fmla="*/ 356130 w 409317"/>
                <a:gd name="connsiteY23" fmla="*/ 176034 h 323829"/>
                <a:gd name="connsiteX24" fmla="*/ 342631 w 409317"/>
                <a:gd name="connsiteY24" fmla="*/ 179867 h 323829"/>
                <a:gd name="connsiteX25" fmla="*/ 318383 w 409317"/>
                <a:gd name="connsiteY25" fmla="*/ 221030 h 323829"/>
                <a:gd name="connsiteX26" fmla="*/ 282803 w 409317"/>
                <a:gd name="connsiteY26" fmla="*/ 228029 h 323829"/>
                <a:gd name="connsiteX27" fmla="*/ 265388 w 409317"/>
                <a:gd name="connsiteY27" fmla="*/ 224946 h 323829"/>
                <a:gd name="connsiteX28" fmla="*/ 236807 w 409317"/>
                <a:gd name="connsiteY28" fmla="*/ 255443 h 323829"/>
                <a:gd name="connsiteX29" fmla="*/ 207227 w 409317"/>
                <a:gd name="connsiteY29" fmla="*/ 268775 h 323829"/>
                <a:gd name="connsiteX30" fmla="*/ 183229 w 409317"/>
                <a:gd name="connsiteY30" fmla="*/ 241528 h 323829"/>
                <a:gd name="connsiteX31" fmla="*/ 163730 w 409317"/>
                <a:gd name="connsiteY31" fmla="*/ 224196 h 323829"/>
                <a:gd name="connsiteX32" fmla="*/ 135733 w 409317"/>
                <a:gd name="connsiteY32" fmla="*/ 249277 h 323829"/>
                <a:gd name="connsiteX33" fmla="*/ 92320 w 409317"/>
                <a:gd name="connsiteY33" fmla="*/ 223196 h 323829"/>
                <a:gd name="connsiteX34" fmla="*/ 71572 w 409317"/>
                <a:gd name="connsiteY34" fmla="*/ 206614 h 323829"/>
                <a:gd name="connsiteX35" fmla="*/ 39242 w 409317"/>
                <a:gd name="connsiteY35" fmla="*/ 210697 h 323829"/>
                <a:gd name="connsiteX36" fmla="*/ 16744 w 409317"/>
                <a:gd name="connsiteY36" fmla="*/ 184200 h 323829"/>
                <a:gd name="connsiteX37" fmla="*/ 29743 w 409317"/>
                <a:gd name="connsiteY37" fmla="*/ 114373 h 323829"/>
                <a:gd name="connsiteX38" fmla="*/ 29743 w 409317"/>
                <a:gd name="connsiteY38" fmla="*/ 114373 h 323829"/>
                <a:gd name="connsiteX39" fmla="*/ 348131 w 409317"/>
                <a:gd name="connsiteY39" fmla="*/ 267692 h 323829"/>
                <a:gd name="connsiteX40" fmla="*/ 225475 w 409317"/>
                <a:gd name="connsiteY40" fmla="*/ 309522 h 323829"/>
                <a:gd name="connsiteX41" fmla="*/ 96987 w 409317"/>
                <a:gd name="connsiteY41" fmla="*/ 296523 h 323829"/>
                <a:gd name="connsiteX42" fmla="*/ 40242 w 409317"/>
                <a:gd name="connsiteY42" fmla="*/ 261026 h 323829"/>
                <a:gd name="connsiteX43" fmla="*/ 17494 w 409317"/>
                <a:gd name="connsiteY43" fmla="*/ 216447 h 323829"/>
                <a:gd name="connsiteX44" fmla="*/ 63906 w 409317"/>
                <a:gd name="connsiteY44" fmla="*/ 222613 h 323829"/>
                <a:gd name="connsiteX45" fmla="*/ 80238 w 409317"/>
                <a:gd name="connsiteY45" fmla="*/ 223780 h 323829"/>
                <a:gd name="connsiteX46" fmla="*/ 83821 w 409317"/>
                <a:gd name="connsiteY46" fmla="*/ 235278 h 323829"/>
                <a:gd name="connsiteX47" fmla="*/ 97570 w 409317"/>
                <a:gd name="connsiteY47" fmla="*/ 256776 h 323829"/>
                <a:gd name="connsiteX48" fmla="*/ 138566 w 409317"/>
                <a:gd name="connsiteY48" fmla="*/ 258526 h 323829"/>
                <a:gd name="connsiteX49" fmla="*/ 152898 w 409317"/>
                <a:gd name="connsiteY49" fmla="*/ 243778 h 323829"/>
                <a:gd name="connsiteX50" fmla="*/ 171813 w 409317"/>
                <a:gd name="connsiteY50" fmla="*/ 237278 h 323829"/>
                <a:gd name="connsiteX51" fmla="*/ 178313 w 409317"/>
                <a:gd name="connsiteY51" fmla="*/ 253360 h 323829"/>
                <a:gd name="connsiteX52" fmla="*/ 211560 w 409317"/>
                <a:gd name="connsiteY52" fmla="*/ 282274 h 323829"/>
                <a:gd name="connsiteX53" fmla="*/ 257722 w 409317"/>
                <a:gd name="connsiteY53" fmla="*/ 253943 h 323829"/>
                <a:gd name="connsiteX54" fmla="*/ 267221 w 409317"/>
                <a:gd name="connsiteY54" fmla="*/ 240945 h 323829"/>
                <a:gd name="connsiteX55" fmla="*/ 278887 w 409317"/>
                <a:gd name="connsiteY55" fmla="*/ 241361 h 323829"/>
                <a:gd name="connsiteX56" fmla="*/ 308551 w 409317"/>
                <a:gd name="connsiteY56" fmla="*/ 245028 h 323829"/>
                <a:gd name="connsiteX57" fmla="*/ 340965 w 409317"/>
                <a:gd name="connsiteY57" fmla="*/ 207114 h 323829"/>
                <a:gd name="connsiteX58" fmla="*/ 355797 w 409317"/>
                <a:gd name="connsiteY58" fmla="*/ 187283 h 323829"/>
                <a:gd name="connsiteX59" fmla="*/ 368379 w 409317"/>
                <a:gd name="connsiteY59" fmla="*/ 186283 h 323829"/>
                <a:gd name="connsiteX60" fmla="*/ 389710 w 409317"/>
                <a:gd name="connsiteY60" fmla="*/ 173784 h 323829"/>
                <a:gd name="connsiteX61" fmla="*/ 394126 w 409317"/>
                <a:gd name="connsiteY61" fmla="*/ 168035 h 323829"/>
                <a:gd name="connsiteX62" fmla="*/ 389710 w 409317"/>
                <a:gd name="connsiteY62" fmla="*/ 214697 h 323829"/>
                <a:gd name="connsiteX63" fmla="*/ 348131 w 409317"/>
                <a:gd name="connsiteY63" fmla="*/ 267692 h 323829"/>
                <a:gd name="connsiteX64" fmla="*/ 348131 w 409317"/>
                <a:gd name="connsiteY64" fmla="*/ 267692 h 323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409317" h="323829">
                  <a:moveTo>
                    <a:pt x="401959" y="150119"/>
                  </a:moveTo>
                  <a:cubicBezTo>
                    <a:pt x="403876" y="141870"/>
                    <a:pt x="404126" y="133121"/>
                    <a:pt x="403209" y="124872"/>
                  </a:cubicBezTo>
                  <a:cubicBezTo>
                    <a:pt x="397876" y="77876"/>
                    <a:pt x="360296" y="28130"/>
                    <a:pt x="316800" y="9632"/>
                  </a:cubicBezTo>
                  <a:cubicBezTo>
                    <a:pt x="295052" y="383"/>
                    <a:pt x="270804" y="-1284"/>
                    <a:pt x="246306" y="800"/>
                  </a:cubicBezTo>
                  <a:cubicBezTo>
                    <a:pt x="210976" y="1633"/>
                    <a:pt x="175063" y="9382"/>
                    <a:pt x="142066" y="19465"/>
                  </a:cubicBezTo>
                  <a:cubicBezTo>
                    <a:pt x="97737" y="33047"/>
                    <a:pt x="56657" y="57294"/>
                    <a:pt x="26910" y="93541"/>
                  </a:cubicBezTo>
                  <a:cubicBezTo>
                    <a:pt x="13994" y="109373"/>
                    <a:pt x="2995" y="127288"/>
                    <a:pt x="995" y="148036"/>
                  </a:cubicBezTo>
                  <a:cubicBezTo>
                    <a:pt x="-755" y="166368"/>
                    <a:pt x="-1421" y="191866"/>
                    <a:pt x="9745" y="207948"/>
                  </a:cubicBezTo>
                  <a:cubicBezTo>
                    <a:pt x="10328" y="226613"/>
                    <a:pt x="14244" y="247111"/>
                    <a:pt x="25660" y="261193"/>
                  </a:cubicBezTo>
                  <a:cubicBezTo>
                    <a:pt x="39159" y="277941"/>
                    <a:pt x="57823" y="293023"/>
                    <a:pt x="77488" y="301773"/>
                  </a:cubicBezTo>
                  <a:cubicBezTo>
                    <a:pt x="125401" y="323104"/>
                    <a:pt x="184479" y="326437"/>
                    <a:pt x="236141" y="322271"/>
                  </a:cubicBezTo>
                  <a:cubicBezTo>
                    <a:pt x="284720" y="318354"/>
                    <a:pt x="333549" y="299523"/>
                    <a:pt x="370712" y="267442"/>
                  </a:cubicBezTo>
                  <a:cubicBezTo>
                    <a:pt x="401876" y="240778"/>
                    <a:pt x="420457" y="189116"/>
                    <a:pt x="401959" y="150119"/>
                  </a:cubicBezTo>
                  <a:lnTo>
                    <a:pt x="401959" y="150119"/>
                  </a:lnTo>
                  <a:close/>
                  <a:moveTo>
                    <a:pt x="29743" y="114373"/>
                  </a:moveTo>
                  <a:cubicBezTo>
                    <a:pt x="55324" y="75543"/>
                    <a:pt x="97153" y="48129"/>
                    <a:pt x="140566" y="33130"/>
                  </a:cubicBezTo>
                  <a:cubicBezTo>
                    <a:pt x="147649" y="30714"/>
                    <a:pt x="154898" y="28297"/>
                    <a:pt x="162231" y="26047"/>
                  </a:cubicBezTo>
                  <a:cubicBezTo>
                    <a:pt x="182729" y="21798"/>
                    <a:pt x="203310" y="17965"/>
                    <a:pt x="224142" y="15798"/>
                  </a:cubicBezTo>
                  <a:cubicBezTo>
                    <a:pt x="245723" y="13548"/>
                    <a:pt x="270221" y="9965"/>
                    <a:pt x="291719" y="14215"/>
                  </a:cubicBezTo>
                  <a:cubicBezTo>
                    <a:pt x="333549" y="22548"/>
                    <a:pt x="374545" y="59794"/>
                    <a:pt x="387710" y="100041"/>
                  </a:cubicBezTo>
                  <a:cubicBezTo>
                    <a:pt x="391960" y="113206"/>
                    <a:pt x="393793" y="128871"/>
                    <a:pt x="390960" y="143203"/>
                  </a:cubicBezTo>
                  <a:cubicBezTo>
                    <a:pt x="388627" y="144787"/>
                    <a:pt x="387294" y="147786"/>
                    <a:pt x="388877" y="150953"/>
                  </a:cubicBezTo>
                  <a:cubicBezTo>
                    <a:pt x="387710" y="154536"/>
                    <a:pt x="386127" y="157952"/>
                    <a:pt x="384211" y="161118"/>
                  </a:cubicBezTo>
                  <a:cubicBezTo>
                    <a:pt x="377628" y="172118"/>
                    <a:pt x="368212" y="175117"/>
                    <a:pt x="356130" y="176034"/>
                  </a:cubicBezTo>
                  <a:cubicBezTo>
                    <a:pt x="350547" y="176450"/>
                    <a:pt x="347214" y="175950"/>
                    <a:pt x="342631" y="179867"/>
                  </a:cubicBezTo>
                  <a:cubicBezTo>
                    <a:pt x="330632" y="190116"/>
                    <a:pt x="327299" y="208364"/>
                    <a:pt x="318383" y="221030"/>
                  </a:cubicBezTo>
                  <a:cubicBezTo>
                    <a:pt x="309301" y="233862"/>
                    <a:pt x="296135" y="232612"/>
                    <a:pt x="282803" y="228029"/>
                  </a:cubicBezTo>
                  <a:cubicBezTo>
                    <a:pt x="276887" y="226029"/>
                    <a:pt x="271804" y="222780"/>
                    <a:pt x="265388" y="224946"/>
                  </a:cubicBezTo>
                  <a:cubicBezTo>
                    <a:pt x="252972" y="229112"/>
                    <a:pt x="245473" y="246944"/>
                    <a:pt x="236807" y="255443"/>
                  </a:cubicBezTo>
                  <a:cubicBezTo>
                    <a:pt x="229141" y="262943"/>
                    <a:pt x="218726" y="271525"/>
                    <a:pt x="207227" y="268775"/>
                  </a:cubicBezTo>
                  <a:cubicBezTo>
                    <a:pt x="193894" y="265609"/>
                    <a:pt x="188728" y="252360"/>
                    <a:pt x="183229" y="241528"/>
                  </a:cubicBezTo>
                  <a:cubicBezTo>
                    <a:pt x="179396" y="234029"/>
                    <a:pt x="173896" y="222863"/>
                    <a:pt x="163730" y="224196"/>
                  </a:cubicBezTo>
                  <a:cubicBezTo>
                    <a:pt x="151148" y="225863"/>
                    <a:pt x="145566" y="242944"/>
                    <a:pt x="135733" y="249277"/>
                  </a:cubicBezTo>
                  <a:cubicBezTo>
                    <a:pt x="112569" y="264442"/>
                    <a:pt x="98237" y="242861"/>
                    <a:pt x="92320" y="223196"/>
                  </a:cubicBezTo>
                  <a:cubicBezTo>
                    <a:pt x="89071" y="212447"/>
                    <a:pt x="83738" y="205198"/>
                    <a:pt x="71572" y="206614"/>
                  </a:cubicBezTo>
                  <a:cubicBezTo>
                    <a:pt x="59990" y="208031"/>
                    <a:pt x="51491" y="213697"/>
                    <a:pt x="39242" y="210697"/>
                  </a:cubicBezTo>
                  <a:cubicBezTo>
                    <a:pt x="25243" y="207364"/>
                    <a:pt x="19077" y="197699"/>
                    <a:pt x="16744" y="184200"/>
                  </a:cubicBezTo>
                  <a:cubicBezTo>
                    <a:pt x="12578" y="159702"/>
                    <a:pt x="15911" y="135371"/>
                    <a:pt x="29743" y="114373"/>
                  </a:cubicBezTo>
                  <a:lnTo>
                    <a:pt x="29743" y="114373"/>
                  </a:lnTo>
                  <a:close/>
                  <a:moveTo>
                    <a:pt x="348131" y="267692"/>
                  </a:moveTo>
                  <a:cubicBezTo>
                    <a:pt x="311967" y="292607"/>
                    <a:pt x="269721" y="308189"/>
                    <a:pt x="225475" y="309522"/>
                  </a:cubicBezTo>
                  <a:cubicBezTo>
                    <a:pt x="182145" y="310855"/>
                    <a:pt x="138650" y="309938"/>
                    <a:pt x="96987" y="296523"/>
                  </a:cubicBezTo>
                  <a:cubicBezTo>
                    <a:pt x="74739" y="289357"/>
                    <a:pt x="56824" y="277441"/>
                    <a:pt x="40242" y="261026"/>
                  </a:cubicBezTo>
                  <a:cubicBezTo>
                    <a:pt x="28159" y="249027"/>
                    <a:pt x="21243" y="233112"/>
                    <a:pt x="17494" y="216447"/>
                  </a:cubicBezTo>
                  <a:cubicBezTo>
                    <a:pt x="30409" y="226946"/>
                    <a:pt x="48158" y="228029"/>
                    <a:pt x="63906" y="222613"/>
                  </a:cubicBezTo>
                  <a:cubicBezTo>
                    <a:pt x="69822" y="220530"/>
                    <a:pt x="76238" y="218030"/>
                    <a:pt x="80238" y="223780"/>
                  </a:cubicBezTo>
                  <a:cubicBezTo>
                    <a:pt x="82321" y="226863"/>
                    <a:pt x="82405" y="231779"/>
                    <a:pt x="83821" y="235278"/>
                  </a:cubicBezTo>
                  <a:cubicBezTo>
                    <a:pt x="86821" y="242944"/>
                    <a:pt x="91570" y="251110"/>
                    <a:pt x="97570" y="256776"/>
                  </a:cubicBezTo>
                  <a:cubicBezTo>
                    <a:pt x="108902" y="267442"/>
                    <a:pt x="126067" y="266359"/>
                    <a:pt x="138566" y="258526"/>
                  </a:cubicBezTo>
                  <a:cubicBezTo>
                    <a:pt x="144566" y="254777"/>
                    <a:pt x="148732" y="249444"/>
                    <a:pt x="152898" y="243778"/>
                  </a:cubicBezTo>
                  <a:cubicBezTo>
                    <a:pt x="157648" y="237362"/>
                    <a:pt x="164064" y="230362"/>
                    <a:pt x="171813" y="237278"/>
                  </a:cubicBezTo>
                  <a:cubicBezTo>
                    <a:pt x="175313" y="240361"/>
                    <a:pt x="176479" y="249027"/>
                    <a:pt x="178313" y="253360"/>
                  </a:cubicBezTo>
                  <a:cubicBezTo>
                    <a:pt x="184395" y="267776"/>
                    <a:pt x="194811" y="280941"/>
                    <a:pt x="211560" y="282274"/>
                  </a:cubicBezTo>
                  <a:cubicBezTo>
                    <a:pt x="230058" y="283774"/>
                    <a:pt x="247306" y="267609"/>
                    <a:pt x="257722" y="253943"/>
                  </a:cubicBezTo>
                  <a:cubicBezTo>
                    <a:pt x="260722" y="249944"/>
                    <a:pt x="263138" y="243861"/>
                    <a:pt x="267221" y="240945"/>
                  </a:cubicBezTo>
                  <a:cubicBezTo>
                    <a:pt x="271971" y="237528"/>
                    <a:pt x="273804" y="239611"/>
                    <a:pt x="278887" y="241361"/>
                  </a:cubicBezTo>
                  <a:cubicBezTo>
                    <a:pt x="288219" y="244611"/>
                    <a:pt x="298718" y="247611"/>
                    <a:pt x="308551" y="245028"/>
                  </a:cubicBezTo>
                  <a:cubicBezTo>
                    <a:pt x="327133" y="240195"/>
                    <a:pt x="334049" y="223196"/>
                    <a:pt x="340965" y="207114"/>
                  </a:cubicBezTo>
                  <a:cubicBezTo>
                    <a:pt x="344131" y="199865"/>
                    <a:pt x="347214" y="189949"/>
                    <a:pt x="355797" y="187283"/>
                  </a:cubicBezTo>
                  <a:cubicBezTo>
                    <a:pt x="359546" y="186116"/>
                    <a:pt x="364462" y="187116"/>
                    <a:pt x="368379" y="186283"/>
                  </a:cubicBezTo>
                  <a:cubicBezTo>
                    <a:pt x="376711" y="184533"/>
                    <a:pt x="383961" y="180117"/>
                    <a:pt x="389710" y="173784"/>
                  </a:cubicBezTo>
                  <a:cubicBezTo>
                    <a:pt x="391377" y="171951"/>
                    <a:pt x="392793" y="170034"/>
                    <a:pt x="394126" y="168035"/>
                  </a:cubicBezTo>
                  <a:cubicBezTo>
                    <a:pt x="396709" y="183450"/>
                    <a:pt x="393710" y="199865"/>
                    <a:pt x="389710" y="214697"/>
                  </a:cubicBezTo>
                  <a:cubicBezTo>
                    <a:pt x="383961" y="237612"/>
                    <a:pt x="367379" y="254443"/>
                    <a:pt x="348131" y="267692"/>
                  </a:cubicBezTo>
                  <a:lnTo>
                    <a:pt x="348131" y="267692"/>
                  </a:lnTo>
                  <a:close/>
                </a:path>
              </a:pathLst>
            </a:custGeom>
            <a:grpFill/>
            <a:ln w="8332" cap="flat">
              <a:noFill/>
              <a:prstDash val="solid"/>
              <a:miter/>
            </a:ln>
          </p:spPr>
          <p:txBody>
            <a:bodyPr rtlCol="0" anchor="ctr"/>
            <a:lstStyle/>
            <a:p>
              <a:endParaRPr lang="en-US"/>
            </a:p>
          </p:txBody>
        </p:sp>
        <p:sp>
          <p:nvSpPr>
            <p:cNvPr id="1716" name="Freeform: Shape 1715"/>
            <p:cNvSpPr/>
            <p:nvPr/>
          </p:nvSpPr>
          <p:spPr>
            <a:xfrm>
              <a:off x="2328216" y="1162316"/>
              <a:ext cx="166786" cy="99988"/>
            </a:xfrm>
            <a:custGeom>
              <a:avLst/>
              <a:gdLst>
                <a:gd name="connsiteX0" fmla="*/ 166748 w 166786"/>
                <a:gd name="connsiteY0" fmla="*/ 38169 h 99988"/>
                <a:gd name="connsiteX1" fmla="*/ 144583 w 166786"/>
                <a:gd name="connsiteY1" fmla="*/ 16254 h 99988"/>
                <a:gd name="connsiteX2" fmla="*/ 142833 w 166786"/>
                <a:gd name="connsiteY2" fmla="*/ 22671 h 99988"/>
                <a:gd name="connsiteX3" fmla="*/ 154999 w 166786"/>
                <a:gd name="connsiteY3" fmla="*/ 50585 h 99988"/>
                <a:gd name="connsiteX4" fmla="*/ 151832 w 166786"/>
                <a:gd name="connsiteY4" fmla="*/ 49501 h 99988"/>
                <a:gd name="connsiteX5" fmla="*/ 112002 w 166786"/>
                <a:gd name="connsiteY5" fmla="*/ 33086 h 99988"/>
                <a:gd name="connsiteX6" fmla="*/ 94587 w 166786"/>
                <a:gd name="connsiteY6" fmla="*/ 39669 h 99988"/>
                <a:gd name="connsiteX7" fmla="*/ 66173 w 166786"/>
                <a:gd name="connsiteY7" fmla="*/ 46585 h 99988"/>
                <a:gd name="connsiteX8" fmla="*/ 13345 w 166786"/>
                <a:gd name="connsiteY8" fmla="*/ 69166 h 99988"/>
                <a:gd name="connsiteX9" fmla="*/ 15094 w 166786"/>
                <a:gd name="connsiteY9" fmla="*/ 54751 h 99988"/>
                <a:gd name="connsiteX10" fmla="*/ 41675 w 166786"/>
                <a:gd name="connsiteY10" fmla="*/ 30253 h 99988"/>
                <a:gd name="connsiteX11" fmla="*/ 118835 w 166786"/>
                <a:gd name="connsiteY11" fmla="*/ 3506 h 99988"/>
                <a:gd name="connsiteX12" fmla="*/ 118835 w 166786"/>
                <a:gd name="connsiteY12" fmla="*/ 6 h 99988"/>
                <a:gd name="connsiteX13" fmla="*/ 12678 w 166786"/>
                <a:gd name="connsiteY13" fmla="*/ 39419 h 99988"/>
                <a:gd name="connsiteX14" fmla="*/ 36343 w 166786"/>
                <a:gd name="connsiteY14" fmla="*/ 98414 h 99988"/>
                <a:gd name="connsiteX15" fmla="*/ 146333 w 166786"/>
                <a:gd name="connsiteY15" fmla="*/ 72166 h 99988"/>
                <a:gd name="connsiteX16" fmla="*/ 166748 w 166786"/>
                <a:gd name="connsiteY16" fmla="*/ 38169 h 99988"/>
                <a:gd name="connsiteX17" fmla="*/ 166748 w 166786"/>
                <a:gd name="connsiteY17" fmla="*/ 38169 h 99988"/>
                <a:gd name="connsiteX18" fmla="*/ 141416 w 166786"/>
                <a:gd name="connsiteY18" fmla="*/ 64167 h 99988"/>
                <a:gd name="connsiteX19" fmla="*/ 105336 w 166786"/>
                <a:gd name="connsiteY19" fmla="*/ 80832 h 99988"/>
                <a:gd name="connsiteX20" fmla="*/ 35176 w 166786"/>
                <a:gd name="connsiteY20" fmla="*/ 85665 h 99988"/>
                <a:gd name="connsiteX21" fmla="*/ 17094 w 166786"/>
                <a:gd name="connsiteY21" fmla="*/ 75832 h 99988"/>
                <a:gd name="connsiteX22" fmla="*/ 44925 w 166786"/>
                <a:gd name="connsiteY22" fmla="*/ 55668 h 99988"/>
                <a:gd name="connsiteX23" fmla="*/ 84255 w 166786"/>
                <a:gd name="connsiteY23" fmla="*/ 57584 h 99988"/>
                <a:gd name="connsiteX24" fmla="*/ 94754 w 166786"/>
                <a:gd name="connsiteY24" fmla="*/ 52501 h 99988"/>
                <a:gd name="connsiteX25" fmla="*/ 127501 w 166786"/>
                <a:gd name="connsiteY25" fmla="*/ 49168 h 99988"/>
                <a:gd name="connsiteX26" fmla="*/ 146749 w 166786"/>
                <a:gd name="connsiteY26" fmla="*/ 60084 h 99988"/>
                <a:gd name="connsiteX27" fmla="*/ 141416 w 166786"/>
                <a:gd name="connsiteY27" fmla="*/ 64167 h 99988"/>
                <a:gd name="connsiteX28" fmla="*/ 141416 w 166786"/>
                <a:gd name="connsiteY28" fmla="*/ 64167 h 99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66786" h="99988">
                  <a:moveTo>
                    <a:pt x="166748" y="38169"/>
                  </a:moveTo>
                  <a:cubicBezTo>
                    <a:pt x="165998" y="24087"/>
                    <a:pt x="156998" y="19588"/>
                    <a:pt x="144583" y="16254"/>
                  </a:cubicBezTo>
                  <a:cubicBezTo>
                    <a:pt x="140417" y="15171"/>
                    <a:pt x="138667" y="21587"/>
                    <a:pt x="142833" y="22671"/>
                  </a:cubicBezTo>
                  <a:cubicBezTo>
                    <a:pt x="161581" y="27753"/>
                    <a:pt x="161748" y="39919"/>
                    <a:pt x="154999" y="50585"/>
                  </a:cubicBezTo>
                  <a:cubicBezTo>
                    <a:pt x="154165" y="50001"/>
                    <a:pt x="153165" y="49585"/>
                    <a:pt x="151832" y="49501"/>
                  </a:cubicBezTo>
                  <a:cubicBezTo>
                    <a:pt x="136334" y="49002"/>
                    <a:pt x="127668" y="31920"/>
                    <a:pt x="112002" y="33086"/>
                  </a:cubicBezTo>
                  <a:cubicBezTo>
                    <a:pt x="105919" y="33503"/>
                    <a:pt x="99753" y="36753"/>
                    <a:pt x="94587" y="39669"/>
                  </a:cubicBezTo>
                  <a:cubicBezTo>
                    <a:pt x="84255" y="45502"/>
                    <a:pt x="79089" y="48585"/>
                    <a:pt x="66173" y="46585"/>
                  </a:cubicBezTo>
                  <a:cubicBezTo>
                    <a:pt x="45175" y="43335"/>
                    <a:pt x="23927" y="50835"/>
                    <a:pt x="13345" y="69166"/>
                  </a:cubicBezTo>
                  <a:cubicBezTo>
                    <a:pt x="11928" y="64917"/>
                    <a:pt x="12178" y="60084"/>
                    <a:pt x="15094" y="54751"/>
                  </a:cubicBezTo>
                  <a:cubicBezTo>
                    <a:pt x="20511" y="44919"/>
                    <a:pt x="32593" y="36503"/>
                    <a:pt x="41675" y="30253"/>
                  </a:cubicBezTo>
                  <a:cubicBezTo>
                    <a:pt x="64840" y="14505"/>
                    <a:pt x="91254" y="7005"/>
                    <a:pt x="118835" y="3506"/>
                  </a:cubicBezTo>
                  <a:cubicBezTo>
                    <a:pt x="121002" y="3256"/>
                    <a:pt x="121168" y="-161"/>
                    <a:pt x="118835" y="6"/>
                  </a:cubicBezTo>
                  <a:cubicBezTo>
                    <a:pt x="79422" y="2089"/>
                    <a:pt x="42509" y="12255"/>
                    <a:pt x="12678" y="39419"/>
                  </a:cubicBezTo>
                  <a:cubicBezTo>
                    <a:pt x="-13736" y="63417"/>
                    <a:pt x="4512" y="94164"/>
                    <a:pt x="36343" y="98414"/>
                  </a:cubicBezTo>
                  <a:cubicBezTo>
                    <a:pt x="75173" y="103747"/>
                    <a:pt x="114585" y="95664"/>
                    <a:pt x="146333" y="72166"/>
                  </a:cubicBezTo>
                  <a:cubicBezTo>
                    <a:pt x="157415" y="64083"/>
                    <a:pt x="167497" y="53001"/>
                    <a:pt x="166748" y="38169"/>
                  </a:cubicBezTo>
                  <a:lnTo>
                    <a:pt x="166748" y="38169"/>
                  </a:lnTo>
                  <a:close/>
                  <a:moveTo>
                    <a:pt x="141416" y="64167"/>
                  </a:moveTo>
                  <a:cubicBezTo>
                    <a:pt x="130251" y="71499"/>
                    <a:pt x="117918" y="76916"/>
                    <a:pt x="105336" y="80832"/>
                  </a:cubicBezTo>
                  <a:cubicBezTo>
                    <a:pt x="83588" y="87665"/>
                    <a:pt x="57757" y="90581"/>
                    <a:pt x="35176" y="85665"/>
                  </a:cubicBezTo>
                  <a:cubicBezTo>
                    <a:pt x="28427" y="84165"/>
                    <a:pt x="21511" y="80749"/>
                    <a:pt x="17094" y="75832"/>
                  </a:cubicBezTo>
                  <a:cubicBezTo>
                    <a:pt x="24427" y="67166"/>
                    <a:pt x="33926" y="58584"/>
                    <a:pt x="44925" y="55668"/>
                  </a:cubicBezTo>
                  <a:cubicBezTo>
                    <a:pt x="58257" y="52085"/>
                    <a:pt x="71006" y="60750"/>
                    <a:pt x="84255" y="57584"/>
                  </a:cubicBezTo>
                  <a:cubicBezTo>
                    <a:pt x="88421" y="56584"/>
                    <a:pt x="91171" y="54751"/>
                    <a:pt x="94754" y="52501"/>
                  </a:cubicBezTo>
                  <a:cubicBezTo>
                    <a:pt x="106336" y="45335"/>
                    <a:pt x="113836" y="41336"/>
                    <a:pt x="127501" y="49168"/>
                  </a:cubicBezTo>
                  <a:cubicBezTo>
                    <a:pt x="135834" y="53918"/>
                    <a:pt x="138583" y="59501"/>
                    <a:pt x="146749" y="60084"/>
                  </a:cubicBezTo>
                  <a:cubicBezTo>
                    <a:pt x="144999" y="61584"/>
                    <a:pt x="143250" y="62917"/>
                    <a:pt x="141416" y="64167"/>
                  </a:cubicBezTo>
                  <a:lnTo>
                    <a:pt x="141416" y="64167"/>
                  </a:lnTo>
                  <a:close/>
                </a:path>
              </a:pathLst>
            </a:custGeom>
            <a:grpFill/>
            <a:ln w="8332" cap="flat">
              <a:noFill/>
              <a:prstDash val="solid"/>
              <a:miter/>
            </a:ln>
          </p:spPr>
          <p:txBody>
            <a:bodyPr rtlCol="0" anchor="ctr"/>
            <a:lstStyle/>
            <a:p>
              <a:endParaRPr lang="en-US"/>
            </a:p>
          </p:txBody>
        </p:sp>
        <p:sp>
          <p:nvSpPr>
            <p:cNvPr id="1717" name="Freeform: Shape 1716"/>
            <p:cNvSpPr/>
            <p:nvPr/>
          </p:nvSpPr>
          <p:spPr>
            <a:xfrm>
              <a:off x="-203621" y="2610475"/>
              <a:ext cx="409281" cy="323829"/>
            </a:xfrm>
            <a:custGeom>
              <a:avLst/>
              <a:gdLst>
                <a:gd name="connsiteX0" fmla="*/ 401959 w 409281"/>
                <a:gd name="connsiteY0" fmla="*/ 150120 h 323829"/>
                <a:gd name="connsiteX1" fmla="*/ 403209 w 409281"/>
                <a:gd name="connsiteY1" fmla="*/ 124872 h 323829"/>
                <a:gd name="connsiteX2" fmla="*/ 316800 w 409281"/>
                <a:gd name="connsiteY2" fmla="*/ 9632 h 323829"/>
                <a:gd name="connsiteX3" fmla="*/ 246306 w 409281"/>
                <a:gd name="connsiteY3" fmla="*/ 800 h 323829"/>
                <a:gd name="connsiteX4" fmla="*/ 142066 w 409281"/>
                <a:gd name="connsiteY4" fmla="*/ 19464 h 323829"/>
                <a:gd name="connsiteX5" fmla="*/ 26910 w 409281"/>
                <a:gd name="connsiteY5" fmla="*/ 93541 h 323829"/>
                <a:gd name="connsiteX6" fmla="*/ 995 w 409281"/>
                <a:gd name="connsiteY6" fmla="*/ 148036 h 323829"/>
                <a:gd name="connsiteX7" fmla="*/ 9744 w 409281"/>
                <a:gd name="connsiteY7" fmla="*/ 207948 h 323829"/>
                <a:gd name="connsiteX8" fmla="*/ 25660 w 409281"/>
                <a:gd name="connsiteY8" fmla="*/ 261193 h 323829"/>
                <a:gd name="connsiteX9" fmla="*/ 77488 w 409281"/>
                <a:gd name="connsiteY9" fmla="*/ 301772 h 323829"/>
                <a:gd name="connsiteX10" fmla="*/ 236141 w 409281"/>
                <a:gd name="connsiteY10" fmla="*/ 322271 h 323829"/>
                <a:gd name="connsiteX11" fmla="*/ 370712 w 409281"/>
                <a:gd name="connsiteY11" fmla="*/ 267442 h 323829"/>
                <a:gd name="connsiteX12" fmla="*/ 401959 w 409281"/>
                <a:gd name="connsiteY12" fmla="*/ 150120 h 323829"/>
                <a:gd name="connsiteX13" fmla="*/ 401959 w 409281"/>
                <a:gd name="connsiteY13" fmla="*/ 150120 h 323829"/>
                <a:gd name="connsiteX14" fmla="*/ 29743 w 409281"/>
                <a:gd name="connsiteY14" fmla="*/ 114539 h 323829"/>
                <a:gd name="connsiteX15" fmla="*/ 140566 w 409281"/>
                <a:gd name="connsiteY15" fmla="*/ 33297 h 323829"/>
                <a:gd name="connsiteX16" fmla="*/ 162231 w 409281"/>
                <a:gd name="connsiteY16" fmla="*/ 26214 h 323829"/>
                <a:gd name="connsiteX17" fmla="*/ 224142 w 409281"/>
                <a:gd name="connsiteY17" fmla="*/ 15965 h 323829"/>
                <a:gd name="connsiteX18" fmla="*/ 291719 w 409281"/>
                <a:gd name="connsiteY18" fmla="*/ 14382 h 323829"/>
                <a:gd name="connsiteX19" fmla="*/ 387710 w 409281"/>
                <a:gd name="connsiteY19" fmla="*/ 100207 h 323829"/>
                <a:gd name="connsiteX20" fmla="*/ 390960 w 409281"/>
                <a:gd name="connsiteY20" fmla="*/ 143370 h 323829"/>
                <a:gd name="connsiteX21" fmla="*/ 388877 w 409281"/>
                <a:gd name="connsiteY21" fmla="*/ 151119 h 323829"/>
                <a:gd name="connsiteX22" fmla="*/ 384211 w 409281"/>
                <a:gd name="connsiteY22" fmla="*/ 161285 h 323829"/>
                <a:gd name="connsiteX23" fmla="*/ 356130 w 409281"/>
                <a:gd name="connsiteY23" fmla="*/ 176201 h 323829"/>
                <a:gd name="connsiteX24" fmla="*/ 342631 w 409281"/>
                <a:gd name="connsiteY24" fmla="*/ 180033 h 323829"/>
                <a:gd name="connsiteX25" fmla="*/ 318383 w 409281"/>
                <a:gd name="connsiteY25" fmla="*/ 221196 h 323829"/>
                <a:gd name="connsiteX26" fmla="*/ 282803 w 409281"/>
                <a:gd name="connsiteY26" fmla="*/ 228196 h 323829"/>
                <a:gd name="connsiteX27" fmla="*/ 265388 w 409281"/>
                <a:gd name="connsiteY27" fmla="*/ 225113 h 323829"/>
                <a:gd name="connsiteX28" fmla="*/ 236807 w 409281"/>
                <a:gd name="connsiteY28" fmla="*/ 255610 h 323829"/>
                <a:gd name="connsiteX29" fmla="*/ 207227 w 409281"/>
                <a:gd name="connsiteY29" fmla="*/ 268942 h 323829"/>
                <a:gd name="connsiteX30" fmla="*/ 183229 w 409281"/>
                <a:gd name="connsiteY30" fmla="*/ 241695 h 323829"/>
                <a:gd name="connsiteX31" fmla="*/ 163731 w 409281"/>
                <a:gd name="connsiteY31" fmla="*/ 224363 h 323829"/>
                <a:gd name="connsiteX32" fmla="*/ 135733 w 409281"/>
                <a:gd name="connsiteY32" fmla="*/ 249444 h 323829"/>
                <a:gd name="connsiteX33" fmla="*/ 92320 w 409281"/>
                <a:gd name="connsiteY33" fmla="*/ 223363 h 323829"/>
                <a:gd name="connsiteX34" fmla="*/ 71656 w 409281"/>
                <a:gd name="connsiteY34" fmla="*/ 206781 h 323829"/>
                <a:gd name="connsiteX35" fmla="*/ 39325 w 409281"/>
                <a:gd name="connsiteY35" fmla="*/ 210864 h 323829"/>
                <a:gd name="connsiteX36" fmla="*/ 16827 w 409281"/>
                <a:gd name="connsiteY36" fmla="*/ 184366 h 323829"/>
                <a:gd name="connsiteX37" fmla="*/ 29743 w 409281"/>
                <a:gd name="connsiteY37" fmla="*/ 114539 h 323829"/>
                <a:gd name="connsiteX38" fmla="*/ 29743 w 409281"/>
                <a:gd name="connsiteY38" fmla="*/ 114539 h 323829"/>
                <a:gd name="connsiteX39" fmla="*/ 348131 w 409281"/>
                <a:gd name="connsiteY39" fmla="*/ 267692 h 323829"/>
                <a:gd name="connsiteX40" fmla="*/ 225475 w 409281"/>
                <a:gd name="connsiteY40" fmla="*/ 309522 h 323829"/>
                <a:gd name="connsiteX41" fmla="*/ 96987 w 409281"/>
                <a:gd name="connsiteY41" fmla="*/ 296523 h 323829"/>
                <a:gd name="connsiteX42" fmla="*/ 40242 w 409281"/>
                <a:gd name="connsiteY42" fmla="*/ 261026 h 323829"/>
                <a:gd name="connsiteX43" fmla="*/ 17494 w 409281"/>
                <a:gd name="connsiteY43" fmla="*/ 216447 h 323829"/>
                <a:gd name="connsiteX44" fmla="*/ 63906 w 409281"/>
                <a:gd name="connsiteY44" fmla="*/ 222613 h 323829"/>
                <a:gd name="connsiteX45" fmla="*/ 80238 w 409281"/>
                <a:gd name="connsiteY45" fmla="*/ 223780 h 323829"/>
                <a:gd name="connsiteX46" fmla="*/ 83821 w 409281"/>
                <a:gd name="connsiteY46" fmla="*/ 235279 h 323829"/>
                <a:gd name="connsiteX47" fmla="*/ 97570 w 409281"/>
                <a:gd name="connsiteY47" fmla="*/ 256776 h 323829"/>
                <a:gd name="connsiteX48" fmla="*/ 138566 w 409281"/>
                <a:gd name="connsiteY48" fmla="*/ 258526 h 323829"/>
                <a:gd name="connsiteX49" fmla="*/ 152898 w 409281"/>
                <a:gd name="connsiteY49" fmla="*/ 243778 h 323829"/>
                <a:gd name="connsiteX50" fmla="*/ 171896 w 409281"/>
                <a:gd name="connsiteY50" fmla="*/ 237278 h 323829"/>
                <a:gd name="connsiteX51" fmla="*/ 178396 w 409281"/>
                <a:gd name="connsiteY51" fmla="*/ 253360 h 323829"/>
                <a:gd name="connsiteX52" fmla="*/ 211643 w 409281"/>
                <a:gd name="connsiteY52" fmla="*/ 282274 h 323829"/>
                <a:gd name="connsiteX53" fmla="*/ 257805 w 409281"/>
                <a:gd name="connsiteY53" fmla="*/ 253943 h 323829"/>
                <a:gd name="connsiteX54" fmla="*/ 267305 w 409281"/>
                <a:gd name="connsiteY54" fmla="*/ 240945 h 323829"/>
                <a:gd name="connsiteX55" fmla="*/ 279053 w 409281"/>
                <a:gd name="connsiteY55" fmla="*/ 241361 h 323829"/>
                <a:gd name="connsiteX56" fmla="*/ 308717 w 409281"/>
                <a:gd name="connsiteY56" fmla="*/ 245028 h 323829"/>
                <a:gd name="connsiteX57" fmla="*/ 341131 w 409281"/>
                <a:gd name="connsiteY57" fmla="*/ 207114 h 323829"/>
                <a:gd name="connsiteX58" fmla="*/ 355963 w 409281"/>
                <a:gd name="connsiteY58" fmla="*/ 187283 h 323829"/>
                <a:gd name="connsiteX59" fmla="*/ 368545 w 409281"/>
                <a:gd name="connsiteY59" fmla="*/ 186283 h 323829"/>
                <a:gd name="connsiteX60" fmla="*/ 389877 w 409281"/>
                <a:gd name="connsiteY60" fmla="*/ 173784 h 323829"/>
                <a:gd name="connsiteX61" fmla="*/ 394293 w 409281"/>
                <a:gd name="connsiteY61" fmla="*/ 168035 h 323829"/>
                <a:gd name="connsiteX62" fmla="*/ 389877 w 409281"/>
                <a:gd name="connsiteY62" fmla="*/ 214697 h 323829"/>
                <a:gd name="connsiteX63" fmla="*/ 348131 w 409281"/>
                <a:gd name="connsiteY63" fmla="*/ 267692 h 323829"/>
                <a:gd name="connsiteX64" fmla="*/ 348131 w 409281"/>
                <a:gd name="connsiteY64" fmla="*/ 267692 h 323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409281" h="323829">
                  <a:moveTo>
                    <a:pt x="401959" y="150120"/>
                  </a:moveTo>
                  <a:cubicBezTo>
                    <a:pt x="403876" y="141870"/>
                    <a:pt x="404126" y="133121"/>
                    <a:pt x="403209" y="124872"/>
                  </a:cubicBezTo>
                  <a:cubicBezTo>
                    <a:pt x="397876" y="77876"/>
                    <a:pt x="360296" y="28130"/>
                    <a:pt x="316800" y="9632"/>
                  </a:cubicBezTo>
                  <a:cubicBezTo>
                    <a:pt x="295052" y="383"/>
                    <a:pt x="270804" y="-1284"/>
                    <a:pt x="246306" y="800"/>
                  </a:cubicBezTo>
                  <a:cubicBezTo>
                    <a:pt x="210976" y="1633"/>
                    <a:pt x="175063" y="9382"/>
                    <a:pt x="142066" y="19464"/>
                  </a:cubicBezTo>
                  <a:cubicBezTo>
                    <a:pt x="97736" y="33047"/>
                    <a:pt x="56657" y="57294"/>
                    <a:pt x="26910" y="93541"/>
                  </a:cubicBezTo>
                  <a:cubicBezTo>
                    <a:pt x="13994" y="109373"/>
                    <a:pt x="2995" y="127288"/>
                    <a:pt x="995" y="148036"/>
                  </a:cubicBezTo>
                  <a:cubicBezTo>
                    <a:pt x="-755" y="166368"/>
                    <a:pt x="-1421" y="191866"/>
                    <a:pt x="9744" y="207948"/>
                  </a:cubicBezTo>
                  <a:cubicBezTo>
                    <a:pt x="10328" y="226613"/>
                    <a:pt x="14244" y="247111"/>
                    <a:pt x="25660" y="261193"/>
                  </a:cubicBezTo>
                  <a:cubicBezTo>
                    <a:pt x="39158" y="277941"/>
                    <a:pt x="57823" y="293023"/>
                    <a:pt x="77488" y="301772"/>
                  </a:cubicBezTo>
                  <a:cubicBezTo>
                    <a:pt x="125401" y="323104"/>
                    <a:pt x="184479" y="326437"/>
                    <a:pt x="236141" y="322271"/>
                  </a:cubicBezTo>
                  <a:cubicBezTo>
                    <a:pt x="284720" y="318354"/>
                    <a:pt x="333549" y="299523"/>
                    <a:pt x="370712" y="267442"/>
                  </a:cubicBezTo>
                  <a:cubicBezTo>
                    <a:pt x="401876" y="240861"/>
                    <a:pt x="420374" y="189283"/>
                    <a:pt x="401959" y="150120"/>
                  </a:cubicBezTo>
                  <a:lnTo>
                    <a:pt x="401959" y="150120"/>
                  </a:lnTo>
                  <a:close/>
                  <a:moveTo>
                    <a:pt x="29743" y="114539"/>
                  </a:moveTo>
                  <a:cubicBezTo>
                    <a:pt x="55324" y="75709"/>
                    <a:pt x="97153" y="48295"/>
                    <a:pt x="140566" y="33297"/>
                  </a:cubicBezTo>
                  <a:cubicBezTo>
                    <a:pt x="147649" y="30880"/>
                    <a:pt x="154898" y="28464"/>
                    <a:pt x="162231" y="26214"/>
                  </a:cubicBezTo>
                  <a:cubicBezTo>
                    <a:pt x="182729" y="21964"/>
                    <a:pt x="203310" y="18131"/>
                    <a:pt x="224142" y="15965"/>
                  </a:cubicBezTo>
                  <a:cubicBezTo>
                    <a:pt x="245723" y="13715"/>
                    <a:pt x="270221" y="10132"/>
                    <a:pt x="291719" y="14382"/>
                  </a:cubicBezTo>
                  <a:cubicBezTo>
                    <a:pt x="333549" y="22714"/>
                    <a:pt x="374545" y="59961"/>
                    <a:pt x="387710" y="100207"/>
                  </a:cubicBezTo>
                  <a:cubicBezTo>
                    <a:pt x="391960" y="113373"/>
                    <a:pt x="393793" y="129038"/>
                    <a:pt x="390960" y="143370"/>
                  </a:cubicBezTo>
                  <a:cubicBezTo>
                    <a:pt x="388627" y="144953"/>
                    <a:pt x="387294" y="147953"/>
                    <a:pt x="388877" y="151119"/>
                  </a:cubicBezTo>
                  <a:cubicBezTo>
                    <a:pt x="387710" y="154702"/>
                    <a:pt x="386127" y="158119"/>
                    <a:pt x="384211" y="161285"/>
                  </a:cubicBezTo>
                  <a:cubicBezTo>
                    <a:pt x="377628" y="172284"/>
                    <a:pt x="368212" y="175284"/>
                    <a:pt x="356130" y="176201"/>
                  </a:cubicBezTo>
                  <a:cubicBezTo>
                    <a:pt x="350547" y="176617"/>
                    <a:pt x="347214" y="176117"/>
                    <a:pt x="342631" y="180033"/>
                  </a:cubicBezTo>
                  <a:cubicBezTo>
                    <a:pt x="330632" y="190282"/>
                    <a:pt x="327299" y="208531"/>
                    <a:pt x="318383" y="221196"/>
                  </a:cubicBezTo>
                  <a:cubicBezTo>
                    <a:pt x="309301" y="234028"/>
                    <a:pt x="296135" y="232779"/>
                    <a:pt x="282803" y="228196"/>
                  </a:cubicBezTo>
                  <a:cubicBezTo>
                    <a:pt x="276887" y="226196"/>
                    <a:pt x="271804" y="222946"/>
                    <a:pt x="265388" y="225113"/>
                  </a:cubicBezTo>
                  <a:cubicBezTo>
                    <a:pt x="252973" y="229279"/>
                    <a:pt x="245473" y="247111"/>
                    <a:pt x="236807" y="255610"/>
                  </a:cubicBezTo>
                  <a:cubicBezTo>
                    <a:pt x="229141" y="263109"/>
                    <a:pt x="218726" y="271692"/>
                    <a:pt x="207227" y="268942"/>
                  </a:cubicBezTo>
                  <a:cubicBezTo>
                    <a:pt x="193894" y="265776"/>
                    <a:pt x="188728" y="252527"/>
                    <a:pt x="183229" y="241695"/>
                  </a:cubicBezTo>
                  <a:cubicBezTo>
                    <a:pt x="179396" y="234195"/>
                    <a:pt x="173896" y="223030"/>
                    <a:pt x="163731" y="224363"/>
                  </a:cubicBezTo>
                  <a:cubicBezTo>
                    <a:pt x="151148" y="226029"/>
                    <a:pt x="145565" y="243111"/>
                    <a:pt x="135733" y="249444"/>
                  </a:cubicBezTo>
                  <a:cubicBezTo>
                    <a:pt x="112568" y="264609"/>
                    <a:pt x="98236" y="243028"/>
                    <a:pt x="92320" y="223363"/>
                  </a:cubicBezTo>
                  <a:cubicBezTo>
                    <a:pt x="89071" y="212614"/>
                    <a:pt x="83738" y="205365"/>
                    <a:pt x="71656" y="206781"/>
                  </a:cubicBezTo>
                  <a:cubicBezTo>
                    <a:pt x="60073" y="208198"/>
                    <a:pt x="51574" y="213864"/>
                    <a:pt x="39325" y="210864"/>
                  </a:cubicBezTo>
                  <a:cubicBezTo>
                    <a:pt x="25326" y="207531"/>
                    <a:pt x="19160" y="197865"/>
                    <a:pt x="16827" y="184366"/>
                  </a:cubicBezTo>
                  <a:cubicBezTo>
                    <a:pt x="12577" y="159785"/>
                    <a:pt x="15911" y="135371"/>
                    <a:pt x="29743" y="114539"/>
                  </a:cubicBezTo>
                  <a:lnTo>
                    <a:pt x="29743" y="114539"/>
                  </a:lnTo>
                  <a:close/>
                  <a:moveTo>
                    <a:pt x="348131" y="267692"/>
                  </a:moveTo>
                  <a:cubicBezTo>
                    <a:pt x="311967" y="292607"/>
                    <a:pt x="269721" y="308189"/>
                    <a:pt x="225475" y="309522"/>
                  </a:cubicBezTo>
                  <a:cubicBezTo>
                    <a:pt x="182146" y="310855"/>
                    <a:pt x="138649" y="309938"/>
                    <a:pt x="96987" y="296523"/>
                  </a:cubicBezTo>
                  <a:cubicBezTo>
                    <a:pt x="74739" y="289357"/>
                    <a:pt x="56824" y="277441"/>
                    <a:pt x="40242" y="261026"/>
                  </a:cubicBezTo>
                  <a:cubicBezTo>
                    <a:pt x="28159" y="249027"/>
                    <a:pt x="21243" y="233112"/>
                    <a:pt x="17494" y="216447"/>
                  </a:cubicBezTo>
                  <a:cubicBezTo>
                    <a:pt x="30409" y="226946"/>
                    <a:pt x="48158" y="228029"/>
                    <a:pt x="63906" y="222613"/>
                  </a:cubicBezTo>
                  <a:cubicBezTo>
                    <a:pt x="69822" y="220530"/>
                    <a:pt x="76238" y="218030"/>
                    <a:pt x="80238" y="223780"/>
                  </a:cubicBezTo>
                  <a:cubicBezTo>
                    <a:pt x="82321" y="226863"/>
                    <a:pt x="82405" y="231779"/>
                    <a:pt x="83821" y="235279"/>
                  </a:cubicBezTo>
                  <a:cubicBezTo>
                    <a:pt x="86821" y="242944"/>
                    <a:pt x="91570" y="251110"/>
                    <a:pt x="97570" y="256776"/>
                  </a:cubicBezTo>
                  <a:cubicBezTo>
                    <a:pt x="108902" y="267442"/>
                    <a:pt x="126067" y="266359"/>
                    <a:pt x="138566" y="258526"/>
                  </a:cubicBezTo>
                  <a:cubicBezTo>
                    <a:pt x="144566" y="254777"/>
                    <a:pt x="148732" y="249444"/>
                    <a:pt x="152898" y="243778"/>
                  </a:cubicBezTo>
                  <a:cubicBezTo>
                    <a:pt x="157648" y="237362"/>
                    <a:pt x="164064" y="230362"/>
                    <a:pt x="171896" y="237278"/>
                  </a:cubicBezTo>
                  <a:cubicBezTo>
                    <a:pt x="175396" y="240361"/>
                    <a:pt x="176563" y="249027"/>
                    <a:pt x="178396" y="253360"/>
                  </a:cubicBezTo>
                  <a:cubicBezTo>
                    <a:pt x="184479" y="267776"/>
                    <a:pt x="194894" y="280941"/>
                    <a:pt x="211643" y="282274"/>
                  </a:cubicBezTo>
                  <a:cubicBezTo>
                    <a:pt x="230141" y="283774"/>
                    <a:pt x="247390" y="267609"/>
                    <a:pt x="257805" y="253943"/>
                  </a:cubicBezTo>
                  <a:cubicBezTo>
                    <a:pt x="260805" y="249944"/>
                    <a:pt x="263222" y="243861"/>
                    <a:pt x="267305" y="240945"/>
                  </a:cubicBezTo>
                  <a:cubicBezTo>
                    <a:pt x="272054" y="237528"/>
                    <a:pt x="273887" y="239611"/>
                    <a:pt x="279053" y="241361"/>
                  </a:cubicBezTo>
                  <a:cubicBezTo>
                    <a:pt x="288386" y="244528"/>
                    <a:pt x="298885" y="247611"/>
                    <a:pt x="308717" y="245028"/>
                  </a:cubicBezTo>
                  <a:cubicBezTo>
                    <a:pt x="327299" y="240195"/>
                    <a:pt x="334215" y="223196"/>
                    <a:pt x="341131" y="207114"/>
                  </a:cubicBezTo>
                  <a:cubicBezTo>
                    <a:pt x="344298" y="199865"/>
                    <a:pt x="347381" y="189949"/>
                    <a:pt x="355963" y="187283"/>
                  </a:cubicBezTo>
                  <a:cubicBezTo>
                    <a:pt x="359713" y="186116"/>
                    <a:pt x="364629" y="187116"/>
                    <a:pt x="368545" y="186283"/>
                  </a:cubicBezTo>
                  <a:cubicBezTo>
                    <a:pt x="376878" y="184533"/>
                    <a:pt x="384127" y="180117"/>
                    <a:pt x="389877" y="173784"/>
                  </a:cubicBezTo>
                  <a:cubicBezTo>
                    <a:pt x="391543" y="171951"/>
                    <a:pt x="392960" y="170034"/>
                    <a:pt x="394293" y="168035"/>
                  </a:cubicBezTo>
                  <a:cubicBezTo>
                    <a:pt x="396876" y="183450"/>
                    <a:pt x="393876" y="199865"/>
                    <a:pt x="389877" y="214697"/>
                  </a:cubicBezTo>
                  <a:cubicBezTo>
                    <a:pt x="383961" y="237778"/>
                    <a:pt x="367379" y="254527"/>
                    <a:pt x="348131" y="267692"/>
                  </a:cubicBezTo>
                  <a:lnTo>
                    <a:pt x="348131" y="267692"/>
                  </a:lnTo>
                  <a:close/>
                </a:path>
              </a:pathLst>
            </a:custGeom>
            <a:grpFill/>
            <a:ln w="8332" cap="flat">
              <a:noFill/>
              <a:prstDash val="solid"/>
              <a:miter/>
            </a:ln>
          </p:spPr>
          <p:txBody>
            <a:bodyPr rtlCol="0" anchor="ctr"/>
            <a:lstStyle/>
            <a:p>
              <a:endParaRPr lang="en-US"/>
            </a:p>
          </p:txBody>
        </p:sp>
        <p:sp>
          <p:nvSpPr>
            <p:cNvPr id="1718" name="Freeform: Shape 1717"/>
            <p:cNvSpPr/>
            <p:nvPr/>
          </p:nvSpPr>
          <p:spPr>
            <a:xfrm>
              <a:off x="-79483" y="2684013"/>
              <a:ext cx="166786" cy="99988"/>
            </a:xfrm>
            <a:custGeom>
              <a:avLst/>
              <a:gdLst>
                <a:gd name="connsiteX0" fmla="*/ 166747 w 166786"/>
                <a:gd name="connsiteY0" fmla="*/ 38169 h 99988"/>
                <a:gd name="connsiteX1" fmla="*/ 144583 w 166786"/>
                <a:gd name="connsiteY1" fmla="*/ 16254 h 99988"/>
                <a:gd name="connsiteX2" fmla="*/ 142833 w 166786"/>
                <a:gd name="connsiteY2" fmla="*/ 22671 h 99988"/>
                <a:gd name="connsiteX3" fmla="*/ 154999 w 166786"/>
                <a:gd name="connsiteY3" fmla="*/ 50585 h 99988"/>
                <a:gd name="connsiteX4" fmla="*/ 151832 w 166786"/>
                <a:gd name="connsiteY4" fmla="*/ 49501 h 99988"/>
                <a:gd name="connsiteX5" fmla="*/ 112002 w 166786"/>
                <a:gd name="connsiteY5" fmla="*/ 33086 h 99988"/>
                <a:gd name="connsiteX6" fmla="*/ 94587 w 166786"/>
                <a:gd name="connsiteY6" fmla="*/ 39669 h 99988"/>
                <a:gd name="connsiteX7" fmla="*/ 66173 w 166786"/>
                <a:gd name="connsiteY7" fmla="*/ 46585 h 99988"/>
                <a:gd name="connsiteX8" fmla="*/ 13345 w 166786"/>
                <a:gd name="connsiteY8" fmla="*/ 69166 h 99988"/>
                <a:gd name="connsiteX9" fmla="*/ 15095 w 166786"/>
                <a:gd name="connsiteY9" fmla="*/ 54751 h 99988"/>
                <a:gd name="connsiteX10" fmla="*/ 41675 w 166786"/>
                <a:gd name="connsiteY10" fmla="*/ 30253 h 99988"/>
                <a:gd name="connsiteX11" fmla="*/ 118835 w 166786"/>
                <a:gd name="connsiteY11" fmla="*/ 3505 h 99988"/>
                <a:gd name="connsiteX12" fmla="*/ 118835 w 166786"/>
                <a:gd name="connsiteY12" fmla="*/ 6 h 99988"/>
                <a:gd name="connsiteX13" fmla="*/ 12678 w 166786"/>
                <a:gd name="connsiteY13" fmla="*/ 39419 h 99988"/>
                <a:gd name="connsiteX14" fmla="*/ 36343 w 166786"/>
                <a:gd name="connsiteY14" fmla="*/ 98414 h 99988"/>
                <a:gd name="connsiteX15" fmla="*/ 146333 w 166786"/>
                <a:gd name="connsiteY15" fmla="*/ 72166 h 99988"/>
                <a:gd name="connsiteX16" fmla="*/ 166747 w 166786"/>
                <a:gd name="connsiteY16" fmla="*/ 38169 h 99988"/>
                <a:gd name="connsiteX17" fmla="*/ 166747 w 166786"/>
                <a:gd name="connsiteY17" fmla="*/ 38169 h 99988"/>
                <a:gd name="connsiteX18" fmla="*/ 141416 w 166786"/>
                <a:gd name="connsiteY18" fmla="*/ 64083 h 99988"/>
                <a:gd name="connsiteX19" fmla="*/ 105336 w 166786"/>
                <a:gd name="connsiteY19" fmla="*/ 80749 h 99988"/>
                <a:gd name="connsiteX20" fmla="*/ 35176 w 166786"/>
                <a:gd name="connsiteY20" fmla="*/ 85581 h 99988"/>
                <a:gd name="connsiteX21" fmla="*/ 17094 w 166786"/>
                <a:gd name="connsiteY21" fmla="*/ 75749 h 99988"/>
                <a:gd name="connsiteX22" fmla="*/ 44925 w 166786"/>
                <a:gd name="connsiteY22" fmla="*/ 55584 h 99988"/>
                <a:gd name="connsiteX23" fmla="*/ 84255 w 166786"/>
                <a:gd name="connsiteY23" fmla="*/ 57501 h 99988"/>
                <a:gd name="connsiteX24" fmla="*/ 94754 w 166786"/>
                <a:gd name="connsiteY24" fmla="*/ 52418 h 99988"/>
                <a:gd name="connsiteX25" fmla="*/ 127501 w 166786"/>
                <a:gd name="connsiteY25" fmla="*/ 49085 h 99988"/>
                <a:gd name="connsiteX26" fmla="*/ 146749 w 166786"/>
                <a:gd name="connsiteY26" fmla="*/ 60000 h 99988"/>
                <a:gd name="connsiteX27" fmla="*/ 141416 w 166786"/>
                <a:gd name="connsiteY27" fmla="*/ 64083 h 99988"/>
                <a:gd name="connsiteX28" fmla="*/ 141416 w 166786"/>
                <a:gd name="connsiteY28" fmla="*/ 64083 h 99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66786" h="99988">
                  <a:moveTo>
                    <a:pt x="166747" y="38169"/>
                  </a:moveTo>
                  <a:cubicBezTo>
                    <a:pt x="165998" y="24087"/>
                    <a:pt x="156998" y="19588"/>
                    <a:pt x="144583" y="16254"/>
                  </a:cubicBezTo>
                  <a:cubicBezTo>
                    <a:pt x="140417" y="15171"/>
                    <a:pt x="138667" y="21587"/>
                    <a:pt x="142833" y="22671"/>
                  </a:cubicBezTo>
                  <a:cubicBezTo>
                    <a:pt x="161581" y="27753"/>
                    <a:pt x="161748" y="39919"/>
                    <a:pt x="154999" y="50585"/>
                  </a:cubicBezTo>
                  <a:cubicBezTo>
                    <a:pt x="154165" y="50001"/>
                    <a:pt x="153165" y="49585"/>
                    <a:pt x="151832" y="49501"/>
                  </a:cubicBezTo>
                  <a:cubicBezTo>
                    <a:pt x="136334" y="49002"/>
                    <a:pt x="127668" y="31920"/>
                    <a:pt x="112002" y="33086"/>
                  </a:cubicBezTo>
                  <a:cubicBezTo>
                    <a:pt x="105920" y="33503"/>
                    <a:pt x="99754" y="36753"/>
                    <a:pt x="94587" y="39669"/>
                  </a:cubicBezTo>
                  <a:cubicBezTo>
                    <a:pt x="84255" y="45502"/>
                    <a:pt x="79089" y="48585"/>
                    <a:pt x="66173" y="46585"/>
                  </a:cubicBezTo>
                  <a:cubicBezTo>
                    <a:pt x="45175" y="43335"/>
                    <a:pt x="23927" y="50835"/>
                    <a:pt x="13345" y="69166"/>
                  </a:cubicBezTo>
                  <a:cubicBezTo>
                    <a:pt x="11928" y="64917"/>
                    <a:pt x="12178" y="60084"/>
                    <a:pt x="15095" y="54751"/>
                  </a:cubicBezTo>
                  <a:cubicBezTo>
                    <a:pt x="20511" y="44918"/>
                    <a:pt x="32593" y="36503"/>
                    <a:pt x="41675" y="30253"/>
                  </a:cubicBezTo>
                  <a:cubicBezTo>
                    <a:pt x="64840" y="14505"/>
                    <a:pt x="91254" y="7005"/>
                    <a:pt x="118835" y="3505"/>
                  </a:cubicBezTo>
                  <a:cubicBezTo>
                    <a:pt x="121002" y="3255"/>
                    <a:pt x="121168" y="-161"/>
                    <a:pt x="118835" y="6"/>
                  </a:cubicBezTo>
                  <a:cubicBezTo>
                    <a:pt x="79422" y="2089"/>
                    <a:pt x="42509" y="12255"/>
                    <a:pt x="12678" y="39419"/>
                  </a:cubicBezTo>
                  <a:cubicBezTo>
                    <a:pt x="-13736" y="63417"/>
                    <a:pt x="4512" y="94164"/>
                    <a:pt x="36343" y="98414"/>
                  </a:cubicBezTo>
                  <a:cubicBezTo>
                    <a:pt x="75172" y="103746"/>
                    <a:pt x="114586" y="95664"/>
                    <a:pt x="146333" y="72166"/>
                  </a:cubicBezTo>
                  <a:cubicBezTo>
                    <a:pt x="157415" y="64000"/>
                    <a:pt x="167497" y="52918"/>
                    <a:pt x="166747" y="38169"/>
                  </a:cubicBezTo>
                  <a:lnTo>
                    <a:pt x="166747" y="38169"/>
                  </a:lnTo>
                  <a:close/>
                  <a:moveTo>
                    <a:pt x="141416" y="64083"/>
                  </a:moveTo>
                  <a:cubicBezTo>
                    <a:pt x="130334" y="71416"/>
                    <a:pt x="117919" y="76832"/>
                    <a:pt x="105336" y="80749"/>
                  </a:cubicBezTo>
                  <a:cubicBezTo>
                    <a:pt x="83588" y="87581"/>
                    <a:pt x="57757" y="90498"/>
                    <a:pt x="35176" y="85581"/>
                  </a:cubicBezTo>
                  <a:cubicBezTo>
                    <a:pt x="28427" y="84082"/>
                    <a:pt x="21511" y="80665"/>
                    <a:pt x="17094" y="75749"/>
                  </a:cubicBezTo>
                  <a:cubicBezTo>
                    <a:pt x="24427" y="67083"/>
                    <a:pt x="33926" y="58501"/>
                    <a:pt x="44925" y="55584"/>
                  </a:cubicBezTo>
                  <a:cubicBezTo>
                    <a:pt x="58257" y="52001"/>
                    <a:pt x="71006" y="60667"/>
                    <a:pt x="84255" y="57501"/>
                  </a:cubicBezTo>
                  <a:cubicBezTo>
                    <a:pt x="88421" y="56501"/>
                    <a:pt x="91171" y="54668"/>
                    <a:pt x="94754" y="52418"/>
                  </a:cubicBezTo>
                  <a:cubicBezTo>
                    <a:pt x="106336" y="45252"/>
                    <a:pt x="113836" y="41252"/>
                    <a:pt x="127501" y="49085"/>
                  </a:cubicBezTo>
                  <a:cubicBezTo>
                    <a:pt x="135834" y="53834"/>
                    <a:pt x="138583" y="59417"/>
                    <a:pt x="146749" y="60000"/>
                  </a:cubicBezTo>
                  <a:cubicBezTo>
                    <a:pt x="144999" y="61500"/>
                    <a:pt x="143250" y="62917"/>
                    <a:pt x="141416" y="64083"/>
                  </a:cubicBezTo>
                  <a:lnTo>
                    <a:pt x="141416" y="64083"/>
                  </a:lnTo>
                  <a:close/>
                </a:path>
              </a:pathLst>
            </a:custGeom>
            <a:grpFill/>
            <a:ln w="8332" cap="flat">
              <a:noFill/>
              <a:prstDash val="solid"/>
              <a:miter/>
            </a:ln>
          </p:spPr>
          <p:txBody>
            <a:bodyPr rtlCol="0" anchor="ctr"/>
            <a:lstStyle/>
            <a:p>
              <a:endParaRPr lang="en-US"/>
            </a:p>
          </p:txBody>
        </p:sp>
        <p:sp>
          <p:nvSpPr>
            <p:cNvPr id="1719" name="Freeform: Shape 1718"/>
            <p:cNvSpPr/>
            <p:nvPr/>
          </p:nvSpPr>
          <p:spPr>
            <a:xfrm>
              <a:off x="5201093" y="1009881"/>
              <a:ext cx="404677" cy="344432"/>
            </a:xfrm>
            <a:custGeom>
              <a:avLst/>
              <a:gdLst>
                <a:gd name="connsiteX0" fmla="*/ 376926 w 404677"/>
                <a:gd name="connsiteY0" fmla="*/ 260265 h 344432"/>
                <a:gd name="connsiteX1" fmla="*/ 391591 w 404677"/>
                <a:gd name="connsiteY1" fmla="*/ 239683 h 344432"/>
                <a:gd name="connsiteX2" fmla="*/ 381259 w 404677"/>
                <a:gd name="connsiteY2" fmla="*/ 96113 h 344432"/>
                <a:gd name="connsiteX3" fmla="*/ 326764 w 404677"/>
                <a:gd name="connsiteY3" fmla="*/ 50617 h 344432"/>
                <a:gd name="connsiteX4" fmla="*/ 229022 w 404677"/>
                <a:gd name="connsiteY4" fmla="*/ 10037 h 344432"/>
                <a:gd name="connsiteX5" fmla="*/ 92035 w 404677"/>
                <a:gd name="connsiteY5" fmla="*/ 10287 h 344432"/>
                <a:gd name="connsiteX6" fmla="*/ 40789 w 404677"/>
                <a:gd name="connsiteY6" fmla="*/ 42118 h 344432"/>
                <a:gd name="connsiteX7" fmla="*/ 15708 w 404677"/>
                <a:gd name="connsiteY7" fmla="*/ 97363 h 344432"/>
                <a:gd name="connsiteX8" fmla="*/ 293 w 404677"/>
                <a:gd name="connsiteY8" fmla="*/ 150775 h 344432"/>
                <a:gd name="connsiteX9" fmla="*/ 21958 w 404677"/>
                <a:gd name="connsiteY9" fmla="*/ 212936 h 344432"/>
                <a:gd name="connsiteX10" fmla="*/ 144447 w 404677"/>
                <a:gd name="connsiteY10" fmla="*/ 315760 h 344432"/>
                <a:gd name="connsiteX11" fmla="*/ 287267 w 404677"/>
                <a:gd name="connsiteY11" fmla="*/ 342341 h 344432"/>
                <a:gd name="connsiteX12" fmla="*/ 376926 w 404677"/>
                <a:gd name="connsiteY12" fmla="*/ 260265 h 344432"/>
                <a:gd name="connsiteX13" fmla="*/ 376926 w 404677"/>
                <a:gd name="connsiteY13" fmla="*/ 260265 h 344432"/>
                <a:gd name="connsiteX14" fmla="*/ 82952 w 404677"/>
                <a:gd name="connsiteY14" fmla="*/ 29286 h 344432"/>
                <a:gd name="connsiteX15" fmla="*/ 220190 w 404677"/>
                <a:gd name="connsiteY15" fmla="*/ 20703 h 344432"/>
                <a:gd name="connsiteX16" fmla="*/ 242271 w 404677"/>
                <a:gd name="connsiteY16" fmla="*/ 26452 h 344432"/>
                <a:gd name="connsiteX17" fmla="*/ 299849 w 404677"/>
                <a:gd name="connsiteY17" fmla="*/ 51200 h 344432"/>
                <a:gd name="connsiteX18" fmla="*/ 357594 w 404677"/>
                <a:gd name="connsiteY18" fmla="*/ 86447 h 344432"/>
                <a:gd name="connsiteX19" fmla="*/ 391925 w 404677"/>
                <a:gd name="connsiteY19" fmla="*/ 210519 h 344432"/>
                <a:gd name="connsiteX20" fmla="*/ 371343 w 404677"/>
                <a:gd name="connsiteY20" fmla="*/ 248599 h 344432"/>
                <a:gd name="connsiteX21" fmla="*/ 365427 w 404677"/>
                <a:gd name="connsiteY21" fmla="*/ 254015 h 344432"/>
                <a:gd name="connsiteX22" fmla="*/ 356011 w 404677"/>
                <a:gd name="connsiteY22" fmla="*/ 260098 h 344432"/>
                <a:gd name="connsiteX23" fmla="*/ 324347 w 404677"/>
                <a:gd name="connsiteY23" fmla="*/ 257515 h 344432"/>
                <a:gd name="connsiteX24" fmla="*/ 310848 w 404677"/>
                <a:gd name="connsiteY24" fmla="*/ 253432 h 344432"/>
                <a:gd name="connsiteX25" fmla="*/ 268185 w 404677"/>
                <a:gd name="connsiteY25" fmla="*/ 274930 h 344432"/>
                <a:gd name="connsiteX26" fmla="*/ 234439 w 404677"/>
                <a:gd name="connsiteY26" fmla="*/ 261598 h 344432"/>
                <a:gd name="connsiteX27" fmla="*/ 221523 w 404677"/>
                <a:gd name="connsiteY27" fmla="*/ 249599 h 344432"/>
                <a:gd name="connsiteX28" fmla="*/ 180944 w 404677"/>
                <a:gd name="connsiteY28" fmla="*/ 259765 h 344432"/>
                <a:gd name="connsiteX29" fmla="*/ 148863 w 404677"/>
                <a:gd name="connsiteY29" fmla="*/ 255015 h 344432"/>
                <a:gd name="connsiteX30" fmla="*/ 143364 w 404677"/>
                <a:gd name="connsiteY30" fmla="*/ 219185 h 344432"/>
                <a:gd name="connsiteX31" fmla="*/ 136364 w 404677"/>
                <a:gd name="connsiteY31" fmla="*/ 194104 h 344432"/>
                <a:gd name="connsiteX32" fmla="*/ 99284 w 404677"/>
                <a:gd name="connsiteY32" fmla="*/ 200103 h 344432"/>
                <a:gd name="connsiteX33" fmla="*/ 76870 w 404677"/>
                <a:gd name="connsiteY33" fmla="*/ 154691 h 344432"/>
                <a:gd name="connsiteX34" fmla="*/ 68370 w 404677"/>
                <a:gd name="connsiteY34" fmla="*/ 129610 h 344432"/>
                <a:gd name="connsiteX35" fmla="*/ 38956 w 404677"/>
                <a:gd name="connsiteY35" fmla="*/ 115611 h 344432"/>
                <a:gd name="connsiteX36" fmla="*/ 34373 w 404677"/>
                <a:gd name="connsiteY36" fmla="*/ 81197 h 344432"/>
                <a:gd name="connsiteX37" fmla="*/ 82952 w 404677"/>
                <a:gd name="connsiteY37" fmla="*/ 29286 h 344432"/>
                <a:gd name="connsiteX38" fmla="*/ 82952 w 404677"/>
                <a:gd name="connsiteY38" fmla="*/ 29286 h 344432"/>
                <a:gd name="connsiteX39" fmla="*/ 268019 w 404677"/>
                <a:gd name="connsiteY39" fmla="*/ 330175 h 344432"/>
                <a:gd name="connsiteX40" fmla="*/ 142197 w 404677"/>
                <a:gd name="connsiteY40" fmla="*/ 299095 h 344432"/>
                <a:gd name="connsiteX41" fmla="*/ 41123 w 404677"/>
                <a:gd name="connsiteY41" fmla="*/ 218852 h 344432"/>
                <a:gd name="connsiteX42" fmla="*/ 12542 w 404677"/>
                <a:gd name="connsiteY42" fmla="*/ 158441 h 344432"/>
                <a:gd name="connsiteX43" fmla="*/ 17542 w 404677"/>
                <a:gd name="connsiteY43" fmla="*/ 108695 h 344432"/>
                <a:gd name="connsiteX44" fmla="*/ 53288 w 404677"/>
                <a:gd name="connsiteY44" fmla="*/ 138942 h 344432"/>
                <a:gd name="connsiteX45" fmla="*/ 66371 w 404677"/>
                <a:gd name="connsiteY45" fmla="*/ 148691 h 344432"/>
                <a:gd name="connsiteX46" fmla="*/ 63121 w 404677"/>
                <a:gd name="connsiteY46" fmla="*/ 160274 h 344432"/>
                <a:gd name="connsiteX47" fmla="*/ 63037 w 404677"/>
                <a:gd name="connsiteY47" fmla="*/ 185855 h 344432"/>
                <a:gd name="connsiteX48" fmla="*/ 96618 w 404677"/>
                <a:gd name="connsiteY48" fmla="*/ 209436 h 344432"/>
                <a:gd name="connsiteX49" fmla="*/ 116616 w 404677"/>
                <a:gd name="connsiteY49" fmla="*/ 204770 h 344432"/>
                <a:gd name="connsiteX50" fmla="*/ 136114 w 404677"/>
                <a:gd name="connsiteY50" fmla="*/ 209519 h 344432"/>
                <a:gd name="connsiteX51" fmla="*/ 132864 w 404677"/>
                <a:gd name="connsiteY51" fmla="*/ 226601 h 344432"/>
                <a:gd name="connsiteX52" fmla="*/ 145280 w 404677"/>
                <a:gd name="connsiteY52" fmla="*/ 268847 h 344432"/>
                <a:gd name="connsiteX53" fmla="*/ 199442 w 404677"/>
                <a:gd name="connsiteY53" fmla="*/ 269931 h 344432"/>
                <a:gd name="connsiteX54" fmla="*/ 214440 w 404677"/>
                <a:gd name="connsiteY54" fmla="*/ 264098 h 344432"/>
                <a:gd name="connsiteX55" fmla="*/ 224106 w 404677"/>
                <a:gd name="connsiteY55" fmla="*/ 270764 h 344432"/>
                <a:gd name="connsiteX56" fmla="*/ 247104 w 404677"/>
                <a:gd name="connsiteY56" fmla="*/ 289845 h 344432"/>
                <a:gd name="connsiteX57" fmla="*/ 294933 w 404677"/>
                <a:gd name="connsiteY57" fmla="*/ 275513 h 344432"/>
                <a:gd name="connsiteX58" fmla="*/ 318181 w 404677"/>
                <a:gd name="connsiteY58" fmla="*/ 266848 h 344432"/>
                <a:gd name="connsiteX59" fmla="*/ 329347 w 404677"/>
                <a:gd name="connsiteY59" fmla="*/ 272847 h 344432"/>
                <a:gd name="connsiteX60" fmla="*/ 354011 w 404677"/>
                <a:gd name="connsiteY60" fmla="*/ 273847 h 344432"/>
                <a:gd name="connsiteX61" fmla="*/ 360760 w 404677"/>
                <a:gd name="connsiteY61" fmla="*/ 271430 h 344432"/>
                <a:gd name="connsiteX62" fmla="*/ 331847 w 404677"/>
                <a:gd name="connsiteY62" fmla="*/ 308344 h 344432"/>
                <a:gd name="connsiteX63" fmla="*/ 268019 w 404677"/>
                <a:gd name="connsiteY63" fmla="*/ 330175 h 344432"/>
                <a:gd name="connsiteX64" fmla="*/ 268019 w 404677"/>
                <a:gd name="connsiteY64" fmla="*/ 330175 h 344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404677" h="344432">
                  <a:moveTo>
                    <a:pt x="376926" y="260265"/>
                  </a:moveTo>
                  <a:cubicBezTo>
                    <a:pt x="383009" y="254349"/>
                    <a:pt x="387925" y="247099"/>
                    <a:pt x="391591" y="239683"/>
                  </a:cubicBezTo>
                  <a:cubicBezTo>
                    <a:pt x="412506" y="197270"/>
                    <a:pt x="407840" y="135109"/>
                    <a:pt x="381259" y="96113"/>
                  </a:cubicBezTo>
                  <a:cubicBezTo>
                    <a:pt x="367927" y="76531"/>
                    <a:pt x="348512" y="62033"/>
                    <a:pt x="326764" y="50617"/>
                  </a:cubicBezTo>
                  <a:cubicBezTo>
                    <a:pt x="296600" y="32202"/>
                    <a:pt x="262186" y="19286"/>
                    <a:pt x="229022" y="10037"/>
                  </a:cubicBezTo>
                  <a:cubicBezTo>
                    <a:pt x="184360" y="-2545"/>
                    <a:pt x="136614" y="-4211"/>
                    <a:pt x="92035" y="10287"/>
                  </a:cubicBezTo>
                  <a:cubicBezTo>
                    <a:pt x="72620" y="16620"/>
                    <a:pt x="53621" y="25786"/>
                    <a:pt x="40789" y="42118"/>
                  </a:cubicBezTo>
                  <a:cubicBezTo>
                    <a:pt x="29457" y="56533"/>
                    <a:pt x="15125" y="77698"/>
                    <a:pt x="15708" y="97363"/>
                  </a:cubicBezTo>
                  <a:cubicBezTo>
                    <a:pt x="6126" y="113361"/>
                    <a:pt x="-1624" y="132776"/>
                    <a:pt x="293" y="150775"/>
                  </a:cubicBezTo>
                  <a:cubicBezTo>
                    <a:pt x="2626" y="172189"/>
                    <a:pt x="10126" y="194937"/>
                    <a:pt x="21958" y="212936"/>
                  </a:cubicBezTo>
                  <a:cubicBezTo>
                    <a:pt x="50789" y="256765"/>
                    <a:pt x="98618" y="291429"/>
                    <a:pt x="144447" y="315760"/>
                  </a:cubicBezTo>
                  <a:cubicBezTo>
                    <a:pt x="187443" y="338674"/>
                    <a:pt x="238772" y="349257"/>
                    <a:pt x="287267" y="342341"/>
                  </a:cubicBezTo>
                  <a:cubicBezTo>
                    <a:pt x="327847" y="336508"/>
                    <a:pt x="371259" y="303094"/>
                    <a:pt x="376926" y="260265"/>
                  </a:cubicBezTo>
                  <a:lnTo>
                    <a:pt x="376926" y="260265"/>
                  </a:lnTo>
                  <a:close/>
                  <a:moveTo>
                    <a:pt x="82952" y="29286"/>
                  </a:moveTo>
                  <a:cubicBezTo>
                    <a:pt x="125448" y="10454"/>
                    <a:pt x="175527" y="9954"/>
                    <a:pt x="220190" y="20703"/>
                  </a:cubicBezTo>
                  <a:cubicBezTo>
                    <a:pt x="227439" y="22453"/>
                    <a:pt x="234855" y="24369"/>
                    <a:pt x="242271" y="26452"/>
                  </a:cubicBezTo>
                  <a:cubicBezTo>
                    <a:pt x="261770" y="33952"/>
                    <a:pt x="281184" y="41868"/>
                    <a:pt x="299849" y="51200"/>
                  </a:cubicBezTo>
                  <a:cubicBezTo>
                    <a:pt x="319264" y="60949"/>
                    <a:pt x="341846" y="71198"/>
                    <a:pt x="357594" y="86447"/>
                  </a:cubicBezTo>
                  <a:cubicBezTo>
                    <a:pt x="388258" y="116028"/>
                    <a:pt x="402673" y="169440"/>
                    <a:pt x="391925" y="210519"/>
                  </a:cubicBezTo>
                  <a:cubicBezTo>
                    <a:pt x="388425" y="223935"/>
                    <a:pt x="381425" y="238017"/>
                    <a:pt x="371343" y="248599"/>
                  </a:cubicBezTo>
                  <a:cubicBezTo>
                    <a:pt x="368593" y="248682"/>
                    <a:pt x="365760" y="250432"/>
                    <a:pt x="365427" y="254015"/>
                  </a:cubicBezTo>
                  <a:cubicBezTo>
                    <a:pt x="362510" y="256348"/>
                    <a:pt x="359344" y="258432"/>
                    <a:pt x="356011" y="260098"/>
                  </a:cubicBezTo>
                  <a:cubicBezTo>
                    <a:pt x="344596" y="265848"/>
                    <a:pt x="335013" y="263264"/>
                    <a:pt x="324347" y="257515"/>
                  </a:cubicBezTo>
                  <a:cubicBezTo>
                    <a:pt x="319431" y="254849"/>
                    <a:pt x="316848" y="252599"/>
                    <a:pt x="310848" y="253432"/>
                  </a:cubicBezTo>
                  <a:cubicBezTo>
                    <a:pt x="295266" y="255598"/>
                    <a:pt x="282601" y="269097"/>
                    <a:pt x="268185" y="274930"/>
                  </a:cubicBezTo>
                  <a:cubicBezTo>
                    <a:pt x="253687" y="280846"/>
                    <a:pt x="243188" y="272680"/>
                    <a:pt x="234439" y="261598"/>
                  </a:cubicBezTo>
                  <a:cubicBezTo>
                    <a:pt x="230605" y="256682"/>
                    <a:pt x="228022" y="251266"/>
                    <a:pt x="221523" y="249599"/>
                  </a:cubicBezTo>
                  <a:cubicBezTo>
                    <a:pt x="208858" y="246433"/>
                    <a:pt x="192859" y="257348"/>
                    <a:pt x="180944" y="259765"/>
                  </a:cubicBezTo>
                  <a:cubicBezTo>
                    <a:pt x="170444" y="261931"/>
                    <a:pt x="157112" y="263514"/>
                    <a:pt x="148863" y="255015"/>
                  </a:cubicBezTo>
                  <a:cubicBezTo>
                    <a:pt x="139364" y="245183"/>
                    <a:pt x="142197" y="231267"/>
                    <a:pt x="143364" y="219185"/>
                  </a:cubicBezTo>
                  <a:cubicBezTo>
                    <a:pt x="144197" y="210853"/>
                    <a:pt x="145613" y="198437"/>
                    <a:pt x="136364" y="194104"/>
                  </a:cubicBezTo>
                  <a:cubicBezTo>
                    <a:pt x="124948" y="188688"/>
                    <a:pt x="110950" y="200020"/>
                    <a:pt x="99284" y="200103"/>
                  </a:cubicBezTo>
                  <a:cubicBezTo>
                    <a:pt x="71620" y="200353"/>
                    <a:pt x="71203" y="174439"/>
                    <a:pt x="76870" y="154691"/>
                  </a:cubicBezTo>
                  <a:cubicBezTo>
                    <a:pt x="79953" y="143859"/>
                    <a:pt x="79369" y="134859"/>
                    <a:pt x="68370" y="129610"/>
                  </a:cubicBezTo>
                  <a:cubicBezTo>
                    <a:pt x="57871" y="124527"/>
                    <a:pt x="47706" y="124694"/>
                    <a:pt x="38956" y="115611"/>
                  </a:cubicBezTo>
                  <a:cubicBezTo>
                    <a:pt x="29040" y="105195"/>
                    <a:pt x="29040" y="93780"/>
                    <a:pt x="34373" y="81197"/>
                  </a:cubicBezTo>
                  <a:cubicBezTo>
                    <a:pt x="44039" y="58200"/>
                    <a:pt x="59954" y="39451"/>
                    <a:pt x="82952" y="29286"/>
                  </a:cubicBezTo>
                  <a:lnTo>
                    <a:pt x="82952" y="29286"/>
                  </a:lnTo>
                  <a:close/>
                  <a:moveTo>
                    <a:pt x="268019" y="330175"/>
                  </a:moveTo>
                  <a:cubicBezTo>
                    <a:pt x="224106" y="331508"/>
                    <a:pt x="180110" y="321843"/>
                    <a:pt x="142197" y="299095"/>
                  </a:cubicBezTo>
                  <a:cubicBezTo>
                    <a:pt x="105034" y="276763"/>
                    <a:pt x="68954" y="252515"/>
                    <a:pt x="41123" y="218852"/>
                  </a:cubicBezTo>
                  <a:cubicBezTo>
                    <a:pt x="26291" y="200770"/>
                    <a:pt x="17625" y="181105"/>
                    <a:pt x="12542" y="158441"/>
                  </a:cubicBezTo>
                  <a:cubicBezTo>
                    <a:pt x="8876" y="141775"/>
                    <a:pt x="11709" y="124694"/>
                    <a:pt x="17542" y="108695"/>
                  </a:cubicBezTo>
                  <a:cubicBezTo>
                    <a:pt x="22708" y="124527"/>
                    <a:pt x="37040" y="135026"/>
                    <a:pt x="53288" y="138942"/>
                  </a:cubicBezTo>
                  <a:cubicBezTo>
                    <a:pt x="59371" y="140442"/>
                    <a:pt x="66120" y="141692"/>
                    <a:pt x="66371" y="148691"/>
                  </a:cubicBezTo>
                  <a:cubicBezTo>
                    <a:pt x="66537" y="152441"/>
                    <a:pt x="63871" y="156607"/>
                    <a:pt x="63121" y="160274"/>
                  </a:cubicBezTo>
                  <a:cubicBezTo>
                    <a:pt x="61454" y="168273"/>
                    <a:pt x="61038" y="177772"/>
                    <a:pt x="63037" y="185855"/>
                  </a:cubicBezTo>
                  <a:cubicBezTo>
                    <a:pt x="66787" y="200937"/>
                    <a:pt x="81786" y="209353"/>
                    <a:pt x="96618" y="209436"/>
                  </a:cubicBezTo>
                  <a:cubicBezTo>
                    <a:pt x="103700" y="209519"/>
                    <a:pt x="110117" y="207269"/>
                    <a:pt x="116616" y="204770"/>
                  </a:cubicBezTo>
                  <a:cubicBezTo>
                    <a:pt x="124115" y="201937"/>
                    <a:pt x="133198" y="199520"/>
                    <a:pt x="136114" y="209519"/>
                  </a:cubicBezTo>
                  <a:cubicBezTo>
                    <a:pt x="137364" y="214019"/>
                    <a:pt x="133697" y="221935"/>
                    <a:pt x="132864" y="226601"/>
                  </a:cubicBezTo>
                  <a:cubicBezTo>
                    <a:pt x="130198" y="242016"/>
                    <a:pt x="131865" y="258765"/>
                    <a:pt x="145280" y="268847"/>
                  </a:cubicBezTo>
                  <a:cubicBezTo>
                    <a:pt x="160112" y="280096"/>
                    <a:pt x="183276" y="275847"/>
                    <a:pt x="199442" y="269931"/>
                  </a:cubicBezTo>
                  <a:cubicBezTo>
                    <a:pt x="204108" y="268181"/>
                    <a:pt x="209441" y="264348"/>
                    <a:pt x="214440" y="264098"/>
                  </a:cubicBezTo>
                  <a:cubicBezTo>
                    <a:pt x="220273" y="263764"/>
                    <a:pt x="220690" y="266514"/>
                    <a:pt x="224106" y="270764"/>
                  </a:cubicBezTo>
                  <a:cubicBezTo>
                    <a:pt x="230272" y="278513"/>
                    <a:pt x="237438" y="286762"/>
                    <a:pt x="247104" y="289845"/>
                  </a:cubicBezTo>
                  <a:cubicBezTo>
                    <a:pt x="265353" y="295845"/>
                    <a:pt x="280351" y="285262"/>
                    <a:pt x="294933" y="275513"/>
                  </a:cubicBezTo>
                  <a:cubicBezTo>
                    <a:pt x="301516" y="271097"/>
                    <a:pt x="309432" y="264431"/>
                    <a:pt x="318181" y="266848"/>
                  </a:cubicBezTo>
                  <a:cubicBezTo>
                    <a:pt x="321931" y="267847"/>
                    <a:pt x="325514" y="271347"/>
                    <a:pt x="329347" y="272847"/>
                  </a:cubicBezTo>
                  <a:cubicBezTo>
                    <a:pt x="337346" y="275930"/>
                    <a:pt x="345845" y="276097"/>
                    <a:pt x="354011" y="273847"/>
                  </a:cubicBezTo>
                  <a:cubicBezTo>
                    <a:pt x="356344" y="273180"/>
                    <a:pt x="358594" y="272347"/>
                    <a:pt x="360760" y="271430"/>
                  </a:cubicBezTo>
                  <a:cubicBezTo>
                    <a:pt x="354594" y="285846"/>
                    <a:pt x="343262" y="298011"/>
                    <a:pt x="331847" y="308344"/>
                  </a:cubicBezTo>
                  <a:cubicBezTo>
                    <a:pt x="314348" y="324259"/>
                    <a:pt x="291350" y="329425"/>
                    <a:pt x="268019" y="330175"/>
                  </a:cubicBezTo>
                  <a:lnTo>
                    <a:pt x="268019" y="330175"/>
                  </a:lnTo>
                  <a:close/>
                </a:path>
              </a:pathLst>
            </a:custGeom>
            <a:grpFill/>
            <a:ln w="8332" cap="flat">
              <a:noFill/>
              <a:prstDash val="solid"/>
              <a:miter/>
            </a:ln>
          </p:spPr>
          <p:txBody>
            <a:bodyPr rtlCol="0" anchor="ctr"/>
            <a:lstStyle/>
            <a:p>
              <a:endParaRPr lang="en-US"/>
            </a:p>
          </p:txBody>
        </p:sp>
        <p:sp>
          <p:nvSpPr>
            <p:cNvPr id="1720" name="Freeform: Shape 1719"/>
            <p:cNvSpPr/>
            <p:nvPr/>
          </p:nvSpPr>
          <p:spPr>
            <a:xfrm>
              <a:off x="5346217" y="1093794"/>
              <a:ext cx="162408" cy="102089"/>
            </a:xfrm>
            <a:custGeom>
              <a:avLst/>
              <a:gdLst>
                <a:gd name="connsiteX0" fmla="*/ 159141 w 162408"/>
                <a:gd name="connsiteY0" fmla="*/ 84027 h 102089"/>
                <a:gd name="connsiteX1" fmla="*/ 152309 w 162408"/>
                <a:gd name="connsiteY1" fmla="*/ 53613 h 102089"/>
                <a:gd name="connsiteX2" fmla="*/ 147309 w 162408"/>
                <a:gd name="connsiteY2" fmla="*/ 58029 h 102089"/>
                <a:gd name="connsiteX3" fmla="*/ 142476 w 162408"/>
                <a:gd name="connsiteY3" fmla="*/ 88110 h 102089"/>
                <a:gd name="connsiteX4" fmla="*/ 140393 w 162408"/>
                <a:gd name="connsiteY4" fmla="*/ 85527 h 102089"/>
                <a:gd name="connsiteX5" fmla="*/ 115728 w 162408"/>
                <a:gd name="connsiteY5" fmla="*/ 50197 h 102089"/>
                <a:gd name="connsiteX6" fmla="*/ 97480 w 162408"/>
                <a:gd name="connsiteY6" fmla="*/ 46364 h 102089"/>
                <a:gd name="connsiteX7" fmla="*/ 69816 w 162408"/>
                <a:gd name="connsiteY7" fmla="*/ 36781 h 102089"/>
                <a:gd name="connsiteX8" fmla="*/ 13154 w 162408"/>
                <a:gd name="connsiteY8" fmla="*/ 27199 h 102089"/>
                <a:gd name="connsiteX9" fmla="*/ 22404 w 162408"/>
                <a:gd name="connsiteY9" fmla="*/ 16033 h 102089"/>
                <a:gd name="connsiteX10" fmla="*/ 57984 w 162408"/>
                <a:gd name="connsiteY10" fmla="*/ 9867 h 102089"/>
                <a:gd name="connsiteX11" fmla="*/ 137393 w 162408"/>
                <a:gd name="connsiteY11" fmla="*/ 29032 h 102089"/>
                <a:gd name="connsiteX12" fmla="*/ 139310 w 162408"/>
                <a:gd name="connsiteY12" fmla="*/ 26116 h 102089"/>
                <a:gd name="connsiteX13" fmla="*/ 28653 w 162408"/>
                <a:gd name="connsiteY13" fmla="*/ 1951 h 102089"/>
                <a:gd name="connsiteX14" fmla="*/ 16654 w 162408"/>
                <a:gd name="connsiteY14" fmla="*/ 64445 h 102089"/>
                <a:gd name="connsiteX15" fmla="*/ 123478 w 162408"/>
                <a:gd name="connsiteY15" fmla="*/ 101775 h 102089"/>
                <a:gd name="connsiteX16" fmla="*/ 159141 w 162408"/>
                <a:gd name="connsiteY16" fmla="*/ 84027 h 102089"/>
                <a:gd name="connsiteX17" fmla="*/ 159141 w 162408"/>
                <a:gd name="connsiteY17" fmla="*/ 84027 h 102089"/>
                <a:gd name="connsiteX18" fmla="*/ 123811 w 162408"/>
                <a:gd name="connsiteY18" fmla="*/ 92193 h 102089"/>
                <a:gd name="connsiteX19" fmla="*/ 84398 w 162408"/>
                <a:gd name="connsiteY19" fmla="*/ 86693 h 102089"/>
                <a:gd name="connsiteX20" fmla="*/ 22737 w 162408"/>
                <a:gd name="connsiteY20" fmla="*/ 52863 h 102089"/>
                <a:gd name="connsiteX21" fmla="*/ 12905 w 162408"/>
                <a:gd name="connsiteY21" fmla="*/ 34781 h 102089"/>
                <a:gd name="connsiteX22" fmla="*/ 47235 w 162408"/>
                <a:gd name="connsiteY22" fmla="*/ 32782 h 102089"/>
                <a:gd name="connsiteX23" fmla="*/ 79315 w 162408"/>
                <a:gd name="connsiteY23" fmla="*/ 55613 h 102089"/>
                <a:gd name="connsiteX24" fmla="*/ 90897 w 162408"/>
                <a:gd name="connsiteY24" fmla="*/ 56946 h 102089"/>
                <a:gd name="connsiteX25" fmla="*/ 120228 w 162408"/>
                <a:gd name="connsiteY25" fmla="*/ 71861 h 102089"/>
                <a:gd name="connsiteX26" fmla="*/ 130561 w 162408"/>
                <a:gd name="connsiteY26" fmla="*/ 91443 h 102089"/>
                <a:gd name="connsiteX27" fmla="*/ 123811 w 162408"/>
                <a:gd name="connsiteY27" fmla="*/ 92193 h 102089"/>
                <a:gd name="connsiteX28" fmla="*/ 123811 w 162408"/>
                <a:gd name="connsiteY28" fmla="*/ 92193 h 102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62408" h="102089">
                  <a:moveTo>
                    <a:pt x="159141" y="84027"/>
                  </a:moveTo>
                  <a:cubicBezTo>
                    <a:pt x="166141" y="71778"/>
                    <a:pt x="160974" y="63112"/>
                    <a:pt x="152309" y="53613"/>
                  </a:cubicBezTo>
                  <a:cubicBezTo>
                    <a:pt x="149392" y="50447"/>
                    <a:pt x="144476" y="54863"/>
                    <a:pt x="147309" y="58029"/>
                  </a:cubicBezTo>
                  <a:cubicBezTo>
                    <a:pt x="160308" y="72445"/>
                    <a:pt x="153892" y="82777"/>
                    <a:pt x="142476" y="88110"/>
                  </a:cubicBezTo>
                  <a:cubicBezTo>
                    <a:pt x="142143" y="87193"/>
                    <a:pt x="141476" y="86277"/>
                    <a:pt x="140393" y="85527"/>
                  </a:cubicBezTo>
                  <a:cubicBezTo>
                    <a:pt x="127561" y="76778"/>
                    <a:pt x="129561" y="57696"/>
                    <a:pt x="115728" y="50197"/>
                  </a:cubicBezTo>
                  <a:cubicBezTo>
                    <a:pt x="110396" y="47280"/>
                    <a:pt x="103480" y="46697"/>
                    <a:pt x="97480" y="46364"/>
                  </a:cubicBezTo>
                  <a:cubicBezTo>
                    <a:pt x="85648" y="45697"/>
                    <a:pt x="79565" y="45530"/>
                    <a:pt x="69816" y="36781"/>
                  </a:cubicBezTo>
                  <a:cubicBezTo>
                    <a:pt x="53901" y="22616"/>
                    <a:pt x="31986" y="17533"/>
                    <a:pt x="13154" y="27199"/>
                  </a:cubicBezTo>
                  <a:cubicBezTo>
                    <a:pt x="14238" y="22866"/>
                    <a:pt x="17071" y="18950"/>
                    <a:pt x="22404" y="16033"/>
                  </a:cubicBezTo>
                  <a:cubicBezTo>
                    <a:pt x="32236" y="10700"/>
                    <a:pt x="46985" y="10117"/>
                    <a:pt x="57984" y="9867"/>
                  </a:cubicBezTo>
                  <a:cubicBezTo>
                    <a:pt x="85981" y="9200"/>
                    <a:pt x="112312" y="17116"/>
                    <a:pt x="137393" y="29032"/>
                  </a:cubicBezTo>
                  <a:cubicBezTo>
                    <a:pt x="139393" y="29949"/>
                    <a:pt x="141309" y="27199"/>
                    <a:pt x="139310" y="26116"/>
                  </a:cubicBezTo>
                  <a:cubicBezTo>
                    <a:pt x="105063" y="6617"/>
                    <a:pt x="68483" y="-4798"/>
                    <a:pt x="28653" y="1951"/>
                  </a:cubicBezTo>
                  <a:cubicBezTo>
                    <a:pt x="-6510" y="7951"/>
                    <a:pt x="-7843" y="43614"/>
                    <a:pt x="16654" y="64445"/>
                  </a:cubicBezTo>
                  <a:cubicBezTo>
                    <a:pt x="46485" y="89943"/>
                    <a:pt x="83981" y="104442"/>
                    <a:pt x="123478" y="101775"/>
                  </a:cubicBezTo>
                  <a:cubicBezTo>
                    <a:pt x="137310" y="100859"/>
                    <a:pt x="151809" y="96943"/>
                    <a:pt x="159141" y="84027"/>
                  </a:cubicBezTo>
                  <a:lnTo>
                    <a:pt x="159141" y="84027"/>
                  </a:lnTo>
                  <a:close/>
                  <a:moveTo>
                    <a:pt x="123811" y="92193"/>
                  </a:moveTo>
                  <a:cubicBezTo>
                    <a:pt x="110479" y="92360"/>
                    <a:pt x="97230" y="90193"/>
                    <a:pt x="84398" y="86693"/>
                  </a:cubicBezTo>
                  <a:cubicBezTo>
                    <a:pt x="62400" y="80694"/>
                    <a:pt x="39152" y="69195"/>
                    <a:pt x="22737" y="52863"/>
                  </a:cubicBezTo>
                  <a:cubicBezTo>
                    <a:pt x="17821" y="47947"/>
                    <a:pt x="13904" y="41364"/>
                    <a:pt x="12905" y="34781"/>
                  </a:cubicBezTo>
                  <a:cubicBezTo>
                    <a:pt x="23737" y="31448"/>
                    <a:pt x="36403" y="29365"/>
                    <a:pt x="47235" y="32782"/>
                  </a:cubicBezTo>
                  <a:cubicBezTo>
                    <a:pt x="60400" y="37031"/>
                    <a:pt x="66400" y="51197"/>
                    <a:pt x="79315" y="55613"/>
                  </a:cubicBezTo>
                  <a:cubicBezTo>
                    <a:pt x="83398" y="57030"/>
                    <a:pt x="86648" y="56946"/>
                    <a:pt x="90897" y="56946"/>
                  </a:cubicBezTo>
                  <a:cubicBezTo>
                    <a:pt x="104480" y="57196"/>
                    <a:pt x="112979" y="57863"/>
                    <a:pt x="120228" y="71861"/>
                  </a:cubicBezTo>
                  <a:cubicBezTo>
                    <a:pt x="124644" y="80361"/>
                    <a:pt x="123978" y="86527"/>
                    <a:pt x="130561" y="91443"/>
                  </a:cubicBezTo>
                  <a:cubicBezTo>
                    <a:pt x="128227" y="92026"/>
                    <a:pt x="125978" y="92193"/>
                    <a:pt x="123811" y="92193"/>
                  </a:cubicBezTo>
                  <a:lnTo>
                    <a:pt x="123811" y="92193"/>
                  </a:lnTo>
                  <a:close/>
                </a:path>
              </a:pathLst>
            </a:custGeom>
            <a:grpFill/>
            <a:ln w="8332" cap="flat">
              <a:noFill/>
              <a:prstDash val="solid"/>
              <a:miter/>
            </a:ln>
          </p:spPr>
          <p:txBody>
            <a:bodyPr rtlCol="0" anchor="ctr"/>
            <a:lstStyle/>
            <a:p>
              <a:endParaRPr lang="en-US"/>
            </a:p>
          </p:txBody>
        </p:sp>
        <p:sp>
          <p:nvSpPr>
            <p:cNvPr id="1721" name="Freeform: Shape 1720"/>
            <p:cNvSpPr/>
            <p:nvPr/>
          </p:nvSpPr>
          <p:spPr>
            <a:xfrm>
              <a:off x="3632946" y="350468"/>
              <a:ext cx="422102" cy="445046"/>
            </a:xfrm>
            <a:custGeom>
              <a:avLst/>
              <a:gdLst>
                <a:gd name="connsiteX0" fmla="*/ 396879 w 422102"/>
                <a:gd name="connsiteY0" fmla="*/ 125416 h 445046"/>
                <a:gd name="connsiteX1" fmla="*/ 292138 w 422102"/>
                <a:gd name="connsiteY1" fmla="*/ 26509 h 445046"/>
                <a:gd name="connsiteX2" fmla="*/ 245809 w 422102"/>
                <a:gd name="connsiteY2" fmla="*/ 11093 h 445046"/>
                <a:gd name="connsiteX3" fmla="*/ 207646 w 422102"/>
                <a:gd name="connsiteY3" fmla="*/ 1761 h 445046"/>
                <a:gd name="connsiteX4" fmla="*/ 139319 w 422102"/>
                <a:gd name="connsiteY4" fmla="*/ 3177 h 445046"/>
                <a:gd name="connsiteX5" fmla="*/ 30996 w 422102"/>
                <a:gd name="connsiteY5" fmla="*/ 68005 h 445046"/>
                <a:gd name="connsiteX6" fmla="*/ 5914 w 422102"/>
                <a:gd name="connsiteY6" fmla="*/ 191660 h 445046"/>
                <a:gd name="connsiteX7" fmla="*/ 104406 w 422102"/>
                <a:gd name="connsiteY7" fmla="*/ 253905 h 445046"/>
                <a:gd name="connsiteX8" fmla="*/ 65075 w 422102"/>
                <a:gd name="connsiteY8" fmla="*/ 300901 h 445046"/>
                <a:gd name="connsiteX9" fmla="*/ 32245 w 422102"/>
                <a:gd name="connsiteY9" fmla="*/ 350229 h 445046"/>
                <a:gd name="connsiteX10" fmla="*/ 39828 w 422102"/>
                <a:gd name="connsiteY10" fmla="*/ 392226 h 445046"/>
                <a:gd name="connsiteX11" fmla="*/ 88907 w 422102"/>
                <a:gd name="connsiteY11" fmla="*/ 428056 h 445046"/>
                <a:gd name="connsiteX12" fmla="*/ 143319 w 422102"/>
                <a:gd name="connsiteY12" fmla="*/ 444638 h 445046"/>
                <a:gd name="connsiteX13" fmla="*/ 180648 w 422102"/>
                <a:gd name="connsiteY13" fmla="*/ 416473 h 445046"/>
                <a:gd name="connsiteX14" fmla="*/ 209063 w 422102"/>
                <a:gd name="connsiteY14" fmla="*/ 361562 h 445046"/>
                <a:gd name="connsiteX15" fmla="*/ 223561 w 422102"/>
                <a:gd name="connsiteY15" fmla="*/ 316816 h 445046"/>
                <a:gd name="connsiteX16" fmla="*/ 232227 w 422102"/>
                <a:gd name="connsiteY16" fmla="*/ 323149 h 445046"/>
                <a:gd name="connsiteX17" fmla="*/ 347717 w 422102"/>
                <a:gd name="connsiteY17" fmla="*/ 335148 h 445046"/>
                <a:gd name="connsiteX18" fmla="*/ 417627 w 422102"/>
                <a:gd name="connsiteY18" fmla="*/ 246572 h 445046"/>
                <a:gd name="connsiteX19" fmla="*/ 396879 w 422102"/>
                <a:gd name="connsiteY19" fmla="*/ 125416 h 445046"/>
                <a:gd name="connsiteX20" fmla="*/ 396879 w 422102"/>
                <a:gd name="connsiteY20" fmla="*/ 125416 h 445046"/>
                <a:gd name="connsiteX21" fmla="*/ 198730 w 422102"/>
                <a:gd name="connsiteY21" fmla="*/ 347980 h 445046"/>
                <a:gd name="connsiteX22" fmla="*/ 178732 w 422102"/>
                <a:gd name="connsiteY22" fmla="*/ 394309 h 445046"/>
                <a:gd name="connsiteX23" fmla="*/ 138403 w 422102"/>
                <a:gd name="connsiteY23" fmla="*/ 433639 h 445046"/>
                <a:gd name="connsiteX24" fmla="*/ 84241 w 422102"/>
                <a:gd name="connsiteY24" fmla="*/ 413974 h 445046"/>
                <a:gd name="connsiteX25" fmla="*/ 44578 w 422102"/>
                <a:gd name="connsiteY25" fmla="*/ 377477 h 445046"/>
                <a:gd name="connsiteX26" fmla="*/ 60993 w 422102"/>
                <a:gd name="connsiteY26" fmla="*/ 329065 h 445046"/>
                <a:gd name="connsiteX27" fmla="*/ 94739 w 422102"/>
                <a:gd name="connsiteY27" fmla="*/ 284985 h 445046"/>
                <a:gd name="connsiteX28" fmla="*/ 113988 w 422102"/>
                <a:gd name="connsiteY28" fmla="*/ 255988 h 445046"/>
                <a:gd name="connsiteX29" fmla="*/ 179399 w 422102"/>
                <a:gd name="connsiteY29" fmla="*/ 279486 h 445046"/>
                <a:gd name="connsiteX30" fmla="*/ 210729 w 422102"/>
                <a:gd name="connsiteY30" fmla="*/ 306067 h 445046"/>
                <a:gd name="connsiteX31" fmla="*/ 210896 w 422102"/>
                <a:gd name="connsiteY31" fmla="*/ 308067 h 445046"/>
                <a:gd name="connsiteX32" fmla="*/ 198730 w 422102"/>
                <a:gd name="connsiteY32" fmla="*/ 347980 h 445046"/>
                <a:gd name="connsiteX33" fmla="*/ 198730 w 422102"/>
                <a:gd name="connsiteY33" fmla="*/ 347980 h 445046"/>
                <a:gd name="connsiteX34" fmla="*/ 363965 w 422102"/>
                <a:gd name="connsiteY34" fmla="*/ 308483 h 445046"/>
                <a:gd name="connsiteX35" fmla="*/ 248559 w 422102"/>
                <a:gd name="connsiteY35" fmla="*/ 319732 h 445046"/>
                <a:gd name="connsiteX36" fmla="*/ 225395 w 422102"/>
                <a:gd name="connsiteY36" fmla="*/ 305150 h 445046"/>
                <a:gd name="connsiteX37" fmla="*/ 218479 w 422102"/>
                <a:gd name="connsiteY37" fmla="*/ 299567 h 445046"/>
                <a:gd name="connsiteX38" fmla="*/ 159734 w 422102"/>
                <a:gd name="connsiteY38" fmla="*/ 255821 h 445046"/>
                <a:gd name="connsiteX39" fmla="*/ 47577 w 422102"/>
                <a:gd name="connsiteY39" fmla="*/ 217908 h 445046"/>
                <a:gd name="connsiteX40" fmla="*/ 14914 w 422102"/>
                <a:gd name="connsiteY40" fmla="*/ 168496 h 445046"/>
                <a:gd name="connsiteX41" fmla="*/ 26329 w 422102"/>
                <a:gd name="connsiteY41" fmla="*/ 103168 h 445046"/>
                <a:gd name="connsiteX42" fmla="*/ 175399 w 422102"/>
                <a:gd name="connsiteY42" fmla="*/ 12760 h 445046"/>
                <a:gd name="connsiteX43" fmla="*/ 268391 w 422102"/>
                <a:gd name="connsiteY43" fmla="*/ 29758 h 445046"/>
                <a:gd name="connsiteX44" fmla="*/ 358049 w 422102"/>
                <a:gd name="connsiteY44" fmla="*/ 96919 h 445046"/>
                <a:gd name="connsiteX45" fmla="*/ 407378 w 422102"/>
                <a:gd name="connsiteY45" fmla="*/ 205243 h 445046"/>
                <a:gd name="connsiteX46" fmla="*/ 363965 w 422102"/>
                <a:gd name="connsiteY46" fmla="*/ 308483 h 445046"/>
                <a:gd name="connsiteX47" fmla="*/ 363965 w 422102"/>
                <a:gd name="connsiteY47" fmla="*/ 308483 h 445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422102" h="445046">
                  <a:moveTo>
                    <a:pt x="396879" y="125416"/>
                  </a:moveTo>
                  <a:cubicBezTo>
                    <a:pt x="372798" y="84253"/>
                    <a:pt x="336384" y="45590"/>
                    <a:pt x="292138" y="26509"/>
                  </a:cubicBezTo>
                  <a:cubicBezTo>
                    <a:pt x="277056" y="20009"/>
                    <a:pt x="261558" y="14843"/>
                    <a:pt x="245809" y="11093"/>
                  </a:cubicBezTo>
                  <a:cubicBezTo>
                    <a:pt x="233477" y="6844"/>
                    <a:pt x="220811" y="3427"/>
                    <a:pt x="207646" y="1761"/>
                  </a:cubicBezTo>
                  <a:cubicBezTo>
                    <a:pt x="184815" y="-1072"/>
                    <a:pt x="161983" y="-406"/>
                    <a:pt x="139319" y="3177"/>
                  </a:cubicBezTo>
                  <a:cubicBezTo>
                    <a:pt x="96323" y="10093"/>
                    <a:pt x="56743" y="32758"/>
                    <a:pt x="30996" y="68005"/>
                  </a:cubicBezTo>
                  <a:cubicBezTo>
                    <a:pt x="6331" y="102002"/>
                    <a:pt x="-9084" y="150497"/>
                    <a:pt x="5914" y="191660"/>
                  </a:cubicBezTo>
                  <a:cubicBezTo>
                    <a:pt x="19830" y="229990"/>
                    <a:pt x="68076" y="245739"/>
                    <a:pt x="104406" y="253905"/>
                  </a:cubicBezTo>
                  <a:cubicBezTo>
                    <a:pt x="92156" y="270070"/>
                    <a:pt x="77574" y="285069"/>
                    <a:pt x="65075" y="300901"/>
                  </a:cubicBezTo>
                  <a:cubicBezTo>
                    <a:pt x="52994" y="316149"/>
                    <a:pt x="38994" y="331648"/>
                    <a:pt x="32245" y="350229"/>
                  </a:cubicBezTo>
                  <a:cubicBezTo>
                    <a:pt x="26246" y="366978"/>
                    <a:pt x="27996" y="379144"/>
                    <a:pt x="39828" y="392226"/>
                  </a:cubicBezTo>
                  <a:cubicBezTo>
                    <a:pt x="54243" y="408141"/>
                    <a:pt x="69492" y="419307"/>
                    <a:pt x="88907" y="428056"/>
                  </a:cubicBezTo>
                  <a:cubicBezTo>
                    <a:pt x="105905" y="435638"/>
                    <a:pt x="123737" y="447387"/>
                    <a:pt x="143319" y="444638"/>
                  </a:cubicBezTo>
                  <a:cubicBezTo>
                    <a:pt x="160234" y="442305"/>
                    <a:pt x="171983" y="430306"/>
                    <a:pt x="180648" y="416473"/>
                  </a:cubicBezTo>
                  <a:cubicBezTo>
                    <a:pt x="191647" y="399058"/>
                    <a:pt x="201980" y="380977"/>
                    <a:pt x="209063" y="361562"/>
                  </a:cubicBezTo>
                  <a:cubicBezTo>
                    <a:pt x="214146" y="347646"/>
                    <a:pt x="220395" y="331898"/>
                    <a:pt x="223561" y="316816"/>
                  </a:cubicBezTo>
                  <a:cubicBezTo>
                    <a:pt x="226395" y="318982"/>
                    <a:pt x="229227" y="321149"/>
                    <a:pt x="232227" y="323149"/>
                  </a:cubicBezTo>
                  <a:cubicBezTo>
                    <a:pt x="265057" y="345147"/>
                    <a:pt x="311054" y="350229"/>
                    <a:pt x="347717" y="335148"/>
                  </a:cubicBezTo>
                  <a:cubicBezTo>
                    <a:pt x="385297" y="319566"/>
                    <a:pt x="407711" y="284569"/>
                    <a:pt x="417627" y="246572"/>
                  </a:cubicBezTo>
                  <a:cubicBezTo>
                    <a:pt x="428626" y="204576"/>
                    <a:pt x="418461" y="162413"/>
                    <a:pt x="396879" y="125416"/>
                  </a:cubicBezTo>
                  <a:lnTo>
                    <a:pt x="396879" y="125416"/>
                  </a:lnTo>
                  <a:close/>
                  <a:moveTo>
                    <a:pt x="198730" y="347980"/>
                  </a:moveTo>
                  <a:cubicBezTo>
                    <a:pt x="193814" y="364145"/>
                    <a:pt x="186648" y="379477"/>
                    <a:pt x="178732" y="394309"/>
                  </a:cubicBezTo>
                  <a:cubicBezTo>
                    <a:pt x="169983" y="410724"/>
                    <a:pt x="159900" y="432889"/>
                    <a:pt x="138403" y="433639"/>
                  </a:cubicBezTo>
                  <a:cubicBezTo>
                    <a:pt x="120154" y="434305"/>
                    <a:pt x="100239" y="421890"/>
                    <a:pt x="84241" y="413974"/>
                  </a:cubicBezTo>
                  <a:cubicBezTo>
                    <a:pt x="70908" y="407308"/>
                    <a:pt x="50993" y="391726"/>
                    <a:pt x="44578" y="377477"/>
                  </a:cubicBezTo>
                  <a:cubicBezTo>
                    <a:pt x="37245" y="361228"/>
                    <a:pt x="51744" y="341814"/>
                    <a:pt x="60993" y="329065"/>
                  </a:cubicBezTo>
                  <a:cubicBezTo>
                    <a:pt x="71908" y="314066"/>
                    <a:pt x="83824" y="299901"/>
                    <a:pt x="94739" y="284985"/>
                  </a:cubicBezTo>
                  <a:cubicBezTo>
                    <a:pt x="101239" y="276069"/>
                    <a:pt x="110155" y="266737"/>
                    <a:pt x="113988" y="255988"/>
                  </a:cubicBezTo>
                  <a:cubicBezTo>
                    <a:pt x="136986" y="260904"/>
                    <a:pt x="159734" y="265320"/>
                    <a:pt x="179399" y="279486"/>
                  </a:cubicBezTo>
                  <a:cubicBezTo>
                    <a:pt x="190564" y="287485"/>
                    <a:pt x="200480" y="296984"/>
                    <a:pt x="210729" y="306067"/>
                  </a:cubicBezTo>
                  <a:cubicBezTo>
                    <a:pt x="210729" y="306733"/>
                    <a:pt x="210729" y="307400"/>
                    <a:pt x="210896" y="308067"/>
                  </a:cubicBezTo>
                  <a:cubicBezTo>
                    <a:pt x="208396" y="321482"/>
                    <a:pt x="202647" y="335064"/>
                    <a:pt x="198730" y="347980"/>
                  </a:cubicBezTo>
                  <a:lnTo>
                    <a:pt x="198730" y="347980"/>
                  </a:lnTo>
                  <a:close/>
                  <a:moveTo>
                    <a:pt x="363965" y="308483"/>
                  </a:moveTo>
                  <a:cubicBezTo>
                    <a:pt x="332968" y="334898"/>
                    <a:pt x="284639" y="336981"/>
                    <a:pt x="248559" y="319732"/>
                  </a:cubicBezTo>
                  <a:cubicBezTo>
                    <a:pt x="240227" y="315733"/>
                    <a:pt x="232644" y="310650"/>
                    <a:pt x="225395" y="305150"/>
                  </a:cubicBezTo>
                  <a:cubicBezTo>
                    <a:pt x="224978" y="301900"/>
                    <a:pt x="221728" y="299734"/>
                    <a:pt x="218479" y="299567"/>
                  </a:cubicBezTo>
                  <a:cubicBezTo>
                    <a:pt x="199730" y="283902"/>
                    <a:pt x="182649" y="265904"/>
                    <a:pt x="159734" y="255821"/>
                  </a:cubicBezTo>
                  <a:cubicBezTo>
                    <a:pt x="123070" y="239739"/>
                    <a:pt x="82324" y="239573"/>
                    <a:pt x="47577" y="217908"/>
                  </a:cubicBezTo>
                  <a:cubicBezTo>
                    <a:pt x="28579" y="206076"/>
                    <a:pt x="17163" y="191244"/>
                    <a:pt x="14914" y="168496"/>
                  </a:cubicBezTo>
                  <a:cubicBezTo>
                    <a:pt x="12747" y="146664"/>
                    <a:pt x="17080" y="122917"/>
                    <a:pt x="26329" y="103168"/>
                  </a:cubicBezTo>
                  <a:cubicBezTo>
                    <a:pt x="54993" y="41341"/>
                    <a:pt x="113571" y="15260"/>
                    <a:pt x="175399" y="12760"/>
                  </a:cubicBezTo>
                  <a:cubicBezTo>
                    <a:pt x="206896" y="14426"/>
                    <a:pt x="238060" y="18926"/>
                    <a:pt x="268391" y="29758"/>
                  </a:cubicBezTo>
                  <a:cubicBezTo>
                    <a:pt x="305554" y="43090"/>
                    <a:pt x="332718" y="67422"/>
                    <a:pt x="358049" y="96919"/>
                  </a:cubicBezTo>
                  <a:cubicBezTo>
                    <a:pt x="384630" y="128000"/>
                    <a:pt x="404628" y="163746"/>
                    <a:pt x="407378" y="205243"/>
                  </a:cubicBezTo>
                  <a:cubicBezTo>
                    <a:pt x="409794" y="242489"/>
                    <a:pt x="392380" y="284152"/>
                    <a:pt x="363965" y="308483"/>
                  </a:cubicBezTo>
                  <a:lnTo>
                    <a:pt x="363965" y="308483"/>
                  </a:lnTo>
                  <a:close/>
                </a:path>
              </a:pathLst>
            </a:custGeom>
            <a:grpFill/>
            <a:ln w="8332" cap="flat">
              <a:noFill/>
              <a:prstDash val="solid"/>
              <a:miter/>
            </a:ln>
          </p:spPr>
          <p:txBody>
            <a:bodyPr rtlCol="0" anchor="ctr"/>
            <a:lstStyle/>
            <a:p>
              <a:endParaRPr lang="en-US"/>
            </a:p>
          </p:txBody>
        </p:sp>
        <p:sp>
          <p:nvSpPr>
            <p:cNvPr id="1722" name="Freeform: Shape 1721"/>
            <p:cNvSpPr/>
            <p:nvPr/>
          </p:nvSpPr>
          <p:spPr>
            <a:xfrm>
              <a:off x="5132894" y="2594432"/>
              <a:ext cx="422066" cy="444963"/>
            </a:xfrm>
            <a:custGeom>
              <a:avLst/>
              <a:gdLst>
                <a:gd name="connsiteX0" fmla="*/ 396879 w 422066"/>
                <a:gd name="connsiteY0" fmla="*/ 125416 h 444963"/>
                <a:gd name="connsiteX1" fmla="*/ 292138 w 422066"/>
                <a:gd name="connsiteY1" fmla="*/ 26509 h 444963"/>
                <a:gd name="connsiteX2" fmla="*/ 245809 w 422066"/>
                <a:gd name="connsiteY2" fmla="*/ 11093 h 444963"/>
                <a:gd name="connsiteX3" fmla="*/ 207646 w 422066"/>
                <a:gd name="connsiteY3" fmla="*/ 1761 h 444963"/>
                <a:gd name="connsiteX4" fmla="*/ 139319 w 422066"/>
                <a:gd name="connsiteY4" fmla="*/ 3178 h 444963"/>
                <a:gd name="connsiteX5" fmla="*/ 30996 w 422066"/>
                <a:gd name="connsiteY5" fmla="*/ 68005 h 444963"/>
                <a:gd name="connsiteX6" fmla="*/ 5914 w 422066"/>
                <a:gd name="connsiteY6" fmla="*/ 191660 h 444963"/>
                <a:gd name="connsiteX7" fmla="*/ 104406 w 422066"/>
                <a:gd name="connsiteY7" fmla="*/ 253821 h 444963"/>
                <a:gd name="connsiteX8" fmla="*/ 65075 w 422066"/>
                <a:gd name="connsiteY8" fmla="*/ 300817 h 444963"/>
                <a:gd name="connsiteX9" fmla="*/ 32245 w 422066"/>
                <a:gd name="connsiteY9" fmla="*/ 350146 h 444963"/>
                <a:gd name="connsiteX10" fmla="*/ 39828 w 422066"/>
                <a:gd name="connsiteY10" fmla="*/ 392142 h 444963"/>
                <a:gd name="connsiteX11" fmla="*/ 88907 w 422066"/>
                <a:gd name="connsiteY11" fmla="*/ 427972 h 444963"/>
                <a:gd name="connsiteX12" fmla="*/ 143319 w 422066"/>
                <a:gd name="connsiteY12" fmla="*/ 444554 h 444963"/>
                <a:gd name="connsiteX13" fmla="*/ 180648 w 422066"/>
                <a:gd name="connsiteY13" fmla="*/ 416390 h 444963"/>
                <a:gd name="connsiteX14" fmla="*/ 209063 w 422066"/>
                <a:gd name="connsiteY14" fmla="*/ 361479 h 444963"/>
                <a:gd name="connsiteX15" fmla="*/ 223561 w 422066"/>
                <a:gd name="connsiteY15" fmla="*/ 316732 h 444963"/>
                <a:gd name="connsiteX16" fmla="*/ 232227 w 422066"/>
                <a:gd name="connsiteY16" fmla="*/ 323065 h 444963"/>
                <a:gd name="connsiteX17" fmla="*/ 347717 w 422066"/>
                <a:gd name="connsiteY17" fmla="*/ 335064 h 444963"/>
                <a:gd name="connsiteX18" fmla="*/ 417627 w 422066"/>
                <a:gd name="connsiteY18" fmla="*/ 246489 h 444963"/>
                <a:gd name="connsiteX19" fmla="*/ 396879 w 422066"/>
                <a:gd name="connsiteY19" fmla="*/ 125416 h 444963"/>
                <a:gd name="connsiteX20" fmla="*/ 396879 w 422066"/>
                <a:gd name="connsiteY20" fmla="*/ 125416 h 444963"/>
                <a:gd name="connsiteX21" fmla="*/ 198647 w 422066"/>
                <a:gd name="connsiteY21" fmla="*/ 347896 h 444963"/>
                <a:gd name="connsiteX22" fmla="*/ 178649 w 422066"/>
                <a:gd name="connsiteY22" fmla="*/ 394226 h 444963"/>
                <a:gd name="connsiteX23" fmla="*/ 138319 w 422066"/>
                <a:gd name="connsiteY23" fmla="*/ 433555 h 444963"/>
                <a:gd name="connsiteX24" fmla="*/ 84157 w 422066"/>
                <a:gd name="connsiteY24" fmla="*/ 413890 h 444963"/>
                <a:gd name="connsiteX25" fmla="*/ 44494 w 422066"/>
                <a:gd name="connsiteY25" fmla="*/ 377394 h 444963"/>
                <a:gd name="connsiteX26" fmla="*/ 60909 w 422066"/>
                <a:gd name="connsiteY26" fmla="*/ 328981 h 444963"/>
                <a:gd name="connsiteX27" fmla="*/ 94656 w 422066"/>
                <a:gd name="connsiteY27" fmla="*/ 284902 h 444963"/>
                <a:gd name="connsiteX28" fmla="*/ 113904 w 422066"/>
                <a:gd name="connsiteY28" fmla="*/ 255905 h 444963"/>
                <a:gd name="connsiteX29" fmla="*/ 179315 w 422066"/>
                <a:gd name="connsiteY29" fmla="*/ 279403 h 444963"/>
                <a:gd name="connsiteX30" fmla="*/ 210646 w 422066"/>
                <a:gd name="connsiteY30" fmla="*/ 305984 h 444963"/>
                <a:gd name="connsiteX31" fmla="*/ 210812 w 422066"/>
                <a:gd name="connsiteY31" fmla="*/ 307983 h 444963"/>
                <a:gd name="connsiteX32" fmla="*/ 198647 w 422066"/>
                <a:gd name="connsiteY32" fmla="*/ 347896 h 444963"/>
                <a:gd name="connsiteX33" fmla="*/ 198647 w 422066"/>
                <a:gd name="connsiteY33" fmla="*/ 347896 h 444963"/>
                <a:gd name="connsiteX34" fmla="*/ 363882 w 422066"/>
                <a:gd name="connsiteY34" fmla="*/ 308317 h 444963"/>
                <a:gd name="connsiteX35" fmla="*/ 248476 w 422066"/>
                <a:gd name="connsiteY35" fmla="*/ 319566 h 444963"/>
                <a:gd name="connsiteX36" fmla="*/ 225311 w 422066"/>
                <a:gd name="connsiteY36" fmla="*/ 304984 h 444963"/>
                <a:gd name="connsiteX37" fmla="*/ 218395 w 422066"/>
                <a:gd name="connsiteY37" fmla="*/ 299401 h 444963"/>
                <a:gd name="connsiteX38" fmla="*/ 159651 w 422066"/>
                <a:gd name="connsiteY38" fmla="*/ 255655 h 444963"/>
                <a:gd name="connsiteX39" fmla="*/ 47494 w 422066"/>
                <a:gd name="connsiteY39" fmla="*/ 217742 h 444963"/>
                <a:gd name="connsiteX40" fmla="*/ 14830 w 422066"/>
                <a:gd name="connsiteY40" fmla="*/ 168329 h 444963"/>
                <a:gd name="connsiteX41" fmla="*/ 26246 w 422066"/>
                <a:gd name="connsiteY41" fmla="*/ 103002 h 444963"/>
                <a:gd name="connsiteX42" fmla="*/ 175316 w 422066"/>
                <a:gd name="connsiteY42" fmla="*/ 12593 h 444963"/>
                <a:gd name="connsiteX43" fmla="*/ 268307 w 422066"/>
                <a:gd name="connsiteY43" fmla="*/ 29592 h 444963"/>
                <a:gd name="connsiteX44" fmla="*/ 357966 w 422066"/>
                <a:gd name="connsiteY44" fmla="*/ 96752 h 444963"/>
                <a:gd name="connsiteX45" fmla="*/ 407295 w 422066"/>
                <a:gd name="connsiteY45" fmla="*/ 205076 h 444963"/>
                <a:gd name="connsiteX46" fmla="*/ 363882 w 422066"/>
                <a:gd name="connsiteY46" fmla="*/ 308317 h 444963"/>
                <a:gd name="connsiteX47" fmla="*/ 363882 w 422066"/>
                <a:gd name="connsiteY47" fmla="*/ 308317 h 444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422066" h="444963">
                  <a:moveTo>
                    <a:pt x="396879" y="125416"/>
                  </a:moveTo>
                  <a:cubicBezTo>
                    <a:pt x="372798" y="84253"/>
                    <a:pt x="336384" y="45590"/>
                    <a:pt x="292138" y="26509"/>
                  </a:cubicBezTo>
                  <a:cubicBezTo>
                    <a:pt x="277056" y="20009"/>
                    <a:pt x="261558" y="14843"/>
                    <a:pt x="245809" y="11093"/>
                  </a:cubicBezTo>
                  <a:cubicBezTo>
                    <a:pt x="233477" y="6844"/>
                    <a:pt x="220811" y="3427"/>
                    <a:pt x="207646" y="1761"/>
                  </a:cubicBezTo>
                  <a:cubicBezTo>
                    <a:pt x="184815" y="-1072"/>
                    <a:pt x="161983" y="-406"/>
                    <a:pt x="139319" y="3178"/>
                  </a:cubicBezTo>
                  <a:cubicBezTo>
                    <a:pt x="96323" y="10093"/>
                    <a:pt x="56743" y="32758"/>
                    <a:pt x="30996" y="68005"/>
                  </a:cubicBezTo>
                  <a:cubicBezTo>
                    <a:pt x="6331" y="102002"/>
                    <a:pt x="-9084" y="150498"/>
                    <a:pt x="5914" y="191660"/>
                  </a:cubicBezTo>
                  <a:cubicBezTo>
                    <a:pt x="19830" y="229990"/>
                    <a:pt x="68075" y="245739"/>
                    <a:pt x="104406" y="253821"/>
                  </a:cubicBezTo>
                  <a:cubicBezTo>
                    <a:pt x="92156" y="269987"/>
                    <a:pt x="77574" y="284985"/>
                    <a:pt x="65075" y="300817"/>
                  </a:cubicBezTo>
                  <a:cubicBezTo>
                    <a:pt x="52993" y="316066"/>
                    <a:pt x="38994" y="331565"/>
                    <a:pt x="32245" y="350146"/>
                  </a:cubicBezTo>
                  <a:cubicBezTo>
                    <a:pt x="26246" y="366895"/>
                    <a:pt x="27995" y="379060"/>
                    <a:pt x="39828" y="392142"/>
                  </a:cubicBezTo>
                  <a:cubicBezTo>
                    <a:pt x="54243" y="408058"/>
                    <a:pt x="69492" y="419223"/>
                    <a:pt x="88907" y="427972"/>
                  </a:cubicBezTo>
                  <a:cubicBezTo>
                    <a:pt x="105905" y="435555"/>
                    <a:pt x="123737" y="447304"/>
                    <a:pt x="143319" y="444554"/>
                  </a:cubicBezTo>
                  <a:cubicBezTo>
                    <a:pt x="160233" y="442221"/>
                    <a:pt x="171983" y="430222"/>
                    <a:pt x="180648" y="416390"/>
                  </a:cubicBezTo>
                  <a:cubicBezTo>
                    <a:pt x="191647" y="398975"/>
                    <a:pt x="201980" y="380893"/>
                    <a:pt x="209063" y="361479"/>
                  </a:cubicBezTo>
                  <a:cubicBezTo>
                    <a:pt x="214146" y="347563"/>
                    <a:pt x="220395" y="331815"/>
                    <a:pt x="223561" y="316732"/>
                  </a:cubicBezTo>
                  <a:cubicBezTo>
                    <a:pt x="226394" y="318899"/>
                    <a:pt x="229227" y="321065"/>
                    <a:pt x="232227" y="323065"/>
                  </a:cubicBezTo>
                  <a:cubicBezTo>
                    <a:pt x="265057" y="345063"/>
                    <a:pt x="311054" y="350146"/>
                    <a:pt x="347717" y="335064"/>
                  </a:cubicBezTo>
                  <a:cubicBezTo>
                    <a:pt x="385297" y="319482"/>
                    <a:pt x="407711" y="284485"/>
                    <a:pt x="417627" y="246489"/>
                  </a:cubicBezTo>
                  <a:cubicBezTo>
                    <a:pt x="428543" y="204576"/>
                    <a:pt x="418461" y="162246"/>
                    <a:pt x="396879" y="125416"/>
                  </a:cubicBezTo>
                  <a:lnTo>
                    <a:pt x="396879" y="125416"/>
                  </a:lnTo>
                  <a:close/>
                  <a:moveTo>
                    <a:pt x="198647" y="347896"/>
                  </a:moveTo>
                  <a:cubicBezTo>
                    <a:pt x="193731" y="364062"/>
                    <a:pt x="186565" y="379394"/>
                    <a:pt x="178649" y="394226"/>
                  </a:cubicBezTo>
                  <a:cubicBezTo>
                    <a:pt x="169900" y="410641"/>
                    <a:pt x="159817" y="432805"/>
                    <a:pt x="138319" y="433555"/>
                  </a:cubicBezTo>
                  <a:cubicBezTo>
                    <a:pt x="120071" y="434222"/>
                    <a:pt x="100156" y="421806"/>
                    <a:pt x="84157" y="413890"/>
                  </a:cubicBezTo>
                  <a:cubicBezTo>
                    <a:pt x="70825" y="407224"/>
                    <a:pt x="50910" y="391642"/>
                    <a:pt x="44494" y="377394"/>
                  </a:cubicBezTo>
                  <a:cubicBezTo>
                    <a:pt x="37162" y="361145"/>
                    <a:pt x="51660" y="341730"/>
                    <a:pt x="60909" y="328981"/>
                  </a:cubicBezTo>
                  <a:cubicBezTo>
                    <a:pt x="71825" y="313983"/>
                    <a:pt x="83740" y="299817"/>
                    <a:pt x="94656" y="284902"/>
                  </a:cubicBezTo>
                  <a:cubicBezTo>
                    <a:pt x="101156" y="275986"/>
                    <a:pt x="110072" y="266654"/>
                    <a:pt x="113904" y="255905"/>
                  </a:cubicBezTo>
                  <a:cubicBezTo>
                    <a:pt x="136902" y="260821"/>
                    <a:pt x="159651" y="265237"/>
                    <a:pt x="179315" y="279403"/>
                  </a:cubicBezTo>
                  <a:cubicBezTo>
                    <a:pt x="190481" y="287402"/>
                    <a:pt x="200397" y="296901"/>
                    <a:pt x="210646" y="305984"/>
                  </a:cubicBezTo>
                  <a:cubicBezTo>
                    <a:pt x="210646" y="306650"/>
                    <a:pt x="210646" y="307317"/>
                    <a:pt x="210812" y="307983"/>
                  </a:cubicBezTo>
                  <a:cubicBezTo>
                    <a:pt x="208313" y="321482"/>
                    <a:pt x="202647" y="334981"/>
                    <a:pt x="198647" y="347896"/>
                  </a:cubicBezTo>
                  <a:lnTo>
                    <a:pt x="198647" y="347896"/>
                  </a:lnTo>
                  <a:close/>
                  <a:moveTo>
                    <a:pt x="363882" y="308317"/>
                  </a:moveTo>
                  <a:cubicBezTo>
                    <a:pt x="332885" y="334731"/>
                    <a:pt x="284556" y="336814"/>
                    <a:pt x="248476" y="319566"/>
                  </a:cubicBezTo>
                  <a:cubicBezTo>
                    <a:pt x="240143" y="315566"/>
                    <a:pt x="232561" y="310483"/>
                    <a:pt x="225311" y="304984"/>
                  </a:cubicBezTo>
                  <a:cubicBezTo>
                    <a:pt x="224894" y="301734"/>
                    <a:pt x="221645" y="299567"/>
                    <a:pt x="218395" y="299401"/>
                  </a:cubicBezTo>
                  <a:cubicBezTo>
                    <a:pt x="199564" y="283735"/>
                    <a:pt x="182565" y="265737"/>
                    <a:pt x="159651" y="255655"/>
                  </a:cubicBezTo>
                  <a:cubicBezTo>
                    <a:pt x="122987" y="239573"/>
                    <a:pt x="82241" y="239406"/>
                    <a:pt x="47494" y="217742"/>
                  </a:cubicBezTo>
                  <a:cubicBezTo>
                    <a:pt x="28495" y="205909"/>
                    <a:pt x="17080" y="191077"/>
                    <a:pt x="14830" y="168329"/>
                  </a:cubicBezTo>
                  <a:cubicBezTo>
                    <a:pt x="12664" y="146498"/>
                    <a:pt x="16997" y="122750"/>
                    <a:pt x="26246" y="103002"/>
                  </a:cubicBezTo>
                  <a:cubicBezTo>
                    <a:pt x="54910" y="41174"/>
                    <a:pt x="113488" y="15093"/>
                    <a:pt x="175316" y="12593"/>
                  </a:cubicBezTo>
                  <a:cubicBezTo>
                    <a:pt x="206813" y="14260"/>
                    <a:pt x="237977" y="18759"/>
                    <a:pt x="268307" y="29592"/>
                  </a:cubicBezTo>
                  <a:cubicBezTo>
                    <a:pt x="305471" y="42924"/>
                    <a:pt x="332635" y="67255"/>
                    <a:pt x="357966" y="96752"/>
                  </a:cubicBezTo>
                  <a:cubicBezTo>
                    <a:pt x="384547" y="127833"/>
                    <a:pt x="404545" y="163580"/>
                    <a:pt x="407295" y="205076"/>
                  </a:cubicBezTo>
                  <a:cubicBezTo>
                    <a:pt x="409794" y="242406"/>
                    <a:pt x="392380" y="283985"/>
                    <a:pt x="363882" y="308317"/>
                  </a:cubicBezTo>
                  <a:lnTo>
                    <a:pt x="363882" y="308317"/>
                  </a:lnTo>
                  <a:close/>
                </a:path>
              </a:pathLst>
            </a:custGeom>
            <a:grpFill/>
            <a:ln w="8332" cap="flat">
              <a:noFill/>
              <a:prstDash val="solid"/>
              <a:miter/>
            </a:ln>
          </p:spPr>
          <p:txBody>
            <a:bodyPr rtlCol="0" anchor="ctr"/>
            <a:lstStyle/>
            <a:p>
              <a:endParaRPr lang="en-US"/>
            </a:p>
          </p:txBody>
        </p:sp>
        <p:sp>
          <p:nvSpPr>
            <p:cNvPr id="1723" name="Freeform: Shape 1722"/>
            <p:cNvSpPr/>
            <p:nvPr/>
          </p:nvSpPr>
          <p:spPr>
            <a:xfrm>
              <a:off x="2155158" y="821042"/>
              <a:ext cx="1011070" cy="330280"/>
            </a:xfrm>
            <a:custGeom>
              <a:avLst/>
              <a:gdLst>
                <a:gd name="connsiteX0" fmla="*/ 1010412 w 1011070"/>
                <a:gd name="connsiteY0" fmla="*/ 250455 h 330280"/>
                <a:gd name="connsiteX1" fmla="*/ 929919 w 1011070"/>
                <a:gd name="connsiteY1" fmla="*/ 173712 h 330280"/>
                <a:gd name="connsiteX2" fmla="*/ 794931 w 1011070"/>
                <a:gd name="connsiteY2" fmla="*/ 121800 h 330280"/>
                <a:gd name="connsiteX3" fmla="*/ 663859 w 1011070"/>
                <a:gd name="connsiteY3" fmla="*/ 82554 h 330280"/>
                <a:gd name="connsiteX4" fmla="*/ 554036 w 1011070"/>
                <a:gd name="connsiteY4" fmla="*/ 52640 h 330280"/>
                <a:gd name="connsiteX5" fmla="*/ 552370 w 1011070"/>
                <a:gd name="connsiteY5" fmla="*/ 52223 h 330280"/>
                <a:gd name="connsiteX6" fmla="*/ 427964 w 1011070"/>
                <a:gd name="connsiteY6" fmla="*/ 26225 h 330280"/>
                <a:gd name="connsiteX7" fmla="*/ 302892 w 1011070"/>
                <a:gd name="connsiteY7" fmla="*/ 7310 h 330280"/>
                <a:gd name="connsiteX8" fmla="*/ 59164 w 1011070"/>
                <a:gd name="connsiteY8" fmla="*/ 20809 h 330280"/>
                <a:gd name="connsiteX9" fmla="*/ 3 w 1011070"/>
                <a:gd name="connsiteY9" fmla="*/ 76721 h 330280"/>
                <a:gd name="connsiteX10" fmla="*/ 11418 w 1011070"/>
                <a:gd name="connsiteY10" fmla="*/ 114801 h 330280"/>
                <a:gd name="connsiteX11" fmla="*/ 55498 w 1011070"/>
                <a:gd name="connsiteY11" fmla="*/ 148964 h 330280"/>
                <a:gd name="connsiteX12" fmla="*/ 302475 w 1011070"/>
                <a:gd name="connsiteY12" fmla="*/ 221291 h 330280"/>
                <a:gd name="connsiteX13" fmla="*/ 571701 w 1011070"/>
                <a:gd name="connsiteY13" fmla="*/ 277619 h 330280"/>
                <a:gd name="connsiteX14" fmla="*/ 837010 w 1011070"/>
                <a:gd name="connsiteY14" fmla="*/ 326448 h 330280"/>
                <a:gd name="connsiteX15" fmla="*/ 955500 w 1011070"/>
                <a:gd name="connsiteY15" fmla="*/ 321949 h 330280"/>
                <a:gd name="connsiteX16" fmla="*/ 1010412 w 1011070"/>
                <a:gd name="connsiteY16" fmla="*/ 250455 h 330280"/>
                <a:gd name="connsiteX17" fmla="*/ 1010412 w 1011070"/>
                <a:gd name="connsiteY17" fmla="*/ 250455 h 330280"/>
                <a:gd name="connsiteX18" fmla="*/ 964666 w 1011070"/>
                <a:gd name="connsiteY18" fmla="*/ 302117 h 330280"/>
                <a:gd name="connsiteX19" fmla="*/ 851759 w 1011070"/>
                <a:gd name="connsiteY19" fmla="*/ 313783 h 330280"/>
                <a:gd name="connsiteX20" fmla="*/ 613197 w 1011070"/>
                <a:gd name="connsiteY20" fmla="*/ 272703 h 330280"/>
                <a:gd name="connsiteX21" fmla="*/ 373136 w 1011070"/>
                <a:gd name="connsiteY21" fmla="*/ 222541 h 330280"/>
                <a:gd name="connsiteX22" fmla="*/ 139573 w 1011070"/>
                <a:gd name="connsiteY22" fmla="*/ 167129 h 330280"/>
                <a:gd name="connsiteX23" fmla="*/ 33333 w 1011070"/>
                <a:gd name="connsiteY23" fmla="*/ 115384 h 330280"/>
                <a:gd name="connsiteX24" fmla="*/ 17001 w 1011070"/>
                <a:gd name="connsiteY24" fmla="*/ 71555 h 330280"/>
                <a:gd name="connsiteX25" fmla="*/ 59830 w 1011070"/>
                <a:gd name="connsiteY25" fmla="*/ 37558 h 330280"/>
                <a:gd name="connsiteX26" fmla="*/ 288976 w 1011070"/>
                <a:gd name="connsiteY26" fmla="*/ 20809 h 330280"/>
                <a:gd name="connsiteX27" fmla="*/ 539204 w 1011070"/>
                <a:gd name="connsiteY27" fmla="*/ 61139 h 330280"/>
                <a:gd name="connsiteX28" fmla="*/ 670359 w 1011070"/>
                <a:gd name="connsiteY28" fmla="*/ 96386 h 330280"/>
                <a:gd name="connsiteX29" fmla="*/ 679275 w 1011070"/>
                <a:gd name="connsiteY29" fmla="*/ 98969 h 330280"/>
                <a:gd name="connsiteX30" fmla="*/ 743769 w 1011070"/>
                <a:gd name="connsiteY30" fmla="*/ 118800 h 330280"/>
                <a:gd name="connsiteX31" fmla="*/ 848759 w 1011070"/>
                <a:gd name="connsiteY31" fmla="*/ 156714 h 330280"/>
                <a:gd name="connsiteX32" fmla="*/ 951083 w 1011070"/>
                <a:gd name="connsiteY32" fmla="*/ 203959 h 330280"/>
                <a:gd name="connsiteX33" fmla="*/ 990913 w 1011070"/>
                <a:gd name="connsiteY33" fmla="*/ 242289 h 330280"/>
                <a:gd name="connsiteX34" fmla="*/ 964666 w 1011070"/>
                <a:gd name="connsiteY34" fmla="*/ 302117 h 330280"/>
                <a:gd name="connsiteX35" fmla="*/ 964666 w 1011070"/>
                <a:gd name="connsiteY35" fmla="*/ 302117 h 330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11070" h="330280">
                  <a:moveTo>
                    <a:pt x="1010412" y="250455"/>
                  </a:moveTo>
                  <a:cubicBezTo>
                    <a:pt x="1004745" y="213625"/>
                    <a:pt x="959416" y="189044"/>
                    <a:pt x="929919" y="173712"/>
                  </a:cubicBezTo>
                  <a:cubicBezTo>
                    <a:pt x="887423" y="151547"/>
                    <a:pt x="839677" y="138632"/>
                    <a:pt x="794931" y="121800"/>
                  </a:cubicBezTo>
                  <a:cubicBezTo>
                    <a:pt x="752268" y="105801"/>
                    <a:pt x="707272" y="96386"/>
                    <a:pt x="663859" y="82554"/>
                  </a:cubicBezTo>
                  <a:cubicBezTo>
                    <a:pt x="628113" y="71138"/>
                    <a:pt x="591116" y="60806"/>
                    <a:pt x="554036" y="52640"/>
                  </a:cubicBezTo>
                  <a:cubicBezTo>
                    <a:pt x="553453" y="52473"/>
                    <a:pt x="552953" y="52306"/>
                    <a:pt x="552370" y="52223"/>
                  </a:cubicBezTo>
                  <a:cubicBezTo>
                    <a:pt x="511373" y="41641"/>
                    <a:pt x="469627" y="34225"/>
                    <a:pt x="427964" y="26225"/>
                  </a:cubicBezTo>
                  <a:cubicBezTo>
                    <a:pt x="386301" y="18226"/>
                    <a:pt x="345305" y="10977"/>
                    <a:pt x="302892" y="7310"/>
                  </a:cubicBezTo>
                  <a:cubicBezTo>
                    <a:pt x="222149" y="394"/>
                    <a:pt x="136657" y="-9688"/>
                    <a:pt x="59164" y="20809"/>
                  </a:cubicBezTo>
                  <a:cubicBezTo>
                    <a:pt x="35666" y="30058"/>
                    <a:pt x="169" y="47223"/>
                    <a:pt x="3" y="76721"/>
                  </a:cubicBezTo>
                  <a:cubicBezTo>
                    <a:pt x="-81" y="91469"/>
                    <a:pt x="1836" y="103302"/>
                    <a:pt x="11418" y="114801"/>
                  </a:cubicBezTo>
                  <a:cubicBezTo>
                    <a:pt x="23084" y="128799"/>
                    <a:pt x="39332" y="140548"/>
                    <a:pt x="55498" y="148964"/>
                  </a:cubicBezTo>
                  <a:cubicBezTo>
                    <a:pt x="131491" y="188544"/>
                    <a:pt x="219566" y="203376"/>
                    <a:pt x="302475" y="221291"/>
                  </a:cubicBezTo>
                  <a:cubicBezTo>
                    <a:pt x="392134" y="240706"/>
                    <a:pt x="481959" y="258704"/>
                    <a:pt x="571701" y="277619"/>
                  </a:cubicBezTo>
                  <a:cubicBezTo>
                    <a:pt x="659276" y="296034"/>
                    <a:pt x="748018" y="316033"/>
                    <a:pt x="837010" y="326448"/>
                  </a:cubicBezTo>
                  <a:cubicBezTo>
                    <a:pt x="876007" y="330948"/>
                    <a:pt x="917420" y="333614"/>
                    <a:pt x="955500" y="321949"/>
                  </a:cubicBezTo>
                  <a:cubicBezTo>
                    <a:pt x="986080" y="312366"/>
                    <a:pt x="1015911" y="286119"/>
                    <a:pt x="1010412" y="250455"/>
                  </a:cubicBezTo>
                  <a:lnTo>
                    <a:pt x="1010412" y="250455"/>
                  </a:lnTo>
                  <a:close/>
                  <a:moveTo>
                    <a:pt x="964666" y="302117"/>
                  </a:moveTo>
                  <a:cubicBezTo>
                    <a:pt x="929835" y="317949"/>
                    <a:pt x="889089" y="316866"/>
                    <a:pt x="851759" y="313783"/>
                  </a:cubicBezTo>
                  <a:cubicBezTo>
                    <a:pt x="771683" y="307033"/>
                    <a:pt x="691857" y="288452"/>
                    <a:pt x="613197" y="272703"/>
                  </a:cubicBezTo>
                  <a:cubicBezTo>
                    <a:pt x="533121" y="256621"/>
                    <a:pt x="452962" y="239706"/>
                    <a:pt x="373136" y="222541"/>
                  </a:cubicBezTo>
                  <a:cubicBezTo>
                    <a:pt x="295143" y="205792"/>
                    <a:pt x="215733" y="191127"/>
                    <a:pt x="139573" y="167129"/>
                  </a:cubicBezTo>
                  <a:cubicBezTo>
                    <a:pt x="102660" y="155464"/>
                    <a:pt x="62747" y="141548"/>
                    <a:pt x="33333" y="115384"/>
                  </a:cubicBezTo>
                  <a:cubicBezTo>
                    <a:pt x="20667" y="104135"/>
                    <a:pt x="11002" y="89136"/>
                    <a:pt x="17001" y="71555"/>
                  </a:cubicBezTo>
                  <a:cubicBezTo>
                    <a:pt x="22834" y="54306"/>
                    <a:pt x="44165" y="43974"/>
                    <a:pt x="59830" y="37558"/>
                  </a:cubicBezTo>
                  <a:cubicBezTo>
                    <a:pt x="131741" y="7977"/>
                    <a:pt x="213317" y="14393"/>
                    <a:pt x="288976" y="20809"/>
                  </a:cubicBezTo>
                  <a:cubicBezTo>
                    <a:pt x="373136" y="27975"/>
                    <a:pt x="456711" y="42974"/>
                    <a:pt x="539204" y="61139"/>
                  </a:cubicBezTo>
                  <a:cubicBezTo>
                    <a:pt x="583450" y="70888"/>
                    <a:pt x="626863" y="83803"/>
                    <a:pt x="670359" y="96386"/>
                  </a:cubicBezTo>
                  <a:cubicBezTo>
                    <a:pt x="673359" y="97219"/>
                    <a:pt x="676275" y="98136"/>
                    <a:pt x="679275" y="98969"/>
                  </a:cubicBezTo>
                  <a:cubicBezTo>
                    <a:pt x="700773" y="105635"/>
                    <a:pt x="722187" y="112384"/>
                    <a:pt x="743769" y="118800"/>
                  </a:cubicBezTo>
                  <a:cubicBezTo>
                    <a:pt x="779432" y="129466"/>
                    <a:pt x="813679" y="144215"/>
                    <a:pt x="848759" y="156714"/>
                  </a:cubicBezTo>
                  <a:cubicBezTo>
                    <a:pt x="884590" y="169462"/>
                    <a:pt x="919336" y="182545"/>
                    <a:pt x="951083" y="203959"/>
                  </a:cubicBezTo>
                  <a:cubicBezTo>
                    <a:pt x="966165" y="214125"/>
                    <a:pt x="982581" y="225624"/>
                    <a:pt x="990913" y="242289"/>
                  </a:cubicBezTo>
                  <a:cubicBezTo>
                    <a:pt x="1002246" y="264870"/>
                    <a:pt x="986164" y="292368"/>
                    <a:pt x="964666" y="302117"/>
                  </a:cubicBezTo>
                  <a:lnTo>
                    <a:pt x="964666" y="302117"/>
                  </a:lnTo>
                  <a:close/>
                </a:path>
              </a:pathLst>
            </a:custGeom>
            <a:grpFill/>
            <a:ln w="8332" cap="flat">
              <a:noFill/>
              <a:prstDash val="solid"/>
              <a:miter/>
            </a:ln>
          </p:spPr>
          <p:txBody>
            <a:bodyPr rtlCol="0" anchor="ctr"/>
            <a:lstStyle/>
            <a:p>
              <a:endParaRPr lang="en-US"/>
            </a:p>
          </p:txBody>
        </p:sp>
        <p:sp>
          <p:nvSpPr>
            <p:cNvPr id="1724" name="Freeform: Shape 1723"/>
            <p:cNvSpPr/>
            <p:nvPr/>
          </p:nvSpPr>
          <p:spPr>
            <a:xfrm>
              <a:off x="2339617" y="866311"/>
              <a:ext cx="144227" cy="70632"/>
            </a:xfrm>
            <a:custGeom>
              <a:avLst/>
              <a:gdLst>
                <a:gd name="connsiteX0" fmla="*/ 139680 w 144227"/>
                <a:gd name="connsiteY0" fmla="*/ 38 h 70632"/>
                <a:gd name="connsiteX1" fmla="*/ 110 w 144227"/>
                <a:gd name="connsiteY1" fmla="*/ 65865 h 70632"/>
                <a:gd name="connsiteX2" fmla="*/ 1609 w 144227"/>
                <a:gd name="connsiteY2" fmla="*/ 66865 h 70632"/>
                <a:gd name="connsiteX3" fmla="*/ 124848 w 144227"/>
                <a:gd name="connsiteY3" fmla="*/ 11120 h 70632"/>
                <a:gd name="connsiteX4" fmla="*/ 87018 w 144227"/>
                <a:gd name="connsiteY4" fmla="*/ 40284 h 70632"/>
                <a:gd name="connsiteX5" fmla="*/ 14942 w 144227"/>
                <a:gd name="connsiteY5" fmla="*/ 64532 h 70632"/>
                <a:gd name="connsiteX6" fmla="*/ 16941 w 144227"/>
                <a:gd name="connsiteY6" fmla="*/ 70531 h 70632"/>
                <a:gd name="connsiteX7" fmla="*/ 93601 w 144227"/>
                <a:gd name="connsiteY7" fmla="*/ 46950 h 70632"/>
                <a:gd name="connsiteX8" fmla="*/ 142347 w 144227"/>
                <a:gd name="connsiteY8" fmla="*/ 7954 h 70632"/>
                <a:gd name="connsiteX9" fmla="*/ 139680 w 144227"/>
                <a:gd name="connsiteY9" fmla="*/ 38 h 70632"/>
                <a:gd name="connsiteX10" fmla="*/ 139680 w 144227"/>
                <a:gd name="connsiteY10" fmla="*/ 38 h 70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4227" h="70632">
                  <a:moveTo>
                    <a:pt x="139680" y="38"/>
                  </a:moveTo>
                  <a:cubicBezTo>
                    <a:pt x="86935" y="7204"/>
                    <a:pt x="28857" y="15953"/>
                    <a:pt x="110" y="65865"/>
                  </a:cubicBezTo>
                  <a:cubicBezTo>
                    <a:pt x="-390" y="66782"/>
                    <a:pt x="943" y="67782"/>
                    <a:pt x="1609" y="66865"/>
                  </a:cubicBezTo>
                  <a:cubicBezTo>
                    <a:pt x="30440" y="27535"/>
                    <a:pt x="79019" y="18369"/>
                    <a:pt x="124848" y="11120"/>
                  </a:cubicBezTo>
                  <a:cubicBezTo>
                    <a:pt x="113266" y="22036"/>
                    <a:pt x="103351" y="34035"/>
                    <a:pt x="87018" y="40284"/>
                  </a:cubicBezTo>
                  <a:cubicBezTo>
                    <a:pt x="63521" y="49367"/>
                    <a:pt x="38773" y="56116"/>
                    <a:pt x="14942" y="64532"/>
                  </a:cubicBezTo>
                  <a:cubicBezTo>
                    <a:pt x="11025" y="65865"/>
                    <a:pt x="13025" y="71448"/>
                    <a:pt x="16941" y="70531"/>
                  </a:cubicBezTo>
                  <a:cubicBezTo>
                    <a:pt x="42439" y="64699"/>
                    <a:pt x="69603" y="57366"/>
                    <a:pt x="93601" y="46950"/>
                  </a:cubicBezTo>
                  <a:cubicBezTo>
                    <a:pt x="114099" y="38034"/>
                    <a:pt x="124349" y="19536"/>
                    <a:pt x="142347" y="7954"/>
                  </a:cubicBezTo>
                  <a:cubicBezTo>
                    <a:pt x="145846" y="5787"/>
                    <a:pt x="144180" y="-546"/>
                    <a:pt x="139680" y="38"/>
                  </a:cubicBezTo>
                  <a:lnTo>
                    <a:pt x="139680" y="38"/>
                  </a:lnTo>
                  <a:close/>
                </a:path>
              </a:pathLst>
            </a:custGeom>
            <a:grpFill/>
            <a:ln w="8332" cap="flat">
              <a:noFill/>
              <a:prstDash val="solid"/>
              <a:miter/>
            </a:ln>
          </p:spPr>
          <p:txBody>
            <a:bodyPr rtlCol="0" anchor="ctr"/>
            <a:lstStyle/>
            <a:p>
              <a:endParaRPr lang="en-US"/>
            </a:p>
          </p:txBody>
        </p:sp>
        <p:sp>
          <p:nvSpPr>
            <p:cNvPr id="1725" name="Freeform: Shape 1724"/>
            <p:cNvSpPr/>
            <p:nvPr/>
          </p:nvSpPr>
          <p:spPr>
            <a:xfrm>
              <a:off x="2468386" y="896996"/>
              <a:ext cx="180929" cy="82121"/>
            </a:xfrm>
            <a:custGeom>
              <a:avLst/>
              <a:gdLst>
                <a:gd name="connsiteX0" fmla="*/ 173813 w 180929"/>
                <a:gd name="connsiteY0" fmla="*/ 350 h 82121"/>
                <a:gd name="connsiteX1" fmla="*/ 145232 w 180929"/>
                <a:gd name="connsiteY1" fmla="*/ 2933 h 82121"/>
                <a:gd name="connsiteX2" fmla="*/ 115402 w 180929"/>
                <a:gd name="connsiteY2" fmla="*/ 6682 h 82121"/>
                <a:gd name="connsiteX3" fmla="*/ 68989 w 180929"/>
                <a:gd name="connsiteY3" fmla="*/ 20681 h 82121"/>
                <a:gd name="connsiteX4" fmla="*/ 27410 w 180929"/>
                <a:gd name="connsiteY4" fmla="*/ 46346 h 82121"/>
                <a:gd name="connsiteX5" fmla="*/ 3495 w 180929"/>
                <a:gd name="connsiteY5" fmla="*/ 74926 h 82121"/>
                <a:gd name="connsiteX6" fmla="*/ 3495 w 180929"/>
                <a:gd name="connsiteY6" fmla="*/ 75010 h 82121"/>
                <a:gd name="connsiteX7" fmla="*/ 2245 w 180929"/>
                <a:gd name="connsiteY7" fmla="*/ 75426 h 82121"/>
                <a:gd name="connsiteX8" fmla="*/ 3495 w 180929"/>
                <a:gd name="connsiteY8" fmla="*/ 82092 h 82121"/>
                <a:gd name="connsiteX9" fmla="*/ 100903 w 180929"/>
                <a:gd name="connsiteY9" fmla="*/ 61011 h 82121"/>
                <a:gd name="connsiteX10" fmla="*/ 138983 w 180929"/>
                <a:gd name="connsiteY10" fmla="*/ 42179 h 82121"/>
                <a:gd name="connsiteX11" fmla="*/ 156815 w 180929"/>
                <a:gd name="connsiteY11" fmla="*/ 28597 h 82121"/>
                <a:gd name="connsiteX12" fmla="*/ 177396 w 180929"/>
                <a:gd name="connsiteY12" fmla="*/ 10932 h 82121"/>
                <a:gd name="connsiteX13" fmla="*/ 173813 w 180929"/>
                <a:gd name="connsiteY13" fmla="*/ 350 h 82121"/>
                <a:gd name="connsiteX14" fmla="*/ 173813 w 180929"/>
                <a:gd name="connsiteY14" fmla="*/ 350 h 82121"/>
                <a:gd name="connsiteX15" fmla="*/ 141150 w 180929"/>
                <a:gd name="connsiteY15" fmla="*/ 28597 h 82121"/>
                <a:gd name="connsiteX16" fmla="*/ 97903 w 180929"/>
                <a:gd name="connsiteY16" fmla="*/ 51845 h 82121"/>
                <a:gd name="connsiteX17" fmla="*/ 52408 w 180929"/>
                <a:gd name="connsiteY17" fmla="*/ 65677 h 82121"/>
                <a:gd name="connsiteX18" fmla="*/ 10745 w 180929"/>
                <a:gd name="connsiteY18" fmla="*/ 73093 h 82121"/>
                <a:gd name="connsiteX19" fmla="*/ 45075 w 180929"/>
                <a:gd name="connsiteY19" fmla="*/ 45596 h 82121"/>
                <a:gd name="connsiteX20" fmla="*/ 88988 w 180929"/>
                <a:gd name="connsiteY20" fmla="*/ 24847 h 82121"/>
                <a:gd name="connsiteX21" fmla="*/ 134900 w 180929"/>
                <a:gd name="connsiteY21" fmla="*/ 15348 h 82121"/>
                <a:gd name="connsiteX22" fmla="*/ 156398 w 180929"/>
                <a:gd name="connsiteY22" fmla="*/ 14098 h 82121"/>
                <a:gd name="connsiteX23" fmla="*/ 141150 w 180929"/>
                <a:gd name="connsiteY23" fmla="*/ 28597 h 82121"/>
                <a:gd name="connsiteX24" fmla="*/ 141150 w 180929"/>
                <a:gd name="connsiteY24" fmla="*/ 28597 h 82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80929" h="82121">
                  <a:moveTo>
                    <a:pt x="173813" y="350"/>
                  </a:moveTo>
                  <a:cubicBezTo>
                    <a:pt x="165147" y="3266"/>
                    <a:pt x="154315" y="2016"/>
                    <a:pt x="145232" y="2933"/>
                  </a:cubicBezTo>
                  <a:cubicBezTo>
                    <a:pt x="135317" y="4016"/>
                    <a:pt x="125318" y="5099"/>
                    <a:pt x="115402" y="6682"/>
                  </a:cubicBezTo>
                  <a:cubicBezTo>
                    <a:pt x="99403" y="9182"/>
                    <a:pt x="83905" y="14265"/>
                    <a:pt x="68989" y="20681"/>
                  </a:cubicBezTo>
                  <a:cubicBezTo>
                    <a:pt x="53824" y="27264"/>
                    <a:pt x="40075" y="35680"/>
                    <a:pt x="27410" y="46346"/>
                  </a:cubicBezTo>
                  <a:cubicBezTo>
                    <a:pt x="18910" y="53428"/>
                    <a:pt x="5912" y="63594"/>
                    <a:pt x="3495" y="74926"/>
                  </a:cubicBezTo>
                  <a:cubicBezTo>
                    <a:pt x="3495" y="75010"/>
                    <a:pt x="3495" y="75010"/>
                    <a:pt x="3495" y="75010"/>
                  </a:cubicBezTo>
                  <a:cubicBezTo>
                    <a:pt x="3079" y="75176"/>
                    <a:pt x="2662" y="75260"/>
                    <a:pt x="2245" y="75426"/>
                  </a:cubicBezTo>
                  <a:cubicBezTo>
                    <a:pt x="-1338" y="76593"/>
                    <a:pt x="-421" y="82592"/>
                    <a:pt x="3495" y="82092"/>
                  </a:cubicBezTo>
                  <a:cubicBezTo>
                    <a:pt x="36992" y="77759"/>
                    <a:pt x="68906" y="72926"/>
                    <a:pt x="100903" y="61011"/>
                  </a:cubicBezTo>
                  <a:cubicBezTo>
                    <a:pt x="114235" y="56011"/>
                    <a:pt x="126984" y="49929"/>
                    <a:pt x="138983" y="42179"/>
                  </a:cubicBezTo>
                  <a:cubicBezTo>
                    <a:pt x="145316" y="38096"/>
                    <a:pt x="151149" y="33430"/>
                    <a:pt x="156815" y="28597"/>
                  </a:cubicBezTo>
                  <a:cubicBezTo>
                    <a:pt x="162981" y="23348"/>
                    <a:pt x="170064" y="14182"/>
                    <a:pt x="177396" y="10932"/>
                  </a:cubicBezTo>
                  <a:cubicBezTo>
                    <a:pt x="183812" y="8016"/>
                    <a:pt x="180813" y="-1983"/>
                    <a:pt x="173813" y="350"/>
                  </a:cubicBezTo>
                  <a:lnTo>
                    <a:pt x="173813" y="350"/>
                  </a:lnTo>
                  <a:close/>
                  <a:moveTo>
                    <a:pt x="141150" y="28597"/>
                  </a:moveTo>
                  <a:cubicBezTo>
                    <a:pt x="128067" y="38596"/>
                    <a:pt x="113152" y="46012"/>
                    <a:pt x="97903" y="51845"/>
                  </a:cubicBezTo>
                  <a:cubicBezTo>
                    <a:pt x="83071" y="57428"/>
                    <a:pt x="67823" y="61928"/>
                    <a:pt x="52408" y="65677"/>
                  </a:cubicBezTo>
                  <a:cubicBezTo>
                    <a:pt x="38742" y="69010"/>
                    <a:pt x="24410" y="69843"/>
                    <a:pt x="10745" y="73093"/>
                  </a:cubicBezTo>
                  <a:cubicBezTo>
                    <a:pt x="19660" y="62261"/>
                    <a:pt x="33742" y="52762"/>
                    <a:pt x="45075" y="45596"/>
                  </a:cubicBezTo>
                  <a:cubicBezTo>
                    <a:pt x="58824" y="36930"/>
                    <a:pt x="73656" y="30097"/>
                    <a:pt x="88988" y="24847"/>
                  </a:cubicBezTo>
                  <a:cubicBezTo>
                    <a:pt x="103986" y="19681"/>
                    <a:pt x="119235" y="17348"/>
                    <a:pt x="134900" y="15348"/>
                  </a:cubicBezTo>
                  <a:cubicBezTo>
                    <a:pt x="141650" y="14515"/>
                    <a:pt x="149065" y="14515"/>
                    <a:pt x="156398" y="14098"/>
                  </a:cubicBezTo>
                  <a:cubicBezTo>
                    <a:pt x="151232" y="19181"/>
                    <a:pt x="146399" y="24597"/>
                    <a:pt x="141150" y="28597"/>
                  </a:cubicBezTo>
                  <a:lnTo>
                    <a:pt x="141150" y="28597"/>
                  </a:lnTo>
                  <a:close/>
                </a:path>
              </a:pathLst>
            </a:custGeom>
            <a:grpFill/>
            <a:ln w="8332" cap="flat">
              <a:noFill/>
              <a:prstDash val="solid"/>
              <a:miter/>
            </a:ln>
          </p:spPr>
          <p:txBody>
            <a:bodyPr rtlCol="0" anchor="ctr"/>
            <a:lstStyle/>
            <a:p>
              <a:endParaRPr lang="en-US"/>
            </a:p>
          </p:txBody>
        </p:sp>
        <p:sp>
          <p:nvSpPr>
            <p:cNvPr id="1726" name="Freeform: Shape 1725"/>
            <p:cNvSpPr/>
            <p:nvPr/>
          </p:nvSpPr>
          <p:spPr>
            <a:xfrm>
              <a:off x="2627775" y="934244"/>
              <a:ext cx="166060" cy="80271"/>
            </a:xfrm>
            <a:custGeom>
              <a:avLst/>
              <a:gdLst>
                <a:gd name="connsiteX0" fmla="*/ 161078 w 166060"/>
                <a:gd name="connsiteY0" fmla="*/ 15 h 80271"/>
                <a:gd name="connsiteX1" fmla="*/ 111583 w 166060"/>
                <a:gd name="connsiteY1" fmla="*/ 8431 h 80271"/>
                <a:gd name="connsiteX2" fmla="*/ 63670 w 166060"/>
                <a:gd name="connsiteY2" fmla="*/ 18847 h 80271"/>
                <a:gd name="connsiteX3" fmla="*/ 9 w 166060"/>
                <a:gd name="connsiteY3" fmla="*/ 73675 h 80271"/>
                <a:gd name="connsiteX4" fmla="*/ 3176 w 166060"/>
                <a:gd name="connsiteY4" fmla="*/ 75258 h 80271"/>
                <a:gd name="connsiteX5" fmla="*/ 78752 w 166060"/>
                <a:gd name="connsiteY5" fmla="*/ 25180 h 80271"/>
                <a:gd name="connsiteX6" fmla="*/ 125582 w 166060"/>
                <a:gd name="connsiteY6" fmla="*/ 18513 h 80271"/>
                <a:gd name="connsiteX7" fmla="*/ 144330 w 166060"/>
                <a:gd name="connsiteY7" fmla="*/ 14347 h 80271"/>
                <a:gd name="connsiteX8" fmla="*/ 130248 w 166060"/>
                <a:gd name="connsiteY8" fmla="*/ 23680 h 80271"/>
                <a:gd name="connsiteX9" fmla="*/ 90918 w 166060"/>
                <a:gd name="connsiteY9" fmla="*/ 48844 h 80271"/>
                <a:gd name="connsiteX10" fmla="*/ 6675 w 166060"/>
                <a:gd name="connsiteY10" fmla="*/ 72509 h 80271"/>
                <a:gd name="connsiteX11" fmla="*/ 9175 w 166060"/>
                <a:gd name="connsiteY11" fmla="*/ 80091 h 80271"/>
                <a:gd name="connsiteX12" fmla="*/ 97584 w 166060"/>
                <a:gd name="connsiteY12" fmla="*/ 55177 h 80271"/>
                <a:gd name="connsiteX13" fmla="*/ 137247 w 166060"/>
                <a:gd name="connsiteY13" fmla="*/ 29346 h 80271"/>
                <a:gd name="connsiteX14" fmla="*/ 164994 w 166060"/>
                <a:gd name="connsiteY14" fmla="*/ 8181 h 80271"/>
                <a:gd name="connsiteX15" fmla="*/ 161078 w 166060"/>
                <a:gd name="connsiteY15" fmla="*/ 15 h 80271"/>
                <a:gd name="connsiteX16" fmla="*/ 161078 w 166060"/>
                <a:gd name="connsiteY16" fmla="*/ 15 h 80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060" h="80271">
                  <a:moveTo>
                    <a:pt x="161078" y="15"/>
                  </a:moveTo>
                  <a:cubicBezTo>
                    <a:pt x="144496" y="1182"/>
                    <a:pt x="128498" y="7348"/>
                    <a:pt x="111583" y="8431"/>
                  </a:cubicBezTo>
                  <a:cubicBezTo>
                    <a:pt x="94667" y="9514"/>
                    <a:pt x="79336" y="12097"/>
                    <a:pt x="63670" y="18847"/>
                  </a:cubicBezTo>
                  <a:cubicBezTo>
                    <a:pt x="41089" y="28596"/>
                    <a:pt x="3426" y="45428"/>
                    <a:pt x="9" y="73675"/>
                  </a:cubicBezTo>
                  <a:cubicBezTo>
                    <a:pt x="-157" y="75258"/>
                    <a:pt x="1926" y="76925"/>
                    <a:pt x="3176" y="75258"/>
                  </a:cubicBezTo>
                  <a:cubicBezTo>
                    <a:pt x="21007" y="51427"/>
                    <a:pt x="50755" y="34429"/>
                    <a:pt x="78752" y="25180"/>
                  </a:cubicBezTo>
                  <a:cubicBezTo>
                    <a:pt x="94084" y="20097"/>
                    <a:pt x="109833" y="20763"/>
                    <a:pt x="125582" y="18513"/>
                  </a:cubicBezTo>
                  <a:cubicBezTo>
                    <a:pt x="131998" y="17597"/>
                    <a:pt x="138164" y="16014"/>
                    <a:pt x="144330" y="14347"/>
                  </a:cubicBezTo>
                  <a:cubicBezTo>
                    <a:pt x="139330" y="17847"/>
                    <a:pt x="134081" y="21013"/>
                    <a:pt x="130248" y="23680"/>
                  </a:cubicBezTo>
                  <a:cubicBezTo>
                    <a:pt x="117582" y="32512"/>
                    <a:pt x="104833" y="42095"/>
                    <a:pt x="90918" y="48844"/>
                  </a:cubicBezTo>
                  <a:cubicBezTo>
                    <a:pt x="63920" y="62010"/>
                    <a:pt x="34590" y="63093"/>
                    <a:pt x="6675" y="72509"/>
                  </a:cubicBezTo>
                  <a:cubicBezTo>
                    <a:pt x="1759" y="74175"/>
                    <a:pt x="4259" y="81508"/>
                    <a:pt x="9175" y="80091"/>
                  </a:cubicBezTo>
                  <a:cubicBezTo>
                    <a:pt x="39089" y="71509"/>
                    <a:pt x="69253" y="69509"/>
                    <a:pt x="97584" y="55177"/>
                  </a:cubicBezTo>
                  <a:cubicBezTo>
                    <a:pt x="111499" y="48094"/>
                    <a:pt x="124498" y="38345"/>
                    <a:pt x="137247" y="29346"/>
                  </a:cubicBezTo>
                  <a:cubicBezTo>
                    <a:pt x="145746" y="23346"/>
                    <a:pt x="158912" y="16764"/>
                    <a:pt x="164994" y="8181"/>
                  </a:cubicBezTo>
                  <a:cubicBezTo>
                    <a:pt x="167328" y="4931"/>
                    <a:pt x="165744" y="-318"/>
                    <a:pt x="161078" y="15"/>
                  </a:cubicBezTo>
                  <a:lnTo>
                    <a:pt x="161078" y="15"/>
                  </a:lnTo>
                  <a:close/>
                </a:path>
              </a:pathLst>
            </a:custGeom>
            <a:grpFill/>
            <a:ln w="8332" cap="flat">
              <a:noFill/>
              <a:prstDash val="solid"/>
              <a:miter/>
            </a:ln>
          </p:spPr>
          <p:txBody>
            <a:bodyPr rtlCol="0" anchor="ctr"/>
            <a:lstStyle/>
            <a:p>
              <a:endParaRPr lang="en-US"/>
            </a:p>
          </p:txBody>
        </p:sp>
        <p:sp>
          <p:nvSpPr>
            <p:cNvPr id="1727" name="Freeform: Shape 1726"/>
            <p:cNvSpPr/>
            <p:nvPr/>
          </p:nvSpPr>
          <p:spPr>
            <a:xfrm>
              <a:off x="2784956" y="969664"/>
              <a:ext cx="161182" cy="81931"/>
            </a:xfrm>
            <a:custGeom>
              <a:avLst/>
              <a:gdLst>
                <a:gd name="connsiteX0" fmla="*/ 158799 w 161182"/>
                <a:gd name="connsiteY0" fmla="*/ 843 h 81931"/>
                <a:gd name="connsiteX1" fmla="*/ 145218 w 161182"/>
                <a:gd name="connsiteY1" fmla="*/ 1592 h 81931"/>
                <a:gd name="connsiteX2" fmla="*/ 110054 w 161182"/>
                <a:gd name="connsiteY2" fmla="*/ 7509 h 81931"/>
                <a:gd name="connsiteX3" fmla="*/ 38894 w 161182"/>
                <a:gd name="connsiteY3" fmla="*/ 24090 h 81931"/>
                <a:gd name="connsiteX4" fmla="*/ 4397 w 161182"/>
                <a:gd name="connsiteY4" fmla="*/ 75336 h 81931"/>
                <a:gd name="connsiteX5" fmla="*/ 8896 w 161182"/>
                <a:gd name="connsiteY5" fmla="*/ 81835 h 81931"/>
                <a:gd name="connsiteX6" fmla="*/ 102055 w 161182"/>
                <a:gd name="connsiteY6" fmla="*/ 57837 h 81931"/>
                <a:gd name="connsiteX7" fmla="*/ 160716 w 161182"/>
                <a:gd name="connsiteY7" fmla="*/ 7009 h 81931"/>
                <a:gd name="connsiteX8" fmla="*/ 158799 w 161182"/>
                <a:gd name="connsiteY8" fmla="*/ 843 h 81931"/>
                <a:gd name="connsiteX9" fmla="*/ 158799 w 161182"/>
                <a:gd name="connsiteY9" fmla="*/ 843 h 81931"/>
                <a:gd name="connsiteX10" fmla="*/ 83306 w 161182"/>
                <a:gd name="connsiteY10" fmla="*/ 55671 h 81931"/>
                <a:gd name="connsiteX11" fmla="*/ 7063 w 161182"/>
                <a:gd name="connsiteY11" fmla="*/ 73836 h 81931"/>
                <a:gd name="connsiteX12" fmla="*/ 19479 w 161182"/>
                <a:gd name="connsiteY12" fmla="*/ 52005 h 81931"/>
                <a:gd name="connsiteX13" fmla="*/ 65808 w 161182"/>
                <a:gd name="connsiteY13" fmla="*/ 25507 h 81931"/>
                <a:gd name="connsiteX14" fmla="*/ 113470 w 161182"/>
                <a:gd name="connsiteY14" fmla="*/ 17841 h 81931"/>
                <a:gd name="connsiteX15" fmla="*/ 138718 w 161182"/>
                <a:gd name="connsiteY15" fmla="*/ 13591 h 81931"/>
                <a:gd name="connsiteX16" fmla="*/ 149884 w 161182"/>
                <a:gd name="connsiteY16" fmla="*/ 9842 h 81931"/>
                <a:gd name="connsiteX17" fmla="*/ 83306 w 161182"/>
                <a:gd name="connsiteY17" fmla="*/ 55671 h 81931"/>
                <a:gd name="connsiteX18" fmla="*/ 83306 w 161182"/>
                <a:gd name="connsiteY18" fmla="*/ 55671 h 81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1182" h="81931">
                  <a:moveTo>
                    <a:pt x="158799" y="843"/>
                  </a:moveTo>
                  <a:cubicBezTo>
                    <a:pt x="154133" y="-991"/>
                    <a:pt x="149884" y="592"/>
                    <a:pt x="145218" y="1592"/>
                  </a:cubicBezTo>
                  <a:cubicBezTo>
                    <a:pt x="133552" y="4009"/>
                    <a:pt x="121720" y="5259"/>
                    <a:pt x="110054" y="7509"/>
                  </a:cubicBezTo>
                  <a:cubicBezTo>
                    <a:pt x="86056" y="12175"/>
                    <a:pt x="60892" y="12341"/>
                    <a:pt x="38894" y="24090"/>
                  </a:cubicBezTo>
                  <a:cubicBezTo>
                    <a:pt x="33811" y="26840"/>
                    <a:pt x="-14602" y="66503"/>
                    <a:pt x="4397" y="75336"/>
                  </a:cubicBezTo>
                  <a:cubicBezTo>
                    <a:pt x="2230" y="77919"/>
                    <a:pt x="4730" y="82668"/>
                    <a:pt x="8896" y="81835"/>
                  </a:cubicBezTo>
                  <a:cubicBezTo>
                    <a:pt x="39977" y="75669"/>
                    <a:pt x="72474" y="69503"/>
                    <a:pt x="102055" y="57837"/>
                  </a:cubicBezTo>
                  <a:cubicBezTo>
                    <a:pt x="125886" y="48422"/>
                    <a:pt x="150634" y="31756"/>
                    <a:pt x="160716" y="7009"/>
                  </a:cubicBezTo>
                  <a:cubicBezTo>
                    <a:pt x="161632" y="4925"/>
                    <a:pt x="161299" y="1842"/>
                    <a:pt x="158799" y="843"/>
                  </a:cubicBezTo>
                  <a:lnTo>
                    <a:pt x="158799" y="843"/>
                  </a:lnTo>
                  <a:close/>
                  <a:moveTo>
                    <a:pt x="83306" y="55671"/>
                  </a:moveTo>
                  <a:cubicBezTo>
                    <a:pt x="58308" y="63254"/>
                    <a:pt x="32061" y="66337"/>
                    <a:pt x="7063" y="73836"/>
                  </a:cubicBezTo>
                  <a:cubicBezTo>
                    <a:pt x="2230" y="69170"/>
                    <a:pt x="16312" y="55338"/>
                    <a:pt x="19479" y="52005"/>
                  </a:cubicBezTo>
                  <a:cubicBezTo>
                    <a:pt x="32061" y="38672"/>
                    <a:pt x="48060" y="29756"/>
                    <a:pt x="65808" y="25507"/>
                  </a:cubicBezTo>
                  <a:cubicBezTo>
                    <a:pt x="81390" y="21757"/>
                    <a:pt x="97638" y="20841"/>
                    <a:pt x="113470" y="17841"/>
                  </a:cubicBezTo>
                  <a:cubicBezTo>
                    <a:pt x="121886" y="16258"/>
                    <a:pt x="130385" y="15341"/>
                    <a:pt x="138718" y="13591"/>
                  </a:cubicBezTo>
                  <a:cubicBezTo>
                    <a:pt x="141301" y="13008"/>
                    <a:pt x="145884" y="10925"/>
                    <a:pt x="149884" y="9842"/>
                  </a:cubicBezTo>
                  <a:cubicBezTo>
                    <a:pt x="139051" y="34839"/>
                    <a:pt x="107304" y="48505"/>
                    <a:pt x="83306" y="55671"/>
                  </a:cubicBezTo>
                  <a:lnTo>
                    <a:pt x="83306" y="55671"/>
                  </a:lnTo>
                  <a:close/>
                </a:path>
              </a:pathLst>
            </a:custGeom>
            <a:grpFill/>
            <a:ln w="8332" cap="flat">
              <a:noFill/>
              <a:prstDash val="solid"/>
              <a:miter/>
            </a:ln>
          </p:spPr>
          <p:txBody>
            <a:bodyPr rtlCol="0" anchor="ctr"/>
            <a:lstStyle/>
            <a:p>
              <a:endParaRPr lang="en-US"/>
            </a:p>
          </p:txBody>
        </p:sp>
        <p:sp>
          <p:nvSpPr>
            <p:cNvPr id="1728" name="Freeform: Shape 1727"/>
            <p:cNvSpPr/>
            <p:nvPr/>
          </p:nvSpPr>
          <p:spPr>
            <a:xfrm>
              <a:off x="2690443" y="4011421"/>
              <a:ext cx="1011072" cy="330313"/>
            </a:xfrm>
            <a:custGeom>
              <a:avLst/>
              <a:gdLst>
                <a:gd name="connsiteX0" fmla="*/ 1010412 w 1011072"/>
                <a:gd name="connsiteY0" fmla="*/ 250455 h 330313"/>
                <a:gd name="connsiteX1" fmla="*/ 929919 w 1011072"/>
                <a:gd name="connsiteY1" fmla="*/ 173712 h 330313"/>
                <a:gd name="connsiteX2" fmla="*/ 794931 w 1011072"/>
                <a:gd name="connsiteY2" fmla="*/ 121800 h 330313"/>
                <a:gd name="connsiteX3" fmla="*/ 663860 w 1011072"/>
                <a:gd name="connsiteY3" fmla="*/ 82554 h 330313"/>
                <a:gd name="connsiteX4" fmla="*/ 554036 w 1011072"/>
                <a:gd name="connsiteY4" fmla="*/ 52639 h 330313"/>
                <a:gd name="connsiteX5" fmla="*/ 552370 w 1011072"/>
                <a:gd name="connsiteY5" fmla="*/ 52223 h 330313"/>
                <a:gd name="connsiteX6" fmla="*/ 427964 w 1011072"/>
                <a:gd name="connsiteY6" fmla="*/ 26225 h 330313"/>
                <a:gd name="connsiteX7" fmla="*/ 302892 w 1011072"/>
                <a:gd name="connsiteY7" fmla="*/ 7311 h 330313"/>
                <a:gd name="connsiteX8" fmla="*/ 59164 w 1011072"/>
                <a:gd name="connsiteY8" fmla="*/ 20809 h 330313"/>
                <a:gd name="connsiteX9" fmla="*/ 3 w 1011072"/>
                <a:gd name="connsiteY9" fmla="*/ 76721 h 330313"/>
                <a:gd name="connsiteX10" fmla="*/ 11418 w 1011072"/>
                <a:gd name="connsiteY10" fmla="*/ 114801 h 330313"/>
                <a:gd name="connsiteX11" fmla="*/ 55498 w 1011072"/>
                <a:gd name="connsiteY11" fmla="*/ 148964 h 330313"/>
                <a:gd name="connsiteX12" fmla="*/ 302475 w 1011072"/>
                <a:gd name="connsiteY12" fmla="*/ 221291 h 330313"/>
                <a:gd name="connsiteX13" fmla="*/ 571701 w 1011072"/>
                <a:gd name="connsiteY13" fmla="*/ 277619 h 330313"/>
                <a:gd name="connsiteX14" fmla="*/ 837011 w 1011072"/>
                <a:gd name="connsiteY14" fmla="*/ 326448 h 330313"/>
                <a:gd name="connsiteX15" fmla="*/ 955500 w 1011072"/>
                <a:gd name="connsiteY15" fmla="*/ 321948 h 330313"/>
                <a:gd name="connsiteX16" fmla="*/ 1010412 w 1011072"/>
                <a:gd name="connsiteY16" fmla="*/ 250455 h 330313"/>
                <a:gd name="connsiteX17" fmla="*/ 1010412 w 1011072"/>
                <a:gd name="connsiteY17" fmla="*/ 250455 h 330313"/>
                <a:gd name="connsiteX18" fmla="*/ 964749 w 1011072"/>
                <a:gd name="connsiteY18" fmla="*/ 302117 h 330313"/>
                <a:gd name="connsiteX19" fmla="*/ 851842 w 1011072"/>
                <a:gd name="connsiteY19" fmla="*/ 313783 h 330313"/>
                <a:gd name="connsiteX20" fmla="*/ 613281 w 1011072"/>
                <a:gd name="connsiteY20" fmla="*/ 272703 h 330313"/>
                <a:gd name="connsiteX21" fmla="*/ 373219 w 1011072"/>
                <a:gd name="connsiteY21" fmla="*/ 222541 h 330313"/>
                <a:gd name="connsiteX22" fmla="*/ 139657 w 1011072"/>
                <a:gd name="connsiteY22" fmla="*/ 167129 h 330313"/>
                <a:gd name="connsiteX23" fmla="*/ 33416 w 1011072"/>
                <a:gd name="connsiteY23" fmla="*/ 115384 h 330313"/>
                <a:gd name="connsiteX24" fmla="*/ 17085 w 1011072"/>
                <a:gd name="connsiteY24" fmla="*/ 71554 h 330313"/>
                <a:gd name="connsiteX25" fmla="*/ 59914 w 1011072"/>
                <a:gd name="connsiteY25" fmla="*/ 37557 h 330313"/>
                <a:gd name="connsiteX26" fmla="*/ 289060 w 1011072"/>
                <a:gd name="connsiteY26" fmla="*/ 20809 h 330313"/>
                <a:gd name="connsiteX27" fmla="*/ 539287 w 1011072"/>
                <a:gd name="connsiteY27" fmla="*/ 61139 h 330313"/>
                <a:gd name="connsiteX28" fmla="*/ 670442 w 1011072"/>
                <a:gd name="connsiteY28" fmla="*/ 96385 h 330313"/>
                <a:gd name="connsiteX29" fmla="*/ 679358 w 1011072"/>
                <a:gd name="connsiteY29" fmla="*/ 98969 h 330313"/>
                <a:gd name="connsiteX30" fmla="*/ 743852 w 1011072"/>
                <a:gd name="connsiteY30" fmla="*/ 118800 h 330313"/>
                <a:gd name="connsiteX31" fmla="*/ 848843 w 1011072"/>
                <a:gd name="connsiteY31" fmla="*/ 156714 h 330313"/>
                <a:gd name="connsiteX32" fmla="*/ 951167 w 1011072"/>
                <a:gd name="connsiteY32" fmla="*/ 203959 h 330313"/>
                <a:gd name="connsiteX33" fmla="*/ 990997 w 1011072"/>
                <a:gd name="connsiteY33" fmla="*/ 242289 h 330313"/>
                <a:gd name="connsiteX34" fmla="*/ 964749 w 1011072"/>
                <a:gd name="connsiteY34" fmla="*/ 302117 h 330313"/>
                <a:gd name="connsiteX35" fmla="*/ 964749 w 1011072"/>
                <a:gd name="connsiteY35" fmla="*/ 302117 h 330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11072" h="330313">
                  <a:moveTo>
                    <a:pt x="1010412" y="250455"/>
                  </a:moveTo>
                  <a:cubicBezTo>
                    <a:pt x="1004746" y="213625"/>
                    <a:pt x="959416" y="189127"/>
                    <a:pt x="929919" y="173712"/>
                  </a:cubicBezTo>
                  <a:cubicBezTo>
                    <a:pt x="887423" y="151548"/>
                    <a:pt x="839677" y="138632"/>
                    <a:pt x="794931" y="121800"/>
                  </a:cubicBezTo>
                  <a:cubicBezTo>
                    <a:pt x="752268" y="105801"/>
                    <a:pt x="707272" y="96385"/>
                    <a:pt x="663860" y="82554"/>
                  </a:cubicBezTo>
                  <a:cubicBezTo>
                    <a:pt x="628113" y="71138"/>
                    <a:pt x="591116" y="60806"/>
                    <a:pt x="554036" y="52639"/>
                  </a:cubicBezTo>
                  <a:cubicBezTo>
                    <a:pt x="553453" y="52473"/>
                    <a:pt x="552953" y="52306"/>
                    <a:pt x="552370" y="52223"/>
                  </a:cubicBezTo>
                  <a:cubicBezTo>
                    <a:pt x="511373" y="41641"/>
                    <a:pt x="469627" y="34225"/>
                    <a:pt x="427964" y="26225"/>
                  </a:cubicBezTo>
                  <a:cubicBezTo>
                    <a:pt x="386301" y="18226"/>
                    <a:pt x="345305" y="10976"/>
                    <a:pt x="302892" y="7311"/>
                  </a:cubicBezTo>
                  <a:cubicBezTo>
                    <a:pt x="222149" y="394"/>
                    <a:pt x="136657" y="-9688"/>
                    <a:pt x="59164" y="20809"/>
                  </a:cubicBezTo>
                  <a:cubicBezTo>
                    <a:pt x="35666" y="30058"/>
                    <a:pt x="169" y="47223"/>
                    <a:pt x="3" y="76721"/>
                  </a:cubicBezTo>
                  <a:cubicBezTo>
                    <a:pt x="-81" y="91469"/>
                    <a:pt x="1836" y="103302"/>
                    <a:pt x="11418" y="114801"/>
                  </a:cubicBezTo>
                  <a:cubicBezTo>
                    <a:pt x="23084" y="128799"/>
                    <a:pt x="39332" y="140548"/>
                    <a:pt x="55498" y="148964"/>
                  </a:cubicBezTo>
                  <a:cubicBezTo>
                    <a:pt x="131491" y="188544"/>
                    <a:pt x="219566" y="203376"/>
                    <a:pt x="302475" y="221291"/>
                  </a:cubicBezTo>
                  <a:cubicBezTo>
                    <a:pt x="392134" y="240706"/>
                    <a:pt x="481959" y="258704"/>
                    <a:pt x="571701" y="277619"/>
                  </a:cubicBezTo>
                  <a:cubicBezTo>
                    <a:pt x="659276" y="296034"/>
                    <a:pt x="748019" y="316033"/>
                    <a:pt x="837011" y="326448"/>
                  </a:cubicBezTo>
                  <a:cubicBezTo>
                    <a:pt x="876007" y="331031"/>
                    <a:pt x="917420" y="333614"/>
                    <a:pt x="955500" y="321948"/>
                  </a:cubicBezTo>
                  <a:cubicBezTo>
                    <a:pt x="986164" y="312283"/>
                    <a:pt x="1015911" y="286035"/>
                    <a:pt x="1010412" y="250455"/>
                  </a:cubicBezTo>
                  <a:lnTo>
                    <a:pt x="1010412" y="250455"/>
                  </a:lnTo>
                  <a:close/>
                  <a:moveTo>
                    <a:pt x="964749" y="302117"/>
                  </a:moveTo>
                  <a:cubicBezTo>
                    <a:pt x="929919" y="317949"/>
                    <a:pt x="889173" y="316866"/>
                    <a:pt x="851842" y="313783"/>
                  </a:cubicBezTo>
                  <a:cubicBezTo>
                    <a:pt x="771766" y="307033"/>
                    <a:pt x="691940" y="288452"/>
                    <a:pt x="613281" y="272703"/>
                  </a:cubicBezTo>
                  <a:cubicBezTo>
                    <a:pt x="533204" y="256621"/>
                    <a:pt x="453045" y="239706"/>
                    <a:pt x="373219" y="222541"/>
                  </a:cubicBezTo>
                  <a:cubicBezTo>
                    <a:pt x="295226" y="205792"/>
                    <a:pt x="215816" y="191127"/>
                    <a:pt x="139657" y="167129"/>
                  </a:cubicBezTo>
                  <a:cubicBezTo>
                    <a:pt x="102743" y="155464"/>
                    <a:pt x="62830" y="141548"/>
                    <a:pt x="33416" y="115384"/>
                  </a:cubicBezTo>
                  <a:cubicBezTo>
                    <a:pt x="20751" y="104135"/>
                    <a:pt x="11085" y="89136"/>
                    <a:pt x="17085" y="71554"/>
                  </a:cubicBezTo>
                  <a:cubicBezTo>
                    <a:pt x="22917" y="54306"/>
                    <a:pt x="44249" y="43974"/>
                    <a:pt x="59914" y="37557"/>
                  </a:cubicBezTo>
                  <a:cubicBezTo>
                    <a:pt x="131824" y="7977"/>
                    <a:pt x="213400" y="14393"/>
                    <a:pt x="289060" y="20809"/>
                  </a:cubicBezTo>
                  <a:cubicBezTo>
                    <a:pt x="373219" y="27975"/>
                    <a:pt x="456795" y="42974"/>
                    <a:pt x="539287" y="61139"/>
                  </a:cubicBezTo>
                  <a:cubicBezTo>
                    <a:pt x="583533" y="70888"/>
                    <a:pt x="626946" y="83804"/>
                    <a:pt x="670442" y="96385"/>
                  </a:cubicBezTo>
                  <a:cubicBezTo>
                    <a:pt x="673442" y="97219"/>
                    <a:pt x="676358" y="98135"/>
                    <a:pt x="679358" y="98969"/>
                  </a:cubicBezTo>
                  <a:cubicBezTo>
                    <a:pt x="700856" y="105635"/>
                    <a:pt x="722271" y="112384"/>
                    <a:pt x="743852" y="118800"/>
                  </a:cubicBezTo>
                  <a:cubicBezTo>
                    <a:pt x="779516" y="129466"/>
                    <a:pt x="813763" y="144215"/>
                    <a:pt x="848843" y="156714"/>
                  </a:cubicBezTo>
                  <a:cubicBezTo>
                    <a:pt x="884673" y="169462"/>
                    <a:pt x="919420" y="182545"/>
                    <a:pt x="951167" y="203959"/>
                  </a:cubicBezTo>
                  <a:cubicBezTo>
                    <a:pt x="966249" y="214125"/>
                    <a:pt x="982664" y="225624"/>
                    <a:pt x="990997" y="242289"/>
                  </a:cubicBezTo>
                  <a:cubicBezTo>
                    <a:pt x="1002246" y="264787"/>
                    <a:pt x="986247" y="292368"/>
                    <a:pt x="964749" y="302117"/>
                  </a:cubicBezTo>
                  <a:lnTo>
                    <a:pt x="964749" y="302117"/>
                  </a:lnTo>
                  <a:close/>
                </a:path>
              </a:pathLst>
            </a:custGeom>
            <a:grpFill/>
            <a:ln w="8332" cap="flat">
              <a:noFill/>
              <a:prstDash val="solid"/>
              <a:miter/>
            </a:ln>
          </p:spPr>
          <p:txBody>
            <a:bodyPr rtlCol="0" anchor="ctr"/>
            <a:lstStyle/>
            <a:p>
              <a:endParaRPr lang="en-US"/>
            </a:p>
          </p:txBody>
        </p:sp>
        <p:sp>
          <p:nvSpPr>
            <p:cNvPr id="1729" name="Freeform: Shape 1728"/>
            <p:cNvSpPr/>
            <p:nvPr/>
          </p:nvSpPr>
          <p:spPr>
            <a:xfrm>
              <a:off x="2874986" y="4056607"/>
              <a:ext cx="144169" cy="70632"/>
            </a:xfrm>
            <a:custGeom>
              <a:avLst/>
              <a:gdLst>
                <a:gd name="connsiteX0" fmla="*/ 139680 w 144169"/>
                <a:gd name="connsiteY0" fmla="*/ 38 h 70632"/>
                <a:gd name="connsiteX1" fmla="*/ 110 w 144169"/>
                <a:gd name="connsiteY1" fmla="*/ 65865 h 70632"/>
                <a:gd name="connsiteX2" fmla="*/ 1609 w 144169"/>
                <a:gd name="connsiteY2" fmla="*/ 66865 h 70632"/>
                <a:gd name="connsiteX3" fmla="*/ 124848 w 144169"/>
                <a:gd name="connsiteY3" fmla="*/ 11120 h 70632"/>
                <a:gd name="connsiteX4" fmla="*/ 87018 w 144169"/>
                <a:gd name="connsiteY4" fmla="*/ 40284 h 70632"/>
                <a:gd name="connsiteX5" fmla="*/ 14942 w 144169"/>
                <a:gd name="connsiteY5" fmla="*/ 64532 h 70632"/>
                <a:gd name="connsiteX6" fmla="*/ 16941 w 144169"/>
                <a:gd name="connsiteY6" fmla="*/ 70531 h 70632"/>
                <a:gd name="connsiteX7" fmla="*/ 93601 w 144169"/>
                <a:gd name="connsiteY7" fmla="*/ 46950 h 70632"/>
                <a:gd name="connsiteX8" fmla="*/ 142347 w 144169"/>
                <a:gd name="connsiteY8" fmla="*/ 7954 h 70632"/>
                <a:gd name="connsiteX9" fmla="*/ 139680 w 144169"/>
                <a:gd name="connsiteY9" fmla="*/ 38 h 70632"/>
                <a:gd name="connsiteX10" fmla="*/ 139680 w 144169"/>
                <a:gd name="connsiteY10" fmla="*/ 38 h 70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4169" h="70632">
                  <a:moveTo>
                    <a:pt x="139680" y="38"/>
                  </a:moveTo>
                  <a:cubicBezTo>
                    <a:pt x="86935" y="7204"/>
                    <a:pt x="28857" y="15953"/>
                    <a:pt x="110" y="65865"/>
                  </a:cubicBezTo>
                  <a:cubicBezTo>
                    <a:pt x="-390" y="66782"/>
                    <a:pt x="943" y="67782"/>
                    <a:pt x="1609" y="66865"/>
                  </a:cubicBezTo>
                  <a:cubicBezTo>
                    <a:pt x="30440" y="27535"/>
                    <a:pt x="79019" y="18370"/>
                    <a:pt x="124848" y="11120"/>
                  </a:cubicBezTo>
                  <a:cubicBezTo>
                    <a:pt x="113266" y="22035"/>
                    <a:pt x="103351" y="34034"/>
                    <a:pt x="87018" y="40284"/>
                  </a:cubicBezTo>
                  <a:cubicBezTo>
                    <a:pt x="63521" y="49367"/>
                    <a:pt x="38773" y="56116"/>
                    <a:pt x="14942" y="64532"/>
                  </a:cubicBezTo>
                  <a:cubicBezTo>
                    <a:pt x="11025" y="65865"/>
                    <a:pt x="13025" y="71448"/>
                    <a:pt x="16941" y="70531"/>
                  </a:cubicBezTo>
                  <a:cubicBezTo>
                    <a:pt x="42439" y="64699"/>
                    <a:pt x="69603" y="57366"/>
                    <a:pt x="93601" y="46950"/>
                  </a:cubicBezTo>
                  <a:cubicBezTo>
                    <a:pt x="114099" y="38034"/>
                    <a:pt x="124349" y="19536"/>
                    <a:pt x="142347" y="7954"/>
                  </a:cubicBezTo>
                  <a:cubicBezTo>
                    <a:pt x="145763" y="5787"/>
                    <a:pt x="144097" y="-546"/>
                    <a:pt x="139680" y="38"/>
                  </a:cubicBezTo>
                  <a:lnTo>
                    <a:pt x="139680" y="38"/>
                  </a:lnTo>
                  <a:close/>
                </a:path>
              </a:pathLst>
            </a:custGeom>
            <a:grpFill/>
            <a:ln w="8332" cap="flat">
              <a:noFill/>
              <a:prstDash val="solid"/>
              <a:miter/>
            </a:ln>
          </p:spPr>
          <p:txBody>
            <a:bodyPr rtlCol="0" anchor="ctr"/>
            <a:lstStyle/>
            <a:p>
              <a:endParaRPr lang="en-US"/>
            </a:p>
          </p:txBody>
        </p:sp>
        <p:sp>
          <p:nvSpPr>
            <p:cNvPr id="1730" name="Freeform: Shape 1729"/>
            <p:cNvSpPr/>
            <p:nvPr/>
          </p:nvSpPr>
          <p:spPr>
            <a:xfrm>
              <a:off x="3003755" y="4087211"/>
              <a:ext cx="180870" cy="82119"/>
            </a:xfrm>
            <a:custGeom>
              <a:avLst/>
              <a:gdLst>
                <a:gd name="connsiteX0" fmla="*/ 173813 w 180870"/>
                <a:gd name="connsiteY0" fmla="*/ 347 h 82119"/>
                <a:gd name="connsiteX1" fmla="*/ 145232 w 180870"/>
                <a:gd name="connsiteY1" fmla="*/ 2930 h 82119"/>
                <a:gd name="connsiteX2" fmla="*/ 115402 w 180870"/>
                <a:gd name="connsiteY2" fmla="*/ 6680 h 82119"/>
                <a:gd name="connsiteX3" fmla="*/ 68989 w 180870"/>
                <a:gd name="connsiteY3" fmla="*/ 20679 h 82119"/>
                <a:gd name="connsiteX4" fmla="*/ 27410 w 180870"/>
                <a:gd name="connsiteY4" fmla="*/ 46343 h 82119"/>
                <a:gd name="connsiteX5" fmla="*/ 3495 w 180870"/>
                <a:gd name="connsiteY5" fmla="*/ 74924 h 82119"/>
                <a:gd name="connsiteX6" fmla="*/ 3495 w 180870"/>
                <a:gd name="connsiteY6" fmla="*/ 75007 h 82119"/>
                <a:gd name="connsiteX7" fmla="*/ 2245 w 180870"/>
                <a:gd name="connsiteY7" fmla="*/ 75424 h 82119"/>
                <a:gd name="connsiteX8" fmla="*/ 3495 w 180870"/>
                <a:gd name="connsiteY8" fmla="*/ 82090 h 82119"/>
                <a:gd name="connsiteX9" fmla="*/ 100903 w 180870"/>
                <a:gd name="connsiteY9" fmla="*/ 61009 h 82119"/>
                <a:gd name="connsiteX10" fmla="*/ 138983 w 180870"/>
                <a:gd name="connsiteY10" fmla="*/ 42177 h 82119"/>
                <a:gd name="connsiteX11" fmla="*/ 156815 w 180870"/>
                <a:gd name="connsiteY11" fmla="*/ 28595 h 82119"/>
                <a:gd name="connsiteX12" fmla="*/ 177396 w 180870"/>
                <a:gd name="connsiteY12" fmla="*/ 10930 h 82119"/>
                <a:gd name="connsiteX13" fmla="*/ 173813 w 180870"/>
                <a:gd name="connsiteY13" fmla="*/ 347 h 82119"/>
                <a:gd name="connsiteX14" fmla="*/ 173813 w 180870"/>
                <a:gd name="connsiteY14" fmla="*/ 347 h 82119"/>
                <a:gd name="connsiteX15" fmla="*/ 141066 w 180870"/>
                <a:gd name="connsiteY15" fmla="*/ 28678 h 82119"/>
                <a:gd name="connsiteX16" fmla="*/ 97820 w 180870"/>
                <a:gd name="connsiteY16" fmla="*/ 51926 h 82119"/>
                <a:gd name="connsiteX17" fmla="*/ 52324 w 180870"/>
                <a:gd name="connsiteY17" fmla="*/ 65758 h 82119"/>
                <a:gd name="connsiteX18" fmla="*/ 10661 w 180870"/>
                <a:gd name="connsiteY18" fmla="*/ 73174 h 82119"/>
                <a:gd name="connsiteX19" fmla="*/ 44992 w 180870"/>
                <a:gd name="connsiteY19" fmla="*/ 45676 h 82119"/>
                <a:gd name="connsiteX20" fmla="*/ 88904 w 180870"/>
                <a:gd name="connsiteY20" fmla="*/ 24928 h 82119"/>
                <a:gd name="connsiteX21" fmla="*/ 134817 w 180870"/>
                <a:gd name="connsiteY21" fmla="*/ 15429 h 82119"/>
                <a:gd name="connsiteX22" fmla="*/ 156315 w 180870"/>
                <a:gd name="connsiteY22" fmla="*/ 14180 h 82119"/>
                <a:gd name="connsiteX23" fmla="*/ 141066 w 180870"/>
                <a:gd name="connsiteY23" fmla="*/ 28678 h 82119"/>
                <a:gd name="connsiteX24" fmla="*/ 141066 w 180870"/>
                <a:gd name="connsiteY24" fmla="*/ 28678 h 82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80870" h="82119">
                  <a:moveTo>
                    <a:pt x="173813" y="347"/>
                  </a:moveTo>
                  <a:cubicBezTo>
                    <a:pt x="165147" y="3264"/>
                    <a:pt x="154315" y="2014"/>
                    <a:pt x="145232" y="2930"/>
                  </a:cubicBezTo>
                  <a:cubicBezTo>
                    <a:pt x="135317" y="4014"/>
                    <a:pt x="125318" y="5097"/>
                    <a:pt x="115402" y="6680"/>
                  </a:cubicBezTo>
                  <a:cubicBezTo>
                    <a:pt x="99403" y="9180"/>
                    <a:pt x="83905" y="14263"/>
                    <a:pt x="68989" y="20679"/>
                  </a:cubicBezTo>
                  <a:cubicBezTo>
                    <a:pt x="53824" y="27262"/>
                    <a:pt x="40075" y="35678"/>
                    <a:pt x="27410" y="46343"/>
                  </a:cubicBezTo>
                  <a:cubicBezTo>
                    <a:pt x="18910" y="53426"/>
                    <a:pt x="5912" y="63592"/>
                    <a:pt x="3495" y="74924"/>
                  </a:cubicBezTo>
                  <a:cubicBezTo>
                    <a:pt x="3495" y="75007"/>
                    <a:pt x="3495" y="75007"/>
                    <a:pt x="3495" y="75007"/>
                  </a:cubicBezTo>
                  <a:cubicBezTo>
                    <a:pt x="3079" y="75174"/>
                    <a:pt x="2662" y="75258"/>
                    <a:pt x="2245" y="75424"/>
                  </a:cubicBezTo>
                  <a:cubicBezTo>
                    <a:pt x="-1338" y="76591"/>
                    <a:pt x="-421" y="82590"/>
                    <a:pt x="3495" y="82090"/>
                  </a:cubicBezTo>
                  <a:cubicBezTo>
                    <a:pt x="36992" y="77757"/>
                    <a:pt x="68906" y="72924"/>
                    <a:pt x="100903" y="61009"/>
                  </a:cubicBezTo>
                  <a:cubicBezTo>
                    <a:pt x="114235" y="56009"/>
                    <a:pt x="126984" y="49926"/>
                    <a:pt x="138983" y="42177"/>
                  </a:cubicBezTo>
                  <a:cubicBezTo>
                    <a:pt x="145316" y="38094"/>
                    <a:pt x="151149" y="33428"/>
                    <a:pt x="156815" y="28595"/>
                  </a:cubicBezTo>
                  <a:cubicBezTo>
                    <a:pt x="162981" y="23345"/>
                    <a:pt x="170064" y="14180"/>
                    <a:pt x="177396" y="10930"/>
                  </a:cubicBezTo>
                  <a:cubicBezTo>
                    <a:pt x="183729" y="8096"/>
                    <a:pt x="180729" y="-1986"/>
                    <a:pt x="173813" y="347"/>
                  </a:cubicBezTo>
                  <a:lnTo>
                    <a:pt x="173813" y="347"/>
                  </a:lnTo>
                  <a:close/>
                  <a:moveTo>
                    <a:pt x="141066" y="28678"/>
                  </a:moveTo>
                  <a:cubicBezTo>
                    <a:pt x="127984" y="38677"/>
                    <a:pt x="113069" y="46094"/>
                    <a:pt x="97820" y="51926"/>
                  </a:cubicBezTo>
                  <a:cubicBezTo>
                    <a:pt x="82988" y="57509"/>
                    <a:pt x="67740" y="62009"/>
                    <a:pt x="52324" y="65758"/>
                  </a:cubicBezTo>
                  <a:cubicBezTo>
                    <a:pt x="38659" y="69091"/>
                    <a:pt x="24327" y="69925"/>
                    <a:pt x="10661" y="73174"/>
                  </a:cubicBezTo>
                  <a:cubicBezTo>
                    <a:pt x="19577" y="62342"/>
                    <a:pt x="33659" y="52843"/>
                    <a:pt x="44992" y="45676"/>
                  </a:cubicBezTo>
                  <a:cubicBezTo>
                    <a:pt x="58657" y="37011"/>
                    <a:pt x="73572" y="30178"/>
                    <a:pt x="88904" y="24928"/>
                  </a:cubicBezTo>
                  <a:cubicBezTo>
                    <a:pt x="103903" y="19762"/>
                    <a:pt x="119151" y="17429"/>
                    <a:pt x="134817" y="15429"/>
                  </a:cubicBezTo>
                  <a:cubicBezTo>
                    <a:pt x="141566" y="14596"/>
                    <a:pt x="148982" y="14596"/>
                    <a:pt x="156315" y="14180"/>
                  </a:cubicBezTo>
                  <a:cubicBezTo>
                    <a:pt x="151232" y="19346"/>
                    <a:pt x="146316" y="24679"/>
                    <a:pt x="141066" y="28678"/>
                  </a:cubicBezTo>
                  <a:lnTo>
                    <a:pt x="141066" y="28678"/>
                  </a:lnTo>
                  <a:close/>
                </a:path>
              </a:pathLst>
            </a:custGeom>
            <a:grpFill/>
            <a:ln w="8332" cap="flat">
              <a:noFill/>
              <a:prstDash val="solid"/>
              <a:miter/>
            </a:ln>
          </p:spPr>
          <p:txBody>
            <a:bodyPr rtlCol="0" anchor="ctr"/>
            <a:lstStyle/>
            <a:p>
              <a:endParaRPr lang="en-US"/>
            </a:p>
          </p:txBody>
        </p:sp>
        <p:sp>
          <p:nvSpPr>
            <p:cNvPr id="1731" name="Freeform: Shape 1730"/>
            <p:cNvSpPr/>
            <p:nvPr/>
          </p:nvSpPr>
          <p:spPr>
            <a:xfrm>
              <a:off x="3163060" y="4124540"/>
              <a:ext cx="166060" cy="80272"/>
            </a:xfrm>
            <a:custGeom>
              <a:avLst/>
              <a:gdLst>
                <a:gd name="connsiteX0" fmla="*/ 161078 w 166060"/>
                <a:gd name="connsiteY0" fmla="*/ 15 h 80272"/>
                <a:gd name="connsiteX1" fmla="*/ 111583 w 166060"/>
                <a:gd name="connsiteY1" fmla="*/ 8431 h 80272"/>
                <a:gd name="connsiteX2" fmla="*/ 63670 w 166060"/>
                <a:gd name="connsiteY2" fmla="*/ 18847 h 80272"/>
                <a:gd name="connsiteX3" fmla="*/ 9 w 166060"/>
                <a:gd name="connsiteY3" fmla="*/ 73675 h 80272"/>
                <a:gd name="connsiteX4" fmla="*/ 3176 w 166060"/>
                <a:gd name="connsiteY4" fmla="*/ 75259 h 80272"/>
                <a:gd name="connsiteX5" fmla="*/ 78752 w 166060"/>
                <a:gd name="connsiteY5" fmla="*/ 25180 h 80272"/>
                <a:gd name="connsiteX6" fmla="*/ 125581 w 166060"/>
                <a:gd name="connsiteY6" fmla="*/ 18514 h 80272"/>
                <a:gd name="connsiteX7" fmla="*/ 144330 w 166060"/>
                <a:gd name="connsiteY7" fmla="*/ 14347 h 80272"/>
                <a:gd name="connsiteX8" fmla="*/ 130248 w 166060"/>
                <a:gd name="connsiteY8" fmla="*/ 23680 h 80272"/>
                <a:gd name="connsiteX9" fmla="*/ 90918 w 166060"/>
                <a:gd name="connsiteY9" fmla="*/ 48844 h 80272"/>
                <a:gd name="connsiteX10" fmla="*/ 6676 w 166060"/>
                <a:gd name="connsiteY10" fmla="*/ 72509 h 80272"/>
                <a:gd name="connsiteX11" fmla="*/ 9175 w 166060"/>
                <a:gd name="connsiteY11" fmla="*/ 80092 h 80272"/>
                <a:gd name="connsiteX12" fmla="*/ 97584 w 166060"/>
                <a:gd name="connsiteY12" fmla="*/ 55177 h 80272"/>
                <a:gd name="connsiteX13" fmla="*/ 137247 w 166060"/>
                <a:gd name="connsiteY13" fmla="*/ 29346 h 80272"/>
                <a:gd name="connsiteX14" fmla="*/ 164995 w 166060"/>
                <a:gd name="connsiteY14" fmla="*/ 8181 h 80272"/>
                <a:gd name="connsiteX15" fmla="*/ 161078 w 166060"/>
                <a:gd name="connsiteY15" fmla="*/ 15 h 80272"/>
                <a:gd name="connsiteX16" fmla="*/ 161078 w 166060"/>
                <a:gd name="connsiteY16" fmla="*/ 15 h 80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060" h="80272">
                  <a:moveTo>
                    <a:pt x="161078" y="15"/>
                  </a:moveTo>
                  <a:cubicBezTo>
                    <a:pt x="144496" y="1182"/>
                    <a:pt x="128498" y="7348"/>
                    <a:pt x="111583" y="8431"/>
                  </a:cubicBezTo>
                  <a:cubicBezTo>
                    <a:pt x="94668" y="9514"/>
                    <a:pt x="79336" y="12097"/>
                    <a:pt x="63670" y="18847"/>
                  </a:cubicBezTo>
                  <a:cubicBezTo>
                    <a:pt x="41089" y="28596"/>
                    <a:pt x="3426" y="45428"/>
                    <a:pt x="9" y="73675"/>
                  </a:cubicBezTo>
                  <a:cubicBezTo>
                    <a:pt x="-157" y="75259"/>
                    <a:pt x="1926" y="76925"/>
                    <a:pt x="3176" y="75259"/>
                  </a:cubicBezTo>
                  <a:cubicBezTo>
                    <a:pt x="21007" y="51428"/>
                    <a:pt x="50755" y="34429"/>
                    <a:pt x="78752" y="25180"/>
                  </a:cubicBezTo>
                  <a:cubicBezTo>
                    <a:pt x="94084" y="20097"/>
                    <a:pt x="109833" y="20763"/>
                    <a:pt x="125581" y="18514"/>
                  </a:cubicBezTo>
                  <a:cubicBezTo>
                    <a:pt x="131997" y="17597"/>
                    <a:pt x="138164" y="16014"/>
                    <a:pt x="144330" y="14347"/>
                  </a:cubicBezTo>
                  <a:cubicBezTo>
                    <a:pt x="139330" y="17847"/>
                    <a:pt x="134081" y="21013"/>
                    <a:pt x="130248" y="23680"/>
                  </a:cubicBezTo>
                  <a:cubicBezTo>
                    <a:pt x="117582" y="32512"/>
                    <a:pt x="104833" y="42095"/>
                    <a:pt x="90918" y="48844"/>
                  </a:cubicBezTo>
                  <a:cubicBezTo>
                    <a:pt x="63920" y="62010"/>
                    <a:pt x="34590" y="63093"/>
                    <a:pt x="6676" y="72509"/>
                  </a:cubicBezTo>
                  <a:cubicBezTo>
                    <a:pt x="1759" y="74175"/>
                    <a:pt x="4259" y="81508"/>
                    <a:pt x="9175" y="80092"/>
                  </a:cubicBezTo>
                  <a:cubicBezTo>
                    <a:pt x="39089" y="71509"/>
                    <a:pt x="69253" y="69509"/>
                    <a:pt x="97584" y="55177"/>
                  </a:cubicBezTo>
                  <a:cubicBezTo>
                    <a:pt x="111499" y="48094"/>
                    <a:pt x="124498" y="38345"/>
                    <a:pt x="137247" y="29346"/>
                  </a:cubicBezTo>
                  <a:cubicBezTo>
                    <a:pt x="145746" y="23347"/>
                    <a:pt x="158912" y="16764"/>
                    <a:pt x="164995" y="8181"/>
                  </a:cubicBezTo>
                  <a:cubicBezTo>
                    <a:pt x="167328" y="4932"/>
                    <a:pt x="165745" y="-318"/>
                    <a:pt x="161078" y="15"/>
                  </a:cubicBezTo>
                  <a:lnTo>
                    <a:pt x="161078" y="15"/>
                  </a:lnTo>
                  <a:close/>
                </a:path>
              </a:pathLst>
            </a:custGeom>
            <a:grpFill/>
            <a:ln w="8332" cap="flat">
              <a:noFill/>
              <a:prstDash val="solid"/>
              <a:miter/>
            </a:ln>
          </p:spPr>
          <p:txBody>
            <a:bodyPr rtlCol="0" anchor="ctr"/>
            <a:lstStyle/>
            <a:p>
              <a:endParaRPr lang="en-US"/>
            </a:p>
          </p:txBody>
        </p:sp>
        <p:sp>
          <p:nvSpPr>
            <p:cNvPr id="1732" name="Freeform: Shape 1731"/>
            <p:cNvSpPr/>
            <p:nvPr/>
          </p:nvSpPr>
          <p:spPr>
            <a:xfrm>
              <a:off x="3320325" y="4160043"/>
              <a:ext cx="161182" cy="81931"/>
            </a:xfrm>
            <a:custGeom>
              <a:avLst/>
              <a:gdLst>
                <a:gd name="connsiteX0" fmla="*/ 158800 w 161182"/>
                <a:gd name="connsiteY0" fmla="*/ 843 h 81931"/>
                <a:gd name="connsiteX1" fmla="*/ 145218 w 161182"/>
                <a:gd name="connsiteY1" fmla="*/ 1592 h 81931"/>
                <a:gd name="connsiteX2" fmla="*/ 110054 w 161182"/>
                <a:gd name="connsiteY2" fmla="*/ 7509 h 81931"/>
                <a:gd name="connsiteX3" fmla="*/ 38894 w 161182"/>
                <a:gd name="connsiteY3" fmla="*/ 24090 h 81931"/>
                <a:gd name="connsiteX4" fmla="*/ 4397 w 161182"/>
                <a:gd name="connsiteY4" fmla="*/ 75336 h 81931"/>
                <a:gd name="connsiteX5" fmla="*/ 8896 w 161182"/>
                <a:gd name="connsiteY5" fmla="*/ 81835 h 81931"/>
                <a:gd name="connsiteX6" fmla="*/ 102055 w 161182"/>
                <a:gd name="connsiteY6" fmla="*/ 57837 h 81931"/>
                <a:gd name="connsiteX7" fmla="*/ 160716 w 161182"/>
                <a:gd name="connsiteY7" fmla="*/ 7009 h 81931"/>
                <a:gd name="connsiteX8" fmla="*/ 158800 w 161182"/>
                <a:gd name="connsiteY8" fmla="*/ 843 h 81931"/>
                <a:gd name="connsiteX9" fmla="*/ 158800 w 161182"/>
                <a:gd name="connsiteY9" fmla="*/ 843 h 81931"/>
                <a:gd name="connsiteX10" fmla="*/ 83306 w 161182"/>
                <a:gd name="connsiteY10" fmla="*/ 55671 h 81931"/>
                <a:gd name="connsiteX11" fmla="*/ 7063 w 161182"/>
                <a:gd name="connsiteY11" fmla="*/ 73836 h 81931"/>
                <a:gd name="connsiteX12" fmla="*/ 19479 w 161182"/>
                <a:gd name="connsiteY12" fmla="*/ 52004 h 81931"/>
                <a:gd name="connsiteX13" fmla="*/ 65808 w 161182"/>
                <a:gd name="connsiteY13" fmla="*/ 25507 h 81931"/>
                <a:gd name="connsiteX14" fmla="*/ 113470 w 161182"/>
                <a:gd name="connsiteY14" fmla="*/ 17841 h 81931"/>
                <a:gd name="connsiteX15" fmla="*/ 138718 w 161182"/>
                <a:gd name="connsiteY15" fmla="*/ 13591 h 81931"/>
                <a:gd name="connsiteX16" fmla="*/ 149884 w 161182"/>
                <a:gd name="connsiteY16" fmla="*/ 9842 h 81931"/>
                <a:gd name="connsiteX17" fmla="*/ 83306 w 161182"/>
                <a:gd name="connsiteY17" fmla="*/ 55671 h 81931"/>
                <a:gd name="connsiteX18" fmla="*/ 83306 w 161182"/>
                <a:gd name="connsiteY18" fmla="*/ 55671 h 81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1182" h="81931">
                  <a:moveTo>
                    <a:pt x="158800" y="843"/>
                  </a:moveTo>
                  <a:cubicBezTo>
                    <a:pt x="154133" y="-991"/>
                    <a:pt x="149884" y="592"/>
                    <a:pt x="145218" y="1592"/>
                  </a:cubicBezTo>
                  <a:cubicBezTo>
                    <a:pt x="133552" y="4009"/>
                    <a:pt x="121720" y="5259"/>
                    <a:pt x="110054" y="7509"/>
                  </a:cubicBezTo>
                  <a:cubicBezTo>
                    <a:pt x="86056" y="12175"/>
                    <a:pt x="60892" y="12341"/>
                    <a:pt x="38894" y="24090"/>
                  </a:cubicBezTo>
                  <a:cubicBezTo>
                    <a:pt x="33811" y="26840"/>
                    <a:pt x="-14602" y="66503"/>
                    <a:pt x="4397" y="75336"/>
                  </a:cubicBezTo>
                  <a:cubicBezTo>
                    <a:pt x="2230" y="77919"/>
                    <a:pt x="4730" y="82668"/>
                    <a:pt x="8896" y="81835"/>
                  </a:cubicBezTo>
                  <a:cubicBezTo>
                    <a:pt x="39977" y="75669"/>
                    <a:pt x="72474" y="69503"/>
                    <a:pt x="102055" y="57837"/>
                  </a:cubicBezTo>
                  <a:cubicBezTo>
                    <a:pt x="125886" y="48421"/>
                    <a:pt x="150633" y="31756"/>
                    <a:pt x="160716" y="7009"/>
                  </a:cubicBezTo>
                  <a:cubicBezTo>
                    <a:pt x="161632" y="4926"/>
                    <a:pt x="161299" y="1843"/>
                    <a:pt x="158800" y="843"/>
                  </a:cubicBezTo>
                  <a:lnTo>
                    <a:pt x="158800" y="843"/>
                  </a:lnTo>
                  <a:close/>
                  <a:moveTo>
                    <a:pt x="83306" y="55671"/>
                  </a:moveTo>
                  <a:cubicBezTo>
                    <a:pt x="58308" y="63254"/>
                    <a:pt x="32061" y="66337"/>
                    <a:pt x="7063" y="73836"/>
                  </a:cubicBezTo>
                  <a:cubicBezTo>
                    <a:pt x="2230" y="69169"/>
                    <a:pt x="16312" y="55338"/>
                    <a:pt x="19479" y="52004"/>
                  </a:cubicBezTo>
                  <a:cubicBezTo>
                    <a:pt x="32061" y="38672"/>
                    <a:pt x="48060" y="29757"/>
                    <a:pt x="65808" y="25507"/>
                  </a:cubicBezTo>
                  <a:cubicBezTo>
                    <a:pt x="81390" y="21757"/>
                    <a:pt x="97638" y="20841"/>
                    <a:pt x="113470" y="17841"/>
                  </a:cubicBezTo>
                  <a:cubicBezTo>
                    <a:pt x="121886" y="16258"/>
                    <a:pt x="130385" y="15341"/>
                    <a:pt x="138718" y="13591"/>
                  </a:cubicBezTo>
                  <a:cubicBezTo>
                    <a:pt x="141301" y="13008"/>
                    <a:pt x="145884" y="10925"/>
                    <a:pt x="149884" y="9842"/>
                  </a:cubicBezTo>
                  <a:cubicBezTo>
                    <a:pt x="139051" y="34839"/>
                    <a:pt x="107221" y="48421"/>
                    <a:pt x="83306" y="55671"/>
                  </a:cubicBezTo>
                  <a:lnTo>
                    <a:pt x="83306" y="55671"/>
                  </a:lnTo>
                  <a:close/>
                </a:path>
              </a:pathLst>
            </a:custGeom>
            <a:grpFill/>
            <a:ln w="8332" cap="flat">
              <a:noFill/>
              <a:prstDash val="solid"/>
              <a:miter/>
            </a:ln>
          </p:spPr>
          <p:txBody>
            <a:bodyPr rtlCol="0" anchor="ctr"/>
            <a:lstStyle/>
            <a:p>
              <a:endParaRPr lang="en-US"/>
            </a:p>
          </p:txBody>
        </p:sp>
        <p:sp>
          <p:nvSpPr>
            <p:cNvPr id="1733" name="Freeform: Shape 1732"/>
            <p:cNvSpPr/>
            <p:nvPr/>
          </p:nvSpPr>
          <p:spPr>
            <a:xfrm>
              <a:off x="5508576" y="2868157"/>
              <a:ext cx="682644" cy="534155"/>
            </a:xfrm>
            <a:custGeom>
              <a:avLst/>
              <a:gdLst>
                <a:gd name="connsiteX0" fmla="*/ 32529 w 682644"/>
                <a:gd name="connsiteY0" fmla="*/ 103336 h 534155"/>
                <a:gd name="connsiteX1" fmla="*/ 52694 w 682644"/>
                <a:gd name="connsiteY1" fmla="*/ 132250 h 534155"/>
                <a:gd name="connsiteX2" fmla="*/ 37362 w 682644"/>
                <a:gd name="connsiteY2" fmla="*/ 156497 h 534155"/>
                <a:gd name="connsiteX3" fmla="*/ 37779 w 682644"/>
                <a:gd name="connsiteY3" fmla="*/ 189578 h 534155"/>
                <a:gd name="connsiteX4" fmla="*/ 42195 w 682644"/>
                <a:gd name="connsiteY4" fmla="*/ 202077 h 534155"/>
                <a:gd name="connsiteX5" fmla="*/ 2116 w 682644"/>
                <a:gd name="connsiteY5" fmla="*/ 255572 h 534155"/>
                <a:gd name="connsiteX6" fmla="*/ 2949 w 682644"/>
                <a:gd name="connsiteY6" fmla="*/ 298401 h 534155"/>
                <a:gd name="connsiteX7" fmla="*/ 26196 w 682644"/>
                <a:gd name="connsiteY7" fmla="*/ 331232 h 534155"/>
                <a:gd name="connsiteX8" fmla="*/ 180932 w 682644"/>
                <a:gd name="connsiteY8" fmla="*/ 431389 h 534155"/>
                <a:gd name="connsiteX9" fmla="*/ 270841 w 682644"/>
                <a:gd name="connsiteY9" fmla="*/ 468219 h 534155"/>
                <a:gd name="connsiteX10" fmla="*/ 360417 w 682644"/>
                <a:gd name="connsiteY10" fmla="*/ 495967 h 534155"/>
                <a:gd name="connsiteX11" fmla="*/ 449992 w 682644"/>
                <a:gd name="connsiteY11" fmla="*/ 521714 h 534155"/>
                <a:gd name="connsiteX12" fmla="*/ 532401 w 682644"/>
                <a:gd name="connsiteY12" fmla="*/ 533963 h 534155"/>
                <a:gd name="connsiteX13" fmla="*/ 583480 w 682644"/>
                <a:gd name="connsiteY13" fmla="*/ 493300 h 534155"/>
                <a:gd name="connsiteX14" fmla="*/ 590812 w 682644"/>
                <a:gd name="connsiteY14" fmla="*/ 462303 h 534155"/>
                <a:gd name="connsiteX15" fmla="*/ 587229 w 682644"/>
                <a:gd name="connsiteY15" fmla="*/ 452554 h 534155"/>
                <a:gd name="connsiteX16" fmla="*/ 593895 w 682644"/>
                <a:gd name="connsiteY16" fmla="*/ 412641 h 534155"/>
                <a:gd name="connsiteX17" fmla="*/ 614477 w 682644"/>
                <a:gd name="connsiteY17" fmla="*/ 397059 h 534155"/>
                <a:gd name="connsiteX18" fmla="*/ 614227 w 682644"/>
                <a:gd name="connsiteY18" fmla="*/ 354813 h 534155"/>
                <a:gd name="connsiteX19" fmla="*/ 639308 w 682644"/>
                <a:gd name="connsiteY19" fmla="*/ 364812 h 534155"/>
                <a:gd name="connsiteX20" fmla="*/ 674972 w 682644"/>
                <a:gd name="connsiteY20" fmla="*/ 370478 h 534155"/>
                <a:gd name="connsiteX21" fmla="*/ 680721 w 682644"/>
                <a:gd name="connsiteY21" fmla="*/ 348563 h 534155"/>
                <a:gd name="connsiteX22" fmla="*/ 649224 w 682644"/>
                <a:gd name="connsiteY22" fmla="*/ 312983 h 534155"/>
                <a:gd name="connsiteX23" fmla="*/ 639225 w 682644"/>
                <a:gd name="connsiteY23" fmla="*/ 303734 h 534155"/>
                <a:gd name="connsiteX24" fmla="*/ 654306 w 682644"/>
                <a:gd name="connsiteY24" fmla="*/ 281569 h 534155"/>
                <a:gd name="connsiteX25" fmla="*/ 640724 w 682644"/>
                <a:gd name="connsiteY25" fmla="*/ 216825 h 534155"/>
                <a:gd name="connsiteX26" fmla="*/ 597145 w 682644"/>
                <a:gd name="connsiteY26" fmla="*/ 155581 h 534155"/>
                <a:gd name="connsiteX27" fmla="*/ 452658 w 682644"/>
                <a:gd name="connsiteY27" fmla="*/ 61423 h 534155"/>
                <a:gd name="connsiteX28" fmla="*/ 286173 w 682644"/>
                <a:gd name="connsiteY28" fmla="*/ 7261 h 534155"/>
                <a:gd name="connsiteX29" fmla="*/ 200931 w 682644"/>
                <a:gd name="connsiteY29" fmla="*/ 595 h 534155"/>
                <a:gd name="connsiteX30" fmla="*/ 169100 w 682644"/>
                <a:gd name="connsiteY30" fmla="*/ 6011 h 534155"/>
                <a:gd name="connsiteX31" fmla="*/ 126187 w 682644"/>
                <a:gd name="connsiteY31" fmla="*/ 21676 h 534155"/>
                <a:gd name="connsiteX32" fmla="*/ 99106 w 682644"/>
                <a:gd name="connsiteY32" fmla="*/ 44008 h 534155"/>
                <a:gd name="connsiteX33" fmla="*/ 89857 w 682644"/>
                <a:gd name="connsiteY33" fmla="*/ 72338 h 534155"/>
                <a:gd name="connsiteX34" fmla="*/ 32529 w 682644"/>
                <a:gd name="connsiteY34" fmla="*/ 103336 h 534155"/>
                <a:gd name="connsiteX35" fmla="*/ 32529 w 682644"/>
                <a:gd name="connsiteY35" fmla="*/ 103336 h 534155"/>
                <a:gd name="connsiteX36" fmla="*/ 627059 w 682644"/>
                <a:gd name="connsiteY36" fmla="*/ 292402 h 534155"/>
                <a:gd name="connsiteX37" fmla="*/ 591646 w 682644"/>
                <a:gd name="connsiteY37" fmla="*/ 296568 h 534155"/>
                <a:gd name="connsiteX38" fmla="*/ 551732 w 682644"/>
                <a:gd name="connsiteY38" fmla="*/ 293568 h 534155"/>
                <a:gd name="connsiteX39" fmla="*/ 481572 w 682644"/>
                <a:gd name="connsiteY39" fmla="*/ 274070 h 534155"/>
                <a:gd name="connsiteX40" fmla="*/ 340835 w 682644"/>
                <a:gd name="connsiteY40" fmla="*/ 218825 h 534155"/>
                <a:gd name="connsiteX41" fmla="*/ 205930 w 682644"/>
                <a:gd name="connsiteY41" fmla="*/ 159414 h 534155"/>
                <a:gd name="connsiteX42" fmla="*/ 142686 w 682644"/>
                <a:gd name="connsiteY42" fmla="*/ 122500 h 534155"/>
                <a:gd name="connsiteX43" fmla="*/ 114105 w 682644"/>
                <a:gd name="connsiteY43" fmla="*/ 94336 h 534155"/>
                <a:gd name="connsiteX44" fmla="*/ 109689 w 682644"/>
                <a:gd name="connsiteY44" fmla="*/ 58340 h 534155"/>
                <a:gd name="connsiteX45" fmla="*/ 136020 w 682644"/>
                <a:gd name="connsiteY45" fmla="*/ 33592 h 534155"/>
                <a:gd name="connsiteX46" fmla="*/ 169433 w 682644"/>
                <a:gd name="connsiteY46" fmla="*/ 20426 h 534155"/>
                <a:gd name="connsiteX47" fmla="*/ 238844 w 682644"/>
                <a:gd name="connsiteY47" fmla="*/ 16093 h 534155"/>
                <a:gd name="connsiteX48" fmla="*/ 278340 w 682644"/>
                <a:gd name="connsiteY48" fmla="*/ 18760 h 534155"/>
                <a:gd name="connsiteX49" fmla="*/ 298255 w 682644"/>
                <a:gd name="connsiteY49" fmla="*/ 23009 h 534155"/>
                <a:gd name="connsiteX50" fmla="*/ 458074 w 682644"/>
                <a:gd name="connsiteY50" fmla="*/ 79838 h 534155"/>
                <a:gd name="connsiteX51" fmla="*/ 586896 w 682644"/>
                <a:gd name="connsiteY51" fmla="*/ 167080 h 534155"/>
                <a:gd name="connsiteX52" fmla="*/ 627059 w 682644"/>
                <a:gd name="connsiteY52" fmla="*/ 225324 h 534155"/>
                <a:gd name="connsiteX53" fmla="*/ 627059 w 682644"/>
                <a:gd name="connsiteY53" fmla="*/ 292402 h 534155"/>
                <a:gd name="connsiteX54" fmla="*/ 627059 w 682644"/>
                <a:gd name="connsiteY54" fmla="*/ 292402 h 534155"/>
                <a:gd name="connsiteX55" fmla="*/ 563398 w 682644"/>
                <a:gd name="connsiteY55" fmla="*/ 407475 h 534155"/>
                <a:gd name="connsiteX56" fmla="*/ 575980 w 682644"/>
                <a:gd name="connsiteY56" fmla="*/ 411724 h 534155"/>
                <a:gd name="connsiteX57" fmla="*/ 582730 w 682644"/>
                <a:gd name="connsiteY57" fmla="*/ 412974 h 534155"/>
                <a:gd name="connsiteX58" fmla="*/ 582897 w 682644"/>
                <a:gd name="connsiteY58" fmla="*/ 425640 h 534155"/>
                <a:gd name="connsiteX59" fmla="*/ 560899 w 682644"/>
                <a:gd name="connsiteY59" fmla="*/ 452304 h 534155"/>
                <a:gd name="connsiteX60" fmla="*/ 510736 w 682644"/>
                <a:gd name="connsiteY60" fmla="*/ 443888 h 534155"/>
                <a:gd name="connsiteX61" fmla="*/ 460157 w 682644"/>
                <a:gd name="connsiteY61" fmla="*/ 417724 h 534155"/>
                <a:gd name="connsiteX62" fmla="*/ 440576 w 682644"/>
                <a:gd name="connsiteY62" fmla="*/ 391893 h 534155"/>
                <a:gd name="connsiteX63" fmla="*/ 442159 w 682644"/>
                <a:gd name="connsiteY63" fmla="*/ 392309 h 534155"/>
                <a:gd name="connsiteX64" fmla="*/ 465657 w 682644"/>
                <a:gd name="connsiteY64" fmla="*/ 394143 h 534155"/>
                <a:gd name="connsiteX65" fmla="*/ 482156 w 682644"/>
                <a:gd name="connsiteY65" fmla="*/ 411474 h 534155"/>
                <a:gd name="connsiteX66" fmla="*/ 528068 w 682644"/>
                <a:gd name="connsiteY66" fmla="*/ 438889 h 534155"/>
                <a:gd name="connsiteX67" fmla="*/ 563398 w 682644"/>
                <a:gd name="connsiteY67" fmla="*/ 407475 h 534155"/>
                <a:gd name="connsiteX68" fmla="*/ 563398 w 682644"/>
                <a:gd name="connsiteY68" fmla="*/ 407475 h 534155"/>
                <a:gd name="connsiteX69" fmla="*/ 506903 w 682644"/>
                <a:gd name="connsiteY69" fmla="*/ 417057 h 534155"/>
                <a:gd name="connsiteX70" fmla="*/ 481739 w 682644"/>
                <a:gd name="connsiteY70" fmla="*/ 396142 h 534155"/>
                <a:gd name="connsiteX71" fmla="*/ 476573 w 682644"/>
                <a:gd name="connsiteY71" fmla="*/ 390726 h 534155"/>
                <a:gd name="connsiteX72" fmla="*/ 484905 w 682644"/>
                <a:gd name="connsiteY72" fmla="*/ 385727 h 534155"/>
                <a:gd name="connsiteX73" fmla="*/ 492571 w 682644"/>
                <a:gd name="connsiteY73" fmla="*/ 396392 h 534155"/>
                <a:gd name="connsiteX74" fmla="*/ 503487 w 682644"/>
                <a:gd name="connsiteY74" fmla="*/ 405725 h 534155"/>
                <a:gd name="connsiteX75" fmla="*/ 528485 w 682644"/>
                <a:gd name="connsiteY75" fmla="*/ 415057 h 534155"/>
                <a:gd name="connsiteX76" fmla="*/ 548816 w 682644"/>
                <a:gd name="connsiteY76" fmla="*/ 407558 h 534155"/>
                <a:gd name="connsiteX77" fmla="*/ 560065 w 682644"/>
                <a:gd name="connsiteY77" fmla="*/ 406641 h 534155"/>
                <a:gd name="connsiteX78" fmla="*/ 506903 w 682644"/>
                <a:gd name="connsiteY78" fmla="*/ 417057 h 534155"/>
                <a:gd name="connsiteX79" fmla="*/ 506903 w 682644"/>
                <a:gd name="connsiteY79" fmla="*/ 417057 h 534155"/>
                <a:gd name="connsiteX80" fmla="*/ 28613 w 682644"/>
                <a:gd name="connsiteY80" fmla="*/ 231991 h 534155"/>
                <a:gd name="connsiteX81" fmla="*/ 43778 w 682644"/>
                <a:gd name="connsiteY81" fmla="*/ 218575 h 534155"/>
                <a:gd name="connsiteX82" fmla="*/ 64527 w 682644"/>
                <a:gd name="connsiteY82" fmla="*/ 259488 h 534155"/>
                <a:gd name="connsiteX83" fmla="*/ 117188 w 682644"/>
                <a:gd name="connsiteY83" fmla="*/ 266821 h 534155"/>
                <a:gd name="connsiteX84" fmla="*/ 123688 w 682644"/>
                <a:gd name="connsiteY84" fmla="*/ 297318 h 534155"/>
                <a:gd name="connsiteX85" fmla="*/ 160435 w 682644"/>
                <a:gd name="connsiteY85" fmla="*/ 332482 h 534155"/>
                <a:gd name="connsiteX86" fmla="*/ 258926 w 682644"/>
                <a:gd name="connsiteY86" fmla="*/ 335731 h 534155"/>
                <a:gd name="connsiteX87" fmla="*/ 321503 w 682644"/>
                <a:gd name="connsiteY87" fmla="*/ 398475 h 534155"/>
                <a:gd name="connsiteX88" fmla="*/ 425078 w 682644"/>
                <a:gd name="connsiteY88" fmla="*/ 387477 h 534155"/>
                <a:gd name="connsiteX89" fmla="*/ 531068 w 682644"/>
                <a:gd name="connsiteY89" fmla="*/ 462553 h 534155"/>
                <a:gd name="connsiteX90" fmla="*/ 578397 w 682644"/>
                <a:gd name="connsiteY90" fmla="*/ 459470 h 534155"/>
                <a:gd name="connsiteX91" fmla="*/ 532068 w 682644"/>
                <a:gd name="connsiteY91" fmla="*/ 522131 h 534155"/>
                <a:gd name="connsiteX92" fmla="*/ 493571 w 682644"/>
                <a:gd name="connsiteY92" fmla="*/ 518965 h 534155"/>
                <a:gd name="connsiteX93" fmla="*/ 450575 w 682644"/>
                <a:gd name="connsiteY93" fmla="*/ 511049 h 534155"/>
                <a:gd name="connsiteX94" fmla="*/ 383415 w 682644"/>
                <a:gd name="connsiteY94" fmla="*/ 490634 h 534155"/>
                <a:gd name="connsiteX95" fmla="*/ 312921 w 682644"/>
                <a:gd name="connsiteY95" fmla="*/ 470219 h 534155"/>
                <a:gd name="connsiteX96" fmla="*/ 178433 w 682644"/>
                <a:gd name="connsiteY96" fmla="*/ 415391 h 534155"/>
                <a:gd name="connsiteX97" fmla="*/ 47695 w 682644"/>
                <a:gd name="connsiteY97" fmla="*/ 332065 h 534155"/>
                <a:gd name="connsiteX98" fmla="*/ 25196 w 682644"/>
                <a:gd name="connsiteY98" fmla="*/ 305151 h 534155"/>
                <a:gd name="connsiteX99" fmla="*/ 17364 w 682644"/>
                <a:gd name="connsiteY99" fmla="*/ 270654 h 534155"/>
                <a:gd name="connsiteX100" fmla="*/ 28613 w 682644"/>
                <a:gd name="connsiteY100" fmla="*/ 231991 h 534155"/>
                <a:gd name="connsiteX101" fmla="*/ 28613 w 682644"/>
                <a:gd name="connsiteY101" fmla="*/ 231991 h 534155"/>
                <a:gd name="connsiteX102" fmla="*/ 374748 w 682644"/>
                <a:gd name="connsiteY102" fmla="*/ 365728 h 534155"/>
                <a:gd name="connsiteX103" fmla="*/ 397330 w 682644"/>
                <a:gd name="connsiteY103" fmla="*/ 362895 h 534155"/>
                <a:gd name="connsiteX104" fmla="*/ 408495 w 682644"/>
                <a:gd name="connsiteY104" fmla="*/ 368645 h 534155"/>
                <a:gd name="connsiteX105" fmla="*/ 417161 w 682644"/>
                <a:gd name="connsiteY105" fmla="*/ 378894 h 534155"/>
                <a:gd name="connsiteX106" fmla="*/ 423994 w 682644"/>
                <a:gd name="connsiteY106" fmla="*/ 384227 h 534155"/>
                <a:gd name="connsiteX107" fmla="*/ 423994 w 682644"/>
                <a:gd name="connsiteY107" fmla="*/ 384310 h 534155"/>
                <a:gd name="connsiteX108" fmla="*/ 333252 w 682644"/>
                <a:gd name="connsiteY108" fmla="*/ 389476 h 534155"/>
                <a:gd name="connsiteX109" fmla="*/ 293339 w 682644"/>
                <a:gd name="connsiteY109" fmla="*/ 366228 h 534155"/>
                <a:gd name="connsiteX110" fmla="*/ 277007 w 682644"/>
                <a:gd name="connsiteY110" fmla="*/ 349813 h 534155"/>
                <a:gd name="connsiteX111" fmla="*/ 270341 w 682644"/>
                <a:gd name="connsiteY111" fmla="*/ 328899 h 534155"/>
                <a:gd name="connsiteX112" fmla="*/ 291089 w 682644"/>
                <a:gd name="connsiteY112" fmla="*/ 338398 h 534155"/>
                <a:gd name="connsiteX113" fmla="*/ 323503 w 682644"/>
                <a:gd name="connsiteY113" fmla="*/ 372728 h 534155"/>
                <a:gd name="connsiteX114" fmla="*/ 357000 w 682644"/>
                <a:gd name="connsiteY114" fmla="*/ 375978 h 534155"/>
                <a:gd name="connsiteX115" fmla="*/ 374748 w 682644"/>
                <a:gd name="connsiteY115" fmla="*/ 365728 h 534155"/>
                <a:gd name="connsiteX116" fmla="*/ 374748 w 682644"/>
                <a:gd name="connsiteY116" fmla="*/ 365728 h 534155"/>
                <a:gd name="connsiteX117" fmla="*/ 351250 w 682644"/>
                <a:gd name="connsiteY117" fmla="*/ 368478 h 534155"/>
                <a:gd name="connsiteX118" fmla="*/ 331919 w 682644"/>
                <a:gd name="connsiteY118" fmla="*/ 366562 h 534155"/>
                <a:gd name="connsiteX119" fmla="*/ 304338 w 682644"/>
                <a:gd name="connsiteY119" fmla="*/ 344897 h 534155"/>
                <a:gd name="connsiteX120" fmla="*/ 301672 w 682644"/>
                <a:gd name="connsiteY120" fmla="*/ 339564 h 534155"/>
                <a:gd name="connsiteX121" fmla="*/ 319170 w 682644"/>
                <a:gd name="connsiteY121" fmla="*/ 337981 h 534155"/>
                <a:gd name="connsiteX122" fmla="*/ 342834 w 682644"/>
                <a:gd name="connsiteY122" fmla="*/ 353896 h 534155"/>
                <a:gd name="connsiteX123" fmla="*/ 365832 w 682644"/>
                <a:gd name="connsiteY123" fmla="*/ 364312 h 534155"/>
                <a:gd name="connsiteX124" fmla="*/ 351250 w 682644"/>
                <a:gd name="connsiteY124" fmla="*/ 368478 h 534155"/>
                <a:gd name="connsiteX125" fmla="*/ 351250 w 682644"/>
                <a:gd name="connsiteY125" fmla="*/ 368478 h 534155"/>
                <a:gd name="connsiteX126" fmla="*/ 261342 w 682644"/>
                <a:gd name="connsiteY126" fmla="*/ 321899 h 534155"/>
                <a:gd name="connsiteX127" fmla="*/ 259176 w 682644"/>
                <a:gd name="connsiteY127" fmla="*/ 329649 h 534155"/>
                <a:gd name="connsiteX128" fmla="*/ 176100 w 682644"/>
                <a:gd name="connsiteY128" fmla="*/ 327399 h 534155"/>
                <a:gd name="connsiteX129" fmla="*/ 141770 w 682644"/>
                <a:gd name="connsiteY129" fmla="*/ 303901 h 534155"/>
                <a:gd name="connsiteX130" fmla="*/ 128937 w 682644"/>
                <a:gd name="connsiteY130" fmla="*/ 280569 h 534155"/>
                <a:gd name="connsiteX131" fmla="*/ 128104 w 682644"/>
                <a:gd name="connsiteY131" fmla="*/ 267237 h 534155"/>
                <a:gd name="connsiteX132" fmla="*/ 135853 w 682644"/>
                <a:gd name="connsiteY132" fmla="*/ 271820 h 534155"/>
                <a:gd name="connsiteX133" fmla="*/ 152185 w 682644"/>
                <a:gd name="connsiteY133" fmla="*/ 277486 h 534155"/>
                <a:gd name="connsiteX134" fmla="*/ 152352 w 682644"/>
                <a:gd name="connsiteY134" fmla="*/ 286569 h 534155"/>
                <a:gd name="connsiteX135" fmla="*/ 157601 w 682644"/>
                <a:gd name="connsiteY135" fmla="*/ 296568 h 534155"/>
                <a:gd name="connsiteX136" fmla="*/ 185432 w 682644"/>
                <a:gd name="connsiteY136" fmla="*/ 312900 h 534155"/>
                <a:gd name="connsiteX137" fmla="*/ 217929 w 682644"/>
                <a:gd name="connsiteY137" fmla="*/ 319983 h 534155"/>
                <a:gd name="connsiteX138" fmla="*/ 247677 w 682644"/>
                <a:gd name="connsiteY138" fmla="*/ 306151 h 534155"/>
                <a:gd name="connsiteX139" fmla="*/ 255093 w 682644"/>
                <a:gd name="connsiteY139" fmla="*/ 312400 h 534155"/>
                <a:gd name="connsiteX140" fmla="*/ 261759 w 682644"/>
                <a:gd name="connsiteY140" fmla="*/ 321316 h 534155"/>
                <a:gd name="connsiteX141" fmla="*/ 261342 w 682644"/>
                <a:gd name="connsiteY141" fmla="*/ 321899 h 534155"/>
                <a:gd name="connsiteX142" fmla="*/ 261342 w 682644"/>
                <a:gd name="connsiteY142" fmla="*/ 321899 h 534155"/>
                <a:gd name="connsiteX143" fmla="*/ 210847 w 682644"/>
                <a:gd name="connsiteY143" fmla="*/ 310483 h 534155"/>
                <a:gd name="connsiteX144" fmla="*/ 179016 w 682644"/>
                <a:gd name="connsiteY144" fmla="*/ 299068 h 534155"/>
                <a:gd name="connsiteX145" fmla="*/ 161018 w 682644"/>
                <a:gd name="connsiteY145" fmla="*/ 280403 h 534155"/>
                <a:gd name="connsiteX146" fmla="*/ 160935 w 682644"/>
                <a:gd name="connsiteY146" fmla="*/ 278486 h 534155"/>
                <a:gd name="connsiteX147" fmla="*/ 165267 w 682644"/>
                <a:gd name="connsiteY147" fmla="*/ 278403 h 534155"/>
                <a:gd name="connsiteX148" fmla="*/ 192265 w 682644"/>
                <a:gd name="connsiteY148" fmla="*/ 293902 h 534155"/>
                <a:gd name="connsiteX149" fmla="*/ 236928 w 682644"/>
                <a:gd name="connsiteY149" fmla="*/ 307400 h 534155"/>
                <a:gd name="connsiteX150" fmla="*/ 210847 w 682644"/>
                <a:gd name="connsiteY150" fmla="*/ 310483 h 534155"/>
                <a:gd name="connsiteX151" fmla="*/ 210847 w 682644"/>
                <a:gd name="connsiteY151" fmla="*/ 310483 h 534155"/>
                <a:gd name="connsiteX152" fmla="*/ 80608 w 682644"/>
                <a:gd name="connsiteY152" fmla="*/ 258072 h 534155"/>
                <a:gd name="connsiteX153" fmla="*/ 55444 w 682644"/>
                <a:gd name="connsiteY153" fmla="*/ 221158 h 534155"/>
                <a:gd name="connsiteX154" fmla="*/ 80442 w 682644"/>
                <a:gd name="connsiteY154" fmla="*/ 234907 h 534155"/>
                <a:gd name="connsiteX155" fmla="*/ 97023 w 682644"/>
                <a:gd name="connsiteY155" fmla="*/ 236573 h 534155"/>
                <a:gd name="connsiteX156" fmla="*/ 114105 w 682644"/>
                <a:gd name="connsiteY156" fmla="*/ 254488 h 534155"/>
                <a:gd name="connsiteX157" fmla="*/ 119021 w 682644"/>
                <a:gd name="connsiteY157" fmla="*/ 259821 h 534155"/>
                <a:gd name="connsiteX158" fmla="*/ 118105 w 682644"/>
                <a:gd name="connsiteY158" fmla="*/ 262405 h 534155"/>
                <a:gd name="connsiteX159" fmla="*/ 80608 w 682644"/>
                <a:gd name="connsiteY159" fmla="*/ 258072 h 534155"/>
                <a:gd name="connsiteX160" fmla="*/ 80608 w 682644"/>
                <a:gd name="connsiteY160" fmla="*/ 258072 h 534155"/>
                <a:gd name="connsiteX161" fmla="*/ 63610 w 682644"/>
                <a:gd name="connsiteY161" fmla="*/ 138499 h 534155"/>
                <a:gd name="connsiteX162" fmla="*/ 80025 w 682644"/>
                <a:gd name="connsiteY162" fmla="*/ 146082 h 534155"/>
                <a:gd name="connsiteX163" fmla="*/ 107773 w 682644"/>
                <a:gd name="connsiteY163" fmla="*/ 167246 h 534155"/>
                <a:gd name="connsiteX164" fmla="*/ 126604 w 682644"/>
                <a:gd name="connsiteY164" fmla="*/ 180245 h 534155"/>
                <a:gd name="connsiteX165" fmla="*/ 150019 w 682644"/>
                <a:gd name="connsiteY165" fmla="*/ 184995 h 534155"/>
                <a:gd name="connsiteX166" fmla="*/ 192182 w 682644"/>
                <a:gd name="connsiteY166" fmla="*/ 217159 h 534155"/>
                <a:gd name="connsiteX167" fmla="*/ 236094 w 682644"/>
                <a:gd name="connsiteY167" fmla="*/ 231491 h 534155"/>
                <a:gd name="connsiteX168" fmla="*/ 267175 w 682644"/>
                <a:gd name="connsiteY168" fmla="*/ 239323 h 534155"/>
                <a:gd name="connsiteX169" fmla="*/ 288173 w 682644"/>
                <a:gd name="connsiteY169" fmla="*/ 254905 h 534155"/>
                <a:gd name="connsiteX170" fmla="*/ 332419 w 682644"/>
                <a:gd name="connsiteY170" fmla="*/ 281069 h 534155"/>
                <a:gd name="connsiteX171" fmla="*/ 376665 w 682644"/>
                <a:gd name="connsiteY171" fmla="*/ 285236 h 534155"/>
                <a:gd name="connsiteX172" fmla="*/ 425494 w 682644"/>
                <a:gd name="connsiteY172" fmla="*/ 318483 h 534155"/>
                <a:gd name="connsiteX173" fmla="*/ 463157 w 682644"/>
                <a:gd name="connsiteY173" fmla="*/ 326482 h 534155"/>
                <a:gd name="connsiteX174" fmla="*/ 499821 w 682644"/>
                <a:gd name="connsiteY174" fmla="*/ 327482 h 534155"/>
                <a:gd name="connsiteX175" fmla="*/ 518652 w 682644"/>
                <a:gd name="connsiteY175" fmla="*/ 343481 h 534155"/>
                <a:gd name="connsiteX176" fmla="*/ 552649 w 682644"/>
                <a:gd name="connsiteY176" fmla="*/ 368062 h 534155"/>
                <a:gd name="connsiteX177" fmla="*/ 587813 w 682644"/>
                <a:gd name="connsiteY177" fmla="*/ 366228 h 534155"/>
                <a:gd name="connsiteX178" fmla="*/ 606311 w 682644"/>
                <a:gd name="connsiteY178" fmla="*/ 355146 h 534155"/>
                <a:gd name="connsiteX179" fmla="*/ 607644 w 682644"/>
                <a:gd name="connsiteY179" fmla="*/ 381477 h 534155"/>
                <a:gd name="connsiteX180" fmla="*/ 581730 w 682644"/>
                <a:gd name="connsiteY180" fmla="*/ 399476 h 534155"/>
                <a:gd name="connsiteX181" fmla="*/ 553232 w 682644"/>
                <a:gd name="connsiteY181" fmla="*/ 392476 h 534155"/>
                <a:gd name="connsiteX182" fmla="*/ 540900 w 682644"/>
                <a:gd name="connsiteY182" fmla="*/ 397059 h 534155"/>
                <a:gd name="connsiteX183" fmla="*/ 514153 w 682644"/>
                <a:gd name="connsiteY183" fmla="*/ 395392 h 534155"/>
                <a:gd name="connsiteX184" fmla="*/ 487655 w 682644"/>
                <a:gd name="connsiteY184" fmla="*/ 371728 h 534155"/>
                <a:gd name="connsiteX185" fmla="*/ 466823 w 682644"/>
                <a:gd name="connsiteY185" fmla="*/ 380144 h 534155"/>
                <a:gd name="connsiteX186" fmla="*/ 461574 w 682644"/>
                <a:gd name="connsiteY186" fmla="*/ 380560 h 534155"/>
                <a:gd name="connsiteX187" fmla="*/ 424077 w 682644"/>
                <a:gd name="connsiteY187" fmla="*/ 366978 h 534155"/>
                <a:gd name="connsiteX188" fmla="*/ 405829 w 682644"/>
                <a:gd name="connsiteY188" fmla="*/ 350230 h 534155"/>
                <a:gd name="connsiteX189" fmla="*/ 396830 w 682644"/>
                <a:gd name="connsiteY189" fmla="*/ 351313 h 534155"/>
                <a:gd name="connsiteX190" fmla="*/ 374082 w 682644"/>
                <a:gd name="connsiteY190" fmla="*/ 353146 h 534155"/>
                <a:gd name="connsiteX191" fmla="*/ 337835 w 682644"/>
                <a:gd name="connsiteY191" fmla="*/ 329565 h 534155"/>
                <a:gd name="connsiteX192" fmla="*/ 320587 w 682644"/>
                <a:gd name="connsiteY192" fmla="*/ 322649 h 534155"/>
                <a:gd name="connsiteX193" fmla="*/ 280174 w 682644"/>
                <a:gd name="connsiteY193" fmla="*/ 315900 h 534155"/>
                <a:gd name="connsiteX194" fmla="*/ 255926 w 682644"/>
                <a:gd name="connsiteY194" fmla="*/ 289319 h 534155"/>
                <a:gd name="connsiteX195" fmla="*/ 226845 w 682644"/>
                <a:gd name="connsiteY195" fmla="*/ 292735 h 534155"/>
                <a:gd name="connsiteX196" fmla="*/ 191265 w 682644"/>
                <a:gd name="connsiteY196" fmla="*/ 268904 h 534155"/>
                <a:gd name="connsiteX197" fmla="*/ 162351 w 682644"/>
                <a:gd name="connsiteY197" fmla="*/ 264321 h 534155"/>
                <a:gd name="connsiteX198" fmla="*/ 124605 w 682644"/>
                <a:gd name="connsiteY198" fmla="*/ 243156 h 534155"/>
                <a:gd name="connsiteX199" fmla="*/ 104106 w 682644"/>
                <a:gd name="connsiteY199" fmla="*/ 224824 h 534155"/>
                <a:gd name="connsiteX200" fmla="*/ 63276 w 682644"/>
                <a:gd name="connsiteY200" fmla="*/ 208743 h 534155"/>
                <a:gd name="connsiteX201" fmla="*/ 49528 w 682644"/>
                <a:gd name="connsiteY201" fmla="*/ 167246 h 534155"/>
                <a:gd name="connsiteX202" fmla="*/ 63610 w 682644"/>
                <a:gd name="connsiteY202" fmla="*/ 138499 h 534155"/>
                <a:gd name="connsiteX203" fmla="*/ 63610 w 682644"/>
                <a:gd name="connsiteY203" fmla="*/ 138499 h 534155"/>
                <a:gd name="connsiteX204" fmla="*/ 59444 w 682644"/>
                <a:gd name="connsiteY204" fmla="*/ 87754 h 534155"/>
                <a:gd name="connsiteX205" fmla="*/ 91774 w 682644"/>
                <a:gd name="connsiteY205" fmla="*/ 86170 h 534155"/>
                <a:gd name="connsiteX206" fmla="*/ 129687 w 682644"/>
                <a:gd name="connsiteY206" fmla="*/ 130916 h 534155"/>
                <a:gd name="connsiteX207" fmla="*/ 198681 w 682644"/>
                <a:gd name="connsiteY207" fmla="*/ 170663 h 534155"/>
                <a:gd name="connsiteX208" fmla="*/ 366083 w 682644"/>
                <a:gd name="connsiteY208" fmla="*/ 245239 h 534155"/>
                <a:gd name="connsiteX209" fmla="*/ 527401 w 682644"/>
                <a:gd name="connsiteY209" fmla="*/ 304817 h 534155"/>
                <a:gd name="connsiteX210" fmla="*/ 608561 w 682644"/>
                <a:gd name="connsiteY210" fmla="*/ 311483 h 534155"/>
                <a:gd name="connsiteX211" fmla="*/ 629642 w 682644"/>
                <a:gd name="connsiteY211" fmla="*/ 308067 h 534155"/>
                <a:gd name="connsiteX212" fmla="*/ 644058 w 682644"/>
                <a:gd name="connsiteY212" fmla="*/ 322899 h 534155"/>
                <a:gd name="connsiteX213" fmla="*/ 657890 w 682644"/>
                <a:gd name="connsiteY213" fmla="*/ 339231 h 534155"/>
                <a:gd name="connsiteX214" fmla="*/ 665306 w 682644"/>
                <a:gd name="connsiteY214" fmla="*/ 348230 h 534155"/>
                <a:gd name="connsiteX215" fmla="*/ 660806 w 682644"/>
                <a:gd name="connsiteY215" fmla="*/ 357479 h 534155"/>
                <a:gd name="connsiteX216" fmla="*/ 635892 w 682644"/>
                <a:gd name="connsiteY216" fmla="*/ 349563 h 534155"/>
                <a:gd name="connsiteX217" fmla="*/ 602895 w 682644"/>
                <a:gd name="connsiteY217" fmla="*/ 342564 h 534155"/>
                <a:gd name="connsiteX218" fmla="*/ 565315 w 682644"/>
                <a:gd name="connsiteY218" fmla="*/ 358396 h 534155"/>
                <a:gd name="connsiteX219" fmla="*/ 500487 w 682644"/>
                <a:gd name="connsiteY219" fmla="*/ 311483 h 534155"/>
                <a:gd name="connsiteX220" fmla="*/ 465823 w 682644"/>
                <a:gd name="connsiteY220" fmla="*/ 310817 h 534155"/>
                <a:gd name="connsiteX221" fmla="*/ 425494 w 682644"/>
                <a:gd name="connsiteY221" fmla="*/ 298401 h 534155"/>
                <a:gd name="connsiteX222" fmla="*/ 390830 w 682644"/>
                <a:gd name="connsiteY222" fmla="*/ 273820 h 534155"/>
                <a:gd name="connsiteX223" fmla="*/ 357750 w 682644"/>
                <a:gd name="connsiteY223" fmla="*/ 269570 h 534155"/>
                <a:gd name="connsiteX224" fmla="*/ 311254 w 682644"/>
                <a:gd name="connsiteY224" fmla="*/ 256488 h 534155"/>
                <a:gd name="connsiteX225" fmla="*/ 283924 w 682644"/>
                <a:gd name="connsiteY225" fmla="*/ 233907 h 534155"/>
                <a:gd name="connsiteX226" fmla="*/ 201764 w 682644"/>
                <a:gd name="connsiteY226" fmla="*/ 204660 h 534155"/>
                <a:gd name="connsiteX227" fmla="*/ 171267 w 682644"/>
                <a:gd name="connsiteY227" fmla="*/ 178829 h 534155"/>
                <a:gd name="connsiteX228" fmla="*/ 138520 w 682644"/>
                <a:gd name="connsiteY228" fmla="*/ 166246 h 534155"/>
                <a:gd name="connsiteX229" fmla="*/ 104190 w 682644"/>
                <a:gd name="connsiteY229" fmla="*/ 142665 h 534155"/>
                <a:gd name="connsiteX230" fmla="*/ 66110 w 682644"/>
                <a:gd name="connsiteY230" fmla="*/ 123500 h 534155"/>
                <a:gd name="connsiteX231" fmla="*/ 59444 w 682644"/>
                <a:gd name="connsiteY231" fmla="*/ 87754 h 534155"/>
                <a:gd name="connsiteX232" fmla="*/ 59444 w 682644"/>
                <a:gd name="connsiteY232" fmla="*/ 87754 h 534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682644" h="534155">
                  <a:moveTo>
                    <a:pt x="32529" y="103336"/>
                  </a:moveTo>
                  <a:cubicBezTo>
                    <a:pt x="33863" y="116084"/>
                    <a:pt x="42612" y="125333"/>
                    <a:pt x="52694" y="132250"/>
                  </a:cubicBezTo>
                  <a:cubicBezTo>
                    <a:pt x="46695" y="139749"/>
                    <a:pt x="40196" y="146915"/>
                    <a:pt x="37362" y="156497"/>
                  </a:cubicBezTo>
                  <a:cubicBezTo>
                    <a:pt x="34279" y="166996"/>
                    <a:pt x="35029" y="179162"/>
                    <a:pt x="37779" y="189578"/>
                  </a:cubicBezTo>
                  <a:cubicBezTo>
                    <a:pt x="38945" y="193911"/>
                    <a:pt x="40445" y="198160"/>
                    <a:pt x="42195" y="202077"/>
                  </a:cubicBezTo>
                  <a:cubicBezTo>
                    <a:pt x="18614" y="210159"/>
                    <a:pt x="6698" y="229907"/>
                    <a:pt x="2116" y="255572"/>
                  </a:cubicBezTo>
                  <a:cubicBezTo>
                    <a:pt x="-301" y="268904"/>
                    <a:pt x="-1385" y="285236"/>
                    <a:pt x="2949" y="298401"/>
                  </a:cubicBezTo>
                  <a:cubicBezTo>
                    <a:pt x="7031" y="310733"/>
                    <a:pt x="17614" y="321816"/>
                    <a:pt x="26196" y="331232"/>
                  </a:cubicBezTo>
                  <a:cubicBezTo>
                    <a:pt x="67859" y="376811"/>
                    <a:pt x="125105" y="406641"/>
                    <a:pt x="180932" y="431389"/>
                  </a:cubicBezTo>
                  <a:cubicBezTo>
                    <a:pt x="210514" y="444555"/>
                    <a:pt x="240594" y="456470"/>
                    <a:pt x="270841" y="468219"/>
                  </a:cubicBezTo>
                  <a:cubicBezTo>
                    <a:pt x="300339" y="479635"/>
                    <a:pt x="330253" y="486551"/>
                    <a:pt x="360417" y="495967"/>
                  </a:cubicBezTo>
                  <a:cubicBezTo>
                    <a:pt x="390081" y="505299"/>
                    <a:pt x="419661" y="514549"/>
                    <a:pt x="449992" y="521714"/>
                  </a:cubicBezTo>
                  <a:cubicBezTo>
                    <a:pt x="475739" y="527880"/>
                    <a:pt x="505737" y="535463"/>
                    <a:pt x="532401" y="533963"/>
                  </a:cubicBezTo>
                  <a:cubicBezTo>
                    <a:pt x="555982" y="532713"/>
                    <a:pt x="572481" y="512299"/>
                    <a:pt x="583480" y="493300"/>
                  </a:cubicBezTo>
                  <a:cubicBezTo>
                    <a:pt x="588479" y="484718"/>
                    <a:pt x="592395" y="472386"/>
                    <a:pt x="590812" y="462303"/>
                  </a:cubicBezTo>
                  <a:cubicBezTo>
                    <a:pt x="590312" y="459137"/>
                    <a:pt x="589479" y="455137"/>
                    <a:pt x="587229" y="452554"/>
                  </a:cubicBezTo>
                  <a:cubicBezTo>
                    <a:pt x="595978" y="442721"/>
                    <a:pt x="597562" y="425806"/>
                    <a:pt x="593895" y="412641"/>
                  </a:cubicBezTo>
                  <a:cubicBezTo>
                    <a:pt x="602561" y="411141"/>
                    <a:pt x="610144" y="406308"/>
                    <a:pt x="614477" y="397059"/>
                  </a:cubicBezTo>
                  <a:cubicBezTo>
                    <a:pt x="619060" y="387227"/>
                    <a:pt x="620560" y="366145"/>
                    <a:pt x="614227" y="354813"/>
                  </a:cubicBezTo>
                  <a:cubicBezTo>
                    <a:pt x="623226" y="356146"/>
                    <a:pt x="630892" y="361812"/>
                    <a:pt x="639308" y="364812"/>
                  </a:cubicBezTo>
                  <a:cubicBezTo>
                    <a:pt x="648640" y="368145"/>
                    <a:pt x="665139" y="375311"/>
                    <a:pt x="674972" y="370478"/>
                  </a:cubicBezTo>
                  <a:cubicBezTo>
                    <a:pt x="683304" y="366395"/>
                    <a:pt x="684221" y="356479"/>
                    <a:pt x="680721" y="348563"/>
                  </a:cubicBezTo>
                  <a:cubicBezTo>
                    <a:pt x="674805" y="335315"/>
                    <a:pt x="659306" y="323149"/>
                    <a:pt x="649224" y="312983"/>
                  </a:cubicBezTo>
                  <a:cubicBezTo>
                    <a:pt x="646391" y="310067"/>
                    <a:pt x="642974" y="306401"/>
                    <a:pt x="639225" y="303734"/>
                  </a:cubicBezTo>
                  <a:cubicBezTo>
                    <a:pt x="646391" y="299401"/>
                    <a:pt x="651890" y="292652"/>
                    <a:pt x="654306" y="281569"/>
                  </a:cubicBezTo>
                  <a:cubicBezTo>
                    <a:pt x="659223" y="259988"/>
                    <a:pt x="649724" y="235990"/>
                    <a:pt x="640724" y="216825"/>
                  </a:cubicBezTo>
                  <a:cubicBezTo>
                    <a:pt x="629975" y="193911"/>
                    <a:pt x="614810" y="173496"/>
                    <a:pt x="597145" y="155581"/>
                  </a:cubicBezTo>
                  <a:cubicBezTo>
                    <a:pt x="555732" y="113501"/>
                    <a:pt x="505653" y="86087"/>
                    <a:pt x="452658" y="61423"/>
                  </a:cubicBezTo>
                  <a:cubicBezTo>
                    <a:pt x="399413" y="36591"/>
                    <a:pt x="343918" y="18343"/>
                    <a:pt x="286173" y="7261"/>
                  </a:cubicBezTo>
                  <a:cubicBezTo>
                    <a:pt x="257926" y="1845"/>
                    <a:pt x="229762" y="-1405"/>
                    <a:pt x="200931" y="595"/>
                  </a:cubicBezTo>
                  <a:cubicBezTo>
                    <a:pt x="189682" y="1345"/>
                    <a:pt x="179183" y="3178"/>
                    <a:pt x="169100" y="6011"/>
                  </a:cubicBezTo>
                  <a:cubicBezTo>
                    <a:pt x="153852" y="8427"/>
                    <a:pt x="139020" y="13010"/>
                    <a:pt x="126187" y="21676"/>
                  </a:cubicBezTo>
                  <a:cubicBezTo>
                    <a:pt x="116355" y="28342"/>
                    <a:pt x="105439" y="33508"/>
                    <a:pt x="99106" y="44008"/>
                  </a:cubicBezTo>
                  <a:cubicBezTo>
                    <a:pt x="94107" y="52257"/>
                    <a:pt x="90274" y="62423"/>
                    <a:pt x="89857" y="72338"/>
                  </a:cubicBezTo>
                  <a:cubicBezTo>
                    <a:pt x="64776" y="71005"/>
                    <a:pt x="29113" y="69672"/>
                    <a:pt x="32529" y="103336"/>
                  </a:cubicBezTo>
                  <a:lnTo>
                    <a:pt x="32529" y="103336"/>
                  </a:lnTo>
                  <a:close/>
                  <a:moveTo>
                    <a:pt x="627059" y="292402"/>
                  </a:moveTo>
                  <a:cubicBezTo>
                    <a:pt x="617060" y="296901"/>
                    <a:pt x="602561" y="295985"/>
                    <a:pt x="591646" y="296568"/>
                  </a:cubicBezTo>
                  <a:cubicBezTo>
                    <a:pt x="578147" y="297235"/>
                    <a:pt x="565065" y="296068"/>
                    <a:pt x="551732" y="293568"/>
                  </a:cubicBezTo>
                  <a:cubicBezTo>
                    <a:pt x="527735" y="289069"/>
                    <a:pt x="504570" y="282319"/>
                    <a:pt x="481572" y="274070"/>
                  </a:cubicBezTo>
                  <a:cubicBezTo>
                    <a:pt x="434160" y="256988"/>
                    <a:pt x="387914" y="236907"/>
                    <a:pt x="340835" y="218825"/>
                  </a:cubicBezTo>
                  <a:cubicBezTo>
                    <a:pt x="294922" y="201243"/>
                    <a:pt x="249510" y="182162"/>
                    <a:pt x="205930" y="159414"/>
                  </a:cubicBezTo>
                  <a:cubicBezTo>
                    <a:pt x="184349" y="148081"/>
                    <a:pt x="162351" y="136916"/>
                    <a:pt x="142686" y="122500"/>
                  </a:cubicBezTo>
                  <a:cubicBezTo>
                    <a:pt x="132020" y="114668"/>
                    <a:pt x="122021" y="105085"/>
                    <a:pt x="114105" y="94336"/>
                  </a:cubicBezTo>
                  <a:cubicBezTo>
                    <a:pt x="105273" y="82337"/>
                    <a:pt x="103606" y="72088"/>
                    <a:pt x="109689" y="58340"/>
                  </a:cubicBezTo>
                  <a:cubicBezTo>
                    <a:pt x="114939" y="46424"/>
                    <a:pt x="125771" y="40674"/>
                    <a:pt x="136020" y="33592"/>
                  </a:cubicBezTo>
                  <a:cubicBezTo>
                    <a:pt x="146019" y="26676"/>
                    <a:pt x="157601" y="22843"/>
                    <a:pt x="169433" y="20426"/>
                  </a:cubicBezTo>
                  <a:cubicBezTo>
                    <a:pt x="192098" y="15843"/>
                    <a:pt x="215763" y="16093"/>
                    <a:pt x="238844" y="16093"/>
                  </a:cubicBezTo>
                  <a:cubicBezTo>
                    <a:pt x="252176" y="16093"/>
                    <a:pt x="265342" y="17093"/>
                    <a:pt x="278340" y="18760"/>
                  </a:cubicBezTo>
                  <a:cubicBezTo>
                    <a:pt x="284923" y="20010"/>
                    <a:pt x="291589" y="21510"/>
                    <a:pt x="298255" y="23009"/>
                  </a:cubicBezTo>
                  <a:cubicBezTo>
                    <a:pt x="353917" y="36092"/>
                    <a:pt x="406579" y="54923"/>
                    <a:pt x="458074" y="79838"/>
                  </a:cubicBezTo>
                  <a:cubicBezTo>
                    <a:pt x="505403" y="102752"/>
                    <a:pt x="550233" y="128750"/>
                    <a:pt x="586896" y="167080"/>
                  </a:cubicBezTo>
                  <a:cubicBezTo>
                    <a:pt x="603311" y="184328"/>
                    <a:pt x="617310" y="203660"/>
                    <a:pt x="627059" y="225324"/>
                  </a:cubicBezTo>
                  <a:cubicBezTo>
                    <a:pt x="634892" y="242823"/>
                    <a:pt x="651223" y="281403"/>
                    <a:pt x="627059" y="292402"/>
                  </a:cubicBezTo>
                  <a:lnTo>
                    <a:pt x="627059" y="292402"/>
                  </a:lnTo>
                  <a:close/>
                  <a:moveTo>
                    <a:pt x="563398" y="407475"/>
                  </a:moveTo>
                  <a:cubicBezTo>
                    <a:pt x="567481" y="408725"/>
                    <a:pt x="571647" y="410641"/>
                    <a:pt x="575980" y="411724"/>
                  </a:cubicBezTo>
                  <a:cubicBezTo>
                    <a:pt x="578230" y="412308"/>
                    <a:pt x="580480" y="412724"/>
                    <a:pt x="582730" y="412974"/>
                  </a:cubicBezTo>
                  <a:cubicBezTo>
                    <a:pt x="582646" y="417141"/>
                    <a:pt x="582813" y="421390"/>
                    <a:pt x="582897" y="425640"/>
                  </a:cubicBezTo>
                  <a:cubicBezTo>
                    <a:pt x="583230" y="440472"/>
                    <a:pt x="574647" y="449054"/>
                    <a:pt x="560899" y="452304"/>
                  </a:cubicBezTo>
                  <a:cubicBezTo>
                    <a:pt x="543817" y="456387"/>
                    <a:pt x="526901" y="448721"/>
                    <a:pt x="510736" y="443888"/>
                  </a:cubicBezTo>
                  <a:cubicBezTo>
                    <a:pt x="492904" y="438555"/>
                    <a:pt x="473990" y="430306"/>
                    <a:pt x="460157" y="417724"/>
                  </a:cubicBezTo>
                  <a:cubicBezTo>
                    <a:pt x="451992" y="410308"/>
                    <a:pt x="446159" y="401225"/>
                    <a:pt x="440576" y="391893"/>
                  </a:cubicBezTo>
                  <a:cubicBezTo>
                    <a:pt x="441076" y="392059"/>
                    <a:pt x="441659" y="392226"/>
                    <a:pt x="442159" y="392309"/>
                  </a:cubicBezTo>
                  <a:cubicBezTo>
                    <a:pt x="451408" y="394559"/>
                    <a:pt x="458824" y="395226"/>
                    <a:pt x="465657" y="394143"/>
                  </a:cubicBezTo>
                  <a:cubicBezTo>
                    <a:pt x="469657" y="400642"/>
                    <a:pt x="475239" y="405475"/>
                    <a:pt x="482156" y="411474"/>
                  </a:cubicBezTo>
                  <a:cubicBezTo>
                    <a:pt x="495571" y="423057"/>
                    <a:pt x="510487" y="434722"/>
                    <a:pt x="528068" y="438889"/>
                  </a:cubicBezTo>
                  <a:cubicBezTo>
                    <a:pt x="551732" y="444471"/>
                    <a:pt x="567648" y="429473"/>
                    <a:pt x="563398" y="407475"/>
                  </a:cubicBezTo>
                  <a:lnTo>
                    <a:pt x="563398" y="407475"/>
                  </a:lnTo>
                  <a:close/>
                  <a:moveTo>
                    <a:pt x="506903" y="417057"/>
                  </a:moveTo>
                  <a:cubicBezTo>
                    <a:pt x="498071" y="410558"/>
                    <a:pt x="489821" y="403475"/>
                    <a:pt x="481739" y="396142"/>
                  </a:cubicBezTo>
                  <a:cubicBezTo>
                    <a:pt x="479822" y="394393"/>
                    <a:pt x="478156" y="392559"/>
                    <a:pt x="476573" y="390726"/>
                  </a:cubicBezTo>
                  <a:cubicBezTo>
                    <a:pt x="479322" y="389393"/>
                    <a:pt x="482072" y="387727"/>
                    <a:pt x="484905" y="385727"/>
                  </a:cubicBezTo>
                  <a:cubicBezTo>
                    <a:pt x="487822" y="388643"/>
                    <a:pt x="490238" y="393976"/>
                    <a:pt x="492571" y="396392"/>
                  </a:cubicBezTo>
                  <a:cubicBezTo>
                    <a:pt x="495821" y="399809"/>
                    <a:pt x="499654" y="402892"/>
                    <a:pt x="503487" y="405725"/>
                  </a:cubicBezTo>
                  <a:cubicBezTo>
                    <a:pt x="510820" y="411141"/>
                    <a:pt x="519236" y="415057"/>
                    <a:pt x="528485" y="415057"/>
                  </a:cubicBezTo>
                  <a:cubicBezTo>
                    <a:pt x="537067" y="415057"/>
                    <a:pt x="541483" y="410724"/>
                    <a:pt x="548816" y="407558"/>
                  </a:cubicBezTo>
                  <a:cubicBezTo>
                    <a:pt x="552732" y="405892"/>
                    <a:pt x="556399" y="405892"/>
                    <a:pt x="560065" y="406641"/>
                  </a:cubicBezTo>
                  <a:cubicBezTo>
                    <a:pt x="563148" y="441472"/>
                    <a:pt x="524902" y="430473"/>
                    <a:pt x="506903" y="417057"/>
                  </a:cubicBezTo>
                  <a:lnTo>
                    <a:pt x="506903" y="417057"/>
                  </a:lnTo>
                  <a:close/>
                  <a:moveTo>
                    <a:pt x="28613" y="231991"/>
                  </a:moveTo>
                  <a:cubicBezTo>
                    <a:pt x="32613" y="225908"/>
                    <a:pt x="37946" y="221991"/>
                    <a:pt x="43778" y="218575"/>
                  </a:cubicBezTo>
                  <a:cubicBezTo>
                    <a:pt x="36946" y="236240"/>
                    <a:pt x="49778" y="249322"/>
                    <a:pt x="64527" y="259488"/>
                  </a:cubicBezTo>
                  <a:cubicBezTo>
                    <a:pt x="83275" y="272404"/>
                    <a:pt x="98190" y="270737"/>
                    <a:pt x="117188" y="266821"/>
                  </a:cubicBezTo>
                  <a:cubicBezTo>
                    <a:pt x="115855" y="277153"/>
                    <a:pt x="119605" y="289569"/>
                    <a:pt x="123688" y="297318"/>
                  </a:cubicBezTo>
                  <a:cubicBezTo>
                    <a:pt x="131604" y="312233"/>
                    <a:pt x="145436" y="325149"/>
                    <a:pt x="160435" y="332482"/>
                  </a:cubicBezTo>
                  <a:cubicBezTo>
                    <a:pt x="190515" y="347147"/>
                    <a:pt x="231178" y="357312"/>
                    <a:pt x="258926" y="335731"/>
                  </a:cubicBezTo>
                  <a:cubicBezTo>
                    <a:pt x="260175" y="364229"/>
                    <a:pt x="299422" y="389560"/>
                    <a:pt x="321503" y="398475"/>
                  </a:cubicBezTo>
                  <a:cubicBezTo>
                    <a:pt x="351001" y="410558"/>
                    <a:pt x="402829" y="416141"/>
                    <a:pt x="425078" y="387477"/>
                  </a:cubicBezTo>
                  <a:cubicBezTo>
                    <a:pt x="439826" y="429473"/>
                    <a:pt x="491071" y="450971"/>
                    <a:pt x="531068" y="462553"/>
                  </a:cubicBezTo>
                  <a:cubicBezTo>
                    <a:pt x="546233" y="466969"/>
                    <a:pt x="564231" y="467636"/>
                    <a:pt x="578397" y="459470"/>
                  </a:cubicBezTo>
                  <a:cubicBezTo>
                    <a:pt x="586813" y="481718"/>
                    <a:pt x="550816" y="519131"/>
                    <a:pt x="532068" y="522131"/>
                  </a:cubicBezTo>
                  <a:cubicBezTo>
                    <a:pt x="519569" y="524131"/>
                    <a:pt x="505987" y="520798"/>
                    <a:pt x="493571" y="518965"/>
                  </a:cubicBezTo>
                  <a:cubicBezTo>
                    <a:pt x="478989" y="516882"/>
                    <a:pt x="464907" y="514715"/>
                    <a:pt x="450575" y="511049"/>
                  </a:cubicBezTo>
                  <a:cubicBezTo>
                    <a:pt x="427910" y="505299"/>
                    <a:pt x="405496" y="498216"/>
                    <a:pt x="383415" y="490634"/>
                  </a:cubicBezTo>
                  <a:cubicBezTo>
                    <a:pt x="360166" y="482635"/>
                    <a:pt x="336252" y="477718"/>
                    <a:pt x="312921" y="470219"/>
                  </a:cubicBezTo>
                  <a:cubicBezTo>
                    <a:pt x="267092" y="455554"/>
                    <a:pt x="222179" y="435306"/>
                    <a:pt x="178433" y="415391"/>
                  </a:cubicBezTo>
                  <a:cubicBezTo>
                    <a:pt x="132187" y="394393"/>
                    <a:pt x="83525" y="368645"/>
                    <a:pt x="47695" y="332065"/>
                  </a:cubicBezTo>
                  <a:cubicBezTo>
                    <a:pt x="39529" y="323649"/>
                    <a:pt x="31946" y="314733"/>
                    <a:pt x="25196" y="305151"/>
                  </a:cubicBezTo>
                  <a:cubicBezTo>
                    <a:pt x="17364" y="294152"/>
                    <a:pt x="16281" y="283986"/>
                    <a:pt x="17364" y="270654"/>
                  </a:cubicBezTo>
                  <a:cubicBezTo>
                    <a:pt x="18197" y="257488"/>
                    <a:pt x="21197" y="243156"/>
                    <a:pt x="28613" y="231991"/>
                  </a:cubicBezTo>
                  <a:lnTo>
                    <a:pt x="28613" y="231991"/>
                  </a:lnTo>
                  <a:close/>
                  <a:moveTo>
                    <a:pt x="374748" y="365728"/>
                  </a:moveTo>
                  <a:cubicBezTo>
                    <a:pt x="382748" y="366228"/>
                    <a:pt x="389414" y="364062"/>
                    <a:pt x="397330" y="362895"/>
                  </a:cubicBezTo>
                  <a:cubicBezTo>
                    <a:pt x="404079" y="361896"/>
                    <a:pt x="404496" y="363645"/>
                    <a:pt x="408495" y="368645"/>
                  </a:cubicBezTo>
                  <a:cubicBezTo>
                    <a:pt x="411412" y="372311"/>
                    <a:pt x="413579" y="375644"/>
                    <a:pt x="417161" y="378894"/>
                  </a:cubicBezTo>
                  <a:cubicBezTo>
                    <a:pt x="419328" y="380810"/>
                    <a:pt x="421577" y="382560"/>
                    <a:pt x="423994" y="384227"/>
                  </a:cubicBezTo>
                  <a:cubicBezTo>
                    <a:pt x="423994" y="384227"/>
                    <a:pt x="423994" y="384227"/>
                    <a:pt x="423994" y="384310"/>
                  </a:cubicBezTo>
                  <a:cubicBezTo>
                    <a:pt x="398746" y="399309"/>
                    <a:pt x="360333" y="399309"/>
                    <a:pt x="333252" y="389476"/>
                  </a:cubicBezTo>
                  <a:cubicBezTo>
                    <a:pt x="318420" y="384060"/>
                    <a:pt x="305671" y="375978"/>
                    <a:pt x="293339" y="366228"/>
                  </a:cubicBezTo>
                  <a:cubicBezTo>
                    <a:pt x="287173" y="361396"/>
                    <a:pt x="281590" y="356146"/>
                    <a:pt x="277007" y="349813"/>
                  </a:cubicBezTo>
                  <a:cubicBezTo>
                    <a:pt x="271925" y="342730"/>
                    <a:pt x="270675" y="336731"/>
                    <a:pt x="270341" y="328899"/>
                  </a:cubicBezTo>
                  <a:cubicBezTo>
                    <a:pt x="276507" y="333398"/>
                    <a:pt x="283673" y="336564"/>
                    <a:pt x="291089" y="338398"/>
                  </a:cubicBezTo>
                  <a:cubicBezTo>
                    <a:pt x="294422" y="353730"/>
                    <a:pt x="309588" y="365978"/>
                    <a:pt x="323503" y="372728"/>
                  </a:cubicBezTo>
                  <a:cubicBezTo>
                    <a:pt x="334085" y="377811"/>
                    <a:pt x="345584" y="378477"/>
                    <a:pt x="357000" y="375978"/>
                  </a:cubicBezTo>
                  <a:cubicBezTo>
                    <a:pt x="364749" y="374311"/>
                    <a:pt x="369082" y="369395"/>
                    <a:pt x="374748" y="365728"/>
                  </a:cubicBezTo>
                  <a:lnTo>
                    <a:pt x="374748" y="365728"/>
                  </a:lnTo>
                  <a:close/>
                  <a:moveTo>
                    <a:pt x="351250" y="368478"/>
                  </a:moveTo>
                  <a:cubicBezTo>
                    <a:pt x="344835" y="368895"/>
                    <a:pt x="338085" y="368728"/>
                    <a:pt x="331919" y="366562"/>
                  </a:cubicBezTo>
                  <a:cubicBezTo>
                    <a:pt x="321670" y="362979"/>
                    <a:pt x="310505" y="353646"/>
                    <a:pt x="304338" y="344897"/>
                  </a:cubicBezTo>
                  <a:cubicBezTo>
                    <a:pt x="303172" y="343231"/>
                    <a:pt x="302338" y="341397"/>
                    <a:pt x="301672" y="339564"/>
                  </a:cubicBezTo>
                  <a:cubicBezTo>
                    <a:pt x="307421" y="339397"/>
                    <a:pt x="312671" y="338231"/>
                    <a:pt x="319170" y="337981"/>
                  </a:cubicBezTo>
                  <a:cubicBezTo>
                    <a:pt x="329753" y="337564"/>
                    <a:pt x="334669" y="348063"/>
                    <a:pt x="342834" y="353896"/>
                  </a:cubicBezTo>
                  <a:cubicBezTo>
                    <a:pt x="349667" y="358729"/>
                    <a:pt x="357583" y="362312"/>
                    <a:pt x="365832" y="364312"/>
                  </a:cubicBezTo>
                  <a:cubicBezTo>
                    <a:pt x="361333" y="366062"/>
                    <a:pt x="357000" y="368062"/>
                    <a:pt x="351250" y="368478"/>
                  </a:cubicBezTo>
                  <a:lnTo>
                    <a:pt x="351250" y="368478"/>
                  </a:lnTo>
                  <a:close/>
                  <a:moveTo>
                    <a:pt x="261342" y="321899"/>
                  </a:moveTo>
                  <a:cubicBezTo>
                    <a:pt x="260259" y="324482"/>
                    <a:pt x="259592" y="327065"/>
                    <a:pt x="259176" y="329649"/>
                  </a:cubicBezTo>
                  <a:cubicBezTo>
                    <a:pt x="233011" y="344814"/>
                    <a:pt x="203597" y="337064"/>
                    <a:pt x="176100" y="327399"/>
                  </a:cubicBezTo>
                  <a:cubicBezTo>
                    <a:pt x="162434" y="322649"/>
                    <a:pt x="151268" y="314817"/>
                    <a:pt x="141770" y="303901"/>
                  </a:cubicBezTo>
                  <a:cubicBezTo>
                    <a:pt x="135770" y="296985"/>
                    <a:pt x="130604" y="289735"/>
                    <a:pt x="128937" y="280569"/>
                  </a:cubicBezTo>
                  <a:cubicBezTo>
                    <a:pt x="129021" y="280903"/>
                    <a:pt x="128521" y="272654"/>
                    <a:pt x="128104" y="267237"/>
                  </a:cubicBezTo>
                  <a:cubicBezTo>
                    <a:pt x="130604" y="268904"/>
                    <a:pt x="133187" y="270487"/>
                    <a:pt x="135853" y="271820"/>
                  </a:cubicBezTo>
                  <a:cubicBezTo>
                    <a:pt x="141103" y="274487"/>
                    <a:pt x="146519" y="276403"/>
                    <a:pt x="152185" y="277486"/>
                  </a:cubicBezTo>
                  <a:cubicBezTo>
                    <a:pt x="152352" y="280486"/>
                    <a:pt x="151768" y="283736"/>
                    <a:pt x="152352" y="286569"/>
                  </a:cubicBezTo>
                  <a:cubicBezTo>
                    <a:pt x="153185" y="290402"/>
                    <a:pt x="155018" y="293568"/>
                    <a:pt x="157601" y="296568"/>
                  </a:cubicBezTo>
                  <a:cubicBezTo>
                    <a:pt x="164434" y="304401"/>
                    <a:pt x="176017" y="309150"/>
                    <a:pt x="185432" y="312900"/>
                  </a:cubicBezTo>
                  <a:cubicBezTo>
                    <a:pt x="195348" y="316900"/>
                    <a:pt x="207013" y="320983"/>
                    <a:pt x="217929" y="319983"/>
                  </a:cubicBezTo>
                  <a:cubicBezTo>
                    <a:pt x="229428" y="318983"/>
                    <a:pt x="237928" y="311483"/>
                    <a:pt x="247677" y="306151"/>
                  </a:cubicBezTo>
                  <a:cubicBezTo>
                    <a:pt x="252176" y="305734"/>
                    <a:pt x="252093" y="307484"/>
                    <a:pt x="255093" y="312400"/>
                  </a:cubicBezTo>
                  <a:cubicBezTo>
                    <a:pt x="257092" y="315566"/>
                    <a:pt x="259259" y="318566"/>
                    <a:pt x="261759" y="321316"/>
                  </a:cubicBezTo>
                  <a:cubicBezTo>
                    <a:pt x="261675" y="321482"/>
                    <a:pt x="261509" y="321649"/>
                    <a:pt x="261342" y="321899"/>
                  </a:cubicBezTo>
                  <a:lnTo>
                    <a:pt x="261342" y="321899"/>
                  </a:lnTo>
                  <a:close/>
                  <a:moveTo>
                    <a:pt x="210847" y="310483"/>
                  </a:moveTo>
                  <a:cubicBezTo>
                    <a:pt x="199931" y="309150"/>
                    <a:pt x="188849" y="303817"/>
                    <a:pt x="179016" y="299068"/>
                  </a:cubicBezTo>
                  <a:cubicBezTo>
                    <a:pt x="169600" y="294485"/>
                    <a:pt x="162684" y="291819"/>
                    <a:pt x="161018" y="280403"/>
                  </a:cubicBezTo>
                  <a:cubicBezTo>
                    <a:pt x="160935" y="279736"/>
                    <a:pt x="160935" y="279153"/>
                    <a:pt x="160935" y="278486"/>
                  </a:cubicBezTo>
                  <a:cubicBezTo>
                    <a:pt x="162351" y="278486"/>
                    <a:pt x="163851" y="278486"/>
                    <a:pt x="165267" y="278403"/>
                  </a:cubicBezTo>
                  <a:cubicBezTo>
                    <a:pt x="179516" y="277570"/>
                    <a:pt x="182933" y="285403"/>
                    <a:pt x="192265" y="293902"/>
                  </a:cubicBezTo>
                  <a:cubicBezTo>
                    <a:pt x="205597" y="305901"/>
                    <a:pt x="220596" y="308734"/>
                    <a:pt x="236928" y="307400"/>
                  </a:cubicBezTo>
                  <a:cubicBezTo>
                    <a:pt x="228179" y="309567"/>
                    <a:pt x="218179" y="311317"/>
                    <a:pt x="210847" y="310483"/>
                  </a:cubicBezTo>
                  <a:lnTo>
                    <a:pt x="210847" y="310483"/>
                  </a:lnTo>
                  <a:close/>
                  <a:moveTo>
                    <a:pt x="80608" y="258072"/>
                  </a:moveTo>
                  <a:cubicBezTo>
                    <a:pt x="65276" y="250156"/>
                    <a:pt x="53277" y="238823"/>
                    <a:pt x="55444" y="221158"/>
                  </a:cubicBezTo>
                  <a:cubicBezTo>
                    <a:pt x="62110" y="227658"/>
                    <a:pt x="70443" y="232491"/>
                    <a:pt x="80442" y="234907"/>
                  </a:cubicBezTo>
                  <a:cubicBezTo>
                    <a:pt x="85858" y="236240"/>
                    <a:pt x="91857" y="235240"/>
                    <a:pt x="97023" y="236573"/>
                  </a:cubicBezTo>
                  <a:cubicBezTo>
                    <a:pt x="105773" y="238907"/>
                    <a:pt x="109022" y="248406"/>
                    <a:pt x="114105" y="254488"/>
                  </a:cubicBezTo>
                  <a:cubicBezTo>
                    <a:pt x="115605" y="256322"/>
                    <a:pt x="117272" y="258155"/>
                    <a:pt x="119021" y="259821"/>
                  </a:cubicBezTo>
                  <a:cubicBezTo>
                    <a:pt x="118688" y="260655"/>
                    <a:pt x="118355" y="261571"/>
                    <a:pt x="118105" y="262405"/>
                  </a:cubicBezTo>
                  <a:cubicBezTo>
                    <a:pt x="105190" y="262988"/>
                    <a:pt x="92857" y="264321"/>
                    <a:pt x="80608" y="258072"/>
                  </a:cubicBezTo>
                  <a:lnTo>
                    <a:pt x="80608" y="258072"/>
                  </a:lnTo>
                  <a:close/>
                  <a:moveTo>
                    <a:pt x="63610" y="138499"/>
                  </a:moveTo>
                  <a:cubicBezTo>
                    <a:pt x="69026" y="141166"/>
                    <a:pt x="74526" y="143415"/>
                    <a:pt x="80025" y="146082"/>
                  </a:cubicBezTo>
                  <a:cubicBezTo>
                    <a:pt x="91274" y="151498"/>
                    <a:pt x="99024" y="158664"/>
                    <a:pt x="107773" y="167246"/>
                  </a:cubicBezTo>
                  <a:cubicBezTo>
                    <a:pt x="113272" y="172663"/>
                    <a:pt x="119272" y="177745"/>
                    <a:pt x="126604" y="180245"/>
                  </a:cubicBezTo>
                  <a:cubicBezTo>
                    <a:pt x="134270" y="182828"/>
                    <a:pt x="142436" y="181828"/>
                    <a:pt x="150019" y="184995"/>
                  </a:cubicBezTo>
                  <a:cubicBezTo>
                    <a:pt x="166350" y="191828"/>
                    <a:pt x="177349" y="207826"/>
                    <a:pt x="192182" y="217159"/>
                  </a:cubicBezTo>
                  <a:cubicBezTo>
                    <a:pt x="205514" y="225574"/>
                    <a:pt x="220929" y="228157"/>
                    <a:pt x="236094" y="231491"/>
                  </a:cubicBezTo>
                  <a:cubicBezTo>
                    <a:pt x="246344" y="233740"/>
                    <a:pt x="257509" y="235157"/>
                    <a:pt x="267175" y="239323"/>
                  </a:cubicBezTo>
                  <a:cubicBezTo>
                    <a:pt x="275424" y="242823"/>
                    <a:pt x="281674" y="248989"/>
                    <a:pt x="288173" y="254905"/>
                  </a:cubicBezTo>
                  <a:cubicBezTo>
                    <a:pt x="300922" y="266571"/>
                    <a:pt x="315337" y="276903"/>
                    <a:pt x="332419" y="281069"/>
                  </a:cubicBezTo>
                  <a:cubicBezTo>
                    <a:pt x="347001" y="284652"/>
                    <a:pt x="362250" y="281403"/>
                    <a:pt x="376665" y="285236"/>
                  </a:cubicBezTo>
                  <a:cubicBezTo>
                    <a:pt x="395663" y="290319"/>
                    <a:pt x="408829" y="308734"/>
                    <a:pt x="425494" y="318483"/>
                  </a:cubicBezTo>
                  <a:cubicBezTo>
                    <a:pt x="436576" y="324982"/>
                    <a:pt x="450242" y="327898"/>
                    <a:pt x="463157" y="326482"/>
                  </a:cubicBezTo>
                  <a:cubicBezTo>
                    <a:pt x="476989" y="324982"/>
                    <a:pt x="486155" y="318566"/>
                    <a:pt x="499821" y="327482"/>
                  </a:cubicBezTo>
                  <a:cubicBezTo>
                    <a:pt x="506737" y="331982"/>
                    <a:pt x="512653" y="337814"/>
                    <a:pt x="518652" y="343481"/>
                  </a:cubicBezTo>
                  <a:cubicBezTo>
                    <a:pt x="529151" y="353396"/>
                    <a:pt x="539067" y="362562"/>
                    <a:pt x="552649" y="368062"/>
                  </a:cubicBezTo>
                  <a:cubicBezTo>
                    <a:pt x="565231" y="373145"/>
                    <a:pt x="575897" y="373311"/>
                    <a:pt x="587813" y="366228"/>
                  </a:cubicBezTo>
                  <a:cubicBezTo>
                    <a:pt x="594562" y="362229"/>
                    <a:pt x="599061" y="356646"/>
                    <a:pt x="606311" y="355146"/>
                  </a:cubicBezTo>
                  <a:cubicBezTo>
                    <a:pt x="610811" y="361146"/>
                    <a:pt x="608977" y="374644"/>
                    <a:pt x="607644" y="381477"/>
                  </a:cubicBezTo>
                  <a:cubicBezTo>
                    <a:pt x="604894" y="395392"/>
                    <a:pt x="595145" y="402225"/>
                    <a:pt x="581730" y="399476"/>
                  </a:cubicBezTo>
                  <a:cubicBezTo>
                    <a:pt x="572314" y="397559"/>
                    <a:pt x="563231" y="391726"/>
                    <a:pt x="553232" y="392476"/>
                  </a:cubicBezTo>
                  <a:cubicBezTo>
                    <a:pt x="548566" y="392809"/>
                    <a:pt x="545066" y="395226"/>
                    <a:pt x="540900" y="397059"/>
                  </a:cubicBezTo>
                  <a:cubicBezTo>
                    <a:pt x="531068" y="401309"/>
                    <a:pt x="523735" y="401725"/>
                    <a:pt x="514153" y="395392"/>
                  </a:cubicBezTo>
                  <a:cubicBezTo>
                    <a:pt x="505320" y="389476"/>
                    <a:pt x="498321" y="374228"/>
                    <a:pt x="487655" y="371728"/>
                  </a:cubicBezTo>
                  <a:cubicBezTo>
                    <a:pt x="479406" y="369811"/>
                    <a:pt x="474490" y="378061"/>
                    <a:pt x="466823" y="380144"/>
                  </a:cubicBezTo>
                  <a:cubicBezTo>
                    <a:pt x="465240" y="379144"/>
                    <a:pt x="462824" y="379394"/>
                    <a:pt x="461574" y="380560"/>
                  </a:cubicBezTo>
                  <a:cubicBezTo>
                    <a:pt x="448575" y="380394"/>
                    <a:pt x="433910" y="375061"/>
                    <a:pt x="424077" y="366978"/>
                  </a:cubicBezTo>
                  <a:cubicBezTo>
                    <a:pt x="417745" y="361729"/>
                    <a:pt x="414578" y="351813"/>
                    <a:pt x="405829" y="350230"/>
                  </a:cubicBezTo>
                  <a:cubicBezTo>
                    <a:pt x="402746" y="349647"/>
                    <a:pt x="399746" y="350563"/>
                    <a:pt x="396830" y="351313"/>
                  </a:cubicBezTo>
                  <a:cubicBezTo>
                    <a:pt x="388497" y="353313"/>
                    <a:pt x="382998" y="354896"/>
                    <a:pt x="374082" y="353146"/>
                  </a:cubicBezTo>
                  <a:cubicBezTo>
                    <a:pt x="358667" y="350147"/>
                    <a:pt x="347584" y="341314"/>
                    <a:pt x="337835" y="329565"/>
                  </a:cubicBezTo>
                  <a:cubicBezTo>
                    <a:pt x="332669" y="323316"/>
                    <a:pt x="328753" y="321233"/>
                    <a:pt x="320587" y="322649"/>
                  </a:cubicBezTo>
                  <a:cubicBezTo>
                    <a:pt x="305338" y="325149"/>
                    <a:pt x="293506" y="325815"/>
                    <a:pt x="280174" y="315900"/>
                  </a:cubicBezTo>
                  <a:cubicBezTo>
                    <a:pt x="271341" y="309317"/>
                    <a:pt x="266675" y="292818"/>
                    <a:pt x="255926" y="289319"/>
                  </a:cubicBezTo>
                  <a:cubicBezTo>
                    <a:pt x="246760" y="286319"/>
                    <a:pt x="236677" y="293985"/>
                    <a:pt x="226845" y="292735"/>
                  </a:cubicBezTo>
                  <a:cubicBezTo>
                    <a:pt x="210014" y="290652"/>
                    <a:pt x="201514" y="280653"/>
                    <a:pt x="191265" y="268904"/>
                  </a:cubicBezTo>
                  <a:cubicBezTo>
                    <a:pt x="182349" y="258655"/>
                    <a:pt x="174433" y="264738"/>
                    <a:pt x="162351" y="264321"/>
                  </a:cubicBezTo>
                  <a:cubicBezTo>
                    <a:pt x="147269" y="263738"/>
                    <a:pt x="134187" y="254155"/>
                    <a:pt x="124605" y="243156"/>
                  </a:cubicBezTo>
                  <a:cubicBezTo>
                    <a:pt x="118105" y="235740"/>
                    <a:pt x="114189" y="227158"/>
                    <a:pt x="104106" y="224824"/>
                  </a:cubicBezTo>
                  <a:cubicBezTo>
                    <a:pt x="88274" y="221158"/>
                    <a:pt x="74692" y="223491"/>
                    <a:pt x="63276" y="208743"/>
                  </a:cubicBezTo>
                  <a:cubicBezTo>
                    <a:pt x="54527" y="197577"/>
                    <a:pt x="48111" y="181662"/>
                    <a:pt x="49528" y="167246"/>
                  </a:cubicBezTo>
                  <a:cubicBezTo>
                    <a:pt x="50694" y="155414"/>
                    <a:pt x="58110" y="147831"/>
                    <a:pt x="63610" y="138499"/>
                  </a:cubicBezTo>
                  <a:lnTo>
                    <a:pt x="63610" y="138499"/>
                  </a:lnTo>
                  <a:close/>
                  <a:moveTo>
                    <a:pt x="59444" y="87754"/>
                  </a:moveTo>
                  <a:cubicBezTo>
                    <a:pt x="69693" y="85087"/>
                    <a:pt x="81025" y="86337"/>
                    <a:pt x="91774" y="86170"/>
                  </a:cubicBezTo>
                  <a:cubicBezTo>
                    <a:pt x="97690" y="104169"/>
                    <a:pt x="115689" y="120251"/>
                    <a:pt x="129687" y="130916"/>
                  </a:cubicBezTo>
                  <a:cubicBezTo>
                    <a:pt x="150769" y="146832"/>
                    <a:pt x="175350" y="158414"/>
                    <a:pt x="198681" y="170663"/>
                  </a:cubicBezTo>
                  <a:cubicBezTo>
                    <a:pt x="252926" y="199160"/>
                    <a:pt x="310005" y="220825"/>
                    <a:pt x="366083" y="245239"/>
                  </a:cubicBezTo>
                  <a:cubicBezTo>
                    <a:pt x="417995" y="267904"/>
                    <a:pt x="472073" y="291819"/>
                    <a:pt x="527401" y="304817"/>
                  </a:cubicBezTo>
                  <a:cubicBezTo>
                    <a:pt x="554815" y="311233"/>
                    <a:pt x="580397" y="313733"/>
                    <a:pt x="608561" y="311483"/>
                  </a:cubicBezTo>
                  <a:cubicBezTo>
                    <a:pt x="616060" y="310900"/>
                    <a:pt x="623226" y="309983"/>
                    <a:pt x="629642" y="308067"/>
                  </a:cubicBezTo>
                  <a:cubicBezTo>
                    <a:pt x="634975" y="311233"/>
                    <a:pt x="640975" y="319483"/>
                    <a:pt x="644058" y="322899"/>
                  </a:cubicBezTo>
                  <a:cubicBezTo>
                    <a:pt x="648807" y="328232"/>
                    <a:pt x="653390" y="333648"/>
                    <a:pt x="657890" y="339231"/>
                  </a:cubicBezTo>
                  <a:cubicBezTo>
                    <a:pt x="659973" y="341814"/>
                    <a:pt x="664139" y="345147"/>
                    <a:pt x="665306" y="348230"/>
                  </a:cubicBezTo>
                  <a:cubicBezTo>
                    <a:pt x="671472" y="364979"/>
                    <a:pt x="665639" y="357479"/>
                    <a:pt x="660806" y="357479"/>
                  </a:cubicBezTo>
                  <a:cubicBezTo>
                    <a:pt x="652973" y="357479"/>
                    <a:pt x="642725" y="352646"/>
                    <a:pt x="635892" y="349563"/>
                  </a:cubicBezTo>
                  <a:cubicBezTo>
                    <a:pt x="625559" y="344897"/>
                    <a:pt x="614560" y="339897"/>
                    <a:pt x="602895" y="342564"/>
                  </a:cubicBezTo>
                  <a:cubicBezTo>
                    <a:pt x="588646" y="345897"/>
                    <a:pt x="581563" y="361562"/>
                    <a:pt x="565315" y="358396"/>
                  </a:cubicBezTo>
                  <a:cubicBezTo>
                    <a:pt x="538400" y="353063"/>
                    <a:pt x="524402" y="323066"/>
                    <a:pt x="500487" y="311483"/>
                  </a:cubicBezTo>
                  <a:cubicBezTo>
                    <a:pt x="487822" y="305317"/>
                    <a:pt x="478739" y="309067"/>
                    <a:pt x="465823" y="310817"/>
                  </a:cubicBezTo>
                  <a:cubicBezTo>
                    <a:pt x="450575" y="312817"/>
                    <a:pt x="437410" y="307317"/>
                    <a:pt x="425494" y="298401"/>
                  </a:cubicBezTo>
                  <a:cubicBezTo>
                    <a:pt x="414328" y="290069"/>
                    <a:pt x="403829" y="279403"/>
                    <a:pt x="390830" y="273820"/>
                  </a:cubicBezTo>
                  <a:cubicBezTo>
                    <a:pt x="380248" y="269320"/>
                    <a:pt x="368999" y="269487"/>
                    <a:pt x="357750" y="269570"/>
                  </a:cubicBezTo>
                  <a:cubicBezTo>
                    <a:pt x="340335" y="269654"/>
                    <a:pt x="325836" y="266237"/>
                    <a:pt x="311254" y="256488"/>
                  </a:cubicBezTo>
                  <a:cubicBezTo>
                    <a:pt x="301338" y="249906"/>
                    <a:pt x="293589" y="240740"/>
                    <a:pt x="283924" y="233907"/>
                  </a:cubicBezTo>
                  <a:cubicBezTo>
                    <a:pt x="259675" y="216909"/>
                    <a:pt x="226262" y="220992"/>
                    <a:pt x="201764" y="204660"/>
                  </a:cubicBezTo>
                  <a:cubicBezTo>
                    <a:pt x="190682" y="197244"/>
                    <a:pt x="182016" y="186661"/>
                    <a:pt x="171267" y="178829"/>
                  </a:cubicBezTo>
                  <a:cubicBezTo>
                    <a:pt x="160601" y="171079"/>
                    <a:pt x="151102" y="168580"/>
                    <a:pt x="138520" y="166246"/>
                  </a:cubicBezTo>
                  <a:cubicBezTo>
                    <a:pt x="123104" y="163413"/>
                    <a:pt x="116189" y="151164"/>
                    <a:pt x="104190" y="142665"/>
                  </a:cubicBezTo>
                  <a:cubicBezTo>
                    <a:pt x="92440" y="134333"/>
                    <a:pt x="78275" y="131000"/>
                    <a:pt x="66110" y="123500"/>
                  </a:cubicBezTo>
                  <a:cubicBezTo>
                    <a:pt x="53694" y="116168"/>
                    <a:pt x="34529" y="94253"/>
                    <a:pt x="59444" y="87754"/>
                  </a:cubicBezTo>
                  <a:lnTo>
                    <a:pt x="59444" y="87754"/>
                  </a:lnTo>
                  <a:close/>
                </a:path>
              </a:pathLst>
            </a:custGeom>
            <a:grpFill/>
            <a:ln w="8332" cap="flat">
              <a:noFill/>
              <a:prstDash val="solid"/>
              <a:miter/>
            </a:ln>
          </p:spPr>
          <p:txBody>
            <a:bodyPr rtlCol="0" anchor="ctr"/>
            <a:lstStyle/>
            <a:p>
              <a:endParaRPr lang="en-US"/>
            </a:p>
          </p:txBody>
        </p:sp>
        <p:sp>
          <p:nvSpPr>
            <p:cNvPr id="1734" name="Freeform: Shape 1733"/>
            <p:cNvSpPr/>
            <p:nvPr/>
          </p:nvSpPr>
          <p:spPr>
            <a:xfrm>
              <a:off x="5930389" y="3197957"/>
              <a:ext cx="121290" cy="46266"/>
            </a:xfrm>
            <a:custGeom>
              <a:avLst/>
              <a:gdLst>
                <a:gd name="connsiteX0" fmla="*/ 5264 w 121290"/>
                <a:gd name="connsiteY0" fmla="*/ 181 h 46266"/>
                <a:gd name="connsiteX1" fmla="*/ 37177 w 121290"/>
                <a:gd name="connsiteY1" fmla="*/ 17346 h 46266"/>
                <a:gd name="connsiteX2" fmla="*/ 52593 w 121290"/>
                <a:gd name="connsiteY2" fmla="*/ 17847 h 46266"/>
                <a:gd name="connsiteX3" fmla="*/ 54342 w 121290"/>
                <a:gd name="connsiteY3" fmla="*/ 13513 h 46266"/>
                <a:gd name="connsiteX4" fmla="*/ 59092 w 121290"/>
                <a:gd name="connsiteY4" fmla="*/ 8847 h 46266"/>
                <a:gd name="connsiteX5" fmla="*/ 70758 w 121290"/>
                <a:gd name="connsiteY5" fmla="*/ 17096 h 46266"/>
                <a:gd name="connsiteX6" fmla="*/ 118337 w 121290"/>
                <a:gd name="connsiteY6" fmla="*/ 36012 h 46266"/>
                <a:gd name="connsiteX7" fmla="*/ 120503 w 121290"/>
                <a:gd name="connsiteY7" fmla="*/ 39511 h 46266"/>
                <a:gd name="connsiteX8" fmla="*/ 86423 w 121290"/>
                <a:gd name="connsiteY8" fmla="*/ 43844 h 46266"/>
                <a:gd name="connsiteX9" fmla="*/ 70925 w 121290"/>
                <a:gd name="connsiteY9" fmla="*/ 34762 h 46266"/>
                <a:gd name="connsiteX10" fmla="*/ 61925 w 121290"/>
                <a:gd name="connsiteY10" fmla="*/ 24429 h 46266"/>
                <a:gd name="connsiteX11" fmla="*/ 41510 w 121290"/>
                <a:gd name="connsiteY11" fmla="*/ 31678 h 46266"/>
                <a:gd name="connsiteX12" fmla="*/ 847 w 121290"/>
                <a:gd name="connsiteY12" fmla="*/ 6098 h 46266"/>
                <a:gd name="connsiteX13" fmla="*/ 5264 w 121290"/>
                <a:gd name="connsiteY13" fmla="*/ 181 h 46266"/>
                <a:gd name="connsiteX14" fmla="*/ 5264 w 121290"/>
                <a:gd name="connsiteY14" fmla="*/ 181 h 46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1290" h="46266">
                  <a:moveTo>
                    <a:pt x="5264" y="181"/>
                  </a:moveTo>
                  <a:cubicBezTo>
                    <a:pt x="17013" y="3931"/>
                    <a:pt x="25762" y="13180"/>
                    <a:pt x="37177" y="17346"/>
                  </a:cubicBezTo>
                  <a:cubicBezTo>
                    <a:pt x="40927" y="18680"/>
                    <a:pt x="49260" y="20930"/>
                    <a:pt x="52593" y="17847"/>
                  </a:cubicBezTo>
                  <a:cubicBezTo>
                    <a:pt x="53593" y="16930"/>
                    <a:pt x="53342" y="14513"/>
                    <a:pt x="54342" y="13513"/>
                  </a:cubicBezTo>
                  <a:cubicBezTo>
                    <a:pt x="56092" y="11764"/>
                    <a:pt x="56426" y="9764"/>
                    <a:pt x="59092" y="8847"/>
                  </a:cubicBezTo>
                  <a:cubicBezTo>
                    <a:pt x="65259" y="6681"/>
                    <a:pt x="68008" y="12847"/>
                    <a:pt x="70758" y="17096"/>
                  </a:cubicBezTo>
                  <a:cubicBezTo>
                    <a:pt x="80257" y="31428"/>
                    <a:pt x="100838" y="43761"/>
                    <a:pt x="118337" y="36012"/>
                  </a:cubicBezTo>
                  <a:cubicBezTo>
                    <a:pt x="120503" y="35095"/>
                    <a:pt x="122420" y="38095"/>
                    <a:pt x="120503" y="39511"/>
                  </a:cubicBezTo>
                  <a:cubicBezTo>
                    <a:pt x="110004" y="47594"/>
                    <a:pt x="99172" y="47594"/>
                    <a:pt x="86423" y="43844"/>
                  </a:cubicBezTo>
                  <a:cubicBezTo>
                    <a:pt x="80507" y="42094"/>
                    <a:pt x="75424" y="38928"/>
                    <a:pt x="70925" y="34762"/>
                  </a:cubicBezTo>
                  <a:cubicBezTo>
                    <a:pt x="68175" y="32179"/>
                    <a:pt x="63842" y="28095"/>
                    <a:pt x="61925" y="24429"/>
                  </a:cubicBezTo>
                  <a:cubicBezTo>
                    <a:pt x="58759" y="31762"/>
                    <a:pt x="48343" y="33012"/>
                    <a:pt x="41510" y="31678"/>
                  </a:cubicBezTo>
                  <a:cubicBezTo>
                    <a:pt x="25845" y="28679"/>
                    <a:pt x="10930" y="18013"/>
                    <a:pt x="847" y="6098"/>
                  </a:cubicBezTo>
                  <a:cubicBezTo>
                    <a:pt x="-1652" y="3098"/>
                    <a:pt x="1847" y="-902"/>
                    <a:pt x="5264" y="181"/>
                  </a:cubicBezTo>
                  <a:lnTo>
                    <a:pt x="5264" y="181"/>
                  </a:lnTo>
                  <a:close/>
                </a:path>
              </a:pathLst>
            </a:custGeom>
            <a:grpFill/>
            <a:ln w="8332" cap="flat">
              <a:noFill/>
              <a:prstDash val="solid"/>
              <a:miter/>
            </a:ln>
          </p:spPr>
          <p:txBody>
            <a:bodyPr rtlCol="0" anchor="ctr"/>
            <a:lstStyle/>
            <a:p>
              <a:endParaRPr lang="en-US"/>
            </a:p>
          </p:txBody>
        </p:sp>
        <p:sp>
          <p:nvSpPr>
            <p:cNvPr id="1735" name="Freeform: Shape 1734"/>
            <p:cNvSpPr/>
            <p:nvPr/>
          </p:nvSpPr>
          <p:spPr>
            <a:xfrm>
              <a:off x="5802230" y="3147759"/>
              <a:ext cx="95431" cy="45384"/>
            </a:xfrm>
            <a:custGeom>
              <a:avLst/>
              <a:gdLst>
                <a:gd name="connsiteX0" fmla="*/ 5768 w 95431"/>
                <a:gd name="connsiteY0" fmla="*/ 1134 h 45384"/>
                <a:gd name="connsiteX1" fmla="*/ 25349 w 95431"/>
                <a:gd name="connsiteY1" fmla="*/ 25298 h 45384"/>
                <a:gd name="connsiteX2" fmla="*/ 46514 w 95431"/>
                <a:gd name="connsiteY2" fmla="*/ 26215 h 45384"/>
                <a:gd name="connsiteX3" fmla="*/ 52930 w 95431"/>
                <a:gd name="connsiteY3" fmla="*/ 22132 h 45384"/>
                <a:gd name="connsiteX4" fmla="*/ 58763 w 95431"/>
                <a:gd name="connsiteY4" fmla="*/ 22882 h 45384"/>
                <a:gd name="connsiteX5" fmla="*/ 68179 w 95431"/>
                <a:gd name="connsiteY5" fmla="*/ 32798 h 45384"/>
                <a:gd name="connsiteX6" fmla="*/ 92926 w 95431"/>
                <a:gd name="connsiteY6" fmla="*/ 36547 h 45384"/>
                <a:gd name="connsiteX7" fmla="*/ 94760 w 95431"/>
                <a:gd name="connsiteY7" fmla="*/ 39547 h 45384"/>
                <a:gd name="connsiteX8" fmla="*/ 67428 w 95431"/>
                <a:gd name="connsiteY8" fmla="*/ 42547 h 45384"/>
                <a:gd name="connsiteX9" fmla="*/ 58513 w 95431"/>
                <a:gd name="connsiteY9" fmla="*/ 33381 h 45384"/>
                <a:gd name="connsiteX10" fmla="*/ 49514 w 95431"/>
                <a:gd name="connsiteY10" fmla="*/ 31964 h 45384"/>
                <a:gd name="connsiteX11" fmla="*/ 46097 w 95431"/>
                <a:gd name="connsiteY11" fmla="*/ 34881 h 45384"/>
                <a:gd name="connsiteX12" fmla="*/ 18 w 95431"/>
                <a:gd name="connsiteY12" fmla="*/ 2967 h 45384"/>
                <a:gd name="connsiteX13" fmla="*/ 5768 w 95431"/>
                <a:gd name="connsiteY13" fmla="*/ 1134 h 45384"/>
                <a:gd name="connsiteX14" fmla="*/ 5768 w 95431"/>
                <a:gd name="connsiteY14" fmla="*/ 1134 h 45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5431" h="45384">
                  <a:moveTo>
                    <a:pt x="5768" y="1134"/>
                  </a:moveTo>
                  <a:cubicBezTo>
                    <a:pt x="12101" y="8550"/>
                    <a:pt x="16517" y="20299"/>
                    <a:pt x="25349" y="25298"/>
                  </a:cubicBezTo>
                  <a:cubicBezTo>
                    <a:pt x="33015" y="29631"/>
                    <a:pt x="38848" y="30298"/>
                    <a:pt x="46514" y="26215"/>
                  </a:cubicBezTo>
                  <a:cubicBezTo>
                    <a:pt x="48764" y="25048"/>
                    <a:pt x="50263" y="22632"/>
                    <a:pt x="52930" y="22132"/>
                  </a:cubicBezTo>
                  <a:cubicBezTo>
                    <a:pt x="55930" y="21549"/>
                    <a:pt x="55763" y="21715"/>
                    <a:pt x="58763" y="22882"/>
                  </a:cubicBezTo>
                  <a:cubicBezTo>
                    <a:pt x="59513" y="23132"/>
                    <a:pt x="69678" y="33714"/>
                    <a:pt x="68179" y="32798"/>
                  </a:cubicBezTo>
                  <a:cubicBezTo>
                    <a:pt x="75844" y="38797"/>
                    <a:pt x="83344" y="40797"/>
                    <a:pt x="92926" y="36547"/>
                  </a:cubicBezTo>
                  <a:cubicBezTo>
                    <a:pt x="94676" y="35797"/>
                    <a:pt x="96426" y="38380"/>
                    <a:pt x="94760" y="39547"/>
                  </a:cubicBezTo>
                  <a:cubicBezTo>
                    <a:pt x="86344" y="45297"/>
                    <a:pt x="76928" y="47713"/>
                    <a:pt x="67428" y="42547"/>
                  </a:cubicBezTo>
                  <a:cubicBezTo>
                    <a:pt x="62679" y="39880"/>
                    <a:pt x="61929" y="37214"/>
                    <a:pt x="58513" y="33381"/>
                  </a:cubicBezTo>
                  <a:cubicBezTo>
                    <a:pt x="54430" y="28881"/>
                    <a:pt x="59013" y="26132"/>
                    <a:pt x="49514" y="31964"/>
                  </a:cubicBezTo>
                  <a:cubicBezTo>
                    <a:pt x="48264" y="32714"/>
                    <a:pt x="47514" y="34297"/>
                    <a:pt x="46097" y="34881"/>
                  </a:cubicBezTo>
                  <a:cubicBezTo>
                    <a:pt x="25183" y="44213"/>
                    <a:pt x="18" y="24882"/>
                    <a:pt x="18" y="2967"/>
                  </a:cubicBezTo>
                  <a:cubicBezTo>
                    <a:pt x="-315" y="-199"/>
                    <a:pt x="4018" y="-866"/>
                    <a:pt x="5768" y="1134"/>
                  </a:cubicBezTo>
                  <a:lnTo>
                    <a:pt x="5768" y="1134"/>
                  </a:lnTo>
                  <a:close/>
                </a:path>
              </a:pathLst>
            </a:custGeom>
            <a:grpFill/>
            <a:ln w="8332" cap="flat">
              <a:noFill/>
              <a:prstDash val="solid"/>
              <a:miter/>
            </a:ln>
          </p:spPr>
          <p:txBody>
            <a:bodyPr rtlCol="0" anchor="ctr"/>
            <a:lstStyle/>
            <a:p>
              <a:endParaRPr lang="en-US"/>
            </a:p>
          </p:txBody>
        </p:sp>
        <p:sp>
          <p:nvSpPr>
            <p:cNvPr id="1736" name="Freeform: Shape 1735"/>
            <p:cNvSpPr/>
            <p:nvPr/>
          </p:nvSpPr>
          <p:spPr>
            <a:xfrm>
              <a:off x="5674802" y="3089365"/>
              <a:ext cx="75010" cy="45300"/>
            </a:xfrm>
            <a:custGeom>
              <a:avLst/>
              <a:gdLst>
                <a:gd name="connsiteX0" fmla="*/ 9207 w 75010"/>
                <a:gd name="connsiteY0" fmla="*/ 2700 h 45300"/>
                <a:gd name="connsiteX1" fmla="*/ 36621 w 75010"/>
                <a:gd name="connsiteY1" fmla="*/ 19865 h 45300"/>
                <a:gd name="connsiteX2" fmla="*/ 70368 w 75010"/>
                <a:gd name="connsiteY2" fmla="*/ 33030 h 45300"/>
                <a:gd name="connsiteX3" fmla="*/ 74451 w 75010"/>
                <a:gd name="connsiteY3" fmla="*/ 36947 h 45300"/>
                <a:gd name="connsiteX4" fmla="*/ 35954 w 75010"/>
                <a:gd name="connsiteY4" fmla="*/ 32780 h 45300"/>
                <a:gd name="connsiteX5" fmla="*/ 18789 w 75010"/>
                <a:gd name="connsiteY5" fmla="*/ 21031 h 45300"/>
                <a:gd name="connsiteX6" fmla="*/ 6790 w 75010"/>
                <a:gd name="connsiteY6" fmla="*/ 17532 h 45300"/>
                <a:gd name="connsiteX7" fmla="*/ 624 w 75010"/>
                <a:gd name="connsiteY7" fmla="*/ 2866 h 45300"/>
                <a:gd name="connsiteX8" fmla="*/ 9207 w 75010"/>
                <a:gd name="connsiteY8" fmla="*/ 2700 h 45300"/>
                <a:gd name="connsiteX9" fmla="*/ 9207 w 75010"/>
                <a:gd name="connsiteY9" fmla="*/ 2700 h 4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010" h="45300">
                  <a:moveTo>
                    <a:pt x="9207" y="2700"/>
                  </a:moveTo>
                  <a:cubicBezTo>
                    <a:pt x="13956" y="12532"/>
                    <a:pt x="28372" y="13032"/>
                    <a:pt x="36621" y="19865"/>
                  </a:cubicBezTo>
                  <a:cubicBezTo>
                    <a:pt x="45453" y="27281"/>
                    <a:pt x="58036" y="45279"/>
                    <a:pt x="70368" y="33030"/>
                  </a:cubicBezTo>
                  <a:cubicBezTo>
                    <a:pt x="72618" y="30781"/>
                    <a:pt x="76451" y="34447"/>
                    <a:pt x="74451" y="36947"/>
                  </a:cubicBezTo>
                  <a:cubicBezTo>
                    <a:pt x="62535" y="51279"/>
                    <a:pt x="47120" y="45363"/>
                    <a:pt x="35954" y="32780"/>
                  </a:cubicBezTo>
                  <a:cubicBezTo>
                    <a:pt x="30371" y="26448"/>
                    <a:pt x="27955" y="22865"/>
                    <a:pt x="18789" y="21031"/>
                  </a:cubicBezTo>
                  <a:cubicBezTo>
                    <a:pt x="14289" y="20115"/>
                    <a:pt x="10873" y="20281"/>
                    <a:pt x="6790" y="17532"/>
                  </a:cubicBezTo>
                  <a:cubicBezTo>
                    <a:pt x="1041" y="13699"/>
                    <a:pt x="-1209" y="9366"/>
                    <a:pt x="624" y="2866"/>
                  </a:cubicBezTo>
                  <a:cubicBezTo>
                    <a:pt x="1707" y="-1216"/>
                    <a:pt x="7540" y="-633"/>
                    <a:pt x="9207" y="2700"/>
                  </a:cubicBezTo>
                  <a:lnTo>
                    <a:pt x="9207" y="2700"/>
                  </a:lnTo>
                  <a:close/>
                </a:path>
              </a:pathLst>
            </a:custGeom>
            <a:grpFill/>
            <a:ln w="8332" cap="flat">
              <a:noFill/>
              <a:prstDash val="solid"/>
              <a:miter/>
            </a:ln>
          </p:spPr>
          <p:txBody>
            <a:bodyPr rtlCol="0" anchor="ctr"/>
            <a:lstStyle/>
            <a:p>
              <a:endParaRPr lang="en-US"/>
            </a:p>
          </p:txBody>
        </p:sp>
        <p:sp>
          <p:nvSpPr>
            <p:cNvPr id="1737" name="Freeform: Shape 1736"/>
            <p:cNvSpPr/>
            <p:nvPr/>
          </p:nvSpPr>
          <p:spPr>
            <a:xfrm>
              <a:off x="5581262" y="3393402"/>
              <a:ext cx="448993" cy="730848"/>
            </a:xfrm>
            <a:custGeom>
              <a:avLst/>
              <a:gdLst>
                <a:gd name="connsiteX0" fmla="*/ 100414 w 448993"/>
                <a:gd name="connsiteY0" fmla="*/ 74462 h 730848"/>
                <a:gd name="connsiteX1" fmla="*/ 93081 w 448993"/>
                <a:gd name="connsiteY1" fmla="*/ 122874 h 730848"/>
                <a:gd name="connsiteX2" fmla="*/ 90332 w 448993"/>
                <a:gd name="connsiteY2" fmla="*/ 143872 h 730848"/>
                <a:gd name="connsiteX3" fmla="*/ 82916 w 448993"/>
                <a:gd name="connsiteY3" fmla="*/ 147705 h 730848"/>
                <a:gd name="connsiteX4" fmla="*/ 70750 w 448993"/>
                <a:gd name="connsiteY4" fmla="*/ 206617 h 730848"/>
                <a:gd name="connsiteX5" fmla="*/ 59751 w 448993"/>
                <a:gd name="connsiteY5" fmla="*/ 273694 h 730848"/>
                <a:gd name="connsiteX6" fmla="*/ 37920 w 448993"/>
                <a:gd name="connsiteY6" fmla="*/ 407015 h 730848"/>
                <a:gd name="connsiteX7" fmla="*/ 5089 w 448993"/>
                <a:gd name="connsiteY7" fmla="*/ 648827 h 730848"/>
                <a:gd name="connsiteX8" fmla="*/ 6 w 448993"/>
                <a:gd name="connsiteY8" fmla="*/ 708488 h 730848"/>
                <a:gd name="connsiteX9" fmla="*/ 14588 w 448993"/>
                <a:gd name="connsiteY9" fmla="*/ 730736 h 730848"/>
                <a:gd name="connsiteX10" fmla="*/ 47002 w 448993"/>
                <a:gd name="connsiteY10" fmla="*/ 710405 h 730848"/>
                <a:gd name="connsiteX11" fmla="*/ 78833 w 448993"/>
                <a:gd name="connsiteY11" fmla="*/ 670825 h 730848"/>
                <a:gd name="connsiteX12" fmla="*/ 219237 w 448993"/>
                <a:gd name="connsiteY12" fmla="*/ 490341 h 730848"/>
                <a:gd name="connsiteX13" fmla="*/ 268316 w 448993"/>
                <a:gd name="connsiteY13" fmla="*/ 423597 h 730848"/>
                <a:gd name="connsiteX14" fmla="*/ 275732 w 448993"/>
                <a:gd name="connsiteY14" fmla="*/ 416431 h 730848"/>
                <a:gd name="connsiteX15" fmla="*/ 309479 w 448993"/>
                <a:gd name="connsiteY15" fmla="*/ 378351 h 730848"/>
                <a:gd name="connsiteX16" fmla="*/ 379556 w 448993"/>
                <a:gd name="connsiteY16" fmla="*/ 289193 h 730848"/>
                <a:gd name="connsiteX17" fmla="*/ 381222 w 448993"/>
                <a:gd name="connsiteY17" fmla="*/ 281860 h 730848"/>
                <a:gd name="connsiteX18" fmla="*/ 396387 w 448993"/>
                <a:gd name="connsiteY18" fmla="*/ 269278 h 730848"/>
                <a:gd name="connsiteX19" fmla="*/ 429301 w 448993"/>
                <a:gd name="connsiteY19" fmla="*/ 243030 h 730848"/>
                <a:gd name="connsiteX20" fmla="*/ 423302 w 448993"/>
                <a:gd name="connsiteY20" fmla="*/ 213366 h 730848"/>
                <a:gd name="connsiteX21" fmla="*/ 429968 w 448993"/>
                <a:gd name="connsiteY21" fmla="*/ 206200 h 730848"/>
                <a:gd name="connsiteX22" fmla="*/ 446966 w 448993"/>
                <a:gd name="connsiteY22" fmla="*/ 172287 h 730848"/>
                <a:gd name="connsiteX23" fmla="*/ 428218 w 448993"/>
                <a:gd name="connsiteY23" fmla="*/ 151955 h 730848"/>
                <a:gd name="connsiteX24" fmla="*/ 410886 w 448993"/>
                <a:gd name="connsiteY24" fmla="*/ 135040 h 730848"/>
                <a:gd name="connsiteX25" fmla="*/ 403720 w 448993"/>
                <a:gd name="connsiteY25" fmla="*/ 136206 h 730848"/>
                <a:gd name="connsiteX26" fmla="*/ 390471 w 448993"/>
                <a:gd name="connsiteY26" fmla="*/ 154622 h 730848"/>
                <a:gd name="connsiteX27" fmla="*/ 373473 w 448993"/>
                <a:gd name="connsiteY27" fmla="*/ 142789 h 730848"/>
                <a:gd name="connsiteX28" fmla="*/ 383139 w 448993"/>
                <a:gd name="connsiteY28" fmla="*/ 130957 h 730848"/>
                <a:gd name="connsiteX29" fmla="*/ 393221 w 448993"/>
                <a:gd name="connsiteY29" fmla="*/ 112959 h 730848"/>
                <a:gd name="connsiteX30" fmla="*/ 388638 w 448993"/>
                <a:gd name="connsiteY30" fmla="*/ 102876 h 730848"/>
                <a:gd name="connsiteX31" fmla="*/ 367807 w 448993"/>
                <a:gd name="connsiteY31" fmla="*/ 90044 h 730848"/>
                <a:gd name="connsiteX32" fmla="*/ 333893 w 448993"/>
                <a:gd name="connsiteY32" fmla="*/ 75212 h 730848"/>
                <a:gd name="connsiteX33" fmla="*/ 323644 w 448993"/>
                <a:gd name="connsiteY33" fmla="*/ 92460 h 730848"/>
                <a:gd name="connsiteX34" fmla="*/ 312895 w 448993"/>
                <a:gd name="connsiteY34" fmla="*/ 113459 h 730848"/>
                <a:gd name="connsiteX35" fmla="*/ 295480 w 448993"/>
                <a:gd name="connsiteY35" fmla="*/ 103376 h 730848"/>
                <a:gd name="connsiteX36" fmla="*/ 292647 w 448993"/>
                <a:gd name="connsiteY36" fmla="*/ 101043 h 730848"/>
                <a:gd name="connsiteX37" fmla="*/ 292730 w 448993"/>
                <a:gd name="connsiteY37" fmla="*/ 100960 h 730848"/>
                <a:gd name="connsiteX38" fmla="*/ 302229 w 448993"/>
                <a:gd name="connsiteY38" fmla="*/ 86461 h 730848"/>
                <a:gd name="connsiteX39" fmla="*/ 310062 w 448993"/>
                <a:gd name="connsiteY39" fmla="*/ 71129 h 730848"/>
                <a:gd name="connsiteX40" fmla="*/ 304062 w 448993"/>
                <a:gd name="connsiteY40" fmla="*/ 62213 h 730848"/>
                <a:gd name="connsiteX41" fmla="*/ 283648 w 448993"/>
                <a:gd name="connsiteY41" fmla="*/ 49798 h 730848"/>
                <a:gd name="connsiteX42" fmla="*/ 259983 w 448993"/>
                <a:gd name="connsiteY42" fmla="*/ 48048 h 730848"/>
                <a:gd name="connsiteX43" fmla="*/ 251484 w 448993"/>
                <a:gd name="connsiteY43" fmla="*/ 68879 h 730848"/>
                <a:gd name="connsiteX44" fmla="*/ 239818 w 448993"/>
                <a:gd name="connsiteY44" fmla="*/ 91627 h 730848"/>
                <a:gd name="connsiteX45" fmla="*/ 230069 w 448993"/>
                <a:gd name="connsiteY45" fmla="*/ 81378 h 730848"/>
                <a:gd name="connsiteX46" fmla="*/ 239818 w 448993"/>
                <a:gd name="connsiteY46" fmla="*/ 58963 h 730848"/>
                <a:gd name="connsiteX47" fmla="*/ 248817 w 448993"/>
                <a:gd name="connsiteY47" fmla="*/ 36632 h 730848"/>
                <a:gd name="connsiteX48" fmla="*/ 221236 w 448993"/>
                <a:gd name="connsiteY48" fmla="*/ 13551 h 730848"/>
                <a:gd name="connsiteX49" fmla="*/ 186823 w 448993"/>
                <a:gd name="connsiteY49" fmla="*/ 2802 h 730848"/>
                <a:gd name="connsiteX50" fmla="*/ 183074 w 448993"/>
                <a:gd name="connsiteY50" fmla="*/ 14967 h 730848"/>
                <a:gd name="connsiteX51" fmla="*/ 176990 w 448993"/>
                <a:gd name="connsiteY51" fmla="*/ 35715 h 730848"/>
                <a:gd name="connsiteX52" fmla="*/ 159325 w 448993"/>
                <a:gd name="connsiteY52" fmla="*/ 27466 h 730848"/>
                <a:gd name="connsiteX53" fmla="*/ 150076 w 448993"/>
                <a:gd name="connsiteY53" fmla="*/ 26550 h 730848"/>
                <a:gd name="connsiteX54" fmla="*/ 138161 w 448993"/>
                <a:gd name="connsiteY54" fmla="*/ 51548 h 730848"/>
                <a:gd name="connsiteX55" fmla="*/ 109913 w 448993"/>
                <a:gd name="connsiteY55" fmla="*/ 47714 h 730848"/>
                <a:gd name="connsiteX56" fmla="*/ 100414 w 448993"/>
                <a:gd name="connsiteY56" fmla="*/ 74462 h 730848"/>
                <a:gd name="connsiteX57" fmla="*/ 100414 w 448993"/>
                <a:gd name="connsiteY57" fmla="*/ 74462 h 730848"/>
                <a:gd name="connsiteX58" fmla="*/ 175407 w 448993"/>
                <a:gd name="connsiteY58" fmla="*/ 48214 h 730848"/>
                <a:gd name="connsiteX59" fmla="*/ 182323 w 448993"/>
                <a:gd name="connsiteY59" fmla="*/ 49714 h 730848"/>
                <a:gd name="connsiteX60" fmla="*/ 183240 w 448993"/>
                <a:gd name="connsiteY60" fmla="*/ 49964 h 730848"/>
                <a:gd name="connsiteX61" fmla="*/ 187073 w 448993"/>
                <a:gd name="connsiteY61" fmla="*/ 52131 h 730848"/>
                <a:gd name="connsiteX62" fmla="*/ 184906 w 448993"/>
                <a:gd name="connsiteY62" fmla="*/ 61130 h 730848"/>
                <a:gd name="connsiteX63" fmla="*/ 179907 w 448993"/>
                <a:gd name="connsiteY63" fmla="*/ 80712 h 730848"/>
                <a:gd name="connsiteX64" fmla="*/ 165658 w 448993"/>
                <a:gd name="connsiteY64" fmla="*/ 123124 h 730848"/>
                <a:gd name="connsiteX65" fmla="*/ 140077 w 448993"/>
                <a:gd name="connsiteY65" fmla="*/ 211116 h 730848"/>
                <a:gd name="connsiteX66" fmla="*/ 139911 w 448993"/>
                <a:gd name="connsiteY66" fmla="*/ 211450 h 730848"/>
                <a:gd name="connsiteX67" fmla="*/ 139827 w 448993"/>
                <a:gd name="connsiteY67" fmla="*/ 211366 h 730848"/>
                <a:gd name="connsiteX68" fmla="*/ 116413 w 448993"/>
                <a:gd name="connsiteY68" fmla="*/ 179119 h 730848"/>
                <a:gd name="connsiteX69" fmla="*/ 141411 w 448993"/>
                <a:gd name="connsiteY69" fmla="*/ 81711 h 730848"/>
                <a:gd name="connsiteX70" fmla="*/ 153243 w 448993"/>
                <a:gd name="connsiteY70" fmla="*/ 43965 h 730848"/>
                <a:gd name="connsiteX71" fmla="*/ 159159 w 448993"/>
                <a:gd name="connsiteY71" fmla="*/ 41882 h 730848"/>
                <a:gd name="connsiteX72" fmla="*/ 168325 w 448993"/>
                <a:gd name="connsiteY72" fmla="*/ 46298 h 730848"/>
                <a:gd name="connsiteX73" fmla="*/ 175407 w 448993"/>
                <a:gd name="connsiteY73" fmla="*/ 48214 h 730848"/>
                <a:gd name="connsiteX74" fmla="*/ 175407 w 448993"/>
                <a:gd name="connsiteY74" fmla="*/ 48214 h 730848"/>
                <a:gd name="connsiteX75" fmla="*/ 227153 w 448993"/>
                <a:gd name="connsiteY75" fmla="*/ 58130 h 730848"/>
                <a:gd name="connsiteX76" fmla="*/ 222487 w 448993"/>
                <a:gd name="connsiteY76" fmla="*/ 76379 h 730848"/>
                <a:gd name="connsiteX77" fmla="*/ 213737 w 448993"/>
                <a:gd name="connsiteY77" fmla="*/ 75795 h 730848"/>
                <a:gd name="connsiteX78" fmla="*/ 193822 w 448993"/>
                <a:gd name="connsiteY78" fmla="*/ 111542 h 730848"/>
                <a:gd name="connsiteX79" fmla="*/ 156742 w 448993"/>
                <a:gd name="connsiteY79" fmla="*/ 181453 h 730848"/>
                <a:gd name="connsiteX80" fmla="*/ 185906 w 448993"/>
                <a:gd name="connsiteY80" fmla="*/ 100710 h 730848"/>
                <a:gd name="connsiteX81" fmla="*/ 199489 w 448993"/>
                <a:gd name="connsiteY81" fmla="*/ 51131 h 730848"/>
                <a:gd name="connsiteX82" fmla="*/ 188740 w 448993"/>
                <a:gd name="connsiteY82" fmla="*/ 39049 h 730848"/>
                <a:gd name="connsiteX83" fmla="*/ 194822 w 448993"/>
                <a:gd name="connsiteY83" fmla="*/ 16301 h 730848"/>
                <a:gd name="connsiteX84" fmla="*/ 195322 w 448993"/>
                <a:gd name="connsiteY84" fmla="*/ 11801 h 730848"/>
                <a:gd name="connsiteX85" fmla="*/ 198156 w 448993"/>
                <a:gd name="connsiteY85" fmla="*/ 14218 h 730848"/>
                <a:gd name="connsiteX86" fmla="*/ 217987 w 448993"/>
                <a:gd name="connsiteY86" fmla="*/ 24467 h 730848"/>
                <a:gd name="connsiteX87" fmla="*/ 238485 w 448993"/>
                <a:gd name="connsiteY87" fmla="*/ 35216 h 730848"/>
                <a:gd name="connsiteX88" fmla="*/ 227153 w 448993"/>
                <a:gd name="connsiteY88" fmla="*/ 58130 h 730848"/>
                <a:gd name="connsiteX89" fmla="*/ 227153 w 448993"/>
                <a:gd name="connsiteY89" fmla="*/ 58130 h 730848"/>
                <a:gd name="connsiteX90" fmla="*/ 239235 w 448993"/>
                <a:gd name="connsiteY90" fmla="*/ 106959 h 730848"/>
                <a:gd name="connsiteX91" fmla="*/ 250900 w 448993"/>
                <a:gd name="connsiteY91" fmla="*/ 114958 h 730848"/>
                <a:gd name="connsiteX92" fmla="*/ 236652 w 448993"/>
                <a:gd name="connsiteY92" fmla="*/ 132957 h 730848"/>
                <a:gd name="connsiteX93" fmla="*/ 213071 w 448993"/>
                <a:gd name="connsiteY93" fmla="*/ 165704 h 730848"/>
                <a:gd name="connsiteX94" fmla="*/ 187323 w 448993"/>
                <a:gd name="connsiteY94" fmla="*/ 208367 h 730848"/>
                <a:gd name="connsiteX95" fmla="*/ 170158 w 448993"/>
                <a:gd name="connsiteY95" fmla="*/ 241780 h 730848"/>
                <a:gd name="connsiteX96" fmla="*/ 147826 w 448993"/>
                <a:gd name="connsiteY96" fmla="*/ 220282 h 730848"/>
                <a:gd name="connsiteX97" fmla="*/ 193573 w 448993"/>
                <a:gd name="connsiteY97" fmla="*/ 136707 h 730848"/>
                <a:gd name="connsiteX98" fmla="*/ 213487 w 448993"/>
                <a:gd name="connsiteY98" fmla="*/ 95127 h 730848"/>
                <a:gd name="connsiteX99" fmla="*/ 226236 w 448993"/>
                <a:gd name="connsiteY99" fmla="*/ 95127 h 730848"/>
                <a:gd name="connsiteX100" fmla="*/ 239235 w 448993"/>
                <a:gd name="connsiteY100" fmla="*/ 106959 h 730848"/>
                <a:gd name="connsiteX101" fmla="*/ 239235 w 448993"/>
                <a:gd name="connsiteY101" fmla="*/ 106959 h 730848"/>
                <a:gd name="connsiteX102" fmla="*/ 253567 w 448993"/>
                <a:gd name="connsiteY102" fmla="*/ 149622 h 730848"/>
                <a:gd name="connsiteX103" fmla="*/ 224736 w 448993"/>
                <a:gd name="connsiteY103" fmla="*/ 214199 h 730848"/>
                <a:gd name="connsiteX104" fmla="*/ 208571 w 448993"/>
                <a:gd name="connsiteY104" fmla="*/ 248030 h 730848"/>
                <a:gd name="connsiteX105" fmla="*/ 201572 w 448993"/>
                <a:gd name="connsiteY105" fmla="*/ 264695 h 730848"/>
                <a:gd name="connsiteX106" fmla="*/ 175407 w 448993"/>
                <a:gd name="connsiteY106" fmla="*/ 246030 h 730848"/>
                <a:gd name="connsiteX107" fmla="*/ 238568 w 448993"/>
                <a:gd name="connsiteY107" fmla="*/ 151872 h 730848"/>
                <a:gd name="connsiteX108" fmla="*/ 255234 w 448993"/>
                <a:gd name="connsiteY108" fmla="*/ 130374 h 730848"/>
                <a:gd name="connsiteX109" fmla="*/ 263483 w 448993"/>
                <a:gd name="connsiteY109" fmla="*/ 116208 h 730848"/>
                <a:gd name="connsiteX110" fmla="*/ 248734 w 448993"/>
                <a:gd name="connsiteY110" fmla="*/ 98960 h 730848"/>
                <a:gd name="connsiteX111" fmla="*/ 264566 w 448993"/>
                <a:gd name="connsiteY111" fmla="*/ 64796 h 730848"/>
                <a:gd name="connsiteX112" fmla="*/ 266983 w 448993"/>
                <a:gd name="connsiteY112" fmla="*/ 57047 h 730848"/>
                <a:gd name="connsiteX113" fmla="*/ 271232 w 448993"/>
                <a:gd name="connsiteY113" fmla="*/ 54381 h 730848"/>
                <a:gd name="connsiteX114" fmla="*/ 283231 w 448993"/>
                <a:gd name="connsiteY114" fmla="*/ 63046 h 730848"/>
                <a:gd name="connsiteX115" fmla="*/ 298396 w 448993"/>
                <a:gd name="connsiteY115" fmla="*/ 71962 h 730848"/>
                <a:gd name="connsiteX116" fmla="*/ 292897 w 448993"/>
                <a:gd name="connsiteY116" fmla="*/ 81711 h 730848"/>
                <a:gd name="connsiteX117" fmla="*/ 287481 w 448993"/>
                <a:gd name="connsiteY117" fmla="*/ 98127 h 730848"/>
                <a:gd name="connsiteX118" fmla="*/ 274315 w 448993"/>
                <a:gd name="connsiteY118" fmla="*/ 102710 h 730848"/>
                <a:gd name="connsiteX119" fmla="*/ 253567 w 448993"/>
                <a:gd name="connsiteY119" fmla="*/ 149622 h 730848"/>
                <a:gd name="connsiteX120" fmla="*/ 253567 w 448993"/>
                <a:gd name="connsiteY120" fmla="*/ 149622 h 730848"/>
                <a:gd name="connsiteX121" fmla="*/ 282731 w 448993"/>
                <a:gd name="connsiteY121" fmla="*/ 187285 h 730848"/>
                <a:gd name="connsiteX122" fmla="*/ 259567 w 448993"/>
                <a:gd name="connsiteY122" fmla="*/ 240364 h 730848"/>
                <a:gd name="connsiteX123" fmla="*/ 249567 w 448993"/>
                <a:gd name="connsiteY123" fmla="*/ 262528 h 730848"/>
                <a:gd name="connsiteX124" fmla="*/ 243485 w 448993"/>
                <a:gd name="connsiteY124" fmla="*/ 281527 h 730848"/>
                <a:gd name="connsiteX125" fmla="*/ 211404 w 448993"/>
                <a:gd name="connsiteY125" fmla="*/ 270194 h 730848"/>
                <a:gd name="connsiteX126" fmla="*/ 222653 w 448993"/>
                <a:gd name="connsiteY126" fmla="*/ 245280 h 730848"/>
                <a:gd name="connsiteX127" fmla="*/ 248317 w 448993"/>
                <a:gd name="connsiteY127" fmla="*/ 189952 h 730848"/>
                <a:gd name="connsiteX128" fmla="*/ 271066 w 448993"/>
                <a:gd name="connsiteY128" fmla="*/ 137456 h 730848"/>
                <a:gd name="connsiteX129" fmla="*/ 279065 w 448993"/>
                <a:gd name="connsiteY129" fmla="*/ 118041 h 730848"/>
                <a:gd name="connsiteX130" fmla="*/ 290230 w 448993"/>
                <a:gd name="connsiteY130" fmla="*/ 113875 h 730848"/>
                <a:gd name="connsiteX131" fmla="*/ 305146 w 448993"/>
                <a:gd name="connsiteY131" fmla="*/ 123708 h 730848"/>
                <a:gd name="connsiteX132" fmla="*/ 313395 w 448993"/>
                <a:gd name="connsiteY132" fmla="*/ 126291 h 730848"/>
                <a:gd name="connsiteX133" fmla="*/ 307729 w 448993"/>
                <a:gd name="connsiteY133" fmla="*/ 135623 h 730848"/>
                <a:gd name="connsiteX134" fmla="*/ 282731 w 448993"/>
                <a:gd name="connsiteY134" fmla="*/ 187285 h 730848"/>
                <a:gd name="connsiteX135" fmla="*/ 282731 w 448993"/>
                <a:gd name="connsiteY135" fmla="*/ 187285 h 730848"/>
                <a:gd name="connsiteX136" fmla="*/ 367390 w 448993"/>
                <a:gd name="connsiteY136" fmla="*/ 130540 h 730848"/>
                <a:gd name="connsiteX137" fmla="*/ 365140 w 448993"/>
                <a:gd name="connsiteY137" fmla="*/ 137290 h 730848"/>
                <a:gd name="connsiteX138" fmla="*/ 345892 w 448993"/>
                <a:gd name="connsiteY138" fmla="*/ 136040 h 730848"/>
                <a:gd name="connsiteX139" fmla="*/ 313228 w 448993"/>
                <a:gd name="connsiteY139" fmla="*/ 183786 h 730848"/>
                <a:gd name="connsiteX140" fmla="*/ 272399 w 448993"/>
                <a:gd name="connsiteY140" fmla="*/ 242364 h 730848"/>
                <a:gd name="connsiteX141" fmla="*/ 275565 w 448993"/>
                <a:gd name="connsiteY141" fmla="*/ 236364 h 730848"/>
                <a:gd name="connsiteX142" fmla="*/ 300896 w 448993"/>
                <a:gd name="connsiteY142" fmla="*/ 175120 h 730848"/>
                <a:gd name="connsiteX143" fmla="*/ 316561 w 448993"/>
                <a:gd name="connsiteY143" fmla="*/ 143872 h 730848"/>
                <a:gd name="connsiteX144" fmla="*/ 325227 w 448993"/>
                <a:gd name="connsiteY144" fmla="*/ 125624 h 730848"/>
                <a:gd name="connsiteX145" fmla="*/ 322561 w 448993"/>
                <a:gd name="connsiteY145" fmla="*/ 119625 h 730848"/>
                <a:gd name="connsiteX146" fmla="*/ 323144 w 448993"/>
                <a:gd name="connsiteY146" fmla="*/ 118791 h 730848"/>
                <a:gd name="connsiteX147" fmla="*/ 332893 w 448993"/>
                <a:gd name="connsiteY147" fmla="*/ 97877 h 730848"/>
                <a:gd name="connsiteX148" fmla="*/ 346892 w 448993"/>
                <a:gd name="connsiteY148" fmla="*/ 88377 h 730848"/>
                <a:gd name="connsiteX149" fmla="*/ 368474 w 448993"/>
                <a:gd name="connsiteY149" fmla="*/ 103376 h 730848"/>
                <a:gd name="connsiteX150" fmla="*/ 380472 w 448993"/>
                <a:gd name="connsiteY150" fmla="*/ 111042 h 730848"/>
                <a:gd name="connsiteX151" fmla="*/ 367390 w 448993"/>
                <a:gd name="connsiteY151" fmla="*/ 130540 h 730848"/>
                <a:gd name="connsiteX152" fmla="*/ 367390 w 448993"/>
                <a:gd name="connsiteY152" fmla="*/ 130540 h 730848"/>
                <a:gd name="connsiteX153" fmla="*/ 355891 w 448993"/>
                <a:gd name="connsiteY153" fmla="*/ 214199 h 730848"/>
                <a:gd name="connsiteX154" fmla="*/ 324144 w 448993"/>
                <a:gd name="connsiteY154" fmla="*/ 252529 h 730848"/>
                <a:gd name="connsiteX155" fmla="*/ 307895 w 448993"/>
                <a:gd name="connsiteY155" fmla="*/ 272861 h 730848"/>
                <a:gd name="connsiteX156" fmla="*/ 299396 w 448993"/>
                <a:gd name="connsiteY156" fmla="*/ 285443 h 730848"/>
                <a:gd name="connsiteX157" fmla="*/ 256484 w 448993"/>
                <a:gd name="connsiteY157" fmla="*/ 284027 h 730848"/>
                <a:gd name="connsiteX158" fmla="*/ 307479 w 448993"/>
                <a:gd name="connsiteY158" fmla="*/ 212283 h 730848"/>
                <a:gd name="connsiteX159" fmla="*/ 335060 w 448993"/>
                <a:gd name="connsiteY159" fmla="*/ 166537 h 730848"/>
                <a:gd name="connsiteX160" fmla="*/ 351142 w 448993"/>
                <a:gd name="connsiteY160" fmla="*/ 145456 h 730848"/>
                <a:gd name="connsiteX161" fmla="*/ 356724 w 448993"/>
                <a:gd name="connsiteY161" fmla="*/ 146122 h 730848"/>
                <a:gd name="connsiteX162" fmla="*/ 385888 w 448993"/>
                <a:gd name="connsiteY162" fmla="*/ 168704 h 730848"/>
                <a:gd name="connsiteX163" fmla="*/ 355891 w 448993"/>
                <a:gd name="connsiteY163" fmla="*/ 214199 h 730848"/>
                <a:gd name="connsiteX164" fmla="*/ 355891 w 448993"/>
                <a:gd name="connsiteY164" fmla="*/ 214199 h 730848"/>
                <a:gd name="connsiteX165" fmla="*/ 433134 w 448993"/>
                <a:gd name="connsiteY165" fmla="*/ 183536 h 730848"/>
                <a:gd name="connsiteX166" fmla="*/ 417469 w 448993"/>
                <a:gd name="connsiteY166" fmla="*/ 201784 h 730848"/>
                <a:gd name="connsiteX167" fmla="*/ 377806 w 448993"/>
                <a:gd name="connsiteY167" fmla="*/ 248113 h 730848"/>
                <a:gd name="connsiteX168" fmla="*/ 355558 w 448993"/>
                <a:gd name="connsiteY168" fmla="*/ 270278 h 730848"/>
                <a:gd name="connsiteX169" fmla="*/ 347308 w 448993"/>
                <a:gd name="connsiteY169" fmla="*/ 280277 h 730848"/>
                <a:gd name="connsiteX170" fmla="*/ 311312 w 448993"/>
                <a:gd name="connsiteY170" fmla="*/ 284610 h 730848"/>
                <a:gd name="connsiteX171" fmla="*/ 348225 w 448993"/>
                <a:gd name="connsiteY171" fmla="*/ 242697 h 730848"/>
                <a:gd name="connsiteX172" fmla="*/ 390221 w 448993"/>
                <a:gd name="connsiteY172" fmla="*/ 195785 h 730848"/>
                <a:gd name="connsiteX173" fmla="*/ 399637 w 448993"/>
                <a:gd name="connsiteY173" fmla="*/ 165120 h 730848"/>
                <a:gd name="connsiteX174" fmla="*/ 398138 w 448993"/>
                <a:gd name="connsiteY174" fmla="*/ 162954 h 730848"/>
                <a:gd name="connsiteX175" fmla="*/ 409303 w 448993"/>
                <a:gd name="connsiteY175" fmla="*/ 147539 h 730848"/>
                <a:gd name="connsiteX176" fmla="*/ 419552 w 448993"/>
                <a:gd name="connsiteY176" fmla="*/ 160954 h 730848"/>
                <a:gd name="connsiteX177" fmla="*/ 431134 w 448993"/>
                <a:gd name="connsiteY177" fmla="*/ 172870 h 730848"/>
                <a:gd name="connsiteX178" fmla="*/ 433134 w 448993"/>
                <a:gd name="connsiteY178" fmla="*/ 183536 h 730848"/>
                <a:gd name="connsiteX179" fmla="*/ 433134 w 448993"/>
                <a:gd name="connsiteY179" fmla="*/ 183536 h 730848"/>
                <a:gd name="connsiteX180" fmla="*/ 400054 w 448993"/>
                <a:gd name="connsiteY180" fmla="*/ 252279 h 730848"/>
                <a:gd name="connsiteX181" fmla="*/ 372640 w 448993"/>
                <a:gd name="connsiteY181" fmla="*/ 276444 h 730848"/>
                <a:gd name="connsiteX182" fmla="*/ 361391 w 448993"/>
                <a:gd name="connsiteY182" fmla="*/ 278110 h 730848"/>
                <a:gd name="connsiteX183" fmla="*/ 381639 w 448993"/>
                <a:gd name="connsiteY183" fmla="*/ 259529 h 730848"/>
                <a:gd name="connsiteX184" fmla="*/ 415136 w 448993"/>
                <a:gd name="connsiteY184" fmla="*/ 222366 h 730848"/>
                <a:gd name="connsiteX185" fmla="*/ 416219 w 448993"/>
                <a:gd name="connsiteY185" fmla="*/ 239697 h 730848"/>
                <a:gd name="connsiteX186" fmla="*/ 400054 w 448993"/>
                <a:gd name="connsiteY186" fmla="*/ 252279 h 730848"/>
                <a:gd name="connsiteX187" fmla="*/ 400054 w 448993"/>
                <a:gd name="connsiteY187" fmla="*/ 252279 h 730848"/>
                <a:gd name="connsiteX188" fmla="*/ 45336 w 448993"/>
                <a:gd name="connsiteY188" fmla="*/ 450511 h 730848"/>
                <a:gd name="connsiteX189" fmla="*/ 81083 w 448993"/>
                <a:gd name="connsiteY189" fmla="*/ 444512 h 730848"/>
                <a:gd name="connsiteX190" fmla="*/ 121912 w 448993"/>
                <a:gd name="connsiteY190" fmla="*/ 434846 h 730848"/>
                <a:gd name="connsiteX191" fmla="*/ 205488 w 448993"/>
                <a:gd name="connsiteY191" fmla="*/ 396683 h 730848"/>
                <a:gd name="connsiteX192" fmla="*/ 293147 w 448993"/>
                <a:gd name="connsiteY192" fmla="*/ 338022 h 730848"/>
                <a:gd name="connsiteX193" fmla="*/ 324144 w 448993"/>
                <a:gd name="connsiteY193" fmla="*/ 313774 h 730848"/>
                <a:gd name="connsiteX194" fmla="*/ 341476 w 448993"/>
                <a:gd name="connsiteY194" fmla="*/ 296442 h 730848"/>
                <a:gd name="connsiteX195" fmla="*/ 354808 w 448993"/>
                <a:gd name="connsiteY195" fmla="*/ 294442 h 730848"/>
                <a:gd name="connsiteX196" fmla="*/ 330477 w 448993"/>
                <a:gd name="connsiteY196" fmla="*/ 328439 h 730848"/>
                <a:gd name="connsiteX197" fmla="*/ 243068 w 448993"/>
                <a:gd name="connsiteY197" fmla="*/ 438596 h 730848"/>
                <a:gd name="connsiteX198" fmla="*/ 231069 w 448993"/>
                <a:gd name="connsiteY198" fmla="*/ 452595 h 730848"/>
                <a:gd name="connsiteX199" fmla="*/ 230486 w 448993"/>
                <a:gd name="connsiteY199" fmla="*/ 454928 h 730848"/>
                <a:gd name="connsiteX200" fmla="*/ 206654 w 448993"/>
                <a:gd name="connsiteY200" fmla="*/ 485925 h 730848"/>
                <a:gd name="connsiteX201" fmla="*/ 74667 w 448993"/>
                <a:gd name="connsiteY201" fmla="*/ 648660 h 730848"/>
                <a:gd name="connsiteX202" fmla="*/ 44169 w 448993"/>
                <a:gd name="connsiteY202" fmla="*/ 686657 h 730848"/>
                <a:gd name="connsiteX203" fmla="*/ 25254 w 448993"/>
                <a:gd name="connsiteY203" fmla="*/ 705572 h 730848"/>
                <a:gd name="connsiteX204" fmla="*/ 17338 w 448993"/>
                <a:gd name="connsiteY204" fmla="*/ 704822 h 730848"/>
                <a:gd name="connsiteX205" fmla="*/ 28254 w 448993"/>
                <a:gd name="connsiteY205" fmla="*/ 593082 h 730848"/>
                <a:gd name="connsiteX206" fmla="*/ 45336 w 448993"/>
                <a:gd name="connsiteY206" fmla="*/ 450511 h 730848"/>
                <a:gd name="connsiteX207" fmla="*/ 45336 w 448993"/>
                <a:gd name="connsiteY207" fmla="*/ 450511 h 730848"/>
                <a:gd name="connsiteX208" fmla="*/ 91998 w 448993"/>
                <a:gd name="connsiteY208" fmla="*/ 168787 h 730848"/>
                <a:gd name="connsiteX209" fmla="*/ 131411 w 448993"/>
                <a:gd name="connsiteY209" fmla="*/ 224282 h 730848"/>
                <a:gd name="connsiteX210" fmla="*/ 196822 w 448993"/>
                <a:gd name="connsiteY210" fmla="*/ 280444 h 730848"/>
                <a:gd name="connsiteX211" fmla="*/ 330560 w 448993"/>
                <a:gd name="connsiteY211" fmla="*/ 298275 h 730848"/>
                <a:gd name="connsiteX212" fmla="*/ 327644 w 448993"/>
                <a:gd name="connsiteY212" fmla="*/ 300858 h 730848"/>
                <a:gd name="connsiteX213" fmla="*/ 291481 w 448993"/>
                <a:gd name="connsiteY213" fmla="*/ 327773 h 730848"/>
                <a:gd name="connsiteX214" fmla="*/ 208238 w 448993"/>
                <a:gd name="connsiteY214" fmla="*/ 380518 h 730848"/>
                <a:gd name="connsiteX215" fmla="*/ 118829 w 448993"/>
                <a:gd name="connsiteY215" fmla="*/ 424514 h 730848"/>
                <a:gd name="connsiteX216" fmla="*/ 47169 w 448993"/>
                <a:gd name="connsiteY216" fmla="*/ 438846 h 730848"/>
                <a:gd name="connsiteX217" fmla="*/ 57585 w 448993"/>
                <a:gd name="connsiteY217" fmla="*/ 369519 h 730848"/>
                <a:gd name="connsiteX218" fmla="*/ 76000 w 448993"/>
                <a:gd name="connsiteY218" fmla="*/ 259695 h 730848"/>
                <a:gd name="connsiteX219" fmla="*/ 85832 w 448993"/>
                <a:gd name="connsiteY219" fmla="*/ 204117 h 730848"/>
                <a:gd name="connsiteX220" fmla="*/ 91998 w 448993"/>
                <a:gd name="connsiteY220" fmla="*/ 168787 h 730848"/>
                <a:gd name="connsiteX221" fmla="*/ 91998 w 448993"/>
                <a:gd name="connsiteY221" fmla="*/ 168787 h 730848"/>
                <a:gd name="connsiteX222" fmla="*/ 114579 w 448993"/>
                <a:gd name="connsiteY222" fmla="*/ 63130 h 730848"/>
                <a:gd name="connsiteX223" fmla="*/ 130078 w 448993"/>
                <a:gd name="connsiteY223" fmla="*/ 59380 h 730848"/>
                <a:gd name="connsiteX224" fmla="*/ 136327 w 448993"/>
                <a:gd name="connsiteY224" fmla="*/ 59130 h 730848"/>
                <a:gd name="connsiteX225" fmla="*/ 135578 w 448993"/>
                <a:gd name="connsiteY225" fmla="*/ 62546 h 730848"/>
                <a:gd name="connsiteX226" fmla="*/ 118829 w 448993"/>
                <a:gd name="connsiteY226" fmla="*/ 119125 h 730848"/>
                <a:gd name="connsiteX227" fmla="*/ 108080 w 448993"/>
                <a:gd name="connsiteY227" fmla="*/ 166037 h 730848"/>
                <a:gd name="connsiteX228" fmla="*/ 100831 w 448993"/>
                <a:gd name="connsiteY228" fmla="*/ 154622 h 730848"/>
                <a:gd name="connsiteX229" fmla="*/ 103247 w 448993"/>
                <a:gd name="connsiteY229" fmla="*/ 143623 h 730848"/>
                <a:gd name="connsiteX230" fmla="*/ 108664 w 448993"/>
                <a:gd name="connsiteY230" fmla="*/ 100460 h 730848"/>
                <a:gd name="connsiteX231" fmla="*/ 114579 w 448993"/>
                <a:gd name="connsiteY231" fmla="*/ 63130 h 730848"/>
                <a:gd name="connsiteX232" fmla="*/ 114579 w 448993"/>
                <a:gd name="connsiteY232" fmla="*/ 63130 h 730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448993" h="730848">
                  <a:moveTo>
                    <a:pt x="100414" y="74462"/>
                  </a:moveTo>
                  <a:cubicBezTo>
                    <a:pt x="97831" y="90544"/>
                    <a:pt x="95665" y="106792"/>
                    <a:pt x="93081" y="122874"/>
                  </a:cubicBezTo>
                  <a:cubicBezTo>
                    <a:pt x="92081" y="129374"/>
                    <a:pt x="90498" y="136707"/>
                    <a:pt x="90332" y="143872"/>
                  </a:cubicBezTo>
                  <a:cubicBezTo>
                    <a:pt x="87332" y="143373"/>
                    <a:pt x="84166" y="144372"/>
                    <a:pt x="82916" y="147705"/>
                  </a:cubicBezTo>
                  <a:cubicBezTo>
                    <a:pt x="76083" y="165954"/>
                    <a:pt x="74416" y="187452"/>
                    <a:pt x="70750" y="206617"/>
                  </a:cubicBezTo>
                  <a:cubicBezTo>
                    <a:pt x="66501" y="228948"/>
                    <a:pt x="63917" y="251446"/>
                    <a:pt x="59751" y="273694"/>
                  </a:cubicBezTo>
                  <a:cubicBezTo>
                    <a:pt x="51418" y="317940"/>
                    <a:pt x="44836" y="362519"/>
                    <a:pt x="37920" y="407015"/>
                  </a:cubicBezTo>
                  <a:cubicBezTo>
                    <a:pt x="25421" y="487425"/>
                    <a:pt x="14672" y="568001"/>
                    <a:pt x="5089" y="648827"/>
                  </a:cubicBezTo>
                  <a:cubicBezTo>
                    <a:pt x="2756" y="668409"/>
                    <a:pt x="340" y="688824"/>
                    <a:pt x="6" y="708488"/>
                  </a:cubicBezTo>
                  <a:cubicBezTo>
                    <a:pt x="-160" y="718570"/>
                    <a:pt x="2840" y="729403"/>
                    <a:pt x="14588" y="730736"/>
                  </a:cubicBezTo>
                  <a:cubicBezTo>
                    <a:pt x="27338" y="732236"/>
                    <a:pt x="39086" y="718321"/>
                    <a:pt x="47002" y="710405"/>
                  </a:cubicBezTo>
                  <a:cubicBezTo>
                    <a:pt x="59168" y="698239"/>
                    <a:pt x="68250" y="684324"/>
                    <a:pt x="78833" y="670825"/>
                  </a:cubicBezTo>
                  <a:cubicBezTo>
                    <a:pt x="125829" y="610830"/>
                    <a:pt x="173741" y="551586"/>
                    <a:pt x="219237" y="490341"/>
                  </a:cubicBezTo>
                  <a:cubicBezTo>
                    <a:pt x="235736" y="468177"/>
                    <a:pt x="251984" y="445845"/>
                    <a:pt x="268316" y="423597"/>
                  </a:cubicBezTo>
                  <a:cubicBezTo>
                    <a:pt x="270815" y="421264"/>
                    <a:pt x="273232" y="418848"/>
                    <a:pt x="275732" y="416431"/>
                  </a:cubicBezTo>
                  <a:cubicBezTo>
                    <a:pt x="287897" y="404432"/>
                    <a:pt x="298313" y="391183"/>
                    <a:pt x="309479" y="378351"/>
                  </a:cubicBezTo>
                  <a:cubicBezTo>
                    <a:pt x="334476" y="349521"/>
                    <a:pt x="352892" y="316440"/>
                    <a:pt x="379556" y="289193"/>
                  </a:cubicBezTo>
                  <a:cubicBezTo>
                    <a:pt x="381472" y="287276"/>
                    <a:pt x="381889" y="284443"/>
                    <a:pt x="381222" y="281860"/>
                  </a:cubicBezTo>
                  <a:cubicBezTo>
                    <a:pt x="386639" y="278277"/>
                    <a:pt x="391472" y="273361"/>
                    <a:pt x="396387" y="269278"/>
                  </a:cubicBezTo>
                  <a:cubicBezTo>
                    <a:pt x="406970" y="260529"/>
                    <a:pt x="419719" y="252863"/>
                    <a:pt x="429301" y="243030"/>
                  </a:cubicBezTo>
                  <a:cubicBezTo>
                    <a:pt x="438967" y="233114"/>
                    <a:pt x="434217" y="219199"/>
                    <a:pt x="423302" y="213366"/>
                  </a:cubicBezTo>
                  <a:cubicBezTo>
                    <a:pt x="425468" y="210950"/>
                    <a:pt x="427718" y="208617"/>
                    <a:pt x="429968" y="206200"/>
                  </a:cubicBezTo>
                  <a:cubicBezTo>
                    <a:pt x="437967" y="197868"/>
                    <a:pt x="454799" y="184702"/>
                    <a:pt x="446966" y="172287"/>
                  </a:cubicBezTo>
                  <a:cubicBezTo>
                    <a:pt x="442133" y="164704"/>
                    <a:pt x="434384" y="158538"/>
                    <a:pt x="428218" y="151955"/>
                  </a:cubicBezTo>
                  <a:cubicBezTo>
                    <a:pt x="423302" y="146706"/>
                    <a:pt x="417886" y="137790"/>
                    <a:pt x="410886" y="135040"/>
                  </a:cubicBezTo>
                  <a:cubicBezTo>
                    <a:pt x="408137" y="133957"/>
                    <a:pt x="406054" y="134290"/>
                    <a:pt x="403720" y="136206"/>
                  </a:cubicBezTo>
                  <a:cubicBezTo>
                    <a:pt x="397971" y="140956"/>
                    <a:pt x="395137" y="148705"/>
                    <a:pt x="390471" y="154622"/>
                  </a:cubicBezTo>
                  <a:cubicBezTo>
                    <a:pt x="385055" y="150205"/>
                    <a:pt x="378806" y="146289"/>
                    <a:pt x="373473" y="142789"/>
                  </a:cubicBezTo>
                  <a:cubicBezTo>
                    <a:pt x="377389" y="139706"/>
                    <a:pt x="380055" y="135040"/>
                    <a:pt x="383139" y="130957"/>
                  </a:cubicBezTo>
                  <a:cubicBezTo>
                    <a:pt x="387222" y="125708"/>
                    <a:pt x="392721" y="119958"/>
                    <a:pt x="393221" y="112959"/>
                  </a:cubicBezTo>
                  <a:cubicBezTo>
                    <a:pt x="393471" y="108709"/>
                    <a:pt x="391971" y="105376"/>
                    <a:pt x="388638" y="102876"/>
                  </a:cubicBezTo>
                  <a:cubicBezTo>
                    <a:pt x="382222" y="98043"/>
                    <a:pt x="374389" y="94877"/>
                    <a:pt x="367807" y="90044"/>
                  </a:cubicBezTo>
                  <a:cubicBezTo>
                    <a:pt x="360224" y="84378"/>
                    <a:pt x="344059" y="70546"/>
                    <a:pt x="333893" y="75212"/>
                  </a:cubicBezTo>
                  <a:cubicBezTo>
                    <a:pt x="327977" y="77962"/>
                    <a:pt x="326060" y="87294"/>
                    <a:pt x="323644" y="92460"/>
                  </a:cubicBezTo>
                  <a:cubicBezTo>
                    <a:pt x="320645" y="98877"/>
                    <a:pt x="317728" y="107959"/>
                    <a:pt x="312895" y="113459"/>
                  </a:cubicBezTo>
                  <a:cubicBezTo>
                    <a:pt x="306979" y="110542"/>
                    <a:pt x="300896" y="108042"/>
                    <a:pt x="295480" y="103376"/>
                  </a:cubicBezTo>
                  <a:cubicBezTo>
                    <a:pt x="294480" y="102543"/>
                    <a:pt x="293564" y="101793"/>
                    <a:pt x="292647" y="101043"/>
                  </a:cubicBezTo>
                  <a:cubicBezTo>
                    <a:pt x="292647" y="101043"/>
                    <a:pt x="292647" y="100960"/>
                    <a:pt x="292730" y="100960"/>
                  </a:cubicBezTo>
                  <a:cubicBezTo>
                    <a:pt x="293730" y="96627"/>
                    <a:pt x="300063" y="90627"/>
                    <a:pt x="302229" y="86461"/>
                  </a:cubicBezTo>
                  <a:cubicBezTo>
                    <a:pt x="304396" y="82211"/>
                    <a:pt x="309728" y="76129"/>
                    <a:pt x="310062" y="71129"/>
                  </a:cubicBezTo>
                  <a:cubicBezTo>
                    <a:pt x="310395" y="66546"/>
                    <a:pt x="307562" y="64296"/>
                    <a:pt x="304062" y="62213"/>
                  </a:cubicBezTo>
                  <a:cubicBezTo>
                    <a:pt x="297147" y="58047"/>
                    <a:pt x="290230" y="54464"/>
                    <a:pt x="283648" y="49798"/>
                  </a:cubicBezTo>
                  <a:cubicBezTo>
                    <a:pt x="276315" y="44715"/>
                    <a:pt x="265982" y="37632"/>
                    <a:pt x="259983" y="48048"/>
                  </a:cubicBezTo>
                  <a:cubicBezTo>
                    <a:pt x="256317" y="54381"/>
                    <a:pt x="254734" y="62213"/>
                    <a:pt x="251484" y="68879"/>
                  </a:cubicBezTo>
                  <a:cubicBezTo>
                    <a:pt x="247734" y="76545"/>
                    <a:pt x="243901" y="84128"/>
                    <a:pt x="239818" y="91627"/>
                  </a:cubicBezTo>
                  <a:cubicBezTo>
                    <a:pt x="237069" y="88711"/>
                    <a:pt x="233735" y="84711"/>
                    <a:pt x="230069" y="81378"/>
                  </a:cubicBezTo>
                  <a:cubicBezTo>
                    <a:pt x="233235" y="73879"/>
                    <a:pt x="236318" y="66296"/>
                    <a:pt x="239818" y="58963"/>
                  </a:cubicBezTo>
                  <a:cubicBezTo>
                    <a:pt x="243151" y="51964"/>
                    <a:pt x="248568" y="44631"/>
                    <a:pt x="248817" y="36632"/>
                  </a:cubicBezTo>
                  <a:cubicBezTo>
                    <a:pt x="249234" y="23717"/>
                    <a:pt x="230569" y="18800"/>
                    <a:pt x="221236" y="13551"/>
                  </a:cubicBezTo>
                  <a:cubicBezTo>
                    <a:pt x="214071" y="9551"/>
                    <a:pt x="195656" y="-6364"/>
                    <a:pt x="186823" y="2802"/>
                  </a:cubicBezTo>
                  <a:cubicBezTo>
                    <a:pt x="183823" y="5885"/>
                    <a:pt x="184073" y="10968"/>
                    <a:pt x="183074" y="14967"/>
                  </a:cubicBezTo>
                  <a:cubicBezTo>
                    <a:pt x="181490" y="21800"/>
                    <a:pt x="179324" y="28883"/>
                    <a:pt x="176990" y="35715"/>
                  </a:cubicBezTo>
                  <a:cubicBezTo>
                    <a:pt x="170991" y="33299"/>
                    <a:pt x="165575" y="30049"/>
                    <a:pt x="159325" y="27466"/>
                  </a:cubicBezTo>
                  <a:cubicBezTo>
                    <a:pt x="155993" y="26050"/>
                    <a:pt x="153576" y="25133"/>
                    <a:pt x="150076" y="26550"/>
                  </a:cubicBezTo>
                  <a:cubicBezTo>
                    <a:pt x="142827" y="29549"/>
                    <a:pt x="139994" y="41548"/>
                    <a:pt x="138161" y="51548"/>
                  </a:cubicBezTo>
                  <a:cubicBezTo>
                    <a:pt x="129578" y="47881"/>
                    <a:pt x="117829" y="42132"/>
                    <a:pt x="109913" y="47714"/>
                  </a:cubicBezTo>
                  <a:cubicBezTo>
                    <a:pt x="101831" y="53131"/>
                    <a:pt x="101664" y="66546"/>
                    <a:pt x="100414" y="74462"/>
                  </a:cubicBezTo>
                  <a:lnTo>
                    <a:pt x="100414" y="74462"/>
                  </a:lnTo>
                  <a:close/>
                  <a:moveTo>
                    <a:pt x="175407" y="48214"/>
                  </a:moveTo>
                  <a:cubicBezTo>
                    <a:pt x="177074" y="50464"/>
                    <a:pt x="179907" y="51548"/>
                    <a:pt x="182323" y="49714"/>
                  </a:cubicBezTo>
                  <a:cubicBezTo>
                    <a:pt x="182657" y="49798"/>
                    <a:pt x="182907" y="49881"/>
                    <a:pt x="183240" y="49964"/>
                  </a:cubicBezTo>
                  <a:cubicBezTo>
                    <a:pt x="187490" y="51298"/>
                    <a:pt x="186073" y="48214"/>
                    <a:pt x="187073" y="52131"/>
                  </a:cubicBezTo>
                  <a:cubicBezTo>
                    <a:pt x="187490" y="53881"/>
                    <a:pt x="185323" y="59213"/>
                    <a:pt x="184906" y="61130"/>
                  </a:cubicBezTo>
                  <a:cubicBezTo>
                    <a:pt x="183490" y="67713"/>
                    <a:pt x="181823" y="74212"/>
                    <a:pt x="179907" y="80712"/>
                  </a:cubicBezTo>
                  <a:cubicBezTo>
                    <a:pt x="175574" y="95044"/>
                    <a:pt x="170824" y="109042"/>
                    <a:pt x="165658" y="123124"/>
                  </a:cubicBezTo>
                  <a:cubicBezTo>
                    <a:pt x="155076" y="151872"/>
                    <a:pt x="149326" y="182036"/>
                    <a:pt x="140077" y="211116"/>
                  </a:cubicBezTo>
                  <a:cubicBezTo>
                    <a:pt x="139994" y="211200"/>
                    <a:pt x="139994" y="211283"/>
                    <a:pt x="139911" y="211450"/>
                  </a:cubicBezTo>
                  <a:lnTo>
                    <a:pt x="139827" y="211366"/>
                  </a:lnTo>
                  <a:cubicBezTo>
                    <a:pt x="130828" y="201117"/>
                    <a:pt x="123495" y="190202"/>
                    <a:pt x="116413" y="179119"/>
                  </a:cubicBezTo>
                  <a:cubicBezTo>
                    <a:pt x="124912" y="146622"/>
                    <a:pt x="129578" y="113292"/>
                    <a:pt x="141411" y="81711"/>
                  </a:cubicBezTo>
                  <a:cubicBezTo>
                    <a:pt x="145660" y="70296"/>
                    <a:pt x="147160" y="54297"/>
                    <a:pt x="153243" y="43965"/>
                  </a:cubicBezTo>
                  <a:cubicBezTo>
                    <a:pt x="156242" y="38799"/>
                    <a:pt x="152826" y="39965"/>
                    <a:pt x="159159" y="41882"/>
                  </a:cubicBezTo>
                  <a:cubicBezTo>
                    <a:pt x="162326" y="42798"/>
                    <a:pt x="165242" y="45048"/>
                    <a:pt x="168325" y="46298"/>
                  </a:cubicBezTo>
                  <a:cubicBezTo>
                    <a:pt x="170575" y="47214"/>
                    <a:pt x="172991" y="47714"/>
                    <a:pt x="175407" y="48214"/>
                  </a:cubicBezTo>
                  <a:lnTo>
                    <a:pt x="175407" y="48214"/>
                  </a:lnTo>
                  <a:close/>
                  <a:moveTo>
                    <a:pt x="227153" y="58130"/>
                  </a:moveTo>
                  <a:cubicBezTo>
                    <a:pt x="224570" y="63713"/>
                    <a:pt x="222487" y="70129"/>
                    <a:pt x="222487" y="76379"/>
                  </a:cubicBezTo>
                  <a:cubicBezTo>
                    <a:pt x="219570" y="75045"/>
                    <a:pt x="216654" y="74629"/>
                    <a:pt x="213737" y="75795"/>
                  </a:cubicBezTo>
                  <a:cubicBezTo>
                    <a:pt x="202988" y="80295"/>
                    <a:pt x="198156" y="102043"/>
                    <a:pt x="193822" y="111542"/>
                  </a:cubicBezTo>
                  <a:cubicBezTo>
                    <a:pt x="182823" y="135873"/>
                    <a:pt x="169825" y="158621"/>
                    <a:pt x="156742" y="181453"/>
                  </a:cubicBezTo>
                  <a:cubicBezTo>
                    <a:pt x="166492" y="154538"/>
                    <a:pt x="176741" y="127791"/>
                    <a:pt x="185906" y="100710"/>
                  </a:cubicBezTo>
                  <a:cubicBezTo>
                    <a:pt x="191156" y="85294"/>
                    <a:pt x="197989" y="67379"/>
                    <a:pt x="199489" y="51131"/>
                  </a:cubicBezTo>
                  <a:cubicBezTo>
                    <a:pt x="200322" y="42298"/>
                    <a:pt x="195739" y="40382"/>
                    <a:pt x="188740" y="39049"/>
                  </a:cubicBezTo>
                  <a:cubicBezTo>
                    <a:pt x="191656" y="31716"/>
                    <a:pt x="193406" y="23300"/>
                    <a:pt x="194822" y="16301"/>
                  </a:cubicBezTo>
                  <a:cubicBezTo>
                    <a:pt x="194906" y="15801"/>
                    <a:pt x="195073" y="13468"/>
                    <a:pt x="195322" y="11801"/>
                  </a:cubicBezTo>
                  <a:cubicBezTo>
                    <a:pt x="195906" y="12884"/>
                    <a:pt x="197739" y="13968"/>
                    <a:pt x="198156" y="14218"/>
                  </a:cubicBezTo>
                  <a:cubicBezTo>
                    <a:pt x="204322" y="18300"/>
                    <a:pt x="211404" y="21217"/>
                    <a:pt x="217987" y="24467"/>
                  </a:cubicBezTo>
                  <a:cubicBezTo>
                    <a:pt x="221487" y="26216"/>
                    <a:pt x="237485" y="31799"/>
                    <a:pt x="238485" y="35216"/>
                  </a:cubicBezTo>
                  <a:cubicBezTo>
                    <a:pt x="240152" y="40632"/>
                    <a:pt x="229319" y="53547"/>
                    <a:pt x="227153" y="58130"/>
                  </a:cubicBezTo>
                  <a:lnTo>
                    <a:pt x="227153" y="58130"/>
                  </a:lnTo>
                  <a:close/>
                  <a:moveTo>
                    <a:pt x="239235" y="106959"/>
                  </a:moveTo>
                  <a:cubicBezTo>
                    <a:pt x="241318" y="108626"/>
                    <a:pt x="250400" y="113209"/>
                    <a:pt x="250900" y="114958"/>
                  </a:cubicBezTo>
                  <a:cubicBezTo>
                    <a:pt x="251984" y="118625"/>
                    <a:pt x="239402" y="129540"/>
                    <a:pt x="236652" y="132957"/>
                  </a:cubicBezTo>
                  <a:cubicBezTo>
                    <a:pt x="228319" y="143456"/>
                    <a:pt x="220320" y="154372"/>
                    <a:pt x="213071" y="165704"/>
                  </a:cubicBezTo>
                  <a:cubicBezTo>
                    <a:pt x="204155" y="179702"/>
                    <a:pt x="195822" y="194118"/>
                    <a:pt x="187323" y="208367"/>
                  </a:cubicBezTo>
                  <a:cubicBezTo>
                    <a:pt x="185490" y="211450"/>
                    <a:pt x="172741" y="234531"/>
                    <a:pt x="170158" y="241780"/>
                  </a:cubicBezTo>
                  <a:cubicBezTo>
                    <a:pt x="162326" y="234948"/>
                    <a:pt x="154826" y="227698"/>
                    <a:pt x="147826" y="220282"/>
                  </a:cubicBezTo>
                  <a:cubicBezTo>
                    <a:pt x="162575" y="192035"/>
                    <a:pt x="179824" y="165537"/>
                    <a:pt x="193573" y="136707"/>
                  </a:cubicBezTo>
                  <a:cubicBezTo>
                    <a:pt x="200155" y="122874"/>
                    <a:pt x="206154" y="108542"/>
                    <a:pt x="213487" y="95127"/>
                  </a:cubicBezTo>
                  <a:cubicBezTo>
                    <a:pt x="218237" y="86461"/>
                    <a:pt x="219237" y="88627"/>
                    <a:pt x="226236" y="95127"/>
                  </a:cubicBezTo>
                  <a:cubicBezTo>
                    <a:pt x="230652" y="98877"/>
                    <a:pt x="234569" y="103209"/>
                    <a:pt x="239235" y="106959"/>
                  </a:cubicBezTo>
                  <a:lnTo>
                    <a:pt x="239235" y="106959"/>
                  </a:lnTo>
                  <a:close/>
                  <a:moveTo>
                    <a:pt x="253567" y="149622"/>
                  </a:moveTo>
                  <a:cubicBezTo>
                    <a:pt x="244318" y="171287"/>
                    <a:pt x="235236" y="193201"/>
                    <a:pt x="224736" y="214199"/>
                  </a:cubicBezTo>
                  <a:cubicBezTo>
                    <a:pt x="219153" y="225449"/>
                    <a:pt x="213987" y="236698"/>
                    <a:pt x="208571" y="248030"/>
                  </a:cubicBezTo>
                  <a:cubicBezTo>
                    <a:pt x="206821" y="251613"/>
                    <a:pt x="204405" y="259279"/>
                    <a:pt x="201572" y="264695"/>
                  </a:cubicBezTo>
                  <a:cubicBezTo>
                    <a:pt x="192572" y="259279"/>
                    <a:pt x="183823" y="252863"/>
                    <a:pt x="175407" y="246030"/>
                  </a:cubicBezTo>
                  <a:cubicBezTo>
                    <a:pt x="200405" y="217866"/>
                    <a:pt x="216404" y="182119"/>
                    <a:pt x="238568" y="151872"/>
                  </a:cubicBezTo>
                  <a:cubicBezTo>
                    <a:pt x="243985" y="144539"/>
                    <a:pt x="249567" y="137456"/>
                    <a:pt x="255234" y="130374"/>
                  </a:cubicBezTo>
                  <a:cubicBezTo>
                    <a:pt x="258317" y="126457"/>
                    <a:pt x="262983" y="121374"/>
                    <a:pt x="263483" y="116208"/>
                  </a:cubicBezTo>
                  <a:cubicBezTo>
                    <a:pt x="264233" y="107376"/>
                    <a:pt x="256067" y="103293"/>
                    <a:pt x="248734" y="98960"/>
                  </a:cubicBezTo>
                  <a:cubicBezTo>
                    <a:pt x="254567" y="87878"/>
                    <a:pt x="260316" y="76545"/>
                    <a:pt x="264566" y="64796"/>
                  </a:cubicBezTo>
                  <a:cubicBezTo>
                    <a:pt x="265482" y="62296"/>
                    <a:pt x="265899" y="59463"/>
                    <a:pt x="266983" y="57047"/>
                  </a:cubicBezTo>
                  <a:cubicBezTo>
                    <a:pt x="269816" y="50381"/>
                    <a:pt x="267399" y="53381"/>
                    <a:pt x="271232" y="54381"/>
                  </a:cubicBezTo>
                  <a:cubicBezTo>
                    <a:pt x="275065" y="55380"/>
                    <a:pt x="279815" y="60713"/>
                    <a:pt x="283231" y="63046"/>
                  </a:cubicBezTo>
                  <a:cubicBezTo>
                    <a:pt x="284648" y="64046"/>
                    <a:pt x="296396" y="69963"/>
                    <a:pt x="298396" y="71962"/>
                  </a:cubicBezTo>
                  <a:cubicBezTo>
                    <a:pt x="297063" y="71046"/>
                    <a:pt x="293397" y="80545"/>
                    <a:pt x="292897" y="81711"/>
                  </a:cubicBezTo>
                  <a:cubicBezTo>
                    <a:pt x="290980" y="86628"/>
                    <a:pt x="287481" y="92460"/>
                    <a:pt x="287481" y="98127"/>
                  </a:cubicBezTo>
                  <a:cubicBezTo>
                    <a:pt x="283065" y="96210"/>
                    <a:pt x="278898" y="96793"/>
                    <a:pt x="274315" y="102710"/>
                  </a:cubicBezTo>
                  <a:cubicBezTo>
                    <a:pt x="264233" y="115458"/>
                    <a:pt x="259900" y="134957"/>
                    <a:pt x="253567" y="149622"/>
                  </a:cubicBezTo>
                  <a:lnTo>
                    <a:pt x="253567" y="149622"/>
                  </a:lnTo>
                  <a:close/>
                  <a:moveTo>
                    <a:pt x="282731" y="187285"/>
                  </a:moveTo>
                  <a:cubicBezTo>
                    <a:pt x="275482" y="205367"/>
                    <a:pt x="268399" y="223032"/>
                    <a:pt x="259567" y="240364"/>
                  </a:cubicBezTo>
                  <a:cubicBezTo>
                    <a:pt x="255900" y="247613"/>
                    <a:pt x="252567" y="255029"/>
                    <a:pt x="249567" y="262528"/>
                  </a:cubicBezTo>
                  <a:cubicBezTo>
                    <a:pt x="247234" y="268445"/>
                    <a:pt x="246151" y="275527"/>
                    <a:pt x="243485" y="281527"/>
                  </a:cubicBezTo>
                  <a:cubicBezTo>
                    <a:pt x="232569" y="279110"/>
                    <a:pt x="221820" y="275444"/>
                    <a:pt x="211404" y="270194"/>
                  </a:cubicBezTo>
                  <a:cubicBezTo>
                    <a:pt x="216404" y="262362"/>
                    <a:pt x="219737" y="252029"/>
                    <a:pt x="222653" y="245280"/>
                  </a:cubicBezTo>
                  <a:cubicBezTo>
                    <a:pt x="230819" y="226615"/>
                    <a:pt x="240068" y="208533"/>
                    <a:pt x="248317" y="189952"/>
                  </a:cubicBezTo>
                  <a:cubicBezTo>
                    <a:pt x="256067" y="172537"/>
                    <a:pt x="263650" y="155038"/>
                    <a:pt x="271066" y="137456"/>
                  </a:cubicBezTo>
                  <a:cubicBezTo>
                    <a:pt x="273732" y="130957"/>
                    <a:pt x="276315" y="124458"/>
                    <a:pt x="279065" y="118041"/>
                  </a:cubicBezTo>
                  <a:cubicBezTo>
                    <a:pt x="282231" y="110626"/>
                    <a:pt x="283481" y="108626"/>
                    <a:pt x="290230" y="113875"/>
                  </a:cubicBezTo>
                  <a:cubicBezTo>
                    <a:pt x="295064" y="117708"/>
                    <a:pt x="299646" y="120958"/>
                    <a:pt x="305146" y="123708"/>
                  </a:cubicBezTo>
                  <a:cubicBezTo>
                    <a:pt x="301729" y="122041"/>
                    <a:pt x="312312" y="127874"/>
                    <a:pt x="313395" y="126291"/>
                  </a:cubicBezTo>
                  <a:cubicBezTo>
                    <a:pt x="312895" y="128707"/>
                    <a:pt x="308646" y="134040"/>
                    <a:pt x="307729" y="135623"/>
                  </a:cubicBezTo>
                  <a:cubicBezTo>
                    <a:pt x="298563" y="152538"/>
                    <a:pt x="289897" y="169454"/>
                    <a:pt x="282731" y="187285"/>
                  </a:cubicBezTo>
                  <a:lnTo>
                    <a:pt x="282731" y="187285"/>
                  </a:lnTo>
                  <a:close/>
                  <a:moveTo>
                    <a:pt x="367390" y="130540"/>
                  </a:moveTo>
                  <a:cubicBezTo>
                    <a:pt x="366307" y="132873"/>
                    <a:pt x="365473" y="135040"/>
                    <a:pt x="365140" y="137290"/>
                  </a:cubicBezTo>
                  <a:cubicBezTo>
                    <a:pt x="358724" y="132540"/>
                    <a:pt x="353141" y="129124"/>
                    <a:pt x="345892" y="136040"/>
                  </a:cubicBezTo>
                  <a:cubicBezTo>
                    <a:pt x="332393" y="148955"/>
                    <a:pt x="322728" y="167954"/>
                    <a:pt x="313228" y="183786"/>
                  </a:cubicBezTo>
                  <a:cubicBezTo>
                    <a:pt x="300979" y="204284"/>
                    <a:pt x="286648" y="223282"/>
                    <a:pt x="272399" y="242364"/>
                  </a:cubicBezTo>
                  <a:cubicBezTo>
                    <a:pt x="273482" y="240364"/>
                    <a:pt x="274565" y="238364"/>
                    <a:pt x="275565" y="236364"/>
                  </a:cubicBezTo>
                  <a:cubicBezTo>
                    <a:pt x="285648" y="216699"/>
                    <a:pt x="291814" y="195118"/>
                    <a:pt x="300896" y="175120"/>
                  </a:cubicBezTo>
                  <a:cubicBezTo>
                    <a:pt x="305729" y="164537"/>
                    <a:pt x="311145" y="154205"/>
                    <a:pt x="316561" y="143872"/>
                  </a:cubicBezTo>
                  <a:cubicBezTo>
                    <a:pt x="319061" y="139040"/>
                    <a:pt x="325311" y="131374"/>
                    <a:pt x="325227" y="125624"/>
                  </a:cubicBezTo>
                  <a:cubicBezTo>
                    <a:pt x="325144" y="122375"/>
                    <a:pt x="324228" y="120874"/>
                    <a:pt x="322561" y="119625"/>
                  </a:cubicBezTo>
                  <a:cubicBezTo>
                    <a:pt x="322728" y="119291"/>
                    <a:pt x="322977" y="119041"/>
                    <a:pt x="323144" y="118791"/>
                  </a:cubicBezTo>
                  <a:cubicBezTo>
                    <a:pt x="327144" y="112375"/>
                    <a:pt x="329894" y="104793"/>
                    <a:pt x="332893" y="97877"/>
                  </a:cubicBezTo>
                  <a:cubicBezTo>
                    <a:pt x="336476" y="89544"/>
                    <a:pt x="337060" y="82878"/>
                    <a:pt x="346892" y="88377"/>
                  </a:cubicBezTo>
                  <a:cubicBezTo>
                    <a:pt x="354725" y="92794"/>
                    <a:pt x="361391" y="97960"/>
                    <a:pt x="368474" y="103376"/>
                  </a:cubicBezTo>
                  <a:cubicBezTo>
                    <a:pt x="370890" y="105209"/>
                    <a:pt x="379806" y="108709"/>
                    <a:pt x="380472" y="111042"/>
                  </a:cubicBezTo>
                  <a:cubicBezTo>
                    <a:pt x="381222" y="113292"/>
                    <a:pt x="368973" y="127124"/>
                    <a:pt x="367390" y="130540"/>
                  </a:cubicBezTo>
                  <a:lnTo>
                    <a:pt x="367390" y="130540"/>
                  </a:lnTo>
                  <a:close/>
                  <a:moveTo>
                    <a:pt x="355891" y="214199"/>
                  </a:moveTo>
                  <a:cubicBezTo>
                    <a:pt x="344559" y="226282"/>
                    <a:pt x="334310" y="239447"/>
                    <a:pt x="324144" y="252529"/>
                  </a:cubicBezTo>
                  <a:cubicBezTo>
                    <a:pt x="318811" y="259362"/>
                    <a:pt x="313228" y="265945"/>
                    <a:pt x="307895" y="272861"/>
                  </a:cubicBezTo>
                  <a:cubicBezTo>
                    <a:pt x="307645" y="273111"/>
                    <a:pt x="302813" y="280027"/>
                    <a:pt x="299396" y="285443"/>
                  </a:cubicBezTo>
                  <a:cubicBezTo>
                    <a:pt x="284981" y="286193"/>
                    <a:pt x="270566" y="285943"/>
                    <a:pt x="256484" y="284027"/>
                  </a:cubicBezTo>
                  <a:cubicBezTo>
                    <a:pt x="272732" y="259529"/>
                    <a:pt x="291730" y="236948"/>
                    <a:pt x="307479" y="212283"/>
                  </a:cubicBezTo>
                  <a:cubicBezTo>
                    <a:pt x="317061" y="197284"/>
                    <a:pt x="325061" y="181286"/>
                    <a:pt x="335060" y="166537"/>
                  </a:cubicBezTo>
                  <a:cubicBezTo>
                    <a:pt x="339143" y="160538"/>
                    <a:pt x="345309" y="150205"/>
                    <a:pt x="351142" y="145456"/>
                  </a:cubicBezTo>
                  <a:cubicBezTo>
                    <a:pt x="354558" y="142623"/>
                    <a:pt x="351558" y="142123"/>
                    <a:pt x="356724" y="146122"/>
                  </a:cubicBezTo>
                  <a:cubicBezTo>
                    <a:pt x="364973" y="152538"/>
                    <a:pt x="380139" y="159621"/>
                    <a:pt x="385888" y="168704"/>
                  </a:cubicBezTo>
                  <a:cubicBezTo>
                    <a:pt x="393971" y="181203"/>
                    <a:pt x="363974" y="205617"/>
                    <a:pt x="355891" y="214199"/>
                  </a:cubicBezTo>
                  <a:lnTo>
                    <a:pt x="355891" y="214199"/>
                  </a:lnTo>
                  <a:close/>
                  <a:moveTo>
                    <a:pt x="433134" y="183536"/>
                  </a:moveTo>
                  <a:cubicBezTo>
                    <a:pt x="429801" y="190202"/>
                    <a:pt x="422635" y="196534"/>
                    <a:pt x="417469" y="201784"/>
                  </a:cubicBezTo>
                  <a:cubicBezTo>
                    <a:pt x="403137" y="216449"/>
                    <a:pt x="391554" y="233031"/>
                    <a:pt x="377806" y="248113"/>
                  </a:cubicBezTo>
                  <a:cubicBezTo>
                    <a:pt x="370723" y="255862"/>
                    <a:pt x="362974" y="262862"/>
                    <a:pt x="355558" y="270278"/>
                  </a:cubicBezTo>
                  <a:cubicBezTo>
                    <a:pt x="352475" y="273361"/>
                    <a:pt x="349892" y="276860"/>
                    <a:pt x="347308" y="280277"/>
                  </a:cubicBezTo>
                  <a:cubicBezTo>
                    <a:pt x="335393" y="282027"/>
                    <a:pt x="323311" y="283610"/>
                    <a:pt x="311312" y="284610"/>
                  </a:cubicBezTo>
                  <a:cubicBezTo>
                    <a:pt x="324561" y="271528"/>
                    <a:pt x="336226" y="256696"/>
                    <a:pt x="348225" y="242697"/>
                  </a:cubicBezTo>
                  <a:cubicBezTo>
                    <a:pt x="361974" y="226782"/>
                    <a:pt x="376972" y="212116"/>
                    <a:pt x="390221" y="195785"/>
                  </a:cubicBezTo>
                  <a:cubicBezTo>
                    <a:pt x="397387" y="186952"/>
                    <a:pt x="406303" y="176703"/>
                    <a:pt x="399637" y="165120"/>
                  </a:cubicBezTo>
                  <a:cubicBezTo>
                    <a:pt x="399221" y="164371"/>
                    <a:pt x="398637" y="163621"/>
                    <a:pt x="398138" y="162954"/>
                  </a:cubicBezTo>
                  <a:cubicBezTo>
                    <a:pt x="401637" y="158621"/>
                    <a:pt x="405887" y="147955"/>
                    <a:pt x="409303" y="147539"/>
                  </a:cubicBezTo>
                  <a:cubicBezTo>
                    <a:pt x="407387" y="147789"/>
                    <a:pt x="418219" y="159538"/>
                    <a:pt x="419552" y="160954"/>
                  </a:cubicBezTo>
                  <a:cubicBezTo>
                    <a:pt x="423302" y="164954"/>
                    <a:pt x="427635" y="168537"/>
                    <a:pt x="431134" y="172870"/>
                  </a:cubicBezTo>
                  <a:cubicBezTo>
                    <a:pt x="436217" y="179119"/>
                    <a:pt x="436217" y="177369"/>
                    <a:pt x="433134" y="183536"/>
                  </a:cubicBezTo>
                  <a:lnTo>
                    <a:pt x="433134" y="183536"/>
                  </a:lnTo>
                  <a:close/>
                  <a:moveTo>
                    <a:pt x="400054" y="252279"/>
                  </a:moveTo>
                  <a:cubicBezTo>
                    <a:pt x="391888" y="259279"/>
                    <a:pt x="379889" y="267195"/>
                    <a:pt x="372640" y="276444"/>
                  </a:cubicBezTo>
                  <a:cubicBezTo>
                    <a:pt x="368890" y="276944"/>
                    <a:pt x="365140" y="277527"/>
                    <a:pt x="361391" y="278110"/>
                  </a:cubicBezTo>
                  <a:cubicBezTo>
                    <a:pt x="368223" y="272028"/>
                    <a:pt x="375139" y="266028"/>
                    <a:pt x="381639" y="259529"/>
                  </a:cubicBezTo>
                  <a:cubicBezTo>
                    <a:pt x="393471" y="247863"/>
                    <a:pt x="404137" y="234948"/>
                    <a:pt x="415136" y="222366"/>
                  </a:cubicBezTo>
                  <a:cubicBezTo>
                    <a:pt x="422302" y="227782"/>
                    <a:pt x="425635" y="231115"/>
                    <a:pt x="416219" y="239697"/>
                  </a:cubicBezTo>
                  <a:cubicBezTo>
                    <a:pt x="411303" y="244280"/>
                    <a:pt x="405220" y="247780"/>
                    <a:pt x="400054" y="252279"/>
                  </a:cubicBezTo>
                  <a:lnTo>
                    <a:pt x="400054" y="252279"/>
                  </a:lnTo>
                  <a:close/>
                  <a:moveTo>
                    <a:pt x="45336" y="450511"/>
                  </a:moveTo>
                  <a:cubicBezTo>
                    <a:pt x="57335" y="448595"/>
                    <a:pt x="69167" y="447095"/>
                    <a:pt x="81083" y="444512"/>
                  </a:cubicBezTo>
                  <a:cubicBezTo>
                    <a:pt x="94748" y="441512"/>
                    <a:pt x="108330" y="438096"/>
                    <a:pt x="121912" y="434846"/>
                  </a:cubicBezTo>
                  <a:cubicBezTo>
                    <a:pt x="151826" y="427764"/>
                    <a:pt x="178991" y="411765"/>
                    <a:pt x="205488" y="396683"/>
                  </a:cubicBezTo>
                  <a:cubicBezTo>
                    <a:pt x="236318" y="379101"/>
                    <a:pt x="264566" y="358936"/>
                    <a:pt x="293147" y="338022"/>
                  </a:cubicBezTo>
                  <a:cubicBezTo>
                    <a:pt x="303813" y="330106"/>
                    <a:pt x="314312" y="322856"/>
                    <a:pt x="324144" y="313774"/>
                  </a:cubicBezTo>
                  <a:cubicBezTo>
                    <a:pt x="330143" y="308191"/>
                    <a:pt x="335727" y="302192"/>
                    <a:pt x="341476" y="296442"/>
                  </a:cubicBezTo>
                  <a:cubicBezTo>
                    <a:pt x="345892" y="295776"/>
                    <a:pt x="350391" y="295109"/>
                    <a:pt x="354808" y="294442"/>
                  </a:cubicBezTo>
                  <a:cubicBezTo>
                    <a:pt x="346225" y="305358"/>
                    <a:pt x="338310" y="316857"/>
                    <a:pt x="330477" y="328439"/>
                  </a:cubicBezTo>
                  <a:cubicBezTo>
                    <a:pt x="300813" y="364769"/>
                    <a:pt x="271815" y="401516"/>
                    <a:pt x="243068" y="438596"/>
                  </a:cubicBezTo>
                  <a:cubicBezTo>
                    <a:pt x="238985" y="443096"/>
                    <a:pt x="234985" y="447762"/>
                    <a:pt x="231069" y="452595"/>
                  </a:cubicBezTo>
                  <a:cubicBezTo>
                    <a:pt x="230486" y="453345"/>
                    <a:pt x="230319" y="454178"/>
                    <a:pt x="230486" y="454928"/>
                  </a:cubicBezTo>
                  <a:cubicBezTo>
                    <a:pt x="222487" y="465260"/>
                    <a:pt x="214570" y="475593"/>
                    <a:pt x="206654" y="485925"/>
                  </a:cubicBezTo>
                  <a:cubicBezTo>
                    <a:pt x="164242" y="541170"/>
                    <a:pt x="120663" y="596332"/>
                    <a:pt x="74667" y="648660"/>
                  </a:cubicBezTo>
                  <a:cubicBezTo>
                    <a:pt x="63917" y="660909"/>
                    <a:pt x="54835" y="674491"/>
                    <a:pt x="44169" y="686657"/>
                  </a:cubicBezTo>
                  <a:cubicBezTo>
                    <a:pt x="38420" y="693240"/>
                    <a:pt x="31920" y="699822"/>
                    <a:pt x="25254" y="705572"/>
                  </a:cubicBezTo>
                  <a:cubicBezTo>
                    <a:pt x="19005" y="710988"/>
                    <a:pt x="16922" y="714738"/>
                    <a:pt x="17338" y="704822"/>
                  </a:cubicBezTo>
                  <a:cubicBezTo>
                    <a:pt x="19005" y="667409"/>
                    <a:pt x="24504" y="630329"/>
                    <a:pt x="28254" y="593082"/>
                  </a:cubicBezTo>
                  <a:cubicBezTo>
                    <a:pt x="33170" y="545503"/>
                    <a:pt x="38837" y="497924"/>
                    <a:pt x="45336" y="450511"/>
                  </a:cubicBezTo>
                  <a:lnTo>
                    <a:pt x="45336" y="450511"/>
                  </a:lnTo>
                  <a:close/>
                  <a:moveTo>
                    <a:pt x="91998" y="168787"/>
                  </a:moveTo>
                  <a:cubicBezTo>
                    <a:pt x="104247" y="187952"/>
                    <a:pt x="115996" y="206617"/>
                    <a:pt x="131411" y="224282"/>
                  </a:cubicBezTo>
                  <a:cubicBezTo>
                    <a:pt x="149993" y="245530"/>
                    <a:pt x="172408" y="265945"/>
                    <a:pt x="196822" y="280444"/>
                  </a:cubicBezTo>
                  <a:cubicBezTo>
                    <a:pt x="238819" y="305275"/>
                    <a:pt x="284814" y="304275"/>
                    <a:pt x="330560" y="298275"/>
                  </a:cubicBezTo>
                  <a:cubicBezTo>
                    <a:pt x="329643" y="299109"/>
                    <a:pt x="328644" y="299942"/>
                    <a:pt x="327644" y="300858"/>
                  </a:cubicBezTo>
                  <a:cubicBezTo>
                    <a:pt x="316145" y="310858"/>
                    <a:pt x="304313" y="319773"/>
                    <a:pt x="291481" y="327773"/>
                  </a:cubicBezTo>
                  <a:cubicBezTo>
                    <a:pt x="263566" y="345271"/>
                    <a:pt x="237152" y="364519"/>
                    <a:pt x="208238" y="380518"/>
                  </a:cubicBezTo>
                  <a:cubicBezTo>
                    <a:pt x="179657" y="396350"/>
                    <a:pt x="150409" y="415015"/>
                    <a:pt x="118829" y="424514"/>
                  </a:cubicBezTo>
                  <a:cubicBezTo>
                    <a:pt x="94915" y="431763"/>
                    <a:pt x="71417" y="435429"/>
                    <a:pt x="47169" y="438846"/>
                  </a:cubicBezTo>
                  <a:cubicBezTo>
                    <a:pt x="50418" y="415681"/>
                    <a:pt x="53919" y="392517"/>
                    <a:pt x="57585" y="369519"/>
                  </a:cubicBezTo>
                  <a:cubicBezTo>
                    <a:pt x="63501" y="332772"/>
                    <a:pt x="69667" y="296359"/>
                    <a:pt x="76000" y="259695"/>
                  </a:cubicBezTo>
                  <a:cubicBezTo>
                    <a:pt x="79166" y="241114"/>
                    <a:pt x="82083" y="222532"/>
                    <a:pt x="85832" y="204117"/>
                  </a:cubicBezTo>
                  <a:cubicBezTo>
                    <a:pt x="88082" y="192868"/>
                    <a:pt x="89415" y="180453"/>
                    <a:pt x="91998" y="168787"/>
                  </a:cubicBezTo>
                  <a:lnTo>
                    <a:pt x="91998" y="168787"/>
                  </a:lnTo>
                  <a:close/>
                  <a:moveTo>
                    <a:pt x="114579" y="63130"/>
                  </a:moveTo>
                  <a:cubicBezTo>
                    <a:pt x="118829" y="55714"/>
                    <a:pt x="122662" y="58797"/>
                    <a:pt x="130078" y="59380"/>
                  </a:cubicBezTo>
                  <a:cubicBezTo>
                    <a:pt x="132578" y="59547"/>
                    <a:pt x="134494" y="59463"/>
                    <a:pt x="136327" y="59130"/>
                  </a:cubicBezTo>
                  <a:cubicBezTo>
                    <a:pt x="136078" y="60380"/>
                    <a:pt x="135827" y="61547"/>
                    <a:pt x="135578" y="62546"/>
                  </a:cubicBezTo>
                  <a:cubicBezTo>
                    <a:pt x="130328" y="81545"/>
                    <a:pt x="123662" y="99960"/>
                    <a:pt x="118829" y="119125"/>
                  </a:cubicBezTo>
                  <a:cubicBezTo>
                    <a:pt x="114913" y="134707"/>
                    <a:pt x="111747" y="150455"/>
                    <a:pt x="108080" y="166037"/>
                  </a:cubicBezTo>
                  <a:cubicBezTo>
                    <a:pt x="105664" y="162204"/>
                    <a:pt x="103247" y="158455"/>
                    <a:pt x="100831" y="154622"/>
                  </a:cubicBezTo>
                  <a:cubicBezTo>
                    <a:pt x="102747" y="151455"/>
                    <a:pt x="102831" y="147872"/>
                    <a:pt x="103247" y="143623"/>
                  </a:cubicBezTo>
                  <a:cubicBezTo>
                    <a:pt x="104747" y="129124"/>
                    <a:pt x="106830" y="114875"/>
                    <a:pt x="108664" y="100460"/>
                  </a:cubicBezTo>
                  <a:cubicBezTo>
                    <a:pt x="109997" y="89711"/>
                    <a:pt x="109246" y="72379"/>
                    <a:pt x="114579" y="63130"/>
                  </a:cubicBezTo>
                  <a:lnTo>
                    <a:pt x="114579" y="63130"/>
                  </a:lnTo>
                  <a:close/>
                </a:path>
              </a:pathLst>
            </a:custGeom>
            <a:grpFill/>
            <a:ln w="8332" cap="flat">
              <a:noFill/>
              <a:prstDash val="solid"/>
              <a:miter/>
            </a:ln>
          </p:spPr>
          <p:txBody>
            <a:bodyPr rtlCol="0" anchor="ctr"/>
            <a:lstStyle/>
            <a:p>
              <a:endParaRPr lang="en-US"/>
            </a:p>
          </p:txBody>
        </p:sp>
        <p:sp>
          <p:nvSpPr>
            <p:cNvPr id="1738" name="Freeform: Shape 1737"/>
            <p:cNvSpPr/>
            <p:nvPr/>
          </p:nvSpPr>
          <p:spPr>
            <a:xfrm>
              <a:off x="4675254" y="2995866"/>
              <a:ext cx="582040" cy="333081"/>
            </a:xfrm>
            <a:custGeom>
              <a:avLst/>
              <a:gdLst>
                <a:gd name="connsiteX0" fmla="*/ 14095 w 582040"/>
                <a:gd name="connsiteY0" fmla="*/ 273850 h 333081"/>
                <a:gd name="connsiteX1" fmla="*/ 22011 w 582040"/>
                <a:gd name="connsiteY1" fmla="*/ 295348 h 333081"/>
                <a:gd name="connsiteX2" fmla="*/ 133251 w 582040"/>
                <a:gd name="connsiteY2" fmla="*/ 333011 h 333081"/>
                <a:gd name="connsiteX3" fmla="*/ 210827 w 582040"/>
                <a:gd name="connsiteY3" fmla="*/ 326428 h 333081"/>
                <a:gd name="connsiteX4" fmla="*/ 252657 w 582040"/>
                <a:gd name="connsiteY4" fmla="*/ 322762 h 333081"/>
                <a:gd name="connsiteX5" fmla="*/ 276488 w 582040"/>
                <a:gd name="connsiteY5" fmla="*/ 319762 h 333081"/>
                <a:gd name="connsiteX6" fmla="*/ 286571 w 582040"/>
                <a:gd name="connsiteY6" fmla="*/ 300347 h 333081"/>
                <a:gd name="connsiteX7" fmla="*/ 319901 w 582040"/>
                <a:gd name="connsiteY7" fmla="*/ 277016 h 333081"/>
                <a:gd name="connsiteX8" fmla="*/ 356898 w 582040"/>
                <a:gd name="connsiteY8" fmla="*/ 289098 h 333081"/>
                <a:gd name="connsiteX9" fmla="*/ 386395 w 582040"/>
                <a:gd name="connsiteY9" fmla="*/ 292265 h 333081"/>
                <a:gd name="connsiteX10" fmla="*/ 528465 w 582040"/>
                <a:gd name="connsiteY10" fmla="*/ 255768 h 333081"/>
                <a:gd name="connsiteX11" fmla="*/ 579877 w 582040"/>
                <a:gd name="connsiteY11" fmla="*/ 233020 h 333081"/>
                <a:gd name="connsiteX12" fmla="*/ 580460 w 582040"/>
                <a:gd name="connsiteY12" fmla="*/ 202689 h 333081"/>
                <a:gd name="connsiteX13" fmla="*/ 575711 w 582040"/>
                <a:gd name="connsiteY13" fmla="*/ 166443 h 333081"/>
                <a:gd name="connsiteX14" fmla="*/ 569878 w 582040"/>
                <a:gd name="connsiteY14" fmla="*/ 124780 h 333081"/>
                <a:gd name="connsiteX15" fmla="*/ 568379 w 582040"/>
                <a:gd name="connsiteY15" fmla="*/ 100282 h 333081"/>
                <a:gd name="connsiteX16" fmla="*/ 557379 w 582040"/>
                <a:gd name="connsiteY16" fmla="*/ 90866 h 333081"/>
                <a:gd name="connsiteX17" fmla="*/ 549713 w 582040"/>
                <a:gd name="connsiteY17" fmla="*/ 89116 h 333081"/>
                <a:gd name="connsiteX18" fmla="*/ 536631 w 582040"/>
                <a:gd name="connsiteY18" fmla="*/ 85366 h 333081"/>
                <a:gd name="connsiteX19" fmla="*/ 504717 w 582040"/>
                <a:gd name="connsiteY19" fmla="*/ 77117 h 333081"/>
                <a:gd name="connsiteX20" fmla="*/ 432891 w 582040"/>
                <a:gd name="connsiteY20" fmla="*/ 59702 h 333081"/>
                <a:gd name="connsiteX21" fmla="*/ 400810 w 582040"/>
                <a:gd name="connsiteY21" fmla="*/ 51036 h 333081"/>
                <a:gd name="connsiteX22" fmla="*/ 378395 w 582040"/>
                <a:gd name="connsiteY22" fmla="*/ 47453 h 333081"/>
                <a:gd name="connsiteX23" fmla="*/ 353231 w 582040"/>
                <a:gd name="connsiteY23" fmla="*/ 56702 h 333081"/>
                <a:gd name="connsiteX24" fmla="*/ 315151 w 582040"/>
                <a:gd name="connsiteY24" fmla="*/ 58202 h 333081"/>
                <a:gd name="connsiteX25" fmla="*/ 296236 w 582040"/>
                <a:gd name="connsiteY25" fmla="*/ 41787 h 333081"/>
                <a:gd name="connsiteX26" fmla="*/ 287737 w 582040"/>
                <a:gd name="connsiteY26" fmla="*/ 23622 h 333081"/>
                <a:gd name="connsiteX27" fmla="*/ 264489 w 582040"/>
                <a:gd name="connsiteY27" fmla="*/ 15706 h 333081"/>
                <a:gd name="connsiteX28" fmla="*/ 238575 w 582040"/>
                <a:gd name="connsiteY28" fmla="*/ 11456 h 333081"/>
                <a:gd name="connsiteX29" fmla="*/ 170831 w 582040"/>
                <a:gd name="connsiteY29" fmla="*/ 4207 h 333081"/>
                <a:gd name="connsiteX30" fmla="*/ 137001 w 582040"/>
                <a:gd name="connsiteY30" fmla="*/ 457 h 333081"/>
                <a:gd name="connsiteX31" fmla="*/ 119919 w 582040"/>
                <a:gd name="connsiteY31" fmla="*/ 3457 h 333081"/>
                <a:gd name="connsiteX32" fmla="*/ 64090 w 582040"/>
                <a:gd name="connsiteY32" fmla="*/ 39537 h 333081"/>
                <a:gd name="connsiteX33" fmla="*/ 22677 w 582040"/>
                <a:gd name="connsiteY33" fmla="*/ 107031 h 333081"/>
                <a:gd name="connsiteX34" fmla="*/ 14095 w 582040"/>
                <a:gd name="connsiteY34" fmla="*/ 273850 h 333081"/>
                <a:gd name="connsiteX35" fmla="*/ 14095 w 582040"/>
                <a:gd name="connsiteY35" fmla="*/ 273850 h 333081"/>
                <a:gd name="connsiteX36" fmla="*/ 539631 w 582040"/>
                <a:gd name="connsiteY36" fmla="*/ 99032 h 333081"/>
                <a:gd name="connsiteX37" fmla="*/ 510550 w 582040"/>
                <a:gd name="connsiteY37" fmla="*/ 101948 h 333081"/>
                <a:gd name="connsiteX38" fmla="*/ 467554 w 582040"/>
                <a:gd name="connsiteY38" fmla="*/ 109614 h 333081"/>
                <a:gd name="connsiteX39" fmla="*/ 375646 w 582040"/>
                <a:gd name="connsiteY39" fmla="*/ 120697 h 333081"/>
                <a:gd name="connsiteX40" fmla="*/ 196329 w 582040"/>
                <a:gd name="connsiteY40" fmla="*/ 140362 h 333081"/>
                <a:gd name="connsiteX41" fmla="*/ 46675 w 582040"/>
                <a:gd name="connsiteY41" fmla="*/ 182274 h 333081"/>
                <a:gd name="connsiteX42" fmla="*/ 16178 w 582040"/>
                <a:gd name="connsiteY42" fmla="*/ 227270 h 333081"/>
                <a:gd name="connsiteX43" fmla="*/ 15095 w 582040"/>
                <a:gd name="connsiteY43" fmla="*/ 201439 h 333081"/>
                <a:gd name="connsiteX44" fmla="*/ 30844 w 582040"/>
                <a:gd name="connsiteY44" fmla="*/ 123113 h 333081"/>
                <a:gd name="connsiteX45" fmla="*/ 63007 w 582040"/>
                <a:gd name="connsiteY45" fmla="*/ 59452 h 333081"/>
                <a:gd name="connsiteX46" fmla="*/ 91588 w 582040"/>
                <a:gd name="connsiteY46" fmla="*/ 27455 h 333081"/>
                <a:gd name="connsiteX47" fmla="*/ 119585 w 582040"/>
                <a:gd name="connsiteY47" fmla="*/ 8873 h 333081"/>
                <a:gd name="connsiteX48" fmla="*/ 123335 w 582040"/>
                <a:gd name="connsiteY48" fmla="*/ 9290 h 333081"/>
                <a:gd name="connsiteX49" fmla="*/ 163331 w 582040"/>
                <a:gd name="connsiteY49" fmla="*/ 14789 h 333081"/>
                <a:gd name="connsiteX50" fmla="*/ 193412 w 582040"/>
                <a:gd name="connsiteY50" fmla="*/ 19706 h 333081"/>
                <a:gd name="connsiteX51" fmla="*/ 252573 w 582040"/>
                <a:gd name="connsiteY51" fmla="*/ 30038 h 333081"/>
                <a:gd name="connsiteX52" fmla="*/ 273905 w 582040"/>
                <a:gd name="connsiteY52" fmla="*/ 36538 h 333081"/>
                <a:gd name="connsiteX53" fmla="*/ 282654 w 582040"/>
                <a:gd name="connsiteY53" fmla="*/ 60036 h 333081"/>
                <a:gd name="connsiteX54" fmla="*/ 318234 w 582040"/>
                <a:gd name="connsiteY54" fmla="*/ 78867 h 333081"/>
                <a:gd name="connsiteX55" fmla="*/ 367230 w 582040"/>
                <a:gd name="connsiteY55" fmla="*/ 71201 h 333081"/>
                <a:gd name="connsiteX56" fmla="*/ 381895 w 582040"/>
                <a:gd name="connsiteY56" fmla="*/ 62952 h 333081"/>
                <a:gd name="connsiteX57" fmla="*/ 398894 w 582040"/>
                <a:gd name="connsiteY57" fmla="*/ 65285 h 333081"/>
                <a:gd name="connsiteX58" fmla="*/ 428891 w 582040"/>
                <a:gd name="connsiteY58" fmla="*/ 72618 h 333081"/>
                <a:gd name="connsiteX59" fmla="*/ 489302 w 582040"/>
                <a:gd name="connsiteY59" fmla="*/ 87283 h 333081"/>
                <a:gd name="connsiteX60" fmla="*/ 523549 w 582040"/>
                <a:gd name="connsiteY60" fmla="*/ 95366 h 333081"/>
                <a:gd name="connsiteX61" fmla="*/ 539631 w 582040"/>
                <a:gd name="connsiteY61" fmla="*/ 99032 h 333081"/>
                <a:gd name="connsiteX62" fmla="*/ 539631 w 582040"/>
                <a:gd name="connsiteY62" fmla="*/ 99032 h 333081"/>
                <a:gd name="connsiteX63" fmla="*/ 28427 w 582040"/>
                <a:gd name="connsiteY63" fmla="*/ 276516 h 333081"/>
                <a:gd name="connsiteX64" fmla="*/ 28094 w 582040"/>
                <a:gd name="connsiteY64" fmla="*/ 273766 h 333081"/>
                <a:gd name="connsiteX65" fmla="*/ 27677 w 582040"/>
                <a:gd name="connsiteY65" fmla="*/ 272600 h 333081"/>
                <a:gd name="connsiteX66" fmla="*/ 33927 w 582040"/>
                <a:gd name="connsiteY66" fmla="*/ 223187 h 333081"/>
                <a:gd name="connsiteX67" fmla="*/ 94088 w 582040"/>
                <a:gd name="connsiteY67" fmla="*/ 177275 h 333081"/>
                <a:gd name="connsiteX68" fmla="*/ 159415 w 582040"/>
                <a:gd name="connsiteY68" fmla="*/ 161443 h 333081"/>
                <a:gd name="connsiteX69" fmla="*/ 297903 w 582040"/>
                <a:gd name="connsiteY69" fmla="*/ 139445 h 333081"/>
                <a:gd name="connsiteX70" fmla="*/ 438890 w 582040"/>
                <a:gd name="connsiteY70" fmla="*/ 122197 h 333081"/>
                <a:gd name="connsiteX71" fmla="*/ 510217 w 582040"/>
                <a:gd name="connsiteY71" fmla="*/ 110448 h 333081"/>
                <a:gd name="connsiteX72" fmla="*/ 542631 w 582040"/>
                <a:gd name="connsiteY72" fmla="*/ 106948 h 333081"/>
                <a:gd name="connsiteX73" fmla="*/ 554046 w 582040"/>
                <a:gd name="connsiteY73" fmla="*/ 105781 h 333081"/>
                <a:gd name="connsiteX74" fmla="*/ 553797 w 582040"/>
                <a:gd name="connsiteY74" fmla="*/ 113781 h 333081"/>
                <a:gd name="connsiteX75" fmla="*/ 555046 w 582040"/>
                <a:gd name="connsiteY75" fmla="*/ 129612 h 333081"/>
                <a:gd name="connsiteX76" fmla="*/ 563462 w 582040"/>
                <a:gd name="connsiteY76" fmla="*/ 201273 h 333081"/>
                <a:gd name="connsiteX77" fmla="*/ 563129 w 582040"/>
                <a:gd name="connsiteY77" fmla="*/ 228187 h 333081"/>
                <a:gd name="connsiteX78" fmla="*/ 545714 w 582040"/>
                <a:gd name="connsiteY78" fmla="*/ 235603 h 333081"/>
                <a:gd name="connsiteX79" fmla="*/ 508467 w 582040"/>
                <a:gd name="connsiteY79" fmla="*/ 244019 h 333081"/>
                <a:gd name="connsiteX80" fmla="*/ 435474 w 582040"/>
                <a:gd name="connsiteY80" fmla="*/ 266434 h 333081"/>
                <a:gd name="connsiteX81" fmla="*/ 372979 w 582040"/>
                <a:gd name="connsiteY81" fmla="*/ 278432 h 333081"/>
                <a:gd name="connsiteX82" fmla="*/ 318067 w 582040"/>
                <a:gd name="connsiteY82" fmla="*/ 261851 h 333081"/>
                <a:gd name="connsiteX83" fmla="*/ 275405 w 582040"/>
                <a:gd name="connsiteY83" fmla="*/ 285348 h 333081"/>
                <a:gd name="connsiteX84" fmla="*/ 271322 w 582040"/>
                <a:gd name="connsiteY84" fmla="*/ 295764 h 333081"/>
                <a:gd name="connsiteX85" fmla="*/ 264322 w 582040"/>
                <a:gd name="connsiteY85" fmla="*/ 306013 h 333081"/>
                <a:gd name="connsiteX86" fmla="*/ 234325 w 582040"/>
                <a:gd name="connsiteY86" fmla="*/ 308846 h 333081"/>
                <a:gd name="connsiteX87" fmla="*/ 101253 w 582040"/>
                <a:gd name="connsiteY87" fmla="*/ 320345 h 333081"/>
                <a:gd name="connsiteX88" fmla="*/ 35093 w 582040"/>
                <a:gd name="connsiteY88" fmla="*/ 293098 h 333081"/>
                <a:gd name="connsiteX89" fmla="*/ 28427 w 582040"/>
                <a:gd name="connsiteY89" fmla="*/ 276516 h 333081"/>
                <a:gd name="connsiteX90" fmla="*/ 28427 w 582040"/>
                <a:gd name="connsiteY90" fmla="*/ 276516 h 333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582040" h="333081">
                  <a:moveTo>
                    <a:pt x="14095" y="273850"/>
                  </a:moveTo>
                  <a:cubicBezTo>
                    <a:pt x="15678" y="281515"/>
                    <a:pt x="18261" y="288765"/>
                    <a:pt x="22011" y="295348"/>
                  </a:cubicBezTo>
                  <a:cubicBezTo>
                    <a:pt x="42842" y="332344"/>
                    <a:pt x="96171" y="333511"/>
                    <a:pt x="133251" y="333011"/>
                  </a:cubicBezTo>
                  <a:cubicBezTo>
                    <a:pt x="159415" y="332678"/>
                    <a:pt x="184913" y="329428"/>
                    <a:pt x="210827" y="326428"/>
                  </a:cubicBezTo>
                  <a:cubicBezTo>
                    <a:pt x="224742" y="324762"/>
                    <a:pt x="238741" y="323845"/>
                    <a:pt x="252657" y="322762"/>
                  </a:cubicBezTo>
                  <a:cubicBezTo>
                    <a:pt x="259739" y="322179"/>
                    <a:pt x="269988" y="323262"/>
                    <a:pt x="276488" y="319762"/>
                  </a:cubicBezTo>
                  <a:cubicBezTo>
                    <a:pt x="284321" y="315596"/>
                    <a:pt x="283821" y="308013"/>
                    <a:pt x="286571" y="300347"/>
                  </a:cubicBezTo>
                  <a:cubicBezTo>
                    <a:pt x="291903" y="285182"/>
                    <a:pt x="303569" y="276183"/>
                    <a:pt x="319901" y="277016"/>
                  </a:cubicBezTo>
                  <a:cubicBezTo>
                    <a:pt x="333566" y="277683"/>
                    <a:pt x="344399" y="284848"/>
                    <a:pt x="356898" y="289098"/>
                  </a:cubicBezTo>
                  <a:cubicBezTo>
                    <a:pt x="366396" y="292265"/>
                    <a:pt x="376479" y="293264"/>
                    <a:pt x="386395" y="292265"/>
                  </a:cubicBezTo>
                  <a:cubicBezTo>
                    <a:pt x="434890" y="287348"/>
                    <a:pt x="481053" y="265767"/>
                    <a:pt x="528465" y="255768"/>
                  </a:cubicBezTo>
                  <a:cubicBezTo>
                    <a:pt x="545630" y="252101"/>
                    <a:pt x="572211" y="252685"/>
                    <a:pt x="579877" y="233020"/>
                  </a:cubicBezTo>
                  <a:cubicBezTo>
                    <a:pt x="583543" y="223604"/>
                    <a:pt x="581710" y="212438"/>
                    <a:pt x="580460" y="202689"/>
                  </a:cubicBezTo>
                  <a:cubicBezTo>
                    <a:pt x="578961" y="190607"/>
                    <a:pt x="577711" y="178441"/>
                    <a:pt x="575711" y="166443"/>
                  </a:cubicBezTo>
                  <a:cubicBezTo>
                    <a:pt x="573461" y="152527"/>
                    <a:pt x="571295" y="138862"/>
                    <a:pt x="569878" y="124780"/>
                  </a:cubicBezTo>
                  <a:cubicBezTo>
                    <a:pt x="569128" y="117363"/>
                    <a:pt x="570295" y="107448"/>
                    <a:pt x="568379" y="100282"/>
                  </a:cubicBezTo>
                  <a:cubicBezTo>
                    <a:pt x="566795" y="94449"/>
                    <a:pt x="562795" y="92199"/>
                    <a:pt x="557379" y="90866"/>
                  </a:cubicBezTo>
                  <a:cubicBezTo>
                    <a:pt x="554796" y="90199"/>
                    <a:pt x="552213" y="89700"/>
                    <a:pt x="549713" y="89116"/>
                  </a:cubicBezTo>
                  <a:cubicBezTo>
                    <a:pt x="545464" y="87616"/>
                    <a:pt x="540964" y="86700"/>
                    <a:pt x="536631" y="85366"/>
                  </a:cubicBezTo>
                  <a:cubicBezTo>
                    <a:pt x="526132" y="82200"/>
                    <a:pt x="515383" y="79700"/>
                    <a:pt x="504717" y="77117"/>
                  </a:cubicBezTo>
                  <a:cubicBezTo>
                    <a:pt x="480720" y="71534"/>
                    <a:pt x="456805" y="65702"/>
                    <a:pt x="432891" y="59702"/>
                  </a:cubicBezTo>
                  <a:cubicBezTo>
                    <a:pt x="422141" y="56952"/>
                    <a:pt x="411392" y="54536"/>
                    <a:pt x="400810" y="51036"/>
                  </a:cubicBezTo>
                  <a:cubicBezTo>
                    <a:pt x="393561" y="48620"/>
                    <a:pt x="386145" y="46120"/>
                    <a:pt x="378395" y="47453"/>
                  </a:cubicBezTo>
                  <a:cubicBezTo>
                    <a:pt x="369563" y="48953"/>
                    <a:pt x="361814" y="54369"/>
                    <a:pt x="353231" y="56702"/>
                  </a:cubicBezTo>
                  <a:cubicBezTo>
                    <a:pt x="340482" y="60119"/>
                    <a:pt x="328067" y="61619"/>
                    <a:pt x="315151" y="58202"/>
                  </a:cubicBezTo>
                  <a:cubicBezTo>
                    <a:pt x="303485" y="55119"/>
                    <a:pt x="300402" y="52203"/>
                    <a:pt x="296236" y="41787"/>
                  </a:cubicBezTo>
                  <a:cubicBezTo>
                    <a:pt x="293903" y="35871"/>
                    <a:pt x="292153" y="28372"/>
                    <a:pt x="287737" y="23622"/>
                  </a:cubicBezTo>
                  <a:cubicBezTo>
                    <a:pt x="281987" y="17539"/>
                    <a:pt x="272071" y="17123"/>
                    <a:pt x="264489" y="15706"/>
                  </a:cubicBezTo>
                  <a:cubicBezTo>
                    <a:pt x="255823" y="14040"/>
                    <a:pt x="247324" y="12290"/>
                    <a:pt x="238575" y="11456"/>
                  </a:cubicBezTo>
                  <a:cubicBezTo>
                    <a:pt x="215993" y="9290"/>
                    <a:pt x="193329" y="6957"/>
                    <a:pt x="170831" y="4207"/>
                  </a:cubicBezTo>
                  <a:cubicBezTo>
                    <a:pt x="159582" y="2874"/>
                    <a:pt x="148333" y="1291"/>
                    <a:pt x="137001" y="457"/>
                  </a:cubicBezTo>
                  <a:cubicBezTo>
                    <a:pt x="129918" y="-43"/>
                    <a:pt x="125251" y="-1042"/>
                    <a:pt x="119919" y="3457"/>
                  </a:cubicBezTo>
                  <a:cubicBezTo>
                    <a:pt x="97004" y="3707"/>
                    <a:pt x="79339" y="23289"/>
                    <a:pt x="64090" y="39537"/>
                  </a:cubicBezTo>
                  <a:cubicBezTo>
                    <a:pt x="46175" y="58619"/>
                    <a:pt x="32093" y="82783"/>
                    <a:pt x="22677" y="107031"/>
                  </a:cubicBezTo>
                  <a:cubicBezTo>
                    <a:pt x="3096" y="156860"/>
                    <a:pt x="-12403" y="223771"/>
                    <a:pt x="14095" y="273850"/>
                  </a:cubicBezTo>
                  <a:lnTo>
                    <a:pt x="14095" y="273850"/>
                  </a:lnTo>
                  <a:close/>
                  <a:moveTo>
                    <a:pt x="539631" y="99032"/>
                  </a:moveTo>
                  <a:cubicBezTo>
                    <a:pt x="530048" y="100865"/>
                    <a:pt x="518049" y="100448"/>
                    <a:pt x="510550" y="101948"/>
                  </a:cubicBezTo>
                  <a:cubicBezTo>
                    <a:pt x="496302" y="104781"/>
                    <a:pt x="481969" y="107365"/>
                    <a:pt x="467554" y="109614"/>
                  </a:cubicBezTo>
                  <a:cubicBezTo>
                    <a:pt x="437140" y="114280"/>
                    <a:pt x="406310" y="117530"/>
                    <a:pt x="375646" y="120697"/>
                  </a:cubicBezTo>
                  <a:cubicBezTo>
                    <a:pt x="315735" y="126946"/>
                    <a:pt x="255990" y="131529"/>
                    <a:pt x="196329" y="140362"/>
                  </a:cubicBezTo>
                  <a:cubicBezTo>
                    <a:pt x="145000" y="147944"/>
                    <a:pt x="91005" y="152360"/>
                    <a:pt x="46675" y="182274"/>
                  </a:cubicBezTo>
                  <a:cubicBezTo>
                    <a:pt x="31843" y="192274"/>
                    <a:pt x="21428" y="208855"/>
                    <a:pt x="16178" y="227270"/>
                  </a:cubicBezTo>
                  <a:cubicBezTo>
                    <a:pt x="15178" y="218938"/>
                    <a:pt x="14762" y="210355"/>
                    <a:pt x="15095" y="201439"/>
                  </a:cubicBezTo>
                  <a:cubicBezTo>
                    <a:pt x="16095" y="175192"/>
                    <a:pt x="22511" y="147861"/>
                    <a:pt x="30844" y="123113"/>
                  </a:cubicBezTo>
                  <a:cubicBezTo>
                    <a:pt x="38426" y="100615"/>
                    <a:pt x="49175" y="78700"/>
                    <a:pt x="63007" y="59452"/>
                  </a:cubicBezTo>
                  <a:cubicBezTo>
                    <a:pt x="71340" y="47870"/>
                    <a:pt x="81256" y="37371"/>
                    <a:pt x="91588" y="27455"/>
                  </a:cubicBezTo>
                  <a:cubicBezTo>
                    <a:pt x="98337" y="20956"/>
                    <a:pt x="108920" y="12873"/>
                    <a:pt x="119585" y="8873"/>
                  </a:cubicBezTo>
                  <a:cubicBezTo>
                    <a:pt x="120585" y="9873"/>
                    <a:pt x="122002" y="10290"/>
                    <a:pt x="123335" y="9290"/>
                  </a:cubicBezTo>
                  <a:cubicBezTo>
                    <a:pt x="131001" y="3707"/>
                    <a:pt x="154249" y="13040"/>
                    <a:pt x="163331" y="14789"/>
                  </a:cubicBezTo>
                  <a:cubicBezTo>
                    <a:pt x="173331" y="16789"/>
                    <a:pt x="183413" y="17956"/>
                    <a:pt x="193412" y="19706"/>
                  </a:cubicBezTo>
                  <a:cubicBezTo>
                    <a:pt x="212994" y="23039"/>
                    <a:pt x="233242" y="25205"/>
                    <a:pt x="252573" y="30038"/>
                  </a:cubicBezTo>
                  <a:cubicBezTo>
                    <a:pt x="258156" y="31455"/>
                    <a:pt x="269572" y="32205"/>
                    <a:pt x="273905" y="36538"/>
                  </a:cubicBezTo>
                  <a:cubicBezTo>
                    <a:pt x="279154" y="41620"/>
                    <a:pt x="279321" y="53786"/>
                    <a:pt x="282654" y="60036"/>
                  </a:cubicBezTo>
                  <a:cubicBezTo>
                    <a:pt x="289154" y="72284"/>
                    <a:pt x="305819" y="76534"/>
                    <a:pt x="318234" y="78867"/>
                  </a:cubicBezTo>
                  <a:cubicBezTo>
                    <a:pt x="333983" y="81867"/>
                    <a:pt x="352981" y="78700"/>
                    <a:pt x="367230" y="71201"/>
                  </a:cubicBezTo>
                  <a:cubicBezTo>
                    <a:pt x="371980" y="68701"/>
                    <a:pt x="376646" y="64202"/>
                    <a:pt x="381895" y="62952"/>
                  </a:cubicBezTo>
                  <a:cubicBezTo>
                    <a:pt x="387645" y="61619"/>
                    <a:pt x="393394" y="63868"/>
                    <a:pt x="398894" y="65285"/>
                  </a:cubicBezTo>
                  <a:cubicBezTo>
                    <a:pt x="408893" y="67785"/>
                    <a:pt x="418892" y="70118"/>
                    <a:pt x="428891" y="72618"/>
                  </a:cubicBezTo>
                  <a:cubicBezTo>
                    <a:pt x="448973" y="77617"/>
                    <a:pt x="469137" y="82700"/>
                    <a:pt x="489302" y="87283"/>
                  </a:cubicBezTo>
                  <a:cubicBezTo>
                    <a:pt x="500718" y="89866"/>
                    <a:pt x="512217" y="92366"/>
                    <a:pt x="523549" y="95366"/>
                  </a:cubicBezTo>
                  <a:cubicBezTo>
                    <a:pt x="528465" y="96365"/>
                    <a:pt x="534215" y="97449"/>
                    <a:pt x="539631" y="99032"/>
                  </a:cubicBezTo>
                  <a:lnTo>
                    <a:pt x="539631" y="99032"/>
                  </a:lnTo>
                  <a:close/>
                  <a:moveTo>
                    <a:pt x="28427" y="276516"/>
                  </a:moveTo>
                  <a:cubicBezTo>
                    <a:pt x="28594" y="275683"/>
                    <a:pt x="28510" y="274766"/>
                    <a:pt x="28094" y="273766"/>
                  </a:cubicBezTo>
                  <a:cubicBezTo>
                    <a:pt x="27927" y="273349"/>
                    <a:pt x="27843" y="273016"/>
                    <a:pt x="27677" y="272600"/>
                  </a:cubicBezTo>
                  <a:cubicBezTo>
                    <a:pt x="25177" y="256018"/>
                    <a:pt x="28510" y="237603"/>
                    <a:pt x="33927" y="223187"/>
                  </a:cubicBezTo>
                  <a:cubicBezTo>
                    <a:pt x="43342" y="197856"/>
                    <a:pt x="70257" y="185857"/>
                    <a:pt x="94088" y="177275"/>
                  </a:cubicBezTo>
                  <a:cubicBezTo>
                    <a:pt x="115169" y="169692"/>
                    <a:pt x="137334" y="164943"/>
                    <a:pt x="159415" y="161443"/>
                  </a:cubicBezTo>
                  <a:cubicBezTo>
                    <a:pt x="205494" y="154027"/>
                    <a:pt x="251657" y="145944"/>
                    <a:pt x="297903" y="139445"/>
                  </a:cubicBezTo>
                  <a:cubicBezTo>
                    <a:pt x="344648" y="132946"/>
                    <a:pt x="391977" y="128029"/>
                    <a:pt x="438890" y="122197"/>
                  </a:cubicBezTo>
                  <a:cubicBezTo>
                    <a:pt x="462888" y="119197"/>
                    <a:pt x="486469" y="114780"/>
                    <a:pt x="510217" y="110448"/>
                  </a:cubicBezTo>
                  <a:cubicBezTo>
                    <a:pt x="520966" y="108531"/>
                    <a:pt x="531715" y="107198"/>
                    <a:pt x="542631" y="106948"/>
                  </a:cubicBezTo>
                  <a:cubicBezTo>
                    <a:pt x="546880" y="106865"/>
                    <a:pt x="550380" y="106865"/>
                    <a:pt x="554046" y="105781"/>
                  </a:cubicBezTo>
                  <a:cubicBezTo>
                    <a:pt x="554046" y="109031"/>
                    <a:pt x="553797" y="113031"/>
                    <a:pt x="553797" y="113781"/>
                  </a:cubicBezTo>
                  <a:cubicBezTo>
                    <a:pt x="554130" y="119030"/>
                    <a:pt x="554630" y="124363"/>
                    <a:pt x="555046" y="129612"/>
                  </a:cubicBezTo>
                  <a:cubicBezTo>
                    <a:pt x="557046" y="153610"/>
                    <a:pt x="560796" y="177442"/>
                    <a:pt x="563462" y="201273"/>
                  </a:cubicBezTo>
                  <a:cubicBezTo>
                    <a:pt x="564212" y="207855"/>
                    <a:pt x="567295" y="222104"/>
                    <a:pt x="563129" y="228187"/>
                  </a:cubicBezTo>
                  <a:cubicBezTo>
                    <a:pt x="559463" y="233603"/>
                    <a:pt x="551380" y="234270"/>
                    <a:pt x="545714" y="235603"/>
                  </a:cubicBezTo>
                  <a:cubicBezTo>
                    <a:pt x="533215" y="238436"/>
                    <a:pt x="520799" y="240602"/>
                    <a:pt x="508467" y="244019"/>
                  </a:cubicBezTo>
                  <a:cubicBezTo>
                    <a:pt x="483969" y="250935"/>
                    <a:pt x="459972" y="259601"/>
                    <a:pt x="435474" y="266434"/>
                  </a:cubicBezTo>
                  <a:cubicBezTo>
                    <a:pt x="415975" y="271933"/>
                    <a:pt x="393644" y="280766"/>
                    <a:pt x="372979" y="278432"/>
                  </a:cubicBezTo>
                  <a:cubicBezTo>
                    <a:pt x="353648" y="276183"/>
                    <a:pt x="338149" y="262684"/>
                    <a:pt x="318067" y="261851"/>
                  </a:cubicBezTo>
                  <a:cubicBezTo>
                    <a:pt x="300902" y="261101"/>
                    <a:pt x="283987" y="270183"/>
                    <a:pt x="275405" y="285348"/>
                  </a:cubicBezTo>
                  <a:cubicBezTo>
                    <a:pt x="273572" y="288515"/>
                    <a:pt x="272405" y="292265"/>
                    <a:pt x="271322" y="295764"/>
                  </a:cubicBezTo>
                  <a:cubicBezTo>
                    <a:pt x="269072" y="302763"/>
                    <a:pt x="270572" y="302847"/>
                    <a:pt x="264322" y="306013"/>
                  </a:cubicBezTo>
                  <a:cubicBezTo>
                    <a:pt x="257073" y="309680"/>
                    <a:pt x="242658" y="308013"/>
                    <a:pt x="234325" y="308846"/>
                  </a:cubicBezTo>
                  <a:cubicBezTo>
                    <a:pt x="190162" y="313346"/>
                    <a:pt x="145917" y="323678"/>
                    <a:pt x="101253" y="320345"/>
                  </a:cubicBezTo>
                  <a:cubicBezTo>
                    <a:pt x="78589" y="318679"/>
                    <a:pt x="48258" y="313846"/>
                    <a:pt x="35093" y="293098"/>
                  </a:cubicBezTo>
                  <a:cubicBezTo>
                    <a:pt x="31843" y="288098"/>
                    <a:pt x="29760" y="282515"/>
                    <a:pt x="28427" y="276516"/>
                  </a:cubicBezTo>
                  <a:lnTo>
                    <a:pt x="28427" y="276516"/>
                  </a:lnTo>
                  <a:close/>
                </a:path>
              </a:pathLst>
            </a:custGeom>
            <a:grpFill/>
            <a:ln w="8332" cap="flat">
              <a:noFill/>
              <a:prstDash val="solid"/>
              <a:miter/>
            </a:ln>
          </p:spPr>
          <p:txBody>
            <a:bodyPr rtlCol="0" anchor="ctr"/>
            <a:lstStyle/>
            <a:p>
              <a:endParaRPr lang="en-US"/>
            </a:p>
          </p:txBody>
        </p:sp>
        <p:sp>
          <p:nvSpPr>
            <p:cNvPr id="1739" name="Freeform: Shape 1738"/>
            <p:cNvSpPr/>
            <p:nvPr/>
          </p:nvSpPr>
          <p:spPr>
            <a:xfrm>
              <a:off x="4816692" y="3180210"/>
              <a:ext cx="110111" cy="99737"/>
            </a:xfrm>
            <a:custGeom>
              <a:avLst/>
              <a:gdLst>
                <a:gd name="connsiteX0" fmla="*/ 10894 w 110111"/>
                <a:gd name="connsiteY0" fmla="*/ 80506 h 99737"/>
                <a:gd name="connsiteX1" fmla="*/ 106386 w 110111"/>
                <a:gd name="connsiteY1" fmla="*/ 68840 h 99737"/>
                <a:gd name="connsiteX2" fmla="*/ 96137 w 110111"/>
                <a:gd name="connsiteY2" fmla="*/ 24261 h 99737"/>
                <a:gd name="connsiteX3" fmla="*/ 96053 w 110111"/>
                <a:gd name="connsiteY3" fmla="*/ 24178 h 99737"/>
                <a:gd name="connsiteX4" fmla="*/ 45558 w 110111"/>
                <a:gd name="connsiteY4" fmla="*/ 263 h 99737"/>
                <a:gd name="connsiteX5" fmla="*/ 10894 w 110111"/>
                <a:gd name="connsiteY5" fmla="*/ 80506 h 99737"/>
                <a:gd name="connsiteX6" fmla="*/ 10894 w 110111"/>
                <a:gd name="connsiteY6" fmla="*/ 80506 h 99737"/>
                <a:gd name="connsiteX7" fmla="*/ 46558 w 110111"/>
                <a:gd name="connsiteY7" fmla="*/ 11346 h 99737"/>
                <a:gd name="connsiteX8" fmla="*/ 85221 w 110111"/>
                <a:gd name="connsiteY8" fmla="*/ 25178 h 99737"/>
                <a:gd name="connsiteX9" fmla="*/ 96220 w 110111"/>
                <a:gd name="connsiteY9" fmla="*/ 42343 h 99737"/>
                <a:gd name="connsiteX10" fmla="*/ 95554 w 110111"/>
                <a:gd name="connsiteY10" fmla="*/ 63174 h 99737"/>
                <a:gd name="connsiteX11" fmla="*/ 96303 w 110111"/>
                <a:gd name="connsiteY11" fmla="*/ 64757 h 99737"/>
                <a:gd name="connsiteX12" fmla="*/ 17727 w 110111"/>
                <a:gd name="connsiteY12" fmla="*/ 58591 h 99737"/>
                <a:gd name="connsiteX13" fmla="*/ 15060 w 110111"/>
                <a:gd name="connsiteY13" fmla="*/ 61174 h 99737"/>
                <a:gd name="connsiteX14" fmla="*/ 68722 w 110111"/>
                <a:gd name="connsiteY14" fmla="*/ 86005 h 99737"/>
                <a:gd name="connsiteX15" fmla="*/ 23060 w 110111"/>
                <a:gd name="connsiteY15" fmla="*/ 75673 h 99737"/>
                <a:gd name="connsiteX16" fmla="*/ 46558 w 110111"/>
                <a:gd name="connsiteY16" fmla="*/ 11346 h 99737"/>
                <a:gd name="connsiteX17" fmla="*/ 46558 w 110111"/>
                <a:gd name="connsiteY17" fmla="*/ 11346 h 99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0111" h="99737">
                  <a:moveTo>
                    <a:pt x="10894" y="80506"/>
                  </a:moveTo>
                  <a:cubicBezTo>
                    <a:pt x="35059" y="111253"/>
                    <a:pt x="89137" y="103504"/>
                    <a:pt x="106386" y="68840"/>
                  </a:cubicBezTo>
                  <a:cubicBezTo>
                    <a:pt x="114552" y="52342"/>
                    <a:pt x="108469" y="36926"/>
                    <a:pt x="96137" y="24261"/>
                  </a:cubicBezTo>
                  <a:lnTo>
                    <a:pt x="96053" y="24178"/>
                  </a:lnTo>
                  <a:cubicBezTo>
                    <a:pt x="84554" y="8679"/>
                    <a:pt x="63640" y="-1820"/>
                    <a:pt x="45558" y="263"/>
                  </a:cubicBezTo>
                  <a:cubicBezTo>
                    <a:pt x="5478" y="5013"/>
                    <a:pt x="-13604" y="49342"/>
                    <a:pt x="10894" y="80506"/>
                  </a:cubicBezTo>
                  <a:lnTo>
                    <a:pt x="10894" y="80506"/>
                  </a:lnTo>
                  <a:close/>
                  <a:moveTo>
                    <a:pt x="46558" y="11346"/>
                  </a:moveTo>
                  <a:cubicBezTo>
                    <a:pt x="61473" y="8263"/>
                    <a:pt x="75722" y="13845"/>
                    <a:pt x="85221" y="25178"/>
                  </a:cubicBezTo>
                  <a:cubicBezTo>
                    <a:pt x="89471" y="30260"/>
                    <a:pt x="94387" y="35760"/>
                    <a:pt x="96220" y="42343"/>
                  </a:cubicBezTo>
                  <a:cubicBezTo>
                    <a:pt x="97886" y="48259"/>
                    <a:pt x="94887" y="56758"/>
                    <a:pt x="95554" y="63174"/>
                  </a:cubicBezTo>
                  <a:cubicBezTo>
                    <a:pt x="95637" y="63757"/>
                    <a:pt x="95887" y="64341"/>
                    <a:pt x="96303" y="64757"/>
                  </a:cubicBezTo>
                  <a:cubicBezTo>
                    <a:pt x="75222" y="86672"/>
                    <a:pt x="38892" y="75173"/>
                    <a:pt x="17727" y="58591"/>
                  </a:cubicBezTo>
                  <a:cubicBezTo>
                    <a:pt x="16227" y="57425"/>
                    <a:pt x="14061" y="59674"/>
                    <a:pt x="15060" y="61174"/>
                  </a:cubicBezTo>
                  <a:cubicBezTo>
                    <a:pt x="26977" y="78839"/>
                    <a:pt x="47391" y="87755"/>
                    <a:pt x="68722" y="86005"/>
                  </a:cubicBezTo>
                  <a:cubicBezTo>
                    <a:pt x="52557" y="90838"/>
                    <a:pt x="34309" y="88339"/>
                    <a:pt x="23060" y="75673"/>
                  </a:cubicBezTo>
                  <a:cubicBezTo>
                    <a:pt x="1979" y="51675"/>
                    <a:pt x="15811" y="17595"/>
                    <a:pt x="46558" y="11346"/>
                  </a:cubicBezTo>
                  <a:lnTo>
                    <a:pt x="46558" y="11346"/>
                  </a:lnTo>
                  <a:close/>
                </a:path>
              </a:pathLst>
            </a:custGeom>
            <a:grpFill/>
            <a:ln w="8332" cap="flat">
              <a:noFill/>
              <a:prstDash val="solid"/>
              <a:miter/>
            </a:ln>
          </p:spPr>
          <p:txBody>
            <a:bodyPr rtlCol="0" anchor="ctr"/>
            <a:lstStyle/>
            <a:p>
              <a:endParaRPr lang="en-US"/>
            </a:p>
          </p:txBody>
        </p:sp>
        <p:sp>
          <p:nvSpPr>
            <p:cNvPr id="1740" name="Freeform: Shape 1739"/>
            <p:cNvSpPr/>
            <p:nvPr/>
          </p:nvSpPr>
          <p:spPr>
            <a:xfrm>
              <a:off x="5027136" y="3141890"/>
              <a:ext cx="114625" cy="92106"/>
            </a:xfrm>
            <a:custGeom>
              <a:avLst/>
              <a:gdLst>
                <a:gd name="connsiteX0" fmla="*/ 27096 w 114625"/>
                <a:gd name="connsiteY0" fmla="*/ 85079 h 92106"/>
                <a:gd name="connsiteX1" fmla="*/ 114088 w 114625"/>
                <a:gd name="connsiteY1" fmla="*/ 55248 h 92106"/>
                <a:gd name="connsiteX2" fmla="*/ 104839 w 114625"/>
                <a:gd name="connsiteY2" fmla="*/ 25418 h 92106"/>
                <a:gd name="connsiteX3" fmla="*/ 87007 w 114625"/>
                <a:gd name="connsiteY3" fmla="*/ 11086 h 92106"/>
                <a:gd name="connsiteX4" fmla="*/ 27013 w 114625"/>
                <a:gd name="connsiteY4" fmla="*/ 2670 h 92106"/>
                <a:gd name="connsiteX5" fmla="*/ 27096 w 114625"/>
                <a:gd name="connsiteY5" fmla="*/ 85079 h 92106"/>
                <a:gd name="connsiteX6" fmla="*/ 27096 w 114625"/>
                <a:gd name="connsiteY6" fmla="*/ 85079 h 92106"/>
                <a:gd name="connsiteX7" fmla="*/ 27263 w 114625"/>
                <a:gd name="connsiteY7" fmla="*/ 14835 h 92106"/>
                <a:gd name="connsiteX8" fmla="*/ 75592 w 114625"/>
                <a:gd name="connsiteY8" fmla="*/ 16585 h 92106"/>
                <a:gd name="connsiteX9" fmla="*/ 85175 w 114625"/>
                <a:gd name="connsiteY9" fmla="*/ 19668 h 92106"/>
                <a:gd name="connsiteX10" fmla="*/ 102340 w 114625"/>
                <a:gd name="connsiteY10" fmla="*/ 38917 h 92106"/>
                <a:gd name="connsiteX11" fmla="*/ 104173 w 114625"/>
                <a:gd name="connsiteY11" fmla="*/ 50166 h 92106"/>
                <a:gd name="connsiteX12" fmla="*/ 35929 w 114625"/>
                <a:gd name="connsiteY12" fmla="*/ 18668 h 92106"/>
                <a:gd name="connsiteX13" fmla="*/ 36345 w 114625"/>
                <a:gd name="connsiteY13" fmla="*/ 22751 h 92106"/>
                <a:gd name="connsiteX14" fmla="*/ 100756 w 114625"/>
                <a:gd name="connsiteY14" fmla="*/ 60165 h 92106"/>
                <a:gd name="connsiteX15" fmla="*/ 45845 w 114625"/>
                <a:gd name="connsiteY15" fmla="*/ 78996 h 92106"/>
                <a:gd name="connsiteX16" fmla="*/ 27263 w 114625"/>
                <a:gd name="connsiteY16" fmla="*/ 14835 h 92106"/>
                <a:gd name="connsiteX17" fmla="*/ 27263 w 114625"/>
                <a:gd name="connsiteY17" fmla="*/ 14835 h 92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625" h="92106">
                  <a:moveTo>
                    <a:pt x="27096" y="85079"/>
                  </a:moveTo>
                  <a:cubicBezTo>
                    <a:pt x="54094" y="100661"/>
                    <a:pt x="107256" y="90162"/>
                    <a:pt x="114088" y="55248"/>
                  </a:cubicBezTo>
                  <a:cubicBezTo>
                    <a:pt x="116172" y="44333"/>
                    <a:pt x="112005" y="33750"/>
                    <a:pt x="104839" y="25418"/>
                  </a:cubicBezTo>
                  <a:cubicBezTo>
                    <a:pt x="100840" y="19418"/>
                    <a:pt x="95090" y="14585"/>
                    <a:pt x="87007" y="11086"/>
                  </a:cubicBezTo>
                  <a:cubicBezTo>
                    <a:pt x="68843" y="3170"/>
                    <a:pt x="46678" y="-4080"/>
                    <a:pt x="27013" y="2670"/>
                  </a:cubicBezTo>
                  <a:cubicBezTo>
                    <a:pt x="-12984" y="16502"/>
                    <a:pt x="-4818" y="66664"/>
                    <a:pt x="27096" y="85079"/>
                  </a:cubicBezTo>
                  <a:lnTo>
                    <a:pt x="27096" y="85079"/>
                  </a:lnTo>
                  <a:close/>
                  <a:moveTo>
                    <a:pt x="27263" y="14835"/>
                  </a:moveTo>
                  <a:cubicBezTo>
                    <a:pt x="42678" y="7253"/>
                    <a:pt x="60260" y="11502"/>
                    <a:pt x="75592" y="16585"/>
                  </a:cubicBezTo>
                  <a:cubicBezTo>
                    <a:pt x="78675" y="17669"/>
                    <a:pt x="82008" y="18502"/>
                    <a:pt x="85175" y="19668"/>
                  </a:cubicBezTo>
                  <a:cubicBezTo>
                    <a:pt x="92674" y="23835"/>
                    <a:pt x="98840" y="29917"/>
                    <a:pt x="102340" y="38917"/>
                  </a:cubicBezTo>
                  <a:cubicBezTo>
                    <a:pt x="103923" y="42916"/>
                    <a:pt x="104423" y="46666"/>
                    <a:pt x="104173" y="50166"/>
                  </a:cubicBezTo>
                  <a:cubicBezTo>
                    <a:pt x="98007" y="23751"/>
                    <a:pt x="60093" y="16002"/>
                    <a:pt x="35929" y="18668"/>
                  </a:cubicBezTo>
                  <a:cubicBezTo>
                    <a:pt x="33346" y="18918"/>
                    <a:pt x="34345" y="22418"/>
                    <a:pt x="36345" y="22751"/>
                  </a:cubicBezTo>
                  <a:cubicBezTo>
                    <a:pt x="60093" y="26501"/>
                    <a:pt x="96174" y="30667"/>
                    <a:pt x="100756" y="60165"/>
                  </a:cubicBezTo>
                  <a:cubicBezTo>
                    <a:pt x="90841" y="75997"/>
                    <a:pt x="61843" y="82663"/>
                    <a:pt x="45845" y="78996"/>
                  </a:cubicBezTo>
                  <a:cubicBezTo>
                    <a:pt x="19347" y="72830"/>
                    <a:pt x="-4901" y="30751"/>
                    <a:pt x="27263" y="14835"/>
                  </a:cubicBezTo>
                  <a:lnTo>
                    <a:pt x="27263" y="14835"/>
                  </a:lnTo>
                  <a:close/>
                </a:path>
              </a:pathLst>
            </a:custGeom>
            <a:grpFill/>
            <a:ln w="8332" cap="flat">
              <a:noFill/>
              <a:prstDash val="solid"/>
              <a:miter/>
            </a:ln>
          </p:spPr>
          <p:txBody>
            <a:bodyPr rtlCol="0" anchor="ctr"/>
            <a:lstStyle/>
            <a:p>
              <a:endParaRPr lang="en-US"/>
            </a:p>
          </p:txBody>
        </p:sp>
        <p:sp>
          <p:nvSpPr>
            <p:cNvPr id="1741" name="Freeform: Shape 1740"/>
            <p:cNvSpPr/>
            <p:nvPr/>
          </p:nvSpPr>
          <p:spPr>
            <a:xfrm>
              <a:off x="4733474" y="3223177"/>
              <a:ext cx="58179" cy="48781"/>
            </a:xfrm>
            <a:custGeom>
              <a:avLst/>
              <a:gdLst>
                <a:gd name="connsiteX0" fmla="*/ 621 w 58179"/>
                <a:gd name="connsiteY0" fmla="*/ 22457 h 48781"/>
                <a:gd name="connsiteX1" fmla="*/ 9120 w 58179"/>
                <a:gd name="connsiteY1" fmla="*/ 22624 h 48781"/>
                <a:gd name="connsiteX2" fmla="*/ 46200 w 58179"/>
                <a:gd name="connsiteY2" fmla="*/ 31706 h 48781"/>
                <a:gd name="connsiteX3" fmla="*/ 37451 w 58179"/>
                <a:gd name="connsiteY3" fmla="*/ 8708 h 48781"/>
                <a:gd name="connsiteX4" fmla="*/ 16036 w 58179"/>
                <a:gd name="connsiteY4" fmla="*/ 8958 h 48781"/>
                <a:gd name="connsiteX5" fmla="*/ 13869 w 58179"/>
                <a:gd name="connsiteY5" fmla="*/ 5042 h 48781"/>
                <a:gd name="connsiteX6" fmla="*/ 47283 w 58179"/>
                <a:gd name="connsiteY6" fmla="*/ 5209 h 48781"/>
                <a:gd name="connsiteX7" fmla="*/ 55116 w 58179"/>
                <a:gd name="connsiteY7" fmla="*/ 35872 h 48781"/>
                <a:gd name="connsiteX8" fmla="*/ 24285 w 58179"/>
                <a:gd name="connsiteY8" fmla="*/ 48038 h 48781"/>
                <a:gd name="connsiteX9" fmla="*/ 621 w 58179"/>
                <a:gd name="connsiteY9" fmla="*/ 22457 h 48781"/>
                <a:gd name="connsiteX10" fmla="*/ 621 w 58179"/>
                <a:gd name="connsiteY10" fmla="*/ 22457 h 4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8179" h="48781">
                  <a:moveTo>
                    <a:pt x="621" y="22457"/>
                  </a:moveTo>
                  <a:cubicBezTo>
                    <a:pt x="1788" y="18124"/>
                    <a:pt x="8120" y="18457"/>
                    <a:pt x="9120" y="22624"/>
                  </a:cubicBezTo>
                  <a:cubicBezTo>
                    <a:pt x="12870" y="37373"/>
                    <a:pt x="36534" y="45122"/>
                    <a:pt x="46200" y="31706"/>
                  </a:cubicBezTo>
                  <a:cubicBezTo>
                    <a:pt x="52783" y="22541"/>
                    <a:pt x="46617" y="12875"/>
                    <a:pt x="37451" y="8708"/>
                  </a:cubicBezTo>
                  <a:cubicBezTo>
                    <a:pt x="29785" y="5209"/>
                    <a:pt x="23536" y="5125"/>
                    <a:pt x="16036" y="8958"/>
                  </a:cubicBezTo>
                  <a:cubicBezTo>
                    <a:pt x="13453" y="10292"/>
                    <a:pt x="11453" y="6625"/>
                    <a:pt x="13869" y="5042"/>
                  </a:cubicBezTo>
                  <a:cubicBezTo>
                    <a:pt x="24369" y="-1791"/>
                    <a:pt x="36618" y="-1624"/>
                    <a:pt x="47283" y="5209"/>
                  </a:cubicBezTo>
                  <a:cubicBezTo>
                    <a:pt x="57199" y="11541"/>
                    <a:pt x="61616" y="25624"/>
                    <a:pt x="55116" y="35872"/>
                  </a:cubicBezTo>
                  <a:cubicBezTo>
                    <a:pt x="47783" y="47455"/>
                    <a:pt x="37451" y="50371"/>
                    <a:pt x="24285" y="48038"/>
                  </a:cubicBezTo>
                  <a:cubicBezTo>
                    <a:pt x="12120" y="45872"/>
                    <a:pt x="-3296" y="37123"/>
                    <a:pt x="621" y="22457"/>
                  </a:cubicBezTo>
                  <a:lnTo>
                    <a:pt x="621" y="22457"/>
                  </a:lnTo>
                  <a:close/>
                </a:path>
              </a:pathLst>
            </a:custGeom>
            <a:grpFill/>
            <a:ln w="8332" cap="flat">
              <a:noFill/>
              <a:prstDash val="solid"/>
              <a:miter/>
            </a:ln>
          </p:spPr>
          <p:txBody>
            <a:bodyPr rtlCol="0" anchor="ctr"/>
            <a:lstStyle/>
            <a:p>
              <a:endParaRPr lang="en-US"/>
            </a:p>
          </p:txBody>
        </p:sp>
        <p:sp>
          <p:nvSpPr>
            <p:cNvPr id="1742" name="Freeform: Shape 1741"/>
            <p:cNvSpPr/>
            <p:nvPr/>
          </p:nvSpPr>
          <p:spPr>
            <a:xfrm>
              <a:off x="5154584" y="3553939"/>
              <a:ext cx="409164" cy="323864"/>
            </a:xfrm>
            <a:custGeom>
              <a:avLst/>
              <a:gdLst>
                <a:gd name="connsiteX0" fmla="*/ 38470 w 409164"/>
                <a:gd name="connsiteY0" fmla="*/ 267477 h 323864"/>
                <a:gd name="connsiteX1" fmla="*/ 173041 w 409164"/>
                <a:gd name="connsiteY1" fmla="*/ 322306 h 323864"/>
                <a:gd name="connsiteX2" fmla="*/ 331694 w 409164"/>
                <a:gd name="connsiteY2" fmla="*/ 301807 h 323864"/>
                <a:gd name="connsiteX3" fmla="*/ 383522 w 409164"/>
                <a:gd name="connsiteY3" fmla="*/ 261228 h 323864"/>
                <a:gd name="connsiteX4" fmla="*/ 399437 w 409164"/>
                <a:gd name="connsiteY4" fmla="*/ 207983 h 323864"/>
                <a:gd name="connsiteX5" fmla="*/ 408187 w 409164"/>
                <a:gd name="connsiteY5" fmla="*/ 148071 h 323864"/>
                <a:gd name="connsiteX6" fmla="*/ 382272 w 409164"/>
                <a:gd name="connsiteY6" fmla="*/ 93576 h 323864"/>
                <a:gd name="connsiteX7" fmla="*/ 267116 w 409164"/>
                <a:gd name="connsiteY7" fmla="*/ 19500 h 323864"/>
                <a:gd name="connsiteX8" fmla="*/ 162875 w 409164"/>
                <a:gd name="connsiteY8" fmla="*/ 835 h 323864"/>
                <a:gd name="connsiteX9" fmla="*/ 92381 w 409164"/>
                <a:gd name="connsiteY9" fmla="*/ 9667 h 323864"/>
                <a:gd name="connsiteX10" fmla="*/ 5973 w 409164"/>
                <a:gd name="connsiteY10" fmla="*/ 124907 h 323864"/>
                <a:gd name="connsiteX11" fmla="*/ 7223 w 409164"/>
                <a:gd name="connsiteY11" fmla="*/ 150154 h 323864"/>
                <a:gd name="connsiteX12" fmla="*/ 38470 w 409164"/>
                <a:gd name="connsiteY12" fmla="*/ 267477 h 323864"/>
                <a:gd name="connsiteX13" fmla="*/ 38470 w 409164"/>
                <a:gd name="connsiteY13" fmla="*/ 267477 h 323864"/>
                <a:gd name="connsiteX14" fmla="*/ 392521 w 409164"/>
                <a:gd name="connsiteY14" fmla="*/ 184151 h 323864"/>
                <a:gd name="connsiteX15" fmla="*/ 370023 w 409164"/>
                <a:gd name="connsiteY15" fmla="*/ 210649 h 323864"/>
                <a:gd name="connsiteX16" fmla="*/ 337693 w 409164"/>
                <a:gd name="connsiteY16" fmla="*/ 206566 h 323864"/>
                <a:gd name="connsiteX17" fmla="*/ 316945 w 409164"/>
                <a:gd name="connsiteY17" fmla="*/ 223148 h 323864"/>
                <a:gd name="connsiteX18" fmla="*/ 273532 w 409164"/>
                <a:gd name="connsiteY18" fmla="*/ 249229 h 323864"/>
                <a:gd name="connsiteX19" fmla="*/ 245534 w 409164"/>
                <a:gd name="connsiteY19" fmla="*/ 224148 h 323864"/>
                <a:gd name="connsiteX20" fmla="*/ 226036 w 409164"/>
                <a:gd name="connsiteY20" fmla="*/ 241480 h 323864"/>
                <a:gd name="connsiteX21" fmla="*/ 202039 w 409164"/>
                <a:gd name="connsiteY21" fmla="*/ 268727 h 323864"/>
                <a:gd name="connsiteX22" fmla="*/ 172457 w 409164"/>
                <a:gd name="connsiteY22" fmla="*/ 255395 h 323864"/>
                <a:gd name="connsiteX23" fmla="*/ 143877 w 409164"/>
                <a:gd name="connsiteY23" fmla="*/ 224898 h 323864"/>
                <a:gd name="connsiteX24" fmla="*/ 126462 w 409164"/>
                <a:gd name="connsiteY24" fmla="*/ 227981 h 323864"/>
                <a:gd name="connsiteX25" fmla="*/ 90882 w 409164"/>
                <a:gd name="connsiteY25" fmla="*/ 220981 h 323864"/>
                <a:gd name="connsiteX26" fmla="*/ 66634 w 409164"/>
                <a:gd name="connsiteY26" fmla="*/ 179818 h 323864"/>
                <a:gd name="connsiteX27" fmla="*/ 53135 w 409164"/>
                <a:gd name="connsiteY27" fmla="*/ 175985 h 323864"/>
                <a:gd name="connsiteX28" fmla="*/ 25054 w 409164"/>
                <a:gd name="connsiteY28" fmla="*/ 161070 h 323864"/>
                <a:gd name="connsiteX29" fmla="*/ 20388 w 409164"/>
                <a:gd name="connsiteY29" fmla="*/ 150904 h 323864"/>
                <a:gd name="connsiteX30" fmla="*/ 18305 w 409164"/>
                <a:gd name="connsiteY30" fmla="*/ 143155 h 323864"/>
                <a:gd name="connsiteX31" fmla="*/ 21555 w 409164"/>
                <a:gd name="connsiteY31" fmla="*/ 99992 h 323864"/>
                <a:gd name="connsiteX32" fmla="*/ 117546 w 409164"/>
                <a:gd name="connsiteY32" fmla="*/ 14167 h 323864"/>
                <a:gd name="connsiteX33" fmla="*/ 185123 w 409164"/>
                <a:gd name="connsiteY33" fmla="*/ 15750 h 323864"/>
                <a:gd name="connsiteX34" fmla="*/ 247034 w 409164"/>
                <a:gd name="connsiteY34" fmla="*/ 25999 h 323864"/>
                <a:gd name="connsiteX35" fmla="*/ 268699 w 409164"/>
                <a:gd name="connsiteY35" fmla="*/ 33082 h 323864"/>
                <a:gd name="connsiteX36" fmla="*/ 379522 w 409164"/>
                <a:gd name="connsiteY36" fmla="*/ 114324 h 323864"/>
                <a:gd name="connsiteX37" fmla="*/ 392521 w 409164"/>
                <a:gd name="connsiteY37" fmla="*/ 184151 h 323864"/>
                <a:gd name="connsiteX38" fmla="*/ 392521 w 409164"/>
                <a:gd name="connsiteY38" fmla="*/ 184151 h 323864"/>
                <a:gd name="connsiteX39" fmla="*/ 19222 w 409164"/>
                <a:gd name="connsiteY39" fmla="*/ 214565 h 323864"/>
                <a:gd name="connsiteX40" fmla="*/ 14805 w 409164"/>
                <a:gd name="connsiteY40" fmla="*/ 167903 h 323864"/>
                <a:gd name="connsiteX41" fmla="*/ 19222 w 409164"/>
                <a:gd name="connsiteY41" fmla="*/ 173652 h 323864"/>
                <a:gd name="connsiteX42" fmla="*/ 40553 w 409164"/>
                <a:gd name="connsiteY42" fmla="*/ 186151 h 323864"/>
                <a:gd name="connsiteX43" fmla="*/ 53135 w 409164"/>
                <a:gd name="connsiteY43" fmla="*/ 187151 h 323864"/>
                <a:gd name="connsiteX44" fmla="*/ 67967 w 409164"/>
                <a:gd name="connsiteY44" fmla="*/ 206983 h 323864"/>
                <a:gd name="connsiteX45" fmla="*/ 100381 w 409164"/>
                <a:gd name="connsiteY45" fmla="*/ 244896 h 323864"/>
                <a:gd name="connsiteX46" fmla="*/ 130045 w 409164"/>
                <a:gd name="connsiteY46" fmla="*/ 241230 h 323864"/>
                <a:gd name="connsiteX47" fmla="*/ 141794 w 409164"/>
                <a:gd name="connsiteY47" fmla="*/ 240813 h 323864"/>
                <a:gd name="connsiteX48" fmla="*/ 151293 w 409164"/>
                <a:gd name="connsiteY48" fmla="*/ 253812 h 323864"/>
                <a:gd name="connsiteX49" fmla="*/ 197455 w 409164"/>
                <a:gd name="connsiteY49" fmla="*/ 282142 h 323864"/>
                <a:gd name="connsiteX50" fmla="*/ 230703 w 409164"/>
                <a:gd name="connsiteY50" fmla="*/ 253229 h 323864"/>
                <a:gd name="connsiteX51" fmla="*/ 237202 w 409164"/>
                <a:gd name="connsiteY51" fmla="*/ 237147 h 323864"/>
                <a:gd name="connsiteX52" fmla="*/ 256117 w 409164"/>
                <a:gd name="connsiteY52" fmla="*/ 243646 h 323864"/>
                <a:gd name="connsiteX53" fmla="*/ 270449 w 409164"/>
                <a:gd name="connsiteY53" fmla="*/ 258395 h 323864"/>
                <a:gd name="connsiteX54" fmla="*/ 311445 w 409164"/>
                <a:gd name="connsiteY54" fmla="*/ 256645 h 323864"/>
                <a:gd name="connsiteX55" fmla="*/ 325194 w 409164"/>
                <a:gd name="connsiteY55" fmla="*/ 235147 h 323864"/>
                <a:gd name="connsiteX56" fmla="*/ 328777 w 409164"/>
                <a:gd name="connsiteY56" fmla="*/ 223648 h 323864"/>
                <a:gd name="connsiteX57" fmla="*/ 345109 w 409164"/>
                <a:gd name="connsiteY57" fmla="*/ 222481 h 323864"/>
                <a:gd name="connsiteX58" fmla="*/ 391521 w 409164"/>
                <a:gd name="connsiteY58" fmla="*/ 216315 h 323864"/>
                <a:gd name="connsiteX59" fmla="*/ 368773 w 409164"/>
                <a:gd name="connsiteY59" fmla="*/ 260894 h 323864"/>
                <a:gd name="connsiteX60" fmla="*/ 312028 w 409164"/>
                <a:gd name="connsiteY60" fmla="*/ 296391 h 323864"/>
                <a:gd name="connsiteX61" fmla="*/ 183540 w 409164"/>
                <a:gd name="connsiteY61" fmla="*/ 309390 h 323864"/>
                <a:gd name="connsiteX62" fmla="*/ 60885 w 409164"/>
                <a:gd name="connsiteY62" fmla="*/ 267560 h 323864"/>
                <a:gd name="connsiteX63" fmla="*/ 19222 w 409164"/>
                <a:gd name="connsiteY63" fmla="*/ 214565 h 323864"/>
                <a:gd name="connsiteX64" fmla="*/ 19222 w 409164"/>
                <a:gd name="connsiteY64" fmla="*/ 214565 h 323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409164" h="323864">
                  <a:moveTo>
                    <a:pt x="38470" y="267477"/>
                  </a:moveTo>
                  <a:cubicBezTo>
                    <a:pt x="75633" y="299558"/>
                    <a:pt x="124379" y="318390"/>
                    <a:pt x="173041" y="322306"/>
                  </a:cubicBezTo>
                  <a:cubicBezTo>
                    <a:pt x="224703" y="326472"/>
                    <a:pt x="283781" y="323139"/>
                    <a:pt x="331694" y="301807"/>
                  </a:cubicBezTo>
                  <a:cubicBezTo>
                    <a:pt x="351358" y="293058"/>
                    <a:pt x="370023" y="277976"/>
                    <a:pt x="383522" y="261228"/>
                  </a:cubicBezTo>
                  <a:cubicBezTo>
                    <a:pt x="394938" y="247062"/>
                    <a:pt x="398854" y="226564"/>
                    <a:pt x="399437" y="207983"/>
                  </a:cubicBezTo>
                  <a:cubicBezTo>
                    <a:pt x="410519" y="191817"/>
                    <a:pt x="409936" y="166236"/>
                    <a:pt x="408187" y="148071"/>
                  </a:cubicBezTo>
                  <a:cubicBezTo>
                    <a:pt x="406187" y="127323"/>
                    <a:pt x="395188" y="109408"/>
                    <a:pt x="382272" y="93576"/>
                  </a:cubicBezTo>
                  <a:cubicBezTo>
                    <a:pt x="352608" y="57330"/>
                    <a:pt x="311612" y="32998"/>
                    <a:pt x="267116" y="19500"/>
                  </a:cubicBezTo>
                  <a:cubicBezTo>
                    <a:pt x="234202" y="9417"/>
                    <a:pt x="198289" y="1668"/>
                    <a:pt x="162875" y="835"/>
                  </a:cubicBezTo>
                  <a:cubicBezTo>
                    <a:pt x="138378" y="-1332"/>
                    <a:pt x="114213" y="418"/>
                    <a:pt x="92381" y="9667"/>
                  </a:cubicBezTo>
                  <a:cubicBezTo>
                    <a:pt x="48886" y="28166"/>
                    <a:pt x="11306" y="77828"/>
                    <a:pt x="5973" y="124907"/>
                  </a:cubicBezTo>
                  <a:cubicBezTo>
                    <a:pt x="5056" y="133156"/>
                    <a:pt x="5306" y="141822"/>
                    <a:pt x="7223" y="150154"/>
                  </a:cubicBezTo>
                  <a:cubicBezTo>
                    <a:pt x="-11026" y="189068"/>
                    <a:pt x="7472" y="240730"/>
                    <a:pt x="38470" y="267477"/>
                  </a:cubicBezTo>
                  <a:lnTo>
                    <a:pt x="38470" y="267477"/>
                  </a:lnTo>
                  <a:close/>
                  <a:moveTo>
                    <a:pt x="392521" y="184151"/>
                  </a:moveTo>
                  <a:cubicBezTo>
                    <a:pt x="390188" y="197650"/>
                    <a:pt x="384022" y="207316"/>
                    <a:pt x="370023" y="210649"/>
                  </a:cubicBezTo>
                  <a:cubicBezTo>
                    <a:pt x="357775" y="213649"/>
                    <a:pt x="349275" y="207983"/>
                    <a:pt x="337693" y="206566"/>
                  </a:cubicBezTo>
                  <a:cubicBezTo>
                    <a:pt x="325527" y="205066"/>
                    <a:pt x="320278" y="212399"/>
                    <a:pt x="316945" y="223148"/>
                  </a:cubicBezTo>
                  <a:cubicBezTo>
                    <a:pt x="310945" y="242813"/>
                    <a:pt x="296697" y="264394"/>
                    <a:pt x="273532" y="249229"/>
                  </a:cubicBezTo>
                  <a:cubicBezTo>
                    <a:pt x="263783" y="242813"/>
                    <a:pt x="258117" y="225731"/>
                    <a:pt x="245534" y="224148"/>
                  </a:cubicBezTo>
                  <a:cubicBezTo>
                    <a:pt x="235369" y="222815"/>
                    <a:pt x="229869" y="233980"/>
                    <a:pt x="226036" y="241480"/>
                  </a:cubicBezTo>
                  <a:cubicBezTo>
                    <a:pt x="220537" y="252312"/>
                    <a:pt x="215370" y="265561"/>
                    <a:pt x="202039" y="268727"/>
                  </a:cubicBezTo>
                  <a:cubicBezTo>
                    <a:pt x="190540" y="271477"/>
                    <a:pt x="180124" y="262894"/>
                    <a:pt x="172457" y="255395"/>
                  </a:cubicBezTo>
                  <a:cubicBezTo>
                    <a:pt x="163792" y="246896"/>
                    <a:pt x="156209" y="229147"/>
                    <a:pt x="143877" y="224898"/>
                  </a:cubicBezTo>
                  <a:cubicBezTo>
                    <a:pt x="137461" y="222731"/>
                    <a:pt x="132378" y="225981"/>
                    <a:pt x="126462" y="227981"/>
                  </a:cubicBezTo>
                  <a:cubicBezTo>
                    <a:pt x="113130" y="232564"/>
                    <a:pt x="99964" y="233814"/>
                    <a:pt x="90882" y="220981"/>
                  </a:cubicBezTo>
                  <a:cubicBezTo>
                    <a:pt x="81966" y="208316"/>
                    <a:pt x="78633" y="190151"/>
                    <a:pt x="66634" y="179818"/>
                  </a:cubicBezTo>
                  <a:cubicBezTo>
                    <a:pt x="62051" y="175902"/>
                    <a:pt x="58718" y="176402"/>
                    <a:pt x="53135" y="175985"/>
                  </a:cubicBezTo>
                  <a:cubicBezTo>
                    <a:pt x="41053" y="175069"/>
                    <a:pt x="31637" y="172069"/>
                    <a:pt x="25054" y="161070"/>
                  </a:cubicBezTo>
                  <a:cubicBezTo>
                    <a:pt x="23138" y="157820"/>
                    <a:pt x="21638" y="154404"/>
                    <a:pt x="20388" y="150904"/>
                  </a:cubicBezTo>
                  <a:cubicBezTo>
                    <a:pt x="22054" y="147738"/>
                    <a:pt x="20638" y="144738"/>
                    <a:pt x="18305" y="143155"/>
                  </a:cubicBezTo>
                  <a:cubicBezTo>
                    <a:pt x="15472" y="128823"/>
                    <a:pt x="17305" y="113241"/>
                    <a:pt x="21555" y="99992"/>
                  </a:cubicBezTo>
                  <a:cubicBezTo>
                    <a:pt x="34637" y="59663"/>
                    <a:pt x="75716" y="22499"/>
                    <a:pt x="117546" y="14167"/>
                  </a:cubicBezTo>
                  <a:cubicBezTo>
                    <a:pt x="139044" y="9917"/>
                    <a:pt x="163542" y="13500"/>
                    <a:pt x="185123" y="15750"/>
                  </a:cubicBezTo>
                  <a:cubicBezTo>
                    <a:pt x="205955" y="17916"/>
                    <a:pt x="226536" y="21833"/>
                    <a:pt x="247034" y="25999"/>
                  </a:cubicBezTo>
                  <a:cubicBezTo>
                    <a:pt x="254450" y="28249"/>
                    <a:pt x="261700" y="30665"/>
                    <a:pt x="268699" y="33082"/>
                  </a:cubicBezTo>
                  <a:cubicBezTo>
                    <a:pt x="312028" y="48080"/>
                    <a:pt x="353858" y="75578"/>
                    <a:pt x="379522" y="114324"/>
                  </a:cubicBezTo>
                  <a:cubicBezTo>
                    <a:pt x="393438" y="135322"/>
                    <a:pt x="396771" y="159570"/>
                    <a:pt x="392521" y="184151"/>
                  </a:cubicBezTo>
                  <a:lnTo>
                    <a:pt x="392521" y="184151"/>
                  </a:lnTo>
                  <a:close/>
                  <a:moveTo>
                    <a:pt x="19222" y="214565"/>
                  </a:moveTo>
                  <a:cubicBezTo>
                    <a:pt x="15222" y="199650"/>
                    <a:pt x="12222" y="183318"/>
                    <a:pt x="14805" y="167903"/>
                  </a:cubicBezTo>
                  <a:cubicBezTo>
                    <a:pt x="16139" y="169903"/>
                    <a:pt x="17555" y="171819"/>
                    <a:pt x="19222" y="173652"/>
                  </a:cubicBezTo>
                  <a:cubicBezTo>
                    <a:pt x="24971" y="179985"/>
                    <a:pt x="32137" y="184401"/>
                    <a:pt x="40553" y="186151"/>
                  </a:cubicBezTo>
                  <a:cubicBezTo>
                    <a:pt x="44553" y="186985"/>
                    <a:pt x="49469" y="185985"/>
                    <a:pt x="53135" y="187151"/>
                  </a:cubicBezTo>
                  <a:cubicBezTo>
                    <a:pt x="61718" y="189818"/>
                    <a:pt x="64884" y="199733"/>
                    <a:pt x="67967" y="206983"/>
                  </a:cubicBezTo>
                  <a:cubicBezTo>
                    <a:pt x="74883" y="223064"/>
                    <a:pt x="81882" y="240063"/>
                    <a:pt x="100381" y="244896"/>
                  </a:cubicBezTo>
                  <a:cubicBezTo>
                    <a:pt x="110213" y="247479"/>
                    <a:pt x="120712" y="244479"/>
                    <a:pt x="130045" y="241230"/>
                  </a:cubicBezTo>
                  <a:cubicBezTo>
                    <a:pt x="135128" y="239480"/>
                    <a:pt x="137044" y="237480"/>
                    <a:pt x="141794" y="240813"/>
                  </a:cubicBezTo>
                  <a:cubicBezTo>
                    <a:pt x="145877" y="243729"/>
                    <a:pt x="148293" y="249812"/>
                    <a:pt x="151293" y="253812"/>
                  </a:cubicBezTo>
                  <a:cubicBezTo>
                    <a:pt x="161709" y="267477"/>
                    <a:pt x="178874" y="283643"/>
                    <a:pt x="197455" y="282142"/>
                  </a:cubicBezTo>
                  <a:cubicBezTo>
                    <a:pt x="214204" y="280809"/>
                    <a:pt x="224703" y="267644"/>
                    <a:pt x="230703" y="253229"/>
                  </a:cubicBezTo>
                  <a:cubicBezTo>
                    <a:pt x="232536" y="248896"/>
                    <a:pt x="233702" y="240230"/>
                    <a:pt x="237202" y="237147"/>
                  </a:cubicBezTo>
                  <a:cubicBezTo>
                    <a:pt x="245034" y="230231"/>
                    <a:pt x="251367" y="237230"/>
                    <a:pt x="256117" y="243646"/>
                  </a:cubicBezTo>
                  <a:cubicBezTo>
                    <a:pt x="260283" y="249229"/>
                    <a:pt x="264450" y="254645"/>
                    <a:pt x="270449" y="258395"/>
                  </a:cubicBezTo>
                  <a:cubicBezTo>
                    <a:pt x="283031" y="266311"/>
                    <a:pt x="300113" y="267310"/>
                    <a:pt x="311445" y="256645"/>
                  </a:cubicBezTo>
                  <a:cubicBezTo>
                    <a:pt x="317445" y="250979"/>
                    <a:pt x="322278" y="242730"/>
                    <a:pt x="325194" y="235147"/>
                  </a:cubicBezTo>
                  <a:cubicBezTo>
                    <a:pt x="326527" y="231647"/>
                    <a:pt x="326610" y="226648"/>
                    <a:pt x="328777" y="223648"/>
                  </a:cubicBezTo>
                  <a:cubicBezTo>
                    <a:pt x="332777" y="217898"/>
                    <a:pt x="339109" y="220481"/>
                    <a:pt x="345109" y="222481"/>
                  </a:cubicBezTo>
                  <a:cubicBezTo>
                    <a:pt x="360940" y="227898"/>
                    <a:pt x="378689" y="226814"/>
                    <a:pt x="391521" y="216315"/>
                  </a:cubicBezTo>
                  <a:cubicBezTo>
                    <a:pt x="387772" y="232980"/>
                    <a:pt x="380939" y="248896"/>
                    <a:pt x="368773" y="260894"/>
                  </a:cubicBezTo>
                  <a:cubicBezTo>
                    <a:pt x="352191" y="277310"/>
                    <a:pt x="334360" y="289225"/>
                    <a:pt x="312028" y="296391"/>
                  </a:cubicBezTo>
                  <a:cubicBezTo>
                    <a:pt x="270365" y="309807"/>
                    <a:pt x="226869" y="310723"/>
                    <a:pt x="183540" y="309390"/>
                  </a:cubicBezTo>
                  <a:cubicBezTo>
                    <a:pt x="139377" y="308057"/>
                    <a:pt x="97131" y="292475"/>
                    <a:pt x="60885" y="267560"/>
                  </a:cubicBezTo>
                  <a:cubicBezTo>
                    <a:pt x="41969" y="254395"/>
                    <a:pt x="25471" y="237563"/>
                    <a:pt x="19222" y="214565"/>
                  </a:cubicBezTo>
                  <a:lnTo>
                    <a:pt x="19222" y="214565"/>
                  </a:lnTo>
                  <a:close/>
                </a:path>
              </a:pathLst>
            </a:custGeom>
            <a:grpFill/>
            <a:ln w="8332" cap="flat">
              <a:noFill/>
              <a:prstDash val="solid"/>
              <a:miter/>
            </a:ln>
          </p:spPr>
          <p:txBody>
            <a:bodyPr rtlCol="0" anchor="ctr"/>
            <a:lstStyle/>
            <a:p>
              <a:endParaRPr lang="en-US"/>
            </a:p>
          </p:txBody>
        </p:sp>
        <p:sp>
          <p:nvSpPr>
            <p:cNvPr id="1743" name="Freeform: Shape 1742"/>
            <p:cNvSpPr/>
            <p:nvPr/>
          </p:nvSpPr>
          <p:spPr>
            <a:xfrm>
              <a:off x="5273071" y="3627598"/>
              <a:ext cx="166805" cy="99991"/>
            </a:xfrm>
            <a:custGeom>
              <a:avLst/>
              <a:gdLst>
                <a:gd name="connsiteX0" fmla="*/ 20473 w 166805"/>
                <a:gd name="connsiteY0" fmla="*/ 72162 h 99991"/>
                <a:gd name="connsiteX1" fmla="*/ 130463 w 166805"/>
                <a:gd name="connsiteY1" fmla="*/ 98409 h 99991"/>
                <a:gd name="connsiteX2" fmla="*/ 154127 w 166805"/>
                <a:gd name="connsiteY2" fmla="*/ 39415 h 99991"/>
                <a:gd name="connsiteX3" fmla="*/ 47970 w 166805"/>
                <a:gd name="connsiteY3" fmla="*/ 2 h 99991"/>
                <a:gd name="connsiteX4" fmla="*/ 47970 w 166805"/>
                <a:gd name="connsiteY4" fmla="*/ 3501 h 99991"/>
                <a:gd name="connsiteX5" fmla="*/ 125130 w 166805"/>
                <a:gd name="connsiteY5" fmla="*/ 30249 h 99991"/>
                <a:gd name="connsiteX6" fmla="*/ 151711 w 166805"/>
                <a:gd name="connsiteY6" fmla="*/ 54747 h 99991"/>
                <a:gd name="connsiteX7" fmla="*/ 153461 w 166805"/>
                <a:gd name="connsiteY7" fmla="*/ 69162 h 99991"/>
                <a:gd name="connsiteX8" fmla="*/ 100632 w 166805"/>
                <a:gd name="connsiteY8" fmla="*/ 46581 h 99991"/>
                <a:gd name="connsiteX9" fmla="*/ 72218 w 166805"/>
                <a:gd name="connsiteY9" fmla="*/ 39665 h 99991"/>
                <a:gd name="connsiteX10" fmla="*/ 54803 w 166805"/>
                <a:gd name="connsiteY10" fmla="*/ 33082 h 99991"/>
                <a:gd name="connsiteX11" fmla="*/ 14973 w 166805"/>
                <a:gd name="connsiteY11" fmla="*/ 49497 h 99991"/>
                <a:gd name="connsiteX12" fmla="*/ 11807 w 166805"/>
                <a:gd name="connsiteY12" fmla="*/ 50580 h 99991"/>
                <a:gd name="connsiteX13" fmla="*/ 23972 w 166805"/>
                <a:gd name="connsiteY13" fmla="*/ 22666 h 99991"/>
                <a:gd name="connsiteX14" fmla="*/ 22222 w 166805"/>
                <a:gd name="connsiteY14" fmla="*/ 16250 h 99991"/>
                <a:gd name="connsiteX15" fmla="*/ 58 w 166805"/>
                <a:gd name="connsiteY15" fmla="*/ 38165 h 99991"/>
                <a:gd name="connsiteX16" fmla="*/ 20473 w 166805"/>
                <a:gd name="connsiteY16" fmla="*/ 72162 h 99991"/>
                <a:gd name="connsiteX17" fmla="*/ 20473 w 166805"/>
                <a:gd name="connsiteY17" fmla="*/ 72162 h 99991"/>
                <a:gd name="connsiteX18" fmla="*/ 19973 w 166805"/>
                <a:gd name="connsiteY18" fmla="*/ 59829 h 99991"/>
                <a:gd name="connsiteX19" fmla="*/ 39221 w 166805"/>
                <a:gd name="connsiteY19" fmla="*/ 48914 h 99991"/>
                <a:gd name="connsiteX20" fmla="*/ 71968 w 166805"/>
                <a:gd name="connsiteY20" fmla="*/ 52247 h 99991"/>
                <a:gd name="connsiteX21" fmla="*/ 82467 w 166805"/>
                <a:gd name="connsiteY21" fmla="*/ 57330 h 99991"/>
                <a:gd name="connsiteX22" fmla="*/ 121797 w 166805"/>
                <a:gd name="connsiteY22" fmla="*/ 55413 h 99991"/>
                <a:gd name="connsiteX23" fmla="*/ 149628 w 166805"/>
                <a:gd name="connsiteY23" fmla="*/ 75578 h 99991"/>
                <a:gd name="connsiteX24" fmla="*/ 131546 w 166805"/>
                <a:gd name="connsiteY24" fmla="*/ 85411 h 99991"/>
                <a:gd name="connsiteX25" fmla="*/ 61386 w 166805"/>
                <a:gd name="connsiteY25" fmla="*/ 80578 h 99991"/>
                <a:gd name="connsiteX26" fmla="*/ 25305 w 166805"/>
                <a:gd name="connsiteY26" fmla="*/ 63913 h 99991"/>
                <a:gd name="connsiteX27" fmla="*/ 19973 w 166805"/>
                <a:gd name="connsiteY27" fmla="*/ 59829 h 99991"/>
                <a:gd name="connsiteX28" fmla="*/ 19973 w 166805"/>
                <a:gd name="connsiteY28" fmla="*/ 59829 h 99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66805" h="99991">
                  <a:moveTo>
                    <a:pt x="20473" y="72162"/>
                  </a:moveTo>
                  <a:cubicBezTo>
                    <a:pt x="52137" y="95743"/>
                    <a:pt x="91550" y="103742"/>
                    <a:pt x="130463" y="98409"/>
                  </a:cubicBezTo>
                  <a:cubicBezTo>
                    <a:pt x="162293" y="93993"/>
                    <a:pt x="180542" y="63329"/>
                    <a:pt x="154127" y="39415"/>
                  </a:cubicBezTo>
                  <a:cubicBezTo>
                    <a:pt x="124297" y="12250"/>
                    <a:pt x="87383" y="2085"/>
                    <a:pt x="47970" y="2"/>
                  </a:cubicBezTo>
                  <a:cubicBezTo>
                    <a:pt x="45637" y="-82"/>
                    <a:pt x="45804" y="3251"/>
                    <a:pt x="47970" y="3501"/>
                  </a:cubicBezTo>
                  <a:cubicBezTo>
                    <a:pt x="75468" y="7001"/>
                    <a:pt x="101882" y="14584"/>
                    <a:pt x="125130" y="30249"/>
                  </a:cubicBezTo>
                  <a:cubicBezTo>
                    <a:pt x="134212" y="36415"/>
                    <a:pt x="146378" y="44914"/>
                    <a:pt x="151711" y="54747"/>
                  </a:cubicBezTo>
                  <a:cubicBezTo>
                    <a:pt x="154627" y="60079"/>
                    <a:pt x="154878" y="64912"/>
                    <a:pt x="153461" y="69162"/>
                  </a:cubicBezTo>
                  <a:cubicBezTo>
                    <a:pt x="142879" y="50747"/>
                    <a:pt x="121630" y="43248"/>
                    <a:pt x="100632" y="46581"/>
                  </a:cubicBezTo>
                  <a:cubicBezTo>
                    <a:pt x="87717" y="48581"/>
                    <a:pt x="82550" y="45497"/>
                    <a:pt x="72218" y="39665"/>
                  </a:cubicBezTo>
                  <a:cubicBezTo>
                    <a:pt x="67052" y="36748"/>
                    <a:pt x="60886" y="33498"/>
                    <a:pt x="54803" y="33082"/>
                  </a:cubicBezTo>
                  <a:cubicBezTo>
                    <a:pt x="39138" y="31915"/>
                    <a:pt x="30472" y="48997"/>
                    <a:pt x="14973" y="49497"/>
                  </a:cubicBezTo>
                  <a:cubicBezTo>
                    <a:pt x="13640" y="49497"/>
                    <a:pt x="12557" y="49914"/>
                    <a:pt x="11807" y="50580"/>
                  </a:cubicBezTo>
                  <a:cubicBezTo>
                    <a:pt x="5057" y="39915"/>
                    <a:pt x="5224" y="27749"/>
                    <a:pt x="23972" y="22666"/>
                  </a:cubicBezTo>
                  <a:cubicBezTo>
                    <a:pt x="28139" y="21500"/>
                    <a:pt x="26389" y="15167"/>
                    <a:pt x="22222" y="16250"/>
                  </a:cubicBezTo>
                  <a:cubicBezTo>
                    <a:pt x="9807" y="19500"/>
                    <a:pt x="725" y="23999"/>
                    <a:pt x="58" y="38165"/>
                  </a:cubicBezTo>
                  <a:cubicBezTo>
                    <a:pt x="-858" y="52747"/>
                    <a:pt x="9224" y="63829"/>
                    <a:pt x="20473" y="72162"/>
                  </a:cubicBezTo>
                  <a:lnTo>
                    <a:pt x="20473" y="72162"/>
                  </a:lnTo>
                  <a:close/>
                  <a:moveTo>
                    <a:pt x="19973" y="59829"/>
                  </a:moveTo>
                  <a:cubicBezTo>
                    <a:pt x="28139" y="59163"/>
                    <a:pt x="30889" y="53663"/>
                    <a:pt x="39221" y="48914"/>
                  </a:cubicBezTo>
                  <a:cubicBezTo>
                    <a:pt x="52886" y="41081"/>
                    <a:pt x="60469" y="44997"/>
                    <a:pt x="71968" y="52247"/>
                  </a:cubicBezTo>
                  <a:cubicBezTo>
                    <a:pt x="75551" y="54497"/>
                    <a:pt x="78218" y="56330"/>
                    <a:pt x="82467" y="57330"/>
                  </a:cubicBezTo>
                  <a:cubicBezTo>
                    <a:pt x="95716" y="60579"/>
                    <a:pt x="108465" y="51914"/>
                    <a:pt x="121797" y="55413"/>
                  </a:cubicBezTo>
                  <a:cubicBezTo>
                    <a:pt x="132713" y="58330"/>
                    <a:pt x="142295" y="66996"/>
                    <a:pt x="149628" y="75578"/>
                  </a:cubicBezTo>
                  <a:cubicBezTo>
                    <a:pt x="145211" y="80494"/>
                    <a:pt x="138379" y="83994"/>
                    <a:pt x="131546" y="85411"/>
                  </a:cubicBezTo>
                  <a:cubicBezTo>
                    <a:pt x="108882" y="90327"/>
                    <a:pt x="83134" y="87494"/>
                    <a:pt x="61386" y="80578"/>
                  </a:cubicBezTo>
                  <a:cubicBezTo>
                    <a:pt x="48720" y="76578"/>
                    <a:pt x="36388" y="71162"/>
                    <a:pt x="25305" y="63913"/>
                  </a:cubicBezTo>
                  <a:cubicBezTo>
                    <a:pt x="23473" y="62662"/>
                    <a:pt x="21723" y="61329"/>
                    <a:pt x="19973" y="59829"/>
                  </a:cubicBezTo>
                  <a:lnTo>
                    <a:pt x="19973" y="59829"/>
                  </a:lnTo>
                  <a:close/>
                </a:path>
              </a:pathLst>
            </a:custGeom>
            <a:grpFill/>
            <a:ln w="8332" cap="flat">
              <a:noFill/>
              <a:prstDash val="solid"/>
              <a:miter/>
            </a:ln>
          </p:spPr>
          <p:txBody>
            <a:bodyPr rtlCol="0" anchor="ctr"/>
            <a:lstStyle/>
            <a:p>
              <a:endParaRPr lang="en-US"/>
            </a:p>
          </p:txBody>
        </p:sp>
        <p:sp>
          <p:nvSpPr>
            <p:cNvPr id="1744" name="Freeform: Shape 1743"/>
            <p:cNvSpPr/>
            <p:nvPr/>
          </p:nvSpPr>
          <p:spPr>
            <a:xfrm>
              <a:off x="4601763" y="3285903"/>
              <a:ext cx="1011088" cy="330313"/>
            </a:xfrm>
            <a:custGeom>
              <a:avLst/>
              <a:gdLst>
                <a:gd name="connsiteX0" fmla="*/ 55588 w 1011088"/>
                <a:gd name="connsiteY0" fmla="*/ 321949 h 330313"/>
                <a:gd name="connsiteX1" fmla="*/ 174078 w 1011088"/>
                <a:gd name="connsiteY1" fmla="*/ 326448 h 330313"/>
                <a:gd name="connsiteX2" fmla="*/ 439387 w 1011088"/>
                <a:gd name="connsiteY2" fmla="*/ 277619 h 330313"/>
                <a:gd name="connsiteX3" fmla="*/ 708613 w 1011088"/>
                <a:gd name="connsiteY3" fmla="*/ 221291 h 330313"/>
                <a:gd name="connsiteX4" fmla="*/ 955590 w 1011088"/>
                <a:gd name="connsiteY4" fmla="*/ 148964 h 330313"/>
                <a:gd name="connsiteX5" fmla="*/ 999670 w 1011088"/>
                <a:gd name="connsiteY5" fmla="*/ 114801 h 330313"/>
                <a:gd name="connsiteX6" fmla="*/ 1011086 w 1011088"/>
                <a:gd name="connsiteY6" fmla="*/ 76721 h 330313"/>
                <a:gd name="connsiteX7" fmla="*/ 951924 w 1011088"/>
                <a:gd name="connsiteY7" fmla="*/ 20809 h 330313"/>
                <a:gd name="connsiteX8" fmla="*/ 708196 w 1011088"/>
                <a:gd name="connsiteY8" fmla="*/ 7310 h 330313"/>
                <a:gd name="connsiteX9" fmla="*/ 583124 w 1011088"/>
                <a:gd name="connsiteY9" fmla="*/ 26225 h 330313"/>
                <a:gd name="connsiteX10" fmla="*/ 458718 w 1011088"/>
                <a:gd name="connsiteY10" fmla="*/ 52223 h 330313"/>
                <a:gd name="connsiteX11" fmla="*/ 457052 w 1011088"/>
                <a:gd name="connsiteY11" fmla="*/ 52640 h 330313"/>
                <a:gd name="connsiteX12" fmla="*/ 347228 w 1011088"/>
                <a:gd name="connsiteY12" fmla="*/ 82553 h 330313"/>
                <a:gd name="connsiteX13" fmla="*/ 216157 w 1011088"/>
                <a:gd name="connsiteY13" fmla="*/ 121800 h 330313"/>
                <a:gd name="connsiteX14" fmla="*/ 81169 w 1011088"/>
                <a:gd name="connsiteY14" fmla="*/ 173712 h 330313"/>
                <a:gd name="connsiteX15" fmla="*/ 677 w 1011088"/>
                <a:gd name="connsiteY15" fmla="*/ 250455 h 330313"/>
                <a:gd name="connsiteX16" fmla="*/ 55588 w 1011088"/>
                <a:gd name="connsiteY16" fmla="*/ 321949 h 330313"/>
                <a:gd name="connsiteX17" fmla="*/ 55588 w 1011088"/>
                <a:gd name="connsiteY17" fmla="*/ 321949 h 330313"/>
                <a:gd name="connsiteX18" fmla="*/ 20258 w 1011088"/>
                <a:gd name="connsiteY18" fmla="*/ 242456 h 330313"/>
                <a:gd name="connsiteX19" fmla="*/ 60088 w 1011088"/>
                <a:gd name="connsiteY19" fmla="*/ 204126 h 330313"/>
                <a:gd name="connsiteX20" fmla="*/ 162412 w 1011088"/>
                <a:gd name="connsiteY20" fmla="*/ 156880 h 330313"/>
                <a:gd name="connsiteX21" fmla="*/ 267403 w 1011088"/>
                <a:gd name="connsiteY21" fmla="*/ 118967 h 330313"/>
                <a:gd name="connsiteX22" fmla="*/ 331897 w 1011088"/>
                <a:gd name="connsiteY22" fmla="*/ 99135 h 330313"/>
                <a:gd name="connsiteX23" fmla="*/ 340813 w 1011088"/>
                <a:gd name="connsiteY23" fmla="*/ 96552 h 330313"/>
                <a:gd name="connsiteX24" fmla="*/ 471967 w 1011088"/>
                <a:gd name="connsiteY24" fmla="*/ 61306 h 330313"/>
                <a:gd name="connsiteX25" fmla="*/ 722195 w 1011088"/>
                <a:gd name="connsiteY25" fmla="*/ 20976 h 330313"/>
                <a:gd name="connsiteX26" fmla="*/ 951341 w 1011088"/>
                <a:gd name="connsiteY26" fmla="*/ 37724 h 330313"/>
                <a:gd name="connsiteX27" fmla="*/ 994170 w 1011088"/>
                <a:gd name="connsiteY27" fmla="*/ 71721 h 330313"/>
                <a:gd name="connsiteX28" fmla="*/ 977838 w 1011088"/>
                <a:gd name="connsiteY28" fmla="*/ 115551 h 330313"/>
                <a:gd name="connsiteX29" fmla="*/ 871598 w 1011088"/>
                <a:gd name="connsiteY29" fmla="*/ 167296 h 330313"/>
                <a:gd name="connsiteX30" fmla="*/ 638036 w 1011088"/>
                <a:gd name="connsiteY30" fmla="*/ 222708 h 330313"/>
                <a:gd name="connsiteX31" fmla="*/ 397974 w 1011088"/>
                <a:gd name="connsiteY31" fmla="*/ 272870 h 330313"/>
                <a:gd name="connsiteX32" fmla="*/ 159412 w 1011088"/>
                <a:gd name="connsiteY32" fmla="*/ 313949 h 330313"/>
                <a:gd name="connsiteX33" fmla="*/ 46506 w 1011088"/>
                <a:gd name="connsiteY33" fmla="*/ 302284 h 330313"/>
                <a:gd name="connsiteX34" fmla="*/ 20258 w 1011088"/>
                <a:gd name="connsiteY34" fmla="*/ 242456 h 330313"/>
                <a:gd name="connsiteX35" fmla="*/ 20258 w 1011088"/>
                <a:gd name="connsiteY35" fmla="*/ 242456 h 330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11088" h="330313">
                  <a:moveTo>
                    <a:pt x="55588" y="321949"/>
                  </a:moveTo>
                  <a:cubicBezTo>
                    <a:pt x="93585" y="333614"/>
                    <a:pt x="134998" y="331031"/>
                    <a:pt x="174078" y="326448"/>
                  </a:cubicBezTo>
                  <a:cubicBezTo>
                    <a:pt x="263070" y="316116"/>
                    <a:pt x="351728" y="296118"/>
                    <a:pt x="439387" y="277619"/>
                  </a:cubicBezTo>
                  <a:cubicBezTo>
                    <a:pt x="529129" y="258704"/>
                    <a:pt x="618954" y="240706"/>
                    <a:pt x="708613" y="221291"/>
                  </a:cubicBezTo>
                  <a:cubicBezTo>
                    <a:pt x="791522" y="203293"/>
                    <a:pt x="879597" y="188461"/>
                    <a:pt x="955590" y="148964"/>
                  </a:cubicBezTo>
                  <a:cubicBezTo>
                    <a:pt x="971756" y="140548"/>
                    <a:pt x="988004" y="128799"/>
                    <a:pt x="999670" y="114801"/>
                  </a:cubicBezTo>
                  <a:cubicBezTo>
                    <a:pt x="1009252" y="103302"/>
                    <a:pt x="1011169" y="91469"/>
                    <a:pt x="1011086" y="76721"/>
                  </a:cubicBezTo>
                  <a:cubicBezTo>
                    <a:pt x="1010919" y="47223"/>
                    <a:pt x="975422" y="30058"/>
                    <a:pt x="951924" y="20809"/>
                  </a:cubicBezTo>
                  <a:cubicBezTo>
                    <a:pt x="874431" y="-9688"/>
                    <a:pt x="789022" y="394"/>
                    <a:pt x="708196" y="7310"/>
                  </a:cubicBezTo>
                  <a:cubicBezTo>
                    <a:pt x="665866" y="10893"/>
                    <a:pt x="624870" y="18226"/>
                    <a:pt x="583124" y="26225"/>
                  </a:cubicBezTo>
                  <a:cubicBezTo>
                    <a:pt x="541544" y="34141"/>
                    <a:pt x="499798" y="41640"/>
                    <a:pt x="458718" y="52223"/>
                  </a:cubicBezTo>
                  <a:cubicBezTo>
                    <a:pt x="458135" y="52390"/>
                    <a:pt x="457635" y="52556"/>
                    <a:pt x="457052" y="52640"/>
                  </a:cubicBezTo>
                  <a:cubicBezTo>
                    <a:pt x="420055" y="60806"/>
                    <a:pt x="383058" y="71138"/>
                    <a:pt x="347228" y="82553"/>
                  </a:cubicBezTo>
                  <a:cubicBezTo>
                    <a:pt x="303816" y="96386"/>
                    <a:pt x="258820" y="105801"/>
                    <a:pt x="216157" y="121800"/>
                  </a:cubicBezTo>
                  <a:cubicBezTo>
                    <a:pt x="171328" y="138632"/>
                    <a:pt x="123666" y="151547"/>
                    <a:pt x="81169" y="173712"/>
                  </a:cubicBezTo>
                  <a:cubicBezTo>
                    <a:pt x="51672" y="189127"/>
                    <a:pt x="6343" y="213709"/>
                    <a:pt x="677" y="250455"/>
                  </a:cubicBezTo>
                  <a:cubicBezTo>
                    <a:pt x="-4907" y="286285"/>
                    <a:pt x="25008" y="312449"/>
                    <a:pt x="55588" y="321949"/>
                  </a:cubicBezTo>
                  <a:lnTo>
                    <a:pt x="55588" y="321949"/>
                  </a:lnTo>
                  <a:close/>
                  <a:moveTo>
                    <a:pt x="20258" y="242456"/>
                  </a:moveTo>
                  <a:cubicBezTo>
                    <a:pt x="28591" y="225791"/>
                    <a:pt x="45089" y="214292"/>
                    <a:pt x="60088" y="204126"/>
                  </a:cubicBezTo>
                  <a:cubicBezTo>
                    <a:pt x="91752" y="182711"/>
                    <a:pt x="126582" y="169629"/>
                    <a:pt x="162412" y="156880"/>
                  </a:cubicBezTo>
                  <a:cubicBezTo>
                    <a:pt x="197409" y="144381"/>
                    <a:pt x="231656" y="129633"/>
                    <a:pt x="267403" y="118967"/>
                  </a:cubicBezTo>
                  <a:cubicBezTo>
                    <a:pt x="288900" y="112551"/>
                    <a:pt x="310399" y="105885"/>
                    <a:pt x="331897" y="99135"/>
                  </a:cubicBezTo>
                  <a:cubicBezTo>
                    <a:pt x="334896" y="98302"/>
                    <a:pt x="337813" y="97469"/>
                    <a:pt x="340813" y="96552"/>
                  </a:cubicBezTo>
                  <a:cubicBezTo>
                    <a:pt x="384309" y="83970"/>
                    <a:pt x="427721" y="70971"/>
                    <a:pt x="471967" y="61306"/>
                  </a:cubicBezTo>
                  <a:cubicBezTo>
                    <a:pt x="554460" y="43141"/>
                    <a:pt x="638036" y="28142"/>
                    <a:pt x="722195" y="20976"/>
                  </a:cubicBezTo>
                  <a:cubicBezTo>
                    <a:pt x="797855" y="14560"/>
                    <a:pt x="879430" y="8144"/>
                    <a:pt x="951341" y="37724"/>
                  </a:cubicBezTo>
                  <a:cubicBezTo>
                    <a:pt x="967006" y="44140"/>
                    <a:pt x="988337" y="54473"/>
                    <a:pt x="994170" y="71721"/>
                  </a:cubicBezTo>
                  <a:cubicBezTo>
                    <a:pt x="1000087" y="89303"/>
                    <a:pt x="990421" y="104302"/>
                    <a:pt x="977838" y="115551"/>
                  </a:cubicBezTo>
                  <a:cubicBezTo>
                    <a:pt x="948508" y="141715"/>
                    <a:pt x="908595" y="155630"/>
                    <a:pt x="871598" y="167296"/>
                  </a:cubicBezTo>
                  <a:cubicBezTo>
                    <a:pt x="795438" y="191294"/>
                    <a:pt x="715945" y="205876"/>
                    <a:pt x="638036" y="222708"/>
                  </a:cubicBezTo>
                  <a:cubicBezTo>
                    <a:pt x="558210" y="239873"/>
                    <a:pt x="478050" y="256788"/>
                    <a:pt x="397974" y="272870"/>
                  </a:cubicBezTo>
                  <a:cubicBezTo>
                    <a:pt x="319315" y="288618"/>
                    <a:pt x="239488" y="307200"/>
                    <a:pt x="159412" y="313949"/>
                  </a:cubicBezTo>
                  <a:cubicBezTo>
                    <a:pt x="122165" y="317116"/>
                    <a:pt x="81419" y="318116"/>
                    <a:pt x="46506" y="302284"/>
                  </a:cubicBezTo>
                  <a:cubicBezTo>
                    <a:pt x="24924" y="292535"/>
                    <a:pt x="8926" y="265037"/>
                    <a:pt x="20258" y="242456"/>
                  </a:cubicBezTo>
                  <a:lnTo>
                    <a:pt x="20258" y="242456"/>
                  </a:lnTo>
                  <a:close/>
                </a:path>
              </a:pathLst>
            </a:custGeom>
            <a:grpFill/>
            <a:ln w="8332" cap="flat">
              <a:noFill/>
              <a:prstDash val="solid"/>
              <a:miter/>
            </a:ln>
          </p:spPr>
          <p:txBody>
            <a:bodyPr rtlCol="0" anchor="ctr"/>
            <a:lstStyle/>
            <a:p>
              <a:endParaRPr lang="en-US"/>
            </a:p>
          </p:txBody>
        </p:sp>
        <p:sp>
          <p:nvSpPr>
            <p:cNvPr id="1745" name="Freeform: Shape 1744"/>
            <p:cNvSpPr/>
            <p:nvPr/>
          </p:nvSpPr>
          <p:spPr>
            <a:xfrm>
              <a:off x="5284139" y="3331339"/>
              <a:ext cx="144169" cy="70632"/>
            </a:xfrm>
            <a:custGeom>
              <a:avLst/>
              <a:gdLst>
                <a:gd name="connsiteX0" fmla="*/ 4489 w 144169"/>
                <a:gd name="connsiteY0" fmla="*/ 38 h 70632"/>
                <a:gd name="connsiteX1" fmla="*/ 144060 w 144169"/>
                <a:gd name="connsiteY1" fmla="*/ 65865 h 70632"/>
                <a:gd name="connsiteX2" fmla="*/ 142560 w 144169"/>
                <a:gd name="connsiteY2" fmla="*/ 66865 h 70632"/>
                <a:gd name="connsiteX3" fmla="*/ 19321 w 144169"/>
                <a:gd name="connsiteY3" fmla="*/ 11120 h 70632"/>
                <a:gd name="connsiteX4" fmla="*/ 57151 w 144169"/>
                <a:gd name="connsiteY4" fmla="*/ 40284 h 70632"/>
                <a:gd name="connsiteX5" fmla="*/ 129228 w 144169"/>
                <a:gd name="connsiteY5" fmla="*/ 64532 h 70632"/>
                <a:gd name="connsiteX6" fmla="*/ 127228 w 144169"/>
                <a:gd name="connsiteY6" fmla="*/ 70531 h 70632"/>
                <a:gd name="connsiteX7" fmla="*/ 50569 w 144169"/>
                <a:gd name="connsiteY7" fmla="*/ 46950 h 70632"/>
                <a:gd name="connsiteX8" fmla="*/ 1823 w 144169"/>
                <a:gd name="connsiteY8" fmla="*/ 7954 h 70632"/>
                <a:gd name="connsiteX9" fmla="*/ 4489 w 144169"/>
                <a:gd name="connsiteY9" fmla="*/ 38 h 70632"/>
                <a:gd name="connsiteX10" fmla="*/ 4489 w 144169"/>
                <a:gd name="connsiteY10" fmla="*/ 38 h 70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4169" h="70632">
                  <a:moveTo>
                    <a:pt x="4489" y="38"/>
                  </a:moveTo>
                  <a:cubicBezTo>
                    <a:pt x="57235" y="7204"/>
                    <a:pt x="115312" y="15953"/>
                    <a:pt x="144060" y="65865"/>
                  </a:cubicBezTo>
                  <a:cubicBezTo>
                    <a:pt x="144560" y="66782"/>
                    <a:pt x="143227" y="67782"/>
                    <a:pt x="142560" y="66865"/>
                  </a:cubicBezTo>
                  <a:cubicBezTo>
                    <a:pt x="113729" y="27535"/>
                    <a:pt x="65151" y="18369"/>
                    <a:pt x="19321" y="11120"/>
                  </a:cubicBezTo>
                  <a:cubicBezTo>
                    <a:pt x="30903" y="22036"/>
                    <a:pt x="40819" y="34035"/>
                    <a:pt x="57151" y="40284"/>
                  </a:cubicBezTo>
                  <a:cubicBezTo>
                    <a:pt x="80649" y="49367"/>
                    <a:pt x="105397" y="56116"/>
                    <a:pt x="129228" y="64532"/>
                  </a:cubicBezTo>
                  <a:cubicBezTo>
                    <a:pt x="133144" y="65865"/>
                    <a:pt x="131145" y="71448"/>
                    <a:pt x="127228" y="70531"/>
                  </a:cubicBezTo>
                  <a:cubicBezTo>
                    <a:pt x="101730" y="64698"/>
                    <a:pt x="74567" y="57366"/>
                    <a:pt x="50569" y="46950"/>
                  </a:cubicBezTo>
                  <a:cubicBezTo>
                    <a:pt x="30070" y="38034"/>
                    <a:pt x="19821" y="19536"/>
                    <a:pt x="1823" y="7954"/>
                  </a:cubicBezTo>
                  <a:cubicBezTo>
                    <a:pt x="-1593" y="5787"/>
                    <a:pt x="73" y="-546"/>
                    <a:pt x="4489" y="38"/>
                  </a:cubicBezTo>
                  <a:lnTo>
                    <a:pt x="4489" y="38"/>
                  </a:lnTo>
                  <a:close/>
                </a:path>
              </a:pathLst>
            </a:custGeom>
            <a:grpFill/>
            <a:ln w="8332" cap="flat">
              <a:noFill/>
              <a:prstDash val="solid"/>
              <a:miter/>
            </a:ln>
          </p:spPr>
          <p:txBody>
            <a:bodyPr rtlCol="0" anchor="ctr"/>
            <a:lstStyle/>
            <a:p>
              <a:endParaRPr lang="en-US"/>
            </a:p>
          </p:txBody>
        </p:sp>
        <p:sp>
          <p:nvSpPr>
            <p:cNvPr id="1746" name="Freeform: Shape 1745"/>
            <p:cNvSpPr/>
            <p:nvPr/>
          </p:nvSpPr>
          <p:spPr>
            <a:xfrm>
              <a:off x="5118718" y="3361943"/>
              <a:ext cx="180988" cy="82119"/>
            </a:xfrm>
            <a:custGeom>
              <a:avLst/>
              <a:gdLst>
                <a:gd name="connsiteX0" fmla="*/ 3592 w 180988"/>
                <a:gd name="connsiteY0" fmla="*/ 10930 h 82119"/>
                <a:gd name="connsiteX1" fmla="*/ 24173 w 180988"/>
                <a:gd name="connsiteY1" fmla="*/ 28595 h 82119"/>
                <a:gd name="connsiteX2" fmla="*/ 42005 w 180988"/>
                <a:gd name="connsiteY2" fmla="*/ 42177 h 82119"/>
                <a:gd name="connsiteX3" fmla="*/ 80085 w 180988"/>
                <a:gd name="connsiteY3" fmla="*/ 61008 h 82119"/>
                <a:gd name="connsiteX4" fmla="*/ 177493 w 180988"/>
                <a:gd name="connsiteY4" fmla="*/ 82090 h 82119"/>
                <a:gd name="connsiteX5" fmla="*/ 178743 w 180988"/>
                <a:gd name="connsiteY5" fmla="*/ 75424 h 82119"/>
                <a:gd name="connsiteX6" fmla="*/ 177493 w 180988"/>
                <a:gd name="connsiteY6" fmla="*/ 75007 h 82119"/>
                <a:gd name="connsiteX7" fmla="*/ 177493 w 180988"/>
                <a:gd name="connsiteY7" fmla="*/ 74924 h 82119"/>
                <a:gd name="connsiteX8" fmla="*/ 153578 w 180988"/>
                <a:gd name="connsiteY8" fmla="*/ 46343 h 82119"/>
                <a:gd name="connsiteX9" fmla="*/ 111999 w 180988"/>
                <a:gd name="connsiteY9" fmla="*/ 20679 h 82119"/>
                <a:gd name="connsiteX10" fmla="*/ 65586 w 180988"/>
                <a:gd name="connsiteY10" fmla="*/ 6680 h 82119"/>
                <a:gd name="connsiteX11" fmla="*/ 35756 w 180988"/>
                <a:gd name="connsiteY11" fmla="*/ 2930 h 82119"/>
                <a:gd name="connsiteX12" fmla="*/ 7175 w 180988"/>
                <a:gd name="connsiteY12" fmla="*/ 347 h 82119"/>
                <a:gd name="connsiteX13" fmla="*/ 3592 w 180988"/>
                <a:gd name="connsiteY13" fmla="*/ 10930 h 82119"/>
                <a:gd name="connsiteX14" fmla="*/ 3592 w 180988"/>
                <a:gd name="connsiteY14" fmla="*/ 10930 h 82119"/>
                <a:gd name="connsiteX15" fmla="*/ 24590 w 180988"/>
                <a:gd name="connsiteY15" fmla="*/ 14179 h 82119"/>
                <a:gd name="connsiteX16" fmla="*/ 46088 w 180988"/>
                <a:gd name="connsiteY16" fmla="*/ 15429 h 82119"/>
                <a:gd name="connsiteX17" fmla="*/ 92001 w 180988"/>
                <a:gd name="connsiteY17" fmla="*/ 24929 h 82119"/>
                <a:gd name="connsiteX18" fmla="*/ 135913 w 180988"/>
                <a:gd name="connsiteY18" fmla="*/ 45677 h 82119"/>
                <a:gd name="connsiteX19" fmla="*/ 170243 w 180988"/>
                <a:gd name="connsiteY19" fmla="*/ 73174 h 82119"/>
                <a:gd name="connsiteX20" fmla="*/ 128580 w 180988"/>
                <a:gd name="connsiteY20" fmla="*/ 65758 h 82119"/>
                <a:gd name="connsiteX21" fmla="*/ 83085 w 180988"/>
                <a:gd name="connsiteY21" fmla="*/ 51926 h 82119"/>
                <a:gd name="connsiteX22" fmla="*/ 39839 w 180988"/>
                <a:gd name="connsiteY22" fmla="*/ 28678 h 82119"/>
                <a:gd name="connsiteX23" fmla="*/ 24590 w 180988"/>
                <a:gd name="connsiteY23" fmla="*/ 14179 h 82119"/>
                <a:gd name="connsiteX24" fmla="*/ 24590 w 180988"/>
                <a:gd name="connsiteY24" fmla="*/ 14179 h 82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80988" h="82119">
                  <a:moveTo>
                    <a:pt x="3592" y="10930"/>
                  </a:moveTo>
                  <a:cubicBezTo>
                    <a:pt x="10924" y="14179"/>
                    <a:pt x="18007" y="23345"/>
                    <a:pt x="24173" y="28595"/>
                  </a:cubicBezTo>
                  <a:cubicBezTo>
                    <a:pt x="29840" y="33428"/>
                    <a:pt x="35672" y="38177"/>
                    <a:pt x="42005" y="42177"/>
                  </a:cubicBezTo>
                  <a:cubicBezTo>
                    <a:pt x="54004" y="49843"/>
                    <a:pt x="66753" y="56009"/>
                    <a:pt x="80085" y="61008"/>
                  </a:cubicBezTo>
                  <a:cubicBezTo>
                    <a:pt x="111999" y="72924"/>
                    <a:pt x="143913" y="77757"/>
                    <a:pt x="177493" y="82090"/>
                  </a:cubicBezTo>
                  <a:cubicBezTo>
                    <a:pt x="181409" y="82590"/>
                    <a:pt x="182326" y="76590"/>
                    <a:pt x="178743" y="75424"/>
                  </a:cubicBezTo>
                  <a:cubicBezTo>
                    <a:pt x="178326" y="75257"/>
                    <a:pt x="177910" y="75174"/>
                    <a:pt x="177493" y="75007"/>
                  </a:cubicBezTo>
                  <a:cubicBezTo>
                    <a:pt x="177493" y="74924"/>
                    <a:pt x="177493" y="74924"/>
                    <a:pt x="177493" y="74924"/>
                  </a:cubicBezTo>
                  <a:cubicBezTo>
                    <a:pt x="175076" y="63592"/>
                    <a:pt x="162078" y="53426"/>
                    <a:pt x="153578" y="46343"/>
                  </a:cubicBezTo>
                  <a:cubicBezTo>
                    <a:pt x="140913" y="35677"/>
                    <a:pt x="127164" y="27262"/>
                    <a:pt x="111999" y="20679"/>
                  </a:cubicBezTo>
                  <a:cubicBezTo>
                    <a:pt x="97167" y="14263"/>
                    <a:pt x="81585" y="9263"/>
                    <a:pt x="65586" y="6680"/>
                  </a:cubicBezTo>
                  <a:cubicBezTo>
                    <a:pt x="55754" y="5097"/>
                    <a:pt x="45755" y="3930"/>
                    <a:pt x="35756" y="2930"/>
                  </a:cubicBezTo>
                  <a:cubicBezTo>
                    <a:pt x="26673" y="2014"/>
                    <a:pt x="15841" y="3264"/>
                    <a:pt x="7175" y="347"/>
                  </a:cubicBezTo>
                  <a:cubicBezTo>
                    <a:pt x="92" y="-1986"/>
                    <a:pt x="-2907" y="8097"/>
                    <a:pt x="3592" y="10930"/>
                  </a:cubicBezTo>
                  <a:lnTo>
                    <a:pt x="3592" y="10930"/>
                  </a:lnTo>
                  <a:close/>
                  <a:moveTo>
                    <a:pt x="24590" y="14179"/>
                  </a:moveTo>
                  <a:cubicBezTo>
                    <a:pt x="31923" y="14513"/>
                    <a:pt x="39339" y="14596"/>
                    <a:pt x="46088" y="15429"/>
                  </a:cubicBezTo>
                  <a:cubicBezTo>
                    <a:pt x="61753" y="17346"/>
                    <a:pt x="77002" y="19762"/>
                    <a:pt x="92001" y="24929"/>
                  </a:cubicBezTo>
                  <a:cubicBezTo>
                    <a:pt x="107332" y="30178"/>
                    <a:pt x="122165" y="37011"/>
                    <a:pt x="135913" y="45677"/>
                  </a:cubicBezTo>
                  <a:cubicBezTo>
                    <a:pt x="147246" y="52842"/>
                    <a:pt x="161328" y="62342"/>
                    <a:pt x="170243" y="73174"/>
                  </a:cubicBezTo>
                  <a:cubicBezTo>
                    <a:pt x="156578" y="69924"/>
                    <a:pt x="142246" y="69091"/>
                    <a:pt x="128580" y="65758"/>
                  </a:cubicBezTo>
                  <a:cubicBezTo>
                    <a:pt x="113165" y="62008"/>
                    <a:pt x="97917" y="57509"/>
                    <a:pt x="83085" y="51926"/>
                  </a:cubicBezTo>
                  <a:cubicBezTo>
                    <a:pt x="67753" y="46093"/>
                    <a:pt x="52838" y="38677"/>
                    <a:pt x="39839" y="28678"/>
                  </a:cubicBezTo>
                  <a:cubicBezTo>
                    <a:pt x="34589" y="24679"/>
                    <a:pt x="29673" y="19262"/>
                    <a:pt x="24590" y="14179"/>
                  </a:cubicBezTo>
                  <a:lnTo>
                    <a:pt x="24590" y="14179"/>
                  </a:lnTo>
                  <a:close/>
                </a:path>
              </a:pathLst>
            </a:custGeom>
            <a:grpFill/>
            <a:ln w="8332" cap="flat">
              <a:noFill/>
              <a:prstDash val="solid"/>
              <a:miter/>
            </a:ln>
          </p:spPr>
          <p:txBody>
            <a:bodyPr rtlCol="0" anchor="ctr"/>
            <a:lstStyle/>
            <a:p>
              <a:endParaRPr lang="en-US"/>
            </a:p>
          </p:txBody>
        </p:sp>
        <p:sp>
          <p:nvSpPr>
            <p:cNvPr id="1747" name="Freeform: Shape 1746"/>
            <p:cNvSpPr/>
            <p:nvPr/>
          </p:nvSpPr>
          <p:spPr>
            <a:xfrm>
              <a:off x="4974190" y="3399272"/>
              <a:ext cx="166043" cy="80271"/>
            </a:xfrm>
            <a:custGeom>
              <a:avLst/>
              <a:gdLst>
                <a:gd name="connsiteX0" fmla="*/ 4966 w 166043"/>
                <a:gd name="connsiteY0" fmla="*/ 15 h 80271"/>
                <a:gd name="connsiteX1" fmla="*/ 54461 w 166043"/>
                <a:gd name="connsiteY1" fmla="*/ 8431 h 80271"/>
                <a:gd name="connsiteX2" fmla="*/ 102373 w 166043"/>
                <a:gd name="connsiteY2" fmla="*/ 18847 h 80271"/>
                <a:gd name="connsiteX3" fmla="*/ 166035 w 166043"/>
                <a:gd name="connsiteY3" fmla="*/ 73675 h 80271"/>
                <a:gd name="connsiteX4" fmla="*/ 162868 w 166043"/>
                <a:gd name="connsiteY4" fmla="*/ 75258 h 80271"/>
                <a:gd name="connsiteX5" fmla="*/ 87292 w 166043"/>
                <a:gd name="connsiteY5" fmla="*/ 25179 h 80271"/>
                <a:gd name="connsiteX6" fmla="*/ 40462 w 166043"/>
                <a:gd name="connsiteY6" fmla="*/ 18513 h 80271"/>
                <a:gd name="connsiteX7" fmla="*/ 21714 w 166043"/>
                <a:gd name="connsiteY7" fmla="*/ 14347 h 80271"/>
                <a:gd name="connsiteX8" fmla="*/ 35796 w 166043"/>
                <a:gd name="connsiteY8" fmla="*/ 23680 h 80271"/>
                <a:gd name="connsiteX9" fmla="*/ 75126 w 166043"/>
                <a:gd name="connsiteY9" fmla="*/ 48844 h 80271"/>
                <a:gd name="connsiteX10" fmla="*/ 159369 w 166043"/>
                <a:gd name="connsiteY10" fmla="*/ 72509 h 80271"/>
                <a:gd name="connsiteX11" fmla="*/ 156869 w 166043"/>
                <a:gd name="connsiteY11" fmla="*/ 80091 h 80271"/>
                <a:gd name="connsiteX12" fmla="*/ 68460 w 166043"/>
                <a:gd name="connsiteY12" fmla="*/ 55177 h 80271"/>
                <a:gd name="connsiteX13" fmla="*/ 28797 w 166043"/>
                <a:gd name="connsiteY13" fmla="*/ 29346 h 80271"/>
                <a:gd name="connsiteX14" fmla="*/ 1049 w 166043"/>
                <a:gd name="connsiteY14" fmla="*/ 8181 h 80271"/>
                <a:gd name="connsiteX15" fmla="*/ 4966 w 166043"/>
                <a:gd name="connsiteY15" fmla="*/ 15 h 80271"/>
                <a:gd name="connsiteX16" fmla="*/ 4966 w 166043"/>
                <a:gd name="connsiteY16" fmla="*/ 15 h 80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043" h="80271">
                  <a:moveTo>
                    <a:pt x="4966" y="15"/>
                  </a:moveTo>
                  <a:cubicBezTo>
                    <a:pt x="21548" y="1182"/>
                    <a:pt x="37546" y="7348"/>
                    <a:pt x="54461" y="8431"/>
                  </a:cubicBezTo>
                  <a:cubicBezTo>
                    <a:pt x="71377" y="9514"/>
                    <a:pt x="86708" y="12097"/>
                    <a:pt x="102373" y="18847"/>
                  </a:cubicBezTo>
                  <a:cubicBezTo>
                    <a:pt x="124955" y="28596"/>
                    <a:pt x="162618" y="45428"/>
                    <a:pt x="166035" y="73675"/>
                  </a:cubicBezTo>
                  <a:cubicBezTo>
                    <a:pt x="166201" y="75258"/>
                    <a:pt x="164118" y="76925"/>
                    <a:pt x="162868" y="75258"/>
                  </a:cubicBezTo>
                  <a:cubicBezTo>
                    <a:pt x="145036" y="51427"/>
                    <a:pt x="115289" y="34429"/>
                    <a:pt x="87292" y="25179"/>
                  </a:cubicBezTo>
                  <a:cubicBezTo>
                    <a:pt x="71960" y="20097"/>
                    <a:pt x="56211" y="20763"/>
                    <a:pt x="40462" y="18513"/>
                  </a:cubicBezTo>
                  <a:cubicBezTo>
                    <a:pt x="34047" y="17597"/>
                    <a:pt x="27880" y="16014"/>
                    <a:pt x="21714" y="14347"/>
                  </a:cubicBezTo>
                  <a:cubicBezTo>
                    <a:pt x="26714" y="17847"/>
                    <a:pt x="31964" y="21013"/>
                    <a:pt x="35796" y="23680"/>
                  </a:cubicBezTo>
                  <a:cubicBezTo>
                    <a:pt x="48462" y="32512"/>
                    <a:pt x="61210" y="42095"/>
                    <a:pt x="75126" y="48844"/>
                  </a:cubicBezTo>
                  <a:cubicBezTo>
                    <a:pt x="102124" y="62010"/>
                    <a:pt x="131454" y="63093"/>
                    <a:pt x="159369" y="72509"/>
                  </a:cubicBezTo>
                  <a:cubicBezTo>
                    <a:pt x="164285" y="74175"/>
                    <a:pt x="161785" y="81508"/>
                    <a:pt x="156869" y="80091"/>
                  </a:cubicBezTo>
                  <a:cubicBezTo>
                    <a:pt x="126955" y="71509"/>
                    <a:pt x="96791" y="69509"/>
                    <a:pt x="68460" y="55177"/>
                  </a:cubicBezTo>
                  <a:cubicBezTo>
                    <a:pt x="54545" y="48094"/>
                    <a:pt x="41546" y="38345"/>
                    <a:pt x="28797" y="29346"/>
                  </a:cubicBezTo>
                  <a:cubicBezTo>
                    <a:pt x="20298" y="23346"/>
                    <a:pt x="7132" y="16764"/>
                    <a:pt x="1049" y="8181"/>
                  </a:cubicBezTo>
                  <a:cubicBezTo>
                    <a:pt x="-1284" y="4931"/>
                    <a:pt x="383" y="-318"/>
                    <a:pt x="4966" y="15"/>
                  </a:cubicBezTo>
                  <a:lnTo>
                    <a:pt x="4966" y="15"/>
                  </a:lnTo>
                  <a:close/>
                </a:path>
              </a:pathLst>
            </a:custGeom>
            <a:grpFill/>
            <a:ln w="8332" cap="flat">
              <a:noFill/>
              <a:prstDash val="solid"/>
              <a:miter/>
            </a:ln>
          </p:spPr>
          <p:txBody>
            <a:bodyPr rtlCol="0" anchor="ctr"/>
            <a:lstStyle/>
            <a:p>
              <a:endParaRPr lang="en-US"/>
            </a:p>
          </p:txBody>
        </p:sp>
        <p:sp>
          <p:nvSpPr>
            <p:cNvPr id="1748" name="Freeform: Shape 1747"/>
            <p:cNvSpPr/>
            <p:nvPr/>
          </p:nvSpPr>
          <p:spPr>
            <a:xfrm>
              <a:off x="4821842" y="3434793"/>
              <a:ext cx="161161" cy="81912"/>
            </a:xfrm>
            <a:custGeom>
              <a:avLst/>
              <a:gdLst>
                <a:gd name="connsiteX0" fmla="*/ 412 w 161161"/>
                <a:gd name="connsiteY0" fmla="*/ 6991 h 81912"/>
                <a:gd name="connsiteX1" fmla="*/ 59073 w 161161"/>
                <a:gd name="connsiteY1" fmla="*/ 57819 h 81912"/>
                <a:gd name="connsiteX2" fmla="*/ 152231 w 161161"/>
                <a:gd name="connsiteY2" fmla="*/ 81817 h 81912"/>
                <a:gd name="connsiteX3" fmla="*/ 156731 w 161161"/>
                <a:gd name="connsiteY3" fmla="*/ 75318 h 81912"/>
                <a:gd name="connsiteX4" fmla="*/ 122234 w 161161"/>
                <a:gd name="connsiteY4" fmla="*/ 24072 h 81912"/>
                <a:gd name="connsiteX5" fmla="*/ 51073 w 161161"/>
                <a:gd name="connsiteY5" fmla="*/ 7490 h 81912"/>
                <a:gd name="connsiteX6" fmla="*/ 15910 w 161161"/>
                <a:gd name="connsiteY6" fmla="*/ 1574 h 81912"/>
                <a:gd name="connsiteX7" fmla="*/ 2328 w 161161"/>
                <a:gd name="connsiteY7" fmla="*/ 824 h 81912"/>
                <a:gd name="connsiteX8" fmla="*/ 412 w 161161"/>
                <a:gd name="connsiteY8" fmla="*/ 6991 h 81912"/>
                <a:gd name="connsiteX9" fmla="*/ 412 w 161161"/>
                <a:gd name="connsiteY9" fmla="*/ 6991 h 81912"/>
                <a:gd name="connsiteX10" fmla="*/ 11244 w 161161"/>
                <a:gd name="connsiteY10" fmla="*/ 9824 h 81912"/>
                <a:gd name="connsiteX11" fmla="*/ 22409 w 161161"/>
                <a:gd name="connsiteY11" fmla="*/ 13573 h 81912"/>
                <a:gd name="connsiteX12" fmla="*/ 47657 w 161161"/>
                <a:gd name="connsiteY12" fmla="*/ 17906 h 81912"/>
                <a:gd name="connsiteX13" fmla="*/ 95319 w 161161"/>
                <a:gd name="connsiteY13" fmla="*/ 25572 h 81912"/>
                <a:gd name="connsiteX14" fmla="*/ 141649 w 161161"/>
                <a:gd name="connsiteY14" fmla="*/ 52070 h 81912"/>
                <a:gd name="connsiteX15" fmla="*/ 154065 w 161161"/>
                <a:gd name="connsiteY15" fmla="*/ 73901 h 81912"/>
                <a:gd name="connsiteX16" fmla="*/ 77821 w 161161"/>
                <a:gd name="connsiteY16" fmla="*/ 55736 h 81912"/>
                <a:gd name="connsiteX17" fmla="*/ 11244 w 161161"/>
                <a:gd name="connsiteY17" fmla="*/ 9824 h 81912"/>
                <a:gd name="connsiteX18" fmla="*/ 11244 w 161161"/>
                <a:gd name="connsiteY18" fmla="*/ 9824 h 8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1161" h="81912">
                  <a:moveTo>
                    <a:pt x="412" y="6991"/>
                  </a:moveTo>
                  <a:cubicBezTo>
                    <a:pt x="10494" y="31738"/>
                    <a:pt x="35242" y="48487"/>
                    <a:pt x="59073" y="57819"/>
                  </a:cubicBezTo>
                  <a:cubicBezTo>
                    <a:pt x="88653" y="69485"/>
                    <a:pt x="121067" y="75651"/>
                    <a:pt x="152231" y="81817"/>
                  </a:cubicBezTo>
                  <a:cubicBezTo>
                    <a:pt x="156397" y="82650"/>
                    <a:pt x="158980" y="77817"/>
                    <a:pt x="156731" y="75318"/>
                  </a:cubicBezTo>
                  <a:cubicBezTo>
                    <a:pt x="175812" y="66485"/>
                    <a:pt x="127400" y="26739"/>
                    <a:pt x="122234" y="24072"/>
                  </a:cubicBezTo>
                  <a:cubicBezTo>
                    <a:pt x="100236" y="12323"/>
                    <a:pt x="75071" y="12157"/>
                    <a:pt x="51073" y="7490"/>
                  </a:cubicBezTo>
                  <a:cubicBezTo>
                    <a:pt x="39408" y="5241"/>
                    <a:pt x="27575" y="3908"/>
                    <a:pt x="15910" y="1574"/>
                  </a:cubicBezTo>
                  <a:cubicBezTo>
                    <a:pt x="11244" y="658"/>
                    <a:pt x="6994" y="-1009"/>
                    <a:pt x="2328" y="824"/>
                  </a:cubicBezTo>
                  <a:cubicBezTo>
                    <a:pt x="-88" y="1741"/>
                    <a:pt x="-422" y="4824"/>
                    <a:pt x="412" y="6991"/>
                  </a:cubicBezTo>
                  <a:lnTo>
                    <a:pt x="412" y="6991"/>
                  </a:lnTo>
                  <a:close/>
                  <a:moveTo>
                    <a:pt x="11244" y="9824"/>
                  </a:moveTo>
                  <a:cubicBezTo>
                    <a:pt x="15243" y="10907"/>
                    <a:pt x="19826" y="12990"/>
                    <a:pt x="22409" y="13573"/>
                  </a:cubicBezTo>
                  <a:cubicBezTo>
                    <a:pt x="30742" y="15406"/>
                    <a:pt x="39325" y="16240"/>
                    <a:pt x="47657" y="17906"/>
                  </a:cubicBezTo>
                  <a:cubicBezTo>
                    <a:pt x="63406" y="20906"/>
                    <a:pt x="79738" y="21823"/>
                    <a:pt x="95319" y="25572"/>
                  </a:cubicBezTo>
                  <a:cubicBezTo>
                    <a:pt x="113068" y="29822"/>
                    <a:pt x="129067" y="38738"/>
                    <a:pt x="141649" y="52070"/>
                  </a:cubicBezTo>
                  <a:cubicBezTo>
                    <a:pt x="144815" y="55403"/>
                    <a:pt x="158814" y="69318"/>
                    <a:pt x="154065" y="73901"/>
                  </a:cubicBezTo>
                  <a:cubicBezTo>
                    <a:pt x="129150" y="66402"/>
                    <a:pt x="102819" y="63319"/>
                    <a:pt x="77821" y="55736"/>
                  </a:cubicBezTo>
                  <a:cubicBezTo>
                    <a:pt x="53990" y="48320"/>
                    <a:pt x="22160" y="34655"/>
                    <a:pt x="11244" y="9824"/>
                  </a:cubicBezTo>
                  <a:lnTo>
                    <a:pt x="11244" y="9824"/>
                  </a:lnTo>
                  <a:close/>
                </a:path>
              </a:pathLst>
            </a:custGeom>
            <a:grpFill/>
            <a:ln w="8332" cap="flat">
              <a:noFill/>
              <a:prstDash val="solid"/>
              <a:miter/>
            </a:ln>
          </p:spPr>
          <p:txBody>
            <a:bodyPr rtlCol="0" anchor="ctr"/>
            <a:lstStyle/>
            <a:p>
              <a:endParaRPr lang="en-US"/>
            </a:p>
          </p:txBody>
        </p:sp>
        <p:sp>
          <p:nvSpPr>
            <p:cNvPr id="1749" name="Freeform: Shape 1748"/>
            <p:cNvSpPr/>
            <p:nvPr/>
          </p:nvSpPr>
          <p:spPr>
            <a:xfrm>
              <a:off x="3213873" y="777564"/>
              <a:ext cx="542911" cy="392866"/>
            </a:xfrm>
            <a:custGeom>
              <a:avLst/>
              <a:gdLst>
                <a:gd name="connsiteX0" fmla="*/ 542893 w 542911"/>
                <a:gd name="connsiteY0" fmla="*/ 197025 h 392866"/>
                <a:gd name="connsiteX1" fmla="*/ 515146 w 542911"/>
                <a:gd name="connsiteY1" fmla="*/ 93701 h 392866"/>
                <a:gd name="connsiteX2" fmla="*/ 441569 w 542911"/>
                <a:gd name="connsiteY2" fmla="*/ 20708 h 392866"/>
                <a:gd name="connsiteX3" fmla="*/ 417071 w 542911"/>
                <a:gd name="connsiteY3" fmla="*/ 7292 h 392866"/>
                <a:gd name="connsiteX4" fmla="*/ 416488 w 542911"/>
                <a:gd name="connsiteY4" fmla="*/ 6959 h 392866"/>
                <a:gd name="connsiteX5" fmla="*/ 415488 w 542911"/>
                <a:gd name="connsiteY5" fmla="*/ 6626 h 392866"/>
                <a:gd name="connsiteX6" fmla="*/ 365076 w 542911"/>
                <a:gd name="connsiteY6" fmla="*/ 2709 h 392866"/>
                <a:gd name="connsiteX7" fmla="*/ 334995 w 542911"/>
                <a:gd name="connsiteY7" fmla="*/ 17708 h 392866"/>
                <a:gd name="connsiteX8" fmla="*/ 323330 w 542911"/>
                <a:gd name="connsiteY8" fmla="*/ 52205 h 392866"/>
                <a:gd name="connsiteX9" fmla="*/ 311747 w 542911"/>
                <a:gd name="connsiteY9" fmla="*/ 52955 h 392866"/>
                <a:gd name="connsiteX10" fmla="*/ 271751 w 542911"/>
                <a:gd name="connsiteY10" fmla="*/ 67787 h 392866"/>
                <a:gd name="connsiteX11" fmla="*/ 182342 w 542911"/>
                <a:gd name="connsiteY11" fmla="*/ 112533 h 392866"/>
                <a:gd name="connsiteX12" fmla="*/ 140929 w 542911"/>
                <a:gd name="connsiteY12" fmla="*/ 131781 h 392866"/>
                <a:gd name="connsiteX13" fmla="*/ 98850 w 542911"/>
                <a:gd name="connsiteY13" fmla="*/ 160945 h 392866"/>
                <a:gd name="connsiteX14" fmla="*/ 48771 w 542911"/>
                <a:gd name="connsiteY14" fmla="*/ 185110 h 392866"/>
                <a:gd name="connsiteX15" fmla="*/ 18774 w 542911"/>
                <a:gd name="connsiteY15" fmla="*/ 204191 h 392866"/>
                <a:gd name="connsiteX16" fmla="*/ 17940 w 542911"/>
                <a:gd name="connsiteY16" fmla="*/ 206608 h 392866"/>
                <a:gd name="connsiteX17" fmla="*/ 1525 w 542911"/>
                <a:gd name="connsiteY17" fmla="*/ 237105 h 392866"/>
                <a:gd name="connsiteX18" fmla="*/ 1525 w 542911"/>
                <a:gd name="connsiteY18" fmla="*/ 284017 h 392866"/>
                <a:gd name="connsiteX19" fmla="*/ 525 w 542911"/>
                <a:gd name="connsiteY19" fmla="*/ 334846 h 392866"/>
                <a:gd name="connsiteX20" fmla="*/ 11191 w 542911"/>
                <a:gd name="connsiteY20" fmla="*/ 367676 h 392866"/>
                <a:gd name="connsiteX21" fmla="*/ 51688 w 542911"/>
                <a:gd name="connsiteY21" fmla="*/ 386175 h 392866"/>
                <a:gd name="connsiteX22" fmla="*/ 157261 w 542911"/>
                <a:gd name="connsiteY22" fmla="*/ 392841 h 392866"/>
                <a:gd name="connsiteX23" fmla="*/ 276334 w 542911"/>
                <a:gd name="connsiteY23" fmla="*/ 392008 h 392866"/>
                <a:gd name="connsiteX24" fmla="*/ 388574 w 542911"/>
                <a:gd name="connsiteY24" fmla="*/ 385842 h 392866"/>
                <a:gd name="connsiteX25" fmla="*/ 495064 w 542911"/>
                <a:gd name="connsiteY25" fmla="*/ 371510 h 392866"/>
                <a:gd name="connsiteX26" fmla="*/ 538227 w 542911"/>
                <a:gd name="connsiteY26" fmla="*/ 305932 h 392866"/>
                <a:gd name="connsiteX27" fmla="*/ 542893 w 542911"/>
                <a:gd name="connsiteY27" fmla="*/ 197025 h 392866"/>
                <a:gd name="connsiteX28" fmla="*/ 542893 w 542911"/>
                <a:gd name="connsiteY28" fmla="*/ 197025 h 392866"/>
                <a:gd name="connsiteX29" fmla="*/ 352827 w 542911"/>
                <a:gd name="connsiteY29" fmla="*/ 21291 h 392866"/>
                <a:gd name="connsiteX30" fmla="*/ 398323 w 542911"/>
                <a:gd name="connsiteY30" fmla="*/ 15792 h 392866"/>
                <a:gd name="connsiteX31" fmla="*/ 470066 w 542911"/>
                <a:gd name="connsiteY31" fmla="*/ 63454 h 392866"/>
                <a:gd name="connsiteX32" fmla="*/ 514729 w 542911"/>
                <a:gd name="connsiteY32" fmla="*/ 121449 h 392866"/>
                <a:gd name="connsiteX33" fmla="*/ 513646 w 542911"/>
                <a:gd name="connsiteY33" fmla="*/ 120865 h 392866"/>
                <a:gd name="connsiteX34" fmla="*/ 482899 w 542911"/>
                <a:gd name="connsiteY34" fmla="*/ 117532 h 392866"/>
                <a:gd name="connsiteX35" fmla="*/ 463984 w 542911"/>
                <a:gd name="connsiteY35" fmla="*/ 134864 h 392866"/>
                <a:gd name="connsiteX36" fmla="*/ 461400 w 542911"/>
                <a:gd name="connsiteY36" fmla="*/ 141030 h 392866"/>
                <a:gd name="connsiteX37" fmla="*/ 425320 w 542911"/>
                <a:gd name="connsiteY37" fmla="*/ 108367 h 392866"/>
                <a:gd name="connsiteX38" fmla="*/ 344411 w 542911"/>
                <a:gd name="connsiteY38" fmla="*/ 64287 h 392866"/>
                <a:gd name="connsiteX39" fmla="*/ 334079 w 542911"/>
                <a:gd name="connsiteY39" fmla="*/ 46456 h 392866"/>
                <a:gd name="connsiteX40" fmla="*/ 352827 w 542911"/>
                <a:gd name="connsiteY40" fmla="*/ 21291 h 392866"/>
                <a:gd name="connsiteX41" fmla="*/ 352827 w 542911"/>
                <a:gd name="connsiteY41" fmla="*/ 21291 h 392866"/>
                <a:gd name="connsiteX42" fmla="*/ 95183 w 542911"/>
                <a:gd name="connsiteY42" fmla="*/ 176527 h 392866"/>
                <a:gd name="connsiteX43" fmla="*/ 174260 w 542911"/>
                <a:gd name="connsiteY43" fmla="*/ 130615 h 392866"/>
                <a:gd name="connsiteX44" fmla="*/ 244420 w 542911"/>
                <a:gd name="connsiteY44" fmla="*/ 97618 h 392866"/>
                <a:gd name="connsiteX45" fmla="*/ 281417 w 542911"/>
                <a:gd name="connsiteY45" fmla="*/ 74536 h 392866"/>
                <a:gd name="connsiteX46" fmla="*/ 325663 w 542911"/>
                <a:gd name="connsiteY46" fmla="*/ 59121 h 392866"/>
                <a:gd name="connsiteX47" fmla="*/ 337245 w 542911"/>
                <a:gd name="connsiteY47" fmla="*/ 74703 h 392866"/>
                <a:gd name="connsiteX48" fmla="*/ 373492 w 542911"/>
                <a:gd name="connsiteY48" fmla="*/ 98951 h 392866"/>
                <a:gd name="connsiteX49" fmla="*/ 418738 w 542911"/>
                <a:gd name="connsiteY49" fmla="*/ 119616 h 392866"/>
                <a:gd name="connsiteX50" fmla="*/ 448818 w 542911"/>
                <a:gd name="connsiteY50" fmla="*/ 161445 h 392866"/>
                <a:gd name="connsiteX51" fmla="*/ 427903 w 542911"/>
                <a:gd name="connsiteY51" fmla="*/ 169778 h 392866"/>
                <a:gd name="connsiteX52" fmla="*/ 390574 w 542911"/>
                <a:gd name="connsiteY52" fmla="*/ 174027 h 392866"/>
                <a:gd name="connsiteX53" fmla="*/ 276084 w 542911"/>
                <a:gd name="connsiteY53" fmla="*/ 183193 h 392866"/>
                <a:gd name="connsiteX54" fmla="*/ 161261 w 542911"/>
                <a:gd name="connsiteY54" fmla="*/ 192359 h 392866"/>
                <a:gd name="connsiteX55" fmla="*/ 58270 w 542911"/>
                <a:gd name="connsiteY55" fmla="*/ 195109 h 392866"/>
                <a:gd name="connsiteX56" fmla="*/ 95183 w 542911"/>
                <a:gd name="connsiteY56" fmla="*/ 176527 h 392866"/>
                <a:gd name="connsiteX57" fmla="*/ 95183 w 542911"/>
                <a:gd name="connsiteY57" fmla="*/ 176527 h 392866"/>
                <a:gd name="connsiteX58" fmla="*/ 27440 w 542911"/>
                <a:gd name="connsiteY58" fmla="*/ 218190 h 392866"/>
                <a:gd name="connsiteX59" fmla="*/ 68269 w 542911"/>
                <a:gd name="connsiteY59" fmla="*/ 211191 h 392866"/>
                <a:gd name="connsiteX60" fmla="*/ 117098 w 542911"/>
                <a:gd name="connsiteY60" fmla="*/ 209607 h 392866"/>
                <a:gd name="connsiteX61" fmla="*/ 214589 w 542911"/>
                <a:gd name="connsiteY61" fmla="*/ 202775 h 392866"/>
                <a:gd name="connsiteX62" fmla="*/ 308581 w 542911"/>
                <a:gd name="connsiteY62" fmla="*/ 192192 h 392866"/>
                <a:gd name="connsiteX63" fmla="*/ 405406 w 542911"/>
                <a:gd name="connsiteY63" fmla="*/ 184026 h 392866"/>
                <a:gd name="connsiteX64" fmla="*/ 460068 w 542911"/>
                <a:gd name="connsiteY64" fmla="*/ 165611 h 392866"/>
                <a:gd name="connsiteX65" fmla="*/ 467900 w 542911"/>
                <a:gd name="connsiteY65" fmla="*/ 221773 h 392866"/>
                <a:gd name="connsiteX66" fmla="*/ 467983 w 542911"/>
                <a:gd name="connsiteY66" fmla="*/ 223273 h 392866"/>
                <a:gd name="connsiteX67" fmla="*/ 433986 w 542911"/>
                <a:gd name="connsiteY67" fmla="*/ 223523 h 392866"/>
                <a:gd name="connsiteX68" fmla="*/ 383574 w 542911"/>
                <a:gd name="connsiteY68" fmla="*/ 227106 h 392866"/>
                <a:gd name="connsiteX69" fmla="*/ 254336 w 542911"/>
                <a:gd name="connsiteY69" fmla="*/ 247771 h 392866"/>
                <a:gd name="connsiteX70" fmla="*/ 123764 w 542911"/>
                <a:gd name="connsiteY70" fmla="*/ 235938 h 392866"/>
                <a:gd name="connsiteX71" fmla="*/ 14357 w 542911"/>
                <a:gd name="connsiteY71" fmla="*/ 257686 h 392866"/>
                <a:gd name="connsiteX72" fmla="*/ 27440 w 542911"/>
                <a:gd name="connsiteY72" fmla="*/ 218190 h 392866"/>
                <a:gd name="connsiteX73" fmla="*/ 27440 w 542911"/>
                <a:gd name="connsiteY73" fmla="*/ 218190 h 392866"/>
                <a:gd name="connsiteX74" fmla="*/ 132430 w 542911"/>
                <a:gd name="connsiteY74" fmla="*/ 245521 h 392866"/>
                <a:gd name="connsiteX75" fmla="*/ 257169 w 542911"/>
                <a:gd name="connsiteY75" fmla="*/ 256770 h 392866"/>
                <a:gd name="connsiteX76" fmla="*/ 375241 w 542911"/>
                <a:gd name="connsiteY76" fmla="*/ 234605 h 392866"/>
                <a:gd name="connsiteX77" fmla="*/ 425154 w 542911"/>
                <a:gd name="connsiteY77" fmla="*/ 231105 h 392866"/>
                <a:gd name="connsiteX78" fmla="*/ 468400 w 542911"/>
                <a:gd name="connsiteY78" fmla="*/ 232689 h 392866"/>
                <a:gd name="connsiteX79" fmla="*/ 469150 w 542911"/>
                <a:gd name="connsiteY79" fmla="*/ 260686 h 392866"/>
                <a:gd name="connsiteX80" fmla="*/ 470650 w 542911"/>
                <a:gd name="connsiteY80" fmla="*/ 276435 h 392866"/>
                <a:gd name="connsiteX81" fmla="*/ 357660 w 542911"/>
                <a:gd name="connsiteY81" fmla="*/ 274185 h 392866"/>
                <a:gd name="connsiteX82" fmla="*/ 233505 w 542911"/>
                <a:gd name="connsiteY82" fmla="*/ 302016 h 392866"/>
                <a:gd name="connsiteX83" fmla="*/ 98350 w 542911"/>
                <a:gd name="connsiteY83" fmla="*/ 288517 h 392866"/>
                <a:gd name="connsiteX84" fmla="*/ 49521 w 542911"/>
                <a:gd name="connsiteY84" fmla="*/ 283184 h 392866"/>
                <a:gd name="connsiteX85" fmla="*/ 12191 w 542911"/>
                <a:gd name="connsiteY85" fmla="*/ 298599 h 392866"/>
                <a:gd name="connsiteX86" fmla="*/ 14441 w 542911"/>
                <a:gd name="connsiteY86" fmla="*/ 261269 h 392866"/>
                <a:gd name="connsiteX87" fmla="*/ 132430 w 542911"/>
                <a:gd name="connsiteY87" fmla="*/ 245521 h 392866"/>
                <a:gd name="connsiteX88" fmla="*/ 132430 w 542911"/>
                <a:gd name="connsiteY88" fmla="*/ 245521 h 392866"/>
                <a:gd name="connsiteX89" fmla="*/ 12358 w 542911"/>
                <a:gd name="connsiteY89" fmla="*/ 344845 h 392866"/>
                <a:gd name="connsiteX90" fmla="*/ 11774 w 542911"/>
                <a:gd name="connsiteY90" fmla="*/ 302849 h 392866"/>
                <a:gd name="connsiteX91" fmla="*/ 30523 w 542911"/>
                <a:gd name="connsiteY91" fmla="*/ 296100 h 392866"/>
                <a:gd name="connsiteX92" fmla="*/ 61270 w 542911"/>
                <a:gd name="connsiteY92" fmla="*/ 291517 h 392866"/>
                <a:gd name="connsiteX93" fmla="*/ 122681 w 542911"/>
                <a:gd name="connsiteY93" fmla="*/ 302099 h 392866"/>
                <a:gd name="connsiteX94" fmla="*/ 244337 w 542911"/>
                <a:gd name="connsiteY94" fmla="*/ 310265 h 392866"/>
                <a:gd name="connsiteX95" fmla="*/ 363076 w 542911"/>
                <a:gd name="connsiteY95" fmla="*/ 281601 h 392866"/>
                <a:gd name="connsiteX96" fmla="*/ 471400 w 542911"/>
                <a:gd name="connsiteY96" fmla="*/ 286767 h 392866"/>
                <a:gd name="connsiteX97" fmla="*/ 471149 w 542911"/>
                <a:gd name="connsiteY97" fmla="*/ 294100 h 392866"/>
                <a:gd name="connsiteX98" fmla="*/ 406572 w 542911"/>
                <a:gd name="connsiteY98" fmla="*/ 338012 h 392866"/>
                <a:gd name="connsiteX99" fmla="*/ 325163 w 542911"/>
                <a:gd name="connsiteY99" fmla="*/ 345762 h 392866"/>
                <a:gd name="connsiteX100" fmla="*/ 240171 w 542911"/>
                <a:gd name="connsiteY100" fmla="*/ 348095 h 392866"/>
                <a:gd name="connsiteX101" fmla="*/ 158511 w 542911"/>
                <a:gd name="connsiteY101" fmla="*/ 343595 h 392866"/>
                <a:gd name="connsiteX102" fmla="*/ 80185 w 542911"/>
                <a:gd name="connsiteY102" fmla="*/ 343179 h 392866"/>
                <a:gd name="connsiteX103" fmla="*/ 12358 w 542911"/>
                <a:gd name="connsiteY103" fmla="*/ 344845 h 392866"/>
                <a:gd name="connsiteX104" fmla="*/ 12358 w 542911"/>
                <a:gd name="connsiteY104" fmla="*/ 344845 h 392866"/>
                <a:gd name="connsiteX105" fmla="*/ 527228 w 542911"/>
                <a:gd name="connsiteY105" fmla="*/ 231356 h 392866"/>
                <a:gd name="connsiteX106" fmla="*/ 517229 w 542911"/>
                <a:gd name="connsiteY106" fmla="*/ 325597 h 392866"/>
                <a:gd name="connsiteX107" fmla="*/ 488065 w 542911"/>
                <a:gd name="connsiteY107" fmla="*/ 357844 h 392866"/>
                <a:gd name="connsiteX108" fmla="*/ 436736 w 542911"/>
                <a:gd name="connsiteY108" fmla="*/ 366927 h 392866"/>
                <a:gd name="connsiteX109" fmla="*/ 246420 w 542911"/>
                <a:gd name="connsiteY109" fmla="*/ 380425 h 392866"/>
                <a:gd name="connsiteX110" fmla="*/ 150845 w 542911"/>
                <a:gd name="connsiteY110" fmla="*/ 381509 h 392866"/>
                <a:gd name="connsiteX111" fmla="*/ 51604 w 542911"/>
                <a:gd name="connsiteY111" fmla="*/ 375343 h 392866"/>
                <a:gd name="connsiteX112" fmla="*/ 14941 w 542911"/>
                <a:gd name="connsiteY112" fmla="*/ 353261 h 392866"/>
                <a:gd name="connsiteX113" fmla="*/ 138929 w 542911"/>
                <a:gd name="connsiteY113" fmla="*/ 353261 h 392866"/>
                <a:gd name="connsiteX114" fmla="*/ 283083 w 542911"/>
                <a:gd name="connsiteY114" fmla="*/ 357844 h 392866"/>
                <a:gd name="connsiteX115" fmla="*/ 422821 w 542911"/>
                <a:gd name="connsiteY115" fmla="*/ 345012 h 392866"/>
                <a:gd name="connsiteX116" fmla="*/ 470316 w 542911"/>
                <a:gd name="connsiteY116" fmla="*/ 324930 h 392866"/>
                <a:gd name="connsiteX117" fmla="*/ 481649 w 542911"/>
                <a:gd name="connsiteY117" fmla="*/ 280851 h 392866"/>
                <a:gd name="connsiteX118" fmla="*/ 477899 w 542911"/>
                <a:gd name="connsiteY118" fmla="*/ 232939 h 392866"/>
                <a:gd name="connsiteX119" fmla="*/ 477316 w 542911"/>
                <a:gd name="connsiteY119" fmla="*/ 226939 h 392866"/>
                <a:gd name="connsiteX120" fmla="*/ 475399 w 542911"/>
                <a:gd name="connsiteY120" fmla="*/ 211691 h 392866"/>
                <a:gd name="connsiteX121" fmla="*/ 464983 w 542911"/>
                <a:gd name="connsiteY121" fmla="*/ 165778 h 392866"/>
                <a:gd name="connsiteX122" fmla="*/ 479066 w 542911"/>
                <a:gd name="connsiteY122" fmla="*/ 128448 h 392866"/>
                <a:gd name="connsiteX123" fmla="*/ 510729 w 542911"/>
                <a:gd name="connsiteY123" fmla="*/ 125782 h 392866"/>
                <a:gd name="connsiteX124" fmla="*/ 522562 w 542911"/>
                <a:gd name="connsiteY124" fmla="*/ 143863 h 392866"/>
                <a:gd name="connsiteX125" fmla="*/ 527228 w 542911"/>
                <a:gd name="connsiteY125" fmla="*/ 231356 h 392866"/>
                <a:gd name="connsiteX126" fmla="*/ 527228 w 542911"/>
                <a:gd name="connsiteY126" fmla="*/ 231356 h 392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Lst>
              <a:rect l="l" t="t" r="r" b="b"/>
              <a:pathLst>
                <a:path w="542911" h="392866">
                  <a:moveTo>
                    <a:pt x="542893" y="197025"/>
                  </a:moveTo>
                  <a:cubicBezTo>
                    <a:pt x="542810" y="160695"/>
                    <a:pt x="537810" y="123448"/>
                    <a:pt x="515146" y="93701"/>
                  </a:cubicBezTo>
                  <a:cubicBezTo>
                    <a:pt x="493814" y="65787"/>
                    <a:pt x="470650" y="40373"/>
                    <a:pt x="441569" y="20708"/>
                  </a:cubicBezTo>
                  <a:cubicBezTo>
                    <a:pt x="433986" y="15542"/>
                    <a:pt x="425737" y="10875"/>
                    <a:pt x="417071" y="7292"/>
                  </a:cubicBezTo>
                  <a:cubicBezTo>
                    <a:pt x="416904" y="7209"/>
                    <a:pt x="416738" y="7042"/>
                    <a:pt x="416488" y="6959"/>
                  </a:cubicBezTo>
                  <a:cubicBezTo>
                    <a:pt x="416155" y="6876"/>
                    <a:pt x="415822" y="6709"/>
                    <a:pt x="415488" y="6626"/>
                  </a:cubicBezTo>
                  <a:cubicBezTo>
                    <a:pt x="399239" y="126"/>
                    <a:pt x="381741" y="-2373"/>
                    <a:pt x="365076" y="2709"/>
                  </a:cubicBezTo>
                  <a:cubicBezTo>
                    <a:pt x="354744" y="5209"/>
                    <a:pt x="344744" y="10125"/>
                    <a:pt x="334995" y="17708"/>
                  </a:cubicBezTo>
                  <a:cubicBezTo>
                    <a:pt x="323080" y="27041"/>
                    <a:pt x="320163" y="39956"/>
                    <a:pt x="323330" y="52205"/>
                  </a:cubicBezTo>
                  <a:cubicBezTo>
                    <a:pt x="319497" y="52038"/>
                    <a:pt x="315413" y="52538"/>
                    <a:pt x="311747" y="52955"/>
                  </a:cubicBezTo>
                  <a:cubicBezTo>
                    <a:pt x="296832" y="54538"/>
                    <a:pt x="284666" y="60788"/>
                    <a:pt x="271751" y="67787"/>
                  </a:cubicBezTo>
                  <a:cubicBezTo>
                    <a:pt x="242254" y="83535"/>
                    <a:pt x="213923" y="101201"/>
                    <a:pt x="182342" y="112533"/>
                  </a:cubicBezTo>
                  <a:cubicBezTo>
                    <a:pt x="167927" y="117782"/>
                    <a:pt x="153511" y="122865"/>
                    <a:pt x="140929" y="131781"/>
                  </a:cubicBezTo>
                  <a:cubicBezTo>
                    <a:pt x="126931" y="141780"/>
                    <a:pt x="113765" y="152279"/>
                    <a:pt x="98850" y="160945"/>
                  </a:cubicBezTo>
                  <a:cubicBezTo>
                    <a:pt x="82601" y="170444"/>
                    <a:pt x="66603" y="178860"/>
                    <a:pt x="48771" y="185110"/>
                  </a:cubicBezTo>
                  <a:cubicBezTo>
                    <a:pt x="36105" y="189526"/>
                    <a:pt x="27690" y="193859"/>
                    <a:pt x="18774" y="204191"/>
                  </a:cubicBezTo>
                  <a:cubicBezTo>
                    <a:pt x="18107" y="204941"/>
                    <a:pt x="17940" y="205774"/>
                    <a:pt x="17940" y="206608"/>
                  </a:cubicBezTo>
                  <a:cubicBezTo>
                    <a:pt x="8608" y="213190"/>
                    <a:pt x="2359" y="223023"/>
                    <a:pt x="1525" y="237105"/>
                  </a:cubicBezTo>
                  <a:cubicBezTo>
                    <a:pt x="609" y="252687"/>
                    <a:pt x="2025" y="268352"/>
                    <a:pt x="1525" y="284017"/>
                  </a:cubicBezTo>
                  <a:cubicBezTo>
                    <a:pt x="942" y="301016"/>
                    <a:pt x="-891" y="317848"/>
                    <a:pt x="525" y="334846"/>
                  </a:cubicBezTo>
                  <a:cubicBezTo>
                    <a:pt x="1525" y="346678"/>
                    <a:pt x="3025" y="358344"/>
                    <a:pt x="11191" y="367676"/>
                  </a:cubicBezTo>
                  <a:cubicBezTo>
                    <a:pt x="20773" y="378592"/>
                    <a:pt x="37855" y="383508"/>
                    <a:pt x="51688" y="386175"/>
                  </a:cubicBezTo>
                  <a:cubicBezTo>
                    <a:pt x="85934" y="392674"/>
                    <a:pt x="122431" y="392841"/>
                    <a:pt x="157261" y="392841"/>
                  </a:cubicBezTo>
                  <a:cubicBezTo>
                    <a:pt x="196924" y="392924"/>
                    <a:pt x="236588" y="392841"/>
                    <a:pt x="276334" y="392008"/>
                  </a:cubicBezTo>
                  <a:cubicBezTo>
                    <a:pt x="313914" y="391258"/>
                    <a:pt x="351161" y="389591"/>
                    <a:pt x="388574" y="385842"/>
                  </a:cubicBezTo>
                  <a:cubicBezTo>
                    <a:pt x="423654" y="382258"/>
                    <a:pt x="461067" y="381592"/>
                    <a:pt x="495064" y="371510"/>
                  </a:cubicBezTo>
                  <a:cubicBezTo>
                    <a:pt x="525311" y="362594"/>
                    <a:pt x="534227" y="334846"/>
                    <a:pt x="538227" y="305932"/>
                  </a:cubicBezTo>
                  <a:cubicBezTo>
                    <a:pt x="542976" y="269685"/>
                    <a:pt x="542976" y="233189"/>
                    <a:pt x="542893" y="197025"/>
                  </a:cubicBezTo>
                  <a:lnTo>
                    <a:pt x="542893" y="197025"/>
                  </a:lnTo>
                  <a:close/>
                  <a:moveTo>
                    <a:pt x="352827" y="21291"/>
                  </a:moveTo>
                  <a:cubicBezTo>
                    <a:pt x="365992" y="13125"/>
                    <a:pt x="383574" y="12709"/>
                    <a:pt x="398323" y="15792"/>
                  </a:cubicBezTo>
                  <a:cubicBezTo>
                    <a:pt x="426404" y="21624"/>
                    <a:pt x="450318" y="44039"/>
                    <a:pt x="470066" y="63454"/>
                  </a:cubicBezTo>
                  <a:cubicBezTo>
                    <a:pt x="486648" y="79786"/>
                    <a:pt x="504396" y="99617"/>
                    <a:pt x="514729" y="121449"/>
                  </a:cubicBezTo>
                  <a:cubicBezTo>
                    <a:pt x="514396" y="121282"/>
                    <a:pt x="514062" y="121032"/>
                    <a:pt x="513646" y="120865"/>
                  </a:cubicBezTo>
                  <a:cubicBezTo>
                    <a:pt x="502563" y="115366"/>
                    <a:pt x="494731" y="113116"/>
                    <a:pt x="482899" y="117532"/>
                  </a:cubicBezTo>
                  <a:cubicBezTo>
                    <a:pt x="474232" y="120782"/>
                    <a:pt x="468066" y="126615"/>
                    <a:pt x="463984" y="134864"/>
                  </a:cubicBezTo>
                  <a:cubicBezTo>
                    <a:pt x="463067" y="136697"/>
                    <a:pt x="462234" y="138781"/>
                    <a:pt x="461400" y="141030"/>
                  </a:cubicBezTo>
                  <a:cubicBezTo>
                    <a:pt x="454901" y="126782"/>
                    <a:pt x="437153" y="115699"/>
                    <a:pt x="425320" y="108367"/>
                  </a:cubicBezTo>
                  <a:cubicBezTo>
                    <a:pt x="399156" y="91951"/>
                    <a:pt x="366909" y="87285"/>
                    <a:pt x="344411" y="64287"/>
                  </a:cubicBezTo>
                  <a:cubicBezTo>
                    <a:pt x="339828" y="59538"/>
                    <a:pt x="335579" y="53205"/>
                    <a:pt x="334079" y="46456"/>
                  </a:cubicBezTo>
                  <a:cubicBezTo>
                    <a:pt x="335828" y="36373"/>
                    <a:pt x="344078" y="26791"/>
                    <a:pt x="352827" y="21291"/>
                  </a:cubicBezTo>
                  <a:lnTo>
                    <a:pt x="352827" y="21291"/>
                  </a:lnTo>
                  <a:close/>
                  <a:moveTo>
                    <a:pt x="95183" y="176527"/>
                  </a:moveTo>
                  <a:cubicBezTo>
                    <a:pt x="121514" y="160362"/>
                    <a:pt x="144346" y="139530"/>
                    <a:pt x="174260" y="130615"/>
                  </a:cubicBezTo>
                  <a:cubicBezTo>
                    <a:pt x="200507" y="122782"/>
                    <a:pt x="221422" y="112450"/>
                    <a:pt x="244420" y="97618"/>
                  </a:cubicBezTo>
                  <a:cubicBezTo>
                    <a:pt x="256669" y="89702"/>
                    <a:pt x="269084" y="82286"/>
                    <a:pt x="281417" y="74536"/>
                  </a:cubicBezTo>
                  <a:cubicBezTo>
                    <a:pt x="292166" y="67787"/>
                    <a:pt x="310831" y="57371"/>
                    <a:pt x="325663" y="59121"/>
                  </a:cubicBezTo>
                  <a:cubicBezTo>
                    <a:pt x="328329" y="64870"/>
                    <a:pt x="332245" y="70203"/>
                    <a:pt x="337245" y="74703"/>
                  </a:cubicBezTo>
                  <a:cubicBezTo>
                    <a:pt x="348078" y="84452"/>
                    <a:pt x="360493" y="92368"/>
                    <a:pt x="373492" y="98951"/>
                  </a:cubicBezTo>
                  <a:cubicBezTo>
                    <a:pt x="388241" y="106367"/>
                    <a:pt x="404822" y="110866"/>
                    <a:pt x="418738" y="119616"/>
                  </a:cubicBezTo>
                  <a:cubicBezTo>
                    <a:pt x="429820" y="126532"/>
                    <a:pt x="460817" y="145530"/>
                    <a:pt x="448818" y="161445"/>
                  </a:cubicBezTo>
                  <a:cubicBezTo>
                    <a:pt x="444152" y="167694"/>
                    <a:pt x="434986" y="168611"/>
                    <a:pt x="427903" y="169778"/>
                  </a:cubicBezTo>
                  <a:cubicBezTo>
                    <a:pt x="415571" y="171861"/>
                    <a:pt x="402989" y="172944"/>
                    <a:pt x="390574" y="174027"/>
                  </a:cubicBezTo>
                  <a:cubicBezTo>
                    <a:pt x="352410" y="177360"/>
                    <a:pt x="314247" y="178944"/>
                    <a:pt x="276084" y="183193"/>
                  </a:cubicBezTo>
                  <a:cubicBezTo>
                    <a:pt x="237837" y="187443"/>
                    <a:pt x="199674" y="190526"/>
                    <a:pt x="161261" y="192359"/>
                  </a:cubicBezTo>
                  <a:cubicBezTo>
                    <a:pt x="127264" y="194025"/>
                    <a:pt x="92350" y="192192"/>
                    <a:pt x="58270" y="195109"/>
                  </a:cubicBezTo>
                  <a:cubicBezTo>
                    <a:pt x="71519" y="190776"/>
                    <a:pt x="83518" y="183693"/>
                    <a:pt x="95183" y="176527"/>
                  </a:cubicBezTo>
                  <a:lnTo>
                    <a:pt x="95183" y="176527"/>
                  </a:lnTo>
                  <a:close/>
                  <a:moveTo>
                    <a:pt x="27440" y="218190"/>
                  </a:moveTo>
                  <a:cubicBezTo>
                    <a:pt x="39189" y="211024"/>
                    <a:pt x="55104" y="211691"/>
                    <a:pt x="68269" y="211191"/>
                  </a:cubicBezTo>
                  <a:cubicBezTo>
                    <a:pt x="84518" y="210607"/>
                    <a:pt x="100850" y="210441"/>
                    <a:pt x="117098" y="209607"/>
                  </a:cubicBezTo>
                  <a:cubicBezTo>
                    <a:pt x="149595" y="207858"/>
                    <a:pt x="182092" y="205858"/>
                    <a:pt x="214589" y="202775"/>
                  </a:cubicBezTo>
                  <a:cubicBezTo>
                    <a:pt x="245920" y="199775"/>
                    <a:pt x="277167" y="195192"/>
                    <a:pt x="308581" y="192192"/>
                  </a:cubicBezTo>
                  <a:cubicBezTo>
                    <a:pt x="340828" y="189109"/>
                    <a:pt x="373158" y="187776"/>
                    <a:pt x="405406" y="184026"/>
                  </a:cubicBezTo>
                  <a:cubicBezTo>
                    <a:pt x="422737" y="182027"/>
                    <a:pt x="449818" y="181943"/>
                    <a:pt x="460068" y="165611"/>
                  </a:cubicBezTo>
                  <a:cubicBezTo>
                    <a:pt x="464400" y="184026"/>
                    <a:pt x="466733" y="203525"/>
                    <a:pt x="467900" y="221773"/>
                  </a:cubicBezTo>
                  <a:cubicBezTo>
                    <a:pt x="467900" y="222273"/>
                    <a:pt x="467983" y="222773"/>
                    <a:pt x="467983" y="223273"/>
                  </a:cubicBezTo>
                  <a:cubicBezTo>
                    <a:pt x="457234" y="221023"/>
                    <a:pt x="444652" y="223273"/>
                    <a:pt x="433986" y="223523"/>
                  </a:cubicBezTo>
                  <a:cubicBezTo>
                    <a:pt x="417154" y="223856"/>
                    <a:pt x="400156" y="224856"/>
                    <a:pt x="383574" y="227106"/>
                  </a:cubicBezTo>
                  <a:cubicBezTo>
                    <a:pt x="340162" y="232855"/>
                    <a:pt x="298499" y="246188"/>
                    <a:pt x="254336" y="247771"/>
                  </a:cubicBezTo>
                  <a:cubicBezTo>
                    <a:pt x="210090" y="249354"/>
                    <a:pt x="167677" y="238355"/>
                    <a:pt x="123764" y="235938"/>
                  </a:cubicBezTo>
                  <a:cubicBezTo>
                    <a:pt x="84934" y="233772"/>
                    <a:pt x="48604" y="239355"/>
                    <a:pt x="14357" y="257686"/>
                  </a:cubicBezTo>
                  <a:cubicBezTo>
                    <a:pt x="14607" y="243521"/>
                    <a:pt x="14108" y="226356"/>
                    <a:pt x="27440" y="218190"/>
                  </a:cubicBezTo>
                  <a:lnTo>
                    <a:pt x="27440" y="218190"/>
                  </a:lnTo>
                  <a:close/>
                  <a:moveTo>
                    <a:pt x="132430" y="245521"/>
                  </a:moveTo>
                  <a:cubicBezTo>
                    <a:pt x="174260" y="249854"/>
                    <a:pt x="214673" y="258603"/>
                    <a:pt x="257169" y="256770"/>
                  </a:cubicBezTo>
                  <a:cubicBezTo>
                    <a:pt x="297832" y="254937"/>
                    <a:pt x="335162" y="239105"/>
                    <a:pt x="375241" y="234605"/>
                  </a:cubicBezTo>
                  <a:cubicBezTo>
                    <a:pt x="391740" y="232772"/>
                    <a:pt x="408572" y="230772"/>
                    <a:pt x="425154" y="231105"/>
                  </a:cubicBezTo>
                  <a:cubicBezTo>
                    <a:pt x="438736" y="231356"/>
                    <a:pt x="454818" y="229356"/>
                    <a:pt x="468400" y="232689"/>
                  </a:cubicBezTo>
                  <a:cubicBezTo>
                    <a:pt x="468650" y="242021"/>
                    <a:pt x="468650" y="251354"/>
                    <a:pt x="469150" y="260686"/>
                  </a:cubicBezTo>
                  <a:cubicBezTo>
                    <a:pt x="469400" y="265852"/>
                    <a:pt x="470066" y="271185"/>
                    <a:pt x="470650" y="276435"/>
                  </a:cubicBezTo>
                  <a:cubicBezTo>
                    <a:pt x="433153" y="279851"/>
                    <a:pt x="395323" y="270519"/>
                    <a:pt x="357660" y="274185"/>
                  </a:cubicBezTo>
                  <a:cubicBezTo>
                    <a:pt x="315331" y="278351"/>
                    <a:pt x="276417" y="300516"/>
                    <a:pt x="233505" y="302016"/>
                  </a:cubicBezTo>
                  <a:cubicBezTo>
                    <a:pt x="187925" y="303599"/>
                    <a:pt x="143179" y="295766"/>
                    <a:pt x="98350" y="288517"/>
                  </a:cubicBezTo>
                  <a:cubicBezTo>
                    <a:pt x="82268" y="285934"/>
                    <a:pt x="65853" y="280934"/>
                    <a:pt x="49521" y="283184"/>
                  </a:cubicBezTo>
                  <a:cubicBezTo>
                    <a:pt x="34856" y="285267"/>
                    <a:pt x="23357" y="290184"/>
                    <a:pt x="12191" y="298599"/>
                  </a:cubicBezTo>
                  <a:cubicBezTo>
                    <a:pt x="13191" y="286101"/>
                    <a:pt x="14024" y="273768"/>
                    <a:pt x="14441" y="261269"/>
                  </a:cubicBezTo>
                  <a:cubicBezTo>
                    <a:pt x="52437" y="246771"/>
                    <a:pt x="91767" y="241438"/>
                    <a:pt x="132430" y="245521"/>
                  </a:cubicBezTo>
                  <a:lnTo>
                    <a:pt x="132430" y="245521"/>
                  </a:lnTo>
                  <a:close/>
                  <a:moveTo>
                    <a:pt x="12358" y="344845"/>
                  </a:moveTo>
                  <a:cubicBezTo>
                    <a:pt x="9524" y="331347"/>
                    <a:pt x="10608" y="316598"/>
                    <a:pt x="11774" y="302849"/>
                  </a:cubicBezTo>
                  <a:cubicBezTo>
                    <a:pt x="18274" y="301349"/>
                    <a:pt x="23940" y="297933"/>
                    <a:pt x="30523" y="296100"/>
                  </a:cubicBezTo>
                  <a:cubicBezTo>
                    <a:pt x="40438" y="293267"/>
                    <a:pt x="51021" y="291183"/>
                    <a:pt x="61270" y="291517"/>
                  </a:cubicBezTo>
                  <a:cubicBezTo>
                    <a:pt x="81435" y="292183"/>
                    <a:pt x="102766" y="298683"/>
                    <a:pt x="122681" y="302099"/>
                  </a:cubicBezTo>
                  <a:cubicBezTo>
                    <a:pt x="162011" y="308765"/>
                    <a:pt x="204257" y="315015"/>
                    <a:pt x="244337" y="310265"/>
                  </a:cubicBezTo>
                  <a:cubicBezTo>
                    <a:pt x="285000" y="305432"/>
                    <a:pt x="321913" y="284101"/>
                    <a:pt x="363076" y="281601"/>
                  </a:cubicBezTo>
                  <a:cubicBezTo>
                    <a:pt x="399239" y="279351"/>
                    <a:pt x="435236" y="289517"/>
                    <a:pt x="471400" y="286767"/>
                  </a:cubicBezTo>
                  <a:cubicBezTo>
                    <a:pt x="471400" y="289184"/>
                    <a:pt x="471400" y="291683"/>
                    <a:pt x="471149" y="294100"/>
                  </a:cubicBezTo>
                  <a:cubicBezTo>
                    <a:pt x="467483" y="328430"/>
                    <a:pt x="434820" y="333930"/>
                    <a:pt x="406572" y="338012"/>
                  </a:cubicBezTo>
                  <a:cubicBezTo>
                    <a:pt x="379325" y="341929"/>
                    <a:pt x="352494" y="343845"/>
                    <a:pt x="325163" y="345762"/>
                  </a:cubicBezTo>
                  <a:cubicBezTo>
                    <a:pt x="296582" y="347762"/>
                    <a:pt x="268918" y="349761"/>
                    <a:pt x="240171" y="348095"/>
                  </a:cubicBezTo>
                  <a:cubicBezTo>
                    <a:pt x="212923" y="346512"/>
                    <a:pt x="185759" y="345345"/>
                    <a:pt x="158511" y="343595"/>
                  </a:cubicBezTo>
                  <a:cubicBezTo>
                    <a:pt x="132680" y="342012"/>
                    <a:pt x="106016" y="341179"/>
                    <a:pt x="80185" y="343179"/>
                  </a:cubicBezTo>
                  <a:cubicBezTo>
                    <a:pt x="57270" y="344929"/>
                    <a:pt x="35106" y="346262"/>
                    <a:pt x="12358" y="344845"/>
                  </a:cubicBezTo>
                  <a:lnTo>
                    <a:pt x="12358" y="344845"/>
                  </a:lnTo>
                  <a:close/>
                  <a:moveTo>
                    <a:pt x="527228" y="231356"/>
                  </a:moveTo>
                  <a:cubicBezTo>
                    <a:pt x="526728" y="262519"/>
                    <a:pt x="525895" y="295516"/>
                    <a:pt x="517229" y="325597"/>
                  </a:cubicBezTo>
                  <a:cubicBezTo>
                    <a:pt x="512229" y="342929"/>
                    <a:pt x="505980" y="352595"/>
                    <a:pt x="488065" y="357844"/>
                  </a:cubicBezTo>
                  <a:cubicBezTo>
                    <a:pt x="471400" y="362760"/>
                    <a:pt x="453984" y="365010"/>
                    <a:pt x="436736" y="366927"/>
                  </a:cubicBezTo>
                  <a:cubicBezTo>
                    <a:pt x="373242" y="374009"/>
                    <a:pt x="310331" y="379009"/>
                    <a:pt x="246420" y="380425"/>
                  </a:cubicBezTo>
                  <a:cubicBezTo>
                    <a:pt x="214589" y="381175"/>
                    <a:pt x="182759" y="381425"/>
                    <a:pt x="150845" y="381509"/>
                  </a:cubicBezTo>
                  <a:cubicBezTo>
                    <a:pt x="118598" y="381592"/>
                    <a:pt x="83268" y="382425"/>
                    <a:pt x="51604" y="375343"/>
                  </a:cubicBezTo>
                  <a:cubicBezTo>
                    <a:pt x="36939" y="372009"/>
                    <a:pt x="21523" y="367010"/>
                    <a:pt x="14941" y="353261"/>
                  </a:cubicBezTo>
                  <a:cubicBezTo>
                    <a:pt x="56020" y="357094"/>
                    <a:pt x="97600" y="352761"/>
                    <a:pt x="138929" y="353261"/>
                  </a:cubicBezTo>
                  <a:cubicBezTo>
                    <a:pt x="186842" y="353844"/>
                    <a:pt x="235088" y="360011"/>
                    <a:pt x="283083" y="357844"/>
                  </a:cubicBezTo>
                  <a:cubicBezTo>
                    <a:pt x="329829" y="355678"/>
                    <a:pt x="376408" y="351428"/>
                    <a:pt x="422821" y="345012"/>
                  </a:cubicBezTo>
                  <a:cubicBezTo>
                    <a:pt x="439902" y="342679"/>
                    <a:pt x="458484" y="338596"/>
                    <a:pt x="470316" y="324930"/>
                  </a:cubicBezTo>
                  <a:cubicBezTo>
                    <a:pt x="480899" y="312765"/>
                    <a:pt x="483232" y="296350"/>
                    <a:pt x="481649" y="280851"/>
                  </a:cubicBezTo>
                  <a:cubicBezTo>
                    <a:pt x="480065" y="264936"/>
                    <a:pt x="479316" y="248854"/>
                    <a:pt x="477899" y="232939"/>
                  </a:cubicBezTo>
                  <a:cubicBezTo>
                    <a:pt x="479149" y="231189"/>
                    <a:pt x="479232" y="228439"/>
                    <a:pt x="477316" y="226939"/>
                  </a:cubicBezTo>
                  <a:cubicBezTo>
                    <a:pt x="476816" y="221856"/>
                    <a:pt x="476149" y="216774"/>
                    <a:pt x="475399" y="211691"/>
                  </a:cubicBezTo>
                  <a:cubicBezTo>
                    <a:pt x="473066" y="196775"/>
                    <a:pt x="470566" y="180443"/>
                    <a:pt x="464983" y="165778"/>
                  </a:cubicBezTo>
                  <a:cubicBezTo>
                    <a:pt x="472983" y="154446"/>
                    <a:pt x="469650" y="139280"/>
                    <a:pt x="479066" y="128448"/>
                  </a:cubicBezTo>
                  <a:cubicBezTo>
                    <a:pt x="487398" y="118949"/>
                    <a:pt x="500564" y="119366"/>
                    <a:pt x="510729" y="125782"/>
                  </a:cubicBezTo>
                  <a:cubicBezTo>
                    <a:pt x="518145" y="130531"/>
                    <a:pt x="517729" y="137197"/>
                    <a:pt x="522562" y="143863"/>
                  </a:cubicBezTo>
                  <a:cubicBezTo>
                    <a:pt x="529394" y="172277"/>
                    <a:pt x="527728" y="202358"/>
                    <a:pt x="527228" y="231356"/>
                  </a:cubicBezTo>
                  <a:lnTo>
                    <a:pt x="527228" y="231356"/>
                  </a:lnTo>
                  <a:close/>
                </a:path>
              </a:pathLst>
            </a:custGeom>
            <a:grpFill/>
            <a:ln w="8332" cap="flat">
              <a:noFill/>
              <a:prstDash val="solid"/>
              <a:miter/>
            </a:ln>
          </p:spPr>
          <p:txBody>
            <a:bodyPr rtlCol="0" anchor="ctr"/>
            <a:lstStyle/>
            <a:p>
              <a:endParaRPr lang="en-US"/>
            </a:p>
          </p:txBody>
        </p:sp>
        <p:sp>
          <p:nvSpPr>
            <p:cNvPr id="1750" name="Freeform: Shape 1749"/>
            <p:cNvSpPr/>
            <p:nvPr/>
          </p:nvSpPr>
          <p:spPr>
            <a:xfrm>
              <a:off x="1434866" y="3839788"/>
              <a:ext cx="542911" cy="392866"/>
            </a:xfrm>
            <a:custGeom>
              <a:avLst/>
              <a:gdLst>
                <a:gd name="connsiteX0" fmla="*/ 542893 w 542911"/>
                <a:gd name="connsiteY0" fmla="*/ 197025 h 392866"/>
                <a:gd name="connsiteX1" fmla="*/ 515146 w 542911"/>
                <a:gd name="connsiteY1" fmla="*/ 93701 h 392866"/>
                <a:gd name="connsiteX2" fmla="*/ 441569 w 542911"/>
                <a:gd name="connsiteY2" fmla="*/ 20708 h 392866"/>
                <a:gd name="connsiteX3" fmla="*/ 417071 w 542911"/>
                <a:gd name="connsiteY3" fmla="*/ 7292 h 392866"/>
                <a:gd name="connsiteX4" fmla="*/ 416488 w 542911"/>
                <a:gd name="connsiteY4" fmla="*/ 6959 h 392866"/>
                <a:gd name="connsiteX5" fmla="*/ 415488 w 542911"/>
                <a:gd name="connsiteY5" fmla="*/ 6626 h 392866"/>
                <a:gd name="connsiteX6" fmla="*/ 365076 w 542911"/>
                <a:gd name="connsiteY6" fmla="*/ 2710 h 392866"/>
                <a:gd name="connsiteX7" fmla="*/ 334995 w 542911"/>
                <a:gd name="connsiteY7" fmla="*/ 17708 h 392866"/>
                <a:gd name="connsiteX8" fmla="*/ 323330 w 542911"/>
                <a:gd name="connsiteY8" fmla="*/ 52205 h 392866"/>
                <a:gd name="connsiteX9" fmla="*/ 311747 w 542911"/>
                <a:gd name="connsiteY9" fmla="*/ 52955 h 392866"/>
                <a:gd name="connsiteX10" fmla="*/ 271751 w 542911"/>
                <a:gd name="connsiteY10" fmla="*/ 67787 h 392866"/>
                <a:gd name="connsiteX11" fmla="*/ 182342 w 542911"/>
                <a:gd name="connsiteY11" fmla="*/ 112533 h 392866"/>
                <a:gd name="connsiteX12" fmla="*/ 140929 w 542911"/>
                <a:gd name="connsiteY12" fmla="*/ 131781 h 392866"/>
                <a:gd name="connsiteX13" fmla="*/ 98850 w 542911"/>
                <a:gd name="connsiteY13" fmla="*/ 160945 h 392866"/>
                <a:gd name="connsiteX14" fmla="*/ 48771 w 542911"/>
                <a:gd name="connsiteY14" fmla="*/ 185110 h 392866"/>
                <a:gd name="connsiteX15" fmla="*/ 18774 w 542911"/>
                <a:gd name="connsiteY15" fmla="*/ 204191 h 392866"/>
                <a:gd name="connsiteX16" fmla="*/ 17940 w 542911"/>
                <a:gd name="connsiteY16" fmla="*/ 206608 h 392866"/>
                <a:gd name="connsiteX17" fmla="*/ 1525 w 542911"/>
                <a:gd name="connsiteY17" fmla="*/ 237105 h 392866"/>
                <a:gd name="connsiteX18" fmla="*/ 1525 w 542911"/>
                <a:gd name="connsiteY18" fmla="*/ 284018 h 392866"/>
                <a:gd name="connsiteX19" fmla="*/ 525 w 542911"/>
                <a:gd name="connsiteY19" fmla="*/ 334846 h 392866"/>
                <a:gd name="connsiteX20" fmla="*/ 11191 w 542911"/>
                <a:gd name="connsiteY20" fmla="*/ 367677 h 392866"/>
                <a:gd name="connsiteX21" fmla="*/ 51688 w 542911"/>
                <a:gd name="connsiteY21" fmla="*/ 386175 h 392866"/>
                <a:gd name="connsiteX22" fmla="*/ 157261 w 542911"/>
                <a:gd name="connsiteY22" fmla="*/ 392841 h 392866"/>
                <a:gd name="connsiteX23" fmla="*/ 276334 w 542911"/>
                <a:gd name="connsiteY23" fmla="*/ 392008 h 392866"/>
                <a:gd name="connsiteX24" fmla="*/ 388574 w 542911"/>
                <a:gd name="connsiteY24" fmla="*/ 385841 h 392866"/>
                <a:gd name="connsiteX25" fmla="*/ 495064 w 542911"/>
                <a:gd name="connsiteY25" fmla="*/ 371510 h 392866"/>
                <a:gd name="connsiteX26" fmla="*/ 538227 w 542911"/>
                <a:gd name="connsiteY26" fmla="*/ 305932 h 392866"/>
                <a:gd name="connsiteX27" fmla="*/ 542893 w 542911"/>
                <a:gd name="connsiteY27" fmla="*/ 197025 h 392866"/>
                <a:gd name="connsiteX28" fmla="*/ 542893 w 542911"/>
                <a:gd name="connsiteY28" fmla="*/ 197025 h 392866"/>
                <a:gd name="connsiteX29" fmla="*/ 352994 w 542911"/>
                <a:gd name="connsiteY29" fmla="*/ 21291 h 392866"/>
                <a:gd name="connsiteX30" fmla="*/ 398490 w 542911"/>
                <a:gd name="connsiteY30" fmla="*/ 15792 h 392866"/>
                <a:gd name="connsiteX31" fmla="*/ 470233 w 542911"/>
                <a:gd name="connsiteY31" fmla="*/ 63454 h 392866"/>
                <a:gd name="connsiteX32" fmla="*/ 514896 w 542911"/>
                <a:gd name="connsiteY32" fmla="*/ 121449 h 392866"/>
                <a:gd name="connsiteX33" fmla="*/ 513813 w 542911"/>
                <a:gd name="connsiteY33" fmla="*/ 120865 h 392866"/>
                <a:gd name="connsiteX34" fmla="*/ 483065 w 542911"/>
                <a:gd name="connsiteY34" fmla="*/ 117532 h 392866"/>
                <a:gd name="connsiteX35" fmla="*/ 464150 w 542911"/>
                <a:gd name="connsiteY35" fmla="*/ 134864 h 392866"/>
                <a:gd name="connsiteX36" fmla="*/ 461567 w 542911"/>
                <a:gd name="connsiteY36" fmla="*/ 141030 h 392866"/>
                <a:gd name="connsiteX37" fmla="*/ 425487 w 542911"/>
                <a:gd name="connsiteY37" fmla="*/ 108367 h 392866"/>
                <a:gd name="connsiteX38" fmla="*/ 344578 w 542911"/>
                <a:gd name="connsiteY38" fmla="*/ 64287 h 392866"/>
                <a:gd name="connsiteX39" fmla="*/ 334245 w 542911"/>
                <a:gd name="connsiteY39" fmla="*/ 46456 h 392866"/>
                <a:gd name="connsiteX40" fmla="*/ 352994 w 542911"/>
                <a:gd name="connsiteY40" fmla="*/ 21291 h 392866"/>
                <a:gd name="connsiteX41" fmla="*/ 352994 w 542911"/>
                <a:gd name="connsiteY41" fmla="*/ 21291 h 392866"/>
                <a:gd name="connsiteX42" fmla="*/ 95267 w 542911"/>
                <a:gd name="connsiteY42" fmla="*/ 176610 h 392866"/>
                <a:gd name="connsiteX43" fmla="*/ 174343 w 542911"/>
                <a:gd name="connsiteY43" fmla="*/ 130698 h 392866"/>
                <a:gd name="connsiteX44" fmla="*/ 244503 w 542911"/>
                <a:gd name="connsiteY44" fmla="*/ 97701 h 392866"/>
                <a:gd name="connsiteX45" fmla="*/ 281500 w 542911"/>
                <a:gd name="connsiteY45" fmla="*/ 74620 h 392866"/>
                <a:gd name="connsiteX46" fmla="*/ 325746 w 542911"/>
                <a:gd name="connsiteY46" fmla="*/ 59288 h 392866"/>
                <a:gd name="connsiteX47" fmla="*/ 337328 w 542911"/>
                <a:gd name="connsiteY47" fmla="*/ 74869 h 392866"/>
                <a:gd name="connsiteX48" fmla="*/ 373575 w 542911"/>
                <a:gd name="connsiteY48" fmla="*/ 99118 h 392866"/>
                <a:gd name="connsiteX49" fmla="*/ 418821 w 542911"/>
                <a:gd name="connsiteY49" fmla="*/ 119782 h 392866"/>
                <a:gd name="connsiteX50" fmla="*/ 448902 w 542911"/>
                <a:gd name="connsiteY50" fmla="*/ 161612 h 392866"/>
                <a:gd name="connsiteX51" fmla="*/ 427987 w 542911"/>
                <a:gd name="connsiteY51" fmla="*/ 169945 h 392866"/>
                <a:gd name="connsiteX52" fmla="*/ 390657 w 542911"/>
                <a:gd name="connsiteY52" fmla="*/ 174194 h 392866"/>
                <a:gd name="connsiteX53" fmla="*/ 276167 w 542911"/>
                <a:gd name="connsiteY53" fmla="*/ 183360 h 392866"/>
                <a:gd name="connsiteX54" fmla="*/ 161261 w 542911"/>
                <a:gd name="connsiteY54" fmla="*/ 192525 h 392866"/>
                <a:gd name="connsiteX55" fmla="*/ 58270 w 542911"/>
                <a:gd name="connsiteY55" fmla="*/ 195275 h 392866"/>
                <a:gd name="connsiteX56" fmla="*/ 95267 w 542911"/>
                <a:gd name="connsiteY56" fmla="*/ 176610 h 392866"/>
                <a:gd name="connsiteX57" fmla="*/ 95267 w 542911"/>
                <a:gd name="connsiteY57" fmla="*/ 176610 h 392866"/>
                <a:gd name="connsiteX58" fmla="*/ 27523 w 542911"/>
                <a:gd name="connsiteY58" fmla="*/ 218190 h 392866"/>
                <a:gd name="connsiteX59" fmla="*/ 68353 w 542911"/>
                <a:gd name="connsiteY59" fmla="*/ 211191 h 392866"/>
                <a:gd name="connsiteX60" fmla="*/ 117182 w 542911"/>
                <a:gd name="connsiteY60" fmla="*/ 209608 h 392866"/>
                <a:gd name="connsiteX61" fmla="*/ 214673 w 542911"/>
                <a:gd name="connsiteY61" fmla="*/ 202775 h 392866"/>
                <a:gd name="connsiteX62" fmla="*/ 308664 w 542911"/>
                <a:gd name="connsiteY62" fmla="*/ 192192 h 392866"/>
                <a:gd name="connsiteX63" fmla="*/ 405489 w 542911"/>
                <a:gd name="connsiteY63" fmla="*/ 184027 h 392866"/>
                <a:gd name="connsiteX64" fmla="*/ 460151 w 542911"/>
                <a:gd name="connsiteY64" fmla="*/ 165611 h 392866"/>
                <a:gd name="connsiteX65" fmla="*/ 467983 w 542911"/>
                <a:gd name="connsiteY65" fmla="*/ 221773 h 392866"/>
                <a:gd name="connsiteX66" fmla="*/ 468066 w 542911"/>
                <a:gd name="connsiteY66" fmla="*/ 223273 h 392866"/>
                <a:gd name="connsiteX67" fmla="*/ 434070 w 542911"/>
                <a:gd name="connsiteY67" fmla="*/ 223523 h 392866"/>
                <a:gd name="connsiteX68" fmla="*/ 383658 w 542911"/>
                <a:gd name="connsiteY68" fmla="*/ 227106 h 392866"/>
                <a:gd name="connsiteX69" fmla="*/ 254419 w 542911"/>
                <a:gd name="connsiteY69" fmla="*/ 247771 h 392866"/>
                <a:gd name="connsiteX70" fmla="*/ 123847 w 542911"/>
                <a:gd name="connsiteY70" fmla="*/ 235938 h 392866"/>
                <a:gd name="connsiteX71" fmla="*/ 14441 w 542911"/>
                <a:gd name="connsiteY71" fmla="*/ 257686 h 392866"/>
                <a:gd name="connsiteX72" fmla="*/ 27523 w 542911"/>
                <a:gd name="connsiteY72" fmla="*/ 218190 h 392866"/>
                <a:gd name="connsiteX73" fmla="*/ 27523 w 542911"/>
                <a:gd name="connsiteY73" fmla="*/ 218190 h 392866"/>
                <a:gd name="connsiteX74" fmla="*/ 132513 w 542911"/>
                <a:gd name="connsiteY74" fmla="*/ 245521 h 392866"/>
                <a:gd name="connsiteX75" fmla="*/ 257252 w 542911"/>
                <a:gd name="connsiteY75" fmla="*/ 256770 h 392866"/>
                <a:gd name="connsiteX76" fmla="*/ 375325 w 542911"/>
                <a:gd name="connsiteY76" fmla="*/ 234605 h 392866"/>
                <a:gd name="connsiteX77" fmla="*/ 425237 w 542911"/>
                <a:gd name="connsiteY77" fmla="*/ 231105 h 392866"/>
                <a:gd name="connsiteX78" fmla="*/ 468483 w 542911"/>
                <a:gd name="connsiteY78" fmla="*/ 232689 h 392866"/>
                <a:gd name="connsiteX79" fmla="*/ 469233 w 542911"/>
                <a:gd name="connsiteY79" fmla="*/ 260686 h 392866"/>
                <a:gd name="connsiteX80" fmla="*/ 470733 w 542911"/>
                <a:gd name="connsiteY80" fmla="*/ 276435 h 392866"/>
                <a:gd name="connsiteX81" fmla="*/ 357743 w 542911"/>
                <a:gd name="connsiteY81" fmla="*/ 274185 h 392866"/>
                <a:gd name="connsiteX82" fmla="*/ 233588 w 542911"/>
                <a:gd name="connsiteY82" fmla="*/ 302016 h 392866"/>
                <a:gd name="connsiteX83" fmla="*/ 98433 w 542911"/>
                <a:gd name="connsiteY83" fmla="*/ 288517 h 392866"/>
                <a:gd name="connsiteX84" fmla="*/ 49604 w 542911"/>
                <a:gd name="connsiteY84" fmla="*/ 283184 h 392866"/>
                <a:gd name="connsiteX85" fmla="*/ 12274 w 542911"/>
                <a:gd name="connsiteY85" fmla="*/ 298600 h 392866"/>
                <a:gd name="connsiteX86" fmla="*/ 14524 w 542911"/>
                <a:gd name="connsiteY86" fmla="*/ 261269 h 392866"/>
                <a:gd name="connsiteX87" fmla="*/ 132513 w 542911"/>
                <a:gd name="connsiteY87" fmla="*/ 245521 h 392866"/>
                <a:gd name="connsiteX88" fmla="*/ 132513 w 542911"/>
                <a:gd name="connsiteY88" fmla="*/ 245521 h 392866"/>
                <a:gd name="connsiteX89" fmla="*/ 12441 w 542911"/>
                <a:gd name="connsiteY89" fmla="*/ 344845 h 392866"/>
                <a:gd name="connsiteX90" fmla="*/ 11858 w 542911"/>
                <a:gd name="connsiteY90" fmla="*/ 302849 h 392866"/>
                <a:gd name="connsiteX91" fmla="*/ 30606 w 542911"/>
                <a:gd name="connsiteY91" fmla="*/ 296100 h 392866"/>
                <a:gd name="connsiteX92" fmla="*/ 61353 w 542911"/>
                <a:gd name="connsiteY92" fmla="*/ 291517 h 392866"/>
                <a:gd name="connsiteX93" fmla="*/ 122764 w 542911"/>
                <a:gd name="connsiteY93" fmla="*/ 302099 h 392866"/>
                <a:gd name="connsiteX94" fmla="*/ 244420 w 542911"/>
                <a:gd name="connsiteY94" fmla="*/ 310265 h 392866"/>
                <a:gd name="connsiteX95" fmla="*/ 363159 w 542911"/>
                <a:gd name="connsiteY95" fmla="*/ 281601 h 392866"/>
                <a:gd name="connsiteX96" fmla="*/ 471483 w 542911"/>
                <a:gd name="connsiteY96" fmla="*/ 286767 h 392866"/>
                <a:gd name="connsiteX97" fmla="*/ 471233 w 542911"/>
                <a:gd name="connsiteY97" fmla="*/ 294100 h 392866"/>
                <a:gd name="connsiteX98" fmla="*/ 406655 w 542911"/>
                <a:gd name="connsiteY98" fmla="*/ 338013 h 392866"/>
                <a:gd name="connsiteX99" fmla="*/ 325246 w 542911"/>
                <a:gd name="connsiteY99" fmla="*/ 345762 h 392866"/>
                <a:gd name="connsiteX100" fmla="*/ 240254 w 542911"/>
                <a:gd name="connsiteY100" fmla="*/ 348095 h 392866"/>
                <a:gd name="connsiteX101" fmla="*/ 158594 w 542911"/>
                <a:gd name="connsiteY101" fmla="*/ 343595 h 392866"/>
                <a:gd name="connsiteX102" fmla="*/ 80268 w 542911"/>
                <a:gd name="connsiteY102" fmla="*/ 343179 h 392866"/>
                <a:gd name="connsiteX103" fmla="*/ 12441 w 542911"/>
                <a:gd name="connsiteY103" fmla="*/ 344845 h 392866"/>
                <a:gd name="connsiteX104" fmla="*/ 12441 w 542911"/>
                <a:gd name="connsiteY104" fmla="*/ 344845 h 392866"/>
                <a:gd name="connsiteX105" fmla="*/ 527311 w 542911"/>
                <a:gd name="connsiteY105" fmla="*/ 231356 h 392866"/>
                <a:gd name="connsiteX106" fmla="*/ 517312 w 542911"/>
                <a:gd name="connsiteY106" fmla="*/ 325597 h 392866"/>
                <a:gd name="connsiteX107" fmla="*/ 488148 w 542911"/>
                <a:gd name="connsiteY107" fmla="*/ 357844 h 392866"/>
                <a:gd name="connsiteX108" fmla="*/ 436819 w 542911"/>
                <a:gd name="connsiteY108" fmla="*/ 366927 h 392866"/>
                <a:gd name="connsiteX109" fmla="*/ 246503 w 542911"/>
                <a:gd name="connsiteY109" fmla="*/ 380426 h 392866"/>
                <a:gd name="connsiteX110" fmla="*/ 150928 w 542911"/>
                <a:gd name="connsiteY110" fmla="*/ 381509 h 392866"/>
                <a:gd name="connsiteX111" fmla="*/ 51688 w 542911"/>
                <a:gd name="connsiteY111" fmla="*/ 375342 h 392866"/>
                <a:gd name="connsiteX112" fmla="*/ 15024 w 542911"/>
                <a:gd name="connsiteY112" fmla="*/ 353261 h 392866"/>
                <a:gd name="connsiteX113" fmla="*/ 139013 w 542911"/>
                <a:gd name="connsiteY113" fmla="*/ 353261 h 392866"/>
                <a:gd name="connsiteX114" fmla="*/ 283167 w 542911"/>
                <a:gd name="connsiteY114" fmla="*/ 357844 h 392866"/>
                <a:gd name="connsiteX115" fmla="*/ 422904 w 542911"/>
                <a:gd name="connsiteY115" fmla="*/ 345012 h 392866"/>
                <a:gd name="connsiteX116" fmla="*/ 470400 w 542911"/>
                <a:gd name="connsiteY116" fmla="*/ 324930 h 392866"/>
                <a:gd name="connsiteX117" fmla="*/ 481732 w 542911"/>
                <a:gd name="connsiteY117" fmla="*/ 280851 h 392866"/>
                <a:gd name="connsiteX118" fmla="*/ 477982 w 542911"/>
                <a:gd name="connsiteY118" fmla="*/ 232939 h 392866"/>
                <a:gd name="connsiteX119" fmla="*/ 477399 w 542911"/>
                <a:gd name="connsiteY119" fmla="*/ 226939 h 392866"/>
                <a:gd name="connsiteX120" fmla="*/ 475483 w 542911"/>
                <a:gd name="connsiteY120" fmla="*/ 211691 h 392866"/>
                <a:gd name="connsiteX121" fmla="*/ 465067 w 542911"/>
                <a:gd name="connsiteY121" fmla="*/ 165778 h 392866"/>
                <a:gd name="connsiteX122" fmla="*/ 479149 w 542911"/>
                <a:gd name="connsiteY122" fmla="*/ 128448 h 392866"/>
                <a:gd name="connsiteX123" fmla="*/ 510813 w 542911"/>
                <a:gd name="connsiteY123" fmla="*/ 125782 h 392866"/>
                <a:gd name="connsiteX124" fmla="*/ 522645 w 542911"/>
                <a:gd name="connsiteY124" fmla="*/ 143863 h 392866"/>
                <a:gd name="connsiteX125" fmla="*/ 527311 w 542911"/>
                <a:gd name="connsiteY125" fmla="*/ 231356 h 392866"/>
                <a:gd name="connsiteX126" fmla="*/ 527311 w 542911"/>
                <a:gd name="connsiteY126" fmla="*/ 231356 h 392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Lst>
              <a:rect l="l" t="t" r="r" b="b"/>
              <a:pathLst>
                <a:path w="542911" h="392866">
                  <a:moveTo>
                    <a:pt x="542893" y="197025"/>
                  </a:moveTo>
                  <a:cubicBezTo>
                    <a:pt x="542810" y="160695"/>
                    <a:pt x="537810" y="123449"/>
                    <a:pt x="515146" y="93701"/>
                  </a:cubicBezTo>
                  <a:cubicBezTo>
                    <a:pt x="493814" y="65787"/>
                    <a:pt x="470650" y="40373"/>
                    <a:pt x="441569" y="20708"/>
                  </a:cubicBezTo>
                  <a:cubicBezTo>
                    <a:pt x="433986" y="15542"/>
                    <a:pt x="425737" y="10875"/>
                    <a:pt x="417071" y="7292"/>
                  </a:cubicBezTo>
                  <a:cubicBezTo>
                    <a:pt x="416905" y="7209"/>
                    <a:pt x="416738" y="7042"/>
                    <a:pt x="416488" y="6959"/>
                  </a:cubicBezTo>
                  <a:cubicBezTo>
                    <a:pt x="416155" y="6876"/>
                    <a:pt x="415821" y="6709"/>
                    <a:pt x="415488" y="6626"/>
                  </a:cubicBezTo>
                  <a:cubicBezTo>
                    <a:pt x="399239" y="126"/>
                    <a:pt x="381741" y="-2373"/>
                    <a:pt x="365076" y="2710"/>
                  </a:cubicBezTo>
                  <a:cubicBezTo>
                    <a:pt x="354744" y="5209"/>
                    <a:pt x="344744" y="10125"/>
                    <a:pt x="334995" y="17708"/>
                  </a:cubicBezTo>
                  <a:cubicBezTo>
                    <a:pt x="323080" y="27041"/>
                    <a:pt x="320163" y="39956"/>
                    <a:pt x="323330" y="52205"/>
                  </a:cubicBezTo>
                  <a:cubicBezTo>
                    <a:pt x="319497" y="52038"/>
                    <a:pt x="315414" y="52538"/>
                    <a:pt x="311747" y="52955"/>
                  </a:cubicBezTo>
                  <a:cubicBezTo>
                    <a:pt x="296832" y="54538"/>
                    <a:pt x="284666" y="60787"/>
                    <a:pt x="271751" y="67787"/>
                  </a:cubicBezTo>
                  <a:cubicBezTo>
                    <a:pt x="242254" y="83536"/>
                    <a:pt x="213923" y="101201"/>
                    <a:pt x="182342" y="112533"/>
                  </a:cubicBezTo>
                  <a:cubicBezTo>
                    <a:pt x="167927" y="117699"/>
                    <a:pt x="153511" y="122865"/>
                    <a:pt x="140929" y="131781"/>
                  </a:cubicBezTo>
                  <a:cubicBezTo>
                    <a:pt x="126931" y="141780"/>
                    <a:pt x="113765" y="152279"/>
                    <a:pt x="98850" y="160945"/>
                  </a:cubicBezTo>
                  <a:cubicBezTo>
                    <a:pt x="82601" y="170444"/>
                    <a:pt x="66603" y="178860"/>
                    <a:pt x="48771" y="185110"/>
                  </a:cubicBezTo>
                  <a:cubicBezTo>
                    <a:pt x="36105" y="189526"/>
                    <a:pt x="27690" y="193859"/>
                    <a:pt x="18774" y="204191"/>
                  </a:cubicBezTo>
                  <a:cubicBezTo>
                    <a:pt x="18107" y="204941"/>
                    <a:pt x="17940" y="205775"/>
                    <a:pt x="17940" y="206608"/>
                  </a:cubicBezTo>
                  <a:cubicBezTo>
                    <a:pt x="8608" y="213191"/>
                    <a:pt x="2359" y="223023"/>
                    <a:pt x="1525" y="237105"/>
                  </a:cubicBezTo>
                  <a:cubicBezTo>
                    <a:pt x="609" y="252687"/>
                    <a:pt x="2025" y="268352"/>
                    <a:pt x="1525" y="284018"/>
                  </a:cubicBezTo>
                  <a:cubicBezTo>
                    <a:pt x="942" y="301016"/>
                    <a:pt x="-891" y="317848"/>
                    <a:pt x="525" y="334846"/>
                  </a:cubicBezTo>
                  <a:cubicBezTo>
                    <a:pt x="1525" y="346678"/>
                    <a:pt x="3025" y="358344"/>
                    <a:pt x="11191" y="367677"/>
                  </a:cubicBezTo>
                  <a:cubicBezTo>
                    <a:pt x="20773" y="378592"/>
                    <a:pt x="37855" y="383509"/>
                    <a:pt x="51688" y="386175"/>
                  </a:cubicBezTo>
                  <a:cubicBezTo>
                    <a:pt x="85934" y="392674"/>
                    <a:pt x="122431" y="392841"/>
                    <a:pt x="157261" y="392841"/>
                  </a:cubicBezTo>
                  <a:cubicBezTo>
                    <a:pt x="196924" y="392924"/>
                    <a:pt x="236587" y="392841"/>
                    <a:pt x="276334" y="392008"/>
                  </a:cubicBezTo>
                  <a:cubicBezTo>
                    <a:pt x="313914" y="391258"/>
                    <a:pt x="351160" y="389591"/>
                    <a:pt x="388574" y="385841"/>
                  </a:cubicBezTo>
                  <a:cubicBezTo>
                    <a:pt x="423654" y="382259"/>
                    <a:pt x="461067" y="381592"/>
                    <a:pt x="495064" y="371510"/>
                  </a:cubicBezTo>
                  <a:cubicBezTo>
                    <a:pt x="525312" y="362594"/>
                    <a:pt x="534227" y="334846"/>
                    <a:pt x="538227" y="305932"/>
                  </a:cubicBezTo>
                  <a:cubicBezTo>
                    <a:pt x="542977" y="269685"/>
                    <a:pt x="542977" y="233189"/>
                    <a:pt x="542893" y="197025"/>
                  </a:cubicBezTo>
                  <a:lnTo>
                    <a:pt x="542893" y="197025"/>
                  </a:lnTo>
                  <a:close/>
                  <a:moveTo>
                    <a:pt x="352994" y="21291"/>
                  </a:moveTo>
                  <a:cubicBezTo>
                    <a:pt x="366159" y="13125"/>
                    <a:pt x="383741" y="12708"/>
                    <a:pt x="398490" y="15792"/>
                  </a:cubicBezTo>
                  <a:cubicBezTo>
                    <a:pt x="426570" y="21624"/>
                    <a:pt x="450485" y="44039"/>
                    <a:pt x="470233" y="63454"/>
                  </a:cubicBezTo>
                  <a:cubicBezTo>
                    <a:pt x="486815" y="79786"/>
                    <a:pt x="504563" y="99617"/>
                    <a:pt x="514896" y="121449"/>
                  </a:cubicBezTo>
                  <a:cubicBezTo>
                    <a:pt x="514562" y="121282"/>
                    <a:pt x="514229" y="121032"/>
                    <a:pt x="513813" y="120865"/>
                  </a:cubicBezTo>
                  <a:cubicBezTo>
                    <a:pt x="502730" y="115366"/>
                    <a:pt x="494897" y="113116"/>
                    <a:pt x="483065" y="117532"/>
                  </a:cubicBezTo>
                  <a:cubicBezTo>
                    <a:pt x="474399" y="120782"/>
                    <a:pt x="468233" y="126615"/>
                    <a:pt x="464150" y="134864"/>
                  </a:cubicBezTo>
                  <a:cubicBezTo>
                    <a:pt x="463234" y="136698"/>
                    <a:pt x="462400" y="138781"/>
                    <a:pt x="461567" y="141030"/>
                  </a:cubicBezTo>
                  <a:cubicBezTo>
                    <a:pt x="455068" y="126782"/>
                    <a:pt x="437319" y="115699"/>
                    <a:pt x="425487" y="108367"/>
                  </a:cubicBezTo>
                  <a:cubicBezTo>
                    <a:pt x="399323" y="91952"/>
                    <a:pt x="367076" y="87285"/>
                    <a:pt x="344578" y="64287"/>
                  </a:cubicBezTo>
                  <a:cubicBezTo>
                    <a:pt x="339995" y="59538"/>
                    <a:pt x="335745" y="53205"/>
                    <a:pt x="334245" y="46456"/>
                  </a:cubicBezTo>
                  <a:cubicBezTo>
                    <a:pt x="335995" y="36373"/>
                    <a:pt x="344161" y="26791"/>
                    <a:pt x="352994" y="21291"/>
                  </a:cubicBezTo>
                  <a:lnTo>
                    <a:pt x="352994" y="21291"/>
                  </a:lnTo>
                  <a:close/>
                  <a:moveTo>
                    <a:pt x="95267" y="176610"/>
                  </a:moveTo>
                  <a:cubicBezTo>
                    <a:pt x="121514" y="160445"/>
                    <a:pt x="144429" y="139614"/>
                    <a:pt x="174343" y="130698"/>
                  </a:cubicBezTo>
                  <a:cubicBezTo>
                    <a:pt x="200591" y="122865"/>
                    <a:pt x="221505" y="112533"/>
                    <a:pt x="244503" y="97701"/>
                  </a:cubicBezTo>
                  <a:cubicBezTo>
                    <a:pt x="256752" y="89785"/>
                    <a:pt x="269168" y="82369"/>
                    <a:pt x="281500" y="74620"/>
                  </a:cubicBezTo>
                  <a:cubicBezTo>
                    <a:pt x="292249" y="67870"/>
                    <a:pt x="310914" y="57455"/>
                    <a:pt x="325746" y="59288"/>
                  </a:cubicBezTo>
                  <a:cubicBezTo>
                    <a:pt x="328413" y="65037"/>
                    <a:pt x="332329" y="70370"/>
                    <a:pt x="337328" y="74869"/>
                  </a:cubicBezTo>
                  <a:cubicBezTo>
                    <a:pt x="348161" y="84619"/>
                    <a:pt x="360576" y="92534"/>
                    <a:pt x="373575" y="99118"/>
                  </a:cubicBezTo>
                  <a:cubicBezTo>
                    <a:pt x="388324" y="106534"/>
                    <a:pt x="404906" y="111033"/>
                    <a:pt x="418821" y="119782"/>
                  </a:cubicBezTo>
                  <a:cubicBezTo>
                    <a:pt x="429903" y="126698"/>
                    <a:pt x="460901" y="145696"/>
                    <a:pt x="448902" y="161612"/>
                  </a:cubicBezTo>
                  <a:cubicBezTo>
                    <a:pt x="444235" y="167861"/>
                    <a:pt x="435070" y="168778"/>
                    <a:pt x="427987" y="169945"/>
                  </a:cubicBezTo>
                  <a:cubicBezTo>
                    <a:pt x="415655" y="172028"/>
                    <a:pt x="403072" y="173111"/>
                    <a:pt x="390657" y="174194"/>
                  </a:cubicBezTo>
                  <a:cubicBezTo>
                    <a:pt x="352494" y="177527"/>
                    <a:pt x="314330" y="179110"/>
                    <a:pt x="276167" y="183360"/>
                  </a:cubicBezTo>
                  <a:cubicBezTo>
                    <a:pt x="237921" y="187610"/>
                    <a:pt x="199757" y="190693"/>
                    <a:pt x="161261" y="192525"/>
                  </a:cubicBezTo>
                  <a:cubicBezTo>
                    <a:pt x="127264" y="194192"/>
                    <a:pt x="92350" y="192359"/>
                    <a:pt x="58270" y="195275"/>
                  </a:cubicBezTo>
                  <a:cubicBezTo>
                    <a:pt x="71602" y="190859"/>
                    <a:pt x="83685" y="183693"/>
                    <a:pt x="95267" y="176610"/>
                  </a:cubicBezTo>
                  <a:lnTo>
                    <a:pt x="95267" y="176610"/>
                  </a:lnTo>
                  <a:close/>
                  <a:moveTo>
                    <a:pt x="27523" y="218190"/>
                  </a:moveTo>
                  <a:cubicBezTo>
                    <a:pt x="39272" y="211024"/>
                    <a:pt x="55187" y="211691"/>
                    <a:pt x="68353" y="211191"/>
                  </a:cubicBezTo>
                  <a:cubicBezTo>
                    <a:pt x="84601" y="210608"/>
                    <a:pt x="100933" y="210441"/>
                    <a:pt x="117182" y="209608"/>
                  </a:cubicBezTo>
                  <a:cubicBezTo>
                    <a:pt x="149679" y="207858"/>
                    <a:pt x="182176" y="205858"/>
                    <a:pt x="214673" y="202775"/>
                  </a:cubicBezTo>
                  <a:cubicBezTo>
                    <a:pt x="246003" y="199775"/>
                    <a:pt x="277250" y="195192"/>
                    <a:pt x="308664" y="192192"/>
                  </a:cubicBezTo>
                  <a:cubicBezTo>
                    <a:pt x="340911" y="189109"/>
                    <a:pt x="373242" y="187776"/>
                    <a:pt x="405489" y="184027"/>
                  </a:cubicBezTo>
                  <a:cubicBezTo>
                    <a:pt x="422821" y="182027"/>
                    <a:pt x="449901" y="181943"/>
                    <a:pt x="460151" y="165611"/>
                  </a:cubicBezTo>
                  <a:cubicBezTo>
                    <a:pt x="464484" y="184027"/>
                    <a:pt x="466817" y="203525"/>
                    <a:pt x="467983" y="221773"/>
                  </a:cubicBezTo>
                  <a:cubicBezTo>
                    <a:pt x="467983" y="222273"/>
                    <a:pt x="468066" y="222773"/>
                    <a:pt x="468066" y="223273"/>
                  </a:cubicBezTo>
                  <a:cubicBezTo>
                    <a:pt x="457318" y="221023"/>
                    <a:pt x="444735" y="223273"/>
                    <a:pt x="434070" y="223523"/>
                  </a:cubicBezTo>
                  <a:cubicBezTo>
                    <a:pt x="417238" y="223856"/>
                    <a:pt x="400239" y="224856"/>
                    <a:pt x="383658" y="227106"/>
                  </a:cubicBezTo>
                  <a:cubicBezTo>
                    <a:pt x="340245" y="232855"/>
                    <a:pt x="298499" y="246187"/>
                    <a:pt x="254419" y="247771"/>
                  </a:cubicBezTo>
                  <a:cubicBezTo>
                    <a:pt x="210173" y="249354"/>
                    <a:pt x="167677" y="238355"/>
                    <a:pt x="123847" y="235938"/>
                  </a:cubicBezTo>
                  <a:cubicBezTo>
                    <a:pt x="85018" y="233772"/>
                    <a:pt x="48688" y="239355"/>
                    <a:pt x="14441" y="257686"/>
                  </a:cubicBezTo>
                  <a:cubicBezTo>
                    <a:pt x="14691" y="243438"/>
                    <a:pt x="14274" y="226356"/>
                    <a:pt x="27523" y="218190"/>
                  </a:cubicBezTo>
                  <a:lnTo>
                    <a:pt x="27523" y="218190"/>
                  </a:lnTo>
                  <a:close/>
                  <a:moveTo>
                    <a:pt x="132513" y="245521"/>
                  </a:moveTo>
                  <a:cubicBezTo>
                    <a:pt x="174343" y="249854"/>
                    <a:pt x="214756" y="258603"/>
                    <a:pt x="257252" y="256770"/>
                  </a:cubicBezTo>
                  <a:cubicBezTo>
                    <a:pt x="297915" y="254937"/>
                    <a:pt x="335245" y="239105"/>
                    <a:pt x="375325" y="234605"/>
                  </a:cubicBezTo>
                  <a:cubicBezTo>
                    <a:pt x="391823" y="232772"/>
                    <a:pt x="408655" y="230772"/>
                    <a:pt x="425237" y="231105"/>
                  </a:cubicBezTo>
                  <a:cubicBezTo>
                    <a:pt x="438819" y="231356"/>
                    <a:pt x="454901" y="229356"/>
                    <a:pt x="468483" y="232689"/>
                  </a:cubicBezTo>
                  <a:cubicBezTo>
                    <a:pt x="468733" y="242021"/>
                    <a:pt x="468733" y="251353"/>
                    <a:pt x="469233" y="260686"/>
                  </a:cubicBezTo>
                  <a:cubicBezTo>
                    <a:pt x="469483" y="265853"/>
                    <a:pt x="470150" y="271185"/>
                    <a:pt x="470733" y="276435"/>
                  </a:cubicBezTo>
                  <a:cubicBezTo>
                    <a:pt x="433236" y="279851"/>
                    <a:pt x="395407" y="270519"/>
                    <a:pt x="357743" y="274185"/>
                  </a:cubicBezTo>
                  <a:cubicBezTo>
                    <a:pt x="315414" y="278351"/>
                    <a:pt x="276500" y="300516"/>
                    <a:pt x="233588" y="302016"/>
                  </a:cubicBezTo>
                  <a:cubicBezTo>
                    <a:pt x="188008" y="303599"/>
                    <a:pt x="143263" y="295766"/>
                    <a:pt x="98433" y="288517"/>
                  </a:cubicBezTo>
                  <a:cubicBezTo>
                    <a:pt x="82351" y="285934"/>
                    <a:pt x="65936" y="280935"/>
                    <a:pt x="49604" y="283184"/>
                  </a:cubicBezTo>
                  <a:cubicBezTo>
                    <a:pt x="34939" y="285267"/>
                    <a:pt x="23440" y="290184"/>
                    <a:pt x="12274" y="298600"/>
                  </a:cubicBezTo>
                  <a:cubicBezTo>
                    <a:pt x="13274" y="286101"/>
                    <a:pt x="14108" y="273768"/>
                    <a:pt x="14524" y="261269"/>
                  </a:cubicBezTo>
                  <a:cubicBezTo>
                    <a:pt x="52437" y="246687"/>
                    <a:pt x="91850" y="241355"/>
                    <a:pt x="132513" y="245521"/>
                  </a:cubicBezTo>
                  <a:lnTo>
                    <a:pt x="132513" y="245521"/>
                  </a:lnTo>
                  <a:close/>
                  <a:moveTo>
                    <a:pt x="12441" y="344845"/>
                  </a:moveTo>
                  <a:cubicBezTo>
                    <a:pt x="9608" y="331347"/>
                    <a:pt x="10691" y="316598"/>
                    <a:pt x="11858" y="302849"/>
                  </a:cubicBezTo>
                  <a:cubicBezTo>
                    <a:pt x="18357" y="301349"/>
                    <a:pt x="24023" y="297933"/>
                    <a:pt x="30606" y="296100"/>
                  </a:cubicBezTo>
                  <a:cubicBezTo>
                    <a:pt x="40522" y="293267"/>
                    <a:pt x="51104" y="291183"/>
                    <a:pt x="61353" y="291517"/>
                  </a:cubicBezTo>
                  <a:cubicBezTo>
                    <a:pt x="81518" y="292183"/>
                    <a:pt x="102849" y="298683"/>
                    <a:pt x="122764" y="302099"/>
                  </a:cubicBezTo>
                  <a:cubicBezTo>
                    <a:pt x="162094" y="308765"/>
                    <a:pt x="204340" y="315015"/>
                    <a:pt x="244420" y="310265"/>
                  </a:cubicBezTo>
                  <a:cubicBezTo>
                    <a:pt x="285083" y="305432"/>
                    <a:pt x="321996" y="284101"/>
                    <a:pt x="363159" y="281601"/>
                  </a:cubicBezTo>
                  <a:cubicBezTo>
                    <a:pt x="399323" y="279351"/>
                    <a:pt x="435319" y="289517"/>
                    <a:pt x="471483" y="286767"/>
                  </a:cubicBezTo>
                  <a:cubicBezTo>
                    <a:pt x="471483" y="289184"/>
                    <a:pt x="471483" y="291683"/>
                    <a:pt x="471233" y="294100"/>
                  </a:cubicBezTo>
                  <a:cubicBezTo>
                    <a:pt x="467567" y="328430"/>
                    <a:pt x="434903" y="333930"/>
                    <a:pt x="406655" y="338013"/>
                  </a:cubicBezTo>
                  <a:cubicBezTo>
                    <a:pt x="379408" y="341929"/>
                    <a:pt x="352577" y="343845"/>
                    <a:pt x="325246" y="345762"/>
                  </a:cubicBezTo>
                  <a:cubicBezTo>
                    <a:pt x="296665" y="347762"/>
                    <a:pt x="269001" y="349762"/>
                    <a:pt x="240254" y="348095"/>
                  </a:cubicBezTo>
                  <a:cubicBezTo>
                    <a:pt x="213006" y="346512"/>
                    <a:pt x="185842" y="345345"/>
                    <a:pt x="158594" y="343595"/>
                  </a:cubicBezTo>
                  <a:cubicBezTo>
                    <a:pt x="132763" y="342012"/>
                    <a:pt x="106099" y="341179"/>
                    <a:pt x="80268" y="343179"/>
                  </a:cubicBezTo>
                  <a:cubicBezTo>
                    <a:pt x="57354" y="344929"/>
                    <a:pt x="35106" y="346345"/>
                    <a:pt x="12441" y="344845"/>
                  </a:cubicBezTo>
                  <a:lnTo>
                    <a:pt x="12441" y="344845"/>
                  </a:lnTo>
                  <a:close/>
                  <a:moveTo>
                    <a:pt x="527311" y="231356"/>
                  </a:moveTo>
                  <a:cubicBezTo>
                    <a:pt x="526811" y="262519"/>
                    <a:pt x="525978" y="295517"/>
                    <a:pt x="517312" y="325597"/>
                  </a:cubicBezTo>
                  <a:cubicBezTo>
                    <a:pt x="512313" y="342929"/>
                    <a:pt x="506063" y="352595"/>
                    <a:pt x="488148" y="357844"/>
                  </a:cubicBezTo>
                  <a:cubicBezTo>
                    <a:pt x="471483" y="362761"/>
                    <a:pt x="454068" y="365010"/>
                    <a:pt x="436819" y="366927"/>
                  </a:cubicBezTo>
                  <a:cubicBezTo>
                    <a:pt x="373325" y="374009"/>
                    <a:pt x="310414" y="379009"/>
                    <a:pt x="246503" y="380426"/>
                  </a:cubicBezTo>
                  <a:cubicBezTo>
                    <a:pt x="214673" y="381175"/>
                    <a:pt x="182842" y="381425"/>
                    <a:pt x="150928" y="381509"/>
                  </a:cubicBezTo>
                  <a:cubicBezTo>
                    <a:pt x="118681" y="381592"/>
                    <a:pt x="83351" y="382425"/>
                    <a:pt x="51688" y="375342"/>
                  </a:cubicBezTo>
                  <a:cubicBezTo>
                    <a:pt x="37022" y="372010"/>
                    <a:pt x="21607" y="367010"/>
                    <a:pt x="15024" y="353261"/>
                  </a:cubicBezTo>
                  <a:cubicBezTo>
                    <a:pt x="56104" y="357094"/>
                    <a:pt x="97683" y="352761"/>
                    <a:pt x="139013" y="353261"/>
                  </a:cubicBezTo>
                  <a:cubicBezTo>
                    <a:pt x="186925" y="353845"/>
                    <a:pt x="235171" y="360011"/>
                    <a:pt x="283167" y="357844"/>
                  </a:cubicBezTo>
                  <a:cubicBezTo>
                    <a:pt x="329912" y="355678"/>
                    <a:pt x="376491" y="351428"/>
                    <a:pt x="422904" y="345012"/>
                  </a:cubicBezTo>
                  <a:cubicBezTo>
                    <a:pt x="439986" y="342679"/>
                    <a:pt x="458567" y="338596"/>
                    <a:pt x="470400" y="324930"/>
                  </a:cubicBezTo>
                  <a:cubicBezTo>
                    <a:pt x="480982" y="312765"/>
                    <a:pt x="483315" y="296350"/>
                    <a:pt x="481732" y="280851"/>
                  </a:cubicBezTo>
                  <a:cubicBezTo>
                    <a:pt x="480149" y="264936"/>
                    <a:pt x="479399" y="248854"/>
                    <a:pt x="477982" y="232939"/>
                  </a:cubicBezTo>
                  <a:cubicBezTo>
                    <a:pt x="479232" y="231189"/>
                    <a:pt x="479315" y="228439"/>
                    <a:pt x="477399" y="226939"/>
                  </a:cubicBezTo>
                  <a:cubicBezTo>
                    <a:pt x="476899" y="221856"/>
                    <a:pt x="476232" y="216774"/>
                    <a:pt x="475483" y="211691"/>
                  </a:cubicBezTo>
                  <a:cubicBezTo>
                    <a:pt x="473149" y="196775"/>
                    <a:pt x="470650" y="180444"/>
                    <a:pt x="465067" y="165778"/>
                  </a:cubicBezTo>
                  <a:cubicBezTo>
                    <a:pt x="473066" y="154446"/>
                    <a:pt x="469733" y="139281"/>
                    <a:pt x="479149" y="128448"/>
                  </a:cubicBezTo>
                  <a:cubicBezTo>
                    <a:pt x="487482" y="118949"/>
                    <a:pt x="500647" y="119366"/>
                    <a:pt x="510813" y="125782"/>
                  </a:cubicBezTo>
                  <a:cubicBezTo>
                    <a:pt x="518229" y="130531"/>
                    <a:pt x="517812" y="137198"/>
                    <a:pt x="522645" y="143863"/>
                  </a:cubicBezTo>
                  <a:cubicBezTo>
                    <a:pt x="529561" y="172361"/>
                    <a:pt x="527811" y="202358"/>
                    <a:pt x="527311" y="231356"/>
                  </a:cubicBezTo>
                  <a:lnTo>
                    <a:pt x="527311" y="231356"/>
                  </a:lnTo>
                  <a:close/>
                </a:path>
              </a:pathLst>
            </a:custGeom>
            <a:grpFill/>
            <a:ln w="8332" cap="flat">
              <a:noFill/>
              <a:prstDash val="solid"/>
              <a:miter/>
            </a:ln>
          </p:spPr>
          <p:txBody>
            <a:bodyPr rtlCol="0" anchor="ctr"/>
            <a:lstStyle/>
            <a:p>
              <a:endParaRPr lang="en-US"/>
            </a:p>
          </p:txBody>
        </p:sp>
        <p:sp>
          <p:nvSpPr>
            <p:cNvPr id="1751" name="Freeform: Shape 1750"/>
            <p:cNvSpPr/>
            <p:nvPr/>
          </p:nvSpPr>
          <p:spPr>
            <a:xfrm>
              <a:off x="2711633" y="2248738"/>
              <a:ext cx="378368" cy="812464"/>
            </a:xfrm>
            <a:custGeom>
              <a:avLst/>
              <a:gdLst>
                <a:gd name="connsiteX0" fmla="*/ 376026 w 378368"/>
                <a:gd name="connsiteY0" fmla="*/ 363037 h 812464"/>
                <a:gd name="connsiteX1" fmla="*/ 364777 w 378368"/>
                <a:gd name="connsiteY1" fmla="*/ 270545 h 812464"/>
                <a:gd name="connsiteX2" fmla="*/ 347029 w 378368"/>
                <a:gd name="connsiteY2" fmla="*/ 233049 h 812464"/>
                <a:gd name="connsiteX3" fmla="*/ 342446 w 378368"/>
                <a:gd name="connsiteY3" fmla="*/ 183553 h 812464"/>
                <a:gd name="connsiteX4" fmla="*/ 347279 w 378368"/>
                <a:gd name="connsiteY4" fmla="*/ 136641 h 812464"/>
                <a:gd name="connsiteX5" fmla="*/ 350695 w 378368"/>
                <a:gd name="connsiteY5" fmla="*/ 109977 h 812464"/>
                <a:gd name="connsiteX6" fmla="*/ 373027 w 378368"/>
                <a:gd name="connsiteY6" fmla="*/ 91478 h 812464"/>
                <a:gd name="connsiteX7" fmla="*/ 368194 w 378368"/>
                <a:gd name="connsiteY7" fmla="*/ 42899 h 812464"/>
                <a:gd name="connsiteX8" fmla="*/ 300450 w 378368"/>
                <a:gd name="connsiteY8" fmla="*/ 9486 h 812464"/>
                <a:gd name="connsiteX9" fmla="*/ 266370 w 378368"/>
                <a:gd name="connsiteY9" fmla="*/ 3986 h 812464"/>
                <a:gd name="connsiteX10" fmla="*/ 216874 w 378368"/>
                <a:gd name="connsiteY10" fmla="*/ 403 h 812464"/>
                <a:gd name="connsiteX11" fmla="*/ 159462 w 378368"/>
                <a:gd name="connsiteY11" fmla="*/ 27901 h 812464"/>
                <a:gd name="connsiteX12" fmla="*/ 167212 w 378368"/>
                <a:gd name="connsiteY12" fmla="*/ 73980 h 812464"/>
                <a:gd name="connsiteX13" fmla="*/ 168878 w 378368"/>
                <a:gd name="connsiteY13" fmla="*/ 75396 h 812464"/>
                <a:gd name="connsiteX14" fmla="*/ 163462 w 378368"/>
                <a:gd name="connsiteY14" fmla="*/ 108227 h 812464"/>
                <a:gd name="connsiteX15" fmla="*/ 152963 w 378368"/>
                <a:gd name="connsiteY15" fmla="*/ 153639 h 812464"/>
                <a:gd name="connsiteX16" fmla="*/ 98635 w 378368"/>
                <a:gd name="connsiteY16" fmla="*/ 220633 h 812464"/>
                <a:gd name="connsiteX17" fmla="*/ 44556 w 378368"/>
                <a:gd name="connsiteY17" fmla="*/ 371037 h 812464"/>
                <a:gd name="connsiteX18" fmla="*/ 31391 w 378368"/>
                <a:gd name="connsiteY18" fmla="*/ 455529 h 812464"/>
                <a:gd name="connsiteX19" fmla="*/ 16225 w 378368"/>
                <a:gd name="connsiteY19" fmla="*/ 544688 h 812464"/>
                <a:gd name="connsiteX20" fmla="*/ 5226 w 378368"/>
                <a:gd name="connsiteY20" fmla="*/ 632763 h 812464"/>
                <a:gd name="connsiteX21" fmla="*/ 4643 w 378368"/>
                <a:gd name="connsiteY21" fmla="*/ 716089 h 812464"/>
                <a:gd name="connsiteX22" fmla="*/ 123132 w 378368"/>
                <a:gd name="connsiteY22" fmla="*/ 800331 h 812464"/>
                <a:gd name="connsiteX23" fmla="*/ 204959 w 378368"/>
                <a:gd name="connsiteY23" fmla="*/ 811497 h 812464"/>
                <a:gd name="connsiteX24" fmla="*/ 267953 w 378368"/>
                <a:gd name="connsiteY24" fmla="*/ 789499 h 812464"/>
                <a:gd name="connsiteX25" fmla="*/ 300450 w 378368"/>
                <a:gd name="connsiteY25" fmla="*/ 725005 h 812464"/>
                <a:gd name="connsiteX26" fmla="*/ 324031 w 378368"/>
                <a:gd name="connsiteY26" fmla="*/ 641179 h 812464"/>
                <a:gd name="connsiteX27" fmla="*/ 361944 w 378368"/>
                <a:gd name="connsiteY27" fmla="*/ 460195 h 812464"/>
                <a:gd name="connsiteX28" fmla="*/ 376026 w 378368"/>
                <a:gd name="connsiteY28" fmla="*/ 363037 h 812464"/>
                <a:gd name="connsiteX29" fmla="*/ 376026 w 378368"/>
                <a:gd name="connsiteY29" fmla="*/ 363037 h 812464"/>
                <a:gd name="connsiteX30" fmla="*/ 180377 w 378368"/>
                <a:gd name="connsiteY30" fmla="*/ 24984 h 812464"/>
                <a:gd name="connsiteX31" fmla="*/ 215707 w 378368"/>
                <a:gd name="connsiteY31" fmla="*/ 13902 h 812464"/>
                <a:gd name="connsiteX32" fmla="*/ 281452 w 378368"/>
                <a:gd name="connsiteY32" fmla="*/ 16652 h 812464"/>
                <a:gd name="connsiteX33" fmla="*/ 288951 w 378368"/>
                <a:gd name="connsiteY33" fmla="*/ 18318 h 812464"/>
                <a:gd name="connsiteX34" fmla="*/ 356778 w 378368"/>
                <a:gd name="connsiteY34" fmla="*/ 50899 h 812464"/>
                <a:gd name="connsiteX35" fmla="*/ 362528 w 378368"/>
                <a:gd name="connsiteY35" fmla="*/ 81979 h 812464"/>
                <a:gd name="connsiteX36" fmla="*/ 341196 w 378368"/>
                <a:gd name="connsiteY36" fmla="*/ 101144 h 812464"/>
                <a:gd name="connsiteX37" fmla="*/ 338863 w 378368"/>
                <a:gd name="connsiteY37" fmla="*/ 102061 h 812464"/>
                <a:gd name="connsiteX38" fmla="*/ 332780 w 378368"/>
                <a:gd name="connsiteY38" fmla="*/ 104144 h 812464"/>
                <a:gd name="connsiteX39" fmla="*/ 250538 w 378368"/>
                <a:gd name="connsiteY39" fmla="*/ 101477 h 812464"/>
                <a:gd name="connsiteX40" fmla="*/ 174461 w 378368"/>
                <a:gd name="connsiteY40" fmla="*/ 66647 h 812464"/>
                <a:gd name="connsiteX41" fmla="*/ 180377 w 378368"/>
                <a:gd name="connsiteY41" fmla="*/ 24984 h 812464"/>
                <a:gd name="connsiteX42" fmla="*/ 180377 w 378368"/>
                <a:gd name="connsiteY42" fmla="*/ 24984 h 812464"/>
                <a:gd name="connsiteX43" fmla="*/ 165962 w 378368"/>
                <a:gd name="connsiteY43" fmla="*/ 159972 h 812464"/>
                <a:gd name="connsiteX44" fmla="*/ 173794 w 378368"/>
                <a:gd name="connsiteY44" fmla="*/ 121559 h 812464"/>
                <a:gd name="connsiteX45" fmla="*/ 177544 w 378368"/>
                <a:gd name="connsiteY45" fmla="*/ 97311 h 812464"/>
                <a:gd name="connsiteX46" fmla="*/ 177878 w 378368"/>
                <a:gd name="connsiteY46" fmla="*/ 82229 h 812464"/>
                <a:gd name="connsiteX47" fmla="*/ 237622 w 378368"/>
                <a:gd name="connsiteY47" fmla="*/ 107560 h 812464"/>
                <a:gd name="connsiteX48" fmla="*/ 317115 w 378368"/>
                <a:gd name="connsiteY48" fmla="*/ 117476 h 812464"/>
                <a:gd name="connsiteX49" fmla="*/ 335863 w 378368"/>
                <a:gd name="connsiteY49" fmla="*/ 114810 h 812464"/>
                <a:gd name="connsiteX50" fmla="*/ 332780 w 378368"/>
                <a:gd name="connsiteY50" fmla="*/ 131641 h 812464"/>
                <a:gd name="connsiteX51" fmla="*/ 327947 w 378368"/>
                <a:gd name="connsiteY51" fmla="*/ 169804 h 812464"/>
                <a:gd name="connsiteX52" fmla="*/ 331947 w 378368"/>
                <a:gd name="connsiteY52" fmla="*/ 238465 h 812464"/>
                <a:gd name="connsiteX53" fmla="*/ 337280 w 378368"/>
                <a:gd name="connsiteY53" fmla="*/ 250297 h 812464"/>
                <a:gd name="connsiteX54" fmla="*/ 312949 w 378368"/>
                <a:gd name="connsiteY54" fmla="*/ 256380 h 812464"/>
                <a:gd name="connsiteX55" fmla="*/ 271869 w 378368"/>
                <a:gd name="connsiteY55" fmla="*/ 251880 h 812464"/>
                <a:gd name="connsiteX56" fmla="*/ 232789 w 378368"/>
                <a:gd name="connsiteY56" fmla="*/ 236382 h 812464"/>
                <a:gd name="connsiteX57" fmla="*/ 201875 w 378368"/>
                <a:gd name="connsiteY57" fmla="*/ 219717 h 812464"/>
                <a:gd name="connsiteX58" fmla="*/ 138881 w 378368"/>
                <a:gd name="connsiteY58" fmla="*/ 216467 h 812464"/>
                <a:gd name="connsiteX59" fmla="*/ 121549 w 378368"/>
                <a:gd name="connsiteY59" fmla="*/ 220050 h 812464"/>
                <a:gd name="connsiteX60" fmla="*/ 165962 w 378368"/>
                <a:gd name="connsiteY60" fmla="*/ 159972 h 812464"/>
                <a:gd name="connsiteX61" fmla="*/ 165962 w 378368"/>
                <a:gd name="connsiteY61" fmla="*/ 159972 h 812464"/>
                <a:gd name="connsiteX62" fmla="*/ 131299 w 378368"/>
                <a:gd name="connsiteY62" fmla="*/ 227466 h 812464"/>
                <a:gd name="connsiteX63" fmla="*/ 168128 w 378368"/>
                <a:gd name="connsiteY63" fmla="*/ 223133 h 812464"/>
                <a:gd name="connsiteX64" fmla="*/ 232789 w 378368"/>
                <a:gd name="connsiteY64" fmla="*/ 245215 h 812464"/>
                <a:gd name="connsiteX65" fmla="*/ 297533 w 378368"/>
                <a:gd name="connsiteY65" fmla="*/ 266379 h 812464"/>
                <a:gd name="connsiteX66" fmla="*/ 336697 w 378368"/>
                <a:gd name="connsiteY66" fmla="*/ 262130 h 812464"/>
                <a:gd name="connsiteX67" fmla="*/ 325781 w 378368"/>
                <a:gd name="connsiteY67" fmla="*/ 274129 h 812464"/>
                <a:gd name="connsiteX68" fmla="*/ 298450 w 378368"/>
                <a:gd name="connsiteY68" fmla="*/ 286294 h 812464"/>
                <a:gd name="connsiteX69" fmla="*/ 229290 w 378368"/>
                <a:gd name="connsiteY69" fmla="*/ 294877 h 812464"/>
                <a:gd name="connsiteX70" fmla="*/ 154963 w 378368"/>
                <a:gd name="connsiteY70" fmla="*/ 273962 h 812464"/>
                <a:gd name="connsiteX71" fmla="*/ 123049 w 378368"/>
                <a:gd name="connsiteY71" fmla="*/ 253214 h 812464"/>
                <a:gd name="connsiteX72" fmla="*/ 108217 w 378368"/>
                <a:gd name="connsiteY72" fmla="*/ 234299 h 812464"/>
                <a:gd name="connsiteX73" fmla="*/ 110217 w 378368"/>
                <a:gd name="connsiteY73" fmla="*/ 231966 h 812464"/>
                <a:gd name="connsiteX74" fmla="*/ 131299 w 378368"/>
                <a:gd name="connsiteY74" fmla="*/ 227466 h 812464"/>
                <a:gd name="connsiteX75" fmla="*/ 131299 w 378368"/>
                <a:gd name="connsiteY75" fmla="*/ 227466 h 812464"/>
                <a:gd name="connsiteX76" fmla="*/ 342113 w 378368"/>
                <a:gd name="connsiteY76" fmla="*/ 475694 h 812464"/>
                <a:gd name="connsiteX77" fmla="*/ 326114 w 378368"/>
                <a:gd name="connsiteY77" fmla="*/ 557853 h 812464"/>
                <a:gd name="connsiteX78" fmla="*/ 282951 w 378368"/>
                <a:gd name="connsiteY78" fmla="*/ 725838 h 812464"/>
                <a:gd name="connsiteX79" fmla="*/ 243372 w 378368"/>
                <a:gd name="connsiteY79" fmla="*/ 786082 h 812464"/>
                <a:gd name="connsiteX80" fmla="*/ 162962 w 378368"/>
                <a:gd name="connsiteY80" fmla="*/ 792998 h 812464"/>
                <a:gd name="connsiteX81" fmla="*/ 83136 w 378368"/>
                <a:gd name="connsiteY81" fmla="*/ 768084 h 812464"/>
                <a:gd name="connsiteX82" fmla="*/ 22308 w 378368"/>
                <a:gd name="connsiteY82" fmla="*/ 720255 h 812464"/>
                <a:gd name="connsiteX83" fmla="*/ 18392 w 378368"/>
                <a:gd name="connsiteY83" fmla="*/ 629180 h 812464"/>
                <a:gd name="connsiteX84" fmla="*/ 28224 w 378368"/>
                <a:gd name="connsiteY84" fmla="*/ 549770 h 812464"/>
                <a:gd name="connsiteX85" fmla="*/ 55222 w 378368"/>
                <a:gd name="connsiteY85" fmla="*/ 389701 h 812464"/>
                <a:gd name="connsiteX86" fmla="*/ 75970 w 378368"/>
                <a:gd name="connsiteY86" fmla="*/ 303376 h 812464"/>
                <a:gd name="connsiteX87" fmla="*/ 103051 w 378368"/>
                <a:gd name="connsiteY87" fmla="*/ 241048 h 812464"/>
                <a:gd name="connsiteX88" fmla="*/ 148047 w 378368"/>
                <a:gd name="connsiteY88" fmla="*/ 282794 h 812464"/>
                <a:gd name="connsiteX89" fmla="*/ 233373 w 378368"/>
                <a:gd name="connsiteY89" fmla="*/ 308042 h 812464"/>
                <a:gd name="connsiteX90" fmla="*/ 307366 w 378368"/>
                <a:gd name="connsiteY90" fmla="*/ 297126 h 812464"/>
                <a:gd name="connsiteX91" fmla="*/ 338280 w 378368"/>
                <a:gd name="connsiteY91" fmla="*/ 281211 h 812464"/>
                <a:gd name="connsiteX92" fmla="*/ 346446 w 378368"/>
                <a:gd name="connsiteY92" fmla="*/ 269712 h 812464"/>
                <a:gd name="connsiteX93" fmla="*/ 358778 w 378368"/>
                <a:gd name="connsiteY93" fmla="*/ 308625 h 812464"/>
                <a:gd name="connsiteX94" fmla="*/ 356945 w 378368"/>
                <a:gd name="connsiteY94" fmla="*/ 396701 h 812464"/>
                <a:gd name="connsiteX95" fmla="*/ 342113 w 378368"/>
                <a:gd name="connsiteY95" fmla="*/ 475694 h 812464"/>
                <a:gd name="connsiteX96" fmla="*/ 342113 w 378368"/>
                <a:gd name="connsiteY96" fmla="*/ 475694 h 812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378368" h="812464">
                  <a:moveTo>
                    <a:pt x="376026" y="363037"/>
                  </a:moveTo>
                  <a:cubicBezTo>
                    <a:pt x="377193" y="331540"/>
                    <a:pt x="377526" y="299959"/>
                    <a:pt x="364777" y="270545"/>
                  </a:cubicBezTo>
                  <a:cubicBezTo>
                    <a:pt x="359278" y="257880"/>
                    <a:pt x="352445" y="245798"/>
                    <a:pt x="347029" y="233049"/>
                  </a:cubicBezTo>
                  <a:cubicBezTo>
                    <a:pt x="340280" y="217217"/>
                    <a:pt x="341196" y="200302"/>
                    <a:pt x="342446" y="183553"/>
                  </a:cubicBezTo>
                  <a:cubicBezTo>
                    <a:pt x="343696" y="167805"/>
                    <a:pt x="345779" y="152306"/>
                    <a:pt x="347279" y="136641"/>
                  </a:cubicBezTo>
                  <a:cubicBezTo>
                    <a:pt x="348112" y="128475"/>
                    <a:pt x="351112" y="118393"/>
                    <a:pt x="350695" y="109977"/>
                  </a:cubicBezTo>
                  <a:cubicBezTo>
                    <a:pt x="359861" y="105977"/>
                    <a:pt x="368027" y="100061"/>
                    <a:pt x="373027" y="91478"/>
                  </a:cubicBezTo>
                  <a:cubicBezTo>
                    <a:pt x="382109" y="76063"/>
                    <a:pt x="379026" y="56398"/>
                    <a:pt x="368194" y="42899"/>
                  </a:cubicBezTo>
                  <a:cubicBezTo>
                    <a:pt x="351445" y="21901"/>
                    <a:pt x="325448" y="15235"/>
                    <a:pt x="300450" y="9486"/>
                  </a:cubicBezTo>
                  <a:cubicBezTo>
                    <a:pt x="288867" y="6819"/>
                    <a:pt x="277619" y="4986"/>
                    <a:pt x="266370" y="3986"/>
                  </a:cubicBezTo>
                  <a:cubicBezTo>
                    <a:pt x="249788" y="653"/>
                    <a:pt x="233039" y="-763"/>
                    <a:pt x="216874" y="403"/>
                  </a:cubicBezTo>
                  <a:cubicBezTo>
                    <a:pt x="194043" y="1986"/>
                    <a:pt x="172961" y="7819"/>
                    <a:pt x="159462" y="27901"/>
                  </a:cubicBezTo>
                  <a:cubicBezTo>
                    <a:pt x="148047" y="44899"/>
                    <a:pt x="152630" y="61148"/>
                    <a:pt x="167212" y="73980"/>
                  </a:cubicBezTo>
                  <a:cubicBezTo>
                    <a:pt x="167795" y="74480"/>
                    <a:pt x="168295" y="74897"/>
                    <a:pt x="168878" y="75396"/>
                  </a:cubicBezTo>
                  <a:cubicBezTo>
                    <a:pt x="165712" y="85812"/>
                    <a:pt x="165879" y="97561"/>
                    <a:pt x="163462" y="108227"/>
                  </a:cubicBezTo>
                  <a:cubicBezTo>
                    <a:pt x="160129" y="123225"/>
                    <a:pt x="158546" y="139224"/>
                    <a:pt x="152963" y="153639"/>
                  </a:cubicBezTo>
                  <a:cubicBezTo>
                    <a:pt x="142131" y="181637"/>
                    <a:pt x="118383" y="199385"/>
                    <a:pt x="98635" y="220633"/>
                  </a:cubicBezTo>
                  <a:cubicBezTo>
                    <a:pt x="61555" y="260713"/>
                    <a:pt x="56222" y="319874"/>
                    <a:pt x="44556" y="371037"/>
                  </a:cubicBezTo>
                  <a:cubicBezTo>
                    <a:pt x="38223" y="398867"/>
                    <a:pt x="36307" y="427531"/>
                    <a:pt x="31391" y="455529"/>
                  </a:cubicBezTo>
                  <a:cubicBezTo>
                    <a:pt x="26225" y="485276"/>
                    <a:pt x="20642" y="514940"/>
                    <a:pt x="16225" y="544688"/>
                  </a:cubicBezTo>
                  <a:cubicBezTo>
                    <a:pt x="11892" y="574018"/>
                    <a:pt x="9226" y="603516"/>
                    <a:pt x="5226" y="632763"/>
                  </a:cubicBezTo>
                  <a:cubicBezTo>
                    <a:pt x="1393" y="661094"/>
                    <a:pt x="-4023" y="688258"/>
                    <a:pt x="4643" y="716089"/>
                  </a:cubicBezTo>
                  <a:cubicBezTo>
                    <a:pt x="19892" y="764918"/>
                    <a:pt x="78053" y="787666"/>
                    <a:pt x="123132" y="800331"/>
                  </a:cubicBezTo>
                  <a:cubicBezTo>
                    <a:pt x="149463" y="807747"/>
                    <a:pt x="177544" y="815163"/>
                    <a:pt x="204959" y="811497"/>
                  </a:cubicBezTo>
                  <a:cubicBezTo>
                    <a:pt x="226540" y="808580"/>
                    <a:pt x="251454" y="804831"/>
                    <a:pt x="267953" y="789499"/>
                  </a:cubicBezTo>
                  <a:cubicBezTo>
                    <a:pt x="285701" y="773167"/>
                    <a:pt x="292867" y="747003"/>
                    <a:pt x="300450" y="725005"/>
                  </a:cubicBezTo>
                  <a:cubicBezTo>
                    <a:pt x="309949" y="697507"/>
                    <a:pt x="317365" y="669343"/>
                    <a:pt x="324031" y="641179"/>
                  </a:cubicBezTo>
                  <a:cubicBezTo>
                    <a:pt x="338280" y="581101"/>
                    <a:pt x="349279" y="520523"/>
                    <a:pt x="361944" y="460195"/>
                  </a:cubicBezTo>
                  <a:cubicBezTo>
                    <a:pt x="368944" y="428281"/>
                    <a:pt x="374777" y="395867"/>
                    <a:pt x="376026" y="363037"/>
                  </a:cubicBezTo>
                  <a:lnTo>
                    <a:pt x="376026" y="363037"/>
                  </a:lnTo>
                  <a:close/>
                  <a:moveTo>
                    <a:pt x="180377" y="24984"/>
                  </a:moveTo>
                  <a:cubicBezTo>
                    <a:pt x="190960" y="16985"/>
                    <a:pt x="202959" y="15235"/>
                    <a:pt x="215707" y="13902"/>
                  </a:cubicBezTo>
                  <a:cubicBezTo>
                    <a:pt x="237122" y="11652"/>
                    <a:pt x="259453" y="12819"/>
                    <a:pt x="281452" y="16652"/>
                  </a:cubicBezTo>
                  <a:cubicBezTo>
                    <a:pt x="283951" y="17152"/>
                    <a:pt x="286451" y="17735"/>
                    <a:pt x="288951" y="18318"/>
                  </a:cubicBezTo>
                  <a:cubicBezTo>
                    <a:pt x="312949" y="24318"/>
                    <a:pt x="340280" y="30900"/>
                    <a:pt x="356778" y="50899"/>
                  </a:cubicBezTo>
                  <a:cubicBezTo>
                    <a:pt x="363694" y="59315"/>
                    <a:pt x="366277" y="71480"/>
                    <a:pt x="362528" y="81979"/>
                  </a:cubicBezTo>
                  <a:cubicBezTo>
                    <a:pt x="359111" y="91395"/>
                    <a:pt x="350445" y="97311"/>
                    <a:pt x="341196" y="101144"/>
                  </a:cubicBezTo>
                  <a:cubicBezTo>
                    <a:pt x="340363" y="101311"/>
                    <a:pt x="339530" y="101644"/>
                    <a:pt x="338863" y="102061"/>
                  </a:cubicBezTo>
                  <a:cubicBezTo>
                    <a:pt x="336780" y="102811"/>
                    <a:pt x="334780" y="103477"/>
                    <a:pt x="332780" y="104144"/>
                  </a:cubicBezTo>
                  <a:cubicBezTo>
                    <a:pt x="306699" y="111893"/>
                    <a:pt x="276535" y="106810"/>
                    <a:pt x="250538" y="101477"/>
                  </a:cubicBezTo>
                  <a:cubicBezTo>
                    <a:pt x="224290" y="95978"/>
                    <a:pt x="192626" y="87895"/>
                    <a:pt x="174461" y="66647"/>
                  </a:cubicBezTo>
                  <a:cubicBezTo>
                    <a:pt x="161712" y="51899"/>
                    <a:pt x="165379" y="36400"/>
                    <a:pt x="180377" y="24984"/>
                  </a:cubicBezTo>
                  <a:lnTo>
                    <a:pt x="180377" y="24984"/>
                  </a:lnTo>
                  <a:close/>
                  <a:moveTo>
                    <a:pt x="165962" y="159972"/>
                  </a:moveTo>
                  <a:cubicBezTo>
                    <a:pt x="170295" y="147640"/>
                    <a:pt x="171795" y="134391"/>
                    <a:pt x="173794" y="121559"/>
                  </a:cubicBezTo>
                  <a:cubicBezTo>
                    <a:pt x="175045" y="113476"/>
                    <a:pt x="176794" y="105394"/>
                    <a:pt x="177544" y="97311"/>
                  </a:cubicBezTo>
                  <a:cubicBezTo>
                    <a:pt x="177961" y="92312"/>
                    <a:pt x="177461" y="87229"/>
                    <a:pt x="177878" y="82229"/>
                  </a:cubicBezTo>
                  <a:cubicBezTo>
                    <a:pt x="195709" y="94395"/>
                    <a:pt x="217374" y="102144"/>
                    <a:pt x="237622" y="107560"/>
                  </a:cubicBezTo>
                  <a:cubicBezTo>
                    <a:pt x="263537" y="114559"/>
                    <a:pt x="290201" y="119143"/>
                    <a:pt x="317115" y="117476"/>
                  </a:cubicBezTo>
                  <a:cubicBezTo>
                    <a:pt x="323031" y="117143"/>
                    <a:pt x="329447" y="116226"/>
                    <a:pt x="335863" y="114810"/>
                  </a:cubicBezTo>
                  <a:cubicBezTo>
                    <a:pt x="335197" y="120476"/>
                    <a:pt x="333364" y="126808"/>
                    <a:pt x="332780" y="131641"/>
                  </a:cubicBezTo>
                  <a:cubicBezTo>
                    <a:pt x="331197" y="144474"/>
                    <a:pt x="328614" y="156806"/>
                    <a:pt x="327947" y="169804"/>
                  </a:cubicBezTo>
                  <a:cubicBezTo>
                    <a:pt x="326697" y="192969"/>
                    <a:pt x="322531" y="216467"/>
                    <a:pt x="331947" y="238465"/>
                  </a:cubicBezTo>
                  <a:cubicBezTo>
                    <a:pt x="333614" y="242465"/>
                    <a:pt x="335447" y="246381"/>
                    <a:pt x="337280" y="250297"/>
                  </a:cubicBezTo>
                  <a:cubicBezTo>
                    <a:pt x="329447" y="253130"/>
                    <a:pt x="321781" y="256047"/>
                    <a:pt x="312949" y="256380"/>
                  </a:cubicBezTo>
                  <a:cubicBezTo>
                    <a:pt x="299117" y="256963"/>
                    <a:pt x="285201" y="255547"/>
                    <a:pt x="271869" y="251880"/>
                  </a:cubicBezTo>
                  <a:cubicBezTo>
                    <a:pt x="258454" y="248131"/>
                    <a:pt x="245455" y="242048"/>
                    <a:pt x="232789" y="236382"/>
                  </a:cubicBezTo>
                  <a:cubicBezTo>
                    <a:pt x="222040" y="231549"/>
                    <a:pt x="212708" y="224133"/>
                    <a:pt x="201875" y="219717"/>
                  </a:cubicBezTo>
                  <a:cubicBezTo>
                    <a:pt x="181960" y="211467"/>
                    <a:pt x="159712" y="212551"/>
                    <a:pt x="138881" y="216467"/>
                  </a:cubicBezTo>
                  <a:cubicBezTo>
                    <a:pt x="135215" y="217134"/>
                    <a:pt x="128465" y="218217"/>
                    <a:pt x="121549" y="220050"/>
                  </a:cubicBezTo>
                  <a:cubicBezTo>
                    <a:pt x="139631" y="201968"/>
                    <a:pt x="157129" y="185053"/>
                    <a:pt x="165962" y="159972"/>
                  </a:cubicBezTo>
                  <a:lnTo>
                    <a:pt x="165962" y="159972"/>
                  </a:lnTo>
                  <a:close/>
                  <a:moveTo>
                    <a:pt x="131299" y="227466"/>
                  </a:moveTo>
                  <a:cubicBezTo>
                    <a:pt x="143464" y="224883"/>
                    <a:pt x="155713" y="222883"/>
                    <a:pt x="168128" y="223133"/>
                  </a:cubicBezTo>
                  <a:cubicBezTo>
                    <a:pt x="193210" y="223633"/>
                    <a:pt x="211041" y="234715"/>
                    <a:pt x="232789" y="245215"/>
                  </a:cubicBezTo>
                  <a:cubicBezTo>
                    <a:pt x="252954" y="254963"/>
                    <a:pt x="275036" y="264296"/>
                    <a:pt x="297533" y="266379"/>
                  </a:cubicBezTo>
                  <a:cubicBezTo>
                    <a:pt x="312949" y="267796"/>
                    <a:pt x="324364" y="266379"/>
                    <a:pt x="336697" y="262130"/>
                  </a:cubicBezTo>
                  <a:cubicBezTo>
                    <a:pt x="333864" y="266712"/>
                    <a:pt x="330780" y="271046"/>
                    <a:pt x="325781" y="274129"/>
                  </a:cubicBezTo>
                  <a:cubicBezTo>
                    <a:pt x="317365" y="279461"/>
                    <a:pt x="307949" y="283211"/>
                    <a:pt x="298450" y="286294"/>
                  </a:cubicBezTo>
                  <a:cubicBezTo>
                    <a:pt x="276785" y="293460"/>
                    <a:pt x="252038" y="299293"/>
                    <a:pt x="229290" y="294877"/>
                  </a:cubicBezTo>
                  <a:cubicBezTo>
                    <a:pt x="203708" y="289960"/>
                    <a:pt x="178628" y="285544"/>
                    <a:pt x="154963" y="273962"/>
                  </a:cubicBezTo>
                  <a:cubicBezTo>
                    <a:pt x="143381" y="268296"/>
                    <a:pt x="132132" y="262546"/>
                    <a:pt x="123049" y="253214"/>
                  </a:cubicBezTo>
                  <a:cubicBezTo>
                    <a:pt x="117383" y="247298"/>
                    <a:pt x="113633" y="240048"/>
                    <a:pt x="108217" y="234299"/>
                  </a:cubicBezTo>
                  <a:cubicBezTo>
                    <a:pt x="108884" y="233549"/>
                    <a:pt x="109467" y="232716"/>
                    <a:pt x="110217" y="231966"/>
                  </a:cubicBezTo>
                  <a:cubicBezTo>
                    <a:pt x="117050" y="229633"/>
                    <a:pt x="126382" y="228549"/>
                    <a:pt x="131299" y="227466"/>
                  </a:cubicBezTo>
                  <a:lnTo>
                    <a:pt x="131299" y="227466"/>
                  </a:lnTo>
                  <a:close/>
                  <a:moveTo>
                    <a:pt x="342113" y="475694"/>
                  </a:moveTo>
                  <a:cubicBezTo>
                    <a:pt x="336447" y="503025"/>
                    <a:pt x="332280" y="530605"/>
                    <a:pt x="326114" y="557853"/>
                  </a:cubicBezTo>
                  <a:cubicBezTo>
                    <a:pt x="313449" y="614181"/>
                    <a:pt x="302616" y="671426"/>
                    <a:pt x="282951" y="725838"/>
                  </a:cubicBezTo>
                  <a:cubicBezTo>
                    <a:pt x="274786" y="748336"/>
                    <a:pt x="267453" y="775833"/>
                    <a:pt x="243372" y="786082"/>
                  </a:cubicBezTo>
                  <a:cubicBezTo>
                    <a:pt x="218457" y="796748"/>
                    <a:pt x="189126" y="798081"/>
                    <a:pt x="162962" y="792998"/>
                  </a:cubicBezTo>
                  <a:cubicBezTo>
                    <a:pt x="135048" y="787582"/>
                    <a:pt x="109467" y="778583"/>
                    <a:pt x="83136" y="768084"/>
                  </a:cubicBezTo>
                  <a:cubicBezTo>
                    <a:pt x="60138" y="758835"/>
                    <a:pt x="33141" y="743503"/>
                    <a:pt x="22308" y="720255"/>
                  </a:cubicBezTo>
                  <a:cubicBezTo>
                    <a:pt x="8643" y="691174"/>
                    <a:pt x="15142" y="659844"/>
                    <a:pt x="18392" y="629180"/>
                  </a:cubicBezTo>
                  <a:cubicBezTo>
                    <a:pt x="21225" y="602682"/>
                    <a:pt x="24475" y="576101"/>
                    <a:pt x="28224" y="549770"/>
                  </a:cubicBezTo>
                  <a:cubicBezTo>
                    <a:pt x="35890" y="496358"/>
                    <a:pt x="45389" y="442780"/>
                    <a:pt x="55222" y="389701"/>
                  </a:cubicBezTo>
                  <a:cubicBezTo>
                    <a:pt x="60555" y="360704"/>
                    <a:pt x="68887" y="331957"/>
                    <a:pt x="75970" y="303376"/>
                  </a:cubicBezTo>
                  <a:cubicBezTo>
                    <a:pt x="81720" y="279878"/>
                    <a:pt x="89469" y="259463"/>
                    <a:pt x="103051" y="241048"/>
                  </a:cubicBezTo>
                  <a:cubicBezTo>
                    <a:pt x="109634" y="260047"/>
                    <a:pt x="132132" y="274295"/>
                    <a:pt x="148047" y="282794"/>
                  </a:cubicBezTo>
                  <a:cubicBezTo>
                    <a:pt x="174128" y="296793"/>
                    <a:pt x="204292" y="303376"/>
                    <a:pt x="233373" y="308042"/>
                  </a:cubicBezTo>
                  <a:cubicBezTo>
                    <a:pt x="257370" y="311875"/>
                    <a:pt x="284701" y="304459"/>
                    <a:pt x="307366" y="297126"/>
                  </a:cubicBezTo>
                  <a:cubicBezTo>
                    <a:pt x="317698" y="293793"/>
                    <a:pt x="330364" y="288711"/>
                    <a:pt x="338280" y="281211"/>
                  </a:cubicBezTo>
                  <a:cubicBezTo>
                    <a:pt x="341696" y="277962"/>
                    <a:pt x="344112" y="273795"/>
                    <a:pt x="346446" y="269712"/>
                  </a:cubicBezTo>
                  <a:cubicBezTo>
                    <a:pt x="352112" y="282044"/>
                    <a:pt x="357028" y="294710"/>
                    <a:pt x="358778" y="308625"/>
                  </a:cubicBezTo>
                  <a:cubicBezTo>
                    <a:pt x="362444" y="337289"/>
                    <a:pt x="360695" y="368203"/>
                    <a:pt x="356945" y="396701"/>
                  </a:cubicBezTo>
                  <a:cubicBezTo>
                    <a:pt x="353612" y="423115"/>
                    <a:pt x="347612" y="449446"/>
                    <a:pt x="342113" y="475694"/>
                  </a:cubicBezTo>
                  <a:lnTo>
                    <a:pt x="342113" y="475694"/>
                  </a:lnTo>
                  <a:close/>
                </a:path>
              </a:pathLst>
            </a:custGeom>
            <a:grpFill/>
            <a:ln w="8332" cap="flat">
              <a:noFill/>
              <a:prstDash val="solid"/>
              <a:miter/>
            </a:ln>
          </p:spPr>
          <p:txBody>
            <a:bodyPr rtlCol="0" anchor="ctr"/>
            <a:lstStyle/>
            <a:p>
              <a:endParaRPr lang="en-US"/>
            </a:p>
          </p:txBody>
        </p:sp>
        <p:sp>
          <p:nvSpPr>
            <p:cNvPr id="1752" name="Freeform: Shape 1751"/>
            <p:cNvSpPr/>
            <p:nvPr/>
          </p:nvSpPr>
          <p:spPr>
            <a:xfrm>
              <a:off x="2898140" y="2273588"/>
              <a:ext cx="155673" cy="68849"/>
            </a:xfrm>
            <a:custGeom>
              <a:avLst/>
              <a:gdLst>
                <a:gd name="connsiteX0" fmla="*/ 141024 w 155673"/>
                <a:gd name="connsiteY0" fmla="*/ 28381 h 68849"/>
                <a:gd name="connsiteX1" fmla="*/ 138358 w 155673"/>
                <a:gd name="connsiteY1" fmla="*/ 32381 h 68849"/>
                <a:gd name="connsiteX2" fmla="*/ 146357 w 155673"/>
                <a:gd name="connsiteY2" fmla="*/ 42297 h 68849"/>
                <a:gd name="connsiteX3" fmla="*/ 138191 w 155673"/>
                <a:gd name="connsiteY3" fmla="*/ 53296 h 68849"/>
                <a:gd name="connsiteX4" fmla="*/ 136608 w 155673"/>
                <a:gd name="connsiteY4" fmla="*/ 54129 h 68849"/>
                <a:gd name="connsiteX5" fmla="*/ 136692 w 155673"/>
                <a:gd name="connsiteY5" fmla="*/ 53796 h 68849"/>
                <a:gd name="connsiteX6" fmla="*/ 90279 w 155673"/>
                <a:gd name="connsiteY6" fmla="*/ 19049 h 68849"/>
                <a:gd name="connsiteX7" fmla="*/ 11703 w 155673"/>
                <a:gd name="connsiteY7" fmla="*/ 27048 h 68849"/>
                <a:gd name="connsiteX8" fmla="*/ 11119 w 155673"/>
                <a:gd name="connsiteY8" fmla="*/ 23215 h 68849"/>
                <a:gd name="connsiteX9" fmla="*/ 18702 w 155673"/>
                <a:gd name="connsiteY9" fmla="*/ 10300 h 68849"/>
                <a:gd name="connsiteX10" fmla="*/ 29534 w 155673"/>
                <a:gd name="connsiteY10" fmla="*/ 8050 h 68849"/>
                <a:gd name="connsiteX11" fmla="*/ 58615 w 155673"/>
                <a:gd name="connsiteY11" fmla="*/ 6133 h 68849"/>
                <a:gd name="connsiteX12" fmla="*/ 129692 w 155673"/>
                <a:gd name="connsiteY12" fmla="*/ 18216 h 68849"/>
                <a:gd name="connsiteX13" fmla="*/ 130525 w 155673"/>
                <a:gd name="connsiteY13" fmla="*/ 16383 h 68849"/>
                <a:gd name="connsiteX14" fmla="*/ 24202 w 155673"/>
                <a:gd name="connsiteY14" fmla="*/ 2550 h 68849"/>
                <a:gd name="connsiteX15" fmla="*/ 287 w 155673"/>
                <a:gd name="connsiteY15" fmla="*/ 19466 h 68849"/>
                <a:gd name="connsiteX16" fmla="*/ 18702 w 155673"/>
                <a:gd name="connsiteY16" fmla="*/ 47213 h 68849"/>
                <a:gd name="connsiteX17" fmla="*/ 121526 w 155673"/>
                <a:gd name="connsiteY17" fmla="*/ 67211 h 68849"/>
                <a:gd name="connsiteX18" fmla="*/ 155023 w 155673"/>
                <a:gd name="connsiteY18" fmla="*/ 50213 h 68849"/>
                <a:gd name="connsiteX19" fmla="*/ 141024 w 155673"/>
                <a:gd name="connsiteY19" fmla="*/ 28381 h 68849"/>
                <a:gd name="connsiteX20" fmla="*/ 141024 w 155673"/>
                <a:gd name="connsiteY20" fmla="*/ 28381 h 68849"/>
                <a:gd name="connsiteX21" fmla="*/ 120776 w 155673"/>
                <a:gd name="connsiteY21" fmla="*/ 56629 h 68849"/>
                <a:gd name="connsiteX22" fmla="*/ 85863 w 155673"/>
                <a:gd name="connsiteY22" fmla="*/ 57712 h 68849"/>
                <a:gd name="connsiteX23" fmla="*/ 20535 w 155673"/>
                <a:gd name="connsiteY23" fmla="*/ 38131 h 68849"/>
                <a:gd name="connsiteX24" fmla="*/ 12286 w 155673"/>
                <a:gd name="connsiteY24" fmla="*/ 29131 h 68849"/>
                <a:gd name="connsiteX25" fmla="*/ 39117 w 155673"/>
                <a:gd name="connsiteY25" fmla="*/ 26382 h 68849"/>
                <a:gd name="connsiteX26" fmla="*/ 78780 w 155673"/>
                <a:gd name="connsiteY26" fmla="*/ 27215 h 68849"/>
                <a:gd name="connsiteX27" fmla="*/ 114693 w 155673"/>
                <a:gd name="connsiteY27" fmla="*/ 39214 h 68849"/>
                <a:gd name="connsiteX28" fmla="*/ 132025 w 155673"/>
                <a:gd name="connsiteY28" fmla="*/ 55462 h 68849"/>
                <a:gd name="connsiteX29" fmla="*/ 120776 w 155673"/>
                <a:gd name="connsiteY29" fmla="*/ 56629 h 68849"/>
                <a:gd name="connsiteX30" fmla="*/ 120776 w 155673"/>
                <a:gd name="connsiteY30" fmla="*/ 56629 h 68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55673" h="68849">
                  <a:moveTo>
                    <a:pt x="141024" y="28381"/>
                  </a:moveTo>
                  <a:cubicBezTo>
                    <a:pt x="138441" y="27298"/>
                    <a:pt x="136525" y="30381"/>
                    <a:pt x="138358" y="32381"/>
                  </a:cubicBezTo>
                  <a:cubicBezTo>
                    <a:pt x="141441" y="35297"/>
                    <a:pt x="144107" y="38631"/>
                    <a:pt x="146357" y="42297"/>
                  </a:cubicBezTo>
                  <a:cubicBezTo>
                    <a:pt x="143607" y="45963"/>
                    <a:pt x="140941" y="49629"/>
                    <a:pt x="138191" y="53296"/>
                  </a:cubicBezTo>
                  <a:cubicBezTo>
                    <a:pt x="137691" y="53629"/>
                    <a:pt x="137191" y="53879"/>
                    <a:pt x="136608" y="54129"/>
                  </a:cubicBezTo>
                  <a:cubicBezTo>
                    <a:pt x="136608" y="54046"/>
                    <a:pt x="136692" y="53879"/>
                    <a:pt x="136692" y="53796"/>
                  </a:cubicBezTo>
                  <a:cubicBezTo>
                    <a:pt x="137858" y="34298"/>
                    <a:pt x="104861" y="22465"/>
                    <a:pt x="90279" y="19049"/>
                  </a:cubicBezTo>
                  <a:cubicBezTo>
                    <a:pt x="65281" y="13050"/>
                    <a:pt x="33367" y="11383"/>
                    <a:pt x="11703" y="27048"/>
                  </a:cubicBezTo>
                  <a:cubicBezTo>
                    <a:pt x="11453" y="25965"/>
                    <a:pt x="11286" y="24715"/>
                    <a:pt x="11119" y="23215"/>
                  </a:cubicBezTo>
                  <a:cubicBezTo>
                    <a:pt x="7703" y="15883"/>
                    <a:pt x="10203" y="11633"/>
                    <a:pt x="18702" y="10300"/>
                  </a:cubicBezTo>
                  <a:cubicBezTo>
                    <a:pt x="22285" y="9217"/>
                    <a:pt x="25868" y="8466"/>
                    <a:pt x="29534" y="8050"/>
                  </a:cubicBezTo>
                  <a:cubicBezTo>
                    <a:pt x="39034" y="6634"/>
                    <a:pt x="48949" y="6050"/>
                    <a:pt x="58615" y="6133"/>
                  </a:cubicBezTo>
                  <a:cubicBezTo>
                    <a:pt x="82530" y="6300"/>
                    <a:pt x="107111" y="10050"/>
                    <a:pt x="129692" y="18216"/>
                  </a:cubicBezTo>
                  <a:cubicBezTo>
                    <a:pt x="130859" y="18632"/>
                    <a:pt x="131775" y="16966"/>
                    <a:pt x="130525" y="16383"/>
                  </a:cubicBezTo>
                  <a:cubicBezTo>
                    <a:pt x="97695" y="2217"/>
                    <a:pt x="59698" y="-3866"/>
                    <a:pt x="24202" y="2550"/>
                  </a:cubicBezTo>
                  <a:cubicBezTo>
                    <a:pt x="14369" y="4300"/>
                    <a:pt x="2620" y="8133"/>
                    <a:pt x="287" y="19466"/>
                  </a:cubicBezTo>
                  <a:cubicBezTo>
                    <a:pt x="-2046" y="30965"/>
                    <a:pt x="10370" y="41464"/>
                    <a:pt x="18702" y="47213"/>
                  </a:cubicBezTo>
                  <a:cubicBezTo>
                    <a:pt x="46366" y="66128"/>
                    <a:pt x="88946" y="72128"/>
                    <a:pt x="121526" y="67211"/>
                  </a:cubicBezTo>
                  <a:cubicBezTo>
                    <a:pt x="132275" y="65545"/>
                    <a:pt x="151523" y="62962"/>
                    <a:pt x="155023" y="50213"/>
                  </a:cubicBezTo>
                  <a:cubicBezTo>
                    <a:pt x="158106" y="39797"/>
                    <a:pt x="149690" y="31881"/>
                    <a:pt x="141024" y="28381"/>
                  </a:cubicBezTo>
                  <a:lnTo>
                    <a:pt x="141024" y="28381"/>
                  </a:lnTo>
                  <a:close/>
                  <a:moveTo>
                    <a:pt x="120776" y="56629"/>
                  </a:moveTo>
                  <a:cubicBezTo>
                    <a:pt x="109277" y="58045"/>
                    <a:pt x="97362" y="58795"/>
                    <a:pt x="85863" y="57712"/>
                  </a:cubicBezTo>
                  <a:cubicBezTo>
                    <a:pt x="64531" y="55712"/>
                    <a:pt x="38534" y="50213"/>
                    <a:pt x="20535" y="38131"/>
                  </a:cubicBezTo>
                  <a:cubicBezTo>
                    <a:pt x="15536" y="34797"/>
                    <a:pt x="13453" y="33131"/>
                    <a:pt x="12286" y="29131"/>
                  </a:cubicBezTo>
                  <a:cubicBezTo>
                    <a:pt x="20952" y="30131"/>
                    <a:pt x="30534" y="26965"/>
                    <a:pt x="39117" y="26382"/>
                  </a:cubicBezTo>
                  <a:cubicBezTo>
                    <a:pt x="52282" y="25465"/>
                    <a:pt x="65615" y="25382"/>
                    <a:pt x="78780" y="27215"/>
                  </a:cubicBezTo>
                  <a:cubicBezTo>
                    <a:pt x="91279" y="29048"/>
                    <a:pt x="103944" y="32381"/>
                    <a:pt x="114693" y="39214"/>
                  </a:cubicBezTo>
                  <a:cubicBezTo>
                    <a:pt x="121943" y="43797"/>
                    <a:pt x="125193" y="51213"/>
                    <a:pt x="132025" y="55462"/>
                  </a:cubicBezTo>
                  <a:cubicBezTo>
                    <a:pt x="128192" y="56046"/>
                    <a:pt x="123943" y="56212"/>
                    <a:pt x="120776" y="56629"/>
                  </a:cubicBezTo>
                  <a:lnTo>
                    <a:pt x="120776" y="56629"/>
                  </a:lnTo>
                  <a:close/>
                </a:path>
              </a:pathLst>
            </a:custGeom>
            <a:grpFill/>
            <a:ln w="8332" cap="flat">
              <a:noFill/>
              <a:prstDash val="solid"/>
              <a:miter/>
            </a:ln>
          </p:spPr>
          <p:txBody>
            <a:bodyPr rtlCol="0" anchor="ctr"/>
            <a:lstStyle/>
            <a:p>
              <a:endParaRPr lang="en-US"/>
            </a:p>
          </p:txBody>
        </p:sp>
        <p:sp>
          <p:nvSpPr>
            <p:cNvPr id="1753" name="Freeform: Shape 1752"/>
            <p:cNvSpPr/>
            <p:nvPr/>
          </p:nvSpPr>
          <p:spPr>
            <a:xfrm>
              <a:off x="2807736" y="2662688"/>
              <a:ext cx="163236" cy="199084"/>
            </a:xfrm>
            <a:custGeom>
              <a:avLst/>
              <a:gdLst>
                <a:gd name="connsiteX0" fmla="*/ 148102 w 163236"/>
                <a:gd name="connsiteY0" fmla="*/ 42661 h 199084"/>
                <a:gd name="connsiteX1" fmla="*/ 85441 w 163236"/>
                <a:gd name="connsiteY1" fmla="*/ 165 h 199084"/>
                <a:gd name="connsiteX2" fmla="*/ 27196 w 163236"/>
                <a:gd name="connsiteY2" fmla="*/ 28913 h 199084"/>
                <a:gd name="connsiteX3" fmla="*/ 1282 w 163236"/>
                <a:gd name="connsiteY3" fmla="*/ 115988 h 199084"/>
                <a:gd name="connsiteX4" fmla="*/ 8615 w 163236"/>
                <a:gd name="connsiteY4" fmla="*/ 141153 h 199084"/>
                <a:gd name="connsiteX5" fmla="*/ 42362 w 163236"/>
                <a:gd name="connsiteY5" fmla="*/ 188398 h 199084"/>
                <a:gd name="connsiteX6" fmla="*/ 109272 w 163236"/>
                <a:gd name="connsiteY6" fmla="*/ 191398 h 199084"/>
                <a:gd name="connsiteX7" fmla="*/ 148102 w 163236"/>
                <a:gd name="connsiteY7" fmla="*/ 42661 h 199084"/>
                <a:gd name="connsiteX8" fmla="*/ 148102 w 163236"/>
                <a:gd name="connsiteY8" fmla="*/ 42661 h 199084"/>
                <a:gd name="connsiteX9" fmla="*/ 100023 w 163236"/>
                <a:gd name="connsiteY9" fmla="*/ 182899 h 199084"/>
                <a:gd name="connsiteX10" fmla="*/ 27696 w 163236"/>
                <a:gd name="connsiteY10" fmla="*/ 156484 h 199084"/>
                <a:gd name="connsiteX11" fmla="*/ 16864 w 163236"/>
                <a:gd name="connsiteY11" fmla="*/ 74658 h 199084"/>
                <a:gd name="connsiteX12" fmla="*/ 39612 w 163236"/>
                <a:gd name="connsiteY12" fmla="*/ 29663 h 199084"/>
                <a:gd name="connsiteX13" fmla="*/ 42528 w 163236"/>
                <a:gd name="connsiteY13" fmla="*/ 27246 h 199084"/>
                <a:gd name="connsiteX14" fmla="*/ 120688 w 163236"/>
                <a:gd name="connsiteY14" fmla="*/ 24913 h 199084"/>
                <a:gd name="connsiteX15" fmla="*/ 152602 w 163236"/>
                <a:gd name="connsiteY15" fmla="*/ 107155 h 199084"/>
                <a:gd name="connsiteX16" fmla="*/ 100023 w 163236"/>
                <a:gd name="connsiteY16" fmla="*/ 182899 h 199084"/>
                <a:gd name="connsiteX17" fmla="*/ 100023 w 163236"/>
                <a:gd name="connsiteY17" fmla="*/ 182899 h 199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3236" h="199084">
                  <a:moveTo>
                    <a:pt x="148102" y="42661"/>
                  </a:moveTo>
                  <a:cubicBezTo>
                    <a:pt x="133770" y="19330"/>
                    <a:pt x="113689" y="2748"/>
                    <a:pt x="85441" y="165"/>
                  </a:cubicBezTo>
                  <a:cubicBezTo>
                    <a:pt x="64110" y="-1751"/>
                    <a:pt x="40695" y="13331"/>
                    <a:pt x="27196" y="28913"/>
                  </a:cubicBezTo>
                  <a:cubicBezTo>
                    <a:pt x="8198" y="50827"/>
                    <a:pt x="-4134" y="87074"/>
                    <a:pt x="1282" y="115988"/>
                  </a:cubicBezTo>
                  <a:cubicBezTo>
                    <a:pt x="2698" y="123654"/>
                    <a:pt x="5198" y="132487"/>
                    <a:pt x="8615" y="141153"/>
                  </a:cubicBezTo>
                  <a:cubicBezTo>
                    <a:pt x="14281" y="160067"/>
                    <a:pt x="25280" y="177649"/>
                    <a:pt x="42362" y="188398"/>
                  </a:cubicBezTo>
                  <a:cubicBezTo>
                    <a:pt x="62527" y="201064"/>
                    <a:pt x="88441" y="202980"/>
                    <a:pt x="109272" y="191398"/>
                  </a:cubicBezTo>
                  <a:cubicBezTo>
                    <a:pt x="161351" y="162567"/>
                    <a:pt x="178766" y="92490"/>
                    <a:pt x="148102" y="42661"/>
                  </a:cubicBezTo>
                  <a:lnTo>
                    <a:pt x="148102" y="42661"/>
                  </a:lnTo>
                  <a:close/>
                  <a:moveTo>
                    <a:pt x="100023" y="182899"/>
                  </a:moveTo>
                  <a:cubicBezTo>
                    <a:pt x="72276" y="196231"/>
                    <a:pt x="43445" y="179649"/>
                    <a:pt x="27696" y="156484"/>
                  </a:cubicBezTo>
                  <a:cubicBezTo>
                    <a:pt x="11614" y="132820"/>
                    <a:pt x="9365" y="101656"/>
                    <a:pt x="16864" y="74658"/>
                  </a:cubicBezTo>
                  <a:cubicBezTo>
                    <a:pt x="21697" y="57493"/>
                    <a:pt x="27363" y="42745"/>
                    <a:pt x="39612" y="29663"/>
                  </a:cubicBezTo>
                  <a:cubicBezTo>
                    <a:pt x="40612" y="28829"/>
                    <a:pt x="41528" y="27996"/>
                    <a:pt x="42528" y="27246"/>
                  </a:cubicBezTo>
                  <a:cubicBezTo>
                    <a:pt x="67109" y="8581"/>
                    <a:pt x="95274" y="4665"/>
                    <a:pt x="120688" y="24913"/>
                  </a:cubicBezTo>
                  <a:cubicBezTo>
                    <a:pt x="143686" y="43161"/>
                    <a:pt x="156185" y="78575"/>
                    <a:pt x="152602" y="107155"/>
                  </a:cubicBezTo>
                  <a:cubicBezTo>
                    <a:pt x="148852" y="136153"/>
                    <a:pt x="126771" y="170067"/>
                    <a:pt x="100023" y="182899"/>
                  </a:cubicBezTo>
                  <a:lnTo>
                    <a:pt x="100023" y="182899"/>
                  </a:lnTo>
                  <a:close/>
                </a:path>
              </a:pathLst>
            </a:custGeom>
            <a:grpFill/>
            <a:ln w="8332" cap="flat">
              <a:noFill/>
              <a:prstDash val="solid"/>
              <a:miter/>
            </a:ln>
          </p:spPr>
          <p:txBody>
            <a:bodyPr rtlCol="0" anchor="ctr"/>
            <a:lstStyle/>
            <a:p>
              <a:endParaRPr lang="en-US"/>
            </a:p>
          </p:txBody>
        </p:sp>
        <p:sp>
          <p:nvSpPr>
            <p:cNvPr id="1754" name="Freeform: Shape 1753"/>
            <p:cNvSpPr/>
            <p:nvPr/>
          </p:nvSpPr>
          <p:spPr>
            <a:xfrm>
              <a:off x="2657282" y="1498459"/>
              <a:ext cx="166" cy="499"/>
            </a:xfrm>
            <a:custGeom>
              <a:avLst/>
              <a:gdLst>
                <a:gd name="connsiteX0" fmla="*/ 0 w 166"/>
                <a:gd name="connsiteY0" fmla="*/ 0 h 499"/>
                <a:gd name="connsiteX1" fmla="*/ 167 w 166"/>
                <a:gd name="connsiteY1" fmla="*/ 500 h 499"/>
                <a:gd name="connsiteX2" fmla="*/ 0 w 166"/>
                <a:gd name="connsiteY2" fmla="*/ 0 h 499"/>
                <a:gd name="connsiteX3" fmla="*/ 0 w 166"/>
                <a:gd name="connsiteY3" fmla="*/ 0 h 499"/>
              </a:gdLst>
              <a:ahLst/>
              <a:cxnLst>
                <a:cxn ang="0">
                  <a:pos x="connsiteX0" y="connsiteY0"/>
                </a:cxn>
                <a:cxn ang="0">
                  <a:pos x="connsiteX1" y="connsiteY1"/>
                </a:cxn>
                <a:cxn ang="0">
                  <a:pos x="connsiteX2" y="connsiteY2"/>
                </a:cxn>
                <a:cxn ang="0">
                  <a:pos x="connsiteX3" y="connsiteY3"/>
                </a:cxn>
              </a:cxnLst>
              <a:rect l="l" t="t" r="r" b="b"/>
              <a:pathLst>
                <a:path w="166" h="499">
                  <a:moveTo>
                    <a:pt x="0" y="0"/>
                  </a:moveTo>
                  <a:cubicBezTo>
                    <a:pt x="0" y="83"/>
                    <a:pt x="83" y="167"/>
                    <a:pt x="167" y="500"/>
                  </a:cubicBezTo>
                  <a:cubicBezTo>
                    <a:pt x="83" y="333"/>
                    <a:pt x="83" y="167"/>
                    <a:pt x="0" y="0"/>
                  </a:cubicBezTo>
                  <a:lnTo>
                    <a:pt x="0" y="0"/>
                  </a:lnTo>
                  <a:close/>
                </a:path>
              </a:pathLst>
            </a:custGeom>
            <a:grpFill/>
            <a:ln w="8332" cap="flat">
              <a:noFill/>
              <a:prstDash val="solid"/>
              <a:miter/>
            </a:ln>
          </p:spPr>
          <p:txBody>
            <a:bodyPr rtlCol="0" anchor="ctr"/>
            <a:lstStyle/>
            <a:p>
              <a:endParaRPr lang="en-US"/>
            </a:p>
          </p:txBody>
        </p:sp>
        <p:sp>
          <p:nvSpPr>
            <p:cNvPr id="1755" name="Freeform: Shape 1754"/>
            <p:cNvSpPr/>
            <p:nvPr/>
          </p:nvSpPr>
          <p:spPr>
            <a:xfrm>
              <a:off x="2625864" y="1222781"/>
              <a:ext cx="569137" cy="398781"/>
            </a:xfrm>
            <a:custGeom>
              <a:avLst/>
              <a:gdLst>
                <a:gd name="connsiteX0" fmla="*/ 532039 w 569137"/>
                <a:gd name="connsiteY0" fmla="*/ 107443 h 398781"/>
                <a:gd name="connsiteX1" fmla="*/ 449547 w 569137"/>
                <a:gd name="connsiteY1" fmla="*/ 48031 h 398781"/>
                <a:gd name="connsiteX2" fmla="*/ 398051 w 569137"/>
                <a:gd name="connsiteY2" fmla="*/ 36616 h 398781"/>
                <a:gd name="connsiteX3" fmla="*/ 385719 w 569137"/>
                <a:gd name="connsiteY3" fmla="*/ 36366 h 398781"/>
                <a:gd name="connsiteX4" fmla="*/ 382886 w 569137"/>
                <a:gd name="connsiteY4" fmla="*/ 33200 h 398781"/>
                <a:gd name="connsiteX5" fmla="*/ 143657 w 569137"/>
                <a:gd name="connsiteY5" fmla="*/ 21867 h 398781"/>
                <a:gd name="connsiteX6" fmla="*/ 49916 w 569137"/>
                <a:gd name="connsiteY6" fmla="*/ 91278 h 398781"/>
                <a:gd name="connsiteX7" fmla="*/ 2753 w 569137"/>
                <a:gd name="connsiteY7" fmla="*/ 212683 h 398781"/>
                <a:gd name="connsiteX8" fmla="*/ 1170 w 569137"/>
                <a:gd name="connsiteY8" fmla="*/ 269345 h 398781"/>
                <a:gd name="connsiteX9" fmla="*/ 11003 w 569137"/>
                <a:gd name="connsiteY9" fmla="*/ 334422 h 398781"/>
                <a:gd name="connsiteX10" fmla="*/ 34167 w 569137"/>
                <a:gd name="connsiteY10" fmla="*/ 368003 h 398781"/>
                <a:gd name="connsiteX11" fmla="*/ 43416 w 569137"/>
                <a:gd name="connsiteY11" fmla="*/ 375835 h 398781"/>
                <a:gd name="connsiteX12" fmla="*/ 86246 w 569137"/>
                <a:gd name="connsiteY12" fmla="*/ 394250 h 398781"/>
                <a:gd name="connsiteX13" fmla="*/ 189903 w 569137"/>
                <a:gd name="connsiteY13" fmla="*/ 396500 h 398781"/>
                <a:gd name="connsiteX14" fmla="*/ 394718 w 569137"/>
                <a:gd name="connsiteY14" fmla="*/ 363503 h 398781"/>
                <a:gd name="connsiteX15" fmla="*/ 552371 w 569137"/>
                <a:gd name="connsiteY15" fmla="*/ 274678 h 398781"/>
                <a:gd name="connsiteX16" fmla="*/ 532039 w 569137"/>
                <a:gd name="connsiteY16" fmla="*/ 107443 h 398781"/>
                <a:gd name="connsiteX17" fmla="*/ 532039 w 569137"/>
                <a:gd name="connsiteY17" fmla="*/ 107443 h 398781"/>
                <a:gd name="connsiteX18" fmla="*/ 9586 w 569137"/>
                <a:gd name="connsiteY18" fmla="*/ 272928 h 398781"/>
                <a:gd name="connsiteX19" fmla="*/ 112160 w 569137"/>
                <a:gd name="connsiteY19" fmla="*/ 50865 h 398781"/>
                <a:gd name="connsiteX20" fmla="*/ 243232 w 569137"/>
                <a:gd name="connsiteY20" fmla="*/ 15201 h 398781"/>
                <a:gd name="connsiteX21" fmla="*/ 362971 w 569137"/>
                <a:gd name="connsiteY21" fmla="*/ 39366 h 398781"/>
                <a:gd name="connsiteX22" fmla="*/ 352889 w 569137"/>
                <a:gd name="connsiteY22" fmla="*/ 41532 h 398781"/>
                <a:gd name="connsiteX23" fmla="*/ 311726 w 569137"/>
                <a:gd name="connsiteY23" fmla="*/ 50198 h 398781"/>
                <a:gd name="connsiteX24" fmla="*/ 290728 w 569137"/>
                <a:gd name="connsiteY24" fmla="*/ 43782 h 398781"/>
                <a:gd name="connsiteX25" fmla="*/ 271229 w 569137"/>
                <a:gd name="connsiteY25" fmla="*/ 32200 h 398781"/>
                <a:gd name="connsiteX26" fmla="*/ 250481 w 569137"/>
                <a:gd name="connsiteY26" fmla="*/ 33116 h 398781"/>
                <a:gd name="connsiteX27" fmla="*/ 228816 w 569137"/>
                <a:gd name="connsiteY27" fmla="*/ 45115 h 398781"/>
                <a:gd name="connsiteX28" fmla="*/ 205235 w 569137"/>
                <a:gd name="connsiteY28" fmla="*/ 48198 h 398781"/>
                <a:gd name="connsiteX29" fmla="*/ 187987 w 569137"/>
                <a:gd name="connsiteY29" fmla="*/ 63530 h 398781"/>
                <a:gd name="connsiteX30" fmla="*/ 184987 w 569137"/>
                <a:gd name="connsiteY30" fmla="*/ 61280 h 398781"/>
                <a:gd name="connsiteX31" fmla="*/ 164572 w 569137"/>
                <a:gd name="connsiteY31" fmla="*/ 56947 h 398781"/>
                <a:gd name="connsiteX32" fmla="*/ 150740 w 569137"/>
                <a:gd name="connsiteY32" fmla="*/ 76612 h 398781"/>
                <a:gd name="connsiteX33" fmla="*/ 150073 w 569137"/>
                <a:gd name="connsiteY33" fmla="*/ 76446 h 398781"/>
                <a:gd name="connsiteX34" fmla="*/ 131909 w 569137"/>
                <a:gd name="connsiteY34" fmla="*/ 89694 h 398781"/>
                <a:gd name="connsiteX35" fmla="*/ 131909 w 569137"/>
                <a:gd name="connsiteY35" fmla="*/ 105276 h 398781"/>
                <a:gd name="connsiteX36" fmla="*/ 126992 w 569137"/>
                <a:gd name="connsiteY36" fmla="*/ 102193 h 398781"/>
                <a:gd name="connsiteX37" fmla="*/ 99328 w 569137"/>
                <a:gd name="connsiteY37" fmla="*/ 106360 h 398781"/>
                <a:gd name="connsiteX38" fmla="*/ 95412 w 569137"/>
                <a:gd name="connsiteY38" fmla="*/ 143356 h 398781"/>
                <a:gd name="connsiteX39" fmla="*/ 62498 w 569137"/>
                <a:gd name="connsiteY39" fmla="*/ 212183 h 398781"/>
                <a:gd name="connsiteX40" fmla="*/ 63498 w 569137"/>
                <a:gd name="connsiteY40" fmla="*/ 213183 h 398781"/>
                <a:gd name="connsiteX41" fmla="*/ 47499 w 569137"/>
                <a:gd name="connsiteY41" fmla="*/ 223432 h 398781"/>
                <a:gd name="connsiteX42" fmla="*/ 29001 w 569137"/>
                <a:gd name="connsiteY42" fmla="*/ 255929 h 398781"/>
                <a:gd name="connsiteX43" fmla="*/ 31834 w 569137"/>
                <a:gd name="connsiteY43" fmla="*/ 275511 h 398781"/>
                <a:gd name="connsiteX44" fmla="*/ 36834 w 569137"/>
                <a:gd name="connsiteY44" fmla="*/ 283344 h 398781"/>
                <a:gd name="connsiteX45" fmla="*/ 30251 w 569137"/>
                <a:gd name="connsiteY45" fmla="*/ 289593 h 398781"/>
                <a:gd name="connsiteX46" fmla="*/ 17502 w 569137"/>
                <a:gd name="connsiteY46" fmla="*/ 316174 h 398781"/>
                <a:gd name="connsiteX47" fmla="*/ 9586 w 569137"/>
                <a:gd name="connsiteY47" fmla="*/ 272928 h 398781"/>
                <a:gd name="connsiteX48" fmla="*/ 9586 w 569137"/>
                <a:gd name="connsiteY48" fmla="*/ 272928 h 398781"/>
                <a:gd name="connsiteX49" fmla="*/ 69581 w 569137"/>
                <a:gd name="connsiteY49" fmla="*/ 171520 h 398781"/>
                <a:gd name="connsiteX50" fmla="*/ 97328 w 569137"/>
                <a:gd name="connsiteY50" fmla="*/ 149272 h 398781"/>
                <a:gd name="connsiteX51" fmla="*/ 123826 w 569137"/>
                <a:gd name="connsiteY51" fmla="*/ 169271 h 398781"/>
                <a:gd name="connsiteX52" fmla="*/ 193986 w 569137"/>
                <a:gd name="connsiteY52" fmla="*/ 201434 h 398781"/>
                <a:gd name="connsiteX53" fmla="*/ 191070 w 569137"/>
                <a:gd name="connsiteY53" fmla="*/ 224016 h 398781"/>
                <a:gd name="connsiteX54" fmla="*/ 181487 w 569137"/>
                <a:gd name="connsiteY54" fmla="*/ 211517 h 398781"/>
                <a:gd name="connsiteX55" fmla="*/ 162239 w 569137"/>
                <a:gd name="connsiteY55" fmla="*/ 205017 h 398781"/>
                <a:gd name="connsiteX56" fmla="*/ 126742 w 569137"/>
                <a:gd name="connsiteY56" fmla="*/ 203351 h 398781"/>
                <a:gd name="connsiteX57" fmla="*/ 86246 w 569137"/>
                <a:gd name="connsiteY57" fmla="*/ 196851 h 398781"/>
                <a:gd name="connsiteX58" fmla="*/ 69247 w 569137"/>
                <a:gd name="connsiteY58" fmla="*/ 207767 h 398781"/>
                <a:gd name="connsiteX59" fmla="*/ 69581 w 569137"/>
                <a:gd name="connsiteY59" fmla="*/ 171520 h 398781"/>
                <a:gd name="connsiteX60" fmla="*/ 69581 w 569137"/>
                <a:gd name="connsiteY60" fmla="*/ 171520 h 398781"/>
                <a:gd name="connsiteX61" fmla="*/ 133992 w 569137"/>
                <a:gd name="connsiteY61" fmla="*/ 168521 h 398781"/>
                <a:gd name="connsiteX62" fmla="*/ 104828 w 569137"/>
                <a:gd name="connsiteY62" fmla="*/ 145523 h 398781"/>
                <a:gd name="connsiteX63" fmla="*/ 104744 w 569137"/>
                <a:gd name="connsiteY63" fmla="*/ 145356 h 398781"/>
                <a:gd name="connsiteX64" fmla="*/ 97495 w 569137"/>
                <a:gd name="connsiteY64" fmla="*/ 132691 h 398781"/>
                <a:gd name="connsiteX65" fmla="*/ 107744 w 569137"/>
                <a:gd name="connsiteY65" fmla="*/ 110359 h 398781"/>
                <a:gd name="connsiteX66" fmla="*/ 123493 w 569137"/>
                <a:gd name="connsiteY66" fmla="*/ 109609 h 398781"/>
                <a:gd name="connsiteX67" fmla="*/ 130492 w 569137"/>
                <a:gd name="connsiteY67" fmla="*/ 116942 h 398781"/>
                <a:gd name="connsiteX68" fmla="*/ 136325 w 569137"/>
                <a:gd name="connsiteY68" fmla="*/ 122691 h 398781"/>
                <a:gd name="connsiteX69" fmla="*/ 126409 w 569137"/>
                <a:gd name="connsiteY69" fmla="*/ 131524 h 398781"/>
                <a:gd name="connsiteX70" fmla="*/ 133992 w 569137"/>
                <a:gd name="connsiteY70" fmla="*/ 168521 h 398781"/>
                <a:gd name="connsiteX71" fmla="*/ 133992 w 569137"/>
                <a:gd name="connsiteY71" fmla="*/ 168521 h 398781"/>
                <a:gd name="connsiteX72" fmla="*/ 178654 w 569137"/>
                <a:gd name="connsiteY72" fmla="*/ 188019 h 398781"/>
                <a:gd name="connsiteX73" fmla="*/ 155990 w 569137"/>
                <a:gd name="connsiteY73" fmla="*/ 174770 h 398781"/>
                <a:gd name="connsiteX74" fmla="*/ 134742 w 569137"/>
                <a:gd name="connsiteY74" fmla="*/ 149856 h 398781"/>
                <a:gd name="connsiteX75" fmla="*/ 141658 w 569137"/>
                <a:gd name="connsiteY75" fmla="*/ 131691 h 398781"/>
                <a:gd name="connsiteX76" fmla="*/ 160906 w 569137"/>
                <a:gd name="connsiteY76" fmla="*/ 136523 h 398781"/>
                <a:gd name="connsiteX77" fmla="*/ 194736 w 569137"/>
                <a:gd name="connsiteY77" fmla="*/ 164604 h 398781"/>
                <a:gd name="connsiteX78" fmla="*/ 200985 w 569137"/>
                <a:gd name="connsiteY78" fmla="*/ 168271 h 398781"/>
                <a:gd name="connsiteX79" fmla="*/ 196819 w 569137"/>
                <a:gd name="connsiteY79" fmla="*/ 185769 h 398781"/>
                <a:gd name="connsiteX80" fmla="*/ 195736 w 569137"/>
                <a:gd name="connsiteY80" fmla="*/ 192019 h 398781"/>
                <a:gd name="connsiteX81" fmla="*/ 178654 w 569137"/>
                <a:gd name="connsiteY81" fmla="*/ 188019 h 398781"/>
                <a:gd name="connsiteX82" fmla="*/ 178654 w 569137"/>
                <a:gd name="connsiteY82" fmla="*/ 188019 h 398781"/>
                <a:gd name="connsiteX83" fmla="*/ 146491 w 569137"/>
                <a:gd name="connsiteY83" fmla="*/ 121275 h 398781"/>
                <a:gd name="connsiteX84" fmla="*/ 146157 w 569137"/>
                <a:gd name="connsiteY84" fmla="*/ 120692 h 398781"/>
                <a:gd name="connsiteX85" fmla="*/ 142324 w 569137"/>
                <a:gd name="connsiteY85" fmla="*/ 115942 h 398781"/>
                <a:gd name="connsiteX86" fmla="*/ 138491 w 569137"/>
                <a:gd name="connsiteY86" fmla="*/ 100193 h 398781"/>
                <a:gd name="connsiteX87" fmla="*/ 153323 w 569137"/>
                <a:gd name="connsiteY87" fmla="*/ 86528 h 398781"/>
                <a:gd name="connsiteX88" fmla="*/ 158156 w 569137"/>
                <a:gd name="connsiteY88" fmla="*/ 92527 h 398781"/>
                <a:gd name="connsiteX89" fmla="*/ 174155 w 569137"/>
                <a:gd name="connsiteY89" fmla="*/ 117192 h 398781"/>
                <a:gd name="connsiteX90" fmla="*/ 211235 w 569137"/>
                <a:gd name="connsiteY90" fmla="*/ 140523 h 398781"/>
                <a:gd name="connsiteX91" fmla="*/ 204235 w 569137"/>
                <a:gd name="connsiteY91" fmla="*/ 157688 h 398781"/>
                <a:gd name="connsiteX92" fmla="*/ 146491 w 569137"/>
                <a:gd name="connsiteY92" fmla="*/ 121275 h 398781"/>
                <a:gd name="connsiteX93" fmla="*/ 146491 w 569137"/>
                <a:gd name="connsiteY93" fmla="*/ 121275 h 398781"/>
                <a:gd name="connsiteX94" fmla="*/ 195903 w 569137"/>
                <a:gd name="connsiteY94" fmla="*/ 124191 h 398781"/>
                <a:gd name="connsiteX95" fmla="*/ 176654 w 569137"/>
                <a:gd name="connsiteY95" fmla="*/ 107609 h 398781"/>
                <a:gd name="connsiteX96" fmla="*/ 158406 w 569137"/>
                <a:gd name="connsiteY96" fmla="*/ 81362 h 398781"/>
                <a:gd name="connsiteX97" fmla="*/ 166655 w 569137"/>
                <a:gd name="connsiteY97" fmla="*/ 67196 h 398781"/>
                <a:gd name="connsiteX98" fmla="*/ 182404 w 569137"/>
                <a:gd name="connsiteY98" fmla="*/ 70613 h 398781"/>
                <a:gd name="connsiteX99" fmla="*/ 179654 w 569137"/>
                <a:gd name="connsiteY99" fmla="*/ 72446 h 398781"/>
                <a:gd name="connsiteX100" fmla="*/ 195903 w 569137"/>
                <a:gd name="connsiteY100" fmla="*/ 124191 h 398781"/>
                <a:gd name="connsiteX101" fmla="*/ 195903 w 569137"/>
                <a:gd name="connsiteY101" fmla="*/ 124191 h 398781"/>
                <a:gd name="connsiteX102" fmla="*/ 211068 w 569137"/>
                <a:gd name="connsiteY102" fmla="*/ 130357 h 398781"/>
                <a:gd name="connsiteX103" fmla="*/ 191486 w 569137"/>
                <a:gd name="connsiteY103" fmla="*/ 106693 h 398781"/>
                <a:gd name="connsiteX104" fmla="*/ 185404 w 569137"/>
                <a:gd name="connsiteY104" fmla="*/ 96361 h 398781"/>
                <a:gd name="connsiteX105" fmla="*/ 192736 w 569137"/>
                <a:gd name="connsiteY105" fmla="*/ 77279 h 398781"/>
                <a:gd name="connsiteX106" fmla="*/ 204652 w 569137"/>
                <a:gd name="connsiteY106" fmla="*/ 85111 h 398781"/>
                <a:gd name="connsiteX107" fmla="*/ 221567 w 569137"/>
                <a:gd name="connsiteY107" fmla="*/ 109943 h 398781"/>
                <a:gd name="connsiteX108" fmla="*/ 225317 w 569137"/>
                <a:gd name="connsiteY108" fmla="*/ 115692 h 398781"/>
                <a:gd name="connsiteX109" fmla="*/ 215567 w 569137"/>
                <a:gd name="connsiteY109" fmla="*/ 132024 h 398781"/>
                <a:gd name="connsiteX110" fmla="*/ 211068 w 569137"/>
                <a:gd name="connsiteY110" fmla="*/ 130357 h 398781"/>
                <a:gd name="connsiteX111" fmla="*/ 211068 w 569137"/>
                <a:gd name="connsiteY111" fmla="*/ 130357 h 398781"/>
                <a:gd name="connsiteX112" fmla="*/ 222317 w 569137"/>
                <a:gd name="connsiteY112" fmla="*/ 94027 h 398781"/>
                <a:gd name="connsiteX113" fmla="*/ 206985 w 569137"/>
                <a:gd name="connsiteY113" fmla="*/ 77779 h 398781"/>
                <a:gd name="connsiteX114" fmla="*/ 193820 w 569137"/>
                <a:gd name="connsiteY114" fmla="*/ 70196 h 398781"/>
                <a:gd name="connsiteX115" fmla="*/ 217317 w 569137"/>
                <a:gd name="connsiteY115" fmla="*/ 55281 h 398781"/>
                <a:gd name="connsiteX116" fmla="*/ 234316 w 569137"/>
                <a:gd name="connsiteY116" fmla="*/ 56531 h 398781"/>
                <a:gd name="connsiteX117" fmla="*/ 252231 w 569137"/>
                <a:gd name="connsiteY117" fmla="*/ 48448 h 398781"/>
                <a:gd name="connsiteX118" fmla="*/ 279562 w 569137"/>
                <a:gd name="connsiteY118" fmla="*/ 55614 h 398781"/>
                <a:gd name="connsiteX119" fmla="*/ 297810 w 569137"/>
                <a:gd name="connsiteY119" fmla="*/ 55447 h 398781"/>
                <a:gd name="connsiteX120" fmla="*/ 239315 w 569137"/>
                <a:gd name="connsiteY120" fmla="*/ 97610 h 398781"/>
                <a:gd name="connsiteX121" fmla="*/ 231400 w 569137"/>
                <a:gd name="connsiteY121" fmla="*/ 107359 h 398781"/>
                <a:gd name="connsiteX122" fmla="*/ 222317 w 569137"/>
                <a:gd name="connsiteY122" fmla="*/ 94027 h 398781"/>
                <a:gd name="connsiteX123" fmla="*/ 222317 w 569137"/>
                <a:gd name="connsiteY123" fmla="*/ 94027 h 398781"/>
                <a:gd name="connsiteX124" fmla="*/ 68747 w 569137"/>
                <a:gd name="connsiteY124" fmla="*/ 364836 h 398781"/>
                <a:gd name="connsiteX125" fmla="*/ 37417 w 569137"/>
                <a:gd name="connsiteY125" fmla="*/ 353337 h 398781"/>
                <a:gd name="connsiteX126" fmla="*/ 27501 w 569137"/>
                <a:gd name="connsiteY126" fmla="*/ 333089 h 398781"/>
                <a:gd name="connsiteX127" fmla="*/ 29418 w 569137"/>
                <a:gd name="connsiteY127" fmla="*/ 305842 h 398781"/>
                <a:gd name="connsiteX128" fmla="*/ 43583 w 569137"/>
                <a:gd name="connsiteY128" fmla="*/ 289176 h 398781"/>
                <a:gd name="connsiteX129" fmla="*/ 44500 w 569137"/>
                <a:gd name="connsiteY129" fmla="*/ 277011 h 398781"/>
                <a:gd name="connsiteX130" fmla="*/ 55332 w 569137"/>
                <a:gd name="connsiteY130" fmla="*/ 237181 h 398781"/>
                <a:gd name="connsiteX131" fmla="*/ 75330 w 569137"/>
                <a:gd name="connsiteY131" fmla="*/ 225099 h 398781"/>
                <a:gd name="connsiteX132" fmla="*/ 92745 w 569137"/>
                <a:gd name="connsiteY132" fmla="*/ 209434 h 398781"/>
                <a:gd name="connsiteX133" fmla="*/ 118826 w 569137"/>
                <a:gd name="connsiteY133" fmla="*/ 211517 h 398781"/>
                <a:gd name="connsiteX134" fmla="*/ 134825 w 569137"/>
                <a:gd name="connsiteY134" fmla="*/ 214850 h 398781"/>
                <a:gd name="connsiteX135" fmla="*/ 159906 w 569137"/>
                <a:gd name="connsiteY135" fmla="*/ 213933 h 398781"/>
                <a:gd name="connsiteX136" fmla="*/ 181321 w 569137"/>
                <a:gd name="connsiteY136" fmla="*/ 239598 h 398781"/>
                <a:gd name="connsiteX137" fmla="*/ 188403 w 569137"/>
                <a:gd name="connsiteY137" fmla="*/ 245847 h 398781"/>
                <a:gd name="connsiteX138" fmla="*/ 171655 w 569137"/>
                <a:gd name="connsiteY138" fmla="*/ 305758 h 398781"/>
                <a:gd name="connsiteX139" fmla="*/ 68747 w 569137"/>
                <a:gd name="connsiteY139" fmla="*/ 364836 h 398781"/>
                <a:gd name="connsiteX140" fmla="*/ 68747 w 569137"/>
                <a:gd name="connsiteY140" fmla="*/ 364836 h 398781"/>
                <a:gd name="connsiteX141" fmla="*/ 533622 w 569137"/>
                <a:gd name="connsiteY141" fmla="*/ 269262 h 398781"/>
                <a:gd name="connsiteX142" fmla="*/ 382386 w 569137"/>
                <a:gd name="connsiteY142" fmla="*/ 348754 h 398781"/>
                <a:gd name="connsiteX143" fmla="*/ 203902 w 569137"/>
                <a:gd name="connsiteY143" fmla="*/ 379335 h 398781"/>
                <a:gd name="connsiteX144" fmla="*/ 101078 w 569137"/>
                <a:gd name="connsiteY144" fmla="*/ 382085 h 398781"/>
                <a:gd name="connsiteX145" fmla="*/ 87663 w 569137"/>
                <a:gd name="connsiteY145" fmla="*/ 380335 h 398781"/>
                <a:gd name="connsiteX146" fmla="*/ 89662 w 569137"/>
                <a:gd name="connsiteY146" fmla="*/ 380168 h 398781"/>
                <a:gd name="connsiteX147" fmla="*/ 183654 w 569137"/>
                <a:gd name="connsiteY147" fmla="*/ 319590 h 398781"/>
                <a:gd name="connsiteX148" fmla="*/ 202902 w 569137"/>
                <a:gd name="connsiteY148" fmla="*/ 264845 h 398781"/>
                <a:gd name="connsiteX149" fmla="*/ 211318 w 569137"/>
                <a:gd name="connsiteY149" fmla="*/ 192852 h 398781"/>
                <a:gd name="connsiteX150" fmla="*/ 285561 w 569137"/>
                <a:gd name="connsiteY150" fmla="*/ 76862 h 398781"/>
                <a:gd name="connsiteX151" fmla="*/ 367887 w 569137"/>
                <a:gd name="connsiteY151" fmla="*/ 48865 h 398781"/>
                <a:gd name="connsiteX152" fmla="*/ 505791 w 569137"/>
                <a:gd name="connsiteY152" fmla="*/ 104610 h 398781"/>
                <a:gd name="connsiteX153" fmla="*/ 533622 w 569137"/>
                <a:gd name="connsiteY153" fmla="*/ 269262 h 398781"/>
                <a:gd name="connsiteX154" fmla="*/ 533622 w 569137"/>
                <a:gd name="connsiteY154" fmla="*/ 269262 h 3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Lst>
              <a:rect l="l" t="t" r="r" b="b"/>
              <a:pathLst>
                <a:path w="569137" h="398781">
                  <a:moveTo>
                    <a:pt x="532039" y="107443"/>
                  </a:moveTo>
                  <a:cubicBezTo>
                    <a:pt x="511291" y="80695"/>
                    <a:pt x="481127" y="59864"/>
                    <a:pt x="449547" y="48031"/>
                  </a:cubicBezTo>
                  <a:cubicBezTo>
                    <a:pt x="433214" y="41865"/>
                    <a:pt x="415466" y="38366"/>
                    <a:pt x="398051" y="36616"/>
                  </a:cubicBezTo>
                  <a:cubicBezTo>
                    <a:pt x="393885" y="36199"/>
                    <a:pt x="389802" y="36199"/>
                    <a:pt x="385719" y="36366"/>
                  </a:cubicBezTo>
                  <a:cubicBezTo>
                    <a:pt x="385136" y="35199"/>
                    <a:pt x="384219" y="34116"/>
                    <a:pt x="382886" y="33200"/>
                  </a:cubicBezTo>
                  <a:cubicBezTo>
                    <a:pt x="316392" y="-9047"/>
                    <a:pt x="214651" y="-8880"/>
                    <a:pt x="143657" y="21867"/>
                  </a:cubicBezTo>
                  <a:cubicBezTo>
                    <a:pt x="106911" y="37782"/>
                    <a:pt x="74164" y="58864"/>
                    <a:pt x="49916" y="91278"/>
                  </a:cubicBezTo>
                  <a:cubicBezTo>
                    <a:pt x="22585" y="127941"/>
                    <a:pt x="8920" y="167771"/>
                    <a:pt x="2753" y="212683"/>
                  </a:cubicBezTo>
                  <a:cubicBezTo>
                    <a:pt x="170" y="231598"/>
                    <a:pt x="-1080" y="250347"/>
                    <a:pt x="1170" y="269345"/>
                  </a:cubicBezTo>
                  <a:cubicBezTo>
                    <a:pt x="3670" y="290510"/>
                    <a:pt x="4503" y="314008"/>
                    <a:pt x="11003" y="334422"/>
                  </a:cubicBezTo>
                  <a:cubicBezTo>
                    <a:pt x="15752" y="349338"/>
                    <a:pt x="23835" y="360337"/>
                    <a:pt x="34167" y="368003"/>
                  </a:cubicBezTo>
                  <a:cubicBezTo>
                    <a:pt x="37084" y="370752"/>
                    <a:pt x="40167" y="373419"/>
                    <a:pt x="43416" y="375835"/>
                  </a:cubicBezTo>
                  <a:cubicBezTo>
                    <a:pt x="55999" y="385084"/>
                    <a:pt x="70997" y="391084"/>
                    <a:pt x="86246" y="394250"/>
                  </a:cubicBezTo>
                  <a:cubicBezTo>
                    <a:pt x="119326" y="401083"/>
                    <a:pt x="156323" y="398750"/>
                    <a:pt x="189903" y="396500"/>
                  </a:cubicBezTo>
                  <a:cubicBezTo>
                    <a:pt x="258647" y="392000"/>
                    <a:pt x="327891" y="379835"/>
                    <a:pt x="394718" y="363503"/>
                  </a:cubicBezTo>
                  <a:cubicBezTo>
                    <a:pt x="454379" y="348921"/>
                    <a:pt x="517790" y="330339"/>
                    <a:pt x="552371" y="274678"/>
                  </a:cubicBezTo>
                  <a:cubicBezTo>
                    <a:pt x="584201" y="223432"/>
                    <a:pt x="566953" y="152439"/>
                    <a:pt x="532039" y="107443"/>
                  </a:cubicBezTo>
                  <a:lnTo>
                    <a:pt x="532039" y="107443"/>
                  </a:lnTo>
                  <a:close/>
                  <a:moveTo>
                    <a:pt x="9586" y="272928"/>
                  </a:moveTo>
                  <a:cubicBezTo>
                    <a:pt x="-1746" y="191185"/>
                    <a:pt x="37584" y="91444"/>
                    <a:pt x="112160" y="50865"/>
                  </a:cubicBezTo>
                  <a:cubicBezTo>
                    <a:pt x="153490" y="28367"/>
                    <a:pt x="196069" y="16784"/>
                    <a:pt x="243232" y="15201"/>
                  </a:cubicBezTo>
                  <a:cubicBezTo>
                    <a:pt x="282811" y="13868"/>
                    <a:pt x="326974" y="20367"/>
                    <a:pt x="362971" y="39366"/>
                  </a:cubicBezTo>
                  <a:cubicBezTo>
                    <a:pt x="359638" y="40032"/>
                    <a:pt x="356305" y="40782"/>
                    <a:pt x="352889" y="41532"/>
                  </a:cubicBezTo>
                  <a:cubicBezTo>
                    <a:pt x="338806" y="43032"/>
                    <a:pt x="324974" y="45865"/>
                    <a:pt x="311726" y="50198"/>
                  </a:cubicBezTo>
                  <a:cubicBezTo>
                    <a:pt x="307726" y="43615"/>
                    <a:pt x="298643" y="44532"/>
                    <a:pt x="290728" y="43782"/>
                  </a:cubicBezTo>
                  <a:cubicBezTo>
                    <a:pt x="282562" y="43032"/>
                    <a:pt x="278895" y="35116"/>
                    <a:pt x="271229" y="32200"/>
                  </a:cubicBezTo>
                  <a:cubicBezTo>
                    <a:pt x="264230" y="29533"/>
                    <a:pt x="257314" y="30033"/>
                    <a:pt x="250481" y="33116"/>
                  </a:cubicBezTo>
                  <a:cubicBezTo>
                    <a:pt x="242732" y="36616"/>
                    <a:pt x="237899" y="44282"/>
                    <a:pt x="228816" y="45115"/>
                  </a:cubicBezTo>
                  <a:cubicBezTo>
                    <a:pt x="220401" y="45865"/>
                    <a:pt x="213484" y="44615"/>
                    <a:pt x="205235" y="48198"/>
                  </a:cubicBezTo>
                  <a:cubicBezTo>
                    <a:pt x="198319" y="51198"/>
                    <a:pt x="190237" y="56697"/>
                    <a:pt x="187987" y="63530"/>
                  </a:cubicBezTo>
                  <a:cubicBezTo>
                    <a:pt x="186987" y="62780"/>
                    <a:pt x="185987" y="62030"/>
                    <a:pt x="184987" y="61280"/>
                  </a:cubicBezTo>
                  <a:cubicBezTo>
                    <a:pt x="178654" y="56447"/>
                    <a:pt x="172488" y="53448"/>
                    <a:pt x="164572" y="56947"/>
                  </a:cubicBezTo>
                  <a:cubicBezTo>
                    <a:pt x="159822" y="59031"/>
                    <a:pt x="151990" y="68780"/>
                    <a:pt x="150740" y="76612"/>
                  </a:cubicBezTo>
                  <a:cubicBezTo>
                    <a:pt x="150490" y="76529"/>
                    <a:pt x="150240" y="76446"/>
                    <a:pt x="150073" y="76446"/>
                  </a:cubicBezTo>
                  <a:cubicBezTo>
                    <a:pt x="141158" y="74779"/>
                    <a:pt x="133992" y="81695"/>
                    <a:pt x="131909" y="89694"/>
                  </a:cubicBezTo>
                  <a:cubicBezTo>
                    <a:pt x="130492" y="95111"/>
                    <a:pt x="130658" y="100360"/>
                    <a:pt x="131909" y="105276"/>
                  </a:cubicBezTo>
                  <a:cubicBezTo>
                    <a:pt x="130242" y="104026"/>
                    <a:pt x="128575" y="102943"/>
                    <a:pt x="126992" y="102193"/>
                  </a:cubicBezTo>
                  <a:cubicBezTo>
                    <a:pt x="117826" y="98027"/>
                    <a:pt x="107161" y="100693"/>
                    <a:pt x="99328" y="106360"/>
                  </a:cubicBezTo>
                  <a:cubicBezTo>
                    <a:pt x="86329" y="115859"/>
                    <a:pt x="85913" y="132607"/>
                    <a:pt x="95412" y="143356"/>
                  </a:cubicBezTo>
                  <a:cubicBezTo>
                    <a:pt x="59082" y="141940"/>
                    <a:pt x="47749" y="184852"/>
                    <a:pt x="62498" y="212183"/>
                  </a:cubicBezTo>
                  <a:cubicBezTo>
                    <a:pt x="62748" y="212600"/>
                    <a:pt x="63081" y="212933"/>
                    <a:pt x="63498" y="213183"/>
                  </a:cubicBezTo>
                  <a:cubicBezTo>
                    <a:pt x="58248" y="217600"/>
                    <a:pt x="53665" y="219516"/>
                    <a:pt x="47499" y="223432"/>
                  </a:cubicBezTo>
                  <a:cubicBezTo>
                    <a:pt x="36667" y="230182"/>
                    <a:pt x="29834" y="243347"/>
                    <a:pt x="29001" y="255929"/>
                  </a:cubicBezTo>
                  <a:cubicBezTo>
                    <a:pt x="28584" y="262262"/>
                    <a:pt x="29334" y="269595"/>
                    <a:pt x="31834" y="275511"/>
                  </a:cubicBezTo>
                  <a:cubicBezTo>
                    <a:pt x="31668" y="274844"/>
                    <a:pt x="36250" y="283344"/>
                    <a:pt x="36834" y="283344"/>
                  </a:cubicBezTo>
                  <a:cubicBezTo>
                    <a:pt x="36417" y="284344"/>
                    <a:pt x="32084" y="287760"/>
                    <a:pt x="30251" y="289593"/>
                  </a:cubicBezTo>
                  <a:cubicBezTo>
                    <a:pt x="22168" y="297676"/>
                    <a:pt x="18335" y="306841"/>
                    <a:pt x="17502" y="316174"/>
                  </a:cubicBezTo>
                  <a:cubicBezTo>
                    <a:pt x="13336" y="301842"/>
                    <a:pt x="11419" y="286427"/>
                    <a:pt x="9586" y="272928"/>
                  </a:cubicBezTo>
                  <a:lnTo>
                    <a:pt x="9586" y="272928"/>
                  </a:lnTo>
                  <a:close/>
                  <a:moveTo>
                    <a:pt x="69581" y="171520"/>
                  </a:moveTo>
                  <a:cubicBezTo>
                    <a:pt x="73247" y="159521"/>
                    <a:pt x="83996" y="148606"/>
                    <a:pt x="97328" y="149272"/>
                  </a:cubicBezTo>
                  <a:cubicBezTo>
                    <a:pt x="110244" y="149939"/>
                    <a:pt x="115327" y="162105"/>
                    <a:pt x="123826" y="169271"/>
                  </a:cubicBezTo>
                  <a:cubicBezTo>
                    <a:pt x="141741" y="184519"/>
                    <a:pt x="169572" y="200518"/>
                    <a:pt x="193986" y="201434"/>
                  </a:cubicBezTo>
                  <a:cubicBezTo>
                    <a:pt x="192903" y="208934"/>
                    <a:pt x="191986" y="216516"/>
                    <a:pt x="191070" y="224016"/>
                  </a:cubicBezTo>
                  <a:cubicBezTo>
                    <a:pt x="188403" y="218683"/>
                    <a:pt x="184820" y="213933"/>
                    <a:pt x="181487" y="211517"/>
                  </a:cubicBezTo>
                  <a:cubicBezTo>
                    <a:pt x="176071" y="207600"/>
                    <a:pt x="168655" y="206184"/>
                    <a:pt x="162239" y="205017"/>
                  </a:cubicBezTo>
                  <a:cubicBezTo>
                    <a:pt x="150990" y="202934"/>
                    <a:pt x="136991" y="207184"/>
                    <a:pt x="126742" y="203351"/>
                  </a:cubicBezTo>
                  <a:cubicBezTo>
                    <a:pt x="112577" y="198018"/>
                    <a:pt x="101994" y="190519"/>
                    <a:pt x="86246" y="196851"/>
                  </a:cubicBezTo>
                  <a:cubicBezTo>
                    <a:pt x="79996" y="199351"/>
                    <a:pt x="74330" y="203351"/>
                    <a:pt x="69247" y="207767"/>
                  </a:cubicBezTo>
                  <a:cubicBezTo>
                    <a:pt x="71414" y="195935"/>
                    <a:pt x="65914" y="183686"/>
                    <a:pt x="69581" y="171520"/>
                  </a:cubicBezTo>
                  <a:lnTo>
                    <a:pt x="69581" y="171520"/>
                  </a:lnTo>
                  <a:close/>
                  <a:moveTo>
                    <a:pt x="133992" y="168521"/>
                  </a:moveTo>
                  <a:cubicBezTo>
                    <a:pt x="123243" y="161605"/>
                    <a:pt x="116076" y="150189"/>
                    <a:pt x="104828" y="145523"/>
                  </a:cubicBezTo>
                  <a:cubicBezTo>
                    <a:pt x="104828" y="145439"/>
                    <a:pt x="104828" y="145439"/>
                    <a:pt x="104744" y="145356"/>
                  </a:cubicBezTo>
                  <a:cubicBezTo>
                    <a:pt x="102078" y="141106"/>
                    <a:pt x="98828" y="137773"/>
                    <a:pt x="97495" y="132691"/>
                  </a:cubicBezTo>
                  <a:cubicBezTo>
                    <a:pt x="94828" y="122941"/>
                    <a:pt x="98911" y="114692"/>
                    <a:pt x="107744" y="110359"/>
                  </a:cubicBezTo>
                  <a:cubicBezTo>
                    <a:pt x="112410" y="108109"/>
                    <a:pt x="118826" y="106943"/>
                    <a:pt x="123493" y="109609"/>
                  </a:cubicBezTo>
                  <a:cubicBezTo>
                    <a:pt x="126159" y="111109"/>
                    <a:pt x="128325" y="114775"/>
                    <a:pt x="130492" y="116942"/>
                  </a:cubicBezTo>
                  <a:cubicBezTo>
                    <a:pt x="132408" y="118942"/>
                    <a:pt x="134325" y="120942"/>
                    <a:pt x="136325" y="122691"/>
                  </a:cubicBezTo>
                  <a:cubicBezTo>
                    <a:pt x="132825" y="124275"/>
                    <a:pt x="129492" y="127108"/>
                    <a:pt x="126409" y="131524"/>
                  </a:cubicBezTo>
                  <a:cubicBezTo>
                    <a:pt x="118493" y="143273"/>
                    <a:pt x="125576" y="158438"/>
                    <a:pt x="133992" y="168521"/>
                  </a:cubicBezTo>
                  <a:lnTo>
                    <a:pt x="133992" y="168521"/>
                  </a:lnTo>
                  <a:close/>
                  <a:moveTo>
                    <a:pt x="178654" y="188019"/>
                  </a:moveTo>
                  <a:cubicBezTo>
                    <a:pt x="170988" y="183769"/>
                    <a:pt x="163239" y="179686"/>
                    <a:pt x="155990" y="174770"/>
                  </a:cubicBezTo>
                  <a:cubicBezTo>
                    <a:pt x="148074" y="169437"/>
                    <a:pt x="136908" y="159855"/>
                    <a:pt x="134742" y="149856"/>
                  </a:cubicBezTo>
                  <a:cubicBezTo>
                    <a:pt x="133492" y="144189"/>
                    <a:pt x="136075" y="135107"/>
                    <a:pt x="141658" y="131691"/>
                  </a:cubicBezTo>
                  <a:cubicBezTo>
                    <a:pt x="146990" y="128358"/>
                    <a:pt x="156823" y="133940"/>
                    <a:pt x="160906" y="136523"/>
                  </a:cubicBezTo>
                  <a:cubicBezTo>
                    <a:pt x="173488" y="144523"/>
                    <a:pt x="183237" y="155438"/>
                    <a:pt x="194736" y="164604"/>
                  </a:cubicBezTo>
                  <a:cubicBezTo>
                    <a:pt x="196903" y="166354"/>
                    <a:pt x="198986" y="167604"/>
                    <a:pt x="200985" y="168271"/>
                  </a:cubicBezTo>
                  <a:cubicBezTo>
                    <a:pt x="199319" y="174020"/>
                    <a:pt x="197902" y="179936"/>
                    <a:pt x="196819" y="185769"/>
                  </a:cubicBezTo>
                  <a:cubicBezTo>
                    <a:pt x="196403" y="187852"/>
                    <a:pt x="196069" y="189935"/>
                    <a:pt x="195736" y="192019"/>
                  </a:cubicBezTo>
                  <a:cubicBezTo>
                    <a:pt x="189903" y="191102"/>
                    <a:pt x="184237" y="189685"/>
                    <a:pt x="178654" y="188019"/>
                  </a:cubicBezTo>
                  <a:lnTo>
                    <a:pt x="178654" y="188019"/>
                  </a:lnTo>
                  <a:close/>
                  <a:moveTo>
                    <a:pt x="146491" y="121275"/>
                  </a:moveTo>
                  <a:cubicBezTo>
                    <a:pt x="146407" y="121108"/>
                    <a:pt x="146324" y="120858"/>
                    <a:pt x="146157" y="120692"/>
                  </a:cubicBezTo>
                  <a:cubicBezTo>
                    <a:pt x="145074" y="119275"/>
                    <a:pt x="143741" y="117609"/>
                    <a:pt x="142324" y="115942"/>
                  </a:cubicBezTo>
                  <a:cubicBezTo>
                    <a:pt x="139991" y="111109"/>
                    <a:pt x="138241" y="105443"/>
                    <a:pt x="138491" y="100193"/>
                  </a:cubicBezTo>
                  <a:cubicBezTo>
                    <a:pt x="136741" y="92444"/>
                    <a:pt x="141741" y="87945"/>
                    <a:pt x="153323" y="86528"/>
                  </a:cubicBezTo>
                  <a:cubicBezTo>
                    <a:pt x="155240" y="88278"/>
                    <a:pt x="156823" y="90278"/>
                    <a:pt x="158156" y="92527"/>
                  </a:cubicBezTo>
                  <a:cubicBezTo>
                    <a:pt x="163989" y="100527"/>
                    <a:pt x="167489" y="109693"/>
                    <a:pt x="174155" y="117192"/>
                  </a:cubicBezTo>
                  <a:cubicBezTo>
                    <a:pt x="184320" y="128691"/>
                    <a:pt x="196403" y="137440"/>
                    <a:pt x="211235" y="140523"/>
                  </a:cubicBezTo>
                  <a:cubicBezTo>
                    <a:pt x="208652" y="146106"/>
                    <a:pt x="206235" y="151856"/>
                    <a:pt x="204235" y="157688"/>
                  </a:cubicBezTo>
                  <a:cubicBezTo>
                    <a:pt x="187820" y="148772"/>
                    <a:pt x="165572" y="123275"/>
                    <a:pt x="146491" y="121275"/>
                  </a:cubicBezTo>
                  <a:lnTo>
                    <a:pt x="146491" y="121275"/>
                  </a:lnTo>
                  <a:close/>
                  <a:moveTo>
                    <a:pt x="195903" y="124191"/>
                  </a:moveTo>
                  <a:cubicBezTo>
                    <a:pt x="188570" y="119942"/>
                    <a:pt x="181821" y="113859"/>
                    <a:pt x="176654" y="107609"/>
                  </a:cubicBezTo>
                  <a:cubicBezTo>
                    <a:pt x="171571" y="101360"/>
                    <a:pt x="166072" y="88528"/>
                    <a:pt x="158406" y="81362"/>
                  </a:cubicBezTo>
                  <a:cubicBezTo>
                    <a:pt x="160489" y="76362"/>
                    <a:pt x="162739" y="70946"/>
                    <a:pt x="166655" y="67196"/>
                  </a:cubicBezTo>
                  <a:cubicBezTo>
                    <a:pt x="172321" y="61780"/>
                    <a:pt x="177404" y="66363"/>
                    <a:pt x="182404" y="70613"/>
                  </a:cubicBezTo>
                  <a:cubicBezTo>
                    <a:pt x="181487" y="71113"/>
                    <a:pt x="180571" y="71696"/>
                    <a:pt x="179654" y="72446"/>
                  </a:cubicBezTo>
                  <a:cubicBezTo>
                    <a:pt x="163906" y="86111"/>
                    <a:pt x="180154" y="108859"/>
                    <a:pt x="195903" y="124191"/>
                  </a:cubicBezTo>
                  <a:lnTo>
                    <a:pt x="195903" y="124191"/>
                  </a:lnTo>
                  <a:close/>
                  <a:moveTo>
                    <a:pt x="211068" y="130357"/>
                  </a:moveTo>
                  <a:cubicBezTo>
                    <a:pt x="203818" y="123191"/>
                    <a:pt x="197153" y="115025"/>
                    <a:pt x="191486" y="106693"/>
                  </a:cubicBezTo>
                  <a:cubicBezTo>
                    <a:pt x="189236" y="103443"/>
                    <a:pt x="187070" y="99943"/>
                    <a:pt x="185404" y="96361"/>
                  </a:cubicBezTo>
                  <a:cubicBezTo>
                    <a:pt x="180404" y="88861"/>
                    <a:pt x="182820" y="82528"/>
                    <a:pt x="192736" y="77279"/>
                  </a:cubicBezTo>
                  <a:cubicBezTo>
                    <a:pt x="197319" y="78945"/>
                    <a:pt x="201319" y="81529"/>
                    <a:pt x="204652" y="85111"/>
                  </a:cubicBezTo>
                  <a:cubicBezTo>
                    <a:pt x="211651" y="92028"/>
                    <a:pt x="216651" y="101527"/>
                    <a:pt x="221567" y="109943"/>
                  </a:cubicBezTo>
                  <a:cubicBezTo>
                    <a:pt x="222817" y="112109"/>
                    <a:pt x="223983" y="114026"/>
                    <a:pt x="225317" y="115692"/>
                  </a:cubicBezTo>
                  <a:cubicBezTo>
                    <a:pt x="221817" y="120942"/>
                    <a:pt x="218484" y="126441"/>
                    <a:pt x="215567" y="132024"/>
                  </a:cubicBezTo>
                  <a:cubicBezTo>
                    <a:pt x="214068" y="131441"/>
                    <a:pt x="212568" y="130857"/>
                    <a:pt x="211068" y="130357"/>
                  </a:cubicBezTo>
                  <a:lnTo>
                    <a:pt x="211068" y="130357"/>
                  </a:lnTo>
                  <a:close/>
                  <a:moveTo>
                    <a:pt x="222317" y="94027"/>
                  </a:moveTo>
                  <a:cubicBezTo>
                    <a:pt x="217651" y="87945"/>
                    <a:pt x="212984" y="82445"/>
                    <a:pt x="206985" y="77779"/>
                  </a:cubicBezTo>
                  <a:cubicBezTo>
                    <a:pt x="203235" y="74862"/>
                    <a:pt x="198569" y="71696"/>
                    <a:pt x="193820" y="70196"/>
                  </a:cubicBezTo>
                  <a:cubicBezTo>
                    <a:pt x="195319" y="60780"/>
                    <a:pt x="210068" y="56114"/>
                    <a:pt x="217317" y="55281"/>
                  </a:cubicBezTo>
                  <a:cubicBezTo>
                    <a:pt x="223234" y="54614"/>
                    <a:pt x="228650" y="56864"/>
                    <a:pt x="234316" y="56531"/>
                  </a:cubicBezTo>
                  <a:cubicBezTo>
                    <a:pt x="241982" y="56114"/>
                    <a:pt x="245648" y="51948"/>
                    <a:pt x="252231" y="48448"/>
                  </a:cubicBezTo>
                  <a:cubicBezTo>
                    <a:pt x="263397" y="42532"/>
                    <a:pt x="270063" y="51865"/>
                    <a:pt x="279562" y="55614"/>
                  </a:cubicBezTo>
                  <a:cubicBezTo>
                    <a:pt x="285061" y="57781"/>
                    <a:pt x="291977" y="55114"/>
                    <a:pt x="297810" y="55447"/>
                  </a:cubicBezTo>
                  <a:cubicBezTo>
                    <a:pt x="276312" y="64613"/>
                    <a:pt x="256397" y="78279"/>
                    <a:pt x="239315" y="97610"/>
                  </a:cubicBezTo>
                  <a:cubicBezTo>
                    <a:pt x="236566" y="100693"/>
                    <a:pt x="233983" y="104026"/>
                    <a:pt x="231400" y="107359"/>
                  </a:cubicBezTo>
                  <a:cubicBezTo>
                    <a:pt x="227900" y="103110"/>
                    <a:pt x="224983" y="97527"/>
                    <a:pt x="222317" y="94027"/>
                  </a:cubicBezTo>
                  <a:lnTo>
                    <a:pt x="222317" y="94027"/>
                  </a:lnTo>
                  <a:close/>
                  <a:moveTo>
                    <a:pt x="68747" y="364836"/>
                  </a:moveTo>
                  <a:cubicBezTo>
                    <a:pt x="55249" y="364586"/>
                    <a:pt x="45166" y="360253"/>
                    <a:pt x="37417" y="353337"/>
                  </a:cubicBezTo>
                  <a:cubicBezTo>
                    <a:pt x="33667" y="346838"/>
                    <a:pt x="29584" y="340505"/>
                    <a:pt x="27501" y="333089"/>
                  </a:cubicBezTo>
                  <a:cubicBezTo>
                    <a:pt x="24918" y="323757"/>
                    <a:pt x="25001" y="314674"/>
                    <a:pt x="29418" y="305842"/>
                  </a:cubicBezTo>
                  <a:cubicBezTo>
                    <a:pt x="32917" y="298842"/>
                    <a:pt x="39750" y="295342"/>
                    <a:pt x="43583" y="289176"/>
                  </a:cubicBezTo>
                  <a:cubicBezTo>
                    <a:pt x="47083" y="283677"/>
                    <a:pt x="45833" y="282760"/>
                    <a:pt x="44500" y="277011"/>
                  </a:cubicBezTo>
                  <a:cubicBezTo>
                    <a:pt x="41000" y="262512"/>
                    <a:pt x="39833" y="245680"/>
                    <a:pt x="55332" y="237181"/>
                  </a:cubicBezTo>
                  <a:cubicBezTo>
                    <a:pt x="63248" y="232848"/>
                    <a:pt x="68997" y="232015"/>
                    <a:pt x="75330" y="225099"/>
                  </a:cubicBezTo>
                  <a:cubicBezTo>
                    <a:pt x="80580" y="219433"/>
                    <a:pt x="85246" y="212517"/>
                    <a:pt x="92745" y="209434"/>
                  </a:cubicBezTo>
                  <a:cubicBezTo>
                    <a:pt x="102495" y="205434"/>
                    <a:pt x="109827" y="208517"/>
                    <a:pt x="118826" y="211517"/>
                  </a:cubicBezTo>
                  <a:cubicBezTo>
                    <a:pt x="123826" y="213183"/>
                    <a:pt x="129409" y="214933"/>
                    <a:pt x="134825" y="214850"/>
                  </a:cubicBezTo>
                  <a:cubicBezTo>
                    <a:pt x="144074" y="214600"/>
                    <a:pt x="150407" y="211100"/>
                    <a:pt x="159906" y="213933"/>
                  </a:cubicBezTo>
                  <a:cubicBezTo>
                    <a:pt x="170655" y="217100"/>
                    <a:pt x="180821" y="227599"/>
                    <a:pt x="181321" y="239598"/>
                  </a:cubicBezTo>
                  <a:cubicBezTo>
                    <a:pt x="181487" y="244097"/>
                    <a:pt x="184987" y="246180"/>
                    <a:pt x="188403" y="245847"/>
                  </a:cubicBezTo>
                  <a:cubicBezTo>
                    <a:pt x="185404" y="266262"/>
                    <a:pt x="181154" y="286260"/>
                    <a:pt x="171655" y="305758"/>
                  </a:cubicBezTo>
                  <a:cubicBezTo>
                    <a:pt x="152323" y="345421"/>
                    <a:pt x="112243" y="365753"/>
                    <a:pt x="68747" y="364836"/>
                  </a:cubicBezTo>
                  <a:lnTo>
                    <a:pt x="68747" y="364836"/>
                  </a:lnTo>
                  <a:close/>
                  <a:moveTo>
                    <a:pt x="533622" y="269262"/>
                  </a:moveTo>
                  <a:cubicBezTo>
                    <a:pt x="499375" y="320340"/>
                    <a:pt x="438381" y="335256"/>
                    <a:pt x="382386" y="348754"/>
                  </a:cubicBezTo>
                  <a:cubicBezTo>
                    <a:pt x="323724" y="362920"/>
                    <a:pt x="263980" y="373419"/>
                    <a:pt x="203902" y="379335"/>
                  </a:cubicBezTo>
                  <a:cubicBezTo>
                    <a:pt x="170322" y="382668"/>
                    <a:pt x="134825" y="384918"/>
                    <a:pt x="101078" y="382085"/>
                  </a:cubicBezTo>
                  <a:cubicBezTo>
                    <a:pt x="96662" y="381751"/>
                    <a:pt x="92162" y="381168"/>
                    <a:pt x="87663" y="380335"/>
                  </a:cubicBezTo>
                  <a:cubicBezTo>
                    <a:pt x="88329" y="380252"/>
                    <a:pt x="88996" y="380252"/>
                    <a:pt x="89662" y="380168"/>
                  </a:cubicBezTo>
                  <a:cubicBezTo>
                    <a:pt x="128992" y="375335"/>
                    <a:pt x="164905" y="355254"/>
                    <a:pt x="183654" y="319590"/>
                  </a:cubicBezTo>
                  <a:cubicBezTo>
                    <a:pt x="192486" y="302675"/>
                    <a:pt x="199819" y="283760"/>
                    <a:pt x="202902" y="264845"/>
                  </a:cubicBezTo>
                  <a:cubicBezTo>
                    <a:pt x="206735" y="241014"/>
                    <a:pt x="207402" y="216683"/>
                    <a:pt x="211318" y="192852"/>
                  </a:cubicBezTo>
                  <a:cubicBezTo>
                    <a:pt x="219151" y="144606"/>
                    <a:pt x="245648" y="104443"/>
                    <a:pt x="285561" y="76862"/>
                  </a:cubicBezTo>
                  <a:cubicBezTo>
                    <a:pt x="309642" y="60197"/>
                    <a:pt x="338390" y="51865"/>
                    <a:pt x="367887" y="48865"/>
                  </a:cubicBezTo>
                  <a:cubicBezTo>
                    <a:pt x="418549" y="49531"/>
                    <a:pt x="469795" y="68363"/>
                    <a:pt x="505791" y="104610"/>
                  </a:cubicBezTo>
                  <a:cubicBezTo>
                    <a:pt x="545454" y="144690"/>
                    <a:pt x="567203" y="219266"/>
                    <a:pt x="533622" y="269262"/>
                  </a:cubicBezTo>
                  <a:lnTo>
                    <a:pt x="533622" y="269262"/>
                  </a:lnTo>
                  <a:close/>
                </a:path>
              </a:pathLst>
            </a:custGeom>
            <a:grpFill/>
            <a:ln w="8332" cap="flat">
              <a:noFill/>
              <a:prstDash val="solid"/>
              <a:miter/>
            </a:ln>
          </p:spPr>
          <p:txBody>
            <a:bodyPr rtlCol="0" anchor="ctr"/>
            <a:lstStyle/>
            <a:p>
              <a:endParaRPr lang="en-US"/>
            </a:p>
          </p:txBody>
        </p:sp>
        <p:sp>
          <p:nvSpPr>
            <p:cNvPr id="1756" name="Freeform: Shape 1755"/>
            <p:cNvSpPr/>
            <p:nvPr/>
          </p:nvSpPr>
          <p:spPr>
            <a:xfrm>
              <a:off x="2811745" y="1306945"/>
              <a:ext cx="119725" cy="261554"/>
            </a:xfrm>
            <a:custGeom>
              <a:avLst/>
              <a:gdLst>
                <a:gd name="connsiteX0" fmla="*/ 115846 w 119725"/>
                <a:gd name="connsiteY0" fmla="*/ 447 h 261554"/>
                <a:gd name="connsiteX1" fmla="*/ 45102 w 119725"/>
                <a:gd name="connsiteY1" fmla="*/ 117270 h 261554"/>
                <a:gd name="connsiteX2" fmla="*/ 32853 w 119725"/>
                <a:gd name="connsiteY2" fmla="*/ 189097 h 261554"/>
                <a:gd name="connsiteX3" fmla="*/ 106 w 119725"/>
                <a:gd name="connsiteY3" fmla="*/ 260674 h 261554"/>
                <a:gd name="connsiteX4" fmla="*/ 1023 w 119725"/>
                <a:gd name="connsiteY4" fmla="*/ 261424 h 261554"/>
                <a:gd name="connsiteX5" fmla="*/ 53351 w 119725"/>
                <a:gd name="connsiteY5" fmla="*/ 144684 h 261554"/>
                <a:gd name="connsiteX6" fmla="*/ 119012 w 119725"/>
                <a:gd name="connsiteY6" fmla="*/ 4280 h 261554"/>
                <a:gd name="connsiteX7" fmla="*/ 115846 w 119725"/>
                <a:gd name="connsiteY7" fmla="*/ 447 h 261554"/>
                <a:gd name="connsiteX8" fmla="*/ 115846 w 119725"/>
                <a:gd name="connsiteY8" fmla="*/ 447 h 261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725" h="261554">
                  <a:moveTo>
                    <a:pt x="115846" y="447"/>
                  </a:moveTo>
                  <a:cubicBezTo>
                    <a:pt x="77266" y="29861"/>
                    <a:pt x="52018" y="68941"/>
                    <a:pt x="45102" y="117270"/>
                  </a:cubicBezTo>
                  <a:cubicBezTo>
                    <a:pt x="41602" y="141684"/>
                    <a:pt x="38853" y="165265"/>
                    <a:pt x="32853" y="189097"/>
                  </a:cubicBezTo>
                  <a:cubicBezTo>
                    <a:pt x="26187" y="215428"/>
                    <a:pt x="16188" y="238759"/>
                    <a:pt x="106" y="260674"/>
                  </a:cubicBezTo>
                  <a:cubicBezTo>
                    <a:pt x="-310" y="261173"/>
                    <a:pt x="606" y="261840"/>
                    <a:pt x="1023" y="261424"/>
                  </a:cubicBezTo>
                  <a:cubicBezTo>
                    <a:pt x="30353" y="229093"/>
                    <a:pt x="49102" y="188430"/>
                    <a:pt x="53351" y="144684"/>
                  </a:cubicBezTo>
                  <a:cubicBezTo>
                    <a:pt x="58768" y="89106"/>
                    <a:pt x="75099" y="40943"/>
                    <a:pt x="119012" y="4280"/>
                  </a:cubicBezTo>
                  <a:cubicBezTo>
                    <a:pt x="121095" y="2530"/>
                    <a:pt x="118179" y="-1303"/>
                    <a:pt x="115846" y="447"/>
                  </a:cubicBezTo>
                  <a:lnTo>
                    <a:pt x="115846" y="447"/>
                  </a:lnTo>
                  <a:close/>
                </a:path>
              </a:pathLst>
            </a:custGeom>
            <a:grpFill/>
            <a:ln w="8332" cap="flat">
              <a:noFill/>
              <a:prstDash val="solid"/>
              <a:miter/>
            </a:ln>
          </p:spPr>
          <p:txBody>
            <a:bodyPr rtlCol="0" anchor="ctr"/>
            <a:lstStyle/>
            <a:p>
              <a:endParaRPr lang="en-US"/>
            </a:p>
          </p:txBody>
        </p:sp>
        <p:sp>
          <p:nvSpPr>
            <p:cNvPr id="1757" name="Freeform: Shape 1756"/>
            <p:cNvSpPr/>
            <p:nvPr/>
          </p:nvSpPr>
          <p:spPr>
            <a:xfrm>
              <a:off x="2649781" y="1246977"/>
              <a:ext cx="193950" cy="197101"/>
            </a:xfrm>
            <a:custGeom>
              <a:avLst/>
              <a:gdLst>
                <a:gd name="connsiteX0" fmla="*/ 191401 w 193950"/>
                <a:gd name="connsiteY0" fmla="*/ 4 h 197101"/>
                <a:gd name="connsiteX1" fmla="*/ 64663 w 193950"/>
                <a:gd name="connsiteY1" fmla="*/ 60749 h 197101"/>
                <a:gd name="connsiteX2" fmla="*/ 19917 w 193950"/>
                <a:gd name="connsiteY2" fmla="*/ 123243 h 197101"/>
                <a:gd name="connsiteX3" fmla="*/ 3751 w 193950"/>
                <a:gd name="connsiteY3" fmla="*/ 159657 h 197101"/>
                <a:gd name="connsiteX4" fmla="*/ 2 w 193950"/>
                <a:gd name="connsiteY4" fmla="*/ 195570 h 197101"/>
                <a:gd name="connsiteX5" fmla="*/ 3168 w 193950"/>
                <a:gd name="connsiteY5" fmla="*/ 195570 h 197101"/>
                <a:gd name="connsiteX6" fmla="*/ 192068 w 193950"/>
                <a:gd name="connsiteY6" fmla="*/ 5087 h 197101"/>
                <a:gd name="connsiteX7" fmla="*/ 191401 w 193950"/>
                <a:gd name="connsiteY7" fmla="*/ 4 h 197101"/>
                <a:gd name="connsiteX8" fmla="*/ 191401 w 193950"/>
                <a:gd name="connsiteY8" fmla="*/ 4 h 197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3950" h="197101">
                  <a:moveTo>
                    <a:pt x="191401" y="4"/>
                  </a:moveTo>
                  <a:cubicBezTo>
                    <a:pt x="143822" y="3754"/>
                    <a:pt x="98576" y="27418"/>
                    <a:pt x="64663" y="60749"/>
                  </a:cubicBezTo>
                  <a:cubicBezTo>
                    <a:pt x="46498" y="78664"/>
                    <a:pt x="31999" y="100912"/>
                    <a:pt x="19917" y="123243"/>
                  </a:cubicBezTo>
                  <a:cubicBezTo>
                    <a:pt x="13584" y="134992"/>
                    <a:pt x="7584" y="146824"/>
                    <a:pt x="3751" y="159657"/>
                  </a:cubicBezTo>
                  <a:cubicBezTo>
                    <a:pt x="85" y="171739"/>
                    <a:pt x="418" y="183071"/>
                    <a:pt x="2" y="195570"/>
                  </a:cubicBezTo>
                  <a:cubicBezTo>
                    <a:pt x="-81" y="197653"/>
                    <a:pt x="2918" y="197570"/>
                    <a:pt x="3168" y="195570"/>
                  </a:cubicBezTo>
                  <a:cubicBezTo>
                    <a:pt x="14084" y="103745"/>
                    <a:pt x="102826" y="21169"/>
                    <a:pt x="192068" y="5087"/>
                  </a:cubicBezTo>
                  <a:cubicBezTo>
                    <a:pt x="194984" y="4587"/>
                    <a:pt x="194318" y="-162"/>
                    <a:pt x="191401" y="4"/>
                  </a:cubicBezTo>
                  <a:lnTo>
                    <a:pt x="191401" y="4"/>
                  </a:lnTo>
                  <a:close/>
                </a:path>
              </a:pathLst>
            </a:custGeom>
            <a:grpFill/>
            <a:ln w="8332" cap="flat">
              <a:noFill/>
              <a:prstDash val="solid"/>
              <a:miter/>
            </a:ln>
          </p:spPr>
          <p:txBody>
            <a:bodyPr rtlCol="0" anchor="ctr"/>
            <a:lstStyle/>
            <a:p>
              <a:endParaRPr lang="en-US"/>
            </a:p>
          </p:txBody>
        </p:sp>
        <p:sp>
          <p:nvSpPr>
            <p:cNvPr id="1758" name="Freeform: Shape 1757"/>
            <p:cNvSpPr/>
            <p:nvPr/>
          </p:nvSpPr>
          <p:spPr>
            <a:xfrm>
              <a:off x="2678369" y="1457534"/>
              <a:ext cx="74466" cy="114275"/>
            </a:xfrm>
            <a:custGeom>
              <a:avLst/>
              <a:gdLst>
                <a:gd name="connsiteX0" fmla="*/ 72988 w 74466"/>
                <a:gd name="connsiteY0" fmla="*/ 2344 h 114275"/>
                <a:gd name="connsiteX1" fmla="*/ 29159 w 74466"/>
                <a:gd name="connsiteY1" fmla="*/ 17760 h 114275"/>
                <a:gd name="connsiteX2" fmla="*/ 21659 w 74466"/>
                <a:gd name="connsiteY2" fmla="*/ 38924 h 114275"/>
                <a:gd name="connsiteX3" fmla="*/ 23742 w 74466"/>
                <a:gd name="connsiteY3" fmla="*/ 48673 h 114275"/>
                <a:gd name="connsiteX4" fmla="*/ 26909 w 74466"/>
                <a:gd name="connsiteY4" fmla="*/ 54340 h 114275"/>
                <a:gd name="connsiteX5" fmla="*/ 24909 w 74466"/>
                <a:gd name="connsiteY5" fmla="*/ 55756 h 114275"/>
                <a:gd name="connsiteX6" fmla="*/ 3411 w 74466"/>
                <a:gd name="connsiteY6" fmla="*/ 74921 h 114275"/>
                <a:gd name="connsiteX7" fmla="*/ 911 w 74466"/>
                <a:gd name="connsiteY7" fmla="*/ 96836 h 114275"/>
                <a:gd name="connsiteX8" fmla="*/ 36325 w 74466"/>
                <a:gd name="connsiteY8" fmla="*/ 109501 h 114275"/>
                <a:gd name="connsiteX9" fmla="*/ 33575 w 74466"/>
                <a:gd name="connsiteY9" fmla="*/ 102919 h 114275"/>
                <a:gd name="connsiteX10" fmla="*/ 10077 w 74466"/>
                <a:gd name="connsiteY10" fmla="*/ 82254 h 114275"/>
                <a:gd name="connsiteX11" fmla="*/ 26826 w 74466"/>
                <a:gd name="connsiteY11" fmla="*/ 64005 h 114275"/>
                <a:gd name="connsiteX12" fmla="*/ 37408 w 74466"/>
                <a:gd name="connsiteY12" fmla="*/ 55006 h 114275"/>
                <a:gd name="connsiteX13" fmla="*/ 35741 w 74466"/>
                <a:gd name="connsiteY13" fmla="*/ 51173 h 114275"/>
                <a:gd name="connsiteX14" fmla="*/ 32075 w 74466"/>
                <a:gd name="connsiteY14" fmla="*/ 28509 h 114275"/>
                <a:gd name="connsiteX15" fmla="*/ 71905 w 74466"/>
                <a:gd name="connsiteY15" fmla="*/ 6344 h 114275"/>
                <a:gd name="connsiteX16" fmla="*/ 72988 w 74466"/>
                <a:gd name="connsiteY16" fmla="*/ 2344 h 114275"/>
                <a:gd name="connsiteX17" fmla="*/ 72988 w 74466"/>
                <a:gd name="connsiteY17" fmla="*/ 2344 h 114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4466" h="114275">
                  <a:moveTo>
                    <a:pt x="72988" y="2344"/>
                  </a:moveTo>
                  <a:cubicBezTo>
                    <a:pt x="54573" y="-3572"/>
                    <a:pt x="40574" y="1761"/>
                    <a:pt x="29159" y="17760"/>
                  </a:cubicBezTo>
                  <a:cubicBezTo>
                    <a:pt x="24742" y="23926"/>
                    <a:pt x="21493" y="31175"/>
                    <a:pt x="21659" y="38924"/>
                  </a:cubicBezTo>
                  <a:cubicBezTo>
                    <a:pt x="21742" y="42424"/>
                    <a:pt x="22409" y="45424"/>
                    <a:pt x="23742" y="48673"/>
                  </a:cubicBezTo>
                  <a:cubicBezTo>
                    <a:pt x="24659" y="50673"/>
                    <a:pt x="25742" y="52507"/>
                    <a:pt x="26909" y="54340"/>
                  </a:cubicBezTo>
                  <a:cubicBezTo>
                    <a:pt x="26409" y="54173"/>
                    <a:pt x="25742" y="54590"/>
                    <a:pt x="24909" y="55756"/>
                  </a:cubicBezTo>
                  <a:cubicBezTo>
                    <a:pt x="17826" y="62589"/>
                    <a:pt x="8410" y="65672"/>
                    <a:pt x="3411" y="74921"/>
                  </a:cubicBezTo>
                  <a:cubicBezTo>
                    <a:pt x="-255" y="81671"/>
                    <a:pt x="-756" y="89420"/>
                    <a:pt x="911" y="96836"/>
                  </a:cubicBezTo>
                  <a:cubicBezTo>
                    <a:pt x="5244" y="116667"/>
                    <a:pt x="20743" y="117584"/>
                    <a:pt x="36325" y="109501"/>
                  </a:cubicBezTo>
                  <a:cubicBezTo>
                    <a:pt x="39907" y="107668"/>
                    <a:pt x="37408" y="101669"/>
                    <a:pt x="33575" y="102919"/>
                  </a:cubicBezTo>
                  <a:cubicBezTo>
                    <a:pt x="18493" y="107918"/>
                    <a:pt x="5911" y="96919"/>
                    <a:pt x="10077" y="82254"/>
                  </a:cubicBezTo>
                  <a:cubicBezTo>
                    <a:pt x="12077" y="75421"/>
                    <a:pt x="20826" y="67505"/>
                    <a:pt x="26826" y="64005"/>
                  </a:cubicBezTo>
                  <a:cubicBezTo>
                    <a:pt x="31658" y="61172"/>
                    <a:pt x="37158" y="61339"/>
                    <a:pt x="37408" y="55006"/>
                  </a:cubicBezTo>
                  <a:cubicBezTo>
                    <a:pt x="37491" y="53256"/>
                    <a:pt x="36075" y="52590"/>
                    <a:pt x="35741" y="51173"/>
                  </a:cubicBezTo>
                  <a:cubicBezTo>
                    <a:pt x="33408" y="42757"/>
                    <a:pt x="28742" y="38258"/>
                    <a:pt x="32075" y="28509"/>
                  </a:cubicBezTo>
                  <a:cubicBezTo>
                    <a:pt x="38074" y="10927"/>
                    <a:pt x="54156" y="1511"/>
                    <a:pt x="71905" y="6344"/>
                  </a:cubicBezTo>
                  <a:cubicBezTo>
                    <a:pt x="74488" y="7094"/>
                    <a:pt x="75571" y="3178"/>
                    <a:pt x="72988" y="2344"/>
                  </a:cubicBezTo>
                  <a:lnTo>
                    <a:pt x="72988" y="2344"/>
                  </a:lnTo>
                  <a:close/>
                </a:path>
              </a:pathLst>
            </a:custGeom>
            <a:grpFill/>
            <a:ln w="8332" cap="flat">
              <a:noFill/>
              <a:prstDash val="solid"/>
              <a:miter/>
            </a:ln>
          </p:spPr>
          <p:txBody>
            <a:bodyPr rtlCol="0" anchor="ctr"/>
            <a:lstStyle/>
            <a:p>
              <a:endParaRPr lang="en-US"/>
            </a:p>
          </p:txBody>
        </p:sp>
        <p:sp>
          <p:nvSpPr>
            <p:cNvPr id="1759" name="Freeform: Shape 1758"/>
            <p:cNvSpPr/>
            <p:nvPr/>
          </p:nvSpPr>
          <p:spPr>
            <a:xfrm>
              <a:off x="2724330" y="1501991"/>
              <a:ext cx="29901" cy="39012"/>
            </a:xfrm>
            <a:custGeom>
              <a:avLst/>
              <a:gdLst>
                <a:gd name="connsiteX0" fmla="*/ 25777 w 29901"/>
                <a:gd name="connsiteY0" fmla="*/ 28132 h 39012"/>
                <a:gd name="connsiteX1" fmla="*/ 9945 w 29901"/>
                <a:gd name="connsiteY1" fmla="*/ 26549 h 39012"/>
                <a:gd name="connsiteX2" fmla="*/ 11945 w 29901"/>
                <a:gd name="connsiteY2" fmla="*/ 13800 h 39012"/>
                <a:gd name="connsiteX3" fmla="*/ 19194 w 29901"/>
                <a:gd name="connsiteY3" fmla="*/ 2801 h 39012"/>
                <a:gd name="connsiteX4" fmla="*/ 16278 w 29901"/>
                <a:gd name="connsiteY4" fmla="*/ 551 h 39012"/>
                <a:gd name="connsiteX5" fmla="*/ 1529 w 29901"/>
                <a:gd name="connsiteY5" fmla="*/ 32298 h 39012"/>
                <a:gd name="connsiteX6" fmla="*/ 27943 w 29901"/>
                <a:gd name="connsiteY6" fmla="*/ 35714 h 39012"/>
                <a:gd name="connsiteX7" fmla="*/ 25777 w 29901"/>
                <a:gd name="connsiteY7" fmla="*/ 28132 h 39012"/>
                <a:gd name="connsiteX8" fmla="*/ 25777 w 29901"/>
                <a:gd name="connsiteY8" fmla="*/ 28132 h 39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901" h="39012">
                  <a:moveTo>
                    <a:pt x="25777" y="28132"/>
                  </a:moveTo>
                  <a:cubicBezTo>
                    <a:pt x="21861" y="28382"/>
                    <a:pt x="12778" y="29798"/>
                    <a:pt x="9945" y="26549"/>
                  </a:cubicBezTo>
                  <a:cubicBezTo>
                    <a:pt x="7279" y="23549"/>
                    <a:pt x="10445" y="16799"/>
                    <a:pt x="11945" y="13800"/>
                  </a:cubicBezTo>
                  <a:cubicBezTo>
                    <a:pt x="13861" y="9800"/>
                    <a:pt x="16611" y="6384"/>
                    <a:pt x="19194" y="2801"/>
                  </a:cubicBezTo>
                  <a:cubicBezTo>
                    <a:pt x="20361" y="1134"/>
                    <a:pt x="17611" y="-1032"/>
                    <a:pt x="16278" y="551"/>
                  </a:cubicBezTo>
                  <a:cubicBezTo>
                    <a:pt x="10195" y="7967"/>
                    <a:pt x="-4804" y="21549"/>
                    <a:pt x="1529" y="32298"/>
                  </a:cubicBezTo>
                  <a:cubicBezTo>
                    <a:pt x="7112" y="41881"/>
                    <a:pt x="19611" y="39464"/>
                    <a:pt x="27943" y="35714"/>
                  </a:cubicBezTo>
                  <a:cubicBezTo>
                    <a:pt x="31610" y="34131"/>
                    <a:pt x="29693" y="27965"/>
                    <a:pt x="25777" y="28132"/>
                  </a:cubicBezTo>
                  <a:lnTo>
                    <a:pt x="25777" y="28132"/>
                  </a:lnTo>
                  <a:close/>
                </a:path>
              </a:pathLst>
            </a:custGeom>
            <a:grpFill/>
            <a:ln w="8332" cap="flat">
              <a:noFill/>
              <a:prstDash val="solid"/>
              <a:miter/>
            </a:ln>
          </p:spPr>
          <p:txBody>
            <a:bodyPr rtlCol="0" anchor="ctr"/>
            <a:lstStyle/>
            <a:p>
              <a:endParaRPr lang="en-US"/>
            </a:p>
          </p:txBody>
        </p:sp>
        <p:sp>
          <p:nvSpPr>
            <p:cNvPr id="1760" name="Freeform: Shape 1759"/>
            <p:cNvSpPr/>
            <p:nvPr/>
          </p:nvSpPr>
          <p:spPr>
            <a:xfrm>
              <a:off x="2757118" y="1465761"/>
              <a:ext cx="23835" cy="35287"/>
            </a:xfrm>
            <a:custGeom>
              <a:avLst/>
              <a:gdLst>
                <a:gd name="connsiteX0" fmla="*/ 20987 w 23835"/>
                <a:gd name="connsiteY0" fmla="*/ 27365 h 35287"/>
                <a:gd name="connsiteX1" fmla="*/ 9404 w 23835"/>
                <a:gd name="connsiteY1" fmla="*/ 21032 h 35287"/>
                <a:gd name="connsiteX2" fmla="*/ 13071 w 23835"/>
                <a:gd name="connsiteY2" fmla="*/ 3784 h 35287"/>
                <a:gd name="connsiteX3" fmla="*/ 7571 w 23835"/>
                <a:gd name="connsiteY3" fmla="*/ 1451 h 35287"/>
                <a:gd name="connsiteX4" fmla="*/ 988 w 23835"/>
                <a:gd name="connsiteY4" fmla="*/ 26532 h 35287"/>
                <a:gd name="connsiteX5" fmla="*/ 19820 w 23835"/>
                <a:gd name="connsiteY5" fmla="*/ 35281 h 35287"/>
                <a:gd name="connsiteX6" fmla="*/ 20987 w 23835"/>
                <a:gd name="connsiteY6" fmla="*/ 27365 h 35287"/>
                <a:gd name="connsiteX7" fmla="*/ 20987 w 23835"/>
                <a:gd name="connsiteY7" fmla="*/ 27365 h 35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35" h="35287">
                  <a:moveTo>
                    <a:pt x="20987" y="27365"/>
                  </a:moveTo>
                  <a:cubicBezTo>
                    <a:pt x="16987" y="25865"/>
                    <a:pt x="11071" y="25532"/>
                    <a:pt x="9404" y="21032"/>
                  </a:cubicBezTo>
                  <a:cubicBezTo>
                    <a:pt x="7405" y="15700"/>
                    <a:pt x="11404" y="8784"/>
                    <a:pt x="13071" y="3784"/>
                  </a:cubicBezTo>
                  <a:cubicBezTo>
                    <a:pt x="14154" y="534"/>
                    <a:pt x="9154" y="-1549"/>
                    <a:pt x="7571" y="1451"/>
                  </a:cubicBezTo>
                  <a:cubicBezTo>
                    <a:pt x="3488" y="9117"/>
                    <a:pt x="-2345" y="17533"/>
                    <a:pt x="988" y="26532"/>
                  </a:cubicBezTo>
                  <a:cubicBezTo>
                    <a:pt x="3988" y="34698"/>
                    <a:pt x="12404" y="35364"/>
                    <a:pt x="19820" y="35281"/>
                  </a:cubicBezTo>
                  <a:cubicBezTo>
                    <a:pt x="24736" y="35364"/>
                    <a:pt x="25153" y="28948"/>
                    <a:pt x="20987" y="27365"/>
                  </a:cubicBezTo>
                  <a:lnTo>
                    <a:pt x="20987" y="27365"/>
                  </a:lnTo>
                  <a:close/>
                </a:path>
              </a:pathLst>
            </a:custGeom>
            <a:grpFill/>
            <a:ln w="8332" cap="flat">
              <a:noFill/>
              <a:prstDash val="solid"/>
              <a:miter/>
            </a:ln>
          </p:spPr>
          <p:txBody>
            <a:bodyPr rtlCol="0" anchor="ctr"/>
            <a:lstStyle/>
            <a:p>
              <a:endParaRPr lang="en-US"/>
            </a:p>
          </p:txBody>
        </p:sp>
        <p:sp>
          <p:nvSpPr>
            <p:cNvPr id="1761" name="Freeform: Shape 1760"/>
            <p:cNvSpPr/>
            <p:nvPr/>
          </p:nvSpPr>
          <p:spPr>
            <a:xfrm>
              <a:off x="3010881" y="1623431"/>
              <a:ext cx="440326" cy="566449"/>
            </a:xfrm>
            <a:custGeom>
              <a:avLst/>
              <a:gdLst>
                <a:gd name="connsiteX0" fmla="*/ 422331 w 440326"/>
                <a:gd name="connsiteY0" fmla="*/ 375649 h 566449"/>
                <a:gd name="connsiteX1" fmla="*/ 423247 w 440326"/>
                <a:gd name="connsiteY1" fmla="*/ 374983 h 566449"/>
                <a:gd name="connsiteX2" fmla="*/ 422414 w 440326"/>
                <a:gd name="connsiteY2" fmla="*/ 271659 h 566449"/>
                <a:gd name="connsiteX3" fmla="*/ 383667 w 440326"/>
                <a:gd name="connsiteY3" fmla="*/ 227163 h 566449"/>
                <a:gd name="connsiteX4" fmla="*/ 317257 w 440326"/>
                <a:gd name="connsiteY4" fmla="*/ 194915 h 566449"/>
                <a:gd name="connsiteX5" fmla="*/ 212933 w 440326"/>
                <a:gd name="connsiteY5" fmla="*/ 81842 h 566449"/>
                <a:gd name="connsiteX6" fmla="*/ 155355 w 440326"/>
                <a:gd name="connsiteY6" fmla="*/ 433 h 566449"/>
                <a:gd name="connsiteX7" fmla="*/ 107026 w 440326"/>
                <a:gd name="connsiteY7" fmla="*/ 28431 h 566449"/>
                <a:gd name="connsiteX8" fmla="*/ 123024 w 440326"/>
                <a:gd name="connsiteY8" fmla="*/ 67010 h 566449"/>
                <a:gd name="connsiteX9" fmla="*/ 140356 w 440326"/>
                <a:gd name="connsiteY9" fmla="*/ 181917 h 566449"/>
                <a:gd name="connsiteX10" fmla="*/ 47864 w 440326"/>
                <a:gd name="connsiteY10" fmla="*/ 276158 h 566449"/>
                <a:gd name="connsiteX11" fmla="*/ 43031 w 440326"/>
                <a:gd name="connsiteY11" fmla="*/ 478140 h 566449"/>
                <a:gd name="connsiteX12" fmla="*/ 45115 w 440326"/>
                <a:gd name="connsiteY12" fmla="*/ 479057 h 566449"/>
                <a:gd name="connsiteX13" fmla="*/ 48114 w 440326"/>
                <a:gd name="connsiteY13" fmla="*/ 493305 h 566449"/>
                <a:gd name="connsiteX14" fmla="*/ 196351 w 440326"/>
                <a:gd name="connsiteY14" fmla="*/ 551133 h 566449"/>
                <a:gd name="connsiteX15" fmla="*/ 199851 w 440326"/>
                <a:gd name="connsiteY15" fmla="*/ 545051 h 566449"/>
                <a:gd name="connsiteX16" fmla="*/ 264262 w 440326"/>
                <a:gd name="connsiteY16" fmla="*/ 566132 h 566449"/>
                <a:gd name="connsiteX17" fmla="*/ 341838 w 440326"/>
                <a:gd name="connsiteY17" fmla="*/ 519636 h 566449"/>
                <a:gd name="connsiteX18" fmla="*/ 349421 w 440326"/>
                <a:gd name="connsiteY18" fmla="*/ 501388 h 566449"/>
                <a:gd name="connsiteX19" fmla="*/ 350171 w 440326"/>
                <a:gd name="connsiteY19" fmla="*/ 501388 h 566449"/>
                <a:gd name="connsiteX20" fmla="*/ 411665 w 440326"/>
                <a:gd name="connsiteY20" fmla="*/ 463225 h 566449"/>
                <a:gd name="connsiteX21" fmla="*/ 424747 w 440326"/>
                <a:gd name="connsiteY21" fmla="*/ 384982 h 566449"/>
                <a:gd name="connsiteX22" fmla="*/ 422331 w 440326"/>
                <a:gd name="connsiteY22" fmla="*/ 375649 h 566449"/>
                <a:gd name="connsiteX23" fmla="*/ 422331 w 440326"/>
                <a:gd name="connsiteY23" fmla="*/ 375649 h 566449"/>
                <a:gd name="connsiteX24" fmla="*/ 118858 w 440326"/>
                <a:gd name="connsiteY24" fmla="*/ 38513 h 566449"/>
                <a:gd name="connsiteX25" fmla="*/ 149355 w 440326"/>
                <a:gd name="connsiteY25" fmla="*/ 15182 h 566449"/>
                <a:gd name="connsiteX26" fmla="*/ 188019 w 440326"/>
                <a:gd name="connsiteY26" fmla="*/ 34347 h 566449"/>
                <a:gd name="connsiteX27" fmla="*/ 195768 w 440326"/>
                <a:gd name="connsiteY27" fmla="*/ 61928 h 566449"/>
                <a:gd name="connsiteX28" fmla="*/ 208350 w 440326"/>
                <a:gd name="connsiteY28" fmla="*/ 98674 h 566449"/>
                <a:gd name="connsiteX29" fmla="*/ 177936 w 440326"/>
                <a:gd name="connsiteY29" fmla="*/ 75593 h 566449"/>
                <a:gd name="connsiteX30" fmla="*/ 152855 w 440326"/>
                <a:gd name="connsiteY30" fmla="*/ 50678 h 566449"/>
                <a:gd name="connsiteX31" fmla="*/ 138273 w 440326"/>
                <a:gd name="connsiteY31" fmla="*/ 23514 h 566449"/>
                <a:gd name="connsiteX32" fmla="*/ 136440 w 440326"/>
                <a:gd name="connsiteY32" fmla="*/ 23764 h 566449"/>
                <a:gd name="connsiteX33" fmla="*/ 160854 w 440326"/>
                <a:gd name="connsiteY33" fmla="*/ 71343 h 566449"/>
                <a:gd name="connsiteX34" fmla="*/ 208350 w 440326"/>
                <a:gd name="connsiteY34" fmla="*/ 113423 h 566449"/>
                <a:gd name="connsiteX35" fmla="*/ 186269 w 440326"/>
                <a:gd name="connsiteY35" fmla="*/ 95924 h 566449"/>
                <a:gd name="connsiteX36" fmla="*/ 154188 w 440326"/>
                <a:gd name="connsiteY36" fmla="*/ 75093 h 566449"/>
                <a:gd name="connsiteX37" fmla="*/ 127274 w 440326"/>
                <a:gd name="connsiteY37" fmla="*/ 55345 h 566449"/>
                <a:gd name="connsiteX38" fmla="*/ 118858 w 440326"/>
                <a:gd name="connsiteY38" fmla="*/ 38513 h 566449"/>
                <a:gd name="connsiteX39" fmla="*/ 118858 w 440326"/>
                <a:gd name="connsiteY39" fmla="*/ 38513 h 566449"/>
                <a:gd name="connsiteX40" fmla="*/ 315674 w 440326"/>
                <a:gd name="connsiteY40" fmla="*/ 275658 h 566449"/>
                <a:gd name="connsiteX41" fmla="*/ 406582 w 440326"/>
                <a:gd name="connsiteY41" fmla="*/ 369317 h 566449"/>
                <a:gd name="connsiteX42" fmla="*/ 408749 w 440326"/>
                <a:gd name="connsiteY42" fmla="*/ 437310 h 566449"/>
                <a:gd name="connsiteX43" fmla="*/ 353087 w 440326"/>
                <a:gd name="connsiteY43" fmla="*/ 486639 h 566449"/>
                <a:gd name="connsiteX44" fmla="*/ 352754 w 440326"/>
                <a:gd name="connsiteY44" fmla="*/ 413896 h 566449"/>
                <a:gd name="connsiteX45" fmla="*/ 347504 w 440326"/>
                <a:gd name="connsiteY45" fmla="*/ 414646 h 566449"/>
                <a:gd name="connsiteX46" fmla="*/ 331005 w 440326"/>
                <a:gd name="connsiteY46" fmla="*/ 507387 h 566449"/>
                <a:gd name="connsiteX47" fmla="*/ 264345 w 440326"/>
                <a:gd name="connsiteY47" fmla="*/ 550550 h 566449"/>
                <a:gd name="connsiteX48" fmla="*/ 220932 w 440326"/>
                <a:gd name="connsiteY48" fmla="*/ 542968 h 566449"/>
                <a:gd name="connsiteX49" fmla="*/ 197518 w 440326"/>
                <a:gd name="connsiteY49" fmla="*/ 500971 h 566449"/>
                <a:gd name="connsiteX50" fmla="*/ 200934 w 440326"/>
                <a:gd name="connsiteY50" fmla="*/ 411813 h 566449"/>
                <a:gd name="connsiteX51" fmla="*/ 199601 w 440326"/>
                <a:gd name="connsiteY51" fmla="*/ 411646 h 566449"/>
                <a:gd name="connsiteX52" fmla="*/ 187768 w 440326"/>
                <a:gd name="connsiteY52" fmla="*/ 524802 h 566449"/>
                <a:gd name="connsiteX53" fmla="*/ 193935 w 440326"/>
                <a:gd name="connsiteY53" fmla="*/ 537051 h 566449"/>
                <a:gd name="connsiteX54" fmla="*/ 188852 w 440326"/>
                <a:gd name="connsiteY54" fmla="*/ 537968 h 566449"/>
                <a:gd name="connsiteX55" fmla="*/ 104026 w 440326"/>
                <a:gd name="connsiteY55" fmla="*/ 537468 h 566449"/>
                <a:gd name="connsiteX56" fmla="*/ 59697 w 440326"/>
                <a:gd name="connsiteY56" fmla="*/ 467558 h 566449"/>
                <a:gd name="connsiteX57" fmla="*/ 69612 w 440326"/>
                <a:gd name="connsiteY57" fmla="*/ 400897 h 566449"/>
                <a:gd name="connsiteX58" fmla="*/ 105609 w 440326"/>
                <a:gd name="connsiteY58" fmla="*/ 323404 h 566449"/>
                <a:gd name="connsiteX59" fmla="*/ 103526 w 440326"/>
                <a:gd name="connsiteY59" fmla="*/ 321821 h 566449"/>
                <a:gd name="connsiteX60" fmla="*/ 55780 w 440326"/>
                <a:gd name="connsiteY60" fmla="*/ 407146 h 566449"/>
                <a:gd name="connsiteX61" fmla="*/ 44365 w 440326"/>
                <a:gd name="connsiteY61" fmla="*/ 461392 h 566449"/>
                <a:gd name="connsiteX62" fmla="*/ 20450 w 440326"/>
                <a:gd name="connsiteY62" fmla="*/ 345652 h 566449"/>
                <a:gd name="connsiteX63" fmla="*/ 58697 w 440326"/>
                <a:gd name="connsiteY63" fmla="*/ 289740 h 566449"/>
                <a:gd name="connsiteX64" fmla="*/ 111109 w 440326"/>
                <a:gd name="connsiteY64" fmla="*/ 252994 h 566449"/>
                <a:gd name="connsiteX65" fmla="*/ 158855 w 440326"/>
                <a:gd name="connsiteY65" fmla="*/ 161919 h 566449"/>
                <a:gd name="connsiteX66" fmla="*/ 142356 w 440326"/>
                <a:gd name="connsiteY66" fmla="*/ 92841 h 566449"/>
                <a:gd name="connsiteX67" fmla="*/ 173353 w 440326"/>
                <a:gd name="connsiteY67" fmla="*/ 126838 h 566449"/>
                <a:gd name="connsiteX68" fmla="*/ 174686 w 440326"/>
                <a:gd name="connsiteY68" fmla="*/ 181583 h 566449"/>
                <a:gd name="connsiteX69" fmla="*/ 148105 w 440326"/>
                <a:gd name="connsiteY69" fmla="*/ 235579 h 566449"/>
                <a:gd name="connsiteX70" fmla="*/ 137523 w 440326"/>
                <a:gd name="connsiteY70" fmla="*/ 283241 h 566449"/>
                <a:gd name="connsiteX71" fmla="*/ 141523 w 440326"/>
                <a:gd name="connsiteY71" fmla="*/ 283241 h 566449"/>
                <a:gd name="connsiteX72" fmla="*/ 149772 w 440326"/>
                <a:gd name="connsiteY72" fmla="*/ 242828 h 566449"/>
                <a:gd name="connsiteX73" fmla="*/ 167937 w 440326"/>
                <a:gd name="connsiteY73" fmla="*/ 213747 h 566449"/>
                <a:gd name="connsiteX74" fmla="*/ 190268 w 440326"/>
                <a:gd name="connsiteY74" fmla="*/ 162418 h 566449"/>
                <a:gd name="connsiteX75" fmla="*/ 139939 w 440326"/>
                <a:gd name="connsiteY75" fmla="*/ 86675 h 566449"/>
                <a:gd name="connsiteX76" fmla="*/ 132357 w 440326"/>
                <a:gd name="connsiteY76" fmla="*/ 68427 h 566449"/>
                <a:gd name="connsiteX77" fmla="*/ 145106 w 440326"/>
                <a:gd name="connsiteY77" fmla="*/ 79343 h 566449"/>
                <a:gd name="connsiteX78" fmla="*/ 180852 w 440326"/>
                <a:gd name="connsiteY78" fmla="*/ 105174 h 566449"/>
                <a:gd name="connsiteX79" fmla="*/ 214933 w 440326"/>
                <a:gd name="connsiteY79" fmla="*/ 133004 h 566449"/>
                <a:gd name="connsiteX80" fmla="*/ 248096 w 440326"/>
                <a:gd name="connsiteY80" fmla="*/ 167251 h 566449"/>
                <a:gd name="connsiteX81" fmla="*/ 252763 w 440326"/>
                <a:gd name="connsiteY81" fmla="*/ 167418 h 566449"/>
                <a:gd name="connsiteX82" fmla="*/ 261012 w 440326"/>
                <a:gd name="connsiteY82" fmla="*/ 175334 h 566449"/>
                <a:gd name="connsiteX83" fmla="*/ 318173 w 440326"/>
                <a:gd name="connsiteY83" fmla="*/ 210331 h 566449"/>
                <a:gd name="connsiteX84" fmla="*/ 380668 w 440326"/>
                <a:gd name="connsiteY84" fmla="*/ 243411 h 566449"/>
                <a:gd name="connsiteX85" fmla="*/ 421831 w 440326"/>
                <a:gd name="connsiteY85" fmla="*/ 298406 h 566449"/>
                <a:gd name="connsiteX86" fmla="*/ 417165 w 440326"/>
                <a:gd name="connsiteY86" fmla="*/ 361734 h 566449"/>
                <a:gd name="connsiteX87" fmla="*/ 316173 w 440326"/>
                <a:gd name="connsiteY87" fmla="*/ 275325 h 566449"/>
                <a:gd name="connsiteX88" fmla="*/ 315674 w 440326"/>
                <a:gd name="connsiteY88" fmla="*/ 275658 h 566449"/>
                <a:gd name="connsiteX89" fmla="*/ 315674 w 440326"/>
                <a:gd name="connsiteY89" fmla="*/ 275658 h 566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440326" h="566449">
                  <a:moveTo>
                    <a:pt x="422331" y="375649"/>
                  </a:moveTo>
                  <a:cubicBezTo>
                    <a:pt x="422664" y="375399"/>
                    <a:pt x="422997" y="375233"/>
                    <a:pt x="423247" y="374983"/>
                  </a:cubicBezTo>
                  <a:cubicBezTo>
                    <a:pt x="451578" y="349485"/>
                    <a:pt x="439912" y="299906"/>
                    <a:pt x="422414" y="271659"/>
                  </a:cubicBezTo>
                  <a:cubicBezTo>
                    <a:pt x="412082" y="254910"/>
                    <a:pt x="399416" y="239161"/>
                    <a:pt x="383667" y="227163"/>
                  </a:cubicBezTo>
                  <a:cubicBezTo>
                    <a:pt x="364003" y="212247"/>
                    <a:pt x="339505" y="205165"/>
                    <a:pt x="317257" y="194915"/>
                  </a:cubicBezTo>
                  <a:cubicBezTo>
                    <a:pt x="266011" y="171418"/>
                    <a:pt x="231348" y="135254"/>
                    <a:pt x="212933" y="81842"/>
                  </a:cubicBezTo>
                  <a:cubicBezTo>
                    <a:pt x="202684" y="52262"/>
                    <a:pt x="199184" y="-5566"/>
                    <a:pt x="155355" y="433"/>
                  </a:cubicBezTo>
                  <a:cubicBezTo>
                    <a:pt x="139273" y="2600"/>
                    <a:pt x="113275" y="11432"/>
                    <a:pt x="107026" y="28431"/>
                  </a:cubicBezTo>
                  <a:cubicBezTo>
                    <a:pt x="102860" y="39930"/>
                    <a:pt x="112275" y="58761"/>
                    <a:pt x="123024" y="67010"/>
                  </a:cubicBezTo>
                  <a:cubicBezTo>
                    <a:pt x="131190" y="105424"/>
                    <a:pt x="149439" y="141087"/>
                    <a:pt x="140356" y="181917"/>
                  </a:cubicBezTo>
                  <a:cubicBezTo>
                    <a:pt x="130024" y="228413"/>
                    <a:pt x="81611" y="248161"/>
                    <a:pt x="47864" y="276158"/>
                  </a:cubicBezTo>
                  <a:cubicBezTo>
                    <a:pt x="-9214" y="323654"/>
                    <a:pt x="-20546" y="431728"/>
                    <a:pt x="43031" y="478140"/>
                  </a:cubicBezTo>
                  <a:cubicBezTo>
                    <a:pt x="43698" y="478640"/>
                    <a:pt x="44448" y="478890"/>
                    <a:pt x="45115" y="479057"/>
                  </a:cubicBezTo>
                  <a:cubicBezTo>
                    <a:pt x="45781" y="483890"/>
                    <a:pt x="46698" y="488639"/>
                    <a:pt x="48114" y="493305"/>
                  </a:cubicBezTo>
                  <a:cubicBezTo>
                    <a:pt x="64946" y="552133"/>
                    <a:pt x="143772" y="587214"/>
                    <a:pt x="196351" y="551133"/>
                  </a:cubicBezTo>
                  <a:cubicBezTo>
                    <a:pt x="198767" y="549467"/>
                    <a:pt x="199767" y="547217"/>
                    <a:pt x="199851" y="545051"/>
                  </a:cubicBezTo>
                  <a:cubicBezTo>
                    <a:pt x="215349" y="561966"/>
                    <a:pt x="239430" y="567965"/>
                    <a:pt x="264262" y="566132"/>
                  </a:cubicBezTo>
                  <a:cubicBezTo>
                    <a:pt x="294092" y="563882"/>
                    <a:pt x="327423" y="546967"/>
                    <a:pt x="341838" y="519636"/>
                  </a:cubicBezTo>
                  <a:cubicBezTo>
                    <a:pt x="344921" y="513804"/>
                    <a:pt x="347421" y="507637"/>
                    <a:pt x="349421" y="501388"/>
                  </a:cubicBezTo>
                  <a:cubicBezTo>
                    <a:pt x="349671" y="501388"/>
                    <a:pt x="349921" y="501388"/>
                    <a:pt x="350171" y="501388"/>
                  </a:cubicBezTo>
                  <a:cubicBezTo>
                    <a:pt x="373585" y="499888"/>
                    <a:pt x="397916" y="481473"/>
                    <a:pt x="411665" y="463225"/>
                  </a:cubicBezTo>
                  <a:cubicBezTo>
                    <a:pt x="428164" y="441393"/>
                    <a:pt x="430413" y="411063"/>
                    <a:pt x="424747" y="384982"/>
                  </a:cubicBezTo>
                  <a:cubicBezTo>
                    <a:pt x="423997" y="381732"/>
                    <a:pt x="423247" y="378649"/>
                    <a:pt x="422331" y="375649"/>
                  </a:cubicBezTo>
                  <a:lnTo>
                    <a:pt x="422331" y="375649"/>
                  </a:lnTo>
                  <a:close/>
                  <a:moveTo>
                    <a:pt x="118858" y="38513"/>
                  </a:moveTo>
                  <a:cubicBezTo>
                    <a:pt x="117608" y="24931"/>
                    <a:pt x="139689" y="17765"/>
                    <a:pt x="149355" y="15182"/>
                  </a:cubicBezTo>
                  <a:cubicBezTo>
                    <a:pt x="168354" y="10016"/>
                    <a:pt x="180936" y="16015"/>
                    <a:pt x="188019" y="34347"/>
                  </a:cubicBezTo>
                  <a:cubicBezTo>
                    <a:pt x="191435" y="43262"/>
                    <a:pt x="193268" y="52678"/>
                    <a:pt x="195768" y="61928"/>
                  </a:cubicBezTo>
                  <a:cubicBezTo>
                    <a:pt x="199267" y="74510"/>
                    <a:pt x="203434" y="86842"/>
                    <a:pt x="208350" y="98674"/>
                  </a:cubicBezTo>
                  <a:cubicBezTo>
                    <a:pt x="198267" y="90925"/>
                    <a:pt x="187768" y="83759"/>
                    <a:pt x="177936" y="75593"/>
                  </a:cubicBezTo>
                  <a:cubicBezTo>
                    <a:pt x="168603" y="67844"/>
                    <a:pt x="159688" y="60594"/>
                    <a:pt x="152855" y="50678"/>
                  </a:cubicBezTo>
                  <a:cubicBezTo>
                    <a:pt x="146939" y="42013"/>
                    <a:pt x="143272" y="32680"/>
                    <a:pt x="138273" y="23514"/>
                  </a:cubicBezTo>
                  <a:cubicBezTo>
                    <a:pt x="137856" y="22764"/>
                    <a:pt x="136690" y="22931"/>
                    <a:pt x="136440" y="23764"/>
                  </a:cubicBezTo>
                  <a:cubicBezTo>
                    <a:pt x="131690" y="40679"/>
                    <a:pt x="149605" y="61094"/>
                    <a:pt x="160854" y="71343"/>
                  </a:cubicBezTo>
                  <a:cubicBezTo>
                    <a:pt x="176436" y="85509"/>
                    <a:pt x="193435" y="98591"/>
                    <a:pt x="208350" y="113423"/>
                  </a:cubicBezTo>
                  <a:cubicBezTo>
                    <a:pt x="201101" y="107507"/>
                    <a:pt x="193435" y="101924"/>
                    <a:pt x="186269" y="95924"/>
                  </a:cubicBezTo>
                  <a:cubicBezTo>
                    <a:pt x="176103" y="87509"/>
                    <a:pt x="165354" y="81842"/>
                    <a:pt x="154188" y="75093"/>
                  </a:cubicBezTo>
                  <a:cubicBezTo>
                    <a:pt x="144606" y="69260"/>
                    <a:pt x="136190" y="61928"/>
                    <a:pt x="127274" y="55345"/>
                  </a:cubicBezTo>
                  <a:cubicBezTo>
                    <a:pt x="125024" y="49929"/>
                    <a:pt x="119358" y="44013"/>
                    <a:pt x="118858" y="38513"/>
                  </a:cubicBezTo>
                  <a:lnTo>
                    <a:pt x="118858" y="38513"/>
                  </a:lnTo>
                  <a:close/>
                  <a:moveTo>
                    <a:pt x="315674" y="275658"/>
                  </a:moveTo>
                  <a:cubicBezTo>
                    <a:pt x="353753" y="297073"/>
                    <a:pt x="392833" y="326237"/>
                    <a:pt x="406582" y="369317"/>
                  </a:cubicBezTo>
                  <a:cubicBezTo>
                    <a:pt x="413331" y="390815"/>
                    <a:pt x="415831" y="415646"/>
                    <a:pt x="408749" y="437310"/>
                  </a:cubicBezTo>
                  <a:cubicBezTo>
                    <a:pt x="401999" y="458142"/>
                    <a:pt x="375585" y="482223"/>
                    <a:pt x="353087" y="486639"/>
                  </a:cubicBezTo>
                  <a:cubicBezTo>
                    <a:pt x="357670" y="462725"/>
                    <a:pt x="356170" y="437310"/>
                    <a:pt x="352754" y="413896"/>
                  </a:cubicBezTo>
                  <a:cubicBezTo>
                    <a:pt x="352337" y="410813"/>
                    <a:pt x="347587" y="411729"/>
                    <a:pt x="347504" y="414646"/>
                  </a:cubicBezTo>
                  <a:cubicBezTo>
                    <a:pt x="346671" y="447226"/>
                    <a:pt x="345171" y="477307"/>
                    <a:pt x="331005" y="507387"/>
                  </a:cubicBezTo>
                  <a:cubicBezTo>
                    <a:pt x="319340" y="532218"/>
                    <a:pt x="291093" y="548217"/>
                    <a:pt x="264345" y="550550"/>
                  </a:cubicBezTo>
                  <a:cubicBezTo>
                    <a:pt x="249346" y="551883"/>
                    <a:pt x="234348" y="549800"/>
                    <a:pt x="220932" y="542968"/>
                  </a:cubicBezTo>
                  <a:cubicBezTo>
                    <a:pt x="204850" y="534802"/>
                    <a:pt x="198517" y="518470"/>
                    <a:pt x="197518" y="500971"/>
                  </a:cubicBezTo>
                  <a:cubicBezTo>
                    <a:pt x="195851" y="471891"/>
                    <a:pt x="197434" y="440643"/>
                    <a:pt x="200934" y="411813"/>
                  </a:cubicBezTo>
                  <a:cubicBezTo>
                    <a:pt x="201017" y="411063"/>
                    <a:pt x="199767" y="410896"/>
                    <a:pt x="199601" y="411646"/>
                  </a:cubicBezTo>
                  <a:cubicBezTo>
                    <a:pt x="192935" y="446893"/>
                    <a:pt x="174520" y="488972"/>
                    <a:pt x="187768" y="524802"/>
                  </a:cubicBezTo>
                  <a:cubicBezTo>
                    <a:pt x="189435" y="529302"/>
                    <a:pt x="191518" y="533385"/>
                    <a:pt x="193935" y="537051"/>
                  </a:cubicBezTo>
                  <a:cubicBezTo>
                    <a:pt x="192351" y="536801"/>
                    <a:pt x="190685" y="536968"/>
                    <a:pt x="188852" y="537968"/>
                  </a:cubicBezTo>
                  <a:cubicBezTo>
                    <a:pt x="161688" y="553050"/>
                    <a:pt x="131607" y="550633"/>
                    <a:pt x="104026" y="537468"/>
                  </a:cubicBezTo>
                  <a:cubicBezTo>
                    <a:pt x="75695" y="523969"/>
                    <a:pt x="63196" y="497388"/>
                    <a:pt x="59697" y="467558"/>
                  </a:cubicBezTo>
                  <a:cubicBezTo>
                    <a:pt x="56947" y="444310"/>
                    <a:pt x="61947" y="422645"/>
                    <a:pt x="69612" y="400897"/>
                  </a:cubicBezTo>
                  <a:cubicBezTo>
                    <a:pt x="78945" y="374399"/>
                    <a:pt x="90444" y="347068"/>
                    <a:pt x="105609" y="323404"/>
                  </a:cubicBezTo>
                  <a:cubicBezTo>
                    <a:pt x="106442" y="322154"/>
                    <a:pt x="104443" y="320571"/>
                    <a:pt x="103526" y="321821"/>
                  </a:cubicBezTo>
                  <a:cubicBezTo>
                    <a:pt x="82861" y="347235"/>
                    <a:pt x="68029" y="376982"/>
                    <a:pt x="55780" y="407146"/>
                  </a:cubicBezTo>
                  <a:cubicBezTo>
                    <a:pt x="48948" y="424061"/>
                    <a:pt x="44615" y="442727"/>
                    <a:pt x="44365" y="461392"/>
                  </a:cubicBezTo>
                  <a:cubicBezTo>
                    <a:pt x="15451" y="430644"/>
                    <a:pt x="5868" y="386398"/>
                    <a:pt x="20450" y="345652"/>
                  </a:cubicBezTo>
                  <a:cubicBezTo>
                    <a:pt x="28366" y="323487"/>
                    <a:pt x="39782" y="304156"/>
                    <a:pt x="58697" y="289740"/>
                  </a:cubicBezTo>
                  <a:cubicBezTo>
                    <a:pt x="75695" y="276825"/>
                    <a:pt x="94194" y="265992"/>
                    <a:pt x="111109" y="252994"/>
                  </a:cubicBezTo>
                  <a:cubicBezTo>
                    <a:pt x="141106" y="229912"/>
                    <a:pt x="161104" y="201332"/>
                    <a:pt x="158855" y="161919"/>
                  </a:cubicBezTo>
                  <a:cubicBezTo>
                    <a:pt x="157438" y="137587"/>
                    <a:pt x="150855" y="114923"/>
                    <a:pt x="142356" y="92841"/>
                  </a:cubicBezTo>
                  <a:cubicBezTo>
                    <a:pt x="152605" y="104257"/>
                    <a:pt x="165604" y="113090"/>
                    <a:pt x="173353" y="126838"/>
                  </a:cubicBezTo>
                  <a:cubicBezTo>
                    <a:pt x="183435" y="144670"/>
                    <a:pt x="180686" y="162918"/>
                    <a:pt x="174686" y="181583"/>
                  </a:cubicBezTo>
                  <a:cubicBezTo>
                    <a:pt x="168520" y="200748"/>
                    <a:pt x="156521" y="217414"/>
                    <a:pt x="148105" y="235579"/>
                  </a:cubicBezTo>
                  <a:cubicBezTo>
                    <a:pt x="140939" y="250994"/>
                    <a:pt x="138940" y="266492"/>
                    <a:pt x="137523" y="283241"/>
                  </a:cubicBezTo>
                  <a:cubicBezTo>
                    <a:pt x="137273" y="285824"/>
                    <a:pt x="141273" y="285741"/>
                    <a:pt x="141523" y="283241"/>
                  </a:cubicBezTo>
                  <a:cubicBezTo>
                    <a:pt x="142772" y="269576"/>
                    <a:pt x="143856" y="255410"/>
                    <a:pt x="149772" y="242828"/>
                  </a:cubicBezTo>
                  <a:cubicBezTo>
                    <a:pt x="154521" y="232662"/>
                    <a:pt x="161854" y="223163"/>
                    <a:pt x="167937" y="213747"/>
                  </a:cubicBezTo>
                  <a:cubicBezTo>
                    <a:pt x="178269" y="197749"/>
                    <a:pt x="187435" y="181667"/>
                    <a:pt x="190268" y="162418"/>
                  </a:cubicBezTo>
                  <a:cubicBezTo>
                    <a:pt x="195518" y="126922"/>
                    <a:pt x="165770" y="104590"/>
                    <a:pt x="139939" y="86675"/>
                  </a:cubicBezTo>
                  <a:cubicBezTo>
                    <a:pt x="137523" y="80593"/>
                    <a:pt x="134940" y="74510"/>
                    <a:pt x="132357" y="68427"/>
                  </a:cubicBezTo>
                  <a:cubicBezTo>
                    <a:pt x="136356" y="72260"/>
                    <a:pt x="140939" y="75760"/>
                    <a:pt x="145106" y="79343"/>
                  </a:cubicBezTo>
                  <a:cubicBezTo>
                    <a:pt x="156188" y="88925"/>
                    <a:pt x="169437" y="95758"/>
                    <a:pt x="180852" y="105174"/>
                  </a:cubicBezTo>
                  <a:cubicBezTo>
                    <a:pt x="192101" y="114506"/>
                    <a:pt x="204184" y="123089"/>
                    <a:pt x="214933" y="133004"/>
                  </a:cubicBezTo>
                  <a:cubicBezTo>
                    <a:pt x="226682" y="143754"/>
                    <a:pt x="236097" y="156752"/>
                    <a:pt x="248096" y="167251"/>
                  </a:cubicBezTo>
                  <a:cubicBezTo>
                    <a:pt x="249680" y="168584"/>
                    <a:pt x="251513" y="168335"/>
                    <a:pt x="252763" y="167418"/>
                  </a:cubicBezTo>
                  <a:cubicBezTo>
                    <a:pt x="255429" y="170085"/>
                    <a:pt x="258179" y="172751"/>
                    <a:pt x="261012" y="175334"/>
                  </a:cubicBezTo>
                  <a:cubicBezTo>
                    <a:pt x="277677" y="190249"/>
                    <a:pt x="298008" y="200748"/>
                    <a:pt x="318173" y="210331"/>
                  </a:cubicBezTo>
                  <a:cubicBezTo>
                    <a:pt x="339338" y="220413"/>
                    <a:pt x="362503" y="228246"/>
                    <a:pt x="380668" y="243411"/>
                  </a:cubicBezTo>
                  <a:cubicBezTo>
                    <a:pt x="397833" y="257660"/>
                    <a:pt x="414331" y="277158"/>
                    <a:pt x="421831" y="298406"/>
                  </a:cubicBezTo>
                  <a:cubicBezTo>
                    <a:pt x="428830" y="318238"/>
                    <a:pt x="430663" y="344319"/>
                    <a:pt x="417165" y="361734"/>
                  </a:cubicBezTo>
                  <a:cubicBezTo>
                    <a:pt x="398749" y="319571"/>
                    <a:pt x="358920" y="293407"/>
                    <a:pt x="316173" y="275325"/>
                  </a:cubicBezTo>
                  <a:cubicBezTo>
                    <a:pt x="315590" y="274658"/>
                    <a:pt x="315174" y="275325"/>
                    <a:pt x="315674" y="275658"/>
                  </a:cubicBezTo>
                  <a:lnTo>
                    <a:pt x="315674" y="275658"/>
                  </a:lnTo>
                  <a:close/>
                </a:path>
              </a:pathLst>
            </a:custGeom>
            <a:grpFill/>
            <a:ln w="8332" cap="flat">
              <a:noFill/>
              <a:prstDash val="solid"/>
              <a:miter/>
            </a:ln>
          </p:spPr>
          <p:txBody>
            <a:bodyPr rtlCol="0" anchor="ctr"/>
            <a:lstStyle/>
            <a:p>
              <a:endParaRPr lang="en-US"/>
            </a:p>
          </p:txBody>
        </p:sp>
        <p:sp>
          <p:nvSpPr>
            <p:cNvPr id="1762" name="Freeform: Shape 1761"/>
            <p:cNvSpPr/>
            <p:nvPr/>
          </p:nvSpPr>
          <p:spPr>
            <a:xfrm>
              <a:off x="3179309" y="1768220"/>
              <a:ext cx="40825" cy="131681"/>
            </a:xfrm>
            <a:custGeom>
              <a:avLst/>
              <a:gdLst>
                <a:gd name="connsiteX0" fmla="*/ 33923 w 40825"/>
                <a:gd name="connsiteY0" fmla="*/ 714 h 131681"/>
                <a:gd name="connsiteX1" fmla="*/ 31007 w 40825"/>
                <a:gd name="connsiteY1" fmla="*/ 1964 h 131681"/>
                <a:gd name="connsiteX2" fmla="*/ 20841 w 40825"/>
                <a:gd name="connsiteY2" fmla="*/ 65292 h 131681"/>
                <a:gd name="connsiteX3" fmla="*/ 9 w 40825"/>
                <a:gd name="connsiteY3" fmla="*/ 131369 h 131681"/>
                <a:gd name="connsiteX4" fmla="*/ 509 w 40825"/>
                <a:gd name="connsiteY4" fmla="*/ 131536 h 131681"/>
                <a:gd name="connsiteX5" fmla="*/ 33173 w 40825"/>
                <a:gd name="connsiteY5" fmla="*/ 58626 h 131681"/>
                <a:gd name="connsiteX6" fmla="*/ 33923 w 40825"/>
                <a:gd name="connsiteY6" fmla="*/ 714 h 131681"/>
                <a:gd name="connsiteX7" fmla="*/ 33923 w 40825"/>
                <a:gd name="connsiteY7" fmla="*/ 714 h 131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825" h="131681">
                  <a:moveTo>
                    <a:pt x="33923" y="714"/>
                  </a:moveTo>
                  <a:cubicBezTo>
                    <a:pt x="32923" y="-702"/>
                    <a:pt x="30590" y="131"/>
                    <a:pt x="31007" y="1964"/>
                  </a:cubicBezTo>
                  <a:cubicBezTo>
                    <a:pt x="35839" y="23129"/>
                    <a:pt x="27007" y="45627"/>
                    <a:pt x="20841" y="65292"/>
                  </a:cubicBezTo>
                  <a:cubicBezTo>
                    <a:pt x="13841" y="87540"/>
                    <a:pt x="3926" y="108288"/>
                    <a:pt x="9" y="131369"/>
                  </a:cubicBezTo>
                  <a:cubicBezTo>
                    <a:pt x="-74" y="131702"/>
                    <a:pt x="426" y="131786"/>
                    <a:pt x="509" y="131536"/>
                  </a:cubicBezTo>
                  <a:cubicBezTo>
                    <a:pt x="6592" y="105455"/>
                    <a:pt x="22341" y="82790"/>
                    <a:pt x="33173" y="58626"/>
                  </a:cubicBezTo>
                  <a:cubicBezTo>
                    <a:pt x="40589" y="42211"/>
                    <a:pt x="45505" y="16463"/>
                    <a:pt x="33923" y="714"/>
                  </a:cubicBezTo>
                  <a:lnTo>
                    <a:pt x="33923" y="714"/>
                  </a:lnTo>
                  <a:close/>
                </a:path>
              </a:pathLst>
            </a:custGeom>
            <a:grpFill/>
            <a:ln w="8332" cap="flat">
              <a:noFill/>
              <a:prstDash val="solid"/>
              <a:miter/>
            </a:ln>
          </p:spPr>
          <p:txBody>
            <a:bodyPr rtlCol="0" anchor="ctr"/>
            <a:lstStyle/>
            <a:p>
              <a:endParaRPr lang="en-US"/>
            </a:p>
          </p:txBody>
        </p:sp>
        <p:sp>
          <p:nvSpPr>
            <p:cNvPr id="1763" name="Freeform: Shape 1762"/>
            <p:cNvSpPr/>
            <p:nvPr/>
          </p:nvSpPr>
          <p:spPr>
            <a:xfrm>
              <a:off x="3226402" y="1897932"/>
              <a:ext cx="103209" cy="67024"/>
            </a:xfrm>
            <a:custGeom>
              <a:avLst/>
              <a:gdLst>
                <a:gd name="connsiteX0" fmla="*/ 102819 w 103209"/>
                <a:gd name="connsiteY0" fmla="*/ 62901 h 67024"/>
                <a:gd name="connsiteX1" fmla="*/ 57657 w 103209"/>
                <a:gd name="connsiteY1" fmla="*/ 12323 h 67024"/>
                <a:gd name="connsiteX2" fmla="*/ 495 w 103209"/>
                <a:gd name="connsiteY2" fmla="*/ 7156 h 67024"/>
                <a:gd name="connsiteX3" fmla="*/ 2079 w 103209"/>
                <a:gd name="connsiteY3" fmla="*/ 9906 h 67024"/>
                <a:gd name="connsiteX4" fmla="*/ 60407 w 103209"/>
                <a:gd name="connsiteY4" fmla="*/ 25821 h 67024"/>
                <a:gd name="connsiteX5" fmla="*/ 97820 w 103209"/>
                <a:gd name="connsiteY5" fmla="*/ 65735 h 67024"/>
                <a:gd name="connsiteX6" fmla="*/ 102819 w 103209"/>
                <a:gd name="connsiteY6" fmla="*/ 62901 h 67024"/>
                <a:gd name="connsiteX7" fmla="*/ 102819 w 103209"/>
                <a:gd name="connsiteY7" fmla="*/ 62901 h 67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209" h="67024">
                  <a:moveTo>
                    <a:pt x="102819" y="62901"/>
                  </a:moveTo>
                  <a:cubicBezTo>
                    <a:pt x="91237" y="41154"/>
                    <a:pt x="79821" y="24322"/>
                    <a:pt x="57657" y="12323"/>
                  </a:cubicBezTo>
                  <a:cubicBezTo>
                    <a:pt x="40325" y="2907"/>
                    <a:pt x="17827" y="-7176"/>
                    <a:pt x="495" y="7156"/>
                  </a:cubicBezTo>
                  <a:cubicBezTo>
                    <a:pt x="-754" y="8240"/>
                    <a:pt x="579" y="10489"/>
                    <a:pt x="2079" y="9906"/>
                  </a:cubicBezTo>
                  <a:cubicBezTo>
                    <a:pt x="22077" y="2824"/>
                    <a:pt x="43908" y="15739"/>
                    <a:pt x="60407" y="25821"/>
                  </a:cubicBezTo>
                  <a:cubicBezTo>
                    <a:pt x="76072" y="35404"/>
                    <a:pt x="87321" y="51069"/>
                    <a:pt x="97820" y="65735"/>
                  </a:cubicBezTo>
                  <a:cubicBezTo>
                    <a:pt x="99986" y="68651"/>
                    <a:pt x="104569" y="66151"/>
                    <a:pt x="102819" y="62901"/>
                  </a:cubicBezTo>
                  <a:lnTo>
                    <a:pt x="102819" y="62901"/>
                  </a:lnTo>
                  <a:close/>
                </a:path>
              </a:pathLst>
            </a:custGeom>
            <a:grpFill/>
            <a:ln w="8332" cap="flat">
              <a:noFill/>
              <a:prstDash val="solid"/>
              <a:miter/>
            </a:ln>
          </p:spPr>
          <p:txBody>
            <a:bodyPr rtlCol="0" anchor="ctr"/>
            <a:lstStyle/>
            <a:p>
              <a:endParaRPr lang="en-US"/>
            </a:p>
          </p:txBody>
        </p:sp>
        <p:sp>
          <p:nvSpPr>
            <p:cNvPr id="1764" name="Freeform: Shape 1763"/>
            <p:cNvSpPr/>
            <p:nvPr/>
          </p:nvSpPr>
          <p:spPr>
            <a:xfrm>
              <a:off x="7147175" y="-404052"/>
              <a:ext cx="440325" cy="566532"/>
            </a:xfrm>
            <a:custGeom>
              <a:avLst/>
              <a:gdLst>
                <a:gd name="connsiteX0" fmla="*/ 422330 w 440325"/>
                <a:gd name="connsiteY0" fmla="*/ 375649 h 566532"/>
                <a:gd name="connsiteX1" fmla="*/ 423247 w 440325"/>
                <a:gd name="connsiteY1" fmla="*/ 374983 h 566532"/>
                <a:gd name="connsiteX2" fmla="*/ 422414 w 440325"/>
                <a:gd name="connsiteY2" fmla="*/ 271659 h 566532"/>
                <a:gd name="connsiteX3" fmla="*/ 383668 w 440325"/>
                <a:gd name="connsiteY3" fmla="*/ 227163 h 566532"/>
                <a:gd name="connsiteX4" fmla="*/ 317257 w 440325"/>
                <a:gd name="connsiteY4" fmla="*/ 194915 h 566532"/>
                <a:gd name="connsiteX5" fmla="*/ 212933 w 440325"/>
                <a:gd name="connsiteY5" fmla="*/ 81842 h 566532"/>
                <a:gd name="connsiteX6" fmla="*/ 155355 w 440325"/>
                <a:gd name="connsiteY6" fmla="*/ 433 h 566532"/>
                <a:gd name="connsiteX7" fmla="*/ 107026 w 440325"/>
                <a:gd name="connsiteY7" fmla="*/ 28430 h 566532"/>
                <a:gd name="connsiteX8" fmla="*/ 123024 w 440325"/>
                <a:gd name="connsiteY8" fmla="*/ 67010 h 566532"/>
                <a:gd name="connsiteX9" fmla="*/ 140356 w 440325"/>
                <a:gd name="connsiteY9" fmla="*/ 181917 h 566532"/>
                <a:gd name="connsiteX10" fmla="*/ 47864 w 440325"/>
                <a:gd name="connsiteY10" fmla="*/ 276158 h 566532"/>
                <a:gd name="connsiteX11" fmla="*/ 43032 w 440325"/>
                <a:gd name="connsiteY11" fmla="*/ 478140 h 566532"/>
                <a:gd name="connsiteX12" fmla="*/ 45115 w 440325"/>
                <a:gd name="connsiteY12" fmla="*/ 479057 h 566532"/>
                <a:gd name="connsiteX13" fmla="*/ 48114 w 440325"/>
                <a:gd name="connsiteY13" fmla="*/ 493305 h 566532"/>
                <a:gd name="connsiteX14" fmla="*/ 196351 w 440325"/>
                <a:gd name="connsiteY14" fmla="*/ 551217 h 566532"/>
                <a:gd name="connsiteX15" fmla="*/ 199851 w 440325"/>
                <a:gd name="connsiteY15" fmla="*/ 545134 h 566532"/>
                <a:gd name="connsiteX16" fmla="*/ 264262 w 440325"/>
                <a:gd name="connsiteY16" fmla="*/ 566215 h 566532"/>
                <a:gd name="connsiteX17" fmla="*/ 341838 w 440325"/>
                <a:gd name="connsiteY17" fmla="*/ 519720 h 566532"/>
                <a:gd name="connsiteX18" fmla="*/ 349420 w 440325"/>
                <a:gd name="connsiteY18" fmla="*/ 501471 h 566532"/>
                <a:gd name="connsiteX19" fmla="*/ 350170 w 440325"/>
                <a:gd name="connsiteY19" fmla="*/ 501471 h 566532"/>
                <a:gd name="connsiteX20" fmla="*/ 411665 w 440325"/>
                <a:gd name="connsiteY20" fmla="*/ 463308 h 566532"/>
                <a:gd name="connsiteX21" fmla="*/ 424747 w 440325"/>
                <a:gd name="connsiteY21" fmla="*/ 385065 h 566532"/>
                <a:gd name="connsiteX22" fmla="*/ 422330 w 440325"/>
                <a:gd name="connsiteY22" fmla="*/ 375649 h 566532"/>
                <a:gd name="connsiteX23" fmla="*/ 422330 w 440325"/>
                <a:gd name="connsiteY23" fmla="*/ 375649 h 566532"/>
                <a:gd name="connsiteX24" fmla="*/ 118858 w 440325"/>
                <a:gd name="connsiteY24" fmla="*/ 38596 h 566532"/>
                <a:gd name="connsiteX25" fmla="*/ 149355 w 440325"/>
                <a:gd name="connsiteY25" fmla="*/ 15265 h 566532"/>
                <a:gd name="connsiteX26" fmla="*/ 188018 w 440325"/>
                <a:gd name="connsiteY26" fmla="*/ 34430 h 566532"/>
                <a:gd name="connsiteX27" fmla="*/ 195767 w 440325"/>
                <a:gd name="connsiteY27" fmla="*/ 62011 h 566532"/>
                <a:gd name="connsiteX28" fmla="*/ 208350 w 440325"/>
                <a:gd name="connsiteY28" fmla="*/ 98757 h 566532"/>
                <a:gd name="connsiteX29" fmla="*/ 177936 w 440325"/>
                <a:gd name="connsiteY29" fmla="*/ 75676 h 566532"/>
                <a:gd name="connsiteX30" fmla="*/ 152855 w 440325"/>
                <a:gd name="connsiteY30" fmla="*/ 50762 h 566532"/>
                <a:gd name="connsiteX31" fmla="*/ 138273 w 440325"/>
                <a:gd name="connsiteY31" fmla="*/ 23598 h 566532"/>
                <a:gd name="connsiteX32" fmla="*/ 136439 w 440325"/>
                <a:gd name="connsiteY32" fmla="*/ 23848 h 566532"/>
                <a:gd name="connsiteX33" fmla="*/ 160854 w 440325"/>
                <a:gd name="connsiteY33" fmla="*/ 71427 h 566532"/>
                <a:gd name="connsiteX34" fmla="*/ 208350 w 440325"/>
                <a:gd name="connsiteY34" fmla="*/ 113506 h 566532"/>
                <a:gd name="connsiteX35" fmla="*/ 186269 w 440325"/>
                <a:gd name="connsiteY35" fmla="*/ 96008 h 566532"/>
                <a:gd name="connsiteX36" fmla="*/ 154188 w 440325"/>
                <a:gd name="connsiteY36" fmla="*/ 75176 h 566532"/>
                <a:gd name="connsiteX37" fmla="*/ 127274 w 440325"/>
                <a:gd name="connsiteY37" fmla="*/ 55428 h 566532"/>
                <a:gd name="connsiteX38" fmla="*/ 118858 w 440325"/>
                <a:gd name="connsiteY38" fmla="*/ 38596 h 566532"/>
                <a:gd name="connsiteX39" fmla="*/ 118858 w 440325"/>
                <a:gd name="connsiteY39" fmla="*/ 38596 h 566532"/>
                <a:gd name="connsiteX40" fmla="*/ 315673 w 440325"/>
                <a:gd name="connsiteY40" fmla="*/ 275742 h 566532"/>
                <a:gd name="connsiteX41" fmla="*/ 406582 w 440325"/>
                <a:gd name="connsiteY41" fmla="*/ 369400 h 566532"/>
                <a:gd name="connsiteX42" fmla="*/ 408749 w 440325"/>
                <a:gd name="connsiteY42" fmla="*/ 437394 h 566532"/>
                <a:gd name="connsiteX43" fmla="*/ 353087 w 440325"/>
                <a:gd name="connsiteY43" fmla="*/ 486723 h 566532"/>
                <a:gd name="connsiteX44" fmla="*/ 352754 w 440325"/>
                <a:gd name="connsiteY44" fmla="*/ 413979 h 566532"/>
                <a:gd name="connsiteX45" fmla="*/ 347504 w 440325"/>
                <a:gd name="connsiteY45" fmla="*/ 414729 h 566532"/>
                <a:gd name="connsiteX46" fmla="*/ 331006 w 440325"/>
                <a:gd name="connsiteY46" fmla="*/ 507471 h 566532"/>
                <a:gd name="connsiteX47" fmla="*/ 264345 w 440325"/>
                <a:gd name="connsiteY47" fmla="*/ 550633 h 566532"/>
                <a:gd name="connsiteX48" fmla="*/ 220932 w 440325"/>
                <a:gd name="connsiteY48" fmla="*/ 543051 h 566532"/>
                <a:gd name="connsiteX49" fmla="*/ 197517 w 440325"/>
                <a:gd name="connsiteY49" fmla="*/ 501055 h 566532"/>
                <a:gd name="connsiteX50" fmla="*/ 200934 w 440325"/>
                <a:gd name="connsiteY50" fmla="*/ 411896 h 566532"/>
                <a:gd name="connsiteX51" fmla="*/ 199601 w 440325"/>
                <a:gd name="connsiteY51" fmla="*/ 411729 h 566532"/>
                <a:gd name="connsiteX52" fmla="*/ 187768 w 440325"/>
                <a:gd name="connsiteY52" fmla="*/ 524886 h 566532"/>
                <a:gd name="connsiteX53" fmla="*/ 193934 w 440325"/>
                <a:gd name="connsiteY53" fmla="*/ 537135 h 566532"/>
                <a:gd name="connsiteX54" fmla="*/ 188852 w 440325"/>
                <a:gd name="connsiteY54" fmla="*/ 538051 h 566532"/>
                <a:gd name="connsiteX55" fmla="*/ 104026 w 440325"/>
                <a:gd name="connsiteY55" fmla="*/ 537551 h 566532"/>
                <a:gd name="connsiteX56" fmla="*/ 59697 w 440325"/>
                <a:gd name="connsiteY56" fmla="*/ 467641 h 566532"/>
                <a:gd name="connsiteX57" fmla="*/ 69613 w 440325"/>
                <a:gd name="connsiteY57" fmla="*/ 400980 h 566532"/>
                <a:gd name="connsiteX58" fmla="*/ 105609 w 440325"/>
                <a:gd name="connsiteY58" fmla="*/ 323487 h 566532"/>
                <a:gd name="connsiteX59" fmla="*/ 103526 w 440325"/>
                <a:gd name="connsiteY59" fmla="*/ 321904 h 566532"/>
                <a:gd name="connsiteX60" fmla="*/ 55780 w 440325"/>
                <a:gd name="connsiteY60" fmla="*/ 407230 h 566532"/>
                <a:gd name="connsiteX61" fmla="*/ 44365 w 440325"/>
                <a:gd name="connsiteY61" fmla="*/ 461475 h 566532"/>
                <a:gd name="connsiteX62" fmla="*/ 20450 w 440325"/>
                <a:gd name="connsiteY62" fmla="*/ 345735 h 566532"/>
                <a:gd name="connsiteX63" fmla="*/ 58697 w 440325"/>
                <a:gd name="connsiteY63" fmla="*/ 289824 h 566532"/>
                <a:gd name="connsiteX64" fmla="*/ 111109 w 440325"/>
                <a:gd name="connsiteY64" fmla="*/ 253077 h 566532"/>
                <a:gd name="connsiteX65" fmla="*/ 158854 w 440325"/>
                <a:gd name="connsiteY65" fmla="*/ 162002 h 566532"/>
                <a:gd name="connsiteX66" fmla="*/ 142356 w 440325"/>
                <a:gd name="connsiteY66" fmla="*/ 92925 h 566532"/>
                <a:gd name="connsiteX67" fmla="*/ 173353 w 440325"/>
                <a:gd name="connsiteY67" fmla="*/ 126922 h 566532"/>
                <a:gd name="connsiteX68" fmla="*/ 174686 w 440325"/>
                <a:gd name="connsiteY68" fmla="*/ 181667 h 566532"/>
                <a:gd name="connsiteX69" fmla="*/ 148105 w 440325"/>
                <a:gd name="connsiteY69" fmla="*/ 235662 h 566532"/>
                <a:gd name="connsiteX70" fmla="*/ 137523 w 440325"/>
                <a:gd name="connsiteY70" fmla="*/ 283324 h 566532"/>
                <a:gd name="connsiteX71" fmla="*/ 141523 w 440325"/>
                <a:gd name="connsiteY71" fmla="*/ 283324 h 566532"/>
                <a:gd name="connsiteX72" fmla="*/ 149772 w 440325"/>
                <a:gd name="connsiteY72" fmla="*/ 242911 h 566532"/>
                <a:gd name="connsiteX73" fmla="*/ 167937 w 440325"/>
                <a:gd name="connsiteY73" fmla="*/ 213830 h 566532"/>
                <a:gd name="connsiteX74" fmla="*/ 190268 w 440325"/>
                <a:gd name="connsiteY74" fmla="*/ 162502 h 566532"/>
                <a:gd name="connsiteX75" fmla="*/ 139940 w 440325"/>
                <a:gd name="connsiteY75" fmla="*/ 86759 h 566532"/>
                <a:gd name="connsiteX76" fmla="*/ 132357 w 440325"/>
                <a:gd name="connsiteY76" fmla="*/ 68510 h 566532"/>
                <a:gd name="connsiteX77" fmla="*/ 145106 w 440325"/>
                <a:gd name="connsiteY77" fmla="*/ 79426 h 566532"/>
                <a:gd name="connsiteX78" fmla="*/ 180852 w 440325"/>
                <a:gd name="connsiteY78" fmla="*/ 105257 h 566532"/>
                <a:gd name="connsiteX79" fmla="*/ 214933 w 440325"/>
                <a:gd name="connsiteY79" fmla="*/ 133088 h 566532"/>
                <a:gd name="connsiteX80" fmla="*/ 248096 w 440325"/>
                <a:gd name="connsiteY80" fmla="*/ 167335 h 566532"/>
                <a:gd name="connsiteX81" fmla="*/ 252763 w 440325"/>
                <a:gd name="connsiteY81" fmla="*/ 167501 h 566532"/>
                <a:gd name="connsiteX82" fmla="*/ 261012 w 440325"/>
                <a:gd name="connsiteY82" fmla="*/ 175417 h 566532"/>
                <a:gd name="connsiteX83" fmla="*/ 318173 w 440325"/>
                <a:gd name="connsiteY83" fmla="*/ 210414 h 566532"/>
                <a:gd name="connsiteX84" fmla="*/ 380667 w 440325"/>
                <a:gd name="connsiteY84" fmla="*/ 243494 h 566532"/>
                <a:gd name="connsiteX85" fmla="*/ 421830 w 440325"/>
                <a:gd name="connsiteY85" fmla="*/ 298489 h 566532"/>
                <a:gd name="connsiteX86" fmla="*/ 417164 w 440325"/>
                <a:gd name="connsiteY86" fmla="*/ 361817 h 566532"/>
                <a:gd name="connsiteX87" fmla="*/ 316173 w 440325"/>
                <a:gd name="connsiteY87" fmla="*/ 275408 h 566532"/>
                <a:gd name="connsiteX88" fmla="*/ 315673 w 440325"/>
                <a:gd name="connsiteY88" fmla="*/ 275742 h 566532"/>
                <a:gd name="connsiteX89" fmla="*/ 315673 w 440325"/>
                <a:gd name="connsiteY89" fmla="*/ 275742 h 56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440325" h="566532">
                  <a:moveTo>
                    <a:pt x="422330" y="375649"/>
                  </a:moveTo>
                  <a:cubicBezTo>
                    <a:pt x="422664" y="375399"/>
                    <a:pt x="422997" y="375233"/>
                    <a:pt x="423247" y="374983"/>
                  </a:cubicBezTo>
                  <a:cubicBezTo>
                    <a:pt x="451578" y="349485"/>
                    <a:pt x="439913" y="299906"/>
                    <a:pt x="422414" y="271659"/>
                  </a:cubicBezTo>
                  <a:cubicBezTo>
                    <a:pt x="412081" y="254910"/>
                    <a:pt x="399416" y="239162"/>
                    <a:pt x="383668" y="227163"/>
                  </a:cubicBezTo>
                  <a:cubicBezTo>
                    <a:pt x="364002" y="212247"/>
                    <a:pt x="339504" y="205165"/>
                    <a:pt x="317257" y="194915"/>
                  </a:cubicBezTo>
                  <a:cubicBezTo>
                    <a:pt x="266012" y="171418"/>
                    <a:pt x="231431" y="135254"/>
                    <a:pt x="212933" y="81842"/>
                  </a:cubicBezTo>
                  <a:cubicBezTo>
                    <a:pt x="202684" y="52262"/>
                    <a:pt x="199184" y="-5566"/>
                    <a:pt x="155355" y="433"/>
                  </a:cubicBezTo>
                  <a:cubicBezTo>
                    <a:pt x="139273" y="2599"/>
                    <a:pt x="113275" y="11432"/>
                    <a:pt x="107026" y="28430"/>
                  </a:cubicBezTo>
                  <a:cubicBezTo>
                    <a:pt x="102859" y="39929"/>
                    <a:pt x="112275" y="58761"/>
                    <a:pt x="123024" y="67010"/>
                  </a:cubicBezTo>
                  <a:cubicBezTo>
                    <a:pt x="131190" y="105424"/>
                    <a:pt x="149438" y="141087"/>
                    <a:pt x="140356" y="181917"/>
                  </a:cubicBezTo>
                  <a:cubicBezTo>
                    <a:pt x="130024" y="228412"/>
                    <a:pt x="81611" y="248161"/>
                    <a:pt x="47864" y="276158"/>
                  </a:cubicBezTo>
                  <a:cubicBezTo>
                    <a:pt x="-9214" y="323654"/>
                    <a:pt x="-20546" y="431727"/>
                    <a:pt x="43032" y="478140"/>
                  </a:cubicBezTo>
                  <a:cubicBezTo>
                    <a:pt x="43698" y="478640"/>
                    <a:pt x="44448" y="478890"/>
                    <a:pt x="45115" y="479057"/>
                  </a:cubicBezTo>
                  <a:cubicBezTo>
                    <a:pt x="45781" y="483889"/>
                    <a:pt x="46698" y="488639"/>
                    <a:pt x="48114" y="493305"/>
                  </a:cubicBezTo>
                  <a:cubicBezTo>
                    <a:pt x="64946" y="552133"/>
                    <a:pt x="143772" y="587213"/>
                    <a:pt x="196351" y="551217"/>
                  </a:cubicBezTo>
                  <a:cubicBezTo>
                    <a:pt x="198768" y="549550"/>
                    <a:pt x="199767" y="547300"/>
                    <a:pt x="199851" y="545134"/>
                  </a:cubicBezTo>
                  <a:cubicBezTo>
                    <a:pt x="215349" y="562049"/>
                    <a:pt x="239431" y="568049"/>
                    <a:pt x="264262" y="566215"/>
                  </a:cubicBezTo>
                  <a:cubicBezTo>
                    <a:pt x="294092" y="563966"/>
                    <a:pt x="327423" y="547050"/>
                    <a:pt x="341838" y="519720"/>
                  </a:cubicBezTo>
                  <a:cubicBezTo>
                    <a:pt x="344921" y="513887"/>
                    <a:pt x="347421" y="507721"/>
                    <a:pt x="349420" y="501471"/>
                  </a:cubicBezTo>
                  <a:cubicBezTo>
                    <a:pt x="349670" y="501471"/>
                    <a:pt x="349920" y="501471"/>
                    <a:pt x="350170" y="501471"/>
                  </a:cubicBezTo>
                  <a:cubicBezTo>
                    <a:pt x="373585" y="499971"/>
                    <a:pt x="397916" y="481556"/>
                    <a:pt x="411665" y="463308"/>
                  </a:cubicBezTo>
                  <a:cubicBezTo>
                    <a:pt x="428163" y="441477"/>
                    <a:pt x="430413" y="411146"/>
                    <a:pt x="424747" y="385065"/>
                  </a:cubicBezTo>
                  <a:cubicBezTo>
                    <a:pt x="424080" y="381815"/>
                    <a:pt x="423247" y="378732"/>
                    <a:pt x="422330" y="375649"/>
                  </a:cubicBezTo>
                  <a:lnTo>
                    <a:pt x="422330" y="375649"/>
                  </a:lnTo>
                  <a:close/>
                  <a:moveTo>
                    <a:pt x="118858" y="38596"/>
                  </a:moveTo>
                  <a:cubicBezTo>
                    <a:pt x="117608" y="25014"/>
                    <a:pt x="139689" y="17848"/>
                    <a:pt x="149355" y="15265"/>
                  </a:cubicBezTo>
                  <a:cubicBezTo>
                    <a:pt x="168353" y="10099"/>
                    <a:pt x="180936" y="16098"/>
                    <a:pt x="188018" y="34430"/>
                  </a:cubicBezTo>
                  <a:cubicBezTo>
                    <a:pt x="191435" y="43346"/>
                    <a:pt x="193268" y="52762"/>
                    <a:pt x="195767" y="62011"/>
                  </a:cubicBezTo>
                  <a:cubicBezTo>
                    <a:pt x="199267" y="74593"/>
                    <a:pt x="203434" y="86925"/>
                    <a:pt x="208350" y="98757"/>
                  </a:cubicBezTo>
                  <a:cubicBezTo>
                    <a:pt x="198268" y="91008"/>
                    <a:pt x="187768" y="83842"/>
                    <a:pt x="177936" y="75676"/>
                  </a:cubicBezTo>
                  <a:cubicBezTo>
                    <a:pt x="168604" y="67927"/>
                    <a:pt x="159688" y="60678"/>
                    <a:pt x="152855" y="50762"/>
                  </a:cubicBezTo>
                  <a:cubicBezTo>
                    <a:pt x="146939" y="42096"/>
                    <a:pt x="143272" y="32763"/>
                    <a:pt x="138273" y="23598"/>
                  </a:cubicBezTo>
                  <a:cubicBezTo>
                    <a:pt x="137856" y="22848"/>
                    <a:pt x="136690" y="23014"/>
                    <a:pt x="136439" y="23848"/>
                  </a:cubicBezTo>
                  <a:cubicBezTo>
                    <a:pt x="131690" y="40763"/>
                    <a:pt x="149605" y="61178"/>
                    <a:pt x="160854" y="71427"/>
                  </a:cubicBezTo>
                  <a:cubicBezTo>
                    <a:pt x="176436" y="85592"/>
                    <a:pt x="193435" y="98674"/>
                    <a:pt x="208350" y="113506"/>
                  </a:cubicBezTo>
                  <a:cubicBezTo>
                    <a:pt x="201100" y="107590"/>
                    <a:pt x="193435" y="102007"/>
                    <a:pt x="186269" y="96008"/>
                  </a:cubicBezTo>
                  <a:cubicBezTo>
                    <a:pt x="176103" y="87592"/>
                    <a:pt x="165354" y="81926"/>
                    <a:pt x="154188" y="75176"/>
                  </a:cubicBezTo>
                  <a:cubicBezTo>
                    <a:pt x="144606" y="69343"/>
                    <a:pt x="136190" y="62011"/>
                    <a:pt x="127274" y="55428"/>
                  </a:cubicBezTo>
                  <a:cubicBezTo>
                    <a:pt x="125024" y="50012"/>
                    <a:pt x="119441" y="44096"/>
                    <a:pt x="118858" y="38596"/>
                  </a:cubicBezTo>
                  <a:lnTo>
                    <a:pt x="118858" y="38596"/>
                  </a:lnTo>
                  <a:close/>
                  <a:moveTo>
                    <a:pt x="315673" y="275742"/>
                  </a:moveTo>
                  <a:cubicBezTo>
                    <a:pt x="353753" y="297156"/>
                    <a:pt x="392833" y="326320"/>
                    <a:pt x="406582" y="369400"/>
                  </a:cubicBezTo>
                  <a:cubicBezTo>
                    <a:pt x="413332" y="390898"/>
                    <a:pt x="415831" y="415729"/>
                    <a:pt x="408749" y="437394"/>
                  </a:cubicBezTo>
                  <a:cubicBezTo>
                    <a:pt x="401999" y="458225"/>
                    <a:pt x="375585" y="482306"/>
                    <a:pt x="353087" y="486723"/>
                  </a:cubicBezTo>
                  <a:cubicBezTo>
                    <a:pt x="357670" y="462808"/>
                    <a:pt x="356170" y="437394"/>
                    <a:pt x="352754" y="413979"/>
                  </a:cubicBezTo>
                  <a:cubicBezTo>
                    <a:pt x="352337" y="410896"/>
                    <a:pt x="347587" y="411813"/>
                    <a:pt x="347504" y="414729"/>
                  </a:cubicBezTo>
                  <a:cubicBezTo>
                    <a:pt x="346671" y="447309"/>
                    <a:pt x="345171" y="477390"/>
                    <a:pt x="331006" y="507471"/>
                  </a:cubicBezTo>
                  <a:cubicBezTo>
                    <a:pt x="319340" y="532302"/>
                    <a:pt x="291092" y="548300"/>
                    <a:pt x="264345" y="550633"/>
                  </a:cubicBezTo>
                  <a:cubicBezTo>
                    <a:pt x="249346" y="551967"/>
                    <a:pt x="234347" y="549883"/>
                    <a:pt x="220932" y="543051"/>
                  </a:cubicBezTo>
                  <a:cubicBezTo>
                    <a:pt x="204850" y="534885"/>
                    <a:pt x="198517" y="518553"/>
                    <a:pt x="197517" y="501055"/>
                  </a:cubicBezTo>
                  <a:cubicBezTo>
                    <a:pt x="195851" y="471974"/>
                    <a:pt x="197434" y="440810"/>
                    <a:pt x="200934" y="411896"/>
                  </a:cubicBezTo>
                  <a:cubicBezTo>
                    <a:pt x="201017" y="411146"/>
                    <a:pt x="199767" y="410979"/>
                    <a:pt x="199601" y="411729"/>
                  </a:cubicBezTo>
                  <a:cubicBezTo>
                    <a:pt x="192935" y="446976"/>
                    <a:pt x="174519" y="489056"/>
                    <a:pt x="187768" y="524886"/>
                  </a:cubicBezTo>
                  <a:cubicBezTo>
                    <a:pt x="189435" y="529385"/>
                    <a:pt x="191518" y="533468"/>
                    <a:pt x="193934" y="537135"/>
                  </a:cubicBezTo>
                  <a:cubicBezTo>
                    <a:pt x="192351" y="536885"/>
                    <a:pt x="190685" y="537051"/>
                    <a:pt x="188852" y="538051"/>
                  </a:cubicBezTo>
                  <a:cubicBezTo>
                    <a:pt x="161687" y="553133"/>
                    <a:pt x="131607" y="550717"/>
                    <a:pt x="104026" y="537551"/>
                  </a:cubicBezTo>
                  <a:cubicBezTo>
                    <a:pt x="75695" y="524052"/>
                    <a:pt x="63196" y="497472"/>
                    <a:pt x="59697" y="467641"/>
                  </a:cubicBezTo>
                  <a:cubicBezTo>
                    <a:pt x="56947" y="444393"/>
                    <a:pt x="61946" y="422728"/>
                    <a:pt x="69613" y="400980"/>
                  </a:cubicBezTo>
                  <a:cubicBezTo>
                    <a:pt x="78945" y="374483"/>
                    <a:pt x="90444" y="347152"/>
                    <a:pt x="105609" y="323487"/>
                  </a:cubicBezTo>
                  <a:cubicBezTo>
                    <a:pt x="106442" y="322237"/>
                    <a:pt x="104443" y="320654"/>
                    <a:pt x="103526" y="321904"/>
                  </a:cubicBezTo>
                  <a:cubicBezTo>
                    <a:pt x="82861" y="347318"/>
                    <a:pt x="68029" y="377066"/>
                    <a:pt x="55780" y="407230"/>
                  </a:cubicBezTo>
                  <a:cubicBezTo>
                    <a:pt x="48947" y="424145"/>
                    <a:pt x="44615" y="442810"/>
                    <a:pt x="44365" y="461475"/>
                  </a:cubicBezTo>
                  <a:cubicBezTo>
                    <a:pt x="15451" y="430728"/>
                    <a:pt x="5868" y="386482"/>
                    <a:pt x="20450" y="345735"/>
                  </a:cubicBezTo>
                  <a:cubicBezTo>
                    <a:pt x="28366" y="323571"/>
                    <a:pt x="39782" y="304239"/>
                    <a:pt x="58697" y="289824"/>
                  </a:cubicBezTo>
                  <a:cubicBezTo>
                    <a:pt x="75695" y="276908"/>
                    <a:pt x="94194" y="266076"/>
                    <a:pt x="111109" y="253077"/>
                  </a:cubicBezTo>
                  <a:cubicBezTo>
                    <a:pt x="141106" y="229996"/>
                    <a:pt x="161104" y="201415"/>
                    <a:pt x="158854" y="162002"/>
                  </a:cubicBezTo>
                  <a:cubicBezTo>
                    <a:pt x="157438" y="137671"/>
                    <a:pt x="150855" y="115006"/>
                    <a:pt x="142356" y="92925"/>
                  </a:cubicBezTo>
                  <a:cubicBezTo>
                    <a:pt x="152605" y="104340"/>
                    <a:pt x="165604" y="113173"/>
                    <a:pt x="173353" y="126922"/>
                  </a:cubicBezTo>
                  <a:cubicBezTo>
                    <a:pt x="183435" y="144753"/>
                    <a:pt x="180685" y="163002"/>
                    <a:pt x="174686" y="181667"/>
                  </a:cubicBezTo>
                  <a:cubicBezTo>
                    <a:pt x="168520" y="200832"/>
                    <a:pt x="156521" y="217497"/>
                    <a:pt x="148105" y="235662"/>
                  </a:cubicBezTo>
                  <a:cubicBezTo>
                    <a:pt x="140939" y="251077"/>
                    <a:pt x="138940" y="266576"/>
                    <a:pt x="137523" y="283324"/>
                  </a:cubicBezTo>
                  <a:cubicBezTo>
                    <a:pt x="137273" y="285907"/>
                    <a:pt x="141273" y="285824"/>
                    <a:pt x="141523" y="283324"/>
                  </a:cubicBezTo>
                  <a:cubicBezTo>
                    <a:pt x="142772" y="269659"/>
                    <a:pt x="143856" y="255493"/>
                    <a:pt x="149772" y="242911"/>
                  </a:cubicBezTo>
                  <a:cubicBezTo>
                    <a:pt x="154522" y="232745"/>
                    <a:pt x="161854" y="223246"/>
                    <a:pt x="167937" y="213830"/>
                  </a:cubicBezTo>
                  <a:cubicBezTo>
                    <a:pt x="178269" y="197832"/>
                    <a:pt x="187435" y="181750"/>
                    <a:pt x="190268" y="162502"/>
                  </a:cubicBezTo>
                  <a:cubicBezTo>
                    <a:pt x="195518" y="127005"/>
                    <a:pt x="165770" y="104674"/>
                    <a:pt x="139940" y="86759"/>
                  </a:cubicBezTo>
                  <a:cubicBezTo>
                    <a:pt x="137523" y="80676"/>
                    <a:pt x="134940" y="74593"/>
                    <a:pt x="132357" y="68510"/>
                  </a:cubicBezTo>
                  <a:cubicBezTo>
                    <a:pt x="136357" y="72343"/>
                    <a:pt x="140939" y="75843"/>
                    <a:pt x="145106" y="79426"/>
                  </a:cubicBezTo>
                  <a:cubicBezTo>
                    <a:pt x="156188" y="89008"/>
                    <a:pt x="169437" y="95841"/>
                    <a:pt x="180852" y="105257"/>
                  </a:cubicBezTo>
                  <a:cubicBezTo>
                    <a:pt x="192102" y="114589"/>
                    <a:pt x="204183" y="123172"/>
                    <a:pt x="214933" y="133088"/>
                  </a:cubicBezTo>
                  <a:cubicBezTo>
                    <a:pt x="226681" y="143837"/>
                    <a:pt x="236097" y="156836"/>
                    <a:pt x="248096" y="167335"/>
                  </a:cubicBezTo>
                  <a:cubicBezTo>
                    <a:pt x="249679" y="168668"/>
                    <a:pt x="251512" y="168418"/>
                    <a:pt x="252763" y="167501"/>
                  </a:cubicBezTo>
                  <a:cubicBezTo>
                    <a:pt x="255429" y="170168"/>
                    <a:pt x="258179" y="172834"/>
                    <a:pt x="261012" y="175417"/>
                  </a:cubicBezTo>
                  <a:cubicBezTo>
                    <a:pt x="277677" y="190333"/>
                    <a:pt x="298008" y="200832"/>
                    <a:pt x="318173" y="210414"/>
                  </a:cubicBezTo>
                  <a:cubicBezTo>
                    <a:pt x="339338" y="220497"/>
                    <a:pt x="362502" y="228329"/>
                    <a:pt x="380667" y="243494"/>
                  </a:cubicBezTo>
                  <a:cubicBezTo>
                    <a:pt x="397833" y="257743"/>
                    <a:pt x="414331" y="277241"/>
                    <a:pt x="421830" y="298489"/>
                  </a:cubicBezTo>
                  <a:cubicBezTo>
                    <a:pt x="428830" y="318321"/>
                    <a:pt x="430663" y="344402"/>
                    <a:pt x="417164" y="361817"/>
                  </a:cubicBezTo>
                  <a:cubicBezTo>
                    <a:pt x="398750" y="319654"/>
                    <a:pt x="358920" y="293490"/>
                    <a:pt x="316173" y="275408"/>
                  </a:cubicBezTo>
                  <a:cubicBezTo>
                    <a:pt x="315673" y="274825"/>
                    <a:pt x="315173" y="275408"/>
                    <a:pt x="315673" y="275742"/>
                  </a:cubicBezTo>
                  <a:lnTo>
                    <a:pt x="315673" y="275742"/>
                  </a:lnTo>
                  <a:close/>
                </a:path>
              </a:pathLst>
            </a:custGeom>
            <a:grpFill/>
            <a:ln w="8332" cap="flat">
              <a:noFill/>
              <a:prstDash val="solid"/>
              <a:miter/>
            </a:ln>
          </p:spPr>
          <p:txBody>
            <a:bodyPr rtlCol="0" anchor="ctr"/>
            <a:lstStyle/>
            <a:p>
              <a:endParaRPr lang="en-US"/>
            </a:p>
          </p:txBody>
        </p:sp>
        <p:sp>
          <p:nvSpPr>
            <p:cNvPr id="1765" name="Freeform: Shape 1764"/>
            <p:cNvSpPr/>
            <p:nvPr/>
          </p:nvSpPr>
          <p:spPr>
            <a:xfrm>
              <a:off x="3447296" y="2304278"/>
              <a:ext cx="343010" cy="710175"/>
            </a:xfrm>
            <a:custGeom>
              <a:avLst/>
              <a:gdLst>
                <a:gd name="connsiteX0" fmla="*/ 342718 w 343010"/>
                <a:gd name="connsiteY0" fmla="*/ 6691 h 710175"/>
                <a:gd name="connsiteX1" fmla="*/ 312887 w 343010"/>
                <a:gd name="connsiteY1" fmla="*/ 14523 h 710175"/>
                <a:gd name="connsiteX2" fmla="*/ 313220 w 343010"/>
                <a:gd name="connsiteY2" fmla="*/ 12107 h 710175"/>
                <a:gd name="connsiteX3" fmla="*/ 304221 w 343010"/>
                <a:gd name="connsiteY3" fmla="*/ 608 h 710175"/>
                <a:gd name="connsiteX4" fmla="*/ 278723 w 343010"/>
                <a:gd name="connsiteY4" fmla="*/ 27439 h 710175"/>
                <a:gd name="connsiteX5" fmla="*/ 265891 w 343010"/>
                <a:gd name="connsiteY5" fmla="*/ 46354 h 710175"/>
                <a:gd name="connsiteX6" fmla="*/ 261641 w 343010"/>
                <a:gd name="connsiteY6" fmla="*/ 38688 h 710175"/>
                <a:gd name="connsiteX7" fmla="*/ 223562 w 343010"/>
                <a:gd name="connsiteY7" fmla="*/ 81601 h 710175"/>
                <a:gd name="connsiteX8" fmla="*/ 191564 w 343010"/>
                <a:gd name="connsiteY8" fmla="*/ 168676 h 710175"/>
                <a:gd name="connsiteX9" fmla="*/ 177315 w 343010"/>
                <a:gd name="connsiteY9" fmla="*/ 211172 h 710175"/>
                <a:gd name="connsiteX10" fmla="*/ 172483 w 343010"/>
                <a:gd name="connsiteY10" fmla="*/ 224338 h 710175"/>
                <a:gd name="connsiteX11" fmla="*/ 169150 w 343010"/>
                <a:gd name="connsiteY11" fmla="*/ 223421 h 710175"/>
                <a:gd name="connsiteX12" fmla="*/ 149068 w 343010"/>
                <a:gd name="connsiteY12" fmla="*/ 252585 h 710175"/>
                <a:gd name="connsiteX13" fmla="*/ 130070 w 343010"/>
                <a:gd name="connsiteY13" fmla="*/ 306997 h 710175"/>
                <a:gd name="connsiteX14" fmla="*/ 110238 w 343010"/>
                <a:gd name="connsiteY14" fmla="*/ 369241 h 710175"/>
                <a:gd name="connsiteX15" fmla="*/ 97573 w 343010"/>
                <a:gd name="connsiteY15" fmla="*/ 410154 h 710175"/>
                <a:gd name="connsiteX16" fmla="*/ 82908 w 343010"/>
                <a:gd name="connsiteY16" fmla="*/ 429653 h 710175"/>
                <a:gd name="connsiteX17" fmla="*/ 80407 w 343010"/>
                <a:gd name="connsiteY17" fmla="*/ 427569 h 710175"/>
                <a:gd name="connsiteX18" fmla="*/ 72908 w 343010"/>
                <a:gd name="connsiteY18" fmla="*/ 428569 h 710175"/>
                <a:gd name="connsiteX19" fmla="*/ 62909 w 343010"/>
                <a:gd name="connsiteY19" fmla="*/ 449984 h 710175"/>
                <a:gd name="connsiteX20" fmla="*/ 51494 w 343010"/>
                <a:gd name="connsiteY20" fmla="*/ 480565 h 710175"/>
                <a:gd name="connsiteX21" fmla="*/ 32912 w 343010"/>
                <a:gd name="connsiteY21" fmla="*/ 548225 h 710175"/>
                <a:gd name="connsiteX22" fmla="*/ 27412 w 343010"/>
                <a:gd name="connsiteY22" fmla="*/ 580889 h 710175"/>
                <a:gd name="connsiteX23" fmla="*/ 4165 w 343010"/>
                <a:gd name="connsiteY23" fmla="*/ 670214 h 710175"/>
                <a:gd name="connsiteX24" fmla="*/ 12164 w 343010"/>
                <a:gd name="connsiteY24" fmla="*/ 708378 h 710175"/>
                <a:gd name="connsiteX25" fmla="*/ 50744 w 343010"/>
                <a:gd name="connsiteY25" fmla="*/ 686796 h 710175"/>
                <a:gd name="connsiteX26" fmla="*/ 73825 w 343010"/>
                <a:gd name="connsiteY26" fmla="*/ 618469 h 710175"/>
                <a:gd name="connsiteX27" fmla="*/ 89740 w 343010"/>
                <a:gd name="connsiteY27" fmla="*/ 553475 h 710175"/>
                <a:gd name="connsiteX28" fmla="*/ 109489 w 343010"/>
                <a:gd name="connsiteY28" fmla="*/ 510062 h 710175"/>
                <a:gd name="connsiteX29" fmla="*/ 138902 w 343010"/>
                <a:gd name="connsiteY29" fmla="*/ 460483 h 710175"/>
                <a:gd name="connsiteX30" fmla="*/ 185648 w 343010"/>
                <a:gd name="connsiteY30" fmla="*/ 349160 h 710175"/>
                <a:gd name="connsiteX31" fmla="*/ 187815 w 343010"/>
                <a:gd name="connsiteY31" fmla="*/ 335911 h 710175"/>
                <a:gd name="connsiteX32" fmla="*/ 246476 w 343010"/>
                <a:gd name="connsiteY32" fmla="*/ 242669 h 710175"/>
                <a:gd name="connsiteX33" fmla="*/ 268557 w 343010"/>
                <a:gd name="connsiteY33" fmla="*/ 188341 h 710175"/>
                <a:gd name="connsiteX34" fmla="*/ 272557 w 343010"/>
                <a:gd name="connsiteY34" fmla="*/ 147845 h 710175"/>
                <a:gd name="connsiteX35" fmla="*/ 270641 w 343010"/>
                <a:gd name="connsiteY35" fmla="*/ 146095 h 710175"/>
                <a:gd name="connsiteX36" fmla="*/ 306721 w 343010"/>
                <a:gd name="connsiteY36" fmla="*/ 91517 h 710175"/>
                <a:gd name="connsiteX37" fmla="*/ 314220 w 343010"/>
                <a:gd name="connsiteY37" fmla="*/ 71768 h 710175"/>
                <a:gd name="connsiteX38" fmla="*/ 314470 w 343010"/>
                <a:gd name="connsiteY38" fmla="*/ 71352 h 710175"/>
                <a:gd name="connsiteX39" fmla="*/ 324386 w 343010"/>
                <a:gd name="connsiteY39" fmla="*/ 56436 h 710175"/>
                <a:gd name="connsiteX40" fmla="*/ 333218 w 343010"/>
                <a:gd name="connsiteY40" fmla="*/ 37188 h 710175"/>
                <a:gd name="connsiteX41" fmla="*/ 339801 w 343010"/>
                <a:gd name="connsiteY41" fmla="*/ 19523 h 710175"/>
                <a:gd name="connsiteX42" fmla="*/ 342718 w 343010"/>
                <a:gd name="connsiteY42" fmla="*/ 6691 h 710175"/>
                <a:gd name="connsiteX43" fmla="*/ 342718 w 343010"/>
                <a:gd name="connsiteY43" fmla="*/ 6691 h 710175"/>
                <a:gd name="connsiteX44" fmla="*/ 135819 w 343010"/>
                <a:gd name="connsiteY44" fmla="*/ 333828 h 710175"/>
                <a:gd name="connsiteX45" fmla="*/ 152818 w 343010"/>
                <a:gd name="connsiteY45" fmla="*/ 280666 h 710175"/>
                <a:gd name="connsiteX46" fmla="*/ 164400 w 343010"/>
                <a:gd name="connsiteY46" fmla="*/ 255168 h 710175"/>
                <a:gd name="connsiteX47" fmla="*/ 169483 w 343010"/>
                <a:gd name="connsiteY47" fmla="*/ 240920 h 710175"/>
                <a:gd name="connsiteX48" fmla="*/ 172816 w 343010"/>
                <a:gd name="connsiteY48" fmla="*/ 262918 h 710175"/>
                <a:gd name="connsiteX49" fmla="*/ 175899 w 343010"/>
                <a:gd name="connsiteY49" fmla="*/ 290248 h 710175"/>
                <a:gd name="connsiteX50" fmla="*/ 177482 w 343010"/>
                <a:gd name="connsiteY50" fmla="*/ 326579 h 710175"/>
                <a:gd name="connsiteX51" fmla="*/ 151901 w 343010"/>
                <a:gd name="connsiteY51" fmla="*/ 351326 h 710175"/>
                <a:gd name="connsiteX52" fmla="*/ 114988 w 343010"/>
                <a:gd name="connsiteY52" fmla="*/ 390573 h 710175"/>
                <a:gd name="connsiteX53" fmla="*/ 135819 w 343010"/>
                <a:gd name="connsiteY53" fmla="*/ 333828 h 710175"/>
                <a:gd name="connsiteX54" fmla="*/ 135819 w 343010"/>
                <a:gd name="connsiteY54" fmla="*/ 333828 h 710175"/>
                <a:gd name="connsiteX55" fmla="*/ 81991 w 343010"/>
                <a:gd name="connsiteY55" fmla="*/ 546059 h 710175"/>
                <a:gd name="connsiteX56" fmla="*/ 81491 w 343010"/>
                <a:gd name="connsiteY56" fmla="*/ 553225 h 710175"/>
                <a:gd name="connsiteX57" fmla="*/ 80074 w 343010"/>
                <a:gd name="connsiteY57" fmla="*/ 558391 h 710175"/>
                <a:gd name="connsiteX58" fmla="*/ 80407 w 343010"/>
                <a:gd name="connsiteY58" fmla="*/ 560724 h 710175"/>
                <a:gd name="connsiteX59" fmla="*/ 67492 w 343010"/>
                <a:gd name="connsiteY59" fmla="*/ 600221 h 710175"/>
                <a:gd name="connsiteX60" fmla="*/ 49160 w 343010"/>
                <a:gd name="connsiteY60" fmla="*/ 652299 h 710175"/>
                <a:gd name="connsiteX61" fmla="*/ 38578 w 343010"/>
                <a:gd name="connsiteY61" fmla="*/ 679714 h 710175"/>
                <a:gd name="connsiteX62" fmla="*/ 31162 w 343010"/>
                <a:gd name="connsiteY62" fmla="*/ 691879 h 710175"/>
                <a:gd name="connsiteX63" fmla="*/ 17663 w 343010"/>
                <a:gd name="connsiteY63" fmla="*/ 690463 h 710175"/>
                <a:gd name="connsiteX64" fmla="*/ 9831 w 343010"/>
                <a:gd name="connsiteY64" fmla="*/ 683047 h 710175"/>
                <a:gd name="connsiteX65" fmla="*/ 9747 w 343010"/>
                <a:gd name="connsiteY65" fmla="*/ 681797 h 710175"/>
                <a:gd name="connsiteX66" fmla="*/ 29079 w 343010"/>
                <a:gd name="connsiteY66" fmla="*/ 618552 h 710175"/>
                <a:gd name="connsiteX67" fmla="*/ 34662 w 343010"/>
                <a:gd name="connsiteY67" fmla="*/ 588138 h 710175"/>
                <a:gd name="connsiteX68" fmla="*/ 37995 w 343010"/>
                <a:gd name="connsiteY68" fmla="*/ 569307 h 710175"/>
                <a:gd name="connsiteX69" fmla="*/ 40661 w 343010"/>
                <a:gd name="connsiteY69" fmla="*/ 557391 h 710175"/>
                <a:gd name="connsiteX70" fmla="*/ 59160 w 343010"/>
                <a:gd name="connsiteY70" fmla="*/ 494397 h 710175"/>
                <a:gd name="connsiteX71" fmla="*/ 70492 w 343010"/>
                <a:gd name="connsiteY71" fmla="*/ 463400 h 710175"/>
                <a:gd name="connsiteX72" fmla="*/ 77075 w 343010"/>
                <a:gd name="connsiteY72" fmla="*/ 448818 h 710175"/>
                <a:gd name="connsiteX73" fmla="*/ 77241 w 343010"/>
                <a:gd name="connsiteY73" fmla="*/ 448151 h 710175"/>
                <a:gd name="connsiteX74" fmla="*/ 77824 w 343010"/>
                <a:gd name="connsiteY74" fmla="*/ 447651 h 710175"/>
                <a:gd name="connsiteX75" fmla="*/ 78158 w 343010"/>
                <a:gd name="connsiteY75" fmla="*/ 447235 h 710175"/>
                <a:gd name="connsiteX76" fmla="*/ 81741 w 343010"/>
                <a:gd name="connsiteY76" fmla="*/ 487981 h 710175"/>
                <a:gd name="connsiteX77" fmla="*/ 81991 w 343010"/>
                <a:gd name="connsiteY77" fmla="*/ 546059 h 710175"/>
                <a:gd name="connsiteX78" fmla="*/ 81991 w 343010"/>
                <a:gd name="connsiteY78" fmla="*/ 546059 h 710175"/>
                <a:gd name="connsiteX79" fmla="*/ 176482 w 343010"/>
                <a:gd name="connsiteY79" fmla="*/ 347660 h 710175"/>
                <a:gd name="connsiteX80" fmla="*/ 172899 w 343010"/>
                <a:gd name="connsiteY80" fmla="*/ 365658 h 710175"/>
                <a:gd name="connsiteX81" fmla="*/ 164317 w 343010"/>
                <a:gd name="connsiteY81" fmla="*/ 389989 h 710175"/>
                <a:gd name="connsiteX82" fmla="*/ 141069 w 343010"/>
                <a:gd name="connsiteY82" fmla="*/ 434569 h 710175"/>
                <a:gd name="connsiteX83" fmla="*/ 118321 w 343010"/>
                <a:gd name="connsiteY83" fmla="*/ 475565 h 710175"/>
                <a:gd name="connsiteX84" fmla="*/ 93073 w 343010"/>
                <a:gd name="connsiteY84" fmla="*/ 517645 h 710175"/>
                <a:gd name="connsiteX85" fmla="*/ 89740 w 343010"/>
                <a:gd name="connsiteY85" fmla="*/ 525227 h 710175"/>
                <a:gd name="connsiteX86" fmla="*/ 86991 w 343010"/>
                <a:gd name="connsiteY86" fmla="*/ 469316 h 710175"/>
                <a:gd name="connsiteX87" fmla="*/ 86157 w 343010"/>
                <a:gd name="connsiteY87" fmla="*/ 438902 h 710175"/>
                <a:gd name="connsiteX88" fmla="*/ 146568 w 343010"/>
                <a:gd name="connsiteY88" fmla="*/ 377491 h 710175"/>
                <a:gd name="connsiteX89" fmla="*/ 177566 w 343010"/>
                <a:gd name="connsiteY89" fmla="*/ 343744 h 710175"/>
                <a:gd name="connsiteX90" fmla="*/ 178732 w 343010"/>
                <a:gd name="connsiteY90" fmla="*/ 342577 h 710175"/>
                <a:gd name="connsiteX91" fmla="*/ 179149 w 343010"/>
                <a:gd name="connsiteY91" fmla="*/ 342660 h 710175"/>
                <a:gd name="connsiteX92" fmla="*/ 176482 w 343010"/>
                <a:gd name="connsiteY92" fmla="*/ 347660 h 710175"/>
                <a:gd name="connsiteX93" fmla="*/ 176482 w 343010"/>
                <a:gd name="connsiteY93" fmla="*/ 347660 h 710175"/>
                <a:gd name="connsiteX94" fmla="*/ 253892 w 343010"/>
                <a:gd name="connsiteY94" fmla="*/ 202256 h 710175"/>
                <a:gd name="connsiteX95" fmla="*/ 230977 w 343010"/>
                <a:gd name="connsiteY95" fmla="*/ 250086 h 710175"/>
                <a:gd name="connsiteX96" fmla="*/ 204980 w 343010"/>
                <a:gd name="connsiteY96" fmla="*/ 295415 h 710175"/>
                <a:gd name="connsiteX97" fmla="*/ 192648 w 343010"/>
                <a:gd name="connsiteY97" fmla="*/ 317079 h 710175"/>
                <a:gd name="connsiteX98" fmla="*/ 185815 w 343010"/>
                <a:gd name="connsiteY98" fmla="*/ 325829 h 710175"/>
                <a:gd name="connsiteX99" fmla="*/ 182982 w 343010"/>
                <a:gd name="connsiteY99" fmla="*/ 282416 h 710175"/>
                <a:gd name="connsiteX100" fmla="*/ 180649 w 343010"/>
                <a:gd name="connsiteY100" fmla="*/ 249336 h 710175"/>
                <a:gd name="connsiteX101" fmla="*/ 221728 w 343010"/>
                <a:gd name="connsiteY101" fmla="*/ 206340 h 710175"/>
                <a:gd name="connsiteX102" fmla="*/ 244226 w 343010"/>
                <a:gd name="connsiteY102" fmla="*/ 182008 h 710175"/>
                <a:gd name="connsiteX103" fmla="*/ 266641 w 343010"/>
                <a:gd name="connsiteY103" fmla="*/ 156761 h 710175"/>
                <a:gd name="connsiteX104" fmla="*/ 253892 w 343010"/>
                <a:gd name="connsiteY104" fmla="*/ 202256 h 710175"/>
                <a:gd name="connsiteX105" fmla="*/ 253892 w 343010"/>
                <a:gd name="connsiteY105" fmla="*/ 202256 h 710175"/>
                <a:gd name="connsiteX106" fmla="*/ 327802 w 343010"/>
                <a:gd name="connsiteY106" fmla="*/ 20523 h 710175"/>
                <a:gd name="connsiteX107" fmla="*/ 320719 w 343010"/>
                <a:gd name="connsiteY107" fmla="*/ 38188 h 710175"/>
                <a:gd name="connsiteX108" fmla="*/ 311803 w 343010"/>
                <a:gd name="connsiteY108" fmla="*/ 56186 h 710175"/>
                <a:gd name="connsiteX109" fmla="*/ 307054 w 343010"/>
                <a:gd name="connsiteY109" fmla="*/ 63019 h 710175"/>
                <a:gd name="connsiteX110" fmla="*/ 304554 w 343010"/>
                <a:gd name="connsiteY110" fmla="*/ 62936 h 710175"/>
                <a:gd name="connsiteX111" fmla="*/ 282056 w 343010"/>
                <a:gd name="connsiteY111" fmla="*/ 75351 h 710175"/>
                <a:gd name="connsiteX112" fmla="*/ 270224 w 343010"/>
                <a:gd name="connsiteY112" fmla="*/ 95599 h 710175"/>
                <a:gd name="connsiteX113" fmla="*/ 273140 w 343010"/>
                <a:gd name="connsiteY113" fmla="*/ 95599 h 710175"/>
                <a:gd name="connsiteX114" fmla="*/ 280889 w 343010"/>
                <a:gd name="connsiteY114" fmla="*/ 89850 h 710175"/>
                <a:gd name="connsiteX115" fmla="*/ 290305 w 343010"/>
                <a:gd name="connsiteY115" fmla="*/ 82017 h 710175"/>
                <a:gd name="connsiteX116" fmla="*/ 299888 w 343010"/>
                <a:gd name="connsiteY116" fmla="*/ 73685 h 710175"/>
                <a:gd name="connsiteX117" fmla="*/ 300888 w 343010"/>
                <a:gd name="connsiteY117" fmla="*/ 77851 h 710175"/>
                <a:gd name="connsiteX118" fmla="*/ 294889 w 343010"/>
                <a:gd name="connsiteY118" fmla="*/ 89933 h 710175"/>
                <a:gd name="connsiteX119" fmla="*/ 281140 w 343010"/>
                <a:gd name="connsiteY119" fmla="*/ 114098 h 710175"/>
                <a:gd name="connsiteX120" fmla="*/ 255559 w 343010"/>
                <a:gd name="connsiteY120" fmla="*/ 153094 h 710175"/>
                <a:gd name="connsiteX121" fmla="*/ 213063 w 343010"/>
                <a:gd name="connsiteY121" fmla="*/ 197757 h 710175"/>
                <a:gd name="connsiteX122" fmla="*/ 178982 w 343010"/>
                <a:gd name="connsiteY122" fmla="*/ 239420 h 710175"/>
                <a:gd name="connsiteX123" fmla="*/ 178066 w 343010"/>
                <a:gd name="connsiteY123" fmla="*/ 236004 h 710175"/>
                <a:gd name="connsiteX124" fmla="*/ 196731 w 343010"/>
                <a:gd name="connsiteY124" fmla="*/ 199173 h 710175"/>
                <a:gd name="connsiteX125" fmla="*/ 220645 w 343010"/>
                <a:gd name="connsiteY125" fmla="*/ 132846 h 710175"/>
                <a:gd name="connsiteX126" fmla="*/ 248642 w 343010"/>
                <a:gd name="connsiteY126" fmla="*/ 61936 h 710175"/>
                <a:gd name="connsiteX127" fmla="*/ 255559 w 343010"/>
                <a:gd name="connsiteY127" fmla="*/ 50437 h 710175"/>
                <a:gd name="connsiteX128" fmla="*/ 257392 w 343010"/>
                <a:gd name="connsiteY128" fmla="*/ 63352 h 710175"/>
                <a:gd name="connsiteX129" fmla="*/ 255809 w 343010"/>
                <a:gd name="connsiteY129" fmla="*/ 70935 h 710175"/>
                <a:gd name="connsiteX130" fmla="*/ 256225 w 343010"/>
                <a:gd name="connsiteY130" fmla="*/ 72351 h 710175"/>
                <a:gd name="connsiteX131" fmla="*/ 253559 w 343010"/>
                <a:gd name="connsiteY131" fmla="*/ 101682 h 710175"/>
                <a:gd name="connsiteX132" fmla="*/ 239144 w 343010"/>
                <a:gd name="connsiteY132" fmla="*/ 119264 h 710175"/>
                <a:gd name="connsiteX133" fmla="*/ 225561 w 343010"/>
                <a:gd name="connsiteY133" fmla="*/ 142345 h 710175"/>
                <a:gd name="connsiteX134" fmla="*/ 228894 w 343010"/>
                <a:gd name="connsiteY134" fmla="*/ 144262 h 710175"/>
                <a:gd name="connsiteX135" fmla="*/ 228894 w 343010"/>
                <a:gd name="connsiteY135" fmla="*/ 144262 h 710175"/>
                <a:gd name="connsiteX136" fmla="*/ 235227 w 343010"/>
                <a:gd name="connsiteY136" fmla="*/ 138679 h 710175"/>
                <a:gd name="connsiteX137" fmla="*/ 241893 w 343010"/>
                <a:gd name="connsiteY137" fmla="*/ 130680 h 710175"/>
                <a:gd name="connsiteX138" fmla="*/ 251809 w 343010"/>
                <a:gd name="connsiteY138" fmla="*/ 118098 h 710175"/>
                <a:gd name="connsiteX139" fmla="*/ 258892 w 343010"/>
                <a:gd name="connsiteY139" fmla="*/ 110181 h 710175"/>
                <a:gd name="connsiteX140" fmla="*/ 259141 w 343010"/>
                <a:gd name="connsiteY140" fmla="*/ 107432 h 710175"/>
                <a:gd name="connsiteX141" fmla="*/ 259141 w 343010"/>
                <a:gd name="connsiteY141" fmla="*/ 111015 h 710175"/>
                <a:gd name="connsiteX142" fmla="*/ 258142 w 343010"/>
                <a:gd name="connsiteY142" fmla="*/ 132346 h 710175"/>
                <a:gd name="connsiteX143" fmla="*/ 263808 w 343010"/>
                <a:gd name="connsiteY143" fmla="*/ 133096 h 710175"/>
                <a:gd name="connsiteX144" fmla="*/ 260392 w 343010"/>
                <a:gd name="connsiteY144" fmla="*/ 98432 h 710175"/>
                <a:gd name="connsiteX145" fmla="*/ 264891 w 343010"/>
                <a:gd name="connsiteY145" fmla="*/ 65352 h 710175"/>
                <a:gd name="connsiteX146" fmla="*/ 301138 w 343010"/>
                <a:gd name="connsiteY146" fmla="*/ 15607 h 710175"/>
                <a:gd name="connsiteX147" fmla="*/ 301971 w 343010"/>
                <a:gd name="connsiteY147" fmla="*/ 14940 h 710175"/>
                <a:gd name="connsiteX148" fmla="*/ 301055 w 343010"/>
                <a:gd name="connsiteY148" fmla="*/ 19440 h 710175"/>
                <a:gd name="connsiteX149" fmla="*/ 296388 w 343010"/>
                <a:gd name="connsiteY149" fmla="*/ 49520 h 710175"/>
                <a:gd name="connsiteX150" fmla="*/ 304304 w 343010"/>
                <a:gd name="connsiteY150" fmla="*/ 52853 h 710175"/>
                <a:gd name="connsiteX151" fmla="*/ 311554 w 343010"/>
                <a:gd name="connsiteY151" fmla="*/ 25272 h 710175"/>
                <a:gd name="connsiteX152" fmla="*/ 328969 w 343010"/>
                <a:gd name="connsiteY152" fmla="*/ 14940 h 710175"/>
                <a:gd name="connsiteX153" fmla="*/ 327802 w 343010"/>
                <a:gd name="connsiteY153" fmla="*/ 20523 h 710175"/>
                <a:gd name="connsiteX154" fmla="*/ 327802 w 343010"/>
                <a:gd name="connsiteY154" fmla="*/ 20523 h 710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Lst>
              <a:rect l="l" t="t" r="r" b="b"/>
              <a:pathLst>
                <a:path w="343010" h="710175">
                  <a:moveTo>
                    <a:pt x="342718" y="6691"/>
                  </a:moveTo>
                  <a:cubicBezTo>
                    <a:pt x="338135" y="-7725"/>
                    <a:pt x="323052" y="4108"/>
                    <a:pt x="312887" y="14523"/>
                  </a:cubicBezTo>
                  <a:cubicBezTo>
                    <a:pt x="312970" y="13690"/>
                    <a:pt x="313137" y="12940"/>
                    <a:pt x="313220" y="12107"/>
                  </a:cubicBezTo>
                  <a:cubicBezTo>
                    <a:pt x="314303" y="5774"/>
                    <a:pt x="312720" y="-2225"/>
                    <a:pt x="304221" y="608"/>
                  </a:cubicBezTo>
                  <a:cubicBezTo>
                    <a:pt x="293888" y="4024"/>
                    <a:pt x="284223" y="18773"/>
                    <a:pt x="278723" y="27439"/>
                  </a:cubicBezTo>
                  <a:cubicBezTo>
                    <a:pt x="275140" y="33022"/>
                    <a:pt x="270224" y="39521"/>
                    <a:pt x="265891" y="46354"/>
                  </a:cubicBezTo>
                  <a:cubicBezTo>
                    <a:pt x="265391" y="43104"/>
                    <a:pt x="264224" y="40271"/>
                    <a:pt x="261641" y="38688"/>
                  </a:cubicBezTo>
                  <a:cubicBezTo>
                    <a:pt x="246476" y="29439"/>
                    <a:pt x="227394" y="73518"/>
                    <a:pt x="223562" y="81601"/>
                  </a:cubicBezTo>
                  <a:cubicBezTo>
                    <a:pt x="210146" y="109598"/>
                    <a:pt x="202064" y="139595"/>
                    <a:pt x="191564" y="168676"/>
                  </a:cubicBezTo>
                  <a:cubicBezTo>
                    <a:pt x="186482" y="182758"/>
                    <a:pt x="182315" y="197007"/>
                    <a:pt x="177315" y="211172"/>
                  </a:cubicBezTo>
                  <a:cubicBezTo>
                    <a:pt x="175899" y="215255"/>
                    <a:pt x="173983" y="219755"/>
                    <a:pt x="172483" y="224338"/>
                  </a:cubicBezTo>
                  <a:cubicBezTo>
                    <a:pt x="171566" y="223755"/>
                    <a:pt x="170483" y="223421"/>
                    <a:pt x="169150" y="223421"/>
                  </a:cubicBezTo>
                  <a:cubicBezTo>
                    <a:pt x="156318" y="223088"/>
                    <a:pt x="153151" y="243503"/>
                    <a:pt x="149068" y="252585"/>
                  </a:cubicBezTo>
                  <a:cubicBezTo>
                    <a:pt x="141152" y="270250"/>
                    <a:pt x="134736" y="288249"/>
                    <a:pt x="130070" y="306997"/>
                  </a:cubicBezTo>
                  <a:cubicBezTo>
                    <a:pt x="124737" y="328162"/>
                    <a:pt x="117154" y="348660"/>
                    <a:pt x="110238" y="369241"/>
                  </a:cubicBezTo>
                  <a:cubicBezTo>
                    <a:pt x="105739" y="382740"/>
                    <a:pt x="101906" y="396572"/>
                    <a:pt x="97573" y="410154"/>
                  </a:cubicBezTo>
                  <a:cubicBezTo>
                    <a:pt x="92324" y="416404"/>
                    <a:pt x="87407" y="422820"/>
                    <a:pt x="82908" y="429653"/>
                  </a:cubicBezTo>
                  <a:cubicBezTo>
                    <a:pt x="82158" y="428736"/>
                    <a:pt x="81407" y="428069"/>
                    <a:pt x="80407" y="427569"/>
                  </a:cubicBezTo>
                  <a:cubicBezTo>
                    <a:pt x="77824" y="426403"/>
                    <a:pt x="74992" y="426486"/>
                    <a:pt x="72908" y="428569"/>
                  </a:cubicBezTo>
                  <a:cubicBezTo>
                    <a:pt x="67326" y="434069"/>
                    <a:pt x="65992" y="442985"/>
                    <a:pt x="62909" y="449984"/>
                  </a:cubicBezTo>
                  <a:cubicBezTo>
                    <a:pt x="58493" y="459983"/>
                    <a:pt x="54910" y="470232"/>
                    <a:pt x="51494" y="480565"/>
                  </a:cubicBezTo>
                  <a:cubicBezTo>
                    <a:pt x="44244" y="502980"/>
                    <a:pt x="38078" y="525311"/>
                    <a:pt x="32912" y="548225"/>
                  </a:cubicBezTo>
                  <a:cubicBezTo>
                    <a:pt x="30495" y="559058"/>
                    <a:pt x="28912" y="569973"/>
                    <a:pt x="27412" y="580889"/>
                  </a:cubicBezTo>
                  <a:cubicBezTo>
                    <a:pt x="20080" y="610803"/>
                    <a:pt x="13247" y="640800"/>
                    <a:pt x="4165" y="670214"/>
                  </a:cubicBezTo>
                  <a:cubicBezTo>
                    <a:pt x="-168" y="684213"/>
                    <a:pt x="-5168" y="701211"/>
                    <a:pt x="12164" y="708378"/>
                  </a:cubicBezTo>
                  <a:cubicBezTo>
                    <a:pt x="29162" y="715377"/>
                    <a:pt x="43828" y="700628"/>
                    <a:pt x="50744" y="686796"/>
                  </a:cubicBezTo>
                  <a:cubicBezTo>
                    <a:pt x="61493" y="665215"/>
                    <a:pt x="66576" y="641217"/>
                    <a:pt x="73825" y="618469"/>
                  </a:cubicBezTo>
                  <a:cubicBezTo>
                    <a:pt x="80825" y="596554"/>
                    <a:pt x="88657" y="576390"/>
                    <a:pt x="89740" y="553475"/>
                  </a:cubicBezTo>
                  <a:cubicBezTo>
                    <a:pt x="96823" y="539309"/>
                    <a:pt x="101739" y="523894"/>
                    <a:pt x="109489" y="510062"/>
                  </a:cubicBezTo>
                  <a:cubicBezTo>
                    <a:pt x="118821" y="493314"/>
                    <a:pt x="129487" y="477315"/>
                    <a:pt x="138902" y="460483"/>
                  </a:cubicBezTo>
                  <a:cubicBezTo>
                    <a:pt x="158734" y="424903"/>
                    <a:pt x="175232" y="388573"/>
                    <a:pt x="185648" y="349160"/>
                  </a:cubicBezTo>
                  <a:cubicBezTo>
                    <a:pt x="186565" y="345660"/>
                    <a:pt x="187981" y="340411"/>
                    <a:pt x="187815" y="335911"/>
                  </a:cubicBezTo>
                  <a:cubicBezTo>
                    <a:pt x="210229" y="306497"/>
                    <a:pt x="232227" y="277250"/>
                    <a:pt x="246476" y="242669"/>
                  </a:cubicBezTo>
                  <a:cubicBezTo>
                    <a:pt x="253975" y="224588"/>
                    <a:pt x="262475" y="207006"/>
                    <a:pt x="268557" y="188341"/>
                  </a:cubicBezTo>
                  <a:cubicBezTo>
                    <a:pt x="272307" y="176842"/>
                    <a:pt x="277973" y="159427"/>
                    <a:pt x="272557" y="147845"/>
                  </a:cubicBezTo>
                  <a:cubicBezTo>
                    <a:pt x="272140" y="147012"/>
                    <a:pt x="271474" y="146428"/>
                    <a:pt x="270641" y="146095"/>
                  </a:cubicBezTo>
                  <a:cubicBezTo>
                    <a:pt x="285722" y="130263"/>
                    <a:pt x="297388" y="111098"/>
                    <a:pt x="306721" y="91517"/>
                  </a:cubicBezTo>
                  <a:cubicBezTo>
                    <a:pt x="309054" y="86684"/>
                    <a:pt x="314303" y="78434"/>
                    <a:pt x="314220" y="71768"/>
                  </a:cubicBezTo>
                  <a:cubicBezTo>
                    <a:pt x="314303" y="71602"/>
                    <a:pt x="314387" y="71518"/>
                    <a:pt x="314470" y="71352"/>
                  </a:cubicBezTo>
                  <a:cubicBezTo>
                    <a:pt x="316803" y="65769"/>
                    <a:pt x="321470" y="61769"/>
                    <a:pt x="324386" y="56436"/>
                  </a:cubicBezTo>
                  <a:cubicBezTo>
                    <a:pt x="327802" y="50270"/>
                    <a:pt x="330302" y="43521"/>
                    <a:pt x="333218" y="37188"/>
                  </a:cubicBezTo>
                  <a:cubicBezTo>
                    <a:pt x="335968" y="31355"/>
                    <a:pt x="337885" y="25606"/>
                    <a:pt x="339801" y="19523"/>
                  </a:cubicBezTo>
                  <a:cubicBezTo>
                    <a:pt x="340884" y="15940"/>
                    <a:pt x="343967" y="10690"/>
                    <a:pt x="342718" y="6691"/>
                  </a:cubicBezTo>
                  <a:lnTo>
                    <a:pt x="342718" y="6691"/>
                  </a:lnTo>
                  <a:close/>
                  <a:moveTo>
                    <a:pt x="135819" y="333828"/>
                  </a:moveTo>
                  <a:cubicBezTo>
                    <a:pt x="142152" y="316329"/>
                    <a:pt x="145902" y="298081"/>
                    <a:pt x="152818" y="280666"/>
                  </a:cubicBezTo>
                  <a:cubicBezTo>
                    <a:pt x="156318" y="271917"/>
                    <a:pt x="160317" y="263584"/>
                    <a:pt x="164400" y="255168"/>
                  </a:cubicBezTo>
                  <a:cubicBezTo>
                    <a:pt x="165400" y="253085"/>
                    <a:pt x="167483" y="246002"/>
                    <a:pt x="169483" y="240920"/>
                  </a:cubicBezTo>
                  <a:cubicBezTo>
                    <a:pt x="172066" y="247503"/>
                    <a:pt x="171900" y="257251"/>
                    <a:pt x="172816" y="262918"/>
                  </a:cubicBezTo>
                  <a:cubicBezTo>
                    <a:pt x="174399" y="272083"/>
                    <a:pt x="175066" y="281083"/>
                    <a:pt x="175899" y="290248"/>
                  </a:cubicBezTo>
                  <a:cubicBezTo>
                    <a:pt x="176982" y="302331"/>
                    <a:pt x="176732" y="314496"/>
                    <a:pt x="177482" y="326579"/>
                  </a:cubicBezTo>
                  <a:cubicBezTo>
                    <a:pt x="167483" y="328078"/>
                    <a:pt x="156984" y="345327"/>
                    <a:pt x="151901" y="351326"/>
                  </a:cubicBezTo>
                  <a:cubicBezTo>
                    <a:pt x="140319" y="364909"/>
                    <a:pt x="127403" y="377574"/>
                    <a:pt x="114988" y="390573"/>
                  </a:cubicBezTo>
                  <a:cubicBezTo>
                    <a:pt x="123404" y="372241"/>
                    <a:pt x="129237" y="351910"/>
                    <a:pt x="135819" y="333828"/>
                  </a:cubicBezTo>
                  <a:lnTo>
                    <a:pt x="135819" y="333828"/>
                  </a:lnTo>
                  <a:close/>
                  <a:moveTo>
                    <a:pt x="81991" y="546059"/>
                  </a:moveTo>
                  <a:cubicBezTo>
                    <a:pt x="81908" y="548475"/>
                    <a:pt x="81741" y="550892"/>
                    <a:pt x="81491" y="553225"/>
                  </a:cubicBezTo>
                  <a:cubicBezTo>
                    <a:pt x="81074" y="554975"/>
                    <a:pt x="80574" y="556641"/>
                    <a:pt x="80074" y="558391"/>
                  </a:cubicBezTo>
                  <a:cubicBezTo>
                    <a:pt x="79825" y="559308"/>
                    <a:pt x="79991" y="560058"/>
                    <a:pt x="80407" y="560724"/>
                  </a:cubicBezTo>
                  <a:cubicBezTo>
                    <a:pt x="77991" y="574390"/>
                    <a:pt x="73158" y="586805"/>
                    <a:pt x="67492" y="600221"/>
                  </a:cubicBezTo>
                  <a:cubicBezTo>
                    <a:pt x="60326" y="617136"/>
                    <a:pt x="55243" y="634968"/>
                    <a:pt x="49160" y="652299"/>
                  </a:cubicBezTo>
                  <a:cubicBezTo>
                    <a:pt x="45994" y="661549"/>
                    <a:pt x="42911" y="670881"/>
                    <a:pt x="38578" y="679714"/>
                  </a:cubicBezTo>
                  <a:cubicBezTo>
                    <a:pt x="36579" y="683880"/>
                    <a:pt x="34412" y="688463"/>
                    <a:pt x="31162" y="691879"/>
                  </a:cubicBezTo>
                  <a:cubicBezTo>
                    <a:pt x="26912" y="697878"/>
                    <a:pt x="22413" y="697462"/>
                    <a:pt x="17663" y="690463"/>
                  </a:cubicBezTo>
                  <a:cubicBezTo>
                    <a:pt x="10747" y="689629"/>
                    <a:pt x="8081" y="687129"/>
                    <a:pt x="9831" y="683047"/>
                  </a:cubicBezTo>
                  <a:cubicBezTo>
                    <a:pt x="9747" y="682630"/>
                    <a:pt x="9747" y="682213"/>
                    <a:pt x="9747" y="681797"/>
                  </a:cubicBezTo>
                  <a:cubicBezTo>
                    <a:pt x="17080" y="660965"/>
                    <a:pt x="24080" y="640050"/>
                    <a:pt x="29079" y="618552"/>
                  </a:cubicBezTo>
                  <a:cubicBezTo>
                    <a:pt x="31412" y="608470"/>
                    <a:pt x="32995" y="598304"/>
                    <a:pt x="34662" y="588138"/>
                  </a:cubicBezTo>
                  <a:cubicBezTo>
                    <a:pt x="35828" y="581889"/>
                    <a:pt x="36912" y="575556"/>
                    <a:pt x="37995" y="569307"/>
                  </a:cubicBezTo>
                  <a:cubicBezTo>
                    <a:pt x="38828" y="565307"/>
                    <a:pt x="39662" y="561308"/>
                    <a:pt x="40661" y="557391"/>
                  </a:cubicBezTo>
                  <a:cubicBezTo>
                    <a:pt x="46161" y="536143"/>
                    <a:pt x="52243" y="515228"/>
                    <a:pt x="59160" y="494397"/>
                  </a:cubicBezTo>
                  <a:cubicBezTo>
                    <a:pt x="62576" y="483981"/>
                    <a:pt x="66243" y="473565"/>
                    <a:pt x="70492" y="463400"/>
                  </a:cubicBezTo>
                  <a:cubicBezTo>
                    <a:pt x="72575" y="458483"/>
                    <a:pt x="75241" y="453817"/>
                    <a:pt x="77075" y="448818"/>
                  </a:cubicBezTo>
                  <a:cubicBezTo>
                    <a:pt x="77158" y="448651"/>
                    <a:pt x="77241" y="448401"/>
                    <a:pt x="77241" y="448151"/>
                  </a:cubicBezTo>
                  <a:cubicBezTo>
                    <a:pt x="77408" y="447984"/>
                    <a:pt x="77658" y="447901"/>
                    <a:pt x="77824" y="447651"/>
                  </a:cubicBezTo>
                  <a:cubicBezTo>
                    <a:pt x="77908" y="447484"/>
                    <a:pt x="78075" y="447401"/>
                    <a:pt x="78158" y="447235"/>
                  </a:cubicBezTo>
                  <a:cubicBezTo>
                    <a:pt x="80491" y="460566"/>
                    <a:pt x="81574" y="485231"/>
                    <a:pt x="81741" y="487981"/>
                  </a:cubicBezTo>
                  <a:cubicBezTo>
                    <a:pt x="83241" y="507146"/>
                    <a:pt x="82741" y="526727"/>
                    <a:pt x="81991" y="546059"/>
                  </a:cubicBezTo>
                  <a:lnTo>
                    <a:pt x="81991" y="546059"/>
                  </a:lnTo>
                  <a:close/>
                  <a:moveTo>
                    <a:pt x="176482" y="347660"/>
                  </a:moveTo>
                  <a:cubicBezTo>
                    <a:pt x="174649" y="352993"/>
                    <a:pt x="174483" y="359909"/>
                    <a:pt x="172899" y="365658"/>
                  </a:cubicBezTo>
                  <a:cubicBezTo>
                    <a:pt x="170650" y="373991"/>
                    <a:pt x="167483" y="381907"/>
                    <a:pt x="164317" y="389989"/>
                  </a:cubicBezTo>
                  <a:cubicBezTo>
                    <a:pt x="157984" y="405738"/>
                    <a:pt x="148402" y="419403"/>
                    <a:pt x="141069" y="434569"/>
                  </a:cubicBezTo>
                  <a:cubicBezTo>
                    <a:pt x="134236" y="448484"/>
                    <a:pt x="126320" y="462233"/>
                    <a:pt x="118321" y="475565"/>
                  </a:cubicBezTo>
                  <a:cubicBezTo>
                    <a:pt x="109822" y="489647"/>
                    <a:pt x="100489" y="502896"/>
                    <a:pt x="93073" y="517645"/>
                  </a:cubicBezTo>
                  <a:cubicBezTo>
                    <a:pt x="91823" y="520145"/>
                    <a:pt x="90740" y="522644"/>
                    <a:pt x="89740" y="525227"/>
                  </a:cubicBezTo>
                  <a:cubicBezTo>
                    <a:pt x="89574" y="506562"/>
                    <a:pt x="88823" y="487814"/>
                    <a:pt x="86991" y="469316"/>
                  </a:cubicBezTo>
                  <a:cubicBezTo>
                    <a:pt x="86407" y="463316"/>
                    <a:pt x="87824" y="449151"/>
                    <a:pt x="86157" y="438902"/>
                  </a:cubicBezTo>
                  <a:cubicBezTo>
                    <a:pt x="105739" y="417821"/>
                    <a:pt x="126487" y="398072"/>
                    <a:pt x="146568" y="377491"/>
                  </a:cubicBezTo>
                  <a:cubicBezTo>
                    <a:pt x="157234" y="366575"/>
                    <a:pt x="167150" y="354993"/>
                    <a:pt x="177566" y="343744"/>
                  </a:cubicBezTo>
                  <a:cubicBezTo>
                    <a:pt x="178149" y="343160"/>
                    <a:pt x="178482" y="342744"/>
                    <a:pt x="178732" y="342577"/>
                  </a:cubicBezTo>
                  <a:cubicBezTo>
                    <a:pt x="178899" y="342660"/>
                    <a:pt x="178982" y="342660"/>
                    <a:pt x="179149" y="342660"/>
                  </a:cubicBezTo>
                  <a:cubicBezTo>
                    <a:pt x="178649" y="343494"/>
                    <a:pt x="176982" y="346243"/>
                    <a:pt x="176482" y="347660"/>
                  </a:cubicBezTo>
                  <a:lnTo>
                    <a:pt x="176482" y="347660"/>
                  </a:lnTo>
                  <a:close/>
                  <a:moveTo>
                    <a:pt x="253892" y="202256"/>
                  </a:moveTo>
                  <a:cubicBezTo>
                    <a:pt x="247226" y="218422"/>
                    <a:pt x="239226" y="234670"/>
                    <a:pt x="230977" y="250086"/>
                  </a:cubicBezTo>
                  <a:cubicBezTo>
                    <a:pt x="222812" y="265418"/>
                    <a:pt x="214146" y="280583"/>
                    <a:pt x="204980" y="295415"/>
                  </a:cubicBezTo>
                  <a:cubicBezTo>
                    <a:pt x="200647" y="302497"/>
                    <a:pt x="197481" y="310330"/>
                    <a:pt x="192648" y="317079"/>
                  </a:cubicBezTo>
                  <a:cubicBezTo>
                    <a:pt x="190565" y="320079"/>
                    <a:pt x="188231" y="322996"/>
                    <a:pt x="185815" y="325829"/>
                  </a:cubicBezTo>
                  <a:cubicBezTo>
                    <a:pt x="185482" y="311330"/>
                    <a:pt x="183982" y="296748"/>
                    <a:pt x="182982" y="282416"/>
                  </a:cubicBezTo>
                  <a:cubicBezTo>
                    <a:pt x="182232" y="272083"/>
                    <a:pt x="182065" y="260501"/>
                    <a:pt x="180649" y="249336"/>
                  </a:cubicBezTo>
                  <a:cubicBezTo>
                    <a:pt x="193731" y="234670"/>
                    <a:pt x="208396" y="220922"/>
                    <a:pt x="221728" y="206340"/>
                  </a:cubicBezTo>
                  <a:cubicBezTo>
                    <a:pt x="229228" y="198174"/>
                    <a:pt x="236977" y="190341"/>
                    <a:pt x="244226" y="182008"/>
                  </a:cubicBezTo>
                  <a:cubicBezTo>
                    <a:pt x="251392" y="173843"/>
                    <a:pt x="258308" y="164093"/>
                    <a:pt x="266641" y="156761"/>
                  </a:cubicBezTo>
                  <a:cubicBezTo>
                    <a:pt x="268974" y="170509"/>
                    <a:pt x="258058" y="192174"/>
                    <a:pt x="253892" y="202256"/>
                  </a:cubicBezTo>
                  <a:lnTo>
                    <a:pt x="253892" y="202256"/>
                  </a:lnTo>
                  <a:close/>
                  <a:moveTo>
                    <a:pt x="327802" y="20523"/>
                  </a:moveTo>
                  <a:cubicBezTo>
                    <a:pt x="326052" y="26689"/>
                    <a:pt x="323302" y="32355"/>
                    <a:pt x="320719" y="38188"/>
                  </a:cubicBezTo>
                  <a:cubicBezTo>
                    <a:pt x="318053" y="44354"/>
                    <a:pt x="315803" y="50687"/>
                    <a:pt x="311803" y="56186"/>
                  </a:cubicBezTo>
                  <a:cubicBezTo>
                    <a:pt x="309971" y="58686"/>
                    <a:pt x="308304" y="60686"/>
                    <a:pt x="307054" y="63019"/>
                  </a:cubicBezTo>
                  <a:cubicBezTo>
                    <a:pt x="306221" y="62852"/>
                    <a:pt x="305387" y="62852"/>
                    <a:pt x="304554" y="62936"/>
                  </a:cubicBezTo>
                  <a:cubicBezTo>
                    <a:pt x="297055" y="57769"/>
                    <a:pt x="286473" y="70518"/>
                    <a:pt x="282056" y="75351"/>
                  </a:cubicBezTo>
                  <a:cubicBezTo>
                    <a:pt x="277806" y="79934"/>
                    <a:pt x="267141" y="88434"/>
                    <a:pt x="270224" y="95599"/>
                  </a:cubicBezTo>
                  <a:cubicBezTo>
                    <a:pt x="270724" y="96766"/>
                    <a:pt x="272557" y="96599"/>
                    <a:pt x="273140" y="95599"/>
                  </a:cubicBezTo>
                  <a:cubicBezTo>
                    <a:pt x="274390" y="93266"/>
                    <a:pt x="278890" y="91350"/>
                    <a:pt x="280889" y="89850"/>
                  </a:cubicBezTo>
                  <a:cubicBezTo>
                    <a:pt x="284139" y="87350"/>
                    <a:pt x="287222" y="84684"/>
                    <a:pt x="290305" y="82017"/>
                  </a:cubicBezTo>
                  <a:cubicBezTo>
                    <a:pt x="293472" y="79184"/>
                    <a:pt x="296555" y="76268"/>
                    <a:pt x="299888" y="73685"/>
                  </a:cubicBezTo>
                  <a:cubicBezTo>
                    <a:pt x="303138" y="72935"/>
                    <a:pt x="301804" y="74268"/>
                    <a:pt x="300888" y="77851"/>
                  </a:cubicBezTo>
                  <a:cubicBezTo>
                    <a:pt x="299971" y="81517"/>
                    <a:pt x="296722" y="86600"/>
                    <a:pt x="294889" y="89933"/>
                  </a:cubicBezTo>
                  <a:cubicBezTo>
                    <a:pt x="290472" y="98016"/>
                    <a:pt x="285973" y="106265"/>
                    <a:pt x="281140" y="114098"/>
                  </a:cubicBezTo>
                  <a:cubicBezTo>
                    <a:pt x="272974" y="127347"/>
                    <a:pt x="263891" y="140012"/>
                    <a:pt x="255559" y="153094"/>
                  </a:cubicBezTo>
                  <a:cubicBezTo>
                    <a:pt x="239226" y="165010"/>
                    <a:pt x="225978" y="183342"/>
                    <a:pt x="213063" y="197757"/>
                  </a:cubicBezTo>
                  <a:cubicBezTo>
                    <a:pt x="201564" y="210672"/>
                    <a:pt x="187815" y="224005"/>
                    <a:pt x="178982" y="239420"/>
                  </a:cubicBezTo>
                  <a:cubicBezTo>
                    <a:pt x="178732" y="238253"/>
                    <a:pt x="178399" y="237170"/>
                    <a:pt x="178066" y="236004"/>
                  </a:cubicBezTo>
                  <a:cubicBezTo>
                    <a:pt x="186731" y="226421"/>
                    <a:pt x="192648" y="209173"/>
                    <a:pt x="196731" y="199173"/>
                  </a:cubicBezTo>
                  <a:cubicBezTo>
                    <a:pt x="205396" y="177842"/>
                    <a:pt x="214312" y="154844"/>
                    <a:pt x="220645" y="132846"/>
                  </a:cubicBezTo>
                  <a:cubicBezTo>
                    <a:pt x="227645" y="108515"/>
                    <a:pt x="236477" y="84184"/>
                    <a:pt x="248642" y="61936"/>
                  </a:cubicBezTo>
                  <a:cubicBezTo>
                    <a:pt x="249642" y="60103"/>
                    <a:pt x="253309" y="51020"/>
                    <a:pt x="255559" y="50437"/>
                  </a:cubicBezTo>
                  <a:cubicBezTo>
                    <a:pt x="259808" y="49354"/>
                    <a:pt x="258308" y="58353"/>
                    <a:pt x="257392" y="63352"/>
                  </a:cubicBezTo>
                  <a:cubicBezTo>
                    <a:pt x="256558" y="65935"/>
                    <a:pt x="255975" y="68435"/>
                    <a:pt x="255809" y="70935"/>
                  </a:cubicBezTo>
                  <a:cubicBezTo>
                    <a:pt x="255809" y="71518"/>
                    <a:pt x="255892" y="71935"/>
                    <a:pt x="256225" y="72351"/>
                  </a:cubicBezTo>
                  <a:cubicBezTo>
                    <a:pt x="255142" y="82101"/>
                    <a:pt x="254392" y="91933"/>
                    <a:pt x="253559" y="101682"/>
                  </a:cubicBezTo>
                  <a:cubicBezTo>
                    <a:pt x="247393" y="106099"/>
                    <a:pt x="243310" y="113098"/>
                    <a:pt x="239144" y="119264"/>
                  </a:cubicBezTo>
                  <a:cubicBezTo>
                    <a:pt x="234394" y="126180"/>
                    <a:pt x="227228" y="133929"/>
                    <a:pt x="225561" y="142345"/>
                  </a:cubicBezTo>
                  <a:cubicBezTo>
                    <a:pt x="225144" y="144512"/>
                    <a:pt x="227645" y="145512"/>
                    <a:pt x="228894" y="144262"/>
                  </a:cubicBezTo>
                  <a:lnTo>
                    <a:pt x="228894" y="144262"/>
                  </a:lnTo>
                  <a:cubicBezTo>
                    <a:pt x="230728" y="142262"/>
                    <a:pt x="233311" y="140679"/>
                    <a:pt x="235227" y="138679"/>
                  </a:cubicBezTo>
                  <a:cubicBezTo>
                    <a:pt x="237643" y="136179"/>
                    <a:pt x="239644" y="133346"/>
                    <a:pt x="241893" y="130680"/>
                  </a:cubicBezTo>
                  <a:cubicBezTo>
                    <a:pt x="245310" y="126597"/>
                    <a:pt x="248559" y="122430"/>
                    <a:pt x="251809" y="118098"/>
                  </a:cubicBezTo>
                  <a:cubicBezTo>
                    <a:pt x="254059" y="115181"/>
                    <a:pt x="256475" y="112765"/>
                    <a:pt x="258892" y="110181"/>
                  </a:cubicBezTo>
                  <a:cubicBezTo>
                    <a:pt x="258975" y="109265"/>
                    <a:pt x="259058" y="108348"/>
                    <a:pt x="259141" y="107432"/>
                  </a:cubicBezTo>
                  <a:cubicBezTo>
                    <a:pt x="259225" y="108598"/>
                    <a:pt x="259225" y="109848"/>
                    <a:pt x="259141" y="111015"/>
                  </a:cubicBezTo>
                  <a:cubicBezTo>
                    <a:pt x="258975" y="118181"/>
                    <a:pt x="256892" y="125180"/>
                    <a:pt x="258142" y="132346"/>
                  </a:cubicBezTo>
                  <a:cubicBezTo>
                    <a:pt x="258642" y="135096"/>
                    <a:pt x="262475" y="135179"/>
                    <a:pt x="263808" y="133096"/>
                  </a:cubicBezTo>
                  <a:cubicBezTo>
                    <a:pt x="267641" y="126847"/>
                    <a:pt x="273640" y="96016"/>
                    <a:pt x="260392" y="98432"/>
                  </a:cubicBezTo>
                  <a:cubicBezTo>
                    <a:pt x="261975" y="87433"/>
                    <a:pt x="263475" y="76435"/>
                    <a:pt x="264891" y="65352"/>
                  </a:cubicBezTo>
                  <a:cubicBezTo>
                    <a:pt x="276057" y="48354"/>
                    <a:pt x="286056" y="28855"/>
                    <a:pt x="301138" y="15607"/>
                  </a:cubicBezTo>
                  <a:cubicBezTo>
                    <a:pt x="301055" y="15690"/>
                    <a:pt x="301388" y="15440"/>
                    <a:pt x="301971" y="14940"/>
                  </a:cubicBezTo>
                  <a:cubicBezTo>
                    <a:pt x="301471" y="17106"/>
                    <a:pt x="301138" y="19106"/>
                    <a:pt x="301055" y="19440"/>
                  </a:cubicBezTo>
                  <a:cubicBezTo>
                    <a:pt x="298721" y="29522"/>
                    <a:pt x="298472" y="39438"/>
                    <a:pt x="296388" y="49520"/>
                  </a:cubicBezTo>
                  <a:cubicBezTo>
                    <a:pt x="295471" y="54103"/>
                    <a:pt x="301804" y="57353"/>
                    <a:pt x="304304" y="52853"/>
                  </a:cubicBezTo>
                  <a:cubicBezTo>
                    <a:pt x="308804" y="44687"/>
                    <a:pt x="310304" y="34938"/>
                    <a:pt x="311554" y="25272"/>
                  </a:cubicBezTo>
                  <a:cubicBezTo>
                    <a:pt x="317636" y="22523"/>
                    <a:pt x="322969" y="17940"/>
                    <a:pt x="328969" y="14940"/>
                  </a:cubicBezTo>
                  <a:cubicBezTo>
                    <a:pt x="328469" y="16856"/>
                    <a:pt x="328219" y="19106"/>
                    <a:pt x="327802" y="20523"/>
                  </a:cubicBezTo>
                  <a:lnTo>
                    <a:pt x="327802" y="20523"/>
                  </a:lnTo>
                  <a:close/>
                </a:path>
              </a:pathLst>
            </a:custGeom>
            <a:grpFill/>
            <a:ln w="8332" cap="flat">
              <a:noFill/>
              <a:prstDash val="solid"/>
              <a:miter/>
            </a:ln>
          </p:spPr>
          <p:txBody>
            <a:bodyPr rtlCol="0" anchor="ctr"/>
            <a:lstStyle/>
            <a:p>
              <a:endParaRPr lang="en-US"/>
            </a:p>
          </p:txBody>
        </p:sp>
        <p:sp>
          <p:nvSpPr>
            <p:cNvPr id="1766" name="Freeform: Shape 1765"/>
            <p:cNvSpPr/>
            <p:nvPr/>
          </p:nvSpPr>
          <p:spPr>
            <a:xfrm>
              <a:off x="3492274" y="2410862"/>
              <a:ext cx="473586" cy="638834"/>
            </a:xfrm>
            <a:custGeom>
              <a:avLst/>
              <a:gdLst>
                <a:gd name="connsiteX0" fmla="*/ 473557 w 473586"/>
                <a:gd name="connsiteY0" fmla="*/ 13763 h 638834"/>
                <a:gd name="connsiteX1" fmla="*/ 442809 w 473586"/>
                <a:gd name="connsiteY1" fmla="*/ 15430 h 638834"/>
                <a:gd name="connsiteX2" fmla="*/ 443643 w 473586"/>
                <a:gd name="connsiteY2" fmla="*/ 13180 h 638834"/>
                <a:gd name="connsiteX3" fmla="*/ 437143 w 473586"/>
                <a:gd name="connsiteY3" fmla="*/ 98 h 638834"/>
                <a:gd name="connsiteX4" fmla="*/ 406813 w 473586"/>
                <a:gd name="connsiteY4" fmla="*/ 21262 h 638834"/>
                <a:gd name="connsiteX5" fmla="*/ 390398 w 473586"/>
                <a:gd name="connsiteY5" fmla="*/ 37178 h 638834"/>
                <a:gd name="connsiteX6" fmla="*/ 387731 w 473586"/>
                <a:gd name="connsiteY6" fmla="*/ 28762 h 638834"/>
                <a:gd name="connsiteX7" fmla="*/ 341819 w 473586"/>
                <a:gd name="connsiteY7" fmla="*/ 63175 h 638834"/>
                <a:gd name="connsiteX8" fmla="*/ 292990 w 473586"/>
                <a:gd name="connsiteY8" fmla="*/ 142085 h 638834"/>
                <a:gd name="connsiteX9" fmla="*/ 270492 w 473586"/>
                <a:gd name="connsiteY9" fmla="*/ 180831 h 638834"/>
                <a:gd name="connsiteX10" fmla="*/ 263159 w 473586"/>
                <a:gd name="connsiteY10" fmla="*/ 192747 h 638834"/>
                <a:gd name="connsiteX11" fmla="*/ 260076 w 473586"/>
                <a:gd name="connsiteY11" fmla="*/ 191164 h 638834"/>
                <a:gd name="connsiteX12" fmla="*/ 234495 w 473586"/>
                <a:gd name="connsiteY12" fmla="*/ 215745 h 638834"/>
                <a:gd name="connsiteX13" fmla="*/ 204914 w 473586"/>
                <a:gd name="connsiteY13" fmla="*/ 265240 h 638834"/>
                <a:gd name="connsiteX14" fmla="*/ 172917 w 473586"/>
                <a:gd name="connsiteY14" fmla="*/ 322319 h 638834"/>
                <a:gd name="connsiteX15" fmla="*/ 152336 w 473586"/>
                <a:gd name="connsiteY15" fmla="*/ 359815 h 638834"/>
                <a:gd name="connsiteX16" fmla="*/ 134004 w 473586"/>
                <a:gd name="connsiteY16" fmla="*/ 375980 h 638834"/>
                <a:gd name="connsiteX17" fmla="*/ 131921 w 473586"/>
                <a:gd name="connsiteY17" fmla="*/ 373481 h 638834"/>
                <a:gd name="connsiteX18" fmla="*/ 124338 w 473586"/>
                <a:gd name="connsiteY18" fmla="*/ 372897 h 638834"/>
                <a:gd name="connsiteX19" fmla="*/ 110256 w 473586"/>
                <a:gd name="connsiteY19" fmla="*/ 391812 h 638834"/>
                <a:gd name="connsiteX20" fmla="*/ 92924 w 473586"/>
                <a:gd name="connsiteY20" fmla="*/ 419477 h 638834"/>
                <a:gd name="connsiteX21" fmla="*/ 61177 w 473586"/>
                <a:gd name="connsiteY21" fmla="*/ 482137 h 638834"/>
                <a:gd name="connsiteX22" fmla="*/ 49262 w 473586"/>
                <a:gd name="connsiteY22" fmla="*/ 513052 h 638834"/>
                <a:gd name="connsiteX23" fmla="*/ 8599 w 473586"/>
                <a:gd name="connsiteY23" fmla="*/ 595877 h 638834"/>
                <a:gd name="connsiteX24" fmla="*/ 8848 w 473586"/>
                <a:gd name="connsiteY24" fmla="*/ 634874 h 638834"/>
                <a:gd name="connsiteX25" fmla="*/ 51011 w 473586"/>
                <a:gd name="connsiteY25" fmla="*/ 621458 h 638834"/>
                <a:gd name="connsiteX26" fmla="*/ 87342 w 473586"/>
                <a:gd name="connsiteY26" fmla="*/ 559131 h 638834"/>
                <a:gd name="connsiteX27" fmla="*/ 115922 w 473586"/>
                <a:gd name="connsiteY27" fmla="*/ 498553 h 638834"/>
                <a:gd name="connsiteX28" fmla="*/ 143920 w 473586"/>
                <a:gd name="connsiteY28" fmla="*/ 459973 h 638834"/>
                <a:gd name="connsiteX29" fmla="*/ 182666 w 473586"/>
                <a:gd name="connsiteY29" fmla="*/ 417310 h 638834"/>
                <a:gd name="connsiteX30" fmla="*/ 250827 w 473586"/>
                <a:gd name="connsiteY30" fmla="*/ 317652 h 638834"/>
                <a:gd name="connsiteX31" fmla="*/ 255576 w 473586"/>
                <a:gd name="connsiteY31" fmla="*/ 305154 h 638834"/>
                <a:gd name="connsiteX32" fmla="*/ 331736 w 473586"/>
                <a:gd name="connsiteY32" fmla="*/ 225577 h 638834"/>
                <a:gd name="connsiteX33" fmla="*/ 364233 w 473586"/>
                <a:gd name="connsiteY33" fmla="*/ 176748 h 638834"/>
                <a:gd name="connsiteX34" fmla="*/ 376316 w 473586"/>
                <a:gd name="connsiteY34" fmla="*/ 137919 h 638834"/>
                <a:gd name="connsiteX35" fmla="*/ 374732 w 473586"/>
                <a:gd name="connsiteY35" fmla="*/ 135835 h 638834"/>
                <a:gd name="connsiteX36" fmla="*/ 421061 w 473586"/>
                <a:gd name="connsiteY36" fmla="*/ 89673 h 638834"/>
                <a:gd name="connsiteX37" fmla="*/ 432310 w 473586"/>
                <a:gd name="connsiteY37" fmla="*/ 71841 h 638834"/>
                <a:gd name="connsiteX38" fmla="*/ 432644 w 473586"/>
                <a:gd name="connsiteY38" fmla="*/ 71425 h 638834"/>
                <a:gd name="connsiteX39" fmla="*/ 445309 w 473586"/>
                <a:gd name="connsiteY39" fmla="*/ 58759 h 638834"/>
                <a:gd name="connsiteX40" fmla="*/ 457891 w 473586"/>
                <a:gd name="connsiteY40" fmla="*/ 41677 h 638834"/>
                <a:gd name="connsiteX41" fmla="*/ 467891 w 473586"/>
                <a:gd name="connsiteY41" fmla="*/ 25679 h 638834"/>
                <a:gd name="connsiteX42" fmla="*/ 473557 w 473586"/>
                <a:gd name="connsiteY42" fmla="*/ 13763 h 638834"/>
                <a:gd name="connsiteX43" fmla="*/ 473557 w 473586"/>
                <a:gd name="connsiteY43" fmla="*/ 13763 h 638834"/>
                <a:gd name="connsiteX44" fmla="*/ 205081 w 473586"/>
                <a:gd name="connsiteY44" fmla="*/ 292821 h 638834"/>
                <a:gd name="connsiteX45" fmla="*/ 232328 w 473586"/>
                <a:gd name="connsiteY45" fmla="*/ 244159 h 638834"/>
                <a:gd name="connsiteX46" fmla="*/ 248744 w 473586"/>
                <a:gd name="connsiteY46" fmla="*/ 221494 h 638834"/>
                <a:gd name="connsiteX47" fmla="*/ 256576 w 473586"/>
                <a:gd name="connsiteY47" fmla="*/ 208579 h 638834"/>
                <a:gd name="connsiteX48" fmla="*/ 255410 w 473586"/>
                <a:gd name="connsiteY48" fmla="*/ 230744 h 638834"/>
                <a:gd name="connsiteX49" fmla="*/ 252910 w 473586"/>
                <a:gd name="connsiteY49" fmla="*/ 258158 h 638834"/>
                <a:gd name="connsiteX50" fmla="*/ 247161 w 473586"/>
                <a:gd name="connsiteY50" fmla="*/ 294071 h 638834"/>
                <a:gd name="connsiteX51" fmla="*/ 217163 w 473586"/>
                <a:gd name="connsiteY51" fmla="*/ 313153 h 638834"/>
                <a:gd name="connsiteX52" fmla="*/ 173084 w 473586"/>
                <a:gd name="connsiteY52" fmla="*/ 344233 h 638834"/>
                <a:gd name="connsiteX53" fmla="*/ 205081 w 473586"/>
                <a:gd name="connsiteY53" fmla="*/ 292821 h 638834"/>
                <a:gd name="connsiteX54" fmla="*/ 205081 w 473586"/>
                <a:gd name="connsiteY54" fmla="*/ 292821 h 638834"/>
                <a:gd name="connsiteX55" fmla="*/ 109923 w 473586"/>
                <a:gd name="connsiteY55" fmla="*/ 489887 h 638834"/>
                <a:gd name="connsiteX56" fmla="*/ 108006 w 473586"/>
                <a:gd name="connsiteY56" fmla="*/ 496803 h 638834"/>
                <a:gd name="connsiteX57" fmla="*/ 105590 w 473586"/>
                <a:gd name="connsiteY57" fmla="*/ 501553 h 638834"/>
                <a:gd name="connsiteX58" fmla="*/ 105507 w 473586"/>
                <a:gd name="connsiteY58" fmla="*/ 503886 h 638834"/>
                <a:gd name="connsiteX59" fmla="*/ 85008 w 473586"/>
                <a:gd name="connsiteY59" fmla="*/ 539966 h 638834"/>
                <a:gd name="connsiteX60" fmla="*/ 56678 w 473586"/>
                <a:gd name="connsiteY60" fmla="*/ 587378 h 638834"/>
                <a:gd name="connsiteX61" fmla="*/ 40846 w 473586"/>
                <a:gd name="connsiteY61" fmla="*/ 612126 h 638834"/>
                <a:gd name="connsiteX62" fmla="*/ 31097 w 473586"/>
                <a:gd name="connsiteY62" fmla="*/ 622542 h 638834"/>
                <a:gd name="connsiteX63" fmla="*/ 18181 w 473586"/>
                <a:gd name="connsiteY63" fmla="*/ 618459 h 638834"/>
                <a:gd name="connsiteX64" fmla="*/ 12015 w 473586"/>
                <a:gd name="connsiteY64" fmla="*/ 609626 h 638834"/>
                <a:gd name="connsiteX65" fmla="*/ 12182 w 473586"/>
                <a:gd name="connsiteY65" fmla="*/ 608459 h 638834"/>
                <a:gd name="connsiteX66" fmla="*/ 43845 w 473586"/>
                <a:gd name="connsiteY66" fmla="*/ 550298 h 638834"/>
                <a:gd name="connsiteX67" fmla="*/ 55428 w 473586"/>
                <a:gd name="connsiteY67" fmla="*/ 521634 h 638834"/>
                <a:gd name="connsiteX68" fmla="*/ 62510 w 473586"/>
                <a:gd name="connsiteY68" fmla="*/ 503802 h 638834"/>
                <a:gd name="connsiteX69" fmla="*/ 67510 w 473586"/>
                <a:gd name="connsiteY69" fmla="*/ 492637 h 638834"/>
                <a:gd name="connsiteX70" fmla="*/ 98257 w 473586"/>
                <a:gd name="connsiteY70" fmla="*/ 434559 h 638834"/>
                <a:gd name="connsiteX71" fmla="*/ 115589 w 473586"/>
                <a:gd name="connsiteY71" fmla="*/ 406478 h 638834"/>
                <a:gd name="connsiteX72" fmla="*/ 125005 w 473586"/>
                <a:gd name="connsiteY72" fmla="*/ 393562 h 638834"/>
                <a:gd name="connsiteX73" fmla="*/ 125338 w 473586"/>
                <a:gd name="connsiteY73" fmla="*/ 392979 h 638834"/>
                <a:gd name="connsiteX74" fmla="*/ 126004 w 473586"/>
                <a:gd name="connsiteY74" fmla="*/ 392646 h 638834"/>
                <a:gd name="connsiteX75" fmla="*/ 126421 w 473586"/>
                <a:gd name="connsiteY75" fmla="*/ 392312 h 638834"/>
                <a:gd name="connsiteX76" fmla="*/ 121755 w 473586"/>
                <a:gd name="connsiteY76" fmla="*/ 432975 h 638834"/>
                <a:gd name="connsiteX77" fmla="*/ 109923 w 473586"/>
                <a:gd name="connsiteY77" fmla="*/ 489887 h 638834"/>
                <a:gd name="connsiteX78" fmla="*/ 109923 w 473586"/>
                <a:gd name="connsiteY78" fmla="*/ 489887 h 638834"/>
                <a:gd name="connsiteX79" fmla="*/ 242161 w 473586"/>
                <a:gd name="connsiteY79" fmla="*/ 314569 h 638834"/>
                <a:gd name="connsiteX80" fmla="*/ 235078 w 473586"/>
                <a:gd name="connsiteY80" fmla="*/ 331485 h 638834"/>
                <a:gd name="connsiteX81" fmla="*/ 221746 w 473586"/>
                <a:gd name="connsiteY81" fmla="*/ 353566 h 638834"/>
                <a:gd name="connsiteX82" fmla="*/ 189999 w 473586"/>
                <a:gd name="connsiteY82" fmla="*/ 392562 h 638834"/>
                <a:gd name="connsiteX83" fmla="*/ 159418 w 473586"/>
                <a:gd name="connsiteY83" fmla="*/ 428143 h 638834"/>
                <a:gd name="connsiteX84" fmla="*/ 126255 w 473586"/>
                <a:gd name="connsiteY84" fmla="*/ 464306 h 638834"/>
                <a:gd name="connsiteX85" fmla="*/ 121505 w 473586"/>
                <a:gd name="connsiteY85" fmla="*/ 471055 h 638834"/>
                <a:gd name="connsiteX86" fmla="*/ 130088 w 473586"/>
                <a:gd name="connsiteY86" fmla="*/ 415727 h 638834"/>
                <a:gd name="connsiteX87" fmla="*/ 135420 w 473586"/>
                <a:gd name="connsiteY87" fmla="*/ 385729 h 638834"/>
                <a:gd name="connsiteX88" fmla="*/ 206914 w 473586"/>
                <a:gd name="connsiteY88" fmla="*/ 337567 h 638834"/>
                <a:gd name="connsiteX89" fmla="*/ 243994 w 473586"/>
                <a:gd name="connsiteY89" fmla="*/ 310736 h 638834"/>
                <a:gd name="connsiteX90" fmla="*/ 245410 w 473586"/>
                <a:gd name="connsiteY90" fmla="*/ 309820 h 638834"/>
                <a:gd name="connsiteX91" fmla="*/ 245744 w 473586"/>
                <a:gd name="connsiteY91" fmla="*/ 309986 h 638834"/>
                <a:gd name="connsiteX92" fmla="*/ 242161 w 473586"/>
                <a:gd name="connsiteY92" fmla="*/ 314569 h 638834"/>
                <a:gd name="connsiteX93" fmla="*/ 242161 w 473586"/>
                <a:gd name="connsiteY93" fmla="*/ 314569 h 638834"/>
                <a:gd name="connsiteX94" fmla="*/ 347318 w 473586"/>
                <a:gd name="connsiteY94" fmla="*/ 187581 h 638834"/>
                <a:gd name="connsiteX95" fmla="*/ 315238 w 473586"/>
                <a:gd name="connsiteY95" fmla="*/ 229827 h 638834"/>
                <a:gd name="connsiteX96" fmla="*/ 280658 w 473586"/>
                <a:gd name="connsiteY96" fmla="*/ 268990 h 638834"/>
                <a:gd name="connsiteX97" fmla="*/ 264242 w 473586"/>
                <a:gd name="connsiteY97" fmla="*/ 287822 h 638834"/>
                <a:gd name="connsiteX98" fmla="*/ 255826 w 473586"/>
                <a:gd name="connsiteY98" fmla="*/ 294988 h 638834"/>
                <a:gd name="connsiteX99" fmla="*/ 261826 w 473586"/>
                <a:gd name="connsiteY99" fmla="*/ 251908 h 638834"/>
                <a:gd name="connsiteX100" fmla="*/ 266159 w 473586"/>
                <a:gd name="connsiteY100" fmla="*/ 219078 h 638834"/>
                <a:gd name="connsiteX101" fmla="*/ 314988 w 473586"/>
                <a:gd name="connsiteY101" fmla="*/ 185248 h 638834"/>
                <a:gd name="connsiteX102" fmla="*/ 341902 w 473586"/>
                <a:gd name="connsiteY102" fmla="*/ 165916 h 638834"/>
                <a:gd name="connsiteX103" fmla="*/ 368899 w 473586"/>
                <a:gd name="connsiteY103" fmla="*/ 145668 h 638834"/>
                <a:gd name="connsiteX104" fmla="*/ 347318 w 473586"/>
                <a:gd name="connsiteY104" fmla="*/ 187581 h 638834"/>
                <a:gd name="connsiteX105" fmla="*/ 347318 w 473586"/>
                <a:gd name="connsiteY105" fmla="*/ 187581 h 638834"/>
                <a:gd name="connsiteX106" fmla="*/ 456225 w 473586"/>
                <a:gd name="connsiteY106" fmla="*/ 24262 h 638834"/>
                <a:gd name="connsiteX107" fmla="*/ 445726 w 473586"/>
                <a:gd name="connsiteY107" fmla="*/ 40177 h 638834"/>
                <a:gd name="connsiteX108" fmla="*/ 433394 w 473586"/>
                <a:gd name="connsiteY108" fmla="*/ 56009 h 638834"/>
                <a:gd name="connsiteX109" fmla="*/ 427394 w 473586"/>
                <a:gd name="connsiteY109" fmla="*/ 61759 h 638834"/>
                <a:gd name="connsiteX110" fmla="*/ 424895 w 473586"/>
                <a:gd name="connsiteY110" fmla="*/ 61176 h 638834"/>
                <a:gd name="connsiteX111" fmla="*/ 400313 w 473586"/>
                <a:gd name="connsiteY111" fmla="*/ 68841 h 638834"/>
                <a:gd name="connsiteX112" fmla="*/ 384648 w 473586"/>
                <a:gd name="connsiteY112" fmla="*/ 86340 h 638834"/>
                <a:gd name="connsiteX113" fmla="*/ 387481 w 473586"/>
                <a:gd name="connsiteY113" fmla="*/ 86923 h 638834"/>
                <a:gd name="connsiteX114" fmla="*/ 396231 w 473586"/>
                <a:gd name="connsiteY114" fmla="*/ 82840 h 638834"/>
                <a:gd name="connsiteX115" fmla="*/ 406979 w 473586"/>
                <a:gd name="connsiteY115" fmla="*/ 77007 h 638834"/>
                <a:gd name="connsiteX116" fmla="*/ 418062 w 473586"/>
                <a:gd name="connsiteY116" fmla="*/ 70841 h 638834"/>
                <a:gd name="connsiteX117" fmla="*/ 418228 w 473586"/>
                <a:gd name="connsiteY117" fmla="*/ 75091 h 638834"/>
                <a:gd name="connsiteX118" fmla="*/ 409979 w 473586"/>
                <a:gd name="connsiteY118" fmla="*/ 85673 h 638834"/>
                <a:gd name="connsiteX119" fmla="*/ 391647 w 473586"/>
                <a:gd name="connsiteY119" fmla="*/ 106588 h 638834"/>
                <a:gd name="connsiteX120" fmla="*/ 358734 w 473586"/>
                <a:gd name="connsiteY120" fmla="*/ 139668 h 638834"/>
                <a:gd name="connsiteX121" fmla="*/ 308155 w 473586"/>
                <a:gd name="connsiteY121" fmla="*/ 174915 h 638834"/>
                <a:gd name="connsiteX122" fmla="*/ 266409 w 473586"/>
                <a:gd name="connsiteY122" fmla="*/ 208912 h 638834"/>
                <a:gd name="connsiteX123" fmla="*/ 266242 w 473586"/>
                <a:gd name="connsiteY123" fmla="*/ 205412 h 638834"/>
                <a:gd name="connsiteX124" fmla="*/ 291990 w 473586"/>
                <a:gd name="connsiteY124" fmla="*/ 173082 h 638834"/>
                <a:gd name="connsiteX125" fmla="*/ 328736 w 473586"/>
                <a:gd name="connsiteY125" fmla="*/ 112754 h 638834"/>
                <a:gd name="connsiteX126" fmla="*/ 370399 w 473586"/>
                <a:gd name="connsiteY126" fmla="*/ 48927 h 638834"/>
                <a:gd name="connsiteX127" fmla="*/ 379482 w 473586"/>
                <a:gd name="connsiteY127" fmla="*/ 39011 h 638834"/>
                <a:gd name="connsiteX128" fmla="*/ 378648 w 473586"/>
                <a:gd name="connsiteY128" fmla="*/ 52093 h 638834"/>
                <a:gd name="connsiteX129" fmla="*/ 375649 w 473586"/>
                <a:gd name="connsiteY129" fmla="*/ 59176 h 638834"/>
                <a:gd name="connsiteX130" fmla="*/ 375732 w 473586"/>
                <a:gd name="connsiteY130" fmla="*/ 60592 h 638834"/>
                <a:gd name="connsiteX131" fmla="*/ 367233 w 473586"/>
                <a:gd name="connsiteY131" fmla="*/ 88756 h 638834"/>
                <a:gd name="connsiteX132" fmla="*/ 349568 w 473586"/>
                <a:gd name="connsiteY132" fmla="*/ 103088 h 638834"/>
                <a:gd name="connsiteX133" fmla="*/ 331570 w 473586"/>
                <a:gd name="connsiteY133" fmla="*/ 122920 h 638834"/>
                <a:gd name="connsiteX134" fmla="*/ 334486 w 473586"/>
                <a:gd name="connsiteY134" fmla="*/ 125503 h 638834"/>
                <a:gd name="connsiteX135" fmla="*/ 334486 w 473586"/>
                <a:gd name="connsiteY135" fmla="*/ 125503 h 638834"/>
                <a:gd name="connsiteX136" fmla="*/ 341735 w 473586"/>
                <a:gd name="connsiteY136" fmla="*/ 121337 h 638834"/>
                <a:gd name="connsiteX137" fmla="*/ 349818 w 473586"/>
                <a:gd name="connsiteY137" fmla="*/ 114837 h 638834"/>
                <a:gd name="connsiteX138" fmla="*/ 361983 w 473586"/>
                <a:gd name="connsiteY138" fmla="*/ 104505 h 638834"/>
                <a:gd name="connsiteX139" fmla="*/ 370566 w 473586"/>
                <a:gd name="connsiteY139" fmla="*/ 98172 h 638834"/>
                <a:gd name="connsiteX140" fmla="*/ 371316 w 473586"/>
                <a:gd name="connsiteY140" fmla="*/ 95506 h 638834"/>
                <a:gd name="connsiteX141" fmla="*/ 370649 w 473586"/>
                <a:gd name="connsiteY141" fmla="*/ 99006 h 638834"/>
                <a:gd name="connsiteX142" fmla="*/ 365400 w 473586"/>
                <a:gd name="connsiteY142" fmla="*/ 119670 h 638834"/>
                <a:gd name="connsiteX143" fmla="*/ 370816 w 473586"/>
                <a:gd name="connsiteY143" fmla="*/ 121503 h 638834"/>
                <a:gd name="connsiteX144" fmla="*/ 374399 w 473586"/>
                <a:gd name="connsiteY144" fmla="*/ 86840 h 638834"/>
                <a:gd name="connsiteX145" fmla="*/ 385398 w 473586"/>
                <a:gd name="connsiteY145" fmla="*/ 55343 h 638834"/>
                <a:gd name="connsiteX146" fmla="*/ 430894 w 473586"/>
                <a:gd name="connsiteY146" fmla="*/ 13930 h 638834"/>
                <a:gd name="connsiteX147" fmla="*/ 431810 w 473586"/>
                <a:gd name="connsiteY147" fmla="*/ 13430 h 638834"/>
                <a:gd name="connsiteX148" fmla="*/ 429977 w 473586"/>
                <a:gd name="connsiteY148" fmla="*/ 17679 h 638834"/>
                <a:gd name="connsiteX149" fmla="*/ 419395 w 473586"/>
                <a:gd name="connsiteY149" fmla="*/ 46177 h 638834"/>
                <a:gd name="connsiteX150" fmla="*/ 426478 w 473586"/>
                <a:gd name="connsiteY150" fmla="*/ 51010 h 638834"/>
                <a:gd name="connsiteX151" fmla="*/ 439060 w 473586"/>
                <a:gd name="connsiteY151" fmla="*/ 25429 h 638834"/>
                <a:gd name="connsiteX152" fmla="*/ 458225 w 473586"/>
                <a:gd name="connsiteY152" fmla="*/ 18763 h 638834"/>
                <a:gd name="connsiteX153" fmla="*/ 456225 w 473586"/>
                <a:gd name="connsiteY153" fmla="*/ 24262 h 638834"/>
                <a:gd name="connsiteX154" fmla="*/ 456225 w 473586"/>
                <a:gd name="connsiteY154" fmla="*/ 24262 h 638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Lst>
              <a:rect l="l" t="t" r="r" b="b"/>
              <a:pathLst>
                <a:path w="473586" h="638834">
                  <a:moveTo>
                    <a:pt x="473557" y="13763"/>
                  </a:moveTo>
                  <a:cubicBezTo>
                    <a:pt x="471973" y="-1319"/>
                    <a:pt x="454892" y="7264"/>
                    <a:pt x="442809" y="15430"/>
                  </a:cubicBezTo>
                  <a:cubicBezTo>
                    <a:pt x="443060" y="14680"/>
                    <a:pt x="443309" y="13930"/>
                    <a:pt x="443643" y="13180"/>
                  </a:cubicBezTo>
                  <a:cubicBezTo>
                    <a:pt x="445976" y="7180"/>
                    <a:pt x="446059" y="-985"/>
                    <a:pt x="437143" y="98"/>
                  </a:cubicBezTo>
                  <a:cubicBezTo>
                    <a:pt x="426311" y="1348"/>
                    <a:pt x="413896" y="13930"/>
                    <a:pt x="406813" y="21262"/>
                  </a:cubicBezTo>
                  <a:cubicBezTo>
                    <a:pt x="402230" y="26012"/>
                    <a:pt x="396064" y="31428"/>
                    <a:pt x="390398" y="37178"/>
                  </a:cubicBezTo>
                  <a:cubicBezTo>
                    <a:pt x="390564" y="33928"/>
                    <a:pt x="389981" y="30845"/>
                    <a:pt x="387731" y="28762"/>
                  </a:cubicBezTo>
                  <a:cubicBezTo>
                    <a:pt x="374732" y="16680"/>
                    <a:pt x="347152" y="56009"/>
                    <a:pt x="341819" y="63175"/>
                  </a:cubicBezTo>
                  <a:cubicBezTo>
                    <a:pt x="323070" y="87923"/>
                    <a:pt x="309155" y="115671"/>
                    <a:pt x="292990" y="142085"/>
                  </a:cubicBezTo>
                  <a:cubicBezTo>
                    <a:pt x="285240" y="154834"/>
                    <a:pt x="278241" y="167999"/>
                    <a:pt x="270492" y="180831"/>
                  </a:cubicBezTo>
                  <a:cubicBezTo>
                    <a:pt x="268242" y="184498"/>
                    <a:pt x="265492" y="188581"/>
                    <a:pt x="263159" y="192747"/>
                  </a:cubicBezTo>
                  <a:cubicBezTo>
                    <a:pt x="262326" y="191997"/>
                    <a:pt x="261326" y="191414"/>
                    <a:pt x="260076" y="191164"/>
                  </a:cubicBezTo>
                  <a:cubicBezTo>
                    <a:pt x="247577" y="188331"/>
                    <a:pt x="240328" y="207579"/>
                    <a:pt x="234495" y="215745"/>
                  </a:cubicBezTo>
                  <a:cubicBezTo>
                    <a:pt x="223163" y="231494"/>
                    <a:pt x="213330" y="247825"/>
                    <a:pt x="204914" y="265240"/>
                  </a:cubicBezTo>
                  <a:cubicBezTo>
                    <a:pt x="195415" y="284905"/>
                    <a:pt x="183916" y="303487"/>
                    <a:pt x="172917" y="322319"/>
                  </a:cubicBezTo>
                  <a:cubicBezTo>
                    <a:pt x="165834" y="334568"/>
                    <a:pt x="159252" y="347483"/>
                    <a:pt x="152336" y="359815"/>
                  </a:cubicBezTo>
                  <a:cubicBezTo>
                    <a:pt x="145919" y="364898"/>
                    <a:pt x="139837" y="370231"/>
                    <a:pt x="134004" y="375980"/>
                  </a:cubicBezTo>
                  <a:cubicBezTo>
                    <a:pt x="133504" y="374981"/>
                    <a:pt x="132837" y="374064"/>
                    <a:pt x="131921" y="373481"/>
                  </a:cubicBezTo>
                  <a:cubicBezTo>
                    <a:pt x="129671" y="371814"/>
                    <a:pt x="126838" y="371314"/>
                    <a:pt x="124338" y="372897"/>
                  </a:cubicBezTo>
                  <a:cubicBezTo>
                    <a:pt x="117755" y="377147"/>
                    <a:pt x="114672" y="385563"/>
                    <a:pt x="110256" y="391812"/>
                  </a:cubicBezTo>
                  <a:cubicBezTo>
                    <a:pt x="103923" y="400728"/>
                    <a:pt x="98341" y="410061"/>
                    <a:pt x="92924" y="419477"/>
                  </a:cubicBezTo>
                  <a:cubicBezTo>
                    <a:pt x="81342" y="439975"/>
                    <a:pt x="70760" y="460640"/>
                    <a:pt x="61177" y="482137"/>
                  </a:cubicBezTo>
                  <a:cubicBezTo>
                    <a:pt x="56594" y="492303"/>
                    <a:pt x="52928" y="502636"/>
                    <a:pt x="49262" y="513052"/>
                  </a:cubicBezTo>
                  <a:cubicBezTo>
                    <a:pt x="36096" y="540882"/>
                    <a:pt x="23430" y="568963"/>
                    <a:pt x="8599" y="595877"/>
                  </a:cubicBezTo>
                  <a:cubicBezTo>
                    <a:pt x="1599" y="608709"/>
                    <a:pt x="-6734" y="624375"/>
                    <a:pt x="8848" y="634874"/>
                  </a:cubicBezTo>
                  <a:cubicBezTo>
                    <a:pt x="24097" y="645123"/>
                    <a:pt x="41429" y="633624"/>
                    <a:pt x="51011" y="621458"/>
                  </a:cubicBezTo>
                  <a:cubicBezTo>
                    <a:pt x="65927" y="602543"/>
                    <a:pt x="75676" y="579962"/>
                    <a:pt x="87342" y="559131"/>
                  </a:cubicBezTo>
                  <a:cubicBezTo>
                    <a:pt x="98590" y="539049"/>
                    <a:pt x="110340" y="520884"/>
                    <a:pt x="115922" y="498553"/>
                  </a:cubicBezTo>
                  <a:cubicBezTo>
                    <a:pt x="125671" y="486137"/>
                    <a:pt x="133587" y="471972"/>
                    <a:pt x="143920" y="459973"/>
                  </a:cubicBezTo>
                  <a:cubicBezTo>
                    <a:pt x="156419" y="445474"/>
                    <a:pt x="170084" y="431892"/>
                    <a:pt x="182666" y="417310"/>
                  </a:cubicBezTo>
                  <a:cubicBezTo>
                    <a:pt x="209247" y="386480"/>
                    <a:pt x="232662" y="354149"/>
                    <a:pt x="250827" y="317652"/>
                  </a:cubicBezTo>
                  <a:cubicBezTo>
                    <a:pt x="252410" y="314403"/>
                    <a:pt x="254826" y="309570"/>
                    <a:pt x="255576" y="305154"/>
                  </a:cubicBezTo>
                  <a:cubicBezTo>
                    <a:pt x="283490" y="280822"/>
                    <a:pt x="310822" y="256574"/>
                    <a:pt x="331736" y="225577"/>
                  </a:cubicBezTo>
                  <a:cubicBezTo>
                    <a:pt x="342652" y="209329"/>
                    <a:pt x="354568" y="193830"/>
                    <a:pt x="364233" y="176748"/>
                  </a:cubicBezTo>
                  <a:cubicBezTo>
                    <a:pt x="370150" y="166249"/>
                    <a:pt x="379315" y="150334"/>
                    <a:pt x="376316" y="137919"/>
                  </a:cubicBezTo>
                  <a:cubicBezTo>
                    <a:pt x="376065" y="137002"/>
                    <a:pt x="375482" y="136335"/>
                    <a:pt x="374732" y="135835"/>
                  </a:cubicBezTo>
                  <a:cubicBezTo>
                    <a:pt x="392647" y="123420"/>
                    <a:pt x="407979" y="106921"/>
                    <a:pt x="421061" y="89673"/>
                  </a:cubicBezTo>
                  <a:cubicBezTo>
                    <a:pt x="424311" y="85423"/>
                    <a:pt x="431061" y="78341"/>
                    <a:pt x="432310" y="71841"/>
                  </a:cubicBezTo>
                  <a:cubicBezTo>
                    <a:pt x="432394" y="71675"/>
                    <a:pt x="432560" y="71591"/>
                    <a:pt x="432644" y="71425"/>
                  </a:cubicBezTo>
                  <a:cubicBezTo>
                    <a:pt x="436060" y="66425"/>
                    <a:pt x="441393" y="63425"/>
                    <a:pt x="445309" y="58759"/>
                  </a:cubicBezTo>
                  <a:cubicBezTo>
                    <a:pt x="449892" y="53426"/>
                    <a:pt x="453725" y="47260"/>
                    <a:pt x="457891" y="41677"/>
                  </a:cubicBezTo>
                  <a:cubicBezTo>
                    <a:pt x="461725" y="36511"/>
                    <a:pt x="464724" y="31262"/>
                    <a:pt x="467891" y="25679"/>
                  </a:cubicBezTo>
                  <a:cubicBezTo>
                    <a:pt x="469890" y="22429"/>
                    <a:pt x="473973" y="17929"/>
                    <a:pt x="473557" y="13763"/>
                  </a:cubicBezTo>
                  <a:lnTo>
                    <a:pt x="473557" y="13763"/>
                  </a:lnTo>
                  <a:close/>
                  <a:moveTo>
                    <a:pt x="205081" y="292821"/>
                  </a:moveTo>
                  <a:cubicBezTo>
                    <a:pt x="214830" y="276906"/>
                    <a:pt x="222163" y="259824"/>
                    <a:pt x="232328" y="244159"/>
                  </a:cubicBezTo>
                  <a:cubicBezTo>
                    <a:pt x="237494" y="236326"/>
                    <a:pt x="243078" y="228910"/>
                    <a:pt x="248744" y="221494"/>
                  </a:cubicBezTo>
                  <a:cubicBezTo>
                    <a:pt x="250160" y="219661"/>
                    <a:pt x="253577" y="213162"/>
                    <a:pt x="256576" y="208579"/>
                  </a:cubicBezTo>
                  <a:cubicBezTo>
                    <a:pt x="257826" y="215578"/>
                    <a:pt x="255660" y="225077"/>
                    <a:pt x="255410" y="230744"/>
                  </a:cubicBezTo>
                  <a:cubicBezTo>
                    <a:pt x="255077" y="239993"/>
                    <a:pt x="253910" y="248992"/>
                    <a:pt x="252910" y="258158"/>
                  </a:cubicBezTo>
                  <a:cubicBezTo>
                    <a:pt x="251577" y="270240"/>
                    <a:pt x="248827" y="282072"/>
                    <a:pt x="247161" y="294071"/>
                  </a:cubicBezTo>
                  <a:cubicBezTo>
                    <a:pt x="237078" y="293571"/>
                    <a:pt x="223329" y="308320"/>
                    <a:pt x="217163" y="313153"/>
                  </a:cubicBezTo>
                  <a:cubicBezTo>
                    <a:pt x="203081" y="324152"/>
                    <a:pt x="187916" y="333901"/>
                    <a:pt x="173084" y="344233"/>
                  </a:cubicBezTo>
                  <a:cubicBezTo>
                    <a:pt x="185333" y="327902"/>
                    <a:pt x="195082" y="309236"/>
                    <a:pt x="205081" y="292821"/>
                  </a:cubicBezTo>
                  <a:lnTo>
                    <a:pt x="205081" y="292821"/>
                  </a:lnTo>
                  <a:close/>
                  <a:moveTo>
                    <a:pt x="109923" y="489887"/>
                  </a:moveTo>
                  <a:cubicBezTo>
                    <a:pt x="109339" y="492220"/>
                    <a:pt x="108673" y="494553"/>
                    <a:pt x="108006" y="496803"/>
                  </a:cubicBezTo>
                  <a:cubicBezTo>
                    <a:pt x="107173" y="498386"/>
                    <a:pt x="106423" y="499969"/>
                    <a:pt x="105590" y="501553"/>
                  </a:cubicBezTo>
                  <a:cubicBezTo>
                    <a:pt x="105173" y="502386"/>
                    <a:pt x="105173" y="503219"/>
                    <a:pt x="105507" y="503886"/>
                  </a:cubicBezTo>
                  <a:cubicBezTo>
                    <a:pt x="100424" y="516718"/>
                    <a:pt x="93175" y="528050"/>
                    <a:pt x="85008" y="539966"/>
                  </a:cubicBezTo>
                  <a:cubicBezTo>
                    <a:pt x="74593" y="555131"/>
                    <a:pt x="66010" y="571546"/>
                    <a:pt x="56678" y="587378"/>
                  </a:cubicBezTo>
                  <a:cubicBezTo>
                    <a:pt x="51678" y="595794"/>
                    <a:pt x="46762" y="604293"/>
                    <a:pt x="40846" y="612126"/>
                  </a:cubicBezTo>
                  <a:cubicBezTo>
                    <a:pt x="38012" y="615792"/>
                    <a:pt x="35013" y="619875"/>
                    <a:pt x="31097" y="622542"/>
                  </a:cubicBezTo>
                  <a:cubicBezTo>
                    <a:pt x="25764" y="627625"/>
                    <a:pt x="21431" y="626208"/>
                    <a:pt x="18181" y="618459"/>
                  </a:cubicBezTo>
                  <a:cubicBezTo>
                    <a:pt x="11515" y="616209"/>
                    <a:pt x="9515" y="613293"/>
                    <a:pt x="12015" y="609626"/>
                  </a:cubicBezTo>
                  <a:cubicBezTo>
                    <a:pt x="12015" y="609209"/>
                    <a:pt x="12098" y="608793"/>
                    <a:pt x="12182" y="608459"/>
                  </a:cubicBezTo>
                  <a:cubicBezTo>
                    <a:pt x="23597" y="589545"/>
                    <a:pt x="34596" y="570463"/>
                    <a:pt x="43845" y="550298"/>
                  </a:cubicBezTo>
                  <a:cubicBezTo>
                    <a:pt x="48178" y="540882"/>
                    <a:pt x="51761" y="531300"/>
                    <a:pt x="55428" y="521634"/>
                  </a:cubicBezTo>
                  <a:cubicBezTo>
                    <a:pt x="57844" y="515718"/>
                    <a:pt x="60177" y="509802"/>
                    <a:pt x="62510" y="503802"/>
                  </a:cubicBezTo>
                  <a:cubicBezTo>
                    <a:pt x="64093" y="500052"/>
                    <a:pt x="65760" y="496303"/>
                    <a:pt x="67510" y="492637"/>
                  </a:cubicBezTo>
                  <a:cubicBezTo>
                    <a:pt x="77176" y="472888"/>
                    <a:pt x="87342" y="453640"/>
                    <a:pt x="98257" y="434559"/>
                  </a:cubicBezTo>
                  <a:cubicBezTo>
                    <a:pt x="103757" y="424976"/>
                    <a:pt x="109339" y="415560"/>
                    <a:pt x="115589" y="406478"/>
                  </a:cubicBezTo>
                  <a:cubicBezTo>
                    <a:pt x="118589" y="402061"/>
                    <a:pt x="122172" y="397978"/>
                    <a:pt x="125005" y="393562"/>
                  </a:cubicBezTo>
                  <a:cubicBezTo>
                    <a:pt x="125088" y="393396"/>
                    <a:pt x="125255" y="393146"/>
                    <a:pt x="125338" y="392979"/>
                  </a:cubicBezTo>
                  <a:cubicBezTo>
                    <a:pt x="125588" y="392896"/>
                    <a:pt x="125755" y="392812"/>
                    <a:pt x="126004" y="392646"/>
                  </a:cubicBezTo>
                  <a:cubicBezTo>
                    <a:pt x="126171" y="392562"/>
                    <a:pt x="126255" y="392479"/>
                    <a:pt x="126421" y="392312"/>
                  </a:cubicBezTo>
                  <a:cubicBezTo>
                    <a:pt x="126088" y="405894"/>
                    <a:pt x="122172" y="430226"/>
                    <a:pt x="121755" y="432975"/>
                  </a:cubicBezTo>
                  <a:cubicBezTo>
                    <a:pt x="119005" y="452057"/>
                    <a:pt x="114506" y="471138"/>
                    <a:pt x="109923" y="489887"/>
                  </a:cubicBezTo>
                  <a:lnTo>
                    <a:pt x="109923" y="489887"/>
                  </a:lnTo>
                  <a:close/>
                  <a:moveTo>
                    <a:pt x="242161" y="314569"/>
                  </a:moveTo>
                  <a:cubicBezTo>
                    <a:pt x="239328" y="319402"/>
                    <a:pt x="237745" y="326152"/>
                    <a:pt x="235078" y="331485"/>
                  </a:cubicBezTo>
                  <a:cubicBezTo>
                    <a:pt x="231162" y="339234"/>
                    <a:pt x="226579" y="346316"/>
                    <a:pt x="221746" y="353566"/>
                  </a:cubicBezTo>
                  <a:cubicBezTo>
                    <a:pt x="212414" y="367731"/>
                    <a:pt x="200331" y="379147"/>
                    <a:pt x="189999" y="392562"/>
                  </a:cubicBezTo>
                  <a:cubicBezTo>
                    <a:pt x="180583" y="404895"/>
                    <a:pt x="169917" y="416727"/>
                    <a:pt x="159418" y="428143"/>
                  </a:cubicBezTo>
                  <a:cubicBezTo>
                    <a:pt x="148253" y="440225"/>
                    <a:pt x="136504" y="451307"/>
                    <a:pt x="126255" y="464306"/>
                  </a:cubicBezTo>
                  <a:cubicBezTo>
                    <a:pt x="124505" y="466472"/>
                    <a:pt x="123005" y="468805"/>
                    <a:pt x="121505" y="471055"/>
                  </a:cubicBezTo>
                  <a:cubicBezTo>
                    <a:pt x="125088" y="452723"/>
                    <a:pt x="128171" y="434225"/>
                    <a:pt x="130088" y="415727"/>
                  </a:cubicBezTo>
                  <a:cubicBezTo>
                    <a:pt x="130671" y="409727"/>
                    <a:pt x="135004" y="396145"/>
                    <a:pt x="135420" y="385729"/>
                  </a:cubicBezTo>
                  <a:cubicBezTo>
                    <a:pt x="158835" y="369064"/>
                    <a:pt x="183083" y="353816"/>
                    <a:pt x="206914" y="337567"/>
                  </a:cubicBezTo>
                  <a:cubicBezTo>
                    <a:pt x="219496" y="328985"/>
                    <a:pt x="231579" y="319652"/>
                    <a:pt x="243994" y="310736"/>
                  </a:cubicBezTo>
                  <a:cubicBezTo>
                    <a:pt x="244661" y="310236"/>
                    <a:pt x="245077" y="309986"/>
                    <a:pt x="245410" y="309820"/>
                  </a:cubicBezTo>
                  <a:cubicBezTo>
                    <a:pt x="245494" y="309903"/>
                    <a:pt x="245661" y="309986"/>
                    <a:pt x="245744" y="309986"/>
                  </a:cubicBezTo>
                  <a:cubicBezTo>
                    <a:pt x="245161" y="310903"/>
                    <a:pt x="242911" y="313320"/>
                    <a:pt x="242161" y="314569"/>
                  </a:cubicBezTo>
                  <a:lnTo>
                    <a:pt x="242161" y="314569"/>
                  </a:lnTo>
                  <a:close/>
                  <a:moveTo>
                    <a:pt x="347318" y="187581"/>
                  </a:moveTo>
                  <a:cubicBezTo>
                    <a:pt x="337485" y="202080"/>
                    <a:pt x="326487" y="216412"/>
                    <a:pt x="315238" y="229827"/>
                  </a:cubicBezTo>
                  <a:cubicBezTo>
                    <a:pt x="304155" y="243159"/>
                    <a:pt x="292573" y="256324"/>
                    <a:pt x="280658" y="268990"/>
                  </a:cubicBezTo>
                  <a:cubicBezTo>
                    <a:pt x="274908" y="275073"/>
                    <a:pt x="270325" y="282072"/>
                    <a:pt x="264242" y="287822"/>
                  </a:cubicBezTo>
                  <a:cubicBezTo>
                    <a:pt x="261576" y="290322"/>
                    <a:pt x="258660" y="292738"/>
                    <a:pt x="255826" y="294988"/>
                  </a:cubicBezTo>
                  <a:cubicBezTo>
                    <a:pt x="258409" y="280739"/>
                    <a:pt x="259909" y="266157"/>
                    <a:pt x="261826" y="251908"/>
                  </a:cubicBezTo>
                  <a:cubicBezTo>
                    <a:pt x="263242" y="241659"/>
                    <a:pt x="265325" y="230244"/>
                    <a:pt x="266159" y="219078"/>
                  </a:cubicBezTo>
                  <a:cubicBezTo>
                    <a:pt x="281907" y="207329"/>
                    <a:pt x="298989" y="196747"/>
                    <a:pt x="314988" y="185248"/>
                  </a:cubicBezTo>
                  <a:cubicBezTo>
                    <a:pt x="323987" y="178748"/>
                    <a:pt x="333153" y="172666"/>
                    <a:pt x="341902" y="165916"/>
                  </a:cubicBezTo>
                  <a:cubicBezTo>
                    <a:pt x="350568" y="159417"/>
                    <a:pt x="359317" y="151167"/>
                    <a:pt x="368899" y="145668"/>
                  </a:cubicBezTo>
                  <a:cubicBezTo>
                    <a:pt x="368483" y="159500"/>
                    <a:pt x="353401" y="178582"/>
                    <a:pt x="347318" y="187581"/>
                  </a:cubicBezTo>
                  <a:lnTo>
                    <a:pt x="347318" y="187581"/>
                  </a:lnTo>
                  <a:close/>
                  <a:moveTo>
                    <a:pt x="456225" y="24262"/>
                  </a:moveTo>
                  <a:cubicBezTo>
                    <a:pt x="453309" y="29928"/>
                    <a:pt x="449392" y="34928"/>
                    <a:pt x="445726" y="40177"/>
                  </a:cubicBezTo>
                  <a:cubicBezTo>
                    <a:pt x="441893" y="45677"/>
                    <a:pt x="438393" y="51510"/>
                    <a:pt x="433394" y="56009"/>
                  </a:cubicBezTo>
                  <a:cubicBezTo>
                    <a:pt x="431061" y="58092"/>
                    <a:pt x="429061" y="59759"/>
                    <a:pt x="427394" y="61759"/>
                  </a:cubicBezTo>
                  <a:cubicBezTo>
                    <a:pt x="426644" y="61425"/>
                    <a:pt x="425811" y="61259"/>
                    <a:pt x="424895" y="61176"/>
                  </a:cubicBezTo>
                  <a:cubicBezTo>
                    <a:pt x="418645" y="54593"/>
                    <a:pt x="405646" y="65008"/>
                    <a:pt x="400313" y="68841"/>
                  </a:cubicBezTo>
                  <a:cubicBezTo>
                    <a:pt x="395231" y="72508"/>
                    <a:pt x="383065" y="78674"/>
                    <a:pt x="384648" y="86340"/>
                  </a:cubicBezTo>
                  <a:cubicBezTo>
                    <a:pt x="384898" y="87590"/>
                    <a:pt x="386731" y="87840"/>
                    <a:pt x="387481" y="86923"/>
                  </a:cubicBezTo>
                  <a:cubicBezTo>
                    <a:pt x="389148" y="84923"/>
                    <a:pt x="393981" y="83924"/>
                    <a:pt x="396231" y="82840"/>
                  </a:cubicBezTo>
                  <a:cubicBezTo>
                    <a:pt x="399897" y="81090"/>
                    <a:pt x="403480" y="79007"/>
                    <a:pt x="406979" y="77007"/>
                  </a:cubicBezTo>
                  <a:cubicBezTo>
                    <a:pt x="410646" y="74924"/>
                    <a:pt x="414229" y="72675"/>
                    <a:pt x="418062" y="70841"/>
                  </a:cubicBezTo>
                  <a:cubicBezTo>
                    <a:pt x="421395" y="70758"/>
                    <a:pt x="419811" y="71758"/>
                    <a:pt x="418228" y="75091"/>
                  </a:cubicBezTo>
                  <a:cubicBezTo>
                    <a:pt x="416645" y="78507"/>
                    <a:pt x="412396" y="82840"/>
                    <a:pt x="409979" y="85673"/>
                  </a:cubicBezTo>
                  <a:cubicBezTo>
                    <a:pt x="403980" y="92673"/>
                    <a:pt x="397980" y="99839"/>
                    <a:pt x="391647" y="106588"/>
                  </a:cubicBezTo>
                  <a:cubicBezTo>
                    <a:pt x="380982" y="117920"/>
                    <a:pt x="369566" y="128503"/>
                    <a:pt x="358734" y="139668"/>
                  </a:cubicBezTo>
                  <a:cubicBezTo>
                    <a:pt x="340319" y="148001"/>
                    <a:pt x="323737" y="163333"/>
                    <a:pt x="308155" y="174915"/>
                  </a:cubicBezTo>
                  <a:cubicBezTo>
                    <a:pt x="294239" y="185248"/>
                    <a:pt x="278074" y="195580"/>
                    <a:pt x="266409" y="208912"/>
                  </a:cubicBezTo>
                  <a:cubicBezTo>
                    <a:pt x="266409" y="207746"/>
                    <a:pt x="266325" y="206579"/>
                    <a:pt x="266242" y="205412"/>
                  </a:cubicBezTo>
                  <a:cubicBezTo>
                    <a:pt x="276658" y="197746"/>
                    <a:pt x="285907" y="182081"/>
                    <a:pt x="291990" y="173082"/>
                  </a:cubicBezTo>
                  <a:cubicBezTo>
                    <a:pt x="304822" y="153917"/>
                    <a:pt x="318071" y="133252"/>
                    <a:pt x="328736" y="112754"/>
                  </a:cubicBezTo>
                  <a:cubicBezTo>
                    <a:pt x="340402" y="90256"/>
                    <a:pt x="353984" y="68258"/>
                    <a:pt x="370399" y="48927"/>
                  </a:cubicBezTo>
                  <a:cubicBezTo>
                    <a:pt x="371733" y="47343"/>
                    <a:pt x="377149" y="39177"/>
                    <a:pt x="379482" y="39011"/>
                  </a:cubicBezTo>
                  <a:cubicBezTo>
                    <a:pt x="383815" y="38761"/>
                    <a:pt x="380565" y="47343"/>
                    <a:pt x="378648" y="52093"/>
                  </a:cubicBezTo>
                  <a:cubicBezTo>
                    <a:pt x="377315" y="54426"/>
                    <a:pt x="376316" y="56759"/>
                    <a:pt x="375649" y="59176"/>
                  </a:cubicBezTo>
                  <a:cubicBezTo>
                    <a:pt x="375482" y="59759"/>
                    <a:pt x="375565" y="60176"/>
                    <a:pt x="375732" y="60592"/>
                  </a:cubicBezTo>
                  <a:cubicBezTo>
                    <a:pt x="372733" y="69925"/>
                    <a:pt x="369983" y="79340"/>
                    <a:pt x="367233" y="88756"/>
                  </a:cubicBezTo>
                  <a:cubicBezTo>
                    <a:pt x="360317" y="91839"/>
                    <a:pt x="354901" y="97922"/>
                    <a:pt x="349568" y="103088"/>
                  </a:cubicBezTo>
                  <a:cubicBezTo>
                    <a:pt x="343485" y="108921"/>
                    <a:pt x="334986" y="115004"/>
                    <a:pt x="331570" y="122920"/>
                  </a:cubicBezTo>
                  <a:cubicBezTo>
                    <a:pt x="330736" y="124920"/>
                    <a:pt x="332986" y="126420"/>
                    <a:pt x="334486" y="125503"/>
                  </a:cubicBezTo>
                  <a:lnTo>
                    <a:pt x="334486" y="125503"/>
                  </a:lnTo>
                  <a:cubicBezTo>
                    <a:pt x="336652" y="123920"/>
                    <a:pt x="339486" y="122920"/>
                    <a:pt x="341735" y="121337"/>
                  </a:cubicBezTo>
                  <a:cubicBezTo>
                    <a:pt x="344568" y="119337"/>
                    <a:pt x="347152" y="117004"/>
                    <a:pt x="349818" y="114837"/>
                  </a:cubicBezTo>
                  <a:cubicBezTo>
                    <a:pt x="353984" y="111504"/>
                    <a:pt x="357984" y="108088"/>
                    <a:pt x="361983" y="104505"/>
                  </a:cubicBezTo>
                  <a:cubicBezTo>
                    <a:pt x="364733" y="102089"/>
                    <a:pt x="367566" y="100255"/>
                    <a:pt x="370566" y="98172"/>
                  </a:cubicBezTo>
                  <a:cubicBezTo>
                    <a:pt x="370816" y="97255"/>
                    <a:pt x="371066" y="96422"/>
                    <a:pt x="371316" y="95506"/>
                  </a:cubicBezTo>
                  <a:cubicBezTo>
                    <a:pt x="371149" y="96672"/>
                    <a:pt x="370899" y="97839"/>
                    <a:pt x="370649" y="99006"/>
                  </a:cubicBezTo>
                  <a:cubicBezTo>
                    <a:pt x="369066" y="106005"/>
                    <a:pt x="365566" y="112421"/>
                    <a:pt x="365400" y="119670"/>
                  </a:cubicBezTo>
                  <a:cubicBezTo>
                    <a:pt x="365316" y="122420"/>
                    <a:pt x="369066" y="123337"/>
                    <a:pt x="370816" y="121503"/>
                  </a:cubicBezTo>
                  <a:cubicBezTo>
                    <a:pt x="375816" y="116171"/>
                    <a:pt x="387898" y="87090"/>
                    <a:pt x="374399" y="86840"/>
                  </a:cubicBezTo>
                  <a:cubicBezTo>
                    <a:pt x="378148" y="76424"/>
                    <a:pt x="381815" y="65842"/>
                    <a:pt x="385398" y="55343"/>
                  </a:cubicBezTo>
                  <a:cubicBezTo>
                    <a:pt x="399813" y="40927"/>
                    <a:pt x="413479" y="23762"/>
                    <a:pt x="430894" y="13930"/>
                  </a:cubicBezTo>
                  <a:cubicBezTo>
                    <a:pt x="430810" y="14013"/>
                    <a:pt x="431144" y="13763"/>
                    <a:pt x="431810" y="13430"/>
                  </a:cubicBezTo>
                  <a:cubicBezTo>
                    <a:pt x="430894" y="15430"/>
                    <a:pt x="430144" y="17263"/>
                    <a:pt x="429977" y="17679"/>
                  </a:cubicBezTo>
                  <a:cubicBezTo>
                    <a:pt x="425644" y="27095"/>
                    <a:pt x="423394" y="36761"/>
                    <a:pt x="419395" y="46177"/>
                  </a:cubicBezTo>
                  <a:cubicBezTo>
                    <a:pt x="417562" y="50510"/>
                    <a:pt x="423145" y="54926"/>
                    <a:pt x="426478" y="51010"/>
                  </a:cubicBezTo>
                  <a:cubicBezTo>
                    <a:pt x="432560" y="43927"/>
                    <a:pt x="435977" y="34678"/>
                    <a:pt x="439060" y="25429"/>
                  </a:cubicBezTo>
                  <a:cubicBezTo>
                    <a:pt x="445559" y="23929"/>
                    <a:pt x="451725" y="20512"/>
                    <a:pt x="458225" y="18763"/>
                  </a:cubicBezTo>
                  <a:cubicBezTo>
                    <a:pt x="457642" y="20846"/>
                    <a:pt x="456891" y="23012"/>
                    <a:pt x="456225" y="24262"/>
                  </a:cubicBezTo>
                  <a:lnTo>
                    <a:pt x="456225" y="24262"/>
                  </a:lnTo>
                  <a:close/>
                </a:path>
              </a:pathLst>
            </a:custGeom>
            <a:grpFill/>
            <a:ln w="8332" cap="flat">
              <a:noFill/>
              <a:prstDash val="solid"/>
              <a:miter/>
            </a:ln>
          </p:spPr>
          <p:txBody>
            <a:bodyPr rtlCol="0" anchor="ctr"/>
            <a:lstStyle/>
            <a:p>
              <a:endParaRPr lang="en-US"/>
            </a:p>
          </p:txBody>
        </p:sp>
        <p:sp>
          <p:nvSpPr>
            <p:cNvPr id="1767" name="Freeform: Shape 1766"/>
            <p:cNvSpPr/>
            <p:nvPr/>
          </p:nvSpPr>
          <p:spPr>
            <a:xfrm>
              <a:off x="3497019" y="1713781"/>
              <a:ext cx="637827" cy="484662"/>
            </a:xfrm>
            <a:custGeom>
              <a:avLst/>
              <a:gdLst>
                <a:gd name="connsiteX0" fmla="*/ 615798 w 637827"/>
                <a:gd name="connsiteY0" fmla="*/ 100233 h 484662"/>
                <a:gd name="connsiteX1" fmla="*/ 593633 w 637827"/>
                <a:gd name="connsiteY1" fmla="*/ 46571 h 484662"/>
                <a:gd name="connsiteX2" fmla="*/ 580801 w 637827"/>
                <a:gd name="connsiteY2" fmla="*/ 17740 h 484662"/>
                <a:gd name="connsiteX3" fmla="*/ 573718 w 637827"/>
                <a:gd name="connsiteY3" fmla="*/ 3408 h 484662"/>
                <a:gd name="connsiteX4" fmla="*/ 535972 w 637827"/>
                <a:gd name="connsiteY4" fmla="*/ 8574 h 484662"/>
                <a:gd name="connsiteX5" fmla="*/ 478394 w 637827"/>
                <a:gd name="connsiteY5" fmla="*/ 28323 h 484662"/>
                <a:gd name="connsiteX6" fmla="*/ 393318 w 637827"/>
                <a:gd name="connsiteY6" fmla="*/ 57570 h 484662"/>
                <a:gd name="connsiteX7" fmla="*/ 344322 w 637827"/>
                <a:gd name="connsiteY7" fmla="*/ 73735 h 484662"/>
                <a:gd name="connsiteX8" fmla="*/ 128842 w 637827"/>
                <a:gd name="connsiteY8" fmla="*/ 154811 h 484662"/>
                <a:gd name="connsiteX9" fmla="*/ 31684 w 637827"/>
                <a:gd name="connsiteY9" fmla="*/ 196807 h 484662"/>
                <a:gd name="connsiteX10" fmla="*/ 3020 w 637827"/>
                <a:gd name="connsiteY10" fmla="*/ 220389 h 484662"/>
                <a:gd name="connsiteX11" fmla="*/ 3270 w 637827"/>
                <a:gd name="connsiteY11" fmla="*/ 259635 h 484662"/>
                <a:gd name="connsiteX12" fmla="*/ 107927 w 637827"/>
                <a:gd name="connsiteY12" fmla="*/ 411621 h 484662"/>
                <a:gd name="connsiteX13" fmla="*/ 309742 w 637827"/>
                <a:gd name="connsiteY13" fmla="*/ 482032 h 484662"/>
                <a:gd name="connsiteX14" fmla="*/ 508974 w 637827"/>
                <a:gd name="connsiteY14" fmla="*/ 443535 h 484662"/>
                <a:gd name="connsiteX15" fmla="*/ 622964 w 637827"/>
                <a:gd name="connsiteY15" fmla="*/ 295715 h 484662"/>
                <a:gd name="connsiteX16" fmla="*/ 615798 w 637827"/>
                <a:gd name="connsiteY16" fmla="*/ 100233 h 484662"/>
                <a:gd name="connsiteX17" fmla="*/ 615798 w 637827"/>
                <a:gd name="connsiteY17" fmla="*/ 100233 h 484662"/>
                <a:gd name="connsiteX18" fmla="*/ 138174 w 637827"/>
                <a:gd name="connsiteY18" fmla="*/ 167977 h 484662"/>
                <a:gd name="connsiteX19" fmla="*/ 347655 w 637827"/>
                <a:gd name="connsiteY19" fmla="*/ 86317 h 484662"/>
                <a:gd name="connsiteX20" fmla="*/ 373153 w 637827"/>
                <a:gd name="connsiteY20" fmla="*/ 77318 h 484662"/>
                <a:gd name="connsiteX21" fmla="*/ 437480 w 637827"/>
                <a:gd name="connsiteY21" fmla="*/ 55653 h 484662"/>
                <a:gd name="connsiteX22" fmla="*/ 518057 w 637827"/>
                <a:gd name="connsiteY22" fmla="*/ 29906 h 484662"/>
                <a:gd name="connsiteX23" fmla="*/ 550887 w 637827"/>
                <a:gd name="connsiteY23" fmla="*/ 97316 h 484662"/>
                <a:gd name="connsiteX24" fmla="*/ 568302 w 637827"/>
                <a:gd name="connsiteY24" fmla="*/ 181476 h 484662"/>
                <a:gd name="connsiteX25" fmla="*/ 501641 w 637827"/>
                <a:gd name="connsiteY25" fmla="*/ 334045 h 484662"/>
                <a:gd name="connsiteX26" fmla="*/ 335906 w 637827"/>
                <a:gd name="connsiteY26" fmla="*/ 383291 h 484662"/>
                <a:gd name="connsiteX27" fmla="*/ 187337 w 637827"/>
                <a:gd name="connsiteY27" fmla="*/ 320963 h 484662"/>
                <a:gd name="connsiteX28" fmla="*/ 117843 w 637827"/>
                <a:gd name="connsiteY28" fmla="*/ 254469 h 484662"/>
                <a:gd name="connsiteX29" fmla="*/ 75180 w 637827"/>
                <a:gd name="connsiteY29" fmla="*/ 194058 h 484662"/>
                <a:gd name="connsiteX30" fmla="*/ 138174 w 637827"/>
                <a:gd name="connsiteY30" fmla="*/ 167977 h 484662"/>
                <a:gd name="connsiteX31" fmla="*/ 138174 w 637827"/>
                <a:gd name="connsiteY31" fmla="*/ 167977 h 484662"/>
                <a:gd name="connsiteX32" fmla="*/ 349822 w 637827"/>
                <a:gd name="connsiteY32" fmla="*/ 471033 h 484662"/>
                <a:gd name="connsiteX33" fmla="*/ 250414 w 637827"/>
                <a:gd name="connsiteY33" fmla="*/ 456617 h 484662"/>
                <a:gd name="connsiteX34" fmla="*/ 153173 w 637827"/>
                <a:gd name="connsiteY34" fmla="*/ 422620 h 484662"/>
                <a:gd name="connsiteX35" fmla="*/ 27101 w 637827"/>
                <a:gd name="connsiteY35" fmla="*/ 288799 h 484662"/>
                <a:gd name="connsiteX36" fmla="*/ 18102 w 637827"/>
                <a:gd name="connsiteY36" fmla="*/ 248386 h 484662"/>
                <a:gd name="connsiteX37" fmla="*/ 19435 w 637827"/>
                <a:gd name="connsiteY37" fmla="*/ 227055 h 484662"/>
                <a:gd name="connsiteX38" fmla="*/ 48266 w 637827"/>
                <a:gd name="connsiteY38" fmla="*/ 269801 h 484662"/>
                <a:gd name="connsiteX39" fmla="*/ 92845 w 637827"/>
                <a:gd name="connsiteY39" fmla="*/ 325962 h 484662"/>
                <a:gd name="connsiteX40" fmla="*/ 155672 w 637827"/>
                <a:gd name="connsiteY40" fmla="*/ 373875 h 484662"/>
                <a:gd name="connsiteX41" fmla="*/ 217417 w 637827"/>
                <a:gd name="connsiteY41" fmla="*/ 413871 h 484662"/>
                <a:gd name="connsiteX42" fmla="*/ 349655 w 637827"/>
                <a:gd name="connsiteY42" fmla="*/ 461367 h 484662"/>
                <a:gd name="connsiteX43" fmla="*/ 429981 w 637827"/>
                <a:gd name="connsiteY43" fmla="*/ 460867 h 484662"/>
                <a:gd name="connsiteX44" fmla="*/ 435064 w 637827"/>
                <a:gd name="connsiteY44" fmla="*/ 460284 h 484662"/>
                <a:gd name="connsiteX45" fmla="*/ 349822 w 637827"/>
                <a:gd name="connsiteY45" fmla="*/ 471033 h 484662"/>
                <a:gd name="connsiteX46" fmla="*/ 349822 w 637827"/>
                <a:gd name="connsiteY46" fmla="*/ 471033 h 484662"/>
                <a:gd name="connsiteX47" fmla="*/ 619131 w 637827"/>
                <a:gd name="connsiteY47" fmla="*/ 247219 h 484662"/>
                <a:gd name="connsiteX48" fmla="*/ 532889 w 637827"/>
                <a:gd name="connsiteY48" fmla="*/ 407872 h 484662"/>
                <a:gd name="connsiteX49" fmla="*/ 489059 w 637827"/>
                <a:gd name="connsiteY49" fmla="*/ 438619 h 484662"/>
                <a:gd name="connsiteX50" fmla="*/ 341156 w 637827"/>
                <a:gd name="connsiteY50" fmla="*/ 445952 h 484662"/>
                <a:gd name="connsiteX51" fmla="*/ 215751 w 637827"/>
                <a:gd name="connsiteY51" fmla="*/ 396206 h 484662"/>
                <a:gd name="connsiteX52" fmla="*/ 98511 w 637827"/>
                <a:gd name="connsiteY52" fmla="*/ 313047 h 484662"/>
                <a:gd name="connsiteX53" fmla="*/ 24934 w 637827"/>
                <a:gd name="connsiteY53" fmla="*/ 220722 h 484662"/>
                <a:gd name="connsiteX54" fmla="*/ 44933 w 637827"/>
                <a:gd name="connsiteY54" fmla="*/ 209056 h 484662"/>
                <a:gd name="connsiteX55" fmla="*/ 71680 w 637827"/>
                <a:gd name="connsiteY55" fmla="*/ 195891 h 484662"/>
                <a:gd name="connsiteX56" fmla="*/ 107927 w 637827"/>
                <a:gd name="connsiteY56" fmla="*/ 254219 h 484662"/>
                <a:gd name="connsiteX57" fmla="*/ 171254 w 637827"/>
                <a:gd name="connsiteY57" fmla="*/ 320713 h 484662"/>
                <a:gd name="connsiteX58" fmla="*/ 325241 w 637827"/>
                <a:gd name="connsiteY58" fmla="*/ 393956 h 484662"/>
                <a:gd name="connsiteX59" fmla="*/ 503141 w 637827"/>
                <a:gd name="connsiteY59" fmla="*/ 348377 h 484662"/>
                <a:gd name="connsiteX60" fmla="*/ 579551 w 637827"/>
                <a:gd name="connsiteY60" fmla="*/ 198557 h 484662"/>
                <a:gd name="connsiteX61" fmla="*/ 562886 w 637827"/>
                <a:gd name="connsiteY61" fmla="*/ 97233 h 484662"/>
                <a:gd name="connsiteX62" fmla="*/ 530139 w 637827"/>
                <a:gd name="connsiteY62" fmla="*/ 26156 h 484662"/>
                <a:gd name="connsiteX63" fmla="*/ 564469 w 637827"/>
                <a:gd name="connsiteY63" fmla="*/ 19823 h 484662"/>
                <a:gd name="connsiteX64" fmla="*/ 571552 w 637827"/>
                <a:gd name="connsiteY64" fmla="*/ 38488 h 484662"/>
                <a:gd name="connsiteX65" fmla="*/ 583134 w 637827"/>
                <a:gd name="connsiteY65" fmla="*/ 62820 h 484662"/>
                <a:gd name="connsiteX66" fmla="*/ 619131 w 637827"/>
                <a:gd name="connsiteY66" fmla="*/ 247219 h 484662"/>
                <a:gd name="connsiteX67" fmla="*/ 619131 w 637827"/>
                <a:gd name="connsiteY67" fmla="*/ 247219 h 484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637827" h="484662">
                  <a:moveTo>
                    <a:pt x="615798" y="100233"/>
                  </a:moveTo>
                  <a:cubicBezTo>
                    <a:pt x="608465" y="82401"/>
                    <a:pt x="601883" y="63986"/>
                    <a:pt x="593633" y="46571"/>
                  </a:cubicBezTo>
                  <a:cubicBezTo>
                    <a:pt x="589050" y="36905"/>
                    <a:pt x="584467" y="27823"/>
                    <a:pt x="580801" y="17740"/>
                  </a:cubicBezTo>
                  <a:cubicBezTo>
                    <a:pt x="579134" y="13157"/>
                    <a:pt x="577468" y="6825"/>
                    <a:pt x="573718" y="3408"/>
                  </a:cubicBezTo>
                  <a:cubicBezTo>
                    <a:pt x="564303" y="-5424"/>
                    <a:pt x="545804" y="5325"/>
                    <a:pt x="535972" y="8574"/>
                  </a:cubicBezTo>
                  <a:cubicBezTo>
                    <a:pt x="516723" y="14991"/>
                    <a:pt x="497559" y="21823"/>
                    <a:pt x="478394" y="28323"/>
                  </a:cubicBezTo>
                  <a:cubicBezTo>
                    <a:pt x="450063" y="37905"/>
                    <a:pt x="421649" y="47571"/>
                    <a:pt x="393318" y="57570"/>
                  </a:cubicBezTo>
                  <a:cubicBezTo>
                    <a:pt x="376986" y="62820"/>
                    <a:pt x="360654" y="68236"/>
                    <a:pt x="344322" y="73735"/>
                  </a:cubicBezTo>
                  <a:cubicBezTo>
                    <a:pt x="271496" y="98233"/>
                    <a:pt x="200502" y="127397"/>
                    <a:pt x="128842" y="154811"/>
                  </a:cubicBezTo>
                  <a:cubicBezTo>
                    <a:pt x="96011" y="167393"/>
                    <a:pt x="62848" y="180226"/>
                    <a:pt x="31684" y="196807"/>
                  </a:cubicBezTo>
                  <a:cubicBezTo>
                    <a:pt x="20102" y="202973"/>
                    <a:pt x="8352" y="207807"/>
                    <a:pt x="3020" y="220389"/>
                  </a:cubicBezTo>
                  <a:cubicBezTo>
                    <a:pt x="-2563" y="233471"/>
                    <a:pt x="853" y="246220"/>
                    <a:pt x="3270" y="259635"/>
                  </a:cubicBezTo>
                  <a:cubicBezTo>
                    <a:pt x="14685" y="321796"/>
                    <a:pt x="54932" y="377958"/>
                    <a:pt x="107927" y="411621"/>
                  </a:cubicBezTo>
                  <a:cubicBezTo>
                    <a:pt x="168838" y="450368"/>
                    <a:pt x="237998" y="473449"/>
                    <a:pt x="309742" y="482032"/>
                  </a:cubicBezTo>
                  <a:cubicBezTo>
                    <a:pt x="379986" y="490448"/>
                    <a:pt x="447480" y="478949"/>
                    <a:pt x="508974" y="443535"/>
                  </a:cubicBezTo>
                  <a:cubicBezTo>
                    <a:pt x="563636" y="412038"/>
                    <a:pt x="602549" y="354293"/>
                    <a:pt x="622964" y="295715"/>
                  </a:cubicBezTo>
                  <a:cubicBezTo>
                    <a:pt x="645545" y="230971"/>
                    <a:pt x="641796" y="163561"/>
                    <a:pt x="615798" y="100233"/>
                  </a:cubicBezTo>
                  <a:lnTo>
                    <a:pt x="615798" y="100233"/>
                  </a:lnTo>
                  <a:close/>
                  <a:moveTo>
                    <a:pt x="138174" y="167977"/>
                  </a:moveTo>
                  <a:cubicBezTo>
                    <a:pt x="207918" y="140396"/>
                    <a:pt x="276912" y="110982"/>
                    <a:pt x="347655" y="86317"/>
                  </a:cubicBezTo>
                  <a:cubicBezTo>
                    <a:pt x="356154" y="83318"/>
                    <a:pt x="364654" y="80318"/>
                    <a:pt x="373153" y="77318"/>
                  </a:cubicBezTo>
                  <a:cubicBezTo>
                    <a:pt x="394568" y="69902"/>
                    <a:pt x="415983" y="62570"/>
                    <a:pt x="437480" y="55653"/>
                  </a:cubicBezTo>
                  <a:cubicBezTo>
                    <a:pt x="464312" y="46988"/>
                    <a:pt x="491142" y="38238"/>
                    <a:pt x="518057" y="29906"/>
                  </a:cubicBezTo>
                  <a:cubicBezTo>
                    <a:pt x="536972" y="46238"/>
                    <a:pt x="544554" y="74235"/>
                    <a:pt x="550887" y="97316"/>
                  </a:cubicBezTo>
                  <a:cubicBezTo>
                    <a:pt x="558470" y="125064"/>
                    <a:pt x="568635" y="152395"/>
                    <a:pt x="568302" y="181476"/>
                  </a:cubicBezTo>
                  <a:cubicBezTo>
                    <a:pt x="567802" y="237804"/>
                    <a:pt x="545638" y="297298"/>
                    <a:pt x="501641" y="334045"/>
                  </a:cubicBezTo>
                  <a:cubicBezTo>
                    <a:pt x="457062" y="371208"/>
                    <a:pt x="392651" y="385790"/>
                    <a:pt x="335906" y="383291"/>
                  </a:cubicBezTo>
                  <a:cubicBezTo>
                    <a:pt x="281245" y="380874"/>
                    <a:pt x="229916" y="353877"/>
                    <a:pt x="187337" y="320963"/>
                  </a:cubicBezTo>
                  <a:cubicBezTo>
                    <a:pt x="161672" y="301048"/>
                    <a:pt x="137341" y="280633"/>
                    <a:pt x="117843" y="254469"/>
                  </a:cubicBezTo>
                  <a:cubicBezTo>
                    <a:pt x="103177" y="234637"/>
                    <a:pt x="88845" y="214556"/>
                    <a:pt x="75180" y="194058"/>
                  </a:cubicBezTo>
                  <a:cubicBezTo>
                    <a:pt x="96011" y="184725"/>
                    <a:pt x="117176" y="176309"/>
                    <a:pt x="138174" y="167977"/>
                  </a:cubicBezTo>
                  <a:lnTo>
                    <a:pt x="138174" y="167977"/>
                  </a:lnTo>
                  <a:close/>
                  <a:moveTo>
                    <a:pt x="349822" y="471033"/>
                  </a:moveTo>
                  <a:cubicBezTo>
                    <a:pt x="315992" y="470449"/>
                    <a:pt x="283328" y="464033"/>
                    <a:pt x="250414" y="456617"/>
                  </a:cubicBezTo>
                  <a:cubicBezTo>
                    <a:pt x="217084" y="449118"/>
                    <a:pt x="183587" y="438536"/>
                    <a:pt x="153173" y="422620"/>
                  </a:cubicBezTo>
                  <a:cubicBezTo>
                    <a:pt x="96178" y="392790"/>
                    <a:pt x="49015" y="350877"/>
                    <a:pt x="27101" y="288799"/>
                  </a:cubicBezTo>
                  <a:cubicBezTo>
                    <a:pt x="22435" y="275634"/>
                    <a:pt x="20018" y="262218"/>
                    <a:pt x="18102" y="248386"/>
                  </a:cubicBezTo>
                  <a:cubicBezTo>
                    <a:pt x="17019" y="240554"/>
                    <a:pt x="15935" y="233554"/>
                    <a:pt x="19435" y="227055"/>
                  </a:cubicBezTo>
                  <a:cubicBezTo>
                    <a:pt x="28018" y="241970"/>
                    <a:pt x="38267" y="255635"/>
                    <a:pt x="48266" y="269801"/>
                  </a:cubicBezTo>
                  <a:cubicBezTo>
                    <a:pt x="62014" y="289299"/>
                    <a:pt x="75430" y="309381"/>
                    <a:pt x="92845" y="325962"/>
                  </a:cubicBezTo>
                  <a:cubicBezTo>
                    <a:pt x="111843" y="344044"/>
                    <a:pt x="134091" y="359209"/>
                    <a:pt x="155672" y="373875"/>
                  </a:cubicBezTo>
                  <a:cubicBezTo>
                    <a:pt x="176004" y="387624"/>
                    <a:pt x="196002" y="401706"/>
                    <a:pt x="217417" y="413871"/>
                  </a:cubicBezTo>
                  <a:cubicBezTo>
                    <a:pt x="257913" y="436869"/>
                    <a:pt x="302910" y="456034"/>
                    <a:pt x="349655" y="461367"/>
                  </a:cubicBezTo>
                  <a:cubicBezTo>
                    <a:pt x="376236" y="464450"/>
                    <a:pt x="403484" y="463950"/>
                    <a:pt x="429981" y="460867"/>
                  </a:cubicBezTo>
                  <a:cubicBezTo>
                    <a:pt x="431648" y="460700"/>
                    <a:pt x="433398" y="460450"/>
                    <a:pt x="435064" y="460284"/>
                  </a:cubicBezTo>
                  <a:cubicBezTo>
                    <a:pt x="407400" y="468033"/>
                    <a:pt x="378319" y="471533"/>
                    <a:pt x="349822" y="471033"/>
                  </a:cubicBezTo>
                  <a:lnTo>
                    <a:pt x="349822" y="471033"/>
                  </a:lnTo>
                  <a:close/>
                  <a:moveTo>
                    <a:pt x="619131" y="247219"/>
                  </a:moveTo>
                  <a:cubicBezTo>
                    <a:pt x="609132" y="307631"/>
                    <a:pt x="578385" y="366542"/>
                    <a:pt x="532889" y="407872"/>
                  </a:cubicBezTo>
                  <a:cubicBezTo>
                    <a:pt x="519557" y="419954"/>
                    <a:pt x="504808" y="430120"/>
                    <a:pt x="489059" y="438619"/>
                  </a:cubicBezTo>
                  <a:cubicBezTo>
                    <a:pt x="440147" y="448951"/>
                    <a:pt x="391235" y="455784"/>
                    <a:pt x="341156" y="445952"/>
                  </a:cubicBezTo>
                  <a:cubicBezTo>
                    <a:pt x="296660" y="437202"/>
                    <a:pt x="254497" y="419454"/>
                    <a:pt x="215751" y="396206"/>
                  </a:cubicBezTo>
                  <a:cubicBezTo>
                    <a:pt x="175754" y="372208"/>
                    <a:pt x="131758" y="346044"/>
                    <a:pt x="98511" y="313047"/>
                  </a:cubicBezTo>
                  <a:cubicBezTo>
                    <a:pt x="70681" y="285216"/>
                    <a:pt x="51765" y="248969"/>
                    <a:pt x="24934" y="220722"/>
                  </a:cubicBezTo>
                  <a:cubicBezTo>
                    <a:pt x="30684" y="215806"/>
                    <a:pt x="38600" y="212473"/>
                    <a:pt x="44933" y="209056"/>
                  </a:cubicBezTo>
                  <a:cubicBezTo>
                    <a:pt x="53682" y="204390"/>
                    <a:pt x="62681" y="200057"/>
                    <a:pt x="71680" y="195891"/>
                  </a:cubicBezTo>
                  <a:cubicBezTo>
                    <a:pt x="80596" y="217139"/>
                    <a:pt x="94761" y="235221"/>
                    <a:pt x="107927" y="254219"/>
                  </a:cubicBezTo>
                  <a:cubicBezTo>
                    <a:pt x="125842" y="280133"/>
                    <a:pt x="147174" y="300631"/>
                    <a:pt x="171254" y="320713"/>
                  </a:cubicBezTo>
                  <a:cubicBezTo>
                    <a:pt x="214834" y="357126"/>
                    <a:pt x="267662" y="388373"/>
                    <a:pt x="325241" y="393956"/>
                  </a:cubicBezTo>
                  <a:cubicBezTo>
                    <a:pt x="385652" y="399789"/>
                    <a:pt x="453979" y="385207"/>
                    <a:pt x="503141" y="348377"/>
                  </a:cubicBezTo>
                  <a:cubicBezTo>
                    <a:pt x="550470" y="312880"/>
                    <a:pt x="574302" y="256135"/>
                    <a:pt x="579551" y="198557"/>
                  </a:cubicBezTo>
                  <a:cubicBezTo>
                    <a:pt x="582884" y="162811"/>
                    <a:pt x="572719" y="131064"/>
                    <a:pt x="562886" y="97233"/>
                  </a:cubicBezTo>
                  <a:cubicBezTo>
                    <a:pt x="555803" y="72819"/>
                    <a:pt x="548471" y="44738"/>
                    <a:pt x="530139" y="26156"/>
                  </a:cubicBezTo>
                  <a:cubicBezTo>
                    <a:pt x="540554" y="22157"/>
                    <a:pt x="559386" y="13657"/>
                    <a:pt x="564469" y="19823"/>
                  </a:cubicBezTo>
                  <a:cubicBezTo>
                    <a:pt x="567719" y="23823"/>
                    <a:pt x="569219" y="33489"/>
                    <a:pt x="571552" y="38488"/>
                  </a:cubicBezTo>
                  <a:cubicBezTo>
                    <a:pt x="575385" y="46654"/>
                    <a:pt x="579718" y="54404"/>
                    <a:pt x="583134" y="62820"/>
                  </a:cubicBezTo>
                  <a:cubicBezTo>
                    <a:pt x="607965" y="122731"/>
                    <a:pt x="630130" y="181142"/>
                    <a:pt x="619131" y="247219"/>
                  </a:cubicBezTo>
                  <a:lnTo>
                    <a:pt x="619131" y="247219"/>
                  </a:lnTo>
                  <a:close/>
                </a:path>
              </a:pathLst>
            </a:custGeom>
            <a:grpFill/>
            <a:ln w="8332" cap="flat">
              <a:noFill/>
              <a:prstDash val="solid"/>
              <a:miter/>
            </a:ln>
          </p:spPr>
          <p:txBody>
            <a:bodyPr rtlCol="0" anchor="ctr"/>
            <a:lstStyle/>
            <a:p>
              <a:endParaRPr lang="en-US"/>
            </a:p>
          </p:txBody>
        </p:sp>
        <p:sp>
          <p:nvSpPr>
            <p:cNvPr id="1768" name="Freeform: Shape 1767"/>
            <p:cNvSpPr/>
            <p:nvPr/>
          </p:nvSpPr>
          <p:spPr>
            <a:xfrm>
              <a:off x="3709653" y="1878337"/>
              <a:ext cx="30929" cy="38042"/>
            </a:xfrm>
            <a:custGeom>
              <a:avLst/>
              <a:gdLst>
                <a:gd name="connsiteX0" fmla="*/ 21365 w 30929"/>
                <a:gd name="connsiteY0" fmla="*/ 1504 h 38042"/>
                <a:gd name="connsiteX1" fmla="*/ 8533 w 30929"/>
                <a:gd name="connsiteY1" fmla="*/ 15753 h 38042"/>
                <a:gd name="connsiteX2" fmla="*/ 367 w 30929"/>
                <a:gd name="connsiteY2" fmla="*/ 29502 h 38042"/>
                <a:gd name="connsiteX3" fmla="*/ 10616 w 30929"/>
                <a:gd name="connsiteY3" fmla="*/ 37418 h 38042"/>
                <a:gd name="connsiteX4" fmla="*/ 16699 w 30929"/>
                <a:gd name="connsiteY4" fmla="*/ 31502 h 38042"/>
                <a:gd name="connsiteX5" fmla="*/ 22032 w 30929"/>
                <a:gd name="connsiteY5" fmla="*/ 25002 h 38042"/>
                <a:gd name="connsiteX6" fmla="*/ 27114 w 30929"/>
                <a:gd name="connsiteY6" fmla="*/ 15503 h 38042"/>
                <a:gd name="connsiteX7" fmla="*/ 30864 w 30929"/>
                <a:gd name="connsiteY7" fmla="*/ 7004 h 38042"/>
                <a:gd name="connsiteX8" fmla="*/ 21365 w 30929"/>
                <a:gd name="connsiteY8" fmla="*/ 1504 h 38042"/>
                <a:gd name="connsiteX9" fmla="*/ 21365 w 30929"/>
                <a:gd name="connsiteY9" fmla="*/ 1504 h 38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929" h="38042">
                  <a:moveTo>
                    <a:pt x="21365" y="1504"/>
                  </a:moveTo>
                  <a:cubicBezTo>
                    <a:pt x="16199" y="5837"/>
                    <a:pt x="12866" y="10754"/>
                    <a:pt x="8533" y="15753"/>
                  </a:cubicBezTo>
                  <a:cubicBezTo>
                    <a:pt x="4867" y="20003"/>
                    <a:pt x="2117" y="24086"/>
                    <a:pt x="367" y="29502"/>
                  </a:cubicBezTo>
                  <a:cubicBezTo>
                    <a:pt x="-1716" y="35918"/>
                    <a:pt x="5533" y="39584"/>
                    <a:pt x="10616" y="37418"/>
                  </a:cubicBezTo>
                  <a:cubicBezTo>
                    <a:pt x="13449" y="36251"/>
                    <a:pt x="14782" y="33751"/>
                    <a:pt x="16699" y="31502"/>
                  </a:cubicBezTo>
                  <a:cubicBezTo>
                    <a:pt x="18032" y="29918"/>
                    <a:pt x="20448" y="27335"/>
                    <a:pt x="22032" y="25002"/>
                  </a:cubicBezTo>
                  <a:cubicBezTo>
                    <a:pt x="24031" y="22002"/>
                    <a:pt x="25531" y="18753"/>
                    <a:pt x="27114" y="15503"/>
                  </a:cubicBezTo>
                  <a:cubicBezTo>
                    <a:pt x="28365" y="12753"/>
                    <a:pt x="30364" y="10087"/>
                    <a:pt x="30864" y="7004"/>
                  </a:cubicBezTo>
                  <a:cubicBezTo>
                    <a:pt x="31614" y="1338"/>
                    <a:pt x="25781" y="-2162"/>
                    <a:pt x="21365" y="1504"/>
                  </a:cubicBezTo>
                  <a:lnTo>
                    <a:pt x="21365" y="1504"/>
                  </a:lnTo>
                  <a:close/>
                </a:path>
              </a:pathLst>
            </a:custGeom>
            <a:grpFill/>
            <a:ln w="8332" cap="flat">
              <a:noFill/>
              <a:prstDash val="solid"/>
              <a:miter/>
            </a:ln>
          </p:spPr>
          <p:txBody>
            <a:bodyPr rtlCol="0" anchor="ctr"/>
            <a:lstStyle/>
            <a:p>
              <a:endParaRPr lang="en-US"/>
            </a:p>
          </p:txBody>
        </p:sp>
        <p:sp>
          <p:nvSpPr>
            <p:cNvPr id="1769" name="Freeform: Shape 1768"/>
            <p:cNvSpPr/>
            <p:nvPr/>
          </p:nvSpPr>
          <p:spPr>
            <a:xfrm>
              <a:off x="3756786" y="1900645"/>
              <a:ext cx="24255" cy="45664"/>
            </a:xfrm>
            <a:custGeom>
              <a:avLst/>
              <a:gdLst>
                <a:gd name="connsiteX0" fmla="*/ 14062 w 24255"/>
                <a:gd name="connsiteY0" fmla="*/ 3527 h 45664"/>
                <a:gd name="connsiteX1" fmla="*/ 1063 w 24255"/>
                <a:gd name="connsiteY1" fmla="*/ 28691 h 45664"/>
                <a:gd name="connsiteX2" fmla="*/ 8479 w 24255"/>
                <a:gd name="connsiteY2" fmla="*/ 45606 h 45664"/>
                <a:gd name="connsiteX3" fmla="*/ 15728 w 24255"/>
                <a:gd name="connsiteY3" fmla="*/ 38440 h 45664"/>
                <a:gd name="connsiteX4" fmla="*/ 15895 w 24255"/>
                <a:gd name="connsiteY4" fmla="*/ 37524 h 45664"/>
                <a:gd name="connsiteX5" fmla="*/ 16562 w 24255"/>
                <a:gd name="connsiteY5" fmla="*/ 33691 h 45664"/>
                <a:gd name="connsiteX6" fmla="*/ 17978 w 24255"/>
                <a:gd name="connsiteY6" fmla="*/ 27525 h 45664"/>
                <a:gd name="connsiteX7" fmla="*/ 24228 w 24255"/>
                <a:gd name="connsiteY7" fmla="*/ 4943 h 45664"/>
                <a:gd name="connsiteX8" fmla="*/ 14062 w 24255"/>
                <a:gd name="connsiteY8" fmla="*/ 3527 h 45664"/>
                <a:gd name="connsiteX9" fmla="*/ 14062 w 24255"/>
                <a:gd name="connsiteY9" fmla="*/ 3527 h 45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255" h="45664">
                  <a:moveTo>
                    <a:pt x="14062" y="3527"/>
                  </a:moveTo>
                  <a:cubicBezTo>
                    <a:pt x="10479" y="12359"/>
                    <a:pt x="4229" y="19609"/>
                    <a:pt x="1063" y="28691"/>
                  </a:cubicBezTo>
                  <a:cubicBezTo>
                    <a:pt x="-937" y="34441"/>
                    <a:pt x="-937" y="46606"/>
                    <a:pt x="8479" y="45606"/>
                  </a:cubicBezTo>
                  <a:cubicBezTo>
                    <a:pt x="11979" y="45190"/>
                    <a:pt x="15728" y="42023"/>
                    <a:pt x="15728" y="38440"/>
                  </a:cubicBezTo>
                  <a:cubicBezTo>
                    <a:pt x="15812" y="38107"/>
                    <a:pt x="15895" y="37857"/>
                    <a:pt x="15895" y="37524"/>
                  </a:cubicBezTo>
                  <a:cubicBezTo>
                    <a:pt x="16228" y="36274"/>
                    <a:pt x="16311" y="34941"/>
                    <a:pt x="16562" y="33691"/>
                  </a:cubicBezTo>
                  <a:cubicBezTo>
                    <a:pt x="16978" y="31608"/>
                    <a:pt x="17395" y="29524"/>
                    <a:pt x="17978" y="27525"/>
                  </a:cubicBezTo>
                  <a:cubicBezTo>
                    <a:pt x="20228" y="19859"/>
                    <a:pt x="23477" y="13026"/>
                    <a:pt x="24228" y="4943"/>
                  </a:cubicBezTo>
                  <a:cubicBezTo>
                    <a:pt x="24811" y="-1389"/>
                    <a:pt x="16062" y="-1389"/>
                    <a:pt x="14062" y="3527"/>
                  </a:cubicBezTo>
                  <a:lnTo>
                    <a:pt x="14062" y="3527"/>
                  </a:lnTo>
                  <a:close/>
                </a:path>
              </a:pathLst>
            </a:custGeom>
            <a:grpFill/>
            <a:ln w="8332" cap="flat">
              <a:noFill/>
              <a:prstDash val="solid"/>
              <a:miter/>
            </a:ln>
          </p:spPr>
          <p:txBody>
            <a:bodyPr rtlCol="0" anchor="ctr"/>
            <a:lstStyle/>
            <a:p>
              <a:endParaRPr lang="en-US"/>
            </a:p>
          </p:txBody>
        </p:sp>
        <p:sp>
          <p:nvSpPr>
            <p:cNvPr id="1770" name="Freeform: Shape 1769"/>
            <p:cNvSpPr/>
            <p:nvPr/>
          </p:nvSpPr>
          <p:spPr>
            <a:xfrm>
              <a:off x="3822907" y="1911691"/>
              <a:ext cx="18138" cy="43787"/>
            </a:xfrm>
            <a:custGeom>
              <a:avLst/>
              <a:gdLst>
                <a:gd name="connsiteX0" fmla="*/ 17268 w 18138"/>
                <a:gd name="connsiteY0" fmla="*/ 32311 h 43787"/>
                <a:gd name="connsiteX1" fmla="*/ 16685 w 18138"/>
                <a:gd name="connsiteY1" fmla="*/ 20812 h 43787"/>
                <a:gd name="connsiteX2" fmla="*/ 15185 w 18138"/>
                <a:gd name="connsiteY2" fmla="*/ 5396 h 43787"/>
                <a:gd name="connsiteX3" fmla="*/ 4353 w 18138"/>
                <a:gd name="connsiteY3" fmla="*/ 3897 h 43787"/>
                <a:gd name="connsiteX4" fmla="*/ 1353 w 18138"/>
                <a:gd name="connsiteY4" fmla="*/ 14729 h 43787"/>
                <a:gd name="connsiteX5" fmla="*/ 270 w 18138"/>
                <a:gd name="connsiteY5" fmla="*/ 25728 h 43787"/>
                <a:gd name="connsiteX6" fmla="*/ 6769 w 18138"/>
                <a:gd name="connsiteY6" fmla="*/ 42810 h 43787"/>
                <a:gd name="connsiteX7" fmla="*/ 17268 w 18138"/>
                <a:gd name="connsiteY7" fmla="*/ 32311 h 43787"/>
                <a:gd name="connsiteX8" fmla="*/ 17268 w 18138"/>
                <a:gd name="connsiteY8" fmla="*/ 32311 h 43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138" h="43787">
                  <a:moveTo>
                    <a:pt x="17268" y="32311"/>
                  </a:moveTo>
                  <a:cubicBezTo>
                    <a:pt x="16518" y="30727"/>
                    <a:pt x="16935" y="23561"/>
                    <a:pt x="16685" y="20812"/>
                  </a:cubicBezTo>
                  <a:cubicBezTo>
                    <a:pt x="16185" y="15645"/>
                    <a:pt x="15685" y="10562"/>
                    <a:pt x="15185" y="5396"/>
                  </a:cubicBezTo>
                  <a:cubicBezTo>
                    <a:pt x="14685" y="-520"/>
                    <a:pt x="6103" y="-2353"/>
                    <a:pt x="4353" y="3897"/>
                  </a:cubicBezTo>
                  <a:cubicBezTo>
                    <a:pt x="3353" y="7563"/>
                    <a:pt x="1936" y="10896"/>
                    <a:pt x="1353" y="14729"/>
                  </a:cubicBezTo>
                  <a:cubicBezTo>
                    <a:pt x="853" y="18395"/>
                    <a:pt x="603" y="22061"/>
                    <a:pt x="270" y="25728"/>
                  </a:cubicBezTo>
                  <a:cubicBezTo>
                    <a:pt x="-480" y="32561"/>
                    <a:pt x="-63" y="39143"/>
                    <a:pt x="6769" y="42810"/>
                  </a:cubicBezTo>
                  <a:cubicBezTo>
                    <a:pt x="13769" y="46476"/>
                    <a:pt x="20601" y="39143"/>
                    <a:pt x="17268" y="32311"/>
                  </a:cubicBezTo>
                  <a:lnTo>
                    <a:pt x="17268" y="32311"/>
                  </a:lnTo>
                  <a:close/>
                </a:path>
              </a:pathLst>
            </a:custGeom>
            <a:grpFill/>
            <a:ln w="8332" cap="flat">
              <a:noFill/>
              <a:prstDash val="solid"/>
              <a:miter/>
            </a:ln>
          </p:spPr>
          <p:txBody>
            <a:bodyPr rtlCol="0" anchor="ctr"/>
            <a:lstStyle/>
            <a:p>
              <a:endParaRPr lang="en-US"/>
            </a:p>
          </p:txBody>
        </p:sp>
        <p:sp>
          <p:nvSpPr>
            <p:cNvPr id="1771" name="Freeform: Shape 1770"/>
            <p:cNvSpPr/>
            <p:nvPr/>
          </p:nvSpPr>
          <p:spPr>
            <a:xfrm>
              <a:off x="3876928" y="1906558"/>
              <a:ext cx="33730" cy="35183"/>
            </a:xfrm>
            <a:custGeom>
              <a:avLst/>
              <a:gdLst>
                <a:gd name="connsiteX0" fmla="*/ 31574 w 33730"/>
                <a:gd name="connsiteY0" fmla="*/ 21112 h 35183"/>
                <a:gd name="connsiteX1" fmla="*/ 20909 w 33730"/>
                <a:gd name="connsiteY1" fmla="*/ 8696 h 35183"/>
                <a:gd name="connsiteX2" fmla="*/ 14909 w 33730"/>
                <a:gd name="connsiteY2" fmla="*/ 3530 h 35183"/>
                <a:gd name="connsiteX3" fmla="*/ 7160 w 33730"/>
                <a:gd name="connsiteY3" fmla="*/ 613 h 35183"/>
                <a:gd name="connsiteX4" fmla="*/ 1410 w 33730"/>
                <a:gd name="connsiteY4" fmla="*/ 8113 h 35183"/>
                <a:gd name="connsiteX5" fmla="*/ 7076 w 33730"/>
                <a:gd name="connsiteY5" fmla="*/ 12529 h 35183"/>
                <a:gd name="connsiteX6" fmla="*/ 11326 w 33730"/>
                <a:gd name="connsiteY6" fmla="*/ 18945 h 35183"/>
                <a:gd name="connsiteX7" fmla="*/ 20242 w 33730"/>
                <a:gd name="connsiteY7" fmla="*/ 32611 h 35183"/>
                <a:gd name="connsiteX8" fmla="*/ 31574 w 33730"/>
                <a:gd name="connsiteY8" fmla="*/ 21112 h 35183"/>
                <a:gd name="connsiteX9" fmla="*/ 31574 w 33730"/>
                <a:gd name="connsiteY9" fmla="*/ 21112 h 35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3730" h="35183">
                  <a:moveTo>
                    <a:pt x="31574" y="21112"/>
                  </a:moveTo>
                  <a:cubicBezTo>
                    <a:pt x="27908" y="17029"/>
                    <a:pt x="24575" y="12779"/>
                    <a:pt x="20909" y="8696"/>
                  </a:cubicBezTo>
                  <a:cubicBezTo>
                    <a:pt x="19159" y="6779"/>
                    <a:pt x="17159" y="4863"/>
                    <a:pt x="14909" y="3530"/>
                  </a:cubicBezTo>
                  <a:cubicBezTo>
                    <a:pt x="12493" y="2030"/>
                    <a:pt x="9576" y="1947"/>
                    <a:pt x="7160" y="613"/>
                  </a:cubicBezTo>
                  <a:cubicBezTo>
                    <a:pt x="2493" y="-1970"/>
                    <a:pt x="-2506" y="4196"/>
                    <a:pt x="1410" y="8113"/>
                  </a:cubicBezTo>
                  <a:cubicBezTo>
                    <a:pt x="3160" y="9779"/>
                    <a:pt x="5410" y="10863"/>
                    <a:pt x="7076" y="12529"/>
                  </a:cubicBezTo>
                  <a:cubicBezTo>
                    <a:pt x="8743" y="14362"/>
                    <a:pt x="10076" y="16779"/>
                    <a:pt x="11326" y="18945"/>
                  </a:cubicBezTo>
                  <a:cubicBezTo>
                    <a:pt x="14159" y="23695"/>
                    <a:pt x="16575" y="28444"/>
                    <a:pt x="20242" y="32611"/>
                  </a:cubicBezTo>
                  <a:cubicBezTo>
                    <a:pt x="27158" y="40360"/>
                    <a:pt x="38490" y="28861"/>
                    <a:pt x="31574" y="21112"/>
                  </a:cubicBezTo>
                  <a:lnTo>
                    <a:pt x="31574" y="21112"/>
                  </a:lnTo>
                  <a:close/>
                </a:path>
              </a:pathLst>
            </a:custGeom>
            <a:grpFill/>
            <a:ln w="8332" cap="flat">
              <a:noFill/>
              <a:prstDash val="solid"/>
              <a:miter/>
            </a:ln>
          </p:spPr>
          <p:txBody>
            <a:bodyPr rtlCol="0" anchor="ctr"/>
            <a:lstStyle/>
            <a:p>
              <a:endParaRPr lang="en-US"/>
            </a:p>
          </p:txBody>
        </p:sp>
        <p:sp>
          <p:nvSpPr>
            <p:cNvPr id="1772" name="Freeform: Shape 1771"/>
            <p:cNvSpPr/>
            <p:nvPr/>
          </p:nvSpPr>
          <p:spPr>
            <a:xfrm>
              <a:off x="3913049" y="1870495"/>
              <a:ext cx="46660" cy="19305"/>
            </a:xfrm>
            <a:custGeom>
              <a:avLst/>
              <a:gdLst>
                <a:gd name="connsiteX0" fmla="*/ 43366 w 46660"/>
                <a:gd name="connsiteY0" fmla="*/ 6096 h 19305"/>
                <a:gd name="connsiteX1" fmla="*/ 24451 w 46660"/>
                <a:gd name="connsiteY1" fmla="*/ 2763 h 19305"/>
                <a:gd name="connsiteX2" fmla="*/ 6786 w 46660"/>
                <a:gd name="connsiteY2" fmla="*/ 97 h 19305"/>
                <a:gd name="connsiteX3" fmla="*/ 3869 w 46660"/>
                <a:gd name="connsiteY3" fmla="*/ 10512 h 19305"/>
                <a:gd name="connsiteX4" fmla="*/ 41783 w 46660"/>
                <a:gd name="connsiteY4" fmla="*/ 18595 h 19305"/>
                <a:gd name="connsiteX5" fmla="*/ 43366 w 46660"/>
                <a:gd name="connsiteY5" fmla="*/ 6096 h 19305"/>
                <a:gd name="connsiteX6" fmla="*/ 43366 w 46660"/>
                <a:gd name="connsiteY6" fmla="*/ 6096 h 19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660" h="19305">
                  <a:moveTo>
                    <a:pt x="43366" y="6096"/>
                  </a:moveTo>
                  <a:cubicBezTo>
                    <a:pt x="37116" y="3263"/>
                    <a:pt x="31201" y="3263"/>
                    <a:pt x="24451" y="2763"/>
                  </a:cubicBezTo>
                  <a:cubicBezTo>
                    <a:pt x="18368" y="2263"/>
                    <a:pt x="12702" y="1096"/>
                    <a:pt x="6786" y="97"/>
                  </a:cubicBezTo>
                  <a:cubicBezTo>
                    <a:pt x="36" y="-1070"/>
                    <a:pt x="-2963" y="8679"/>
                    <a:pt x="3869" y="10512"/>
                  </a:cubicBezTo>
                  <a:cubicBezTo>
                    <a:pt x="16619" y="13929"/>
                    <a:pt x="27951" y="21678"/>
                    <a:pt x="41783" y="18595"/>
                  </a:cubicBezTo>
                  <a:cubicBezTo>
                    <a:pt x="47116" y="17345"/>
                    <a:pt x="48699" y="8429"/>
                    <a:pt x="43366" y="6096"/>
                  </a:cubicBezTo>
                  <a:lnTo>
                    <a:pt x="43366" y="6096"/>
                  </a:lnTo>
                  <a:close/>
                </a:path>
              </a:pathLst>
            </a:custGeom>
            <a:grpFill/>
            <a:ln w="8332" cap="flat">
              <a:noFill/>
              <a:prstDash val="solid"/>
              <a:miter/>
            </a:ln>
          </p:spPr>
          <p:txBody>
            <a:bodyPr rtlCol="0" anchor="ctr"/>
            <a:lstStyle/>
            <a:p>
              <a:endParaRPr lang="en-US"/>
            </a:p>
          </p:txBody>
        </p:sp>
        <p:sp>
          <p:nvSpPr>
            <p:cNvPr id="1773" name="Freeform: Shape 1772"/>
            <p:cNvSpPr/>
            <p:nvPr/>
          </p:nvSpPr>
          <p:spPr>
            <a:xfrm>
              <a:off x="3920397" y="1820927"/>
              <a:ext cx="47763" cy="16327"/>
            </a:xfrm>
            <a:custGeom>
              <a:avLst/>
              <a:gdLst>
                <a:gd name="connsiteX0" fmla="*/ 42184 w 47763"/>
                <a:gd name="connsiteY0" fmla="*/ 3 h 16327"/>
                <a:gd name="connsiteX1" fmla="*/ 26102 w 47763"/>
                <a:gd name="connsiteY1" fmla="*/ 3169 h 16327"/>
                <a:gd name="connsiteX2" fmla="*/ 2687 w 47763"/>
                <a:gd name="connsiteY2" fmla="*/ 7919 h 16327"/>
                <a:gd name="connsiteX3" fmla="*/ 2687 w 47763"/>
                <a:gd name="connsiteY3" fmla="*/ 15168 h 16327"/>
                <a:gd name="connsiteX4" fmla="*/ 30351 w 47763"/>
                <a:gd name="connsiteY4" fmla="*/ 15752 h 16327"/>
                <a:gd name="connsiteX5" fmla="*/ 47183 w 47763"/>
                <a:gd name="connsiteY5" fmla="*/ 8669 h 16327"/>
                <a:gd name="connsiteX6" fmla="*/ 42184 w 47763"/>
                <a:gd name="connsiteY6" fmla="*/ 3 h 16327"/>
                <a:gd name="connsiteX7" fmla="*/ 42184 w 47763"/>
                <a:gd name="connsiteY7" fmla="*/ 3 h 1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763" h="16327">
                  <a:moveTo>
                    <a:pt x="42184" y="3"/>
                  </a:moveTo>
                  <a:cubicBezTo>
                    <a:pt x="36517" y="-80"/>
                    <a:pt x="31602" y="1669"/>
                    <a:pt x="26102" y="3169"/>
                  </a:cubicBezTo>
                  <a:cubicBezTo>
                    <a:pt x="18436" y="5252"/>
                    <a:pt x="10520" y="6752"/>
                    <a:pt x="2687" y="7919"/>
                  </a:cubicBezTo>
                  <a:cubicBezTo>
                    <a:pt x="-896" y="8502"/>
                    <a:pt x="-896" y="14668"/>
                    <a:pt x="2687" y="15168"/>
                  </a:cubicBezTo>
                  <a:cubicBezTo>
                    <a:pt x="11853" y="16501"/>
                    <a:pt x="21102" y="16668"/>
                    <a:pt x="30351" y="15752"/>
                  </a:cubicBezTo>
                  <a:cubicBezTo>
                    <a:pt x="36351" y="15168"/>
                    <a:pt x="44267" y="15002"/>
                    <a:pt x="47183" y="8669"/>
                  </a:cubicBezTo>
                  <a:cubicBezTo>
                    <a:pt x="48850" y="4836"/>
                    <a:pt x="46850" y="86"/>
                    <a:pt x="42184" y="3"/>
                  </a:cubicBezTo>
                  <a:lnTo>
                    <a:pt x="42184" y="3"/>
                  </a:lnTo>
                  <a:close/>
                </a:path>
              </a:pathLst>
            </a:custGeom>
            <a:grpFill/>
            <a:ln w="8332" cap="flat">
              <a:noFill/>
              <a:prstDash val="solid"/>
              <a:miter/>
            </a:ln>
          </p:spPr>
          <p:txBody>
            <a:bodyPr rtlCol="0" anchor="ctr"/>
            <a:lstStyle/>
            <a:p>
              <a:endParaRPr lang="en-US"/>
            </a:p>
          </p:txBody>
        </p:sp>
        <p:sp>
          <p:nvSpPr>
            <p:cNvPr id="1774" name="Freeform: Shape 1773"/>
            <p:cNvSpPr/>
            <p:nvPr/>
          </p:nvSpPr>
          <p:spPr>
            <a:xfrm>
              <a:off x="3921698" y="1789275"/>
              <a:ext cx="33300" cy="19689"/>
            </a:xfrm>
            <a:custGeom>
              <a:avLst/>
              <a:gdLst>
                <a:gd name="connsiteX0" fmla="*/ 24634 w 33300"/>
                <a:gd name="connsiteY0" fmla="*/ 74 h 19689"/>
                <a:gd name="connsiteX1" fmla="*/ 8386 w 33300"/>
                <a:gd name="connsiteY1" fmla="*/ 6907 h 19689"/>
                <a:gd name="connsiteX2" fmla="*/ 2386 w 33300"/>
                <a:gd name="connsiteY2" fmla="*/ 11407 h 19689"/>
                <a:gd name="connsiteX3" fmla="*/ 719 w 33300"/>
                <a:gd name="connsiteY3" fmla="*/ 13490 h 19689"/>
                <a:gd name="connsiteX4" fmla="*/ 303 w 33300"/>
                <a:gd name="connsiteY4" fmla="*/ 14990 h 19689"/>
                <a:gd name="connsiteX5" fmla="*/ 1136 w 33300"/>
                <a:gd name="connsiteY5" fmla="*/ 18323 h 19689"/>
                <a:gd name="connsiteX6" fmla="*/ 13468 w 33300"/>
                <a:gd name="connsiteY6" fmla="*/ 18739 h 19689"/>
                <a:gd name="connsiteX7" fmla="*/ 29883 w 33300"/>
                <a:gd name="connsiteY7" fmla="*/ 12490 h 19689"/>
                <a:gd name="connsiteX8" fmla="*/ 24634 w 33300"/>
                <a:gd name="connsiteY8" fmla="*/ 74 h 19689"/>
                <a:gd name="connsiteX9" fmla="*/ 24634 w 33300"/>
                <a:gd name="connsiteY9" fmla="*/ 74 h 19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3300" h="19689">
                  <a:moveTo>
                    <a:pt x="24634" y="74"/>
                  </a:moveTo>
                  <a:cubicBezTo>
                    <a:pt x="18551" y="908"/>
                    <a:pt x="13218" y="3157"/>
                    <a:pt x="8386" y="6907"/>
                  </a:cubicBezTo>
                  <a:cubicBezTo>
                    <a:pt x="6469" y="8407"/>
                    <a:pt x="4136" y="9657"/>
                    <a:pt x="2386" y="11407"/>
                  </a:cubicBezTo>
                  <a:cubicBezTo>
                    <a:pt x="1720" y="12073"/>
                    <a:pt x="1136" y="12740"/>
                    <a:pt x="719" y="13490"/>
                  </a:cubicBezTo>
                  <a:cubicBezTo>
                    <a:pt x="553" y="13740"/>
                    <a:pt x="-197" y="16240"/>
                    <a:pt x="303" y="14990"/>
                  </a:cubicBezTo>
                  <a:cubicBezTo>
                    <a:pt x="-281" y="16240"/>
                    <a:pt x="-30" y="17490"/>
                    <a:pt x="1136" y="18323"/>
                  </a:cubicBezTo>
                  <a:cubicBezTo>
                    <a:pt x="4052" y="20406"/>
                    <a:pt x="10219" y="19739"/>
                    <a:pt x="13468" y="18739"/>
                  </a:cubicBezTo>
                  <a:cubicBezTo>
                    <a:pt x="19051" y="17073"/>
                    <a:pt x="24801" y="15406"/>
                    <a:pt x="29883" y="12490"/>
                  </a:cubicBezTo>
                  <a:cubicBezTo>
                    <a:pt x="37050" y="8407"/>
                    <a:pt x="31800" y="-926"/>
                    <a:pt x="24634" y="74"/>
                  </a:cubicBezTo>
                  <a:lnTo>
                    <a:pt x="24634" y="74"/>
                  </a:lnTo>
                  <a:close/>
                </a:path>
              </a:pathLst>
            </a:custGeom>
            <a:grpFill/>
            <a:ln w="8332" cap="flat">
              <a:noFill/>
              <a:prstDash val="solid"/>
              <a:miter/>
            </a:ln>
          </p:spPr>
          <p:txBody>
            <a:bodyPr rtlCol="0" anchor="ctr"/>
            <a:lstStyle/>
            <a:p>
              <a:endParaRPr lang="en-US"/>
            </a:p>
          </p:txBody>
        </p:sp>
        <p:sp>
          <p:nvSpPr>
            <p:cNvPr id="1775" name="Freeform: Shape 1774"/>
            <p:cNvSpPr/>
            <p:nvPr/>
          </p:nvSpPr>
          <p:spPr>
            <a:xfrm>
              <a:off x="3695431" y="1936933"/>
              <a:ext cx="29891" cy="42635"/>
            </a:xfrm>
            <a:custGeom>
              <a:avLst/>
              <a:gdLst>
                <a:gd name="connsiteX0" fmla="*/ 18172 w 29891"/>
                <a:gd name="connsiteY0" fmla="*/ 2986 h 42635"/>
                <a:gd name="connsiteX1" fmla="*/ 3007 w 29891"/>
                <a:gd name="connsiteY1" fmla="*/ 24401 h 42635"/>
                <a:gd name="connsiteX2" fmla="*/ 5673 w 29891"/>
                <a:gd name="connsiteY2" fmla="*/ 41899 h 42635"/>
                <a:gd name="connsiteX3" fmla="*/ 15172 w 29891"/>
                <a:gd name="connsiteY3" fmla="*/ 32733 h 42635"/>
                <a:gd name="connsiteX4" fmla="*/ 15339 w 29891"/>
                <a:gd name="connsiteY4" fmla="*/ 32400 h 42635"/>
                <a:gd name="connsiteX5" fmla="*/ 16755 w 29891"/>
                <a:gd name="connsiteY5" fmla="*/ 29900 h 42635"/>
                <a:gd name="connsiteX6" fmla="*/ 20588 w 29891"/>
                <a:gd name="connsiteY6" fmla="*/ 23317 h 42635"/>
                <a:gd name="connsiteX7" fmla="*/ 29004 w 29891"/>
                <a:gd name="connsiteY7" fmla="*/ 9319 h 42635"/>
                <a:gd name="connsiteX8" fmla="*/ 18172 w 29891"/>
                <a:gd name="connsiteY8" fmla="*/ 2986 h 42635"/>
                <a:gd name="connsiteX9" fmla="*/ 18172 w 29891"/>
                <a:gd name="connsiteY9" fmla="*/ 2986 h 42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891" h="42635">
                  <a:moveTo>
                    <a:pt x="18172" y="2986"/>
                  </a:moveTo>
                  <a:cubicBezTo>
                    <a:pt x="13505" y="10485"/>
                    <a:pt x="7923" y="17068"/>
                    <a:pt x="3007" y="24401"/>
                  </a:cubicBezTo>
                  <a:cubicBezTo>
                    <a:pt x="-993" y="30400"/>
                    <a:pt x="-1826" y="38233"/>
                    <a:pt x="5673" y="41899"/>
                  </a:cubicBezTo>
                  <a:cubicBezTo>
                    <a:pt x="11339" y="44732"/>
                    <a:pt x="18755" y="38899"/>
                    <a:pt x="15172" y="32733"/>
                  </a:cubicBezTo>
                  <a:cubicBezTo>
                    <a:pt x="15256" y="32650"/>
                    <a:pt x="15256" y="32567"/>
                    <a:pt x="15339" y="32400"/>
                  </a:cubicBezTo>
                  <a:cubicBezTo>
                    <a:pt x="15839" y="31567"/>
                    <a:pt x="16255" y="30733"/>
                    <a:pt x="16755" y="29900"/>
                  </a:cubicBezTo>
                  <a:cubicBezTo>
                    <a:pt x="18005" y="27734"/>
                    <a:pt x="19338" y="25484"/>
                    <a:pt x="20588" y="23317"/>
                  </a:cubicBezTo>
                  <a:cubicBezTo>
                    <a:pt x="23338" y="18651"/>
                    <a:pt x="26255" y="13985"/>
                    <a:pt x="29004" y="9319"/>
                  </a:cubicBezTo>
                  <a:cubicBezTo>
                    <a:pt x="33004" y="2236"/>
                    <a:pt x="22421" y="-3847"/>
                    <a:pt x="18172" y="2986"/>
                  </a:cubicBezTo>
                  <a:lnTo>
                    <a:pt x="18172" y="2986"/>
                  </a:lnTo>
                  <a:close/>
                </a:path>
              </a:pathLst>
            </a:custGeom>
            <a:grpFill/>
            <a:ln w="8332" cap="flat">
              <a:noFill/>
              <a:prstDash val="solid"/>
              <a:miter/>
            </a:ln>
          </p:spPr>
          <p:txBody>
            <a:bodyPr rtlCol="0" anchor="ctr"/>
            <a:lstStyle/>
            <a:p>
              <a:endParaRPr lang="en-US"/>
            </a:p>
          </p:txBody>
        </p:sp>
        <p:sp>
          <p:nvSpPr>
            <p:cNvPr id="1776" name="Freeform: Shape 1775"/>
            <p:cNvSpPr/>
            <p:nvPr/>
          </p:nvSpPr>
          <p:spPr>
            <a:xfrm>
              <a:off x="3765368" y="1969002"/>
              <a:ext cx="22455" cy="44877"/>
            </a:xfrm>
            <a:custGeom>
              <a:avLst/>
              <a:gdLst>
                <a:gd name="connsiteX0" fmla="*/ 9313 w 22455"/>
                <a:gd name="connsiteY0" fmla="*/ 3247 h 44877"/>
                <a:gd name="connsiteX1" fmla="*/ 2897 w 22455"/>
                <a:gd name="connsiteY1" fmla="*/ 41827 h 44877"/>
                <a:gd name="connsiteX2" fmla="*/ 15146 w 22455"/>
                <a:gd name="connsiteY2" fmla="*/ 38494 h 44877"/>
                <a:gd name="connsiteX3" fmla="*/ 18062 w 22455"/>
                <a:gd name="connsiteY3" fmla="*/ 24662 h 44877"/>
                <a:gd name="connsiteX4" fmla="*/ 21979 w 22455"/>
                <a:gd name="connsiteY4" fmla="*/ 8580 h 44877"/>
                <a:gd name="connsiteX5" fmla="*/ 9313 w 22455"/>
                <a:gd name="connsiteY5" fmla="*/ 3247 h 44877"/>
                <a:gd name="connsiteX6" fmla="*/ 9313 w 22455"/>
                <a:gd name="connsiteY6" fmla="*/ 3247 h 44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455" h="44877">
                  <a:moveTo>
                    <a:pt x="9313" y="3247"/>
                  </a:moveTo>
                  <a:cubicBezTo>
                    <a:pt x="3814" y="13246"/>
                    <a:pt x="-4435" y="31161"/>
                    <a:pt x="2897" y="41827"/>
                  </a:cubicBezTo>
                  <a:cubicBezTo>
                    <a:pt x="6397" y="46993"/>
                    <a:pt x="15229" y="45410"/>
                    <a:pt x="15146" y="38494"/>
                  </a:cubicBezTo>
                  <a:cubicBezTo>
                    <a:pt x="15146" y="33911"/>
                    <a:pt x="17146" y="29162"/>
                    <a:pt x="18062" y="24662"/>
                  </a:cubicBezTo>
                  <a:cubicBezTo>
                    <a:pt x="19062" y="19162"/>
                    <a:pt x="19812" y="13830"/>
                    <a:pt x="21979" y="8580"/>
                  </a:cubicBezTo>
                  <a:cubicBezTo>
                    <a:pt x="24978" y="1247"/>
                    <a:pt x="12979" y="-3502"/>
                    <a:pt x="9313" y="3247"/>
                  </a:cubicBezTo>
                  <a:lnTo>
                    <a:pt x="9313" y="3247"/>
                  </a:lnTo>
                  <a:close/>
                </a:path>
              </a:pathLst>
            </a:custGeom>
            <a:grpFill/>
            <a:ln w="8332" cap="flat">
              <a:noFill/>
              <a:prstDash val="solid"/>
              <a:miter/>
            </a:ln>
          </p:spPr>
          <p:txBody>
            <a:bodyPr rtlCol="0" anchor="ctr"/>
            <a:lstStyle/>
            <a:p>
              <a:endParaRPr lang="en-US"/>
            </a:p>
          </p:txBody>
        </p:sp>
        <p:sp>
          <p:nvSpPr>
            <p:cNvPr id="1777" name="Freeform: Shape 1776"/>
            <p:cNvSpPr/>
            <p:nvPr/>
          </p:nvSpPr>
          <p:spPr>
            <a:xfrm>
              <a:off x="3836101" y="1976193"/>
              <a:ext cx="19512" cy="39068"/>
            </a:xfrm>
            <a:custGeom>
              <a:avLst/>
              <a:gdLst>
                <a:gd name="connsiteX0" fmla="*/ 19406 w 19512"/>
                <a:gd name="connsiteY0" fmla="*/ 31636 h 39068"/>
                <a:gd name="connsiteX1" fmla="*/ 11407 w 19512"/>
                <a:gd name="connsiteY1" fmla="*/ 3139 h 39068"/>
                <a:gd name="connsiteX2" fmla="*/ 158 w 19512"/>
                <a:gd name="connsiteY2" fmla="*/ 7889 h 39068"/>
                <a:gd name="connsiteX3" fmla="*/ 12240 w 19512"/>
                <a:gd name="connsiteY3" fmla="*/ 38802 h 39068"/>
                <a:gd name="connsiteX4" fmla="*/ 19406 w 19512"/>
                <a:gd name="connsiteY4" fmla="*/ 31636 h 39068"/>
                <a:gd name="connsiteX5" fmla="*/ 19406 w 19512"/>
                <a:gd name="connsiteY5" fmla="*/ 31636 h 39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512" h="39068">
                  <a:moveTo>
                    <a:pt x="19406" y="31636"/>
                  </a:moveTo>
                  <a:cubicBezTo>
                    <a:pt x="17740" y="22221"/>
                    <a:pt x="15573" y="11721"/>
                    <a:pt x="11407" y="3139"/>
                  </a:cubicBezTo>
                  <a:cubicBezTo>
                    <a:pt x="8241" y="-3444"/>
                    <a:pt x="-1342" y="1389"/>
                    <a:pt x="158" y="7889"/>
                  </a:cubicBezTo>
                  <a:cubicBezTo>
                    <a:pt x="2574" y="19054"/>
                    <a:pt x="-2175" y="34220"/>
                    <a:pt x="12240" y="38802"/>
                  </a:cubicBezTo>
                  <a:cubicBezTo>
                    <a:pt x="16823" y="40219"/>
                    <a:pt x="20157" y="35719"/>
                    <a:pt x="19406" y="31636"/>
                  </a:cubicBezTo>
                  <a:lnTo>
                    <a:pt x="19406" y="31636"/>
                  </a:lnTo>
                  <a:close/>
                </a:path>
              </a:pathLst>
            </a:custGeom>
            <a:grpFill/>
            <a:ln w="8332" cap="flat">
              <a:noFill/>
              <a:prstDash val="solid"/>
              <a:miter/>
            </a:ln>
          </p:spPr>
          <p:txBody>
            <a:bodyPr rtlCol="0" anchor="ctr"/>
            <a:lstStyle/>
            <a:p>
              <a:endParaRPr lang="en-US"/>
            </a:p>
          </p:txBody>
        </p:sp>
        <p:sp>
          <p:nvSpPr>
            <p:cNvPr id="1778" name="Freeform: Shape 1777"/>
            <p:cNvSpPr/>
            <p:nvPr/>
          </p:nvSpPr>
          <p:spPr>
            <a:xfrm>
              <a:off x="3892181" y="1968819"/>
              <a:ext cx="33904" cy="33109"/>
            </a:xfrm>
            <a:custGeom>
              <a:avLst/>
              <a:gdLst>
                <a:gd name="connsiteX0" fmla="*/ 33737 w 33904"/>
                <a:gd name="connsiteY0" fmla="*/ 24345 h 33109"/>
                <a:gd name="connsiteX1" fmla="*/ 20988 w 33904"/>
                <a:gd name="connsiteY1" fmla="*/ 10596 h 33109"/>
                <a:gd name="connsiteX2" fmla="*/ 7405 w 33904"/>
                <a:gd name="connsiteY2" fmla="*/ 763 h 33109"/>
                <a:gd name="connsiteX3" fmla="*/ 1406 w 33904"/>
                <a:gd name="connsiteY3" fmla="*/ 8513 h 33109"/>
                <a:gd name="connsiteX4" fmla="*/ 26987 w 33904"/>
                <a:gd name="connsiteY4" fmla="*/ 33094 h 33109"/>
                <a:gd name="connsiteX5" fmla="*/ 33737 w 33904"/>
                <a:gd name="connsiteY5" fmla="*/ 24345 h 33109"/>
                <a:gd name="connsiteX6" fmla="*/ 33737 w 33904"/>
                <a:gd name="connsiteY6" fmla="*/ 24345 h 33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904" h="33109">
                  <a:moveTo>
                    <a:pt x="33737" y="24345"/>
                  </a:moveTo>
                  <a:cubicBezTo>
                    <a:pt x="32237" y="18095"/>
                    <a:pt x="25904" y="14179"/>
                    <a:pt x="20988" y="10596"/>
                  </a:cubicBezTo>
                  <a:cubicBezTo>
                    <a:pt x="16488" y="7263"/>
                    <a:pt x="12072" y="3847"/>
                    <a:pt x="7405" y="763"/>
                  </a:cubicBezTo>
                  <a:cubicBezTo>
                    <a:pt x="2739" y="-2320"/>
                    <a:pt x="-2593" y="4680"/>
                    <a:pt x="1406" y="8513"/>
                  </a:cubicBezTo>
                  <a:cubicBezTo>
                    <a:pt x="10072" y="16679"/>
                    <a:pt x="13155" y="31844"/>
                    <a:pt x="26987" y="33094"/>
                  </a:cubicBezTo>
                  <a:cubicBezTo>
                    <a:pt x="31737" y="33427"/>
                    <a:pt x="34653" y="28345"/>
                    <a:pt x="33737" y="24345"/>
                  </a:cubicBezTo>
                  <a:lnTo>
                    <a:pt x="33737" y="24345"/>
                  </a:lnTo>
                  <a:close/>
                </a:path>
              </a:pathLst>
            </a:custGeom>
            <a:grpFill/>
            <a:ln w="8332" cap="flat">
              <a:noFill/>
              <a:prstDash val="solid"/>
              <a:miter/>
            </a:ln>
          </p:spPr>
          <p:txBody>
            <a:bodyPr rtlCol="0" anchor="ctr"/>
            <a:lstStyle/>
            <a:p>
              <a:endParaRPr lang="en-US"/>
            </a:p>
          </p:txBody>
        </p:sp>
        <p:sp>
          <p:nvSpPr>
            <p:cNvPr id="1779" name="Freeform: Shape 1778"/>
            <p:cNvSpPr/>
            <p:nvPr/>
          </p:nvSpPr>
          <p:spPr>
            <a:xfrm>
              <a:off x="3946479" y="1924080"/>
              <a:ext cx="46065" cy="18057"/>
            </a:xfrm>
            <a:custGeom>
              <a:avLst/>
              <a:gdLst>
                <a:gd name="connsiteX0" fmla="*/ 36184 w 46065"/>
                <a:gd name="connsiteY0" fmla="*/ 1923 h 18057"/>
                <a:gd name="connsiteX1" fmla="*/ 7020 w 46065"/>
                <a:gd name="connsiteY1" fmla="*/ 90 h 18057"/>
                <a:gd name="connsiteX2" fmla="*/ 4020 w 46065"/>
                <a:gd name="connsiteY2" fmla="*/ 10839 h 18057"/>
                <a:gd name="connsiteX3" fmla="*/ 42100 w 46065"/>
                <a:gd name="connsiteY3" fmla="*/ 15922 h 18057"/>
                <a:gd name="connsiteX4" fmla="*/ 36184 w 46065"/>
                <a:gd name="connsiteY4" fmla="*/ 1923 h 18057"/>
                <a:gd name="connsiteX5" fmla="*/ 36184 w 46065"/>
                <a:gd name="connsiteY5" fmla="*/ 1923 h 18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065" h="18057">
                  <a:moveTo>
                    <a:pt x="36184" y="1923"/>
                  </a:moveTo>
                  <a:cubicBezTo>
                    <a:pt x="26518" y="3507"/>
                    <a:pt x="16519" y="1757"/>
                    <a:pt x="7020" y="90"/>
                  </a:cubicBezTo>
                  <a:cubicBezTo>
                    <a:pt x="20" y="-1076"/>
                    <a:pt x="-3063" y="9423"/>
                    <a:pt x="4020" y="10839"/>
                  </a:cubicBezTo>
                  <a:cubicBezTo>
                    <a:pt x="16769" y="13422"/>
                    <a:pt x="29268" y="22005"/>
                    <a:pt x="42100" y="15922"/>
                  </a:cubicBezTo>
                  <a:cubicBezTo>
                    <a:pt x="50516" y="12006"/>
                    <a:pt x="44100" y="590"/>
                    <a:pt x="36184" y="1923"/>
                  </a:cubicBezTo>
                  <a:lnTo>
                    <a:pt x="36184" y="1923"/>
                  </a:lnTo>
                  <a:close/>
                </a:path>
              </a:pathLst>
            </a:custGeom>
            <a:grpFill/>
            <a:ln w="8332" cap="flat">
              <a:noFill/>
              <a:prstDash val="solid"/>
              <a:miter/>
            </a:ln>
          </p:spPr>
          <p:txBody>
            <a:bodyPr rtlCol="0" anchor="ctr"/>
            <a:lstStyle/>
            <a:p>
              <a:endParaRPr lang="en-US"/>
            </a:p>
          </p:txBody>
        </p:sp>
        <p:sp>
          <p:nvSpPr>
            <p:cNvPr id="1780" name="Freeform: Shape 1779"/>
            <p:cNvSpPr/>
            <p:nvPr/>
          </p:nvSpPr>
          <p:spPr>
            <a:xfrm>
              <a:off x="3978777" y="1862353"/>
              <a:ext cx="34132" cy="12244"/>
            </a:xfrm>
            <a:custGeom>
              <a:avLst/>
              <a:gdLst>
                <a:gd name="connsiteX0" fmla="*/ 30383 w 34132"/>
                <a:gd name="connsiteY0" fmla="*/ 656 h 12244"/>
                <a:gd name="connsiteX1" fmla="*/ 4968 w 34132"/>
                <a:gd name="connsiteY1" fmla="*/ 1489 h 12244"/>
                <a:gd name="connsiteX2" fmla="*/ 4968 w 34132"/>
                <a:gd name="connsiteY2" fmla="*/ 11822 h 12244"/>
                <a:gd name="connsiteX3" fmla="*/ 30383 w 34132"/>
                <a:gd name="connsiteY3" fmla="*/ 10738 h 12244"/>
                <a:gd name="connsiteX4" fmla="*/ 30383 w 34132"/>
                <a:gd name="connsiteY4" fmla="*/ 656 h 12244"/>
                <a:gd name="connsiteX5" fmla="*/ 30383 w 34132"/>
                <a:gd name="connsiteY5" fmla="*/ 656 h 12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132" h="12244">
                  <a:moveTo>
                    <a:pt x="30383" y="656"/>
                  </a:moveTo>
                  <a:cubicBezTo>
                    <a:pt x="21634" y="-844"/>
                    <a:pt x="13634" y="573"/>
                    <a:pt x="4968" y="1489"/>
                  </a:cubicBezTo>
                  <a:cubicBezTo>
                    <a:pt x="-1615" y="2156"/>
                    <a:pt x="-1698" y="11155"/>
                    <a:pt x="4968" y="11822"/>
                  </a:cubicBezTo>
                  <a:cubicBezTo>
                    <a:pt x="13634" y="12655"/>
                    <a:pt x="21883" y="12238"/>
                    <a:pt x="30383" y="10738"/>
                  </a:cubicBezTo>
                  <a:cubicBezTo>
                    <a:pt x="35382" y="9905"/>
                    <a:pt x="35382" y="1572"/>
                    <a:pt x="30383" y="656"/>
                  </a:cubicBezTo>
                  <a:lnTo>
                    <a:pt x="30383" y="656"/>
                  </a:lnTo>
                  <a:close/>
                </a:path>
              </a:pathLst>
            </a:custGeom>
            <a:grpFill/>
            <a:ln w="8332" cap="flat">
              <a:noFill/>
              <a:prstDash val="solid"/>
              <a:miter/>
            </a:ln>
          </p:spPr>
          <p:txBody>
            <a:bodyPr rtlCol="0" anchor="ctr"/>
            <a:lstStyle/>
            <a:p>
              <a:endParaRPr lang="en-US"/>
            </a:p>
          </p:txBody>
        </p:sp>
        <p:sp>
          <p:nvSpPr>
            <p:cNvPr id="1781" name="Freeform: Shape 1780"/>
            <p:cNvSpPr/>
            <p:nvPr/>
          </p:nvSpPr>
          <p:spPr>
            <a:xfrm>
              <a:off x="3337161" y="1261135"/>
              <a:ext cx="369137" cy="558127"/>
            </a:xfrm>
            <a:custGeom>
              <a:avLst/>
              <a:gdLst>
                <a:gd name="connsiteX0" fmla="*/ 313698 w 369137"/>
                <a:gd name="connsiteY0" fmla="*/ 121751 h 558127"/>
                <a:gd name="connsiteX1" fmla="*/ 262036 w 369137"/>
                <a:gd name="connsiteY1" fmla="*/ 98336 h 558127"/>
                <a:gd name="connsiteX2" fmla="*/ 199042 w 369137"/>
                <a:gd name="connsiteY2" fmla="*/ 98670 h 558127"/>
                <a:gd name="connsiteX3" fmla="*/ 180127 w 369137"/>
                <a:gd name="connsiteY3" fmla="*/ 102003 h 558127"/>
                <a:gd name="connsiteX4" fmla="*/ 171711 w 369137"/>
                <a:gd name="connsiteY4" fmla="*/ 90670 h 558127"/>
                <a:gd name="connsiteX5" fmla="*/ 162295 w 369137"/>
                <a:gd name="connsiteY5" fmla="*/ 50757 h 558127"/>
                <a:gd name="connsiteX6" fmla="*/ 157212 w 369137"/>
                <a:gd name="connsiteY6" fmla="*/ 16927 h 558127"/>
                <a:gd name="connsiteX7" fmla="*/ 150880 w 369137"/>
                <a:gd name="connsiteY7" fmla="*/ 1512 h 558127"/>
                <a:gd name="connsiteX8" fmla="*/ 115633 w 369137"/>
                <a:gd name="connsiteY8" fmla="*/ 19427 h 558127"/>
                <a:gd name="connsiteX9" fmla="*/ 107467 w 369137"/>
                <a:gd name="connsiteY9" fmla="*/ 59756 h 558127"/>
                <a:gd name="connsiteX10" fmla="*/ 118216 w 369137"/>
                <a:gd name="connsiteY10" fmla="*/ 91504 h 558127"/>
                <a:gd name="connsiteX11" fmla="*/ 127299 w 369137"/>
                <a:gd name="connsiteY11" fmla="*/ 115918 h 558127"/>
                <a:gd name="connsiteX12" fmla="*/ 117966 w 369137"/>
                <a:gd name="connsiteY12" fmla="*/ 116085 h 558127"/>
                <a:gd name="connsiteX13" fmla="*/ 106300 w 369137"/>
                <a:gd name="connsiteY13" fmla="*/ 121418 h 558127"/>
                <a:gd name="connsiteX14" fmla="*/ 93552 w 369137"/>
                <a:gd name="connsiteY14" fmla="*/ 129334 h 558127"/>
                <a:gd name="connsiteX15" fmla="*/ 76136 w 369137"/>
                <a:gd name="connsiteY15" fmla="*/ 142416 h 558127"/>
                <a:gd name="connsiteX16" fmla="*/ 69470 w 369137"/>
                <a:gd name="connsiteY16" fmla="*/ 147915 h 558127"/>
                <a:gd name="connsiteX17" fmla="*/ 53055 w 369137"/>
                <a:gd name="connsiteY17" fmla="*/ 163497 h 558127"/>
                <a:gd name="connsiteX18" fmla="*/ 2310 w 369137"/>
                <a:gd name="connsiteY18" fmla="*/ 254072 h 558127"/>
                <a:gd name="connsiteX19" fmla="*/ 5143 w 369137"/>
                <a:gd name="connsiteY19" fmla="*/ 275320 h 558127"/>
                <a:gd name="connsiteX20" fmla="*/ 16808 w 369137"/>
                <a:gd name="connsiteY20" fmla="*/ 272237 h 558127"/>
                <a:gd name="connsiteX21" fmla="*/ 18142 w 369137"/>
                <a:gd name="connsiteY21" fmla="*/ 323483 h 558127"/>
                <a:gd name="connsiteX22" fmla="*/ 49972 w 369137"/>
                <a:gd name="connsiteY22" fmla="*/ 401392 h 558127"/>
                <a:gd name="connsiteX23" fmla="*/ 181627 w 369137"/>
                <a:gd name="connsiteY23" fmla="*/ 529214 h 558127"/>
                <a:gd name="connsiteX24" fmla="*/ 260536 w 369137"/>
                <a:gd name="connsiteY24" fmla="*/ 557962 h 558127"/>
                <a:gd name="connsiteX25" fmla="*/ 323447 w 369137"/>
                <a:gd name="connsiteY25" fmla="*/ 515382 h 558127"/>
                <a:gd name="connsiteX26" fmla="*/ 369110 w 369137"/>
                <a:gd name="connsiteY26" fmla="*/ 349314 h 558127"/>
                <a:gd name="connsiteX27" fmla="*/ 359111 w 369137"/>
                <a:gd name="connsiteY27" fmla="*/ 244240 h 558127"/>
                <a:gd name="connsiteX28" fmla="*/ 328530 w 369137"/>
                <a:gd name="connsiteY28" fmla="*/ 161997 h 558127"/>
                <a:gd name="connsiteX29" fmla="*/ 337113 w 369137"/>
                <a:gd name="connsiteY29" fmla="*/ 163331 h 558127"/>
                <a:gd name="connsiteX30" fmla="*/ 342029 w 369137"/>
                <a:gd name="connsiteY30" fmla="*/ 156998 h 558127"/>
                <a:gd name="connsiteX31" fmla="*/ 313698 w 369137"/>
                <a:gd name="connsiteY31" fmla="*/ 121751 h 558127"/>
                <a:gd name="connsiteX32" fmla="*/ 313698 w 369137"/>
                <a:gd name="connsiteY32" fmla="*/ 121751 h 558127"/>
                <a:gd name="connsiteX33" fmla="*/ 352528 w 369137"/>
                <a:gd name="connsiteY33" fmla="*/ 309567 h 558127"/>
                <a:gd name="connsiteX34" fmla="*/ 332530 w 369137"/>
                <a:gd name="connsiteY34" fmla="*/ 464303 h 558127"/>
                <a:gd name="connsiteX35" fmla="*/ 285701 w 369137"/>
                <a:gd name="connsiteY35" fmla="*/ 530464 h 558127"/>
                <a:gd name="connsiteX36" fmla="*/ 243371 w 369137"/>
                <a:gd name="connsiteY36" fmla="*/ 540047 h 558127"/>
                <a:gd name="connsiteX37" fmla="*/ 208208 w 369137"/>
                <a:gd name="connsiteY37" fmla="*/ 525881 h 558127"/>
                <a:gd name="connsiteX38" fmla="*/ 140047 w 369137"/>
                <a:gd name="connsiteY38" fmla="*/ 484302 h 558127"/>
                <a:gd name="connsiteX39" fmla="*/ 82052 w 369137"/>
                <a:gd name="connsiteY39" fmla="*/ 425473 h 558127"/>
                <a:gd name="connsiteX40" fmla="*/ 35807 w 369137"/>
                <a:gd name="connsiteY40" fmla="*/ 343064 h 558127"/>
                <a:gd name="connsiteX41" fmla="*/ 26474 w 369137"/>
                <a:gd name="connsiteY41" fmla="*/ 298735 h 558127"/>
                <a:gd name="connsiteX42" fmla="*/ 25058 w 369137"/>
                <a:gd name="connsiteY42" fmla="*/ 263988 h 558127"/>
                <a:gd name="connsiteX43" fmla="*/ 66387 w 369137"/>
                <a:gd name="connsiteY43" fmla="*/ 219992 h 558127"/>
                <a:gd name="connsiteX44" fmla="*/ 88302 w 369137"/>
                <a:gd name="connsiteY44" fmla="*/ 202910 h 558127"/>
                <a:gd name="connsiteX45" fmla="*/ 82636 w 369137"/>
                <a:gd name="connsiteY45" fmla="*/ 223325 h 558127"/>
                <a:gd name="connsiteX46" fmla="*/ 80553 w 369137"/>
                <a:gd name="connsiteY46" fmla="*/ 276737 h 558127"/>
                <a:gd name="connsiteX47" fmla="*/ 90635 w 369137"/>
                <a:gd name="connsiteY47" fmla="*/ 278070 h 558127"/>
                <a:gd name="connsiteX48" fmla="*/ 122882 w 369137"/>
                <a:gd name="connsiteY48" fmla="*/ 229908 h 558127"/>
                <a:gd name="connsiteX49" fmla="*/ 137964 w 369137"/>
                <a:gd name="connsiteY49" fmla="*/ 200910 h 558127"/>
                <a:gd name="connsiteX50" fmla="*/ 143297 w 369137"/>
                <a:gd name="connsiteY50" fmla="*/ 190661 h 558127"/>
                <a:gd name="connsiteX51" fmla="*/ 146714 w 369137"/>
                <a:gd name="connsiteY51" fmla="*/ 220909 h 558127"/>
                <a:gd name="connsiteX52" fmla="*/ 156879 w 369137"/>
                <a:gd name="connsiteY52" fmla="*/ 261072 h 558127"/>
                <a:gd name="connsiteX53" fmla="*/ 167962 w 369137"/>
                <a:gd name="connsiteY53" fmla="*/ 261072 h 558127"/>
                <a:gd name="connsiteX54" fmla="*/ 176960 w 369137"/>
                <a:gd name="connsiteY54" fmla="*/ 221742 h 558127"/>
                <a:gd name="connsiteX55" fmla="*/ 176877 w 369137"/>
                <a:gd name="connsiteY55" fmla="*/ 174496 h 558127"/>
                <a:gd name="connsiteX56" fmla="*/ 194209 w 369137"/>
                <a:gd name="connsiteY56" fmla="*/ 189578 h 558127"/>
                <a:gd name="connsiteX57" fmla="*/ 213874 w 369137"/>
                <a:gd name="connsiteY57" fmla="*/ 210076 h 558127"/>
                <a:gd name="connsiteX58" fmla="*/ 241038 w 369137"/>
                <a:gd name="connsiteY58" fmla="*/ 238074 h 558127"/>
                <a:gd name="connsiteX59" fmla="*/ 249704 w 369137"/>
                <a:gd name="connsiteY59" fmla="*/ 231408 h 558127"/>
                <a:gd name="connsiteX60" fmla="*/ 234539 w 369137"/>
                <a:gd name="connsiteY60" fmla="*/ 187245 h 558127"/>
                <a:gd name="connsiteX61" fmla="*/ 224790 w 369137"/>
                <a:gd name="connsiteY61" fmla="*/ 163497 h 558127"/>
                <a:gd name="connsiteX62" fmla="*/ 219873 w 369137"/>
                <a:gd name="connsiteY62" fmla="*/ 152998 h 558127"/>
                <a:gd name="connsiteX63" fmla="*/ 257120 w 369137"/>
                <a:gd name="connsiteY63" fmla="*/ 172496 h 558127"/>
                <a:gd name="connsiteX64" fmla="*/ 300449 w 369137"/>
                <a:gd name="connsiteY64" fmla="*/ 199411 h 558127"/>
                <a:gd name="connsiteX65" fmla="*/ 308449 w 369137"/>
                <a:gd name="connsiteY65" fmla="*/ 191411 h 558127"/>
                <a:gd name="connsiteX66" fmla="*/ 283868 w 369137"/>
                <a:gd name="connsiteY66" fmla="*/ 155081 h 558127"/>
                <a:gd name="connsiteX67" fmla="*/ 262620 w 369137"/>
                <a:gd name="connsiteY67" fmla="*/ 131417 h 558127"/>
                <a:gd name="connsiteX68" fmla="*/ 300949 w 369137"/>
                <a:gd name="connsiteY68" fmla="*/ 147499 h 558127"/>
                <a:gd name="connsiteX69" fmla="*/ 312365 w 369137"/>
                <a:gd name="connsiteY69" fmla="*/ 153998 h 558127"/>
                <a:gd name="connsiteX70" fmla="*/ 352528 w 369137"/>
                <a:gd name="connsiteY70" fmla="*/ 309567 h 558127"/>
                <a:gd name="connsiteX71" fmla="*/ 352528 w 369137"/>
                <a:gd name="connsiteY71" fmla="*/ 309567 h 558127"/>
                <a:gd name="connsiteX72" fmla="*/ 314115 w 369137"/>
                <a:gd name="connsiteY72" fmla="*/ 142916 h 558127"/>
                <a:gd name="connsiteX73" fmla="*/ 287451 w 369137"/>
                <a:gd name="connsiteY73" fmla="*/ 130167 h 558127"/>
                <a:gd name="connsiteX74" fmla="*/ 251787 w 369137"/>
                <a:gd name="connsiteY74" fmla="*/ 120834 h 558127"/>
                <a:gd name="connsiteX75" fmla="*/ 247454 w 369137"/>
                <a:gd name="connsiteY75" fmla="*/ 128250 h 558127"/>
                <a:gd name="connsiteX76" fmla="*/ 268869 w 369137"/>
                <a:gd name="connsiteY76" fmla="*/ 155665 h 558127"/>
                <a:gd name="connsiteX77" fmla="*/ 284618 w 369137"/>
                <a:gd name="connsiteY77" fmla="*/ 177079 h 558127"/>
                <a:gd name="connsiteX78" fmla="*/ 261120 w 369137"/>
                <a:gd name="connsiteY78" fmla="*/ 162497 h 558127"/>
                <a:gd name="connsiteX79" fmla="*/ 212957 w 369137"/>
                <a:gd name="connsiteY79" fmla="*/ 138333 h 558127"/>
                <a:gd name="connsiteX80" fmla="*/ 205458 w 369137"/>
                <a:gd name="connsiteY80" fmla="*/ 144082 h 558127"/>
                <a:gd name="connsiteX81" fmla="*/ 218874 w 369137"/>
                <a:gd name="connsiteY81" fmla="*/ 181162 h 558127"/>
                <a:gd name="connsiteX82" fmla="*/ 231122 w 369137"/>
                <a:gd name="connsiteY82" fmla="*/ 211576 h 558127"/>
                <a:gd name="connsiteX83" fmla="*/ 226956 w 369137"/>
                <a:gd name="connsiteY83" fmla="*/ 206827 h 558127"/>
                <a:gd name="connsiteX84" fmla="*/ 204625 w 369137"/>
                <a:gd name="connsiteY84" fmla="*/ 184662 h 558127"/>
                <a:gd name="connsiteX85" fmla="*/ 169211 w 369137"/>
                <a:gd name="connsiteY85" fmla="*/ 162664 h 558127"/>
                <a:gd name="connsiteX86" fmla="*/ 165962 w 369137"/>
                <a:gd name="connsiteY86" fmla="*/ 166830 h 558127"/>
                <a:gd name="connsiteX87" fmla="*/ 164545 w 369137"/>
                <a:gd name="connsiteY87" fmla="*/ 208993 h 558127"/>
                <a:gd name="connsiteX88" fmla="*/ 162295 w 369137"/>
                <a:gd name="connsiteY88" fmla="*/ 239990 h 558127"/>
                <a:gd name="connsiteX89" fmla="*/ 158962 w 369137"/>
                <a:gd name="connsiteY89" fmla="*/ 213993 h 558127"/>
                <a:gd name="connsiteX90" fmla="*/ 154879 w 369137"/>
                <a:gd name="connsiteY90" fmla="*/ 172996 h 558127"/>
                <a:gd name="connsiteX91" fmla="*/ 147796 w 369137"/>
                <a:gd name="connsiteY91" fmla="*/ 165914 h 558127"/>
                <a:gd name="connsiteX92" fmla="*/ 138464 w 369137"/>
                <a:gd name="connsiteY92" fmla="*/ 173163 h 558127"/>
                <a:gd name="connsiteX93" fmla="*/ 122799 w 369137"/>
                <a:gd name="connsiteY93" fmla="*/ 201410 h 558127"/>
                <a:gd name="connsiteX94" fmla="*/ 89385 w 369137"/>
                <a:gd name="connsiteY94" fmla="*/ 260488 h 558127"/>
                <a:gd name="connsiteX95" fmla="*/ 96635 w 369137"/>
                <a:gd name="connsiteY95" fmla="*/ 222159 h 558127"/>
                <a:gd name="connsiteX96" fmla="*/ 113633 w 369137"/>
                <a:gd name="connsiteY96" fmla="*/ 184079 h 558127"/>
                <a:gd name="connsiteX97" fmla="*/ 106051 w 369137"/>
                <a:gd name="connsiteY97" fmla="*/ 174246 h 558127"/>
                <a:gd name="connsiteX98" fmla="*/ 44056 w 369137"/>
                <a:gd name="connsiteY98" fmla="*/ 224742 h 558127"/>
                <a:gd name="connsiteX99" fmla="*/ 20308 w 369137"/>
                <a:gd name="connsiteY99" fmla="*/ 251573 h 558127"/>
                <a:gd name="connsiteX100" fmla="*/ 15309 w 369137"/>
                <a:gd name="connsiteY100" fmla="*/ 258572 h 558127"/>
                <a:gd name="connsiteX101" fmla="*/ 13309 w 369137"/>
                <a:gd name="connsiteY101" fmla="*/ 258739 h 558127"/>
                <a:gd name="connsiteX102" fmla="*/ 18308 w 369137"/>
                <a:gd name="connsiteY102" fmla="*/ 242073 h 558127"/>
                <a:gd name="connsiteX103" fmla="*/ 58221 w 369137"/>
                <a:gd name="connsiteY103" fmla="*/ 174329 h 558127"/>
                <a:gd name="connsiteX104" fmla="*/ 78386 w 369137"/>
                <a:gd name="connsiteY104" fmla="*/ 153248 h 558127"/>
                <a:gd name="connsiteX105" fmla="*/ 101301 w 369137"/>
                <a:gd name="connsiteY105" fmla="*/ 139833 h 558127"/>
                <a:gd name="connsiteX106" fmla="*/ 128965 w 369137"/>
                <a:gd name="connsiteY106" fmla="*/ 129250 h 558127"/>
                <a:gd name="connsiteX107" fmla="*/ 139047 w 369137"/>
                <a:gd name="connsiteY107" fmla="*/ 126917 h 558127"/>
                <a:gd name="connsiteX108" fmla="*/ 141714 w 369137"/>
                <a:gd name="connsiteY108" fmla="*/ 120584 h 558127"/>
                <a:gd name="connsiteX109" fmla="*/ 125465 w 369137"/>
                <a:gd name="connsiteY109" fmla="*/ 77172 h 558127"/>
                <a:gd name="connsiteX110" fmla="*/ 115966 w 369137"/>
                <a:gd name="connsiteY110" fmla="*/ 48174 h 558127"/>
                <a:gd name="connsiteX111" fmla="*/ 128382 w 369137"/>
                <a:gd name="connsiteY111" fmla="*/ 21843 h 558127"/>
                <a:gd name="connsiteX112" fmla="*/ 146963 w 369137"/>
                <a:gd name="connsiteY112" fmla="*/ 16427 h 558127"/>
                <a:gd name="connsiteX113" fmla="*/ 150380 w 369137"/>
                <a:gd name="connsiteY113" fmla="*/ 43925 h 558127"/>
                <a:gd name="connsiteX114" fmla="*/ 161878 w 369137"/>
                <a:gd name="connsiteY114" fmla="*/ 101003 h 558127"/>
                <a:gd name="connsiteX115" fmla="*/ 178710 w 369137"/>
                <a:gd name="connsiteY115" fmla="*/ 115002 h 558127"/>
                <a:gd name="connsiteX116" fmla="*/ 238789 w 369137"/>
                <a:gd name="connsiteY116" fmla="*/ 108085 h 558127"/>
                <a:gd name="connsiteX117" fmla="*/ 290951 w 369137"/>
                <a:gd name="connsiteY117" fmla="*/ 122251 h 558127"/>
                <a:gd name="connsiteX118" fmla="*/ 313615 w 369137"/>
                <a:gd name="connsiteY118" fmla="*/ 138166 h 558127"/>
                <a:gd name="connsiteX119" fmla="*/ 324781 w 369137"/>
                <a:gd name="connsiteY119" fmla="*/ 149165 h 558127"/>
                <a:gd name="connsiteX120" fmla="*/ 314115 w 369137"/>
                <a:gd name="connsiteY120" fmla="*/ 142916 h 558127"/>
                <a:gd name="connsiteX121" fmla="*/ 314115 w 369137"/>
                <a:gd name="connsiteY121" fmla="*/ 142916 h 558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369137" h="558127">
                  <a:moveTo>
                    <a:pt x="313698" y="121751"/>
                  </a:moveTo>
                  <a:cubicBezTo>
                    <a:pt x="298783" y="110002"/>
                    <a:pt x="280701" y="101669"/>
                    <a:pt x="262036" y="98336"/>
                  </a:cubicBezTo>
                  <a:cubicBezTo>
                    <a:pt x="240538" y="94503"/>
                    <a:pt x="220624" y="94587"/>
                    <a:pt x="199042" y="98670"/>
                  </a:cubicBezTo>
                  <a:cubicBezTo>
                    <a:pt x="193709" y="99670"/>
                    <a:pt x="185543" y="103086"/>
                    <a:pt x="180127" y="102003"/>
                  </a:cubicBezTo>
                  <a:cubicBezTo>
                    <a:pt x="173794" y="100753"/>
                    <a:pt x="173377" y="96670"/>
                    <a:pt x="171711" y="90670"/>
                  </a:cubicBezTo>
                  <a:cubicBezTo>
                    <a:pt x="168128" y="77505"/>
                    <a:pt x="164795" y="64256"/>
                    <a:pt x="162295" y="50757"/>
                  </a:cubicBezTo>
                  <a:cubicBezTo>
                    <a:pt x="160295" y="39508"/>
                    <a:pt x="159129" y="28176"/>
                    <a:pt x="157212" y="16927"/>
                  </a:cubicBezTo>
                  <a:cubicBezTo>
                    <a:pt x="156296" y="11428"/>
                    <a:pt x="156129" y="4928"/>
                    <a:pt x="150880" y="1512"/>
                  </a:cubicBezTo>
                  <a:cubicBezTo>
                    <a:pt x="140381" y="-5321"/>
                    <a:pt x="122299" y="12844"/>
                    <a:pt x="115633" y="19427"/>
                  </a:cubicBezTo>
                  <a:cubicBezTo>
                    <a:pt x="103884" y="31009"/>
                    <a:pt x="103717" y="44508"/>
                    <a:pt x="107467" y="59756"/>
                  </a:cubicBezTo>
                  <a:cubicBezTo>
                    <a:pt x="110133" y="70589"/>
                    <a:pt x="114383" y="81005"/>
                    <a:pt x="118216" y="91504"/>
                  </a:cubicBezTo>
                  <a:cubicBezTo>
                    <a:pt x="120882" y="98670"/>
                    <a:pt x="125382" y="107752"/>
                    <a:pt x="127299" y="115918"/>
                  </a:cubicBezTo>
                  <a:cubicBezTo>
                    <a:pt x="124132" y="115835"/>
                    <a:pt x="119882" y="115585"/>
                    <a:pt x="117966" y="116085"/>
                  </a:cubicBezTo>
                  <a:cubicBezTo>
                    <a:pt x="113716" y="117168"/>
                    <a:pt x="109883" y="119085"/>
                    <a:pt x="106300" y="121418"/>
                  </a:cubicBezTo>
                  <a:cubicBezTo>
                    <a:pt x="102134" y="123417"/>
                    <a:pt x="98051" y="126084"/>
                    <a:pt x="93552" y="129334"/>
                  </a:cubicBezTo>
                  <a:cubicBezTo>
                    <a:pt x="87635" y="133583"/>
                    <a:pt x="81802" y="137916"/>
                    <a:pt x="76136" y="142416"/>
                  </a:cubicBezTo>
                  <a:cubicBezTo>
                    <a:pt x="73803" y="144166"/>
                    <a:pt x="71637" y="145999"/>
                    <a:pt x="69470" y="147915"/>
                  </a:cubicBezTo>
                  <a:cubicBezTo>
                    <a:pt x="63721" y="152831"/>
                    <a:pt x="58221" y="157914"/>
                    <a:pt x="53055" y="163497"/>
                  </a:cubicBezTo>
                  <a:cubicBezTo>
                    <a:pt x="29391" y="188995"/>
                    <a:pt x="11559" y="220742"/>
                    <a:pt x="2310" y="254072"/>
                  </a:cubicBezTo>
                  <a:cubicBezTo>
                    <a:pt x="643" y="260155"/>
                    <a:pt x="-3107" y="271904"/>
                    <a:pt x="5143" y="275320"/>
                  </a:cubicBezTo>
                  <a:cubicBezTo>
                    <a:pt x="8892" y="276904"/>
                    <a:pt x="13142" y="274987"/>
                    <a:pt x="16808" y="272237"/>
                  </a:cubicBezTo>
                  <a:cubicBezTo>
                    <a:pt x="13975" y="289319"/>
                    <a:pt x="15892" y="308901"/>
                    <a:pt x="18142" y="323483"/>
                  </a:cubicBezTo>
                  <a:cubicBezTo>
                    <a:pt x="22558" y="351397"/>
                    <a:pt x="35973" y="377228"/>
                    <a:pt x="49972" y="401392"/>
                  </a:cubicBezTo>
                  <a:cubicBezTo>
                    <a:pt x="81469" y="456054"/>
                    <a:pt x="126465" y="498967"/>
                    <a:pt x="181627" y="529214"/>
                  </a:cubicBezTo>
                  <a:cubicBezTo>
                    <a:pt x="205042" y="542047"/>
                    <a:pt x="232705" y="560045"/>
                    <a:pt x="260536" y="557962"/>
                  </a:cubicBezTo>
                  <a:cubicBezTo>
                    <a:pt x="286201" y="555962"/>
                    <a:pt x="308949" y="535214"/>
                    <a:pt x="323447" y="515382"/>
                  </a:cubicBezTo>
                  <a:cubicBezTo>
                    <a:pt x="357861" y="468470"/>
                    <a:pt x="368610" y="406142"/>
                    <a:pt x="369110" y="349314"/>
                  </a:cubicBezTo>
                  <a:cubicBezTo>
                    <a:pt x="369443" y="313650"/>
                    <a:pt x="366777" y="279070"/>
                    <a:pt x="359111" y="244240"/>
                  </a:cubicBezTo>
                  <a:cubicBezTo>
                    <a:pt x="352862" y="215576"/>
                    <a:pt x="343946" y="186828"/>
                    <a:pt x="328530" y="161997"/>
                  </a:cubicBezTo>
                  <a:cubicBezTo>
                    <a:pt x="331363" y="162831"/>
                    <a:pt x="334197" y="163331"/>
                    <a:pt x="337113" y="163331"/>
                  </a:cubicBezTo>
                  <a:cubicBezTo>
                    <a:pt x="340196" y="163331"/>
                    <a:pt x="342362" y="159747"/>
                    <a:pt x="342029" y="156998"/>
                  </a:cubicBezTo>
                  <a:cubicBezTo>
                    <a:pt x="340612" y="143666"/>
                    <a:pt x="323364" y="129334"/>
                    <a:pt x="313698" y="121751"/>
                  </a:cubicBezTo>
                  <a:lnTo>
                    <a:pt x="313698" y="121751"/>
                  </a:lnTo>
                  <a:close/>
                  <a:moveTo>
                    <a:pt x="352528" y="309567"/>
                  </a:moveTo>
                  <a:cubicBezTo>
                    <a:pt x="355445" y="361313"/>
                    <a:pt x="353028" y="416141"/>
                    <a:pt x="332530" y="464303"/>
                  </a:cubicBezTo>
                  <a:cubicBezTo>
                    <a:pt x="321614" y="489968"/>
                    <a:pt x="309116" y="514049"/>
                    <a:pt x="285701" y="530464"/>
                  </a:cubicBezTo>
                  <a:cubicBezTo>
                    <a:pt x="272369" y="539880"/>
                    <a:pt x="259703" y="544546"/>
                    <a:pt x="243371" y="540047"/>
                  </a:cubicBezTo>
                  <a:cubicBezTo>
                    <a:pt x="231289" y="536714"/>
                    <a:pt x="219373" y="531547"/>
                    <a:pt x="208208" y="525881"/>
                  </a:cubicBezTo>
                  <a:cubicBezTo>
                    <a:pt x="184460" y="513799"/>
                    <a:pt x="160712" y="501300"/>
                    <a:pt x="140047" y="484302"/>
                  </a:cubicBezTo>
                  <a:cubicBezTo>
                    <a:pt x="118549" y="466553"/>
                    <a:pt x="99051" y="447805"/>
                    <a:pt x="82052" y="425473"/>
                  </a:cubicBezTo>
                  <a:cubicBezTo>
                    <a:pt x="63221" y="400892"/>
                    <a:pt x="46472" y="372062"/>
                    <a:pt x="35807" y="343064"/>
                  </a:cubicBezTo>
                  <a:cubicBezTo>
                    <a:pt x="30557" y="328649"/>
                    <a:pt x="27557" y="314067"/>
                    <a:pt x="26474" y="298735"/>
                  </a:cubicBezTo>
                  <a:cubicBezTo>
                    <a:pt x="25724" y="288403"/>
                    <a:pt x="24141" y="275487"/>
                    <a:pt x="25058" y="263988"/>
                  </a:cubicBezTo>
                  <a:cubicBezTo>
                    <a:pt x="38306" y="248490"/>
                    <a:pt x="50389" y="233074"/>
                    <a:pt x="66387" y="219992"/>
                  </a:cubicBezTo>
                  <a:cubicBezTo>
                    <a:pt x="73553" y="214159"/>
                    <a:pt x="80886" y="208493"/>
                    <a:pt x="88302" y="202910"/>
                  </a:cubicBezTo>
                  <a:cubicBezTo>
                    <a:pt x="86052" y="209826"/>
                    <a:pt x="84302" y="216909"/>
                    <a:pt x="82636" y="223325"/>
                  </a:cubicBezTo>
                  <a:cubicBezTo>
                    <a:pt x="78803" y="238157"/>
                    <a:pt x="69803" y="263072"/>
                    <a:pt x="80553" y="276737"/>
                  </a:cubicBezTo>
                  <a:cubicBezTo>
                    <a:pt x="83053" y="279987"/>
                    <a:pt x="87385" y="280237"/>
                    <a:pt x="90635" y="278070"/>
                  </a:cubicBezTo>
                  <a:cubicBezTo>
                    <a:pt x="106550" y="267571"/>
                    <a:pt x="114549" y="246323"/>
                    <a:pt x="122882" y="229908"/>
                  </a:cubicBezTo>
                  <a:cubicBezTo>
                    <a:pt x="127798" y="220159"/>
                    <a:pt x="132714" y="210493"/>
                    <a:pt x="137964" y="200910"/>
                  </a:cubicBezTo>
                  <a:cubicBezTo>
                    <a:pt x="138881" y="199327"/>
                    <a:pt x="141047" y="195078"/>
                    <a:pt x="143297" y="190661"/>
                  </a:cubicBezTo>
                  <a:cubicBezTo>
                    <a:pt x="144130" y="200744"/>
                    <a:pt x="145547" y="210910"/>
                    <a:pt x="146714" y="220909"/>
                  </a:cubicBezTo>
                  <a:cubicBezTo>
                    <a:pt x="148213" y="234574"/>
                    <a:pt x="148213" y="249823"/>
                    <a:pt x="156879" y="261072"/>
                  </a:cubicBezTo>
                  <a:cubicBezTo>
                    <a:pt x="159795" y="264905"/>
                    <a:pt x="164962" y="264321"/>
                    <a:pt x="167962" y="261072"/>
                  </a:cubicBezTo>
                  <a:cubicBezTo>
                    <a:pt x="176711" y="251489"/>
                    <a:pt x="176127" y="233824"/>
                    <a:pt x="176960" y="221742"/>
                  </a:cubicBezTo>
                  <a:cubicBezTo>
                    <a:pt x="177377" y="216076"/>
                    <a:pt x="174628" y="175413"/>
                    <a:pt x="176877" y="174496"/>
                  </a:cubicBezTo>
                  <a:cubicBezTo>
                    <a:pt x="179544" y="173413"/>
                    <a:pt x="192209" y="187662"/>
                    <a:pt x="194209" y="189578"/>
                  </a:cubicBezTo>
                  <a:cubicBezTo>
                    <a:pt x="200958" y="196244"/>
                    <a:pt x="207458" y="203160"/>
                    <a:pt x="213874" y="210076"/>
                  </a:cubicBezTo>
                  <a:cubicBezTo>
                    <a:pt x="221873" y="218659"/>
                    <a:pt x="230539" y="232574"/>
                    <a:pt x="241038" y="238074"/>
                  </a:cubicBezTo>
                  <a:cubicBezTo>
                    <a:pt x="245204" y="240240"/>
                    <a:pt x="250454" y="235824"/>
                    <a:pt x="249704" y="231408"/>
                  </a:cubicBezTo>
                  <a:cubicBezTo>
                    <a:pt x="246954" y="215992"/>
                    <a:pt x="240372" y="201660"/>
                    <a:pt x="234539" y="187245"/>
                  </a:cubicBezTo>
                  <a:cubicBezTo>
                    <a:pt x="231372" y="179329"/>
                    <a:pt x="227956" y="171413"/>
                    <a:pt x="224790" y="163497"/>
                  </a:cubicBezTo>
                  <a:cubicBezTo>
                    <a:pt x="223456" y="160164"/>
                    <a:pt x="221540" y="156581"/>
                    <a:pt x="219873" y="152998"/>
                  </a:cubicBezTo>
                  <a:cubicBezTo>
                    <a:pt x="232622" y="158748"/>
                    <a:pt x="244871" y="165830"/>
                    <a:pt x="257120" y="172496"/>
                  </a:cubicBezTo>
                  <a:cubicBezTo>
                    <a:pt x="271952" y="180579"/>
                    <a:pt x="285034" y="192828"/>
                    <a:pt x="300449" y="199411"/>
                  </a:cubicBezTo>
                  <a:cubicBezTo>
                    <a:pt x="305033" y="201327"/>
                    <a:pt x="310865" y="196244"/>
                    <a:pt x="308449" y="191411"/>
                  </a:cubicBezTo>
                  <a:cubicBezTo>
                    <a:pt x="301949" y="178496"/>
                    <a:pt x="292367" y="166747"/>
                    <a:pt x="283868" y="155081"/>
                  </a:cubicBezTo>
                  <a:cubicBezTo>
                    <a:pt x="278035" y="146999"/>
                    <a:pt x="269119" y="139583"/>
                    <a:pt x="262620" y="131417"/>
                  </a:cubicBezTo>
                  <a:cubicBezTo>
                    <a:pt x="275618" y="133417"/>
                    <a:pt x="291533" y="142832"/>
                    <a:pt x="300949" y="147499"/>
                  </a:cubicBezTo>
                  <a:cubicBezTo>
                    <a:pt x="304699" y="149332"/>
                    <a:pt x="308449" y="151665"/>
                    <a:pt x="312365" y="153998"/>
                  </a:cubicBezTo>
                  <a:cubicBezTo>
                    <a:pt x="334780" y="202327"/>
                    <a:pt x="349528" y="256489"/>
                    <a:pt x="352528" y="309567"/>
                  </a:cubicBezTo>
                  <a:lnTo>
                    <a:pt x="352528" y="309567"/>
                  </a:lnTo>
                  <a:close/>
                  <a:moveTo>
                    <a:pt x="314115" y="142916"/>
                  </a:moveTo>
                  <a:cubicBezTo>
                    <a:pt x="305282" y="138499"/>
                    <a:pt x="296533" y="134000"/>
                    <a:pt x="287451" y="130167"/>
                  </a:cubicBezTo>
                  <a:cubicBezTo>
                    <a:pt x="277035" y="125751"/>
                    <a:pt x="263370" y="118585"/>
                    <a:pt x="251787" y="120834"/>
                  </a:cubicBezTo>
                  <a:cubicBezTo>
                    <a:pt x="248537" y="121501"/>
                    <a:pt x="245788" y="124917"/>
                    <a:pt x="247454" y="128250"/>
                  </a:cubicBezTo>
                  <a:cubicBezTo>
                    <a:pt x="252287" y="138333"/>
                    <a:pt x="262286" y="146582"/>
                    <a:pt x="268869" y="155665"/>
                  </a:cubicBezTo>
                  <a:cubicBezTo>
                    <a:pt x="273868" y="162581"/>
                    <a:pt x="279368" y="169747"/>
                    <a:pt x="284618" y="177079"/>
                  </a:cubicBezTo>
                  <a:cubicBezTo>
                    <a:pt x="276785" y="171996"/>
                    <a:pt x="269119" y="166664"/>
                    <a:pt x="261120" y="162497"/>
                  </a:cubicBezTo>
                  <a:cubicBezTo>
                    <a:pt x="245288" y="154331"/>
                    <a:pt x="229373" y="145165"/>
                    <a:pt x="212957" y="138333"/>
                  </a:cubicBezTo>
                  <a:cubicBezTo>
                    <a:pt x="209041" y="136750"/>
                    <a:pt x="205042" y="140083"/>
                    <a:pt x="205458" y="144082"/>
                  </a:cubicBezTo>
                  <a:cubicBezTo>
                    <a:pt x="206708" y="156248"/>
                    <a:pt x="214374" y="169830"/>
                    <a:pt x="218874" y="181162"/>
                  </a:cubicBezTo>
                  <a:cubicBezTo>
                    <a:pt x="222790" y="191078"/>
                    <a:pt x="227456" y="201244"/>
                    <a:pt x="231122" y="211576"/>
                  </a:cubicBezTo>
                  <a:cubicBezTo>
                    <a:pt x="229622" y="209743"/>
                    <a:pt x="228206" y="208076"/>
                    <a:pt x="226956" y="206827"/>
                  </a:cubicBezTo>
                  <a:cubicBezTo>
                    <a:pt x="219624" y="199327"/>
                    <a:pt x="212291" y="191828"/>
                    <a:pt x="204625" y="184662"/>
                  </a:cubicBezTo>
                  <a:cubicBezTo>
                    <a:pt x="196626" y="177079"/>
                    <a:pt x="181793" y="158914"/>
                    <a:pt x="169211" y="162664"/>
                  </a:cubicBezTo>
                  <a:cubicBezTo>
                    <a:pt x="167378" y="163247"/>
                    <a:pt x="166378" y="165080"/>
                    <a:pt x="165962" y="166830"/>
                  </a:cubicBezTo>
                  <a:cubicBezTo>
                    <a:pt x="162879" y="180079"/>
                    <a:pt x="165212" y="195411"/>
                    <a:pt x="164545" y="208993"/>
                  </a:cubicBezTo>
                  <a:cubicBezTo>
                    <a:pt x="164212" y="216659"/>
                    <a:pt x="164462" y="229575"/>
                    <a:pt x="162295" y="239990"/>
                  </a:cubicBezTo>
                  <a:cubicBezTo>
                    <a:pt x="160295" y="231408"/>
                    <a:pt x="160046" y="221742"/>
                    <a:pt x="158962" y="213993"/>
                  </a:cubicBezTo>
                  <a:cubicBezTo>
                    <a:pt x="157129" y="200494"/>
                    <a:pt x="154463" y="186745"/>
                    <a:pt x="154879" y="172996"/>
                  </a:cubicBezTo>
                  <a:cubicBezTo>
                    <a:pt x="155046" y="168747"/>
                    <a:pt x="152129" y="165664"/>
                    <a:pt x="147796" y="165914"/>
                  </a:cubicBezTo>
                  <a:cubicBezTo>
                    <a:pt x="142797" y="166164"/>
                    <a:pt x="141047" y="169163"/>
                    <a:pt x="138464" y="173163"/>
                  </a:cubicBezTo>
                  <a:cubicBezTo>
                    <a:pt x="132714" y="181995"/>
                    <a:pt x="127965" y="192078"/>
                    <a:pt x="122799" y="201410"/>
                  </a:cubicBezTo>
                  <a:cubicBezTo>
                    <a:pt x="113216" y="218742"/>
                    <a:pt x="104384" y="245323"/>
                    <a:pt x="89385" y="260488"/>
                  </a:cubicBezTo>
                  <a:cubicBezTo>
                    <a:pt x="88552" y="248490"/>
                    <a:pt x="94801" y="229575"/>
                    <a:pt x="96635" y="222159"/>
                  </a:cubicBezTo>
                  <a:cubicBezTo>
                    <a:pt x="99718" y="209826"/>
                    <a:pt x="103134" y="192245"/>
                    <a:pt x="113633" y="184079"/>
                  </a:cubicBezTo>
                  <a:cubicBezTo>
                    <a:pt x="119966" y="179162"/>
                    <a:pt x="112466" y="169330"/>
                    <a:pt x="106051" y="174246"/>
                  </a:cubicBezTo>
                  <a:cubicBezTo>
                    <a:pt x="85052" y="190328"/>
                    <a:pt x="62804" y="205910"/>
                    <a:pt x="44056" y="224742"/>
                  </a:cubicBezTo>
                  <a:cubicBezTo>
                    <a:pt x="35640" y="233241"/>
                    <a:pt x="27474" y="242073"/>
                    <a:pt x="20308" y="251573"/>
                  </a:cubicBezTo>
                  <a:cubicBezTo>
                    <a:pt x="18725" y="253989"/>
                    <a:pt x="17058" y="256322"/>
                    <a:pt x="15309" y="258572"/>
                  </a:cubicBezTo>
                  <a:cubicBezTo>
                    <a:pt x="8976" y="265155"/>
                    <a:pt x="8309" y="265155"/>
                    <a:pt x="13309" y="258739"/>
                  </a:cubicBezTo>
                  <a:cubicBezTo>
                    <a:pt x="14559" y="253156"/>
                    <a:pt x="16392" y="247490"/>
                    <a:pt x="18308" y="242073"/>
                  </a:cubicBezTo>
                  <a:cubicBezTo>
                    <a:pt x="26974" y="217576"/>
                    <a:pt x="42056" y="194494"/>
                    <a:pt x="58221" y="174329"/>
                  </a:cubicBezTo>
                  <a:cubicBezTo>
                    <a:pt x="64387" y="166664"/>
                    <a:pt x="71220" y="159831"/>
                    <a:pt x="78386" y="153248"/>
                  </a:cubicBezTo>
                  <a:cubicBezTo>
                    <a:pt x="85802" y="148499"/>
                    <a:pt x="93552" y="144249"/>
                    <a:pt x="101301" y="139833"/>
                  </a:cubicBezTo>
                  <a:cubicBezTo>
                    <a:pt x="110966" y="134333"/>
                    <a:pt x="117632" y="130083"/>
                    <a:pt x="128965" y="129250"/>
                  </a:cubicBezTo>
                  <a:cubicBezTo>
                    <a:pt x="133548" y="128917"/>
                    <a:pt x="134964" y="129334"/>
                    <a:pt x="139047" y="126917"/>
                  </a:cubicBezTo>
                  <a:cubicBezTo>
                    <a:pt x="141130" y="125751"/>
                    <a:pt x="141881" y="122751"/>
                    <a:pt x="141714" y="120584"/>
                  </a:cubicBezTo>
                  <a:cubicBezTo>
                    <a:pt x="140297" y="106336"/>
                    <a:pt x="130881" y="90337"/>
                    <a:pt x="125465" y="77172"/>
                  </a:cubicBezTo>
                  <a:cubicBezTo>
                    <a:pt x="121716" y="68006"/>
                    <a:pt x="117133" y="58090"/>
                    <a:pt x="115966" y="48174"/>
                  </a:cubicBezTo>
                  <a:cubicBezTo>
                    <a:pt x="114466" y="35675"/>
                    <a:pt x="119382" y="29593"/>
                    <a:pt x="128382" y="21843"/>
                  </a:cubicBezTo>
                  <a:cubicBezTo>
                    <a:pt x="133964" y="17010"/>
                    <a:pt x="142714" y="6345"/>
                    <a:pt x="146963" y="16427"/>
                  </a:cubicBezTo>
                  <a:cubicBezTo>
                    <a:pt x="150213" y="24093"/>
                    <a:pt x="149297" y="35675"/>
                    <a:pt x="150380" y="43925"/>
                  </a:cubicBezTo>
                  <a:cubicBezTo>
                    <a:pt x="152963" y="63173"/>
                    <a:pt x="157379" y="82171"/>
                    <a:pt x="161878" y="101003"/>
                  </a:cubicBezTo>
                  <a:cubicBezTo>
                    <a:pt x="164379" y="111669"/>
                    <a:pt x="167628" y="115168"/>
                    <a:pt x="178710" y="115002"/>
                  </a:cubicBezTo>
                  <a:cubicBezTo>
                    <a:pt x="198959" y="114668"/>
                    <a:pt x="218207" y="106336"/>
                    <a:pt x="238789" y="108085"/>
                  </a:cubicBezTo>
                  <a:cubicBezTo>
                    <a:pt x="256953" y="109669"/>
                    <a:pt x="274702" y="113835"/>
                    <a:pt x="290951" y="122251"/>
                  </a:cubicBezTo>
                  <a:cubicBezTo>
                    <a:pt x="299116" y="126501"/>
                    <a:pt x="306866" y="131833"/>
                    <a:pt x="313615" y="138166"/>
                  </a:cubicBezTo>
                  <a:cubicBezTo>
                    <a:pt x="315782" y="140166"/>
                    <a:pt x="320781" y="144666"/>
                    <a:pt x="324781" y="149165"/>
                  </a:cubicBezTo>
                  <a:cubicBezTo>
                    <a:pt x="321198" y="146915"/>
                    <a:pt x="317281" y="144499"/>
                    <a:pt x="314115" y="142916"/>
                  </a:cubicBezTo>
                  <a:lnTo>
                    <a:pt x="314115" y="142916"/>
                  </a:lnTo>
                  <a:close/>
                </a:path>
              </a:pathLst>
            </a:custGeom>
            <a:grpFill/>
            <a:ln w="8332" cap="flat">
              <a:noFill/>
              <a:prstDash val="solid"/>
              <a:miter/>
            </a:ln>
          </p:spPr>
          <p:txBody>
            <a:bodyPr rtlCol="0" anchor="ctr"/>
            <a:lstStyle/>
            <a:p>
              <a:endParaRPr lang="en-US"/>
            </a:p>
          </p:txBody>
        </p:sp>
        <p:sp>
          <p:nvSpPr>
            <p:cNvPr id="1782" name="Freeform: Shape 1781"/>
            <p:cNvSpPr/>
            <p:nvPr/>
          </p:nvSpPr>
          <p:spPr>
            <a:xfrm>
              <a:off x="3424805" y="1577261"/>
              <a:ext cx="20592" cy="26448"/>
            </a:xfrm>
            <a:custGeom>
              <a:avLst/>
              <a:gdLst>
                <a:gd name="connsiteX0" fmla="*/ 15989 w 20592"/>
                <a:gd name="connsiteY0" fmla="*/ 1941 h 26448"/>
                <a:gd name="connsiteX1" fmla="*/ 8990 w 20592"/>
                <a:gd name="connsiteY1" fmla="*/ 107 h 26448"/>
                <a:gd name="connsiteX2" fmla="*/ 2574 w 20592"/>
                <a:gd name="connsiteY2" fmla="*/ 3857 h 26448"/>
                <a:gd name="connsiteX3" fmla="*/ 574 w 20592"/>
                <a:gd name="connsiteY3" fmla="*/ 14106 h 26448"/>
                <a:gd name="connsiteX4" fmla="*/ 2824 w 20592"/>
                <a:gd name="connsiteY4" fmla="*/ 22855 h 26448"/>
                <a:gd name="connsiteX5" fmla="*/ 17573 w 20592"/>
                <a:gd name="connsiteY5" fmla="*/ 22855 h 26448"/>
                <a:gd name="connsiteX6" fmla="*/ 20572 w 20592"/>
                <a:gd name="connsiteY6" fmla="*/ 14273 h 26448"/>
                <a:gd name="connsiteX7" fmla="*/ 15989 w 20592"/>
                <a:gd name="connsiteY7" fmla="*/ 1941 h 26448"/>
                <a:gd name="connsiteX8" fmla="*/ 15989 w 20592"/>
                <a:gd name="connsiteY8" fmla="*/ 1941 h 26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592" h="26448">
                  <a:moveTo>
                    <a:pt x="15989" y="1941"/>
                  </a:moveTo>
                  <a:cubicBezTo>
                    <a:pt x="14240" y="524"/>
                    <a:pt x="11240" y="-309"/>
                    <a:pt x="8990" y="107"/>
                  </a:cubicBezTo>
                  <a:cubicBezTo>
                    <a:pt x="6324" y="524"/>
                    <a:pt x="4408" y="1857"/>
                    <a:pt x="2574" y="3857"/>
                  </a:cubicBezTo>
                  <a:cubicBezTo>
                    <a:pt x="-9" y="6607"/>
                    <a:pt x="-592" y="10690"/>
                    <a:pt x="574" y="14106"/>
                  </a:cubicBezTo>
                  <a:cubicBezTo>
                    <a:pt x="158" y="17189"/>
                    <a:pt x="908" y="20522"/>
                    <a:pt x="2824" y="22855"/>
                  </a:cubicBezTo>
                  <a:cubicBezTo>
                    <a:pt x="6657" y="27605"/>
                    <a:pt x="13823" y="27688"/>
                    <a:pt x="17573" y="22855"/>
                  </a:cubicBezTo>
                  <a:cubicBezTo>
                    <a:pt x="19490" y="20439"/>
                    <a:pt x="20489" y="17356"/>
                    <a:pt x="20572" y="14273"/>
                  </a:cubicBezTo>
                  <a:cubicBezTo>
                    <a:pt x="20739" y="9607"/>
                    <a:pt x="19906" y="5107"/>
                    <a:pt x="15989" y="1941"/>
                  </a:cubicBezTo>
                  <a:lnTo>
                    <a:pt x="15989" y="1941"/>
                  </a:lnTo>
                  <a:close/>
                </a:path>
              </a:pathLst>
            </a:custGeom>
            <a:grpFill/>
            <a:ln w="8332" cap="flat">
              <a:noFill/>
              <a:prstDash val="solid"/>
              <a:miter/>
            </a:ln>
          </p:spPr>
          <p:txBody>
            <a:bodyPr rtlCol="0" anchor="ctr"/>
            <a:lstStyle/>
            <a:p>
              <a:endParaRPr lang="en-US"/>
            </a:p>
          </p:txBody>
        </p:sp>
        <p:sp>
          <p:nvSpPr>
            <p:cNvPr id="1783" name="Freeform: Shape 1782"/>
            <p:cNvSpPr/>
            <p:nvPr/>
          </p:nvSpPr>
          <p:spPr>
            <a:xfrm>
              <a:off x="3479904" y="1577417"/>
              <a:ext cx="21642" cy="25586"/>
            </a:xfrm>
            <a:custGeom>
              <a:avLst/>
              <a:gdLst>
                <a:gd name="connsiteX0" fmla="*/ 11302 w 21642"/>
                <a:gd name="connsiteY0" fmla="*/ 35 h 25586"/>
                <a:gd name="connsiteX1" fmla="*/ 1053 w 21642"/>
                <a:gd name="connsiteY1" fmla="*/ 5951 h 25586"/>
                <a:gd name="connsiteX2" fmla="*/ 2887 w 21642"/>
                <a:gd name="connsiteY2" fmla="*/ 19949 h 25586"/>
                <a:gd name="connsiteX3" fmla="*/ 14635 w 21642"/>
                <a:gd name="connsiteY3" fmla="*/ 25366 h 25586"/>
                <a:gd name="connsiteX4" fmla="*/ 21468 w 21642"/>
                <a:gd name="connsiteY4" fmla="*/ 18533 h 25586"/>
                <a:gd name="connsiteX5" fmla="*/ 21552 w 21642"/>
                <a:gd name="connsiteY5" fmla="*/ 15616 h 25586"/>
                <a:gd name="connsiteX6" fmla="*/ 21135 w 21642"/>
                <a:gd name="connsiteY6" fmla="*/ 13950 h 25586"/>
                <a:gd name="connsiteX7" fmla="*/ 21385 w 21642"/>
                <a:gd name="connsiteY7" fmla="*/ 10200 h 25586"/>
                <a:gd name="connsiteX8" fmla="*/ 11302 w 21642"/>
                <a:gd name="connsiteY8" fmla="*/ 35 h 25586"/>
                <a:gd name="connsiteX9" fmla="*/ 11302 w 21642"/>
                <a:gd name="connsiteY9" fmla="*/ 35 h 25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642" h="25586">
                  <a:moveTo>
                    <a:pt x="11302" y="35"/>
                  </a:moveTo>
                  <a:cubicBezTo>
                    <a:pt x="7053" y="-299"/>
                    <a:pt x="2720" y="1784"/>
                    <a:pt x="1053" y="5951"/>
                  </a:cubicBezTo>
                  <a:cubicBezTo>
                    <a:pt x="-863" y="10784"/>
                    <a:pt x="-113" y="15783"/>
                    <a:pt x="2887" y="19949"/>
                  </a:cubicBezTo>
                  <a:cubicBezTo>
                    <a:pt x="5303" y="23366"/>
                    <a:pt x="10302" y="26449"/>
                    <a:pt x="14635" y="25366"/>
                  </a:cubicBezTo>
                  <a:cubicBezTo>
                    <a:pt x="18302" y="24449"/>
                    <a:pt x="20718" y="22366"/>
                    <a:pt x="21468" y="18533"/>
                  </a:cubicBezTo>
                  <a:cubicBezTo>
                    <a:pt x="21635" y="17533"/>
                    <a:pt x="21718" y="16783"/>
                    <a:pt x="21552" y="15616"/>
                  </a:cubicBezTo>
                  <a:cubicBezTo>
                    <a:pt x="21468" y="15033"/>
                    <a:pt x="21301" y="14450"/>
                    <a:pt x="21135" y="13950"/>
                  </a:cubicBezTo>
                  <a:cubicBezTo>
                    <a:pt x="21385" y="12700"/>
                    <a:pt x="21468" y="11367"/>
                    <a:pt x="21385" y="10200"/>
                  </a:cubicBezTo>
                  <a:cubicBezTo>
                    <a:pt x="20801" y="5034"/>
                    <a:pt x="16719" y="451"/>
                    <a:pt x="11302" y="35"/>
                  </a:cubicBezTo>
                  <a:lnTo>
                    <a:pt x="11302" y="35"/>
                  </a:lnTo>
                  <a:close/>
                </a:path>
              </a:pathLst>
            </a:custGeom>
            <a:grpFill/>
            <a:ln w="8332" cap="flat">
              <a:noFill/>
              <a:prstDash val="solid"/>
              <a:miter/>
            </a:ln>
          </p:spPr>
          <p:txBody>
            <a:bodyPr rtlCol="0" anchor="ctr"/>
            <a:lstStyle/>
            <a:p>
              <a:endParaRPr lang="en-US"/>
            </a:p>
          </p:txBody>
        </p:sp>
        <p:sp>
          <p:nvSpPr>
            <p:cNvPr id="1784" name="Freeform: Shape 1783"/>
            <p:cNvSpPr/>
            <p:nvPr/>
          </p:nvSpPr>
          <p:spPr>
            <a:xfrm>
              <a:off x="3541613" y="1567749"/>
              <a:ext cx="21512" cy="24290"/>
            </a:xfrm>
            <a:custGeom>
              <a:avLst/>
              <a:gdLst>
                <a:gd name="connsiteX0" fmla="*/ 14505 w 21512"/>
                <a:gd name="connsiteY0" fmla="*/ 703 h 24290"/>
                <a:gd name="connsiteX1" fmla="*/ 1839 w 21512"/>
                <a:gd name="connsiteY1" fmla="*/ 10452 h 24290"/>
                <a:gd name="connsiteX2" fmla="*/ 2006 w 21512"/>
                <a:gd name="connsiteY2" fmla="*/ 11285 h 24290"/>
                <a:gd name="connsiteX3" fmla="*/ 1589 w 21512"/>
                <a:gd name="connsiteY3" fmla="*/ 20618 h 24290"/>
                <a:gd name="connsiteX4" fmla="*/ 12088 w 21512"/>
                <a:gd name="connsiteY4" fmla="*/ 24201 h 24290"/>
                <a:gd name="connsiteX5" fmla="*/ 21504 w 21512"/>
                <a:gd name="connsiteY5" fmla="*/ 13535 h 24290"/>
                <a:gd name="connsiteX6" fmla="*/ 14505 w 21512"/>
                <a:gd name="connsiteY6" fmla="*/ 703 h 24290"/>
                <a:gd name="connsiteX7" fmla="*/ 14505 w 21512"/>
                <a:gd name="connsiteY7" fmla="*/ 703 h 24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512" h="24290">
                  <a:moveTo>
                    <a:pt x="14505" y="703"/>
                  </a:moveTo>
                  <a:cubicBezTo>
                    <a:pt x="8505" y="-2047"/>
                    <a:pt x="423" y="3703"/>
                    <a:pt x="1839" y="10452"/>
                  </a:cubicBezTo>
                  <a:cubicBezTo>
                    <a:pt x="1923" y="10702"/>
                    <a:pt x="2006" y="10952"/>
                    <a:pt x="2006" y="11285"/>
                  </a:cubicBezTo>
                  <a:cubicBezTo>
                    <a:pt x="-327" y="13868"/>
                    <a:pt x="-827" y="17618"/>
                    <a:pt x="1589" y="20618"/>
                  </a:cubicBezTo>
                  <a:cubicBezTo>
                    <a:pt x="4006" y="23618"/>
                    <a:pt x="8422" y="24617"/>
                    <a:pt x="12088" y="24201"/>
                  </a:cubicBezTo>
                  <a:cubicBezTo>
                    <a:pt x="17505" y="23534"/>
                    <a:pt x="21254" y="18868"/>
                    <a:pt x="21504" y="13535"/>
                  </a:cubicBezTo>
                  <a:cubicBezTo>
                    <a:pt x="21671" y="8119"/>
                    <a:pt x="19504" y="3036"/>
                    <a:pt x="14505" y="703"/>
                  </a:cubicBezTo>
                  <a:lnTo>
                    <a:pt x="14505" y="703"/>
                  </a:lnTo>
                  <a:close/>
                </a:path>
              </a:pathLst>
            </a:custGeom>
            <a:grpFill/>
            <a:ln w="8332" cap="flat">
              <a:noFill/>
              <a:prstDash val="solid"/>
              <a:miter/>
            </a:ln>
          </p:spPr>
          <p:txBody>
            <a:bodyPr rtlCol="0" anchor="ctr"/>
            <a:lstStyle/>
            <a:p>
              <a:endParaRPr lang="en-US"/>
            </a:p>
          </p:txBody>
        </p:sp>
        <p:sp>
          <p:nvSpPr>
            <p:cNvPr id="1785" name="Freeform: Shape 1784"/>
            <p:cNvSpPr/>
            <p:nvPr/>
          </p:nvSpPr>
          <p:spPr>
            <a:xfrm>
              <a:off x="3606197" y="1532777"/>
              <a:ext cx="22176" cy="22905"/>
            </a:xfrm>
            <a:custGeom>
              <a:avLst/>
              <a:gdLst>
                <a:gd name="connsiteX0" fmla="*/ 16914 w 22176"/>
                <a:gd name="connsiteY0" fmla="*/ 2012 h 22905"/>
                <a:gd name="connsiteX1" fmla="*/ 12164 w 22176"/>
                <a:gd name="connsiteY1" fmla="*/ 95 h 22905"/>
                <a:gd name="connsiteX2" fmla="*/ 7082 w 22176"/>
                <a:gd name="connsiteY2" fmla="*/ 762 h 22905"/>
                <a:gd name="connsiteX3" fmla="*/ 915 w 22176"/>
                <a:gd name="connsiteY3" fmla="*/ 8761 h 22905"/>
                <a:gd name="connsiteX4" fmla="*/ 999 w 22176"/>
                <a:gd name="connsiteY4" fmla="*/ 11011 h 22905"/>
                <a:gd name="connsiteX5" fmla="*/ 82 w 22176"/>
                <a:gd name="connsiteY5" fmla="*/ 13344 h 22905"/>
                <a:gd name="connsiteX6" fmla="*/ 11748 w 22176"/>
                <a:gd name="connsiteY6" fmla="*/ 22843 h 22905"/>
                <a:gd name="connsiteX7" fmla="*/ 21414 w 22176"/>
                <a:gd name="connsiteY7" fmla="*/ 15927 h 22905"/>
                <a:gd name="connsiteX8" fmla="*/ 21247 w 22176"/>
                <a:gd name="connsiteY8" fmla="*/ 7345 h 22905"/>
                <a:gd name="connsiteX9" fmla="*/ 16914 w 22176"/>
                <a:gd name="connsiteY9" fmla="*/ 2012 h 22905"/>
                <a:gd name="connsiteX10" fmla="*/ 16914 w 22176"/>
                <a:gd name="connsiteY10" fmla="*/ 2012 h 229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176" h="22905">
                  <a:moveTo>
                    <a:pt x="16914" y="2012"/>
                  </a:moveTo>
                  <a:cubicBezTo>
                    <a:pt x="15498" y="928"/>
                    <a:pt x="13914" y="345"/>
                    <a:pt x="12164" y="95"/>
                  </a:cubicBezTo>
                  <a:cubicBezTo>
                    <a:pt x="10415" y="-155"/>
                    <a:pt x="8748" y="95"/>
                    <a:pt x="7082" y="762"/>
                  </a:cubicBezTo>
                  <a:cubicBezTo>
                    <a:pt x="3998" y="2012"/>
                    <a:pt x="1165" y="5261"/>
                    <a:pt x="915" y="8761"/>
                  </a:cubicBezTo>
                  <a:cubicBezTo>
                    <a:pt x="832" y="9511"/>
                    <a:pt x="915" y="10261"/>
                    <a:pt x="999" y="11011"/>
                  </a:cubicBezTo>
                  <a:cubicBezTo>
                    <a:pt x="582" y="11677"/>
                    <a:pt x="249" y="12427"/>
                    <a:pt x="82" y="13344"/>
                  </a:cubicBezTo>
                  <a:cubicBezTo>
                    <a:pt x="-835" y="19927"/>
                    <a:pt x="6082" y="23426"/>
                    <a:pt x="11748" y="22843"/>
                  </a:cubicBezTo>
                  <a:cubicBezTo>
                    <a:pt x="15831" y="22426"/>
                    <a:pt x="19831" y="19843"/>
                    <a:pt x="21414" y="15927"/>
                  </a:cubicBezTo>
                  <a:cubicBezTo>
                    <a:pt x="22497" y="13261"/>
                    <a:pt x="22414" y="10011"/>
                    <a:pt x="21247" y="7345"/>
                  </a:cubicBezTo>
                  <a:cubicBezTo>
                    <a:pt x="20413" y="5261"/>
                    <a:pt x="18831" y="3095"/>
                    <a:pt x="16914" y="2012"/>
                  </a:cubicBezTo>
                  <a:lnTo>
                    <a:pt x="16914" y="2012"/>
                  </a:lnTo>
                  <a:close/>
                </a:path>
              </a:pathLst>
            </a:custGeom>
            <a:grpFill/>
            <a:ln w="8332" cap="flat">
              <a:noFill/>
              <a:prstDash val="solid"/>
              <a:miter/>
            </a:ln>
          </p:spPr>
          <p:txBody>
            <a:bodyPr rtlCol="0" anchor="ctr"/>
            <a:lstStyle/>
            <a:p>
              <a:endParaRPr lang="en-US"/>
            </a:p>
          </p:txBody>
        </p:sp>
        <p:sp>
          <p:nvSpPr>
            <p:cNvPr id="1786" name="Freeform: Shape 1785"/>
            <p:cNvSpPr/>
            <p:nvPr/>
          </p:nvSpPr>
          <p:spPr>
            <a:xfrm>
              <a:off x="3591668" y="1591544"/>
              <a:ext cx="23596" cy="27153"/>
            </a:xfrm>
            <a:custGeom>
              <a:avLst/>
              <a:gdLst>
                <a:gd name="connsiteX0" fmla="*/ 18612 w 23596"/>
                <a:gd name="connsiteY0" fmla="*/ 4656 h 27153"/>
                <a:gd name="connsiteX1" fmla="*/ 14778 w 23596"/>
                <a:gd name="connsiteY1" fmla="*/ 1322 h 27153"/>
                <a:gd name="connsiteX2" fmla="*/ 5946 w 23596"/>
                <a:gd name="connsiteY2" fmla="*/ 656 h 27153"/>
                <a:gd name="connsiteX3" fmla="*/ 30 w 23596"/>
                <a:gd name="connsiteY3" fmla="*/ 8322 h 27153"/>
                <a:gd name="connsiteX4" fmla="*/ 696 w 23596"/>
                <a:gd name="connsiteY4" fmla="*/ 5905 h 27153"/>
                <a:gd name="connsiteX5" fmla="*/ 30 w 23596"/>
                <a:gd name="connsiteY5" fmla="*/ 8322 h 27153"/>
                <a:gd name="connsiteX6" fmla="*/ 363 w 23596"/>
                <a:gd name="connsiteY6" fmla="*/ 12155 h 27153"/>
                <a:gd name="connsiteX7" fmla="*/ 4030 w 23596"/>
                <a:gd name="connsiteY7" fmla="*/ 17821 h 27153"/>
                <a:gd name="connsiteX8" fmla="*/ 4030 w 23596"/>
                <a:gd name="connsiteY8" fmla="*/ 17821 h 27153"/>
                <a:gd name="connsiteX9" fmla="*/ 4030 w 23596"/>
                <a:gd name="connsiteY9" fmla="*/ 18238 h 27153"/>
                <a:gd name="connsiteX10" fmla="*/ 4530 w 23596"/>
                <a:gd name="connsiteY10" fmla="*/ 20737 h 27153"/>
                <a:gd name="connsiteX11" fmla="*/ 19528 w 23596"/>
                <a:gd name="connsiteY11" fmla="*/ 25070 h 27153"/>
                <a:gd name="connsiteX12" fmla="*/ 22195 w 23596"/>
                <a:gd name="connsiteY12" fmla="*/ 9655 h 27153"/>
                <a:gd name="connsiteX13" fmla="*/ 18612 w 23596"/>
                <a:gd name="connsiteY13" fmla="*/ 4656 h 27153"/>
                <a:gd name="connsiteX14" fmla="*/ 18612 w 23596"/>
                <a:gd name="connsiteY14" fmla="*/ 4656 h 27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3596" h="27153">
                  <a:moveTo>
                    <a:pt x="18612" y="4656"/>
                  </a:moveTo>
                  <a:cubicBezTo>
                    <a:pt x="17361" y="3322"/>
                    <a:pt x="16278" y="2239"/>
                    <a:pt x="14778" y="1322"/>
                  </a:cubicBezTo>
                  <a:cubicBezTo>
                    <a:pt x="11946" y="-261"/>
                    <a:pt x="9029" y="-344"/>
                    <a:pt x="5946" y="656"/>
                  </a:cubicBezTo>
                  <a:cubicBezTo>
                    <a:pt x="2863" y="1656"/>
                    <a:pt x="363" y="5072"/>
                    <a:pt x="30" y="8322"/>
                  </a:cubicBezTo>
                  <a:cubicBezTo>
                    <a:pt x="280" y="7489"/>
                    <a:pt x="447" y="6739"/>
                    <a:pt x="696" y="5905"/>
                  </a:cubicBezTo>
                  <a:cubicBezTo>
                    <a:pt x="363" y="6655"/>
                    <a:pt x="113" y="7489"/>
                    <a:pt x="30" y="8322"/>
                  </a:cubicBezTo>
                  <a:cubicBezTo>
                    <a:pt x="-53" y="9655"/>
                    <a:pt x="30" y="10822"/>
                    <a:pt x="363" y="12155"/>
                  </a:cubicBezTo>
                  <a:cubicBezTo>
                    <a:pt x="947" y="14571"/>
                    <a:pt x="2280" y="16071"/>
                    <a:pt x="4030" y="17821"/>
                  </a:cubicBezTo>
                  <a:lnTo>
                    <a:pt x="4030" y="17821"/>
                  </a:lnTo>
                  <a:cubicBezTo>
                    <a:pt x="1696" y="15488"/>
                    <a:pt x="3030" y="17071"/>
                    <a:pt x="4030" y="18238"/>
                  </a:cubicBezTo>
                  <a:cubicBezTo>
                    <a:pt x="4113" y="19071"/>
                    <a:pt x="4196" y="19904"/>
                    <a:pt x="4530" y="20737"/>
                  </a:cubicBezTo>
                  <a:cubicBezTo>
                    <a:pt x="6529" y="26987"/>
                    <a:pt x="14445" y="29153"/>
                    <a:pt x="19528" y="25070"/>
                  </a:cubicBezTo>
                  <a:cubicBezTo>
                    <a:pt x="24278" y="21237"/>
                    <a:pt x="24444" y="14905"/>
                    <a:pt x="22195" y="9655"/>
                  </a:cubicBezTo>
                  <a:cubicBezTo>
                    <a:pt x="21278" y="7739"/>
                    <a:pt x="20028" y="6072"/>
                    <a:pt x="18612" y="4656"/>
                  </a:cubicBezTo>
                  <a:lnTo>
                    <a:pt x="18612" y="4656"/>
                  </a:lnTo>
                  <a:close/>
                </a:path>
              </a:pathLst>
            </a:custGeom>
            <a:grpFill/>
            <a:ln w="8332" cap="flat">
              <a:noFill/>
              <a:prstDash val="solid"/>
              <a:miter/>
            </a:ln>
          </p:spPr>
          <p:txBody>
            <a:bodyPr rtlCol="0" anchor="ctr"/>
            <a:lstStyle/>
            <a:p>
              <a:endParaRPr lang="en-US"/>
            </a:p>
          </p:txBody>
        </p:sp>
        <p:sp>
          <p:nvSpPr>
            <p:cNvPr id="1787" name="Freeform: Shape 1786"/>
            <p:cNvSpPr/>
            <p:nvPr/>
          </p:nvSpPr>
          <p:spPr>
            <a:xfrm>
              <a:off x="3522429" y="1629625"/>
              <a:ext cx="26738" cy="26884"/>
            </a:xfrm>
            <a:custGeom>
              <a:avLst/>
              <a:gdLst>
                <a:gd name="connsiteX0" fmla="*/ 22273 w 26738"/>
                <a:gd name="connsiteY0" fmla="*/ 5905 h 26884"/>
                <a:gd name="connsiteX1" fmla="*/ 2442 w 26738"/>
                <a:gd name="connsiteY1" fmla="*/ 4072 h 26884"/>
                <a:gd name="connsiteX2" fmla="*/ 8524 w 26738"/>
                <a:gd name="connsiteY2" fmla="*/ 24820 h 26884"/>
                <a:gd name="connsiteX3" fmla="*/ 13774 w 26738"/>
                <a:gd name="connsiteY3" fmla="*/ 25070 h 26884"/>
                <a:gd name="connsiteX4" fmla="*/ 21190 w 26738"/>
                <a:gd name="connsiteY4" fmla="*/ 26320 h 26884"/>
                <a:gd name="connsiteX5" fmla="*/ 26606 w 26738"/>
                <a:gd name="connsiteY5" fmla="*/ 18820 h 26884"/>
                <a:gd name="connsiteX6" fmla="*/ 22273 w 26738"/>
                <a:gd name="connsiteY6" fmla="*/ 5905 h 26884"/>
                <a:gd name="connsiteX7" fmla="*/ 22273 w 26738"/>
                <a:gd name="connsiteY7" fmla="*/ 5905 h 26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738" h="26884">
                  <a:moveTo>
                    <a:pt x="22273" y="5905"/>
                  </a:moveTo>
                  <a:cubicBezTo>
                    <a:pt x="17190" y="155"/>
                    <a:pt x="8108" y="-3011"/>
                    <a:pt x="2442" y="4072"/>
                  </a:cubicBezTo>
                  <a:cubicBezTo>
                    <a:pt x="-2641" y="10404"/>
                    <a:pt x="608" y="22320"/>
                    <a:pt x="8524" y="24820"/>
                  </a:cubicBezTo>
                  <a:cubicBezTo>
                    <a:pt x="10441" y="25403"/>
                    <a:pt x="12191" y="25403"/>
                    <a:pt x="13774" y="25070"/>
                  </a:cubicBezTo>
                  <a:cubicBezTo>
                    <a:pt x="15857" y="26736"/>
                    <a:pt x="18273" y="27486"/>
                    <a:pt x="21190" y="26320"/>
                  </a:cubicBezTo>
                  <a:cubicBezTo>
                    <a:pt x="24356" y="25070"/>
                    <a:pt x="26189" y="22153"/>
                    <a:pt x="26606" y="18820"/>
                  </a:cubicBezTo>
                  <a:cubicBezTo>
                    <a:pt x="27273" y="14154"/>
                    <a:pt x="25356" y="9404"/>
                    <a:pt x="22273" y="5905"/>
                  </a:cubicBezTo>
                  <a:lnTo>
                    <a:pt x="22273" y="5905"/>
                  </a:lnTo>
                  <a:close/>
                </a:path>
              </a:pathLst>
            </a:custGeom>
            <a:grpFill/>
            <a:ln w="8332" cap="flat">
              <a:noFill/>
              <a:prstDash val="solid"/>
              <a:miter/>
            </a:ln>
          </p:spPr>
          <p:txBody>
            <a:bodyPr rtlCol="0" anchor="ctr"/>
            <a:lstStyle/>
            <a:p>
              <a:endParaRPr lang="en-US"/>
            </a:p>
          </p:txBody>
        </p:sp>
        <p:sp>
          <p:nvSpPr>
            <p:cNvPr id="1788" name="Freeform: Shape 1787"/>
            <p:cNvSpPr/>
            <p:nvPr/>
          </p:nvSpPr>
          <p:spPr>
            <a:xfrm>
              <a:off x="3448388" y="1638418"/>
              <a:ext cx="23582" cy="22411"/>
            </a:xfrm>
            <a:custGeom>
              <a:avLst/>
              <a:gdLst>
                <a:gd name="connsiteX0" fmla="*/ 8655 w 23582"/>
                <a:gd name="connsiteY0" fmla="*/ 195 h 22411"/>
                <a:gd name="connsiteX1" fmla="*/ 656 w 23582"/>
                <a:gd name="connsiteY1" fmla="*/ 13861 h 22411"/>
                <a:gd name="connsiteX2" fmla="*/ 1823 w 23582"/>
                <a:gd name="connsiteY2" fmla="*/ 15944 h 22411"/>
                <a:gd name="connsiteX3" fmla="*/ 7906 w 23582"/>
                <a:gd name="connsiteY3" fmla="*/ 21443 h 22411"/>
                <a:gd name="connsiteX4" fmla="*/ 10989 w 23582"/>
                <a:gd name="connsiteY4" fmla="*/ 22026 h 22411"/>
                <a:gd name="connsiteX5" fmla="*/ 12405 w 23582"/>
                <a:gd name="connsiteY5" fmla="*/ 22276 h 22411"/>
                <a:gd name="connsiteX6" fmla="*/ 21238 w 23582"/>
                <a:gd name="connsiteY6" fmla="*/ 18860 h 22411"/>
                <a:gd name="connsiteX7" fmla="*/ 21238 w 23582"/>
                <a:gd name="connsiteY7" fmla="*/ 5278 h 22411"/>
                <a:gd name="connsiteX8" fmla="*/ 8655 w 23582"/>
                <a:gd name="connsiteY8" fmla="*/ 195 h 22411"/>
                <a:gd name="connsiteX9" fmla="*/ 8655 w 23582"/>
                <a:gd name="connsiteY9" fmla="*/ 195 h 22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582" h="22411">
                  <a:moveTo>
                    <a:pt x="8655" y="195"/>
                  </a:moveTo>
                  <a:cubicBezTo>
                    <a:pt x="2156" y="1445"/>
                    <a:pt x="-1594" y="7528"/>
                    <a:pt x="656" y="13861"/>
                  </a:cubicBezTo>
                  <a:cubicBezTo>
                    <a:pt x="906" y="14610"/>
                    <a:pt x="1323" y="15277"/>
                    <a:pt x="1823" y="15944"/>
                  </a:cubicBezTo>
                  <a:cubicBezTo>
                    <a:pt x="3239" y="18360"/>
                    <a:pt x="5322" y="20110"/>
                    <a:pt x="7906" y="21443"/>
                  </a:cubicBezTo>
                  <a:cubicBezTo>
                    <a:pt x="8822" y="21943"/>
                    <a:pt x="9905" y="22110"/>
                    <a:pt x="10989" y="22026"/>
                  </a:cubicBezTo>
                  <a:cubicBezTo>
                    <a:pt x="11238" y="22110"/>
                    <a:pt x="11655" y="22193"/>
                    <a:pt x="12405" y="22276"/>
                  </a:cubicBezTo>
                  <a:cubicBezTo>
                    <a:pt x="15655" y="22860"/>
                    <a:pt x="19238" y="21526"/>
                    <a:pt x="21238" y="18860"/>
                  </a:cubicBezTo>
                  <a:cubicBezTo>
                    <a:pt x="24237" y="14944"/>
                    <a:pt x="24487" y="9111"/>
                    <a:pt x="21238" y="5278"/>
                  </a:cubicBezTo>
                  <a:cubicBezTo>
                    <a:pt x="18238" y="1695"/>
                    <a:pt x="13405" y="-721"/>
                    <a:pt x="8655" y="195"/>
                  </a:cubicBezTo>
                  <a:lnTo>
                    <a:pt x="8655" y="195"/>
                  </a:lnTo>
                  <a:close/>
                </a:path>
              </a:pathLst>
            </a:custGeom>
            <a:grpFill/>
            <a:ln w="8332" cap="flat">
              <a:noFill/>
              <a:prstDash val="solid"/>
              <a:miter/>
            </a:ln>
          </p:spPr>
          <p:txBody>
            <a:bodyPr rtlCol="0" anchor="ctr"/>
            <a:lstStyle/>
            <a:p>
              <a:endParaRPr lang="en-US"/>
            </a:p>
          </p:txBody>
        </p:sp>
        <p:sp>
          <p:nvSpPr>
            <p:cNvPr id="1789" name="Freeform: Shape 1788"/>
            <p:cNvSpPr/>
            <p:nvPr/>
          </p:nvSpPr>
          <p:spPr>
            <a:xfrm>
              <a:off x="3498100" y="1684461"/>
              <a:ext cx="24973" cy="26704"/>
            </a:xfrm>
            <a:custGeom>
              <a:avLst/>
              <a:gdLst>
                <a:gd name="connsiteX0" fmla="*/ 18938 w 24973"/>
                <a:gd name="connsiteY0" fmla="*/ 2147 h 26704"/>
                <a:gd name="connsiteX1" fmla="*/ 3106 w 24973"/>
                <a:gd name="connsiteY1" fmla="*/ 6314 h 26704"/>
                <a:gd name="connsiteX2" fmla="*/ 2439 w 24973"/>
                <a:gd name="connsiteY2" fmla="*/ 9647 h 26704"/>
                <a:gd name="connsiteX3" fmla="*/ 2439 w 24973"/>
                <a:gd name="connsiteY3" fmla="*/ 9647 h 26704"/>
                <a:gd name="connsiteX4" fmla="*/ 1273 w 24973"/>
                <a:gd name="connsiteY4" fmla="*/ 18646 h 26704"/>
                <a:gd name="connsiteX5" fmla="*/ 4023 w 24973"/>
                <a:gd name="connsiteY5" fmla="*/ 22312 h 26704"/>
                <a:gd name="connsiteX6" fmla="*/ 5189 w 24973"/>
                <a:gd name="connsiteY6" fmla="*/ 23479 h 26704"/>
                <a:gd name="connsiteX7" fmla="*/ 5356 w 24973"/>
                <a:gd name="connsiteY7" fmla="*/ 23562 h 26704"/>
                <a:gd name="connsiteX8" fmla="*/ 8605 w 24973"/>
                <a:gd name="connsiteY8" fmla="*/ 25812 h 26704"/>
                <a:gd name="connsiteX9" fmla="*/ 24021 w 24973"/>
                <a:gd name="connsiteY9" fmla="*/ 18979 h 26704"/>
                <a:gd name="connsiteX10" fmla="*/ 18938 w 24973"/>
                <a:gd name="connsiteY10" fmla="*/ 2147 h 26704"/>
                <a:gd name="connsiteX11" fmla="*/ 18938 w 24973"/>
                <a:gd name="connsiteY11" fmla="*/ 2147 h 26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973" h="26704">
                  <a:moveTo>
                    <a:pt x="18938" y="2147"/>
                  </a:moveTo>
                  <a:cubicBezTo>
                    <a:pt x="13772" y="-2019"/>
                    <a:pt x="5605" y="148"/>
                    <a:pt x="3106" y="6314"/>
                  </a:cubicBezTo>
                  <a:cubicBezTo>
                    <a:pt x="2689" y="7397"/>
                    <a:pt x="2522" y="8480"/>
                    <a:pt x="2439" y="9647"/>
                  </a:cubicBezTo>
                  <a:lnTo>
                    <a:pt x="2439" y="9647"/>
                  </a:lnTo>
                  <a:cubicBezTo>
                    <a:pt x="-394" y="12063"/>
                    <a:pt x="-727" y="15646"/>
                    <a:pt x="1273" y="18646"/>
                  </a:cubicBezTo>
                  <a:cubicBezTo>
                    <a:pt x="2106" y="19979"/>
                    <a:pt x="2856" y="21229"/>
                    <a:pt x="4023" y="22312"/>
                  </a:cubicBezTo>
                  <a:cubicBezTo>
                    <a:pt x="4439" y="22646"/>
                    <a:pt x="4772" y="23146"/>
                    <a:pt x="5189" y="23479"/>
                  </a:cubicBezTo>
                  <a:cubicBezTo>
                    <a:pt x="5522" y="23729"/>
                    <a:pt x="5522" y="23645"/>
                    <a:pt x="5356" y="23562"/>
                  </a:cubicBezTo>
                  <a:cubicBezTo>
                    <a:pt x="6356" y="24479"/>
                    <a:pt x="7189" y="25229"/>
                    <a:pt x="8605" y="25812"/>
                  </a:cubicBezTo>
                  <a:cubicBezTo>
                    <a:pt x="14855" y="28395"/>
                    <a:pt x="21521" y="25145"/>
                    <a:pt x="24021" y="18979"/>
                  </a:cubicBezTo>
                  <a:cubicBezTo>
                    <a:pt x="26520" y="12896"/>
                    <a:pt x="23854" y="6147"/>
                    <a:pt x="18938" y="2147"/>
                  </a:cubicBezTo>
                  <a:lnTo>
                    <a:pt x="18938" y="2147"/>
                  </a:lnTo>
                  <a:close/>
                </a:path>
              </a:pathLst>
            </a:custGeom>
            <a:grpFill/>
            <a:ln w="8332" cap="flat">
              <a:noFill/>
              <a:prstDash val="solid"/>
              <a:miter/>
            </a:ln>
          </p:spPr>
          <p:txBody>
            <a:bodyPr rtlCol="0" anchor="ctr"/>
            <a:lstStyle/>
            <a:p>
              <a:endParaRPr lang="en-US"/>
            </a:p>
          </p:txBody>
        </p:sp>
        <p:sp>
          <p:nvSpPr>
            <p:cNvPr id="1790" name="Freeform: Shape 1789"/>
            <p:cNvSpPr/>
            <p:nvPr/>
          </p:nvSpPr>
          <p:spPr>
            <a:xfrm>
              <a:off x="3571601" y="1680995"/>
              <a:ext cx="21031" cy="23171"/>
            </a:xfrm>
            <a:custGeom>
              <a:avLst/>
              <a:gdLst>
                <a:gd name="connsiteX0" fmla="*/ 8764 w 21031"/>
                <a:gd name="connsiteY0" fmla="*/ 280 h 23171"/>
                <a:gd name="connsiteX1" fmla="*/ 1598 w 21031"/>
                <a:gd name="connsiteY1" fmla="*/ 8280 h 23171"/>
                <a:gd name="connsiteX2" fmla="*/ 1514 w 21031"/>
                <a:gd name="connsiteY2" fmla="*/ 11363 h 23171"/>
                <a:gd name="connsiteX3" fmla="*/ 1598 w 21031"/>
                <a:gd name="connsiteY3" fmla="*/ 11779 h 23171"/>
                <a:gd name="connsiteX4" fmla="*/ 598 w 21031"/>
                <a:gd name="connsiteY4" fmla="*/ 12946 h 23171"/>
                <a:gd name="connsiteX5" fmla="*/ 1765 w 21031"/>
                <a:gd name="connsiteY5" fmla="*/ 18945 h 23171"/>
                <a:gd name="connsiteX6" fmla="*/ 3931 w 21031"/>
                <a:gd name="connsiteY6" fmla="*/ 20279 h 23171"/>
                <a:gd name="connsiteX7" fmla="*/ 13014 w 21031"/>
                <a:gd name="connsiteY7" fmla="*/ 22528 h 23171"/>
                <a:gd name="connsiteX8" fmla="*/ 19679 w 21031"/>
                <a:gd name="connsiteY8" fmla="*/ 14612 h 23171"/>
                <a:gd name="connsiteX9" fmla="*/ 20930 w 21031"/>
                <a:gd name="connsiteY9" fmla="*/ 8946 h 23171"/>
                <a:gd name="connsiteX10" fmla="*/ 18680 w 21031"/>
                <a:gd name="connsiteY10" fmla="*/ 3613 h 23171"/>
                <a:gd name="connsiteX11" fmla="*/ 8764 w 21031"/>
                <a:gd name="connsiteY11" fmla="*/ 280 h 23171"/>
                <a:gd name="connsiteX12" fmla="*/ 8764 w 21031"/>
                <a:gd name="connsiteY12" fmla="*/ 280 h 23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031" h="23171">
                  <a:moveTo>
                    <a:pt x="8764" y="280"/>
                  </a:moveTo>
                  <a:cubicBezTo>
                    <a:pt x="5264" y="1197"/>
                    <a:pt x="1765" y="4447"/>
                    <a:pt x="1598" y="8280"/>
                  </a:cubicBezTo>
                  <a:cubicBezTo>
                    <a:pt x="1514" y="9279"/>
                    <a:pt x="1514" y="10363"/>
                    <a:pt x="1514" y="11363"/>
                  </a:cubicBezTo>
                  <a:cubicBezTo>
                    <a:pt x="1514" y="11529"/>
                    <a:pt x="1598" y="11613"/>
                    <a:pt x="1598" y="11779"/>
                  </a:cubicBezTo>
                  <a:cubicBezTo>
                    <a:pt x="1265" y="12112"/>
                    <a:pt x="931" y="12529"/>
                    <a:pt x="598" y="12946"/>
                  </a:cubicBezTo>
                  <a:cubicBezTo>
                    <a:pt x="-402" y="14779"/>
                    <a:pt x="-235" y="17779"/>
                    <a:pt x="1765" y="18945"/>
                  </a:cubicBezTo>
                  <a:cubicBezTo>
                    <a:pt x="2514" y="19362"/>
                    <a:pt x="3265" y="19779"/>
                    <a:pt x="3931" y="20279"/>
                  </a:cubicBezTo>
                  <a:cubicBezTo>
                    <a:pt x="6014" y="22945"/>
                    <a:pt x="9597" y="23945"/>
                    <a:pt x="13014" y="22528"/>
                  </a:cubicBezTo>
                  <a:cubicBezTo>
                    <a:pt x="16180" y="21278"/>
                    <a:pt x="18430" y="18029"/>
                    <a:pt x="19679" y="14612"/>
                  </a:cubicBezTo>
                  <a:cubicBezTo>
                    <a:pt x="20763" y="12946"/>
                    <a:pt x="21263" y="10863"/>
                    <a:pt x="20930" y="8946"/>
                  </a:cubicBezTo>
                  <a:cubicBezTo>
                    <a:pt x="20513" y="6780"/>
                    <a:pt x="19846" y="5447"/>
                    <a:pt x="18680" y="3613"/>
                  </a:cubicBezTo>
                  <a:cubicBezTo>
                    <a:pt x="16930" y="447"/>
                    <a:pt x="12097" y="-553"/>
                    <a:pt x="8764" y="280"/>
                  </a:cubicBezTo>
                  <a:lnTo>
                    <a:pt x="8764" y="280"/>
                  </a:lnTo>
                  <a:close/>
                </a:path>
              </a:pathLst>
            </a:custGeom>
            <a:grpFill/>
            <a:ln w="8332" cap="flat">
              <a:noFill/>
              <a:prstDash val="solid"/>
              <a:miter/>
            </a:ln>
          </p:spPr>
          <p:txBody>
            <a:bodyPr rtlCol="0" anchor="ctr"/>
            <a:lstStyle/>
            <a:p>
              <a:endParaRPr lang="en-US"/>
            </a:p>
          </p:txBody>
        </p:sp>
        <p:sp>
          <p:nvSpPr>
            <p:cNvPr id="1791" name="Freeform: Shape 1790"/>
            <p:cNvSpPr/>
            <p:nvPr/>
          </p:nvSpPr>
          <p:spPr>
            <a:xfrm>
              <a:off x="3627468" y="1633901"/>
              <a:ext cx="24278" cy="25533"/>
            </a:xfrm>
            <a:custGeom>
              <a:avLst/>
              <a:gdLst>
                <a:gd name="connsiteX0" fmla="*/ 12059 w 24278"/>
                <a:gd name="connsiteY0" fmla="*/ 46 h 25533"/>
                <a:gd name="connsiteX1" fmla="*/ 643 w 24278"/>
                <a:gd name="connsiteY1" fmla="*/ 8045 h 25533"/>
                <a:gd name="connsiteX2" fmla="*/ 4559 w 24278"/>
                <a:gd name="connsiteY2" fmla="*/ 19294 h 25533"/>
                <a:gd name="connsiteX3" fmla="*/ 5309 w 24278"/>
                <a:gd name="connsiteY3" fmla="*/ 19627 h 25533"/>
                <a:gd name="connsiteX4" fmla="*/ 6309 w 24278"/>
                <a:gd name="connsiteY4" fmla="*/ 22044 h 25533"/>
                <a:gd name="connsiteX5" fmla="*/ 13475 w 24278"/>
                <a:gd name="connsiteY5" fmla="*/ 25460 h 25533"/>
                <a:gd name="connsiteX6" fmla="*/ 18474 w 24278"/>
                <a:gd name="connsiteY6" fmla="*/ 24877 h 25533"/>
                <a:gd name="connsiteX7" fmla="*/ 24140 w 24278"/>
                <a:gd name="connsiteY7" fmla="*/ 17544 h 25533"/>
                <a:gd name="connsiteX8" fmla="*/ 23141 w 24278"/>
                <a:gd name="connsiteY8" fmla="*/ 10045 h 25533"/>
                <a:gd name="connsiteX9" fmla="*/ 20224 w 24278"/>
                <a:gd name="connsiteY9" fmla="*/ 4712 h 25533"/>
                <a:gd name="connsiteX10" fmla="*/ 12059 w 24278"/>
                <a:gd name="connsiteY10" fmla="*/ 46 h 25533"/>
                <a:gd name="connsiteX11" fmla="*/ 12059 w 24278"/>
                <a:gd name="connsiteY11" fmla="*/ 46 h 25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278" h="25533">
                  <a:moveTo>
                    <a:pt x="12059" y="46"/>
                  </a:moveTo>
                  <a:cubicBezTo>
                    <a:pt x="6559" y="-454"/>
                    <a:pt x="2559" y="3212"/>
                    <a:pt x="643" y="8045"/>
                  </a:cubicBezTo>
                  <a:cubicBezTo>
                    <a:pt x="-1024" y="12295"/>
                    <a:pt x="643" y="17127"/>
                    <a:pt x="4559" y="19294"/>
                  </a:cubicBezTo>
                  <a:cubicBezTo>
                    <a:pt x="4809" y="19461"/>
                    <a:pt x="5059" y="19544"/>
                    <a:pt x="5309" y="19627"/>
                  </a:cubicBezTo>
                  <a:cubicBezTo>
                    <a:pt x="5559" y="20460"/>
                    <a:pt x="5809" y="21210"/>
                    <a:pt x="6309" y="22044"/>
                  </a:cubicBezTo>
                  <a:cubicBezTo>
                    <a:pt x="7892" y="24710"/>
                    <a:pt x="10725" y="25627"/>
                    <a:pt x="13475" y="25460"/>
                  </a:cubicBezTo>
                  <a:cubicBezTo>
                    <a:pt x="15058" y="25627"/>
                    <a:pt x="16641" y="25543"/>
                    <a:pt x="18474" y="24877"/>
                  </a:cubicBezTo>
                  <a:cubicBezTo>
                    <a:pt x="21474" y="23877"/>
                    <a:pt x="23807" y="20627"/>
                    <a:pt x="24140" y="17544"/>
                  </a:cubicBezTo>
                  <a:cubicBezTo>
                    <a:pt x="24474" y="14878"/>
                    <a:pt x="24224" y="12545"/>
                    <a:pt x="23141" y="10045"/>
                  </a:cubicBezTo>
                  <a:cubicBezTo>
                    <a:pt x="22391" y="8212"/>
                    <a:pt x="21391" y="6295"/>
                    <a:pt x="20224" y="4712"/>
                  </a:cubicBezTo>
                  <a:cubicBezTo>
                    <a:pt x="18391" y="2212"/>
                    <a:pt x="15142" y="296"/>
                    <a:pt x="12059" y="46"/>
                  </a:cubicBezTo>
                  <a:lnTo>
                    <a:pt x="12059" y="46"/>
                  </a:lnTo>
                  <a:close/>
                </a:path>
              </a:pathLst>
            </a:custGeom>
            <a:grpFill/>
            <a:ln w="8332" cap="flat">
              <a:noFill/>
              <a:prstDash val="solid"/>
              <a:miter/>
            </a:ln>
          </p:spPr>
          <p:txBody>
            <a:bodyPr rtlCol="0" anchor="ctr"/>
            <a:lstStyle/>
            <a:p>
              <a:endParaRPr lang="en-US"/>
            </a:p>
          </p:txBody>
        </p:sp>
        <p:sp>
          <p:nvSpPr>
            <p:cNvPr id="1792" name="Freeform: Shape 1791"/>
            <p:cNvSpPr/>
            <p:nvPr/>
          </p:nvSpPr>
          <p:spPr>
            <a:xfrm>
              <a:off x="3555558" y="1737405"/>
              <a:ext cx="21258" cy="21810"/>
            </a:xfrm>
            <a:custGeom>
              <a:avLst/>
              <a:gdLst>
                <a:gd name="connsiteX0" fmla="*/ 17058 w 21258"/>
                <a:gd name="connsiteY0" fmla="*/ 1782 h 21810"/>
                <a:gd name="connsiteX1" fmla="*/ 6226 w 21258"/>
                <a:gd name="connsiteY1" fmla="*/ 1782 h 21810"/>
                <a:gd name="connsiteX2" fmla="*/ 3559 w 21258"/>
                <a:gd name="connsiteY2" fmla="*/ 5365 h 21810"/>
                <a:gd name="connsiteX3" fmla="*/ 1643 w 21258"/>
                <a:gd name="connsiteY3" fmla="*/ 6615 h 21810"/>
                <a:gd name="connsiteX4" fmla="*/ 1143 w 21258"/>
                <a:gd name="connsiteY4" fmla="*/ 13948 h 21810"/>
                <a:gd name="connsiteX5" fmla="*/ 4809 w 21258"/>
                <a:gd name="connsiteY5" fmla="*/ 17781 h 21810"/>
                <a:gd name="connsiteX6" fmla="*/ 5059 w 21258"/>
                <a:gd name="connsiteY6" fmla="*/ 17947 h 21810"/>
                <a:gd name="connsiteX7" fmla="*/ 5309 w 21258"/>
                <a:gd name="connsiteY7" fmla="*/ 18197 h 21810"/>
                <a:gd name="connsiteX8" fmla="*/ 7892 w 21258"/>
                <a:gd name="connsiteY8" fmla="*/ 20447 h 21810"/>
                <a:gd name="connsiteX9" fmla="*/ 18724 w 21258"/>
                <a:gd name="connsiteY9" fmla="*/ 17947 h 21810"/>
                <a:gd name="connsiteX10" fmla="*/ 18891 w 21258"/>
                <a:gd name="connsiteY10" fmla="*/ 17781 h 21810"/>
                <a:gd name="connsiteX11" fmla="*/ 20141 w 21258"/>
                <a:gd name="connsiteY11" fmla="*/ 15698 h 21810"/>
                <a:gd name="connsiteX12" fmla="*/ 21141 w 21258"/>
                <a:gd name="connsiteY12" fmla="*/ 12281 h 21810"/>
                <a:gd name="connsiteX13" fmla="*/ 20808 w 21258"/>
                <a:gd name="connsiteY13" fmla="*/ 7782 h 21810"/>
                <a:gd name="connsiteX14" fmla="*/ 17058 w 21258"/>
                <a:gd name="connsiteY14" fmla="*/ 1782 h 21810"/>
                <a:gd name="connsiteX15" fmla="*/ 17058 w 21258"/>
                <a:gd name="connsiteY15" fmla="*/ 1782 h 21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1258" h="21810">
                  <a:moveTo>
                    <a:pt x="17058" y="1782"/>
                  </a:moveTo>
                  <a:cubicBezTo>
                    <a:pt x="14308" y="-717"/>
                    <a:pt x="9059" y="-467"/>
                    <a:pt x="6226" y="1782"/>
                  </a:cubicBezTo>
                  <a:cubicBezTo>
                    <a:pt x="5059" y="2782"/>
                    <a:pt x="4142" y="4032"/>
                    <a:pt x="3559" y="5365"/>
                  </a:cubicBezTo>
                  <a:cubicBezTo>
                    <a:pt x="2809" y="5615"/>
                    <a:pt x="2226" y="6032"/>
                    <a:pt x="1643" y="6615"/>
                  </a:cubicBezTo>
                  <a:cubicBezTo>
                    <a:pt x="-274" y="8532"/>
                    <a:pt x="-607" y="11781"/>
                    <a:pt x="1143" y="13948"/>
                  </a:cubicBezTo>
                  <a:cubicBezTo>
                    <a:pt x="2226" y="15281"/>
                    <a:pt x="3476" y="16614"/>
                    <a:pt x="4809" y="17781"/>
                  </a:cubicBezTo>
                  <a:cubicBezTo>
                    <a:pt x="5059" y="17947"/>
                    <a:pt x="5559" y="18614"/>
                    <a:pt x="5059" y="17947"/>
                  </a:cubicBezTo>
                  <a:cubicBezTo>
                    <a:pt x="4475" y="17198"/>
                    <a:pt x="5142" y="18031"/>
                    <a:pt x="5309" y="18197"/>
                  </a:cubicBezTo>
                  <a:cubicBezTo>
                    <a:pt x="6142" y="19031"/>
                    <a:pt x="6892" y="19864"/>
                    <a:pt x="7892" y="20447"/>
                  </a:cubicBezTo>
                  <a:cubicBezTo>
                    <a:pt x="11975" y="22947"/>
                    <a:pt x="16308" y="21947"/>
                    <a:pt x="18724" y="17947"/>
                  </a:cubicBezTo>
                  <a:cubicBezTo>
                    <a:pt x="18724" y="17947"/>
                    <a:pt x="18808" y="17864"/>
                    <a:pt x="18891" y="17781"/>
                  </a:cubicBezTo>
                  <a:cubicBezTo>
                    <a:pt x="19391" y="17281"/>
                    <a:pt x="19808" y="16364"/>
                    <a:pt x="20141" y="15698"/>
                  </a:cubicBezTo>
                  <a:cubicBezTo>
                    <a:pt x="20641" y="14614"/>
                    <a:pt x="20974" y="13448"/>
                    <a:pt x="21141" y="12281"/>
                  </a:cubicBezTo>
                  <a:cubicBezTo>
                    <a:pt x="21391" y="10782"/>
                    <a:pt x="21224" y="9282"/>
                    <a:pt x="20808" y="7782"/>
                  </a:cubicBezTo>
                  <a:cubicBezTo>
                    <a:pt x="20391" y="5199"/>
                    <a:pt x="18891" y="3449"/>
                    <a:pt x="17058" y="1782"/>
                  </a:cubicBezTo>
                  <a:lnTo>
                    <a:pt x="17058" y="1782"/>
                  </a:lnTo>
                  <a:close/>
                </a:path>
              </a:pathLst>
            </a:custGeom>
            <a:grpFill/>
            <a:ln w="8332" cap="flat">
              <a:noFill/>
              <a:prstDash val="solid"/>
              <a:miter/>
            </a:ln>
          </p:spPr>
          <p:txBody>
            <a:bodyPr rtlCol="0" anchor="ctr"/>
            <a:lstStyle/>
            <a:p>
              <a:endParaRPr lang="en-US"/>
            </a:p>
          </p:txBody>
        </p:sp>
        <p:sp>
          <p:nvSpPr>
            <p:cNvPr id="1793" name="Freeform: Shape 1792"/>
            <p:cNvSpPr/>
            <p:nvPr/>
          </p:nvSpPr>
          <p:spPr>
            <a:xfrm>
              <a:off x="3614673" y="1706179"/>
              <a:ext cx="26264" cy="25573"/>
            </a:xfrm>
            <a:custGeom>
              <a:avLst/>
              <a:gdLst>
                <a:gd name="connsiteX0" fmla="*/ 18938 w 26264"/>
                <a:gd name="connsiteY0" fmla="*/ 760 h 25573"/>
                <a:gd name="connsiteX1" fmla="*/ 8689 w 26264"/>
                <a:gd name="connsiteY1" fmla="*/ 2927 h 25573"/>
                <a:gd name="connsiteX2" fmla="*/ 5855 w 26264"/>
                <a:gd name="connsiteY2" fmla="*/ 9426 h 25573"/>
                <a:gd name="connsiteX3" fmla="*/ 522 w 26264"/>
                <a:gd name="connsiteY3" fmla="*/ 13843 h 25573"/>
                <a:gd name="connsiteX4" fmla="*/ 4689 w 26264"/>
                <a:gd name="connsiteY4" fmla="*/ 23758 h 25573"/>
                <a:gd name="connsiteX5" fmla="*/ 20354 w 26264"/>
                <a:gd name="connsiteY5" fmla="*/ 22675 h 25573"/>
                <a:gd name="connsiteX6" fmla="*/ 25520 w 26264"/>
                <a:gd name="connsiteY6" fmla="*/ 15509 h 25573"/>
                <a:gd name="connsiteX7" fmla="*/ 24854 w 26264"/>
                <a:gd name="connsiteY7" fmla="*/ 5927 h 25573"/>
                <a:gd name="connsiteX8" fmla="*/ 18938 w 26264"/>
                <a:gd name="connsiteY8" fmla="*/ 760 h 25573"/>
                <a:gd name="connsiteX9" fmla="*/ 18938 w 26264"/>
                <a:gd name="connsiteY9" fmla="*/ 760 h 25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264" h="25573">
                  <a:moveTo>
                    <a:pt x="18938" y="760"/>
                  </a:moveTo>
                  <a:cubicBezTo>
                    <a:pt x="15604" y="-989"/>
                    <a:pt x="11105" y="510"/>
                    <a:pt x="8689" y="2927"/>
                  </a:cubicBezTo>
                  <a:cubicBezTo>
                    <a:pt x="7106" y="4510"/>
                    <a:pt x="5939" y="7010"/>
                    <a:pt x="5855" y="9426"/>
                  </a:cubicBezTo>
                  <a:cubicBezTo>
                    <a:pt x="3523" y="9926"/>
                    <a:pt x="1439" y="11510"/>
                    <a:pt x="522" y="13843"/>
                  </a:cubicBezTo>
                  <a:cubicBezTo>
                    <a:pt x="-977" y="17926"/>
                    <a:pt x="856" y="21842"/>
                    <a:pt x="4689" y="23758"/>
                  </a:cubicBezTo>
                  <a:cubicBezTo>
                    <a:pt x="9855" y="26258"/>
                    <a:pt x="15688" y="26425"/>
                    <a:pt x="20354" y="22675"/>
                  </a:cubicBezTo>
                  <a:cubicBezTo>
                    <a:pt x="22687" y="20759"/>
                    <a:pt x="24604" y="18342"/>
                    <a:pt x="25520" y="15509"/>
                  </a:cubicBezTo>
                  <a:cubicBezTo>
                    <a:pt x="26603" y="12259"/>
                    <a:pt x="26603" y="8926"/>
                    <a:pt x="24854" y="5927"/>
                  </a:cubicBezTo>
                  <a:cubicBezTo>
                    <a:pt x="23437" y="3510"/>
                    <a:pt x="21437" y="2094"/>
                    <a:pt x="18938" y="760"/>
                  </a:cubicBezTo>
                  <a:lnTo>
                    <a:pt x="18938" y="760"/>
                  </a:lnTo>
                  <a:close/>
                </a:path>
              </a:pathLst>
            </a:custGeom>
            <a:grpFill/>
            <a:ln w="8332" cap="flat">
              <a:noFill/>
              <a:prstDash val="solid"/>
              <a:miter/>
            </a:ln>
          </p:spPr>
          <p:txBody>
            <a:bodyPr rtlCol="0" anchor="ctr"/>
            <a:lstStyle/>
            <a:p>
              <a:endParaRPr lang="en-US"/>
            </a:p>
          </p:txBody>
        </p:sp>
        <p:sp>
          <p:nvSpPr>
            <p:cNvPr id="1794" name="Freeform: Shape 1793"/>
            <p:cNvSpPr/>
            <p:nvPr/>
          </p:nvSpPr>
          <p:spPr>
            <a:xfrm>
              <a:off x="3557867" y="1518901"/>
              <a:ext cx="20342" cy="21027"/>
            </a:xfrm>
            <a:custGeom>
              <a:avLst/>
              <a:gdLst>
                <a:gd name="connsiteX0" fmla="*/ 2917 w 20342"/>
                <a:gd name="connsiteY0" fmla="*/ 2972 h 21027"/>
                <a:gd name="connsiteX1" fmla="*/ 0 w 20342"/>
                <a:gd name="connsiteY1" fmla="*/ 9972 h 21027"/>
                <a:gd name="connsiteX2" fmla="*/ 3917 w 20342"/>
                <a:gd name="connsiteY2" fmla="*/ 18054 h 21027"/>
                <a:gd name="connsiteX3" fmla="*/ 6083 w 20342"/>
                <a:gd name="connsiteY3" fmla="*/ 19304 h 21027"/>
                <a:gd name="connsiteX4" fmla="*/ 18248 w 20342"/>
                <a:gd name="connsiteY4" fmla="*/ 17638 h 21027"/>
                <a:gd name="connsiteX5" fmla="*/ 17999 w 20342"/>
                <a:gd name="connsiteY5" fmla="*/ 3805 h 21027"/>
                <a:gd name="connsiteX6" fmla="*/ 2917 w 20342"/>
                <a:gd name="connsiteY6" fmla="*/ 2972 h 21027"/>
                <a:gd name="connsiteX7" fmla="*/ 2917 w 20342"/>
                <a:gd name="connsiteY7" fmla="*/ 2972 h 21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342" h="21027">
                  <a:moveTo>
                    <a:pt x="2917" y="2972"/>
                  </a:moveTo>
                  <a:cubicBezTo>
                    <a:pt x="1000" y="4972"/>
                    <a:pt x="0" y="7222"/>
                    <a:pt x="0" y="9972"/>
                  </a:cubicBezTo>
                  <a:cubicBezTo>
                    <a:pt x="0" y="13471"/>
                    <a:pt x="1500" y="15721"/>
                    <a:pt x="3917" y="18054"/>
                  </a:cubicBezTo>
                  <a:cubicBezTo>
                    <a:pt x="4583" y="18721"/>
                    <a:pt x="5333" y="19054"/>
                    <a:pt x="6083" y="19304"/>
                  </a:cubicBezTo>
                  <a:cubicBezTo>
                    <a:pt x="9749" y="21971"/>
                    <a:pt x="15832" y="21637"/>
                    <a:pt x="18248" y="17638"/>
                  </a:cubicBezTo>
                  <a:cubicBezTo>
                    <a:pt x="20915" y="13305"/>
                    <a:pt x="21248" y="7972"/>
                    <a:pt x="17999" y="3805"/>
                  </a:cubicBezTo>
                  <a:cubicBezTo>
                    <a:pt x="14249" y="-944"/>
                    <a:pt x="7083" y="-1277"/>
                    <a:pt x="2917" y="2972"/>
                  </a:cubicBezTo>
                  <a:lnTo>
                    <a:pt x="2917" y="2972"/>
                  </a:lnTo>
                  <a:close/>
                </a:path>
              </a:pathLst>
            </a:custGeom>
            <a:grpFill/>
            <a:ln w="8332" cap="flat">
              <a:noFill/>
              <a:prstDash val="solid"/>
              <a:miter/>
            </a:ln>
          </p:spPr>
          <p:txBody>
            <a:bodyPr rtlCol="0" anchor="ctr"/>
            <a:lstStyle/>
            <a:p>
              <a:endParaRPr lang="en-US"/>
            </a:p>
          </p:txBody>
        </p:sp>
        <p:sp>
          <p:nvSpPr>
            <p:cNvPr id="1795" name="Freeform: Shape 1794"/>
            <p:cNvSpPr/>
            <p:nvPr/>
          </p:nvSpPr>
          <p:spPr>
            <a:xfrm>
              <a:off x="3470674" y="1535251"/>
              <a:ext cx="21853" cy="25259"/>
            </a:xfrm>
            <a:custGeom>
              <a:avLst/>
              <a:gdLst>
                <a:gd name="connsiteX0" fmla="*/ 5367 w 21853"/>
                <a:gd name="connsiteY0" fmla="*/ 1371 h 25259"/>
                <a:gd name="connsiteX1" fmla="*/ 867 w 21853"/>
                <a:gd name="connsiteY1" fmla="*/ 14203 h 25259"/>
                <a:gd name="connsiteX2" fmla="*/ 2534 w 21853"/>
                <a:gd name="connsiteY2" fmla="*/ 17453 h 25259"/>
                <a:gd name="connsiteX3" fmla="*/ 2534 w 21853"/>
                <a:gd name="connsiteY3" fmla="*/ 17536 h 25259"/>
                <a:gd name="connsiteX4" fmla="*/ 1784 w 21853"/>
                <a:gd name="connsiteY4" fmla="*/ 16286 h 25259"/>
                <a:gd name="connsiteX5" fmla="*/ 2784 w 21853"/>
                <a:gd name="connsiteY5" fmla="*/ 18619 h 25259"/>
                <a:gd name="connsiteX6" fmla="*/ 2617 w 21853"/>
                <a:gd name="connsiteY6" fmla="*/ 17869 h 25259"/>
                <a:gd name="connsiteX7" fmla="*/ 4284 w 21853"/>
                <a:gd name="connsiteY7" fmla="*/ 21452 h 25259"/>
                <a:gd name="connsiteX8" fmla="*/ 4784 w 21853"/>
                <a:gd name="connsiteY8" fmla="*/ 22036 h 25259"/>
                <a:gd name="connsiteX9" fmla="*/ 4367 w 21853"/>
                <a:gd name="connsiteY9" fmla="*/ 21286 h 25259"/>
                <a:gd name="connsiteX10" fmla="*/ 14700 w 21853"/>
                <a:gd name="connsiteY10" fmla="*/ 24785 h 25259"/>
                <a:gd name="connsiteX11" fmla="*/ 18699 w 21853"/>
                <a:gd name="connsiteY11" fmla="*/ 3954 h 25259"/>
                <a:gd name="connsiteX12" fmla="*/ 5367 w 21853"/>
                <a:gd name="connsiteY12" fmla="*/ 1371 h 25259"/>
                <a:gd name="connsiteX13" fmla="*/ 5367 w 21853"/>
                <a:gd name="connsiteY13" fmla="*/ 1371 h 25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853" h="25259">
                  <a:moveTo>
                    <a:pt x="5367" y="1371"/>
                  </a:moveTo>
                  <a:cubicBezTo>
                    <a:pt x="1201" y="3787"/>
                    <a:pt x="-1465" y="9620"/>
                    <a:pt x="867" y="14203"/>
                  </a:cubicBezTo>
                  <a:cubicBezTo>
                    <a:pt x="1451" y="15286"/>
                    <a:pt x="1951" y="16369"/>
                    <a:pt x="2534" y="17453"/>
                  </a:cubicBezTo>
                  <a:cubicBezTo>
                    <a:pt x="2534" y="17453"/>
                    <a:pt x="2534" y="17453"/>
                    <a:pt x="2534" y="17536"/>
                  </a:cubicBezTo>
                  <a:cubicBezTo>
                    <a:pt x="2284" y="17119"/>
                    <a:pt x="2034" y="16703"/>
                    <a:pt x="1784" y="16286"/>
                  </a:cubicBezTo>
                  <a:cubicBezTo>
                    <a:pt x="2201" y="17036"/>
                    <a:pt x="2534" y="17786"/>
                    <a:pt x="2784" y="18619"/>
                  </a:cubicBezTo>
                  <a:cubicBezTo>
                    <a:pt x="2701" y="18369"/>
                    <a:pt x="2617" y="18119"/>
                    <a:pt x="2617" y="17869"/>
                  </a:cubicBezTo>
                  <a:cubicBezTo>
                    <a:pt x="2951" y="19119"/>
                    <a:pt x="3367" y="20202"/>
                    <a:pt x="4284" y="21452"/>
                  </a:cubicBezTo>
                  <a:cubicBezTo>
                    <a:pt x="4450" y="21702"/>
                    <a:pt x="4617" y="21869"/>
                    <a:pt x="4784" y="22036"/>
                  </a:cubicBezTo>
                  <a:cubicBezTo>
                    <a:pt x="4617" y="21786"/>
                    <a:pt x="4534" y="21536"/>
                    <a:pt x="4367" y="21286"/>
                  </a:cubicBezTo>
                  <a:cubicBezTo>
                    <a:pt x="6617" y="25035"/>
                    <a:pt x="10617" y="25952"/>
                    <a:pt x="14700" y="24785"/>
                  </a:cubicBezTo>
                  <a:cubicBezTo>
                    <a:pt x="23032" y="22452"/>
                    <a:pt x="23699" y="9620"/>
                    <a:pt x="18699" y="3954"/>
                  </a:cubicBezTo>
                  <a:cubicBezTo>
                    <a:pt x="15283" y="121"/>
                    <a:pt x="10034" y="-1296"/>
                    <a:pt x="5367" y="1371"/>
                  </a:cubicBezTo>
                  <a:lnTo>
                    <a:pt x="5367" y="1371"/>
                  </a:lnTo>
                  <a:close/>
                </a:path>
              </a:pathLst>
            </a:custGeom>
            <a:grpFill/>
            <a:ln w="8332" cap="flat">
              <a:noFill/>
              <a:prstDash val="solid"/>
              <a:miter/>
            </a:ln>
          </p:spPr>
          <p:txBody>
            <a:bodyPr rtlCol="0" anchor="ctr"/>
            <a:lstStyle/>
            <a:p>
              <a:endParaRPr lang="en-US"/>
            </a:p>
          </p:txBody>
        </p:sp>
        <p:sp>
          <p:nvSpPr>
            <p:cNvPr id="1796" name="Freeform: Shape 1795"/>
            <p:cNvSpPr/>
            <p:nvPr/>
          </p:nvSpPr>
          <p:spPr>
            <a:xfrm>
              <a:off x="3124805" y="2232962"/>
              <a:ext cx="389054" cy="752675"/>
            </a:xfrm>
            <a:custGeom>
              <a:avLst/>
              <a:gdLst>
                <a:gd name="connsiteX0" fmla="*/ 226748 w 389054"/>
                <a:gd name="connsiteY0" fmla="*/ 677036 h 752675"/>
                <a:gd name="connsiteX1" fmla="*/ 211916 w 389054"/>
                <a:gd name="connsiteY1" fmla="*/ 656954 h 752675"/>
                <a:gd name="connsiteX2" fmla="*/ 207416 w 389054"/>
                <a:gd name="connsiteY2" fmla="*/ 632956 h 752675"/>
                <a:gd name="connsiteX3" fmla="*/ 213083 w 389054"/>
                <a:gd name="connsiteY3" fmla="*/ 568796 h 752675"/>
                <a:gd name="connsiteX4" fmla="*/ 246663 w 389054"/>
                <a:gd name="connsiteY4" fmla="*/ 440724 h 752675"/>
                <a:gd name="connsiteX5" fmla="*/ 247246 w 389054"/>
                <a:gd name="connsiteY5" fmla="*/ 440641 h 752675"/>
                <a:gd name="connsiteX6" fmla="*/ 251162 w 389054"/>
                <a:gd name="connsiteY6" fmla="*/ 440057 h 752675"/>
                <a:gd name="connsiteX7" fmla="*/ 251412 w 389054"/>
                <a:gd name="connsiteY7" fmla="*/ 439974 h 752675"/>
                <a:gd name="connsiteX8" fmla="*/ 260828 w 389054"/>
                <a:gd name="connsiteY8" fmla="*/ 437224 h 752675"/>
                <a:gd name="connsiteX9" fmla="*/ 263495 w 389054"/>
                <a:gd name="connsiteY9" fmla="*/ 435141 h 752675"/>
                <a:gd name="connsiteX10" fmla="*/ 303158 w 389054"/>
                <a:gd name="connsiteY10" fmla="*/ 412560 h 752675"/>
                <a:gd name="connsiteX11" fmla="*/ 316740 w 389054"/>
                <a:gd name="connsiteY11" fmla="*/ 362481 h 752675"/>
                <a:gd name="connsiteX12" fmla="*/ 355236 w 389054"/>
                <a:gd name="connsiteY12" fmla="*/ 309319 h 752675"/>
                <a:gd name="connsiteX13" fmla="*/ 356736 w 389054"/>
                <a:gd name="connsiteY13" fmla="*/ 283071 h 752675"/>
                <a:gd name="connsiteX14" fmla="*/ 354986 w 389054"/>
                <a:gd name="connsiteY14" fmla="*/ 265656 h 752675"/>
                <a:gd name="connsiteX15" fmla="*/ 367319 w 389054"/>
                <a:gd name="connsiteY15" fmla="*/ 247158 h 752675"/>
                <a:gd name="connsiteX16" fmla="*/ 388983 w 389054"/>
                <a:gd name="connsiteY16" fmla="*/ 199496 h 752675"/>
                <a:gd name="connsiteX17" fmla="*/ 366485 w 389054"/>
                <a:gd name="connsiteY17" fmla="*/ 143501 h 752675"/>
                <a:gd name="connsiteX18" fmla="*/ 361569 w 389054"/>
                <a:gd name="connsiteY18" fmla="*/ 84089 h 752675"/>
                <a:gd name="connsiteX19" fmla="*/ 324322 w 389054"/>
                <a:gd name="connsiteY19" fmla="*/ 53759 h 752675"/>
                <a:gd name="connsiteX20" fmla="*/ 289492 w 389054"/>
                <a:gd name="connsiteY20" fmla="*/ 37427 h 752675"/>
                <a:gd name="connsiteX21" fmla="*/ 273660 w 389054"/>
                <a:gd name="connsiteY21" fmla="*/ 17512 h 752675"/>
                <a:gd name="connsiteX22" fmla="*/ 221082 w 389054"/>
                <a:gd name="connsiteY22" fmla="*/ 97 h 752675"/>
                <a:gd name="connsiteX23" fmla="*/ 162504 w 389054"/>
                <a:gd name="connsiteY23" fmla="*/ 12096 h 752675"/>
                <a:gd name="connsiteX24" fmla="*/ 106592 w 389054"/>
                <a:gd name="connsiteY24" fmla="*/ 23012 h 752675"/>
                <a:gd name="connsiteX25" fmla="*/ 65596 w 389054"/>
                <a:gd name="connsiteY25" fmla="*/ 60425 h 752675"/>
                <a:gd name="connsiteX26" fmla="*/ 23766 w 389054"/>
                <a:gd name="connsiteY26" fmla="*/ 88839 h 752675"/>
                <a:gd name="connsiteX27" fmla="*/ 9768 w 389054"/>
                <a:gd name="connsiteY27" fmla="*/ 137585 h 752675"/>
                <a:gd name="connsiteX28" fmla="*/ 11267 w 389054"/>
                <a:gd name="connsiteY28" fmla="*/ 152083 h 752675"/>
                <a:gd name="connsiteX29" fmla="*/ 5684 w 389054"/>
                <a:gd name="connsiteY29" fmla="*/ 169748 h 752675"/>
                <a:gd name="connsiteX30" fmla="*/ 18 w 389054"/>
                <a:gd name="connsiteY30" fmla="*/ 195246 h 752675"/>
                <a:gd name="connsiteX31" fmla="*/ 21933 w 389054"/>
                <a:gd name="connsiteY31" fmla="*/ 249741 h 752675"/>
                <a:gd name="connsiteX32" fmla="*/ 28516 w 389054"/>
                <a:gd name="connsiteY32" fmla="*/ 284655 h 752675"/>
                <a:gd name="connsiteX33" fmla="*/ 23849 w 389054"/>
                <a:gd name="connsiteY33" fmla="*/ 312402 h 752675"/>
                <a:gd name="connsiteX34" fmla="*/ 99593 w 389054"/>
                <a:gd name="connsiteY34" fmla="*/ 409060 h 752675"/>
                <a:gd name="connsiteX35" fmla="*/ 113008 w 389054"/>
                <a:gd name="connsiteY35" fmla="*/ 433474 h 752675"/>
                <a:gd name="connsiteX36" fmla="*/ 132256 w 389054"/>
                <a:gd name="connsiteY36" fmla="*/ 470305 h 752675"/>
                <a:gd name="connsiteX37" fmla="*/ 134423 w 389054"/>
                <a:gd name="connsiteY37" fmla="*/ 472304 h 752675"/>
                <a:gd name="connsiteX38" fmla="*/ 141172 w 389054"/>
                <a:gd name="connsiteY38" fmla="*/ 556547 h 752675"/>
                <a:gd name="connsiteX39" fmla="*/ 142755 w 389054"/>
                <a:gd name="connsiteY39" fmla="*/ 612375 h 752675"/>
                <a:gd name="connsiteX40" fmla="*/ 112508 w 389054"/>
                <a:gd name="connsiteY40" fmla="*/ 655371 h 752675"/>
                <a:gd name="connsiteX41" fmla="*/ 96260 w 389054"/>
                <a:gd name="connsiteY41" fmla="*/ 730198 h 752675"/>
                <a:gd name="connsiteX42" fmla="*/ 137922 w 389054"/>
                <a:gd name="connsiteY42" fmla="*/ 732614 h 752675"/>
                <a:gd name="connsiteX43" fmla="*/ 161254 w 389054"/>
                <a:gd name="connsiteY43" fmla="*/ 717699 h 752675"/>
                <a:gd name="connsiteX44" fmla="*/ 212999 w 389054"/>
                <a:gd name="connsiteY44" fmla="*/ 750862 h 752675"/>
                <a:gd name="connsiteX45" fmla="*/ 226748 w 389054"/>
                <a:gd name="connsiteY45" fmla="*/ 677036 h 752675"/>
                <a:gd name="connsiteX46" fmla="*/ 226748 w 389054"/>
                <a:gd name="connsiteY46" fmla="*/ 677036 h 752675"/>
                <a:gd name="connsiteX47" fmla="*/ 118424 w 389054"/>
                <a:gd name="connsiteY47" fmla="*/ 419726 h 752675"/>
                <a:gd name="connsiteX48" fmla="*/ 105175 w 389054"/>
                <a:gd name="connsiteY48" fmla="*/ 404560 h 752675"/>
                <a:gd name="connsiteX49" fmla="*/ 105175 w 389054"/>
                <a:gd name="connsiteY49" fmla="*/ 404560 h 752675"/>
                <a:gd name="connsiteX50" fmla="*/ 40931 w 389054"/>
                <a:gd name="connsiteY50" fmla="*/ 314069 h 752675"/>
                <a:gd name="connsiteX51" fmla="*/ 50597 w 389054"/>
                <a:gd name="connsiteY51" fmla="*/ 268073 h 752675"/>
                <a:gd name="connsiteX52" fmla="*/ 32099 w 389054"/>
                <a:gd name="connsiteY52" fmla="*/ 230659 h 752675"/>
                <a:gd name="connsiteX53" fmla="*/ 20933 w 389054"/>
                <a:gd name="connsiteY53" fmla="*/ 178498 h 752675"/>
                <a:gd name="connsiteX54" fmla="*/ 28516 w 389054"/>
                <a:gd name="connsiteY54" fmla="*/ 157416 h 752675"/>
                <a:gd name="connsiteX55" fmla="*/ 26516 w 389054"/>
                <a:gd name="connsiteY55" fmla="*/ 130752 h 752675"/>
                <a:gd name="connsiteX56" fmla="*/ 50764 w 389054"/>
                <a:gd name="connsiteY56" fmla="*/ 83006 h 752675"/>
                <a:gd name="connsiteX57" fmla="*/ 89427 w 389054"/>
                <a:gd name="connsiteY57" fmla="*/ 58675 h 752675"/>
                <a:gd name="connsiteX58" fmla="*/ 136339 w 389054"/>
                <a:gd name="connsiteY58" fmla="*/ 29844 h 752675"/>
                <a:gd name="connsiteX59" fmla="*/ 185585 w 389054"/>
                <a:gd name="connsiteY59" fmla="*/ 20928 h 752675"/>
                <a:gd name="connsiteX60" fmla="*/ 238997 w 389054"/>
                <a:gd name="connsiteY60" fmla="*/ 17762 h 752675"/>
                <a:gd name="connsiteX61" fmla="*/ 266661 w 389054"/>
                <a:gd name="connsiteY61" fmla="*/ 30761 h 752675"/>
                <a:gd name="connsiteX62" fmla="*/ 282660 w 389054"/>
                <a:gd name="connsiteY62" fmla="*/ 53675 h 752675"/>
                <a:gd name="connsiteX63" fmla="*/ 302325 w 389054"/>
                <a:gd name="connsiteY63" fmla="*/ 61091 h 752675"/>
                <a:gd name="connsiteX64" fmla="*/ 332238 w 389054"/>
                <a:gd name="connsiteY64" fmla="*/ 75673 h 752675"/>
                <a:gd name="connsiteX65" fmla="*/ 348154 w 389054"/>
                <a:gd name="connsiteY65" fmla="*/ 94838 h 752675"/>
                <a:gd name="connsiteX66" fmla="*/ 345820 w 389054"/>
                <a:gd name="connsiteY66" fmla="*/ 128252 h 752675"/>
                <a:gd name="connsiteX67" fmla="*/ 362069 w 389054"/>
                <a:gd name="connsiteY67" fmla="*/ 170165 h 752675"/>
                <a:gd name="connsiteX68" fmla="*/ 358652 w 389054"/>
                <a:gd name="connsiteY68" fmla="*/ 230159 h 752675"/>
                <a:gd name="connsiteX69" fmla="*/ 337821 w 389054"/>
                <a:gd name="connsiteY69" fmla="*/ 275239 h 752675"/>
                <a:gd name="connsiteX70" fmla="*/ 333405 w 389054"/>
                <a:gd name="connsiteY70" fmla="*/ 314652 h 752675"/>
                <a:gd name="connsiteX71" fmla="*/ 312823 w 389054"/>
                <a:gd name="connsiteY71" fmla="*/ 337733 h 752675"/>
                <a:gd name="connsiteX72" fmla="*/ 296741 w 389054"/>
                <a:gd name="connsiteY72" fmla="*/ 382979 h 752675"/>
                <a:gd name="connsiteX73" fmla="*/ 277910 w 389054"/>
                <a:gd name="connsiteY73" fmla="*/ 409560 h 752675"/>
                <a:gd name="connsiteX74" fmla="*/ 245496 w 389054"/>
                <a:gd name="connsiteY74" fmla="*/ 425975 h 752675"/>
                <a:gd name="connsiteX75" fmla="*/ 244996 w 389054"/>
                <a:gd name="connsiteY75" fmla="*/ 426308 h 752675"/>
                <a:gd name="connsiteX76" fmla="*/ 219082 w 389054"/>
                <a:gd name="connsiteY76" fmla="*/ 431725 h 752675"/>
                <a:gd name="connsiteX77" fmla="*/ 200250 w 389054"/>
                <a:gd name="connsiteY77" fmla="*/ 443890 h 752675"/>
                <a:gd name="connsiteX78" fmla="*/ 160837 w 389054"/>
                <a:gd name="connsiteY78" fmla="*/ 419476 h 752675"/>
                <a:gd name="connsiteX79" fmla="*/ 138006 w 389054"/>
                <a:gd name="connsiteY79" fmla="*/ 449390 h 752675"/>
                <a:gd name="connsiteX80" fmla="*/ 133506 w 389054"/>
                <a:gd name="connsiteY80" fmla="*/ 439891 h 752675"/>
                <a:gd name="connsiteX81" fmla="*/ 118424 w 389054"/>
                <a:gd name="connsiteY81" fmla="*/ 419726 h 752675"/>
                <a:gd name="connsiteX82" fmla="*/ 118424 w 389054"/>
                <a:gd name="connsiteY82" fmla="*/ 419726 h 752675"/>
                <a:gd name="connsiteX83" fmla="*/ 213332 w 389054"/>
                <a:gd name="connsiteY83" fmla="*/ 730948 h 752675"/>
                <a:gd name="connsiteX84" fmla="*/ 188918 w 389054"/>
                <a:gd name="connsiteY84" fmla="*/ 731198 h 752675"/>
                <a:gd name="connsiteX85" fmla="*/ 172836 w 389054"/>
                <a:gd name="connsiteY85" fmla="*/ 699867 h 752675"/>
                <a:gd name="connsiteX86" fmla="*/ 159921 w 389054"/>
                <a:gd name="connsiteY86" fmla="*/ 696451 h 752675"/>
                <a:gd name="connsiteX87" fmla="*/ 138339 w 389054"/>
                <a:gd name="connsiteY87" fmla="*/ 716116 h 752675"/>
                <a:gd name="connsiteX88" fmla="*/ 108342 w 389054"/>
                <a:gd name="connsiteY88" fmla="*/ 718032 h 752675"/>
                <a:gd name="connsiteX89" fmla="*/ 119508 w 389054"/>
                <a:gd name="connsiteY89" fmla="*/ 672120 h 752675"/>
                <a:gd name="connsiteX90" fmla="*/ 158171 w 389054"/>
                <a:gd name="connsiteY90" fmla="*/ 613875 h 752675"/>
                <a:gd name="connsiteX91" fmla="*/ 152504 w 389054"/>
                <a:gd name="connsiteY91" fmla="*/ 528799 h 752675"/>
                <a:gd name="connsiteX92" fmla="*/ 144755 w 389054"/>
                <a:gd name="connsiteY92" fmla="*/ 485303 h 752675"/>
                <a:gd name="connsiteX93" fmla="*/ 143005 w 389054"/>
                <a:gd name="connsiteY93" fmla="*/ 470471 h 752675"/>
                <a:gd name="connsiteX94" fmla="*/ 143505 w 389054"/>
                <a:gd name="connsiteY94" fmla="*/ 469971 h 752675"/>
                <a:gd name="connsiteX95" fmla="*/ 160504 w 389054"/>
                <a:gd name="connsiteY95" fmla="*/ 435558 h 752675"/>
                <a:gd name="connsiteX96" fmla="*/ 178585 w 389054"/>
                <a:gd name="connsiteY96" fmla="*/ 439641 h 752675"/>
                <a:gd name="connsiteX97" fmla="*/ 184668 w 389054"/>
                <a:gd name="connsiteY97" fmla="*/ 446973 h 752675"/>
                <a:gd name="connsiteX98" fmla="*/ 194918 w 389054"/>
                <a:gd name="connsiteY98" fmla="*/ 458139 h 752675"/>
                <a:gd name="connsiteX99" fmla="*/ 202167 w 389054"/>
                <a:gd name="connsiteY99" fmla="*/ 459139 h 752675"/>
                <a:gd name="connsiteX100" fmla="*/ 224415 w 389054"/>
                <a:gd name="connsiteY100" fmla="*/ 445057 h 752675"/>
                <a:gd name="connsiteX101" fmla="*/ 227748 w 389054"/>
                <a:gd name="connsiteY101" fmla="*/ 443890 h 752675"/>
                <a:gd name="connsiteX102" fmla="*/ 202917 w 389054"/>
                <a:gd name="connsiteY102" fmla="*/ 515134 h 752675"/>
                <a:gd name="connsiteX103" fmla="*/ 197501 w 389054"/>
                <a:gd name="connsiteY103" fmla="*/ 561713 h 752675"/>
                <a:gd name="connsiteX104" fmla="*/ 194167 w 389054"/>
                <a:gd name="connsiteY104" fmla="*/ 616791 h 752675"/>
                <a:gd name="connsiteX105" fmla="*/ 190001 w 389054"/>
                <a:gd name="connsiteY105" fmla="*/ 654705 h 752675"/>
                <a:gd name="connsiteX106" fmla="*/ 212583 w 389054"/>
                <a:gd name="connsiteY106" fmla="*/ 682452 h 752675"/>
                <a:gd name="connsiteX107" fmla="*/ 213332 w 389054"/>
                <a:gd name="connsiteY107" fmla="*/ 730948 h 752675"/>
                <a:gd name="connsiteX108" fmla="*/ 213332 w 389054"/>
                <a:gd name="connsiteY108" fmla="*/ 730948 h 752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389054" h="752675">
                  <a:moveTo>
                    <a:pt x="226748" y="677036"/>
                  </a:moveTo>
                  <a:cubicBezTo>
                    <a:pt x="222498" y="669787"/>
                    <a:pt x="217249" y="663370"/>
                    <a:pt x="211916" y="656954"/>
                  </a:cubicBezTo>
                  <a:cubicBezTo>
                    <a:pt x="205000" y="648622"/>
                    <a:pt x="205416" y="643289"/>
                    <a:pt x="207416" y="632956"/>
                  </a:cubicBezTo>
                  <a:cubicBezTo>
                    <a:pt x="211666" y="611292"/>
                    <a:pt x="211249" y="590544"/>
                    <a:pt x="213083" y="568796"/>
                  </a:cubicBezTo>
                  <a:cubicBezTo>
                    <a:pt x="216582" y="527383"/>
                    <a:pt x="218415" y="473887"/>
                    <a:pt x="246663" y="440724"/>
                  </a:cubicBezTo>
                  <a:cubicBezTo>
                    <a:pt x="246829" y="440724"/>
                    <a:pt x="247079" y="440641"/>
                    <a:pt x="247246" y="440641"/>
                  </a:cubicBezTo>
                  <a:cubicBezTo>
                    <a:pt x="248413" y="440807"/>
                    <a:pt x="249746" y="440641"/>
                    <a:pt x="251162" y="440057"/>
                  </a:cubicBezTo>
                  <a:cubicBezTo>
                    <a:pt x="251246" y="440057"/>
                    <a:pt x="251329" y="439974"/>
                    <a:pt x="251412" y="439974"/>
                  </a:cubicBezTo>
                  <a:cubicBezTo>
                    <a:pt x="254579" y="439391"/>
                    <a:pt x="257745" y="438557"/>
                    <a:pt x="260828" y="437224"/>
                  </a:cubicBezTo>
                  <a:cubicBezTo>
                    <a:pt x="261995" y="436724"/>
                    <a:pt x="262911" y="435974"/>
                    <a:pt x="263495" y="435141"/>
                  </a:cubicBezTo>
                  <a:cubicBezTo>
                    <a:pt x="277743" y="429475"/>
                    <a:pt x="292992" y="422892"/>
                    <a:pt x="303158" y="412560"/>
                  </a:cubicBezTo>
                  <a:cubicBezTo>
                    <a:pt x="317073" y="398561"/>
                    <a:pt x="309657" y="378979"/>
                    <a:pt x="316740" y="362481"/>
                  </a:cubicBezTo>
                  <a:cubicBezTo>
                    <a:pt x="325572" y="341899"/>
                    <a:pt x="348654" y="331817"/>
                    <a:pt x="355236" y="309319"/>
                  </a:cubicBezTo>
                  <a:cubicBezTo>
                    <a:pt x="357736" y="300986"/>
                    <a:pt x="357486" y="291654"/>
                    <a:pt x="356736" y="283071"/>
                  </a:cubicBezTo>
                  <a:cubicBezTo>
                    <a:pt x="356236" y="277572"/>
                    <a:pt x="354070" y="271156"/>
                    <a:pt x="354986" y="265656"/>
                  </a:cubicBezTo>
                  <a:cubicBezTo>
                    <a:pt x="356236" y="258240"/>
                    <a:pt x="362652" y="252574"/>
                    <a:pt x="367319" y="247158"/>
                  </a:cubicBezTo>
                  <a:cubicBezTo>
                    <a:pt x="378651" y="233992"/>
                    <a:pt x="390066" y="217744"/>
                    <a:pt x="388983" y="199496"/>
                  </a:cubicBezTo>
                  <a:cubicBezTo>
                    <a:pt x="387817" y="178581"/>
                    <a:pt x="375151" y="161749"/>
                    <a:pt x="366485" y="143501"/>
                  </a:cubicBezTo>
                  <a:cubicBezTo>
                    <a:pt x="357569" y="124586"/>
                    <a:pt x="370568" y="103587"/>
                    <a:pt x="361569" y="84089"/>
                  </a:cubicBezTo>
                  <a:cubicBezTo>
                    <a:pt x="354653" y="69091"/>
                    <a:pt x="338571" y="60508"/>
                    <a:pt x="324322" y="53759"/>
                  </a:cubicBezTo>
                  <a:cubicBezTo>
                    <a:pt x="313323" y="48592"/>
                    <a:pt x="297825" y="47093"/>
                    <a:pt x="289492" y="37427"/>
                  </a:cubicBezTo>
                  <a:cubicBezTo>
                    <a:pt x="283826" y="30677"/>
                    <a:pt x="281076" y="23178"/>
                    <a:pt x="273660" y="17512"/>
                  </a:cubicBezTo>
                  <a:cubicBezTo>
                    <a:pt x="258912" y="6180"/>
                    <a:pt x="239330" y="1013"/>
                    <a:pt x="221082" y="97"/>
                  </a:cubicBezTo>
                  <a:cubicBezTo>
                    <a:pt x="200417" y="-986"/>
                    <a:pt x="182168" y="7263"/>
                    <a:pt x="162504" y="12096"/>
                  </a:cubicBezTo>
                  <a:cubicBezTo>
                    <a:pt x="143755" y="16679"/>
                    <a:pt x="124007" y="13512"/>
                    <a:pt x="106592" y="23012"/>
                  </a:cubicBezTo>
                  <a:cubicBezTo>
                    <a:pt x="89677" y="32261"/>
                    <a:pt x="82678" y="52676"/>
                    <a:pt x="65596" y="60425"/>
                  </a:cubicBezTo>
                  <a:cubicBezTo>
                    <a:pt x="49347" y="67841"/>
                    <a:pt x="34099" y="72924"/>
                    <a:pt x="23766" y="88839"/>
                  </a:cubicBezTo>
                  <a:cubicBezTo>
                    <a:pt x="15600" y="101421"/>
                    <a:pt x="8684" y="122253"/>
                    <a:pt x="9768" y="137585"/>
                  </a:cubicBezTo>
                  <a:cubicBezTo>
                    <a:pt x="10101" y="142417"/>
                    <a:pt x="11517" y="147167"/>
                    <a:pt x="11267" y="152083"/>
                  </a:cubicBezTo>
                  <a:cubicBezTo>
                    <a:pt x="10934" y="158499"/>
                    <a:pt x="8267" y="163916"/>
                    <a:pt x="5684" y="169748"/>
                  </a:cubicBezTo>
                  <a:cubicBezTo>
                    <a:pt x="2101" y="178081"/>
                    <a:pt x="-232" y="185997"/>
                    <a:pt x="18" y="195246"/>
                  </a:cubicBezTo>
                  <a:cubicBezTo>
                    <a:pt x="602" y="215577"/>
                    <a:pt x="11767" y="232826"/>
                    <a:pt x="21933" y="249741"/>
                  </a:cubicBezTo>
                  <a:cubicBezTo>
                    <a:pt x="29932" y="263073"/>
                    <a:pt x="32765" y="269239"/>
                    <a:pt x="28516" y="284655"/>
                  </a:cubicBezTo>
                  <a:cubicBezTo>
                    <a:pt x="25933" y="293820"/>
                    <a:pt x="23433" y="302736"/>
                    <a:pt x="23849" y="312402"/>
                  </a:cubicBezTo>
                  <a:cubicBezTo>
                    <a:pt x="25683" y="357815"/>
                    <a:pt x="65346" y="386229"/>
                    <a:pt x="99593" y="409060"/>
                  </a:cubicBezTo>
                  <a:cubicBezTo>
                    <a:pt x="104176" y="417059"/>
                    <a:pt x="107592" y="425559"/>
                    <a:pt x="113008" y="433474"/>
                  </a:cubicBezTo>
                  <a:cubicBezTo>
                    <a:pt x="121007" y="445223"/>
                    <a:pt x="124924" y="458389"/>
                    <a:pt x="132256" y="470305"/>
                  </a:cubicBezTo>
                  <a:cubicBezTo>
                    <a:pt x="132756" y="471138"/>
                    <a:pt x="133506" y="471804"/>
                    <a:pt x="134423" y="472304"/>
                  </a:cubicBezTo>
                  <a:cubicBezTo>
                    <a:pt x="138089" y="500135"/>
                    <a:pt x="141172" y="528799"/>
                    <a:pt x="141172" y="556547"/>
                  </a:cubicBezTo>
                  <a:cubicBezTo>
                    <a:pt x="141172" y="575128"/>
                    <a:pt x="142839" y="593793"/>
                    <a:pt x="142755" y="612375"/>
                  </a:cubicBezTo>
                  <a:cubicBezTo>
                    <a:pt x="142672" y="631457"/>
                    <a:pt x="124424" y="642122"/>
                    <a:pt x="112508" y="655371"/>
                  </a:cubicBezTo>
                  <a:cubicBezTo>
                    <a:pt x="97260" y="672536"/>
                    <a:pt x="67762" y="711200"/>
                    <a:pt x="96260" y="730198"/>
                  </a:cubicBezTo>
                  <a:cubicBezTo>
                    <a:pt x="107925" y="737947"/>
                    <a:pt x="125090" y="736030"/>
                    <a:pt x="137922" y="732614"/>
                  </a:cubicBezTo>
                  <a:cubicBezTo>
                    <a:pt x="146838" y="730198"/>
                    <a:pt x="154838" y="724615"/>
                    <a:pt x="161254" y="717699"/>
                  </a:cubicBezTo>
                  <a:cubicBezTo>
                    <a:pt x="167670" y="739947"/>
                    <a:pt x="188001" y="758695"/>
                    <a:pt x="212999" y="750862"/>
                  </a:cubicBezTo>
                  <a:cubicBezTo>
                    <a:pt x="243080" y="741113"/>
                    <a:pt x="238914" y="697951"/>
                    <a:pt x="226748" y="677036"/>
                  </a:cubicBezTo>
                  <a:lnTo>
                    <a:pt x="226748" y="677036"/>
                  </a:lnTo>
                  <a:close/>
                  <a:moveTo>
                    <a:pt x="118424" y="419726"/>
                  </a:moveTo>
                  <a:cubicBezTo>
                    <a:pt x="114341" y="414393"/>
                    <a:pt x="110925" y="407644"/>
                    <a:pt x="105175" y="404560"/>
                  </a:cubicBezTo>
                  <a:lnTo>
                    <a:pt x="105175" y="404560"/>
                  </a:lnTo>
                  <a:cubicBezTo>
                    <a:pt x="77761" y="384562"/>
                    <a:pt x="42515" y="350315"/>
                    <a:pt x="40931" y="314069"/>
                  </a:cubicBezTo>
                  <a:cubicBezTo>
                    <a:pt x="40265" y="298070"/>
                    <a:pt x="51847" y="283988"/>
                    <a:pt x="50597" y="268073"/>
                  </a:cubicBezTo>
                  <a:cubicBezTo>
                    <a:pt x="49514" y="254407"/>
                    <a:pt x="38765" y="242075"/>
                    <a:pt x="32099" y="230659"/>
                  </a:cubicBezTo>
                  <a:cubicBezTo>
                    <a:pt x="22183" y="213828"/>
                    <a:pt x="13850" y="198162"/>
                    <a:pt x="20933" y="178498"/>
                  </a:cubicBezTo>
                  <a:cubicBezTo>
                    <a:pt x="23433" y="171498"/>
                    <a:pt x="27516" y="164999"/>
                    <a:pt x="28516" y="157416"/>
                  </a:cubicBezTo>
                  <a:cubicBezTo>
                    <a:pt x="29682" y="148333"/>
                    <a:pt x="25933" y="139751"/>
                    <a:pt x="26516" y="130752"/>
                  </a:cubicBezTo>
                  <a:cubicBezTo>
                    <a:pt x="27766" y="113170"/>
                    <a:pt x="36265" y="93089"/>
                    <a:pt x="50764" y="83006"/>
                  </a:cubicBezTo>
                  <a:cubicBezTo>
                    <a:pt x="64262" y="73507"/>
                    <a:pt x="78844" y="72257"/>
                    <a:pt x="89427" y="58675"/>
                  </a:cubicBezTo>
                  <a:cubicBezTo>
                    <a:pt x="102342" y="42093"/>
                    <a:pt x="114008" y="30344"/>
                    <a:pt x="136339" y="29844"/>
                  </a:cubicBezTo>
                  <a:cubicBezTo>
                    <a:pt x="153421" y="29511"/>
                    <a:pt x="169253" y="25678"/>
                    <a:pt x="185585" y="20928"/>
                  </a:cubicBezTo>
                  <a:cubicBezTo>
                    <a:pt x="203583" y="15679"/>
                    <a:pt x="220498" y="13262"/>
                    <a:pt x="238997" y="17762"/>
                  </a:cubicBezTo>
                  <a:cubicBezTo>
                    <a:pt x="248663" y="20179"/>
                    <a:pt x="258995" y="24178"/>
                    <a:pt x="266661" y="30761"/>
                  </a:cubicBezTo>
                  <a:cubicBezTo>
                    <a:pt x="274160" y="37260"/>
                    <a:pt x="275493" y="47343"/>
                    <a:pt x="282660" y="53675"/>
                  </a:cubicBezTo>
                  <a:cubicBezTo>
                    <a:pt x="288076" y="58425"/>
                    <a:pt x="295825" y="59008"/>
                    <a:pt x="302325" y="61091"/>
                  </a:cubicBezTo>
                  <a:cubicBezTo>
                    <a:pt x="312823" y="64425"/>
                    <a:pt x="323073" y="69591"/>
                    <a:pt x="332238" y="75673"/>
                  </a:cubicBezTo>
                  <a:cubicBezTo>
                    <a:pt x="339654" y="80590"/>
                    <a:pt x="345820" y="85922"/>
                    <a:pt x="348154" y="94838"/>
                  </a:cubicBezTo>
                  <a:cubicBezTo>
                    <a:pt x="350987" y="106004"/>
                    <a:pt x="346154" y="117086"/>
                    <a:pt x="345820" y="128252"/>
                  </a:cubicBezTo>
                  <a:cubicBezTo>
                    <a:pt x="345321" y="143917"/>
                    <a:pt x="355070" y="156916"/>
                    <a:pt x="362069" y="170165"/>
                  </a:cubicBezTo>
                  <a:cubicBezTo>
                    <a:pt x="373818" y="192496"/>
                    <a:pt x="374985" y="210078"/>
                    <a:pt x="358652" y="230159"/>
                  </a:cubicBezTo>
                  <a:cubicBezTo>
                    <a:pt x="346654" y="244908"/>
                    <a:pt x="335488" y="254991"/>
                    <a:pt x="337821" y="275239"/>
                  </a:cubicBezTo>
                  <a:cubicBezTo>
                    <a:pt x="339404" y="289237"/>
                    <a:pt x="341654" y="301986"/>
                    <a:pt x="333405" y="314652"/>
                  </a:cubicBezTo>
                  <a:cubicBezTo>
                    <a:pt x="327739" y="323318"/>
                    <a:pt x="319573" y="329984"/>
                    <a:pt x="312823" y="337733"/>
                  </a:cubicBezTo>
                  <a:cubicBezTo>
                    <a:pt x="300991" y="351315"/>
                    <a:pt x="297492" y="365397"/>
                    <a:pt x="296741" y="382979"/>
                  </a:cubicBezTo>
                  <a:cubicBezTo>
                    <a:pt x="296075" y="397311"/>
                    <a:pt x="289992" y="402894"/>
                    <a:pt x="277910" y="409560"/>
                  </a:cubicBezTo>
                  <a:cubicBezTo>
                    <a:pt x="267327" y="415393"/>
                    <a:pt x="256329" y="420642"/>
                    <a:pt x="245496" y="425975"/>
                  </a:cubicBezTo>
                  <a:cubicBezTo>
                    <a:pt x="245330" y="426059"/>
                    <a:pt x="245163" y="426225"/>
                    <a:pt x="244996" y="426308"/>
                  </a:cubicBezTo>
                  <a:cubicBezTo>
                    <a:pt x="236247" y="427058"/>
                    <a:pt x="227665" y="428308"/>
                    <a:pt x="219082" y="431725"/>
                  </a:cubicBezTo>
                  <a:cubicBezTo>
                    <a:pt x="211583" y="434724"/>
                    <a:pt x="206583" y="439891"/>
                    <a:pt x="200250" y="443890"/>
                  </a:cubicBezTo>
                  <a:cubicBezTo>
                    <a:pt x="187751" y="433224"/>
                    <a:pt x="180752" y="416226"/>
                    <a:pt x="160837" y="419476"/>
                  </a:cubicBezTo>
                  <a:cubicBezTo>
                    <a:pt x="143755" y="422309"/>
                    <a:pt x="142172" y="436307"/>
                    <a:pt x="138006" y="449390"/>
                  </a:cubicBezTo>
                  <a:cubicBezTo>
                    <a:pt x="136673" y="446140"/>
                    <a:pt x="135339" y="442890"/>
                    <a:pt x="133506" y="439891"/>
                  </a:cubicBezTo>
                  <a:cubicBezTo>
                    <a:pt x="129090" y="432641"/>
                    <a:pt x="123424" y="426308"/>
                    <a:pt x="118424" y="419726"/>
                  </a:cubicBezTo>
                  <a:lnTo>
                    <a:pt x="118424" y="419726"/>
                  </a:lnTo>
                  <a:close/>
                  <a:moveTo>
                    <a:pt x="213332" y="730948"/>
                  </a:moveTo>
                  <a:cubicBezTo>
                    <a:pt x="206250" y="738114"/>
                    <a:pt x="196667" y="735531"/>
                    <a:pt x="188918" y="731198"/>
                  </a:cubicBezTo>
                  <a:cubicBezTo>
                    <a:pt x="177336" y="724698"/>
                    <a:pt x="172336" y="713116"/>
                    <a:pt x="172836" y="699867"/>
                  </a:cubicBezTo>
                  <a:cubicBezTo>
                    <a:pt x="173169" y="692034"/>
                    <a:pt x="163587" y="689785"/>
                    <a:pt x="159921" y="696451"/>
                  </a:cubicBezTo>
                  <a:cubicBezTo>
                    <a:pt x="155171" y="704950"/>
                    <a:pt x="147338" y="712366"/>
                    <a:pt x="138339" y="716116"/>
                  </a:cubicBezTo>
                  <a:cubicBezTo>
                    <a:pt x="131173" y="719032"/>
                    <a:pt x="115675" y="721948"/>
                    <a:pt x="108342" y="718032"/>
                  </a:cubicBezTo>
                  <a:cubicBezTo>
                    <a:pt x="90010" y="708283"/>
                    <a:pt x="111425" y="681202"/>
                    <a:pt x="119508" y="672120"/>
                  </a:cubicBezTo>
                  <a:cubicBezTo>
                    <a:pt x="135839" y="653871"/>
                    <a:pt x="158671" y="640456"/>
                    <a:pt x="158171" y="613875"/>
                  </a:cubicBezTo>
                  <a:cubicBezTo>
                    <a:pt x="157587" y="585961"/>
                    <a:pt x="156671" y="556297"/>
                    <a:pt x="152504" y="528799"/>
                  </a:cubicBezTo>
                  <a:cubicBezTo>
                    <a:pt x="150338" y="514217"/>
                    <a:pt x="147588" y="499802"/>
                    <a:pt x="144755" y="485303"/>
                  </a:cubicBezTo>
                  <a:cubicBezTo>
                    <a:pt x="143839" y="480470"/>
                    <a:pt x="143589" y="475387"/>
                    <a:pt x="143005" y="470471"/>
                  </a:cubicBezTo>
                  <a:cubicBezTo>
                    <a:pt x="143172" y="470305"/>
                    <a:pt x="143339" y="470138"/>
                    <a:pt x="143505" y="469971"/>
                  </a:cubicBezTo>
                  <a:cubicBezTo>
                    <a:pt x="151505" y="459139"/>
                    <a:pt x="149088" y="443057"/>
                    <a:pt x="160504" y="435558"/>
                  </a:cubicBezTo>
                  <a:cubicBezTo>
                    <a:pt x="168420" y="430308"/>
                    <a:pt x="172003" y="433141"/>
                    <a:pt x="178585" y="439641"/>
                  </a:cubicBezTo>
                  <a:cubicBezTo>
                    <a:pt x="180752" y="441807"/>
                    <a:pt x="182669" y="444640"/>
                    <a:pt x="184668" y="446973"/>
                  </a:cubicBezTo>
                  <a:cubicBezTo>
                    <a:pt x="187918" y="450806"/>
                    <a:pt x="190834" y="455223"/>
                    <a:pt x="194918" y="458139"/>
                  </a:cubicBezTo>
                  <a:cubicBezTo>
                    <a:pt x="197001" y="459639"/>
                    <a:pt x="199834" y="460222"/>
                    <a:pt x="202167" y="459139"/>
                  </a:cubicBezTo>
                  <a:cubicBezTo>
                    <a:pt x="210249" y="455306"/>
                    <a:pt x="215999" y="448556"/>
                    <a:pt x="224415" y="445057"/>
                  </a:cubicBezTo>
                  <a:cubicBezTo>
                    <a:pt x="225498" y="444640"/>
                    <a:pt x="226581" y="444223"/>
                    <a:pt x="227748" y="443890"/>
                  </a:cubicBezTo>
                  <a:cubicBezTo>
                    <a:pt x="213249" y="463972"/>
                    <a:pt x="206083" y="492469"/>
                    <a:pt x="202917" y="515134"/>
                  </a:cubicBezTo>
                  <a:cubicBezTo>
                    <a:pt x="200750" y="530632"/>
                    <a:pt x="199250" y="546131"/>
                    <a:pt x="197501" y="561713"/>
                  </a:cubicBezTo>
                  <a:cubicBezTo>
                    <a:pt x="195501" y="580044"/>
                    <a:pt x="197001" y="598543"/>
                    <a:pt x="194167" y="616791"/>
                  </a:cubicBezTo>
                  <a:cubicBezTo>
                    <a:pt x="192418" y="627957"/>
                    <a:pt x="186002" y="643539"/>
                    <a:pt x="190001" y="654705"/>
                  </a:cubicBezTo>
                  <a:cubicBezTo>
                    <a:pt x="193834" y="665287"/>
                    <a:pt x="206666" y="672536"/>
                    <a:pt x="212583" y="682452"/>
                  </a:cubicBezTo>
                  <a:cubicBezTo>
                    <a:pt x="220832" y="695951"/>
                    <a:pt x="225914" y="718199"/>
                    <a:pt x="213332" y="730948"/>
                  </a:cubicBezTo>
                  <a:lnTo>
                    <a:pt x="213332" y="730948"/>
                  </a:lnTo>
                  <a:close/>
                </a:path>
              </a:pathLst>
            </a:custGeom>
            <a:grpFill/>
            <a:ln w="8332" cap="flat">
              <a:noFill/>
              <a:prstDash val="solid"/>
              <a:miter/>
            </a:ln>
          </p:spPr>
          <p:txBody>
            <a:bodyPr rtlCol="0" anchor="ctr"/>
            <a:lstStyle/>
            <a:p>
              <a:endParaRPr lang="en-US"/>
            </a:p>
          </p:txBody>
        </p:sp>
        <p:sp>
          <p:nvSpPr>
            <p:cNvPr id="1797" name="Freeform: Shape 1796"/>
            <p:cNvSpPr/>
            <p:nvPr/>
          </p:nvSpPr>
          <p:spPr>
            <a:xfrm>
              <a:off x="3193498" y="2328449"/>
              <a:ext cx="74983" cy="242579"/>
            </a:xfrm>
            <a:custGeom>
              <a:avLst/>
              <a:gdLst>
                <a:gd name="connsiteX0" fmla="*/ 61896 w 74983"/>
                <a:gd name="connsiteY0" fmla="*/ 234913 h 242579"/>
                <a:gd name="connsiteX1" fmla="*/ 31899 w 74983"/>
                <a:gd name="connsiteY1" fmla="*/ 209082 h 242579"/>
                <a:gd name="connsiteX2" fmla="*/ 43898 w 74983"/>
                <a:gd name="connsiteY2" fmla="*/ 176085 h 242579"/>
                <a:gd name="connsiteX3" fmla="*/ 18817 w 74983"/>
                <a:gd name="connsiteY3" fmla="*/ 127673 h 242579"/>
                <a:gd name="connsiteX4" fmla="*/ 24983 w 74983"/>
                <a:gd name="connsiteY4" fmla="*/ 89510 h 242579"/>
                <a:gd name="connsiteX5" fmla="*/ 17234 w 74983"/>
                <a:gd name="connsiteY5" fmla="*/ 67928 h 242579"/>
                <a:gd name="connsiteX6" fmla="*/ 25900 w 74983"/>
                <a:gd name="connsiteY6" fmla="*/ 19933 h 242579"/>
                <a:gd name="connsiteX7" fmla="*/ 73729 w 74983"/>
                <a:gd name="connsiteY7" fmla="*/ 4767 h 242579"/>
                <a:gd name="connsiteX8" fmla="*/ 74395 w 74983"/>
                <a:gd name="connsiteY8" fmla="*/ 3101 h 242579"/>
                <a:gd name="connsiteX9" fmla="*/ 5818 w 74983"/>
                <a:gd name="connsiteY9" fmla="*/ 28932 h 242579"/>
                <a:gd name="connsiteX10" fmla="*/ 3818 w 74983"/>
                <a:gd name="connsiteY10" fmla="*/ 65845 h 242579"/>
                <a:gd name="connsiteX11" fmla="*/ 9568 w 74983"/>
                <a:gd name="connsiteY11" fmla="*/ 94259 h 242579"/>
                <a:gd name="connsiteX12" fmla="*/ 1902 w 74983"/>
                <a:gd name="connsiteY12" fmla="*/ 116924 h 242579"/>
                <a:gd name="connsiteX13" fmla="*/ 14567 w 74983"/>
                <a:gd name="connsiteY13" fmla="*/ 153671 h 242579"/>
                <a:gd name="connsiteX14" fmla="*/ 29566 w 74983"/>
                <a:gd name="connsiteY14" fmla="*/ 170252 h 242579"/>
                <a:gd name="connsiteX15" fmla="*/ 21316 w 74983"/>
                <a:gd name="connsiteY15" fmla="*/ 188251 h 242579"/>
                <a:gd name="connsiteX16" fmla="*/ 23067 w 74983"/>
                <a:gd name="connsiteY16" fmla="*/ 226581 h 242579"/>
                <a:gd name="connsiteX17" fmla="*/ 58647 w 74983"/>
                <a:gd name="connsiteY17" fmla="*/ 242579 h 242579"/>
                <a:gd name="connsiteX18" fmla="*/ 61896 w 74983"/>
                <a:gd name="connsiteY18" fmla="*/ 234913 h 242579"/>
                <a:gd name="connsiteX19" fmla="*/ 61896 w 74983"/>
                <a:gd name="connsiteY19" fmla="*/ 234913 h 242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4983" h="242579">
                  <a:moveTo>
                    <a:pt x="61896" y="234913"/>
                  </a:moveTo>
                  <a:cubicBezTo>
                    <a:pt x="49897" y="227581"/>
                    <a:pt x="33982" y="226164"/>
                    <a:pt x="31899" y="209082"/>
                  </a:cubicBezTo>
                  <a:cubicBezTo>
                    <a:pt x="30232" y="195583"/>
                    <a:pt x="38648" y="187084"/>
                    <a:pt x="43898" y="176085"/>
                  </a:cubicBezTo>
                  <a:cubicBezTo>
                    <a:pt x="53147" y="156670"/>
                    <a:pt x="23983" y="145171"/>
                    <a:pt x="18817" y="127673"/>
                  </a:cubicBezTo>
                  <a:cubicBezTo>
                    <a:pt x="14651" y="113591"/>
                    <a:pt x="24233" y="103009"/>
                    <a:pt x="24983" y="89510"/>
                  </a:cubicBezTo>
                  <a:cubicBezTo>
                    <a:pt x="25483" y="80927"/>
                    <a:pt x="21650" y="74928"/>
                    <a:pt x="17234" y="67928"/>
                  </a:cubicBezTo>
                  <a:cubicBezTo>
                    <a:pt x="5651" y="49347"/>
                    <a:pt x="8401" y="33432"/>
                    <a:pt x="25900" y="19933"/>
                  </a:cubicBezTo>
                  <a:cubicBezTo>
                    <a:pt x="39565" y="9350"/>
                    <a:pt x="56147" y="-232"/>
                    <a:pt x="73729" y="4767"/>
                  </a:cubicBezTo>
                  <a:cubicBezTo>
                    <a:pt x="74812" y="5101"/>
                    <a:pt x="75562" y="3601"/>
                    <a:pt x="74395" y="3101"/>
                  </a:cubicBezTo>
                  <a:cubicBezTo>
                    <a:pt x="51647" y="-6898"/>
                    <a:pt x="18733" y="8767"/>
                    <a:pt x="5818" y="28932"/>
                  </a:cubicBezTo>
                  <a:cubicBezTo>
                    <a:pt x="-1431" y="40264"/>
                    <a:pt x="-1681" y="53846"/>
                    <a:pt x="3818" y="65845"/>
                  </a:cubicBezTo>
                  <a:cubicBezTo>
                    <a:pt x="8568" y="76094"/>
                    <a:pt x="13317" y="82594"/>
                    <a:pt x="9568" y="94259"/>
                  </a:cubicBezTo>
                  <a:cubicBezTo>
                    <a:pt x="6984" y="102092"/>
                    <a:pt x="2818" y="108425"/>
                    <a:pt x="1902" y="116924"/>
                  </a:cubicBezTo>
                  <a:cubicBezTo>
                    <a:pt x="318" y="131006"/>
                    <a:pt x="6068" y="142922"/>
                    <a:pt x="14567" y="153671"/>
                  </a:cubicBezTo>
                  <a:cubicBezTo>
                    <a:pt x="17650" y="157504"/>
                    <a:pt x="28733" y="166086"/>
                    <a:pt x="29566" y="170252"/>
                  </a:cubicBezTo>
                  <a:cubicBezTo>
                    <a:pt x="30316" y="174086"/>
                    <a:pt x="22650" y="184251"/>
                    <a:pt x="21316" y="188251"/>
                  </a:cubicBezTo>
                  <a:cubicBezTo>
                    <a:pt x="16817" y="201083"/>
                    <a:pt x="16067" y="214499"/>
                    <a:pt x="23067" y="226581"/>
                  </a:cubicBezTo>
                  <a:cubicBezTo>
                    <a:pt x="30899" y="240163"/>
                    <a:pt x="43815" y="242579"/>
                    <a:pt x="58647" y="242579"/>
                  </a:cubicBezTo>
                  <a:cubicBezTo>
                    <a:pt x="62313" y="242496"/>
                    <a:pt x="65896" y="237413"/>
                    <a:pt x="61896" y="234913"/>
                  </a:cubicBezTo>
                  <a:lnTo>
                    <a:pt x="61896" y="234913"/>
                  </a:lnTo>
                  <a:close/>
                </a:path>
              </a:pathLst>
            </a:custGeom>
            <a:grpFill/>
            <a:ln w="8332" cap="flat">
              <a:noFill/>
              <a:prstDash val="solid"/>
              <a:miter/>
            </a:ln>
          </p:spPr>
          <p:txBody>
            <a:bodyPr rtlCol="0" anchor="ctr"/>
            <a:lstStyle/>
            <a:p>
              <a:endParaRPr lang="en-US"/>
            </a:p>
          </p:txBody>
        </p:sp>
        <p:sp>
          <p:nvSpPr>
            <p:cNvPr id="1798" name="Freeform: Shape 1797"/>
            <p:cNvSpPr/>
            <p:nvPr/>
          </p:nvSpPr>
          <p:spPr>
            <a:xfrm>
              <a:off x="3261076" y="2533879"/>
              <a:ext cx="71029" cy="80183"/>
            </a:xfrm>
            <a:custGeom>
              <a:avLst/>
              <a:gdLst>
                <a:gd name="connsiteX0" fmla="*/ 66979 w 71029"/>
                <a:gd name="connsiteY0" fmla="*/ 66064 h 80183"/>
                <a:gd name="connsiteX1" fmla="*/ 24733 w 71029"/>
                <a:gd name="connsiteY1" fmla="*/ 51732 h 80183"/>
                <a:gd name="connsiteX2" fmla="*/ 16233 w 71029"/>
                <a:gd name="connsiteY2" fmla="*/ 37566 h 80183"/>
                <a:gd name="connsiteX3" fmla="*/ 17983 w 71029"/>
                <a:gd name="connsiteY3" fmla="*/ 5319 h 80183"/>
                <a:gd name="connsiteX4" fmla="*/ 11317 w 71029"/>
                <a:gd name="connsiteY4" fmla="*/ 1403 h 80183"/>
                <a:gd name="connsiteX5" fmla="*/ 151 w 71029"/>
                <a:gd name="connsiteY5" fmla="*/ 30233 h 80183"/>
                <a:gd name="connsiteX6" fmla="*/ 5734 w 71029"/>
                <a:gd name="connsiteY6" fmla="*/ 45482 h 80183"/>
                <a:gd name="connsiteX7" fmla="*/ 14567 w 71029"/>
                <a:gd name="connsiteY7" fmla="*/ 62647 h 80183"/>
                <a:gd name="connsiteX8" fmla="*/ 69229 w 71029"/>
                <a:gd name="connsiteY8" fmla="*/ 74396 h 80183"/>
                <a:gd name="connsiteX9" fmla="*/ 66979 w 71029"/>
                <a:gd name="connsiteY9" fmla="*/ 66064 h 80183"/>
                <a:gd name="connsiteX10" fmla="*/ 66979 w 71029"/>
                <a:gd name="connsiteY10" fmla="*/ 66064 h 80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1029" h="80183">
                  <a:moveTo>
                    <a:pt x="66979" y="66064"/>
                  </a:moveTo>
                  <a:cubicBezTo>
                    <a:pt x="51814" y="62064"/>
                    <a:pt x="34148" y="69230"/>
                    <a:pt x="24733" y="51732"/>
                  </a:cubicBezTo>
                  <a:cubicBezTo>
                    <a:pt x="22066" y="46732"/>
                    <a:pt x="19233" y="42399"/>
                    <a:pt x="16233" y="37566"/>
                  </a:cubicBezTo>
                  <a:cubicBezTo>
                    <a:pt x="9317" y="26317"/>
                    <a:pt x="11817" y="16235"/>
                    <a:pt x="17983" y="5319"/>
                  </a:cubicBezTo>
                  <a:cubicBezTo>
                    <a:pt x="20150" y="1403"/>
                    <a:pt x="13900" y="-2014"/>
                    <a:pt x="11317" y="1403"/>
                  </a:cubicBezTo>
                  <a:cubicBezTo>
                    <a:pt x="4734" y="10069"/>
                    <a:pt x="-1015" y="18901"/>
                    <a:pt x="151" y="30233"/>
                  </a:cubicBezTo>
                  <a:cubicBezTo>
                    <a:pt x="735" y="35983"/>
                    <a:pt x="2734" y="40649"/>
                    <a:pt x="5734" y="45482"/>
                  </a:cubicBezTo>
                  <a:cubicBezTo>
                    <a:pt x="9151" y="51065"/>
                    <a:pt x="11234" y="57148"/>
                    <a:pt x="14567" y="62647"/>
                  </a:cubicBezTo>
                  <a:cubicBezTo>
                    <a:pt x="24233" y="78563"/>
                    <a:pt x="54313" y="86312"/>
                    <a:pt x="69229" y="74396"/>
                  </a:cubicBezTo>
                  <a:cubicBezTo>
                    <a:pt x="72645" y="71646"/>
                    <a:pt x="70812" y="67064"/>
                    <a:pt x="66979" y="66064"/>
                  </a:cubicBezTo>
                  <a:lnTo>
                    <a:pt x="66979" y="66064"/>
                  </a:lnTo>
                  <a:close/>
                </a:path>
              </a:pathLst>
            </a:custGeom>
            <a:grpFill/>
            <a:ln w="8332" cap="flat">
              <a:noFill/>
              <a:prstDash val="solid"/>
              <a:miter/>
            </a:ln>
          </p:spPr>
          <p:txBody>
            <a:bodyPr rtlCol="0" anchor="ctr"/>
            <a:lstStyle/>
            <a:p>
              <a:endParaRPr lang="en-US"/>
            </a:p>
          </p:txBody>
        </p:sp>
        <p:sp>
          <p:nvSpPr>
            <p:cNvPr id="1799" name="Freeform: Shape 1798"/>
            <p:cNvSpPr/>
            <p:nvPr/>
          </p:nvSpPr>
          <p:spPr>
            <a:xfrm>
              <a:off x="3239455" y="2433852"/>
              <a:ext cx="81760" cy="95315"/>
            </a:xfrm>
            <a:custGeom>
              <a:avLst/>
              <a:gdLst>
                <a:gd name="connsiteX0" fmla="*/ 75434 w 81760"/>
                <a:gd name="connsiteY0" fmla="*/ 80515 h 95315"/>
                <a:gd name="connsiteX1" fmla="*/ 54519 w 81760"/>
                <a:gd name="connsiteY1" fmla="*/ 68349 h 95315"/>
                <a:gd name="connsiteX2" fmla="*/ 66768 w 81760"/>
                <a:gd name="connsiteY2" fmla="*/ 47934 h 95315"/>
                <a:gd name="connsiteX3" fmla="*/ 58352 w 81760"/>
                <a:gd name="connsiteY3" fmla="*/ 41352 h 95315"/>
                <a:gd name="connsiteX4" fmla="*/ 41354 w 81760"/>
                <a:gd name="connsiteY4" fmla="*/ 68433 h 95315"/>
                <a:gd name="connsiteX5" fmla="*/ 14273 w 81760"/>
                <a:gd name="connsiteY5" fmla="*/ 47851 h 95315"/>
                <a:gd name="connsiteX6" fmla="*/ 30771 w 81760"/>
                <a:gd name="connsiteY6" fmla="*/ 6355 h 95315"/>
                <a:gd name="connsiteX7" fmla="*/ 26438 w 81760"/>
                <a:gd name="connsiteY7" fmla="*/ 605 h 95315"/>
                <a:gd name="connsiteX8" fmla="*/ 1857 w 81760"/>
                <a:gd name="connsiteY8" fmla="*/ 53517 h 95315"/>
                <a:gd name="connsiteX9" fmla="*/ 43020 w 81760"/>
                <a:gd name="connsiteY9" fmla="*/ 79515 h 95315"/>
                <a:gd name="connsiteX10" fmla="*/ 57435 w 81760"/>
                <a:gd name="connsiteY10" fmla="*/ 93847 h 95315"/>
                <a:gd name="connsiteX11" fmla="*/ 79350 w 81760"/>
                <a:gd name="connsiteY11" fmla="*/ 90264 h 95315"/>
                <a:gd name="connsiteX12" fmla="*/ 75434 w 81760"/>
                <a:gd name="connsiteY12" fmla="*/ 80515 h 95315"/>
                <a:gd name="connsiteX13" fmla="*/ 75434 w 81760"/>
                <a:gd name="connsiteY13" fmla="*/ 80515 h 95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1760" h="95315">
                  <a:moveTo>
                    <a:pt x="75434" y="80515"/>
                  </a:moveTo>
                  <a:cubicBezTo>
                    <a:pt x="67268" y="81348"/>
                    <a:pt x="54186" y="79682"/>
                    <a:pt x="54519" y="68349"/>
                  </a:cubicBezTo>
                  <a:cubicBezTo>
                    <a:pt x="54769" y="60517"/>
                    <a:pt x="62352" y="53684"/>
                    <a:pt x="66768" y="47934"/>
                  </a:cubicBezTo>
                  <a:cubicBezTo>
                    <a:pt x="71018" y="42518"/>
                    <a:pt x="62602" y="35936"/>
                    <a:pt x="58352" y="41352"/>
                  </a:cubicBezTo>
                  <a:cubicBezTo>
                    <a:pt x="51936" y="49601"/>
                    <a:pt x="42687" y="58100"/>
                    <a:pt x="41354" y="68433"/>
                  </a:cubicBezTo>
                  <a:cubicBezTo>
                    <a:pt x="29688" y="65350"/>
                    <a:pt x="18106" y="60683"/>
                    <a:pt x="14273" y="47851"/>
                  </a:cubicBezTo>
                  <a:cubicBezTo>
                    <a:pt x="9106" y="30519"/>
                    <a:pt x="17022" y="16604"/>
                    <a:pt x="30771" y="6355"/>
                  </a:cubicBezTo>
                  <a:cubicBezTo>
                    <a:pt x="34521" y="3605"/>
                    <a:pt x="30271" y="-1811"/>
                    <a:pt x="26438" y="605"/>
                  </a:cubicBezTo>
                  <a:cubicBezTo>
                    <a:pt x="8273" y="12188"/>
                    <a:pt x="-5059" y="31103"/>
                    <a:pt x="1857" y="53517"/>
                  </a:cubicBezTo>
                  <a:cubicBezTo>
                    <a:pt x="7023" y="70099"/>
                    <a:pt x="25438" y="84181"/>
                    <a:pt x="43020" y="79515"/>
                  </a:cubicBezTo>
                  <a:cubicBezTo>
                    <a:pt x="45770" y="85681"/>
                    <a:pt x="51353" y="91180"/>
                    <a:pt x="57435" y="93847"/>
                  </a:cubicBezTo>
                  <a:cubicBezTo>
                    <a:pt x="65351" y="97180"/>
                    <a:pt x="72601" y="94347"/>
                    <a:pt x="79350" y="90264"/>
                  </a:cubicBezTo>
                  <a:cubicBezTo>
                    <a:pt x="84516" y="87264"/>
                    <a:pt x="80517" y="80015"/>
                    <a:pt x="75434" y="80515"/>
                  </a:cubicBezTo>
                  <a:lnTo>
                    <a:pt x="75434" y="80515"/>
                  </a:lnTo>
                  <a:close/>
                </a:path>
              </a:pathLst>
            </a:custGeom>
            <a:grpFill/>
            <a:ln w="8332" cap="flat">
              <a:noFill/>
              <a:prstDash val="solid"/>
              <a:miter/>
            </a:ln>
          </p:spPr>
          <p:txBody>
            <a:bodyPr rtlCol="0" anchor="ctr"/>
            <a:lstStyle/>
            <a:p>
              <a:endParaRPr lang="en-US"/>
            </a:p>
          </p:txBody>
        </p:sp>
        <p:sp>
          <p:nvSpPr>
            <p:cNvPr id="1800" name="Freeform: Shape 1799"/>
            <p:cNvSpPr/>
            <p:nvPr/>
          </p:nvSpPr>
          <p:spPr>
            <a:xfrm>
              <a:off x="3257584" y="2368386"/>
              <a:ext cx="32705" cy="47806"/>
            </a:xfrm>
            <a:custGeom>
              <a:avLst/>
              <a:gdLst>
                <a:gd name="connsiteX0" fmla="*/ 27725 w 32705"/>
                <a:gd name="connsiteY0" fmla="*/ 35492 h 47806"/>
                <a:gd name="connsiteX1" fmla="*/ 13476 w 32705"/>
                <a:gd name="connsiteY1" fmla="*/ 24826 h 47806"/>
                <a:gd name="connsiteX2" fmla="*/ 21142 w 32705"/>
                <a:gd name="connsiteY2" fmla="*/ 8161 h 47806"/>
                <a:gd name="connsiteX3" fmla="*/ 11143 w 32705"/>
                <a:gd name="connsiteY3" fmla="*/ 2328 h 47806"/>
                <a:gd name="connsiteX4" fmla="*/ 144 w 32705"/>
                <a:gd name="connsiteY4" fmla="*/ 30492 h 47806"/>
                <a:gd name="connsiteX5" fmla="*/ 27808 w 32705"/>
                <a:gd name="connsiteY5" fmla="*/ 47241 h 47806"/>
                <a:gd name="connsiteX6" fmla="*/ 27725 w 32705"/>
                <a:gd name="connsiteY6" fmla="*/ 35492 h 47806"/>
                <a:gd name="connsiteX7" fmla="*/ 27725 w 32705"/>
                <a:gd name="connsiteY7" fmla="*/ 35492 h 47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705" h="47806">
                  <a:moveTo>
                    <a:pt x="27725" y="35492"/>
                  </a:moveTo>
                  <a:cubicBezTo>
                    <a:pt x="21059" y="34908"/>
                    <a:pt x="12309" y="33492"/>
                    <a:pt x="13476" y="24826"/>
                  </a:cubicBezTo>
                  <a:cubicBezTo>
                    <a:pt x="14309" y="18826"/>
                    <a:pt x="18309" y="13327"/>
                    <a:pt x="21142" y="8161"/>
                  </a:cubicBezTo>
                  <a:cubicBezTo>
                    <a:pt x="24225" y="2411"/>
                    <a:pt x="14559" y="-3338"/>
                    <a:pt x="11143" y="2328"/>
                  </a:cubicBezTo>
                  <a:cubicBezTo>
                    <a:pt x="6060" y="10744"/>
                    <a:pt x="-1106" y="20076"/>
                    <a:pt x="144" y="30492"/>
                  </a:cubicBezTo>
                  <a:cubicBezTo>
                    <a:pt x="1727" y="44824"/>
                    <a:pt x="15226" y="49574"/>
                    <a:pt x="27808" y="47241"/>
                  </a:cubicBezTo>
                  <a:cubicBezTo>
                    <a:pt x="34057" y="45990"/>
                    <a:pt x="34641" y="36075"/>
                    <a:pt x="27725" y="35492"/>
                  </a:cubicBezTo>
                  <a:lnTo>
                    <a:pt x="27725" y="35492"/>
                  </a:lnTo>
                  <a:close/>
                </a:path>
              </a:pathLst>
            </a:custGeom>
            <a:grpFill/>
            <a:ln w="8332" cap="flat">
              <a:noFill/>
              <a:prstDash val="solid"/>
              <a:miter/>
            </a:ln>
          </p:spPr>
          <p:txBody>
            <a:bodyPr rtlCol="0" anchor="ctr"/>
            <a:lstStyle/>
            <a:p>
              <a:endParaRPr lang="en-US"/>
            </a:p>
          </p:txBody>
        </p:sp>
        <p:sp>
          <p:nvSpPr>
            <p:cNvPr id="1801" name="Freeform: Shape 1800"/>
            <p:cNvSpPr/>
            <p:nvPr/>
          </p:nvSpPr>
          <p:spPr>
            <a:xfrm>
              <a:off x="3292461" y="2283188"/>
              <a:ext cx="110112" cy="58638"/>
            </a:xfrm>
            <a:custGeom>
              <a:avLst/>
              <a:gdLst>
                <a:gd name="connsiteX0" fmla="*/ 109753 w 110112"/>
                <a:gd name="connsiteY0" fmla="*/ 36696 h 58638"/>
                <a:gd name="connsiteX1" fmla="*/ 77339 w 110112"/>
                <a:gd name="connsiteY1" fmla="*/ 2200 h 58638"/>
                <a:gd name="connsiteX2" fmla="*/ 35177 w 110112"/>
                <a:gd name="connsiteY2" fmla="*/ 10699 h 58638"/>
                <a:gd name="connsiteX3" fmla="*/ 32927 w 110112"/>
                <a:gd name="connsiteY3" fmla="*/ 12199 h 58638"/>
                <a:gd name="connsiteX4" fmla="*/ 27511 w 110112"/>
                <a:gd name="connsiteY4" fmla="*/ 11199 h 58638"/>
                <a:gd name="connsiteX5" fmla="*/ 9512 w 110112"/>
                <a:gd name="connsiteY5" fmla="*/ 20031 h 58638"/>
                <a:gd name="connsiteX6" fmla="*/ 3596 w 110112"/>
                <a:gd name="connsiteY6" fmla="*/ 55945 h 58638"/>
                <a:gd name="connsiteX7" fmla="*/ 12095 w 110112"/>
                <a:gd name="connsiteY7" fmla="*/ 52445 h 58638"/>
                <a:gd name="connsiteX8" fmla="*/ 33843 w 110112"/>
                <a:gd name="connsiteY8" fmla="*/ 23781 h 58638"/>
                <a:gd name="connsiteX9" fmla="*/ 39343 w 110112"/>
                <a:gd name="connsiteY9" fmla="*/ 23114 h 58638"/>
                <a:gd name="connsiteX10" fmla="*/ 50175 w 110112"/>
                <a:gd name="connsiteY10" fmla="*/ 16865 h 58638"/>
                <a:gd name="connsiteX11" fmla="*/ 83756 w 110112"/>
                <a:gd name="connsiteY11" fmla="*/ 24448 h 58638"/>
                <a:gd name="connsiteX12" fmla="*/ 105420 w 110112"/>
                <a:gd name="connsiteY12" fmla="*/ 42446 h 58638"/>
                <a:gd name="connsiteX13" fmla="*/ 109753 w 110112"/>
                <a:gd name="connsiteY13" fmla="*/ 36696 h 58638"/>
                <a:gd name="connsiteX14" fmla="*/ 109753 w 110112"/>
                <a:gd name="connsiteY14" fmla="*/ 36696 h 58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0112" h="58638">
                  <a:moveTo>
                    <a:pt x="109753" y="36696"/>
                  </a:moveTo>
                  <a:cubicBezTo>
                    <a:pt x="104420" y="24531"/>
                    <a:pt x="89505" y="7699"/>
                    <a:pt x="77339" y="2200"/>
                  </a:cubicBezTo>
                  <a:cubicBezTo>
                    <a:pt x="63924" y="-3883"/>
                    <a:pt x="46759" y="3866"/>
                    <a:pt x="35177" y="10699"/>
                  </a:cubicBezTo>
                  <a:cubicBezTo>
                    <a:pt x="33843" y="11449"/>
                    <a:pt x="33010" y="11949"/>
                    <a:pt x="32927" y="12199"/>
                  </a:cubicBezTo>
                  <a:cubicBezTo>
                    <a:pt x="31177" y="11949"/>
                    <a:pt x="29261" y="11199"/>
                    <a:pt x="27511" y="11199"/>
                  </a:cubicBezTo>
                  <a:cubicBezTo>
                    <a:pt x="20595" y="11282"/>
                    <a:pt x="14262" y="15282"/>
                    <a:pt x="9512" y="20031"/>
                  </a:cubicBezTo>
                  <a:cubicBezTo>
                    <a:pt x="-1070" y="30614"/>
                    <a:pt x="-2487" y="42863"/>
                    <a:pt x="3596" y="55945"/>
                  </a:cubicBezTo>
                  <a:cubicBezTo>
                    <a:pt x="6096" y="61278"/>
                    <a:pt x="14262" y="57945"/>
                    <a:pt x="12095" y="52445"/>
                  </a:cubicBezTo>
                  <a:cubicBezTo>
                    <a:pt x="6762" y="38863"/>
                    <a:pt x="16762" y="17948"/>
                    <a:pt x="33843" y="23781"/>
                  </a:cubicBezTo>
                  <a:cubicBezTo>
                    <a:pt x="35510" y="24364"/>
                    <a:pt x="37926" y="24448"/>
                    <a:pt x="39343" y="23114"/>
                  </a:cubicBezTo>
                  <a:cubicBezTo>
                    <a:pt x="42593" y="19948"/>
                    <a:pt x="45926" y="18531"/>
                    <a:pt x="50175" y="16865"/>
                  </a:cubicBezTo>
                  <a:cubicBezTo>
                    <a:pt x="63757" y="11782"/>
                    <a:pt x="73507" y="13365"/>
                    <a:pt x="83756" y="24448"/>
                  </a:cubicBezTo>
                  <a:cubicBezTo>
                    <a:pt x="90088" y="31280"/>
                    <a:pt x="95921" y="40363"/>
                    <a:pt x="105420" y="42446"/>
                  </a:cubicBezTo>
                  <a:cubicBezTo>
                    <a:pt x="108503" y="43279"/>
                    <a:pt x="111087" y="39446"/>
                    <a:pt x="109753" y="36696"/>
                  </a:cubicBezTo>
                  <a:lnTo>
                    <a:pt x="109753" y="36696"/>
                  </a:lnTo>
                  <a:close/>
                </a:path>
              </a:pathLst>
            </a:custGeom>
            <a:grpFill/>
            <a:ln w="8332" cap="flat">
              <a:noFill/>
              <a:prstDash val="solid"/>
              <a:miter/>
            </a:ln>
          </p:spPr>
          <p:txBody>
            <a:bodyPr rtlCol="0" anchor="ctr"/>
            <a:lstStyle/>
            <a:p>
              <a:endParaRPr lang="en-US"/>
            </a:p>
          </p:txBody>
        </p:sp>
        <p:sp>
          <p:nvSpPr>
            <p:cNvPr id="1802" name="Freeform: Shape 1801"/>
            <p:cNvSpPr/>
            <p:nvPr/>
          </p:nvSpPr>
          <p:spPr>
            <a:xfrm>
              <a:off x="3416830" y="2380614"/>
              <a:ext cx="40113" cy="116369"/>
            </a:xfrm>
            <a:custGeom>
              <a:avLst/>
              <a:gdLst>
                <a:gd name="connsiteX0" fmla="*/ 32964 w 40113"/>
                <a:gd name="connsiteY0" fmla="*/ 54094 h 116369"/>
                <a:gd name="connsiteX1" fmla="*/ 34380 w 40113"/>
                <a:gd name="connsiteY1" fmla="*/ 12264 h 116369"/>
                <a:gd name="connsiteX2" fmla="*/ 3800 w 40113"/>
                <a:gd name="connsiteY2" fmla="*/ 432 h 116369"/>
                <a:gd name="connsiteX3" fmla="*/ 3800 w 40113"/>
                <a:gd name="connsiteY3" fmla="*/ 7681 h 116369"/>
                <a:gd name="connsiteX4" fmla="*/ 20049 w 40113"/>
                <a:gd name="connsiteY4" fmla="*/ 55427 h 116369"/>
                <a:gd name="connsiteX5" fmla="*/ 21298 w 40113"/>
                <a:gd name="connsiteY5" fmla="*/ 88841 h 116369"/>
                <a:gd name="connsiteX6" fmla="*/ 1467 w 40113"/>
                <a:gd name="connsiteY6" fmla="*/ 107089 h 116369"/>
                <a:gd name="connsiteX7" fmla="*/ 8299 w 40113"/>
                <a:gd name="connsiteY7" fmla="*/ 116088 h 116369"/>
                <a:gd name="connsiteX8" fmla="*/ 37797 w 40113"/>
                <a:gd name="connsiteY8" fmla="*/ 87674 h 116369"/>
                <a:gd name="connsiteX9" fmla="*/ 32964 w 40113"/>
                <a:gd name="connsiteY9" fmla="*/ 54094 h 116369"/>
                <a:gd name="connsiteX10" fmla="*/ 32964 w 40113"/>
                <a:gd name="connsiteY10" fmla="*/ 54094 h 11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113" h="116369">
                  <a:moveTo>
                    <a:pt x="32964" y="54094"/>
                  </a:moveTo>
                  <a:cubicBezTo>
                    <a:pt x="27298" y="41512"/>
                    <a:pt x="40880" y="27013"/>
                    <a:pt x="34380" y="12264"/>
                  </a:cubicBezTo>
                  <a:cubicBezTo>
                    <a:pt x="28631" y="-651"/>
                    <a:pt x="15966" y="-651"/>
                    <a:pt x="3800" y="432"/>
                  </a:cubicBezTo>
                  <a:cubicBezTo>
                    <a:pt x="-283" y="849"/>
                    <a:pt x="-366" y="7598"/>
                    <a:pt x="3800" y="7681"/>
                  </a:cubicBezTo>
                  <a:cubicBezTo>
                    <a:pt x="37463" y="8515"/>
                    <a:pt x="12549" y="38678"/>
                    <a:pt x="20049" y="55427"/>
                  </a:cubicBezTo>
                  <a:cubicBezTo>
                    <a:pt x="25631" y="68009"/>
                    <a:pt x="31131" y="75592"/>
                    <a:pt x="21298" y="88841"/>
                  </a:cubicBezTo>
                  <a:cubicBezTo>
                    <a:pt x="15882" y="96090"/>
                    <a:pt x="7633" y="100590"/>
                    <a:pt x="1467" y="107089"/>
                  </a:cubicBezTo>
                  <a:cubicBezTo>
                    <a:pt x="-2866" y="111672"/>
                    <a:pt x="3300" y="117755"/>
                    <a:pt x="8299" y="116088"/>
                  </a:cubicBezTo>
                  <a:cubicBezTo>
                    <a:pt x="21882" y="111505"/>
                    <a:pt x="32547" y="101006"/>
                    <a:pt x="37797" y="87674"/>
                  </a:cubicBezTo>
                  <a:cubicBezTo>
                    <a:pt x="43129" y="74092"/>
                    <a:pt x="38297" y="66093"/>
                    <a:pt x="32964" y="54094"/>
                  </a:cubicBezTo>
                  <a:lnTo>
                    <a:pt x="32964" y="54094"/>
                  </a:lnTo>
                  <a:close/>
                </a:path>
              </a:pathLst>
            </a:custGeom>
            <a:grpFill/>
            <a:ln w="8332" cap="flat">
              <a:noFill/>
              <a:prstDash val="solid"/>
              <a:miter/>
            </a:ln>
          </p:spPr>
          <p:txBody>
            <a:bodyPr rtlCol="0" anchor="ctr"/>
            <a:lstStyle/>
            <a:p>
              <a:endParaRPr lang="en-US"/>
            </a:p>
          </p:txBody>
        </p:sp>
        <p:sp>
          <p:nvSpPr>
            <p:cNvPr id="1803" name="Freeform: Shape 1802"/>
            <p:cNvSpPr/>
            <p:nvPr/>
          </p:nvSpPr>
          <p:spPr>
            <a:xfrm>
              <a:off x="3382336" y="2492501"/>
              <a:ext cx="21224" cy="55822"/>
            </a:xfrm>
            <a:custGeom>
              <a:avLst/>
              <a:gdLst>
                <a:gd name="connsiteX0" fmla="*/ 16129 w 21224"/>
                <a:gd name="connsiteY0" fmla="*/ 2701 h 55822"/>
                <a:gd name="connsiteX1" fmla="*/ 8130 w 21224"/>
                <a:gd name="connsiteY1" fmla="*/ 6034 h 55822"/>
                <a:gd name="connsiteX2" fmla="*/ 10546 w 21224"/>
                <a:gd name="connsiteY2" fmla="*/ 29532 h 55822"/>
                <a:gd name="connsiteX3" fmla="*/ 297 w 21224"/>
                <a:gd name="connsiteY3" fmla="*/ 50447 h 55822"/>
                <a:gd name="connsiteX4" fmla="*/ 5297 w 21224"/>
                <a:gd name="connsiteY4" fmla="*/ 55447 h 55822"/>
                <a:gd name="connsiteX5" fmla="*/ 16129 w 21224"/>
                <a:gd name="connsiteY5" fmla="*/ 2701 h 55822"/>
                <a:gd name="connsiteX6" fmla="*/ 16129 w 21224"/>
                <a:gd name="connsiteY6" fmla="*/ 2701 h 55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224" h="55822">
                  <a:moveTo>
                    <a:pt x="16129" y="2701"/>
                  </a:moveTo>
                  <a:cubicBezTo>
                    <a:pt x="14379" y="-2632"/>
                    <a:pt x="6463" y="702"/>
                    <a:pt x="8130" y="6034"/>
                  </a:cubicBezTo>
                  <a:cubicBezTo>
                    <a:pt x="10546" y="13701"/>
                    <a:pt x="12796" y="21616"/>
                    <a:pt x="10546" y="29532"/>
                  </a:cubicBezTo>
                  <a:cubicBezTo>
                    <a:pt x="8546" y="36782"/>
                    <a:pt x="3547" y="43614"/>
                    <a:pt x="297" y="50447"/>
                  </a:cubicBezTo>
                  <a:cubicBezTo>
                    <a:pt x="-1036" y="53280"/>
                    <a:pt x="2380" y="57030"/>
                    <a:pt x="5297" y="55447"/>
                  </a:cubicBezTo>
                  <a:cubicBezTo>
                    <a:pt x="26461" y="44281"/>
                    <a:pt x="22545" y="21533"/>
                    <a:pt x="16129" y="2701"/>
                  </a:cubicBezTo>
                  <a:lnTo>
                    <a:pt x="16129" y="2701"/>
                  </a:lnTo>
                  <a:close/>
                </a:path>
              </a:pathLst>
            </a:custGeom>
            <a:grpFill/>
            <a:ln w="8332" cap="flat">
              <a:noFill/>
              <a:prstDash val="solid"/>
              <a:miter/>
            </a:ln>
          </p:spPr>
          <p:txBody>
            <a:bodyPr rtlCol="0" anchor="ctr"/>
            <a:lstStyle/>
            <a:p>
              <a:endParaRPr lang="en-US"/>
            </a:p>
          </p:txBody>
        </p:sp>
        <p:sp>
          <p:nvSpPr>
            <p:cNvPr id="1804" name="Freeform: Shape 1803"/>
            <p:cNvSpPr/>
            <p:nvPr/>
          </p:nvSpPr>
          <p:spPr>
            <a:xfrm>
              <a:off x="2303071" y="2246359"/>
              <a:ext cx="423763" cy="526990"/>
            </a:xfrm>
            <a:custGeom>
              <a:avLst/>
              <a:gdLst>
                <a:gd name="connsiteX0" fmla="*/ 423121 w 423763"/>
                <a:gd name="connsiteY0" fmla="*/ 248343 h 526990"/>
                <a:gd name="connsiteX1" fmla="*/ 410539 w 423763"/>
                <a:gd name="connsiteY1" fmla="*/ 222429 h 526990"/>
                <a:gd name="connsiteX2" fmla="*/ 403206 w 423763"/>
                <a:gd name="connsiteY2" fmla="*/ 202931 h 526990"/>
                <a:gd name="connsiteX3" fmla="*/ 411205 w 423763"/>
                <a:gd name="connsiteY3" fmla="*/ 180266 h 526990"/>
                <a:gd name="connsiteX4" fmla="*/ 406289 w 423763"/>
                <a:gd name="connsiteY4" fmla="*/ 125271 h 526990"/>
                <a:gd name="connsiteX5" fmla="*/ 376875 w 423763"/>
                <a:gd name="connsiteY5" fmla="*/ 107189 h 526990"/>
                <a:gd name="connsiteX6" fmla="*/ 383124 w 423763"/>
                <a:gd name="connsiteY6" fmla="*/ 71942 h 526990"/>
                <a:gd name="connsiteX7" fmla="*/ 358210 w 423763"/>
                <a:gd name="connsiteY7" fmla="*/ 25780 h 526990"/>
                <a:gd name="connsiteX8" fmla="*/ 329129 w 423763"/>
                <a:gd name="connsiteY8" fmla="*/ 21697 h 526990"/>
                <a:gd name="connsiteX9" fmla="*/ 308881 w 423763"/>
                <a:gd name="connsiteY9" fmla="*/ 31279 h 526990"/>
                <a:gd name="connsiteX10" fmla="*/ 308548 w 423763"/>
                <a:gd name="connsiteY10" fmla="*/ 30946 h 526990"/>
                <a:gd name="connsiteX11" fmla="*/ 253636 w 423763"/>
                <a:gd name="connsiteY11" fmla="*/ 1449 h 526990"/>
                <a:gd name="connsiteX12" fmla="*/ 192642 w 423763"/>
                <a:gd name="connsiteY12" fmla="*/ 10031 h 526990"/>
                <a:gd name="connsiteX13" fmla="*/ 135147 w 423763"/>
                <a:gd name="connsiteY13" fmla="*/ 40779 h 526990"/>
                <a:gd name="connsiteX14" fmla="*/ 74652 w 423763"/>
                <a:gd name="connsiteY14" fmla="*/ 58610 h 526990"/>
                <a:gd name="connsiteX15" fmla="*/ 38989 w 423763"/>
                <a:gd name="connsiteY15" fmla="*/ 107773 h 526990"/>
                <a:gd name="connsiteX16" fmla="*/ 38989 w 423763"/>
                <a:gd name="connsiteY16" fmla="*/ 141853 h 526990"/>
                <a:gd name="connsiteX17" fmla="*/ 14324 w 423763"/>
                <a:gd name="connsiteY17" fmla="*/ 168601 h 526990"/>
                <a:gd name="connsiteX18" fmla="*/ 2659 w 423763"/>
                <a:gd name="connsiteY18" fmla="*/ 224429 h 526990"/>
                <a:gd name="connsiteX19" fmla="*/ 40988 w 423763"/>
                <a:gd name="connsiteY19" fmla="*/ 258759 h 526990"/>
                <a:gd name="connsiteX20" fmla="*/ 41488 w 423763"/>
                <a:gd name="connsiteY20" fmla="*/ 264759 h 526990"/>
                <a:gd name="connsiteX21" fmla="*/ 37406 w 423763"/>
                <a:gd name="connsiteY21" fmla="*/ 302088 h 526990"/>
                <a:gd name="connsiteX22" fmla="*/ 34906 w 423763"/>
                <a:gd name="connsiteY22" fmla="*/ 372499 h 526990"/>
                <a:gd name="connsiteX23" fmla="*/ 40155 w 423763"/>
                <a:gd name="connsiteY23" fmla="*/ 440909 h 526990"/>
                <a:gd name="connsiteX24" fmla="*/ 72319 w 423763"/>
                <a:gd name="connsiteY24" fmla="*/ 478656 h 526990"/>
                <a:gd name="connsiteX25" fmla="*/ 206807 w 423763"/>
                <a:gd name="connsiteY25" fmla="*/ 525902 h 526990"/>
                <a:gd name="connsiteX26" fmla="*/ 264468 w 423763"/>
                <a:gd name="connsiteY26" fmla="*/ 520985 h 526990"/>
                <a:gd name="connsiteX27" fmla="*/ 295382 w 423763"/>
                <a:gd name="connsiteY27" fmla="*/ 477739 h 526990"/>
                <a:gd name="connsiteX28" fmla="*/ 325879 w 423763"/>
                <a:gd name="connsiteY28" fmla="*/ 401329 h 526990"/>
                <a:gd name="connsiteX29" fmla="*/ 353877 w 423763"/>
                <a:gd name="connsiteY29" fmla="*/ 327836 h 526990"/>
                <a:gd name="connsiteX30" fmla="*/ 353877 w 423763"/>
                <a:gd name="connsiteY30" fmla="*/ 327669 h 526990"/>
                <a:gd name="connsiteX31" fmla="*/ 401956 w 423763"/>
                <a:gd name="connsiteY31" fmla="*/ 300755 h 526990"/>
                <a:gd name="connsiteX32" fmla="*/ 423121 w 423763"/>
                <a:gd name="connsiteY32" fmla="*/ 248343 h 526990"/>
                <a:gd name="connsiteX33" fmla="*/ 423121 w 423763"/>
                <a:gd name="connsiteY33" fmla="*/ 248343 h 526990"/>
                <a:gd name="connsiteX34" fmla="*/ 73069 w 423763"/>
                <a:gd name="connsiteY34" fmla="*/ 462074 h 526990"/>
                <a:gd name="connsiteX35" fmla="*/ 51654 w 423763"/>
                <a:gd name="connsiteY35" fmla="*/ 431493 h 526990"/>
                <a:gd name="connsiteX36" fmla="*/ 48238 w 423763"/>
                <a:gd name="connsiteY36" fmla="*/ 387914 h 526990"/>
                <a:gd name="connsiteX37" fmla="*/ 47238 w 423763"/>
                <a:gd name="connsiteY37" fmla="*/ 312421 h 526990"/>
                <a:gd name="connsiteX38" fmla="*/ 49988 w 423763"/>
                <a:gd name="connsiteY38" fmla="*/ 276008 h 526990"/>
                <a:gd name="connsiteX39" fmla="*/ 49571 w 423763"/>
                <a:gd name="connsiteY39" fmla="*/ 261592 h 526990"/>
                <a:gd name="connsiteX40" fmla="*/ 84485 w 423763"/>
                <a:gd name="connsiteY40" fmla="*/ 268508 h 526990"/>
                <a:gd name="connsiteX41" fmla="*/ 88984 w 423763"/>
                <a:gd name="connsiteY41" fmla="*/ 269841 h 526990"/>
                <a:gd name="connsiteX42" fmla="*/ 84568 w 423763"/>
                <a:gd name="connsiteY42" fmla="*/ 308588 h 526990"/>
                <a:gd name="connsiteX43" fmla="*/ 79902 w 423763"/>
                <a:gd name="connsiteY43" fmla="*/ 358667 h 526990"/>
                <a:gd name="connsiteX44" fmla="*/ 76235 w 423763"/>
                <a:gd name="connsiteY44" fmla="*/ 411412 h 526990"/>
                <a:gd name="connsiteX45" fmla="*/ 75485 w 423763"/>
                <a:gd name="connsiteY45" fmla="*/ 464074 h 526990"/>
                <a:gd name="connsiteX46" fmla="*/ 73069 w 423763"/>
                <a:gd name="connsiteY46" fmla="*/ 462074 h 526990"/>
                <a:gd name="connsiteX47" fmla="*/ 73069 w 423763"/>
                <a:gd name="connsiteY47" fmla="*/ 462074 h 526990"/>
                <a:gd name="connsiteX48" fmla="*/ 82818 w 423763"/>
                <a:gd name="connsiteY48" fmla="*/ 469157 h 526990"/>
                <a:gd name="connsiteX49" fmla="*/ 81568 w 423763"/>
                <a:gd name="connsiteY49" fmla="*/ 464074 h 526990"/>
                <a:gd name="connsiteX50" fmla="*/ 84318 w 423763"/>
                <a:gd name="connsiteY50" fmla="*/ 448742 h 526990"/>
                <a:gd name="connsiteX51" fmla="*/ 84235 w 423763"/>
                <a:gd name="connsiteY51" fmla="*/ 422328 h 526990"/>
                <a:gd name="connsiteX52" fmla="*/ 87734 w 423763"/>
                <a:gd name="connsiteY52" fmla="*/ 367833 h 526990"/>
                <a:gd name="connsiteX53" fmla="*/ 91984 w 423763"/>
                <a:gd name="connsiteY53" fmla="*/ 313837 h 526990"/>
                <a:gd name="connsiteX54" fmla="*/ 95234 w 423763"/>
                <a:gd name="connsiteY54" fmla="*/ 272924 h 526990"/>
                <a:gd name="connsiteX55" fmla="*/ 101483 w 423763"/>
                <a:gd name="connsiteY55" fmla="*/ 281507 h 526990"/>
                <a:gd name="connsiteX56" fmla="*/ 108149 w 423763"/>
                <a:gd name="connsiteY56" fmla="*/ 295006 h 526990"/>
                <a:gd name="connsiteX57" fmla="*/ 133230 w 423763"/>
                <a:gd name="connsiteY57" fmla="*/ 315421 h 526990"/>
                <a:gd name="connsiteX58" fmla="*/ 116315 w 423763"/>
                <a:gd name="connsiteY58" fmla="*/ 487322 h 526990"/>
                <a:gd name="connsiteX59" fmla="*/ 82818 w 423763"/>
                <a:gd name="connsiteY59" fmla="*/ 469157 h 526990"/>
                <a:gd name="connsiteX60" fmla="*/ 82818 w 423763"/>
                <a:gd name="connsiteY60" fmla="*/ 469157 h 526990"/>
                <a:gd name="connsiteX61" fmla="*/ 194141 w 423763"/>
                <a:gd name="connsiteY61" fmla="*/ 320670 h 526990"/>
                <a:gd name="connsiteX62" fmla="*/ 180393 w 423763"/>
                <a:gd name="connsiteY62" fmla="*/ 365749 h 526990"/>
                <a:gd name="connsiteX63" fmla="*/ 168394 w 423763"/>
                <a:gd name="connsiteY63" fmla="*/ 420661 h 526990"/>
                <a:gd name="connsiteX64" fmla="*/ 158728 w 423763"/>
                <a:gd name="connsiteY64" fmla="*/ 464657 h 526990"/>
                <a:gd name="connsiteX65" fmla="*/ 151479 w 423763"/>
                <a:gd name="connsiteY65" fmla="*/ 500404 h 526990"/>
                <a:gd name="connsiteX66" fmla="*/ 143063 w 423763"/>
                <a:gd name="connsiteY66" fmla="*/ 497738 h 526990"/>
                <a:gd name="connsiteX67" fmla="*/ 124148 w 423763"/>
                <a:gd name="connsiteY67" fmla="*/ 490822 h 526990"/>
                <a:gd name="connsiteX68" fmla="*/ 129981 w 423763"/>
                <a:gd name="connsiteY68" fmla="*/ 399996 h 526990"/>
                <a:gd name="connsiteX69" fmla="*/ 137730 w 423763"/>
                <a:gd name="connsiteY69" fmla="*/ 317504 h 526990"/>
                <a:gd name="connsiteX70" fmla="*/ 159978 w 423763"/>
                <a:gd name="connsiteY70" fmla="*/ 322003 h 526990"/>
                <a:gd name="connsiteX71" fmla="*/ 192892 w 423763"/>
                <a:gd name="connsiteY71" fmla="*/ 321004 h 526990"/>
                <a:gd name="connsiteX72" fmla="*/ 194308 w 423763"/>
                <a:gd name="connsiteY72" fmla="*/ 320754 h 526990"/>
                <a:gd name="connsiteX73" fmla="*/ 194141 w 423763"/>
                <a:gd name="connsiteY73" fmla="*/ 320670 h 526990"/>
                <a:gd name="connsiteX74" fmla="*/ 194141 w 423763"/>
                <a:gd name="connsiteY74" fmla="*/ 320670 h 526990"/>
                <a:gd name="connsiteX75" fmla="*/ 204057 w 423763"/>
                <a:gd name="connsiteY75" fmla="*/ 473240 h 526990"/>
                <a:gd name="connsiteX76" fmla="*/ 195391 w 423763"/>
                <a:gd name="connsiteY76" fmla="*/ 510153 h 526990"/>
                <a:gd name="connsiteX77" fmla="*/ 161644 w 423763"/>
                <a:gd name="connsiteY77" fmla="*/ 503237 h 526990"/>
                <a:gd name="connsiteX78" fmla="*/ 176143 w 423763"/>
                <a:gd name="connsiteY78" fmla="*/ 422328 h 526990"/>
                <a:gd name="connsiteX79" fmla="*/ 185142 w 423763"/>
                <a:gd name="connsiteY79" fmla="*/ 372832 h 526990"/>
                <a:gd name="connsiteX80" fmla="*/ 197474 w 423763"/>
                <a:gd name="connsiteY80" fmla="*/ 321753 h 526990"/>
                <a:gd name="connsiteX81" fmla="*/ 196724 w 423763"/>
                <a:gd name="connsiteY81" fmla="*/ 319920 h 526990"/>
                <a:gd name="connsiteX82" fmla="*/ 213473 w 423763"/>
                <a:gd name="connsiteY82" fmla="*/ 322003 h 526990"/>
                <a:gd name="connsiteX83" fmla="*/ 226138 w 423763"/>
                <a:gd name="connsiteY83" fmla="*/ 333002 h 526990"/>
                <a:gd name="connsiteX84" fmla="*/ 244137 w 423763"/>
                <a:gd name="connsiteY84" fmla="*/ 342918 h 526990"/>
                <a:gd name="connsiteX85" fmla="*/ 216973 w 423763"/>
                <a:gd name="connsiteY85" fmla="*/ 429910 h 526990"/>
                <a:gd name="connsiteX86" fmla="*/ 204057 w 423763"/>
                <a:gd name="connsiteY86" fmla="*/ 473240 h 526990"/>
                <a:gd name="connsiteX87" fmla="*/ 204057 w 423763"/>
                <a:gd name="connsiteY87" fmla="*/ 473240 h 526990"/>
                <a:gd name="connsiteX88" fmla="*/ 204641 w 423763"/>
                <a:gd name="connsiteY88" fmla="*/ 511153 h 526990"/>
                <a:gd name="connsiteX89" fmla="*/ 213140 w 423763"/>
                <a:gd name="connsiteY89" fmla="*/ 477573 h 526990"/>
                <a:gd name="connsiteX90" fmla="*/ 225139 w 423763"/>
                <a:gd name="connsiteY90" fmla="*/ 431994 h 526990"/>
                <a:gd name="connsiteX91" fmla="*/ 248137 w 423763"/>
                <a:gd name="connsiteY91" fmla="*/ 344751 h 526990"/>
                <a:gd name="connsiteX92" fmla="*/ 288966 w 423763"/>
                <a:gd name="connsiteY92" fmla="*/ 350251 h 526990"/>
                <a:gd name="connsiteX93" fmla="*/ 291466 w 423763"/>
                <a:gd name="connsiteY93" fmla="*/ 349918 h 526990"/>
                <a:gd name="connsiteX94" fmla="*/ 255886 w 423763"/>
                <a:gd name="connsiteY94" fmla="*/ 439659 h 526990"/>
                <a:gd name="connsiteX95" fmla="*/ 238887 w 423763"/>
                <a:gd name="connsiteY95" fmla="*/ 483739 h 526990"/>
                <a:gd name="connsiteX96" fmla="*/ 227472 w 423763"/>
                <a:gd name="connsiteY96" fmla="*/ 511736 h 526990"/>
                <a:gd name="connsiteX97" fmla="*/ 222389 w 423763"/>
                <a:gd name="connsiteY97" fmla="*/ 511820 h 526990"/>
                <a:gd name="connsiteX98" fmla="*/ 204641 w 423763"/>
                <a:gd name="connsiteY98" fmla="*/ 511153 h 526990"/>
                <a:gd name="connsiteX99" fmla="*/ 204641 w 423763"/>
                <a:gd name="connsiteY99" fmla="*/ 511153 h 526990"/>
                <a:gd name="connsiteX100" fmla="*/ 310548 w 423763"/>
                <a:gd name="connsiteY100" fmla="*/ 399330 h 526990"/>
                <a:gd name="connsiteX101" fmla="*/ 281800 w 423763"/>
                <a:gd name="connsiteY101" fmla="*/ 470657 h 526990"/>
                <a:gd name="connsiteX102" fmla="*/ 257719 w 423763"/>
                <a:gd name="connsiteY102" fmla="*/ 507403 h 526990"/>
                <a:gd name="connsiteX103" fmla="*/ 240637 w 423763"/>
                <a:gd name="connsiteY103" fmla="*/ 511236 h 526990"/>
                <a:gd name="connsiteX104" fmla="*/ 294132 w 423763"/>
                <a:gd name="connsiteY104" fmla="*/ 349418 h 526990"/>
                <a:gd name="connsiteX105" fmla="*/ 337045 w 423763"/>
                <a:gd name="connsiteY105" fmla="*/ 331836 h 526990"/>
                <a:gd name="connsiteX106" fmla="*/ 310548 w 423763"/>
                <a:gd name="connsiteY106" fmla="*/ 399330 h 526990"/>
                <a:gd name="connsiteX107" fmla="*/ 310548 w 423763"/>
                <a:gd name="connsiteY107" fmla="*/ 399330 h 526990"/>
                <a:gd name="connsiteX108" fmla="*/ 400373 w 423763"/>
                <a:gd name="connsiteY108" fmla="*/ 277841 h 526990"/>
                <a:gd name="connsiteX109" fmla="*/ 348128 w 423763"/>
                <a:gd name="connsiteY109" fmla="*/ 314587 h 526990"/>
                <a:gd name="connsiteX110" fmla="*/ 328879 w 423763"/>
                <a:gd name="connsiteY110" fmla="*/ 318254 h 526990"/>
                <a:gd name="connsiteX111" fmla="*/ 302715 w 423763"/>
                <a:gd name="connsiteY111" fmla="*/ 330919 h 526990"/>
                <a:gd name="connsiteX112" fmla="*/ 242054 w 423763"/>
                <a:gd name="connsiteY112" fmla="*/ 325003 h 526990"/>
                <a:gd name="connsiteX113" fmla="*/ 218556 w 423763"/>
                <a:gd name="connsiteY113" fmla="*/ 306505 h 526990"/>
                <a:gd name="connsiteX114" fmla="*/ 197724 w 423763"/>
                <a:gd name="connsiteY114" fmla="*/ 303588 h 526990"/>
                <a:gd name="connsiteX115" fmla="*/ 135397 w 423763"/>
                <a:gd name="connsiteY115" fmla="*/ 299172 h 526990"/>
                <a:gd name="connsiteX116" fmla="*/ 115065 w 423763"/>
                <a:gd name="connsiteY116" fmla="*/ 272341 h 526990"/>
                <a:gd name="connsiteX117" fmla="*/ 105566 w 423763"/>
                <a:gd name="connsiteY117" fmla="*/ 256593 h 526990"/>
                <a:gd name="connsiteX118" fmla="*/ 82485 w 423763"/>
                <a:gd name="connsiteY118" fmla="*/ 251426 h 526990"/>
                <a:gd name="connsiteX119" fmla="*/ 53404 w 423763"/>
                <a:gd name="connsiteY119" fmla="*/ 245593 h 526990"/>
                <a:gd name="connsiteX120" fmla="*/ 21240 w 423763"/>
                <a:gd name="connsiteY120" fmla="*/ 226845 h 526990"/>
                <a:gd name="connsiteX121" fmla="*/ 21490 w 423763"/>
                <a:gd name="connsiteY121" fmla="*/ 185016 h 526990"/>
                <a:gd name="connsiteX122" fmla="*/ 55237 w 423763"/>
                <a:gd name="connsiteY122" fmla="*/ 148019 h 526990"/>
                <a:gd name="connsiteX123" fmla="*/ 56237 w 423763"/>
                <a:gd name="connsiteY123" fmla="*/ 132854 h 526990"/>
                <a:gd name="connsiteX124" fmla="*/ 64320 w 423763"/>
                <a:gd name="connsiteY124" fmla="*/ 90191 h 526990"/>
                <a:gd name="connsiteX125" fmla="*/ 124064 w 423763"/>
                <a:gd name="connsiteY125" fmla="*/ 58527 h 526990"/>
                <a:gd name="connsiteX126" fmla="*/ 169810 w 423763"/>
                <a:gd name="connsiteY126" fmla="*/ 42279 h 526990"/>
                <a:gd name="connsiteX127" fmla="*/ 231555 w 423763"/>
                <a:gd name="connsiteY127" fmla="*/ 11781 h 526990"/>
                <a:gd name="connsiteX128" fmla="*/ 300715 w 423763"/>
                <a:gd name="connsiteY128" fmla="*/ 35029 h 526990"/>
                <a:gd name="connsiteX129" fmla="*/ 308298 w 423763"/>
                <a:gd name="connsiteY129" fmla="*/ 45528 h 526990"/>
                <a:gd name="connsiteX130" fmla="*/ 325879 w 423763"/>
                <a:gd name="connsiteY130" fmla="*/ 36529 h 526990"/>
                <a:gd name="connsiteX131" fmla="*/ 354627 w 423763"/>
                <a:gd name="connsiteY131" fmla="*/ 40779 h 526990"/>
                <a:gd name="connsiteX132" fmla="*/ 356460 w 423763"/>
                <a:gd name="connsiteY132" fmla="*/ 97940 h 526990"/>
                <a:gd name="connsiteX133" fmla="*/ 372709 w 423763"/>
                <a:gd name="connsiteY133" fmla="*/ 123688 h 526990"/>
                <a:gd name="connsiteX134" fmla="*/ 398207 w 423763"/>
                <a:gd name="connsiteY134" fmla="*/ 141020 h 526990"/>
                <a:gd name="connsiteX135" fmla="*/ 396123 w 423763"/>
                <a:gd name="connsiteY135" fmla="*/ 174933 h 526990"/>
                <a:gd name="connsiteX136" fmla="*/ 390790 w 423763"/>
                <a:gd name="connsiteY136" fmla="*/ 218596 h 526990"/>
                <a:gd name="connsiteX137" fmla="*/ 401956 w 423763"/>
                <a:gd name="connsiteY137" fmla="*/ 238178 h 526990"/>
                <a:gd name="connsiteX138" fmla="*/ 400373 w 423763"/>
                <a:gd name="connsiteY138" fmla="*/ 277841 h 526990"/>
                <a:gd name="connsiteX139" fmla="*/ 400373 w 423763"/>
                <a:gd name="connsiteY139" fmla="*/ 277841 h 526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Lst>
              <a:rect l="l" t="t" r="r" b="b"/>
              <a:pathLst>
                <a:path w="423763" h="526990">
                  <a:moveTo>
                    <a:pt x="423121" y="248343"/>
                  </a:moveTo>
                  <a:cubicBezTo>
                    <a:pt x="421288" y="238928"/>
                    <a:pt x="415288" y="230512"/>
                    <a:pt x="410539" y="222429"/>
                  </a:cubicBezTo>
                  <a:cubicBezTo>
                    <a:pt x="406872" y="216179"/>
                    <a:pt x="403123" y="210513"/>
                    <a:pt x="403206" y="202931"/>
                  </a:cubicBezTo>
                  <a:cubicBezTo>
                    <a:pt x="403289" y="194432"/>
                    <a:pt x="407706" y="187849"/>
                    <a:pt x="411205" y="180266"/>
                  </a:cubicBezTo>
                  <a:cubicBezTo>
                    <a:pt x="419621" y="162185"/>
                    <a:pt x="421121" y="140520"/>
                    <a:pt x="406289" y="125271"/>
                  </a:cubicBezTo>
                  <a:cubicBezTo>
                    <a:pt x="397873" y="116688"/>
                    <a:pt x="385624" y="114522"/>
                    <a:pt x="376875" y="107189"/>
                  </a:cubicBezTo>
                  <a:cubicBezTo>
                    <a:pt x="369292" y="100773"/>
                    <a:pt x="381624" y="81025"/>
                    <a:pt x="383124" y="71942"/>
                  </a:cubicBezTo>
                  <a:cubicBezTo>
                    <a:pt x="386374" y="51861"/>
                    <a:pt x="376792" y="34113"/>
                    <a:pt x="358210" y="25780"/>
                  </a:cubicBezTo>
                  <a:cubicBezTo>
                    <a:pt x="349127" y="21697"/>
                    <a:pt x="338878" y="20197"/>
                    <a:pt x="329129" y="21697"/>
                  </a:cubicBezTo>
                  <a:cubicBezTo>
                    <a:pt x="321047" y="22864"/>
                    <a:pt x="315631" y="28196"/>
                    <a:pt x="308881" y="31279"/>
                  </a:cubicBezTo>
                  <a:cubicBezTo>
                    <a:pt x="308798" y="31196"/>
                    <a:pt x="308714" y="31029"/>
                    <a:pt x="308548" y="30946"/>
                  </a:cubicBezTo>
                  <a:cubicBezTo>
                    <a:pt x="291799" y="16614"/>
                    <a:pt x="275634" y="5615"/>
                    <a:pt x="253636" y="1449"/>
                  </a:cubicBezTo>
                  <a:cubicBezTo>
                    <a:pt x="233221" y="-2384"/>
                    <a:pt x="211390" y="1699"/>
                    <a:pt x="192642" y="10031"/>
                  </a:cubicBezTo>
                  <a:cubicBezTo>
                    <a:pt x="172310" y="19114"/>
                    <a:pt x="157895" y="38862"/>
                    <a:pt x="135147" y="40779"/>
                  </a:cubicBezTo>
                  <a:cubicBezTo>
                    <a:pt x="112732" y="42695"/>
                    <a:pt x="93484" y="45445"/>
                    <a:pt x="74652" y="58610"/>
                  </a:cubicBezTo>
                  <a:cubicBezTo>
                    <a:pt x="57487" y="70693"/>
                    <a:pt x="41739" y="85941"/>
                    <a:pt x="38989" y="107773"/>
                  </a:cubicBezTo>
                  <a:cubicBezTo>
                    <a:pt x="37572" y="118855"/>
                    <a:pt x="42489" y="131520"/>
                    <a:pt x="38989" y="141853"/>
                  </a:cubicBezTo>
                  <a:cubicBezTo>
                    <a:pt x="35406" y="152602"/>
                    <a:pt x="21574" y="159768"/>
                    <a:pt x="14324" y="168601"/>
                  </a:cubicBezTo>
                  <a:cubicBezTo>
                    <a:pt x="2159" y="183432"/>
                    <a:pt x="-3841" y="206014"/>
                    <a:pt x="2659" y="224429"/>
                  </a:cubicBezTo>
                  <a:cubicBezTo>
                    <a:pt x="8908" y="242260"/>
                    <a:pt x="23907" y="252510"/>
                    <a:pt x="40988" y="258759"/>
                  </a:cubicBezTo>
                  <a:cubicBezTo>
                    <a:pt x="41238" y="260759"/>
                    <a:pt x="41405" y="262675"/>
                    <a:pt x="41488" y="264759"/>
                  </a:cubicBezTo>
                  <a:cubicBezTo>
                    <a:pt x="41905" y="277257"/>
                    <a:pt x="38489" y="289756"/>
                    <a:pt x="37406" y="302088"/>
                  </a:cubicBezTo>
                  <a:cubicBezTo>
                    <a:pt x="35239" y="325503"/>
                    <a:pt x="34822" y="349084"/>
                    <a:pt x="34906" y="372499"/>
                  </a:cubicBezTo>
                  <a:cubicBezTo>
                    <a:pt x="34989" y="395080"/>
                    <a:pt x="34239" y="418994"/>
                    <a:pt x="40155" y="440909"/>
                  </a:cubicBezTo>
                  <a:cubicBezTo>
                    <a:pt x="44655" y="457408"/>
                    <a:pt x="58404" y="469323"/>
                    <a:pt x="72319" y="478656"/>
                  </a:cubicBezTo>
                  <a:cubicBezTo>
                    <a:pt x="112232" y="505404"/>
                    <a:pt x="159061" y="521402"/>
                    <a:pt x="206807" y="525902"/>
                  </a:cubicBezTo>
                  <a:cubicBezTo>
                    <a:pt x="224805" y="527568"/>
                    <a:pt x="247470" y="528235"/>
                    <a:pt x="264468" y="520985"/>
                  </a:cubicBezTo>
                  <a:cubicBezTo>
                    <a:pt x="280217" y="514319"/>
                    <a:pt x="288883" y="492238"/>
                    <a:pt x="295382" y="477739"/>
                  </a:cubicBezTo>
                  <a:cubicBezTo>
                    <a:pt x="306798" y="452575"/>
                    <a:pt x="315797" y="426911"/>
                    <a:pt x="325879" y="401329"/>
                  </a:cubicBezTo>
                  <a:cubicBezTo>
                    <a:pt x="335545" y="376749"/>
                    <a:pt x="346211" y="353084"/>
                    <a:pt x="353877" y="327836"/>
                  </a:cubicBezTo>
                  <a:cubicBezTo>
                    <a:pt x="353877" y="327753"/>
                    <a:pt x="353877" y="327753"/>
                    <a:pt x="353877" y="327669"/>
                  </a:cubicBezTo>
                  <a:cubicBezTo>
                    <a:pt x="371209" y="323587"/>
                    <a:pt x="389374" y="312421"/>
                    <a:pt x="401956" y="300755"/>
                  </a:cubicBezTo>
                  <a:cubicBezTo>
                    <a:pt x="414705" y="288923"/>
                    <a:pt x="426704" y="266508"/>
                    <a:pt x="423121" y="248343"/>
                  </a:cubicBezTo>
                  <a:lnTo>
                    <a:pt x="423121" y="248343"/>
                  </a:lnTo>
                  <a:close/>
                  <a:moveTo>
                    <a:pt x="73069" y="462074"/>
                  </a:moveTo>
                  <a:cubicBezTo>
                    <a:pt x="62320" y="453408"/>
                    <a:pt x="54654" y="445242"/>
                    <a:pt x="51654" y="431493"/>
                  </a:cubicBezTo>
                  <a:cubicBezTo>
                    <a:pt x="48571" y="417162"/>
                    <a:pt x="48821" y="402496"/>
                    <a:pt x="48238" y="387914"/>
                  </a:cubicBezTo>
                  <a:cubicBezTo>
                    <a:pt x="47238" y="362666"/>
                    <a:pt x="46571" y="337502"/>
                    <a:pt x="47238" y="312421"/>
                  </a:cubicBezTo>
                  <a:cubicBezTo>
                    <a:pt x="47571" y="300255"/>
                    <a:pt x="49488" y="288173"/>
                    <a:pt x="49988" y="276008"/>
                  </a:cubicBezTo>
                  <a:cubicBezTo>
                    <a:pt x="50154" y="271341"/>
                    <a:pt x="50321" y="266258"/>
                    <a:pt x="49571" y="261592"/>
                  </a:cubicBezTo>
                  <a:cubicBezTo>
                    <a:pt x="61070" y="264675"/>
                    <a:pt x="72902" y="265758"/>
                    <a:pt x="84485" y="268508"/>
                  </a:cubicBezTo>
                  <a:cubicBezTo>
                    <a:pt x="86151" y="268925"/>
                    <a:pt x="87568" y="269341"/>
                    <a:pt x="88984" y="269841"/>
                  </a:cubicBezTo>
                  <a:cubicBezTo>
                    <a:pt x="85651" y="282174"/>
                    <a:pt x="85568" y="296006"/>
                    <a:pt x="84568" y="308588"/>
                  </a:cubicBezTo>
                  <a:cubicBezTo>
                    <a:pt x="83151" y="325336"/>
                    <a:pt x="80818" y="341918"/>
                    <a:pt x="79902" y="358667"/>
                  </a:cubicBezTo>
                  <a:cubicBezTo>
                    <a:pt x="78902" y="376249"/>
                    <a:pt x="77235" y="393830"/>
                    <a:pt x="76235" y="411412"/>
                  </a:cubicBezTo>
                  <a:cubicBezTo>
                    <a:pt x="75236" y="428910"/>
                    <a:pt x="77152" y="446659"/>
                    <a:pt x="75485" y="464074"/>
                  </a:cubicBezTo>
                  <a:cubicBezTo>
                    <a:pt x="74736" y="463324"/>
                    <a:pt x="73902" y="462741"/>
                    <a:pt x="73069" y="462074"/>
                  </a:cubicBezTo>
                  <a:lnTo>
                    <a:pt x="73069" y="462074"/>
                  </a:lnTo>
                  <a:close/>
                  <a:moveTo>
                    <a:pt x="82818" y="469157"/>
                  </a:moveTo>
                  <a:cubicBezTo>
                    <a:pt x="83901" y="467574"/>
                    <a:pt x="83901" y="465324"/>
                    <a:pt x="81568" y="464074"/>
                  </a:cubicBezTo>
                  <a:cubicBezTo>
                    <a:pt x="86485" y="466657"/>
                    <a:pt x="84401" y="452825"/>
                    <a:pt x="84318" y="448742"/>
                  </a:cubicBezTo>
                  <a:cubicBezTo>
                    <a:pt x="84151" y="439909"/>
                    <a:pt x="84068" y="431160"/>
                    <a:pt x="84235" y="422328"/>
                  </a:cubicBezTo>
                  <a:cubicBezTo>
                    <a:pt x="84568" y="404163"/>
                    <a:pt x="86901" y="386081"/>
                    <a:pt x="87734" y="367833"/>
                  </a:cubicBezTo>
                  <a:cubicBezTo>
                    <a:pt x="88568" y="349751"/>
                    <a:pt x="90401" y="331836"/>
                    <a:pt x="91984" y="313837"/>
                  </a:cubicBezTo>
                  <a:cubicBezTo>
                    <a:pt x="93151" y="300339"/>
                    <a:pt x="95234" y="286590"/>
                    <a:pt x="95234" y="272924"/>
                  </a:cubicBezTo>
                  <a:cubicBezTo>
                    <a:pt x="97650" y="274924"/>
                    <a:pt x="99650" y="277591"/>
                    <a:pt x="101483" y="281507"/>
                  </a:cubicBezTo>
                  <a:cubicBezTo>
                    <a:pt x="103733" y="286173"/>
                    <a:pt x="105149" y="290590"/>
                    <a:pt x="108149" y="295006"/>
                  </a:cubicBezTo>
                  <a:cubicBezTo>
                    <a:pt x="114732" y="304588"/>
                    <a:pt x="123398" y="311171"/>
                    <a:pt x="133230" y="315421"/>
                  </a:cubicBezTo>
                  <a:cubicBezTo>
                    <a:pt x="124231" y="371832"/>
                    <a:pt x="117482" y="430160"/>
                    <a:pt x="116315" y="487322"/>
                  </a:cubicBezTo>
                  <a:cubicBezTo>
                    <a:pt x="104566" y="482239"/>
                    <a:pt x="93234" y="476240"/>
                    <a:pt x="82818" y="469157"/>
                  </a:cubicBezTo>
                  <a:lnTo>
                    <a:pt x="82818" y="469157"/>
                  </a:lnTo>
                  <a:close/>
                  <a:moveTo>
                    <a:pt x="194141" y="320670"/>
                  </a:moveTo>
                  <a:cubicBezTo>
                    <a:pt x="187225" y="334419"/>
                    <a:pt x="184726" y="351001"/>
                    <a:pt x="180393" y="365749"/>
                  </a:cubicBezTo>
                  <a:cubicBezTo>
                    <a:pt x="175060" y="383914"/>
                    <a:pt x="172477" y="402246"/>
                    <a:pt x="168394" y="420661"/>
                  </a:cubicBezTo>
                  <a:cubicBezTo>
                    <a:pt x="165144" y="435327"/>
                    <a:pt x="161728" y="449992"/>
                    <a:pt x="158728" y="464657"/>
                  </a:cubicBezTo>
                  <a:cubicBezTo>
                    <a:pt x="156478" y="475823"/>
                    <a:pt x="152312" y="488405"/>
                    <a:pt x="151479" y="500404"/>
                  </a:cubicBezTo>
                  <a:cubicBezTo>
                    <a:pt x="148646" y="499571"/>
                    <a:pt x="145812" y="498654"/>
                    <a:pt x="143063" y="497738"/>
                  </a:cubicBezTo>
                  <a:cubicBezTo>
                    <a:pt x="136813" y="495654"/>
                    <a:pt x="130397" y="493321"/>
                    <a:pt x="124148" y="490822"/>
                  </a:cubicBezTo>
                  <a:cubicBezTo>
                    <a:pt x="127648" y="460824"/>
                    <a:pt x="127897" y="430160"/>
                    <a:pt x="129981" y="399996"/>
                  </a:cubicBezTo>
                  <a:cubicBezTo>
                    <a:pt x="131814" y="372915"/>
                    <a:pt x="137813" y="344668"/>
                    <a:pt x="137730" y="317504"/>
                  </a:cubicBezTo>
                  <a:cubicBezTo>
                    <a:pt x="144729" y="320004"/>
                    <a:pt x="152228" y="321420"/>
                    <a:pt x="159978" y="322003"/>
                  </a:cubicBezTo>
                  <a:cubicBezTo>
                    <a:pt x="170894" y="322837"/>
                    <a:pt x="182059" y="322837"/>
                    <a:pt x="192892" y="321004"/>
                  </a:cubicBezTo>
                  <a:cubicBezTo>
                    <a:pt x="193391" y="320920"/>
                    <a:pt x="193808" y="320837"/>
                    <a:pt x="194308" y="320754"/>
                  </a:cubicBezTo>
                  <a:cubicBezTo>
                    <a:pt x="194141" y="320587"/>
                    <a:pt x="194141" y="320587"/>
                    <a:pt x="194141" y="320670"/>
                  </a:cubicBezTo>
                  <a:lnTo>
                    <a:pt x="194141" y="320670"/>
                  </a:lnTo>
                  <a:close/>
                  <a:moveTo>
                    <a:pt x="204057" y="473240"/>
                  </a:moveTo>
                  <a:cubicBezTo>
                    <a:pt x="200724" y="484572"/>
                    <a:pt x="196225" y="498237"/>
                    <a:pt x="195391" y="510153"/>
                  </a:cubicBezTo>
                  <a:cubicBezTo>
                    <a:pt x="183976" y="508653"/>
                    <a:pt x="172643" y="506237"/>
                    <a:pt x="161644" y="503237"/>
                  </a:cubicBezTo>
                  <a:cubicBezTo>
                    <a:pt x="168144" y="476823"/>
                    <a:pt x="171060" y="448909"/>
                    <a:pt x="176143" y="422328"/>
                  </a:cubicBezTo>
                  <a:cubicBezTo>
                    <a:pt x="179309" y="405746"/>
                    <a:pt x="180976" y="389247"/>
                    <a:pt x="185142" y="372832"/>
                  </a:cubicBezTo>
                  <a:cubicBezTo>
                    <a:pt x="189309" y="356250"/>
                    <a:pt x="191642" y="337669"/>
                    <a:pt x="197474" y="321753"/>
                  </a:cubicBezTo>
                  <a:cubicBezTo>
                    <a:pt x="197808" y="320920"/>
                    <a:pt x="197308" y="320254"/>
                    <a:pt x="196724" y="319920"/>
                  </a:cubicBezTo>
                  <a:cubicBezTo>
                    <a:pt x="202391" y="318670"/>
                    <a:pt x="206640" y="317587"/>
                    <a:pt x="213473" y="322003"/>
                  </a:cubicBezTo>
                  <a:cubicBezTo>
                    <a:pt x="217973" y="324920"/>
                    <a:pt x="221639" y="329836"/>
                    <a:pt x="226138" y="333002"/>
                  </a:cubicBezTo>
                  <a:cubicBezTo>
                    <a:pt x="231721" y="336919"/>
                    <a:pt x="237804" y="340252"/>
                    <a:pt x="244137" y="342918"/>
                  </a:cubicBezTo>
                  <a:cubicBezTo>
                    <a:pt x="236138" y="372082"/>
                    <a:pt x="225888" y="401163"/>
                    <a:pt x="216973" y="429910"/>
                  </a:cubicBezTo>
                  <a:cubicBezTo>
                    <a:pt x="212306" y="444409"/>
                    <a:pt x="208307" y="458908"/>
                    <a:pt x="204057" y="473240"/>
                  </a:cubicBezTo>
                  <a:lnTo>
                    <a:pt x="204057" y="473240"/>
                  </a:lnTo>
                  <a:close/>
                  <a:moveTo>
                    <a:pt x="204641" y="511153"/>
                  </a:moveTo>
                  <a:cubicBezTo>
                    <a:pt x="209390" y="500571"/>
                    <a:pt x="210307" y="488822"/>
                    <a:pt x="213140" y="477573"/>
                  </a:cubicBezTo>
                  <a:cubicBezTo>
                    <a:pt x="217056" y="462407"/>
                    <a:pt x="221139" y="447159"/>
                    <a:pt x="225139" y="431994"/>
                  </a:cubicBezTo>
                  <a:cubicBezTo>
                    <a:pt x="232805" y="403079"/>
                    <a:pt x="241721" y="373915"/>
                    <a:pt x="248137" y="344751"/>
                  </a:cubicBezTo>
                  <a:cubicBezTo>
                    <a:pt x="261135" y="349501"/>
                    <a:pt x="275134" y="351501"/>
                    <a:pt x="288966" y="350251"/>
                  </a:cubicBezTo>
                  <a:cubicBezTo>
                    <a:pt x="289800" y="350168"/>
                    <a:pt x="290633" y="350084"/>
                    <a:pt x="291466" y="349918"/>
                  </a:cubicBezTo>
                  <a:cubicBezTo>
                    <a:pt x="280134" y="379998"/>
                    <a:pt x="267718" y="409829"/>
                    <a:pt x="255886" y="439659"/>
                  </a:cubicBezTo>
                  <a:cubicBezTo>
                    <a:pt x="250136" y="454325"/>
                    <a:pt x="244887" y="469157"/>
                    <a:pt x="238887" y="483739"/>
                  </a:cubicBezTo>
                  <a:cubicBezTo>
                    <a:pt x="235138" y="492905"/>
                    <a:pt x="230555" y="502154"/>
                    <a:pt x="227472" y="511736"/>
                  </a:cubicBezTo>
                  <a:cubicBezTo>
                    <a:pt x="225722" y="511736"/>
                    <a:pt x="223972" y="511736"/>
                    <a:pt x="222389" y="511820"/>
                  </a:cubicBezTo>
                  <a:cubicBezTo>
                    <a:pt x="216556" y="511903"/>
                    <a:pt x="210557" y="511653"/>
                    <a:pt x="204641" y="511153"/>
                  </a:cubicBezTo>
                  <a:lnTo>
                    <a:pt x="204641" y="511153"/>
                  </a:lnTo>
                  <a:close/>
                  <a:moveTo>
                    <a:pt x="310548" y="399330"/>
                  </a:moveTo>
                  <a:cubicBezTo>
                    <a:pt x="301382" y="423411"/>
                    <a:pt x="292549" y="447242"/>
                    <a:pt x="281800" y="470657"/>
                  </a:cubicBezTo>
                  <a:cubicBezTo>
                    <a:pt x="276634" y="481989"/>
                    <a:pt x="269635" y="501654"/>
                    <a:pt x="257719" y="507403"/>
                  </a:cubicBezTo>
                  <a:cubicBezTo>
                    <a:pt x="252803" y="509820"/>
                    <a:pt x="246720" y="510820"/>
                    <a:pt x="240637" y="511236"/>
                  </a:cubicBezTo>
                  <a:cubicBezTo>
                    <a:pt x="260885" y="458491"/>
                    <a:pt x="279967" y="404163"/>
                    <a:pt x="294132" y="349418"/>
                  </a:cubicBezTo>
                  <a:cubicBezTo>
                    <a:pt x="309798" y="346501"/>
                    <a:pt x="322547" y="337169"/>
                    <a:pt x="337045" y="331836"/>
                  </a:cubicBezTo>
                  <a:cubicBezTo>
                    <a:pt x="329296" y="354917"/>
                    <a:pt x="319130" y="376665"/>
                    <a:pt x="310548" y="399330"/>
                  </a:cubicBezTo>
                  <a:lnTo>
                    <a:pt x="310548" y="399330"/>
                  </a:lnTo>
                  <a:close/>
                  <a:moveTo>
                    <a:pt x="400373" y="277841"/>
                  </a:moveTo>
                  <a:cubicBezTo>
                    <a:pt x="390957" y="293673"/>
                    <a:pt x="366459" y="311588"/>
                    <a:pt x="348128" y="314587"/>
                  </a:cubicBezTo>
                  <a:cubicBezTo>
                    <a:pt x="340795" y="315754"/>
                    <a:pt x="335879" y="315171"/>
                    <a:pt x="328879" y="318254"/>
                  </a:cubicBezTo>
                  <a:cubicBezTo>
                    <a:pt x="319963" y="322170"/>
                    <a:pt x="311881" y="327753"/>
                    <a:pt x="302715" y="330919"/>
                  </a:cubicBezTo>
                  <a:cubicBezTo>
                    <a:pt x="282800" y="337752"/>
                    <a:pt x="260386" y="334836"/>
                    <a:pt x="242054" y="325003"/>
                  </a:cubicBezTo>
                  <a:cubicBezTo>
                    <a:pt x="232805" y="320004"/>
                    <a:pt x="226888" y="312421"/>
                    <a:pt x="218556" y="306505"/>
                  </a:cubicBezTo>
                  <a:cubicBezTo>
                    <a:pt x="211640" y="301672"/>
                    <a:pt x="205724" y="302505"/>
                    <a:pt x="197724" y="303588"/>
                  </a:cubicBezTo>
                  <a:cubicBezTo>
                    <a:pt x="177726" y="306255"/>
                    <a:pt x="153895" y="309338"/>
                    <a:pt x="135397" y="299172"/>
                  </a:cubicBezTo>
                  <a:cubicBezTo>
                    <a:pt x="124148" y="293006"/>
                    <a:pt x="119315" y="283757"/>
                    <a:pt x="115065" y="272341"/>
                  </a:cubicBezTo>
                  <a:cubicBezTo>
                    <a:pt x="112732" y="266175"/>
                    <a:pt x="111399" y="260425"/>
                    <a:pt x="105566" y="256593"/>
                  </a:cubicBezTo>
                  <a:cubicBezTo>
                    <a:pt x="99067" y="252260"/>
                    <a:pt x="89901" y="252510"/>
                    <a:pt x="82485" y="251426"/>
                  </a:cubicBezTo>
                  <a:cubicBezTo>
                    <a:pt x="72736" y="250010"/>
                    <a:pt x="62903" y="248343"/>
                    <a:pt x="53404" y="245593"/>
                  </a:cubicBezTo>
                  <a:cubicBezTo>
                    <a:pt x="42155" y="242344"/>
                    <a:pt x="28073" y="237094"/>
                    <a:pt x="21240" y="226845"/>
                  </a:cubicBezTo>
                  <a:cubicBezTo>
                    <a:pt x="12991" y="214513"/>
                    <a:pt x="14658" y="197598"/>
                    <a:pt x="21490" y="185016"/>
                  </a:cubicBezTo>
                  <a:cubicBezTo>
                    <a:pt x="29490" y="170267"/>
                    <a:pt x="48655" y="163101"/>
                    <a:pt x="55237" y="148019"/>
                  </a:cubicBezTo>
                  <a:cubicBezTo>
                    <a:pt x="57404" y="143019"/>
                    <a:pt x="56654" y="138103"/>
                    <a:pt x="56237" y="132854"/>
                  </a:cubicBezTo>
                  <a:cubicBezTo>
                    <a:pt x="54821" y="117272"/>
                    <a:pt x="53821" y="103273"/>
                    <a:pt x="64320" y="90191"/>
                  </a:cubicBezTo>
                  <a:cubicBezTo>
                    <a:pt x="79068" y="71776"/>
                    <a:pt x="100983" y="60944"/>
                    <a:pt x="124064" y="58527"/>
                  </a:cubicBezTo>
                  <a:cubicBezTo>
                    <a:pt x="142729" y="56527"/>
                    <a:pt x="156562" y="56361"/>
                    <a:pt x="169810" y="42279"/>
                  </a:cubicBezTo>
                  <a:cubicBezTo>
                    <a:pt x="185976" y="25197"/>
                    <a:pt x="208307" y="14531"/>
                    <a:pt x="231555" y="11781"/>
                  </a:cubicBezTo>
                  <a:cubicBezTo>
                    <a:pt x="258636" y="8532"/>
                    <a:pt x="280050" y="18947"/>
                    <a:pt x="300715" y="35029"/>
                  </a:cubicBezTo>
                  <a:cubicBezTo>
                    <a:pt x="297632" y="39196"/>
                    <a:pt x="301548" y="47028"/>
                    <a:pt x="308298" y="45528"/>
                  </a:cubicBezTo>
                  <a:cubicBezTo>
                    <a:pt x="314881" y="44112"/>
                    <a:pt x="319713" y="38779"/>
                    <a:pt x="325879" y="36529"/>
                  </a:cubicBezTo>
                  <a:cubicBezTo>
                    <a:pt x="334879" y="33279"/>
                    <a:pt x="346794" y="35863"/>
                    <a:pt x="354627" y="40779"/>
                  </a:cubicBezTo>
                  <a:cubicBezTo>
                    <a:pt x="378458" y="55611"/>
                    <a:pt x="361210" y="78025"/>
                    <a:pt x="356460" y="97940"/>
                  </a:cubicBezTo>
                  <a:cubicBezTo>
                    <a:pt x="353210" y="111522"/>
                    <a:pt x="361543" y="118022"/>
                    <a:pt x="372709" y="123688"/>
                  </a:cubicBezTo>
                  <a:cubicBezTo>
                    <a:pt x="381624" y="128271"/>
                    <a:pt x="392707" y="131937"/>
                    <a:pt x="398207" y="141020"/>
                  </a:cubicBezTo>
                  <a:cubicBezTo>
                    <a:pt x="404956" y="152102"/>
                    <a:pt x="400873" y="164268"/>
                    <a:pt x="396123" y="174933"/>
                  </a:cubicBezTo>
                  <a:cubicBezTo>
                    <a:pt x="389374" y="190099"/>
                    <a:pt x="383624" y="202347"/>
                    <a:pt x="390790" y="218596"/>
                  </a:cubicBezTo>
                  <a:cubicBezTo>
                    <a:pt x="393790" y="225512"/>
                    <a:pt x="398290" y="231595"/>
                    <a:pt x="401956" y="238178"/>
                  </a:cubicBezTo>
                  <a:cubicBezTo>
                    <a:pt x="408955" y="250926"/>
                    <a:pt x="407955" y="265092"/>
                    <a:pt x="400373" y="277841"/>
                  </a:cubicBezTo>
                  <a:lnTo>
                    <a:pt x="400373" y="277841"/>
                  </a:lnTo>
                  <a:close/>
                </a:path>
              </a:pathLst>
            </a:custGeom>
            <a:grpFill/>
            <a:ln w="8332" cap="flat">
              <a:noFill/>
              <a:prstDash val="solid"/>
              <a:miter/>
            </a:ln>
          </p:spPr>
          <p:txBody>
            <a:bodyPr rtlCol="0" anchor="ctr"/>
            <a:lstStyle/>
            <a:p>
              <a:endParaRPr lang="en-US"/>
            </a:p>
          </p:txBody>
        </p:sp>
        <p:sp>
          <p:nvSpPr>
            <p:cNvPr id="1805" name="Freeform: Shape 1804"/>
            <p:cNvSpPr/>
            <p:nvPr/>
          </p:nvSpPr>
          <p:spPr>
            <a:xfrm>
              <a:off x="2387161" y="2352954"/>
              <a:ext cx="134009" cy="164177"/>
            </a:xfrm>
            <a:custGeom>
              <a:avLst/>
              <a:gdLst>
                <a:gd name="connsiteX0" fmla="*/ 129300 w 134009"/>
                <a:gd name="connsiteY0" fmla="*/ 146331 h 164177"/>
                <a:gd name="connsiteX1" fmla="*/ 81305 w 134009"/>
                <a:gd name="connsiteY1" fmla="*/ 137498 h 164177"/>
                <a:gd name="connsiteX2" fmla="*/ 80888 w 134009"/>
                <a:gd name="connsiteY2" fmla="*/ 113084 h 164177"/>
                <a:gd name="connsiteX3" fmla="*/ 78472 w 134009"/>
                <a:gd name="connsiteY3" fmla="*/ 106834 h 164177"/>
                <a:gd name="connsiteX4" fmla="*/ 67723 w 134009"/>
                <a:gd name="connsiteY4" fmla="*/ 104668 h 164177"/>
                <a:gd name="connsiteX5" fmla="*/ 43141 w 134009"/>
                <a:gd name="connsiteY5" fmla="*/ 100501 h 164177"/>
                <a:gd name="connsiteX6" fmla="*/ 22060 w 134009"/>
                <a:gd name="connsiteY6" fmla="*/ 77087 h 164177"/>
                <a:gd name="connsiteX7" fmla="*/ 33809 w 134009"/>
                <a:gd name="connsiteY7" fmla="*/ 54756 h 164177"/>
                <a:gd name="connsiteX8" fmla="*/ 33559 w 134009"/>
                <a:gd name="connsiteY8" fmla="*/ 48173 h 164177"/>
                <a:gd name="connsiteX9" fmla="*/ 15477 w 134009"/>
                <a:gd name="connsiteY9" fmla="*/ 22175 h 164177"/>
                <a:gd name="connsiteX10" fmla="*/ 54224 w 134009"/>
                <a:gd name="connsiteY10" fmla="*/ 4593 h 164177"/>
                <a:gd name="connsiteX11" fmla="*/ 53391 w 134009"/>
                <a:gd name="connsiteY11" fmla="*/ 10 h 164177"/>
                <a:gd name="connsiteX12" fmla="*/ 3228 w 134009"/>
                <a:gd name="connsiteY12" fmla="*/ 19842 h 164177"/>
                <a:gd name="connsiteX13" fmla="*/ 2728 w 134009"/>
                <a:gd name="connsiteY13" fmla="*/ 38674 h 164177"/>
                <a:gd name="connsiteX14" fmla="*/ 12311 w 134009"/>
                <a:gd name="connsiteY14" fmla="*/ 48923 h 164177"/>
                <a:gd name="connsiteX15" fmla="*/ 19144 w 134009"/>
                <a:gd name="connsiteY15" fmla="*/ 52756 h 164177"/>
                <a:gd name="connsiteX16" fmla="*/ 7478 w 134009"/>
                <a:gd name="connsiteY16" fmla="*/ 75837 h 164177"/>
                <a:gd name="connsiteX17" fmla="*/ 14644 w 134009"/>
                <a:gd name="connsiteY17" fmla="*/ 99835 h 164177"/>
                <a:gd name="connsiteX18" fmla="*/ 34642 w 134009"/>
                <a:gd name="connsiteY18" fmla="*/ 113250 h 164177"/>
                <a:gd name="connsiteX19" fmla="*/ 52224 w 134009"/>
                <a:gd name="connsiteY19" fmla="*/ 116667 h 164177"/>
                <a:gd name="connsiteX20" fmla="*/ 69639 w 134009"/>
                <a:gd name="connsiteY20" fmla="*/ 115750 h 164177"/>
                <a:gd name="connsiteX21" fmla="*/ 70222 w 134009"/>
                <a:gd name="connsiteY21" fmla="*/ 118000 h 164177"/>
                <a:gd name="connsiteX22" fmla="*/ 68473 w 134009"/>
                <a:gd name="connsiteY22" fmla="*/ 126916 h 164177"/>
                <a:gd name="connsiteX23" fmla="*/ 68473 w 134009"/>
                <a:gd name="connsiteY23" fmla="*/ 138165 h 164177"/>
                <a:gd name="connsiteX24" fmla="*/ 80138 w 134009"/>
                <a:gd name="connsiteY24" fmla="*/ 155080 h 164177"/>
                <a:gd name="connsiteX25" fmla="*/ 132800 w 134009"/>
                <a:gd name="connsiteY25" fmla="*/ 154247 h 164177"/>
                <a:gd name="connsiteX26" fmla="*/ 129300 w 134009"/>
                <a:gd name="connsiteY26" fmla="*/ 146331 h 164177"/>
                <a:gd name="connsiteX27" fmla="*/ 129300 w 134009"/>
                <a:gd name="connsiteY27" fmla="*/ 146331 h 164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34009" h="164177">
                  <a:moveTo>
                    <a:pt x="129300" y="146331"/>
                  </a:moveTo>
                  <a:cubicBezTo>
                    <a:pt x="112802" y="148580"/>
                    <a:pt x="90971" y="157246"/>
                    <a:pt x="81305" y="137498"/>
                  </a:cubicBezTo>
                  <a:cubicBezTo>
                    <a:pt x="76889" y="128416"/>
                    <a:pt x="81888" y="122083"/>
                    <a:pt x="80888" y="113084"/>
                  </a:cubicBezTo>
                  <a:cubicBezTo>
                    <a:pt x="80638" y="110750"/>
                    <a:pt x="80388" y="108667"/>
                    <a:pt x="78472" y="106834"/>
                  </a:cubicBezTo>
                  <a:cubicBezTo>
                    <a:pt x="75805" y="104418"/>
                    <a:pt x="71056" y="104918"/>
                    <a:pt x="67723" y="104668"/>
                  </a:cubicBezTo>
                  <a:cubicBezTo>
                    <a:pt x="59390" y="103918"/>
                    <a:pt x="51141" y="103168"/>
                    <a:pt x="43141" y="100501"/>
                  </a:cubicBezTo>
                  <a:cubicBezTo>
                    <a:pt x="32226" y="96918"/>
                    <a:pt x="21893" y="89836"/>
                    <a:pt x="22060" y="77087"/>
                  </a:cubicBezTo>
                  <a:cubicBezTo>
                    <a:pt x="22227" y="67754"/>
                    <a:pt x="29393" y="62005"/>
                    <a:pt x="33809" y="54756"/>
                  </a:cubicBezTo>
                  <a:cubicBezTo>
                    <a:pt x="34976" y="52839"/>
                    <a:pt x="34809" y="49922"/>
                    <a:pt x="33559" y="48173"/>
                  </a:cubicBezTo>
                  <a:cubicBezTo>
                    <a:pt x="27310" y="39340"/>
                    <a:pt x="6395" y="37174"/>
                    <a:pt x="15477" y="22175"/>
                  </a:cubicBezTo>
                  <a:cubicBezTo>
                    <a:pt x="23060" y="9843"/>
                    <a:pt x="41308" y="7177"/>
                    <a:pt x="54224" y="4593"/>
                  </a:cubicBezTo>
                  <a:cubicBezTo>
                    <a:pt x="56807" y="4093"/>
                    <a:pt x="56057" y="-240"/>
                    <a:pt x="53391" y="10"/>
                  </a:cubicBezTo>
                  <a:cubicBezTo>
                    <a:pt x="36226" y="1677"/>
                    <a:pt x="13561" y="3593"/>
                    <a:pt x="3228" y="19842"/>
                  </a:cubicBezTo>
                  <a:cubicBezTo>
                    <a:pt x="-771" y="26175"/>
                    <a:pt x="-1188" y="32257"/>
                    <a:pt x="2728" y="38674"/>
                  </a:cubicBezTo>
                  <a:cubicBezTo>
                    <a:pt x="4978" y="42340"/>
                    <a:pt x="9061" y="46256"/>
                    <a:pt x="12311" y="48923"/>
                  </a:cubicBezTo>
                  <a:cubicBezTo>
                    <a:pt x="13811" y="50173"/>
                    <a:pt x="16727" y="51423"/>
                    <a:pt x="19144" y="52756"/>
                  </a:cubicBezTo>
                  <a:cubicBezTo>
                    <a:pt x="13727" y="59922"/>
                    <a:pt x="8395" y="65588"/>
                    <a:pt x="7478" y="75837"/>
                  </a:cubicBezTo>
                  <a:cubicBezTo>
                    <a:pt x="6728" y="84586"/>
                    <a:pt x="9061" y="93002"/>
                    <a:pt x="14644" y="99835"/>
                  </a:cubicBezTo>
                  <a:cubicBezTo>
                    <a:pt x="19727" y="106084"/>
                    <a:pt x="27143" y="110501"/>
                    <a:pt x="34642" y="113250"/>
                  </a:cubicBezTo>
                  <a:cubicBezTo>
                    <a:pt x="40392" y="115333"/>
                    <a:pt x="46058" y="116333"/>
                    <a:pt x="52224" y="116667"/>
                  </a:cubicBezTo>
                  <a:cubicBezTo>
                    <a:pt x="57723" y="117000"/>
                    <a:pt x="64390" y="115000"/>
                    <a:pt x="69639" y="115750"/>
                  </a:cubicBezTo>
                  <a:cubicBezTo>
                    <a:pt x="71889" y="112167"/>
                    <a:pt x="72139" y="112917"/>
                    <a:pt x="70222" y="118000"/>
                  </a:cubicBezTo>
                  <a:cubicBezTo>
                    <a:pt x="69556" y="120916"/>
                    <a:pt x="68889" y="123916"/>
                    <a:pt x="68473" y="126916"/>
                  </a:cubicBezTo>
                  <a:cubicBezTo>
                    <a:pt x="68056" y="130749"/>
                    <a:pt x="67639" y="134332"/>
                    <a:pt x="68473" y="138165"/>
                  </a:cubicBezTo>
                  <a:cubicBezTo>
                    <a:pt x="69889" y="145164"/>
                    <a:pt x="74555" y="150914"/>
                    <a:pt x="80138" y="155080"/>
                  </a:cubicBezTo>
                  <a:cubicBezTo>
                    <a:pt x="94804" y="165912"/>
                    <a:pt x="119718" y="168745"/>
                    <a:pt x="132800" y="154247"/>
                  </a:cubicBezTo>
                  <a:cubicBezTo>
                    <a:pt x="135467" y="151330"/>
                    <a:pt x="133467" y="145747"/>
                    <a:pt x="129300" y="146331"/>
                  </a:cubicBezTo>
                  <a:lnTo>
                    <a:pt x="129300" y="146331"/>
                  </a:lnTo>
                  <a:close/>
                </a:path>
              </a:pathLst>
            </a:custGeom>
            <a:grpFill/>
            <a:ln w="8332" cap="flat">
              <a:noFill/>
              <a:prstDash val="solid"/>
              <a:miter/>
            </a:ln>
          </p:spPr>
          <p:txBody>
            <a:bodyPr rtlCol="0" anchor="ctr"/>
            <a:lstStyle/>
            <a:p>
              <a:endParaRPr lang="en-US"/>
            </a:p>
          </p:txBody>
        </p:sp>
        <p:sp>
          <p:nvSpPr>
            <p:cNvPr id="1806" name="Freeform: Shape 1805"/>
            <p:cNvSpPr/>
            <p:nvPr/>
          </p:nvSpPr>
          <p:spPr>
            <a:xfrm>
              <a:off x="2565339" y="2489335"/>
              <a:ext cx="95144" cy="45710"/>
            </a:xfrm>
            <a:custGeom>
              <a:avLst/>
              <a:gdLst>
                <a:gd name="connsiteX0" fmla="*/ 90860 w 95144"/>
                <a:gd name="connsiteY0" fmla="*/ 2117 h 45710"/>
                <a:gd name="connsiteX1" fmla="*/ 82527 w 95144"/>
                <a:gd name="connsiteY1" fmla="*/ 3534 h 45710"/>
                <a:gd name="connsiteX2" fmla="*/ 80694 w 95144"/>
                <a:gd name="connsiteY2" fmla="*/ 17699 h 45710"/>
                <a:gd name="connsiteX3" fmla="*/ 64945 w 95144"/>
                <a:gd name="connsiteY3" fmla="*/ 28865 h 45710"/>
                <a:gd name="connsiteX4" fmla="*/ 45780 w 95144"/>
                <a:gd name="connsiteY4" fmla="*/ 23282 h 45710"/>
                <a:gd name="connsiteX5" fmla="*/ 42864 w 95144"/>
                <a:gd name="connsiteY5" fmla="*/ 21032 h 45710"/>
                <a:gd name="connsiteX6" fmla="*/ 34615 w 95144"/>
                <a:gd name="connsiteY6" fmla="*/ 22032 h 45710"/>
                <a:gd name="connsiteX7" fmla="*/ 31198 w 95144"/>
                <a:gd name="connsiteY7" fmla="*/ 25115 h 45710"/>
                <a:gd name="connsiteX8" fmla="*/ 28782 w 95144"/>
                <a:gd name="connsiteY8" fmla="*/ 27865 h 45710"/>
                <a:gd name="connsiteX9" fmla="*/ 8867 w 95144"/>
                <a:gd name="connsiteY9" fmla="*/ 19616 h 45710"/>
                <a:gd name="connsiteX10" fmla="*/ 1868 w 95144"/>
                <a:gd name="connsiteY10" fmla="*/ 17033 h 45710"/>
                <a:gd name="connsiteX11" fmla="*/ 14533 w 95144"/>
                <a:gd name="connsiteY11" fmla="*/ 44530 h 45710"/>
                <a:gd name="connsiteX12" fmla="*/ 30865 w 95144"/>
                <a:gd name="connsiteY12" fmla="*/ 42280 h 45710"/>
                <a:gd name="connsiteX13" fmla="*/ 37364 w 95144"/>
                <a:gd name="connsiteY13" fmla="*/ 36031 h 45710"/>
                <a:gd name="connsiteX14" fmla="*/ 39448 w 95144"/>
                <a:gd name="connsiteY14" fmla="*/ 34281 h 45710"/>
                <a:gd name="connsiteX15" fmla="*/ 39781 w 95144"/>
                <a:gd name="connsiteY15" fmla="*/ 34615 h 45710"/>
                <a:gd name="connsiteX16" fmla="*/ 80861 w 95144"/>
                <a:gd name="connsiteY16" fmla="*/ 39864 h 45710"/>
                <a:gd name="connsiteX17" fmla="*/ 90860 w 95144"/>
                <a:gd name="connsiteY17" fmla="*/ 2117 h 45710"/>
                <a:gd name="connsiteX18" fmla="*/ 90860 w 95144"/>
                <a:gd name="connsiteY18" fmla="*/ 2117 h 45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5144" h="45710">
                  <a:moveTo>
                    <a:pt x="90860" y="2117"/>
                  </a:moveTo>
                  <a:cubicBezTo>
                    <a:pt x="88943" y="-1549"/>
                    <a:pt x="83360" y="-49"/>
                    <a:pt x="82527" y="3534"/>
                  </a:cubicBezTo>
                  <a:cubicBezTo>
                    <a:pt x="82277" y="4450"/>
                    <a:pt x="80111" y="19032"/>
                    <a:pt x="80694" y="17699"/>
                  </a:cubicBezTo>
                  <a:cubicBezTo>
                    <a:pt x="77861" y="23615"/>
                    <a:pt x="71195" y="28032"/>
                    <a:pt x="64945" y="28865"/>
                  </a:cubicBezTo>
                  <a:cubicBezTo>
                    <a:pt x="55446" y="30115"/>
                    <a:pt x="54863" y="27698"/>
                    <a:pt x="45780" y="23282"/>
                  </a:cubicBezTo>
                  <a:cubicBezTo>
                    <a:pt x="44697" y="22782"/>
                    <a:pt x="44281" y="21365"/>
                    <a:pt x="42864" y="21032"/>
                  </a:cubicBezTo>
                  <a:cubicBezTo>
                    <a:pt x="39614" y="20199"/>
                    <a:pt x="37448" y="20449"/>
                    <a:pt x="34615" y="22032"/>
                  </a:cubicBezTo>
                  <a:cubicBezTo>
                    <a:pt x="33198" y="22782"/>
                    <a:pt x="32365" y="24115"/>
                    <a:pt x="31198" y="25115"/>
                  </a:cubicBezTo>
                  <a:cubicBezTo>
                    <a:pt x="30365" y="26032"/>
                    <a:pt x="29532" y="26948"/>
                    <a:pt x="28782" y="27865"/>
                  </a:cubicBezTo>
                  <a:cubicBezTo>
                    <a:pt x="23366" y="35281"/>
                    <a:pt x="16700" y="32531"/>
                    <a:pt x="8867" y="19616"/>
                  </a:cubicBezTo>
                  <a:cubicBezTo>
                    <a:pt x="10200" y="15616"/>
                    <a:pt x="3701" y="13283"/>
                    <a:pt x="1868" y="17033"/>
                  </a:cubicBezTo>
                  <a:cubicBezTo>
                    <a:pt x="-3465" y="28032"/>
                    <a:pt x="3201" y="40197"/>
                    <a:pt x="14533" y="44530"/>
                  </a:cubicBezTo>
                  <a:cubicBezTo>
                    <a:pt x="20449" y="46780"/>
                    <a:pt x="25782" y="45697"/>
                    <a:pt x="30865" y="42280"/>
                  </a:cubicBezTo>
                  <a:cubicBezTo>
                    <a:pt x="32782" y="40947"/>
                    <a:pt x="36365" y="37947"/>
                    <a:pt x="37364" y="36031"/>
                  </a:cubicBezTo>
                  <a:cubicBezTo>
                    <a:pt x="38448" y="35364"/>
                    <a:pt x="39114" y="34781"/>
                    <a:pt x="39448" y="34281"/>
                  </a:cubicBezTo>
                  <a:cubicBezTo>
                    <a:pt x="39531" y="34364"/>
                    <a:pt x="39614" y="34531"/>
                    <a:pt x="39781" y="34615"/>
                  </a:cubicBezTo>
                  <a:cubicBezTo>
                    <a:pt x="48863" y="45030"/>
                    <a:pt x="69195" y="44780"/>
                    <a:pt x="80861" y="39864"/>
                  </a:cubicBezTo>
                  <a:cubicBezTo>
                    <a:pt x="97026" y="33114"/>
                    <a:pt x="98109" y="16033"/>
                    <a:pt x="90860" y="2117"/>
                  </a:cubicBezTo>
                  <a:lnTo>
                    <a:pt x="90860" y="2117"/>
                  </a:lnTo>
                  <a:close/>
                </a:path>
              </a:pathLst>
            </a:custGeom>
            <a:grpFill/>
            <a:ln w="8332" cap="flat">
              <a:noFill/>
              <a:prstDash val="solid"/>
              <a:miter/>
            </a:ln>
          </p:spPr>
          <p:txBody>
            <a:bodyPr rtlCol="0" anchor="ctr"/>
            <a:lstStyle/>
            <a:p>
              <a:endParaRPr lang="en-US"/>
            </a:p>
          </p:txBody>
        </p:sp>
        <p:sp>
          <p:nvSpPr>
            <p:cNvPr id="1807" name="Freeform: Shape 1806"/>
            <p:cNvSpPr/>
            <p:nvPr/>
          </p:nvSpPr>
          <p:spPr>
            <a:xfrm>
              <a:off x="2482129" y="2292137"/>
              <a:ext cx="122044" cy="72194"/>
            </a:xfrm>
            <a:custGeom>
              <a:avLst/>
              <a:gdLst>
                <a:gd name="connsiteX0" fmla="*/ 121907 w 122044"/>
                <a:gd name="connsiteY0" fmla="*/ 25498 h 72194"/>
                <a:gd name="connsiteX1" fmla="*/ 74411 w 122044"/>
                <a:gd name="connsiteY1" fmla="*/ 1 h 72194"/>
                <a:gd name="connsiteX2" fmla="*/ 43081 w 122044"/>
                <a:gd name="connsiteY2" fmla="*/ 23415 h 72194"/>
                <a:gd name="connsiteX3" fmla="*/ 27166 w 122044"/>
                <a:gd name="connsiteY3" fmla="*/ 17916 h 72194"/>
                <a:gd name="connsiteX4" fmla="*/ 8334 w 122044"/>
                <a:gd name="connsiteY4" fmla="*/ 28081 h 72194"/>
                <a:gd name="connsiteX5" fmla="*/ 6501 w 122044"/>
                <a:gd name="connsiteY5" fmla="*/ 71244 h 72194"/>
                <a:gd name="connsiteX6" fmla="*/ 10417 w 122044"/>
                <a:gd name="connsiteY6" fmla="*/ 69411 h 72194"/>
                <a:gd name="connsiteX7" fmla="*/ 13584 w 122044"/>
                <a:gd name="connsiteY7" fmla="*/ 37914 h 72194"/>
                <a:gd name="connsiteX8" fmla="*/ 38915 w 122044"/>
                <a:gd name="connsiteY8" fmla="*/ 34247 h 72194"/>
                <a:gd name="connsiteX9" fmla="*/ 43914 w 122044"/>
                <a:gd name="connsiteY9" fmla="*/ 37914 h 72194"/>
                <a:gd name="connsiteX10" fmla="*/ 52580 w 122044"/>
                <a:gd name="connsiteY10" fmla="*/ 33914 h 72194"/>
                <a:gd name="connsiteX11" fmla="*/ 63996 w 122044"/>
                <a:gd name="connsiteY11" fmla="*/ 14249 h 72194"/>
                <a:gd name="connsiteX12" fmla="*/ 81994 w 122044"/>
                <a:gd name="connsiteY12" fmla="*/ 13666 h 72194"/>
                <a:gd name="connsiteX13" fmla="*/ 114991 w 122044"/>
                <a:gd name="connsiteY13" fmla="*/ 29914 h 72194"/>
                <a:gd name="connsiteX14" fmla="*/ 121907 w 122044"/>
                <a:gd name="connsiteY14" fmla="*/ 25498 h 72194"/>
                <a:gd name="connsiteX15" fmla="*/ 121907 w 122044"/>
                <a:gd name="connsiteY15" fmla="*/ 25498 h 7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2044" h="72194">
                  <a:moveTo>
                    <a:pt x="121907" y="25498"/>
                  </a:moveTo>
                  <a:cubicBezTo>
                    <a:pt x="116991" y="6250"/>
                    <a:pt x="92160" y="1"/>
                    <a:pt x="74411" y="1"/>
                  </a:cubicBezTo>
                  <a:cubicBezTo>
                    <a:pt x="56080" y="-83"/>
                    <a:pt x="47830" y="9166"/>
                    <a:pt x="43081" y="23415"/>
                  </a:cubicBezTo>
                  <a:cubicBezTo>
                    <a:pt x="38331" y="20249"/>
                    <a:pt x="34082" y="17416"/>
                    <a:pt x="27166" y="17916"/>
                  </a:cubicBezTo>
                  <a:cubicBezTo>
                    <a:pt x="20000" y="18415"/>
                    <a:pt x="12917" y="22748"/>
                    <a:pt x="8334" y="28081"/>
                  </a:cubicBezTo>
                  <a:cubicBezTo>
                    <a:pt x="-2582" y="40997"/>
                    <a:pt x="-2332" y="57912"/>
                    <a:pt x="6501" y="71244"/>
                  </a:cubicBezTo>
                  <a:cubicBezTo>
                    <a:pt x="7834" y="73244"/>
                    <a:pt x="11251" y="71827"/>
                    <a:pt x="10417" y="69411"/>
                  </a:cubicBezTo>
                  <a:cubicBezTo>
                    <a:pt x="6751" y="59412"/>
                    <a:pt x="6251" y="46663"/>
                    <a:pt x="13584" y="37914"/>
                  </a:cubicBezTo>
                  <a:cubicBezTo>
                    <a:pt x="21083" y="28998"/>
                    <a:pt x="28666" y="28165"/>
                    <a:pt x="38915" y="34247"/>
                  </a:cubicBezTo>
                  <a:cubicBezTo>
                    <a:pt x="40665" y="35331"/>
                    <a:pt x="41914" y="36830"/>
                    <a:pt x="43914" y="37914"/>
                  </a:cubicBezTo>
                  <a:cubicBezTo>
                    <a:pt x="47497" y="39830"/>
                    <a:pt x="51580" y="37664"/>
                    <a:pt x="52580" y="33914"/>
                  </a:cubicBezTo>
                  <a:cubicBezTo>
                    <a:pt x="54747" y="25748"/>
                    <a:pt x="53913" y="18832"/>
                    <a:pt x="63996" y="14249"/>
                  </a:cubicBezTo>
                  <a:cubicBezTo>
                    <a:pt x="69579" y="11750"/>
                    <a:pt x="76328" y="12749"/>
                    <a:pt x="81994" y="13666"/>
                  </a:cubicBezTo>
                  <a:cubicBezTo>
                    <a:pt x="95410" y="15916"/>
                    <a:pt x="104909" y="20915"/>
                    <a:pt x="114991" y="29914"/>
                  </a:cubicBezTo>
                  <a:cubicBezTo>
                    <a:pt x="118241" y="32831"/>
                    <a:pt x="122907" y="29581"/>
                    <a:pt x="121907" y="25498"/>
                  </a:cubicBezTo>
                  <a:lnTo>
                    <a:pt x="121907" y="25498"/>
                  </a:lnTo>
                  <a:close/>
                </a:path>
              </a:pathLst>
            </a:custGeom>
            <a:grpFill/>
            <a:ln w="8332" cap="flat">
              <a:noFill/>
              <a:prstDash val="solid"/>
              <a:miter/>
            </a:ln>
          </p:spPr>
          <p:txBody>
            <a:bodyPr rtlCol="0" anchor="ctr"/>
            <a:lstStyle/>
            <a:p>
              <a:endParaRPr lang="en-US"/>
            </a:p>
          </p:txBody>
        </p:sp>
        <p:sp>
          <p:nvSpPr>
            <p:cNvPr id="1808" name="Freeform: Shape 1807"/>
            <p:cNvSpPr/>
            <p:nvPr/>
          </p:nvSpPr>
          <p:spPr>
            <a:xfrm>
              <a:off x="2561110" y="2364575"/>
              <a:ext cx="79388" cy="72137"/>
            </a:xfrm>
            <a:custGeom>
              <a:avLst/>
              <a:gdLst>
                <a:gd name="connsiteX0" fmla="*/ 79173 w 79388"/>
                <a:gd name="connsiteY0" fmla="*/ 36969 h 72137"/>
                <a:gd name="connsiteX1" fmla="*/ 52175 w 79388"/>
                <a:gd name="connsiteY1" fmla="*/ 17554 h 72137"/>
                <a:gd name="connsiteX2" fmla="*/ 42926 w 79388"/>
                <a:gd name="connsiteY2" fmla="*/ 19387 h 72137"/>
                <a:gd name="connsiteX3" fmla="*/ 40760 w 79388"/>
                <a:gd name="connsiteY3" fmla="*/ 19804 h 72137"/>
                <a:gd name="connsiteX4" fmla="*/ 40260 w 79388"/>
                <a:gd name="connsiteY4" fmla="*/ 18804 h 72137"/>
                <a:gd name="connsiteX5" fmla="*/ 34344 w 79388"/>
                <a:gd name="connsiteY5" fmla="*/ 3805 h 72137"/>
                <a:gd name="connsiteX6" fmla="*/ 1347 w 79388"/>
                <a:gd name="connsiteY6" fmla="*/ 9888 h 72137"/>
                <a:gd name="connsiteX7" fmla="*/ 4347 w 79388"/>
                <a:gd name="connsiteY7" fmla="*/ 14721 h 72137"/>
                <a:gd name="connsiteX8" fmla="*/ 22428 w 79388"/>
                <a:gd name="connsiteY8" fmla="*/ 7638 h 72137"/>
                <a:gd name="connsiteX9" fmla="*/ 29428 w 79388"/>
                <a:gd name="connsiteY9" fmla="*/ 22720 h 72137"/>
                <a:gd name="connsiteX10" fmla="*/ 34594 w 79388"/>
                <a:gd name="connsiteY10" fmla="*/ 31386 h 72137"/>
                <a:gd name="connsiteX11" fmla="*/ 54509 w 79388"/>
                <a:gd name="connsiteY11" fmla="*/ 30719 h 72137"/>
                <a:gd name="connsiteX12" fmla="*/ 51842 w 79388"/>
                <a:gd name="connsiteY12" fmla="*/ 62966 h 72137"/>
                <a:gd name="connsiteX13" fmla="*/ 57508 w 79388"/>
                <a:gd name="connsiteY13" fmla="*/ 71965 h 72137"/>
                <a:gd name="connsiteX14" fmla="*/ 79173 w 79388"/>
                <a:gd name="connsiteY14" fmla="*/ 36969 h 72137"/>
                <a:gd name="connsiteX15" fmla="*/ 79173 w 79388"/>
                <a:gd name="connsiteY15" fmla="*/ 36969 h 72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9388" h="72137">
                  <a:moveTo>
                    <a:pt x="79173" y="36969"/>
                  </a:moveTo>
                  <a:cubicBezTo>
                    <a:pt x="77423" y="22970"/>
                    <a:pt x="65341" y="16637"/>
                    <a:pt x="52175" y="17554"/>
                  </a:cubicBezTo>
                  <a:cubicBezTo>
                    <a:pt x="49009" y="17804"/>
                    <a:pt x="46009" y="18970"/>
                    <a:pt x="42926" y="19387"/>
                  </a:cubicBezTo>
                  <a:cubicBezTo>
                    <a:pt x="41927" y="19553"/>
                    <a:pt x="41260" y="19637"/>
                    <a:pt x="40760" y="19804"/>
                  </a:cubicBezTo>
                  <a:cubicBezTo>
                    <a:pt x="40677" y="19553"/>
                    <a:pt x="40593" y="19220"/>
                    <a:pt x="40260" y="18804"/>
                  </a:cubicBezTo>
                  <a:cubicBezTo>
                    <a:pt x="37344" y="14304"/>
                    <a:pt x="38927" y="8055"/>
                    <a:pt x="34344" y="3805"/>
                  </a:cubicBezTo>
                  <a:cubicBezTo>
                    <a:pt x="24262" y="-5444"/>
                    <a:pt x="10429" y="4388"/>
                    <a:pt x="1347" y="9888"/>
                  </a:cubicBezTo>
                  <a:cubicBezTo>
                    <a:pt x="-1819" y="11804"/>
                    <a:pt x="1180" y="16304"/>
                    <a:pt x="4347" y="14721"/>
                  </a:cubicBezTo>
                  <a:cubicBezTo>
                    <a:pt x="9346" y="12221"/>
                    <a:pt x="16679" y="6721"/>
                    <a:pt x="22428" y="7638"/>
                  </a:cubicBezTo>
                  <a:cubicBezTo>
                    <a:pt x="33677" y="9388"/>
                    <a:pt x="28844" y="17220"/>
                    <a:pt x="29428" y="22720"/>
                  </a:cubicBezTo>
                  <a:cubicBezTo>
                    <a:pt x="29844" y="26803"/>
                    <a:pt x="30678" y="29469"/>
                    <a:pt x="34594" y="31386"/>
                  </a:cubicBezTo>
                  <a:cubicBezTo>
                    <a:pt x="40677" y="34219"/>
                    <a:pt x="48093" y="30136"/>
                    <a:pt x="54509" y="30719"/>
                  </a:cubicBezTo>
                  <a:cubicBezTo>
                    <a:pt x="76090" y="32636"/>
                    <a:pt x="57758" y="54884"/>
                    <a:pt x="51842" y="62966"/>
                  </a:cubicBezTo>
                  <a:cubicBezTo>
                    <a:pt x="48593" y="67383"/>
                    <a:pt x="51926" y="73215"/>
                    <a:pt x="57508" y="71965"/>
                  </a:cubicBezTo>
                  <a:cubicBezTo>
                    <a:pt x="71841" y="68716"/>
                    <a:pt x="80923" y="50884"/>
                    <a:pt x="79173" y="36969"/>
                  </a:cubicBezTo>
                  <a:lnTo>
                    <a:pt x="79173" y="36969"/>
                  </a:lnTo>
                  <a:close/>
                </a:path>
              </a:pathLst>
            </a:custGeom>
            <a:grpFill/>
            <a:ln w="8332" cap="flat">
              <a:noFill/>
              <a:prstDash val="solid"/>
              <a:miter/>
            </a:ln>
          </p:spPr>
          <p:txBody>
            <a:bodyPr rtlCol="0" anchor="ctr"/>
            <a:lstStyle/>
            <a:p>
              <a:endParaRPr lang="en-US"/>
            </a:p>
          </p:txBody>
        </p:sp>
        <p:sp>
          <p:nvSpPr>
            <p:cNvPr id="1809" name="Freeform: Shape 1808"/>
            <p:cNvSpPr/>
            <p:nvPr/>
          </p:nvSpPr>
          <p:spPr>
            <a:xfrm>
              <a:off x="2490034" y="2389527"/>
              <a:ext cx="34703" cy="47931"/>
            </a:xfrm>
            <a:custGeom>
              <a:avLst/>
              <a:gdLst>
                <a:gd name="connsiteX0" fmla="*/ 31677 w 34703"/>
                <a:gd name="connsiteY0" fmla="*/ 36514 h 47931"/>
                <a:gd name="connsiteX1" fmla="*/ 11762 w 34703"/>
                <a:gd name="connsiteY1" fmla="*/ 30765 h 47931"/>
                <a:gd name="connsiteX2" fmla="*/ 32177 w 34703"/>
                <a:gd name="connsiteY2" fmla="*/ 3684 h 47931"/>
                <a:gd name="connsiteX3" fmla="*/ 32927 w 34703"/>
                <a:gd name="connsiteY3" fmla="*/ 267 h 47931"/>
                <a:gd name="connsiteX4" fmla="*/ 15012 w 34703"/>
                <a:gd name="connsiteY4" fmla="*/ 7517 h 47931"/>
                <a:gd name="connsiteX5" fmla="*/ 13 w 34703"/>
                <a:gd name="connsiteY5" fmla="*/ 30348 h 47931"/>
                <a:gd name="connsiteX6" fmla="*/ 29094 w 34703"/>
                <a:gd name="connsiteY6" fmla="*/ 47680 h 47931"/>
                <a:gd name="connsiteX7" fmla="*/ 31677 w 34703"/>
                <a:gd name="connsiteY7" fmla="*/ 36514 h 47931"/>
                <a:gd name="connsiteX8" fmla="*/ 31677 w 34703"/>
                <a:gd name="connsiteY8" fmla="*/ 36514 h 47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703" h="47931">
                  <a:moveTo>
                    <a:pt x="31677" y="36514"/>
                  </a:moveTo>
                  <a:cubicBezTo>
                    <a:pt x="27177" y="33598"/>
                    <a:pt x="14595" y="35514"/>
                    <a:pt x="11762" y="30765"/>
                  </a:cubicBezTo>
                  <a:cubicBezTo>
                    <a:pt x="8179" y="24765"/>
                    <a:pt x="24927" y="2517"/>
                    <a:pt x="32177" y="3684"/>
                  </a:cubicBezTo>
                  <a:cubicBezTo>
                    <a:pt x="34427" y="4017"/>
                    <a:pt x="35177" y="601"/>
                    <a:pt x="32927" y="267"/>
                  </a:cubicBezTo>
                  <a:cubicBezTo>
                    <a:pt x="25011" y="-982"/>
                    <a:pt x="20761" y="2267"/>
                    <a:pt x="15012" y="7517"/>
                  </a:cubicBezTo>
                  <a:cubicBezTo>
                    <a:pt x="8762" y="13349"/>
                    <a:pt x="430" y="21182"/>
                    <a:pt x="13" y="30348"/>
                  </a:cubicBezTo>
                  <a:cubicBezTo>
                    <a:pt x="-570" y="43347"/>
                    <a:pt x="18595" y="49263"/>
                    <a:pt x="29094" y="47680"/>
                  </a:cubicBezTo>
                  <a:cubicBezTo>
                    <a:pt x="35010" y="46763"/>
                    <a:pt x="36843" y="39764"/>
                    <a:pt x="31677" y="36514"/>
                  </a:cubicBezTo>
                  <a:lnTo>
                    <a:pt x="31677" y="36514"/>
                  </a:lnTo>
                  <a:close/>
                </a:path>
              </a:pathLst>
            </a:custGeom>
            <a:grpFill/>
            <a:ln w="8332" cap="flat">
              <a:noFill/>
              <a:prstDash val="solid"/>
              <a:miter/>
            </a:ln>
          </p:spPr>
          <p:txBody>
            <a:bodyPr rtlCol="0" anchor="ctr"/>
            <a:lstStyle/>
            <a:p>
              <a:endParaRPr lang="en-US"/>
            </a:p>
          </p:txBody>
        </p:sp>
        <p:sp>
          <p:nvSpPr>
            <p:cNvPr id="1810" name="Freeform: Shape 1809"/>
            <p:cNvSpPr/>
            <p:nvPr/>
          </p:nvSpPr>
          <p:spPr>
            <a:xfrm>
              <a:off x="2389197" y="1759975"/>
              <a:ext cx="542893" cy="392866"/>
            </a:xfrm>
            <a:custGeom>
              <a:avLst/>
              <a:gdLst>
                <a:gd name="connsiteX0" fmla="*/ 542893 w 542893"/>
                <a:gd name="connsiteY0" fmla="*/ 197025 h 392866"/>
                <a:gd name="connsiteX1" fmla="*/ 515146 w 542893"/>
                <a:gd name="connsiteY1" fmla="*/ 93701 h 392866"/>
                <a:gd name="connsiteX2" fmla="*/ 441569 w 542893"/>
                <a:gd name="connsiteY2" fmla="*/ 20708 h 392866"/>
                <a:gd name="connsiteX3" fmla="*/ 417071 w 542893"/>
                <a:gd name="connsiteY3" fmla="*/ 7292 h 392866"/>
                <a:gd name="connsiteX4" fmla="*/ 416488 w 542893"/>
                <a:gd name="connsiteY4" fmla="*/ 6959 h 392866"/>
                <a:gd name="connsiteX5" fmla="*/ 415488 w 542893"/>
                <a:gd name="connsiteY5" fmla="*/ 6626 h 392866"/>
                <a:gd name="connsiteX6" fmla="*/ 365076 w 542893"/>
                <a:gd name="connsiteY6" fmla="*/ 2709 h 392866"/>
                <a:gd name="connsiteX7" fmla="*/ 334995 w 542893"/>
                <a:gd name="connsiteY7" fmla="*/ 17708 h 392866"/>
                <a:gd name="connsiteX8" fmla="*/ 323330 w 542893"/>
                <a:gd name="connsiteY8" fmla="*/ 52205 h 392866"/>
                <a:gd name="connsiteX9" fmla="*/ 311747 w 542893"/>
                <a:gd name="connsiteY9" fmla="*/ 52955 h 392866"/>
                <a:gd name="connsiteX10" fmla="*/ 271751 w 542893"/>
                <a:gd name="connsiteY10" fmla="*/ 67787 h 392866"/>
                <a:gd name="connsiteX11" fmla="*/ 182342 w 542893"/>
                <a:gd name="connsiteY11" fmla="*/ 112533 h 392866"/>
                <a:gd name="connsiteX12" fmla="*/ 140929 w 542893"/>
                <a:gd name="connsiteY12" fmla="*/ 131781 h 392866"/>
                <a:gd name="connsiteX13" fmla="*/ 98850 w 542893"/>
                <a:gd name="connsiteY13" fmla="*/ 160945 h 392866"/>
                <a:gd name="connsiteX14" fmla="*/ 48771 w 542893"/>
                <a:gd name="connsiteY14" fmla="*/ 185110 h 392866"/>
                <a:gd name="connsiteX15" fmla="*/ 18774 w 542893"/>
                <a:gd name="connsiteY15" fmla="*/ 204191 h 392866"/>
                <a:gd name="connsiteX16" fmla="*/ 17940 w 542893"/>
                <a:gd name="connsiteY16" fmla="*/ 206608 h 392866"/>
                <a:gd name="connsiteX17" fmla="*/ 1525 w 542893"/>
                <a:gd name="connsiteY17" fmla="*/ 237105 h 392866"/>
                <a:gd name="connsiteX18" fmla="*/ 1525 w 542893"/>
                <a:gd name="connsiteY18" fmla="*/ 284017 h 392866"/>
                <a:gd name="connsiteX19" fmla="*/ 525 w 542893"/>
                <a:gd name="connsiteY19" fmla="*/ 334846 h 392866"/>
                <a:gd name="connsiteX20" fmla="*/ 11191 w 542893"/>
                <a:gd name="connsiteY20" fmla="*/ 367676 h 392866"/>
                <a:gd name="connsiteX21" fmla="*/ 51688 w 542893"/>
                <a:gd name="connsiteY21" fmla="*/ 386175 h 392866"/>
                <a:gd name="connsiteX22" fmla="*/ 157261 w 542893"/>
                <a:gd name="connsiteY22" fmla="*/ 392841 h 392866"/>
                <a:gd name="connsiteX23" fmla="*/ 276334 w 542893"/>
                <a:gd name="connsiteY23" fmla="*/ 392008 h 392866"/>
                <a:gd name="connsiteX24" fmla="*/ 388574 w 542893"/>
                <a:gd name="connsiteY24" fmla="*/ 385842 h 392866"/>
                <a:gd name="connsiteX25" fmla="*/ 495064 w 542893"/>
                <a:gd name="connsiteY25" fmla="*/ 371510 h 392866"/>
                <a:gd name="connsiteX26" fmla="*/ 538227 w 542893"/>
                <a:gd name="connsiteY26" fmla="*/ 305849 h 392866"/>
                <a:gd name="connsiteX27" fmla="*/ 542893 w 542893"/>
                <a:gd name="connsiteY27" fmla="*/ 197025 h 392866"/>
                <a:gd name="connsiteX28" fmla="*/ 542893 w 542893"/>
                <a:gd name="connsiteY28" fmla="*/ 197025 h 392866"/>
                <a:gd name="connsiteX29" fmla="*/ 352910 w 542893"/>
                <a:gd name="connsiteY29" fmla="*/ 21291 h 392866"/>
                <a:gd name="connsiteX30" fmla="*/ 398406 w 542893"/>
                <a:gd name="connsiteY30" fmla="*/ 15792 h 392866"/>
                <a:gd name="connsiteX31" fmla="*/ 470150 w 542893"/>
                <a:gd name="connsiteY31" fmla="*/ 63454 h 392866"/>
                <a:gd name="connsiteX32" fmla="*/ 514812 w 542893"/>
                <a:gd name="connsiteY32" fmla="*/ 121449 h 392866"/>
                <a:gd name="connsiteX33" fmla="*/ 513729 w 542893"/>
                <a:gd name="connsiteY33" fmla="*/ 120865 h 392866"/>
                <a:gd name="connsiteX34" fmla="*/ 482982 w 542893"/>
                <a:gd name="connsiteY34" fmla="*/ 117532 h 392866"/>
                <a:gd name="connsiteX35" fmla="*/ 464067 w 542893"/>
                <a:gd name="connsiteY35" fmla="*/ 134864 h 392866"/>
                <a:gd name="connsiteX36" fmla="*/ 461484 w 542893"/>
                <a:gd name="connsiteY36" fmla="*/ 141030 h 392866"/>
                <a:gd name="connsiteX37" fmla="*/ 425487 w 542893"/>
                <a:gd name="connsiteY37" fmla="*/ 108366 h 392866"/>
                <a:gd name="connsiteX38" fmla="*/ 344578 w 542893"/>
                <a:gd name="connsiteY38" fmla="*/ 64287 h 392866"/>
                <a:gd name="connsiteX39" fmla="*/ 334245 w 542893"/>
                <a:gd name="connsiteY39" fmla="*/ 46455 h 392866"/>
                <a:gd name="connsiteX40" fmla="*/ 352910 w 542893"/>
                <a:gd name="connsiteY40" fmla="*/ 21291 h 392866"/>
                <a:gd name="connsiteX41" fmla="*/ 352910 w 542893"/>
                <a:gd name="connsiteY41" fmla="*/ 21291 h 392866"/>
                <a:gd name="connsiteX42" fmla="*/ 95184 w 542893"/>
                <a:gd name="connsiteY42" fmla="*/ 176610 h 392866"/>
                <a:gd name="connsiteX43" fmla="*/ 174260 w 542893"/>
                <a:gd name="connsiteY43" fmla="*/ 130698 h 392866"/>
                <a:gd name="connsiteX44" fmla="*/ 244420 w 542893"/>
                <a:gd name="connsiteY44" fmla="*/ 97701 h 392866"/>
                <a:gd name="connsiteX45" fmla="*/ 281417 w 542893"/>
                <a:gd name="connsiteY45" fmla="*/ 74620 h 392866"/>
                <a:gd name="connsiteX46" fmla="*/ 325663 w 542893"/>
                <a:gd name="connsiteY46" fmla="*/ 59204 h 392866"/>
                <a:gd name="connsiteX47" fmla="*/ 337245 w 542893"/>
                <a:gd name="connsiteY47" fmla="*/ 74786 h 392866"/>
                <a:gd name="connsiteX48" fmla="*/ 373492 w 542893"/>
                <a:gd name="connsiteY48" fmla="*/ 99034 h 392866"/>
                <a:gd name="connsiteX49" fmla="*/ 418738 w 542893"/>
                <a:gd name="connsiteY49" fmla="*/ 119699 h 392866"/>
                <a:gd name="connsiteX50" fmla="*/ 448818 w 542893"/>
                <a:gd name="connsiteY50" fmla="*/ 161528 h 392866"/>
                <a:gd name="connsiteX51" fmla="*/ 427904 w 542893"/>
                <a:gd name="connsiteY51" fmla="*/ 169861 h 392866"/>
                <a:gd name="connsiteX52" fmla="*/ 390574 w 542893"/>
                <a:gd name="connsiteY52" fmla="*/ 174111 h 392866"/>
                <a:gd name="connsiteX53" fmla="*/ 276084 w 542893"/>
                <a:gd name="connsiteY53" fmla="*/ 183277 h 392866"/>
                <a:gd name="connsiteX54" fmla="*/ 161261 w 542893"/>
                <a:gd name="connsiteY54" fmla="*/ 192442 h 392866"/>
                <a:gd name="connsiteX55" fmla="*/ 58270 w 542893"/>
                <a:gd name="connsiteY55" fmla="*/ 195192 h 392866"/>
                <a:gd name="connsiteX56" fmla="*/ 95184 w 542893"/>
                <a:gd name="connsiteY56" fmla="*/ 176610 h 392866"/>
                <a:gd name="connsiteX57" fmla="*/ 95184 w 542893"/>
                <a:gd name="connsiteY57" fmla="*/ 176610 h 392866"/>
                <a:gd name="connsiteX58" fmla="*/ 27440 w 542893"/>
                <a:gd name="connsiteY58" fmla="*/ 218190 h 392866"/>
                <a:gd name="connsiteX59" fmla="*/ 68269 w 542893"/>
                <a:gd name="connsiteY59" fmla="*/ 211191 h 392866"/>
                <a:gd name="connsiteX60" fmla="*/ 117098 w 542893"/>
                <a:gd name="connsiteY60" fmla="*/ 209607 h 392866"/>
                <a:gd name="connsiteX61" fmla="*/ 214589 w 542893"/>
                <a:gd name="connsiteY61" fmla="*/ 202775 h 392866"/>
                <a:gd name="connsiteX62" fmla="*/ 308581 w 542893"/>
                <a:gd name="connsiteY62" fmla="*/ 192192 h 392866"/>
                <a:gd name="connsiteX63" fmla="*/ 405406 w 542893"/>
                <a:gd name="connsiteY63" fmla="*/ 184026 h 392866"/>
                <a:gd name="connsiteX64" fmla="*/ 460067 w 542893"/>
                <a:gd name="connsiteY64" fmla="*/ 165611 h 392866"/>
                <a:gd name="connsiteX65" fmla="*/ 467900 w 542893"/>
                <a:gd name="connsiteY65" fmla="*/ 221773 h 392866"/>
                <a:gd name="connsiteX66" fmla="*/ 467983 w 542893"/>
                <a:gd name="connsiteY66" fmla="*/ 223273 h 392866"/>
                <a:gd name="connsiteX67" fmla="*/ 433986 w 542893"/>
                <a:gd name="connsiteY67" fmla="*/ 223523 h 392866"/>
                <a:gd name="connsiteX68" fmla="*/ 383574 w 542893"/>
                <a:gd name="connsiteY68" fmla="*/ 227106 h 392866"/>
                <a:gd name="connsiteX69" fmla="*/ 254336 w 542893"/>
                <a:gd name="connsiteY69" fmla="*/ 247771 h 392866"/>
                <a:gd name="connsiteX70" fmla="*/ 123764 w 542893"/>
                <a:gd name="connsiteY70" fmla="*/ 235938 h 392866"/>
                <a:gd name="connsiteX71" fmla="*/ 14357 w 542893"/>
                <a:gd name="connsiteY71" fmla="*/ 257686 h 392866"/>
                <a:gd name="connsiteX72" fmla="*/ 27440 w 542893"/>
                <a:gd name="connsiteY72" fmla="*/ 218190 h 392866"/>
                <a:gd name="connsiteX73" fmla="*/ 27440 w 542893"/>
                <a:gd name="connsiteY73" fmla="*/ 218190 h 392866"/>
                <a:gd name="connsiteX74" fmla="*/ 132430 w 542893"/>
                <a:gd name="connsiteY74" fmla="*/ 245521 h 392866"/>
                <a:gd name="connsiteX75" fmla="*/ 257169 w 542893"/>
                <a:gd name="connsiteY75" fmla="*/ 256770 h 392866"/>
                <a:gd name="connsiteX76" fmla="*/ 375242 w 542893"/>
                <a:gd name="connsiteY76" fmla="*/ 234605 h 392866"/>
                <a:gd name="connsiteX77" fmla="*/ 425154 w 542893"/>
                <a:gd name="connsiteY77" fmla="*/ 231106 h 392866"/>
                <a:gd name="connsiteX78" fmla="*/ 468400 w 542893"/>
                <a:gd name="connsiteY78" fmla="*/ 232689 h 392866"/>
                <a:gd name="connsiteX79" fmla="*/ 469150 w 542893"/>
                <a:gd name="connsiteY79" fmla="*/ 260686 h 392866"/>
                <a:gd name="connsiteX80" fmla="*/ 470650 w 542893"/>
                <a:gd name="connsiteY80" fmla="*/ 276435 h 392866"/>
                <a:gd name="connsiteX81" fmla="*/ 357660 w 542893"/>
                <a:gd name="connsiteY81" fmla="*/ 274185 h 392866"/>
                <a:gd name="connsiteX82" fmla="*/ 233504 w 542893"/>
                <a:gd name="connsiteY82" fmla="*/ 302016 h 392866"/>
                <a:gd name="connsiteX83" fmla="*/ 98350 w 542893"/>
                <a:gd name="connsiteY83" fmla="*/ 288517 h 392866"/>
                <a:gd name="connsiteX84" fmla="*/ 49521 w 542893"/>
                <a:gd name="connsiteY84" fmla="*/ 283184 h 392866"/>
                <a:gd name="connsiteX85" fmla="*/ 12191 w 542893"/>
                <a:gd name="connsiteY85" fmla="*/ 298599 h 392866"/>
                <a:gd name="connsiteX86" fmla="*/ 14441 w 542893"/>
                <a:gd name="connsiteY86" fmla="*/ 261269 h 392866"/>
                <a:gd name="connsiteX87" fmla="*/ 132430 w 542893"/>
                <a:gd name="connsiteY87" fmla="*/ 245521 h 392866"/>
                <a:gd name="connsiteX88" fmla="*/ 132430 w 542893"/>
                <a:gd name="connsiteY88" fmla="*/ 245521 h 392866"/>
                <a:gd name="connsiteX89" fmla="*/ 12441 w 542893"/>
                <a:gd name="connsiteY89" fmla="*/ 344845 h 392866"/>
                <a:gd name="connsiteX90" fmla="*/ 11858 w 542893"/>
                <a:gd name="connsiteY90" fmla="*/ 302849 h 392866"/>
                <a:gd name="connsiteX91" fmla="*/ 30606 w 542893"/>
                <a:gd name="connsiteY91" fmla="*/ 296100 h 392866"/>
                <a:gd name="connsiteX92" fmla="*/ 61353 w 542893"/>
                <a:gd name="connsiteY92" fmla="*/ 291517 h 392866"/>
                <a:gd name="connsiteX93" fmla="*/ 122764 w 542893"/>
                <a:gd name="connsiteY93" fmla="*/ 302099 h 392866"/>
                <a:gd name="connsiteX94" fmla="*/ 244420 w 542893"/>
                <a:gd name="connsiteY94" fmla="*/ 310265 h 392866"/>
                <a:gd name="connsiteX95" fmla="*/ 363159 w 542893"/>
                <a:gd name="connsiteY95" fmla="*/ 281601 h 392866"/>
                <a:gd name="connsiteX96" fmla="*/ 471483 w 542893"/>
                <a:gd name="connsiteY96" fmla="*/ 286767 h 392866"/>
                <a:gd name="connsiteX97" fmla="*/ 471233 w 542893"/>
                <a:gd name="connsiteY97" fmla="*/ 294100 h 392866"/>
                <a:gd name="connsiteX98" fmla="*/ 406655 w 542893"/>
                <a:gd name="connsiteY98" fmla="*/ 338012 h 392866"/>
                <a:gd name="connsiteX99" fmla="*/ 325246 w 542893"/>
                <a:gd name="connsiteY99" fmla="*/ 345762 h 392866"/>
                <a:gd name="connsiteX100" fmla="*/ 240254 w 542893"/>
                <a:gd name="connsiteY100" fmla="*/ 348095 h 392866"/>
                <a:gd name="connsiteX101" fmla="*/ 158594 w 542893"/>
                <a:gd name="connsiteY101" fmla="*/ 343595 h 392866"/>
                <a:gd name="connsiteX102" fmla="*/ 80268 w 542893"/>
                <a:gd name="connsiteY102" fmla="*/ 343179 h 392866"/>
                <a:gd name="connsiteX103" fmla="*/ 12441 w 542893"/>
                <a:gd name="connsiteY103" fmla="*/ 344845 h 392866"/>
                <a:gd name="connsiteX104" fmla="*/ 12441 w 542893"/>
                <a:gd name="connsiteY104" fmla="*/ 344845 h 392866"/>
                <a:gd name="connsiteX105" fmla="*/ 527311 w 542893"/>
                <a:gd name="connsiteY105" fmla="*/ 231355 h 392866"/>
                <a:gd name="connsiteX106" fmla="*/ 517312 w 542893"/>
                <a:gd name="connsiteY106" fmla="*/ 325597 h 392866"/>
                <a:gd name="connsiteX107" fmla="*/ 488148 w 542893"/>
                <a:gd name="connsiteY107" fmla="*/ 357844 h 392866"/>
                <a:gd name="connsiteX108" fmla="*/ 436820 w 542893"/>
                <a:gd name="connsiteY108" fmla="*/ 366927 h 392866"/>
                <a:gd name="connsiteX109" fmla="*/ 246503 w 542893"/>
                <a:gd name="connsiteY109" fmla="*/ 380425 h 392866"/>
                <a:gd name="connsiteX110" fmla="*/ 150928 w 542893"/>
                <a:gd name="connsiteY110" fmla="*/ 381509 h 392866"/>
                <a:gd name="connsiteX111" fmla="*/ 51688 w 542893"/>
                <a:gd name="connsiteY111" fmla="*/ 375342 h 392866"/>
                <a:gd name="connsiteX112" fmla="*/ 15024 w 542893"/>
                <a:gd name="connsiteY112" fmla="*/ 353261 h 392866"/>
                <a:gd name="connsiteX113" fmla="*/ 139013 w 542893"/>
                <a:gd name="connsiteY113" fmla="*/ 353261 h 392866"/>
                <a:gd name="connsiteX114" fmla="*/ 283167 w 542893"/>
                <a:gd name="connsiteY114" fmla="*/ 357844 h 392866"/>
                <a:gd name="connsiteX115" fmla="*/ 422904 w 542893"/>
                <a:gd name="connsiteY115" fmla="*/ 345012 h 392866"/>
                <a:gd name="connsiteX116" fmla="*/ 470400 w 542893"/>
                <a:gd name="connsiteY116" fmla="*/ 324930 h 392866"/>
                <a:gd name="connsiteX117" fmla="*/ 481732 w 542893"/>
                <a:gd name="connsiteY117" fmla="*/ 280851 h 392866"/>
                <a:gd name="connsiteX118" fmla="*/ 477982 w 542893"/>
                <a:gd name="connsiteY118" fmla="*/ 232939 h 392866"/>
                <a:gd name="connsiteX119" fmla="*/ 477399 w 542893"/>
                <a:gd name="connsiteY119" fmla="*/ 226939 h 392866"/>
                <a:gd name="connsiteX120" fmla="*/ 475483 w 542893"/>
                <a:gd name="connsiteY120" fmla="*/ 211690 h 392866"/>
                <a:gd name="connsiteX121" fmla="*/ 465067 w 542893"/>
                <a:gd name="connsiteY121" fmla="*/ 165778 h 392866"/>
                <a:gd name="connsiteX122" fmla="*/ 479149 w 542893"/>
                <a:gd name="connsiteY122" fmla="*/ 128448 h 392866"/>
                <a:gd name="connsiteX123" fmla="*/ 510813 w 542893"/>
                <a:gd name="connsiteY123" fmla="*/ 125782 h 392866"/>
                <a:gd name="connsiteX124" fmla="*/ 522645 w 542893"/>
                <a:gd name="connsiteY124" fmla="*/ 143863 h 392866"/>
                <a:gd name="connsiteX125" fmla="*/ 527311 w 542893"/>
                <a:gd name="connsiteY125" fmla="*/ 231355 h 392866"/>
                <a:gd name="connsiteX126" fmla="*/ 527311 w 542893"/>
                <a:gd name="connsiteY126" fmla="*/ 231355 h 392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Lst>
              <a:rect l="l" t="t" r="r" b="b"/>
              <a:pathLst>
                <a:path w="542893" h="392866">
                  <a:moveTo>
                    <a:pt x="542893" y="197025"/>
                  </a:moveTo>
                  <a:cubicBezTo>
                    <a:pt x="542810" y="160695"/>
                    <a:pt x="537810" y="123448"/>
                    <a:pt x="515146" y="93701"/>
                  </a:cubicBezTo>
                  <a:cubicBezTo>
                    <a:pt x="493814" y="65787"/>
                    <a:pt x="470650" y="40373"/>
                    <a:pt x="441569" y="20708"/>
                  </a:cubicBezTo>
                  <a:cubicBezTo>
                    <a:pt x="433986" y="15542"/>
                    <a:pt x="425737" y="10875"/>
                    <a:pt x="417071" y="7292"/>
                  </a:cubicBezTo>
                  <a:cubicBezTo>
                    <a:pt x="416905" y="7209"/>
                    <a:pt x="416738" y="7042"/>
                    <a:pt x="416488" y="6959"/>
                  </a:cubicBezTo>
                  <a:cubicBezTo>
                    <a:pt x="416155" y="6876"/>
                    <a:pt x="415821" y="6709"/>
                    <a:pt x="415488" y="6626"/>
                  </a:cubicBezTo>
                  <a:cubicBezTo>
                    <a:pt x="399239" y="126"/>
                    <a:pt x="381741" y="-2373"/>
                    <a:pt x="365076" y="2709"/>
                  </a:cubicBezTo>
                  <a:cubicBezTo>
                    <a:pt x="354744" y="5209"/>
                    <a:pt x="344744" y="10126"/>
                    <a:pt x="334995" y="17708"/>
                  </a:cubicBezTo>
                  <a:cubicBezTo>
                    <a:pt x="323080" y="27041"/>
                    <a:pt x="320163" y="39956"/>
                    <a:pt x="323330" y="52205"/>
                  </a:cubicBezTo>
                  <a:cubicBezTo>
                    <a:pt x="319497" y="52038"/>
                    <a:pt x="315414" y="52538"/>
                    <a:pt x="311747" y="52955"/>
                  </a:cubicBezTo>
                  <a:cubicBezTo>
                    <a:pt x="296832" y="54538"/>
                    <a:pt x="284666" y="60871"/>
                    <a:pt x="271751" y="67787"/>
                  </a:cubicBezTo>
                  <a:cubicBezTo>
                    <a:pt x="242254" y="83536"/>
                    <a:pt x="213923" y="101201"/>
                    <a:pt x="182342" y="112533"/>
                  </a:cubicBezTo>
                  <a:cubicBezTo>
                    <a:pt x="167927" y="117782"/>
                    <a:pt x="153512" y="122865"/>
                    <a:pt x="140929" y="131781"/>
                  </a:cubicBezTo>
                  <a:cubicBezTo>
                    <a:pt x="126931" y="141780"/>
                    <a:pt x="113765" y="152279"/>
                    <a:pt x="98850" y="160945"/>
                  </a:cubicBezTo>
                  <a:cubicBezTo>
                    <a:pt x="82601" y="170444"/>
                    <a:pt x="66603" y="178860"/>
                    <a:pt x="48771" y="185110"/>
                  </a:cubicBezTo>
                  <a:cubicBezTo>
                    <a:pt x="36105" y="189526"/>
                    <a:pt x="27690" y="193859"/>
                    <a:pt x="18774" y="204191"/>
                  </a:cubicBezTo>
                  <a:cubicBezTo>
                    <a:pt x="18107" y="204941"/>
                    <a:pt x="17940" y="205774"/>
                    <a:pt x="17940" y="206608"/>
                  </a:cubicBezTo>
                  <a:cubicBezTo>
                    <a:pt x="8608" y="213191"/>
                    <a:pt x="2359" y="223023"/>
                    <a:pt x="1525" y="237105"/>
                  </a:cubicBezTo>
                  <a:cubicBezTo>
                    <a:pt x="609" y="252687"/>
                    <a:pt x="2025" y="268352"/>
                    <a:pt x="1525" y="284017"/>
                  </a:cubicBezTo>
                  <a:cubicBezTo>
                    <a:pt x="942" y="301016"/>
                    <a:pt x="-891" y="317848"/>
                    <a:pt x="525" y="334846"/>
                  </a:cubicBezTo>
                  <a:cubicBezTo>
                    <a:pt x="1525" y="346678"/>
                    <a:pt x="3025" y="358344"/>
                    <a:pt x="11191" y="367676"/>
                  </a:cubicBezTo>
                  <a:cubicBezTo>
                    <a:pt x="20773" y="378592"/>
                    <a:pt x="37855" y="383509"/>
                    <a:pt x="51688" y="386175"/>
                  </a:cubicBezTo>
                  <a:cubicBezTo>
                    <a:pt x="85934" y="392674"/>
                    <a:pt x="122431" y="392841"/>
                    <a:pt x="157261" y="392841"/>
                  </a:cubicBezTo>
                  <a:cubicBezTo>
                    <a:pt x="196924" y="392924"/>
                    <a:pt x="236587" y="392841"/>
                    <a:pt x="276334" y="392008"/>
                  </a:cubicBezTo>
                  <a:cubicBezTo>
                    <a:pt x="313914" y="391258"/>
                    <a:pt x="351160" y="389591"/>
                    <a:pt x="388574" y="385842"/>
                  </a:cubicBezTo>
                  <a:cubicBezTo>
                    <a:pt x="423654" y="382258"/>
                    <a:pt x="461067" y="381592"/>
                    <a:pt x="495064" y="371510"/>
                  </a:cubicBezTo>
                  <a:cubicBezTo>
                    <a:pt x="525312" y="362594"/>
                    <a:pt x="534227" y="334846"/>
                    <a:pt x="538227" y="305849"/>
                  </a:cubicBezTo>
                  <a:cubicBezTo>
                    <a:pt x="542977" y="269685"/>
                    <a:pt x="542893" y="233189"/>
                    <a:pt x="542893" y="197025"/>
                  </a:cubicBezTo>
                  <a:lnTo>
                    <a:pt x="542893" y="197025"/>
                  </a:lnTo>
                  <a:close/>
                  <a:moveTo>
                    <a:pt x="352910" y="21291"/>
                  </a:moveTo>
                  <a:cubicBezTo>
                    <a:pt x="366076" y="13125"/>
                    <a:pt x="383658" y="12709"/>
                    <a:pt x="398406" y="15792"/>
                  </a:cubicBezTo>
                  <a:cubicBezTo>
                    <a:pt x="426487" y="21624"/>
                    <a:pt x="450401" y="44039"/>
                    <a:pt x="470150" y="63454"/>
                  </a:cubicBezTo>
                  <a:cubicBezTo>
                    <a:pt x="486732" y="79786"/>
                    <a:pt x="504480" y="99617"/>
                    <a:pt x="514812" y="121449"/>
                  </a:cubicBezTo>
                  <a:cubicBezTo>
                    <a:pt x="514479" y="121282"/>
                    <a:pt x="514146" y="121032"/>
                    <a:pt x="513729" y="120865"/>
                  </a:cubicBezTo>
                  <a:cubicBezTo>
                    <a:pt x="502647" y="115366"/>
                    <a:pt x="494814" y="113116"/>
                    <a:pt x="482982" y="117532"/>
                  </a:cubicBezTo>
                  <a:cubicBezTo>
                    <a:pt x="474316" y="120782"/>
                    <a:pt x="468150" y="126615"/>
                    <a:pt x="464067" y="134864"/>
                  </a:cubicBezTo>
                  <a:cubicBezTo>
                    <a:pt x="463150" y="136697"/>
                    <a:pt x="462317" y="138780"/>
                    <a:pt x="461484" y="141030"/>
                  </a:cubicBezTo>
                  <a:cubicBezTo>
                    <a:pt x="454984" y="126782"/>
                    <a:pt x="437236" y="115699"/>
                    <a:pt x="425487" y="108366"/>
                  </a:cubicBezTo>
                  <a:cubicBezTo>
                    <a:pt x="399323" y="91951"/>
                    <a:pt x="367076" y="87285"/>
                    <a:pt x="344578" y="64287"/>
                  </a:cubicBezTo>
                  <a:cubicBezTo>
                    <a:pt x="339995" y="59538"/>
                    <a:pt x="335745" y="53205"/>
                    <a:pt x="334245" y="46455"/>
                  </a:cubicBezTo>
                  <a:cubicBezTo>
                    <a:pt x="335912" y="36373"/>
                    <a:pt x="344161" y="26791"/>
                    <a:pt x="352910" y="21291"/>
                  </a:cubicBezTo>
                  <a:lnTo>
                    <a:pt x="352910" y="21291"/>
                  </a:lnTo>
                  <a:close/>
                  <a:moveTo>
                    <a:pt x="95184" y="176610"/>
                  </a:moveTo>
                  <a:cubicBezTo>
                    <a:pt x="121514" y="160445"/>
                    <a:pt x="144346" y="139614"/>
                    <a:pt x="174260" y="130698"/>
                  </a:cubicBezTo>
                  <a:cubicBezTo>
                    <a:pt x="200507" y="122865"/>
                    <a:pt x="221422" y="112533"/>
                    <a:pt x="244420" y="97701"/>
                  </a:cubicBezTo>
                  <a:cubicBezTo>
                    <a:pt x="256669" y="89785"/>
                    <a:pt x="269085" y="82369"/>
                    <a:pt x="281417" y="74620"/>
                  </a:cubicBezTo>
                  <a:cubicBezTo>
                    <a:pt x="292166" y="67870"/>
                    <a:pt x="310831" y="57455"/>
                    <a:pt x="325663" y="59204"/>
                  </a:cubicBezTo>
                  <a:cubicBezTo>
                    <a:pt x="328329" y="64954"/>
                    <a:pt x="332245" y="70287"/>
                    <a:pt x="337245" y="74786"/>
                  </a:cubicBezTo>
                  <a:cubicBezTo>
                    <a:pt x="348077" y="84535"/>
                    <a:pt x="360493" y="92451"/>
                    <a:pt x="373492" y="99034"/>
                  </a:cubicBezTo>
                  <a:cubicBezTo>
                    <a:pt x="388240" y="106450"/>
                    <a:pt x="404822" y="110950"/>
                    <a:pt x="418738" y="119699"/>
                  </a:cubicBezTo>
                  <a:cubicBezTo>
                    <a:pt x="429820" y="126615"/>
                    <a:pt x="460817" y="145613"/>
                    <a:pt x="448818" y="161528"/>
                  </a:cubicBezTo>
                  <a:cubicBezTo>
                    <a:pt x="444152" y="167778"/>
                    <a:pt x="434986" y="168695"/>
                    <a:pt x="427904" y="169861"/>
                  </a:cubicBezTo>
                  <a:cubicBezTo>
                    <a:pt x="415571" y="171944"/>
                    <a:pt x="402989" y="173027"/>
                    <a:pt x="390574" y="174111"/>
                  </a:cubicBezTo>
                  <a:cubicBezTo>
                    <a:pt x="352410" y="177444"/>
                    <a:pt x="314247" y="179027"/>
                    <a:pt x="276084" y="183277"/>
                  </a:cubicBezTo>
                  <a:cubicBezTo>
                    <a:pt x="237837" y="187526"/>
                    <a:pt x="199674" y="190609"/>
                    <a:pt x="161261" y="192442"/>
                  </a:cubicBezTo>
                  <a:cubicBezTo>
                    <a:pt x="127264" y="194109"/>
                    <a:pt x="92350" y="192276"/>
                    <a:pt x="58270" y="195192"/>
                  </a:cubicBezTo>
                  <a:cubicBezTo>
                    <a:pt x="71519" y="190859"/>
                    <a:pt x="83518" y="183693"/>
                    <a:pt x="95184" y="176610"/>
                  </a:cubicBezTo>
                  <a:lnTo>
                    <a:pt x="95184" y="176610"/>
                  </a:lnTo>
                  <a:close/>
                  <a:moveTo>
                    <a:pt x="27440" y="218190"/>
                  </a:moveTo>
                  <a:cubicBezTo>
                    <a:pt x="39189" y="211024"/>
                    <a:pt x="55104" y="211690"/>
                    <a:pt x="68269" y="211191"/>
                  </a:cubicBezTo>
                  <a:cubicBezTo>
                    <a:pt x="84518" y="210607"/>
                    <a:pt x="100850" y="210441"/>
                    <a:pt x="117098" y="209607"/>
                  </a:cubicBezTo>
                  <a:cubicBezTo>
                    <a:pt x="149595" y="207858"/>
                    <a:pt x="182092" y="205858"/>
                    <a:pt x="214589" y="202775"/>
                  </a:cubicBezTo>
                  <a:cubicBezTo>
                    <a:pt x="245920" y="199775"/>
                    <a:pt x="277167" y="195192"/>
                    <a:pt x="308581" y="192192"/>
                  </a:cubicBezTo>
                  <a:cubicBezTo>
                    <a:pt x="340828" y="189109"/>
                    <a:pt x="373158" y="187776"/>
                    <a:pt x="405406" y="184026"/>
                  </a:cubicBezTo>
                  <a:cubicBezTo>
                    <a:pt x="422737" y="182026"/>
                    <a:pt x="449818" y="181943"/>
                    <a:pt x="460067" y="165611"/>
                  </a:cubicBezTo>
                  <a:cubicBezTo>
                    <a:pt x="464400" y="184026"/>
                    <a:pt x="466733" y="203525"/>
                    <a:pt x="467900" y="221773"/>
                  </a:cubicBezTo>
                  <a:cubicBezTo>
                    <a:pt x="467900" y="222273"/>
                    <a:pt x="467983" y="222773"/>
                    <a:pt x="467983" y="223273"/>
                  </a:cubicBezTo>
                  <a:cubicBezTo>
                    <a:pt x="457234" y="221023"/>
                    <a:pt x="444652" y="223273"/>
                    <a:pt x="433986" y="223523"/>
                  </a:cubicBezTo>
                  <a:cubicBezTo>
                    <a:pt x="417154" y="223856"/>
                    <a:pt x="400156" y="224856"/>
                    <a:pt x="383574" y="227106"/>
                  </a:cubicBezTo>
                  <a:cubicBezTo>
                    <a:pt x="340162" y="232855"/>
                    <a:pt x="298499" y="246187"/>
                    <a:pt x="254336" y="247771"/>
                  </a:cubicBezTo>
                  <a:cubicBezTo>
                    <a:pt x="210090" y="249354"/>
                    <a:pt x="167594" y="238355"/>
                    <a:pt x="123764" y="235938"/>
                  </a:cubicBezTo>
                  <a:cubicBezTo>
                    <a:pt x="84934" y="233772"/>
                    <a:pt x="48604" y="239355"/>
                    <a:pt x="14357" y="257686"/>
                  </a:cubicBezTo>
                  <a:cubicBezTo>
                    <a:pt x="14691" y="243438"/>
                    <a:pt x="14191" y="226356"/>
                    <a:pt x="27440" y="218190"/>
                  </a:cubicBezTo>
                  <a:lnTo>
                    <a:pt x="27440" y="218190"/>
                  </a:lnTo>
                  <a:close/>
                  <a:moveTo>
                    <a:pt x="132430" y="245521"/>
                  </a:moveTo>
                  <a:cubicBezTo>
                    <a:pt x="174260" y="249854"/>
                    <a:pt x="214673" y="258603"/>
                    <a:pt x="257169" y="256770"/>
                  </a:cubicBezTo>
                  <a:cubicBezTo>
                    <a:pt x="297832" y="254937"/>
                    <a:pt x="335162" y="239105"/>
                    <a:pt x="375242" y="234605"/>
                  </a:cubicBezTo>
                  <a:cubicBezTo>
                    <a:pt x="391740" y="232772"/>
                    <a:pt x="408572" y="230772"/>
                    <a:pt x="425154" y="231106"/>
                  </a:cubicBezTo>
                  <a:cubicBezTo>
                    <a:pt x="438736" y="231355"/>
                    <a:pt x="454818" y="229356"/>
                    <a:pt x="468400" y="232689"/>
                  </a:cubicBezTo>
                  <a:cubicBezTo>
                    <a:pt x="468650" y="242021"/>
                    <a:pt x="468650" y="251354"/>
                    <a:pt x="469150" y="260686"/>
                  </a:cubicBezTo>
                  <a:cubicBezTo>
                    <a:pt x="469400" y="265852"/>
                    <a:pt x="470066" y="271185"/>
                    <a:pt x="470650" y="276435"/>
                  </a:cubicBezTo>
                  <a:cubicBezTo>
                    <a:pt x="433153" y="279851"/>
                    <a:pt x="395323" y="270519"/>
                    <a:pt x="357660" y="274185"/>
                  </a:cubicBezTo>
                  <a:cubicBezTo>
                    <a:pt x="315330" y="278351"/>
                    <a:pt x="276417" y="300516"/>
                    <a:pt x="233504" y="302016"/>
                  </a:cubicBezTo>
                  <a:cubicBezTo>
                    <a:pt x="187925" y="303599"/>
                    <a:pt x="143179" y="295766"/>
                    <a:pt x="98350" y="288517"/>
                  </a:cubicBezTo>
                  <a:cubicBezTo>
                    <a:pt x="82268" y="285934"/>
                    <a:pt x="65853" y="280934"/>
                    <a:pt x="49521" y="283184"/>
                  </a:cubicBezTo>
                  <a:cubicBezTo>
                    <a:pt x="34856" y="285267"/>
                    <a:pt x="23357" y="290183"/>
                    <a:pt x="12191" y="298599"/>
                  </a:cubicBezTo>
                  <a:cubicBezTo>
                    <a:pt x="13191" y="286101"/>
                    <a:pt x="14024" y="273768"/>
                    <a:pt x="14441" y="261269"/>
                  </a:cubicBezTo>
                  <a:cubicBezTo>
                    <a:pt x="52437" y="246687"/>
                    <a:pt x="91684" y="241355"/>
                    <a:pt x="132430" y="245521"/>
                  </a:cubicBezTo>
                  <a:lnTo>
                    <a:pt x="132430" y="245521"/>
                  </a:lnTo>
                  <a:close/>
                  <a:moveTo>
                    <a:pt x="12441" y="344845"/>
                  </a:moveTo>
                  <a:cubicBezTo>
                    <a:pt x="9608" y="331346"/>
                    <a:pt x="10691" y="316598"/>
                    <a:pt x="11858" y="302849"/>
                  </a:cubicBezTo>
                  <a:cubicBezTo>
                    <a:pt x="18357" y="301349"/>
                    <a:pt x="24023" y="297933"/>
                    <a:pt x="30606" y="296100"/>
                  </a:cubicBezTo>
                  <a:cubicBezTo>
                    <a:pt x="40522" y="293267"/>
                    <a:pt x="51104" y="291183"/>
                    <a:pt x="61353" y="291517"/>
                  </a:cubicBezTo>
                  <a:cubicBezTo>
                    <a:pt x="81518" y="292183"/>
                    <a:pt x="102849" y="298683"/>
                    <a:pt x="122764" y="302099"/>
                  </a:cubicBezTo>
                  <a:cubicBezTo>
                    <a:pt x="162094" y="308765"/>
                    <a:pt x="204340" y="315015"/>
                    <a:pt x="244420" y="310265"/>
                  </a:cubicBezTo>
                  <a:cubicBezTo>
                    <a:pt x="285083" y="305432"/>
                    <a:pt x="321996" y="284101"/>
                    <a:pt x="363159" y="281601"/>
                  </a:cubicBezTo>
                  <a:cubicBezTo>
                    <a:pt x="399323" y="279351"/>
                    <a:pt x="435319" y="289517"/>
                    <a:pt x="471483" y="286767"/>
                  </a:cubicBezTo>
                  <a:cubicBezTo>
                    <a:pt x="471483" y="289184"/>
                    <a:pt x="471483" y="291683"/>
                    <a:pt x="471233" y="294100"/>
                  </a:cubicBezTo>
                  <a:cubicBezTo>
                    <a:pt x="467567" y="328430"/>
                    <a:pt x="434903" y="333930"/>
                    <a:pt x="406655" y="338012"/>
                  </a:cubicBezTo>
                  <a:cubicBezTo>
                    <a:pt x="379408" y="341929"/>
                    <a:pt x="352577" y="343845"/>
                    <a:pt x="325246" y="345762"/>
                  </a:cubicBezTo>
                  <a:cubicBezTo>
                    <a:pt x="296665" y="347762"/>
                    <a:pt x="269001" y="349761"/>
                    <a:pt x="240254" y="348095"/>
                  </a:cubicBezTo>
                  <a:cubicBezTo>
                    <a:pt x="213006" y="346512"/>
                    <a:pt x="185842" y="345345"/>
                    <a:pt x="158594" y="343595"/>
                  </a:cubicBezTo>
                  <a:cubicBezTo>
                    <a:pt x="132763" y="342012"/>
                    <a:pt x="106099" y="341179"/>
                    <a:pt x="80268" y="343179"/>
                  </a:cubicBezTo>
                  <a:cubicBezTo>
                    <a:pt x="57270" y="344929"/>
                    <a:pt x="35106" y="346345"/>
                    <a:pt x="12441" y="344845"/>
                  </a:cubicBezTo>
                  <a:lnTo>
                    <a:pt x="12441" y="344845"/>
                  </a:lnTo>
                  <a:close/>
                  <a:moveTo>
                    <a:pt x="527311" y="231355"/>
                  </a:moveTo>
                  <a:cubicBezTo>
                    <a:pt x="526811" y="262519"/>
                    <a:pt x="525978" y="295516"/>
                    <a:pt x="517312" y="325597"/>
                  </a:cubicBezTo>
                  <a:cubicBezTo>
                    <a:pt x="512313" y="342929"/>
                    <a:pt x="506063" y="352594"/>
                    <a:pt x="488148" y="357844"/>
                  </a:cubicBezTo>
                  <a:cubicBezTo>
                    <a:pt x="471483" y="362760"/>
                    <a:pt x="454068" y="365010"/>
                    <a:pt x="436820" y="366927"/>
                  </a:cubicBezTo>
                  <a:cubicBezTo>
                    <a:pt x="373325" y="374009"/>
                    <a:pt x="310414" y="379009"/>
                    <a:pt x="246503" y="380425"/>
                  </a:cubicBezTo>
                  <a:cubicBezTo>
                    <a:pt x="214673" y="381175"/>
                    <a:pt x="182842" y="381425"/>
                    <a:pt x="150928" y="381509"/>
                  </a:cubicBezTo>
                  <a:cubicBezTo>
                    <a:pt x="118681" y="381592"/>
                    <a:pt x="83351" y="382425"/>
                    <a:pt x="51688" y="375342"/>
                  </a:cubicBezTo>
                  <a:cubicBezTo>
                    <a:pt x="37022" y="372010"/>
                    <a:pt x="21607" y="367010"/>
                    <a:pt x="15024" y="353261"/>
                  </a:cubicBezTo>
                  <a:cubicBezTo>
                    <a:pt x="56104" y="357094"/>
                    <a:pt x="97683" y="352761"/>
                    <a:pt x="139013" y="353261"/>
                  </a:cubicBezTo>
                  <a:cubicBezTo>
                    <a:pt x="186925" y="353928"/>
                    <a:pt x="235171" y="360011"/>
                    <a:pt x="283167" y="357844"/>
                  </a:cubicBezTo>
                  <a:cubicBezTo>
                    <a:pt x="329912" y="355678"/>
                    <a:pt x="376491" y="351428"/>
                    <a:pt x="422904" y="345012"/>
                  </a:cubicBezTo>
                  <a:cubicBezTo>
                    <a:pt x="439986" y="342679"/>
                    <a:pt x="458567" y="338596"/>
                    <a:pt x="470400" y="324930"/>
                  </a:cubicBezTo>
                  <a:cubicBezTo>
                    <a:pt x="480982" y="312765"/>
                    <a:pt x="483315" y="296350"/>
                    <a:pt x="481732" y="280851"/>
                  </a:cubicBezTo>
                  <a:cubicBezTo>
                    <a:pt x="480149" y="264936"/>
                    <a:pt x="479399" y="248854"/>
                    <a:pt x="477982" y="232939"/>
                  </a:cubicBezTo>
                  <a:cubicBezTo>
                    <a:pt x="479232" y="231189"/>
                    <a:pt x="479315" y="228439"/>
                    <a:pt x="477399" y="226939"/>
                  </a:cubicBezTo>
                  <a:cubicBezTo>
                    <a:pt x="476899" y="221856"/>
                    <a:pt x="476232" y="216773"/>
                    <a:pt x="475483" y="211690"/>
                  </a:cubicBezTo>
                  <a:cubicBezTo>
                    <a:pt x="473149" y="196775"/>
                    <a:pt x="470650" y="180443"/>
                    <a:pt x="465067" y="165778"/>
                  </a:cubicBezTo>
                  <a:cubicBezTo>
                    <a:pt x="473066" y="154446"/>
                    <a:pt x="469733" y="139281"/>
                    <a:pt x="479149" y="128448"/>
                  </a:cubicBezTo>
                  <a:cubicBezTo>
                    <a:pt x="487482" y="118949"/>
                    <a:pt x="500647" y="119366"/>
                    <a:pt x="510813" y="125782"/>
                  </a:cubicBezTo>
                  <a:cubicBezTo>
                    <a:pt x="518229" y="130531"/>
                    <a:pt x="517812" y="137197"/>
                    <a:pt x="522645" y="143863"/>
                  </a:cubicBezTo>
                  <a:cubicBezTo>
                    <a:pt x="529478" y="172361"/>
                    <a:pt x="527728" y="202358"/>
                    <a:pt x="527311" y="231355"/>
                  </a:cubicBezTo>
                  <a:lnTo>
                    <a:pt x="527311" y="231355"/>
                  </a:lnTo>
                  <a:close/>
                </a:path>
              </a:pathLst>
            </a:custGeom>
            <a:grpFill/>
            <a:ln w="8332" cap="flat">
              <a:noFill/>
              <a:prstDash val="solid"/>
              <a:miter/>
            </a:ln>
          </p:spPr>
          <p:txBody>
            <a:bodyPr rtlCol="0" anchor="ctr"/>
            <a:lstStyle/>
            <a:p>
              <a:endParaRPr lang="en-US"/>
            </a:p>
          </p:txBody>
        </p:sp>
        <p:sp>
          <p:nvSpPr>
            <p:cNvPr id="1811" name="Freeform: Shape 1810"/>
            <p:cNvSpPr/>
            <p:nvPr/>
          </p:nvSpPr>
          <p:spPr>
            <a:xfrm>
              <a:off x="6134527" y="-247926"/>
              <a:ext cx="542911" cy="392866"/>
            </a:xfrm>
            <a:custGeom>
              <a:avLst/>
              <a:gdLst>
                <a:gd name="connsiteX0" fmla="*/ 542893 w 542911"/>
                <a:gd name="connsiteY0" fmla="*/ 197025 h 392866"/>
                <a:gd name="connsiteX1" fmla="*/ 515146 w 542911"/>
                <a:gd name="connsiteY1" fmla="*/ 93701 h 392866"/>
                <a:gd name="connsiteX2" fmla="*/ 441569 w 542911"/>
                <a:gd name="connsiteY2" fmla="*/ 20708 h 392866"/>
                <a:gd name="connsiteX3" fmla="*/ 417071 w 542911"/>
                <a:gd name="connsiteY3" fmla="*/ 7292 h 392866"/>
                <a:gd name="connsiteX4" fmla="*/ 416488 w 542911"/>
                <a:gd name="connsiteY4" fmla="*/ 6959 h 392866"/>
                <a:gd name="connsiteX5" fmla="*/ 415488 w 542911"/>
                <a:gd name="connsiteY5" fmla="*/ 6626 h 392866"/>
                <a:gd name="connsiteX6" fmla="*/ 365076 w 542911"/>
                <a:gd name="connsiteY6" fmla="*/ 2709 h 392866"/>
                <a:gd name="connsiteX7" fmla="*/ 334995 w 542911"/>
                <a:gd name="connsiteY7" fmla="*/ 17708 h 392866"/>
                <a:gd name="connsiteX8" fmla="*/ 323329 w 542911"/>
                <a:gd name="connsiteY8" fmla="*/ 52205 h 392866"/>
                <a:gd name="connsiteX9" fmla="*/ 311747 w 542911"/>
                <a:gd name="connsiteY9" fmla="*/ 52955 h 392866"/>
                <a:gd name="connsiteX10" fmla="*/ 271751 w 542911"/>
                <a:gd name="connsiteY10" fmla="*/ 67787 h 392866"/>
                <a:gd name="connsiteX11" fmla="*/ 182342 w 542911"/>
                <a:gd name="connsiteY11" fmla="*/ 112533 h 392866"/>
                <a:gd name="connsiteX12" fmla="*/ 140929 w 542911"/>
                <a:gd name="connsiteY12" fmla="*/ 131781 h 392866"/>
                <a:gd name="connsiteX13" fmla="*/ 98850 w 542911"/>
                <a:gd name="connsiteY13" fmla="*/ 160945 h 392866"/>
                <a:gd name="connsiteX14" fmla="*/ 48771 w 542911"/>
                <a:gd name="connsiteY14" fmla="*/ 185110 h 392866"/>
                <a:gd name="connsiteX15" fmla="*/ 18774 w 542911"/>
                <a:gd name="connsiteY15" fmla="*/ 204191 h 392866"/>
                <a:gd name="connsiteX16" fmla="*/ 17940 w 542911"/>
                <a:gd name="connsiteY16" fmla="*/ 206608 h 392866"/>
                <a:gd name="connsiteX17" fmla="*/ 1525 w 542911"/>
                <a:gd name="connsiteY17" fmla="*/ 237105 h 392866"/>
                <a:gd name="connsiteX18" fmla="*/ 1525 w 542911"/>
                <a:gd name="connsiteY18" fmla="*/ 284017 h 392866"/>
                <a:gd name="connsiteX19" fmla="*/ 525 w 542911"/>
                <a:gd name="connsiteY19" fmla="*/ 334846 h 392866"/>
                <a:gd name="connsiteX20" fmla="*/ 11191 w 542911"/>
                <a:gd name="connsiteY20" fmla="*/ 367677 h 392866"/>
                <a:gd name="connsiteX21" fmla="*/ 51687 w 542911"/>
                <a:gd name="connsiteY21" fmla="*/ 386175 h 392866"/>
                <a:gd name="connsiteX22" fmla="*/ 157261 w 542911"/>
                <a:gd name="connsiteY22" fmla="*/ 392841 h 392866"/>
                <a:gd name="connsiteX23" fmla="*/ 276334 w 542911"/>
                <a:gd name="connsiteY23" fmla="*/ 392008 h 392866"/>
                <a:gd name="connsiteX24" fmla="*/ 388574 w 542911"/>
                <a:gd name="connsiteY24" fmla="*/ 385842 h 392866"/>
                <a:gd name="connsiteX25" fmla="*/ 495064 w 542911"/>
                <a:gd name="connsiteY25" fmla="*/ 371510 h 392866"/>
                <a:gd name="connsiteX26" fmla="*/ 538227 w 542911"/>
                <a:gd name="connsiteY26" fmla="*/ 305932 h 392866"/>
                <a:gd name="connsiteX27" fmla="*/ 542893 w 542911"/>
                <a:gd name="connsiteY27" fmla="*/ 197025 h 392866"/>
                <a:gd name="connsiteX28" fmla="*/ 542893 w 542911"/>
                <a:gd name="connsiteY28" fmla="*/ 197025 h 392866"/>
                <a:gd name="connsiteX29" fmla="*/ 352910 w 542911"/>
                <a:gd name="connsiteY29" fmla="*/ 21374 h 392866"/>
                <a:gd name="connsiteX30" fmla="*/ 398406 w 542911"/>
                <a:gd name="connsiteY30" fmla="*/ 15875 h 392866"/>
                <a:gd name="connsiteX31" fmla="*/ 470149 w 542911"/>
                <a:gd name="connsiteY31" fmla="*/ 63537 h 392866"/>
                <a:gd name="connsiteX32" fmla="*/ 514812 w 542911"/>
                <a:gd name="connsiteY32" fmla="*/ 121532 h 392866"/>
                <a:gd name="connsiteX33" fmla="*/ 513729 w 542911"/>
                <a:gd name="connsiteY33" fmla="*/ 120949 h 392866"/>
                <a:gd name="connsiteX34" fmla="*/ 482981 w 542911"/>
                <a:gd name="connsiteY34" fmla="*/ 117616 h 392866"/>
                <a:gd name="connsiteX35" fmla="*/ 464067 w 542911"/>
                <a:gd name="connsiteY35" fmla="*/ 134948 h 392866"/>
                <a:gd name="connsiteX36" fmla="*/ 461484 w 542911"/>
                <a:gd name="connsiteY36" fmla="*/ 141114 h 392866"/>
                <a:gd name="connsiteX37" fmla="*/ 425404 w 542911"/>
                <a:gd name="connsiteY37" fmla="*/ 108450 h 392866"/>
                <a:gd name="connsiteX38" fmla="*/ 344494 w 542911"/>
                <a:gd name="connsiteY38" fmla="*/ 64371 h 392866"/>
                <a:gd name="connsiteX39" fmla="*/ 334162 w 542911"/>
                <a:gd name="connsiteY39" fmla="*/ 46539 h 392866"/>
                <a:gd name="connsiteX40" fmla="*/ 352910 w 542911"/>
                <a:gd name="connsiteY40" fmla="*/ 21374 h 392866"/>
                <a:gd name="connsiteX41" fmla="*/ 352910 w 542911"/>
                <a:gd name="connsiteY41" fmla="*/ 21374 h 392866"/>
                <a:gd name="connsiteX42" fmla="*/ 95183 w 542911"/>
                <a:gd name="connsiteY42" fmla="*/ 176527 h 392866"/>
                <a:gd name="connsiteX43" fmla="*/ 174259 w 542911"/>
                <a:gd name="connsiteY43" fmla="*/ 130615 h 392866"/>
                <a:gd name="connsiteX44" fmla="*/ 244420 w 542911"/>
                <a:gd name="connsiteY44" fmla="*/ 97618 h 392866"/>
                <a:gd name="connsiteX45" fmla="*/ 281416 w 542911"/>
                <a:gd name="connsiteY45" fmla="*/ 74536 h 392866"/>
                <a:gd name="connsiteX46" fmla="*/ 325663 w 542911"/>
                <a:gd name="connsiteY46" fmla="*/ 59121 h 392866"/>
                <a:gd name="connsiteX47" fmla="*/ 337245 w 542911"/>
                <a:gd name="connsiteY47" fmla="*/ 74703 h 392866"/>
                <a:gd name="connsiteX48" fmla="*/ 373408 w 542911"/>
                <a:gd name="connsiteY48" fmla="*/ 98951 h 392866"/>
                <a:gd name="connsiteX49" fmla="*/ 418654 w 542911"/>
                <a:gd name="connsiteY49" fmla="*/ 119616 h 392866"/>
                <a:gd name="connsiteX50" fmla="*/ 448735 w 542911"/>
                <a:gd name="connsiteY50" fmla="*/ 161445 h 392866"/>
                <a:gd name="connsiteX51" fmla="*/ 427820 w 542911"/>
                <a:gd name="connsiteY51" fmla="*/ 169778 h 392866"/>
                <a:gd name="connsiteX52" fmla="*/ 390490 w 542911"/>
                <a:gd name="connsiteY52" fmla="*/ 174027 h 392866"/>
                <a:gd name="connsiteX53" fmla="*/ 276000 w 542911"/>
                <a:gd name="connsiteY53" fmla="*/ 183193 h 392866"/>
                <a:gd name="connsiteX54" fmla="*/ 161177 w 542911"/>
                <a:gd name="connsiteY54" fmla="*/ 192359 h 392866"/>
                <a:gd name="connsiteX55" fmla="*/ 58187 w 542911"/>
                <a:gd name="connsiteY55" fmla="*/ 195109 h 392866"/>
                <a:gd name="connsiteX56" fmla="*/ 95183 w 542911"/>
                <a:gd name="connsiteY56" fmla="*/ 176527 h 392866"/>
                <a:gd name="connsiteX57" fmla="*/ 95183 w 542911"/>
                <a:gd name="connsiteY57" fmla="*/ 176527 h 392866"/>
                <a:gd name="connsiteX58" fmla="*/ 27523 w 542911"/>
                <a:gd name="connsiteY58" fmla="*/ 218190 h 392866"/>
                <a:gd name="connsiteX59" fmla="*/ 68353 w 542911"/>
                <a:gd name="connsiteY59" fmla="*/ 211191 h 392866"/>
                <a:gd name="connsiteX60" fmla="*/ 117181 w 542911"/>
                <a:gd name="connsiteY60" fmla="*/ 209607 h 392866"/>
                <a:gd name="connsiteX61" fmla="*/ 214673 w 542911"/>
                <a:gd name="connsiteY61" fmla="*/ 202775 h 392866"/>
                <a:gd name="connsiteX62" fmla="*/ 308664 w 542911"/>
                <a:gd name="connsiteY62" fmla="*/ 192192 h 392866"/>
                <a:gd name="connsiteX63" fmla="*/ 405489 w 542911"/>
                <a:gd name="connsiteY63" fmla="*/ 184026 h 392866"/>
                <a:gd name="connsiteX64" fmla="*/ 460150 w 542911"/>
                <a:gd name="connsiteY64" fmla="*/ 165611 h 392866"/>
                <a:gd name="connsiteX65" fmla="*/ 467983 w 542911"/>
                <a:gd name="connsiteY65" fmla="*/ 221773 h 392866"/>
                <a:gd name="connsiteX66" fmla="*/ 468066 w 542911"/>
                <a:gd name="connsiteY66" fmla="*/ 223273 h 392866"/>
                <a:gd name="connsiteX67" fmla="*/ 434069 w 542911"/>
                <a:gd name="connsiteY67" fmla="*/ 223523 h 392866"/>
                <a:gd name="connsiteX68" fmla="*/ 383657 w 542911"/>
                <a:gd name="connsiteY68" fmla="*/ 227106 h 392866"/>
                <a:gd name="connsiteX69" fmla="*/ 254419 w 542911"/>
                <a:gd name="connsiteY69" fmla="*/ 247771 h 392866"/>
                <a:gd name="connsiteX70" fmla="*/ 123847 w 542911"/>
                <a:gd name="connsiteY70" fmla="*/ 235938 h 392866"/>
                <a:gd name="connsiteX71" fmla="*/ 14441 w 542911"/>
                <a:gd name="connsiteY71" fmla="*/ 257686 h 392866"/>
                <a:gd name="connsiteX72" fmla="*/ 27523 w 542911"/>
                <a:gd name="connsiteY72" fmla="*/ 218190 h 392866"/>
                <a:gd name="connsiteX73" fmla="*/ 27523 w 542911"/>
                <a:gd name="connsiteY73" fmla="*/ 218190 h 392866"/>
                <a:gd name="connsiteX74" fmla="*/ 132430 w 542911"/>
                <a:gd name="connsiteY74" fmla="*/ 245604 h 392866"/>
                <a:gd name="connsiteX75" fmla="*/ 257169 w 542911"/>
                <a:gd name="connsiteY75" fmla="*/ 256853 h 392866"/>
                <a:gd name="connsiteX76" fmla="*/ 375241 w 542911"/>
                <a:gd name="connsiteY76" fmla="*/ 234689 h 392866"/>
                <a:gd name="connsiteX77" fmla="*/ 425153 w 542911"/>
                <a:gd name="connsiteY77" fmla="*/ 231189 h 392866"/>
                <a:gd name="connsiteX78" fmla="*/ 468399 w 542911"/>
                <a:gd name="connsiteY78" fmla="*/ 232772 h 392866"/>
                <a:gd name="connsiteX79" fmla="*/ 469150 w 542911"/>
                <a:gd name="connsiteY79" fmla="*/ 260770 h 392866"/>
                <a:gd name="connsiteX80" fmla="*/ 470649 w 542911"/>
                <a:gd name="connsiteY80" fmla="*/ 276518 h 392866"/>
                <a:gd name="connsiteX81" fmla="*/ 357660 w 542911"/>
                <a:gd name="connsiteY81" fmla="*/ 274268 h 392866"/>
                <a:gd name="connsiteX82" fmla="*/ 233504 w 542911"/>
                <a:gd name="connsiteY82" fmla="*/ 302099 h 392866"/>
                <a:gd name="connsiteX83" fmla="*/ 98350 w 542911"/>
                <a:gd name="connsiteY83" fmla="*/ 288600 h 392866"/>
                <a:gd name="connsiteX84" fmla="*/ 49521 w 542911"/>
                <a:gd name="connsiteY84" fmla="*/ 283268 h 392866"/>
                <a:gd name="connsiteX85" fmla="*/ 12191 w 542911"/>
                <a:gd name="connsiteY85" fmla="*/ 298683 h 392866"/>
                <a:gd name="connsiteX86" fmla="*/ 14441 w 542911"/>
                <a:gd name="connsiteY86" fmla="*/ 261353 h 392866"/>
                <a:gd name="connsiteX87" fmla="*/ 132430 w 542911"/>
                <a:gd name="connsiteY87" fmla="*/ 245604 h 392866"/>
                <a:gd name="connsiteX88" fmla="*/ 132430 w 542911"/>
                <a:gd name="connsiteY88" fmla="*/ 245604 h 392866"/>
                <a:gd name="connsiteX89" fmla="*/ 12357 w 542911"/>
                <a:gd name="connsiteY89" fmla="*/ 344845 h 392866"/>
                <a:gd name="connsiteX90" fmla="*/ 11774 w 542911"/>
                <a:gd name="connsiteY90" fmla="*/ 302849 h 392866"/>
                <a:gd name="connsiteX91" fmla="*/ 30522 w 542911"/>
                <a:gd name="connsiteY91" fmla="*/ 296100 h 392866"/>
                <a:gd name="connsiteX92" fmla="*/ 61270 w 542911"/>
                <a:gd name="connsiteY92" fmla="*/ 291517 h 392866"/>
                <a:gd name="connsiteX93" fmla="*/ 122681 w 542911"/>
                <a:gd name="connsiteY93" fmla="*/ 302099 h 392866"/>
                <a:gd name="connsiteX94" fmla="*/ 244337 w 542911"/>
                <a:gd name="connsiteY94" fmla="*/ 310265 h 392866"/>
                <a:gd name="connsiteX95" fmla="*/ 363076 w 542911"/>
                <a:gd name="connsiteY95" fmla="*/ 281601 h 392866"/>
                <a:gd name="connsiteX96" fmla="*/ 471400 w 542911"/>
                <a:gd name="connsiteY96" fmla="*/ 286767 h 392866"/>
                <a:gd name="connsiteX97" fmla="*/ 471149 w 542911"/>
                <a:gd name="connsiteY97" fmla="*/ 294100 h 392866"/>
                <a:gd name="connsiteX98" fmla="*/ 406572 w 542911"/>
                <a:gd name="connsiteY98" fmla="*/ 338013 h 392866"/>
                <a:gd name="connsiteX99" fmla="*/ 325162 w 542911"/>
                <a:gd name="connsiteY99" fmla="*/ 345762 h 392866"/>
                <a:gd name="connsiteX100" fmla="*/ 240170 w 542911"/>
                <a:gd name="connsiteY100" fmla="*/ 348095 h 392866"/>
                <a:gd name="connsiteX101" fmla="*/ 158511 w 542911"/>
                <a:gd name="connsiteY101" fmla="*/ 343595 h 392866"/>
                <a:gd name="connsiteX102" fmla="*/ 80185 w 542911"/>
                <a:gd name="connsiteY102" fmla="*/ 343179 h 392866"/>
                <a:gd name="connsiteX103" fmla="*/ 12357 w 542911"/>
                <a:gd name="connsiteY103" fmla="*/ 344845 h 392866"/>
                <a:gd name="connsiteX104" fmla="*/ 12357 w 542911"/>
                <a:gd name="connsiteY104" fmla="*/ 344845 h 392866"/>
                <a:gd name="connsiteX105" fmla="*/ 527227 w 542911"/>
                <a:gd name="connsiteY105" fmla="*/ 231356 h 392866"/>
                <a:gd name="connsiteX106" fmla="*/ 517229 w 542911"/>
                <a:gd name="connsiteY106" fmla="*/ 325597 h 392866"/>
                <a:gd name="connsiteX107" fmla="*/ 488065 w 542911"/>
                <a:gd name="connsiteY107" fmla="*/ 357844 h 392866"/>
                <a:gd name="connsiteX108" fmla="*/ 436736 w 542911"/>
                <a:gd name="connsiteY108" fmla="*/ 366927 h 392866"/>
                <a:gd name="connsiteX109" fmla="*/ 246420 w 542911"/>
                <a:gd name="connsiteY109" fmla="*/ 380425 h 392866"/>
                <a:gd name="connsiteX110" fmla="*/ 150845 w 542911"/>
                <a:gd name="connsiteY110" fmla="*/ 381509 h 392866"/>
                <a:gd name="connsiteX111" fmla="*/ 51604 w 542911"/>
                <a:gd name="connsiteY111" fmla="*/ 375343 h 392866"/>
                <a:gd name="connsiteX112" fmla="*/ 14940 w 542911"/>
                <a:gd name="connsiteY112" fmla="*/ 353261 h 392866"/>
                <a:gd name="connsiteX113" fmla="*/ 138929 w 542911"/>
                <a:gd name="connsiteY113" fmla="*/ 353261 h 392866"/>
                <a:gd name="connsiteX114" fmla="*/ 283083 w 542911"/>
                <a:gd name="connsiteY114" fmla="*/ 357844 h 392866"/>
                <a:gd name="connsiteX115" fmla="*/ 422820 w 542911"/>
                <a:gd name="connsiteY115" fmla="*/ 345012 h 392866"/>
                <a:gd name="connsiteX116" fmla="*/ 470316 w 542911"/>
                <a:gd name="connsiteY116" fmla="*/ 324930 h 392866"/>
                <a:gd name="connsiteX117" fmla="*/ 481648 w 542911"/>
                <a:gd name="connsiteY117" fmla="*/ 280851 h 392866"/>
                <a:gd name="connsiteX118" fmla="*/ 477899 w 542911"/>
                <a:gd name="connsiteY118" fmla="*/ 232939 h 392866"/>
                <a:gd name="connsiteX119" fmla="*/ 477315 w 542911"/>
                <a:gd name="connsiteY119" fmla="*/ 226939 h 392866"/>
                <a:gd name="connsiteX120" fmla="*/ 475399 w 542911"/>
                <a:gd name="connsiteY120" fmla="*/ 211691 h 392866"/>
                <a:gd name="connsiteX121" fmla="*/ 464983 w 542911"/>
                <a:gd name="connsiteY121" fmla="*/ 165778 h 392866"/>
                <a:gd name="connsiteX122" fmla="*/ 479065 w 542911"/>
                <a:gd name="connsiteY122" fmla="*/ 128448 h 392866"/>
                <a:gd name="connsiteX123" fmla="*/ 510729 w 542911"/>
                <a:gd name="connsiteY123" fmla="*/ 125782 h 392866"/>
                <a:gd name="connsiteX124" fmla="*/ 522561 w 542911"/>
                <a:gd name="connsiteY124" fmla="*/ 143863 h 392866"/>
                <a:gd name="connsiteX125" fmla="*/ 527227 w 542911"/>
                <a:gd name="connsiteY125" fmla="*/ 231356 h 392866"/>
                <a:gd name="connsiteX126" fmla="*/ 527227 w 542911"/>
                <a:gd name="connsiteY126" fmla="*/ 231356 h 392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Lst>
              <a:rect l="l" t="t" r="r" b="b"/>
              <a:pathLst>
                <a:path w="542911" h="392866">
                  <a:moveTo>
                    <a:pt x="542893" y="197025"/>
                  </a:moveTo>
                  <a:cubicBezTo>
                    <a:pt x="542810" y="160695"/>
                    <a:pt x="537810" y="123449"/>
                    <a:pt x="515146" y="93701"/>
                  </a:cubicBezTo>
                  <a:cubicBezTo>
                    <a:pt x="493814" y="65704"/>
                    <a:pt x="470649" y="40373"/>
                    <a:pt x="441569" y="20708"/>
                  </a:cubicBezTo>
                  <a:cubicBezTo>
                    <a:pt x="433986" y="15542"/>
                    <a:pt x="425737" y="10875"/>
                    <a:pt x="417071" y="7292"/>
                  </a:cubicBezTo>
                  <a:cubicBezTo>
                    <a:pt x="416904" y="7209"/>
                    <a:pt x="416738" y="7042"/>
                    <a:pt x="416488" y="6959"/>
                  </a:cubicBezTo>
                  <a:cubicBezTo>
                    <a:pt x="416155" y="6876"/>
                    <a:pt x="415821" y="6709"/>
                    <a:pt x="415488" y="6626"/>
                  </a:cubicBezTo>
                  <a:cubicBezTo>
                    <a:pt x="399239" y="126"/>
                    <a:pt x="381741" y="-2373"/>
                    <a:pt x="365076" y="2709"/>
                  </a:cubicBezTo>
                  <a:cubicBezTo>
                    <a:pt x="354743" y="5209"/>
                    <a:pt x="344744" y="10125"/>
                    <a:pt x="334995" y="17708"/>
                  </a:cubicBezTo>
                  <a:cubicBezTo>
                    <a:pt x="323079" y="27041"/>
                    <a:pt x="320163" y="39956"/>
                    <a:pt x="323329" y="52205"/>
                  </a:cubicBezTo>
                  <a:cubicBezTo>
                    <a:pt x="319496" y="52038"/>
                    <a:pt x="315413" y="52538"/>
                    <a:pt x="311747" y="52955"/>
                  </a:cubicBezTo>
                  <a:cubicBezTo>
                    <a:pt x="296832" y="54538"/>
                    <a:pt x="284666" y="60788"/>
                    <a:pt x="271751" y="67787"/>
                  </a:cubicBezTo>
                  <a:cubicBezTo>
                    <a:pt x="242254" y="83536"/>
                    <a:pt x="213923" y="101201"/>
                    <a:pt x="182342" y="112533"/>
                  </a:cubicBezTo>
                  <a:cubicBezTo>
                    <a:pt x="167927" y="117782"/>
                    <a:pt x="153511" y="122865"/>
                    <a:pt x="140929" y="131781"/>
                  </a:cubicBezTo>
                  <a:cubicBezTo>
                    <a:pt x="126930" y="141780"/>
                    <a:pt x="113765" y="152279"/>
                    <a:pt x="98850" y="160945"/>
                  </a:cubicBezTo>
                  <a:cubicBezTo>
                    <a:pt x="82601" y="170444"/>
                    <a:pt x="66603" y="178860"/>
                    <a:pt x="48771" y="185110"/>
                  </a:cubicBezTo>
                  <a:cubicBezTo>
                    <a:pt x="36106" y="189526"/>
                    <a:pt x="27690" y="193859"/>
                    <a:pt x="18774" y="204191"/>
                  </a:cubicBezTo>
                  <a:cubicBezTo>
                    <a:pt x="18107" y="204941"/>
                    <a:pt x="17940" y="205774"/>
                    <a:pt x="17940" y="206608"/>
                  </a:cubicBezTo>
                  <a:cubicBezTo>
                    <a:pt x="8608" y="213190"/>
                    <a:pt x="2358" y="223023"/>
                    <a:pt x="1525" y="237105"/>
                  </a:cubicBezTo>
                  <a:cubicBezTo>
                    <a:pt x="609" y="252687"/>
                    <a:pt x="2025" y="268352"/>
                    <a:pt x="1525" y="284017"/>
                  </a:cubicBezTo>
                  <a:cubicBezTo>
                    <a:pt x="942" y="301016"/>
                    <a:pt x="-891" y="317848"/>
                    <a:pt x="525" y="334846"/>
                  </a:cubicBezTo>
                  <a:cubicBezTo>
                    <a:pt x="1525" y="346678"/>
                    <a:pt x="3025" y="358344"/>
                    <a:pt x="11191" y="367677"/>
                  </a:cubicBezTo>
                  <a:cubicBezTo>
                    <a:pt x="20773" y="378592"/>
                    <a:pt x="37855" y="383508"/>
                    <a:pt x="51687" y="386175"/>
                  </a:cubicBezTo>
                  <a:cubicBezTo>
                    <a:pt x="85934" y="392674"/>
                    <a:pt x="122431" y="392841"/>
                    <a:pt x="157261" y="392841"/>
                  </a:cubicBezTo>
                  <a:cubicBezTo>
                    <a:pt x="196924" y="392924"/>
                    <a:pt x="236587" y="392841"/>
                    <a:pt x="276334" y="392008"/>
                  </a:cubicBezTo>
                  <a:cubicBezTo>
                    <a:pt x="313914" y="391258"/>
                    <a:pt x="351160" y="389591"/>
                    <a:pt x="388574" y="385842"/>
                  </a:cubicBezTo>
                  <a:cubicBezTo>
                    <a:pt x="423654" y="382259"/>
                    <a:pt x="461067" y="381592"/>
                    <a:pt x="495064" y="371510"/>
                  </a:cubicBezTo>
                  <a:cubicBezTo>
                    <a:pt x="525311" y="362594"/>
                    <a:pt x="534227" y="334846"/>
                    <a:pt x="538227" y="305932"/>
                  </a:cubicBezTo>
                  <a:cubicBezTo>
                    <a:pt x="542976" y="269769"/>
                    <a:pt x="542976" y="233105"/>
                    <a:pt x="542893" y="197025"/>
                  </a:cubicBezTo>
                  <a:lnTo>
                    <a:pt x="542893" y="197025"/>
                  </a:lnTo>
                  <a:close/>
                  <a:moveTo>
                    <a:pt x="352910" y="21374"/>
                  </a:moveTo>
                  <a:cubicBezTo>
                    <a:pt x="366076" y="13209"/>
                    <a:pt x="383657" y="12792"/>
                    <a:pt x="398406" y="15875"/>
                  </a:cubicBezTo>
                  <a:cubicBezTo>
                    <a:pt x="426487" y="21708"/>
                    <a:pt x="450401" y="44122"/>
                    <a:pt x="470149" y="63537"/>
                  </a:cubicBezTo>
                  <a:cubicBezTo>
                    <a:pt x="486731" y="79869"/>
                    <a:pt x="504480" y="99701"/>
                    <a:pt x="514812" y="121532"/>
                  </a:cubicBezTo>
                  <a:cubicBezTo>
                    <a:pt x="514479" y="121365"/>
                    <a:pt x="514146" y="121115"/>
                    <a:pt x="513729" y="120949"/>
                  </a:cubicBezTo>
                  <a:cubicBezTo>
                    <a:pt x="502647" y="115449"/>
                    <a:pt x="494814" y="113199"/>
                    <a:pt x="482981" y="117616"/>
                  </a:cubicBezTo>
                  <a:cubicBezTo>
                    <a:pt x="474316" y="120865"/>
                    <a:pt x="468150" y="126698"/>
                    <a:pt x="464067" y="134948"/>
                  </a:cubicBezTo>
                  <a:cubicBezTo>
                    <a:pt x="463150" y="136781"/>
                    <a:pt x="462317" y="138864"/>
                    <a:pt x="461484" y="141114"/>
                  </a:cubicBezTo>
                  <a:cubicBezTo>
                    <a:pt x="454984" y="126865"/>
                    <a:pt x="437236" y="115783"/>
                    <a:pt x="425404" y="108450"/>
                  </a:cubicBezTo>
                  <a:cubicBezTo>
                    <a:pt x="399239" y="92035"/>
                    <a:pt x="366992" y="87368"/>
                    <a:pt x="344494" y="64371"/>
                  </a:cubicBezTo>
                  <a:cubicBezTo>
                    <a:pt x="339911" y="59621"/>
                    <a:pt x="335661" y="53288"/>
                    <a:pt x="334162" y="46539"/>
                  </a:cubicBezTo>
                  <a:cubicBezTo>
                    <a:pt x="335828" y="36456"/>
                    <a:pt x="344077" y="26874"/>
                    <a:pt x="352910" y="21374"/>
                  </a:cubicBezTo>
                  <a:lnTo>
                    <a:pt x="352910" y="21374"/>
                  </a:lnTo>
                  <a:close/>
                  <a:moveTo>
                    <a:pt x="95183" y="176527"/>
                  </a:moveTo>
                  <a:cubicBezTo>
                    <a:pt x="121515" y="160362"/>
                    <a:pt x="144346" y="139530"/>
                    <a:pt x="174259" y="130615"/>
                  </a:cubicBezTo>
                  <a:cubicBezTo>
                    <a:pt x="200507" y="122782"/>
                    <a:pt x="221422" y="112450"/>
                    <a:pt x="244420" y="97618"/>
                  </a:cubicBezTo>
                  <a:cubicBezTo>
                    <a:pt x="256669" y="89702"/>
                    <a:pt x="269084" y="82286"/>
                    <a:pt x="281416" y="74536"/>
                  </a:cubicBezTo>
                  <a:cubicBezTo>
                    <a:pt x="292166" y="67787"/>
                    <a:pt x="310831" y="57371"/>
                    <a:pt x="325663" y="59121"/>
                  </a:cubicBezTo>
                  <a:cubicBezTo>
                    <a:pt x="328329" y="64871"/>
                    <a:pt x="332245" y="70203"/>
                    <a:pt x="337245" y="74703"/>
                  </a:cubicBezTo>
                  <a:cubicBezTo>
                    <a:pt x="348077" y="84452"/>
                    <a:pt x="360493" y="92368"/>
                    <a:pt x="373408" y="98951"/>
                  </a:cubicBezTo>
                  <a:cubicBezTo>
                    <a:pt x="388157" y="106367"/>
                    <a:pt x="404739" y="110866"/>
                    <a:pt x="418654" y="119616"/>
                  </a:cubicBezTo>
                  <a:cubicBezTo>
                    <a:pt x="429737" y="126532"/>
                    <a:pt x="460734" y="145530"/>
                    <a:pt x="448735" y="161445"/>
                  </a:cubicBezTo>
                  <a:cubicBezTo>
                    <a:pt x="444068" y="167695"/>
                    <a:pt x="434903" y="168611"/>
                    <a:pt x="427820" y="169778"/>
                  </a:cubicBezTo>
                  <a:cubicBezTo>
                    <a:pt x="415488" y="171861"/>
                    <a:pt x="402905" y="172944"/>
                    <a:pt x="390490" y="174027"/>
                  </a:cubicBezTo>
                  <a:cubicBezTo>
                    <a:pt x="352327" y="177360"/>
                    <a:pt x="314164" y="178944"/>
                    <a:pt x="276000" y="183193"/>
                  </a:cubicBezTo>
                  <a:cubicBezTo>
                    <a:pt x="237754" y="187443"/>
                    <a:pt x="199591" y="190526"/>
                    <a:pt x="161177" y="192359"/>
                  </a:cubicBezTo>
                  <a:cubicBezTo>
                    <a:pt x="127181" y="194026"/>
                    <a:pt x="92267" y="192192"/>
                    <a:pt x="58187" y="195109"/>
                  </a:cubicBezTo>
                  <a:cubicBezTo>
                    <a:pt x="71519" y="190776"/>
                    <a:pt x="83517" y="183693"/>
                    <a:pt x="95183" y="176527"/>
                  </a:cubicBezTo>
                  <a:lnTo>
                    <a:pt x="95183" y="176527"/>
                  </a:lnTo>
                  <a:close/>
                  <a:moveTo>
                    <a:pt x="27523" y="218190"/>
                  </a:moveTo>
                  <a:cubicBezTo>
                    <a:pt x="39271" y="211024"/>
                    <a:pt x="55187" y="211691"/>
                    <a:pt x="68353" y="211191"/>
                  </a:cubicBezTo>
                  <a:cubicBezTo>
                    <a:pt x="84601" y="210607"/>
                    <a:pt x="100933" y="210441"/>
                    <a:pt x="117181" y="209607"/>
                  </a:cubicBezTo>
                  <a:cubicBezTo>
                    <a:pt x="149678" y="207858"/>
                    <a:pt x="182175" y="205858"/>
                    <a:pt x="214673" y="202775"/>
                  </a:cubicBezTo>
                  <a:cubicBezTo>
                    <a:pt x="246003" y="199775"/>
                    <a:pt x="277250" y="195192"/>
                    <a:pt x="308664" y="192192"/>
                  </a:cubicBezTo>
                  <a:cubicBezTo>
                    <a:pt x="340911" y="189109"/>
                    <a:pt x="373242" y="187776"/>
                    <a:pt x="405489" y="184026"/>
                  </a:cubicBezTo>
                  <a:cubicBezTo>
                    <a:pt x="422820" y="182027"/>
                    <a:pt x="449901" y="181943"/>
                    <a:pt x="460150" y="165611"/>
                  </a:cubicBezTo>
                  <a:cubicBezTo>
                    <a:pt x="464483" y="184026"/>
                    <a:pt x="466816" y="203525"/>
                    <a:pt x="467983" y="221773"/>
                  </a:cubicBezTo>
                  <a:cubicBezTo>
                    <a:pt x="467983" y="222273"/>
                    <a:pt x="468066" y="222773"/>
                    <a:pt x="468066" y="223273"/>
                  </a:cubicBezTo>
                  <a:cubicBezTo>
                    <a:pt x="457317" y="221023"/>
                    <a:pt x="444735" y="223273"/>
                    <a:pt x="434069" y="223523"/>
                  </a:cubicBezTo>
                  <a:cubicBezTo>
                    <a:pt x="417238" y="223856"/>
                    <a:pt x="400239" y="224856"/>
                    <a:pt x="383657" y="227106"/>
                  </a:cubicBezTo>
                  <a:cubicBezTo>
                    <a:pt x="340245" y="232855"/>
                    <a:pt x="298582" y="246187"/>
                    <a:pt x="254419" y="247771"/>
                  </a:cubicBezTo>
                  <a:cubicBezTo>
                    <a:pt x="210173" y="249354"/>
                    <a:pt x="167677" y="238355"/>
                    <a:pt x="123847" y="235938"/>
                  </a:cubicBezTo>
                  <a:cubicBezTo>
                    <a:pt x="85018" y="233772"/>
                    <a:pt x="48687" y="239355"/>
                    <a:pt x="14441" y="257686"/>
                  </a:cubicBezTo>
                  <a:cubicBezTo>
                    <a:pt x="14607" y="243521"/>
                    <a:pt x="14191" y="226356"/>
                    <a:pt x="27523" y="218190"/>
                  </a:cubicBezTo>
                  <a:lnTo>
                    <a:pt x="27523" y="218190"/>
                  </a:lnTo>
                  <a:close/>
                  <a:moveTo>
                    <a:pt x="132430" y="245604"/>
                  </a:moveTo>
                  <a:cubicBezTo>
                    <a:pt x="174259" y="249937"/>
                    <a:pt x="214673" y="258686"/>
                    <a:pt x="257169" y="256853"/>
                  </a:cubicBezTo>
                  <a:cubicBezTo>
                    <a:pt x="297832" y="255020"/>
                    <a:pt x="335162" y="239188"/>
                    <a:pt x="375241" y="234689"/>
                  </a:cubicBezTo>
                  <a:cubicBezTo>
                    <a:pt x="391740" y="232855"/>
                    <a:pt x="408572" y="230856"/>
                    <a:pt x="425153" y="231189"/>
                  </a:cubicBezTo>
                  <a:cubicBezTo>
                    <a:pt x="438735" y="231439"/>
                    <a:pt x="454818" y="229439"/>
                    <a:pt x="468399" y="232772"/>
                  </a:cubicBezTo>
                  <a:cubicBezTo>
                    <a:pt x="468650" y="242105"/>
                    <a:pt x="468650" y="251437"/>
                    <a:pt x="469150" y="260770"/>
                  </a:cubicBezTo>
                  <a:cubicBezTo>
                    <a:pt x="469400" y="265936"/>
                    <a:pt x="470066" y="271269"/>
                    <a:pt x="470649" y="276518"/>
                  </a:cubicBezTo>
                  <a:cubicBezTo>
                    <a:pt x="433153" y="279934"/>
                    <a:pt x="395323" y="270602"/>
                    <a:pt x="357660" y="274268"/>
                  </a:cubicBezTo>
                  <a:cubicBezTo>
                    <a:pt x="315330" y="278435"/>
                    <a:pt x="276417" y="300599"/>
                    <a:pt x="233504" y="302099"/>
                  </a:cubicBezTo>
                  <a:cubicBezTo>
                    <a:pt x="187925" y="303682"/>
                    <a:pt x="143179" y="295850"/>
                    <a:pt x="98350" y="288600"/>
                  </a:cubicBezTo>
                  <a:cubicBezTo>
                    <a:pt x="82268" y="286017"/>
                    <a:pt x="65852" y="281018"/>
                    <a:pt x="49521" y="283268"/>
                  </a:cubicBezTo>
                  <a:cubicBezTo>
                    <a:pt x="34855" y="285351"/>
                    <a:pt x="23356" y="290267"/>
                    <a:pt x="12191" y="298683"/>
                  </a:cubicBezTo>
                  <a:cubicBezTo>
                    <a:pt x="13191" y="286184"/>
                    <a:pt x="14024" y="273852"/>
                    <a:pt x="14441" y="261353"/>
                  </a:cubicBezTo>
                  <a:cubicBezTo>
                    <a:pt x="52437" y="246771"/>
                    <a:pt x="91767" y="241355"/>
                    <a:pt x="132430" y="245604"/>
                  </a:cubicBezTo>
                  <a:lnTo>
                    <a:pt x="132430" y="245604"/>
                  </a:lnTo>
                  <a:close/>
                  <a:moveTo>
                    <a:pt x="12357" y="344845"/>
                  </a:moveTo>
                  <a:cubicBezTo>
                    <a:pt x="9525" y="331347"/>
                    <a:pt x="10607" y="316598"/>
                    <a:pt x="11774" y="302849"/>
                  </a:cubicBezTo>
                  <a:cubicBezTo>
                    <a:pt x="18274" y="301349"/>
                    <a:pt x="23940" y="297933"/>
                    <a:pt x="30522" y="296100"/>
                  </a:cubicBezTo>
                  <a:cubicBezTo>
                    <a:pt x="40438" y="293267"/>
                    <a:pt x="51021" y="291183"/>
                    <a:pt x="61270" y="291517"/>
                  </a:cubicBezTo>
                  <a:cubicBezTo>
                    <a:pt x="81434" y="292183"/>
                    <a:pt x="102766" y="298683"/>
                    <a:pt x="122681" y="302099"/>
                  </a:cubicBezTo>
                  <a:cubicBezTo>
                    <a:pt x="162011" y="308765"/>
                    <a:pt x="204257" y="315015"/>
                    <a:pt x="244337" y="310265"/>
                  </a:cubicBezTo>
                  <a:cubicBezTo>
                    <a:pt x="285000" y="305432"/>
                    <a:pt x="321913" y="284101"/>
                    <a:pt x="363076" y="281601"/>
                  </a:cubicBezTo>
                  <a:cubicBezTo>
                    <a:pt x="399239" y="279351"/>
                    <a:pt x="435236" y="289517"/>
                    <a:pt x="471400" y="286767"/>
                  </a:cubicBezTo>
                  <a:cubicBezTo>
                    <a:pt x="471400" y="289184"/>
                    <a:pt x="471400" y="291683"/>
                    <a:pt x="471149" y="294100"/>
                  </a:cubicBezTo>
                  <a:cubicBezTo>
                    <a:pt x="467483" y="328430"/>
                    <a:pt x="434819" y="333930"/>
                    <a:pt x="406572" y="338013"/>
                  </a:cubicBezTo>
                  <a:cubicBezTo>
                    <a:pt x="379324" y="341929"/>
                    <a:pt x="352493" y="343845"/>
                    <a:pt x="325162" y="345762"/>
                  </a:cubicBezTo>
                  <a:cubicBezTo>
                    <a:pt x="296582" y="347762"/>
                    <a:pt x="268917" y="349762"/>
                    <a:pt x="240170" y="348095"/>
                  </a:cubicBezTo>
                  <a:cubicBezTo>
                    <a:pt x="212923" y="346512"/>
                    <a:pt x="185758" y="345345"/>
                    <a:pt x="158511" y="343595"/>
                  </a:cubicBezTo>
                  <a:cubicBezTo>
                    <a:pt x="132680" y="342012"/>
                    <a:pt x="106016" y="341179"/>
                    <a:pt x="80185" y="343179"/>
                  </a:cubicBezTo>
                  <a:cubicBezTo>
                    <a:pt x="57354" y="344929"/>
                    <a:pt x="35105" y="346262"/>
                    <a:pt x="12357" y="344845"/>
                  </a:cubicBezTo>
                  <a:lnTo>
                    <a:pt x="12357" y="344845"/>
                  </a:lnTo>
                  <a:close/>
                  <a:moveTo>
                    <a:pt x="527227" y="231356"/>
                  </a:moveTo>
                  <a:cubicBezTo>
                    <a:pt x="526728" y="262519"/>
                    <a:pt x="525895" y="295600"/>
                    <a:pt x="517229" y="325597"/>
                  </a:cubicBezTo>
                  <a:cubicBezTo>
                    <a:pt x="512229" y="342929"/>
                    <a:pt x="505979" y="352595"/>
                    <a:pt x="488065" y="357844"/>
                  </a:cubicBezTo>
                  <a:cubicBezTo>
                    <a:pt x="471400" y="362760"/>
                    <a:pt x="453984" y="365010"/>
                    <a:pt x="436736" y="366927"/>
                  </a:cubicBezTo>
                  <a:cubicBezTo>
                    <a:pt x="373242" y="374009"/>
                    <a:pt x="310331" y="379009"/>
                    <a:pt x="246420" y="380425"/>
                  </a:cubicBezTo>
                  <a:cubicBezTo>
                    <a:pt x="214589" y="381175"/>
                    <a:pt x="182759" y="381425"/>
                    <a:pt x="150845" y="381509"/>
                  </a:cubicBezTo>
                  <a:cubicBezTo>
                    <a:pt x="118598" y="381592"/>
                    <a:pt x="83268" y="382425"/>
                    <a:pt x="51604" y="375343"/>
                  </a:cubicBezTo>
                  <a:cubicBezTo>
                    <a:pt x="36939" y="372010"/>
                    <a:pt x="21524" y="367010"/>
                    <a:pt x="14940" y="353261"/>
                  </a:cubicBezTo>
                  <a:cubicBezTo>
                    <a:pt x="56020" y="357094"/>
                    <a:pt x="97600" y="352761"/>
                    <a:pt x="138929" y="353261"/>
                  </a:cubicBezTo>
                  <a:cubicBezTo>
                    <a:pt x="186842" y="353928"/>
                    <a:pt x="235087" y="360011"/>
                    <a:pt x="283083" y="357844"/>
                  </a:cubicBezTo>
                  <a:cubicBezTo>
                    <a:pt x="329829" y="355678"/>
                    <a:pt x="376408" y="351428"/>
                    <a:pt x="422820" y="345012"/>
                  </a:cubicBezTo>
                  <a:cubicBezTo>
                    <a:pt x="439902" y="342679"/>
                    <a:pt x="458484" y="338596"/>
                    <a:pt x="470316" y="324930"/>
                  </a:cubicBezTo>
                  <a:cubicBezTo>
                    <a:pt x="480898" y="312765"/>
                    <a:pt x="483232" y="296350"/>
                    <a:pt x="481648" y="280851"/>
                  </a:cubicBezTo>
                  <a:cubicBezTo>
                    <a:pt x="480065" y="264936"/>
                    <a:pt x="479315" y="248854"/>
                    <a:pt x="477899" y="232939"/>
                  </a:cubicBezTo>
                  <a:cubicBezTo>
                    <a:pt x="479149" y="231189"/>
                    <a:pt x="479232" y="228439"/>
                    <a:pt x="477315" y="226939"/>
                  </a:cubicBezTo>
                  <a:cubicBezTo>
                    <a:pt x="476815" y="221856"/>
                    <a:pt x="476149" y="216773"/>
                    <a:pt x="475399" y="211691"/>
                  </a:cubicBezTo>
                  <a:cubicBezTo>
                    <a:pt x="473066" y="196775"/>
                    <a:pt x="470566" y="180443"/>
                    <a:pt x="464983" y="165778"/>
                  </a:cubicBezTo>
                  <a:cubicBezTo>
                    <a:pt x="472983" y="154446"/>
                    <a:pt x="469650" y="139280"/>
                    <a:pt x="479065" y="128448"/>
                  </a:cubicBezTo>
                  <a:cubicBezTo>
                    <a:pt x="487398" y="118949"/>
                    <a:pt x="500564" y="119366"/>
                    <a:pt x="510729" y="125782"/>
                  </a:cubicBezTo>
                  <a:cubicBezTo>
                    <a:pt x="518145" y="130531"/>
                    <a:pt x="517729" y="137197"/>
                    <a:pt x="522561" y="143863"/>
                  </a:cubicBezTo>
                  <a:cubicBezTo>
                    <a:pt x="529477" y="172361"/>
                    <a:pt x="527728" y="202358"/>
                    <a:pt x="527227" y="231356"/>
                  </a:cubicBezTo>
                  <a:lnTo>
                    <a:pt x="527227" y="231356"/>
                  </a:lnTo>
                  <a:close/>
                </a:path>
              </a:pathLst>
            </a:custGeom>
            <a:grpFill/>
            <a:ln w="8332" cap="flat">
              <a:noFill/>
              <a:prstDash val="solid"/>
              <a:miter/>
            </a:ln>
          </p:spPr>
          <p:txBody>
            <a:bodyPr rtlCol="0" anchor="ctr"/>
            <a:lstStyle/>
            <a:p>
              <a:endParaRPr lang="en-US"/>
            </a:p>
          </p:txBody>
        </p:sp>
        <p:sp>
          <p:nvSpPr>
            <p:cNvPr id="1812" name="Freeform: Shape 1811"/>
            <p:cNvSpPr/>
            <p:nvPr/>
          </p:nvSpPr>
          <p:spPr>
            <a:xfrm>
              <a:off x="12041822" y="1791410"/>
              <a:ext cx="296449" cy="754540"/>
            </a:xfrm>
            <a:custGeom>
              <a:avLst/>
              <a:gdLst>
                <a:gd name="connsiteX0" fmla="*/ 220178 w 296449"/>
                <a:gd name="connsiteY0" fmla="*/ 134427 h 754540"/>
                <a:gd name="connsiteX1" fmla="*/ 236926 w 296449"/>
                <a:gd name="connsiteY1" fmla="*/ 53351 h 754540"/>
                <a:gd name="connsiteX2" fmla="*/ 239926 w 296449"/>
                <a:gd name="connsiteY2" fmla="*/ 14437 h 754540"/>
                <a:gd name="connsiteX3" fmla="*/ 215094 w 296449"/>
                <a:gd name="connsiteY3" fmla="*/ 4938 h 754540"/>
                <a:gd name="connsiteX4" fmla="*/ 191430 w 296449"/>
                <a:gd name="connsiteY4" fmla="*/ 3522 h 754540"/>
                <a:gd name="connsiteX5" fmla="*/ 189764 w 296449"/>
                <a:gd name="connsiteY5" fmla="*/ 11854 h 754540"/>
                <a:gd name="connsiteX6" fmla="*/ 186764 w 296449"/>
                <a:gd name="connsiteY6" fmla="*/ 44351 h 754540"/>
                <a:gd name="connsiteX7" fmla="*/ 181681 w 296449"/>
                <a:gd name="connsiteY7" fmla="*/ 95930 h 754540"/>
                <a:gd name="connsiteX8" fmla="*/ 180848 w 296449"/>
                <a:gd name="connsiteY8" fmla="*/ 111179 h 754540"/>
                <a:gd name="connsiteX9" fmla="*/ 143018 w 296449"/>
                <a:gd name="connsiteY9" fmla="*/ 80348 h 754540"/>
                <a:gd name="connsiteX10" fmla="*/ 62609 w 296449"/>
                <a:gd name="connsiteY10" fmla="*/ 82015 h 754540"/>
                <a:gd name="connsiteX11" fmla="*/ 13029 w 296449"/>
                <a:gd name="connsiteY11" fmla="*/ 149842 h 754540"/>
                <a:gd name="connsiteX12" fmla="*/ 30694 w 296449"/>
                <a:gd name="connsiteY12" fmla="*/ 215169 h 754540"/>
                <a:gd name="connsiteX13" fmla="*/ 10946 w 296449"/>
                <a:gd name="connsiteY13" fmla="*/ 239417 h 754540"/>
                <a:gd name="connsiteX14" fmla="*/ 8447 w 296449"/>
                <a:gd name="connsiteY14" fmla="*/ 330492 h 754540"/>
                <a:gd name="connsiteX15" fmla="*/ 31694 w 296449"/>
                <a:gd name="connsiteY15" fmla="*/ 365073 h 754540"/>
                <a:gd name="connsiteX16" fmla="*/ 63525 w 296449"/>
                <a:gd name="connsiteY16" fmla="*/ 374155 h 754540"/>
                <a:gd name="connsiteX17" fmla="*/ 78857 w 296449"/>
                <a:gd name="connsiteY17" fmla="*/ 409652 h 754540"/>
                <a:gd name="connsiteX18" fmla="*/ 100772 w 296449"/>
                <a:gd name="connsiteY18" fmla="*/ 453815 h 754540"/>
                <a:gd name="connsiteX19" fmla="*/ 138936 w 296449"/>
                <a:gd name="connsiteY19" fmla="*/ 536140 h 754540"/>
                <a:gd name="connsiteX20" fmla="*/ 180681 w 296449"/>
                <a:gd name="connsiteY20" fmla="*/ 628465 h 754540"/>
                <a:gd name="connsiteX21" fmla="*/ 224761 w 296449"/>
                <a:gd name="connsiteY21" fmla="*/ 711791 h 754540"/>
                <a:gd name="connsiteX22" fmla="*/ 276423 w 296449"/>
                <a:gd name="connsiteY22" fmla="*/ 752704 h 754540"/>
                <a:gd name="connsiteX23" fmla="*/ 292421 w 296449"/>
                <a:gd name="connsiteY23" fmla="*/ 684544 h 754540"/>
                <a:gd name="connsiteX24" fmla="*/ 292504 w 296449"/>
                <a:gd name="connsiteY24" fmla="*/ 485728 h 754540"/>
                <a:gd name="connsiteX25" fmla="*/ 291838 w 296449"/>
                <a:gd name="connsiteY25" fmla="*/ 371905 h 754540"/>
                <a:gd name="connsiteX26" fmla="*/ 289922 w 296449"/>
                <a:gd name="connsiteY26" fmla="*/ 317910 h 754540"/>
                <a:gd name="connsiteX27" fmla="*/ 285505 w 296449"/>
                <a:gd name="connsiteY27" fmla="*/ 266665 h 754540"/>
                <a:gd name="connsiteX28" fmla="*/ 296421 w 296449"/>
                <a:gd name="connsiteY28" fmla="*/ 234668 h 754540"/>
                <a:gd name="connsiteX29" fmla="*/ 288338 w 296449"/>
                <a:gd name="connsiteY29" fmla="*/ 178589 h 754540"/>
                <a:gd name="connsiteX30" fmla="*/ 256008 w 296449"/>
                <a:gd name="connsiteY30" fmla="*/ 139843 h 754540"/>
                <a:gd name="connsiteX31" fmla="*/ 220178 w 296449"/>
                <a:gd name="connsiteY31" fmla="*/ 134427 h 754540"/>
                <a:gd name="connsiteX32" fmla="*/ 220178 w 296449"/>
                <a:gd name="connsiteY32" fmla="*/ 134427 h 754540"/>
                <a:gd name="connsiteX33" fmla="*/ 189681 w 296449"/>
                <a:gd name="connsiteY33" fmla="*/ 112429 h 754540"/>
                <a:gd name="connsiteX34" fmla="*/ 193430 w 296449"/>
                <a:gd name="connsiteY34" fmla="*/ 73099 h 754540"/>
                <a:gd name="connsiteX35" fmla="*/ 196180 w 296449"/>
                <a:gd name="connsiteY35" fmla="*/ 33936 h 754540"/>
                <a:gd name="connsiteX36" fmla="*/ 197596 w 296449"/>
                <a:gd name="connsiteY36" fmla="*/ 11521 h 754540"/>
                <a:gd name="connsiteX37" fmla="*/ 213428 w 296449"/>
                <a:gd name="connsiteY37" fmla="*/ 12271 h 754540"/>
                <a:gd name="connsiteX38" fmla="*/ 228760 w 296449"/>
                <a:gd name="connsiteY38" fmla="*/ 15104 h 754540"/>
                <a:gd name="connsiteX39" fmla="*/ 229927 w 296449"/>
                <a:gd name="connsiteY39" fmla="*/ 40768 h 754540"/>
                <a:gd name="connsiteX40" fmla="*/ 222344 w 296449"/>
                <a:gd name="connsiteY40" fmla="*/ 77099 h 754540"/>
                <a:gd name="connsiteX41" fmla="*/ 210095 w 296449"/>
                <a:gd name="connsiteY41" fmla="*/ 137010 h 754540"/>
                <a:gd name="connsiteX42" fmla="*/ 197346 w 296449"/>
                <a:gd name="connsiteY42" fmla="*/ 142259 h 754540"/>
                <a:gd name="connsiteX43" fmla="*/ 189180 w 296449"/>
                <a:gd name="connsiteY43" fmla="*/ 123178 h 754540"/>
                <a:gd name="connsiteX44" fmla="*/ 189681 w 296449"/>
                <a:gd name="connsiteY44" fmla="*/ 112429 h 754540"/>
                <a:gd name="connsiteX45" fmla="*/ 189681 w 296449"/>
                <a:gd name="connsiteY45" fmla="*/ 112429 h 754540"/>
                <a:gd name="connsiteX46" fmla="*/ 27195 w 296449"/>
                <a:gd name="connsiteY46" fmla="*/ 150592 h 754540"/>
                <a:gd name="connsiteX47" fmla="*/ 66775 w 296449"/>
                <a:gd name="connsiteY47" fmla="*/ 89514 h 754540"/>
                <a:gd name="connsiteX48" fmla="*/ 138435 w 296449"/>
                <a:gd name="connsiteY48" fmla="*/ 88764 h 754540"/>
                <a:gd name="connsiteX49" fmla="*/ 183515 w 296449"/>
                <a:gd name="connsiteY49" fmla="*/ 149842 h 754540"/>
                <a:gd name="connsiteX50" fmla="*/ 150351 w 296449"/>
                <a:gd name="connsiteY50" fmla="*/ 190588 h 754540"/>
                <a:gd name="connsiteX51" fmla="*/ 104522 w 296449"/>
                <a:gd name="connsiteY51" fmla="*/ 177756 h 754540"/>
                <a:gd name="connsiteX52" fmla="*/ 41861 w 296449"/>
                <a:gd name="connsiteY52" fmla="*/ 205920 h 754540"/>
                <a:gd name="connsiteX53" fmla="*/ 36778 w 296449"/>
                <a:gd name="connsiteY53" fmla="*/ 209837 h 754540"/>
                <a:gd name="connsiteX54" fmla="*/ 27195 w 296449"/>
                <a:gd name="connsiteY54" fmla="*/ 150592 h 754540"/>
                <a:gd name="connsiteX55" fmla="*/ 27195 w 296449"/>
                <a:gd name="connsiteY55" fmla="*/ 150592 h 754540"/>
                <a:gd name="connsiteX56" fmla="*/ 40277 w 296449"/>
                <a:gd name="connsiteY56" fmla="*/ 353574 h 754540"/>
                <a:gd name="connsiteX57" fmla="*/ 16363 w 296449"/>
                <a:gd name="connsiteY57" fmla="*/ 305161 h 754540"/>
                <a:gd name="connsiteX58" fmla="*/ 17529 w 296449"/>
                <a:gd name="connsiteY58" fmla="*/ 253999 h 754540"/>
                <a:gd name="connsiteX59" fmla="*/ 52526 w 296449"/>
                <a:gd name="connsiteY59" fmla="*/ 207170 h 754540"/>
                <a:gd name="connsiteX60" fmla="*/ 103022 w 296449"/>
                <a:gd name="connsiteY60" fmla="*/ 190755 h 754540"/>
                <a:gd name="connsiteX61" fmla="*/ 178348 w 296449"/>
                <a:gd name="connsiteY61" fmla="*/ 232084 h 754540"/>
                <a:gd name="connsiteX62" fmla="*/ 196263 w 296449"/>
                <a:gd name="connsiteY62" fmla="*/ 276914 h 754540"/>
                <a:gd name="connsiteX63" fmla="*/ 198930 w 296449"/>
                <a:gd name="connsiteY63" fmla="*/ 297579 h 754540"/>
                <a:gd name="connsiteX64" fmla="*/ 185598 w 296449"/>
                <a:gd name="connsiteY64" fmla="*/ 326493 h 754540"/>
                <a:gd name="connsiteX65" fmla="*/ 184598 w 296449"/>
                <a:gd name="connsiteY65" fmla="*/ 385154 h 754540"/>
                <a:gd name="connsiteX66" fmla="*/ 197346 w 296449"/>
                <a:gd name="connsiteY66" fmla="*/ 422984 h 754540"/>
                <a:gd name="connsiteX67" fmla="*/ 194763 w 296449"/>
                <a:gd name="connsiteY67" fmla="*/ 442066 h 754540"/>
                <a:gd name="connsiteX68" fmla="*/ 176182 w 296449"/>
                <a:gd name="connsiteY68" fmla="*/ 425817 h 754540"/>
                <a:gd name="connsiteX69" fmla="*/ 148767 w 296449"/>
                <a:gd name="connsiteY69" fmla="*/ 385654 h 754540"/>
                <a:gd name="connsiteX70" fmla="*/ 131353 w 296449"/>
                <a:gd name="connsiteY70" fmla="*/ 402902 h 754540"/>
                <a:gd name="connsiteX71" fmla="*/ 97022 w 296449"/>
                <a:gd name="connsiteY71" fmla="*/ 375571 h 754540"/>
                <a:gd name="connsiteX72" fmla="*/ 40277 w 296449"/>
                <a:gd name="connsiteY72" fmla="*/ 353574 h 754540"/>
                <a:gd name="connsiteX73" fmla="*/ 40277 w 296449"/>
                <a:gd name="connsiteY73" fmla="*/ 353574 h 754540"/>
                <a:gd name="connsiteX74" fmla="*/ 227760 w 296449"/>
                <a:gd name="connsiteY74" fmla="*/ 535724 h 754540"/>
                <a:gd name="connsiteX75" fmla="*/ 233343 w 296449"/>
                <a:gd name="connsiteY75" fmla="*/ 548306 h 754540"/>
                <a:gd name="connsiteX76" fmla="*/ 244509 w 296449"/>
                <a:gd name="connsiteY76" fmla="*/ 575054 h 754540"/>
                <a:gd name="connsiteX77" fmla="*/ 218012 w 296449"/>
                <a:gd name="connsiteY77" fmla="*/ 592052 h 754540"/>
                <a:gd name="connsiteX78" fmla="*/ 205762 w 296449"/>
                <a:gd name="connsiteY78" fmla="*/ 565221 h 754540"/>
                <a:gd name="connsiteX79" fmla="*/ 197596 w 296449"/>
                <a:gd name="connsiteY79" fmla="*/ 548889 h 754540"/>
                <a:gd name="connsiteX80" fmla="*/ 227760 w 296449"/>
                <a:gd name="connsiteY80" fmla="*/ 535724 h 754540"/>
                <a:gd name="connsiteX81" fmla="*/ 227760 w 296449"/>
                <a:gd name="connsiteY81" fmla="*/ 535724 h 754540"/>
                <a:gd name="connsiteX82" fmla="*/ 196513 w 296449"/>
                <a:gd name="connsiteY82" fmla="*/ 546889 h 754540"/>
                <a:gd name="connsiteX83" fmla="*/ 176265 w 296449"/>
                <a:gd name="connsiteY83" fmla="*/ 510476 h 754540"/>
                <a:gd name="connsiteX84" fmla="*/ 206012 w 296449"/>
                <a:gd name="connsiteY84" fmla="*/ 495144 h 754540"/>
                <a:gd name="connsiteX85" fmla="*/ 207845 w 296449"/>
                <a:gd name="connsiteY85" fmla="*/ 493978 h 754540"/>
                <a:gd name="connsiteX86" fmla="*/ 224761 w 296449"/>
                <a:gd name="connsiteY86" fmla="*/ 528891 h 754540"/>
                <a:gd name="connsiteX87" fmla="*/ 196513 w 296449"/>
                <a:gd name="connsiteY87" fmla="*/ 546889 h 754540"/>
                <a:gd name="connsiteX88" fmla="*/ 196513 w 296449"/>
                <a:gd name="connsiteY88" fmla="*/ 546889 h 754540"/>
                <a:gd name="connsiteX89" fmla="*/ 248092 w 296449"/>
                <a:gd name="connsiteY89" fmla="*/ 583220 h 754540"/>
                <a:gd name="connsiteX90" fmla="*/ 263591 w 296449"/>
                <a:gd name="connsiteY90" fmla="*/ 611300 h 754540"/>
                <a:gd name="connsiteX91" fmla="*/ 264674 w 296449"/>
                <a:gd name="connsiteY91" fmla="*/ 611967 h 754540"/>
                <a:gd name="connsiteX92" fmla="*/ 254425 w 296449"/>
                <a:gd name="connsiteY92" fmla="*/ 620800 h 754540"/>
                <a:gd name="connsiteX93" fmla="*/ 234593 w 296449"/>
                <a:gd name="connsiteY93" fmla="*/ 630299 h 754540"/>
                <a:gd name="connsiteX94" fmla="*/ 233594 w 296449"/>
                <a:gd name="connsiteY94" fmla="*/ 627882 h 754540"/>
                <a:gd name="connsiteX95" fmla="*/ 221344 w 296449"/>
                <a:gd name="connsiteY95" fmla="*/ 599718 h 754540"/>
                <a:gd name="connsiteX96" fmla="*/ 248092 w 296449"/>
                <a:gd name="connsiteY96" fmla="*/ 583220 h 754540"/>
                <a:gd name="connsiteX97" fmla="*/ 248092 w 296449"/>
                <a:gd name="connsiteY97" fmla="*/ 583220 h 754540"/>
                <a:gd name="connsiteX98" fmla="*/ 229344 w 296449"/>
                <a:gd name="connsiteY98" fmla="*/ 525141 h 754540"/>
                <a:gd name="connsiteX99" fmla="*/ 210345 w 296449"/>
                <a:gd name="connsiteY99" fmla="*/ 492478 h 754540"/>
                <a:gd name="connsiteX100" fmla="*/ 246092 w 296449"/>
                <a:gd name="connsiteY100" fmla="*/ 461480 h 754540"/>
                <a:gd name="connsiteX101" fmla="*/ 260758 w 296449"/>
                <a:gd name="connsiteY101" fmla="*/ 494561 h 754540"/>
                <a:gd name="connsiteX102" fmla="*/ 245093 w 296449"/>
                <a:gd name="connsiteY102" fmla="*/ 510476 h 754540"/>
                <a:gd name="connsiteX103" fmla="*/ 229344 w 296449"/>
                <a:gd name="connsiteY103" fmla="*/ 525141 h 754540"/>
                <a:gd name="connsiteX104" fmla="*/ 229344 w 296449"/>
                <a:gd name="connsiteY104" fmla="*/ 525141 h 754540"/>
                <a:gd name="connsiteX105" fmla="*/ 205346 w 296449"/>
                <a:gd name="connsiteY105" fmla="*/ 484645 h 754540"/>
                <a:gd name="connsiteX106" fmla="*/ 197596 w 296449"/>
                <a:gd name="connsiteY106" fmla="*/ 472563 h 754540"/>
                <a:gd name="connsiteX107" fmla="*/ 196930 w 296449"/>
                <a:gd name="connsiteY107" fmla="*/ 472979 h 754540"/>
                <a:gd name="connsiteX108" fmla="*/ 203595 w 296449"/>
                <a:gd name="connsiteY108" fmla="*/ 485645 h 754540"/>
                <a:gd name="connsiteX109" fmla="*/ 171348 w 296449"/>
                <a:gd name="connsiteY109" fmla="*/ 501727 h 754540"/>
                <a:gd name="connsiteX110" fmla="*/ 153017 w 296449"/>
                <a:gd name="connsiteY110" fmla="*/ 468563 h 754540"/>
                <a:gd name="connsiteX111" fmla="*/ 180098 w 296449"/>
                <a:gd name="connsiteY111" fmla="*/ 453898 h 754540"/>
                <a:gd name="connsiteX112" fmla="*/ 213011 w 296449"/>
                <a:gd name="connsiteY112" fmla="*/ 430733 h 754540"/>
                <a:gd name="connsiteX113" fmla="*/ 224677 w 296449"/>
                <a:gd name="connsiteY113" fmla="*/ 424401 h 754540"/>
                <a:gd name="connsiteX114" fmla="*/ 229511 w 296449"/>
                <a:gd name="connsiteY114" fmla="*/ 420651 h 754540"/>
                <a:gd name="connsiteX115" fmla="*/ 238259 w 296449"/>
                <a:gd name="connsiteY115" fmla="*/ 441149 h 754540"/>
                <a:gd name="connsiteX116" fmla="*/ 243509 w 296449"/>
                <a:gd name="connsiteY116" fmla="*/ 454314 h 754540"/>
                <a:gd name="connsiteX117" fmla="*/ 205346 w 296449"/>
                <a:gd name="connsiteY117" fmla="*/ 484645 h 754540"/>
                <a:gd name="connsiteX118" fmla="*/ 205346 w 296449"/>
                <a:gd name="connsiteY118" fmla="*/ 484645 h 754540"/>
                <a:gd name="connsiteX119" fmla="*/ 113104 w 296449"/>
                <a:gd name="connsiteY119" fmla="*/ 452981 h 754540"/>
                <a:gd name="connsiteX120" fmla="*/ 88023 w 296449"/>
                <a:gd name="connsiteY120" fmla="*/ 405402 h 754540"/>
                <a:gd name="connsiteX121" fmla="*/ 78441 w 296449"/>
                <a:gd name="connsiteY121" fmla="*/ 384904 h 754540"/>
                <a:gd name="connsiteX122" fmla="*/ 72357 w 296449"/>
                <a:gd name="connsiteY122" fmla="*/ 375738 h 754540"/>
                <a:gd name="connsiteX123" fmla="*/ 77107 w 296449"/>
                <a:gd name="connsiteY123" fmla="*/ 376988 h 754540"/>
                <a:gd name="connsiteX124" fmla="*/ 106355 w 296449"/>
                <a:gd name="connsiteY124" fmla="*/ 415151 h 754540"/>
                <a:gd name="connsiteX125" fmla="*/ 135018 w 296449"/>
                <a:gd name="connsiteY125" fmla="*/ 413901 h 754540"/>
                <a:gd name="connsiteX126" fmla="*/ 145267 w 296449"/>
                <a:gd name="connsiteY126" fmla="*/ 401986 h 754540"/>
                <a:gd name="connsiteX127" fmla="*/ 156350 w 296449"/>
                <a:gd name="connsiteY127" fmla="*/ 403069 h 754540"/>
                <a:gd name="connsiteX128" fmla="*/ 159433 w 296449"/>
                <a:gd name="connsiteY128" fmla="*/ 411485 h 754540"/>
                <a:gd name="connsiteX129" fmla="*/ 174099 w 296449"/>
                <a:gd name="connsiteY129" fmla="*/ 447648 h 754540"/>
                <a:gd name="connsiteX130" fmla="*/ 160683 w 296449"/>
                <a:gd name="connsiteY130" fmla="*/ 457148 h 754540"/>
                <a:gd name="connsiteX131" fmla="*/ 150184 w 296449"/>
                <a:gd name="connsiteY131" fmla="*/ 463480 h 754540"/>
                <a:gd name="connsiteX132" fmla="*/ 143184 w 296449"/>
                <a:gd name="connsiteY132" fmla="*/ 449398 h 754540"/>
                <a:gd name="connsiteX133" fmla="*/ 142935 w 296449"/>
                <a:gd name="connsiteY133" fmla="*/ 449565 h 754540"/>
                <a:gd name="connsiteX134" fmla="*/ 149851 w 296449"/>
                <a:gd name="connsiteY134" fmla="*/ 463647 h 754540"/>
                <a:gd name="connsiteX135" fmla="*/ 131436 w 296449"/>
                <a:gd name="connsiteY135" fmla="*/ 471813 h 754540"/>
                <a:gd name="connsiteX136" fmla="*/ 131603 w 296449"/>
                <a:gd name="connsiteY136" fmla="*/ 472646 h 754540"/>
                <a:gd name="connsiteX137" fmla="*/ 152517 w 296449"/>
                <a:gd name="connsiteY137" fmla="*/ 469063 h 754540"/>
                <a:gd name="connsiteX138" fmla="*/ 168599 w 296449"/>
                <a:gd name="connsiteY138" fmla="*/ 503227 h 754540"/>
                <a:gd name="connsiteX139" fmla="*/ 141685 w 296449"/>
                <a:gd name="connsiteY139" fmla="*/ 512476 h 754540"/>
                <a:gd name="connsiteX140" fmla="*/ 113104 w 296449"/>
                <a:gd name="connsiteY140" fmla="*/ 452981 h 754540"/>
                <a:gd name="connsiteX141" fmla="*/ 113104 w 296449"/>
                <a:gd name="connsiteY141" fmla="*/ 452981 h 754540"/>
                <a:gd name="connsiteX142" fmla="*/ 151767 w 296449"/>
                <a:gd name="connsiteY142" fmla="*/ 534224 h 754540"/>
                <a:gd name="connsiteX143" fmla="*/ 144434 w 296449"/>
                <a:gd name="connsiteY143" fmla="*/ 518475 h 754540"/>
                <a:gd name="connsiteX144" fmla="*/ 172598 w 296449"/>
                <a:gd name="connsiteY144" fmla="*/ 511976 h 754540"/>
                <a:gd name="connsiteX145" fmla="*/ 199679 w 296449"/>
                <a:gd name="connsiteY145" fmla="*/ 573804 h 754540"/>
                <a:gd name="connsiteX146" fmla="*/ 209429 w 296449"/>
                <a:gd name="connsiteY146" fmla="*/ 596052 h 754540"/>
                <a:gd name="connsiteX147" fmla="*/ 181515 w 296449"/>
                <a:gd name="connsiteY147" fmla="*/ 600718 h 754540"/>
                <a:gd name="connsiteX148" fmla="*/ 151767 w 296449"/>
                <a:gd name="connsiteY148" fmla="*/ 534224 h 754540"/>
                <a:gd name="connsiteX149" fmla="*/ 151767 w 296449"/>
                <a:gd name="connsiteY149" fmla="*/ 534224 h 754540"/>
                <a:gd name="connsiteX150" fmla="*/ 226011 w 296449"/>
                <a:gd name="connsiteY150" fmla="*/ 688543 h 754540"/>
                <a:gd name="connsiteX151" fmla="*/ 182847 w 296449"/>
                <a:gd name="connsiteY151" fmla="*/ 603634 h 754540"/>
                <a:gd name="connsiteX152" fmla="*/ 212512 w 296449"/>
                <a:gd name="connsiteY152" fmla="*/ 602968 h 754540"/>
                <a:gd name="connsiteX153" fmla="*/ 226428 w 296449"/>
                <a:gd name="connsiteY153" fmla="*/ 632298 h 754540"/>
                <a:gd name="connsiteX154" fmla="*/ 222677 w 296449"/>
                <a:gd name="connsiteY154" fmla="*/ 632965 h 754540"/>
                <a:gd name="connsiteX155" fmla="*/ 222677 w 296449"/>
                <a:gd name="connsiteY155" fmla="*/ 634131 h 754540"/>
                <a:gd name="connsiteX156" fmla="*/ 227261 w 296449"/>
                <a:gd name="connsiteY156" fmla="*/ 633965 h 754540"/>
                <a:gd name="connsiteX157" fmla="*/ 252008 w 296449"/>
                <a:gd name="connsiteY157" fmla="*/ 679211 h 754540"/>
                <a:gd name="connsiteX158" fmla="*/ 227760 w 296449"/>
                <a:gd name="connsiteY158" fmla="*/ 691460 h 754540"/>
                <a:gd name="connsiteX159" fmla="*/ 226011 w 296449"/>
                <a:gd name="connsiteY159" fmla="*/ 688543 h 754540"/>
                <a:gd name="connsiteX160" fmla="*/ 226011 w 296449"/>
                <a:gd name="connsiteY160" fmla="*/ 688543 h 754540"/>
                <a:gd name="connsiteX161" fmla="*/ 276423 w 296449"/>
                <a:gd name="connsiteY161" fmla="*/ 625716 h 754540"/>
                <a:gd name="connsiteX162" fmla="*/ 275422 w 296449"/>
                <a:gd name="connsiteY162" fmla="*/ 708958 h 754540"/>
                <a:gd name="connsiteX163" fmla="*/ 272756 w 296449"/>
                <a:gd name="connsiteY163" fmla="*/ 730290 h 754540"/>
                <a:gd name="connsiteX164" fmla="*/ 251675 w 296449"/>
                <a:gd name="connsiteY164" fmla="*/ 724707 h 754540"/>
                <a:gd name="connsiteX165" fmla="*/ 229927 w 296449"/>
                <a:gd name="connsiteY165" fmla="*/ 694626 h 754540"/>
                <a:gd name="connsiteX166" fmla="*/ 245759 w 296449"/>
                <a:gd name="connsiteY166" fmla="*/ 689627 h 754540"/>
                <a:gd name="connsiteX167" fmla="*/ 255091 w 296449"/>
                <a:gd name="connsiteY167" fmla="*/ 683960 h 754540"/>
                <a:gd name="connsiteX168" fmla="*/ 263841 w 296449"/>
                <a:gd name="connsiteY168" fmla="*/ 697626 h 754540"/>
                <a:gd name="connsiteX169" fmla="*/ 266090 w 296449"/>
                <a:gd name="connsiteY169" fmla="*/ 696209 h 754540"/>
                <a:gd name="connsiteX170" fmla="*/ 258091 w 296449"/>
                <a:gd name="connsiteY170" fmla="*/ 681794 h 754540"/>
                <a:gd name="connsiteX171" fmla="*/ 269590 w 296449"/>
                <a:gd name="connsiteY171" fmla="*/ 670545 h 754540"/>
                <a:gd name="connsiteX172" fmla="*/ 266590 w 296449"/>
                <a:gd name="connsiteY172" fmla="*/ 667795 h 754540"/>
                <a:gd name="connsiteX173" fmla="*/ 255425 w 296449"/>
                <a:gd name="connsiteY173" fmla="*/ 676378 h 754540"/>
                <a:gd name="connsiteX174" fmla="*/ 236093 w 296449"/>
                <a:gd name="connsiteY174" fmla="*/ 633215 h 754540"/>
                <a:gd name="connsiteX175" fmla="*/ 256258 w 296449"/>
                <a:gd name="connsiteY175" fmla="*/ 627549 h 754540"/>
                <a:gd name="connsiteX176" fmla="*/ 276839 w 296449"/>
                <a:gd name="connsiteY176" fmla="*/ 611384 h 754540"/>
                <a:gd name="connsiteX177" fmla="*/ 276423 w 296449"/>
                <a:gd name="connsiteY177" fmla="*/ 625716 h 754540"/>
                <a:gd name="connsiteX178" fmla="*/ 276423 w 296449"/>
                <a:gd name="connsiteY178" fmla="*/ 625716 h 754540"/>
                <a:gd name="connsiteX179" fmla="*/ 277006 w 296449"/>
                <a:gd name="connsiteY179" fmla="*/ 600051 h 754540"/>
                <a:gd name="connsiteX180" fmla="*/ 266757 w 296449"/>
                <a:gd name="connsiteY180" fmla="*/ 610050 h 754540"/>
                <a:gd name="connsiteX181" fmla="*/ 257425 w 296449"/>
                <a:gd name="connsiteY181" fmla="*/ 584219 h 754540"/>
                <a:gd name="connsiteX182" fmla="*/ 254425 w 296449"/>
                <a:gd name="connsiteY182" fmla="*/ 577720 h 754540"/>
                <a:gd name="connsiteX183" fmla="*/ 267173 w 296449"/>
                <a:gd name="connsiteY183" fmla="*/ 564721 h 754540"/>
                <a:gd name="connsiteX184" fmla="*/ 264507 w 296449"/>
                <a:gd name="connsiteY184" fmla="*/ 561555 h 754540"/>
                <a:gd name="connsiteX185" fmla="*/ 251092 w 296449"/>
                <a:gd name="connsiteY185" fmla="*/ 570387 h 754540"/>
                <a:gd name="connsiteX186" fmla="*/ 239676 w 296449"/>
                <a:gd name="connsiteY186" fmla="*/ 545306 h 754540"/>
                <a:gd name="connsiteX187" fmla="*/ 233010 w 296449"/>
                <a:gd name="connsiteY187" fmla="*/ 532224 h 754540"/>
                <a:gd name="connsiteX188" fmla="*/ 244509 w 296449"/>
                <a:gd name="connsiteY188" fmla="*/ 523392 h 754540"/>
                <a:gd name="connsiteX189" fmla="*/ 280256 w 296449"/>
                <a:gd name="connsiteY189" fmla="*/ 488895 h 754540"/>
                <a:gd name="connsiteX190" fmla="*/ 277006 w 296449"/>
                <a:gd name="connsiteY190" fmla="*/ 600051 h 754540"/>
                <a:gd name="connsiteX191" fmla="*/ 277006 w 296449"/>
                <a:gd name="connsiteY191" fmla="*/ 600051 h 754540"/>
                <a:gd name="connsiteX192" fmla="*/ 277089 w 296449"/>
                <a:gd name="connsiteY192" fmla="*/ 312744 h 754540"/>
                <a:gd name="connsiteX193" fmla="*/ 279339 w 296449"/>
                <a:gd name="connsiteY193" fmla="*/ 357656 h 754540"/>
                <a:gd name="connsiteX194" fmla="*/ 280506 w 296449"/>
                <a:gd name="connsiteY194" fmla="*/ 435566 h 754540"/>
                <a:gd name="connsiteX195" fmla="*/ 256425 w 296449"/>
                <a:gd name="connsiteY195" fmla="*/ 392237 h 754540"/>
                <a:gd name="connsiteX196" fmla="*/ 256008 w 296449"/>
                <a:gd name="connsiteY196" fmla="*/ 392487 h 754540"/>
                <a:gd name="connsiteX197" fmla="*/ 276672 w 296449"/>
                <a:gd name="connsiteY197" fmla="*/ 437649 h 754540"/>
                <a:gd name="connsiteX198" fmla="*/ 280506 w 296449"/>
                <a:gd name="connsiteY198" fmla="*/ 437399 h 754540"/>
                <a:gd name="connsiteX199" fmla="*/ 280589 w 296449"/>
                <a:gd name="connsiteY199" fmla="*/ 445815 h 754540"/>
                <a:gd name="connsiteX200" fmla="*/ 280506 w 296449"/>
                <a:gd name="connsiteY200" fmla="*/ 477979 h 754540"/>
                <a:gd name="connsiteX201" fmla="*/ 267674 w 296449"/>
                <a:gd name="connsiteY201" fmla="*/ 488395 h 754540"/>
                <a:gd name="connsiteX202" fmla="*/ 253008 w 296449"/>
                <a:gd name="connsiteY202" fmla="*/ 453731 h 754540"/>
                <a:gd name="connsiteX203" fmla="*/ 268924 w 296449"/>
                <a:gd name="connsiteY203" fmla="*/ 432400 h 754540"/>
                <a:gd name="connsiteX204" fmla="*/ 267007 w 296449"/>
                <a:gd name="connsiteY204" fmla="*/ 431066 h 754540"/>
                <a:gd name="connsiteX205" fmla="*/ 250008 w 296449"/>
                <a:gd name="connsiteY205" fmla="*/ 448148 h 754540"/>
                <a:gd name="connsiteX206" fmla="*/ 245842 w 296449"/>
                <a:gd name="connsiteY206" fmla="*/ 440566 h 754540"/>
                <a:gd name="connsiteX207" fmla="*/ 233343 w 296449"/>
                <a:gd name="connsiteY207" fmla="*/ 417401 h 754540"/>
                <a:gd name="connsiteX208" fmla="*/ 240176 w 296449"/>
                <a:gd name="connsiteY208" fmla="*/ 410152 h 754540"/>
                <a:gd name="connsiteX209" fmla="*/ 238509 w 296449"/>
                <a:gd name="connsiteY209" fmla="*/ 407569 h 754540"/>
                <a:gd name="connsiteX210" fmla="*/ 230177 w 296449"/>
                <a:gd name="connsiteY210" fmla="*/ 411652 h 754540"/>
                <a:gd name="connsiteX211" fmla="*/ 214095 w 296449"/>
                <a:gd name="connsiteY211" fmla="*/ 381988 h 754540"/>
                <a:gd name="connsiteX212" fmla="*/ 239343 w 296449"/>
                <a:gd name="connsiteY212" fmla="*/ 363573 h 754540"/>
                <a:gd name="connsiteX213" fmla="*/ 236260 w 296449"/>
                <a:gd name="connsiteY213" fmla="*/ 359906 h 754540"/>
                <a:gd name="connsiteX214" fmla="*/ 213095 w 296449"/>
                <a:gd name="connsiteY214" fmla="*/ 380155 h 754540"/>
                <a:gd name="connsiteX215" fmla="*/ 211846 w 296449"/>
                <a:gd name="connsiteY215" fmla="*/ 377738 h 754540"/>
                <a:gd name="connsiteX216" fmla="*/ 211095 w 296449"/>
                <a:gd name="connsiteY216" fmla="*/ 378071 h 754540"/>
                <a:gd name="connsiteX217" fmla="*/ 212345 w 296449"/>
                <a:gd name="connsiteY217" fmla="*/ 380904 h 754540"/>
                <a:gd name="connsiteX218" fmla="*/ 211512 w 296449"/>
                <a:gd name="connsiteY218" fmla="*/ 381738 h 754540"/>
                <a:gd name="connsiteX219" fmla="*/ 212845 w 296449"/>
                <a:gd name="connsiteY219" fmla="*/ 382988 h 754540"/>
                <a:gd name="connsiteX220" fmla="*/ 213095 w 296449"/>
                <a:gd name="connsiteY220" fmla="*/ 382821 h 754540"/>
                <a:gd name="connsiteX221" fmla="*/ 226593 w 296449"/>
                <a:gd name="connsiteY221" fmla="*/ 414235 h 754540"/>
                <a:gd name="connsiteX222" fmla="*/ 222677 w 296449"/>
                <a:gd name="connsiteY222" fmla="*/ 417151 h 754540"/>
                <a:gd name="connsiteX223" fmla="*/ 213178 w 296449"/>
                <a:gd name="connsiteY223" fmla="*/ 423651 h 754540"/>
                <a:gd name="connsiteX224" fmla="*/ 213095 w 296449"/>
                <a:gd name="connsiteY224" fmla="*/ 422734 h 754540"/>
                <a:gd name="connsiteX225" fmla="*/ 200096 w 296449"/>
                <a:gd name="connsiteY225" fmla="*/ 382821 h 754540"/>
                <a:gd name="connsiteX226" fmla="*/ 190013 w 296449"/>
                <a:gd name="connsiteY226" fmla="*/ 354323 h 754540"/>
                <a:gd name="connsiteX227" fmla="*/ 195263 w 296449"/>
                <a:gd name="connsiteY227" fmla="*/ 334909 h 754540"/>
                <a:gd name="connsiteX228" fmla="*/ 221511 w 296449"/>
                <a:gd name="connsiteY228" fmla="*/ 344741 h 754540"/>
                <a:gd name="connsiteX229" fmla="*/ 235343 w 296449"/>
                <a:gd name="connsiteY229" fmla="*/ 341825 h 754540"/>
                <a:gd name="connsiteX230" fmla="*/ 241926 w 296449"/>
                <a:gd name="connsiteY230" fmla="*/ 367822 h 754540"/>
                <a:gd name="connsiteX231" fmla="*/ 247341 w 296449"/>
                <a:gd name="connsiteY231" fmla="*/ 387404 h 754540"/>
                <a:gd name="connsiteX232" fmla="*/ 254091 w 296449"/>
                <a:gd name="connsiteY232" fmla="*/ 388904 h 754540"/>
                <a:gd name="connsiteX233" fmla="*/ 266590 w 296449"/>
                <a:gd name="connsiteY233" fmla="*/ 349907 h 754540"/>
                <a:gd name="connsiteX234" fmla="*/ 262841 w 296449"/>
                <a:gd name="connsiteY234" fmla="*/ 324659 h 754540"/>
                <a:gd name="connsiteX235" fmla="*/ 273423 w 296449"/>
                <a:gd name="connsiteY235" fmla="*/ 283330 h 754540"/>
                <a:gd name="connsiteX236" fmla="*/ 275589 w 296449"/>
                <a:gd name="connsiteY236" fmla="*/ 280580 h 754540"/>
                <a:gd name="connsiteX237" fmla="*/ 277089 w 296449"/>
                <a:gd name="connsiteY237" fmla="*/ 312744 h 754540"/>
                <a:gd name="connsiteX238" fmla="*/ 277089 w 296449"/>
                <a:gd name="connsiteY238" fmla="*/ 312744 h 754540"/>
                <a:gd name="connsiteX239" fmla="*/ 275923 w 296449"/>
                <a:gd name="connsiteY239" fmla="*/ 208670 h 754540"/>
                <a:gd name="connsiteX240" fmla="*/ 273673 w 296449"/>
                <a:gd name="connsiteY240" fmla="*/ 256249 h 754540"/>
                <a:gd name="connsiteX241" fmla="*/ 253758 w 296449"/>
                <a:gd name="connsiteY241" fmla="*/ 292496 h 754540"/>
                <a:gd name="connsiteX242" fmla="*/ 254508 w 296449"/>
                <a:gd name="connsiteY242" fmla="*/ 327159 h 754540"/>
                <a:gd name="connsiteX243" fmla="*/ 252674 w 296449"/>
                <a:gd name="connsiteY243" fmla="*/ 376322 h 754540"/>
                <a:gd name="connsiteX244" fmla="*/ 248758 w 296449"/>
                <a:gd name="connsiteY244" fmla="*/ 347074 h 754540"/>
                <a:gd name="connsiteX245" fmla="*/ 237510 w 296449"/>
                <a:gd name="connsiteY245" fmla="*/ 326826 h 754540"/>
                <a:gd name="connsiteX246" fmla="*/ 224178 w 296449"/>
                <a:gd name="connsiteY246" fmla="*/ 326576 h 754540"/>
                <a:gd name="connsiteX247" fmla="*/ 209012 w 296449"/>
                <a:gd name="connsiteY247" fmla="*/ 331825 h 754540"/>
                <a:gd name="connsiteX248" fmla="*/ 201512 w 296449"/>
                <a:gd name="connsiteY248" fmla="*/ 324160 h 754540"/>
                <a:gd name="connsiteX249" fmla="*/ 201763 w 296449"/>
                <a:gd name="connsiteY249" fmla="*/ 323743 h 754540"/>
                <a:gd name="connsiteX250" fmla="*/ 188431 w 296449"/>
                <a:gd name="connsiteY250" fmla="*/ 229418 h 754540"/>
                <a:gd name="connsiteX251" fmla="*/ 157434 w 296449"/>
                <a:gd name="connsiteY251" fmla="*/ 195255 h 754540"/>
                <a:gd name="connsiteX252" fmla="*/ 225261 w 296449"/>
                <a:gd name="connsiteY252" fmla="*/ 146842 h 754540"/>
                <a:gd name="connsiteX253" fmla="*/ 266757 w 296449"/>
                <a:gd name="connsiteY253" fmla="*/ 168340 h 754540"/>
                <a:gd name="connsiteX254" fmla="*/ 275923 w 296449"/>
                <a:gd name="connsiteY254" fmla="*/ 208670 h 754540"/>
                <a:gd name="connsiteX255" fmla="*/ 275923 w 296449"/>
                <a:gd name="connsiteY255" fmla="*/ 208670 h 754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Lst>
              <a:rect l="l" t="t" r="r" b="b"/>
              <a:pathLst>
                <a:path w="296449" h="754540">
                  <a:moveTo>
                    <a:pt x="220178" y="134427"/>
                  </a:moveTo>
                  <a:cubicBezTo>
                    <a:pt x="226094" y="107512"/>
                    <a:pt x="232343" y="80515"/>
                    <a:pt x="236926" y="53351"/>
                  </a:cubicBezTo>
                  <a:cubicBezTo>
                    <a:pt x="238593" y="43351"/>
                    <a:pt x="244258" y="24353"/>
                    <a:pt x="239926" y="14437"/>
                  </a:cubicBezTo>
                  <a:cubicBezTo>
                    <a:pt x="235926" y="5188"/>
                    <a:pt x="223427" y="6855"/>
                    <a:pt x="215094" y="4938"/>
                  </a:cubicBezTo>
                  <a:cubicBezTo>
                    <a:pt x="207845" y="3272"/>
                    <a:pt x="197013" y="-4394"/>
                    <a:pt x="191430" y="3522"/>
                  </a:cubicBezTo>
                  <a:cubicBezTo>
                    <a:pt x="189764" y="5938"/>
                    <a:pt x="190013" y="9021"/>
                    <a:pt x="189764" y="11854"/>
                  </a:cubicBezTo>
                  <a:cubicBezTo>
                    <a:pt x="188597" y="22687"/>
                    <a:pt x="187848" y="33519"/>
                    <a:pt x="186764" y="44351"/>
                  </a:cubicBezTo>
                  <a:cubicBezTo>
                    <a:pt x="185014" y="61516"/>
                    <a:pt x="182847" y="78682"/>
                    <a:pt x="181681" y="95930"/>
                  </a:cubicBezTo>
                  <a:cubicBezTo>
                    <a:pt x="181348" y="100763"/>
                    <a:pt x="180848" y="106013"/>
                    <a:pt x="180848" y="111179"/>
                  </a:cubicBezTo>
                  <a:cubicBezTo>
                    <a:pt x="170766" y="98263"/>
                    <a:pt x="157517" y="87514"/>
                    <a:pt x="143018" y="80348"/>
                  </a:cubicBezTo>
                  <a:cubicBezTo>
                    <a:pt x="117021" y="67433"/>
                    <a:pt x="88273" y="69349"/>
                    <a:pt x="62609" y="82015"/>
                  </a:cubicBezTo>
                  <a:cubicBezTo>
                    <a:pt x="37111" y="94514"/>
                    <a:pt x="17529" y="122178"/>
                    <a:pt x="13029" y="149842"/>
                  </a:cubicBezTo>
                  <a:cubicBezTo>
                    <a:pt x="9863" y="169257"/>
                    <a:pt x="13029" y="202254"/>
                    <a:pt x="30694" y="215169"/>
                  </a:cubicBezTo>
                  <a:cubicBezTo>
                    <a:pt x="23029" y="222252"/>
                    <a:pt x="16279" y="230418"/>
                    <a:pt x="10946" y="239417"/>
                  </a:cubicBezTo>
                  <a:cubicBezTo>
                    <a:pt x="-5302" y="267165"/>
                    <a:pt x="-1136" y="301078"/>
                    <a:pt x="8447" y="330492"/>
                  </a:cubicBezTo>
                  <a:cubicBezTo>
                    <a:pt x="12697" y="343574"/>
                    <a:pt x="19946" y="357323"/>
                    <a:pt x="31694" y="365073"/>
                  </a:cubicBezTo>
                  <a:cubicBezTo>
                    <a:pt x="41694" y="371739"/>
                    <a:pt x="52526" y="372572"/>
                    <a:pt x="63525" y="374155"/>
                  </a:cubicBezTo>
                  <a:cubicBezTo>
                    <a:pt x="66942" y="386154"/>
                    <a:pt x="73774" y="398569"/>
                    <a:pt x="78857" y="409652"/>
                  </a:cubicBezTo>
                  <a:cubicBezTo>
                    <a:pt x="85690" y="424650"/>
                    <a:pt x="93356" y="439149"/>
                    <a:pt x="100772" y="453815"/>
                  </a:cubicBezTo>
                  <a:cubicBezTo>
                    <a:pt x="114521" y="480895"/>
                    <a:pt x="126103" y="508726"/>
                    <a:pt x="138936" y="536140"/>
                  </a:cubicBezTo>
                  <a:cubicBezTo>
                    <a:pt x="153267" y="566888"/>
                    <a:pt x="167182" y="597385"/>
                    <a:pt x="180681" y="628465"/>
                  </a:cubicBezTo>
                  <a:cubicBezTo>
                    <a:pt x="193180" y="657129"/>
                    <a:pt x="207679" y="685627"/>
                    <a:pt x="224761" y="711791"/>
                  </a:cubicBezTo>
                  <a:cubicBezTo>
                    <a:pt x="233843" y="725873"/>
                    <a:pt x="254258" y="763203"/>
                    <a:pt x="276423" y="752704"/>
                  </a:cubicBezTo>
                  <a:cubicBezTo>
                    <a:pt x="296671" y="743122"/>
                    <a:pt x="292254" y="702209"/>
                    <a:pt x="292421" y="684544"/>
                  </a:cubicBezTo>
                  <a:cubicBezTo>
                    <a:pt x="293005" y="618300"/>
                    <a:pt x="291588" y="551972"/>
                    <a:pt x="292504" y="485728"/>
                  </a:cubicBezTo>
                  <a:cubicBezTo>
                    <a:pt x="293005" y="447815"/>
                    <a:pt x="292838" y="409818"/>
                    <a:pt x="291838" y="371905"/>
                  </a:cubicBezTo>
                  <a:cubicBezTo>
                    <a:pt x="291338" y="353907"/>
                    <a:pt x="291005" y="335909"/>
                    <a:pt x="289922" y="317910"/>
                  </a:cubicBezTo>
                  <a:cubicBezTo>
                    <a:pt x="288922" y="300995"/>
                    <a:pt x="289505" y="283247"/>
                    <a:pt x="285505" y="266665"/>
                  </a:cubicBezTo>
                  <a:cubicBezTo>
                    <a:pt x="291671" y="257082"/>
                    <a:pt x="296171" y="246666"/>
                    <a:pt x="296421" y="234668"/>
                  </a:cubicBezTo>
                  <a:cubicBezTo>
                    <a:pt x="296838" y="216502"/>
                    <a:pt x="292671" y="196171"/>
                    <a:pt x="288338" y="178589"/>
                  </a:cubicBezTo>
                  <a:cubicBezTo>
                    <a:pt x="284088" y="161507"/>
                    <a:pt x="269590" y="150009"/>
                    <a:pt x="256008" y="139843"/>
                  </a:cubicBezTo>
                  <a:cubicBezTo>
                    <a:pt x="245592" y="132093"/>
                    <a:pt x="232594" y="132010"/>
                    <a:pt x="220178" y="134427"/>
                  </a:cubicBezTo>
                  <a:lnTo>
                    <a:pt x="220178" y="134427"/>
                  </a:lnTo>
                  <a:close/>
                  <a:moveTo>
                    <a:pt x="189681" y="112429"/>
                  </a:moveTo>
                  <a:cubicBezTo>
                    <a:pt x="190764" y="99346"/>
                    <a:pt x="192430" y="86264"/>
                    <a:pt x="193430" y="73099"/>
                  </a:cubicBezTo>
                  <a:cubicBezTo>
                    <a:pt x="194430" y="60017"/>
                    <a:pt x="195346" y="47018"/>
                    <a:pt x="196180" y="33936"/>
                  </a:cubicBezTo>
                  <a:cubicBezTo>
                    <a:pt x="196430" y="29853"/>
                    <a:pt x="195014" y="14437"/>
                    <a:pt x="197596" y="11521"/>
                  </a:cubicBezTo>
                  <a:cubicBezTo>
                    <a:pt x="202430" y="6022"/>
                    <a:pt x="207596" y="10771"/>
                    <a:pt x="213428" y="12271"/>
                  </a:cubicBezTo>
                  <a:cubicBezTo>
                    <a:pt x="217344" y="13271"/>
                    <a:pt x="225594" y="12688"/>
                    <a:pt x="228760" y="15104"/>
                  </a:cubicBezTo>
                  <a:cubicBezTo>
                    <a:pt x="235009" y="19853"/>
                    <a:pt x="230927" y="34519"/>
                    <a:pt x="229927" y="40768"/>
                  </a:cubicBezTo>
                  <a:cubicBezTo>
                    <a:pt x="227927" y="53017"/>
                    <a:pt x="225011" y="65016"/>
                    <a:pt x="222344" y="77099"/>
                  </a:cubicBezTo>
                  <a:cubicBezTo>
                    <a:pt x="217928" y="96930"/>
                    <a:pt x="213428" y="117011"/>
                    <a:pt x="210095" y="137010"/>
                  </a:cubicBezTo>
                  <a:cubicBezTo>
                    <a:pt x="206096" y="138343"/>
                    <a:pt x="201763" y="140093"/>
                    <a:pt x="197346" y="142259"/>
                  </a:cubicBezTo>
                  <a:cubicBezTo>
                    <a:pt x="195430" y="135593"/>
                    <a:pt x="192597" y="129260"/>
                    <a:pt x="189180" y="123178"/>
                  </a:cubicBezTo>
                  <a:cubicBezTo>
                    <a:pt x="189597" y="119345"/>
                    <a:pt x="189514" y="115178"/>
                    <a:pt x="189681" y="112429"/>
                  </a:cubicBezTo>
                  <a:lnTo>
                    <a:pt x="189681" y="112429"/>
                  </a:lnTo>
                  <a:close/>
                  <a:moveTo>
                    <a:pt x="27195" y="150592"/>
                  </a:moveTo>
                  <a:cubicBezTo>
                    <a:pt x="31195" y="127261"/>
                    <a:pt x="45693" y="101513"/>
                    <a:pt x="66775" y="89514"/>
                  </a:cubicBezTo>
                  <a:cubicBezTo>
                    <a:pt x="89523" y="76599"/>
                    <a:pt x="115854" y="74682"/>
                    <a:pt x="138435" y="88764"/>
                  </a:cubicBezTo>
                  <a:cubicBezTo>
                    <a:pt x="160266" y="102346"/>
                    <a:pt x="178098" y="124844"/>
                    <a:pt x="183515" y="149842"/>
                  </a:cubicBezTo>
                  <a:cubicBezTo>
                    <a:pt x="167432" y="160258"/>
                    <a:pt x="152850" y="174840"/>
                    <a:pt x="150351" y="190588"/>
                  </a:cubicBezTo>
                  <a:cubicBezTo>
                    <a:pt x="137018" y="182672"/>
                    <a:pt x="121687" y="178006"/>
                    <a:pt x="104522" y="177756"/>
                  </a:cubicBezTo>
                  <a:cubicBezTo>
                    <a:pt x="81107" y="177423"/>
                    <a:pt x="58859" y="189338"/>
                    <a:pt x="41861" y="205920"/>
                  </a:cubicBezTo>
                  <a:cubicBezTo>
                    <a:pt x="40110" y="207170"/>
                    <a:pt x="38444" y="208503"/>
                    <a:pt x="36778" y="209837"/>
                  </a:cubicBezTo>
                  <a:cubicBezTo>
                    <a:pt x="30945" y="190338"/>
                    <a:pt x="23612" y="171590"/>
                    <a:pt x="27195" y="150592"/>
                  </a:cubicBezTo>
                  <a:lnTo>
                    <a:pt x="27195" y="150592"/>
                  </a:lnTo>
                  <a:close/>
                  <a:moveTo>
                    <a:pt x="40277" y="353574"/>
                  </a:moveTo>
                  <a:cubicBezTo>
                    <a:pt x="24445" y="343908"/>
                    <a:pt x="20113" y="321826"/>
                    <a:pt x="16363" y="305161"/>
                  </a:cubicBezTo>
                  <a:cubicBezTo>
                    <a:pt x="12697" y="288829"/>
                    <a:pt x="11613" y="269998"/>
                    <a:pt x="17529" y="253999"/>
                  </a:cubicBezTo>
                  <a:cubicBezTo>
                    <a:pt x="24363" y="235501"/>
                    <a:pt x="36861" y="219169"/>
                    <a:pt x="52526" y="207170"/>
                  </a:cubicBezTo>
                  <a:cubicBezTo>
                    <a:pt x="67525" y="196921"/>
                    <a:pt x="85273" y="190505"/>
                    <a:pt x="103022" y="190755"/>
                  </a:cubicBezTo>
                  <a:cubicBezTo>
                    <a:pt x="133768" y="191172"/>
                    <a:pt x="161016" y="207170"/>
                    <a:pt x="178348" y="232084"/>
                  </a:cubicBezTo>
                  <a:cubicBezTo>
                    <a:pt x="187764" y="245667"/>
                    <a:pt x="193347" y="260748"/>
                    <a:pt x="196263" y="276914"/>
                  </a:cubicBezTo>
                  <a:cubicBezTo>
                    <a:pt x="197429" y="283413"/>
                    <a:pt x="199180" y="290913"/>
                    <a:pt x="198930" y="297579"/>
                  </a:cubicBezTo>
                  <a:cubicBezTo>
                    <a:pt x="198513" y="309328"/>
                    <a:pt x="191514" y="317243"/>
                    <a:pt x="185598" y="326493"/>
                  </a:cubicBezTo>
                  <a:cubicBezTo>
                    <a:pt x="173182" y="345907"/>
                    <a:pt x="175265" y="364739"/>
                    <a:pt x="184598" y="385154"/>
                  </a:cubicBezTo>
                  <a:cubicBezTo>
                    <a:pt x="190180" y="397320"/>
                    <a:pt x="196097" y="409485"/>
                    <a:pt x="197346" y="422984"/>
                  </a:cubicBezTo>
                  <a:cubicBezTo>
                    <a:pt x="197680" y="426734"/>
                    <a:pt x="198596" y="439399"/>
                    <a:pt x="194763" y="442066"/>
                  </a:cubicBezTo>
                  <a:cubicBezTo>
                    <a:pt x="186264" y="447982"/>
                    <a:pt x="178681" y="430817"/>
                    <a:pt x="176182" y="425817"/>
                  </a:cubicBezTo>
                  <a:cubicBezTo>
                    <a:pt x="171682" y="416484"/>
                    <a:pt x="164016" y="382988"/>
                    <a:pt x="148767" y="385654"/>
                  </a:cubicBezTo>
                  <a:cubicBezTo>
                    <a:pt x="140185" y="387154"/>
                    <a:pt x="137519" y="398153"/>
                    <a:pt x="131353" y="402902"/>
                  </a:cubicBezTo>
                  <a:cubicBezTo>
                    <a:pt x="108355" y="420651"/>
                    <a:pt x="105438" y="388654"/>
                    <a:pt x="97022" y="375571"/>
                  </a:cubicBezTo>
                  <a:cubicBezTo>
                    <a:pt x="84190" y="355490"/>
                    <a:pt x="58192" y="364489"/>
                    <a:pt x="40277" y="353574"/>
                  </a:cubicBezTo>
                  <a:lnTo>
                    <a:pt x="40277" y="353574"/>
                  </a:lnTo>
                  <a:close/>
                  <a:moveTo>
                    <a:pt x="227760" y="535724"/>
                  </a:moveTo>
                  <a:cubicBezTo>
                    <a:pt x="229593" y="539890"/>
                    <a:pt x="231510" y="544140"/>
                    <a:pt x="233343" y="548306"/>
                  </a:cubicBezTo>
                  <a:cubicBezTo>
                    <a:pt x="237093" y="557222"/>
                    <a:pt x="240676" y="566221"/>
                    <a:pt x="244509" y="575054"/>
                  </a:cubicBezTo>
                  <a:cubicBezTo>
                    <a:pt x="235842" y="581220"/>
                    <a:pt x="227177" y="587302"/>
                    <a:pt x="218012" y="592052"/>
                  </a:cubicBezTo>
                  <a:cubicBezTo>
                    <a:pt x="214011" y="583053"/>
                    <a:pt x="210012" y="574054"/>
                    <a:pt x="205762" y="565221"/>
                  </a:cubicBezTo>
                  <a:cubicBezTo>
                    <a:pt x="203179" y="559722"/>
                    <a:pt x="200429" y="554305"/>
                    <a:pt x="197596" y="548889"/>
                  </a:cubicBezTo>
                  <a:cubicBezTo>
                    <a:pt x="208512" y="545723"/>
                    <a:pt x="218344" y="541473"/>
                    <a:pt x="227760" y="535724"/>
                  </a:cubicBezTo>
                  <a:lnTo>
                    <a:pt x="227760" y="535724"/>
                  </a:lnTo>
                  <a:close/>
                  <a:moveTo>
                    <a:pt x="196513" y="546889"/>
                  </a:moveTo>
                  <a:cubicBezTo>
                    <a:pt x="190013" y="534641"/>
                    <a:pt x="183181" y="522558"/>
                    <a:pt x="176265" y="510476"/>
                  </a:cubicBezTo>
                  <a:cubicBezTo>
                    <a:pt x="186764" y="506060"/>
                    <a:pt x="196763" y="500477"/>
                    <a:pt x="206012" y="495144"/>
                  </a:cubicBezTo>
                  <a:cubicBezTo>
                    <a:pt x="206678" y="494811"/>
                    <a:pt x="207262" y="494394"/>
                    <a:pt x="207845" y="493978"/>
                  </a:cubicBezTo>
                  <a:cubicBezTo>
                    <a:pt x="213679" y="505477"/>
                    <a:pt x="219344" y="517142"/>
                    <a:pt x="224761" y="528891"/>
                  </a:cubicBezTo>
                  <a:cubicBezTo>
                    <a:pt x="216012" y="535807"/>
                    <a:pt x="206762" y="541890"/>
                    <a:pt x="196513" y="546889"/>
                  </a:cubicBezTo>
                  <a:lnTo>
                    <a:pt x="196513" y="546889"/>
                  </a:lnTo>
                  <a:close/>
                  <a:moveTo>
                    <a:pt x="248092" y="583220"/>
                  </a:moveTo>
                  <a:cubicBezTo>
                    <a:pt x="252508" y="592969"/>
                    <a:pt x="257508" y="602468"/>
                    <a:pt x="263591" y="611300"/>
                  </a:cubicBezTo>
                  <a:cubicBezTo>
                    <a:pt x="263841" y="611717"/>
                    <a:pt x="264257" y="611884"/>
                    <a:pt x="264674" y="611967"/>
                  </a:cubicBezTo>
                  <a:cubicBezTo>
                    <a:pt x="261424" y="615050"/>
                    <a:pt x="258091" y="618050"/>
                    <a:pt x="254425" y="620800"/>
                  </a:cubicBezTo>
                  <a:cubicBezTo>
                    <a:pt x="248341" y="625299"/>
                    <a:pt x="241676" y="628299"/>
                    <a:pt x="234593" y="630299"/>
                  </a:cubicBezTo>
                  <a:cubicBezTo>
                    <a:pt x="234260" y="629549"/>
                    <a:pt x="233926" y="628715"/>
                    <a:pt x="233594" y="627882"/>
                  </a:cubicBezTo>
                  <a:cubicBezTo>
                    <a:pt x="229511" y="618550"/>
                    <a:pt x="225510" y="609134"/>
                    <a:pt x="221344" y="599718"/>
                  </a:cubicBezTo>
                  <a:cubicBezTo>
                    <a:pt x="230927" y="595802"/>
                    <a:pt x="239926" y="589969"/>
                    <a:pt x="248092" y="583220"/>
                  </a:cubicBezTo>
                  <a:lnTo>
                    <a:pt x="248092" y="583220"/>
                  </a:lnTo>
                  <a:close/>
                  <a:moveTo>
                    <a:pt x="229344" y="525141"/>
                  </a:moveTo>
                  <a:cubicBezTo>
                    <a:pt x="223344" y="514059"/>
                    <a:pt x="216928" y="503227"/>
                    <a:pt x="210345" y="492478"/>
                  </a:cubicBezTo>
                  <a:cubicBezTo>
                    <a:pt x="223927" y="483978"/>
                    <a:pt x="235593" y="473313"/>
                    <a:pt x="246092" y="461480"/>
                  </a:cubicBezTo>
                  <a:cubicBezTo>
                    <a:pt x="250342" y="472896"/>
                    <a:pt x="254758" y="484312"/>
                    <a:pt x="260758" y="494561"/>
                  </a:cubicBezTo>
                  <a:cubicBezTo>
                    <a:pt x="255425" y="499894"/>
                    <a:pt x="250342" y="505310"/>
                    <a:pt x="245093" y="510476"/>
                  </a:cubicBezTo>
                  <a:cubicBezTo>
                    <a:pt x="240009" y="515809"/>
                    <a:pt x="234760" y="520642"/>
                    <a:pt x="229344" y="525141"/>
                  </a:cubicBezTo>
                  <a:lnTo>
                    <a:pt x="229344" y="525141"/>
                  </a:lnTo>
                  <a:close/>
                  <a:moveTo>
                    <a:pt x="205346" y="484645"/>
                  </a:moveTo>
                  <a:cubicBezTo>
                    <a:pt x="202762" y="480645"/>
                    <a:pt x="200180" y="476563"/>
                    <a:pt x="197596" y="472563"/>
                  </a:cubicBezTo>
                  <a:cubicBezTo>
                    <a:pt x="197264" y="472146"/>
                    <a:pt x="196680" y="472563"/>
                    <a:pt x="196930" y="472979"/>
                  </a:cubicBezTo>
                  <a:cubicBezTo>
                    <a:pt x="199180" y="477146"/>
                    <a:pt x="201346" y="481395"/>
                    <a:pt x="203595" y="485645"/>
                  </a:cubicBezTo>
                  <a:cubicBezTo>
                    <a:pt x="193014" y="491811"/>
                    <a:pt x="182265" y="497144"/>
                    <a:pt x="171348" y="501727"/>
                  </a:cubicBezTo>
                  <a:cubicBezTo>
                    <a:pt x="165099" y="490728"/>
                    <a:pt x="158850" y="479729"/>
                    <a:pt x="153017" y="468563"/>
                  </a:cubicBezTo>
                  <a:cubicBezTo>
                    <a:pt x="162932" y="465230"/>
                    <a:pt x="172598" y="460064"/>
                    <a:pt x="180098" y="453898"/>
                  </a:cubicBezTo>
                  <a:cubicBezTo>
                    <a:pt x="198013" y="469813"/>
                    <a:pt x="210928" y="449398"/>
                    <a:pt x="213011" y="430733"/>
                  </a:cubicBezTo>
                  <a:cubicBezTo>
                    <a:pt x="217261" y="429483"/>
                    <a:pt x="221511" y="426567"/>
                    <a:pt x="224677" y="424401"/>
                  </a:cubicBezTo>
                  <a:cubicBezTo>
                    <a:pt x="226428" y="423234"/>
                    <a:pt x="228010" y="421984"/>
                    <a:pt x="229511" y="420651"/>
                  </a:cubicBezTo>
                  <a:cubicBezTo>
                    <a:pt x="232427" y="427484"/>
                    <a:pt x="235343" y="434316"/>
                    <a:pt x="238259" y="441149"/>
                  </a:cubicBezTo>
                  <a:cubicBezTo>
                    <a:pt x="240092" y="445399"/>
                    <a:pt x="241759" y="449815"/>
                    <a:pt x="243509" y="454314"/>
                  </a:cubicBezTo>
                  <a:cubicBezTo>
                    <a:pt x="231760" y="465647"/>
                    <a:pt x="219511" y="476229"/>
                    <a:pt x="205346" y="484645"/>
                  </a:cubicBezTo>
                  <a:lnTo>
                    <a:pt x="205346" y="484645"/>
                  </a:lnTo>
                  <a:close/>
                  <a:moveTo>
                    <a:pt x="113104" y="452981"/>
                  </a:moveTo>
                  <a:cubicBezTo>
                    <a:pt x="104855" y="437066"/>
                    <a:pt x="96023" y="421401"/>
                    <a:pt x="88023" y="405402"/>
                  </a:cubicBezTo>
                  <a:cubicBezTo>
                    <a:pt x="84690" y="398653"/>
                    <a:pt x="81940" y="391570"/>
                    <a:pt x="78441" y="384904"/>
                  </a:cubicBezTo>
                  <a:cubicBezTo>
                    <a:pt x="76690" y="381654"/>
                    <a:pt x="74524" y="378738"/>
                    <a:pt x="72357" y="375738"/>
                  </a:cubicBezTo>
                  <a:cubicBezTo>
                    <a:pt x="73941" y="376071"/>
                    <a:pt x="75524" y="376488"/>
                    <a:pt x="77107" y="376988"/>
                  </a:cubicBezTo>
                  <a:cubicBezTo>
                    <a:pt x="95522" y="382488"/>
                    <a:pt x="92189" y="404652"/>
                    <a:pt x="106355" y="415151"/>
                  </a:cubicBezTo>
                  <a:cubicBezTo>
                    <a:pt x="114687" y="421318"/>
                    <a:pt x="126853" y="419817"/>
                    <a:pt x="135018" y="413901"/>
                  </a:cubicBezTo>
                  <a:cubicBezTo>
                    <a:pt x="139685" y="410568"/>
                    <a:pt x="141268" y="405569"/>
                    <a:pt x="145267" y="401986"/>
                  </a:cubicBezTo>
                  <a:cubicBezTo>
                    <a:pt x="150767" y="396986"/>
                    <a:pt x="151934" y="396986"/>
                    <a:pt x="156350" y="403069"/>
                  </a:cubicBezTo>
                  <a:cubicBezTo>
                    <a:pt x="157684" y="404902"/>
                    <a:pt x="158766" y="409569"/>
                    <a:pt x="159433" y="411485"/>
                  </a:cubicBezTo>
                  <a:cubicBezTo>
                    <a:pt x="163516" y="423567"/>
                    <a:pt x="166432" y="437149"/>
                    <a:pt x="174099" y="447648"/>
                  </a:cubicBezTo>
                  <a:cubicBezTo>
                    <a:pt x="169349" y="450148"/>
                    <a:pt x="165349" y="454314"/>
                    <a:pt x="160683" y="457148"/>
                  </a:cubicBezTo>
                  <a:cubicBezTo>
                    <a:pt x="157350" y="459147"/>
                    <a:pt x="153850" y="461314"/>
                    <a:pt x="150184" y="463480"/>
                  </a:cubicBezTo>
                  <a:cubicBezTo>
                    <a:pt x="147768" y="458814"/>
                    <a:pt x="145434" y="454148"/>
                    <a:pt x="143184" y="449398"/>
                  </a:cubicBezTo>
                  <a:cubicBezTo>
                    <a:pt x="143102" y="449232"/>
                    <a:pt x="142852" y="449398"/>
                    <a:pt x="142935" y="449565"/>
                  </a:cubicBezTo>
                  <a:cubicBezTo>
                    <a:pt x="145267" y="454231"/>
                    <a:pt x="147601" y="458897"/>
                    <a:pt x="149851" y="463647"/>
                  </a:cubicBezTo>
                  <a:cubicBezTo>
                    <a:pt x="143851" y="467063"/>
                    <a:pt x="137519" y="470230"/>
                    <a:pt x="131436" y="471813"/>
                  </a:cubicBezTo>
                  <a:cubicBezTo>
                    <a:pt x="130936" y="471979"/>
                    <a:pt x="131102" y="472646"/>
                    <a:pt x="131603" y="472646"/>
                  </a:cubicBezTo>
                  <a:cubicBezTo>
                    <a:pt x="138268" y="472729"/>
                    <a:pt x="145434" y="471313"/>
                    <a:pt x="152517" y="469063"/>
                  </a:cubicBezTo>
                  <a:cubicBezTo>
                    <a:pt x="158016" y="480395"/>
                    <a:pt x="163349" y="491728"/>
                    <a:pt x="168599" y="503227"/>
                  </a:cubicBezTo>
                  <a:cubicBezTo>
                    <a:pt x="159849" y="506810"/>
                    <a:pt x="150934" y="509893"/>
                    <a:pt x="141685" y="512476"/>
                  </a:cubicBezTo>
                  <a:cubicBezTo>
                    <a:pt x="132352" y="492228"/>
                    <a:pt x="123187" y="472396"/>
                    <a:pt x="113104" y="452981"/>
                  </a:cubicBezTo>
                  <a:lnTo>
                    <a:pt x="113104" y="452981"/>
                  </a:lnTo>
                  <a:close/>
                  <a:moveTo>
                    <a:pt x="151767" y="534224"/>
                  </a:moveTo>
                  <a:cubicBezTo>
                    <a:pt x="149351" y="528974"/>
                    <a:pt x="146851" y="523725"/>
                    <a:pt x="144434" y="518475"/>
                  </a:cubicBezTo>
                  <a:cubicBezTo>
                    <a:pt x="153934" y="517976"/>
                    <a:pt x="163433" y="515476"/>
                    <a:pt x="172598" y="511976"/>
                  </a:cubicBezTo>
                  <a:cubicBezTo>
                    <a:pt x="181848" y="532474"/>
                    <a:pt x="190847" y="553139"/>
                    <a:pt x="199679" y="573804"/>
                  </a:cubicBezTo>
                  <a:cubicBezTo>
                    <a:pt x="202846" y="581220"/>
                    <a:pt x="206096" y="588636"/>
                    <a:pt x="209429" y="596052"/>
                  </a:cubicBezTo>
                  <a:cubicBezTo>
                    <a:pt x="200763" y="599468"/>
                    <a:pt x="191597" y="601384"/>
                    <a:pt x="181515" y="600718"/>
                  </a:cubicBezTo>
                  <a:cubicBezTo>
                    <a:pt x="171599" y="578470"/>
                    <a:pt x="161933" y="556222"/>
                    <a:pt x="151767" y="534224"/>
                  </a:cubicBezTo>
                  <a:lnTo>
                    <a:pt x="151767" y="534224"/>
                  </a:lnTo>
                  <a:close/>
                  <a:moveTo>
                    <a:pt x="226011" y="688543"/>
                  </a:moveTo>
                  <a:cubicBezTo>
                    <a:pt x="209596" y="661379"/>
                    <a:pt x="195847" y="632549"/>
                    <a:pt x="182847" y="603634"/>
                  </a:cubicBezTo>
                  <a:cubicBezTo>
                    <a:pt x="192931" y="606134"/>
                    <a:pt x="202929" y="605634"/>
                    <a:pt x="212512" y="602968"/>
                  </a:cubicBezTo>
                  <a:cubicBezTo>
                    <a:pt x="217012" y="612800"/>
                    <a:pt x="221594" y="622633"/>
                    <a:pt x="226428" y="632298"/>
                  </a:cubicBezTo>
                  <a:cubicBezTo>
                    <a:pt x="225178" y="632549"/>
                    <a:pt x="223927" y="632715"/>
                    <a:pt x="222677" y="632965"/>
                  </a:cubicBezTo>
                  <a:cubicBezTo>
                    <a:pt x="221928" y="633048"/>
                    <a:pt x="221928" y="634131"/>
                    <a:pt x="222677" y="634131"/>
                  </a:cubicBezTo>
                  <a:cubicBezTo>
                    <a:pt x="224261" y="634048"/>
                    <a:pt x="225760" y="633965"/>
                    <a:pt x="227261" y="633965"/>
                  </a:cubicBezTo>
                  <a:cubicBezTo>
                    <a:pt x="234926" y="649380"/>
                    <a:pt x="243175" y="664546"/>
                    <a:pt x="252008" y="679211"/>
                  </a:cubicBezTo>
                  <a:cubicBezTo>
                    <a:pt x="244592" y="684794"/>
                    <a:pt x="236843" y="689793"/>
                    <a:pt x="227760" y="691460"/>
                  </a:cubicBezTo>
                  <a:cubicBezTo>
                    <a:pt x="227177" y="690460"/>
                    <a:pt x="226593" y="689543"/>
                    <a:pt x="226011" y="688543"/>
                  </a:cubicBezTo>
                  <a:lnTo>
                    <a:pt x="226011" y="688543"/>
                  </a:lnTo>
                  <a:close/>
                  <a:moveTo>
                    <a:pt x="276423" y="625716"/>
                  </a:moveTo>
                  <a:cubicBezTo>
                    <a:pt x="276006" y="653463"/>
                    <a:pt x="276923" y="681377"/>
                    <a:pt x="275422" y="708958"/>
                  </a:cubicBezTo>
                  <a:cubicBezTo>
                    <a:pt x="275090" y="715374"/>
                    <a:pt x="276006" y="724540"/>
                    <a:pt x="272756" y="730290"/>
                  </a:cubicBezTo>
                  <a:cubicBezTo>
                    <a:pt x="265173" y="743622"/>
                    <a:pt x="256757" y="730706"/>
                    <a:pt x="251675" y="724707"/>
                  </a:cubicBezTo>
                  <a:cubicBezTo>
                    <a:pt x="243592" y="715208"/>
                    <a:pt x="236510" y="705125"/>
                    <a:pt x="229927" y="694626"/>
                  </a:cubicBezTo>
                  <a:cubicBezTo>
                    <a:pt x="235260" y="694460"/>
                    <a:pt x="239926" y="692960"/>
                    <a:pt x="245759" y="689627"/>
                  </a:cubicBezTo>
                  <a:cubicBezTo>
                    <a:pt x="248842" y="687877"/>
                    <a:pt x="252008" y="686044"/>
                    <a:pt x="255091" y="683960"/>
                  </a:cubicBezTo>
                  <a:cubicBezTo>
                    <a:pt x="257924" y="688543"/>
                    <a:pt x="260840" y="693126"/>
                    <a:pt x="263841" y="697626"/>
                  </a:cubicBezTo>
                  <a:cubicBezTo>
                    <a:pt x="264757" y="699042"/>
                    <a:pt x="267007" y="697626"/>
                    <a:pt x="266090" y="696209"/>
                  </a:cubicBezTo>
                  <a:cubicBezTo>
                    <a:pt x="263257" y="691543"/>
                    <a:pt x="260674" y="686710"/>
                    <a:pt x="258091" y="681794"/>
                  </a:cubicBezTo>
                  <a:cubicBezTo>
                    <a:pt x="262507" y="678544"/>
                    <a:pt x="266590" y="674878"/>
                    <a:pt x="269590" y="670545"/>
                  </a:cubicBezTo>
                  <a:cubicBezTo>
                    <a:pt x="270840" y="668795"/>
                    <a:pt x="268256" y="666629"/>
                    <a:pt x="266590" y="667795"/>
                  </a:cubicBezTo>
                  <a:cubicBezTo>
                    <a:pt x="262841" y="670545"/>
                    <a:pt x="259091" y="673461"/>
                    <a:pt x="255425" y="676378"/>
                  </a:cubicBezTo>
                  <a:cubicBezTo>
                    <a:pt x="248425" y="662296"/>
                    <a:pt x="242259" y="647630"/>
                    <a:pt x="236093" y="633215"/>
                  </a:cubicBezTo>
                  <a:cubicBezTo>
                    <a:pt x="242926" y="632632"/>
                    <a:pt x="249508" y="631382"/>
                    <a:pt x="256258" y="627549"/>
                  </a:cubicBezTo>
                  <a:cubicBezTo>
                    <a:pt x="263924" y="623216"/>
                    <a:pt x="271007" y="617883"/>
                    <a:pt x="276839" y="611384"/>
                  </a:cubicBezTo>
                  <a:cubicBezTo>
                    <a:pt x="276672" y="616300"/>
                    <a:pt x="276506" y="620966"/>
                    <a:pt x="276423" y="625716"/>
                  </a:cubicBezTo>
                  <a:lnTo>
                    <a:pt x="276423" y="625716"/>
                  </a:lnTo>
                  <a:close/>
                  <a:moveTo>
                    <a:pt x="277006" y="600051"/>
                  </a:moveTo>
                  <a:cubicBezTo>
                    <a:pt x="273506" y="603301"/>
                    <a:pt x="270174" y="606717"/>
                    <a:pt x="266757" y="610050"/>
                  </a:cubicBezTo>
                  <a:cubicBezTo>
                    <a:pt x="265674" y="601135"/>
                    <a:pt x="261341" y="592219"/>
                    <a:pt x="257425" y="584219"/>
                  </a:cubicBezTo>
                  <a:cubicBezTo>
                    <a:pt x="256341" y="582053"/>
                    <a:pt x="255425" y="579887"/>
                    <a:pt x="254425" y="577720"/>
                  </a:cubicBezTo>
                  <a:cubicBezTo>
                    <a:pt x="259007" y="573554"/>
                    <a:pt x="263257" y="569137"/>
                    <a:pt x="267173" y="564721"/>
                  </a:cubicBezTo>
                  <a:cubicBezTo>
                    <a:pt x="268757" y="562971"/>
                    <a:pt x="266507" y="560305"/>
                    <a:pt x="264507" y="561555"/>
                  </a:cubicBezTo>
                  <a:cubicBezTo>
                    <a:pt x="260007" y="564305"/>
                    <a:pt x="255508" y="567304"/>
                    <a:pt x="251092" y="570387"/>
                  </a:cubicBezTo>
                  <a:cubicBezTo>
                    <a:pt x="247341" y="561972"/>
                    <a:pt x="243759" y="553556"/>
                    <a:pt x="239676" y="545306"/>
                  </a:cubicBezTo>
                  <a:cubicBezTo>
                    <a:pt x="237510" y="540890"/>
                    <a:pt x="235260" y="536557"/>
                    <a:pt x="233010" y="532224"/>
                  </a:cubicBezTo>
                  <a:cubicBezTo>
                    <a:pt x="236926" y="529558"/>
                    <a:pt x="240759" y="526641"/>
                    <a:pt x="244509" y="523392"/>
                  </a:cubicBezTo>
                  <a:cubicBezTo>
                    <a:pt x="255757" y="513726"/>
                    <a:pt x="270757" y="502060"/>
                    <a:pt x="280256" y="488895"/>
                  </a:cubicBezTo>
                  <a:cubicBezTo>
                    <a:pt x="279672" y="525975"/>
                    <a:pt x="278006" y="563055"/>
                    <a:pt x="277006" y="600051"/>
                  </a:cubicBezTo>
                  <a:lnTo>
                    <a:pt x="277006" y="600051"/>
                  </a:lnTo>
                  <a:close/>
                  <a:moveTo>
                    <a:pt x="277089" y="312744"/>
                  </a:moveTo>
                  <a:cubicBezTo>
                    <a:pt x="278173" y="327659"/>
                    <a:pt x="278755" y="342658"/>
                    <a:pt x="279339" y="357656"/>
                  </a:cubicBezTo>
                  <a:cubicBezTo>
                    <a:pt x="280339" y="383654"/>
                    <a:pt x="280339" y="409652"/>
                    <a:pt x="280506" y="435566"/>
                  </a:cubicBezTo>
                  <a:cubicBezTo>
                    <a:pt x="274506" y="420318"/>
                    <a:pt x="264007" y="406735"/>
                    <a:pt x="256425" y="392237"/>
                  </a:cubicBezTo>
                  <a:cubicBezTo>
                    <a:pt x="256258" y="391987"/>
                    <a:pt x="255841" y="392153"/>
                    <a:pt x="256008" y="392487"/>
                  </a:cubicBezTo>
                  <a:cubicBezTo>
                    <a:pt x="262090" y="407569"/>
                    <a:pt x="268340" y="423567"/>
                    <a:pt x="276672" y="437649"/>
                  </a:cubicBezTo>
                  <a:cubicBezTo>
                    <a:pt x="277589" y="439233"/>
                    <a:pt x="279839" y="438733"/>
                    <a:pt x="280506" y="437399"/>
                  </a:cubicBezTo>
                  <a:cubicBezTo>
                    <a:pt x="280506" y="440232"/>
                    <a:pt x="280506" y="442982"/>
                    <a:pt x="280589" y="445815"/>
                  </a:cubicBezTo>
                  <a:cubicBezTo>
                    <a:pt x="280672" y="456564"/>
                    <a:pt x="280589" y="467230"/>
                    <a:pt x="280506" y="477979"/>
                  </a:cubicBezTo>
                  <a:cubicBezTo>
                    <a:pt x="276006" y="481062"/>
                    <a:pt x="271756" y="484645"/>
                    <a:pt x="267674" y="488395"/>
                  </a:cubicBezTo>
                  <a:cubicBezTo>
                    <a:pt x="264507" y="476563"/>
                    <a:pt x="258840" y="464814"/>
                    <a:pt x="253008" y="453731"/>
                  </a:cubicBezTo>
                  <a:cubicBezTo>
                    <a:pt x="258591" y="446898"/>
                    <a:pt x="263841" y="439732"/>
                    <a:pt x="268924" y="432400"/>
                  </a:cubicBezTo>
                  <a:cubicBezTo>
                    <a:pt x="269673" y="431233"/>
                    <a:pt x="267924" y="430150"/>
                    <a:pt x="267007" y="431066"/>
                  </a:cubicBezTo>
                  <a:cubicBezTo>
                    <a:pt x="261257" y="436733"/>
                    <a:pt x="255674" y="442482"/>
                    <a:pt x="250008" y="448148"/>
                  </a:cubicBezTo>
                  <a:cubicBezTo>
                    <a:pt x="248592" y="445565"/>
                    <a:pt x="247176" y="443065"/>
                    <a:pt x="245842" y="440566"/>
                  </a:cubicBezTo>
                  <a:cubicBezTo>
                    <a:pt x="241676" y="432817"/>
                    <a:pt x="237510" y="425150"/>
                    <a:pt x="233343" y="417401"/>
                  </a:cubicBezTo>
                  <a:cubicBezTo>
                    <a:pt x="235677" y="415068"/>
                    <a:pt x="237843" y="412652"/>
                    <a:pt x="240176" y="410152"/>
                  </a:cubicBezTo>
                  <a:cubicBezTo>
                    <a:pt x="241259" y="408902"/>
                    <a:pt x="240009" y="407235"/>
                    <a:pt x="238509" y="407569"/>
                  </a:cubicBezTo>
                  <a:cubicBezTo>
                    <a:pt x="235760" y="408235"/>
                    <a:pt x="232926" y="409818"/>
                    <a:pt x="230177" y="411652"/>
                  </a:cubicBezTo>
                  <a:cubicBezTo>
                    <a:pt x="224844" y="401736"/>
                    <a:pt x="219428" y="391820"/>
                    <a:pt x="214095" y="381988"/>
                  </a:cubicBezTo>
                  <a:cubicBezTo>
                    <a:pt x="222095" y="375321"/>
                    <a:pt x="231926" y="371155"/>
                    <a:pt x="239343" y="363573"/>
                  </a:cubicBezTo>
                  <a:cubicBezTo>
                    <a:pt x="241426" y="361489"/>
                    <a:pt x="238593" y="358740"/>
                    <a:pt x="236260" y="359906"/>
                  </a:cubicBezTo>
                  <a:cubicBezTo>
                    <a:pt x="227428" y="364323"/>
                    <a:pt x="220095" y="372988"/>
                    <a:pt x="213095" y="380155"/>
                  </a:cubicBezTo>
                  <a:cubicBezTo>
                    <a:pt x="212679" y="379321"/>
                    <a:pt x="212262" y="378571"/>
                    <a:pt x="211846" y="377738"/>
                  </a:cubicBezTo>
                  <a:cubicBezTo>
                    <a:pt x="211595" y="377321"/>
                    <a:pt x="210928" y="377655"/>
                    <a:pt x="211095" y="378071"/>
                  </a:cubicBezTo>
                  <a:cubicBezTo>
                    <a:pt x="211512" y="378988"/>
                    <a:pt x="211928" y="379988"/>
                    <a:pt x="212345" y="380904"/>
                  </a:cubicBezTo>
                  <a:cubicBezTo>
                    <a:pt x="212095" y="381154"/>
                    <a:pt x="211846" y="381488"/>
                    <a:pt x="211512" y="381738"/>
                  </a:cubicBezTo>
                  <a:cubicBezTo>
                    <a:pt x="210679" y="382571"/>
                    <a:pt x="212011" y="383737"/>
                    <a:pt x="212845" y="382988"/>
                  </a:cubicBezTo>
                  <a:cubicBezTo>
                    <a:pt x="212928" y="382904"/>
                    <a:pt x="213011" y="382821"/>
                    <a:pt x="213095" y="382821"/>
                  </a:cubicBezTo>
                  <a:cubicBezTo>
                    <a:pt x="217595" y="393320"/>
                    <a:pt x="222095" y="403819"/>
                    <a:pt x="226593" y="414235"/>
                  </a:cubicBezTo>
                  <a:cubicBezTo>
                    <a:pt x="225261" y="415235"/>
                    <a:pt x="223927" y="416234"/>
                    <a:pt x="222677" y="417151"/>
                  </a:cubicBezTo>
                  <a:cubicBezTo>
                    <a:pt x="219678" y="419401"/>
                    <a:pt x="216261" y="421401"/>
                    <a:pt x="213178" y="423651"/>
                  </a:cubicBezTo>
                  <a:cubicBezTo>
                    <a:pt x="213178" y="423317"/>
                    <a:pt x="213178" y="422984"/>
                    <a:pt x="213095" y="422734"/>
                  </a:cubicBezTo>
                  <a:cubicBezTo>
                    <a:pt x="211928" y="408235"/>
                    <a:pt x="206429" y="395653"/>
                    <a:pt x="200096" y="382821"/>
                  </a:cubicBezTo>
                  <a:cubicBezTo>
                    <a:pt x="195596" y="373822"/>
                    <a:pt x="190347" y="364656"/>
                    <a:pt x="190013" y="354323"/>
                  </a:cubicBezTo>
                  <a:cubicBezTo>
                    <a:pt x="189764" y="346907"/>
                    <a:pt x="192096" y="340825"/>
                    <a:pt x="195263" y="334909"/>
                  </a:cubicBezTo>
                  <a:cubicBezTo>
                    <a:pt x="202263" y="343574"/>
                    <a:pt x="209345" y="352990"/>
                    <a:pt x="221511" y="344741"/>
                  </a:cubicBezTo>
                  <a:cubicBezTo>
                    <a:pt x="226094" y="341658"/>
                    <a:pt x="229010" y="336242"/>
                    <a:pt x="235343" y="341825"/>
                  </a:cubicBezTo>
                  <a:cubicBezTo>
                    <a:pt x="241175" y="347074"/>
                    <a:pt x="240926" y="360490"/>
                    <a:pt x="241926" y="367822"/>
                  </a:cubicBezTo>
                  <a:cubicBezTo>
                    <a:pt x="242843" y="374405"/>
                    <a:pt x="243093" y="381988"/>
                    <a:pt x="247341" y="387404"/>
                  </a:cubicBezTo>
                  <a:cubicBezTo>
                    <a:pt x="248842" y="389237"/>
                    <a:pt x="251925" y="390737"/>
                    <a:pt x="254091" y="388904"/>
                  </a:cubicBezTo>
                  <a:cubicBezTo>
                    <a:pt x="265674" y="379155"/>
                    <a:pt x="267173" y="364323"/>
                    <a:pt x="266590" y="349907"/>
                  </a:cubicBezTo>
                  <a:cubicBezTo>
                    <a:pt x="266257" y="341158"/>
                    <a:pt x="265173" y="333159"/>
                    <a:pt x="262841" y="324659"/>
                  </a:cubicBezTo>
                  <a:cubicBezTo>
                    <a:pt x="258174" y="307244"/>
                    <a:pt x="262923" y="296495"/>
                    <a:pt x="273423" y="283330"/>
                  </a:cubicBezTo>
                  <a:cubicBezTo>
                    <a:pt x="274173" y="282413"/>
                    <a:pt x="274839" y="281497"/>
                    <a:pt x="275589" y="280580"/>
                  </a:cubicBezTo>
                  <a:cubicBezTo>
                    <a:pt x="276506" y="291163"/>
                    <a:pt x="276340" y="302245"/>
                    <a:pt x="277089" y="312744"/>
                  </a:cubicBezTo>
                  <a:lnTo>
                    <a:pt x="277089" y="312744"/>
                  </a:lnTo>
                  <a:close/>
                  <a:moveTo>
                    <a:pt x="275923" y="208670"/>
                  </a:moveTo>
                  <a:cubicBezTo>
                    <a:pt x="278506" y="224918"/>
                    <a:pt x="280672" y="240834"/>
                    <a:pt x="273673" y="256249"/>
                  </a:cubicBezTo>
                  <a:cubicBezTo>
                    <a:pt x="267924" y="268915"/>
                    <a:pt x="258591" y="279330"/>
                    <a:pt x="253758" y="292496"/>
                  </a:cubicBezTo>
                  <a:cubicBezTo>
                    <a:pt x="249175" y="304994"/>
                    <a:pt x="250842" y="314744"/>
                    <a:pt x="254508" y="327159"/>
                  </a:cubicBezTo>
                  <a:cubicBezTo>
                    <a:pt x="258258" y="339991"/>
                    <a:pt x="261174" y="363573"/>
                    <a:pt x="252674" y="376322"/>
                  </a:cubicBezTo>
                  <a:cubicBezTo>
                    <a:pt x="249842" y="367489"/>
                    <a:pt x="251175" y="355490"/>
                    <a:pt x="248758" y="347074"/>
                  </a:cubicBezTo>
                  <a:cubicBezTo>
                    <a:pt x="246842" y="340491"/>
                    <a:pt x="243509" y="330659"/>
                    <a:pt x="237510" y="326826"/>
                  </a:cubicBezTo>
                  <a:cubicBezTo>
                    <a:pt x="233177" y="324076"/>
                    <a:pt x="228677" y="324410"/>
                    <a:pt x="224178" y="326576"/>
                  </a:cubicBezTo>
                  <a:cubicBezTo>
                    <a:pt x="219095" y="328992"/>
                    <a:pt x="216345" y="335242"/>
                    <a:pt x="209012" y="331825"/>
                  </a:cubicBezTo>
                  <a:cubicBezTo>
                    <a:pt x="207346" y="331075"/>
                    <a:pt x="204012" y="326993"/>
                    <a:pt x="201512" y="324160"/>
                  </a:cubicBezTo>
                  <a:cubicBezTo>
                    <a:pt x="201596" y="323993"/>
                    <a:pt x="201679" y="323910"/>
                    <a:pt x="201763" y="323743"/>
                  </a:cubicBezTo>
                  <a:cubicBezTo>
                    <a:pt x="218678" y="294662"/>
                    <a:pt x="204762" y="256166"/>
                    <a:pt x="188431" y="229418"/>
                  </a:cubicBezTo>
                  <a:cubicBezTo>
                    <a:pt x="180015" y="215669"/>
                    <a:pt x="169682" y="204004"/>
                    <a:pt x="157434" y="195255"/>
                  </a:cubicBezTo>
                  <a:cubicBezTo>
                    <a:pt x="173432" y="172173"/>
                    <a:pt x="196430" y="150509"/>
                    <a:pt x="225261" y="146842"/>
                  </a:cubicBezTo>
                  <a:cubicBezTo>
                    <a:pt x="243509" y="144509"/>
                    <a:pt x="256008" y="154258"/>
                    <a:pt x="266757" y="168340"/>
                  </a:cubicBezTo>
                  <a:cubicBezTo>
                    <a:pt x="275589" y="179839"/>
                    <a:pt x="273673" y="194838"/>
                    <a:pt x="275923" y="208670"/>
                  </a:cubicBezTo>
                  <a:lnTo>
                    <a:pt x="275923" y="208670"/>
                  </a:lnTo>
                  <a:close/>
                </a:path>
              </a:pathLst>
            </a:custGeom>
            <a:grpFill/>
            <a:ln w="8332" cap="flat">
              <a:noFill/>
              <a:prstDash val="solid"/>
              <a:miter/>
            </a:ln>
          </p:spPr>
          <p:txBody>
            <a:bodyPr rtlCol="0" anchor="ctr"/>
            <a:lstStyle/>
            <a:p>
              <a:endParaRPr lang="en-US"/>
            </a:p>
          </p:txBody>
        </p:sp>
        <p:sp>
          <p:nvSpPr>
            <p:cNvPr id="1813" name="Freeform: Shape 1812"/>
            <p:cNvSpPr/>
            <p:nvPr/>
          </p:nvSpPr>
          <p:spPr>
            <a:xfrm>
              <a:off x="10863859" y="-291327"/>
              <a:ext cx="507919" cy="632735"/>
            </a:xfrm>
            <a:custGeom>
              <a:avLst/>
              <a:gdLst>
                <a:gd name="connsiteX0" fmla="*/ 408647 w 507919"/>
                <a:gd name="connsiteY0" fmla="*/ 152350 h 632735"/>
                <a:gd name="connsiteX1" fmla="*/ 477640 w 507919"/>
                <a:gd name="connsiteY1" fmla="*/ 106355 h 632735"/>
                <a:gd name="connsiteX2" fmla="*/ 507138 w 507919"/>
                <a:gd name="connsiteY2" fmla="*/ 80774 h 632735"/>
                <a:gd name="connsiteX3" fmla="*/ 496056 w 507919"/>
                <a:gd name="connsiteY3" fmla="*/ 56526 h 632735"/>
                <a:gd name="connsiteX4" fmla="*/ 480224 w 507919"/>
                <a:gd name="connsiteY4" fmla="*/ 38944 h 632735"/>
                <a:gd name="connsiteX5" fmla="*/ 473141 w 507919"/>
                <a:gd name="connsiteY5" fmla="*/ 43694 h 632735"/>
                <a:gd name="connsiteX6" fmla="*/ 448143 w 507919"/>
                <a:gd name="connsiteY6" fmla="*/ 64692 h 632735"/>
                <a:gd name="connsiteX7" fmla="*/ 408313 w 507919"/>
                <a:gd name="connsiteY7" fmla="*/ 97855 h 632735"/>
                <a:gd name="connsiteX8" fmla="*/ 397065 w 507919"/>
                <a:gd name="connsiteY8" fmla="*/ 108104 h 632735"/>
                <a:gd name="connsiteX9" fmla="*/ 391815 w 507919"/>
                <a:gd name="connsiteY9" fmla="*/ 59526 h 632735"/>
                <a:gd name="connsiteX10" fmla="*/ 333404 w 507919"/>
                <a:gd name="connsiteY10" fmla="*/ 4197 h 632735"/>
                <a:gd name="connsiteX11" fmla="*/ 250410 w 507919"/>
                <a:gd name="connsiteY11" fmla="*/ 17696 h 632735"/>
                <a:gd name="connsiteX12" fmla="*/ 217080 w 507919"/>
                <a:gd name="connsiteY12" fmla="*/ 76691 h 632735"/>
                <a:gd name="connsiteX13" fmla="*/ 186000 w 507919"/>
                <a:gd name="connsiteY13" fmla="*/ 80107 h 632735"/>
                <a:gd name="connsiteX14" fmla="*/ 120172 w 507919"/>
                <a:gd name="connsiteY14" fmla="*/ 143101 h 632735"/>
                <a:gd name="connsiteX15" fmla="*/ 112423 w 507919"/>
                <a:gd name="connsiteY15" fmla="*/ 184014 h 632735"/>
                <a:gd name="connsiteX16" fmla="*/ 128671 w 507919"/>
                <a:gd name="connsiteY16" fmla="*/ 212845 h 632735"/>
                <a:gd name="connsiteX17" fmla="*/ 114590 w 507919"/>
                <a:gd name="connsiteY17" fmla="*/ 248842 h 632735"/>
                <a:gd name="connsiteX18" fmla="*/ 99175 w 507919"/>
                <a:gd name="connsiteY18" fmla="*/ 295671 h 632735"/>
                <a:gd name="connsiteX19" fmla="*/ 68510 w 507919"/>
                <a:gd name="connsiteY19" fmla="*/ 381080 h 632735"/>
                <a:gd name="connsiteX20" fmla="*/ 33264 w 507919"/>
                <a:gd name="connsiteY20" fmla="*/ 476071 h 632735"/>
                <a:gd name="connsiteX21" fmla="*/ 6016 w 507919"/>
                <a:gd name="connsiteY21" fmla="*/ 566313 h 632735"/>
                <a:gd name="connsiteX22" fmla="*/ 14015 w 507919"/>
                <a:gd name="connsiteY22" fmla="*/ 631641 h 632735"/>
                <a:gd name="connsiteX23" fmla="*/ 73343 w 507919"/>
                <a:gd name="connsiteY23" fmla="*/ 594311 h 632735"/>
                <a:gd name="connsiteX24" fmla="*/ 213247 w 507919"/>
                <a:gd name="connsiteY24" fmla="*/ 452907 h 632735"/>
                <a:gd name="connsiteX25" fmla="*/ 292824 w 507919"/>
                <a:gd name="connsiteY25" fmla="*/ 371414 h 632735"/>
                <a:gd name="connsiteX26" fmla="*/ 329404 w 507919"/>
                <a:gd name="connsiteY26" fmla="*/ 331584 h 632735"/>
                <a:gd name="connsiteX27" fmla="*/ 362234 w 507919"/>
                <a:gd name="connsiteY27" fmla="*/ 292005 h 632735"/>
                <a:gd name="connsiteX28" fmla="*/ 392481 w 507919"/>
                <a:gd name="connsiteY28" fmla="*/ 276923 h 632735"/>
                <a:gd name="connsiteX29" fmla="*/ 426145 w 507919"/>
                <a:gd name="connsiteY29" fmla="*/ 231343 h 632735"/>
                <a:gd name="connsiteX30" fmla="*/ 430395 w 507919"/>
                <a:gd name="connsiteY30" fmla="*/ 181015 h 632735"/>
                <a:gd name="connsiteX31" fmla="*/ 408647 w 507919"/>
                <a:gd name="connsiteY31" fmla="*/ 152350 h 632735"/>
                <a:gd name="connsiteX32" fmla="*/ 408647 w 507919"/>
                <a:gd name="connsiteY32" fmla="*/ 152350 h 632735"/>
                <a:gd name="connsiteX33" fmla="*/ 402398 w 507919"/>
                <a:gd name="connsiteY33" fmla="*/ 115271 h 632735"/>
                <a:gd name="connsiteX34" fmla="*/ 432644 w 507919"/>
                <a:gd name="connsiteY34" fmla="*/ 89939 h 632735"/>
                <a:gd name="connsiteX35" fmla="*/ 462142 w 507919"/>
                <a:gd name="connsiteY35" fmla="*/ 64025 h 632735"/>
                <a:gd name="connsiteX36" fmla="*/ 478890 w 507919"/>
                <a:gd name="connsiteY36" fmla="*/ 49026 h 632735"/>
                <a:gd name="connsiteX37" fmla="*/ 489639 w 507919"/>
                <a:gd name="connsiteY37" fmla="*/ 60692 h 632735"/>
                <a:gd name="connsiteX38" fmla="*/ 498555 w 507919"/>
                <a:gd name="connsiteY38" fmla="*/ 73441 h 632735"/>
                <a:gd name="connsiteX39" fmla="*/ 481390 w 507919"/>
                <a:gd name="connsiteY39" fmla="*/ 92523 h 632735"/>
                <a:gd name="connsiteX40" fmla="*/ 450476 w 507919"/>
                <a:gd name="connsiteY40" fmla="*/ 113021 h 632735"/>
                <a:gd name="connsiteX41" fmla="*/ 399647 w 507919"/>
                <a:gd name="connsiteY41" fmla="*/ 147101 h 632735"/>
                <a:gd name="connsiteX42" fmla="*/ 386898 w 507919"/>
                <a:gd name="connsiteY42" fmla="*/ 141851 h 632735"/>
                <a:gd name="connsiteX43" fmla="*/ 394481 w 507919"/>
                <a:gd name="connsiteY43" fmla="*/ 122520 h 632735"/>
                <a:gd name="connsiteX44" fmla="*/ 402398 w 507919"/>
                <a:gd name="connsiteY44" fmla="*/ 115271 h 632735"/>
                <a:gd name="connsiteX45" fmla="*/ 402398 w 507919"/>
                <a:gd name="connsiteY45" fmla="*/ 115271 h 632735"/>
                <a:gd name="connsiteX46" fmla="*/ 259910 w 507919"/>
                <a:gd name="connsiteY46" fmla="*/ 28445 h 632735"/>
                <a:gd name="connsiteX47" fmla="*/ 330987 w 507919"/>
                <a:gd name="connsiteY47" fmla="*/ 12780 h 632735"/>
                <a:gd name="connsiteX48" fmla="*/ 382483 w 507919"/>
                <a:gd name="connsiteY48" fmla="*/ 62609 h 632735"/>
                <a:gd name="connsiteX49" fmla="*/ 371650 w 507919"/>
                <a:gd name="connsiteY49" fmla="*/ 137685 h 632735"/>
                <a:gd name="connsiteX50" fmla="*/ 319488 w 507919"/>
                <a:gd name="connsiteY50" fmla="*/ 143351 h 632735"/>
                <a:gd name="connsiteX51" fmla="*/ 295824 w 507919"/>
                <a:gd name="connsiteY51" fmla="*/ 102022 h 632735"/>
                <a:gd name="connsiteX52" fmla="*/ 231496 w 507919"/>
                <a:gd name="connsiteY52" fmla="*/ 78024 h 632735"/>
                <a:gd name="connsiteX53" fmla="*/ 225163 w 507919"/>
                <a:gd name="connsiteY53" fmla="*/ 77191 h 632735"/>
                <a:gd name="connsiteX54" fmla="*/ 259910 w 507919"/>
                <a:gd name="connsiteY54" fmla="*/ 28445 h 632735"/>
                <a:gd name="connsiteX55" fmla="*/ 259910 w 507919"/>
                <a:gd name="connsiteY55" fmla="*/ 28445 h 632735"/>
                <a:gd name="connsiteX56" fmla="*/ 126505 w 507919"/>
                <a:gd name="connsiteY56" fmla="*/ 182181 h 632735"/>
                <a:gd name="connsiteX57" fmla="*/ 143504 w 507919"/>
                <a:gd name="connsiteY57" fmla="*/ 130936 h 632735"/>
                <a:gd name="connsiteX58" fmla="*/ 180251 w 507919"/>
                <a:gd name="connsiteY58" fmla="*/ 95272 h 632735"/>
                <a:gd name="connsiteX59" fmla="*/ 238078 w 507919"/>
                <a:gd name="connsiteY59" fmla="*/ 86440 h 632735"/>
                <a:gd name="connsiteX60" fmla="*/ 285575 w 507919"/>
                <a:gd name="connsiteY60" fmla="*/ 110271 h 632735"/>
                <a:gd name="connsiteX61" fmla="*/ 310155 w 507919"/>
                <a:gd name="connsiteY61" fmla="*/ 192514 h 632735"/>
                <a:gd name="connsiteX62" fmla="*/ 291407 w 507919"/>
                <a:gd name="connsiteY62" fmla="*/ 237010 h 632735"/>
                <a:gd name="connsiteX63" fmla="*/ 278741 w 507919"/>
                <a:gd name="connsiteY63" fmla="*/ 253591 h 632735"/>
                <a:gd name="connsiteX64" fmla="*/ 248994 w 507919"/>
                <a:gd name="connsiteY64" fmla="*/ 264840 h 632735"/>
                <a:gd name="connsiteX65" fmla="*/ 207081 w 507919"/>
                <a:gd name="connsiteY65" fmla="*/ 305920 h 632735"/>
                <a:gd name="connsiteX66" fmla="*/ 189583 w 507919"/>
                <a:gd name="connsiteY66" fmla="*/ 341833 h 632735"/>
                <a:gd name="connsiteX67" fmla="*/ 174334 w 507919"/>
                <a:gd name="connsiteY67" fmla="*/ 353582 h 632735"/>
                <a:gd name="connsiteX68" fmla="*/ 172584 w 507919"/>
                <a:gd name="connsiteY68" fmla="*/ 329001 h 632735"/>
                <a:gd name="connsiteX69" fmla="*/ 181250 w 507919"/>
                <a:gd name="connsiteY69" fmla="*/ 281089 h 632735"/>
                <a:gd name="connsiteX70" fmla="*/ 156752 w 507919"/>
                <a:gd name="connsiteY70" fmla="*/ 281172 h 632735"/>
                <a:gd name="connsiteX71" fmla="*/ 151503 w 507919"/>
                <a:gd name="connsiteY71" fmla="*/ 237676 h 632735"/>
                <a:gd name="connsiteX72" fmla="*/ 126505 w 507919"/>
                <a:gd name="connsiteY72" fmla="*/ 182181 h 632735"/>
                <a:gd name="connsiteX73" fmla="*/ 126505 w 507919"/>
                <a:gd name="connsiteY73" fmla="*/ 182181 h 632735"/>
                <a:gd name="connsiteX74" fmla="*/ 131921 w 507919"/>
                <a:gd name="connsiteY74" fmla="*/ 443324 h 632735"/>
                <a:gd name="connsiteX75" fmla="*/ 127005 w 507919"/>
                <a:gd name="connsiteY75" fmla="*/ 456240 h 632735"/>
                <a:gd name="connsiteX76" fmla="*/ 116173 w 507919"/>
                <a:gd name="connsiteY76" fmla="*/ 483154 h 632735"/>
                <a:gd name="connsiteX77" fmla="*/ 85426 w 507919"/>
                <a:gd name="connsiteY77" fmla="*/ 476655 h 632735"/>
                <a:gd name="connsiteX78" fmla="*/ 95591 w 507919"/>
                <a:gd name="connsiteY78" fmla="*/ 448907 h 632735"/>
                <a:gd name="connsiteX79" fmla="*/ 101258 w 507919"/>
                <a:gd name="connsiteY79" fmla="*/ 431492 h 632735"/>
                <a:gd name="connsiteX80" fmla="*/ 131921 w 507919"/>
                <a:gd name="connsiteY80" fmla="*/ 443324 h 632735"/>
                <a:gd name="connsiteX81" fmla="*/ 131921 w 507919"/>
                <a:gd name="connsiteY81" fmla="*/ 443324 h 632735"/>
                <a:gd name="connsiteX82" fmla="*/ 101757 w 507919"/>
                <a:gd name="connsiteY82" fmla="*/ 429326 h 632735"/>
                <a:gd name="connsiteX83" fmla="*/ 112923 w 507919"/>
                <a:gd name="connsiteY83" fmla="*/ 389162 h 632735"/>
                <a:gd name="connsiteX84" fmla="*/ 144837 w 507919"/>
                <a:gd name="connsiteY84" fmla="*/ 399162 h 632735"/>
                <a:gd name="connsiteX85" fmla="*/ 146920 w 507919"/>
                <a:gd name="connsiteY85" fmla="*/ 399662 h 632735"/>
                <a:gd name="connsiteX86" fmla="*/ 134421 w 507919"/>
                <a:gd name="connsiteY86" fmla="*/ 436325 h 632735"/>
                <a:gd name="connsiteX87" fmla="*/ 101757 w 507919"/>
                <a:gd name="connsiteY87" fmla="*/ 429326 h 632735"/>
                <a:gd name="connsiteX88" fmla="*/ 101757 w 507919"/>
                <a:gd name="connsiteY88" fmla="*/ 429326 h 632735"/>
                <a:gd name="connsiteX89" fmla="*/ 113006 w 507919"/>
                <a:gd name="connsiteY89" fmla="*/ 491403 h 632735"/>
                <a:gd name="connsiteX90" fmla="*/ 104341 w 507919"/>
                <a:gd name="connsiteY90" fmla="*/ 522317 h 632735"/>
                <a:gd name="connsiteX91" fmla="*/ 104674 w 507919"/>
                <a:gd name="connsiteY91" fmla="*/ 523567 h 632735"/>
                <a:gd name="connsiteX92" fmla="*/ 91175 w 507919"/>
                <a:gd name="connsiteY92" fmla="*/ 522650 h 632735"/>
                <a:gd name="connsiteX93" fmla="*/ 70343 w 507919"/>
                <a:gd name="connsiteY93" fmla="*/ 515484 h 632735"/>
                <a:gd name="connsiteX94" fmla="*/ 71260 w 507919"/>
                <a:gd name="connsiteY94" fmla="*/ 513068 h 632735"/>
                <a:gd name="connsiteX95" fmla="*/ 82343 w 507919"/>
                <a:gd name="connsiteY95" fmla="*/ 484487 h 632735"/>
                <a:gd name="connsiteX96" fmla="*/ 113006 w 507919"/>
                <a:gd name="connsiteY96" fmla="*/ 491403 h 632735"/>
                <a:gd name="connsiteX97" fmla="*/ 113006 w 507919"/>
                <a:gd name="connsiteY97" fmla="*/ 491403 h 632735"/>
                <a:gd name="connsiteX98" fmla="*/ 140421 w 507919"/>
                <a:gd name="connsiteY98" fmla="*/ 436908 h 632735"/>
                <a:gd name="connsiteX99" fmla="*/ 149836 w 507919"/>
                <a:gd name="connsiteY99" fmla="*/ 400328 h 632735"/>
                <a:gd name="connsiteX100" fmla="*/ 196999 w 507919"/>
                <a:gd name="connsiteY100" fmla="*/ 403411 h 632735"/>
                <a:gd name="connsiteX101" fmla="*/ 184167 w 507919"/>
                <a:gd name="connsiteY101" fmla="*/ 437325 h 632735"/>
                <a:gd name="connsiteX102" fmla="*/ 161835 w 507919"/>
                <a:gd name="connsiteY102" fmla="*/ 437658 h 632735"/>
                <a:gd name="connsiteX103" fmla="*/ 140421 w 507919"/>
                <a:gd name="connsiteY103" fmla="*/ 436908 h 632735"/>
                <a:gd name="connsiteX104" fmla="*/ 140421 w 507919"/>
                <a:gd name="connsiteY104" fmla="*/ 436908 h 632735"/>
                <a:gd name="connsiteX105" fmla="*/ 151836 w 507919"/>
                <a:gd name="connsiteY105" fmla="*/ 391162 h 632735"/>
                <a:gd name="connsiteX106" fmla="*/ 154836 w 507919"/>
                <a:gd name="connsiteY106" fmla="*/ 377080 h 632735"/>
                <a:gd name="connsiteX107" fmla="*/ 154003 w 507919"/>
                <a:gd name="connsiteY107" fmla="*/ 376914 h 632735"/>
                <a:gd name="connsiteX108" fmla="*/ 149836 w 507919"/>
                <a:gd name="connsiteY108" fmla="*/ 390579 h 632735"/>
                <a:gd name="connsiteX109" fmla="*/ 115590 w 507919"/>
                <a:gd name="connsiteY109" fmla="*/ 379330 h 632735"/>
                <a:gd name="connsiteX110" fmla="*/ 125839 w 507919"/>
                <a:gd name="connsiteY110" fmla="*/ 342833 h 632735"/>
                <a:gd name="connsiteX111" fmla="*/ 155336 w 507919"/>
                <a:gd name="connsiteY111" fmla="*/ 351416 h 632735"/>
                <a:gd name="connsiteX112" fmla="*/ 194999 w 507919"/>
                <a:gd name="connsiteY112" fmla="*/ 358082 h 632735"/>
                <a:gd name="connsiteX113" fmla="*/ 207748 w 507919"/>
                <a:gd name="connsiteY113" fmla="*/ 361832 h 632735"/>
                <a:gd name="connsiteX114" fmla="*/ 213831 w 507919"/>
                <a:gd name="connsiteY114" fmla="*/ 362582 h 632735"/>
                <a:gd name="connsiteX115" fmla="*/ 205664 w 507919"/>
                <a:gd name="connsiteY115" fmla="*/ 383330 h 632735"/>
                <a:gd name="connsiteX116" fmla="*/ 200166 w 507919"/>
                <a:gd name="connsiteY116" fmla="*/ 396329 h 632735"/>
                <a:gd name="connsiteX117" fmla="*/ 151836 w 507919"/>
                <a:gd name="connsiteY117" fmla="*/ 391162 h 632735"/>
                <a:gd name="connsiteX118" fmla="*/ 151836 w 507919"/>
                <a:gd name="connsiteY118" fmla="*/ 391162 h 632735"/>
                <a:gd name="connsiteX119" fmla="*/ 108507 w 507919"/>
                <a:gd name="connsiteY119" fmla="*/ 303837 h 632735"/>
                <a:gd name="connsiteX120" fmla="*/ 124089 w 507919"/>
                <a:gd name="connsiteY120" fmla="*/ 252341 h 632735"/>
                <a:gd name="connsiteX121" fmla="*/ 131671 w 507919"/>
                <a:gd name="connsiteY121" fmla="*/ 231010 h 632735"/>
                <a:gd name="connsiteX122" fmla="*/ 133754 w 507919"/>
                <a:gd name="connsiteY122" fmla="*/ 220178 h 632735"/>
                <a:gd name="connsiteX123" fmla="*/ 136254 w 507919"/>
                <a:gd name="connsiteY123" fmla="*/ 224344 h 632735"/>
                <a:gd name="connsiteX124" fmla="*/ 130339 w 507919"/>
                <a:gd name="connsiteY124" fmla="*/ 272006 h 632735"/>
                <a:gd name="connsiteX125" fmla="*/ 151586 w 507919"/>
                <a:gd name="connsiteY125" fmla="*/ 291255 h 632735"/>
                <a:gd name="connsiteX126" fmla="*/ 167251 w 507919"/>
                <a:gd name="connsiteY126" fmla="*/ 289921 h 632735"/>
                <a:gd name="connsiteX127" fmla="*/ 174334 w 507919"/>
                <a:gd name="connsiteY127" fmla="*/ 298504 h 632735"/>
                <a:gd name="connsiteX128" fmla="*/ 170668 w 507919"/>
                <a:gd name="connsiteY128" fmla="*/ 306587 h 632735"/>
                <a:gd name="connsiteX129" fmla="*/ 155669 w 507919"/>
                <a:gd name="connsiteY129" fmla="*/ 342583 h 632735"/>
                <a:gd name="connsiteX130" fmla="*/ 139421 w 507919"/>
                <a:gd name="connsiteY130" fmla="*/ 339917 h 632735"/>
                <a:gd name="connsiteX131" fmla="*/ 127505 w 507919"/>
                <a:gd name="connsiteY131" fmla="*/ 337001 h 632735"/>
                <a:gd name="connsiteX132" fmla="*/ 132422 w 507919"/>
                <a:gd name="connsiteY132" fmla="*/ 322085 h 632735"/>
                <a:gd name="connsiteX133" fmla="*/ 132088 w 507919"/>
                <a:gd name="connsiteY133" fmla="*/ 322002 h 632735"/>
                <a:gd name="connsiteX134" fmla="*/ 127172 w 507919"/>
                <a:gd name="connsiteY134" fmla="*/ 336917 h 632735"/>
                <a:gd name="connsiteX135" fmla="*/ 108340 w 507919"/>
                <a:gd name="connsiteY135" fmla="*/ 329834 h 632735"/>
                <a:gd name="connsiteX136" fmla="*/ 107840 w 507919"/>
                <a:gd name="connsiteY136" fmla="*/ 330501 h 632735"/>
                <a:gd name="connsiteX137" fmla="*/ 125256 w 507919"/>
                <a:gd name="connsiteY137" fmla="*/ 342583 h 632735"/>
                <a:gd name="connsiteX138" fmla="*/ 112673 w 507919"/>
                <a:gd name="connsiteY138" fmla="*/ 378163 h 632735"/>
                <a:gd name="connsiteX139" fmla="*/ 87008 w 507919"/>
                <a:gd name="connsiteY139" fmla="*/ 365831 h 632735"/>
                <a:gd name="connsiteX140" fmla="*/ 108507 w 507919"/>
                <a:gd name="connsiteY140" fmla="*/ 303837 h 632735"/>
                <a:gd name="connsiteX141" fmla="*/ 108507 w 507919"/>
                <a:gd name="connsiteY141" fmla="*/ 303837 h 632735"/>
                <a:gd name="connsiteX142" fmla="*/ 78759 w 507919"/>
                <a:gd name="connsiteY142" fmla="*/ 388829 h 632735"/>
                <a:gd name="connsiteX143" fmla="*/ 84676 w 507919"/>
                <a:gd name="connsiteY143" fmla="*/ 372497 h 632735"/>
                <a:gd name="connsiteX144" fmla="*/ 109257 w 507919"/>
                <a:gd name="connsiteY144" fmla="*/ 387579 h 632735"/>
                <a:gd name="connsiteX145" fmla="*/ 85092 w 507919"/>
                <a:gd name="connsiteY145" fmla="*/ 450490 h 632735"/>
                <a:gd name="connsiteX146" fmla="*/ 76426 w 507919"/>
                <a:gd name="connsiteY146" fmla="*/ 473155 h 632735"/>
                <a:gd name="connsiteX147" fmla="*/ 53262 w 507919"/>
                <a:gd name="connsiteY147" fmla="*/ 456906 h 632735"/>
                <a:gd name="connsiteX148" fmla="*/ 78759 w 507919"/>
                <a:gd name="connsiteY148" fmla="*/ 388829 h 632735"/>
                <a:gd name="connsiteX149" fmla="*/ 78759 w 507919"/>
                <a:gd name="connsiteY149" fmla="*/ 388829 h 632735"/>
                <a:gd name="connsiteX150" fmla="*/ 23182 w 507919"/>
                <a:gd name="connsiteY150" fmla="*/ 550815 h 632735"/>
                <a:gd name="connsiteX151" fmla="*/ 52179 w 507919"/>
                <a:gd name="connsiteY151" fmla="*/ 460073 h 632735"/>
                <a:gd name="connsiteX152" fmla="*/ 73760 w 507919"/>
                <a:gd name="connsiteY152" fmla="*/ 480488 h 632735"/>
                <a:gd name="connsiteX153" fmla="*/ 63094 w 507919"/>
                <a:gd name="connsiteY153" fmla="*/ 511152 h 632735"/>
                <a:gd name="connsiteX154" fmla="*/ 59928 w 507919"/>
                <a:gd name="connsiteY154" fmla="*/ 508985 h 632735"/>
                <a:gd name="connsiteX155" fmla="*/ 59095 w 507919"/>
                <a:gd name="connsiteY155" fmla="*/ 509818 h 632735"/>
                <a:gd name="connsiteX156" fmla="*/ 62428 w 507919"/>
                <a:gd name="connsiteY156" fmla="*/ 512901 h 632735"/>
                <a:gd name="connsiteX157" fmla="*/ 48263 w 507919"/>
                <a:gd name="connsiteY157" fmla="*/ 562564 h 632735"/>
                <a:gd name="connsiteX158" fmla="*/ 22431 w 507919"/>
                <a:gd name="connsiteY158" fmla="*/ 554231 h 632735"/>
                <a:gd name="connsiteX159" fmla="*/ 23182 w 507919"/>
                <a:gd name="connsiteY159" fmla="*/ 550815 h 632735"/>
                <a:gd name="connsiteX160" fmla="*/ 23182 w 507919"/>
                <a:gd name="connsiteY160" fmla="*/ 550815 h 632735"/>
                <a:gd name="connsiteX161" fmla="*/ 103258 w 507919"/>
                <a:gd name="connsiteY161" fmla="*/ 541565 h 632735"/>
                <a:gd name="connsiteX162" fmla="*/ 44013 w 507919"/>
                <a:gd name="connsiteY162" fmla="*/ 600227 h 632735"/>
                <a:gd name="connsiteX163" fmla="*/ 27098 w 507919"/>
                <a:gd name="connsiteY163" fmla="*/ 613559 h 632735"/>
                <a:gd name="connsiteX164" fmla="*/ 16015 w 507919"/>
                <a:gd name="connsiteY164" fmla="*/ 594727 h 632735"/>
                <a:gd name="connsiteX165" fmla="*/ 21598 w 507919"/>
                <a:gd name="connsiteY165" fmla="*/ 558064 h 632735"/>
                <a:gd name="connsiteX166" fmla="*/ 36347 w 507919"/>
                <a:gd name="connsiteY166" fmla="*/ 565647 h 632735"/>
                <a:gd name="connsiteX167" fmla="*/ 46929 w 507919"/>
                <a:gd name="connsiteY167" fmla="*/ 568146 h 632735"/>
                <a:gd name="connsiteX168" fmla="*/ 43596 w 507919"/>
                <a:gd name="connsiteY168" fmla="*/ 584062 h 632735"/>
                <a:gd name="connsiteX169" fmla="*/ 46180 w 507919"/>
                <a:gd name="connsiteY169" fmla="*/ 584645 h 632735"/>
                <a:gd name="connsiteX170" fmla="*/ 50595 w 507919"/>
                <a:gd name="connsiteY170" fmla="*/ 568813 h 632735"/>
                <a:gd name="connsiteX171" fmla="*/ 66594 w 507919"/>
                <a:gd name="connsiteY171" fmla="*/ 568896 h 632735"/>
                <a:gd name="connsiteX172" fmla="*/ 66427 w 507919"/>
                <a:gd name="connsiteY172" fmla="*/ 564897 h 632735"/>
                <a:gd name="connsiteX173" fmla="*/ 52429 w 507919"/>
                <a:gd name="connsiteY173" fmla="*/ 563147 h 632735"/>
                <a:gd name="connsiteX174" fmla="*/ 69011 w 507919"/>
                <a:gd name="connsiteY174" fmla="*/ 518817 h 632735"/>
                <a:gd name="connsiteX175" fmla="*/ 87342 w 507919"/>
                <a:gd name="connsiteY175" fmla="*/ 528900 h 632735"/>
                <a:gd name="connsiteX176" fmla="*/ 113340 w 507919"/>
                <a:gd name="connsiteY176" fmla="*/ 531900 h 632735"/>
                <a:gd name="connsiteX177" fmla="*/ 103258 w 507919"/>
                <a:gd name="connsiteY177" fmla="*/ 541565 h 632735"/>
                <a:gd name="connsiteX178" fmla="*/ 103258 w 507919"/>
                <a:gd name="connsiteY178" fmla="*/ 541565 h 632735"/>
                <a:gd name="connsiteX179" fmla="*/ 121756 w 507919"/>
                <a:gd name="connsiteY179" fmla="*/ 523650 h 632735"/>
                <a:gd name="connsiteX180" fmla="*/ 107424 w 507919"/>
                <a:gd name="connsiteY180" fmla="*/ 523567 h 632735"/>
                <a:gd name="connsiteX181" fmla="*/ 118923 w 507919"/>
                <a:gd name="connsiteY181" fmla="*/ 498653 h 632735"/>
                <a:gd name="connsiteX182" fmla="*/ 121339 w 507919"/>
                <a:gd name="connsiteY182" fmla="*/ 491903 h 632735"/>
                <a:gd name="connsiteX183" fmla="*/ 139588 w 507919"/>
                <a:gd name="connsiteY183" fmla="*/ 491570 h 632735"/>
                <a:gd name="connsiteX184" fmla="*/ 139921 w 507919"/>
                <a:gd name="connsiteY184" fmla="*/ 487487 h 632735"/>
                <a:gd name="connsiteX185" fmla="*/ 124172 w 507919"/>
                <a:gd name="connsiteY185" fmla="*/ 484404 h 632735"/>
                <a:gd name="connsiteX186" fmla="*/ 133672 w 507919"/>
                <a:gd name="connsiteY186" fmla="*/ 458573 h 632735"/>
                <a:gd name="connsiteX187" fmla="*/ 138171 w 507919"/>
                <a:gd name="connsiteY187" fmla="*/ 444574 h 632735"/>
                <a:gd name="connsiteX188" fmla="*/ 152586 w 507919"/>
                <a:gd name="connsiteY188" fmla="*/ 446324 h 632735"/>
                <a:gd name="connsiteX189" fmla="*/ 202249 w 507919"/>
                <a:gd name="connsiteY189" fmla="*/ 446907 h 632735"/>
                <a:gd name="connsiteX190" fmla="*/ 121756 w 507919"/>
                <a:gd name="connsiteY190" fmla="*/ 523650 h 632735"/>
                <a:gd name="connsiteX191" fmla="*/ 121756 w 507919"/>
                <a:gd name="connsiteY191" fmla="*/ 523650 h 632735"/>
                <a:gd name="connsiteX192" fmla="*/ 323821 w 507919"/>
                <a:gd name="connsiteY192" fmla="*/ 319252 h 632735"/>
                <a:gd name="connsiteX193" fmla="*/ 293907 w 507919"/>
                <a:gd name="connsiteY193" fmla="*/ 352749 h 632735"/>
                <a:gd name="connsiteX194" fmla="*/ 239995 w 507919"/>
                <a:gd name="connsiteY194" fmla="*/ 409077 h 632735"/>
                <a:gd name="connsiteX195" fmla="*/ 253328 w 507919"/>
                <a:gd name="connsiteY195" fmla="*/ 361332 h 632735"/>
                <a:gd name="connsiteX196" fmla="*/ 252827 w 507919"/>
                <a:gd name="connsiteY196" fmla="*/ 361165 h 632735"/>
                <a:gd name="connsiteX197" fmla="*/ 235828 w 507919"/>
                <a:gd name="connsiteY197" fmla="*/ 407827 h 632735"/>
                <a:gd name="connsiteX198" fmla="*/ 238746 w 507919"/>
                <a:gd name="connsiteY198" fmla="*/ 410327 h 632735"/>
                <a:gd name="connsiteX199" fmla="*/ 232912 w 507919"/>
                <a:gd name="connsiteY199" fmla="*/ 416327 h 632735"/>
                <a:gd name="connsiteX200" fmla="*/ 210248 w 507919"/>
                <a:gd name="connsiteY200" fmla="*/ 439158 h 632735"/>
                <a:gd name="connsiteX201" fmla="*/ 193749 w 507919"/>
                <a:gd name="connsiteY201" fmla="*/ 437575 h 632735"/>
                <a:gd name="connsiteX202" fmla="*/ 207582 w 507919"/>
                <a:gd name="connsiteY202" fmla="*/ 402578 h 632735"/>
                <a:gd name="connsiteX203" fmla="*/ 233912 w 507919"/>
                <a:gd name="connsiteY203" fmla="*/ 398578 h 632735"/>
                <a:gd name="connsiteX204" fmla="*/ 233496 w 507919"/>
                <a:gd name="connsiteY204" fmla="*/ 396329 h 632735"/>
                <a:gd name="connsiteX205" fmla="*/ 209415 w 507919"/>
                <a:gd name="connsiteY205" fmla="*/ 396578 h 632735"/>
                <a:gd name="connsiteX206" fmla="*/ 211830 w 507919"/>
                <a:gd name="connsiteY206" fmla="*/ 388246 h 632735"/>
                <a:gd name="connsiteX207" fmla="*/ 219163 w 507919"/>
                <a:gd name="connsiteY207" fmla="*/ 362998 h 632735"/>
                <a:gd name="connsiteX208" fmla="*/ 229079 w 507919"/>
                <a:gd name="connsiteY208" fmla="*/ 362582 h 632735"/>
                <a:gd name="connsiteX209" fmla="*/ 229746 w 507919"/>
                <a:gd name="connsiteY209" fmla="*/ 359582 h 632735"/>
                <a:gd name="connsiteX210" fmla="*/ 220997 w 507919"/>
                <a:gd name="connsiteY210" fmla="*/ 356665 h 632735"/>
                <a:gd name="connsiteX211" fmla="*/ 230413 w 507919"/>
                <a:gd name="connsiteY211" fmla="*/ 324252 h 632735"/>
                <a:gd name="connsiteX212" fmla="*/ 261326 w 507919"/>
                <a:gd name="connsiteY212" fmla="*/ 328918 h 632735"/>
                <a:gd name="connsiteX213" fmla="*/ 261744 w 507919"/>
                <a:gd name="connsiteY213" fmla="*/ 324168 h 632735"/>
                <a:gd name="connsiteX214" fmla="*/ 231079 w 507919"/>
                <a:gd name="connsiteY214" fmla="*/ 322335 h 632735"/>
                <a:gd name="connsiteX215" fmla="*/ 231829 w 507919"/>
                <a:gd name="connsiteY215" fmla="*/ 319752 h 632735"/>
                <a:gd name="connsiteX216" fmla="*/ 231079 w 507919"/>
                <a:gd name="connsiteY216" fmla="*/ 319502 h 632735"/>
                <a:gd name="connsiteX217" fmla="*/ 229912 w 507919"/>
                <a:gd name="connsiteY217" fmla="*/ 322419 h 632735"/>
                <a:gd name="connsiteX218" fmla="*/ 228746 w 507919"/>
                <a:gd name="connsiteY218" fmla="*/ 322419 h 632735"/>
                <a:gd name="connsiteX219" fmla="*/ 228829 w 507919"/>
                <a:gd name="connsiteY219" fmla="*/ 324252 h 632735"/>
                <a:gd name="connsiteX220" fmla="*/ 229163 w 507919"/>
                <a:gd name="connsiteY220" fmla="*/ 324252 h 632735"/>
                <a:gd name="connsiteX221" fmla="*/ 216664 w 507919"/>
                <a:gd name="connsiteY221" fmla="*/ 356082 h 632735"/>
                <a:gd name="connsiteX222" fmla="*/ 211830 w 507919"/>
                <a:gd name="connsiteY222" fmla="*/ 355416 h 632735"/>
                <a:gd name="connsiteX223" fmla="*/ 200498 w 507919"/>
                <a:gd name="connsiteY223" fmla="*/ 353332 h 632735"/>
                <a:gd name="connsiteX224" fmla="*/ 201165 w 507919"/>
                <a:gd name="connsiteY224" fmla="*/ 352582 h 632735"/>
                <a:gd name="connsiteX225" fmla="*/ 219914 w 507919"/>
                <a:gd name="connsiteY225" fmla="*/ 315086 h 632735"/>
                <a:gd name="connsiteX226" fmla="*/ 232745 w 507919"/>
                <a:gd name="connsiteY226" fmla="*/ 287672 h 632735"/>
                <a:gd name="connsiteX227" fmla="*/ 250078 w 507919"/>
                <a:gd name="connsiteY227" fmla="*/ 277506 h 632735"/>
                <a:gd name="connsiteX228" fmla="*/ 261826 w 507919"/>
                <a:gd name="connsiteY228" fmla="*/ 303004 h 632735"/>
                <a:gd name="connsiteX229" fmla="*/ 273659 w 507919"/>
                <a:gd name="connsiteY229" fmla="*/ 310670 h 632735"/>
                <a:gd name="connsiteX230" fmla="*/ 260076 w 507919"/>
                <a:gd name="connsiteY230" fmla="*/ 333834 h 632735"/>
                <a:gd name="connsiteX231" fmla="*/ 250161 w 507919"/>
                <a:gd name="connsiteY231" fmla="*/ 351583 h 632735"/>
                <a:gd name="connsiteX232" fmla="*/ 253910 w 507919"/>
                <a:gd name="connsiteY232" fmla="*/ 357415 h 632735"/>
                <a:gd name="connsiteX233" fmla="*/ 290240 w 507919"/>
                <a:gd name="connsiteY233" fmla="*/ 338417 h 632735"/>
                <a:gd name="connsiteX234" fmla="*/ 305323 w 507919"/>
                <a:gd name="connsiteY234" fmla="*/ 317836 h 632735"/>
                <a:gd name="connsiteX235" fmla="*/ 341903 w 507919"/>
                <a:gd name="connsiteY235" fmla="*/ 295838 h 632735"/>
                <a:gd name="connsiteX236" fmla="*/ 345402 w 507919"/>
                <a:gd name="connsiteY236" fmla="*/ 295421 h 632735"/>
                <a:gd name="connsiteX237" fmla="*/ 323821 w 507919"/>
                <a:gd name="connsiteY237" fmla="*/ 319252 h 632735"/>
                <a:gd name="connsiteX238" fmla="*/ 323821 w 507919"/>
                <a:gd name="connsiteY238" fmla="*/ 319252 h 632735"/>
                <a:gd name="connsiteX239" fmla="*/ 396148 w 507919"/>
                <a:gd name="connsiteY239" fmla="*/ 244259 h 632735"/>
                <a:gd name="connsiteX240" fmla="*/ 361067 w 507919"/>
                <a:gd name="connsiteY240" fmla="*/ 276589 h 632735"/>
                <a:gd name="connsiteX241" fmla="*/ 321487 w 507919"/>
                <a:gd name="connsiteY241" fmla="*/ 288338 h 632735"/>
                <a:gd name="connsiteX242" fmla="*/ 297656 w 507919"/>
                <a:gd name="connsiteY242" fmla="*/ 313503 h 632735"/>
                <a:gd name="connsiteX243" fmla="*/ 261826 w 507919"/>
                <a:gd name="connsiteY243" fmla="*/ 347166 h 632735"/>
                <a:gd name="connsiteX244" fmla="*/ 279574 w 507919"/>
                <a:gd name="connsiteY244" fmla="*/ 323585 h 632735"/>
                <a:gd name="connsiteX245" fmla="*/ 285824 w 507919"/>
                <a:gd name="connsiteY245" fmla="*/ 301254 h 632735"/>
                <a:gd name="connsiteX246" fmla="*/ 276491 w 507919"/>
                <a:gd name="connsiteY246" fmla="*/ 291671 h 632735"/>
                <a:gd name="connsiteX247" fmla="*/ 261993 w 507919"/>
                <a:gd name="connsiteY247" fmla="*/ 284755 h 632735"/>
                <a:gd name="connsiteX248" fmla="*/ 262076 w 507919"/>
                <a:gd name="connsiteY248" fmla="*/ 274090 h 632735"/>
                <a:gd name="connsiteX249" fmla="*/ 262577 w 507919"/>
                <a:gd name="connsiteY249" fmla="*/ 273923 h 632735"/>
                <a:gd name="connsiteX250" fmla="*/ 319404 w 507919"/>
                <a:gd name="connsiteY250" fmla="*/ 197430 h 632735"/>
                <a:gd name="connsiteX251" fmla="*/ 321321 w 507919"/>
                <a:gd name="connsiteY251" fmla="*/ 151351 h 632735"/>
                <a:gd name="connsiteX252" fmla="*/ 403563 w 507919"/>
                <a:gd name="connsiteY252" fmla="*/ 164516 h 632735"/>
                <a:gd name="connsiteX253" fmla="*/ 417979 w 507919"/>
                <a:gd name="connsiteY253" fmla="*/ 208929 h 632735"/>
                <a:gd name="connsiteX254" fmla="*/ 396148 w 507919"/>
                <a:gd name="connsiteY254" fmla="*/ 244259 h 632735"/>
                <a:gd name="connsiteX255" fmla="*/ 396148 w 507919"/>
                <a:gd name="connsiteY255" fmla="*/ 244259 h 632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Lst>
              <a:rect l="l" t="t" r="r" b="b"/>
              <a:pathLst>
                <a:path w="507919" h="632735">
                  <a:moveTo>
                    <a:pt x="408647" y="152350"/>
                  </a:moveTo>
                  <a:cubicBezTo>
                    <a:pt x="431811" y="137352"/>
                    <a:pt x="455142" y="122437"/>
                    <a:pt x="477640" y="106355"/>
                  </a:cubicBezTo>
                  <a:cubicBezTo>
                    <a:pt x="485889" y="100438"/>
                    <a:pt x="503222" y="90856"/>
                    <a:pt x="507138" y="80774"/>
                  </a:cubicBezTo>
                  <a:cubicBezTo>
                    <a:pt x="510804" y="71358"/>
                    <a:pt x="500638" y="63775"/>
                    <a:pt x="496056" y="56526"/>
                  </a:cubicBezTo>
                  <a:cubicBezTo>
                    <a:pt x="492055" y="50276"/>
                    <a:pt x="489723" y="37194"/>
                    <a:pt x="480224" y="38944"/>
                  </a:cubicBezTo>
                  <a:cubicBezTo>
                    <a:pt x="477307" y="39444"/>
                    <a:pt x="475390" y="41944"/>
                    <a:pt x="473141" y="43694"/>
                  </a:cubicBezTo>
                  <a:cubicBezTo>
                    <a:pt x="464725" y="50526"/>
                    <a:pt x="456559" y="57776"/>
                    <a:pt x="448143" y="64692"/>
                  </a:cubicBezTo>
                  <a:cubicBezTo>
                    <a:pt x="434810" y="75691"/>
                    <a:pt x="421228" y="86356"/>
                    <a:pt x="408313" y="97855"/>
                  </a:cubicBezTo>
                  <a:cubicBezTo>
                    <a:pt x="404730" y="101105"/>
                    <a:pt x="400647" y="104438"/>
                    <a:pt x="397065" y="108104"/>
                  </a:cubicBezTo>
                  <a:cubicBezTo>
                    <a:pt x="398981" y="91773"/>
                    <a:pt x="397065" y="74857"/>
                    <a:pt x="391815" y="59526"/>
                  </a:cubicBezTo>
                  <a:cubicBezTo>
                    <a:pt x="382399" y="32028"/>
                    <a:pt x="360568" y="13280"/>
                    <a:pt x="333404" y="4197"/>
                  </a:cubicBezTo>
                  <a:cubicBezTo>
                    <a:pt x="306489" y="-4802"/>
                    <a:pt x="273159" y="1114"/>
                    <a:pt x="250410" y="17696"/>
                  </a:cubicBezTo>
                  <a:cubicBezTo>
                    <a:pt x="234496" y="29278"/>
                    <a:pt x="213581" y="55026"/>
                    <a:pt x="217080" y="76691"/>
                  </a:cubicBezTo>
                  <a:cubicBezTo>
                    <a:pt x="206582" y="76357"/>
                    <a:pt x="196083" y="77357"/>
                    <a:pt x="186000" y="80107"/>
                  </a:cubicBezTo>
                  <a:cubicBezTo>
                    <a:pt x="154919" y="88523"/>
                    <a:pt x="134088" y="115520"/>
                    <a:pt x="120172" y="143101"/>
                  </a:cubicBezTo>
                  <a:cubicBezTo>
                    <a:pt x="114006" y="155434"/>
                    <a:pt x="109507" y="170266"/>
                    <a:pt x="112423" y="184014"/>
                  </a:cubicBezTo>
                  <a:cubicBezTo>
                    <a:pt x="114923" y="195847"/>
                    <a:pt x="122006" y="204012"/>
                    <a:pt x="128671" y="212845"/>
                  </a:cubicBezTo>
                  <a:cubicBezTo>
                    <a:pt x="122672" y="223761"/>
                    <a:pt x="118756" y="237426"/>
                    <a:pt x="114590" y="248842"/>
                  </a:cubicBezTo>
                  <a:cubicBezTo>
                    <a:pt x="108923" y="264257"/>
                    <a:pt x="104174" y="280006"/>
                    <a:pt x="99175" y="295671"/>
                  </a:cubicBezTo>
                  <a:cubicBezTo>
                    <a:pt x="89926" y="324585"/>
                    <a:pt x="78676" y="352582"/>
                    <a:pt x="68510" y="381080"/>
                  </a:cubicBezTo>
                  <a:cubicBezTo>
                    <a:pt x="57178" y="412994"/>
                    <a:pt x="45512" y="444491"/>
                    <a:pt x="33264" y="476071"/>
                  </a:cubicBezTo>
                  <a:cubicBezTo>
                    <a:pt x="22015" y="505235"/>
                    <a:pt x="12349" y="535733"/>
                    <a:pt x="6016" y="566313"/>
                  </a:cubicBezTo>
                  <a:cubicBezTo>
                    <a:pt x="2599" y="582728"/>
                    <a:pt x="-9149" y="623641"/>
                    <a:pt x="14015" y="631641"/>
                  </a:cubicBezTo>
                  <a:cubicBezTo>
                    <a:pt x="35180" y="639057"/>
                    <a:pt x="60762" y="606810"/>
                    <a:pt x="73343" y="594311"/>
                  </a:cubicBezTo>
                  <a:cubicBezTo>
                    <a:pt x="120339" y="547482"/>
                    <a:pt x="166001" y="499403"/>
                    <a:pt x="213247" y="452907"/>
                  </a:cubicBezTo>
                  <a:cubicBezTo>
                    <a:pt x="240245" y="426242"/>
                    <a:pt x="266910" y="399078"/>
                    <a:pt x="292824" y="371414"/>
                  </a:cubicBezTo>
                  <a:cubicBezTo>
                    <a:pt x="305156" y="358249"/>
                    <a:pt x="317488" y="345166"/>
                    <a:pt x="329404" y="331584"/>
                  </a:cubicBezTo>
                  <a:cubicBezTo>
                    <a:pt x="340569" y="318835"/>
                    <a:pt x="353484" y="306587"/>
                    <a:pt x="362234" y="292005"/>
                  </a:cubicBezTo>
                  <a:cubicBezTo>
                    <a:pt x="373316" y="289505"/>
                    <a:pt x="383815" y="285255"/>
                    <a:pt x="392481" y="276923"/>
                  </a:cubicBezTo>
                  <a:cubicBezTo>
                    <a:pt x="405563" y="264257"/>
                    <a:pt x="416896" y="246925"/>
                    <a:pt x="426145" y="231343"/>
                  </a:cubicBezTo>
                  <a:cubicBezTo>
                    <a:pt x="435144" y="216261"/>
                    <a:pt x="432894" y="197846"/>
                    <a:pt x="430395" y="181015"/>
                  </a:cubicBezTo>
                  <a:cubicBezTo>
                    <a:pt x="428395" y="168599"/>
                    <a:pt x="419229" y="159350"/>
                    <a:pt x="408647" y="152350"/>
                  </a:cubicBezTo>
                  <a:lnTo>
                    <a:pt x="408647" y="152350"/>
                  </a:lnTo>
                  <a:close/>
                  <a:moveTo>
                    <a:pt x="402398" y="115271"/>
                  </a:moveTo>
                  <a:cubicBezTo>
                    <a:pt x="412396" y="106688"/>
                    <a:pt x="422729" y="98522"/>
                    <a:pt x="432644" y="89939"/>
                  </a:cubicBezTo>
                  <a:cubicBezTo>
                    <a:pt x="442560" y="81357"/>
                    <a:pt x="452310" y="72691"/>
                    <a:pt x="462142" y="64025"/>
                  </a:cubicBezTo>
                  <a:cubicBezTo>
                    <a:pt x="465225" y="61359"/>
                    <a:pt x="475057" y="49360"/>
                    <a:pt x="478890" y="49026"/>
                  </a:cubicBezTo>
                  <a:cubicBezTo>
                    <a:pt x="486139" y="48443"/>
                    <a:pt x="486473" y="55526"/>
                    <a:pt x="489639" y="60692"/>
                  </a:cubicBezTo>
                  <a:cubicBezTo>
                    <a:pt x="491723" y="64192"/>
                    <a:pt x="498055" y="69608"/>
                    <a:pt x="498555" y="73441"/>
                  </a:cubicBezTo>
                  <a:cubicBezTo>
                    <a:pt x="499638" y="81190"/>
                    <a:pt x="486473" y="88773"/>
                    <a:pt x="481390" y="92523"/>
                  </a:cubicBezTo>
                  <a:cubicBezTo>
                    <a:pt x="471391" y="99855"/>
                    <a:pt x="460891" y="106355"/>
                    <a:pt x="450476" y="113021"/>
                  </a:cubicBezTo>
                  <a:cubicBezTo>
                    <a:pt x="433395" y="124020"/>
                    <a:pt x="416062" y="135185"/>
                    <a:pt x="399647" y="147101"/>
                  </a:cubicBezTo>
                  <a:cubicBezTo>
                    <a:pt x="395898" y="145268"/>
                    <a:pt x="391565" y="143435"/>
                    <a:pt x="386898" y="141851"/>
                  </a:cubicBezTo>
                  <a:cubicBezTo>
                    <a:pt x="390148" y="135769"/>
                    <a:pt x="392731" y="129269"/>
                    <a:pt x="394481" y="122520"/>
                  </a:cubicBezTo>
                  <a:cubicBezTo>
                    <a:pt x="397481" y="120187"/>
                    <a:pt x="400314" y="117104"/>
                    <a:pt x="402398" y="115271"/>
                  </a:cubicBezTo>
                  <a:lnTo>
                    <a:pt x="402398" y="115271"/>
                  </a:lnTo>
                  <a:close/>
                  <a:moveTo>
                    <a:pt x="259910" y="28445"/>
                  </a:moveTo>
                  <a:cubicBezTo>
                    <a:pt x="279158" y="14696"/>
                    <a:pt x="307573" y="6530"/>
                    <a:pt x="330987" y="12780"/>
                  </a:cubicBezTo>
                  <a:cubicBezTo>
                    <a:pt x="356235" y="19529"/>
                    <a:pt x="376317" y="36778"/>
                    <a:pt x="382483" y="62609"/>
                  </a:cubicBezTo>
                  <a:cubicBezTo>
                    <a:pt x="388482" y="87606"/>
                    <a:pt x="385399" y="116104"/>
                    <a:pt x="371650" y="137685"/>
                  </a:cubicBezTo>
                  <a:cubicBezTo>
                    <a:pt x="352901" y="133769"/>
                    <a:pt x="332237" y="133935"/>
                    <a:pt x="319488" y="143351"/>
                  </a:cubicBezTo>
                  <a:cubicBezTo>
                    <a:pt x="315572" y="128353"/>
                    <a:pt x="307905" y="114271"/>
                    <a:pt x="295824" y="102022"/>
                  </a:cubicBezTo>
                  <a:cubicBezTo>
                    <a:pt x="279409" y="85357"/>
                    <a:pt x="255244" y="78191"/>
                    <a:pt x="231496" y="78024"/>
                  </a:cubicBezTo>
                  <a:cubicBezTo>
                    <a:pt x="229413" y="77691"/>
                    <a:pt x="227247" y="77441"/>
                    <a:pt x="225163" y="77191"/>
                  </a:cubicBezTo>
                  <a:cubicBezTo>
                    <a:pt x="234663" y="59442"/>
                    <a:pt x="242578" y="40861"/>
                    <a:pt x="259910" y="28445"/>
                  </a:cubicBezTo>
                  <a:lnTo>
                    <a:pt x="259910" y="28445"/>
                  </a:lnTo>
                  <a:close/>
                  <a:moveTo>
                    <a:pt x="126505" y="182181"/>
                  </a:moveTo>
                  <a:cubicBezTo>
                    <a:pt x="122006" y="164183"/>
                    <a:pt x="134505" y="145434"/>
                    <a:pt x="143504" y="130936"/>
                  </a:cubicBezTo>
                  <a:cubicBezTo>
                    <a:pt x="152337" y="116687"/>
                    <a:pt x="164836" y="102522"/>
                    <a:pt x="180251" y="95272"/>
                  </a:cubicBezTo>
                  <a:cubicBezTo>
                    <a:pt x="198082" y="86940"/>
                    <a:pt x="218497" y="84023"/>
                    <a:pt x="238078" y="86440"/>
                  </a:cubicBezTo>
                  <a:cubicBezTo>
                    <a:pt x="255910" y="89689"/>
                    <a:pt x="273076" y="97605"/>
                    <a:pt x="285575" y="110271"/>
                  </a:cubicBezTo>
                  <a:cubicBezTo>
                    <a:pt x="307156" y="132102"/>
                    <a:pt x="315321" y="162683"/>
                    <a:pt x="310155" y="192514"/>
                  </a:cubicBezTo>
                  <a:cubicBezTo>
                    <a:pt x="307323" y="208845"/>
                    <a:pt x="300739" y="223427"/>
                    <a:pt x="291407" y="237010"/>
                  </a:cubicBezTo>
                  <a:cubicBezTo>
                    <a:pt x="287658" y="242509"/>
                    <a:pt x="283658" y="249008"/>
                    <a:pt x="278741" y="253591"/>
                  </a:cubicBezTo>
                  <a:cubicBezTo>
                    <a:pt x="270158" y="261674"/>
                    <a:pt x="259660" y="262341"/>
                    <a:pt x="248994" y="264840"/>
                  </a:cubicBezTo>
                  <a:cubicBezTo>
                    <a:pt x="226496" y="269923"/>
                    <a:pt x="214748" y="284839"/>
                    <a:pt x="207081" y="305920"/>
                  </a:cubicBezTo>
                  <a:cubicBezTo>
                    <a:pt x="202498" y="318502"/>
                    <a:pt x="198166" y="331334"/>
                    <a:pt x="189583" y="341833"/>
                  </a:cubicBezTo>
                  <a:cubicBezTo>
                    <a:pt x="187166" y="344750"/>
                    <a:pt x="178917" y="354416"/>
                    <a:pt x="174334" y="353582"/>
                  </a:cubicBezTo>
                  <a:cubicBezTo>
                    <a:pt x="164085" y="351833"/>
                    <a:pt x="170751" y="334251"/>
                    <a:pt x="172584" y="329001"/>
                  </a:cubicBezTo>
                  <a:cubicBezTo>
                    <a:pt x="175918" y="319169"/>
                    <a:pt x="194083" y="289921"/>
                    <a:pt x="181250" y="281089"/>
                  </a:cubicBezTo>
                  <a:cubicBezTo>
                    <a:pt x="174085" y="276089"/>
                    <a:pt x="164502" y="282089"/>
                    <a:pt x="156752" y="281172"/>
                  </a:cubicBezTo>
                  <a:cubicBezTo>
                    <a:pt x="127922" y="277589"/>
                    <a:pt x="148336" y="252841"/>
                    <a:pt x="151503" y="237676"/>
                  </a:cubicBezTo>
                  <a:cubicBezTo>
                    <a:pt x="156420" y="214345"/>
                    <a:pt x="131589" y="202513"/>
                    <a:pt x="126505" y="182181"/>
                  </a:cubicBezTo>
                  <a:lnTo>
                    <a:pt x="126505" y="182181"/>
                  </a:lnTo>
                  <a:close/>
                  <a:moveTo>
                    <a:pt x="131921" y="443324"/>
                  </a:moveTo>
                  <a:cubicBezTo>
                    <a:pt x="130339" y="447657"/>
                    <a:pt x="128671" y="451907"/>
                    <a:pt x="127005" y="456240"/>
                  </a:cubicBezTo>
                  <a:cubicBezTo>
                    <a:pt x="123422" y="465239"/>
                    <a:pt x="119673" y="474155"/>
                    <a:pt x="116173" y="483154"/>
                  </a:cubicBezTo>
                  <a:cubicBezTo>
                    <a:pt x="105673" y="481404"/>
                    <a:pt x="95258" y="479738"/>
                    <a:pt x="85426" y="476655"/>
                  </a:cubicBezTo>
                  <a:cubicBezTo>
                    <a:pt x="88925" y="467405"/>
                    <a:pt x="92341" y="458240"/>
                    <a:pt x="95591" y="448907"/>
                  </a:cubicBezTo>
                  <a:cubicBezTo>
                    <a:pt x="97591" y="443158"/>
                    <a:pt x="99424" y="437325"/>
                    <a:pt x="101258" y="431492"/>
                  </a:cubicBezTo>
                  <a:cubicBezTo>
                    <a:pt x="111173" y="436908"/>
                    <a:pt x="121173" y="440824"/>
                    <a:pt x="131921" y="443324"/>
                  </a:cubicBezTo>
                  <a:lnTo>
                    <a:pt x="131921" y="443324"/>
                  </a:lnTo>
                  <a:close/>
                  <a:moveTo>
                    <a:pt x="101757" y="429326"/>
                  </a:moveTo>
                  <a:cubicBezTo>
                    <a:pt x="105757" y="416077"/>
                    <a:pt x="109424" y="402661"/>
                    <a:pt x="112923" y="389162"/>
                  </a:cubicBezTo>
                  <a:cubicBezTo>
                    <a:pt x="123505" y="393412"/>
                    <a:pt x="134588" y="396412"/>
                    <a:pt x="144837" y="399162"/>
                  </a:cubicBezTo>
                  <a:cubicBezTo>
                    <a:pt x="145503" y="399328"/>
                    <a:pt x="146253" y="399495"/>
                    <a:pt x="146920" y="399662"/>
                  </a:cubicBezTo>
                  <a:cubicBezTo>
                    <a:pt x="143004" y="411994"/>
                    <a:pt x="138838" y="424243"/>
                    <a:pt x="134421" y="436325"/>
                  </a:cubicBezTo>
                  <a:cubicBezTo>
                    <a:pt x="123505" y="435158"/>
                    <a:pt x="112590" y="432909"/>
                    <a:pt x="101757" y="429326"/>
                  </a:cubicBezTo>
                  <a:lnTo>
                    <a:pt x="101757" y="429326"/>
                  </a:lnTo>
                  <a:close/>
                  <a:moveTo>
                    <a:pt x="113006" y="491403"/>
                  </a:moveTo>
                  <a:cubicBezTo>
                    <a:pt x="109340" y="501486"/>
                    <a:pt x="106174" y="511651"/>
                    <a:pt x="104341" y="522317"/>
                  </a:cubicBezTo>
                  <a:cubicBezTo>
                    <a:pt x="104257" y="522817"/>
                    <a:pt x="104424" y="523234"/>
                    <a:pt x="104674" y="523567"/>
                  </a:cubicBezTo>
                  <a:cubicBezTo>
                    <a:pt x="100175" y="523484"/>
                    <a:pt x="95675" y="523317"/>
                    <a:pt x="91175" y="522650"/>
                  </a:cubicBezTo>
                  <a:cubicBezTo>
                    <a:pt x="83676" y="521567"/>
                    <a:pt x="76843" y="518984"/>
                    <a:pt x="70343" y="515484"/>
                  </a:cubicBezTo>
                  <a:cubicBezTo>
                    <a:pt x="70677" y="514651"/>
                    <a:pt x="71011" y="513901"/>
                    <a:pt x="71260" y="513068"/>
                  </a:cubicBezTo>
                  <a:cubicBezTo>
                    <a:pt x="74927" y="503569"/>
                    <a:pt x="78676" y="493986"/>
                    <a:pt x="82343" y="484487"/>
                  </a:cubicBezTo>
                  <a:cubicBezTo>
                    <a:pt x="91842" y="488320"/>
                    <a:pt x="102425" y="490403"/>
                    <a:pt x="113006" y="491403"/>
                  </a:cubicBezTo>
                  <a:lnTo>
                    <a:pt x="113006" y="491403"/>
                  </a:lnTo>
                  <a:close/>
                  <a:moveTo>
                    <a:pt x="140421" y="436908"/>
                  </a:moveTo>
                  <a:cubicBezTo>
                    <a:pt x="143921" y="424826"/>
                    <a:pt x="147004" y="412577"/>
                    <a:pt x="149836" y="400328"/>
                  </a:cubicBezTo>
                  <a:cubicBezTo>
                    <a:pt x="165502" y="403828"/>
                    <a:pt x="181250" y="404411"/>
                    <a:pt x="196999" y="403411"/>
                  </a:cubicBezTo>
                  <a:cubicBezTo>
                    <a:pt x="192000" y="414494"/>
                    <a:pt x="187166" y="425743"/>
                    <a:pt x="184167" y="437325"/>
                  </a:cubicBezTo>
                  <a:cubicBezTo>
                    <a:pt x="176667" y="437325"/>
                    <a:pt x="169168" y="437658"/>
                    <a:pt x="161835" y="437658"/>
                  </a:cubicBezTo>
                  <a:cubicBezTo>
                    <a:pt x="154586" y="437658"/>
                    <a:pt x="147503" y="437491"/>
                    <a:pt x="140421" y="436908"/>
                  </a:cubicBezTo>
                  <a:lnTo>
                    <a:pt x="140421" y="436908"/>
                  </a:lnTo>
                  <a:close/>
                  <a:moveTo>
                    <a:pt x="151836" y="391162"/>
                  </a:moveTo>
                  <a:cubicBezTo>
                    <a:pt x="152836" y="386496"/>
                    <a:pt x="153836" y="381830"/>
                    <a:pt x="154836" y="377080"/>
                  </a:cubicBezTo>
                  <a:cubicBezTo>
                    <a:pt x="154919" y="376580"/>
                    <a:pt x="154170" y="376414"/>
                    <a:pt x="154003" y="376914"/>
                  </a:cubicBezTo>
                  <a:cubicBezTo>
                    <a:pt x="152669" y="381497"/>
                    <a:pt x="151253" y="386079"/>
                    <a:pt x="149836" y="390579"/>
                  </a:cubicBezTo>
                  <a:cubicBezTo>
                    <a:pt x="138004" y="387496"/>
                    <a:pt x="126588" y="383830"/>
                    <a:pt x="115590" y="379330"/>
                  </a:cubicBezTo>
                  <a:cubicBezTo>
                    <a:pt x="118840" y="367081"/>
                    <a:pt x="122173" y="354916"/>
                    <a:pt x="125839" y="342833"/>
                  </a:cubicBezTo>
                  <a:cubicBezTo>
                    <a:pt x="135254" y="347416"/>
                    <a:pt x="145754" y="350499"/>
                    <a:pt x="155336" y="351416"/>
                  </a:cubicBezTo>
                  <a:cubicBezTo>
                    <a:pt x="156919" y="375330"/>
                    <a:pt x="180417" y="369914"/>
                    <a:pt x="194999" y="358082"/>
                  </a:cubicBezTo>
                  <a:cubicBezTo>
                    <a:pt x="198832" y="360165"/>
                    <a:pt x="203998" y="361082"/>
                    <a:pt x="207748" y="361832"/>
                  </a:cubicBezTo>
                  <a:cubicBezTo>
                    <a:pt x="209831" y="362248"/>
                    <a:pt x="211830" y="362415"/>
                    <a:pt x="213831" y="362582"/>
                  </a:cubicBezTo>
                  <a:cubicBezTo>
                    <a:pt x="211081" y="369498"/>
                    <a:pt x="208415" y="376414"/>
                    <a:pt x="205664" y="383330"/>
                  </a:cubicBezTo>
                  <a:cubicBezTo>
                    <a:pt x="203915" y="387663"/>
                    <a:pt x="202082" y="391996"/>
                    <a:pt x="200166" y="396329"/>
                  </a:cubicBezTo>
                  <a:cubicBezTo>
                    <a:pt x="183916" y="396245"/>
                    <a:pt x="167835" y="395162"/>
                    <a:pt x="151836" y="391162"/>
                  </a:cubicBezTo>
                  <a:lnTo>
                    <a:pt x="151836" y="391162"/>
                  </a:lnTo>
                  <a:close/>
                  <a:moveTo>
                    <a:pt x="108507" y="303837"/>
                  </a:moveTo>
                  <a:cubicBezTo>
                    <a:pt x="113840" y="286755"/>
                    <a:pt x="118506" y="269423"/>
                    <a:pt x="124089" y="252341"/>
                  </a:cubicBezTo>
                  <a:cubicBezTo>
                    <a:pt x="126421" y="245175"/>
                    <a:pt x="129505" y="238176"/>
                    <a:pt x="131671" y="231010"/>
                  </a:cubicBezTo>
                  <a:cubicBezTo>
                    <a:pt x="132754" y="227510"/>
                    <a:pt x="133171" y="223844"/>
                    <a:pt x="133754" y="220178"/>
                  </a:cubicBezTo>
                  <a:cubicBezTo>
                    <a:pt x="134672" y="221511"/>
                    <a:pt x="135505" y="222927"/>
                    <a:pt x="136254" y="224344"/>
                  </a:cubicBezTo>
                  <a:cubicBezTo>
                    <a:pt x="145503" y="241176"/>
                    <a:pt x="127588" y="254675"/>
                    <a:pt x="130339" y="272006"/>
                  </a:cubicBezTo>
                  <a:cubicBezTo>
                    <a:pt x="131921" y="282255"/>
                    <a:pt x="141671" y="289671"/>
                    <a:pt x="151586" y="291255"/>
                  </a:cubicBezTo>
                  <a:cubicBezTo>
                    <a:pt x="157253" y="292171"/>
                    <a:pt x="161918" y="289671"/>
                    <a:pt x="167251" y="289921"/>
                  </a:cubicBezTo>
                  <a:cubicBezTo>
                    <a:pt x="174667" y="290255"/>
                    <a:pt x="175500" y="291088"/>
                    <a:pt x="174334" y="298504"/>
                  </a:cubicBezTo>
                  <a:cubicBezTo>
                    <a:pt x="174001" y="300754"/>
                    <a:pt x="171501" y="304837"/>
                    <a:pt x="170668" y="306587"/>
                  </a:cubicBezTo>
                  <a:cubicBezTo>
                    <a:pt x="165085" y="318086"/>
                    <a:pt x="157586" y="329751"/>
                    <a:pt x="155669" y="342583"/>
                  </a:cubicBezTo>
                  <a:cubicBezTo>
                    <a:pt x="150586" y="341083"/>
                    <a:pt x="144754" y="341167"/>
                    <a:pt x="139421" y="339917"/>
                  </a:cubicBezTo>
                  <a:cubicBezTo>
                    <a:pt x="135672" y="339000"/>
                    <a:pt x="131589" y="338084"/>
                    <a:pt x="127505" y="337001"/>
                  </a:cubicBezTo>
                  <a:cubicBezTo>
                    <a:pt x="129088" y="332001"/>
                    <a:pt x="130671" y="327001"/>
                    <a:pt x="132422" y="322085"/>
                  </a:cubicBezTo>
                  <a:cubicBezTo>
                    <a:pt x="132505" y="321919"/>
                    <a:pt x="132171" y="321835"/>
                    <a:pt x="132088" y="322002"/>
                  </a:cubicBezTo>
                  <a:cubicBezTo>
                    <a:pt x="130505" y="327001"/>
                    <a:pt x="128838" y="331918"/>
                    <a:pt x="127172" y="336917"/>
                  </a:cubicBezTo>
                  <a:cubicBezTo>
                    <a:pt x="120506" y="335167"/>
                    <a:pt x="113840" y="332918"/>
                    <a:pt x="108340" y="329834"/>
                  </a:cubicBezTo>
                  <a:cubicBezTo>
                    <a:pt x="107923" y="329585"/>
                    <a:pt x="107507" y="330168"/>
                    <a:pt x="107840" y="330501"/>
                  </a:cubicBezTo>
                  <a:cubicBezTo>
                    <a:pt x="112507" y="335251"/>
                    <a:pt x="118589" y="339250"/>
                    <a:pt x="125256" y="342583"/>
                  </a:cubicBezTo>
                  <a:cubicBezTo>
                    <a:pt x="121173" y="354499"/>
                    <a:pt x="117007" y="366331"/>
                    <a:pt x="112673" y="378163"/>
                  </a:cubicBezTo>
                  <a:cubicBezTo>
                    <a:pt x="103924" y="374497"/>
                    <a:pt x="95424" y="370498"/>
                    <a:pt x="87008" y="365831"/>
                  </a:cubicBezTo>
                  <a:cubicBezTo>
                    <a:pt x="94591" y="345333"/>
                    <a:pt x="102008" y="324835"/>
                    <a:pt x="108507" y="303837"/>
                  </a:cubicBezTo>
                  <a:lnTo>
                    <a:pt x="108507" y="303837"/>
                  </a:lnTo>
                  <a:close/>
                  <a:moveTo>
                    <a:pt x="78759" y="388829"/>
                  </a:moveTo>
                  <a:cubicBezTo>
                    <a:pt x="80676" y="383330"/>
                    <a:pt x="82675" y="377914"/>
                    <a:pt x="84676" y="372497"/>
                  </a:cubicBezTo>
                  <a:cubicBezTo>
                    <a:pt x="91759" y="378830"/>
                    <a:pt x="100258" y="383746"/>
                    <a:pt x="109257" y="387579"/>
                  </a:cubicBezTo>
                  <a:cubicBezTo>
                    <a:pt x="101424" y="408661"/>
                    <a:pt x="93341" y="429742"/>
                    <a:pt x="85092" y="450490"/>
                  </a:cubicBezTo>
                  <a:cubicBezTo>
                    <a:pt x="82176" y="457990"/>
                    <a:pt x="79260" y="465572"/>
                    <a:pt x="76426" y="473155"/>
                  </a:cubicBezTo>
                  <a:cubicBezTo>
                    <a:pt x="67844" y="469489"/>
                    <a:pt x="60011" y="464406"/>
                    <a:pt x="53262" y="456906"/>
                  </a:cubicBezTo>
                  <a:cubicBezTo>
                    <a:pt x="61762" y="434325"/>
                    <a:pt x="70594" y="411660"/>
                    <a:pt x="78759" y="388829"/>
                  </a:cubicBezTo>
                  <a:lnTo>
                    <a:pt x="78759" y="388829"/>
                  </a:lnTo>
                  <a:close/>
                  <a:moveTo>
                    <a:pt x="23182" y="550815"/>
                  </a:moveTo>
                  <a:cubicBezTo>
                    <a:pt x="30597" y="519901"/>
                    <a:pt x="41012" y="489903"/>
                    <a:pt x="52179" y="460073"/>
                  </a:cubicBezTo>
                  <a:cubicBezTo>
                    <a:pt x="57595" y="468989"/>
                    <a:pt x="65094" y="475571"/>
                    <a:pt x="73760" y="480488"/>
                  </a:cubicBezTo>
                  <a:cubicBezTo>
                    <a:pt x="70011" y="490653"/>
                    <a:pt x="66427" y="500819"/>
                    <a:pt x="63094" y="511152"/>
                  </a:cubicBezTo>
                  <a:cubicBezTo>
                    <a:pt x="62011" y="510402"/>
                    <a:pt x="61011" y="509735"/>
                    <a:pt x="59928" y="508985"/>
                  </a:cubicBezTo>
                  <a:cubicBezTo>
                    <a:pt x="59345" y="508568"/>
                    <a:pt x="58595" y="509318"/>
                    <a:pt x="59095" y="509818"/>
                  </a:cubicBezTo>
                  <a:cubicBezTo>
                    <a:pt x="60261" y="510818"/>
                    <a:pt x="61344" y="511901"/>
                    <a:pt x="62428" y="512901"/>
                  </a:cubicBezTo>
                  <a:cubicBezTo>
                    <a:pt x="57095" y="529317"/>
                    <a:pt x="52262" y="545898"/>
                    <a:pt x="48263" y="562564"/>
                  </a:cubicBezTo>
                  <a:cubicBezTo>
                    <a:pt x="39013" y="561314"/>
                    <a:pt x="30014" y="559397"/>
                    <a:pt x="22431" y="554231"/>
                  </a:cubicBezTo>
                  <a:cubicBezTo>
                    <a:pt x="22681" y="552981"/>
                    <a:pt x="22848" y="551898"/>
                    <a:pt x="23182" y="550815"/>
                  </a:cubicBezTo>
                  <a:lnTo>
                    <a:pt x="23182" y="550815"/>
                  </a:lnTo>
                  <a:close/>
                  <a:moveTo>
                    <a:pt x="103258" y="541565"/>
                  </a:moveTo>
                  <a:cubicBezTo>
                    <a:pt x="83509" y="560980"/>
                    <a:pt x="64511" y="581478"/>
                    <a:pt x="44013" y="600227"/>
                  </a:cubicBezTo>
                  <a:cubicBezTo>
                    <a:pt x="39263" y="604560"/>
                    <a:pt x="33514" y="611726"/>
                    <a:pt x="27098" y="613559"/>
                  </a:cubicBezTo>
                  <a:cubicBezTo>
                    <a:pt x="12265" y="617725"/>
                    <a:pt x="15432" y="602560"/>
                    <a:pt x="16015" y="594727"/>
                  </a:cubicBezTo>
                  <a:cubicBezTo>
                    <a:pt x="16932" y="582312"/>
                    <a:pt x="18932" y="570146"/>
                    <a:pt x="21598" y="558064"/>
                  </a:cubicBezTo>
                  <a:cubicBezTo>
                    <a:pt x="25431" y="561647"/>
                    <a:pt x="29847" y="563897"/>
                    <a:pt x="36347" y="565647"/>
                  </a:cubicBezTo>
                  <a:cubicBezTo>
                    <a:pt x="39763" y="566563"/>
                    <a:pt x="43346" y="567480"/>
                    <a:pt x="46929" y="568146"/>
                  </a:cubicBezTo>
                  <a:cubicBezTo>
                    <a:pt x="45679" y="573479"/>
                    <a:pt x="44596" y="578729"/>
                    <a:pt x="43596" y="584062"/>
                  </a:cubicBezTo>
                  <a:cubicBezTo>
                    <a:pt x="43262" y="585728"/>
                    <a:pt x="45763" y="586311"/>
                    <a:pt x="46180" y="584645"/>
                  </a:cubicBezTo>
                  <a:cubicBezTo>
                    <a:pt x="47512" y="579312"/>
                    <a:pt x="49012" y="574062"/>
                    <a:pt x="50595" y="568813"/>
                  </a:cubicBezTo>
                  <a:cubicBezTo>
                    <a:pt x="56012" y="569563"/>
                    <a:pt x="61511" y="569813"/>
                    <a:pt x="66594" y="568896"/>
                  </a:cubicBezTo>
                  <a:cubicBezTo>
                    <a:pt x="68677" y="568480"/>
                    <a:pt x="68344" y="565147"/>
                    <a:pt x="66427" y="564897"/>
                  </a:cubicBezTo>
                  <a:cubicBezTo>
                    <a:pt x="61844" y="564147"/>
                    <a:pt x="57095" y="563730"/>
                    <a:pt x="52429" y="563147"/>
                  </a:cubicBezTo>
                  <a:cubicBezTo>
                    <a:pt x="57345" y="548231"/>
                    <a:pt x="63261" y="533399"/>
                    <a:pt x="69011" y="518817"/>
                  </a:cubicBezTo>
                  <a:cubicBezTo>
                    <a:pt x="74260" y="523234"/>
                    <a:pt x="79843" y="526900"/>
                    <a:pt x="87342" y="528900"/>
                  </a:cubicBezTo>
                  <a:cubicBezTo>
                    <a:pt x="95842" y="531233"/>
                    <a:pt x="104674" y="532316"/>
                    <a:pt x="113340" y="531900"/>
                  </a:cubicBezTo>
                  <a:cubicBezTo>
                    <a:pt x="110090" y="534983"/>
                    <a:pt x="106673" y="538232"/>
                    <a:pt x="103258" y="541565"/>
                  </a:cubicBezTo>
                  <a:lnTo>
                    <a:pt x="103258" y="541565"/>
                  </a:lnTo>
                  <a:close/>
                  <a:moveTo>
                    <a:pt x="121756" y="523650"/>
                  </a:moveTo>
                  <a:cubicBezTo>
                    <a:pt x="117007" y="523484"/>
                    <a:pt x="112256" y="523567"/>
                    <a:pt x="107424" y="523567"/>
                  </a:cubicBezTo>
                  <a:cubicBezTo>
                    <a:pt x="112923" y="516484"/>
                    <a:pt x="116089" y="507068"/>
                    <a:pt x="118923" y="498653"/>
                  </a:cubicBezTo>
                  <a:cubicBezTo>
                    <a:pt x="119673" y="496403"/>
                    <a:pt x="120506" y="494153"/>
                    <a:pt x="121339" y="491903"/>
                  </a:cubicBezTo>
                  <a:cubicBezTo>
                    <a:pt x="127505" y="492153"/>
                    <a:pt x="133672" y="491987"/>
                    <a:pt x="139588" y="491570"/>
                  </a:cubicBezTo>
                  <a:cubicBezTo>
                    <a:pt x="141921" y="491403"/>
                    <a:pt x="142254" y="487987"/>
                    <a:pt x="139921" y="487487"/>
                  </a:cubicBezTo>
                  <a:cubicBezTo>
                    <a:pt x="134754" y="486237"/>
                    <a:pt x="129505" y="485237"/>
                    <a:pt x="124172" y="484404"/>
                  </a:cubicBezTo>
                  <a:cubicBezTo>
                    <a:pt x="127422" y="475821"/>
                    <a:pt x="130755" y="467239"/>
                    <a:pt x="133672" y="458573"/>
                  </a:cubicBezTo>
                  <a:cubicBezTo>
                    <a:pt x="135254" y="453907"/>
                    <a:pt x="136671" y="449240"/>
                    <a:pt x="138171" y="444574"/>
                  </a:cubicBezTo>
                  <a:cubicBezTo>
                    <a:pt x="142837" y="445407"/>
                    <a:pt x="147587" y="445991"/>
                    <a:pt x="152586" y="446324"/>
                  </a:cubicBezTo>
                  <a:cubicBezTo>
                    <a:pt x="167335" y="447324"/>
                    <a:pt x="186250" y="449574"/>
                    <a:pt x="202249" y="446907"/>
                  </a:cubicBezTo>
                  <a:cubicBezTo>
                    <a:pt x="175667" y="472738"/>
                    <a:pt x="148503" y="497986"/>
                    <a:pt x="121756" y="523650"/>
                  </a:cubicBezTo>
                  <a:lnTo>
                    <a:pt x="121756" y="523650"/>
                  </a:lnTo>
                  <a:close/>
                  <a:moveTo>
                    <a:pt x="323821" y="319252"/>
                  </a:moveTo>
                  <a:cubicBezTo>
                    <a:pt x="314071" y="330668"/>
                    <a:pt x="303989" y="341750"/>
                    <a:pt x="293907" y="352749"/>
                  </a:cubicBezTo>
                  <a:cubicBezTo>
                    <a:pt x="276326" y="371914"/>
                    <a:pt x="258077" y="390412"/>
                    <a:pt x="239995" y="409077"/>
                  </a:cubicBezTo>
                  <a:cubicBezTo>
                    <a:pt x="246494" y="393995"/>
                    <a:pt x="248494" y="376997"/>
                    <a:pt x="253328" y="361332"/>
                  </a:cubicBezTo>
                  <a:cubicBezTo>
                    <a:pt x="253411" y="361082"/>
                    <a:pt x="252994" y="360915"/>
                    <a:pt x="252827" y="361165"/>
                  </a:cubicBezTo>
                  <a:cubicBezTo>
                    <a:pt x="246494" y="376164"/>
                    <a:pt x="239829" y="391996"/>
                    <a:pt x="235828" y="407827"/>
                  </a:cubicBezTo>
                  <a:cubicBezTo>
                    <a:pt x="235412" y="409577"/>
                    <a:pt x="237329" y="410827"/>
                    <a:pt x="238746" y="410327"/>
                  </a:cubicBezTo>
                  <a:cubicBezTo>
                    <a:pt x="236828" y="412327"/>
                    <a:pt x="234828" y="414327"/>
                    <a:pt x="232912" y="416327"/>
                  </a:cubicBezTo>
                  <a:cubicBezTo>
                    <a:pt x="225496" y="423993"/>
                    <a:pt x="217914" y="431575"/>
                    <a:pt x="210248" y="439158"/>
                  </a:cubicBezTo>
                  <a:cubicBezTo>
                    <a:pt x="204831" y="438241"/>
                    <a:pt x="199332" y="437741"/>
                    <a:pt x="193749" y="437575"/>
                  </a:cubicBezTo>
                  <a:cubicBezTo>
                    <a:pt x="199832" y="426909"/>
                    <a:pt x="204082" y="414577"/>
                    <a:pt x="207582" y="402578"/>
                  </a:cubicBezTo>
                  <a:cubicBezTo>
                    <a:pt x="216330" y="401578"/>
                    <a:pt x="225163" y="400245"/>
                    <a:pt x="233912" y="398578"/>
                  </a:cubicBezTo>
                  <a:cubicBezTo>
                    <a:pt x="235245" y="398328"/>
                    <a:pt x="234745" y="396329"/>
                    <a:pt x="233496" y="396329"/>
                  </a:cubicBezTo>
                  <a:cubicBezTo>
                    <a:pt x="225413" y="396329"/>
                    <a:pt x="217414" y="396495"/>
                    <a:pt x="209415" y="396578"/>
                  </a:cubicBezTo>
                  <a:cubicBezTo>
                    <a:pt x="210248" y="393745"/>
                    <a:pt x="210997" y="390996"/>
                    <a:pt x="211830" y="388246"/>
                  </a:cubicBezTo>
                  <a:cubicBezTo>
                    <a:pt x="214247" y="379830"/>
                    <a:pt x="216747" y="371414"/>
                    <a:pt x="219163" y="362998"/>
                  </a:cubicBezTo>
                  <a:cubicBezTo>
                    <a:pt x="222413" y="362998"/>
                    <a:pt x="225663" y="362832"/>
                    <a:pt x="229079" y="362582"/>
                  </a:cubicBezTo>
                  <a:cubicBezTo>
                    <a:pt x="230746" y="362498"/>
                    <a:pt x="231079" y="360415"/>
                    <a:pt x="229746" y="359582"/>
                  </a:cubicBezTo>
                  <a:cubicBezTo>
                    <a:pt x="227330" y="358165"/>
                    <a:pt x="224163" y="357249"/>
                    <a:pt x="220997" y="356665"/>
                  </a:cubicBezTo>
                  <a:cubicBezTo>
                    <a:pt x="224163" y="345833"/>
                    <a:pt x="227247" y="335084"/>
                    <a:pt x="230413" y="324252"/>
                  </a:cubicBezTo>
                  <a:cubicBezTo>
                    <a:pt x="240829" y="325168"/>
                    <a:pt x="250744" y="329001"/>
                    <a:pt x="261326" y="328918"/>
                  </a:cubicBezTo>
                  <a:cubicBezTo>
                    <a:pt x="264243" y="328918"/>
                    <a:pt x="264159" y="324918"/>
                    <a:pt x="261744" y="324168"/>
                  </a:cubicBezTo>
                  <a:cubicBezTo>
                    <a:pt x="252328" y="321085"/>
                    <a:pt x="241078" y="322085"/>
                    <a:pt x="231079" y="322335"/>
                  </a:cubicBezTo>
                  <a:cubicBezTo>
                    <a:pt x="231329" y="321502"/>
                    <a:pt x="231580" y="320585"/>
                    <a:pt x="231829" y="319752"/>
                  </a:cubicBezTo>
                  <a:cubicBezTo>
                    <a:pt x="231996" y="319335"/>
                    <a:pt x="231246" y="319002"/>
                    <a:pt x="231079" y="319502"/>
                  </a:cubicBezTo>
                  <a:cubicBezTo>
                    <a:pt x="230662" y="320502"/>
                    <a:pt x="230330" y="321419"/>
                    <a:pt x="229912" y="322419"/>
                  </a:cubicBezTo>
                  <a:cubicBezTo>
                    <a:pt x="229496" y="322419"/>
                    <a:pt x="229163" y="322419"/>
                    <a:pt x="228746" y="322419"/>
                  </a:cubicBezTo>
                  <a:cubicBezTo>
                    <a:pt x="227579" y="322419"/>
                    <a:pt x="227663" y="324168"/>
                    <a:pt x="228829" y="324252"/>
                  </a:cubicBezTo>
                  <a:cubicBezTo>
                    <a:pt x="228913" y="324252"/>
                    <a:pt x="228996" y="324252"/>
                    <a:pt x="229163" y="324252"/>
                  </a:cubicBezTo>
                  <a:cubicBezTo>
                    <a:pt x="224997" y="334917"/>
                    <a:pt x="220830" y="345500"/>
                    <a:pt x="216664" y="356082"/>
                  </a:cubicBezTo>
                  <a:cubicBezTo>
                    <a:pt x="214997" y="355832"/>
                    <a:pt x="213331" y="355665"/>
                    <a:pt x="211830" y="355416"/>
                  </a:cubicBezTo>
                  <a:cubicBezTo>
                    <a:pt x="208081" y="354832"/>
                    <a:pt x="204332" y="353916"/>
                    <a:pt x="200498" y="353332"/>
                  </a:cubicBezTo>
                  <a:cubicBezTo>
                    <a:pt x="200748" y="353082"/>
                    <a:pt x="200915" y="352832"/>
                    <a:pt x="201165" y="352582"/>
                  </a:cubicBezTo>
                  <a:cubicBezTo>
                    <a:pt x="210581" y="341417"/>
                    <a:pt x="215497" y="328668"/>
                    <a:pt x="219914" y="315086"/>
                  </a:cubicBezTo>
                  <a:cubicBezTo>
                    <a:pt x="223080" y="305587"/>
                    <a:pt x="225746" y="295338"/>
                    <a:pt x="232745" y="287672"/>
                  </a:cubicBezTo>
                  <a:cubicBezTo>
                    <a:pt x="237746" y="282255"/>
                    <a:pt x="243745" y="279506"/>
                    <a:pt x="250078" y="277506"/>
                  </a:cubicBezTo>
                  <a:cubicBezTo>
                    <a:pt x="248994" y="288588"/>
                    <a:pt x="247411" y="300337"/>
                    <a:pt x="261826" y="303004"/>
                  </a:cubicBezTo>
                  <a:cubicBezTo>
                    <a:pt x="267326" y="304003"/>
                    <a:pt x="273159" y="302254"/>
                    <a:pt x="273659" y="310670"/>
                  </a:cubicBezTo>
                  <a:cubicBezTo>
                    <a:pt x="274159" y="318502"/>
                    <a:pt x="264493" y="327835"/>
                    <a:pt x="260076" y="333834"/>
                  </a:cubicBezTo>
                  <a:cubicBezTo>
                    <a:pt x="256077" y="339167"/>
                    <a:pt x="250911" y="344750"/>
                    <a:pt x="250161" y="351583"/>
                  </a:cubicBezTo>
                  <a:cubicBezTo>
                    <a:pt x="249911" y="353916"/>
                    <a:pt x="251078" y="357165"/>
                    <a:pt x="253910" y="357415"/>
                  </a:cubicBezTo>
                  <a:cubicBezTo>
                    <a:pt x="269076" y="358582"/>
                    <a:pt x="280492" y="349083"/>
                    <a:pt x="290240" y="338417"/>
                  </a:cubicBezTo>
                  <a:cubicBezTo>
                    <a:pt x="296157" y="331918"/>
                    <a:pt x="300990" y="325418"/>
                    <a:pt x="305323" y="317836"/>
                  </a:cubicBezTo>
                  <a:cubicBezTo>
                    <a:pt x="314238" y="302170"/>
                    <a:pt x="325154" y="297921"/>
                    <a:pt x="341903" y="295838"/>
                  </a:cubicBezTo>
                  <a:cubicBezTo>
                    <a:pt x="343069" y="295671"/>
                    <a:pt x="344235" y="295588"/>
                    <a:pt x="345402" y="295421"/>
                  </a:cubicBezTo>
                  <a:cubicBezTo>
                    <a:pt x="338570" y="303504"/>
                    <a:pt x="330653" y="311253"/>
                    <a:pt x="323821" y="319252"/>
                  </a:cubicBezTo>
                  <a:lnTo>
                    <a:pt x="323821" y="319252"/>
                  </a:lnTo>
                  <a:close/>
                  <a:moveTo>
                    <a:pt x="396148" y="244259"/>
                  </a:moveTo>
                  <a:cubicBezTo>
                    <a:pt x="386565" y="257591"/>
                    <a:pt x="376983" y="270507"/>
                    <a:pt x="361067" y="276589"/>
                  </a:cubicBezTo>
                  <a:cubicBezTo>
                    <a:pt x="348152" y="281589"/>
                    <a:pt x="334070" y="282422"/>
                    <a:pt x="321487" y="288338"/>
                  </a:cubicBezTo>
                  <a:cubicBezTo>
                    <a:pt x="309406" y="294004"/>
                    <a:pt x="303822" y="302170"/>
                    <a:pt x="297656" y="313503"/>
                  </a:cubicBezTo>
                  <a:cubicBezTo>
                    <a:pt x="291324" y="325252"/>
                    <a:pt x="276825" y="344083"/>
                    <a:pt x="261826" y="347166"/>
                  </a:cubicBezTo>
                  <a:cubicBezTo>
                    <a:pt x="265992" y="338834"/>
                    <a:pt x="275408" y="331334"/>
                    <a:pt x="279574" y="323585"/>
                  </a:cubicBezTo>
                  <a:cubicBezTo>
                    <a:pt x="282824" y="317586"/>
                    <a:pt x="287408" y="308170"/>
                    <a:pt x="285824" y="301254"/>
                  </a:cubicBezTo>
                  <a:cubicBezTo>
                    <a:pt x="284741" y="296254"/>
                    <a:pt x="281241" y="293338"/>
                    <a:pt x="276491" y="291671"/>
                  </a:cubicBezTo>
                  <a:cubicBezTo>
                    <a:pt x="271159" y="289838"/>
                    <a:pt x="264827" y="292338"/>
                    <a:pt x="261993" y="284755"/>
                  </a:cubicBezTo>
                  <a:cubicBezTo>
                    <a:pt x="261326" y="283089"/>
                    <a:pt x="261826" y="277839"/>
                    <a:pt x="262076" y="274090"/>
                  </a:cubicBezTo>
                  <a:cubicBezTo>
                    <a:pt x="262243" y="274006"/>
                    <a:pt x="262410" y="274006"/>
                    <a:pt x="262577" y="273923"/>
                  </a:cubicBezTo>
                  <a:cubicBezTo>
                    <a:pt x="295074" y="265090"/>
                    <a:pt x="312238" y="227844"/>
                    <a:pt x="319404" y="197430"/>
                  </a:cubicBezTo>
                  <a:cubicBezTo>
                    <a:pt x="323071" y="181765"/>
                    <a:pt x="323904" y="166183"/>
                    <a:pt x="321321" y="151351"/>
                  </a:cubicBezTo>
                  <a:cubicBezTo>
                    <a:pt x="348902" y="146184"/>
                    <a:pt x="380483" y="146851"/>
                    <a:pt x="403563" y="164516"/>
                  </a:cubicBezTo>
                  <a:cubicBezTo>
                    <a:pt x="418145" y="175682"/>
                    <a:pt x="420228" y="191430"/>
                    <a:pt x="417979" y="208929"/>
                  </a:cubicBezTo>
                  <a:cubicBezTo>
                    <a:pt x="416146" y="223511"/>
                    <a:pt x="404314" y="232843"/>
                    <a:pt x="396148" y="244259"/>
                  </a:cubicBezTo>
                  <a:lnTo>
                    <a:pt x="396148" y="244259"/>
                  </a:lnTo>
                  <a:close/>
                </a:path>
              </a:pathLst>
            </a:custGeom>
            <a:grpFill/>
            <a:ln w="8332" cap="flat">
              <a:noFill/>
              <a:prstDash val="solid"/>
              <a:miter/>
            </a:ln>
          </p:spPr>
          <p:txBody>
            <a:bodyPr rtlCol="0" anchor="ctr"/>
            <a:lstStyle/>
            <a:p>
              <a:endParaRPr lang="en-US"/>
            </a:p>
          </p:txBody>
        </p:sp>
        <p:sp>
          <p:nvSpPr>
            <p:cNvPr id="1814" name="Freeform: Shape 1813"/>
            <p:cNvSpPr/>
            <p:nvPr/>
          </p:nvSpPr>
          <p:spPr>
            <a:xfrm>
              <a:off x="8800829" y="2975353"/>
              <a:ext cx="424530" cy="802543"/>
            </a:xfrm>
            <a:custGeom>
              <a:avLst/>
              <a:gdLst>
                <a:gd name="connsiteX0" fmla="*/ 337619 w 424530"/>
                <a:gd name="connsiteY0" fmla="*/ 294862 h 802543"/>
                <a:gd name="connsiteX1" fmla="*/ 288623 w 424530"/>
                <a:gd name="connsiteY1" fmla="*/ 215619 h 802543"/>
                <a:gd name="connsiteX2" fmla="*/ 256793 w 424530"/>
                <a:gd name="connsiteY2" fmla="*/ 189038 h 802543"/>
                <a:gd name="connsiteX3" fmla="*/ 231879 w 424530"/>
                <a:gd name="connsiteY3" fmla="*/ 146042 h 802543"/>
                <a:gd name="connsiteX4" fmla="*/ 216631 w 424530"/>
                <a:gd name="connsiteY4" fmla="*/ 101380 h 802543"/>
                <a:gd name="connsiteX5" fmla="*/ 208547 w 424530"/>
                <a:gd name="connsiteY5" fmla="*/ 75715 h 802543"/>
                <a:gd name="connsiteX6" fmla="*/ 221129 w 424530"/>
                <a:gd name="connsiteY6" fmla="*/ 49551 h 802543"/>
                <a:gd name="connsiteX7" fmla="*/ 196382 w 424530"/>
                <a:gd name="connsiteY7" fmla="*/ 7471 h 802543"/>
                <a:gd name="connsiteX8" fmla="*/ 120888 w 424530"/>
                <a:gd name="connsiteY8" fmla="*/ 5555 h 802543"/>
                <a:gd name="connsiteX9" fmla="*/ 87641 w 424530"/>
                <a:gd name="connsiteY9" fmla="*/ 14804 h 802543"/>
                <a:gd name="connsiteX10" fmla="*/ 41146 w 424530"/>
                <a:gd name="connsiteY10" fmla="*/ 32303 h 802543"/>
                <a:gd name="connsiteX11" fmla="*/ 566 w 424530"/>
                <a:gd name="connsiteY11" fmla="*/ 81298 h 802543"/>
                <a:gd name="connsiteX12" fmla="*/ 26897 w 424530"/>
                <a:gd name="connsiteY12" fmla="*/ 119878 h 802543"/>
                <a:gd name="connsiteX13" fmla="*/ 28981 w 424530"/>
                <a:gd name="connsiteY13" fmla="*/ 120461 h 802543"/>
                <a:gd name="connsiteX14" fmla="*/ 37896 w 424530"/>
                <a:gd name="connsiteY14" fmla="*/ 152542 h 802543"/>
                <a:gd name="connsiteX15" fmla="*/ 47395 w 424530"/>
                <a:gd name="connsiteY15" fmla="*/ 198204 h 802543"/>
                <a:gd name="connsiteX16" fmla="*/ 26230 w 424530"/>
                <a:gd name="connsiteY16" fmla="*/ 281780 h 802543"/>
                <a:gd name="connsiteX17" fmla="*/ 40229 w 424530"/>
                <a:gd name="connsiteY17" fmla="*/ 441016 h 802543"/>
                <a:gd name="connsiteX18" fmla="*/ 63810 w 424530"/>
                <a:gd name="connsiteY18" fmla="*/ 523258 h 802543"/>
                <a:gd name="connsiteX19" fmla="*/ 87475 w 424530"/>
                <a:gd name="connsiteY19" fmla="*/ 610500 h 802543"/>
                <a:gd name="connsiteX20" fmla="*/ 114473 w 424530"/>
                <a:gd name="connsiteY20" fmla="*/ 695076 h 802543"/>
                <a:gd name="connsiteX21" fmla="*/ 148970 w 424530"/>
                <a:gd name="connsiteY21" fmla="*/ 770903 h 802543"/>
                <a:gd name="connsiteX22" fmla="*/ 291956 w 424530"/>
                <a:gd name="connsiteY22" fmla="*/ 797817 h 802543"/>
                <a:gd name="connsiteX23" fmla="*/ 370949 w 424530"/>
                <a:gd name="connsiteY23" fmla="*/ 773652 h 802543"/>
                <a:gd name="connsiteX24" fmla="*/ 418945 w 424530"/>
                <a:gd name="connsiteY24" fmla="*/ 727240 h 802543"/>
                <a:gd name="connsiteX25" fmla="*/ 421362 w 424530"/>
                <a:gd name="connsiteY25" fmla="*/ 655080 h 802543"/>
                <a:gd name="connsiteX26" fmla="*/ 407613 w 424530"/>
                <a:gd name="connsiteY26" fmla="*/ 569087 h 802543"/>
                <a:gd name="connsiteX27" fmla="*/ 366117 w 424530"/>
                <a:gd name="connsiteY27" fmla="*/ 388854 h 802543"/>
                <a:gd name="connsiteX28" fmla="*/ 337619 w 424530"/>
                <a:gd name="connsiteY28" fmla="*/ 294862 h 802543"/>
                <a:gd name="connsiteX29" fmla="*/ 337619 w 424530"/>
                <a:gd name="connsiteY29" fmla="*/ 294862 h 802543"/>
                <a:gd name="connsiteX30" fmla="*/ 18064 w 424530"/>
                <a:gd name="connsiteY30" fmla="*/ 69966 h 802543"/>
                <a:gd name="connsiteX31" fmla="*/ 45479 w 424530"/>
                <a:gd name="connsiteY31" fmla="*/ 45051 h 802543"/>
                <a:gd name="connsiteX32" fmla="*/ 106306 w 424530"/>
                <a:gd name="connsiteY32" fmla="*/ 19970 h 802543"/>
                <a:gd name="connsiteX33" fmla="*/ 113806 w 424530"/>
                <a:gd name="connsiteY33" fmla="*/ 18387 h 802543"/>
                <a:gd name="connsiteX34" fmla="*/ 189049 w 424530"/>
                <a:gd name="connsiteY34" fmla="*/ 19554 h 802543"/>
                <a:gd name="connsiteX35" fmla="*/ 207298 w 424530"/>
                <a:gd name="connsiteY35" fmla="*/ 45385 h 802543"/>
                <a:gd name="connsiteX36" fmla="*/ 195965 w 424530"/>
                <a:gd name="connsiteY36" fmla="*/ 71716 h 802543"/>
                <a:gd name="connsiteX37" fmla="*/ 194215 w 424530"/>
                <a:gd name="connsiteY37" fmla="*/ 73549 h 802543"/>
                <a:gd name="connsiteX38" fmla="*/ 189550 w 424530"/>
                <a:gd name="connsiteY38" fmla="*/ 77965 h 802543"/>
                <a:gd name="connsiteX39" fmla="*/ 113722 w 424530"/>
                <a:gd name="connsiteY39" fmla="*/ 109962 h 802543"/>
                <a:gd name="connsiteX40" fmla="*/ 30064 w 424530"/>
                <a:gd name="connsiteY40" fmla="*/ 110212 h 802543"/>
                <a:gd name="connsiteX41" fmla="*/ 18064 w 424530"/>
                <a:gd name="connsiteY41" fmla="*/ 69966 h 802543"/>
                <a:gd name="connsiteX42" fmla="*/ 18064 w 424530"/>
                <a:gd name="connsiteY42" fmla="*/ 69966 h 802543"/>
                <a:gd name="connsiteX43" fmla="*/ 61727 w 424530"/>
                <a:gd name="connsiteY43" fmla="*/ 198538 h 802543"/>
                <a:gd name="connsiteX44" fmla="*/ 52728 w 424530"/>
                <a:gd name="connsiteY44" fmla="*/ 160374 h 802543"/>
                <a:gd name="connsiteX45" fmla="*/ 45895 w 424530"/>
                <a:gd name="connsiteY45" fmla="*/ 136793 h 802543"/>
                <a:gd name="connsiteX46" fmla="*/ 39896 w 424530"/>
                <a:gd name="connsiteY46" fmla="*/ 122961 h 802543"/>
                <a:gd name="connsiteX47" fmla="*/ 104807 w 424530"/>
                <a:gd name="connsiteY47" fmla="*/ 120878 h 802543"/>
                <a:gd name="connsiteX48" fmla="*/ 181134 w 424530"/>
                <a:gd name="connsiteY48" fmla="*/ 96547 h 802543"/>
                <a:gd name="connsiteX49" fmla="*/ 196965 w 424530"/>
                <a:gd name="connsiteY49" fmla="*/ 86214 h 802543"/>
                <a:gd name="connsiteX50" fmla="*/ 201214 w 424530"/>
                <a:gd name="connsiteY50" fmla="*/ 102796 h 802543"/>
                <a:gd name="connsiteX51" fmla="*/ 212797 w 424530"/>
                <a:gd name="connsiteY51" fmla="*/ 139459 h 802543"/>
                <a:gd name="connsiteX52" fmla="*/ 245211 w 424530"/>
                <a:gd name="connsiteY52" fmla="*/ 200204 h 802543"/>
                <a:gd name="connsiteX53" fmla="*/ 255044 w 424530"/>
                <a:gd name="connsiteY53" fmla="*/ 208703 h 802543"/>
                <a:gd name="connsiteX54" fmla="*/ 235545 w 424530"/>
                <a:gd name="connsiteY54" fmla="*/ 224452 h 802543"/>
                <a:gd name="connsiteX55" fmla="*/ 196382 w 424530"/>
                <a:gd name="connsiteY55" fmla="*/ 237617 h 802543"/>
                <a:gd name="connsiteX56" fmla="*/ 154469 w 424530"/>
                <a:gd name="connsiteY56" fmla="*/ 239950 h 802543"/>
                <a:gd name="connsiteX57" fmla="*/ 119389 w 424530"/>
                <a:gd name="connsiteY57" fmla="*/ 237784 h 802543"/>
                <a:gd name="connsiteX58" fmla="*/ 60894 w 424530"/>
                <a:gd name="connsiteY58" fmla="*/ 261282 h 802543"/>
                <a:gd name="connsiteX59" fmla="*/ 46646 w 424530"/>
                <a:gd name="connsiteY59" fmla="*/ 271781 h 802543"/>
                <a:gd name="connsiteX60" fmla="*/ 61727 w 424530"/>
                <a:gd name="connsiteY60" fmla="*/ 198538 h 802543"/>
                <a:gd name="connsiteX61" fmla="*/ 61727 w 424530"/>
                <a:gd name="connsiteY61" fmla="*/ 198538 h 802543"/>
                <a:gd name="connsiteX62" fmla="*/ 58561 w 424530"/>
                <a:gd name="connsiteY62" fmla="*/ 274281 h 802543"/>
                <a:gd name="connsiteX63" fmla="*/ 90225 w 424530"/>
                <a:gd name="connsiteY63" fmla="*/ 254866 h 802543"/>
                <a:gd name="connsiteX64" fmla="*/ 158136 w 424530"/>
                <a:gd name="connsiteY64" fmla="*/ 247783 h 802543"/>
                <a:gd name="connsiteX65" fmla="*/ 225796 w 424530"/>
                <a:gd name="connsiteY65" fmla="*/ 239784 h 802543"/>
                <a:gd name="connsiteX66" fmla="*/ 259626 w 424530"/>
                <a:gd name="connsiteY66" fmla="*/ 219536 h 802543"/>
                <a:gd name="connsiteX67" fmla="*/ 254793 w 424530"/>
                <a:gd name="connsiteY67" fmla="*/ 235034 h 802543"/>
                <a:gd name="connsiteX68" fmla="*/ 235129 w 424530"/>
                <a:gd name="connsiteY68" fmla="*/ 257532 h 802543"/>
                <a:gd name="connsiteX69" fmla="*/ 175967 w 424530"/>
                <a:gd name="connsiteY69" fmla="*/ 294362 h 802543"/>
                <a:gd name="connsiteX70" fmla="*/ 99724 w 424530"/>
                <a:gd name="connsiteY70" fmla="*/ 306528 h 802543"/>
                <a:gd name="connsiteX71" fmla="*/ 62061 w 424530"/>
                <a:gd name="connsiteY71" fmla="*/ 301028 h 802543"/>
                <a:gd name="connsiteX72" fmla="*/ 40646 w 424530"/>
                <a:gd name="connsiteY72" fmla="*/ 290113 h 802543"/>
                <a:gd name="connsiteX73" fmla="*/ 41479 w 424530"/>
                <a:gd name="connsiteY73" fmla="*/ 287196 h 802543"/>
                <a:gd name="connsiteX74" fmla="*/ 58561 w 424530"/>
                <a:gd name="connsiteY74" fmla="*/ 274281 h 802543"/>
                <a:gd name="connsiteX75" fmla="*/ 58561 w 424530"/>
                <a:gd name="connsiteY75" fmla="*/ 274281 h 802543"/>
                <a:gd name="connsiteX76" fmla="*/ 354201 w 424530"/>
                <a:gd name="connsiteY76" fmla="*/ 411269 h 802543"/>
                <a:gd name="connsiteX77" fmla="*/ 374199 w 424530"/>
                <a:gd name="connsiteY77" fmla="*/ 492594 h 802543"/>
                <a:gd name="connsiteX78" fmla="*/ 405446 w 424530"/>
                <a:gd name="connsiteY78" fmla="*/ 663246 h 802543"/>
                <a:gd name="connsiteX79" fmla="*/ 394781 w 424530"/>
                <a:gd name="connsiteY79" fmla="*/ 734489 h 802543"/>
                <a:gd name="connsiteX80" fmla="*/ 324704 w 424530"/>
                <a:gd name="connsiteY80" fmla="*/ 774486 h 802543"/>
                <a:gd name="connsiteX81" fmla="*/ 241794 w 424530"/>
                <a:gd name="connsiteY81" fmla="*/ 785318 h 802543"/>
                <a:gd name="connsiteX82" fmla="*/ 166468 w 424530"/>
                <a:gd name="connsiteY82" fmla="*/ 767403 h 802543"/>
                <a:gd name="connsiteX83" fmla="*/ 124722 w 424530"/>
                <a:gd name="connsiteY83" fmla="*/ 686410 h 802543"/>
                <a:gd name="connsiteX84" fmla="*/ 100307 w 424530"/>
                <a:gd name="connsiteY84" fmla="*/ 610167 h 802543"/>
                <a:gd name="connsiteX85" fmla="*/ 57644 w 424530"/>
                <a:gd name="connsiteY85" fmla="*/ 453515 h 802543"/>
                <a:gd name="connsiteX86" fmla="*/ 40229 w 424530"/>
                <a:gd name="connsiteY86" fmla="*/ 366522 h 802543"/>
                <a:gd name="connsiteX87" fmla="*/ 38646 w 424530"/>
                <a:gd name="connsiteY87" fmla="*/ 298612 h 802543"/>
                <a:gd name="connsiteX88" fmla="*/ 97057 w 424530"/>
                <a:gd name="connsiteY88" fmla="*/ 317610 h 802543"/>
                <a:gd name="connsiteX89" fmla="*/ 185133 w 424530"/>
                <a:gd name="connsiteY89" fmla="*/ 304695 h 802543"/>
                <a:gd name="connsiteX90" fmla="*/ 247711 w 424530"/>
                <a:gd name="connsiteY90" fmla="*/ 263698 h 802543"/>
                <a:gd name="connsiteX91" fmla="*/ 269125 w 424530"/>
                <a:gd name="connsiteY91" fmla="*/ 236284 h 802543"/>
                <a:gd name="connsiteX92" fmla="*/ 271709 w 424530"/>
                <a:gd name="connsiteY92" fmla="*/ 222452 h 802543"/>
                <a:gd name="connsiteX93" fmla="*/ 299206 w 424530"/>
                <a:gd name="connsiteY93" fmla="*/ 252616 h 802543"/>
                <a:gd name="connsiteX94" fmla="*/ 334536 w 424530"/>
                <a:gd name="connsiteY94" fmla="*/ 333359 h 802543"/>
                <a:gd name="connsiteX95" fmla="*/ 354201 w 424530"/>
                <a:gd name="connsiteY95" fmla="*/ 411269 h 802543"/>
                <a:gd name="connsiteX96" fmla="*/ 354201 w 424530"/>
                <a:gd name="connsiteY96" fmla="*/ 411269 h 802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424530" h="802543">
                  <a:moveTo>
                    <a:pt x="337619" y="294862"/>
                  </a:moveTo>
                  <a:cubicBezTo>
                    <a:pt x="325454" y="265781"/>
                    <a:pt x="312538" y="236867"/>
                    <a:pt x="288623" y="215619"/>
                  </a:cubicBezTo>
                  <a:cubicBezTo>
                    <a:pt x="278291" y="206454"/>
                    <a:pt x="267042" y="198288"/>
                    <a:pt x="256793" y="189038"/>
                  </a:cubicBezTo>
                  <a:cubicBezTo>
                    <a:pt x="244044" y="177539"/>
                    <a:pt x="237711" y="161708"/>
                    <a:pt x="231879" y="146042"/>
                  </a:cubicBezTo>
                  <a:cubicBezTo>
                    <a:pt x="226379" y="131210"/>
                    <a:pt x="221797" y="116295"/>
                    <a:pt x="216631" y="101380"/>
                  </a:cubicBezTo>
                  <a:cubicBezTo>
                    <a:pt x="213964" y="93630"/>
                    <a:pt x="212464" y="83215"/>
                    <a:pt x="208547" y="75715"/>
                  </a:cubicBezTo>
                  <a:cubicBezTo>
                    <a:pt x="215214" y="68216"/>
                    <a:pt x="220046" y="59384"/>
                    <a:pt x="221129" y="49551"/>
                  </a:cubicBezTo>
                  <a:cubicBezTo>
                    <a:pt x="222962" y="31719"/>
                    <a:pt x="211880" y="15221"/>
                    <a:pt x="196382" y="7471"/>
                  </a:cubicBezTo>
                  <a:cubicBezTo>
                    <a:pt x="172384" y="-4528"/>
                    <a:pt x="145969" y="306"/>
                    <a:pt x="120888" y="5555"/>
                  </a:cubicBezTo>
                  <a:cubicBezTo>
                    <a:pt x="109223" y="7971"/>
                    <a:pt x="98224" y="11055"/>
                    <a:pt x="87641" y="14804"/>
                  </a:cubicBezTo>
                  <a:cubicBezTo>
                    <a:pt x="71226" y="18804"/>
                    <a:pt x="55394" y="24470"/>
                    <a:pt x="41146" y="32303"/>
                  </a:cubicBezTo>
                  <a:cubicBezTo>
                    <a:pt x="21064" y="43302"/>
                    <a:pt x="4399" y="57384"/>
                    <a:pt x="566" y="81298"/>
                  </a:cubicBezTo>
                  <a:cubicBezTo>
                    <a:pt x="-2684" y="101546"/>
                    <a:pt x="8316" y="114295"/>
                    <a:pt x="26897" y="119878"/>
                  </a:cubicBezTo>
                  <a:cubicBezTo>
                    <a:pt x="27564" y="120045"/>
                    <a:pt x="28313" y="120295"/>
                    <a:pt x="28981" y="120461"/>
                  </a:cubicBezTo>
                  <a:cubicBezTo>
                    <a:pt x="30480" y="131294"/>
                    <a:pt x="35563" y="141793"/>
                    <a:pt x="37896" y="152542"/>
                  </a:cubicBezTo>
                  <a:cubicBezTo>
                    <a:pt x="41146" y="167541"/>
                    <a:pt x="46395" y="182789"/>
                    <a:pt x="47395" y="198204"/>
                  </a:cubicBezTo>
                  <a:cubicBezTo>
                    <a:pt x="49312" y="228202"/>
                    <a:pt x="35147" y="254199"/>
                    <a:pt x="26230" y="281780"/>
                  </a:cubicBezTo>
                  <a:cubicBezTo>
                    <a:pt x="9399" y="333775"/>
                    <a:pt x="29397" y="389687"/>
                    <a:pt x="40229" y="441016"/>
                  </a:cubicBezTo>
                  <a:cubicBezTo>
                    <a:pt x="46145" y="468930"/>
                    <a:pt x="56394" y="495761"/>
                    <a:pt x="63810" y="523258"/>
                  </a:cubicBezTo>
                  <a:cubicBezTo>
                    <a:pt x="71560" y="552422"/>
                    <a:pt x="78976" y="581586"/>
                    <a:pt x="87475" y="610500"/>
                  </a:cubicBezTo>
                  <a:cubicBezTo>
                    <a:pt x="95808" y="638915"/>
                    <a:pt x="105807" y="666829"/>
                    <a:pt x="114473" y="695076"/>
                  </a:cubicBezTo>
                  <a:cubicBezTo>
                    <a:pt x="122806" y="722407"/>
                    <a:pt x="129304" y="749321"/>
                    <a:pt x="148970" y="770903"/>
                  </a:cubicBezTo>
                  <a:cubicBezTo>
                    <a:pt x="183300" y="808816"/>
                    <a:pt x="245711" y="805150"/>
                    <a:pt x="291956" y="797817"/>
                  </a:cubicBezTo>
                  <a:cubicBezTo>
                    <a:pt x="318954" y="793484"/>
                    <a:pt x="347535" y="788484"/>
                    <a:pt x="370949" y="773652"/>
                  </a:cubicBezTo>
                  <a:cubicBezTo>
                    <a:pt x="389281" y="761987"/>
                    <a:pt x="410280" y="748071"/>
                    <a:pt x="418945" y="727240"/>
                  </a:cubicBezTo>
                  <a:cubicBezTo>
                    <a:pt x="428194" y="704992"/>
                    <a:pt x="423695" y="678244"/>
                    <a:pt x="421362" y="655080"/>
                  </a:cubicBezTo>
                  <a:cubicBezTo>
                    <a:pt x="418445" y="626166"/>
                    <a:pt x="413363" y="597502"/>
                    <a:pt x="407613" y="569087"/>
                  </a:cubicBezTo>
                  <a:cubicBezTo>
                    <a:pt x="395364" y="508593"/>
                    <a:pt x="379949" y="449015"/>
                    <a:pt x="366117" y="388854"/>
                  </a:cubicBezTo>
                  <a:cubicBezTo>
                    <a:pt x="358534" y="357107"/>
                    <a:pt x="350284" y="325193"/>
                    <a:pt x="337619" y="294862"/>
                  </a:cubicBezTo>
                  <a:lnTo>
                    <a:pt x="337619" y="294862"/>
                  </a:lnTo>
                  <a:close/>
                  <a:moveTo>
                    <a:pt x="18064" y="69966"/>
                  </a:moveTo>
                  <a:cubicBezTo>
                    <a:pt x="24314" y="58217"/>
                    <a:pt x="34479" y="51634"/>
                    <a:pt x="45479" y="45051"/>
                  </a:cubicBezTo>
                  <a:cubicBezTo>
                    <a:pt x="63977" y="34052"/>
                    <a:pt x="84808" y="25720"/>
                    <a:pt x="106306" y="19970"/>
                  </a:cubicBezTo>
                  <a:cubicBezTo>
                    <a:pt x="108806" y="19387"/>
                    <a:pt x="111307" y="18887"/>
                    <a:pt x="113806" y="18387"/>
                  </a:cubicBezTo>
                  <a:cubicBezTo>
                    <a:pt x="138137" y="13804"/>
                    <a:pt x="165635" y="8305"/>
                    <a:pt x="189049" y="19554"/>
                  </a:cubicBezTo>
                  <a:cubicBezTo>
                    <a:pt x="198882" y="24303"/>
                    <a:pt x="206297" y="34302"/>
                    <a:pt x="207298" y="45385"/>
                  </a:cubicBezTo>
                  <a:cubicBezTo>
                    <a:pt x="208215" y="55384"/>
                    <a:pt x="202715" y="64383"/>
                    <a:pt x="195965" y="71716"/>
                  </a:cubicBezTo>
                  <a:cubicBezTo>
                    <a:pt x="195299" y="72216"/>
                    <a:pt x="194716" y="72882"/>
                    <a:pt x="194215" y="73549"/>
                  </a:cubicBezTo>
                  <a:cubicBezTo>
                    <a:pt x="192716" y="75132"/>
                    <a:pt x="191132" y="76549"/>
                    <a:pt x="189550" y="77965"/>
                  </a:cubicBezTo>
                  <a:cubicBezTo>
                    <a:pt x="169134" y="95880"/>
                    <a:pt x="139637" y="104046"/>
                    <a:pt x="113722" y="109962"/>
                  </a:cubicBezTo>
                  <a:cubicBezTo>
                    <a:pt x="87641" y="116045"/>
                    <a:pt x="55478" y="121878"/>
                    <a:pt x="30064" y="110212"/>
                  </a:cubicBezTo>
                  <a:cubicBezTo>
                    <a:pt x="12482" y="102213"/>
                    <a:pt x="9316" y="86548"/>
                    <a:pt x="18064" y="69966"/>
                  </a:cubicBezTo>
                  <a:lnTo>
                    <a:pt x="18064" y="69966"/>
                  </a:lnTo>
                  <a:close/>
                  <a:moveTo>
                    <a:pt x="61727" y="198538"/>
                  </a:moveTo>
                  <a:cubicBezTo>
                    <a:pt x="60477" y="185539"/>
                    <a:pt x="56311" y="172957"/>
                    <a:pt x="52728" y="160374"/>
                  </a:cubicBezTo>
                  <a:cubicBezTo>
                    <a:pt x="50478" y="152542"/>
                    <a:pt x="48729" y="144459"/>
                    <a:pt x="45895" y="136793"/>
                  </a:cubicBezTo>
                  <a:cubicBezTo>
                    <a:pt x="44229" y="132127"/>
                    <a:pt x="41563" y="127627"/>
                    <a:pt x="39896" y="122961"/>
                  </a:cubicBezTo>
                  <a:cubicBezTo>
                    <a:pt x="61228" y="126461"/>
                    <a:pt x="84059" y="124461"/>
                    <a:pt x="104807" y="120878"/>
                  </a:cubicBezTo>
                  <a:cubicBezTo>
                    <a:pt x="131304" y="116295"/>
                    <a:pt x="157385" y="109379"/>
                    <a:pt x="181134" y="96547"/>
                  </a:cubicBezTo>
                  <a:cubicBezTo>
                    <a:pt x="186383" y="93714"/>
                    <a:pt x="191799" y="90297"/>
                    <a:pt x="196965" y="86214"/>
                  </a:cubicBezTo>
                  <a:cubicBezTo>
                    <a:pt x="198715" y="91631"/>
                    <a:pt x="199715" y="98130"/>
                    <a:pt x="201214" y="102796"/>
                  </a:cubicBezTo>
                  <a:cubicBezTo>
                    <a:pt x="205132" y="115045"/>
                    <a:pt x="207964" y="127461"/>
                    <a:pt x="212797" y="139459"/>
                  </a:cubicBezTo>
                  <a:cubicBezTo>
                    <a:pt x="221380" y="161041"/>
                    <a:pt x="227462" y="184039"/>
                    <a:pt x="245211" y="200204"/>
                  </a:cubicBezTo>
                  <a:cubicBezTo>
                    <a:pt x="248461" y="203121"/>
                    <a:pt x="251710" y="205954"/>
                    <a:pt x="255044" y="208703"/>
                  </a:cubicBezTo>
                  <a:cubicBezTo>
                    <a:pt x="249127" y="214536"/>
                    <a:pt x="243378" y="220369"/>
                    <a:pt x="235545" y="224452"/>
                  </a:cubicBezTo>
                  <a:cubicBezTo>
                    <a:pt x="223213" y="230785"/>
                    <a:pt x="210047" y="235368"/>
                    <a:pt x="196382" y="237617"/>
                  </a:cubicBezTo>
                  <a:cubicBezTo>
                    <a:pt x="182633" y="239867"/>
                    <a:pt x="168301" y="239784"/>
                    <a:pt x="154469" y="239950"/>
                  </a:cubicBezTo>
                  <a:cubicBezTo>
                    <a:pt x="142721" y="240034"/>
                    <a:pt x="131138" y="237284"/>
                    <a:pt x="119389" y="237784"/>
                  </a:cubicBezTo>
                  <a:cubicBezTo>
                    <a:pt x="97891" y="238617"/>
                    <a:pt x="78060" y="248950"/>
                    <a:pt x="60894" y="261282"/>
                  </a:cubicBezTo>
                  <a:cubicBezTo>
                    <a:pt x="57894" y="263448"/>
                    <a:pt x="52144" y="267282"/>
                    <a:pt x="46646" y="271781"/>
                  </a:cubicBezTo>
                  <a:cubicBezTo>
                    <a:pt x="55394" y="247617"/>
                    <a:pt x="64227" y="225035"/>
                    <a:pt x="61727" y="198538"/>
                  </a:cubicBezTo>
                  <a:lnTo>
                    <a:pt x="61727" y="198538"/>
                  </a:lnTo>
                  <a:close/>
                  <a:moveTo>
                    <a:pt x="58561" y="274281"/>
                  </a:moveTo>
                  <a:cubicBezTo>
                    <a:pt x="68477" y="266865"/>
                    <a:pt x="78809" y="259865"/>
                    <a:pt x="90225" y="254866"/>
                  </a:cubicBezTo>
                  <a:cubicBezTo>
                    <a:pt x="113223" y="244783"/>
                    <a:pt x="134054" y="247367"/>
                    <a:pt x="158136" y="247783"/>
                  </a:cubicBezTo>
                  <a:cubicBezTo>
                    <a:pt x="180550" y="248200"/>
                    <a:pt x="204548" y="247367"/>
                    <a:pt x="225796" y="239784"/>
                  </a:cubicBezTo>
                  <a:cubicBezTo>
                    <a:pt x="240378" y="234618"/>
                    <a:pt x="250127" y="228535"/>
                    <a:pt x="259626" y="219536"/>
                  </a:cubicBezTo>
                  <a:cubicBezTo>
                    <a:pt x="258960" y="224868"/>
                    <a:pt x="257960" y="230118"/>
                    <a:pt x="254793" y="235034"/>
                  </a:cubicBezTo>
                  <a:cubicBezTo>
                    <a:pt x="249377" y="243367"/>
                    <a:pt x="242378" y="250783"/>
                    <a:pt x="235129" y="257532"/>
                  </a:cubicBezTo>
                  <a:cubicBezTo>
                    <a:pt x="218463" y="273114"/>
                    <a:pt x="198382" y="288779"/>
                    <a:pt x="175967" y="294362"/>
                  </a:cubicBezTo>
                  <a:cubicBezTo>
                    <a:pt x="150636" y="300612"/>
                    <a:pt x="126055" y="307194"/>
                    <a:pt x="99724" y="306528"/>
                  </a:cubicBezTo>
                  <a:cubicBezTo>
                    <a:pt x="86808" y="306195"/>
                    <a:pt x="74226" y="305778"/>
                    <a:pt x="62061" y="301028"/>
                  </a:cubicBezTo>
                  <a:cubicBezTo>
                    <a:pt x="54394" y="298029"/>
                    <a:pt x="47978" y="293029"/>
                    <a:pt x="40646" y="290113"/>
                  </a:cubicBezTo>
                  <a:cubicBezTo>
                    <a:pt x="40896" y="289113"/>
                    <a:pt x="41146" y="288113"/>
                    <a:pt x="41479" y="287196"/>
                  </a:cubicBezTo>
                  <a:cubicBezTo>
                    <a:pt x="46479" y="282197"/>
                    <a:pt x="54478" y="277280"/>
                    <a:pt x="58561" y="274281"/>
                  </a:cubicBezTo>
                  <a:lnTo>
                    <a:pt x="58561" y="274281"/>
                  </a:lnTo>
                  <a:close/>
                  <a:moveTo>
                    <a:pt x="354201" y="411269"/>
                  </a:moveTo>
                  <a:cubicBezTo>
                    <a:pt x="360533" y="438516"/>
                    <a:pt x="368283" y="465264"/>
                    <a:pt x="374199" y="492594"/>
                  </a:cubicBezTo>
                  <a:cubicBezTo>
                    <a:pt x="386365" y="549089"/>
                    <a:pt x="400530" y="605501"/>
                    <a:pt x="405446" y="663246"/>
                  </a:cubicBezTo>
                  <a:cubicBezTo>
                    <a:pt x="407529" y="687160"/>
                    <a:pt x="412279" y="715158"/>
                    <a:pt x="394781" y="734489"/>
                  </a:cubicBezTo>
                  <a:cubicBezTo>
                    <a:pt x="376616" y="754571"/>
                    <a:pt x="350535" y="768153"/>
                    <a:pt x="324704" y="774486"/>
                  </a:cubicBezTo>
                  <a:cubicBezTo>
                    <a:pt x="297123" y="781318"/>
                    <a:pt x="270125" y="783818"/>
                    <a:pt x="241794" y="785318"/>
                  </a:cubicBezTo>
                  <a:cubicBezTo>
                    <a:pt x="217047" y="786568"/>
                    <a:pt x="186133" y="783902"/>
                    <a:pt x="166468" y="767403"/>
                  </a:cubicBezTo>
                  <a:cubicBezTo>
                    <a:pt x="141886" y="746738"/>
                    <a:pt x="134554" y="715491"/>
                    <a:pt x="124722" y="686410"/>
                  </a:cubicBezTo>
                  <a:cubicBezTo>
                    <a:pt x="116139" y="661163"/>
                    <a:pt x="107973" y="635665"/>
                    <a:pt x="100307" y="610167"/>
                  </a:cubicBezTo>
                  <a:cubicBezTo>
                    <a:pt x="84808" y="558422"/>
                    <a:pt x="70976" y="505843"/>
                    <a:pt x="57644" y="453515"/>
                  </a:cubicBezTo>
                  <a:cubicBezTo>
                    <a:pt x="50395" y="424934"/>
                    <a:pt x="45895" y="395353"/>
                    <a:pt x="40229" y="366522"/>
                  </a:cubicBezTo>
                  <a:cubicBezTo>
                    <a:pt x="35563" y="342775"/>
                    <a:pt x="34063" y="320943"/>
                    <a:pt x="38646" y="298612"/>
                  </a:cubicBezTo>
                  <a:cubicBezTo>
                    <a:pt x="52561" y="313111"/>
                    <a:pt x="78976" y="316610"/>
                    <a:pt x="97057" y="317610"/>
                  </a:cubicBezTo>
                  <a:cubicBezTo>
                    <a:pt x="126638" y="319360"/>
                    <a:pt x="156802" y="312694"/>
                    <a:pt x="185133" y="304695"/>
                  </a:cubicBezTo>
                  <a:cubicBezTo>
                    <a:pt x="208547" y="298112"/>
                    <a:pt x="230213" y="279947"/>
                    <a:pt x="247711" y="263698"/>
                  </a:cubicBezTo>
                  <a:cubicBezTo>
                    <a:pt x="255626" y="256366"/>
                    <a:pt x="265042" y="246450"/>
                    <a:pt x="269125" y="236284"/>
                  </a:cubicBezTo>
                  <a:cubicBezTo>
                    <a:pt x="270875" y="231868"/>
                    <a:pt x="271292" y="227118"/>
                    <a:pt x="271709" y="222452"/>
                  </a:cubicBezTo>
                  <a:cubicBezTo>
                    <a:pt x="282041" y="231285"/>
                    <a:pt x="291706" y="240701"/>
                    <a:pt x="299206" y="252616"/>
                  </a:cubicBezTo>
                  <a:cubicBezTo>
                    <a:pt x="314538" y="277031"/>
                    <a:pt x="325954" y="305945"/>
                    <a:pt x="334536" y="333359"/>
                  </a:cubicBezTo>
                  <a:cubicBezTo>
                    <a:pt x="342536" y="358857"/>
                    <a:pt x="348118" y="385104"/>
                    <a:pt x="354201" y="411269"/>
                  </a:cubicBezTo>
                  <a:lnTo>
                    <a:pt x="354201" y="411269"/>
                  </a:lnTo>
                  <a:close/>
                </a:path>
              </a:pathLst>
            </a:custGeom>
            <a:grpFill/>
            <a:ln w="8332" cap="flat">
              <a:noFill/>
              <a:prstDash val="solid"/>
              <a:miter/>
            </a:ln>
          </p:spPr>
          <p:txBody>
            <a:bodyPr rtlCol="0" anchor="ctr"/>
            <a:lstStyle/>
            <a:p>
              <a:endParaRPr lang="en-US"/>
            </a:p>
          </p:txBody>
        </p:sp>
        <p:sp>
          <p:nvSpPr>
            <p:cNvPr id="1815" name="Freeform: Shape 1814"/>
            <p:cNvSpPr/>
            <p:nvPr/>
          </p:nvSpPr>
          <p:spPr>
            <a:xfrm>
              <a:off x="8832585" y="3002656"/>
              <a:ext cx="154071" cy="76175"/>
            </a:xfrm>
            <a:custGeom>
              <a:avLst/>
              <a:gdLst>
                <a:gd name="connsiteX0" fmla="*/ 131878 w 154071"/>
                <a:gd name="connsiteY0" fmla="*/ 6583 h 76175"/>
                <a:gd name="connsiteX1" fmla="*/ 131212 w 154071"/>
                <a:gd name="connsiteY1" fmla="*/ 11332 h 76175"/>
                <a:gd name="connsiteX2" fmla="*/ 142628 w 154071"/>
                <a:gd name="connsiteY2" fmla="*/ 16999 h 76175"/>
                <a:gd name="connsiteX3" fmla="*/ 139878 w 154071"/>
                <a:gd name="connsiteY3" fmla="*/ 30331 h 76175"/>
                <a:gd name="connsiteX4" fmla="*/ 138795 w 154071"/>
                <a:gd name="connsiteY4" fmla="*/ 31747 h 76175"/>
                <a:gd name="connsiteX5" fmla="*/ 138712 w 154071"/>
                <a:gd name="connsiteY5" fmla="*/ 31331 h 76175"/>
                <a:gd name="connsiteX6" fmla="*/ 81966 w 154071"/>
                <a:gd name="connsiteY6" fmla="*/ 19248 h 76175"/>
                <a:gd name="connsiteX7" fmla="*/ 13973 w 154071"/>
                <a:gd name="connsiteY7" fmla="*/ 59495 h 76175"/>
                <a:gd name="connsiteX8" fmla="*/ 11807 w 154071"/>
                <a:gd name="connsiteY8" fmla="*/ 56245 h 76175"/>
                <a:gd name="connsiteX9" fmla="*/ 13306 w 154071"/>
                <a:gd name="connsiteY9" fmla="*/ 41330 h 76175"/>
                <a:gd name="connsiteX10" fmla="*/ 22222 w 154071"/>
                <a:gd name="connsiteY10" fmla="*/ 34747 h 76175"/>
                <a:gd name="connsiteX11" fmla="*/ 47803 w 154071"/>
                <a:gd name="connsiteY11" fmla="*/ 20831 h 76175"/>
                <a:gd name="connsiteX12" fmla="*/ 117380 w 154071"/>
                <a:gd name="connsiteY12" fmla="*/ 2000 h 76175"/>
                <a:gd name="connsiteX13" fmla="*/ 117380 w 154071"/>
                <a:gd name="connsiteY13" fmla="*/ 0 h 76175"/>
                <a:gd name="connsiteX14" fmla="*/ 15057 w 154071"/>
                <a:gd name="connsiteY14" fmla="*/ 31997 h 76175"/>
                <a:gd name="connsiteX15" fmla="*/ 475 w 154071"/>
                <a:gd name="connsiteY15" fmla="*/ 57412 h 76175"/>
                <a:gd name="connsiteX16" fmla="*/ 28804 w 154071"/>
                <a:gd name="connsiteY16" fmla="*/ 74827 h 76175"/>
                <a:gd name="connsiteX17" fmla="*/ 130546 w 154071"/>
                <a:gd name="connsiteY17" fmla="*/ 49912 h 76175"/>
                <a:gd name="connsiteX18" fmla="*/ 153877 w 154071"/>
                <a:gd name="connsiteY18" fmla="*/ 20415 h 76175"/>
                <a:gd name="connsiteX19" fmla="*/ 131878 w 154071"/>
                <a:gd name="connsiteY19" fmla="*/ 6583 h 76175"/>
                <a:gd name="connsiteX20" fmla="*/ 131878 w 154071"/>
                <a:gd name="connsiteY20" fmla="*/ 6583 h 76175"/>
                <a:gd name="connsiteX21" fmla="*/ 125296 w 154071"/>
                <a:gd name="connsiteY21" fmla="*/ 40663 h 76175"/>
                <a:gd name="connsiteX22" fmla="*/ 94049 w 154071"/>
                <a:gd name="connsiteY22" fmla="*/ 56328 h 76175"/>
                <a:gd name="connsiteX23" fmla="*/ 26556 w 154071"/>
                <a:gd name="connsiteY23" fmla="*/ 65911 h 76175"/>
                <a:gd name="connsiteX24" fmla="*/ 15222 w 154071"/>
                <a:gd name="connsiteY24" fmla="*/ 61161 h 76175"/>
                <a:gd name="connsiteX25" fmla="*/ 38471 w 154071"/>
                <a:gd name="connsiteY25" fmla="*/ 47329 h 76175"/>
                <a:gd name="connsiteX26" fmla="*/ 74800 w 154071"/>
                <a:gd name="connsiteY26" fmla="*/ 31497 h 76175"/>
                <a:gd name="connsiteX27" fmla="*/ 112464 w 154071"/>
                <a:gd name="connsiteY27" fmla="*/ 27331 h 76175"/>
                <a:gd name="connsiteX28" fmla="*/ 134961 w 154071"/>
                <a:gd name="connsiteY28" fmla="*/ 34830 h 76175"/>
                <a:gd name="connsiteX29" fmla="*/ 125296 w 154071"/>
                <a:gd name="connsiteY29" fmla="*/ 40663 h 76175"/>
                <a:gd name="connsiteX30" fmla="*/ 125296 w 154071"/>
                <a:gd name="connsiteY30" fmla="*/ 40663 h 76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54071" h="76175">
                  <a:moveTo>
                    <a:pt x="131878" y="6583"/>
                  </a:moveTo>
                  <a:cubicBezTo>
                    <a:pt x="129046" y="6749"/>
                    <a:pt x="128630" y="10332"/>
                    <a:pt x="131212" y="11332"/>
                  </a:cubicBezTo>
                  <a:cubicBezTo>
                    <a:pt x="135295" y="12749"/>
                    <a:pt x="139045" y="14582"/>
                    <a:pt x="142628" y="16999"/>
                  </a:cubicBezTo>
                  <a:cubicBezTo>
                    <a:pt x="141711" y="21415"/>
                    <a:pt x="140795" y="25914"/>
                    <a:pt x="139878" y="30331"/>
                  </a:cubicBezTo>
                  <a:cubicBezTo>
                    <a:pt x="139545" y="30831"/>
                    <a:pt x="139211" y="31247"/>
                    <a:pt x="138795" y="31747"/>
                  </a:cubicBezTo>
                  <a:cubicBezTo>
                    <a:pt x="138795" y="31664"/>
                    <a:pt x="138795" y="31497"/>
                    <a:pt x="138712" y="31331"/>
                  </a:cubicBezTo>
                  <a:cubicBezTo>
                    <a:pt x="131629" y="13166"/>
                    <a:pt x="96715" y="16249"/>
                    <a:pt x="81966" y="19248"/>
                  </a:cubicBezTo>
                  <a:cubicBezTo>
                    <a:pt x="56719" y="24331"/>
                    <a:pt x="27055" y="36163"/>
                    <a:pt x="13973" y="59495"/>
                  </a:cubicBezTo>
                  <a:cubicBezTo>
                    <a:pt x="13306" y="58578"/>
                    <a:pt x="12640" y="57495"/>
                    <a:pt x="11807" y="56245"/>
                  </a:cubicBezTo>
                  <a:cubicBezTo>
                    <a:pt x="5641" y="51079"/>
                    <a:pt x="6140" y="46079"/>
                    <a:pt x="13306" y="41330"/>
                  </a:cubicBezTo>
                  <a:cubicBezTo>
                    <a:pt x="16140" y="38913"/>
                    <a:pt x="19056" y="36663"/>
                    <a:pt x="22222" y="34747"/>
                  </a:cubicBezTo>
                  <a:cubicBezTo>
                    <a:pt x="30305" y="29414"/>
                    <a:pt x="39054" y="24831"/>
                    <a:pt x="47803" y="20831"/>
                  </a:cubicBezTo>
                  <a:cubicBezTo>
                    <a:pt x="69551" y="10916"/>
                    <a:pt x="93465" y="4083"/>
                    <a:pt x="117380" y="2000"/>
                  </a:cubicBezTo>
                  <a:cubicBezTo>
                    <a:pt x="118630" y="1917"/>
                    <a:pt x="118713" y="0"/>
                    <a:pt x="117380" y="0"/>
                  </a:cubicBezTo>
                  <a:cubicBezTo>
                    <a:pt x="81634" y="917"/>
                    <a:pt x="44637" y="11332"/>
                    <a:pt x="15057" y="31997"/>
                  </a:cubicBezTo>
                  <a:cubicBezTo>
                    <a:pt x="6890" y="37747"/>
                    <a:pt x="-2192" y="46163"/>
                    <a:pt x="475" y="57412"/>
                  </a:cubicBezTo>
                  <a:cubicBezTo>
                    <a:pt x="3140" y="68827"/>
                    <a:pt x="18889" y="73160"/>
                    <a:pt x="28804" y="74827"/>
                  </a:cubicBezTo>
                  <a:cubicBezTo>
                    <a:pt x="61802" y="80409"/>
                    <a:pt x="103048" y="67994"/>
                    <a:pt x="130546" y="49912"/>
                  </a:cubicBezTo>
                  <a:cubicBezTo>
                    <a:pt x="139628" y="43913"/>
                    <a:pt x="156043" y="33414"/>
                    <a:pt x="153877" y="20415"/>
                  </a:cubicBezTo>
                  <a:cubicBezTo>
                    <a:pt x="152127" y="9749"/>
                    <a:pt x="141211" y="6166"/>
                    <a:pt x="131878" y="6583"/>
                  </a:cubicBezTo>
                  <a:lnTo>
                    <a:pt x="131878" y="6583"/>
                  </a:lnTo>
                  <a:close/>
                  <a:moveTo>
                    <a:pt x="125296" y="40663"/>
                  </a:moveTo>
                  <a:cubicBezTo>
                    <a:pt x="115464" y="46829"/>
                    <a:pt x="104964" y="52412"/>
                    <a:pt x="94049" y="56328"/>
                  </a:cubicBezTo>
                  <a:cubicBezTo>
                    <a:pt x="73801" y="63494"/>
                    <a:pt x="47970" y="69327"/>
                    <a:pt x="26556" y="65911"/>
                  </a:cubicBezTo>
                  <a:cubicBezTo>
                    <a:pt x="20555" y="64994"/>
                    <a:pt x="18056" y="64328"/>
                    <a:pt x="15222" y="61161"/>
                  </a:cubicBezTo>
                  <a:cubicBezTo>
                    <a:pt x="23473" y="58495"/>
                    <a:pt x="30804" y="51579"/>
                    <a:pt x="38471" y="47329"/>
                  </a:cubicBezTo>
                  <a:cubicBezTo>
                    <a:pt x="50053" y="40996"/>
                    <a:pt x="62135" y="35247"/>
                    <a:pt x="74800" y="31497"/>
                  </a:cubicBezTo>
                  <a:cubicBezTo>
                    <a:pt x="86883" y="27914"/>
                    <a:pt x="99798" y="25664"/>
                    <a:pt x="112464" y="27331"/>
                  </a:cubicBezTo>
                  <a:cubicBezTo>
                    <a:pt x="120963" y="28498"/>
                    <a:pt x="127046" y="33747"/>
                    <a:pt x="134961" y="34830"/>
                  </a:cubicBezTo>
                  <a:cubicBezTo>
                    <a:pt x="131796" y="37163"/>
                    <a:pt x="127962" y="38996"/>
                    <a:pt x="125296" y="40663"/>
                  </a:cubicBezTo>
                  <a:lnTo>
                    <a:pt x="125296" y="40663"/>
                  </a:lnTo>
                  <a:close/>
                </a:path>
              </a:pathLst>
            </a:custGeom>
            <a:grpFill/>
            <a:ln w="8332" cap="flat">
              <a:noFill/>
              <a:prstDash val="solid"/>
              <a:miter/>
            </a:ln>
          </p:spPr>
          <p:txBody>
            <a:bodyPr rtlCol="0" anchor="ctr"/>
            <a:lstStyle/>
            <a:p>
              <a:endParaRPr lang="en-US"/>
            </a:p>
          </p:txBody>
        </p:sp>
        <p:sp>
          <p:nvSpPr>
            <p:cNvPr id="1816" name="Freeform: Shape 1815"/>
            <p:cNvSpPr/>
            <p:nvPr/>
          </p:nvSpPr>
          <p:spPr>
            <a:xfrm>
              <a:off x="8938530" y="3393659"/>
              <a:ext cx="166486" cy="194006"/>
            </a:xfrm>
            <a:custGeom>
              <a:avLst/>
              <a:gdLst>
                <a:gd name="connsiteX0" fmla="*/ 119509 w 166486"/>
                <a:gd name="connsiteY0" fmla="*/ 16710 h 194006"/>
                <a:gd name="connsiteX1" fmla="*/ 44848 w 166486"/>
                <a:gd name="connsiteY1" fmla="*/ 4462 h 194006"/>
                <a:gd name="connsiteX2" fmla="*/ 4018 w 166486"/>
                <a:gd name="connsiteY2" fmla="*/ 55040 h 194006"/>
                <a:gd name="connsiteX3" fmla="*/ 17018 w 166486"/>
                <a:gd name="connsiteY3" fmla="*/ 144949 h 194006"/>
                <a:gd name="connsiteX4" fmla="*/ 34266 w 166486"/>
                <a:gd name="connsiteY4" fmla="*/ 164697 h 194006"/>
                <a:gd name="connsiteX5" fmla="*/ 84762 w 166486"/>
                <a:gd name="connsiteY5" fmla="*/ 193445 h 194006"/>
                <a:gd name="connsiteX6" fmla="*/ 146839 w 166486"/>
                <a:gd name="connsiteY6" fmla="*/ 168114 h 194006"/>
                <a:gd name="connsiteX7" fmla="*/ 119509 w 166486"/>
                <a:gd name="connsiteY7" fmla="*/ 16710 h 194006"/>
                <a:gd name="connsiteX8" fmla="*/ 119509 w 166486"/>
                <a:gd name="connsiteY8" fmla="*/ 16710 h 194006"/>
                <a:gd name="connsiteX9" fmla="*/ 134757 w 166486"/>
                <a:gd name="connsiteY9" fmla="*/ 164197 h 194006"/>
                <a:gd name="connsiteX10" fmla="*/ 58014 w 166486"/>
                <a:gd name="connsiteY10" fmla="*/ 170530 h 194006"/>
                <a:gd name="connsiteX11" fmla="*/ 13851 w 166486"/>
                <a:gd name="connsiteY11" fmla="*/ 100786 h 194006"/>
                <a:gd name="connsiteX12" fmla="*/ 15601 w 166486"/>
                <a:gd name="connsiteY12" fmla="*/ 50374 h 194006"/>
                <a:gd name="connsiteX13" fmla="*/ 17268 w 166486"/>
                <a:gd name="connsiteY13" fmla="*/ 46958 h 194006"/>
                <a:gd name="connsiteX14" fmla="*/ 87178 w 166486"/>
                <a:gd name="connsiteY14" fmla="*/ 12044 h 194006"/>
                <a:gd name="connsiteX15" fmla="*/ 150673 w 166486"/>
                <a:gd name="connsiteY15" fmla="*/ 73289 h 194006"/>
                <a:gd name="connsiteX16" fmla="*/ 134757 w 166486"/>
                <a:gd name="connsiteY16" fmla="*/ 164197 h 194006"/>
                <a:gd name="connsiteX17" fmla="*/ 134757 w 166486"/>
                <a:gd name="connsiteY17" fmla="*/ 164197 h 194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6486" h="194006">
                  <a:moveTo>
                    <a:pt x="119509" y="16710"/>
                  </a:moveTo>
                  <a:cubicBezTo>
                    <a:pt x="96678" y="1545"/>
                    <a:pt x="71513" y="-5121"/>
                    <a:pt x="44848" y="4462"/>
                  </a:cubicBezTo>
                  <a:cubicBezTo>
                    <a:pt x="24684" y="11711"/>
                    <a:pt x="9768" y="35209"/>
                    <a:pt x="4018" y="55040"/>
                  </a:cubicBezTo>
                  <a:cubicBezTo>
                    <a:pt x="-4064" y="82955"/>
                    <a:pt x="-64" y="120868"/>
                    <a:pt x="17018" y="144949"/>
                  </a:cubicBezTo>
                  <a:cubicBezTo>
                    <a:pt x="21518" y="151365"/>
                    <a:pt x="27517" y="158281"/>
                    <a:pt x="34266" y="164697"/>
                  </a:cubicBezTo>
                  <a:cubicBezTo>
                    <a:pt x="47348" y="179446"/>
                    <a:pt x="64680" y="190862"/>
                    <a:pt x="84762" y="193445"/>
                  </a:cubicBezTo>
                  <a:cubicBezTo>
                    <a:pt x="108343" y="196444"/>
                    <a:pt x="132757" y="187362"/>
                    <a:pt x="146839" y="168114"/>
                  </a:cubicBezTo>
                  <a:cubicBezTo>
                    <a:pt x="181920" y="120035"/>
                    <a:pt x="168338" y="49124"/>
                    <a:pt x="119509" y="16710"/>
                  </a:cubicBezTo>
                  <a:lnTo>
                    <a:pt x="119509" y="16710"/>
                  </a:lnTo>
                  <a:close/>
                  <a:moveTo>
                    <a:pt x="134757" y="164197"/>
                  </a:moveTo>
                  <a:cubicBezTo>
                    <a:pt x="115176" y="187945"/>
                    <a:pt x="82012" y="185029"/>
                    <a:pt x="58014" y="170530"/>
                  </a:cubicBezTo>
                  <a:cubicBezTo>
                    <a:pt x="33516" y="155781"/>
                    <a:pt x="18351" y="128534"/>
                    <a:pt x="13851" y="100786"/>
                  </a:cubicBezTo>
                  <a:cubicBezTo>
                    <a:pt x="11019" y="83205"/>
                    <a:pt x="10019" y="67456"/>
                    <a:pt x="15601" y="50374"/>
                  </a:cubicBezTo>
                  <a:cubicBezTo>
                    <a:pt x="16101" y="49208"/>
                    <a:pt x="16684" y="48041"/>
                    <a:pt x="17268" y="46958"/>
                  </a:cubicBezTo>
                  <a:cubicBezTo>
                    <a:pt x="31767" y="19710"/>
                    <a:pt x="55681" y="4378"/>
                    <a:pt x="87178" y="12044"/>
                  </a:cubicBezTo>
                  <a:cubicBezTo>
                    <a:pt x="115675" y="18960"/>
                    <a:pt x="141923" y="45874"/>
                    <a:pt x="150673" y="73289"/>
                  </a:cubicBezTo>
                  <a:cubicBezTo>
                    <a:pt x="159588" y="101286"/>
                    <a:pt x="153672" y="141283"/>
                    <a:pt x="134757" y="164197"/>
                  </a:cubicBezTo>
                  <a:lnTo>
                    <a:pt x="134757" y="164197"/>
                  </a:lnTo>
                  <a:close/>
                </a:path>
              </a:pathLst>
            </a:custGeom>
            <a:grpFill/>
            <a:ln w="8332" cap="flat">
              <a:noFill/>
              <a:prstDash val="solid"/>
              <a:miter/>
            </a:ln>
          </p:spPr>
          <p:txBody>
            <a:bodyPr rtlCol="0" anchor="ctr"/>
            <a:lstStyle/>
            <a:p>
              <a:endParaRPr lang="en-US"/>
            </a:p>
          </p:txBody>
        </p:sp>
        <p:sp>
          <p:nvSpPr>
            <p:cNvPr id="1817" name="Freeform: Shape 1816"/>
            <p:cNvSpPr/>
            <p:nvPr/>
          </p:nvSpPr>
          <p:spPr>
            <a:xfrm>
              <a:off x="11577931" y="2028359"/>
              <a:ext cx="468439" cy="888427"/>
            </a:xfrm>
            <a:custGeom>
              <a:avLst/>
              <a:gdLst>
                <a:gd name="connsiteX0" fmla="*/ 465089 w 468439"/>
                <a:gd name="connsiteY0" fmla="*/ 395683 h 888427"/>
                <a:gd name="connsiteX1" fmla="*/ 452423 w 468439"/>
                <a:gd name="connsiteY1" fmla="*/ 384101 h 888427"/>
                <a:gd name="connsiteX2" fmla="*/ 457339 w 468439"/>
                <a:gd name="connsiteY2" fmla="*/ 323940 h 888427"/>
                <a:gd name="connsiteX3" fmla="*/ 438175 w 468439"/>
                <a:gd name="connsiteY3" fmla="*/ 256113 h 888427"/>
                <a:gd name="connsiteX4" fmla="*/ 398095 w 468439"/>
                <a:gd name="connsiteY4" fmla="*/ 206784 h 888427"/>
                <a:gd name="connsiteX5" fmla="*/ 370597 w 468439"/>
                <a:gd name="connsiteY5" fmla="*/ 194202 h 888427"/>
                <a:gd name="connsiteX6" fmla="*/ 371181 w 468439"/>
                <a:gd name="connsiteY6" fmla="*/ 190119 h 888427"/>
                <a:gd name="connsiteX7" fmla="*/ 379763 w 468439"/>
                <a:gd name="connsiteY7" fmla="*/ 146956 h 888427"/>
                <a:gd name="connsiteX8" fmla="*/ 397428 w 468439"/>
                <a:gd name="connsiteY8" fmla="*/ 65546 h 888427"/>
                <a:gd name="connsiteX9" fmla="*/ 402761 w 468439"/>
                <a:gd name="connsiteY9" fmla="*/ 33549 h 888427"/>
                <a:gd name="connsiteX10" fmla="*/ 404177 w 468439"/>
                <a:gd name="connsiteY10" fmla="*/ 10135 h 888427"/>
                <a:gd name="connsiteX11" fmla="*/ 385262 w 468439"/>
                <a:gd name="connsiteY11" fmla="*/ 5302 h 888427"/>
                <a:gd name="connsiteX12" fmla="*/ 358765 w 468439"/>
                <a:gd name="connsiteY12" fmla="*/ 885 h 888427"/>
                <a:gd name="connsiteX13" fmla="*/ 352599 w 468439"/>
                <a:gd name="connsiteY13" fmla="*/ 14301 h 888427"/>
                <a:gd name="connsiteX14" fmla="*/ 347099 w 468439"/>
                <a:gd name="connsiteY14" fmla="*/ 51881 h 888427"/>
                <a:gd name="connsiteX15" fmla="*/ 339017 w 468439"/>
                <a:gd name="connsiteY15" fmla="*/ 123458 h 888427"/>
                <a:gd name="connsiteX16" fmla="*/ 331684 w 468439"/>
                <a:gd name="connsiteY16" fmla="*/ 166121 h 888427"/>
                <a:gd name="connsiteX17" fmla="*/ 328851 w 468439"/>
                <a:gd name="connsiteY17" fmla="*/ 182536 h 888427"/>
                <a:gd name="connsiteX18" fmla="*/ 294687 w 468439"/>
                <a:gd name="connsiteY18" fmla="*/ 183202 h 888427"/>
                <a:gd name="connsiteX19" fmla="*/ 224194 w 468439"/>
                <a:gd name="connsiteY19" fmla="*/ 204367 h 888427"/>
                <a:gd name="connsiteX20" fmla="*/ 151534 w 468439"/>
                <a:gd name="connsiteY20" fmla="*/ 283360 h 888427"/>
                <a:gd name="connsiteX21" fmla="*/ 116703 w 468439"/>
                <a:gd name="connsiteY21" fmla="*/ 285860 h 888427"/>
                <a:gd name="connsiteX22" fmla="*/ 112121 w 468439"/>
                <a:gd name="connsiteY22" fmla="*/ 346938 h 888427"/>
                <a:gd name="connsiteX23" fmla="*/ 99788 w 468439"/>
                <a:gd name="connsiteY23" fmla="*/ 393850 h 888427"/>
                <a:gd name="connsiteX24" fmla="*/ 79874 w 468439"/>
                <a:gd name="connsiteY24" fmla="*/ 452928 h 888427"/>
                <a:gd name="connsiteX25" fmla="*/ 46709 w 468439"/>
                <a:gd name="connsiteY25" fmla="*/ 571084 h 888427"/>
                <a:gd name="connsiteX26" fmla="*/ 14130 w 468439"/>
                <a:gd name="connsiteY26" fmla="*/ 688490 h 888427"/>
                <a:gd name="connsiteX27" fmla="*/ 8213 w 468439"/>
                <a:gd name="connsiteY27" fmla="*/ 789064 h 888427"/>
                <a:gd name="connsiteX28" fmla="*/ 34461 w 468439"/>
                <a:gd name="connsiteY28" fmla="*/ 818479 h 888427"/>
                <a:gd name="connsiteX29" fmla="*/ 87456 w 468439"/>
                <a:gd name="connsiteY29" fmla="*/ 854225 h 888427"/>
                <a:gd name="connsiteX30" fmla="*/ 193529 w 468439"/>
                <a:gd name="connsiteY30" fmla="*/ 888306 h 888427"/>
                <a:gd name="connsiteX31" fmla="*/ 221277 w 468439"/>
                <a:gd name="connsiteY31" fmla="*/ 873140 h 888427"/>
                <a:gd name="connsiteX32" fmla="*/ 256774 w 468439"/>
                <a:gd name="connsiteY32" fmla="*/ 819145 h 888427"/>
                <a:gd name="connsiteX33" fmla="*/ 311519 w 468439"/>
                <a:gd name="connsiteY33" fmla="*/ 716238 h 888427"/>
                <a:gd name="connsiteX34" fmla="*/ 369431 w 468439"/>
                <a:gd name="connsiteY34" fmla="*/ 591916 h 888427"/>
                <a:gd name="connsiteX35" fmla="*/ 429342 w 468439"/>
                <a:gd name="connsiteY35" fmla="*/ 469177 h 888427"/>
                <a:gd name="connsiteX36" fmla="*/ 429509 w 468439"/>
                <a:gd name="connsiteY36" fmla="*/ 468760 h 888427"/>
                <a:gd name="connsiteX37" fmla="*/ 433675 w 468439"/>
                <a:gd name="connsiteY37" fmla="*/ 466010 h 888427"/>
                <a:gd name="connsiteX38" fmla="*/ 465089 w 468439"/>
                <a:gd name="connsiteY38" fmla="*/ 395683 h 888427"/>
                <a:gd name="connsiteX39" fmla="*/ 465089 w 468439"/>
                <a:gd name="connsiteY39" fmla="*/ 395683 h 888427"/>
                <a:gd name="connsiteX40" fmla="*/ 354182 w 468439"/>
                <a:gd name="connsiteY40" fmla="*/ 88044 h 888427"/>
                <a:gd name="connsiteX41" fmla="*/ 359015 w 468439"/>
                <a:gd name="connsiteY41" fmla="*/ 45298 h 888427"/>
                <a:gd name="connsiteX42" fmla="*/ 363598 w 468439"/>
                <a:gd name="connsiteY42" fmla="*/ 13134 h 888427"/>
                <a:gd name="connsiteX43" fmla="*/ 390096 w 468439"/>
                <a:gd name="connsiteY43" fmla="*/ 15884 h 888427"/>
                <a:gd name="connsiteX44" fmla="*/ 394345 w 468439"/>
                <a:gd name="connsiteY44" fmla="*/ 27716 h 888427"/>
                <a:gd name="connsiteX45" fmla="*/ 392179 w 468439"/>
                <a:gd name="connsiteY45" fmla="*/ 42382 h 888427"/>
                <a:gd name="connsiteX46" fmla="*/ 375430 w 468439"/>
                <a:gd name="connsiteY46" fmla="*/ 118875 h 888427"/>
                <a:gd name="connsiteX47" fmla="*/ 367098 w 468439"/>
                <a:gd name="connsiteY47" fmla="*/ 156955 h 888427"/>
                <a:gd name="connsiteX48" fmla="*/ 358682 w 468439"/>
                <a:gd name="connsiteY48" fmla="*/ 198784 h 888427"/>
                <a:gd name="connsiteX49" fmla="*/ 345766 w 468439"/>
                <a:gd name="connsiteY49" fmla="*/ 210867 h 888427"/>
                <a:gd name="connsiteX50" fmla="*/ 336101 w 468439"/>
                <a:gd name="connsiteY50" fmla="*/ 201617 h 888427"/>
                <a:gd name="connsiteX51" fmla="*/ 340184 w 468439"/>
                <a:gd name="connsiteY51" fmla="*/ 190369 h 888427"/>
                <a:gd name="connsiteX52" fmla="*/ 345517 w 468439"/>
                <a:gd name="connsiteY52" fmla="*/ 158621 h 888427"/>
                <a:gd name="connsiteX53" fmla="*/ 354182 w 468439"/>
                <a:gd name="connsiteY53" fmla="*/ 88044 h 888427"/>
                <a:gd name="connsiteX54" fmla="*/ 354182 w 468439"/>
                <a:gd name="connsiteY54" fmla="*/ 88044 h 888427"/>
                <a:gd name="connsiteX55" fmla="*/ 222361 w 468439"/>
                <a:gd name="connsiteY55" fmla="*/ 219949 h 888427"/>
                <a:gd name="connsiteX56" fmla="*/ 280605 w 468439"/>
                <a:gd name="connsiteY56" fmla="*/ 196785 h 888427"/>
                <a:gd name="connsiteX57" fmla="*/ 309769 w 468439"/>
                <a:gd name="connsiteY57" fmla="*/ 191702 h 888427"/>
                <a:gd name="connsiteX58" fmla="*/ 327768 w 468439"/>
                <a:gd name="connsiteY58" fmla="*/ 189118 h 888427"/>
                <a:gd name="connsiteX59" fmla="*/ 326101 w 468439"/>
                <a:gd name="connsiteY59" fmla="*/ 197868 h 888427"/>
                <a:gd name="connsiteX60" fmla="*/ 326268 w 468439"/>
                <a:gd name="connsiteY60" fmla="*/ 216199 h 888427"/>
                <a:gd name="connsiteX61" fmla="*/ 363015 w 468439"/>
                <a:gd name="connsiteY61" fmla="*/ 214866 h 888427"/>
                <a:gd name="connsiteX62" fmla="*/ 369680 w 468439"/>
                <a:gd name="connsiteY62" fmla="*/ 200701 h 888427"/>
                <a:gd name="connsiteX63" fmla="*/ 399345 w 468439"/>
                <a:gd name="connsiteY63" fmla="*/ 224615 h 888427"/>
                <a:gd name="connsiteX64" fmla="*/ 431508 w 468439"/>
                <a:gd name="connsiteY64" fmla="*/ 272695 h 888427"/>
                <a:gd name="connsiteX65" fmla="*/ 444590 w 468439"/>
                <a:gd name="connsiteY65" fmla="*/ 326273 h 888427"/>
                <a:gd name="connsiteX66" fmla="*/ 441008 w 468439"/>
                <a:gd name="connsiteY66" fmla="*/ 371685 h 888427"/>
                <a:gd name="connsiteX67" fmla="*/ 425426 w 468439"/>
                <a:gd name="connsiteY67" fmla="*/ 334022 h 888427"/>
                <a:gd name="connsiteX68" fmla="*/ 392678 w 468439"/>
                <a:gd name="connsiteY68" fmla="*/ 253863 h 888427"/>
                <a:gd name="connsiteX69" fmla="*/ 387679 w 468439"/>
                <a:gd name="connsiteY69" fmla="*/ 249197 h 888427"/>
                <a:gd name="connsiteX70" fmla="*/ 372514 w 468439"/>
                <a:gd name="connsiteY70" fmla="*/ 256029 h 888427"/>
                <a:gd name="connsiteX71" fmla="*/ 338433 w 468439"/>
                <a:gd name="connsiteY71" fmla="*/ 248530 h 888427"/>
                <a:gd name="connsiteX72" fmla="*/ 305436 w 468439"/>
                <a:gd name="connsiteY72" fmla="*/ 222366 h 888427"/>
                <a:gd name="connsiteX73" fmla="*/ 263024 w 468439"/>
                <a:gd name="connsiteY73" fmla="*/ 240114 h 888427"/>
                <a:gd name="connsiteX74" fmla="*/ 236859 w 468439"/>
                <a:gd name="connsiteY74" fmla="*/ 233781 h 888427"/>
                <a:gd name="connsiteX75" fmla="*/ 193197 w 468439"/>
                <a:gd name="connsiteY75" fmla="*/ 242780 h 888427"/>
                <a:gd name="connsiteX76" fmla="*/ 222361 w 468439"/>
                <a:gd name="connsiteY76" fmla="*/ 219949 h 888427"/>
                <a:gd name="connsiteX77" fmla="*/ 222361 w 468439"/>
                <a:gd name="connsiteY77" fmla="*/ 219949 h 888427"/>
                <a:gd name="connsiteX78" fmla="*/ 166448 w 468439"/>
                <a:gd name="connsiteY78" fmla="*/ 285027 h 888427"/>
                <a:gd name="connsiteX79" fmla="*/ 262607 w 468439"/>
                <a:gd name="connsiteY79" fmla="*/ 248197 h 888427"/>
                <a:gd name="connsiteX80" fmla="*/ 295854 w 468439"/>
                <a:gd name="connsiteY80" fmla="*/ 284693 h 888427"/>
                <a:gd name="connsiteX81" fmla="*/ 331517 w 468439"/>
                <a:gd name="connsiteY81" fmla="*/ 302109 h 888427"/>
                <a:gd name="connsiteX82" fmla="*/ 332434 w 468439"/>
                <a:gd name="connsiteY82" fmla="*/ 298109 h 888427"/>
                <a:gd name="connsiteX83" fmla="*/ 281188 w 468439"/>
                <a:gd name="connsiteY83" fmla="*/ 254529 h 888427"/>
                <a:gd name="connsiteX84" fmla="*/ 268023 w 468439"/>
                <a:gd name="connsiteY84" fmla="*/ 242530 h 888427"/>
                <a:gd name="connsiteX85" fmla="*/ 283939 w 468439"/>
                <a:gd name="connsiteY85" fmla="*/ 231198 h 888427"/>
                <a:gd name="connsiteX86" fmla="*/ 315102 w 468439"/>
                <a:gd name="connsiteY86" fmla="*/ 238114 h 888427"/>
                <a:gd name="connsiteX87" fmla="*/ 340766 w 468439"/>
                <a:gd name="connsiteY87" fmla="*/ 261945 h 888427"/>
                <a:gd name="connsiteX88" fmla="*/ 384763 w 468439"/>
                <a:gd name="connsiteY88" fmla="*/ 261279 h 888427"/>
                <a:gd name="connsiteX89" fmla="*/ 384429 w 468439"/>
                <a:gd name="connsiteY89" fmla="*/ 265445 h 888427"/>
                <a:gd name="connsiteX90" fmla="*/ 387262 w 468439"/>
                <a:gd name="connsiteY90" fmla="*/ 276777 h 888427"/>
                <a:gd name="connsiteX91" fmla="*/ 406928 w 468439"/>
                <a:gd name="connsiteY91" fmla="*/ 312524 h 888427"/>
                <a:gd name="connsiteX92" fmla="*/ 422343 w 468439"/>
                <a:gd name="connsiteY92" fmla="*/ 350521 h 888427"/>
                <a:gd name="connsiteX93" fmla="*/ 430008 w 468439"/>
                <a:gd name="connsiteY93" fmla="*/ 378768 h 888427"/>
                <a:gd name="connsiteX94" fmla="*/ 423509 w 468439"/>
                <a:gd name="connsiteY94" fmla="*/ 377935 h 888427"/>
                <a:gd name="connsiteX95" fmla="*/ 349849 w 468439"/>
                <a:gd name="connsiteY95" fmla="*/ 361853 h 888427"/>
                <a:gd name="connsiteX96" fmla="*/ 216444 w 468439"/>
                <a:gd name="connsiteY96" fmla="*/ 318107 h 888427"/>
                <a:gd name="connsiteX97" fmla="*/ 204863 w 468439"/>
                <a:gd name="connsiteY97" fmla="*/ 312441 h 888427"/>
                <a:gd name="connsiteX98" fmla="*/ 163782 w 468439"/>
                <a:gd name="connsiteY98" fmla="*/ 289860 h 888427"/>
                <a:gd name="connsiteX99" fmla="*/ 163699 w 468439"/>
                <a:gd name="connsiteY99" fmla="*/ 288443 h 888427"/>
                <a:gd name="connsiteX100" fmla="*/ 164283 w 468439"/>
                <a:gd name="connsiteY100" fmla="*/ 286860 h 888427"/>
                <a:gd name="connsiteX101" fmla="*/ 166448 w 468439"/>
                <a:gd name="connsiteY101" fmla="*/ 285027 h 888427"/>
                <a:gd name="connsiteX102" fmla="*/ 166448 w 468439"/>
                <a:gd name="connsiteY102" fmla="*/ 285027 h 888427"/>
                <a:gd name="connsiteX103" fmla="*/ 215694 w 468439"/>
                <a:gd name="connsiteY103" fmla="*/ 853975 h 888427"/>
                <a:gd name="connsiteX104" fmla="*/ 196863 w 468439"/>
                <a:gd name="connsiteY104" fmla="*/ 872224 h 888427"/>
                <a:gd name="connsiteX105" fmla="*/ 169032 w 468439"/>
                <a:gd name="connsiteY105" fmla="*/ 869807 h 888427"/>
                <a:gd name="connsiteX106" fmla="*/ 115204 w 468439"/>
                <a:gd name="connsiteY106" fmla="*/ 850892 h 888427"/>
                <a:gd name="connsiteX107" fmla="*/ 28378 w 468439"/>
                <a:gd name="connsiteY107" fmla="*/ 789815 h 888427"/>
                <a:gd name="connsiteX108" fmla="*/ 16129 w 468439"/>
                <a:gd name="connsiteY108" fmla="*/ 759150 h 888427"/>
                <a:gd name="connsiteX109" fmla="*/ 51543 w 468439"/>
                <a:gd name="connsiteY109" fmla="*/ 754151 h 888427"/>
                <a:gd name="connsiteX110" fmla="*/ 143451 w 468439"/>
                <a:gd name="connsiteY110" fmla="*/ 753068 h 888427"/>
                <a:gd name="connsiteX111" fmla="*/ 179281 w 468439"/>
                <a:gd name="connsiteY111" fmla="*/ 814396 h 888427"/>
                <a:gd name="connsiteX112" fmla="*/ 220111 w 468439"/>
                <a:gd name="connsiteY112" fmla="*/ 847726 h 888427"/>
                <a:gd name="connsiteX113" fmla="*/ 215694 w 468439"/>
                <a:gd name="connsiteY113" fmla="*/ 853975 h 888427"/>
                <a:gd name="connsiteX114" fmla="*/ 215694 w 468439"/>
                <a:gd name="connsiteY114" fmla="*/ 853975 h 888427"/>
                <a:gd name="connsiteX115" fmla="*/ 227193 w 468439"/>
                <a:gd name="connsiteY115" fmla="*/ 837394 h 888427"/>
                <a:gd name="connsiteX116" fmla="*/ 197530 w 468439"/>
                <a:gd name="connsiteY116" fmla="*/ 821312 h 888427"/>
                <a:gd name="connsiteX117" fmla="*/ 178615 w 468439"/>
                <a:gd name="connsiteY117" fmla="*/ 795064 h 888427"/>
                <a:gd name="connsiteX118" fmla="*/ 169615 w 468439"/>
                <a:gd name="connsiteY118" fmla="*/ 780149 h 888427"/>
                <a:gd name="connsiteX119" fmla="*/ 162616 w 468439"/>
                <a:gd name="connsiteY119" fmla="*/ 763900 h 888427"/>
                <a:gd name="connsiteX120" fmla="*/ 143368 w 468439"/>
                <a:gd name="connsiteY120" fmla="*/ 744652 h 888427"/>
                <a:gd name="connsiteX121" fmla="*/ 83123 w 468439"/>
                <a:gd name="connsiteY121" fmla="*/ 737153 h 888427"/>
                <a:gd name="connsiteX122" fmla="*/ 45043 w 468439"/>
                <a:gd name="connsiteY122" fmla="*/ 747402 h 888427"/>
                <a:gd name="connsiteX123" fmla="*/ 15962 w 468439"/>
                <a:gd name="connsiteY123" fmla="*/ 752651 h 888427"/>
                <a:gd name="connsiteX124" fmla="*/ 31544 w 468439"/>
                <a:gd name="connsiteY124" fmla="*/ 683657 h 888427"/>
                <a:gd name="connsiteX125" fmla="*/ 37460 w 468439"/>
                <a:gd name="connsiteY125" fmla="*/ 662159 h 888427"/>
                <a:gd name="connsiteX126" fmla="*/ 69957 w 468439"/>
                <a:gd name="connsiteY126" fmla="*/ 688407 h 888427"/>
                <a:gd name="connsiteX127" fmla="*/ 161449 w 468439"/>
                <a:gd name="connsiteY127" fmla="*/ 691240 h 888427"/>
                <a:gd name="connsiteX128" fmla="*/ 216195 w 468439"/>
                <a:gd name="connsiteY128" fmla="*/ 684241 h 888427"/>
                <a:gd name="connsiteX129" fmla="*/ 235276 w 468439"/>
                <a:gd name="connsiteY129" fmla="*/ 732986 h 888427"/>
                <a:gd name="connsiteX130" fmla="*/ 257524 w 468439"/>
                <a:gd name="connsiteY130" fmla="*/ 758151 h 888427"/>
                <a:gd name="connsiteX131" fmla="*/ 270939 w 468439"/>
                <a:gd name="connsiteY131" fmla="*/ 764733 h 888427"/>
                <a:gd name="connsiteX132" fmla="*/ 227193 w 468439"/>
                <a:gd name="connsiteY132" fmla="*/ 837394 h 888427"/>
                <a:gd name="connsiteX133" fmla="*/ 227193 w 468439"/>
                <a:gd name="connsiteY133" fmla="*/ 837394 h 888427"/>
                <a:gd name="connsiteX134" fmla="*/ 275855 w 468439"/>
                <a:gd name="connsiteY134" fmla="*/ 755651 h 888427"/>
                <a:gd name="connsiteX135" fmla="*/ 275606 w 468439"/>
                <a:gd name="connsiteY135" fmla="*/ 755651 h 888427"/>
                <a:gd name="connsiteX136" fmla="*/ 257774 w 468439"/>
                <a:gd name="connsiteY136" fmla="*/ 745485 h 888427"/>
                <a:gd name="connsiteX137" fmla="*/ 242359 w 468439"/>
                <a:gd name="connsiteY137" fmla="*/ 725320 h 888427"/>
                <a:gd name="connsiteX138" fmla="*/ 239776 w 468439"/>
                <a:gd name="connsiteY138" fmla="*/ 707572 h 888427"/>
                <a:gd name="connsiteX139" fmla="*/ 230443 w 468439"/>
                <a:gd name="connsiteY139" fmla="*/ 684574 h 888427"/>
                <a:gd name="connsiteX140" fmla="*/ 199113 w 468439"/>
                <a:gd name="connsiteY140" fmla="*/ 677408 h 888427"/>
                <a:gd name="connsiteX141" fmla="*/ 162783 w 468439"/>
                <a:gd name="connsiteY141" fmla="*/ 683407 h 888427"/>
                <a:gd name="connsiteX142" fmla="*/ 116371 w 468439"/>
                <a:gd name="connsiteY142" fmla="*/ 686574 h 888427"/>
                <a:gd name="connsiteX143" fmla="*/ 40543 w 468439"/>
                <a:gd name="connsiteY143" fmla="*/ 650744 h 888427"/>
                <a:gd name="connsiteX144" fmla="*/ 60126 w 468439"/>
                <a:gd name="connsiteY144" fmla="*/ 576167 h 888427"/>
                <a:gd name="connsiteX145" fmla="*/ 72374 w 468439"/>
                <a:gd name="connsiteY145" fmla="*/ 527588 h 888427"/>
                <a:gd name="connsiteX146" fmla="*/ 75624 w 468439"/>
                <a:gd name="connsiteY146" fmla="*/ 546253 h 888427"/>
                <a:gd name="connsiteX147" fmla="*/ 103204 w 468439"/>
                <a:gd name="connsiteY147" fmla="*/ 574167 h 888427"/>
                <a:gd name="connsiteX148" fmla="*/ 191280 w 468439"/>
                <a:gd name="connsiteY148" fmla="*/ 592832 h 888427"/>
                <a:gd name="connsiteX149" fmla="*/ 244442 w 468439"/>
                <a:gd name="connsiteY149" fmla="*/ 587416 h 888427"/>
                <a:gd name="connsiteX150" fmla="*/ 273189 w 468439"/>
                <a:gd name="connsiteY150" fmla="*/ 599998 h 888427"/>
                <a:gd name="connsiteX151" fmla="*/ 281355 w 468439"/>
                <a:gd name="connsiteY151" fmla="*/ 622496 h 888427"/>
                <a:gd name="connsiteX152" fmla="*/ 298521 w 468439"/>
                <a:gd name="connsiteY152" fmla="*/ 656076 h 888427"/>
                <a:gd name="connsiteX153" fmla="*/ 317352 w 468439"/>
                <a:gd name="connsiteY153" fmla="*/ 671575 h 888427"/>
                <a:gd name="connsiteX154" fmla="*/ 275855 w 468439"/>
                <a:gd name="connsiteY154" fmla="*/ 755651 h 888427"/>
                <a:gd name="connsiteX155" fmla="*/ 275855 w 468439"/>
                <a:gd name="connsiteY155" fmla="*/ 755651 h 888427"/>
                <a:gd name="connsiteX156" fmla="*/ 325268 w 468439"/>
                <a:gd name="connsiteY156" fmla="*/ 654327 h 888427"/>
                <a:gd name="connsiteX157" fmla="*/ 321435 w 468439"/>
                <a:gd name="connsiteY157" fmla="*/ 662659 h 888427"/>
                <a:gd name="connsiteX158" fmla="*/ 307603 w 468439"/>
                <a:gd name="connsiteY158" fmla="*/ 652827 h 888427"/>
                <a:gd name="connsiteX159" fmla="*/ 292188 w 468439"/>
                <a:gd name="connsiteY159" fmla="*/ 630495 h 888427"/>
                <a:gd name="connsiteX160" fmla="*/ 281689 w 468439"/>
                <a:gd name="connsiteY160" fmla="*/ 599248 h 888427"/>
                <a:gd name="connsiteX161" fmla="*/ 229693 w 468439"/>
                <a:gd name="connsiteY161" fmla="*/ 577250 h 888427"/>
                <a:gd name="connsiteX162" fmla="*/ 186947 w 468439"/>
                <a:gd name="connsiteY162" fmla="*/ 582167 h 888427"/>
                <a:gd name="connsiteX163" fmla="*/ 133952 w 468439"/>
                <a:gd name="connsiteY163" fmla="*/ 576084 h 888427"/>
                <a:gd name="connsiteX164" fmla="*/ 91539 w 468439"/>
                <a:gd name="connsiteY164" fmla="*/ 552919 h 888427"/>
                <a:gd name="connsiteX165" fmla="*/ 76207 w 468439"/>
                <a:gd name="connsiteY165" fmla="*/ 513839 h 888427"/>
                <a:gd name="connsiteX166" fmla="*/ 91455 w 468439"/>
                <a:gd name="connsiteY166" fmla="*/ 460178 h 888427"/>
                <a:gd name="connsiteX167" fmla="*/ 91455 w 468439"/>
                <a:gd name="connsiteY167" fmla="*/ 460094 h 888427"/>
                <a:gd name="connsiteX168" fmla="*/ 117703 w 468439"/>
                <a:gd name="connsiteY168" fmla="*/ 494924 h 888427"/>
                <a:gd name="connsiteX169" fmla="*/ 209195 w 468439"/>
                <a:gd name="connsiteY169" fmla="*/ 505174 h 888427"/>
                <a:gd name="connsiteX170" fmla="*/ 270357 w 468439"/>
                <a:gd name="connsiteY170" fmla="*/ 503257 h 888427"/>
                <a:gd name="connsiteX171" fmla="*/ 312269 w 468439"/>
                <a:gd name="connsiteY171" fmla="*/ 543670 h 888427"/>
                <a:gd name="connsiteX172" fmla="*/ 346682 w 468439"/>
                <a:gd name="connsiteY172" fmla="*/ 566835 h 888427"/>
                <a:gd name="connsiteX173" fmla="*/ 362681 w 468439"/>
                <a:gd name="connsiteY173" fmla="*/ 572584 h 888427"/>
                <a:gd name="connsiteX174" fmla="*/ 325268 w 468439"/>
                <a:gd name="connsiteY174" fmla="*/ 654327 h 888427"/>
                <a:gd name="connsiteX175" fmla="*/ 325268 w 468439"/>
                <a:gd name="connsiteY175" fmla="*/ 654327 h 888427"/>
                <a:gd name="connsiteX176" fmla="*/ 367098 w 468439"/>
                <a:gd name="connsiteY176" fmla="*/ 562668 h 888427"/>
                <a:gd name="connsiteX177" fmla="*/ 344766 w 468439"/>
                <a:gd name="connsiteY177" fmla="*/ 556752 h 888427"/>
                <a:gd name="connsiteX178" fmla="*/ 306436 w 468439"/>
                <a:gd name="connsiteY178" fmla="*/ 522505 h 888427"/>
                <a:gd name="connsiteX179" fmla="*/ 246275 w 468439"/>
                <a:gd name="connsiteY179" fmla="*/ 492675 h 888427"/>
                <a:gd name="connsiteX180" fmla="*/ 150950 w 468439"/>
                <a:gd name="connsiteY180" fmla="*/ 499674 h 888427"/>
                <a:gd name="connsiteX181" fmla="*/ 106371 w 468439"/>
                <a:gd name="connsiteY181" fmla="*/ 474843 h 888427"/>
                <a:gd name="connsiteX182" fmla="*/ 95705 w 468439"/>
                <a:gd name="connsiteY182" fmla="*/ 446012 h 888427"/>
                <a:gd name="connsiteX183" fmla="*/ 110454 w 468439"/>
                <a:gd name="connsiteY183" fmla="*/ 401016 h 888427"/>
                <a:gd name="connsiteX184" fmla="*/ 120703 w 468439"/>
                <a:gd name="connsiteY184" fmla="*/ 356687 h 888427"/>
                <a:gd name="connsiteX185" fmla="*/ 215444 w 468439"/>
                <a:gd name="connsiteY185" fmla="*/ 420681 h 888427"/>
                <a:gd name="connsiteX186" fmla="*/ 329017 w 468439"/>
                <a:gd name="connsiteY186" fmla="*/ 467260 h 888427"/>
                <a:gd name="connsiteX187" fmla="*/ 385846 w 468439"/>
                <a:gd name="connsiteY187" fmla="*/ 475093 h 888427"/>
                <a:gd name="connsiteX188" fmla="*/ 409177 w 468439"/>
                <a:gd name="connsiteY188" fmla="*/ 475093 h 888427"/>
                <a:gd name="connsiteX189" fmla="*/ 367098 w 468439"/>
                <a:gd name="connsiteY189" fmla="*/ 562668 h 888427"/>
                <a:gd name="connsiteX190" fmla="*/ 367098 w 468439"/>
                <a:gd name="connsiteY190" fmla="*/ 562668 h 888427"/>
                <a:gd name="connsiteX191" fmla="*/ 434174 w 468439"/>
                <a:gd name="connsiteY191" fmla="*/ 445179 h 888427"/>
                <a:gd name="connsiteX192" fmla="*/ 387179 w 468439"/>
                <a:gd name="connsiteY192" fmla="*/ 461344 h 888427"/>
                <a:gd name="connsiteX193" fmla="*/ 331934 w 468439"/>
                <a:gd name="connsiteY193" fmla="*/ 455261 h 888427"/>
                <a:gd name="connsiteX194" fmla="*/ 236193 w 468439"/>
                <a:gd name="connsiteY194" fmla="*/ 417848 h 888427"/>
                <a:gd name="connsiteX195" fmla="*/ 150534 w 468439"/>
                <a:gd name="connsiteY195" fmla="*/ 366186 h 888427"/>
                <a:gd name="connsiteX196" fmla="*/ 115787 w 468439"/>
                <a:gd name="connsiteY196" fmla="*/ 328856 h 888427"/>
                <a:gd name="connsiteX197" fmla="*/ 120036 w 468439"/>
                <a:gd name="connsiteY197" fmla="*/ 300942 h 888427"/>
                <a:gd name="connsiteX198" fmla="*/ 153450 w 468439"/>
                <a:gd name="connsiteY198" fmla="*/ 299025 h 888427"/>
                <a:gd name="connsiteX199" fmla="*/ 235026 w 468439"/>
                <a:gd name="connsiteY199" fmla="*/ 338272 h 888427"/>
                <a:gd name="connsiteX200" fmla="*/ 346099 w 468439"/>
                <a:gd name="connsiteY200" fmla="*/ 376518 h 888427"/>
                <a:gd name="connsiteX201" fmla="*/ 424009 w 468439"/>
                <a:gd name="connsiteY201" fmla="*/ 390517 h 888427"/>
                <a:gd name="connsiteX202" fmla="*/ 428509 w 468439"/>
                <a:gd name="connsiteY202" fmla="*/ 391267 h 888427"/>
                <a:gd name="connsiteX203" fmla="*/ 436092 w 468439"/>
                <a:gd name="connsiteY203" fmla="*/ 393017 h 888427"/>
                <a:gd name="connsiteX204" fmla="*/ 438591 w 468439"/>
                <a:gd name="connsiteY204" fmla="*/ 393767 h 888427"/>
                <a:gd name="connsiteX205" fmla="*/ 443091 w 468439"/>
                <a:gd name="connsiteY205" fmla="*/ 395517 h 888427"/>
                <a:gd name="connsiteX206" fmla="*/ 452340 w 468439"/>
                <a:gd name="connsiteY206" fmla="*/ 404183 h 888427"/>
                <a:gd name="connsiteX207" fmla="*/ 434174 w 468439"/>
                <a:gd name="connsiteY207" fmla="*/ 445179 h 888427"/>
                <a:gd name="connsiteX208" fmla="*/ 434174 w 468439"/>
                <a:gd name="connsiteY208" fmla="*/ 445179 h 888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Lst>
              <a:rect l="l" t="t" r="r" b="b"/>
              <a:pathLst>
                <a:path w="468439" h="888427">
                  <a:moveTo>
                    <a:pt x="465089" y="395683"/>
                  </a:moveTo>
                  <a:cubicBezTo>
                    <a:pt x="462173" y="390184"/>
                    <a:pt x="457673" y="386517"/>
                    <a:pt x="452423" y="384101"/>
                  </a:cubicBezTo>
                  <a:cubicBezTo>
                    <a:pt x="459172" y="365603"/>
                    <a:pt x="461173" y="342271"/>
                    <a:pt x="457339" y="323940"/>
                  </a:cubicBezTo>
                  <a:cubicBezTo>
                    <a:pt x="452840" y="302025"/>
                    <a:pt x="448674" y="275944"/>
                    <a:pt x="438175" y="256113"/>
                  </a:cubicBezTo>
                  <a:cubicBezTo>
                    <a:pt x="428676" y="238114"/>
                    <a:pt x="413510" y="219949"/>
                    <a:pt x="398095" y="206784"/>
                  </a:cubicBezTo>
                  <a:cubicBezTo>
                    <a:pt x="392346" y="201868"/>
                    <a:pt x="379180" y="192535"/>
                    <a:pt x="370597" y="194202"/>
                  </a:cubicBezTo>
                  <a:cubicBezTo>
                    <a:pt x="370764" y="192785"/>
                    <a:pt x="370930" y="191452"/>
                    <a:pt x="371181" y="190119"/>
                  </a:cubicBezTo>
                  <a:cubicBezTo>
                    <a:pt x="373431" y="175620"/>
                    <a:pt x="376680" y="161288"/>
                    <a:pt x="379763" y="146956"/>
                  </a:cubicBezTo>
                  <a:cubicBezTo>
                    <a:pt x="385596" y="119875"/>
                    <a:pt x="392346" y="92711"/>
                    <a:pt x="397428" y="65546"/>
                  </a:cubicBezTo>
                  <a:cubicBezTo>
                    <a:pt x="399428" y="54881"/>
                    <a:pt x="401094" y="44215"/>
                    <a:pt x="402761" y="33549"/>
                  </a:cubicBezTo>
                  <a:cubicBezTo>
                    <a:pt x="403761" y="27383"/>
                    <a:pt x="408761" y="15967"/>
                    <a:pt x="404177" y="10135"/>
                  </a:cubicBezTo>
                  <a:cubicBezTo>
                    <a:pt x="400261" y="5135"/>
                    <a:pt x="390679" y="6135"/>
                    <a:pt x="385262" y="5302"/>
                  </a:cubicBezTo>
                  <a:cubicBezTo>
                    <a:pt x="378096" y="4302"/>
                    <a:pt x="365931" y="-2364"/>
                    <a:pt x="358765" y="885"/>
                  </a:cubicBezTo>
                  <a:cubicBezTo>
                    <a:pt x="353349" y="3302"/>
                    <a:pt x="353432" y="8968"/>
                    <a:pt x="352599" y="14301"/>
                  </a:cubicBezTo>
                  <a:cubicBezTo>
                    <a:pt x="350683" y="26800"/>
                    <a:pt x="348932" y="39299"/>
                    <a:pt x="347099" y="51881"/>
                  </a:cubicBezTo>
                  <a:cubicBezTo>
                    <a:pt x="343683" y="75629"/>
                    <a:pt x="341267" y="99627"/>
                    <a:pt x="339017" y="123458"/>
                  </a:cubicBezTo>
                  <a:cubicBezTo>
                    <a:pt x="336433" y="137707"/>
                    <a:pt x="334101" y="151955"/>
                    <a:pt x="331684" y="166121"/>
                  </a:cubicBezTo>
                  <a:cubicBezTo>
                    <a:pt x="330768" y="171703"/>
                    <a:pt x="329851" y="177120"/>
                    <a:pt x="328851" y="182536"/>
                  </a:cubicBezTo>
                  <a:cubicBezTo>
                    <a:pt x="318102" y="179619"/>
                    <a:pt x="303603" y="182203"/>
                    <a:pt x="294687" y="183202"/>
                  </a:cubicBezTo>
                  <a:cubicBezTo>
                    <a:pt x="270273" y="185869"/>
                    <a:pt x="245608" y="192035"/>
                    <a:pt x="224194" y="204367"/>
                  </a:cubicBezTo>
                  <a:cubicBezTo>
                    <a:pt x="195447" y="220949"/>
                    <a:pt x="157867" y="248197"/>
                    <a:pt x="151534" y="283360"/>
                  </a:cubicBezTo>
                  <a:cubicBezTo>
                    <a:pt x="140118" y="278861"/>
                    <a:pt x="127202" y="278194"/>
                    <a:pt x="116703" y="285860"/>
                  </a:cubicBezTo>
                  <a:cubicBezTo>
                    <a:pt x="94705" y="301859"/>
                    <a:pt x="98205" y="327939"/>
                    <a:pt x="112121" y="346938"/>
                  </a:cubicBezTo>
                  <a:cubicBezTo>
                    <a:pt x="107204" y="362270"/>
                    <a:pt x="104538" y="378435"/>
                    <a:pt x="99788" y="393850"/>
                  </a:cubicBezTo>
                  <a:cubicBezTo>
                    <a:pt x="93622" y="413682"/>
                    <a:pt x="86289" y="433180"/>
                    <a:pt x="79874" y="452928"/>
                  </a:cubicBezTo>
                  <a:cubicBezTo>
                    <a:pt x="67208" y="491841"/>
                    <a:pt x="56876" y="531505"/>
                    <a:pt x="46709" y="571084"/>
                  </a:cubicBezTo>
                  <a:cubicBezTo>
                    <a:pt x="36627" y="610414"/>
                    <a:pt x="25295" y="649494"/>
                    <a:pt x="14130" y="688490"/>
                  </a:cubicBezTo>
                  <a:cubicBezTo>
                    <a:pt x="4964" y="720571"/>
                    <a:pt x="-9119" y="757317"/>
                    <a:pt x="8213" y="789064"/>
                  </a:cubicBezTo>
                  <a:cubicBezTo>
                    <a:pt x="14546" y="800730"/>
                    <a:pt x="25045" y="809396"/>
                    <a:pt x="34461" y="818479"/>
                  </a:cubicBezTo>
                  <a:cubicBezTo>
                    <a:pt x="49710" y="833144"/>
                    <a:pt x="68958" y="844143"/>
                    <a:pt x="87456" y="854225"/>
                  </a:cubicBezTo>
                  <a:cubicBezTo>
                    <a:pt x="118203" y="870974"/>
                    <a:pt x="157533" y="890139"/>
                    <a:pt x="193529" y="888306"/>
                  </a:cubicBezTo>
                  <a:cubicBezTo>
                    <a:pt x="205612" y="887722"/>
                    <a:pt x="213695" y="882306"/>
                    <a:pt x="221277" y="873140"/>
                  </a:cubicBezTo>
                  <a:cubicBezTo>
                    <a:pt x="234860" y="856642"/>
                    <a:pt x="245858" y="837477"/>
                    <a:pt x="256774" y="819145"/>
                  </a:cubicBezTo>
                  <a:cubicBezTo>
                    <a:pt x="276606" y="785731"/>
                    <a:pt x="294604" y="751235"/>
                    <a:pt x="311519" y="716238"/>
                  </a:cubicBezTo>
                  <a:cubicBezTo>
                    <a:pt x="331434" y="674992"/>
                    <a:pt x="351182" y="633912"/>
                    <a:pt x="369431" y="591916"/>
                  </a:cubicBezTo>
                  <a:cubicBezTo>
                    <a:pt x="387679" y="550086"/>
                    <a:pt x="409011" y="510006"/>
                    <a:pt x="429342" y="469177"/>
                  </a:cubicBezTo>
                  <a:cubicBezTo>
                    <a:pt x="429425" y="469010"/>
                    <a:pt x="429425" y="468927"/>
                    <a:pt x="429509" y="468760"/>
                  </a:cubicBezTo>
                  <a:cubicBezTo>
                    <a:pt x="430926" y="467927"/>
                    <a:pt x="432341" y="467010"/>
                    <a:pt x="433675" y="466010"/>
                  </a:cubicBezTo>
                  <a:cubicBezTo>
                    <a:pt x="451340" y="452845"/>
                    <a:pt x="477838" y="419598"/>
                    <a:pt x="465089" y="395683"/>
                  </a:cubicBezTo>
                  <a:lnTo>
                    <a:pt x="465089" y="395683"/>
                  </a:lnTo>
                  <a:close/>
                  <a:moveTo>
                    <a:pt x="354182" y="88044"/>
                  </a:moveTo>
                  <a:cubicBezTo>
                    <a:pt x="355265" y="73712"/>
                    <a:pt x="356765" y="59547"/>
                    <a:pt x="359015" y="45298"/>
                  </a:cubicBezTo>
                  <a:cubicBezTo>
                    <a:pt x="360015" y="39215"/>
                    <a:pt x="359598" y="16301"/>
                    <a:pt x="363598" y="13134"/>
                  </a:cubicBezTo>
                  <a:cubicBezTo>
                    <a:pt x="367264" y="10218"/>
                    <a:pt x="385929" y="14384"/>
                    <a:pt x="390096" y="15884"/>
                  </a:cubicBezTo>
                  <a:cubicBezTo>
                    <a:pt x="397262" y="18467"/>
                    <a:pt x="395678" y="19967"/>
                    <a:pt x="394345" y="27716"/>
                  </a:cubicBezTo>
                  <a:cubicBezTo>
                    <a:pt x="393511" y="32633"/>
                    <a:pt x="393012" y="37549"/>
                    <a:pt x="392179" y="42382"/>
                  </a:cubicBezTo>
                  <a:cubicBezTo>
                    <a:pt x="387512" y="68129"/>
                    <a:pt x="381012" y="93461"/>
                    <a:pt x="375430" y="118875"/>
                  </a:cubicBezTo>
                  <a:cubicBezTo>
                    <a:pt x="372680" y="131541"/>
                    <a:pt x="369930" y="144289"/>
                    <a:pt x="367098" y="156955"/>
                  </a:cubicBezTo>
                  <a:cubicBezTo>
                    <a:pt x="364098" y="170204"/>
                    <a:pt x="363431" y="186202"/>
                    <a:pt x="358682" y="198784"/>
                  </a:cubicBezTo>
                  <a:cubicBezTo>
                    <a:pt x="356515" y="204451"/>
                    <a:pt x="352516" y="209700"/>
                    <a:pt x="345766" y="210867"/>
                  </a:cubicBezTo>
                  <a:cubicBezTo>
                    <a:pt x="335517" y="212700"/>
                    <a:pt x="335017" y="207784"/>
                    <a:pt x="336101" y="201617"/>
                  </a:cubicBezTo>
                  <a:cubicBezTo>
                    <a:pt x="337683" y="197868"/>
                    <a:pt x="339267" y="194035"/>
                    <a:pt x="340184" y="190369"/>
                  </a:cubicBezTo>
                  <a:cubicBezTo>
                    <a:pt x="342766" y="179953"/>
                    <a:pt x="343849" y="169204"/>
                    <a:pt x="345517" y="158621"/>
                  </a:cubicBezTo>
                  <a:cubicBezTo>
                    <a:pt x="349099" y="135373"/>
                    <a:pt x="352349" y="111376"/>
                    <a:pt x="354182" y="88044"/>
                  </a:cubicBezTo>
                  <a:lnTo>
                    <a:pt x="354182" y="88044"/>
                  </a:lnTo>
                  <a:close/>
                  <a:moveTo>
                    <a:pt x="222361" y="219949"/>
                  </a:moveTo>
                  <a:cubicBezTo>
                    <a:pt x="240442" y="208200"/>
                    <a:pt x="259440" y="201034"/>
                    <a:pt x="280605" y="196785"/>
                  </a:cubicBezTo>
                  <a:cubicBezTo>
                    <a:pt x="290271" y="194868"/>
                    <a:pt x="300020" y="193118"/>
                    <a:pt x="309769" y="191702"/>
                  </a:cubicBezTo>
                  <a:cubicBezTo>
                    <a:pt x="314685" y="191035"/>
                    <a:pt x="321602" y="189369"/>
                    <a:pt x="327768" y="189118"/>
                  </a:cubicBezTo>
                  <a:cubicBezTo>
                    <a:pt x="327268" y="192035"/>
                    <a:pt x="326685" y="194868"/>
                    <a:pt x="326101" y="197868"/>
                  </a:cubicBezTo>
                  <a:cubicBezTo>
                    <a:pt x="325018" y="203201"/>
                    <a:pt x="323685" y="211117"/>
                    <a:pt x="326268" y="216199"/>
                  </a:cubicBezTo>
                  <a:cubicBezTo>
                    <a:pt x="333350" y="229948"/>
                    <a:pt x="354349" y="222449"/>
                    <a:pt x="363015" y="214866"/>
                  </a:cubicBezTo>
                  <a:cubicBezTo>
                    <a:pt x="367098" y="211283"/>
                    <a:pt x="368680" y="206034"/>
                    <a:pt x="369680" y="200701"/>
                  </a:cubicBezTo>
                  <a:cubicBezTo>
                    <a:pt x="380513" y="206117"/>
                    <a:pt x="391512" y="216033"/>
                    <a:pt x="399345" y="224615"/>
                  </a:cubicBezTo>
                  <a:cubicBezTo>
                    <a:pt x="411927" y="238198"/>
                    <a:pt x="426175" y="254613"/>
                    <a:pt x="431508" y="272695"/>
                  </a:cubicBezTo>
                  <a:cubicBezTo>
                    <a:pt x="436758" y="290193"/>
                    <a:pt x="441590" y="308275"/>
                    <a:pt x="444590" y="326273"/>
                  </a:cubicBezTo>
                  <a:cubicBezTo>
                    <a:pt x="447090" y="341272"/>
                    <a:pt x="444757" y="356770"/>
                    <a:pt x="441008" y="371685"/>
                  </a:cubicBezTo>
                  <a:cubicBezTo>
                    <a:pt x="437175" y="358853"/>
                    <a:pt x="431008" y="346105"/>
                    <a:pt x="425426" y="334022"/>
                  </a:cubicBezTo>
                  <a:cubicBezTo>
                    <a:pt x="413760" y="308525"/>
                    <a:pt x="387013" y="283110"/>
                    <a:pt x="392678" y="253863"/>
                  </a:cubicBezTo>
                  <a:cubicBezTo>
                    <a:pt x="393179" y="251030"/>
                    <a:pt x="390179" y="248780"/>
                    <a:pt x="387679" y="249197"/>
                  </a:cubicBezTo>
                  <a:cubicBezTo>
                    <a:pt x="382013" y="250196"/>
                    <a:pt x="378180" y="254529"/>
                    <a:pt x="372514" y="256029"/>
                  </a:cubicBezTo>
                  <a:cubicBezTo>
                    <a:pt x="360932" y="259029"/>
                    <a:pt x="347766" y="255946"/>
                    <a:pt x="338433" y="248530"/>
                  </a:cubicBezTo>
                  <a:cubicBezTo>
                    <a:pt x="326685" y="239114"/>
                    <a:pt x="321102" y="226865"/>
                    <a:pt x="305436" y="222366"/>
                  </a:cubicBezTo>
                  <a:cubicBezTo>
                    <a:pt x="292438" y="218616"/>
                    <a:pt x="263107" y="224449"/>
                    <a:pt x="263024" y="240114"/>
                  </a:cubicBezTo>
                  <a:cubicBezTo>
                    <a:pt x="255024" y="236448"/>
                    <a:pt x="246108" y="234698"/>
                    <a:pt x="236859" y="233781"/>
                  </a:cubicBezTo>
                  <a:cubicBezTo>
                    <a:pt x="221860" y="232365"/>
                    <a:pt x="206862" y="236281"/>
                    <a:pt x="193197" y="242780"/>
                  </a:cubicBezTo>
                  <a:cubicBezTo>
                    <a:pt x="201945" y="234198"/>
                    <a:pt x="211862" y="226782"/>
                    <a:pt x="222361" y="219949"/>
                  </a:cubicBezTo>
                  <a:lnTo>
                    <a:pt x="222361" y="219949"/>
                  </a:lnTo>
                  <a:close/>
                  <a:moveTo>
                    <a:pt x="166448" y="285027"/>
                  </a:moveTo>
                  <a:cubicBezTo>
                    <a:pt x="181948" y="253613"/>
                    <a:pt x="229026" y="230615"/>
                    <a:pt x="262607" y="248197"/>
                  </a:cubicBezTo>
                  <a:cubicBezTo>
                    <a:pt x="277606" y="256029"/>
                    <a:pt x="283188" y="273694"/>
                    <a:pt x="295854" y="284693"/>
                  </a:cubicBezTo>
                  <a:cubicBezTo>
                    <a:pt x="306019" y="293526"/>
                    <a:pt x="317518" y="301775"/>
                    <a:pt x="331517" y="302109"/>
                  </a:cubicBezTo>
                  <a:cubicBezTo>
                    <a:pt x="333684" y="302192"/>
                    <a:pt x="334851" y="298775"/>
                    <a:pt x="332434" y="298109"/>
                  </a:cubicBezTo>
                  <a:cubicBezTo>
                    <a:pt x="308269" y="291026"/>
                    <a:pt x="295187" y="273944"/>
                    <a:pt x="281188" y="254529"/>
                  </a:cubicBezTo>
                  <a:cubicBezTo>
                    <a:pt x="277439" y="249363"/>
                    <a:pt x="273022" y="245530"/>
                    <a:pt x="268023" y="242530"/>
                  </a:cubicBezTo>
                  <a:cubicBezTo>
                    <a:pt x="270773" y="236698"/>
                    <a:pt x="277938" y="233115"/>
                    <a:pt x="283939" y="231198"/>
                  </a:cubicBezTo>
                  <a:cubicBezTo>
                    <a:pt x="295770" y="227448"/>
                    <a:pt x="305853" y="230781"/>
                    <a:pt x="315102" y="238114"/>
                  </a:cubicBezTo>
                  <a:cubicBezTo>
                    <a:pt x="324602" y="245614"/>
                    <a:pt x="329851" y="256029"/>
                    <a:pt x="340766" y="261945"/>
                  </a:cubicBezTo>
                  <a:cubicBezTo>
                    <a:pt x="355849" y="270111"/>
                    <a:pt x="371264" y="269528"/>
                    <a:pt x="384763" y="261279"/>
                  </a:cubicBezTo>
                  <a:cubicBezTo>
                    <a:pt x="384596" y="262779"/>
                    <a:pt x="384346" y="264279"/>
                    <a:pt x="384429" y="265445"/>
                  </a:cubicBezTo>
                  <a:cubicBezTo>
                    <a:pt x="384763" y="269445"/>
                    <a:pt x="386013" y="273028"/>
                    <a:pt x="387262" y="276777"/>
                  </a:cubicBezTo>
                  <a:cubicBezTo>
                    <a:pt x="391845" y="290026"/>
                    <a:pt x="400261" y="300359"/>
                    <a:pt x="406928" y="312524"/>
                  </a:cubicBezTo>
                  <a:cubicBezTo>
                    <a:pt x="413593" y="324690"/>
                    <a:pt x="418010" y="337522"/>
                    <a:pt x="422343" y="350521"/>
                  </a:cubicBezTo>
                  <a:cubicBezTo>
                    <a:pt x="425342" y="359436"/>
                    <a:pt x="430592" y="369352"/>
                    <a:pt x="430008" y="378768"/>
                  </a:cubicBezTo>
                  <a:cubicBezTo>
                    <a:pt x="427759" y="378435"/>
                    <a:pt x="425593" y="378185"/>
                    <a:pt x="423509" y="377935"/>
                  </a:cubicBezTo>
                  <a:cubicBezTo>
                    <a:pt x="398345" y="374602"/>
                    <a:pt x="374180" y="368852"/>
                    <a:pt x="349849" y="361853"/>
                  </a:cubicBezTo>
                  <a:cubicBezTo>
                    <a:pt x="304937" y="348771"/>
                    <a:pt x="260857" y="332856"/>
                    <a:pt x="216444" y="318107"/>
                  </a:cubicBezTo>
                  <a:cubicBezTo>
                    <a:pt x="212528" y="316274"/>
                    <a:pt x="208695" y="314357"/>
                    <a:pt x="204863" y="312441"/>
                  </a:cubicBezTo>
                  <a:cubicBezTo>
                    <a:pt x="190863" y="305525"/>
                    <a:pt x="177531" y="297276"/>
                    <a:pt x="163782" y="289860"/>
                  </a:cubicBezTo>
                  <a:cubicBezTo>
                    <a:pt x="163782" y="289360"/>
                    <a:pt x="163782" y="288860"/>
                    <a:pt x="163699" y="288443"/>
                  </a:cubicBezTo>
                  <a:cubicBezTo>
                    <a:pt x="163866" y="287860"/>
                    <a:pt x="164116" y="287360"/>
                    <a:pt x="164283" y="286860"/>
                  </a:cubicBezTo>
                  <a:cubicBezTo>
                    <a:pt x="165199" y="286526"/>
                    <a:pt x="165949" y="286026"/>
                    <a:pt x="166448" y="285027"/>
                  </a:cubicBezTo>
                  <a:lnTo>
                    <a:pt x="166448" y="285027"/>
                  </a:lnTo>
                  <a:close/>
                  <a:moveTo>
                    <a:pt x="215694" y="853975"/>
                  </a:moveTo>
                  <a:cubicBezTo>
                    <a:pt x="210778" y="860808"/>
                    <a:pt x="205612" y="869974"/>
                    <a:pt x="196863" y="872224"/>
                  </a:cubicBezTo>
                  <a:cubicBezTo>
                    <a:pt x="188447" y="874390"/>
                    <a:pt x="177031" y="871974"/>
                    <a:pt x="169032" y="869807"/>
                  </a:cubicBezTo>
                  <a:cubicBezTo>
                    <a:pt x="150867" y="864891"/>
                    <a:pt x="132118" y="858975"/>
                    <a:pt x="115204" y="850892"/>
                  </a:cubicBezTo>
                  <a:cubicBezTo>
                    <a:pt x="83790" y="835894"/>
                    <a:pt x="51209" y="816479"/>
                    <a:pt x="28378" y="789815"/>
                  </a:cubicBezTo>
                  <a:cubicBezTo>
                    <a:pt x="20628" y="780732"/>
                    <a:pt x="17046" y="770233"/>
                    <a:pt x="16129" y="759150"/>
                  </a:cubicBezTo>
                  <a:cubicBezTo>
                    <a:pt x="28044" y="760567"/>
                    <a:pt x="42461" y="756567"/>
                    <a:pt x="51543" y="754151"/>
                  </a:cubicBezTo>
                  <a:cubicBezTo>
                    <a:pt x="82040" y="746069"/>
                    <a:pt x="114954" y="731320"/>
                    <a:pt x="143451" y="753068"/>
                  </a:cubicBezTo>
                  <a:cubicBezTo>
                    <a:pt x="162949" y="767983"/>
                    <a:pt x="165116" y="795397"/>
                    <a:pt x="179281" y="814396"/>
                  </a:cubicBezTo>
                  <a:cubicBezTo>
                    <a:pt x="188031" y="826228"/>
                    <a:pt x="203446" y="844060"/>
                    <a:pt x="220111" y="847726"/>
                  </a:cubicBezTo>
                  <a:cubicBezTo>
                    <a:pt x="218610" y="849809"/>
                    <a:pt x="217195" y="851892"/>
                    <a:pt x="215694" y="853975"/>
                  </a:cubicBezTo>
                  <a:lnTo>
                    <a:pt x="215694" y="853975"/>
                  </a:lnTo>
                  <a:close/>
                  <a:moveTo>
                    <a:pt x="227193" y="837394"/>
                  </a:moveTo>
                  <a:cubicBezTo>
                    <a:pt x="217278" y="832227"/>
                    <a:pt x="206445" y="829894"/>
                    <a:pt x="197530" y="821312"/>
                  </a:cubicBezTo>
                  <a:cubicBezTo>
                    <a:pt x="189197" y="813229"/>
                    <a:pt x="183948" y="805063"/>
                    <a:pt x="178615" y="795064"/>
                  </a:cubicBezTo>
                  <a:cubicBezTo>
                    <a:pt x="175864" y="789898"/>
                    <a:pt x="172115" y="785481"/>
                    <a:pt x="169615" y="780149"/>
                  </a:cubicBezTo>
                  <a:cubicBezTo>
                    <a:pt x="167116" y="774816"/>
                    <a:pt x="165615" y="769066"/>
                    <a:pt x="162616" y="763900"/>
                  </a:cubicBezTo>
                  <a:cubicBezTo>
                    <a:pt x="158033" y="755984"/>
                    <a:pt x="150867" y="749735"/>
                    <a:pt x="143368" y="744652"/>
                  </a:cubicBezTo>
                  <a:cubicBezTo>
                    <a:pt x="125036" y="732236"/>
                    <a:pt x="104037" y="731986"/>
                    <a:pt x="83123" y="737153"/>
                  </a:cubicBezTo>
                  <a:cubicBezTo>
                    <a:pt x="70375" y="740319"/>
                    <a:pt x="57709" y="743902"/>
                    <a:pt x="45043" y="747402"/>
                  </a:cubicBezTo>
                  <a:cubicBezTo>
                    <a:pt x="38044" y="749318"/>
                    <a:pt x="25961" y="753068"/>
                    <a:pt x="15962" y="752651"/>
                  </a:cubicBezTo>
                  <a:cubicBezTo>
                    <a:pt x="16046" y="729403"/>
                    <a:pt x="25878" y="704156"/>
                    <a:pt x="31544" y="683657"/>
                  </a:cubicBezTo>
                  <a:cubicBezTo>
                    <a:pt x="33461" y="676491"/>
                    <a:pt x="35460" y="669325"/>
                    <a:pt x="37460" y="662159"/>
                  </a:cubicBezTo>
                  <a:cubicBezTo>
                    <a:pt x="43960" y="674241"/>
                    <a:pt x="57292" y="683241"/>
                    <a:pt x="69957" y="688407"/>
                  </a:cubicBezTo>
                  <a:cubicBezTo>
                    <a:pt x="97539" y="699656"/>
                    <a:pt x="132702" y="697489"/>
                    <a:pt x="161449" y="691240"/>
                  </a:cubicBezTo>
                  <a:cubicBezTo>
                    <a:pt x="178281" y="687574"/>
                    <a:pt x="198946" y="678158"/>
                    <a:pt x="216195" y="684241"/>
                  </a:cubicBezTo>
                  <a:cubicBezTo>
                    <a:pt x="239525" y="692490"/>
                    <a:pt x="230026" y="714904"/>
                    <a:pt x="235276" y="732986"/>
                  </a:cubicBezTo>
                  <a:cubicBezTo>
                    <a:pt x="238359" y="743485"/>
                    <a:pt x="249525" y="751401"/>
                    <a:pt x="257524" y="758151"/>
                  </a:cubicBezTo>
                  <a:cubicBezTo>
                    <a:pt x="261857" y="761900"/>
                    <a:pt x="266190" y="763734"/>
                    <a:pt x="270939" y="764733"/>
                  </a:cubicBezTo>
                  <a:cubicBezTo>
                    <a:pt x="257441" y="789731"/>
                    <a:pt x="242942" y="814146"/>
                    <a:pt x="227193" y="837394"/>
                  </a:cubicBezTo>
                  <a:lnTo>
                    <a:pt x="227193" y="837394"/>
                  </a:lnTo>
                  <a:close/>
                  <a:moveTo>
                    <a:pt x="275855" y="755651"/>
                  </a:moveTo>
                  <a:cubicBezTo>
                    <a:pt x="275773" y="755651"/>
                    <a:pt x="275689" y="755651"/>
                    <a:pt x="275606" y="755651"/>
                  </a:cubicBezTo>
                  <a:cubicBezTo>
                    <a:pt x="268107" y="754068"/>
                    <a:pt x="263440" y="750485"/>
                    <a:pt x="257774" y="745485"/>
                  </a:cubicBezTo>
                  <a:cubicBezTo>
                    <a:pt x="251275" y="739652"/>
                    <a:pt x="244526" y="734153"/>
                    <a:pt x="242359" y="725320"/>
                  </a:cubicBezTo>
                  <a:cubicBezTo>
                    <a:pt x="240942" y="719571"/>
                    <a:pt x="241026" y="713405"/>
                    <a:pt x="239776" y="707572"/>
                  </a:cubicBezTo>
                  <a:cubicBezTo>
                    <a:pt x="237943" y="699489"/>
                    <a:pt x="237110" y="690407"/>
                    <a:pt x="230443" y="684574"/>
                  </a:cubicBezTo>
                  <a:cubicBezTo>
                    <a:pt x="222528" y="677658"/>
                    <a:pt x="208945" y="677158"/>
                    <a:pt x="199113" y="677408"/>
                  </a:cubicBezTo>
                  <a:cubicBezTo>
                    <a:pt x="186697" y="677658"/>
                    <a:pt x="174864" y="681074"/>
                    <a:pt x="162783" y="683407"/>
                  </a:cubicBezTo>
                  <a:cubicBezTo>
                    <a:pt x="148034" y="686240"/>
                    <a:pt x="131369" y="686657"/>
                    <a:pt x="116371" y="686574"/>
                  </a:cubicBezTo>
                  <a:cubicBezTo>
                    <a:pt x="92955" y="686490"/>
                    <a:pt x="45293" y="679491"/>
                    <a:pt x="40543" y="650744"/>
                  </a:cubicBezTo>
                  <a:cubicBezTo>
                    <a:pt x="47293" y="625913"/>
                    <a:pt x="54042" y="600998"/>
                    <a:pt x="60126" y="576167"/>
                  </a:cubicBezTo>
                  <a:cubicBezTo>
                    <a:pt x="64042" y="559918"/>
                    <a:pt x="68208" y="543753"/>
                    <a:pt x="72374" y="527588"/>
                  </a:cubicBezTo>
                  <a:cubicBezTo>
                    <a:pt x="72374" y="534088"/>
                    <a:pt x="73040" y="540420"/>
                    <a:pt x="75624" y="546253"/>
                  </a:cubicBezTo>
                  <a:cubicBezTo>
                    <a:pt x="81039" y="558252"/>
                    <a:pt x="92289" y="567585"/>
                    <a:pt x="103204" y="574167"/>
                  </a:cubicBezTo>
                  <a:cubicBezTo>
                    <a:pt x="129619" y="589999"/>
                    <a:pt x="160783" y="595832"/>
                    <a:pt x="191280" y="592832"/>
                  </a:cubicBezTo>
                  <a:cubicBezTo>
                    <a:pt x="208945" y="591082"/>
                    <a:pt x="226527" y="585500"/>
                    <a:pt x="244442" y="587416"/>
                  </a:cubicBezTo>
                  <a:cubicBezTo>
                    <a:pt x="254274" y="588499"/>
                    <a:pt x="267190" y="591082"/>
                    <a:pt x="273189" y="599998"/>
                  </a:cubicBezTo>
                  <a:cubicBezTo>
                    <a:pt x="277356" y="606081"/>
                    <a:pt x="279272" y="615663"/>
                    <a:pt x="281355" y="622496"/>
                  </a:cubicBezTo>
                  <a:cubicBezTo>
                    <a:pt x="285022" y="634662"/>
                    <a:pt x="289854" y="646494"/>
                    <a:pt x="298521" y="656076"/>
                  </a:cubicBezTo>
                  <a:cubicBezTo>
                    <a:pt x="303186" y="661326"/>
                    <a:pt x="310103" y="668659"/>
                    <a:pt x="317352" y="671575"/>
                  </a:cubicBezTo>
                  <a:cubicBezTo>
                    <a:pt x="304353" y="699656"/>
                    <a:pt x="290604" y="727903"/>
                    <a:pt x="275855" y="755651"/>
                  </a:cubicBezTo>
                  <a:lnTo>
                    <a:pt x="275855" y="755651"/>
                  </a:lnTo>
                  <a:close/>
                  <a:moveTo>
                    <a:pt x="325268" y="654327"/>
                  </a:moveTo>
                  <a:cubicBezTo>
                    <a:pt x="324018" y="657076"/>
                    <a:pt x="322684" y="659909"/>
                    <a:pt x="321435" y="662659"/>
                  </a:cubicBezTo>
                  <a:cubicBezTo>
                    <a:pt x="316935" y="661409"/>
                    <a:pt x="310352" y="655243"/>
                    <a:pt x="307603" y="652827"/>
                  </a:cubicBezTo>
                  <a:cubicBezTo>
                    <a:pt x="300604" y="646661"/>
                    <a:pt x="295687" y="638995"/>
                    <a:pt x="292188" y="630495"/>
                  </a:cubicBezTo>
                  <a:cubicBezTo>
                    <a:pt x="288105" y="620496"/>
                    <a:pt x="286521" y="608831"/>
                    <a:pt x="281689" y="599248"/>
                  </a:cubicBezTo>
                  <a:cubicBezTo>
                    <a:pt x="272356" y="580667"/>
                    <a:pt x="248525" y="576584"/>
                    <a:pt x="229693" y="577250"/>
                  </a:cubicBezTo>
                  <a:cubicBezTo>
                    <a:pt x="215362" y="577750"/>
                    <a:pt x="201279" y="581000"/>
                    <a:pt x="186947" y="582167"/>
                  </a:cubicBezTo>
                  <a:cubicBezTo>
                    <a:pt x="168698" y="583666"/>
                    <a:pt x="151284" y="581500"/>
                    <a:pt x="133952" y="576084"/>
                  </a:cubicBezTo>
                  <a:cubicBezTo>
                    <a:pt x="118536" y="571251"/>
                    <a:pt x="102788" y="565168"/>
                    <a:pt x="91539" y="552919"/>
                  </a:cubicBezTo>
                  <a:cubicBezTo>
                    <a:pt x="81957" y="542503"/>
                    <a:pt x="78874" y="527838"/>
                    <a:pt x="76207" y="513839"/>
                  </a:cubicBezTo>
                  <a:cubicBezTo>
                    <a:pt x="81039" y="495841"/>
                    <a:pt x="86123" y="477926"/>
                    <a:pt x="91455" y="460178"/>
                  </a:cubicBezTo>
                  <a:lnTo>
                    <a:pt x="91455" y="460094"/>
                  </a:lnTo>
                  <a:cubicBezTo>
                    <a:pt x="95289" y="474010"/>
                    <a:pt x="105955" y="486675"/>
                    <a:pt x="117703" y="494924"/>
                  </a:cubicBezTo>
                  <a:cubicBezTo>
                    <a:pt x="144451" y="513839"/>
                    <a:pt x="178781" y="510006"/>
                    <a:pt x="209195" y="505174"/>
                  </a:cubicBezTo>
                  <a:cubicBezTo>
                    <a:pt x="227443" y="502257"/>
                    <a:pt x="252525" y="496591"/>
                    <a:pt x="270357" y="503257"/>
                  </a:cubicBezTo>
                  <a:cubicBezTo>
                    <a:pt x="288354" y="510006"/>
                    <a:pt x="300187" y="529838"/>
                    <a:pt x="312269" y="543670"/>
                  </a:cubicBezTo>
                  <a:cubicBezTo>
                    <a:pt x="321352" y="554169"/>
                    <a:pt x="334101" y="561335"/>
                    <a:pt x="346682" y="566835"/>
                  </a:cubicBezTo>
                  <a:cubicBezTo>
                    <a:pt x="350932" y="568668"/>
                    <a:pt x="356849" y="571334"/>
                    <a:pt x="362681" y="572584"/>
                  </a:cubicBezTo>
                  <a:cubicBezTo>
                    <a:pt x="350015" y="599748"/>
                    <a:pt x="337683" y="626996"/>
                    <a:pt x="325268" y="654327"/>
                  </a:cubicBezTo>
                  <a:lnTo>
                    <a:pt x="325268" y="654327"/>
                  </a:lnTo>
                  <a:close/>
                  <a:moveTo>
                    <a:pt x="367098" y="562668"/>
                  </a:moveTo>
                  <a:cubicBezTo>
                    <a:pt x="359598" y="561252"/>
                    <a:pt x="352099" y="560252"/>
                    <a:pt x="344766" y="556752"/>
                  </a:cubicBezTo>
                  <a:cubicBezTo>
                    <a:pt x="327685" y="548503"/>
                    <a:pt x="318269" y="536671"/>
                    <a:pt x="306436" y="522505"/>
                  </a:cubicBezTo>
                  <a:cubicBezTo>
                    <a:pt x="289854" y="502590"/>
                    <a:pt x="272689" y="490841"/>
                    <a:pt x="246275" y="492675"/>
                  </a:cubicBezTo>
                  <a:cubicBezTo>
                    <a:pt x="214528" y="494841"/>
                    <a:pt x="182864" y="504674"/>
                    <a:pt x="150950" y="499674"/>
                  </a:cubicBezTo>
                  <a:cubicBezTo>
                    <a:pt x="133036" y="496841"/>
                    <a:pt x="117870" y="489175"/>
                    <a:pt x="106371" y="474843"/>
                  </a:cubicBezTo>
                  <a:cubicBezTo>
                    <a:pt x="99288" y="465927"/>
                    <a:pt x="97038" y="456344"/>
                    <a:pt x="95705" y="446012"/>
                  </a:cubicBezTo>
                  <a:cubicBezTo>
                    <a:pt x="100622" y="431014"/>
                    <a:pt x="105788" y="416098"/>
                    <a:pt x="110454" y="401016"/>
                  </a:cubicBezTo>
                  <a:cubicBezTo>
                    <a:pt x="114870" y="386517"/>
                    <a:pt x="117620" y="371519"/>
                    <a:pt x="120703" y="356687"/>
                  </a:cubicBezTo>
                  <a:cubicBezTo>
                    <a:pt x="148618" y="382851"/>
                    <a:pt x="181781" y="402683"/>
                    <a:pt x="215444" y="420681"/>
                  </a:cubicBezTo>
                  <a:cubicBezTo>
                    <a:pt x="251108" y="439929"/>
                    <a:pt x="289437" y="457594"/>
                    <a:pt x="329017" y="467260"/>
                  </a:cubicBezTo>
                  <a:cubicBezTo>
                    <a:pt x="347682" y="471843"/>
                    <a:pt x="366597" y="474509"/>
                    <a:pt x="385846" y="475093"/>
                  </a:cubicBezTo>
                  <a:cubicBezTo>
                    <a:pt x="394179" y="475343"/>
                    <a:pt x="401844" y="475760"/>
                    <a:pt x="409177" y="475093"/>
                  </a:cubicBezTo>
                  <a:cubicBezTo>
                    <a:pt x="394512" y="504007"/>
                    <a:pt x="380680" y="533254"/>
                    <a:pt x="367098" y="562668"/>
                  </a:cubicBezTo>
                  <a:lnTo>
                    <a:pt x="367098" y="562668"/>
                  </a:lnTo>
                  <a:close/>
                  <a:moveTo>
                    <a:pt x="434174" y="445179"/>
                  </a:moveTo>
                  <a:cubicBezTo>
                    <a:pt x="420759" y="460844"/>
                    <a:pt x="406511" y="461427"/>
                    <a:pt x="387179" y="461344"/>
                  </a:cubicBezTo>
                  <a:cubicBezTo>
                    <a:pt x="368597" y="461261"/>
                    <a:pt x="350015" y="459261"/>
                    <a:pt x="331934" y="455261"/>
                  </a:cubicBezTo>
                  <a:cubicBezTo>
                    <a:pt x="298770" y="447845"/>
                    <a:pt x="266606" y="432930"/>
                    <a:pt x="236193" y="417848"/>
                  </a:cubicBezTo>
                  <a:cubicBezTo>
                    <a:pt x="206946" y="403349"/>
                    <a:pt x="176114" y="386851"/>
                    <a:pt x="150534" y="366186"/>
                  </a:cubicBezTo>
                  <a:cubicBezTo>
                    <a:pt x="137368" y="355520"/>
                    <a:pt x="122120" y="345188"/>
                    <a:pt x="115787" y="328856"/>
                  </a:cubicBezTo>
                  <a:cubicBezTo>
                    <a:pt x="111871" y="318774"/>
                    <a:pt x="112704" y="309691"/>
                    <a:pt x="120036" y="300942"/>
                  </a:cubicBezTo>
                  <a:cubicBezTo>
                    <a:pt x="129369" y="289943"/>
                    <a:pt x="142368" y="292943"/>
                    <a:pt x="153450" y="299025"/>
                  </a:cubicBezTo>
                  <a:cubicBezTo>
                    <a:pt x="180031" y="313607"/>
                    <a:pt x="206862" y="327023"/>
                    <a:pt x="235026" y="338272"/>
                  </a:cubicBezTo>
                  <a:cubicBezTo>
                    <a:pt x="271607" y="352854"/>
                    <a:pt x="307937" y="366269"/>
                    <a:pt x="346099" y="376518"/>
                  </a:cubicBezTo>
                  <a:cubicBezTo>
                    <a:pt x="371763" y="383518"/>
                    <a:pt x="397678" y="390101"/>
                    <a:pt x="424009" y="390517"/>
                  </a:cubicBezTo>
                  <a:cubicBezTo>
                    <a:pt x="425509" y="390767"/>
                    <a:pt x="427008" y="391017"/>
                    <a:pt x="428509" y="391267"/>
                  </a:cubicBezTo>
                  <a:cubicBezTo>
                    <a:pt x="430175" y="393517"/>
                    <a:pt x="433592" y="394683"/>
                    <a:pt x="436092" y="393017"/>
                  </a:cubicBezTo>
                  <a:cubicBezTo>
                    <a:pt x="436925" y="393267"/>
                    <a:pt x="437758" y="393517"/>
                    <a:pt x="438591" y="393767"/>
                  </a:cubicBezTo>
                  <a:cubicBezTo>
                    <a:pt x="439841" y="394850"/>
                    <a:pt x="441424" y="395517"/>
                    <a:pt x="443091" y="395517"/>
                  </a:cubicBezTo>
                  <a:cubicBezTo>
                    <a:pt x="447591" y="397600"/>
                    <a:pt x="451006" y="400350"/>
                    <a:pt x="452340" y="404183"/>
                  </a:cubicBezTo>
                  <a:cubicBezTo>
                    <a:pt x="457007" y="417015"/>
                    <a:pt x="441674" y="436430"/>
                    <a:pt x="434174" y="445179"/>
                  </a:cubicBezTo>
                  <a:lnTo>
                    <a:pt x="434174" y="445179"/>
                  </a:lnTo>
                  <a:close/>
                </a:path>
              </a:pathLst>
            </a:custGeom>
            <a:grpFill/>
            <a:ln w="8332" cap="flat">
              <a:noFill/>
              <a:prstDash val="solid"/>
              <a:miter/>
            </a:ln>
          </p:spPr>
          <p:txBody>
            <a:bodyPr rtlCol="0" anchor="ctr"/>
            <a:lstStyle/>
            <a:p>
              <a:endParaRPr lang="en-US"/>
            </a:p>
          </p:txBody>
        </p:sp>
        <p:sp>
          <p:nvSpPr>
            <p:cNvPr id="1818" name="Freeform: Shape 1817"/>
            <p:cNvSpPr/>
            <p:nvPr/>
          </p:nvSpPr>
          <p:spPr>
            <a:xfrm>
              <a:off x="11712474" y="2334080"/>
              <a:ext cx="273742" cy="114687"/>
            </a:xfrm>
            <a:custGeom>
              <a:avLst/>
              <a:gdLst>
                <a:gd name="connsiteX0" fmla="*/ 270550 w 273742"/>
                <a:gd name="connsiteY0" fmla="*/ 106877 h 114687"/>
                <a:gd name="connsiteX1" fmla="*/ 130063 w 273742"/>
                <a:gd name="connsiteY1" fmla="*/ 70797 h 114687"/>
                <a:gd name="connsiteX2" fmla="*/ 60403 w 273742"/>
                <a:gd name="connsiteY2" fmla="*/ 39466 h 114687"/>
                <a:gd name="connsiteX3" fmla="*/ 33322 w 273742"/>
                <a:gd name="connsiteY3" fmla="*/ 21218 h 114687"/>
                <a:gd name="connsiteX4" fmla="*/ 3325 w 273742"/>
                <a:gd name="connsiteY4" fmla="*/ 553 h 114687"/>
                <a:gd name="connsiteX5" fmla="*/ 242 w 273742"/>
                <a:gd name="connsiteY5" fmla="*/ 2469 h 114687"/>
                <a:gd name="connsiteX6" fmla="*/ 19489 w 273742"/>
                <a:gd name="connsiteY6" fmla="*/ 21051 h 114687"/>
                <a:gd name="connsiteX7" fmla="*/ 49737 w 273742"/>
                <a:gd name="connsiteY7" fmla="*/ 44716 h 114687"/>
                <a:gd name="connsiteX8" fmla="*/ 120480 w 273742"/>
                <a:gd name="connsiteY8" fmla="*/ 80212 h 114687"/>
                <a:gd name="connsiteX9" fmla="*/ 270800 w 273742"/>
                <a:gd name="connsiteY9" fmla="*/ 114209 h 114687"/>
                <a:gd name="connsiteX10" fmla="*/ 270550 w 273742"/>
                <a:gd name="connsiteY10" fmla="*/ 106877 h 114687"/>
                <a:gd name="connsiteX11" fmla="*/ 270550 w 273742"/>
                <a:gd name="connsiteY11" fmla="*/ 106877 h 114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3742" h="114687">
                  <a:moveTo>
                    <a:pt x="270550" y="106877"/>
                  </a:moveTo>
                  <a:cubicBezTo>
                    <a:pt x="222389" y="102210"/>
                    <a:pt x="175142" y="87712"/>
                    <a:pt x="130063" y="70797"/>
                  </a:cubicBezTo>
                  <a:cubicBezTo>
                    <a:pt x="106065" y="61797"/>
                    <a:pt x="82568" y="52632"/>
                    <a:pt x="60403" y="39466"/>
                  </a:cubicBezTo>
                  <a:cubicBezTo>
                    <a:pt x="51070" y="33883"/>
                    <a:pt x="42071" y="27717"/>
                    <a:pt x="33322" y="21218"/>
                  </a:cubicBezTo>
                  <a:cubicBezTo>
                    <a:pt x="24323" y="14552"/>
                    <a:pt x="11157" y="8469"/>
                    <a:pt x="3325" y="553"/>
                  </a:cubicBezTo>
                  <a:cubicBezTo>
                    <a:pt x="1991" y="-780"/>
                    <a:pt x="-842" y="470"/>
                    <a:pt x="242" y="2469"/>
                  </a:cubicBezTo>
                  <a:cubicBezTo>
                    <a:pt x="4658" y="10302"/>
                    <a:pt x="12824" y="15218"/>
                    <a:pt x="19489" y="21051"/>
                  </a:cubicBezTo>
                  <a:cubicBezTo>
                    <a:pt x="29239" y="29467"/>
                    <a:pt x="39072" y="37466"/>
                    <a:pt x="49737" y="44716"/>
                  </a:cubicBezTo>
                  <a:cubicBezTo>
                    <a:pt x="71902" y="59714"/>
                    <a:pt x="95482" y="70797"/>
                    <a:pt x="120480" y="80212"/>
                  </a:cubicBezTo>
                  <a:cubicBezTo>
                    <a:pt x="168060" y="98127"/>
                    <a:pt x="219222" y="118042"/>
                    <a:pt x="270800" y="114209"/>
                  </a:cubicBezTo>
                  <a:cubicBezTo>
                    <a:pt x="274967" y="113876"/>
                    <a:pt x="274551" y="107293"/>
                    <a:pt x="270550" y="106877"/>
                  </a:cubicBezTo>
                  <a:lnTo>
                    <a:pt x="270550" y="106877"/>
                  </a:lnTo>
                  <a:close/>
                </a:path>
              </a:pathLst>
            </a:custGeom>
            <a:grpFill/>
            <a:ln w="8332" cap="flat">
              <a:noFill/>
              <a:prstDash val="solid"/>
              <a:miter/>
            </a:ln>
          </p:spPr>
          <p:txBody>
            <a:bodyPr rtlCol="0" anchor="ctr"/>
            <a:lstStyle/>
            <a:p>
              <a:endParaRPr lang="en-US"/>
            </a:p>
          </p:txBody>
        </p:sp>
        <p:sp>
          <p:nvSpPr>
            <p:cNvPr id="1819" name="Freeform: Shape 1818"/>
            <p:cNvSpPr/>
            <p:nvPr/>
          </p:nvSpPr>
          <p:spPr>
            <a:xfrm>
              <a:off x="10249762" y="-290707"/>
              <a:ext cx="748057" cy="671205"/>
            </a:xfrm>
            <a:custGeom>
              <a:avLst/>
              <a:gdLst>
                <a:gd name="connsiteX0" fmla="*/ 596199 w 748057"/>
                <a:gd name="connsiteY0" fmla="*/ 391459 h 671205"/>
                <a:gd name="connsiteX1" fmla="*/ 591616 w 748057"/>
                <a:gd name="connsiteY1" fmla="*/ 374877 h 671205"/>
                <a:gd name="connsiteX2" fmla="*/ 627529 w 748057"/>
                <a:gd name="connsiteY2" fmla="*/ 326382 h 671205"/>
                <a:gd name="connsiteX3" fmla="*/ 647027 w 748057"/>
                <a:gd name="connsiteY3" fmla="*/ 258721 h 671205"/>
                <a:gd name="connsiteX4" fmla="*/ 639028 w 748057"/>
                <a:gd name="connsiteY4" fmla="*/ 195727 h 671205"/>
                <a:gd name="connsiteX5" fmla="*/ 622280 w 748057"/>
                <a:gd name="connsiteY5" fmla="*/ 170562 h 671205"/>
                <a:gd name="connsiteX6" fmla="*/ 624864 w 748057"/>
                <a:gd name="connsiteY6" fmla="*/ 167396 h 671205"/>
                <a:gd name="connsiteX7" fmla="*/ 654944 w 748057"/>
                <a:gd name="connsiteY7" fmla="*/ 135232 h 671205"/>
                <a:gd name="connsiteX8" fmla="*/ 712938 w 748057"/>
                <a:gd name="connsiteY8" fmla="*/ 75321 h 671205"/>
                <a:gd name="connsiteX9" fmla="*/ 734436 w 748057"/>
                <a:gd name="connsiteY9" fmla="*/ 50906 h 671205"/>
                <a:gd name="connsiteX10" fmla="*/ 748018 w 748057"/>
                <a:gd name="connsiteY10" fmla="*/ 31825 h 671205"/>
                <a:gd name="connsiteX11" fmla="*/ 734520 w 748057"/>
                <a:gd name="connsiteY11" fmla="*/ 17826 h 671205"/>
                <a:gd name="connsiteX12" fmla="*/ 714272 w 748057"/>
                <a:gd name="connsiteY12" fmla="*/ 78 h 671205"/>
                <a:gd name="connsiteX13" fmla="*/ 701940 w 748057"/>
                <a:gd name="connsiteY13" fmla="*/ 8244 h 671205"/>
                <a:gd name="connsiteX14" fmla="*/ 677442 w 748057"/>
                <a:gd name="connsiteY14" fmla="*/ 37241 h 671205"/>
                <a:gd name="connsiteX15" fmla="*/ 632779 w 748057"/>
                <a:gd name="connsiteY15" fmla="*/ 93902 h 671205"/>
                <a:gd name="connsiteX16" fmla="*/ 604114 w 748057"/>
                <a:gd name="connsiteY16" fmla="*/ 126233 h 671205"/>
                <a:gd name="connsiteX17" fmla="*/ 593032 w 748057"/>
                <a:gd name="connsiteY17" fmla="*/ 138648 h 671205"/>
                <a:gd name="connsiteX18" fmla="*/ 563618 w 748057"/>
                <a:gd name="connsiteY18" fmla="*/ 121150 h 671205"/>
                <a:gd name="connsiteX19" fmla="*/ 492624 w 748057"/>
                <a:gd name="connsiteY19" fmla="*/ 101985 h 671205"/>
                <a:gd name="connsiteX20" fmla="*/ 389051 w 748057"/>
                <a:gd name="connsiteY20" fmla="*/ 130816 h 671205"/>
                <a:gd name="connsiteX21" fmla="*/ 358137 w 748057"/>
                <a:gd name="connsiteY21" fmla="*/ 114567 h 671205"/>
                <a:gd name="connsiteX22" fmla="*/ 322057 w 748057"/>
                <a:gd name="connsiteY22" fmla="*/ 163979 h 671205"/>
                <a:gd name="connsiteX23" fmla="*/ 286810 w 748057"/>
                <a:gd name="connsiteY23" fmla="*/ 197310 h 671205"/>
                <a:gd name="connsiteX24" fmla="*/ 238731 w 748057"/>
                <a:gd name="connsiteY24" fmla="*/ 236973 h 671205"/>
                <a:gd name="connsiteX25" fmla="*/ 148072 w 748057"/>
                <a:gd name="connsiteY25" fmla="*/ 319882 h 671205"/>
                <a:gd name="connsiteX26" fmla="*/ 58248 w 748057"/>
                <a:gd name="connsiteY26" fmla="*/ 402375 h 671205"/>
                <a:gd name="connsiteX27" fmla="*/ 86 w 748057"/>
                <a:gd name="connsiteY27" fmla="*/ 484701 h 671205"/>
                <a:gd name="connsiteX28" fmla="*/ 6919 w 748057"/>
                <a:gd name="connsiteY28" fmla="*/ 523530 h 671205"/>
                <a:gd name="connsiteX29" fmla="*/ 33000 w 748057"/>
                <a:gd name="connsiteY29" fmla="*/ 581859 h 671205"/>
                <a:gd name="connsiteX30" fmla="*/ 105077 w 748057"/>
                <a:gd name="connsiteY30" fmla="*/ 666684 h 671205"/>
                <a:gd name="connsiteX31" fmla="*/ 136657 w 748057"/>
                <a:gd name="connsiteY31" fmla="*/ 668434 h 671205"/>
                <a:gd name="connsiteX32" fmla="*/ 195318 w 748057"/>
                <a:gd name="connsiteY32" fmla="*/ 641270 h 671205"/>
                <a:gd name="connsiteX33" fmla="*/ 296226 w 748057"/>
                <a:gd name="connsiteY33" fmla="*/ 582608 h 671205"/>
                <a:gd name="connsiteX34" fmla="*/ 411133 w 748057"/>
                <a:gd name="connsiteY34" fmla="*/ 507615 h 671205"/>
                <a:gd name="connsiteX35" fmla="*/ 526872 w 748057"/>
                <a:gd name="connsiteY35" fmla="*/ 434955 h 671205"/>
                <a:gd name="connsiteX36" fmla="*/ 527205 w 748057"/>
                <a:gd name="connsiteY36" fmla="*/ 434705 h 671205"/>
                <a:gd name="connsiteX37" fmla="*/ 532204 w 748057"/>
                <a:gd name="connsiteY37" fmla="*/ 434538 h 671205"/>
                <a:gd name="connsiteX38" fmla="*/ 596199 w 748057"/>
                <a:gd name="connsiteY38" fmla="*/ 391459 h 671205"/>
                <a:gd name="connsiteX39" fmla="*/ 596199 w 748057"/>
                <a:gd name="connsiteY39" fmla="*/ 391459 h 671205"/>
                <a:gd name="connsiteX40" fmla="*/ 664526 w 748057"/>
                <a:gd name="connsiteY40" fmla="*/ 71571 h 671205"/>
                <a:gd name="connsiteX41" fmla="*/ 691191 w 748057"/>
                <a:gd name="connsiteY41" fmla="*/ 37824 h 671205"/>
                <a:gd name="connsiteX42" fmla="*/ 712022 w 748057"/>
                <a:gd name="connsiteY42" fmla="*/ 12910 h 671205"/>
                <a:gd name="connsiteX43" fmla="*/ 733104 w 748057"/>
                <a:gd name="connsiteY43" fmla="*/ 29242 h 671205"/>
                <a:gd name="connsiteX44" fmla="*/ 730520 w 748057"/>
                <a:gd name="connsiteY44" fmla="*/ 41574 h 671205"/>
                <a:gd name="connsiteX45" fmla="*/ 720937 w 748057"/>
                <a:gd name="connsiteY45" fmla="*/ 52906 h 671205"/>
                <a:gd name="connsiteX46" fmla="*/ 666276 w 748057"/>
                <a:gd name="connsiteY46" fmla="*/ 109151 h 671205"/>
                <a:gd name="connsiteX47" fmla="*/ 639112 w 748057"/>
                <a:gd name="connsiteY47" fmla="*/ 137065 h 671205"/>
                <a:gd name="connsiteX48" fmla="*/ 609864 w 748057"/>
                <a:gd name="connsiteY48" fmla="*/ 168146 h 671205"/>
                <a:gd name="connsiteX49" fmla="*/ 592533 w 748057"/>
                <a:gd name="connsiteY49" fmla="*/ 171645 h 671205"/>
                <a:gd name="connsiteX50" fmla="*/ 589200 w 748057"/>
                <a:gd name="connsiteY50" fmla="*/ 158647 h 671205"/>
                <a:gd name="connsiteX51" fmla="*/ 598616 w 748057"/>
                <a:gd name="connsiteY51" fmla="*/ 151231 h 671205"/>
                <a:gd name="connsiteX52" fmla="*/ 619863 w 748057"/>
                <a:gd name="connsiteY52" fmla="*/ 127066 h 671205"/>
                <a:gd name="connsiteX53" fmla="*/ 664526 w 748057"/>
                <a:gd name="connsiteY53" fmla="*/ 71571 h 671205"/>
                <a:gd name="connsiteX54" fmla="*/ 664526 w 748057"/>
                <a:gd name="connsiteY54" fmla="*/ 71571 h 671205"/>
                <a:gd name="connsiteX55" fmla="*/ 482876 w 748057"/>
                <a:gd name="connsiteY55" fmla="*/ 114234 h 671205"/>
                <a:gd name="connsiteX56" fmla="*/ 544537 w 748057"/>
                <a:gd name="connsiteY56" fmla="*/ 125233 h 671205"/>
                <a:gd name="connsiteX57" fmla="*/ 571951 w 748057"/>
                <a:gd name="connsiteY57" fmla="*/ 136315 h 671205"/>
                <a:gd name="connsiteX58" fmla="*/ 588616 w 748057"/>
                <a:gd name="connsiteY58" fmla="*/ 143648 h 671205"/>
                <a:gd name="connsiteX59" fmla="*/ 582617 w 748057"/>
                <a:gd name="connsiteY59" fmla="*/ 150147 h 671205"/>
                <a:gd name="connsiteX60" fmla="*/ 573034 w 748057"/>
                <a:gd name="connsiteY60" fmla="*/ 165813 h 671205"/>
                <a:gd name="connsiteX61" fmla="*/ 604949 w 748057"/>
                <a:gd name="connsiteY61" fmla="*/ 184061 h 671205"/>
                <a:gd name="connsiteX62" fmla="*/ 618114 w 748057"/>
                <a:gd name="connsiteY62" fmla="*/ 175478 h 671205"/>
                <a:gd name="connsiteX63" fmla="*/ 630696 w 748057"/>
                <a:gd name="connsiteY63" fmla="*/ 211475 h 671205"/>
                <a:gd name="connsiteX64" fmla="*/ 632696 w 748057"/>
                <a:gd name="connsiteY64" fmla="*/ 269137 h 671205"/>
                <a:gd name="connsiteX65" fmla="*/ 615530 w 748057"/>
                <a:gd name="connsiteY65" fmla="*/ 321549 h 671205"/>
                <a:gd name="connsiteX66" fmla="*/ 588533 w 748057"/>
                <a:gd name="connsiteY66" fmla="*/ 358212 h 671205"/>
                <a:gd name="connsiteX67" fmla="*/ 595199 w 748057"/>
                <a:gd name="connsiteY67" fmla="*/ 317966 h 671205"/>
                <a:gd name="connsiteX68" fmla="*/ 609698 w 748057"/>
                <a:gd name="connsiteY68" fmla="*/ 232640 h 671205"/>
                <a:gd name="connsiteX69" fmla="*/ 607865 w 748057"/>
                <a:gd name="connsiteY69" fmla="*/ 225974 h 671205"/>
                <a:gd name="connsiteX70" fmla="*/ 591450 w 748057"/>
                <a:gd name="connsiteY70" fmla="*/ 223807 h 671205"/>
                <a:gd name="connsiteX71" fmla="*/ 566535 w 748057"/>
                <a:gd name="connsiteY71" fmla="*/ 199476 h 671205"/>
                <a:gd name="connsiteX72" fmla="*/ 552369 w 748057"/>
                <a:gd name="connsiteY72" fmla="*/ 159897 h 671205"/>
                <a:gd name="connsiteX73" fmla="*/ 507041 w 748057"/>
                <a:gd name="connsiteY73" fmla="*/ 152564 h 671205"/>
                <a:gd name="connsiteX74" fmla="*/ 488209 w 748057"/>
                <a:gd name="connsiteY74" fmla="*/ 133399 h 671205"/>
                <a:gd name="connsiteX75" fmla="*/ 446379 w 748057"/>
                <a:gd name="connsiteY75" fmla="*/ 118067 h 671205"/>
                <a:gd name="connsiteX76" fmla="*/ 482876 w 748057"/>
                <a:gd name="connsiteY76" fmla="*/ 114234 h 671205"/>
                <a:gd name="connsiteX77" fmla="*/ 482876 w 748057"/>
                <a:gd name="connsiteY77" fmla="*/ 114234 h 671205"/>
                <a:gd name="connsiteX78" fmla="*/ 401049 w 748057"/>
                <a:gd name="connsiteY78" fmla="*/ 139982 h 671205"/>
                <a:gd name="connsiteX79" fmla="*/ 502207 w 748057"/>
                <a:gd name="connsiteY79" fmla="*/ 159397 h 671205"/>
                <a:gd name="connsiteX80" fmla="*/ 511207 w 748057"/>
                <a:gd name="connsiteY80" fmla="*/ 207892 h 671205"/>
                <a:gd name="connsiteX81" fmla="*/ 532288 w 748057"/>
                <a:gd name="connsiteY81" fmla="*/ 241473 h 671205"/>
                <a:gd name="connsiteX82" fmla="*/ 535205 w 748057"/>
                <a:gd name="connsiteY82" fmla="*/ 238556 h 671205"/>
                <a:gd name="connsiteX83" fmla="*/ 514623 w 748057"/>
                <a:gd name="connsiteY83" fmla="*/ 174562 h 671205"/>
                <a:gd name="connsiteX84" fmla="*/ 509790 w 748057"/>
                <a:gd name="connsiteY84" fmla="*/ 157397 h 671205"/>
                <a:gd name="connsiteX85" fmla="*/ 529205 w 748057"/>
                <a:gd name="connsiteY85" fmla="*/ 156147 h 671205"/>
                <a:gd name="connsiteX86" fmla="*/ 552036 w 748057"/>
                <a:gd name="connsiteY86" fmla="*/ 178478 h 671205"/>
                <a:gd name="connsiteX87" fmla="*/ 561286 w 748057"/>
                <a:gd name="connsiteY87" fmla="*/ 212225 h 671205"/>
                <a:gd name="connsiteX88" fmla="*/ 599032 w 748057"/>
                <a:gd name="connsiteY88" fmla="*/ 234890 h 671205"/>
                <a:gd name="connsiteX89" fmla="*/ 596533 w 748057"/>
                <a:gd name="connsiteY89" fmla="*/ 238223 h 671205"/>
                <a:gd name="connsiteX90" fmla="*/ 592949 w 748057"/>
                <a:gd name="connsiteY90" fmla="*/ 249305 h 671205"/>
                <a:gd name="connsiteX91" fmla="*/ 590783 w 748057"/>
                <a:gd name="connsiteY91" fmla="*/ 290051 h 671205"/>
                <a:gd name="connsiteX92" fmla="*/ 583867 w 748057"/>
                <a:gd name="connsiteY92" fmla="*/ 330464 h 671205"/>
                <a:gd name="connsiteX93" fmla="*/ 575451 w 748057"/>
                <a:gd name="connsiteY93" fmla="*/ 358462 h 671205"/>
                <a:gd name="connsiteX94" fmla="*/ 570368 w 748057"/>
                <a:gd name="connsiteY94" fmla="*/ 354296 h 671205"/>
                <a:gd name="connsiteX95" fmla="*/ 516290 w 748057"/>
                <a:gd name="connsiteY95" fmla="*/ 301717 h 671205"/>
                <a:gd name="connsiteX96" fmla="*/ 426047 w 748057"/>
                <a:gd name="connsiteY96" fmla="*/ 194227 h 671205"/>
                <a:gd name="connsiteX97" fmla="*/ 419131 w 748057"/>
                <a:gd name="connsiteY97" fmla="*/ 183311 h 671205"/>
                <a:gd name="connsiteX98" fmla="*/ 396133 w 748057"/>
                <a:gd name="connsiteY98" fmla="*/ 142481 h 671205"/>
                <a:gd name="connsiteX99" fmla="*/ 396800 w 748057"/>
                <a:gd name="connsiteY99" fmla="*/ 141232 h 671205"/>
                <a:gd name="connsiteX100" fmla="*/ 398133 w 748057"/>
                <a:gd name="connsiteY100" fmla="*/ 140148 h 671205"/>
                <a:gd name="connsiteX101" fmla="*/ 401049 w 748057"/>
                <a:gd name="connsiteY101" fmla="*/ 139982 h 671205"/>
                <a:gd name="connsiteX102" fmla="*/ 401049 w 748057"/>
                <a:gd name="connsiteY102" fmla="*/ 139982 h 671205"/>
                <a:gd name="connsiteX103" fmla="*/ 142240 w 748057"/>
                <a:gd name="connsiteY103" fmla="*/ 649352 h 671205"/>
                <a:gd name="connsiteX104" fmla="*/ 116576 w 748057"/>
                <a:gd name="connsiteY104" fmla="*/ 654935 h 671205"/>
                <a:gd name="connsiteX105" fmla="*/ 94244 w 748057"/>
                <a:gd name="connsiteY105" fmla="*/ 638187 h 671205"/>
                <a:gd name="connsiteX106" fmla="*/ 58497 w 748057"/>
                <a:gd name="connsiteY106" fmla="*/ 593691 h 671205"/>
                <a:gd name="connsiteX107" fmla="*/ 17084 w 748057"/>
                <a:gd name="connsiteY107" fmla="*/ 496033 h 671205"/>
                <a:gd name="connsiteX108" fmla="*/ 22917 w 748057"/>
                <a:gd name="connsiteY108" fmla="*/ 463536 h 671205"/>
                <a:gd name="connsiteX109" fmla="*/ 55581 w 748057"/>
                <a:gd name="connsiteY109" fmla="*/ 477951 h 671205"/>
                <a:gd name="connsiteX110" fmla="*/ 134158 w 748057"/>
                <a:gd name="connsiteY110" fmla="*/ 525530 h 671205"/>
                <a:gd name="connsiteX111" fmla="*/ 132158 w 748057"/>
                <a:gd name="connsiteY111" fmla="*/ 596607 h 671205"/>
                <a:gd name="connsiteX112" fmla="*/ 149239 w 748057"/>
                <a:gd name="connsiteY112" fmla="*/ 646436 h 671205"/>
                <a:gd name="connsiteX113" fmla="*/ 142240 w 748057"/>
                <a:gd name="connsiteY113" fmla="*/ 649352 h 671205"/>
                <a:gd name="connsiteX114" fmla="*/ 142240 w 748057"/>
                <a:gd name="connsiteY114" fmla="*/ 649352 h 671205"/>
                <a:gd name="connsiteX115" fmla="*/ 160821 w 748057"/>
                <a:gd name="connsiteY115" fmla="*/ 641270 h 671205"/>
                <a:gd name="connsiteX116" fmla="*/ 144156 w 748057"/>
                <a:gd name="connsiteY116" fmla="*/ 611939 h 671205"/>
                <a:gd name="connsiteX117" fmla="*/ 141990 w 748057"/>
                <a:gd name="connsiteY117" fmla="*/ 579692 h 671205"/>
                <a:gd name="connsiteX118" fmla="*/ 142240 w 748057"/>
                <a:gd name="connsiteY118" fmla="*/ 562194 h 671205"/>
                <a:gd name="connsiteX119" fmla="*/ 144823 w 748057"/>
                <a:gd name="connsiteY119" fmla="*/ 544695 h 671205"/>
                <a:gd name="connsiteX120" fmla="*/ 138656 w 748057"/>
                <a:gd name="connsiteY120" fmla="*/ 518198 h 671205"/>
                <a:gd name="connsiteX121" fmla="*/ 91411 w 748057"/>
                <a:gd name="connsiteY121" fmla="*/ 480034 h 671205"/>
                <a:gd name="connsiteX122" fmla="*/ 53665 w 748057"/>
                <a:gd name="connsiteY122" fmla="*/ 468619 h 671205"/>
                <a:gd name="connsiteX123" fmla="*/ 26250 w 748057"/>
                <a:gd name="connsiteY123" fmla="*/ 457703 h 671205"/>
                <a:gd name="connsiteX124" fmla="*/ 75913 w 748057"/>
                <a:gd name="connsiteY124" fmla="*/ 407208 h 671205"/>
                <a:gd name="connsiteX125" fmla="*/ 92244 w 748057"/>
                <a:gd name="connsiteY125" fmla="*/ 392042 h 671205"/>
                <a:gd name="connsiteX126" fmla="*/ 105993 w 748057"/>
                <a:gd name="connsiteY126" fmla="*/ 431455 h 671205"/>
                <a:gd name="connsiteX127" fmla="*/ 182070 w 748057"/>
                <a:gd name="connsiteY127" fmla="*/ 482117 h 671205"/>
                <a:gd name="connsiteX128" fmla="*/ 232231 w 748057"/>
                <a:gd name="connsiteY128" fmla="*/ 505115 h 671205"/>
                <a:gd name="connsiteX129" fmla="*/ 222733 w 748057"/>
                <a:gd name="connsiteY129" fmla="*/ 556611 h 671205"/>
                <a:gd name="connsiteX130" fmla="*/ 228315 w 748057"/>
                <a:gd name="connsiteY130" fmla="*/ 589774 h 671205"/>
                <a:gd name="connsiteX131" fmla="*/ 236232 w 748057"/>
                <a:gd name="connsiteY131" fmla="*/ 602523 h 671205"/>
                <a:gd name="connsiteX132" fmla="*/ 160821 w 748057"/>
                <a:gd name="connsiteY132" fmla="*/ 641270 h 671205"/>
                <a:gd name="connsiteX133" fmla="*/ 160821 w 748057"/>
                <a:gd name="connsiteY133" fmla="*/ 641270 h 671205"/>
                <a:gd name="connsiteX134" fmla="*/ 245314 w 748057"/>
                <a:gd name="connsiteY134" fmla="*/ 597440 h 671205"/>
                <a:gd name="connsiteX135" fmla="*/ 245147 w 748057"/>
                <a:gd name="connsiteY135" fmla="*/ 597274 h 671205"/>
                <a:gd name="connsiteX136" fmla="*/ 235398 w 748057"/>
                <a:gd name="connsiteY136" fmla="*/ 579275 h 671205"/>
                <a:gd name="connsiteX137" fmla="*/ 232982 w 748057"/>
                <a:gd name="connsiteY137" fmla="*/ 554028 h 671205"/>
                <a:gd name="connsiteX138" fmla="*/ 240148 w 748057"/>
                <a:gd name="connsiteY138" fmla="*/ 537613 h 671205"/>
                <a:gd name="connsiteX139" fmla="*/ 244314 w 748057"/>
                <a:gd name="connsiteY139" fmla="*/ 513198 h 671205"/>
                <a:gd name="connsiteX140" fmla="*/ 221483 w 748057"/>
                <a:gd name="connsiteY140" fmla="*/ 490617 h 671205"/>
                <a:gd name="connsiteX141" fmla="*/ 187485 w 748057"/>
                <a:gd name="connsiteY141" fmla="*/ 476535 h 671205"/>
                <a:gd name="connsiteX142" fmla="*/ 146406 w 748057"/>
                <a:gd name="connsiteY142" fmla="*/ 454787 h 671205"/>
                <a:gd name="connsiteX143" fmla="*/ 100911 w 748057"/>
                <a:gd name="connsiteY143" fmla="*/ 384460 h 671205"/>
                <a:gd name="connsiteX144" fmla="*/ 156905 w 748057"/>
                <a:gd name="connsiteY144" fmla="*/ 331381 h 671205"/>
                <a:gd name="connsiteX145" fmla="*/ 192985 w 748057"/>
                <a:gd name="connsiteY145" fmla="*/ 296634 h 671205"/>
                <a:gd name="connsiteX146" fmla="*/ 185903 w 748057"/>
                <a:gd name="connsiteY146" fmla="*/ 314216 h 671205"/>
                <a:gd name="connsiteX147" fmla="*/ 194569 w 748057"/>
                <a:gd name="connsiteY147" fmla="*/ 352463 h 671205"/>
                <a:gd name="connsiteX148" fmla="*/ 259479 w 748057"/>
                <a:gd name="connsiteY148" fmla="*/ 414790 h 671205"/>
                <a:gd name="connsiteX149" fmla="*/ 307475 w 748057"/>
                <a:gd name="connsiteY149" fmla="*/ 438205 h 671205"/>
                <a:gd name="connsiteX150" fmla="*/ 325307 w 748057"/>
                <a:gd name="connsiteY150" fmla="*/ 464036 h 671205"/>
                <a:gd name="connsiteX151" fmla="*/ 320391 w 748057"/>
                <a:gd name="connsiteY151" fmla="*/ 487450 h 671205"/>
                <a:gd name="connsiteX152" fmla="*/ 317224 w 748057"/>
                <a:gd name="connsiteY152" fmla="*/ 525030 h 671205"/>
                <a:gd name="connsiteX153" fmla="*/ 325056 w 748057"/>
                <a:gd name="connsiteY153" fmla="*/ 548112 h 671205"/>
                <a:gd name="connsiteX154" fmla="*/ 245314 w 748057"/>
                <a:gd name="connsiteY154" fmla="*/ 597440 h 671205"/>
                <a:gd name="connsiteX155" fmla="*/ 245314 w 748057"/>
                <a:gd name="connsiteY155" fmla="*/ 597440 h 671205"/>
                <a:gd name="connsiteX156" fmla="*/ 340805 w 748057"/>
                <a:gd name="connsiteY156" fmla="*/ 537446 h 671205"/>
                <a:gd name="connsiteX157" fmla="*/ 333140 w 748057"/>
                <a:gd name="connsiteY157" fmla="*/ 542529 h 671205"/>
                <a:gd name="connsiteX158" fmla="*/ 326640 w 748057"/>
                <a:gd name="connsiteY158" fmla="*/ 526863 h 671205"/>
                <a:gd name="connsiteX159" fmla="*/ 325307 w 748057"/>
                <a:gd name="connsiteY159" fmla="*/ 499699 h 671205"/>
                <a:gd name="connsiteX160" fmla="*/ 332889 w 748057"/>
                <a:gd name="connsiteY160" fmla="*/ 467619 h 671205"/>
                <a:gd name="connsiteX161" fmla="*/ 300309 w 748057"/>
                <a:gd name="connsiteY161" fmla="*/ 421540 h 671205"/>
                <a:gd name="connsiteX162" fmla="*/ 261395 w 748057"/>
                <a:gd name="connsiteY162" fmla="*/ 403125 h 671205"/>
                <a:gd name="connsiteX163" fmla="*/ 219567 w 748057"/>
                <a:gd name="connsiteY163" fmla="*/ 369961 h 671205"/>
                <a:gd name="connsiteX164" fmla="*/ 195735 w 748057"/>
                <a:gd name="connsiteY164" fmla="*/ 327881 h 671205"/>
                <a:gd name="connsiteX165" fmla="*/ 203317 w 748057"/>
                <a:gd name="connsiteY165" fmla="*/ 286552 h 671205"/>
                <a:gd name="connsiteX166" fmla="*/ 244648 w 748057"/>
                <a:gd name="connsiteY166" fmla="*/ 249055 h 671205"/>
                <a:gd name="connsiteX167" fmla="*/ 244730 w 748057"/>
                <a:gd name="connsiteY167" fmla="*/ 248972 h 671205"/>
                <a:gd name="connsiteX168" fmla="*/ 248647 w 748057"/>
                <a:gd name="connsiteY168" fmla="*/ 292385 h 671205"/>
                <a:gd name="connsiteX169" fmla="*/ 320890 w 748057"/>
                <a:gd name="connsiteY169" fmla="*/ 349296 h 671205"/>
                <a:gd name="connsiteX170" fmla="*/ 373803 w 748057"/>
                <a:gd name="connsiteY170" fmla="*/ 379960 h 671205"/>
                <a:gd name="connsiteX171" fmla="*/ 388051 w 748057"/>
                <a:gd name="connsiteY171" fmla="*/ 436372 h 671205"/>
                <a:gd name="connsiteX172" fmla="*/ 405132 w 748057"/>
                <a:gd name="connsiteY172" fmla="*/ 474202 h 671205"/>
                <a:gd name="connsiteX173" fmla="*/ 415631 w 748057"/>
                <a:gd name="connsiteY173" fmla="*/ 487534 h 671205"/>
                <a:gd name="connsiteX174" fmla="*/ 340805 w 748057"/>
                <a:gd name="connsiteY174" fmla="*/ 537446 h 671205"/>
                <a:gd name="connsiteX175" fmla="*/ 340805 w 748057"/>
                <a:gd name="connsiteY175" fmla="*/ 537446 h 671205"/>
                <a:gd name="connsiteX176" fmla="*/ 424882 w 748057"/>
                <a:gd name="connsiteY176" fmla="*/ 481534 h 671205"/>
                <a:gd name="connsiteX177" fmla="*/ 409049 w 748057"/>
                <a:gd name="connsiteY177" fmla="*/ 464702 h 671205"/>
                <a:gd name="connsiteX178" fmla="*/ 394551 w 748057"/>
                <a:gd name="connsiteY178" fmla="*/ 415374 h 671205"/>
                <a:gd name="connsiteX179" fmla="*/ 359221 w 748057"/>
                <a:gd name="connsiteY179" fmla="*/ 358295 h 671205"/>
                <a:gd name="connsiteX180" fmla="*/ 274561 w 748057"/>
                <a:gd name="connsiteY180" fmla="*/ 313966 h 671205"/>
                <a:gd name="connsiteX181" fmla="*/ 249814 w 748057"/>
                <a:gd name="connsiteY181" fmla="*/ 269387 h 671205"/>
                <a:gd name="connsiteX182" fmla="*/ 255980 w 748057"/>
                <a:gd name="connsiteY182" fmla="*/ 239306 h 671205"/>
                <a:gd name="connsiteX183" fmla="*/ 292226 w 748057"/>
                <a:gd name="connsiteY183" fmla="*/ 208809 h 671205"/>
                <a:gd name="connsiteX184" fmla="*/ 324390 w 748057"/>
                <a:gd name="connsiteY184" fmla="*/ 176562 h 671205"/>
                <a:gd name="connsiteX185" fmla="*/ 370969 w 748057"/>
                <a:gd name="connsiteY185" fmla="*/ 280886 h 671205"/>
                <a:gd name="connsiteX186" fmla="*/ 442796 w 748057"/>
                <a:gd name="connsiteY186" fmla="*/ 380210 h 671205"/>
                <a:gd name="connsiteX187" fmla="*/ 486959 w 748057"/>
                <a:gd name="connsiteY187" fmla="*/ 416790 h 671205"/>
                <a:gd name="connsiteX188" fmla="*/ 506790 w 748057"/>
                <a:gd name="connsiteY188" fmla="*/ 429122 h 671205"/>
                <a:gd name="connsiteX189" fmla="*/ 424882 w 748057"/>
                <a:gd name="connsiteY189" fmla="*/ 481534 h 671205"/>
                <a:gd name="connsiteX190" fmla="*/ 424882 w 748057"/>
                <a:gd name="connsiteY190" fmla="*/ 481534 h 671205"/>
                <a:gd name="connsiteX191" fmla="*/ 543870 w 748057"/>
                <a:gd name="connsiteY191" fmla="*/ 417123 h 671205"/>
                <a:gd name="connsiteX192" fmla="*/ 495375 w 748057"/>
                <a:gd name="connsiteY192" fmla="*/ 406041 h 671205"/>
                <a:gd name="connsiteX193" fmla="*/ 451629 w 748057"/>
                <a:gd name="connsiteY193" fmla="*/ 371711 h 671205"/>
                <a:gd name="connsiteX194" fmla="*/ 390134 w 748057"/>
                <a:gd name="connsiteY194" fmla="*/ 289551 h 671205"/>
                <a:gd name="connsiteX195" fmla="*/ 344721 w 748057"/>
                <a:gd name="connsiteY195" fmla="*/ 200643 h 671205"/>
                <a:gd name="connsiteX196" fmla="*/ 334889 w 748057"/>
                <a:gd name="connsiteY196" fmla="*/ 150564 h 671205"/>
                <a:gd name="connsiteX197" fmla="*/ 353220 w 748057"/>
                <a:gd name="connsiteY197" fmla="*/ 129149 h 671205"/>
                <a:gd name="connsiteX198" fmla="*/ 382635 w 748057"/>
                <a:gd name="connsiteY198" fmla="*/ 145231 h 671205"/>
                <a:gd name="connsiteX199" fmla="*/ 431297 w 748057"/>
                <a:gd name="connsiteY199" fmla="*/ 221558 h 671205"/>
                <a:gd name="connsiteX200" fmla="*/ 505374 w 748057"/>
                <a:gd name="connsiteY200" fmla="*/ 312549 h 671205"/>
                <a:gd name="connsiteX201" fmla="*/ 564119 w 748057"/>
                <a:gd name="connsiteY201" fmla="*/ 365545 h 671205"/>
                <a:gd name="connsiteX202" fmla="*/ 567535 w 748057"/>
                <a:gd name="connsiteY202" fmla="*/ 368544 h 671205"/>
                <a:gd name="connsiteX203" fmla="*/ 573034 w 748057"/>
                <a:gd name="connsiteY203" fmla="*/ 373961 h 671205"/>
                <a:gd name="connsiteX204" fmla="*/ 574785 w 748057"/>
                <a:gd name="connsiteY204" fmla="*/ 375877 h 671205"/>
                <a:gd name="connsiteX205" fmla="*/ 577617 w 748057"/>
                <a:gd name="connsiteY205" fmla="*/ 379710 h 671205"/>
                <a:gd name="connsiteX206" fmla="*/ 580951 w 748057"/>
                <a:gd name="connsiteY206" fmla="*/ 391959 h 671205"/>
                <a:gd name="connsiteX207" fmla="*/ 543870 w 748057"/>
                <a:gd name="connsiteY207" fmla="*/ 417123 h 671205"/>
                <a:gd name="connsiteX208" fmla="*/ 543870 w 748057"/>
                <a:gd name="connsiteY208" fmla="*/ 417123 h 671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Lst>
              <a:rect l="l" t="t" r="r" b="b"/>
              <a:pathLst>
                <a:path w="748057" h="671205">
                  <a:moveTo>
                    <a:pt x="596199" y="391459"/>
                  </a:moveTo>
                  <a:cubicBezTo>
                    <a:pt x="596616" y="385210"/>
                    <a:pt x="594699" y="379793"/>
                    <a:pt x="591616" y="374877"/>
                  </a:cubicBezTo>
                  <a:cubicBezTo>
                    <a:pt x="607115" y="362795"/>
                    <a:pt x="621113" y="343963"/>
                    <a:pt x="627529" y="326382"/>
                  </a:cubicBezTo>
                  <a:cubicBezTo>
                    <a:pt x="635279" y="305383"/>
                    <a:pt x="645445" y="281052"/>
                    <a:pt x="647027" y="258721"/>
                  </a:cubicBezTo>
                  <a:cubicBezTo>
                    <a:pt x="648444" y="238389"/>
                    <a:pt x="645111" y="214975"/>
                    <a:pt x="639028" y="195727"/>
                  </a:cubicBezTo>
                  <a:cubicBezTo>
                    <a:pt x="636779" y="188561"/>
                    <a:pt x="630446" y="173645"/>
                    <a:pt x="622280" y="170562"/>
                  </a:cubicBezTo>
                  <a:cubicBezTo>
                    <a:pt x="623196" y="169479"/>
                    <a:pt x="624029" y="168396"/>
                    <a:pt x="624864" y="167396"/>
                  </a:cubicBezTo>
                  <a:cubicBezTo>
                    <a:pt x="634445" y="156314"/>
                    <a:pt x="644777" y="145814"/>
                    <a:pt x="654944" y="135232"/>
                  </a:cubicBezTo>
                  <a:cubicBezTo>
                    <a:pt x="674192" y="115234"/>
                    <a:pt x="694274" y="95819"/>
                    <a:pt x="712938" y="75321"/>
                  </a:cubicBezTo>
                  <a:cubicBezTo>
                    <a:pt x="720271" y="67322"/>
                    <a:pt x="727270" y="59072"/>
                    <a:pt x="734436" y="50906"/>
                  </a:cubicBezTo>
                  <a:cubicBezTo>
                    <a:pt x="738519" y="46157"/>
                    <a:pt x="748769" y="39157"/>
                    <a:pt x="748018" y="31825"/>
                  </a:cubicBezTo>
                  <a:cubicBezTo>
                    <a:pt x="747352" y="25575"/>
                    <a:pt x="738686" y="21242"/>
                    <a:pt x="734520" y="17826"/>
                  </a:cubicBezTo>
                  <a:cubicBezTo>
                    <a:pt x="729021" y="13160"/>
                    <a:pt x="722104" y="1161"/>
                    <a:pt x="714272" y="78"/>
                  </a:cubicBezTo>
                  <a:cubicBezTo>
                    <a:pt x="708355" y="-672"/>
                    <a:pt x="705439" y="4161"/>
                    <a:pt x="701940" y="8244"/>
                  </a:cubicBezTo>
                  <a:cubicBezTo>
                    <a:pt x="693690" y="17826"/>
                    <a:pt x="685607" y="27575"/>
                    <a:pt x="677442" y="37241"/>
                  </a:cubicBezTo>
                  <a:cubicBezTo>
                    <a:pt x="662026" y="55573"/>
                    <a:pt x="647278" y="74738"/>
                    <a:pt x="632779" y="93902"/>
                  </a:cubicBezTo>
                  <a:cubicBezTo>
                    <a:pt x="623030" y="104568"/>
                    <a:pt x="613530" y="115567"/>
                    <a:pt x="604114" y="126233"/>
                  </a:cubicBezTo>
                  <a:cubicBezTo>
                    <a:pt x="600365" y="130483"/>
                    <a:pt x="596782" y="134565"/>
                    <a:pt x="593032" y="138648"/>
                  </a:cubicBezTo>
                  <a:cubicBezTo>
                    <a:pt x="585450" y="130483"/>
                    <a:pt x="571702" y="125066"/>
                    <a:pt x="563618" y="121150"/>
                  </a:cubicBezTo>
                  <a:cubicBezTo>
                    <a:pt x="541454" y="110568"/>
                    <a:pt x="517290" y="102735"/>
                    <a:pt x="492624" y="101985"/>
                  </a:cubicBezTo>
                  <a:cubicBezTo>
                    <a:pt x="459461" y="100902"/>
                    <a:pt x="413132" y="104235"/>
                    <a:pt x="389051" y="130816"/>
                  </a:cubicBezTo>
                  <a:cubicBezTo>
                    <a:pt x="381718" y="120983"/>
                    <a:pt x="371052" y="113567"/>
                    <a:pt x="358137" y="114567"/>
                  </a:cubicBezTo>
                  <a:cubicBezTo>
                    <a:pt x="330973" y="116567"/>
                    <a:pt x="320224" y="140565"/>
                    <a:pt x="322057" y="163979"/>
                  </a:cubicBezTo>
                  <a:cubicBezTo>
                    <a:pt x="309725" y="174395"/>
                    <a:pt x="299059" y="186727"/>
                    <a:pt x="286810" y="197310"/>
                  </a:cubicBezTo>
                  <a:cubicBezTo>
                    <a:pt x="271061" y="210892"/>
                    <a:pt x="254563" y="223557"/>
                    <a:pt x="238731" y="236973"/>
                  </a:cubicBezTo>
                  <a:cubicBezTo>
                    <a:pt x="207484" y="263387"/>
                    <a:pt x="177653" y="291635"/>
                    <a:pt x="148072" y="319882"/>
                  </a:cubicBezTo>
                  <a:cubicBezTo>
                    <a:pt x="118741" y="347963"/>
                    <a:pt x="88494" y="375210"/>
                    <a:pt x="58248" y="402375"/>
                  </a:cubicBezTo>
                  <a:cubicBezTo>
                    <a:pt x="33499" y="424789"/>
                    <a:pt x="2169" y="448704"/>
                    <a:pt x="86" y="484701"/>
                  </a:cubicBezTo>
                  <a:cubicBezTo>
                    <a:pt x="-664" y="497949"/>
                    <a:pt x="3669" y="510865"/>
                    <a:pt x="6919" y="523530"/>
                  </a:cubicBezTo>
                  <a:cubicBezTo>
                    <a:pt x="12168" y="544029"/>
                    <a:pt x="22668" y="563610"/>
                    <a:pt x="33000" y="581859"/>
                  </a:cubicBezTo>
                  <a:cubicBezTo>
                    <a:pt x="50248" y="612272"/>
                    <a:pt x="73580" y="649269"/>
                    <a:pt x="105077" y="666684"/>
                  </a:cubicBezTo>
                  <a:cubicBezTo>
                    <a:pt x="115658" y="672517"/>
                    <a:pt x="125408" y="672267"/>
                    <a:pt x="136657" y="668434"/>
                  </a:cubicBezTo>
                  <a:cubicBezTo>
                    <a:pt x="156905" y="661518"/>
                    <a:pt x="176403" y="651102"/>
                    <a:pt x="195318" y="641270"/>
                  </a:cubicBezTo>
                  <a:cubicBezTo>
                    <a:pt x="229815" y="623355"/>
                    <a:pt x="263313" y="603440"/>
                    <a:pt x="296226" y="582608"/>
                  </a:cubicBezTo>
                  <a:cubicBezTo>
                    <a:pt x="334889" y="558027"/>
                    <a:pt x="373386" y="533530"/>
                    <a:pt x="411133" y="507615"/>
                  </a:cubicBezTo>
                  <a:cubicBezTo>
                    <a:pt x="448713" y="481701"/>
                    <a:pt x="488042" y="458870"/>
                    <a:pt x="526872" y="434955"/>
                  </a:cubicBezTo>
                  <a:cubicBezTo>
                    <a:pt x="527038" y="434872"/>
                    <a:pt x="527121" y="434788"/>
                    <a:pt x="527205" y="434705"/>
                  </a:cubicBezTo>
                  <a:cubicBezTo>
                    <a:pt x="528872" y="434705"/>
                    <a:pt x="530538" y="434705"/>
                    <a:pt x="532204" y="434538"/>
                  </a:cubicBezTo>
                  <a:cubicBezTo>
                    <a:pt x="554369" y="432789"/>
                    <a:pt x="594449" y="418457"/>
                    <a:pt x="596199" y="391459"/>
                  </a:cubicBezTo>
                  <a:lnTo>
                    <a:pt x="596199" y="391459"/>
                  </a:lnTo>
                  <a:close/>
                  <a:moveTo>
                    <a:pt x="664526" y="71571"/>
                  </a:moveTo>
                  <a:cubicBezTo>
                    <a:pt x="673025" y="59989"/>
                    <a:pt x="681775" y="48657"/>
                    <a:pt x="691191" y="37824"/>
                  </a:cubicBezTo>
                  <a:cubicBezTo>
                    <a:pt x="695190" y="33158"/>
                    <a:pt x="706939" y="13493"/>
                    <a:pt x="712022" y="12910"/>
                  </a:cubicBezTo>
                  <a:cubicBezTo>
                    <a:pt x="716688" y="12410"/>
                    <a:pt x="730353" y="25742"/>
                    <a:pt x="733104" y="29242"/>
                  </a:cubicBezTo>
                  <a:cubicBezTo>
                    <a:pt x="737853" y="35241"/>
                    <a:pt x="735686" y="35741"/>
                    <a:pt x="730520" y="41574"/>
                  </a:cubicBezTo>
                  <a:cubicBezTo>
                    <a:pt x="727187" y="45240"/>
                    <a:pt x="724271" y="49240"/>
                    <a:pt x="720937" y="52906"/>
                  </a:cubicBezTo>
                  <a:cubicBezTo>
                    <a:pt x="703356" y="72321"/>
                    <a:pt x="684524" y="90403"/>
                    <a:pt x="666276" y="109151"/>
                  </a:cubicBezTo>
                  <a:cubicBezTo>
                    <a:pt x="657193" y="118484"/>
                    <a:pt x="648194" y="127816"/>
                    <a:pt x="639112" y="137065"/>
                  </a:cubicBezTo>
                  <a:cubicBezTo>
                    <a:pt x="629613" y="146731"/>
                    <a:pt x="620530" y="159980"/>
                    <a:pt x="609864" y="168146"/>
                  </a:cubicBezTo>
                  <a:cubicBezTo>
                    <a:pt x="605032" y="171812"/>
                    <a:pt x="598865" y="174145"/>
                    <a:pt x="592533" y="171645"/>
                  </a:cubicBezTo>
                  <a:cubicBezTo>
                    <a:pt x="582867" y="167729"/>
                    <a:pt x="585034" y="163396"/>
                    <a:pt x="589200" y="158647"/>
                  </a:cubicBezTo>
                  <a:cubicBezTo>
                    <a:pt x="592533" y="156230"/>
                    <a:pt x="595865" y="153897"/>
                    <a:pt x="598616" y="151231"/>
                  </a:cubicBezTo>
                  <a:cubicBezTo>
                    <a:pt x="606281" y="143731"/>
                    <a:pt x="612947" y="135232"/>
                    <a:pt x="619863" y="127066"/>
                  </a:cubicBezTo>
                  <a:cubicBezTo>
                    <a:pt x="635279" y="109151"/>
                    <a:pt x="650611" y="90569"/>
                    <a:pt x="664526" y="71571"/>
                  </a:cubicBezTo>
                  <a:lnTo>
                    <a:pt x="664526" y="71571"/>
                  </a:lnTo>
                  <a:close/>
                  <a:moveTo>
                    <a:pt x="482876" y="114234"/>
                  </a:moveTo>
                  <a:cubicBezTo>
                    <a:pt x="504374" y="113817"/>
                    <a:pt x="524372" y="117734"/>
                    <a:pt x="544537" y="125233"/>
                  </a:cubicBezTo>
                  <a:cubicBezTo>
                    <a:pt x="553786" y="128733"/>
                    <a:pt x="562952" y="132316"/>
                    <a:pt x="571951" y="136315"/>
                  </a:cubicBezTo>
                  <a:cubicBezTo>
                    <a:pt x="576534" y="138315"/>
                    <a:pt x="583283" y="140565"/>
                    <a:pt x="588616" y="143648"/>
                  </a:cubicBezTo>
                  <a:cubicBezTo>
                    <a:pt x="586616" y="145814"/>
                    <a:pt x="584616" y="147981"/>
                    <a:pt x="582617" y="150147"/>
                  </a:cubicBezTo>
                  <a:cubicBezTo>
                    <a:pt x="578951" y="154064"/>
                    <a:pt x="573535" y="160146"/>
                    <a:pt x="573034" y="165813"/>
                  </a:cubicBezTo>
                  <a:cubicBezTo>
                    <a:pt x="571867" y="181228"/>
                    <a:pt x="593616" y="185894"/>
                    <a:pt x="604949" y="184061"/>
                  </a:cubicBezTo>
                  <a:cubicBezTo>
                    <a:pt x="610281" y="183144"/>
                    <a:pt x="614448" y="179561"/>
                    <a:pt x="618114" y="175478"/>
                  </a:cubicBezTo>
                  <a:cubicBezTo>
                    <a:pt x="624446" y="185811"/>
                    <a:pt x="628529" y="200060"/>
                    <a:pt x="630696" y="211475"/>
                  </a:cubicBezTo>
                  <a:cubicBezTo>
                    <a:pt x="634196" y="229640"/>
                    <a:pt x="637612" y="251138"/>
                    <a:pt x="632696" y="269137"/>
                  </a:cubicBezTo>
                  <a:cubicBezTo>
                    <a:pt x="627863" y="286802"/>
                    <a:pt x="622530" y="304633"/>
                    <a:pt x="615530" y="321549"/>
                  </a:cubicBezTo>
                  <a:cubicBezTo>
                    <a:pt x="609781" y="335631"/>
                    <a:pt x="599532" y="347546"/>
                    <a:pt x="588533" y="358212"/>
                  </a:cubicBezTo>
                  <a:cubicBezTo>
                    <a:pt x="592033" y="345296"/>
                    <a:pt x="593533" y="331131"/>
                    <a:pt x="595199" y="317966"/>
                  </a:cubicBezTo>
                  <a:cubicBezTo>
                    <a:pt x="598699" y="290135"/>
                    <a:pt x="589450" y="254471"/>
                    <a:pt x="609698" y="232640"/>
                  </a:cubicBezTo>
                  <a:cubicBezTo>
                    <a:pt x="611614" y="230557"/>
                    <a:pt x="610281" y="226974"/>
                    <a:pt x="607865" y="225974"/>
                  </a:cubicBezTo>
                  <a:cubicBezTo>
                    <a:pt x="602532" y="223807"/>
                    <a:pt x="596949" y="225474"/>
                    <a:pt x="591450" y="223807"/>
                  </a:cubicBezTo>
                  <a:cubicBezTo>
                    <a:pt x="580034" y="220224"/>
                    <a:pt x="570451" y="210642"/>
                    <a:pt x="566535" y="199476"/>
                  </a:cubicBezTo>
                  <a:cubicBezTo>
                    <a:pt x="561535" y="185311"/>
                    <a:pt x="563202" y="171895"/>
                    <a:pt x="552369" y="159897"/>
                  </a:cubicBezTo>
                  <a:cubicBezTo>
                    <a:pt x="543371" y="149897"/>
                    <a:pt x="515373" y="139315"/>
                    <a:pt x="507041" y="152564"/>
                  </a:cubicBezTo>
                  <a:cubicBezTo>
                    <a:pt x="502207" y="145231"/>
                    <a:pt x="495542" y="138982"/>
                    <a:pt x="488209" y="133399"/>
                  </a:cubicBezTo>
                  <a:cubicBezTo>
                    <a:pt x="476209" y="124316"/>
                    <a:pt x="461377" y="119650"/>
                    <a:pt x="446379" y="118067"/>
                  </a:cubicBezTo>
                  <a:cubicBezTo>
                    <a:pt x="458045" y="115567"/>
                    <a:pt x="470377" y="114484"/>
                    <a:pt x="482876" y="114234"/>
                  </a:cubicBezTo>
                  <a:lnTo>
                    <a:pt x="482876" y="114234"/>
                  </a:lnTo>
                  <a:close/>
                  <a:moveTo>
                    <a:pt x="401049" y="139982"/>
                  </a:moveTo>
                  <a:cubicBezTo>
                    <a:pt x="430797" y="121483"/>
                    <a:pt x="482959" y="126816"/>
                    <a:pt x="502207" y="159397"/>
                  </a:cubicBezTo>
                  <a:cubicBezTo>
                    <a:pt x="510790" y="173979"/>
                    <a:pt x="506207" y="191977"/>
                    <a:pt x="511207" y="207892"/>
                  </a:cubicBezTo>
                  <a:cubicBezTo>
                    <a:pt x="515206" y="220808"/>
                    <a:pt x="520623" y="233890"/>
                    <a:pt x="532288" y="241473"/>
                  </a:cubicBezTo>
                  <a:cubicBezTo>
                    <a:pt x="534122" y="242639"/>
                    <a:pt x="536871" y="240389"/>
                    <a:pt x="535205" y="238556"/>
                  </a:cubicBezTo>
                  <a:cubicBezTo>
                    <a:pt x="518373" y="219724"/>
                    <a:pt x="516290" y="198310"/>
                    <a:pt x="514623" y="174562"/>
                  </a:cubicBezTo>
                  <a:cubicBezTo>
                    <a:pt x="514207" y="168229"/>
                    <a:pt x="512456" y="162563"/>
                    <a:pt x="509790" y="157397"/>
                  </a:cubicBezTo>
                  <a:cubicBezTo>
                    <a:pt x="515206" y="153897"/>
                    <a:pt x="523122" y="154647"/>
                    <a:pt x="529205" y="156147"/>
                  </a:cubicBezTo>
                  <a:cubicBezTo>
                    <a:pt x="541287" y="159230"/>
                    <a:pt x="548036" y="167313"/>
                    <a:pt x="552036" y="178478"/>
                  </a:cubicBezTo>
                  <a:cubicBezTo>
                    <a:pt x="556120" y="189894"/>
                    <a:pt x="555119" y="201476"/>
                    <a:pt x="561286" y="212225"/>
                  </a:cubicBezTo>
                  <a:cubicBezTo>
                    <a:pt x="569784" y="227140"/>
                    <a:pt x="583201" y="234806"/>
                    <a:pt x="599032" y="234890"/>
                  </a:cubicBezTo>
                  <a:cubicBezTo>
                    <a:pt x="598032" y="236056"/>
                    <a:pt x="597115" y="237223"/>
                    <a:pt x="596533" y="238223"/>
                  </a:cubicBezTo>
                  <a:cubicBezTo>
                    <a:pt x="594699" y="241806"/>
                    <a:pt x="593866" y="245472"/>
                    <a:pt x="592949" y="249305"/>
                  </a:cubicBezTo>
                  <a:cubicBezTo>
                    <a:pt x="589866" y="262971"/>
                    <a:pt x="591533" y="276219"/>
                    <a:pt x="590783" y="290051"/>
                  </a:cubicBezTo>
                  <a:cubicBezTo>
                    <a:pt x="590033" y="303884"/>
                    <a:pt x="587033" y="317132"/>
                    <a:pt x="583867" y="330464"/>
                  </a:cubicBezTo>
                  <a:cubicBezTo>
                    <a:pt x="581700" y="339630"/>
                    <a:pt x="580951" y="350796"/>
                    <a:pt x="575451" y="358462"/>
                  </a:cubicBezTo>
                  <a:cubicBezTo>
                    <a:pt x="573701" y="357045"/>
                    <a:pt x="571951" y="355629"/>
                    <a:pt x="570368" y="354296"/>
                  </a:cubicBezTo>
                  <a:cubicBezTo>
                    <a:pt x="550787" y="338214"/>
                    <a:pt x="533287" y="320549"/>
                    <a:pt x="516290" y="301717"/>
                  </a:cubicBezTo>
                  <a:cubicBezTo>
                    <a:pt x="485043" y="266887"/>
                    <a:pt x="456045" y="230224"/>
                    <a:pt x="426047" y="194227"/>
                  </a:cubicBezTo>
                  <a:cubicBezTo>
                    <a:pt x="423715" y="190560"/>
                    <a:pt x="421465" y="186977"/>
                    <a:pt x="419131" y="183311"/>
                  </a:cubicBezTo>
                  <a:cubicBezTo>
                    <a:pt x="410882" y="170062"/>
                    <a:pt x="403883" y="155980"/>
                    <a:pt x="396133" y="142481"/>
                  </a:cubicBezTo>
                  <a:cubicBezTo>
                    <a:pt x="396384" y="142065"/>
                    <a:pt x="396634" y="141648"/>
                    <a:pt x="396800" y="141232"/>
                  </a:cubicBezTo>
                  <a:cubicBezTo>
                    <a:pt x="397217" y="140898"/>
                    <a:pt x="397717" y="140565"/>
                    <a:pt x="398133" y="140148"/>
                  </a:cubicBezTo>
                  <a:cubicBezTo>
                    <a:pt x="399217" y="140565"/>
                    <a:pt x="400133" y="140565"/>
                    <a:pt x="401049" y="139982"/>
                  </a:cubicBezTo>
                  <a:lnTo>
                    <a:pt x="401049" y="139982"/>
                  </a:lnTo>
                  <a:close/>
                  <a:moveTo>
                    <a:pt x="142240" y="649352"/>
                  </a:moveTo>
                  <a:cubicBezTo>
                    <a:pt x="134490" y="652602"/>
                    <a:pt x="125241" y="657685"/>
                    <a:pt x="116576" y="654935"/>
                  </a:cubicBezTo>
                  <a:cubicBezTo>
                    <a:pt x="108326" y="652352"/>
                    <a:pt x="99911" y="644270"/>
                    <a:pt x="94244" y="638187"/>
                  </a:cubicBezTo>
                  <a:cubicBezTo>
                    <a:pt x="81412" y="624438"/>
                    <a:pt x="68664" y="609523"/>
                    <a:pt x="58497" y="593691"/>
                  </a:cubicBezTo>
                  <a:cubicBezTo>
                    <a:pt x="39749" y="564443"/>
                    <a:pt x="22334" y="530780"/>
                    <a:pt x="17084" y="496033"/>
                  </a:cubicBezTo>
                  <a:cubicBezTo>
                    <a:pt x="15251" y="484201"/>
                    <a:pt x="17834" y="473368"/>
                    <a:pt x="22917" y="463536"/>
                  </a:cubicBezTo>
                  <a:cubicBezTo>
                    <a:pt x="32249" y="471035"/>
                    <a:pt x="46582" y="475201"/>
                    <a:pt x="55581" y="477951"/>
                  </a:cubicBezTo>
                  <a:cubicBezTo>
                    <a:pt x="85745" y="487200"/>
                    <a:pt x="121492" y="492033"/>
                    <a:pt x="134158" y="525530"/>
                  </a:cubicBezTo>
                  <a:cubicBezTo>
                    <a:pt x="142823" y="548528"/>
                    <a:pt x="130240" y="572943"/>
                    <a:pt x="132158" y="596607"/>
                  </a:cubicBezTo>
                  <a:cubicBezTo>
                    <a:pt x="133407" y="611273"/>
                    <a:pt x="137074" y="634604"/>
                    <a:pt x="149239" y="646436"/>
                  </a:cubicBezTo>
                  <a:cubicBezTo>
                    <a:pt x="146989" y="647353"/>
                    <a:pt x="144657" y="648353"/>
                    <a:pt x="142240" y="649352"/>
                  </a:cubicBezTo>
                  <a:lnTo>
                    <a:pt x="142240" y="649352"/>
                  </a:lnTo>
                  <a:close/>
                  <a:moveTo>
                    <a:pt x="160821" y="641270"/>
                  </a:moveTo>
                  <a:cubicBezTo>
                    <a:pt x="155072" y="631687"/>
                    <a:pt x="147072" y="623938"/>
                    <a:pt x="144156" y="611939"/>
                  </a:cubicBezTo>
                  <a:cubicBezTo>
                    <a:pt x="141323" y="600690"/>
                    <a:pt x="141157" y="590941"/>
                    <a:pt x="141990" y="579692"/>
                  </a:cubicBezTo>
                  <a:cubicBezTo>
                    <a:pt x="142407" y="573859"/>
                    <a:pt x="141574" y="568110"/>
                    <a:pt x="142240" y="562194"/>
                  </a:cubicBezTo>
                  <a:cubicBezTo>
                    <a:pt x="142906" y="556361"/>
                    <a:pt x="144657" y="550695"/>
                    <a:pt x="144823" y="544695"/>
                  </a:cubicBezTo>
                  <a:cubicBezTo>
                    <a:pt x="145073" y="535529"/>
                    <a:pt x="142323" y="526447"/>
                    <a:pt x="138656" y="518198"/>
                  </a:cubicBezTo>
                  <a:cubicBezTo>
                    <a:pt x="129574" y="498033"/>
                    <a:pt x="111993" y="486700"/>
                    <a:pt x="91411" y="480034"/>
                  </a:cubicBezTo>
                  <a:cubicBezTo>
                    <a:pt x="78913" y="476035"/>
                    <a:pt x="66247" y="472368"/>
                    <a:pt x="53665" y="468619"/>
                  </a:cubicBezTo>
                  <a:cubicBezTo>
                    <a:pt x="46665" y="466536"/>
                    <a:pt x="34416" y="463369"/>
                    <a:pt x="26250" y="457703"/>
                  </a:cubicBezTo>
                  <a:cubicBezTo>
                    <a:pt x="38582" y="437955"/>
                    <a:pt x="60248" y="421706"/>
                    <a:pt x="75913" y="407208"/>
                  </a:cubicBezTo>
                  <a:cubicBezTo>
                    <a:pt x="81328" y="402125"/>
                    <a:pt x="86828" y="397125"/>
                    <a:pt x="92244" y="392042"/>
                  </a:cubicBezTo>
                  <a:cubicBezTo>
                    <a:pt x="91411" y="405791"/>
                    <a:pt x="97993" y="420456"/>
                    <a:pt x="105993" y="431455"/>
                  </a:cubicBezTo>
                  <a:cubicBezTo>
                    <a:pt x="123492" y="455537"/>
                    <a:pt x="154489" y="472285"/>
                    <a:pt x="182070" y="482117"/>
                  </a:cubicBezTo>
                  <a:cubicBezTo>
                    <a:pt x="198318" y="487867"/>
                    <a:pt x="220816" y="490783"/>
                    <a:pt x="232231" y="505115"/>
                  </a:cubicBezTo>
                  <a:cubicBezTo>
                    <a:pt x="247647" y="524447"/>
                    <a:pt x="227732" y="538446"/>
                    <a:pt x="222733" y="556611"/>
                  </a:cubicBezTo>
                  <a:cubicBezTo>
                    <a:pt x="219816" y="567110"/>
                    <a:pt x="225149" y="579775"/>
                    <a:pt x="228315" y="589774"/>
                  </a:cubicBezTo>
                  <a:cubicBezTo>
                    <a:pt x="230066" y="595274"/>
                    <a:pt x="232815" y="599107"/>
                    <a:pt x="236232" y="602523"/>
                  </a:cubicBezTo>
                  <a:cubicBezTo>
                    <a:pt x="211650" y="616689"/>
                    <a:pt x="186402" y="629771"/>
                    <a:pt x="160821" y="641270"/>
                  </a:cubicBezTo>
                  <a:lnTo>
                    <a:pt x="160821" y="641270"/>
                  </a:lnTo>
                  <a:close/>
                  <a:moveTo>
                    <a:pt x="245314" y="597440"/>
                  </a:moveTo>
                  <a:cubicBezTo>
                    <a:pt x="245231" y="597357"/>
                    <a:pt x="245231" y="597357"/>
                    <a:pt x="245147" y="597274"/>
                  </a:cubicBezTo>
                  <a:cubicBezTo>
                    <a:pt x="239564" y="592024"/>
                    <a:pt x="237481" y="586441"/>
                    <a:pt x="235398" y="579275"/>
                  </a:cubicBezTo>
                  <a:cubicBezTo>
                    <a:pt x="232898" y="570859"/>
                    <a:pt x="230148" y="562694"/>
                    <a:pt x="232982" y="554028"/>
                  </a:cubicBezTo>
                  <a:cubicBezTo>
                    <a:pt x="234815" y="548445"/>
                    <a:pt x="238148" y="543279"/>
                    <a:pt x="240148" y="537613"/>
                  </a:cubicBezTo>
                  <a:cubicBezTo>
                    <a:pt x="242814" y="529780"/>
                    <a:pt x="246897" y="521614"/>
                    <a:pt x="244314" y="513198"/>
                  </a:cubicBezTo>
                  <a:cubicBezTo>
                    <a:pt x="241231" y="503116"/>
                    <a:pt x="229899" y="495533"/>
                    <a:pt x="221483" y="490617"/>
                  </a:cubicBezTo>
                  <a:cubicBezTo>
                    <a:pt x="210817" y="484284"/>
                    <a:pt x="198984" y="480951"/>
                    <a:pt x="187485" y="476535"/>
                  </a:cubicBezTo>
                  <a:cubicBezTo>
                    <a:pt x="173487" y="471118"/>
                    <a:pt x="159155" y="462703"/>
                    <a:pt x="146406" y="454787"/>
                  </a:cubicBezTo>
                  <a:cubicBezTo>
                    <a:pt x="126575" y="442371"/>
                    <a:pt x="89744" y="411291"/>
                    <a:pt x="100911" y="384460"/>
                  </a:cubicBezTo>
                  <a:cubicBezTo>
                    <a:pt x="119741" y="366961"/>
                    <a:pt x="138573" y="349379"/>
                    <a:pt x="156905" y="331381"/>
                  </a:cubicBezTo>
                  <a:cubicBezTo>
                    <a:pt x="168820" y="319715"/>
                    <a:pt x="180820" y="308133"/>
                    <a:pt x="192985" y="296634"/>
                  </a:cubicBezTo>
                  <a:cubicBezTo>
                    <a:pt x="189568" y="302134"/>
                    <a:pt x="186736" y="307883"/>
                    <a:pt x="185903" y="314216"/>
                  </a:cubicBezTo>
                  <a:cubicBezTo>
                    <a:pt x="184153" y="327215"/>
                    <a:pt x="188819" y="341130"/>
                    <a:pt x="194569" y="352463"/>
                  </a:cubicBezTo>
                  <a:cubicBezTo>
                    <a:pt x="208650" y="379877"/>
                    <a:pt x="232065" y="401208"/>
                    <a:pt x="259479" y="414790"/>
                  </a:cubicBezTo>
                  <a:cubicBezTo>
                    <a:pt x="275394" y="422706"/>
                    <a:pt x="293310" y="427122"/>
                    <a:pt x="307475" y="438205"/>
                  </a:cubicBezTo>
                  <a:cubicBezTo>
                    <a:pt x="315308" y="444288"/>
                    <a:pt x="324807" y="453370"/>
                    <a:pt x="325307" y="464036"/>
                  </a:cubicBezTo>
                  <a:cubicBezTo>
                    <a:pt x="325640" y="471368"/>
                    <a:pt x="322224" y="480534"/>
                    <a:pt x="320391" y="487450"/>
                  </a:cubicBezTo>
                  <a:cubicBezTo>
                    <a:pt x="317057" y="499783"/>
                    <a:pt x="314974" y="512281"/>
                    <a:pt x="317224" y="525030"/>
                  </a:cubicBezTo>
                  <a:cubicBezTo>
                    <a:pt x="318474" y="531946"/>
                    <a:pt x="320391" y="541779"/>
                    <a:pt x="325056" y="548112"/>
                  </a:cubicBezTo>
                  <a:cubicBezTo>
                    <a:pt x="299059" y="564943"/>
                    <a:pt x="272478" y="581775"/>
                    <a:pt x="245314" y="597440"/>
                  </a:cubicBezTo>
                  <a:lnTo>
                    <a:pt x="245314" y="597440"/>
                  </a:lnTo>
                  <a:close/>
                  <a:moveTo>
                    <a:pt x="340805" y="537446"/>
                  </a:moveTo>
                  <a:cubicBezTo>
                    <a:pt x="338306" y="539112"/>
                    <a:pt x="335722" y="540862"/>
                    <a:pt x="333140" y="542529"/>
                  </a:cubicBezTo>
                  <a:cubicBezTo>
                    <a:pt x="329973" y="539112"/>
                    <a:pt x="327640" y="530363"/>
                    <a:pt x="326640" y="526863"/>
                  </a:cubicBezTo>
                  <a:cubicBezTo>
                    <a:pt x="323973" y="517948"/>
                    <a:pt x="323807" y="508865"/>
                    <a:pt x="325307" y="499699"/>
                  </a:cubicBezTo>
                  <a:cubicBezTo>
                    <a:pt x="327056" y="489117"/>
                    <a:pt x="331890" y="478284"/>
                    <a:pt x="332889" y="467619"/>
                  </a:cubicBezTo>
                  <a:cubicBezTo>
                    <a:pt x="334806" y="446871"/>
                    <a:pt x="316640" y="430872"/>
                    <a:pt x="300309" y="421540"/>
                  </a:cubicBezTo>
                  <a:cubicBezTo>
                    <a:pt x="287810" y="414374"/>
                    <a:pt x="274144" y="409707"/>
                    <a:pt x="261395" y="403125"/>
                  </a:cubicBezTo>
                  <a:cubicBezTo>
                    <a:pt x="245147" y="394792"/>
                    <a:pt x="231398" y="383710"/>
                    <a:pt x="219567" y="369961"/>
                  </a:cubicBezTo>
                  <a:cubicBezTo>
                    <a:pt x="208984" y="357712"/>
                    <a:pt x="198818" y="344213"/>
                    <a:pt x="195735" y="327881"/>
                  </a:cubicBezTo>
                  <a:cubicBezTo>
                    <a:pt x="193068" y="313966"/>
                    <a:pt x="198151" y="299884"/>
                    <a:pt x="203317" y="286552"/>
                  </a:cubicBezTo>
                  <a:cubicBezTo>
                    <a:pt x="216900" y="273803"/>
                    <a:pt x="230649" y="261304"/>
                    <a:pt x="244648" y="249055"/>
                  </a:cubicBezTo>
                  <a:lnTo>
                    <a:pt x="244730" y="248972"/>
                  </a:lnTo>
                  <a:cubicBezTo>
                    <a:pt x="240647" y="262804"/>
                    <a:pt x="243064" y="279219"/>
                    <a:pt x="248647" y="292385"/>
                  </a:cubicBezTo>
                  <a:cubicBezTo>
                    <a:pt x="261395" y="322549"/>
                    <a:pt x="292560" y="337464"/>
                    <a:pt x="320890" y="349296"/>
                  </a:cubicBezTo>
                  <a:cubicBezTo>
                    <a:pt x="337889" y="356462"/>
                    <a:pt x="362220" y="364878"/>
                    <a:pt x="373803" y="379960"/>
                  </a:cubicBezTo>
                  <a:cubicBezTo>
                    <a:pt x="385551" y="395209"/>
                    <a:pt x="385135" y="418290"/>
                    <a:pt x="388051" y="436372"/>
                  </a:cubicBezTo>
                  <a:cubicBezTo>
                    <a:pt x="390301" y="450037"/>
                    <a:pt x="397300" y="462869"/>
                    <a:pt x="405132" y="474202"/>
                  </a:cubicBezTo>
                  <a:cubicBezTo>
                    <a:pt x="407799" y="478035"/>
                    <a:pt x="411382" y="483367"/>
                    <a:pt x="415631" y="487534"/>
                  </a:cubicBezTo>
                  <a:cubicBezTo>
                    <a:pt x="390717" y="504115"/>
                    <a:pt x="365886" y="520781"/>
                    <a:pt x="340805" y="537446"/>
                  </a:cubicBezTo>
                  <a:lnTo>
                    <a:pt x="340805" y="537446"/>
                  </a:lnTo>
                  <a:close/>
                  <a:moveTo>
                    <a:pt x="424882" y="481534"/>
                  </a:moveTo>
                  <a:cubicBezTo>
                    <a:pt x="419215" y="476368"/>
                    <a:pt x="413383" y="471618"/>
                    <a:pt x="409049" y="464702"/>
                  </a:cubicBezTo>
                  <a:cubicBezTo>
                    <a:pt x="398883" y="448621"/>
                    <a:pt x="397133" y="433622"/>
                    <a:pt x="394551" y="415374"/>
                  </a:cubicBezTo>
                  <a:cubicBezTo>
                    <a:pt x="390967" y="389709"/>
                    <a:pt x="382551" y="370711"/>
                    <a:pt x="359221" y="358295"/>
                  </a:cubicBezTo>
                  <a:cubicBezTo>
                    <a:pt x="331140" y="343380"/>
                    <a:pt x="298975" y="335047"/>
                    <a:pt x="274561" y="313966"/>
                  </a:cubicBezTo>
                  <a:cubicBezTo>
                    <a:pt x="260896" y="302134"/>
                    <a:pt x="251980" y="287635"/>
                    <a:pt x="249814" y="269387"/>
                  </a:cubicBezTo>
                  <a:cubicBezTo>
                    <a:pt x="248480" y="258054"/>
                    <a:pt x="251647" y="248722"/>
                    <a:pt x="255980" y="239306"/>
                  </a:cubicBezTo>
                  <a:cubicBezTo>
                    <a:pt x="268062" y="229140"/>
                    <a:pt x="280310" y="219225"/>
                    <a:pt x="292226" y="208809"/>
                  </a:cubicBezTo>
                  <a:cubicBezTo>
                    <a:pt x="303642" y="198810"/>
                    <a:pt x="313891" y="187561"/>
                    <a:pt x="324390" y="176562"/>
                  </a:cubicBezTo>
                  <a:cubicBezTo>
                    <a:pt x="334223" y="213558"/>
                    <a:pt x="352054" y="247805"/>
                    <a:pt x="370969" y="280886"/>
                  </a:cubicBezTo>
                  <a:cubicBezTo>
                    <a:pt x="391134" y="316132"/>
                    <a:pt x="414382" y="351129"/>
                    <a:pt x="442796" y="380210"/>
                  </a:cubicBezTo>
                  <a:cubicBezTo>
                    <a:pt x="456211" y="393959"/>
                    <a:pt x="470877" y="406208"/>
                    <a:pt x="486959" y="416790"/>
                  </a:cubicBezTo>
                  <a:cubicBezTo>
                    <a:pt x="493875" y="421373"/>
                    <a:pt x="500207" y="425789"/>
                    <a:pt x="506790" y="429122"/>
                  </a:cubicBezTo>
                  <a:cubicBezTo>
                    <a:pt x="479043" y="446371"/>
                    <a:pt x="451879" y="463786"/>
                    <a:pt x="424882" y="481534"/>
                  </a:cubicBezTo>
                  <a:lnTo>
                    <a:pt x="424882" y="481534"/>
                  </a:lnTo>
                  <a:close/>
                  <a:moveTo>
                    <a:pt x="543870" y="417123"/>
                  </a:moveTo>
                  <a:cubicBezTo>
                    <a:pt x="524205" y="423373"/>
                    <a:pt x="511790" y="416373"/>
                    <a:pt x="495375" y="406041"/>
                  </a:cubicBezTo>
                  <a:cubicBezTo>
                    <a:pt x="479626" y="396209"/>
                    <a:pt x="464877" y="384710"/>
                    <a:pt x="451629" y="371711"/>
                  </a:cubicBezTo>
                  <a:cubicBezTo>
                    <a:pt x="427381" y="347880"/>
                    <a:pt x="407966" y="318216"/>
                    <a:pt x="390134" y="289551"/>
                  </a:cubicBezTo>
                  <a:cubicBezTo>
                    <a:pt x="372969" y="261804"/>
                    <a:pt x="355470" y="231473"/>
                    <a:pt x="344721" y="200643"/>
                  </a:cubicBezTo>
                  <a:cubicBezTo>
                    <a:pt x="339139" y="184644"/>
                    <a:pt x="331723" y="167812"/>
                    <a:pt x="334889" y="150564"/>
                  </a:cubicBezTo>
                  <a:cubicBezTo>
                    <a:pt x="336806" y="139982"/>
                    <a:pt x="342389" y="132649"/>
                    <a:pt x="353220" y="129149"/>
                  </a:cubicBezTo>
                  <a:cubicBezTo>
                    <a:pt x="366886" y="124733"/>
                    <a:pt x="376385" y="134149"/>
                    <a:pt x="382635" y="145231"/>
                  </a:cubicBezTo>
                  <a:cubicBezTo>
                    <a:pt x="397550" y="171645"/>
                    <a:pt x="413216" y="197226"/>
                    <a:pt x="431297" y="221558"/>
                  </a:cubicBezTo>
                  <a:cubicBezTo>
                    <a:pt x="454712" y="253221"/>
                    <a:pt x="478459" y="283719"/>
                    <a:pt x="505374" y="312549"/>
                  </a:cubicBezTo>
                  <a:cubicBezTo>
                    <a:pt x="523539" y="332048"/>
                    <a:pt x="541954" y="351296"/>
                    <a:pt x="564119" y="365545"/>
                  </a:cubicBezTo>
                  <a:cubicBezTo>
                    <a:pt x="565285" y="366545"/>
                    <a:pt x="566452" y="367544"/>
                    <a:pt x="567535" y="368544"/>
                  </a:cubicBezTo>
                  <a:cubicBezTo>
                    <a:pt x="567785" y="371377"/>
                    <a:pt x="570034" y="374211"/>
                    <a:pt x="573034" y="373961"/>
                  </a:cubicBezTo>
                  <a:cubicBezTo>
                    <a:pt x="573618" y="374627"/>
                    <a:pt x="574201" y="375210"/>
                    <a:pt x="574785" y="375877"/>
                  </a:cubicBezTo>
                  <a:cubicBezTo>
                    <a:pt x="575284" y="377460"/>
                    <a:pt x="576284" y="378793"/>
                    <a:pt x="577617" y="379710"/>
                  </a:cubicBezTo>
                  <a:cubicBezTo>
                    <a:pt x="580367" y="383876"/>
                    <a:pt x="581784" y="387959"/>
                    <a:pt x="580951" y="391959"/>
                  </a:cubicBezTo>
                  <a:cubicBezTo>
                    <a:pt x="578117" y="405291"/>
                    <a:pt x="554870" y="413707"/>
                    <a:pt x="543870" y="417123"/>
                  </a:cubicBezTo>
                  <a:lnTo>
                    <a:pt x="543870" y="417123"/>
                  </a:lnTo>
                  <a:close/>
                </a:path>
              </a:pathLst>
            </a:custGeom>
            <a:grpFill/>
            <a:ln w="8332" cap="flat">
              <a:noFill/>
              <a:prstDash val="solid"/>
              <a:miter/>
            </a:ln>
          </p:spPr>
          <p:txBody>
            <a:bodyPr rtlCol="0" anchor="ctr"/>
            <a:lstStyle/>
            <a:p>
              <a:endParaRPr lang="en-US"/>
            </a:p>
          </p:txBody>
        </p:sp>
        <p:sp>
          <p:nvSpPr>
            <p:cNvPr id="1820" name="Freeform: Shape 1819"/>
            <p:cNvSpPr/>
            <p:nvPr/>
          </p:nvSpPr>
          <p:spPr>
            <a:xfrm>
              <a:off x="10611370" y="-149177"/>
              <a:ext cx="176044" cy="239310"/>
            </a:xfrm>
            <a:custGeom>
              <a:avLst/>
              <a:gdLst>
                <a:gd name="connsiteX0" fmla="*/ 174680 w 176044"/>
                <a:gd name="connsiteY0" fmla="*/ 232598 h 239310"/>
                <a:gd name="connsiteX1" fmla="*/ 74355 w 176044"/>
                <a:gd name="connsiteY1" fmla="*/ 127940 h 239310"/>
                <a:gd name="connsiteX2" fmla="*/ 31692 w 176044"/>
                <a:gd name="connsiteY2" fmla="*/ 64613 h 239310"/>
                <a:gd name="connsiteX3" fmla="*/ 18277 w 176044"/>
                <a:gd name="connsiteY3" fmla="*/ 34865 h 239310"/>
                <a:gd name="connsiteX4" fmla="*/ 3695 w 176044"/>
                <a:gd name="connsiteY4" fmla="*/ 1535 h 239310"/>
                <a:gd name="connsiteX5" fmla="*/ 28 w 176044"/>
                <a:gd name="connsiteY5" fmla="*/ 1535 h 239310"/>
                <a:gd name="connsiteX6" fmla="*/ 6611 w 176044"/>
                <a:gd name="connsiteY6" fmla="*/ 27449 h 239310"/>
                <a:gd name="connsiteX7" fmla="*/ 19859 w 176044"/>
                <a:gd name="connsiteY7" fmla="*/ 63529 h 239310"/>
                <a:gd name="connsiteX8" fmla="*/ 61190 w 176044"/>
                <a:gd name="connsiteY8" fmla="*/ 130857 h 239310"/>
                <a:gd name="connsiteX9" fmla="*/ 171013 w 176044"/>
                <a:gd name="connsiteY9" fmla="*/ 238930 h 239310"/>
                <a:gd name="connsiteX10" fmla="*/ 174680 w 176044"/>
                <a:gd name="connsiteY10" fmla="*/ 232598 h 239310"/>
                <a:gd name="connsiteX11" fmla="*/ 174680 w 176044"/>
                <a:gd name="connsiteY11" fmla="*/ 232598 h 239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6044" h="239310">
                  <a:moveTo>
                    <a:pt x="174680" y="232598"/>
                  </a:moveTo>
                  <a:cubicBezTo>
                    <a:pt x="136183" y="203267"/>
                    <a:pt x="103853" y="166104"/>
                    <a:pt x="74355" y="127940"/>
                  </a:cubicBezTo>
                  <a:cubicBezTo>
                    <a:pt x="58690" y="107609"/>
                    <a:pt x="43607" y="87444"/>
                    <a:pt x="31692" y="64613"/>
                  </a:cubicBezTo>
                  <a:cubicBezTo>
                    <a:pt x="26693" y="54947"/>
                    <a:pt x="22360" y="44948"/>
                    <a:pt x="18277" y="34865"/>
                  </a:cubicBezTo>
                  <a:cubicBezTo>
                    <a:pt x="14194" y="24450"/>
                    <a:pt x="6194" y="12284"/>
                    <a:pt x="3695" y="1535"/>
                  </a:cubicBezTo>
                  <a:cubicBezTo>
                    <a:pt x="3278" y="-298"/>
                    <a:pt x="195" y="-715"/>
                    <a:pt x="28" y="1535"/>
                  </a:cubicBezTo>
                  <a:cubicBezTo>
                    <a:pt x="-388" y="10534"/>
                    <a:pt x="3944" y="19033"/>
                    <a:pt x="6611" y="27449"/>
                  </a:cubicBezTo>
                  <a:cubicBezTo>
                    <a:pt x="10444" y="39782"/>
                    <a:pt x="14610" y="51781"/>
                    <a:pt x="19859" y="63529"/>
                  </a:cubicBezTo>
                  <a:cubicBezTo>
                    <a:pt x="30776" y="87944"/>
                    <a:pt x="45024" y="109859"/>
                    <a:pt x="61190" y="130857"/>
                  </a:cubicBezTo>
                  <a:cubicBezTo>
                    <a:pt x="92103" y="171186"/>
                    <a:pt x="125017" y="214933"/>
                    <a:pt x="171013" y="238930"/>
                  </a:cubicBezTo>
                  <a:cubicBezTo>
                    <a:pt x="174845" y="240847"/>
                    <a:pt x="177928" y="235014"/>
                    <a:pt x="174680" y="232598"/>
                  </a:cubicBezTo>
                  <a:lnTo>
                    <a:pt x="174680" y="232598"/>
                  </a:lnTo>
                  <a:close/>
                </a:path>
              </a:pathLst>
            </a:custGeom>
            <a:grpFill/>
            <a:ln w="8332" cap="flat">
              <a:noFill/>
              <a:prstDash val="solid"/>
              <a:miter/>
            </a:ln>
          </p:spPr>
          <p:txBody>
            <a:bodyPr rtlCol="0" anchor="ctr"/>
            <a:lstStyle/>
            <a:p>
              <a:endParaRPr lang="en-US"/>
            </a:p>
          </p:txBody>
        </p:sp>
        <p:sp>
          <p:nvSpPr>
            <p:cNvPr id="1821" name="Freeform: Shape 1820"/>
            <p:cNvSpPr/>
            <p:nvPr/>
          </p:nvSpPr>
          <p:spPr>
            <a:xfrm>
              <a:off x="8323823" y="2402084"/>
              <a:ext cx="467734" cy="718908"/>
            </a:xfrm>
            <a:custGeom>
              <a:avLst/>
              <a:gdLst>
                <a:gd name="connsiteX0" fmla="*/ 455240 w 467734"/>
                <a:gd name="connsiteY0" fmla="*/ 490582 h 718908"/>
                <a:gd name="connsiteX1" fmla="*/ 393829 w 467734"/>
                <a:gd name="connsiteY1" fmla="*/ 383842 h 718908"/>
                <a:gd name="connsiteX2" fmla="*/ 319503 w 467734"/>
                <a:gd name="connsiteY2" fmla="*/ 279351 h 718908"/>
                <a:gd name="connsiteX3" fmla="*/ 244510 w 467734"/>
                <a:gd name="connsiteY3" fmla="*/ 177110 h 718908"/>
                <a:gd name="connsiteX4" fmla="*/ 163017 w 467734"/>
                <a:gd name="connsiteY4" fmla="*/ 85535 h 718908"/>
                <a:gd name="connsiteX5" fmla="*/ 79191 w 467734"/>
                <a:gd name="connsiteY5" fmla="*/ 12459 h 718908"/>
                <a:gd name="connsiteX6" fmla="*/ 33695 w 467734"/>
                <a:gd name="connsiteY6" fmla="*/ 1543 h 718908"/>
                <a:gd name="connsiteX7" fmla="*/ 8530 w 467734"/>
                <a:gd name="connsiteY7" fmla="*/ 39540 h 718908"/>
                <a:gd name="connsiteX8" fmla="*/ 2865 w 467734"/>
                <a:gd name="connsiteY8" fmla="*/ 94451 h 718908"/>
                <a:gd name="connsiteX9" fmla="*/ 114 w 467734"/>
                <a:gd name="connsiteY9" fmla="*/ 161445 h 718908"/>
                <a:gd name="connsiteX10" fmla="*/ 1448 w 467734"/>
                <a:gd name="connsiteY10" fmla="*/ 280018 h 718908"/>
                <a:gd name="connsiteX11" fmla="*/ 1114 w 467734"/>
                <a:gd name="connsiteY11" fmla="*/ 291517 h 718908"/>
                <a:gd name="connsiteX12" fmla="*/ 1032 w 467734"/>
                <a:gd name="connsiteY12" fmla="*/ 293683 h 718908"/>
                <a:gd name="connsiteX13" fmla="*/ 2948 w 467734"/>
                <a:gd name="connsiteY13" fmla="*/ 507248 h 718908"/>
                <a:gd name="connsiteX14" fmla="*/ 7948 w 467734"/>
                <a:gd name="connsiteY14" fmla="*/ 619487 h 718908"/>
                <a:gd name="connsiteX15" fmla="*/ 36112 w 467734"/>
                <a:gd name="connsiteY15" fmla="*/ 710146 h 718908"/>
                <a:gd name="connsiteX16" fmla="*/ 82108 w 467734"/>
                <a:gd name="connsiteY16" fmla="*/ 718895 h 718908"/>
                <a:gd name="connsiteX17" fmla="*/ 144602 w 467734"/>
                <a:gd name="connsiteY17" fmla="*/ 716395 h 718908"/>
                <a:gd name="connsiteX18" fmla="*/ 263091 w 467734"/>
                <a:gd name="connsiteY18" fmla="*/ 692731 h 718908"/>
                <a:gd name="connsiteX19" fmla="*/ 456657 w 467734"/>
                <a:gd name="connsiteY19" fmla="*/ 588407 h 718908"/>
                <a:gd name="connsiteX20" fmla="*/ 455240 w 467734"/>
                <a:gd name="connsiteY20" fmla="*/ 490582 h 718908"/>
                <a:gd name="connsiteX21" fmla="*/ 455240 w 467734"/>
                <a:gd name="connsiteY21" fmla="*/ 490582 h 718908"/>
                <a:gd name="connsiteX22" fmla="*/ 347250 w 467734"/>
                <a:gd name="connsiteY22" fmla="*/ 348845 h 718908"/>
                <a:gd name="connsiteX23" fmla="*/ 381914 w 467734"/>
                <a:gd name="connsiteY23" fmla="*/ 398174 h 718908"/>
                <a:gd name="connsiteX24" fmla="*/ 369915 w 467734"/>
                <a:gd name="connsiteY24" fmla="*/ 417089 h 718908"/>
                <a:gd name="connsiteX25" fmla="*/ 335751 w 467734"/>
                <a:gd name="connsiteY25" fmla="*/ 431921 h 718908"/>
                <a:gd name="connsiteX26" fmla="*/ 305004 w 467734"/>
                <a:gd name="connsiteY26" fmla="*/ 417422 h 718908"/>
                <a:gd name="connsiteX27" fmla="*/ 303921 w 467734"/>
                <a:gd name="connsiteY27" fmla="*/ 388758 h 718908"/>
                <a:gd name="connsiteX28" fmla="*/ 271923 w 467734"/>
                <a:gd name="connsiteY28" fmla="*/ 356428 h 718908"/>
                <a:gd name="connsiteX29" fmla="*/ 312586 w 467734"/>
                <a:gd name="connsiteY29" fmla="*/ 301766 h 718908"/>
                <a:gd name="connsiteX30" fmla="*/ 347250 w 467734"/>
                <a:gd name="connsiteY30" fmla="*/ 348845 h 718908"/>
                <a:gd name="connsiteX31" fmla="*/ 347250 w 467734"/>
                <a:gd name="connsiteY31" fmla="*/ 348845 h 718908"/>
                <a:gd name="connsiteX32" fmla="*/ 206013 w 467734"/>
                <a:gd name="connsiteY32" fmla="*/ 159695 h 718908"/>
                <a:gd name="connsiteX33" fmla="*/ 280007 w 467734"/>
                <a:gd name="connsiteY33" fmla="*/ 254520 h 718908"/>
                <a:gd name="connsiteX34" fmla="*/ 285756 w 467734"/>
                <a:gd name="connsiteY34" fmla="*/ 262936 h 718908"/>
                <a:gd name="connsiteX35" fmla="*/ 172433 w 467734"/>
                <a:gd name="connsiteY35" fmla="*/ 270269 h 718908"/>
                <a:gd name="connsiteX36" fmla="*/ 198180 w 467734"/>
                <a:gd name="connsiteY36" fmla="*/ 150696 h 718908"/>
                <a:gd name="connsiteX37" fmla="*/ 206013 w 467734"/>
                <a:gd name="connsiteY37" fmla="*/ 159695 h 718908"/>
                <a:gd name="connsiteX38" fmla="*/ 206013 w 467734"/>
                <a:gd name="connsiteY38" fmla="*/ 159695 h 718908"/>
                <a:gd name="connsiteX39" fmla="*/ 92107 w 467734"/>
                <a:gd name="connsiteY39" fmla="*/ 42289 h 718908"/>
                <a:gd name="connsiteX40" fmla="*/ 93773 w 467734"/>
                <a:gd name="connsiteY40" fmla="*/ 43623 h 718908"/>
                <a:gd name="connsiteX41" fmla="*/ 135602 w 467734"/>
                <a:gd name="connsiteY41" fmla="*/ 79952 h 718908"/>
                <a:gd name="connsiteX42" fmla="*/ 166183 w 467734"/>
                <a:gd name="connsiteY42" fmla="*/ 113950 h 718908"/>
                <a:gd name="connsiteX43" fmla="*/ 135353 w 467734"/>
                <a:gd name="connsiteY43" fmla="*/ 140447 h 718908"/>
                <a:gd name="connsiteX44" fmla="*/ 101356 w 467734"/>
                <a:gd name="connsiteY44" fmla="*/ 134864 h 718908"/>
                <a:gd name="connsiteX45" fmla="*/ 96189 w 467734"/>
                <a:gd name="connsiteY45" fmla="*/ 107117 h 718908"/>
                <a:gd name="connsiteX46" fmla="*/ 80441 w 467734"/>
                <a:gd name="connsiteY46" fmla="*/ 86369 h 718908"/>
                <a:gd name="connsiteX47" fmla="*/ 92107 w 467734"/>
                <a:gd name="connsiteY47" fmla="*/ 42289 h 718908"/>
                <a:gd name="connsiteX48" fmla="*/ 92107 w 467734"/>
                <a:gd name="connsiteY48" fmla="*/ 42289 h 718908"/>
                <a:gd name="connsiteX49" fmla="*/ 16030 w 467734"/>
                <a:gd name="connsiteY49" fmla="*/ 202775 h 718908"/>
                <a:gd name="connsiteX50" fmla="*/ 29779 w 467734"/>
                <a:gd name="connsiteY50" fmla="*/ 250937 h 718908"/>
                <a:gd name="connsiteX51" fmla="*/ 14114 w 467734"/>
                <a:gd name="connsiteY51" fmla="*/ 282684 h 718908"/>
                <a:gd name="connsiteX52" fmla="*/ 14197 w 467734"/>
                <a:gd name="connsiteY52" fmla="*/ 272435 h 718908"/>
                <a:gd name="connsiteX53" fmla="*/ 16030 w 467734"/>
                <a:gd name="connsiteY53" fmla="*/ 202775 h 718908"/>
                <a:gd name="connsiteX54" fmla="*/ 16030 w 467734"/>
                <a:gd name="connsiteY54" fmla="*/ 202775 h 718908"/>
                <a:gd name="connsiteX55" fmla="*/ 14114 w 467734"/>
                <a:gd name="connsiteY55" fmla="*/ 334680 h 718908"/>
                <a:gd name="connsiteX56" fmla="*/ 76691 w 467734"/>
                <a:gd name="connsiteY56" fmla="*/ 347762 h 718908"/>
                <a:gd name="connsiteX57" fmla="*/ 107522 w 467734"/>
                <a:gd name="connsiteY57" fmla="*/ 403757 h 718908"/>
                <a:gd name="connsiteX58" fmla="*/ 79774 w 467734"/>
                <a:gd name="connsiteY58" fmla="*/ 470834 h 718908"/>
                <a:gd name="connsiteX59" fmla="*/ 41445 w 467734"/>
                <a:gd name="connsiteY59" fmla="*/ 485833 h 718908"/>
                <a:gd name="connsiteX60" fmla="*/ 18363 w 467734"/>
                <a:gd name="connsiteY60" fmla="*/ 482916 h 718908"/>
                <a:gd name="connsiteX61" fmla="*/ 14114 w 467734"/>
                <a:gd name="connsiteY61" fmla="*/ 334680 h 718908"/>
                <a:gd name="connsiteX62" fmla="*/ 14114 w 467734"/>
                <a:gd name="connsiteY62" fmla="*/ 334680 h 718908"/>
                <a:gd name="connsiteX63" fmla="*/ 18863 w 467734"/>
                <a:gd name="connsiteY63" fmla="*/ 509331 h 718908"/>
                <a:gd name="connsiteX64" fmla="*/ 18530 w 467734"/>
                <a:gd name="connsiteY64" fmla="*/ 491582 h 718908"/>
                <a:gd name="connsiteX65" fmla="*/ 66359 w 467734"/>
                <a:gd name="connsiteY65" fmla="*/ 490249 h 718908"/>
                <a:gd name="connsiteX66" fmla="*/ 117271 w 467734"/>
                <a:gd name="connsiteY66" fmla="*/ 419172 h 718908"/>
                <a:gd name="connsiteX67" fmla="*/ 90440 w 467734"/>
                <a:gd name="connsiteY67" fmla="*/ 343845 h 718908"/>
                <a:gd name="connsiteX68" fmla="*/ 14030 w 467734"/>
                <a:gd name="connsiteY68" fmla="*/ 322681 h 718908"/>
                <a:gd name="connsiteX69" fmla="*/ 14030 w 467734"/>
                <a:gd name="connsiteY69" fmla="*/ 291017 h 718908"/>
                <a:gd name="connsiteX70" fmla="*/ 39944 w 467734"/>
                <a:gd name="connsiteY70" fmla="*/ 252520 h 718908"/>
                <a:gd name="connsiteX71" fmla="*/ 34528 w 467734"/>
                <a:gd name="connsiteY71" fmla="*/ 216774 h 718908"/>
                <a:gd name="connsiteX72" fmla="*/ 16447 w 467734"/>
                <a:gd name="connsiteY72" fmla="*/ 186610 h 718908"/>
                <a:gd name="connsiteX73" fmla="*/ 17113 w 467734"/>
                <a:gd name="connsiteY73" fmla="*/ 150446 h 718908"/>
                <a:gd name="connsiteX74" fmla="*/ 16946 w 467734"/>
                <a:gd name="connsiteY74" fmla="*/ 110117 h 718908"/>
                <a:gd name="connsiteX75" fmla="*/ 21780 w 467734"/>
                <a:gd name="connsiteY75" fmla="*/ 55871 h 718908"/>
                <a:gd name="connsiteX76" fmla="*/ 51527 w 467734"/>
                <a:gd name="connsiteY76" fmla="*/ 17708 h 718908"/>
                <a:gd name="connsiteX77" fmla="*/ 85191 w 467734"/>
                <a:gd name="connsiteY77" fmla="*/ 36790 h 718908"/>
                <a:gd name="connsiteX78" fmla="*/ 63026 w 467734"/>
                <a:gd name="connsiteY78" fmla="*/ 75620 h 718908"/>
                <a:gd name="connsiteX79" fmla="*/ 72192 w 467734"/>
                <a:gd name="connsiteY79" fmla="*/ 93118 h 718908"/>
                <a:gd name="connsiteX80" fmla="*/ 81191 w 467734"/>
                <a:gd name="connsiteY80" fmla="*/ 97534 h 718908"/>
                <a:gd name="connsiteX81" fmla="*/ 88274 w 467734"/>
                <a:gd name="connsiteY81" fmla="*/ 116616 h 718908"/>
                <a:gd name="connsiteX82" fmla="*/ 89773 w 467734"/>
                <a:gd name="connsiteY82" fmla="*/ 131948 h 718908"/>
                <a:gd name="connsiteX83" fmla="*/ 174599 w 467734"/>
                <a:gd name="connsiteY83" fmla="*/ 123532 h 718908"/>
                <a:gd name="connsiteX84" fmla="*/ 196930 w 467734"/>
                <a:gd name="connsiteY84" fmla="*/ 149030 h 718908"/>
                <a:gd name="connsiteX85" fmla="*/ 150018 w 467734"/>
                <a:gd name="connsiteY85" fmla="*/ 202858 h 718908"/>
                <a:gd name="connsiteX86" fmla="*/ 162600 w 467734"/>
                <a:gd name="connsiteY86" fmla="*/ 277685 h 718908"/>
                <a:gd name="connsiteX87" fmla="*/ 293339 w 467734"/>
                <a:gd name="connsiteY87" fmla="*/ 273852 h 718908"/>
                <a:gd name="connsiteX88" fmla="*/ 310587 w 467734"/>
                <a:gd name="connsiteY88" fmla="*/ 299100 h 718908"/>
                <a:gd name="connsiteX89" fmla="*/ 262258 w 467734"/>
                <a:gd name="connsiteY89" fmla="*/ 356844 h 718908"/>
                <a:gd name="connsiteX90" fmla="*/ 276673 w 467734"/>
                <a:gd name="connsiteY90" fmla="*/ 379842 h 718908"/>
                <a:gd name="connsiteX91" fmla="*/ 292922 w 467734"/>
                <a:gd name="connsiteY91" fmla="*/ 396674 h 718908"/>
                <a:gd name="connsiteX92" fmla="*/ 293339 w 467734"/>
                <a:gd name="connsiteY92" fmla="*/ 419505 h 718908"/>
                <a:gd name="connsiteX93" fmla="*/ 351583 w 467734"/>
                <a:gd name="connsiteY93" fmla="*/ 442753 h 718908"/>
                <a:gd name="connsiteX94" fmla="*/ 386747 w 467734"/>
                <a:gd name="connsiteY94" fmla="*/ 417922 h 718908"/>
                <a:gd name="connsiteX95" fmla="*/ 390497 w 467734"/>
                <a:gd name="connsiteY95" fmla="*/ 411839 h 718908"/>
                <a:gd name="connsiteX96" fmla="*/ 410828 w 467734"/>
                <a:gd name="connsiteY96" fmla="*/ 445003 h 718908"/>
                <a:gd name="connsiteX97" fmla="*/ 426827 w 467734"/>
                <a:gd name="connsiteY97" fmla="*/ 472750 h 718908"/>
                <a:gd name="connsiteX98" fmla="*/ 412994 w 467734"/>
                <a:gd name="connsiteY98" fmla="*/ 485249 h 718908"/>
                <a:gd name="connsiteX99" fmla="*/ 394079 w 467734"/>
                <a:gd name="connsiteY99" fmla="*/ 503831 h 718908"/>
                <a:gd name="connsiteX100" fmla="*/ 348250 w 467734"/>
                <a:gd name="connsiteY100" fmla="*/ 541161 h 718908"/>
                <a:gd name="connsiteX101" fmla="*/ 296005 w 467734"/>
                <a:gd name="connsiteY101" fmla="*/ 575241 h 718908"/>
                <a:gd name="connsiteX102" fmla="*/ 242510 w 467734"/>
                <a:gd name="connsiteY102" fmla="*/ 594239 h 718908"/>
                <a:gd name="connsiteX103" fmla="*/ 159934 w 467734"/>
                <a:gd name="connsiteY103" fmla="*/ 619654 h 718908"/>
                <a:gd name="connsiteX104" fmla="*/ 151101 w 467734"/>
                <a:gd name="connsiteY104" fmla="*/ 577824 h 718908"/>
                <a:gd name="connsiteX105" fmla="*/ 100105 w 467734"/>
                <a:gd name="connsiteY105" fmla="*/ 569075 h 718908"/>
                <a:gd name="connsiteX106" fmla="*/ 62609 w 467734"/>
                <a:gd name="connsiteY106" fmla="*/ 527162 h 718908"/>
                <a:gd name="connsiteX107" fmla="*/ 21029 w 467734"/>
                <a:gd name="connsiteY107" fmla="*/ 544911 h 718908"/>
                <a:gd name="connsiteX108" fmla="*/ 18863 w 467734"/>
                <a:gd name="connsiteY108" fmla="*/ 509331 h 718908"/>
                <a:gd name="connsiteX109" fmla="*/ 18863 w 467734"/>
                <a:gd name="connsiteY109" fmla="*/ 509331 h 718908"/>
                <a:gd name="connsiteX110" fmla="*/ 24696 w 467734"/>
                <a:gd name="connsiteY110" fmla="*/ 607405 h 718908"/>
                <a:gd name="connsiteX111" fmla="*/ 21363 w 467734"/>
                <a:gd name="connsiteY111" fmla="*/ 552243 h 718908"/>
                <a:gd name="connsiteX112" fmla="*/ 70025 w 467734"/>
                <a:gd name="connsiteY112" fmla="*/ 545661 h 718908"/>
                <a:gd name="connsiteX113" fmla="*/ 83607 w 467734"/>
                <a:gd name="connsiteY113" fmla="*/ 577574 h 718908"/>
                <a:gd name="connsiteX114" fmla="*/ 126687 w 467734"/>
                <a:gd name="connsiteY114" fmla="*/ 575658 h 718908"/>
                <a:gd name="connsiteX115" fmla="*/ 147934 w 467734"/>
                <a:gd name="connsiteY115" fmla="*/ 622154 h 718908"/>
                <a:gd name="connsiteX116" fmla="*/ 118688 w 467734"/>
                <a:gd name="connsiteY116" fmla="*/ 627320 h 718908"/>
                <a:gd name="connsiteX117" fmla="*/ 61193 w 467734"/>
                <a:gd name="connsiteY117" fmla="*/ 629570 h 718908"/>
                <a:gd name="connsiteX118" fmla="*/ 31862 w 467734"/>
                <a:gd name="connsiteY118" fmla="*/ 627237 h 718908"/>
                <a:gd name="connsiteX119" fmla="*/ 24613 w 467734"/>
                <a:gd name="connsiteY119" fmla="*/ 625737 h 718908"/>
                <a:gd name="connsiteX120" fmla="*/ 24696 w 467734"/>
                <a:gd name="connsiteY120" fmla="*/ 607405 h 718908"/>
                <a:gd name="connsiteX121" fmla="*/ 24696 w 467734"/>
                <a:gd name="connsiteY121" fmla="*/ 607405 h 718908"/>
                <a:gd name="connsiteX122" fmla="*/ 449575 w 467734"/>
                <a:gd name="connsiteY122" fmla="*/ 554493 h 718908"/>
                <a:gd name="connsiteX123" fmla="*/ 388247 w 467734"/>
                <a:gd name="connsiteY123" fmla="*/ 628070 h 718908"/>
                <a:gd name="connsiteX124" fmla="*/ 285839 w 467734"/>
                <a:gd name="connsiteY124" fmla="*/ 670316 h 718908"/>
                <a:gd name="connsiteX125" fmla="*/ 175933 w 467734"/>
                <a:gd name="connsiteY125" fmla="*/ 698480 h 718908"/>
                <a:gd name="connsiteX126" fmla="*/ 64359 w 467734"/>
                <a:gd name="connsiteY126" fmla="*/ 701980 h 718908"/>
                <a:gd name="connsiteX127" fmla="*/ 24529 w 467734"/>
                <a:gd name="connsiteY127" fmla="*/ 632236 h 718908"/>
                <a:gd name="connsiteX128" fmla="*/ 37945 w 467734"/>
                <a:gd name="connsiteY128" fmla="*/ 637486 h 718908"/>
                <a:gd name="connsiteX129" fmla="*/ 64193 w 467734"/>
                <a:gd name="connsiteY129" fmla="*/ 642152 h 718908"/>
                <a:gd name="connsiteX130" fmla="*/ 130853 w 467734"/>
                <a:gd name="connsiteY130" fmla="*/ 640819 h 718908"/>
                <a:gd name="connsiteX131" fmla="*/ 261342 w 467734"/>
                <a:gd name="connsiteY131" fmla="*/ 606322 h 718908"/>
                <a:gd name="connsiteX132" fmla="*/ 315669 w 467734"/>
                <a:gd name="connsiteY132" fmla="*/ 584657 h 718908"/>
                <a:gd name="connsiteX133" fmla="*/ 368582 w 467734"/>
                <a:gd name="connsiteY133" fmla="*/ 548327 h 718908"/>
                <a:gd name="connsiteX134" fmla="*/ 411744 w 467734"/>
                <a:gd name="connsiteY134" fmla="*/ 510830 h 718908"/>
                <a:gd name="connsiteX135" fmla="*/ 433492 w 467734"/>
                <a:gd name="connsiteY135" fmla="*/ 487916 h 718908"/>
                <a:gd name="connsiteX136" fmla="*/ 434076 w 467734"/>
                <a:gd name="connsiteY136" fmla="*/ 487333 h 718908"/>
                <a:gd name="connsiteX137" fmla="*/ 449575 w 467734"/>
                <a:gd name="connsiteY137" fmla="*/ 554493 h 718908"/>
                <a:gd name="connsiteX138" fmla="*/ 449575 w 467734"/>
                <a:gd name="connsiteY138" fmla="*/ 554493 h 718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467734" h="718908">
                  <a:moveTo>
                    <a:pt x="455240" y="490582"/>
                  </a:moveTo>
                  <a:cubicBezTo>
                    <a:pt x="440658" y="452502"/>
                    <a:pt x="415827" y="417922"/>
                    <a:pt x="393829" y="383842"/>
                  </a:cubicBezTo>
                  <a:cubicBezTo>
                    <a:pt x="370582" y="347928"/>
                    <a:pt x="344000" y="314431"/>
                    <a:pt x="319503" y="279351"/>
                  </a:cubicBezTo>
                  <a:cubicBezTo>
                    <a:pt x="295255" y="244688"/>
                    <a:pt x="272090" y="209274"/>
                    <a:pt x="244510" y="177110"/>
                  </a:cubicBezTo>
                  <a:cubicBezTo>
                    <a:pt x="217845" y="145947"/>
                    <a:pt x="190431" y="115866"/>
                    <a:pt x="163017" y="85535"/>
                  </a:cubicBezTo>
                  <a:cubicBezTo>
                    <a:pt x="138019" y="57705"/>
                    <a:pt x="111439" y="31957"/>
                    <a:pt x="79191" y="12459"/>
                  </a:cubicBezTo>
                  <a:cubicBezTo>
                    <a:pt x="66276" y="4626"/>
                    <a:pt x="49027" y="-3457"/>
                    <a:pt x="33695" y="1543"/>
                  </a:cubicBezTo>
                  <a:cubicBezTo>
                    <a:pt x="17779" y="6709"/>
                    <a:pt x="11281" y="24624"/>
                    <a:pt x="8530" y="39540"/>
                  </a:cubicBezTo>
                  <a:cubicBezTo>
                    <a:pt x="5198" y="57455"/>
                    <a:pt x="3698" y="76203"/>
                    <a:pt x="2865" y="94451"/>
                  </a:cubicBezTo>
                  <a:cubicBezTo>
                    <a:pt x="1865" y="116699"/>
                    <a:pt x="-552" y="139197"/>
                    <a:pt x="114" y="161445"/>
                  </a:cubicBezTo>
                  <a:cubicBezTo>
                    <a:pt x="1448" y="200942"/>
                    <a:pt x="531" y="240521"/>
                    <a:pt x="1448" y="280018"/>
                  </a:cubicBezTo>
                  <a:cubicBezTo>
                    <a:pt x="1281" y="283851"/>
                    <a:pt x="1281" y="287684"/>
                    <a:pt x="1114" y="291517"/>
                  </a:cubicBezTo>
                  <a:cubicBezTo>
                    <a:pt x="448" y="292017"/>
                    <a:pt x="531" y="293100"/>
                    <a:pt x="1032" y="293683"/>
                  </a:cubicBezTo>
                  <a:cubicBezTo>
                    <a:pt x="-885" y="365010"/>
                    <a:pt x="2032" y="435920"/>
                    <a:pt x="2948" y="507248"/>
                  </a:cubicBezTo>
                  <a:cubicBezTo>
                    <a:pt x="3364" y="544827"/>
                    <a:pt x="8031" y="581991"/>
                    <a:pt x="7948" y="619487"/>
                  </a:cubicBezTo>
                  <a:cubicBezTo>
                    <a:pt x="7864" y="650151"/>
                    <a:pt x="6031" y="691314"/>
                    <a:pt x="36112" y="710146"/>
                  </a:cubicBezTo>
                  <a:cubicBezTo>
                    <a:pt x="49861" y="718812"/>
                    <a:pt x="66359" y="718812"/>
                    <a:pt x="82108" y="718895"/>
                  </a:cubicBezTo>
                  <a:cubicBezTo>
                    <a:pt x="102939" y="719062"/>
                    <a:pt x="123771" y="717645"/>
                    <a:pt x="144602" y="716395"/>
                  </a:cubicBezTo>
                  <a:cubicBezTo>
                    <a:pt x="185848" y="713979"/>
                    <a:pt x="223345" y="703646"/>
                    <a:pt x="263091" y="692731"/>
                  </a:cubicBezTo>
                  <a:cubicBezTo>
                    <a:pt x="331418" y="673816"/>
                    <a:pt x="412994" y="648568"/>
                    <a:pt x="456657" y="588407"/>
                  </a:cubicBezTo>
                  <a:cubicBezTo>
                    <a:pt x="476155" y="561326"/>
                    <a:pt x="466156" y="519330"/>
                    <a:pt x="455240" y="490582"/>
                  </a:cubicBezTo>
                  <a:lnTo>
                    <a:pt x="455240" y="490582"/>
                  </a:lnTo>
                  <a:close/>
                  <a:moveTo>
                    <a:pt x="347250" y="348845"/>
                  </a:moveTo>
                  <a:cubicBezTo>
                    <a:pt x="359749" y="364427"/>
                    <a:pt x="371081" y="381176"/>
                    <a:pt x="381914" y="398174"/>
                  </a:cubicBezTo>
                  <a:cubicBezTo>
                    <a:pt x="379081" y="404840"/>
                    <a:pt x="371832" y="414922"/>
                    <a:pt x="369915" y="417089"/>
                  </a:cubicBezTo>
                  <a:cubicBezTo>
                    <a:pt x="361249" y="426838"/>
                    <a:pt x="348500" y="431421"/>
                    <a:pt x="335751" y="431921"/>
                  </a:cubicBezTo>
                  <a:cubicBezTo>
                    <a:pt x="323753" y="432421"/>
                    <a:pt x="308670" y="430254"/>
                    <a:pt x="305004" y="417422"/>
                  </a:cubicBezTo>
                  <a:cubicBezTo>
                    <a:pt x="302337" y="408006"/>
                    <a:pt x="306004" y="398091"/>
                    <a:pt x="303921" y="388758"/>
                  </a:cubicBezTo>
                  <a:cubicBezTo>
                    <a:pt x="299838" y="370760"/>
                    <a:pt x="274090" y="375176"/>
                    <a:pt x="271923" y="356428"/>
                  </a:cubicBezTo>
                  <a:cubicBezTo>
                    <a:pt x="269508" y="335679"/>
                    <a:pt x="294838" y="313682"/>
                    <a:pt x="312586" y="301766"/>
                  </a:cubicBezTo>
                  <a:cubicBezTo>
                    <a:pt x="323753" y="317931"/>
                    <a:pt x="335085" y="333680"/>
                    <a:pt x="347250" y="348845"/>
                  </a:cubicBezTo>
                  <a:lnTo>
                    <a:pt x="347250" y="348845"/>
                  </a:lnTo>
                  <a:close/>
                  <a:moveTo>
                    <a:pt x="206013" y="159695"/>
                  </a:moveTo>
                  <a:cubicBezTo>
                    <a:pt x="232261" y="190526"/>
                    <a:pt x="257009" y="221273"/>
                    <a:pt x="280007" y="254520"/>
                  </a:cubicBezTo>
                  <a:cubicBezTo>
                    <a:pt x="281923" y="257270"/>
                    <a:pt x="283839" y="260103"/>
                    <a:pt x="285756" y="262936"/>
                  </a:cubicBezTo>
                  <a:cubicBezTo>
                    <a:pt x="260925" y="298516"/>
                    <a:pt x="202263" y="299349"/>
                    <a:pt x="172433" y="270269"/>
                  </a:cubicBezTo>
                  <a:cubicBezTo>
                    <a:pt x="139436" y="238105"/>
                    <a:pt x="164267" y="173611"/>
                    <a:pt x="198180" y="150696"/>
                  </a:cubicBezTo>
                  <a:cubicBezTo>
                    <a:pt x="200847" y="153613"/>
                    <a:pt x="203430" y="156612"/>
                    <a:pt x="206013" y="159695"/>
                  </a:cubicBezTo>
                  <a:lnTo>
                    <a:pt x="206013" y="159695"/>
                  </a:lnTo>
                  <a:close/>
                  <a:moveTo>
                    <a:pt x="92107" y="42289"/>
                  </a:moveTo>
                  <a:cubicBezTo>
                    <a:pt x="92690" y="42706"/>
                    <a:pt x="93273" y="43206"/>
                    <a:pt x="93773" y="43623"/>
                  </a:cubicBezTo>
                  <a:cubicBezTo>
                    <a:pt x="108521" y="54872"/>
                    <a:pt x="123103" y="66204"/>
                    <a:pt x="135602" y="79952"/>
                  </a:cubicBezTo>
                  <a:cubicBezTo>
                    <a:pt x="145851" y="91285"/>
                    <a:pt x="156018" y="102617"/>
                    <a:pt x="166183" y="113950"/>
                  </a:cubicBezTo>
                  <a:cubicBezTo>
                    <a:pt x="156601" y="125199"/>
                    <a:pt x="152351" y="135947"/>
                    <a:pt x="135353" y="140447"/>
                  </a:cubicBezTo>
                  <a:cubicBezTo>
                    <a:pt x="125687" y="143030"/>
                    <a:pt x="108938" y="143030"/>
                    <a:pt x="101356" y="134864"/>
                  </a:cubicBezTo>
                  <a:cubicBezTo>
                    <a:pt x="94440" y="127448"/>
                    <a:pt x="97273" y="116033"/>
                    <a:pt x="96189" y="107117"/>
                  </a:cubicBezTo>
                  <a:cubicBezTo>
                    <a:pt x="94690" y="94701"/>
                    <a:pt x="88940" y="93118"/>
                    <a:pt x="80441" y="86369"/>
                  </a:cubicBezTo>
                  <a:cubicBezTo>
                    <a:pt x="66025" y="75286"/>
                    <a:pt x="80108" y="55371"/>
                    <a:pt x="92107" y="42289"/>
                  </a:cubicBezTo>
                  <a:lnTo>
                    <a:pt x="92107" y="42289"/>
                  </a:lnTo>
                  <a:close/>
                  <a:moveTo>
                    <a:pt x="16030" y="202775"/>
                  </a:moveTo>
                  <a:cubicBezTo>
                    <a:pt x="25779" y="215940"/>
                    <a:pt x="31445" y="236855"/>
                    <a:pt x="29779" y="250937"/>
                  </a:cubicBezTo>
                  <a:cubicBezTo>
                    <a:pt x="28113" y="264353"/>
                    <a:pt x="22946" y="274685"/>
                    <a:pt x="14114" y="282684"/>
                  </a:cubicBezTo>
                  <a:cubicBezTo>
                    <a:pt x="14197" y="279268"/>
                    <a:pt x="14197" y="275852"/>
                    <a:pt x="14197" y="272435"/>
                  </a:cubicBezTo>
                  <a:cubicBezTo>
                    <a:pt x="14696" y="249104"/>
                    <a:pt x="15364" y="225856"/>
                    <a:pt x="16030" y="202775"/>
                  </a:cubicBezTo>
                  <a:lnTo>
                    <a:pt x="16030" y="202775"/>
                  </a:lnTo>
                  <a:close/>
                  <a:moveTo>
                    <a:pt x="14114" y="334680"/>
                  </a:moveTo>
                  <a:cubicBezTo>
                    <a:pt x="34778" y="331847"/>
                    <a:pt x="59943" y="335263"/>
                    <a:pt x="76691" y="347762"/>
                  </a:cubicBezTo>
                  <a:cubicBezTo>
                    <a:pt x="95190" y="361510"/>
                    <a:pt x="103606" y="381509"/>
                    <a:pt x="107522" y="403757"/>
                  </a:cubicBezTo>
                  <a:cubicBezTo>
                    <a:pt x="111855" y="428088"/>
                    <a:pt x="97857" y="454835"/>
                    <a:pt x="79774" y="470834"/>
                  </a:cubicBezTo>
                  <a:cubicBezTo>
                    <a:pt x="68942" y="480417"/>
                    <a:pt x="56027" y="485583"/>
                    <a:pt x="41445" y="485833"/>
                  </a:cubicBezTo>
                  <a:cubicBezTo>
                    <a:pt x="37278" y="485916"/>
                    <a:pt x="25529" y="485749"/>
                    <a:pt x="18363" y="482916"/>
                  </a:cubicBezTo>
                  <a:cubicBezTo>
                    <a:pt x="17113" y="433421"/>
                    <a:pt x="14863" y="384175"/>
                    <a:pt x="14114" y="334680"/>
                  </a:cubicBezTo>
                  <a:lnTo>
                    <a:pt x="14114" y="334680"/>
                  </a:lnTo>
                  <a:close/>
                  <a:moveTo>
                    <a:pt x="18863" y="509331"/>
                  </a:moveTo>
                  <a:cubicBezTo>
                    <a:pt x="18779" y="503414"/>
                    <a:pt x="18614" y="497498"/>
                    <a:pt x="18530" y="491582"/>
                  </a:cubicBezTo>
                  <a:cubicBezTo>
                    <a:pt x="32945" y="496415"/>
                    <a:pt x="60776" y="492582"/>
                    <a:pt x="66359" y="490249"/>
                  </a:cubicBezTo>
                  <a:cubicBezTo>
                    <a:pt x="93106" y="479333"/>
                    <a:pt x="114105" y="447336"/>
                    <a:pt x="117271" y="419172"/>
                  </a:cubicBezTo>
                  <a:cubicBezTo>
                    <a:pt x="120104" y="393591"/>
                    <a:pt x="108355" y="361844"/>
                    <a:pt x="90440" y="343845"/>
                  </a:cubicBezTo>
                  <a:cubicBezTo>
                    <a:pt x="70692" y="323931"/>
                    <a:pt x="41028" y="317181"/>
                    <a:pt x="14030" y="322681"/>
                  </a:cubicBezTo>
                  <a:cubicBezTo>
                    <a:pt x="13947" y="312098"/>
                    <a:pt x="13947" y="301599"/>
                    <a:pt x="14030" y="291017"/>
                  </a:cubicBezTo>
                  <a:cubicBezTo>
                    <a:pt x="29195" y="284684"/>
                    <a:pt x="37445" y="270685"/>
                    <a:pt x="39944" y="252520"/>
                  </a:cubicBezTo>
                  <a:cubicBezTo>
                    <a:pt x="41694" y="240022"/>
                    <a:pt x="39195" y="228189"/>
                    <a:pt x="34528" y="216774"/>
                  </a:cubicBezTo>
                  <a:cubicBezTo>
                    <a:pt x="30113" y="205941"/>
                    <a:pt x="27112" y="193026"/>
                    <a:pt x="16447" y="186610"/>
                  </a:cubicBezTo>
                  <a:cubicBezTo>
                    <a:pt x="16696" y="174611"/>
                    <a:pt x="16946" y="162528"/>
                    <a:pt x="17113" y="150446"/>
                  </a:cubicBezTo>
                  <a:cubicBezTo>
                    <a:pt x="17280" y="136948"/>
                    <a:pt x="16863" y="123532"/>
                    <a:pt x="16946" y="110117"/>
                  </a:cubicBezTo>
                  <a:cubicBezTo>
                    <a:pt x="18030" y="91951"/>
                    <a:pt x="19196" y="73953"/>
                    <a:pt x="21780" y="55871"/>
                  </a:cubicBezTo>
                  <a:cubicBezTo>
                    <a:pt x="24196" y="38540"/>
                    <a:pt x="27529" y="11625"/>
                    <a:pt x="51527" y="17708"/>
                  </a:cubicBezTo>
                  <a:cubicBezTo>
                    <a:pt x="63859" y="20874"/>
                    <a:pt x="74942" y="28791"/>
                    <a:pt x="85191" y="36790"/>
                  </a:cubicBezTo>
                  <a:cubicBezTo>
                    <a:pt x="73775" y="46372"/>
                    <a:pt x="63859" y="65704"/>
                    <a:pt x="63026" y="75620"/>
                  </a:cubicBezTo>
                  <a:cubicBezTo>
                    <a:pt x="62360" y="83786"/>
                    <a:pt x="65359" y="89035"/>
                    <a:pt x="72192" y="93118"/>
                  </a:cubicBezTo>
                  <a:cubicBezTo>
                    <a:pt x="74775" y="94701"/>
                    <a:pt x="79025" y="95368"/>
                    <a:pt x="81191" y="97534"/>
                  </a:cubicBezTo>
                  <a:cubicBezTo>
                    <a:pt x="85523" y="101867"/>
                    <a:pt x="87607" y="110617"/>
                    <a:pt x="88274" y="116616"/>
                  </a:cubicBezTo>
                  <a:cubicBezTo>
                    <a:pt x="88857" y="121782"/>
                    <a:pt x="88190" y="126948"/>
                    <a:pt x="89773" y="131948"/>
                  </a:cubicBezTo>
                  <a:cubicBezTo>
                    <a:pt x="100773" y="165528"/>
                    <a:pt x="162600" y="152946"/>
                    <a:pt x="174599" y="123532"/>
                  </a:cubicBezTo>
                  <a:cubicBezTo>
                    <a:pt x="182099" y="132031"/>
                    <a:pt x="189515" y="140447"/>
                    <a:pt x="196930" y="149030"/>
                  </a:cubicBezTo>
                  <a:cubicBezTo>
                    <a:pt x="173099" y="156112"/>
                    <a:pt x="157684" y="179860"/>
                    <a:pt x="150018" y="202858"/>
                  </a:cubicBezTo>
                  <a:cubicBezTo>
                    <a:pt x="141436" y="228856"/>
                    <a:pt x="142852" y="257353"/>
                    <a:pt x="162600" y="277685"/>
                  </a:cubicBezTo>
                  <a:cubicBezTo>
                    <a:pt x="197013" y="313098"/>
                    <a:pt x="261841" y="311932"/>
                    <a:pt x="293339" y="273852"/>
                  </a:cubicBezTo>
                  <a:cubicBezTo>
                    <a:pt x="299088" y="282268"/>
                    <a:pt x="304838" y="290684"/>
                    <a:pt x="310587" y="299100"/>
                  </a:cubicBezTo>
                  <a:cubicBezTo>
                    <a:pt x="289005" y="310848"/>
                    <a:pt x="262591" y="331680"/>
                    <a:pt x="262258" y="356844"/>
                  </a:cubicBezTo>
                  <a:cubicBezTo>
                    <a:pt x="262091" y="367593"/>
                    <a:pt x="267341" y="375009"/>
                    <a:pt x="276673" y="379842"/>
                  </a:cubicBezTo>
                  <a:cubicBezTo>
                    <a:pt x="285006" y="384092"/>
                    <a:pt x="291671" y="385592"/>
                    <a:pt x="292922" y="396674"/>
                  </a:cubicBezTo>
                  <a:cubicBezTo>
                    <a:pt x="293755" y="404173"/>
                    <a:pt x="292005" y="411839"/>
                    <a:pt x="293339" y="419505"/>
                  </a:cubicBezTo>
                  <a:cubicBezTo>
                    <a:pt x="297839" y="444920"/>
                    <a:pt x="330585" y="447919"/>
                    <a:pt x="351583" y="442753"/>
                  </a:cubicBezTo>
                  <a:cubicBezTo>
                    <a:pt x="365582" y="439254"/>
                    <a:pt x="379164" y="430338"/>
                    <a:pt x="386747" y="417922"/>
                  </a:cubicBezTo>
                  <a:cubicBezTo>
                    <a:pt x="387746" y="416256"/>
                    <a:pt x="389080" y="414172"/>
                    <a:pt x="390497" y="411839"/>
                  </a:cubicBezTo>
                  <a:cubicBezTo>
                    <a:pt x="397329" y="422922"/>
                    <a:pt x="404079" y="434004"/>
                    <a:pt x="410828" y="445003"/>
                  </a:cubicBezTo>
                  <a:cubicBezTo>
                    <a:pt x="416411" y="454002"/>
                    <a:pt x="421827" y="463251"/>
                    <a:pt x="426827" y="472750"/>
                  </a:cubicBezTo>
                  <a:cubicBezTo>
                    <a:pt x="422660" y="477250"/>
                    <a:pt x="416077" y="481916"/>
                    <a:pt x="412994" y="485249"/>
                  </a:cubicBezTo>
                  <a:cubicBezTo>
                    <a:pt x="406912" y="491832"/>
                    <a:pt x="400662" y="497748"/>
                    <a:pt x="394079" y="503831"/>
                  </a:cubicBezTo>
                  <a:cubicBezTo>
                    <a:pt x="379330" y="517496"/>
                    <a:pt x="364665" y="529662"/>
                    <a:pt x="348250" y="541161"/>
                  </a:cubicBezTo>
                  <a:cubicBezTo>
                    <a:pt x="331085" y="553160"/>
                    <a:pt x="315087" y="566326"/>
                    <a:pt x="296005" y="575241"/>
                  </a:cubicBezTo>
                  <a:cubicBezTo>
                    <a:pt x="278840" y="583324"/>
                    <a:pt x="260674" y="588573"/>
                    <a:pt x="242510" y="594239"/>
                  </a:cubicBezTo>
                  <a:cubicBezTo>
                    <a:pt x="214762" y="602905"/>
                    <a:pt x="187764" y="612571"/>
                    <a:pt x="159934" y="619654"/>
                  </a:cubicBezTo>
                  <a:cubicBezTo>
                    <a:pt x="162600" y="604905"/>
                    <a:pt x="162351" y="588907"/>
                    <a:pt x="151101" y="577824"/>
                  </a:cubicBezTo>
                  <a:cubicBezTo>
                    <a:pt x="136103" y="563076"/>
                    <a:pt x="118937" y="564909"/>
                    <a:pt x="100105" y="569075"/>
                  </a:cubicBezTo>
                  <a:cubicBezTo>
                    <a:pt x="76691" y="574241"/>
                    <a:pt x="84524" y="532162"/>
                    <a:pt x="62609" y="527162"/>
                  </a:cubicBezTo>
                  <a:cubicBezTo>
                    <a:pt x="46444" y="523412"/>
                    <a:pt x="32862" y="534495"/>
                    <a:pt x="21029" y="544911"/>
                  </a:cubicBezTo>
                  <a:cubicBezTo>
                    <a:pt x="19863" y="532912"/>
                    <a:pt x="19030" y="521163"/>
                    <a:pt x="18863" y="509331"/>
                  </a:cubicBezTo>
                  <a:lnTo>
                    <a:pt x="18863" y="509331"/>
                  </a:lnTo>
                  <a:close/>
                  <a:moveTo>
                    <a:pt x="24696" y="607405"/>
                  </a:moveTo>
                  <a:cubicBezTo>
                    <a:pt x="24613" y="588990"/>
                    <a:pt x="22863" y="570575"/>
                    <a:pt x="21363" y="552243"/>
                  </a:cubicBezTo>
                  <a:cubicBezTo>
                    <a:pt x="36695" y="540828"/>
                    <a:pt x="59943" y="523079"/>
                    <a:pt x="70025" y="545661"/>
                  </a:cubicBezTo>
                  <a:cubicBezTo>
                    <a:pt x="74775" y="556243"/>
                    <a:pt x="71358" y="571658"/>
                    <a:pt x="83607" y="577574"/>
                  </a:cubicBezTo>
                  <a:cubicBezTo>
                    <a:pt x="96857" y="583991"/>
                    <a:pt x="112688" y="572741"/>
                    <a:pt x="126687" y="575658"/>
                  </a:cubicBezTo>
                  <a:cubicBezTo>
                    <a:pt x="152935" y="581157"/>
                    <a:pt x="148518" y="602572"/>
                    <a:pt x="147934" y="622154"/>
                  </a:cubicBezTo>
                  <a:cubicBezTo>
                    <a:pt x="138353" y="624320"/>
                    <a:pt x="128603" y="626070"/>
                    <a:pt x="118688" y="627320"/>
                  </a:cubicBezTo>
                  <a:cubicBezTo>
                    <a:pt x="99606" y="629736"/>
                    <a:pt x="80357" y="629986"/>
                    <a:pt x="61193" y="629570"/>
                  </a:cubicBezTo>
                  <a:cubicBezTo>
                    <a:pt x="51443" y="629320"/>
                    <a:pt x="41445" y="629070"/>
                    <a:pt x="31862" y="627237"/>
                  </a:cubicBezTo>
                  <a:cubicBezTo>
                    <a:pt x="29195" y="626737"/>
                    <a:pt x="26946" y="626070"/>
                    <a:pt x="24613" y="625737"/>
                  </a:cubicBezTo>
                  <a:cubicBezTo>
                    <a:pt x="24613" y="619154"/>
                    <a:pt x="24780" y="612905"/>
                    <a:pt x="24696" y="607405"/>
                  </a:cubicBezTo>
                  <a:lnTo>
                    <a:pt x="24696" y="607405"/>
                  </a:lnTo>
                  <a:close/>
                  <a:moveTo>
                    <a:pt x="449575" y="554493"/>
                  </a:moveTo>
                  <a:cubicBezTo>
                    <a:pt x="448658" y="585990"/>
                    <a:pt x="413411" y="613488"/>
                    <a:pt x="388247" y="628070"/>
                  </a:cubicBezTo>
                  <a:cubicBezTo>
                    <a:pt x="356916" y="646318"/>
                    <a:pt x="320503" y="659650"/>
                    <a:pt x="285839" y="670316"/>
                  </a:cubicBezTo>
                  <a:cubicBezTo>
                    <a:pt x="250342" y="681232"/>
                    <a:pt x="213012" y="693980"/>
                    <a:pt x="175933" y="698480"/>
                  </a:cubicBezTo>
                  <a:cubicBezTo>
                    <a:pt x="140186" y="702813"/>
                    <a:pt x="100272" y="705563"/>
                    <a:pt x="64359" y="701980"/>
                  </a:cubicBezTo>
                  <a:cubicBezTo>
                    <a:pt x="28612" y="698397"/>
                    <a:pt x="24696" y="663317"/>
                    <a:pt x="24529" y="632236"/>
                  </a:cubicBezTo>
                  <a:cubicBezTo>
                    <a:pt x="29113" y="633986"/>
                    <a:pt x="33862" y="636486"/>
                    <a:pt x="37945" y="637486"/>
                  </a:cubicBezTo>
                  <a:cubicBezTo>
                    <a:pt x="46528" y="639652"/>
                    <a:pt x="55360" y="641319"/>
                    <a:pt x="64193" y="642152"/>
                  </a:cubicBezTo>
                  <a:cubicBezTo>
                    <a:pt x="86523" y="644402"/>
                    <a:pt x="108605" y="643485"/>
                    <a:pt x="130853" y="640819"/>
                  </a:cubicBezTo>
                  <a:cubicBezTo>
                    <a:pt x="175766" y="635486"/>
                    <a:pt x="218262" y="619404"/>
                    <a:pt x="261342" y="606322"/>
                  </a:cubicBezTo>
                  <a:cubicBezTo>
                    <a:pt x="280007" y="600656"/>
                    <a:pt x="298505" y="594073"/>
                    <a:pt x="315669" y="584657"/>
                  </a:cubicBezTo>
                  <a:cubicBezTo>
                    <a:pt x="334335" y="574408"/>
                    <a:pt x="351083" y="560326"/>
                    <a:pt x="368582" y="548327"/>
                  </a:cubicBezTo>
                  <a:cubicBezTo>
                    <a:pt x="384413" y="537411"/>
                    <a:pt x="397579" y="523746"/>
                    <a:pt x="411744" y="510830"/>
                  </a:cubicBezTo>
                  <a:cubicBezTo>
                    <a:pt x="419577" y="503748"/>
                    <a:pt x="426076" y="495499"/>
                    <a:pt x="433492" y="487916"/>
                  </a:cubicBezTo>
                  <a:cubicBezTo>
                    <a:pt x="433659" y="487749"/>
                    <a:pt x="433909" y="487499"/>
                    <a:pt x="434076" y="487333"/>
                  </a:cubicBezTo>
                  <a:cubicBezTo>
                    <a:pt x="443824" y="508497"/>
                    <a:pt x="450241" y="530745"/>
                    <a:pt x="449575" y="554493"/>
                  </a:cubicBezTo>
                  <a:lnTo>
                    <a:pt x="449575" y="554493"/>
                  </a:lnTo>
                  <a:close/>
                </a:path>
              </a:pathLst>
            </a:custGeom>
            <a:grpFill/>
            <a:ln w="8332" cap="flat">
              <a:noFill/>
              <a:prstDash val="solid"/>
              <a:miter/>
            </a:ln>
          </p:spPr>
          <p:txBody>
            <a:bodyPr rtlCol="0" anchor="ctr"/>
            <a:lstStyle/>
            <a:p>
              <a:endParaRPr lang="en-US"/>
            </a:p>
          </p:txBody>
        </p:sp>
        <p:sp>
          <p:nvSpPr>
            <p:cNvPr id="1822" name="Freeform: Shape 1821"/>
            <p:cNvSpPr/>
            <p:nvPr/>
          </p:nvSpPr>
          <p:spPr>
            <a:xfrm>
              <a:off x="8466866" y="2750051"/>
              <a:ext cx="72335" cy="153665"/>
            </a:xfrm>
            <a:custGeom>
              <a:avLst/>
              <a:gdLst>
                <a:gd name="connsiteX0" fmla="*/ 63303 w 72335"/>
                <a:gd name="connsiteY0" fmla="*/ 295 h 153665"/>
                <a:gd name="connsiteX1" fmla="*/ 34556 w 72335"/>
                <a:gd name="connsiteY1" fmla="*/ 25376 h 153665"/>
                <a:gd name="connsiteX2" fmla="*/ 6142 w 72335"/>
                <a:gd name="connsiteY2" fmla="*/ 67205 h 153665"/>
                <a:gd name="connsiteX3" fmla="*/ 809 w 72335"/>
                <a:gd name="connsiteY3" fmla="*/ 110368 h 153665"/>
                <a:gd name="connsiteX4" fmla="*/ 19891 w 72335"/>
                <a:gd name="connsiteY4" fmla="*/ 147948 h 153665"/>
                <a:gd name="connsiteX5" fmla="*/ 23973 w 72335"/>
                <a:gd name="connsiteY5" fmla="*/ 152948 h 153665"/>
                <a:gd name="connsiteX6" fmla="*/ 28223 w 72335"/>
                <a:gd name="connsiteY6" fmla="*/ 151281 h 153665"/>
                <a:gd name="connsiteX7" fmla="*/ 46554 w 72335"/>
                <a:gd name="connsiteY7" fmla="*/ 130783 h 153665"/>
                <a:gd name="connsiteX8" fmla="*/ 66636 w 72335"/>
                <a:gd name="connsiteY8" fmla="*/ 91787 h 153665"/>
                <a:gd name="connsiteX9" fmla="*/ 68636 w 72335"/>
                <a:gd name="connsiteY9" fmla="*/ 4211 h 153665"/>
                <a:gd name="connsiteX10" fmla="*/ 63303 w 72335"/>
                <a:gd name="connsiteY10" fmla="*/ 295 h 153665"/>
                <a:gd name="connsiteX11" fmla="*/ 63303 w 72335"/>
                <a:gd name="connsiteY11" fmla="*/ 295 h 153665"/>
                <a:gd name="connsiteX12" fmla="*/ 62137 w 72335"/>
                <a:gd name="connsiteY12" fmla="*/ 80788 h 153665"/>
                <a:gd name="connsiteX13" fmla="*/ 45638 w 72335"/>
                <a:gd name="connsiteY13" fmla="*/ 115784 h 153665"/>
                <a:gd name="connsiteX14" fmla="*/ 29473 w 72335"/>
                <a:gd name="connsiteY14" fmla="*/ 139866 h 153665"/>
                <a:gd name="connsiteX15" fmla="*/ 32056 w 72335"/>
                <a:gd name="connsiteY15" fmla="*/ 105119 h 153665"/>
                <a:gd name="connsiteX16" fmla="*/ 43306 w 72335"/>
                <a:gd name="connsiteY16" fmla="*/ 65956 h 153665"/>
                <a:gd name="connsiteX17" fmla="*/ 39889 w 72335"/>
                <a:gd name="connsiteY17" fmla="*/ 64706 h 153665"/>
                <a:gd name="connsiteX18" fmla="*/ 27223 w 72335"/>
                <a:gd name="connsiteY18" fmla="*/ 101452 h 153665"/>
                <a:gd name="connsiteX19" fmla="*/ 21890 w 72335"/>
                <a:gd name="connsiteY19" fmla="*/ 139616 h 153665"/>
                <a:gd name="connsiteX20" fmla="*/ 17891 w 72335"/>
                <a:gd name="connsiteY20" fmla="*/ 65289 h 153665"/>
                <a:gd name="connsiteX21" fmla="*/ 42139 w 72335"/>
                <a:gd name="connsiteY21" fmla="*/ 32375 h 153665"/>
                <a:gd name="connsiteX22" fmla="*/ 61470 w 72335"/>
                <a:gd name="connsiteY22" fmla="*/ 11544 h 153665"/>
                <a:gd name="connsiteX23" fmla="*/ 62137 w 72335"/>
                <a:gd name="connsiteY23" fmla="*/ 80788 h 153665"/>
                <a:gd name="connsiteX24" fmla="*/ 62137 w 72335"/>
                <a:gd name="connsiteY24" fmla="*/ 80788 h 153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2335" h="153665">
                  <a:moveTo>
                    <a:pt x="63303" y="295"/>
                  </a:moveTo>
                  <a:cubicBezTo>
                    <a:pt x="52721" y="4878"/>
                    <a:pt x="42139" y="16793"/>
                    <a:pt x="34556" y="25376"/>
                  </a:cubicBezTo>
                  <a:cubicBezTo>
                    <a:pt x="23640" y="37708"/>
                    <a:pt x="12308" y="51790"/>
                    <a:pt x="6142" y="67205"/>
                  </a:cubicBezTo>
                  <a:cubicBezTo>
                    <a:pt x="725" y="80704"/>
                    <a:pt x="-1275" y="95869"/>
                    <a:pt x="809" y="110368"/>
                  </a:cubicBezTo>
                  <a:cubicBezTo>
                    <a:pt x="2975" y="125200"/>
                    <a:pt x="10975" y="136616"/>
                    <a:pt x="19891" y="147948"/>
                  </a:cubicBezTo>
                  <a:cubicBezTo>
                    <a:pt x="19308" y="150448"/>
                    <a:pt x="21557" y="152948"/>
                    <a:pt x="23973" y="152948"/>
                  </a:cubicBezTo>
                  <a:cubicBezTo>
                    <a:pt x="25641" y="154531"/>
                    <a:pt x="28223" y="153281"/>
                    <a:pt x="28223" y="151281"/>
                  </a:cubicBezTo>
                  <a:cubicBezTo>
                    <a:pt x="35806" y="146865"/>
                    <a:pt x="42222" y="137616"/>
                    <a:pt x="46554" y="130783"/>
                  </a:cubicBezTo>
                  <a:cubicBezTo>
                    <a:pt x="54554" y="118201"/>
                    <a:pt x="61553" y="105952"/>
                    <a:pt x="66636" y="91787"/>
                  </a:cubicBezTo>
                  <a:cubicBezTo>
                    <a:pt x="77135" y="62539"/>
                    <a:pt x="70220" y="34208"/>
                    <a:pt x="68636" y="4211"/>
                  </a:cubicBezTo>
                  <a:cubicBezTo>
                    <a:pt x="68553" y="1628"/>
                    <a:pt x="65887" y="-872"/>
                    <a:pt x="63303" y="295"/>
                  </a:cubicBezTo>
                  <a:lnTo>
                    <a:pt x="63303" y="295"/>
                  </a:lnTo>
                  <a:close/>
                  <a:moveTo>
                    <a:pt x="62137" y="80788"/>
                  </a:moveTo>
                  <a:cubicBezTo>
                    <a:pt x="57888" y="93036"/>
                    <a:pt x="52971" y="105035"/>
                    <a:pt x="45638" y="115784"/>
                  </a:cubicBezTo>
                  <a:cubicBezTo>
                    <a:pt x="41222" y="122200"/>
                    <a:pt x="36056" y="133116"/>
                    <a:pt x="29473" y="139866"/>
                  </a:cubicBezTo>
                  <a:cubicBezTo>
                    <a:pt x="30556" y="128367"/>
                    <a:pt x="30306" y="116618"/>
                    <a:pt x="32056" y="105119"/>
                  </a:cubicBezTo>
                  <a:cubicBezTo>
                    <a:pt x="34139" y="91453"/>
                    <a:pt x="39056" y="79038"/>
                    <a:pt x="43306" y="65956"/>
                  </a:cubicBezTo>
                  <a:cubicBezTo>
                    <a:pt x="43972" y="63956"/>
                    <a:pt x="40805" y="62789"/>
                    <a:pt x="39889" y="64706"/>
                  </a:cubicBezTo>
                  <a:cubicBezTo>
                    <a:pt x="34222" y="76371"/>
                    <a:pt x="29807" y="88704"/>
                    <a:pt x="27223" y="101452"/>
                  </a:cubicBezTo>
                  <a:cubicBezTo>
                    <a:pt x="24723" y="113951"/>
                    <a:pt x="24474" y="127117"/>
                    <a:pt x="21890" y="139616"/>
                  </a:cubicBezTo>
                  <a:cubicBezTo>
                    <a:pt x="9308" y="115868"/>
                    <a:pt x="4225" y="91453"/>
                    <a:pt x="17891" y="65289"/>
                  </a:cubicBezTo>
                  <a:cubicBezTo>
                    <a:pt x="24140" y="53290"/>
                    <a:pt x="33306" y="42541"/>
                    <a:pt x="42139" y="32375"/>
                  </a:cubicBezTo>
                  <a:cubicBezTo>
                    <a:pt x="47388" y="26209"/>
                    <a:pt x="54304" y="17376"/>
                    <a:pt x="61470" y="11544"/>
                  </a:cubicBezTo>
                  <a:cubicBezTo>
                    <a:pt x="65053" y="33792"/>
                    <a:pt x="69387" y="59706"/>
                    <a:pt x="62137" y="80788"/>
                  </a:cubicBezTo>
                  <a:lnTo>
                    <a:pt x="62137" y="80788"/>
                  </a:lnTo>
                  <a:close/>
                </a:path>
              </a:pathLst>
            </a:custGeom>
            <a:grpFill/>
            <a:ln w="8332" cap="flat">
              <a:noFill/>
              <a:prstDash val="solid"/>
              <a:miter/>
            </a:ln>
          </p:spPr>
          <p:txBody>
            <a:bodyPr rtlCol="0" anchor="ctr"/>
            <a:lstStyle/>
            <a:p>
              <a:endParaRPr lang="en-US"/>
            </a:p>
          </p:txBody>
        </p:sp>
        <p:sp>
          <p:nvSpPr>
            <p:cNvPr id="1823" name="Freeform: Shape 1822"/>
            <p:cNvSpPr/>
            <p:nvPr/>
          </p:nvSpPr>
          <p:spPr>
            <a:xfrm>
              <a:off x="8383014" y="2553887"/>
              <a:ext cx="70739" cy="145360"/>
            </a:xfrm>
            <a:custGeom>
              <a:avLst/>
              <a:gdLst>
                <a:gd name="connsiteX0" fmla="*/ 61829 w 70739"/>
                <a:gd name="connsiteY0" fmla="*/ 39806 h 145360"/>
                <a:gd name="connsiteX1" fmla="*/ 43331 w 70739"/>
                <a:gd name="connsiteY1" fmla="*/ 3393 h 145360"/>
                <a:gd name="connsiteX2" fmla="*/ 36082 w 70739"/>
                <a:gd name="connsiteY2" fmla="*/ 726 h 145360"/>
                <a:gd name="connsiteX3" fmla="*/ 14417 w 70739"/>
                <a:gd name="connsiteY3" fmla="*/ 28057 h 145360"/>
                <a:gd name="connsiteX4" fmla="*/ 585 w 70739"/>
                <a:gd name="connsiteY4" fmla="*/ 75552 h 145360"/>
                <a:gd name="connsiteX5" fmla="*/ 21000 w 70739"/>
                <a:gd name="connsiteY5" fmla="*/ 119465 h 145360"/>
                <a:gd name="connsiteX6" fmla="*/ 46581 w 70739"/>
                <a:gd name="connsiteY6" fmla="*/ 143046 h 145360"/>
                <a:gd name="connsiteX7" fmla="*/ 50747 w 70739"/>
                <a:gd name="connsiteY7" fmla="*/ 144713 h 145360"/>
                <a:gd name="connsiteX8" fmla="*/ 52081 w 70739"/>
                <a:gd name="connsiteY8" fmla="*/ 145213 h 145360"/>
                <a:gd name="connsiteX9" fmla="*/ 55164 w 70739"/>
                <a:gd name="connsiteY9" fmla="*/ 140547 h 145360"/>
                <a:gd name="connsiteX10" fmla="*/ 70329 w 70739"/>
                <a:gd name="connsiteY10" fmla="*/ 75303 h 145360"/>
                <a:gd name="connsiteX11" fmla="*/ 61829 w 70739"/>
                <a:gd name="connsiteY11" fmla="*/ 39806 h 145360"/>
                <a:gd name="connsiteX12" fmla="*/ 61829 w 70739"/>
                <a:gd name="connsiteY12" fmla="*/ 39806 h 145360"/>
                <a:gd name="connsiteX13" fmla="*/ 60913 w 70739"/>
                <a:gd name="connsiteY13" fmla="*/ 66803 h 145360"/>
                <a:gd name="connsiteX14" fmla="*/ 52330 w 70739"/>
                <a:gd name="connsiteY14" fmla="*/ 127881 h 145360"/>
                <a:gd name="connsiteX15" fmla="*/ 43331 w 70739"/>
                <a:gd name="connsiteY15" fmla="*/ 108800 h 145360"/>
                <a:gd name="connsiteX16" fmla="*/ 34166 w 70739"/>
                <a:gd name="connsiteY16" fmla="*/ 56554 h 145360"/>
                <a:gd name="connsiteX17" fmla="*/ 28916 w 70739"/>
                <a:gd name="connsiteY17" fmla="*/ 56054 h 145360"/>
                <a:gd name="connsiteX18" fmla="*/ 31582 w 70739"/>
                <a:gd name="connsiteY18" fmla="*/ 95634 h 145360"/>
                <a:gd name="connsiteX19" fmla="*/ 37998 w 70739"/>
                <a:gd name="connsiteY19" fmla="*/ 116132 h 145360"/>
                <a:gd name="connsiteX20" fmla="*/ 45748 w 70739"/>
                <a:gd name="connsiteY20" fmla="*/ 134297 h 145360"/>
                <a:gd name="connsiteX21" fmla="*/ 9667 w 70739"/>
                <a:gd name="connsiteY21" fmla="*/ 72553 h 145360"/>
                <a:gd name="connsiteX22" fmla="*/ 22833 w 70739"/>
                <a:gd name="connsiteY22" fmla="*/ 32473 h 145360"/>
                <a:gd name="connsiteX23" fmla="*/ 36915 w 70739"/>
                <a:gd name="connsiteY23" fmla="*/ 12725 h 145360"/>
                <a:gd name="connsiteX24" fmla="*/ 60913 w 70739"/>
                <a:gd name="connsiteY24" fmla="*/ 66803 h 145360"/>
                <a:gd name="connsiteX25" fmla="*/ 60913 w 70739"/>
                <a:gd name="connsiteY25" fmla="*/ 66803 h 14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0739" h="145360">
                  <a:moveTo>
                    <a:pt x="61829" y="39806"/>
                  </a:moveTo>
                  <a:cubicBezTo>
                    <a:pt x="56330" y="27224"/>
                    <a:pt x="47914" y="16391"/>
                    <a:pt x="43331" y="3393"/>
                  </a:cubicBezTo>
                  <a:cubicBezTo>
                    <a:pt x="42248" y="393"/>
                    <a:pt x="38831" y="-941"/>
                    <a:pt x="36082" y="726"/>
                  </a:cubicBezTo>
                  <a:cubicBezTo>
                    <a:pt x="27416" y="6142"/>
                    <a:pt x="19917" y="19558"/>
                    <a:pt x="14417" y="28057"/>
                  </a:cubicBezTo>
                  <a:cubicBezTo>
                    <a:pt x="5168" y="42389"/>
                    <a:pt x="-2164" y="57971"/>
                    <a:pt x="585" y="75552"/>
                  </a:cubicBezTo>
                  <a:cubicBezTo>
                    <a:pt x="3002" y="91218"/>
                    <a:pt x="12584" y="106300"/>
                    <a:pt x="21000" y="119465"/>
                  </a:cubicBezTo>
                  <a:cubicBezTo>
                    <a:pt x="27749" y="130131"/>
                    <a:pt x="35582" y="138047"/>
                    <a:pt x="46581" y="143046"/>
                  </a:cubicBezTo>
                  <a:cubicBezTo>
                    <a:pt x="47497" y="144296"/>
                    <a:pt x="49164" y="144880"/>
                    <a:pt x="50747" y="144713"/>
                  </a:cubicBezTo>
                  <a:cubicBezTo>
                    <a:pt x="51247" y="144880"/>
                    <a:pt x="51664" y="145046"/>
                    <a:pt x="52081" y="145213"/>
                  </a:cubicBezTo>
                  <a:cubicBezTo>
                    <a:pt x="54830" y="146129"/>
                    <a:pt x="56580" y="142547"/>
                    <a:pt x="55164" y="140547"/>
                  </a:cubicBezTo>
                  <a:cubicBezTo>
                    <a:pt x="66995" y="120632"/>
                    <a:pt x="72328" y="98384"/>
                    <a:pt x="70329" y="75303"/>
                  </a:cubicBezTo>
                  <a:cubicBezTo>
                    <a:pt x="69329" y="63137"/>
                    <a:pt x="66663" y="50972"/>
                    <a:pt x="61829" y="39806"/>
                  </a:cubicBezTo>
                  <a:lnTo>
                    <a:pt x="61829" y="39806"/>
                  </a:lnTo>
                  <a:close/>
                  <a:moveTo>
                    <a:pt x="60913" y="66803"/>
                  </a:moveTo>
                  <a:cubicBezTo>
                    <a:pt x="64663" y="88385"/>
                    <a:pt x="61746" y="108966"/>
                    <a:pt x="52330" y="127881"/>
                  </a:cubicBezTo>
                  <a:cubicBezTo>
                    <a:pt x="49664" y="121132"/>
                    <a:pt x="45414" y="114299"/>
                    <a:pt x="43331" y="108800"/>
                  </a:cubicBezTo>
                  <a:cubicBezTo>
                    <a:pt x="36831" y="91218"/>
                    <a:pt x="34249" y="75219"/>
                    <a:pt x="34166" y="56554"/>
                  </a:cubicBezTo>
                  <a:cubicBezTo>
                    <a:pt x="34166" y="53555"/>
                    <a:pt x="29333" y="52971"/>
                    <a:pt x="28916" y="56054"/>
                  </a:cubicBezTo>
                  <a:cubicBezTo>
                    <a:pt x="26833" y="69636"/>
                    <a:pt x="27833" y="82385"/>
                    <a:pt x="31582" y="95634"/>
                  </a:cubicBezTo>
                  <a:cubicBezTo>
                    <a:pt x="33499" y="102550"/>
                    <a:pt x="35665" y="109383"/>
                    <a:pt x="37998" y="116132"/>
                  </a:cubicBezTo>
                  <a:cubicBezTo>
                    <a:pt x="39498" y="120382"/>
                    <a:pt x="44248" y="128131"/>
                    <a:pt x="45748" y="134297"/>
                  </a:cubicBezTo>
                  <a:cubicBezTo>
                    <a:pt x="27916" y="120549"/>
                    <a:pt x="12167" y="92384"/>
                    <a:pt x="9667" y="72553"/>
                  </a:cubicBezTo>
                  <a:cubicBezTo>
                    <a:pt x="7834" y="57721"/>
                    <a:pt x="14917" y="44305"/>
                    <a:pt x="22833" y="32473"/>
                  </a:cubicBezTo>
                  <a:cubicBezTo>
                    <a:pt x="26167" y="27474"/>
                    <a:pt x="31499" y="18391"/>
                    <a:pt x="36915" y="12725"/>
                  </a:cubicBezTo>
                  <a:cubicBezTo>
                    <a:pt x="45247" y="30890"/>
                    <a:pt x="57330" y="46138"/>
                    <a:pt x="60913" y="66803"/>
                  </a:cubicBezTo>
                  <a:lnTo>
                    <a:pt x="60913" y="66803"/>
                  </a:lnTo>
                  <a:close/>
                </a:path>
              </a:pathLst>
            </a:custGeom>
            <a:grpFill/>
            <a:ln w="8332" cap="flat">
              <a:noFill/>
              <a:prstDash val="solid"/>
              <a:miter/>
            </a:ln>
          </p:spPr>
          <p:txBody>
            <a:bodyPr rtlCol="0" anchor="ctr"/>
            <a:lstStyle/>
            <a:p>
              <a:endParaRPr lang="en-US"/>
            </a:p>
          </p:txBody>
        </p:sp>
        <p:sp>
          <p:nvSpPr>
            <p:cNvPr id="1824" name="Freeform: Shape 1823"/>
            <p:cNvSpPr/>
            <p:nvPr/>
          </p:nvSpPr>
          <p:spPr>
            <a:xfrm>
              <a:off x="8553590" y="2853125"/>
              <a:ext cx="53297" cy="57871"/>
            </a:xfrm>
            <a:custGeom>
              <a:avLst/>
              <a:gdLst>
                <a:gd name="connsiteX0" fmla="*/ 6076 w 53297"/>
                <a:gd name="connsiteY0" fmla="*/ 7544 h 57871"/>
                <a:gd name="connsiteX1" fmla="*/ 827 w 53297"/>
                <a:gd name="connsiteY1" fmla="*/ 37625 h 57871"/>
                <a:gd name="connsiteX2" fmla="*/ 5577 w 53297"/>
                <a:gd name="connsiteY2" fmla="*/ 47624 h 57871"/>
                <a:gd name="connsiteX3" fmla="*/ 6243 w 53297"/>
                <a:gd name="connsiteY3" fmla="*/ 48124 h 57871"/>
                <a:gd name="connsiteX4" fmla="*/ 15909 w 53297"/>
                <a:gd name="connsiteY4" fmla="*/ 55540 h 57871"/>
                <a:gd name="connsiteX5" fmla="*/ 52738 w 53297"/>
                <a:gd name="connsiteY5" fmla="*/ 27209 h 57871"/>
                <a:gd name="connsiteX6" fmla="*/ 6076 w 53297"/>
                <a:gd name="connsiteY6" fmla="*/ 7544 h 57871"/>
                <a:gd name="connsiteX7" fmla="*/ 6076 w 53297"/>
                <a:gd name="connsiteY7" fmla="*/ 7544 h 57871"/>
                <a:gd name="connsiteX8" fmla="*/ 21992 w 53297"/>
                <a:gd name="connsiteY8" fmla="*/ 48124 h 57871"/>
                <a:gd name="connsiteX9" fmla="*/ 15659 w 53297"/>
                <a:gd name="connsiteY9" fmla="*/ 45791 h 57871"/>
                <a:gd name="connsiteX10" fmla="*/ 7326 w 53297"/>
                <a:gd name="connsiteY10" fmla="*/ 32542 h 57871"/>
                <a:gd name="connsiteX11" fmla="*/ 7493 w 53297"/>
                <a:gd name="connsiteY11" fmla="*/ 27875 h 57871"/>
                <a:gd name="connsiteX12" fmla="*/ 7742 w 53297"/>
                <a:gd name="connsiteY12" fmla="*/ 25209 h 57871"/>
                <a:gd name="connsiteX13" fmla="*/ 11576 w 53297"/>
                <a:gd name="connsiteY13" fmla="*/ 14543 h 57871"/>
                <a:gd name="connsiteX14" fmla="*/ 24491 w 53297"/>
                <a:gd name="connsiteY14" fmla="*/ 10044 h 57871"/>
                <a:gd name="connsiteX15" fmla="*/ 42074 w 53297"/>
                <a:gd name="connsiteY15" fmla="*/ 23459 h 57871"/>
                <a:gd name="connsiteX16" fmla="*/ 21992 w 53297"/>
                <a:gd name="connsiteY16" fmla="*/ 48124 h 57871"/>
                <a:gd name="connsiteX17" fmla="*/ 21992 w 53297"/>
                <a:gd name="connsiteY17" fmla="*/ 48124 h 57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3297" h="57871">
                  <a:moveTo>
                    <a:pt x="6076" y="7544"/>
                  </a:moveTo>
                  <a:cubicBezTo>
                    <a:pt x="-590" y="15626"/>
                    <a:pt x="-756" y="27709"/>
                    <a:pt x="827" y="37625"/>
                  </a:cubicBezTo>
                  <a:cubicBezTo>
                    <a:pt x="1411" y="41541"/>
                    <a:pt x="2576" y="44790"/>
                    <a:pt x="5577" y="47624"/>
                  </a:cubicBezTo>
                  <a:cubicBezTo>
                    <a:pt x="5743" y="47790"/>
                    <a:pt x="5993" y="47957"/>
                    <a:pt x="6243" y="48124"/>
                  </a:cubicBezTo>
                  <a:cubicBezTo>
                    <a:pt x="8743" y="51290"/>
                    <a:pt x="12075" y="53873"/>
                    <a:pt x="15909" y="55540"/>
                  </a:cubicBezTo>
                  <a:cubicBezTo>
                    <a:pt x="35407" y="63956"/>
                    <a:pt x="57072" y="48457"/>
                    <a:pt x="52738" y="27209"/>
                  </a:cubicBezTo>
                  <a:cubicBezTo>
                    <a:pt x="48906" y="8877"/>
                    <a:pt x="21575" y="-11288"/>
                    <a:pt x="6076" y="7544"/>
                  </a:cubicBezTo>
                  <a:lnTo>
                    <a:pt x="6076" y="7544"/>
                  </a:lnTo>
                  <a:close/>
                  <a:moveTo>
                    <a:pt x="21992" y="48124"/>
                  </a:moveTo>
                  <a:cubicBezTo>
                    <a:pt x="19992" y="46457"/>
                    <a:pt x="18076" y="46457"/>
                    <a:pt x="15659" y="45791"/>
                  </a:cubicBezTo>
                  <a:cubicBezTo>
                    <a:pt x="10326" y="42791"/>
                    <a:pt x="7826" y="37958"/>
                    <a:pt x="7326" y="32542"/>
                  </a:cubicBezTo>
                  <a:cubicBezTo>
                    <a:pt x="7326" y="30958"/>
                    <a:pt x="7410" y="29375"/>
                    <a:pt x="7493" y="27875"/>
                  </a:cubicBezTo>
                  <a:cubicBezTo>
                    <a:pt x="7577" y="26959"/>
                    <a:pt x="7660" y="26042"/>
                    <a:pt x="7742" y="25209"/>
                  </a:cubicBezTo>
                  <a:cubicBezTo>
                    <a:pt x="8410" y="21543"/>
                    <a:pt x="9825" y="17876"/>
                    <a:pt x="11576" y="14543"/>
                  </a:cubicBezTo>
                  <a:cubicBezTo>
                    <a:pt x="14242" y="10877"/>
                    <a:pt x="18408" y="8794"/>
                    <a:pt x="24491" y="10044"/>
                  </a:cubicBezTo>
                  <a:cubicBezTo>
                    <a:pt x="32324" y="11627"/>
                    <a:pt x="38740" y="16210"/>
                    <a:pt x="42074" y="23459"/>
                  </a:cubicBezTo>
                  <a:cubicBezTo>
                    <a:pt x="48739" y="37875"/>
                    <a:pt x="36407" y="51040"/>
                    <a:pt x="21992" y="48124"/>
                  </a:cubicBezTo>
                  <a:lnTo>
                    <a:pt x="21992" y="48124"/>
                  </a:lnTo>
                  <a:close/>
                </a:path>
              </a:pathLst>
            </a:custGeom>
            <a:grpFill/>
            <a:ln w="8332" cap="flat">
              <a:noFill/>
              <a:prstDash val="solid"/>
              <a:miter/>
            </a:ln>
          </p:spPr>
          <p:txBody>
            <a:bodyPr rtlCol="0" anchor="ctr"/>
            <a:lstStyle/>
            <a:p>
              <a:endParaRPr lang="en-US"/>
            </a:p>
          </p:txBody>
        </p:sp>
        <p:sp>
          <p:nvSpPr>
            <p:cNvPr id="1825" name="Freeform: Shape 1824"/>
            <p:cNvSpPr/>
            <p:nvPr/>
          </p:nvSpPr>
          <p:spPr>
            <a:xfrm>
              <a:off x="8437934" y="2704754"/>
              <a:ext cx="53297" cy="57922"/>
            </a:xfrm>
            <a:custGeom>
              <a:avLst/>
              <a:gdLst>
                <a:gd name="connsiteX0" fmla="*/ 6076 w 53297"/>
                <a:gd name="connsiteY0" fmla="*/ 7595 h 57922"/>
                <a:gd name="connsiteX1" fmla="*/ 826 w 53297"/>
                <a:gd name="connsiteY1" fmla="*/ 37675 h 57922"/>
                <a:gd name="connsiteX2" fmla="*/ 5577 w 53297"/>
                <a:gd name="connsiteY2" fmla="*/ 47674 h 57922"/>
                <a:gd name="connsiteX3" fmla="*/ 6243 w 53297"/>
                <a:gd name="connsiteY3" fmla="*/ 48174 h 57922"/>
                <a:gd name="connsiteX4" fmla="*/ 15909 w 53297"/>
                <a:gd name="connsiteY4" fmla="*/ 55590 h 57922"/>
                <a:gd name="connsiteX5" fmla="*/ 52738 w 53297"/>
                <a:gd name="connsiteY5" fmla="*/ 27259 h 57922"/>
                <a:gd name="connsiteX6" fmla="*/ 6076 w 53297"/>
                <a:gd name="connsiteY6" fmla="*/ 7595 h 57922"/>
                <a:gd name="connsiteX7" fmla="*/ 6076 w 53297"/>
                <a:gd name="connsiteY7" fmla="*/ 7595 h 57922"/>
                <a:gd name="connsiteX8" fmla="*/ 21992 w 53297"/>
                <a:gd name="connsiteY8" fmla="*/ 48091 h 57922"/>
                <a:gd name="connsiteX9" fmla="*/ 15659 w 53297"/>
                <a:gd name="connsiteY9" fmla="*/ 45758 h 57922"/>
                <a:gd name="connsiteX10" fmla="*/ 7326 w 53297"/>
                <a:gd name="connsiteY10" fmla="*/ 32509 h 57922"/>
                <a:gd name="connsiteX11" fmla="*/ 7493 w 53297"/>
                <a:gd name="connsiteY11" fmla="*/ 27843 h 57922"/>
                <a:gd name="connsiteX12" fmla="*/ 7743 w 53297"/>
                <a:gd name="connsiteY12" fmla="*/ 25176 h 57922"/>
                <a:gd name="connsiteX13" fmla="*/ 11576 w 53297"/>
                <a:gd name="connsiteY13" fmla="*/ 14511 h 57922"/>
                <a:gd name="connsiteX14" fmla="*/ 24491 w 53297"/>
                <a:gd name="connsiteY14" fmla="*/ 10011 h 57922"/>
                <a:gd name="connsiteX15" fmla="*/ 42073 w 53297"/>
                <a:gd name="connsiteY15" fmla="*/ 23427 h 57922"/>
                <a:gd name="connsiteX16" fmla="*/ 21992 w 53297"/>
                <a:gd name="connsiteY16" fmla="*/ 48091 h 57922"/>
                <a:gd name="connsiteX17" fmla="*/ 21992 w 53297"/>
                <a:gd name="connsiteY17" fmla="*/ 48091 h 57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3297" h="57922">
                  <a:moveTo>
                    <a:pt x="6076" y="7595"/>
                  </a:moveTo>
                  <a:cubicBezTo>
                    <a:pt x="-589" y="15677"/>
                    <a:pt x="-756" y="27760"/>
                    <a:pt x="826" y="37675"/>
                  </a:cubicBezTo>
                  <a:cubicBezTo>
                    <a:pt x="1410" y="41592"/>
                    <a:pt x="2576" y="44841"/>
                    <a:pt x="5577" y="47674"/>
                  </a:cubicBezTo>
                  <a:cubicBezTo>
                    <a:pt x="5742" y="47841"/>
                    <a:pt x="5993" y="48008"/>
                    <a:pt x="6243" y="48174"/>
                  </a:cubicBezTo>
                  <a:cubicBezTo>
                    <a:pt x="8743" y="51341"/>
                    <a:pt x="12075" y="53924"/>
                    <a:pt x="15909" y="55590"/>
                  </a:cubicBezTo>
                  <a:cubicBezTo>
                    <a:pt x="35407" y="64006"/>
                    <a:pt x="57071" y="48508"/>
                    <a:pt x="52738" y="27259"/>
                  </a:cubicBezTo>
                  <a:cubicBezTo>
                    <a:pt x="48989" y="8845"/>
                    <a:pt x="21574" y="-11320"/>
                    <a:pt x="6076" y="7595"/>
                  </a:cubicBezTo>
                  <a:lnTo>
                    <a:pt x="6076" y="7595"/>
                  </a:lnTo>
                  <a:close/>
                  <a:moveTo>
                    <a:pt x="21992" y="48091"/>
                  </a:moveTo>
                  <a:cubicBezTo>
                    <a:pt x="19992" y="46425"/>
                    <a:pt x="18075" y="46425"/>
                    <a:pt x="15659" y="45758"/>
                  </a:cubicBezTo>
                  <a:cubicBezTo>
                    <a:pt x="10326" y="42758"/>
                    <a:pt x="7826" y="37925"/>
                    <a:pt x="7326" y="32509"/>
                  </a:cubicBezTo>
                  <a:cubicBezTo>
                    <a:pt x="7326" y="30926"/>
                    <a:pt x="7410" y="29343"/>
                    <a:pt x="7493" y="27843"/>
                  </a:cubicBezTo>
                  <a:cubicBezTo>
                    <a:pt x="7576" y="26926"/>
                    <a:pt x="7660" y="26010"/>
                    <a:pt x="7743" y="25176"/>
                  </a:cubicBezTo>
                  <a:cubicBezTo>
                    <a:pt x="8409" y="21510"/>
                    <a:pt x="9826" y="17844"/>
                    <a:pt x="11576" y="14511"/>
                  </a:cubicBezTo>
                  <a:cubicBezTo>
                    <a:pt x="14242" y="10845"/>
                    <a:pt x="18408" y="8761"/>
                    <a:pt x="24491" y="10011"/>
                  </a:cubicBezTo>
                  <a:cubicBezTo>
                    <a:pt x="32324" y="11594"/>
                    <a:pt x="38740" y="16177"/>
                    <a:pt x="42073" y="23427"/>
                  </a:cubicBezTo>
                  <a:cubicBezTo>
                    <a:pt x="48739" y="37842"/>
                    <a:pt x="36407" y="51007"/>
                    <a:pt x="21992" y="48091"/>
                  </a:cubicBezTo>
                  <a:lnTo>
                    <a:pt x="21992" y="48091"/>
                  </a:lnTo>
                  <a:close/>
                </a:path>
              </a:pathLst>
            </a:custGeom>
            <a:grpFill/>
            <a:ln w="8332" cap="flat">
              <a:noFill/>
              <a:prstDash val="solid"/>
              <a:miter/>
            </a:ln>
          </p:spPr>
          <p:txBody>
            <a:bodyPr rtlCol="0" anchor="ctr"/>
            <a:lstStyle/>
            <a:p>
              <a:endParaRPr lang="en-US"/>
            </a:p>
          </p:txBody>
        </p:sp>
        <p:sp>
          <p:nvSpPr>
            <p:cNvPr id="1826" name="Freeform: Shape 1825"/>
            <p:cNvSpPr/>
            <p:nvPr/>
          </p:nvSpPr>
          <p:spPr>
            <a:xfrm>
              <a:off x="8355192" y="2511370"/>
              <a:ext cx="53298" cy="57907"/>
            </a:xfrm>
            <a:custGeom>
              <a:avLst/>
              <a:gdLst>
                <a:gd name="connsiteX0" fmla="*/ 6077 w 53298"/>
                <a:gd name="connsiteY0" fmla="*/ 7580 h 57907"/>
                <a:gd name="connsiteX1" fmla="*/ 827 w 53298"/>
                <a:gd name="connsiteY1" fmla="*/ 37661 h 57907"/>
                <a:gd name="connsiteX2" fmla="*/ 5576 w 53298"/>
                <a:gd name="connsiteY2" fmla="*/ 47660 h 57907"/>
                <a:gd name="connsiteX3" fmla="*/ 6242 w 53298"/>
                <a:gd name="connsiteY3" fmla="*/ 48160 h 57907"/>
                <a:gd name="connsiteX4" fmla="*/ 15909 w 53298"/>
                <a:gd name="connsiteY4" fmla="*/ 55576 h 57907"/>
                <a:gd name="connsiteX5" fmla="*/ 52739 w 53298"/>
                <a:gd name="connsiteY5" fmla="*/ 27245 h 57907"/>
                <a:gd name="connsiteX6" fmla="*/ 6077 w 53298"/>
                <a:gd name="connsiteY6" fmla="*/ 7580 h 57907"/>
                <a:gd name="connsiteX7" fmla="*/ 6077 w 53298"/>
                <a:gd name="connsiteY7" fmla="*/ 7580 h 57907"/>
                <a:gd name="connsiteX8" fmla="*/ 21991 w 53298"/>
                <a:gd name="connsiteY8" fmla="*/ 48160 h 57907"/>
                <a:gd name="connsiteX9" fmla="*/ 15658 w 53298"/>
                <a:gd name="connsiteY9" fmla="*/ 45827 h 57907"/>
                <a:gd name="connsiteX10" fmla="*/ 7326 w 53298"/>
                <a:gd name="connsiteY10" fmla="*/ 32578 h 57907"/>
                <a:gd name="connsiteX11" fmla="*/ 7493 w 53298"/>
                <a:gd name="connsiteY11" fmla="*/ 27912 h 57907"/>
                <a:gd name="connsiteX12" fmla="*/ 7743 w 53298"/>
                <a:gd name="connsiteY12" fmla="*/ 25245 h 57907"/>
                <a:gd name="connsiteX13" fmla="*/ 11575 w 53298"/>
                <a:gd name="connsiteY13" fmla="*/ 14580 h 57907"/>
                <a:gd name="connsiteX14" fmla="*/ 24491 w 53298"/>
                <a:gd name="connsiteY14" fmla="*/ 10080 h 57907"/>
                <a:gd name="connsiteX15" fmla="*/ 42073 w 53298"/>
                <a:gd name="connsiteY15" fmla="*/ 23496 h 57907"/>
                <a:gd name="connsiteX16" fmla="*/ 21991 w 53298"/>
                <a:gd name="connsiteY16" fmla="*/ 48160 h 57907"/>
                <a:gd name="connsiteX17" fmla="*/ 21991 w 53298"/>
                <a:gd name="connsiteY17" fmla="*/ 48160 h 57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3298" h="57907">
                  <a:moveTo>
                    <a:pt x="6077" y="7580"/>
                  </a:moveTo>
                  <a:cubicBezTo>
                    <a:pt x="-590" y="15663"/>
                    <a:pt x="-757" y="27745"/>
                    <a:pt x="827" y="37661"/>
                  </a:cubicBezTo>
                  <a:cubicBezTo>
                    <a:pt x="1410" y="41577"/>
                    <a:pt x="2577" y="44827"/>
                    <a:pt x="5576" y="47660"/>
                  </a:cubicBezTo>
                  <a:cubicBezTo>
                    <a:pt x="5743" y="47827"/>
                    <a:pt x="5993" y="47993"/>
                    <a:pt x="6242" y="48160"/>
                  </a:cubicBezTo>
                  <a:cubicBezTo>
                    <a:pt x="8743" y="51326"/>
                    <a:pt x="12076" y="53910"/>
                    <a:pt x="15909" y="55576"/>
                  </a:cubicBezTo>
                  <a:cubicBezTo>
                    <a:pt x="35407" y="63992"/>
                    <a:pt x="57072" y="48493"/>
                    <a:pt x="52739" y="27245"/>
                  </a:cubicBezTo>
                  <a:cubicBezTo>
                    <a:pt x="49072" y="8914"/>
                    <a:pt x="21575" y="-11335"/>
                    <a:pt x="6077" y="7580"/>
                  </a:cubicBezTo>
                  <a:lnTo>
                    <a:pt x="6077" y="7580"/>
                  </a:lnTo>
                  <a:close/>
                  <a:moveTo>
                    <a:pt x="21991" y="48160"/>
                  </a:moveTo>
                  <a:cubicBezTo>
                    <a:pt x="19991" y="46493"/>
                    <a:pt x="18075" y="46493"/>
                    <a:pt x="15658" y="45827"/>
                  </a:cubicBezTo>
                  <a:cubicBezTo>
                    <a:pt x="10325" y="42827"/>
                    <a:pt x="7826" y="37994"/>
                    <a:pt x="7326" y="32578"/>
                  </a:cubicBezTo>
                  <a:cubicBezTo>
                    <a:pt x="7326" y="30995"/>
                    <a:pt x="7409" y="29412"/>
                    <a:pt x="7493" y="27912"/>
                  </a:cubicBezTo>
                  <a:cubicBezTo>
                    <a:pt x="7576" y="26995"/>
                    <a:pt x="7659" y="26079"/>
                    <a:pt x="7743" y="25245"/>
                  </a:cubicBezTo>
                  <a:cubicBezTo>
                    <a:pt x="8409" y="21579"/>
                    <a:pt x="9826" y="17913"/>
                    <a:pt x="11575" y="14580"/>
                  </a:cubicBezTo>
                  <a:cubicBezTo>
                    <a:pt x="14242" y="10913"/>
                    <a:pt x="18409" y="8830"/>
                    <a:pt x="24491" y="10080"/>
                  </a:cubicBezTo>
                  <a:cubicBezTo>
                    <a:pt x="32323" y="11663"/>
                    <a:pt x="38740" y="16246"/>
                    <a:pt x="42073" y="23496"/>
                  </a:cubicBezTo>
                  <a:cubicBezTo>
                    <a:pt x="48905" y="37911"/>
                    <a:pt x="36490" y="51076"/>
                    <a:pt x="21991" y="48160"/>
                  </a:cubicBezTo>
                  <a:lnTo>
                    <a:pt x="21991" y="48160"/>
                  </a:lnTo>
                  <a:close/>
                </a:path>
              </a:pathLst>
            </a:custGeom>
            <a:grpFill/>
            <a:ln w="8332" cap="flat">
              <a:noFill/>
              <a:prstDash val="solid"/>
              <a:miter/>
            </a:ln>
          </p:spPr>
          <p:txBody>
            <a:bodyPr rtlCol="0" anchor="ctr"/>
            <a:lstStyle/>
            <a:p>
              <a:endParaRPr lang="en-US"/>
            </a:p>
          </p:txBody>
        </p:sp>
        <p:sp>
          <p:nvSpPr>
            <p:cNvPr id="1827" name="Freeform: Shape 1826"/>
            <p:cNvSpPr/>
            <p:nvPr/>
          </p:nvSpPr>
          <p:spPr>
            <a:xfrm>
              <a:off x="8642166" y="2863443"/>
              <a:ext cx="53297" cy="57885"/>
            </a:xfrm>
            <a:custGeom>
              <a:avLst/>
              <a:gdLst>
                <a:gd name="connsiteX0" fmla="*/ 6076 w 53297"/>
                <a:gd name="connsiteY0" fmla="*/ 7558 h 57885"/>
                <a:gd name="connsiteX1" fmla="*/ 827 w 53297"/>
                <a:gd name="connsiteY1" fmla="*/ 37639 h 57885"/>
                <a:gd name="connsiteX2" fmla="*/ 5577 w 53297"/>
                <a:gd name="connsiteY2" fmla="*/ 47638 h 57885"/>
                <a:gd name="connsiteX3" fmla="*/ 6243 w 53297"/>
                <a:gd name="connsiteY3" fmla="*/ 48138 h 57885"/>
                <a:gd name="connsiteX4" fmla="*/ 15909 w 53297"/>
                <a:gd name="connsiteY4" fmla="*/ 55554 h 57885"/>
                <a:gd name="connsiteX5" fmla="*/ 52738 w 53297"/>
                <a:gd name="connsiteY5" fmla="*/ 27223 h 57885"/>
                <a:gd name="connsiteX6" fmla="*/ 6076 w 53297"/>
                <a:gd name="connsiteY6" fmla="*/ 7558 h 57885"/>
                <a:gd name="connsiteX7" fmla="*/ 6076 w 53297"/>
                <a:gd name="connsiteY7" fmla="*/ 7558 h 57885"/>
                <a:gd name="connsiteX8" fmla="*/ 21992 w 53297"/>
                <a:gd name="connsiteY8" fmla="*/ 48138 h 57885"/>
                <a:gd name="connsiteX9" fmla="*/ 15659 w 53297"/>
                <a:gd name="connsiteY9" fmla="*/ 45805 h 57885"/>
                <a:gd name="connsiteX10" fmla="*/ 7326 w 53297"/>
                <a:gd name="connsiteY10" fmla="*/ 32556 h 57885"/>
                <a:gd name="connsiteX11" fmla="*/ 7493 w 53297"/>
                <a:gd name="connsiteY11" fmla="*/ 27890 h 57885"/>
                <a:gd name="connsiteX12" fmla="*/ 7742 w 53297"/>
                <a:gd name="connsiteY12" fmla="*/ 25223 h 57885"/>
                <a:gd name="connsiteX13" fmla="*/ 11576 w 53297"/>
                <a:gd name="connsiteY13" fmla="*/ 14558 h 57885"/>
                <a:gd name="connsiteX14" fmla="*/ 24491 w 53297"/>
                <a:gd name="connsiteY14" fmla="*/ 10058 h 57885"/>
                <a:gd name="connsiteX15" fmla="*/ 42073 w 53297"/>
                <a:gd name="connsiteY15" fmla="*/ 23474 h 57885"/>
                <a:gd name="connsiteX16" fmla="*/ 21992 w 53297"/>
                <a:gd name="connsiteY16" fmla="*/ 48138 h 57885"/>
                <a:gd name="connsiteX17" fmla="*/ 21992 w 53297"/>
                <a:gd name="connsiteY17" fmla="*/ 48138 h 57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3297" h="57885">
                  <a:moveTo>
                    <a:pt x="6076" y="7558"/>
                  </a:moveTo>
                  <a:cubicBezTo>
                    <a:pt x="-590" y="15641"/>
                    <a:pt x="-756" y="27723"/>
                    <a:pt x="827" y="37639"/>
                  </a:cubicBezTo>
                  <a:cubicBezTo>
                    <a:pt x="1411" y="41555"/>
                    <a:pt x="2576" y="44805"/>
                    <a:pt x="5577" y="47638"/>
                  </a:cubicBezTo>
                  <a:cubicBezTo>
                    <a:pt x="5743" y="47805"/>
                    <a:pt x="5993" y="47971"/>
                    <a:pt x="6243" y="48138"/>
                  </a:cubicBezTo>
                  <a:cubicBezTo>
                    <a:pt x="8742" y="51304"/>
                    <a:pt x="12075" y="53888"/>
                    <a:pt x="15909" y="55554"/>
                  </a:cubicBezTo>
                  <a:cubicBezTo>
                    <a:pt x="35407" y="63970"/>
                    <a:pt x="57072" y="48471"/>
                    <a:pt x="52738" y="27223"/>
                  </a:cubicBezTo>
                  <a:cubicBezTo>
                    <a:pt x="48906" y="8808"/>
                    <a:pt x="21491" y="-11273"/>
                    <a:pt x="6076" y="7558"/>
                  </a:cubicBezTo>
                  <a:lnTo>
                    <a:pt x="6076" y="7558"/>
                  </a:lnTo>
                  <a:close/>
                  <a:moveTo>
                    <a:pt x="21992" y="48138"/>
                  </a:moveTo>
                  <a:cubicBezTo>
                    <a:pt x="19992" y="46471"/>
                    <a:pt x="18076" y="46471"/>
                    <a:pt x="15659" y="45805"/>
                  </a:cubicBezTo>
                  <a:cubicBezTo>
                    <a:pt x="10326" y="42805"/>
                    <a:pt x="7826" y="37972"/>
                    <a:pt x="7326" y="32556"/>
                  </a:cubicBezTo>
                  <a:cubicBezTo>
                    <a:pt x="7326" y="30973"/>
                    <a:pt x="7410" y="29390"/>
                    <a:pt x="7493" y="27890"/>
                  </a:cubicBezTo>
                  <a:cubicBezTo>
                    <a:pt x="7577" y="26973"/>
                    <a:pt x="7660" y="26057"/>
                    <a:pt x="7742" y="25223"/>
                  </a:cubicBezTo>
                  <a:cubicBezTo>
                    <a:pt x="8410" y="21557"/>
                    <a:pt x="9825" y="17891"/>
                    <a:pt x="11576" y="14558"/>
                  </a:cubicBezTo>
                  <a:cubicBezTo>
                    <a:pt x="14242" y="10891"/>
                    <a:pt x="18408" y="8808"/>
                    <a:pt x="24491" y="10058"/>
                  </a:cubicBezTo>
                  <a:cubicBezTo>
                    <a:pt x="32324" y="11641"/>
                    <a:pt x="38740" y="16224"/>
                    <a:pt x="42073" y="23474"/>
                  </a:cubicBezTo>
                  <a:cubicBezTo>
                    <a:pt x="48739" y="37889"/>
                    <a:pt x="36407" y="51054"/>
                    <a:pt x="21992" y="48138"/>
                  </a:cubicBezTo>
                  <a:lnTo>
                    <a:pt x="21992" y="48138"/>
                  </a:lnTo>
                  <a:close/>
                </a:path>
              </a:pathLst>
            </a:custGeom>
            <a:grpFill/>
            <a:ln w="8332" cap="flat">
              <a:noFill/>
              <a:prstDash val="solid"/>
              <a:miter/>
            </a:ln>
          </p:spPr>
          <p:txBody>
            <a:bodyPr rtlCol="0" anchor="ctr"/>
            <a:lstStyle/>
            <a:p>
              <a:endParaRPr lang="en-US"/>
            </a:p>
          </p:txBody>
        </p:sp>
        <p:sp>
          <p:nvSpPr>
            <p:cNvPr id="1828" name="Freeform: Shape 1827"/>
            <p:cNvSpPr/>
            <p:nvPr/>
          </p:nvSpPr>
          <p:spPr>
            <a:xfrm>
              <a:off x="8427367" y="2893845"/>
              <a:ext cx="124389" cy="86903"/>
            </a:xfrm>
            <a:custGeom>
              <a:avLst/>
              <a:gdLst>
                <a:gd name="connsiteX0" fmla="*/ 95053 w 124389"/>
                <a:gd name="connsiteY0" fmla="*/ 46316 h 86903"/>
                <a:gd name="connsiteX1" fmla="*/ 57806 w 124389"/>
                <a:gd name="connsiteY1" fmla="*/ 32401 h 86903"/>
                <a:gd name="connsiteX2" fmla="*/ 32475 w 124389"/>
                <a:gd name="connsiteY2" fmla="*/ 13569 h 86903"/>
                <a:gd name="connsiteX3" fmla="*/ 2561 w 124389"/>
                <a:gd name="connsiteY3" fmla="*/ 3904 h 86903"/>
                <a:gd name="connsiteX4" fmla="*/ 15144 w 124389"/>
                <a:gd name="connsiteY4" fmla="*/ 36817 h 86903"/>
                <a:gd name="connsiteX5" fmla="*/ 35725 w 124389"/>
                <a:gd name="connsiteY5" fmla="*/ 55649 h 86903"/>
                <a:gd name="connsiteX6" fmla="*/ 47640 w 124389"/>
                <a:gd name="connsiteY6" fmla="*/ 66148 h 86903"/>
                <a:gd name="connsiteX7" fmla="*/ 91053 w 124389"/>
                <a:gd name="connsiteY7" fmla="*/ 86646 h 86903"/>
                <a:gd name="connsiteX8" fmla="*/ 124384 w 124389"/>
                <a:gd name="connsiteY8" fmla="*/ 67398 h 86903"/>
                <a:gd name="connsiteX9" fmla="*/ 95053 w 124389"/>
                <a:gd name="connsiteY9" fmla="*/ 46316 h 86903"/>
                <a:gd name="connsiteX10" fmla="*/ 95053 w 124389"/>
                <a:gd name="connsiteY10" fmla="*/ 46316 h 86903"/>
                <a:gd name="connsiteX11" fmla="*/ 111551 w 124389"/>
                <a:gd name="connsiteY11" fmla="*/ 73147 h 86903"/>
                <a:gd name="connsiteX12" fmla="*/ 64722 w 124389"/>
                <a:gd name="connsiteY12" fmla="*/ 67231 h 86903"/>
                <a:gd name="connsiteX13" fmla="*/ 47973 w 124389"/>
                <a:gd name="connsiteY13" fmla="*/ 55316 h 86903"/>
                <a:gd name="connsiteX14" fmla="*/ 35391 w 124389"/>
                <a:gd name="connsiteY14" fmla="*/ 44400 h 86903"/>
                <a:gd name="connsiteX15" fmla="*/ 20642 w 124389"/>
                <a:gd name="connsiteY15" fmla="*/ 30901 h 86903"/>
                <a:gd name="connsiteX16" fmla="*/ 11226 w 124389"/>
                <a:gd name="connsiteY16" fmla="*/ 19069 h 86903"/>
                <a:gd name="connsiteX17" fmla="*/ 18726 w 124389"/>
                <a:gd name="connsiteY17" fmla="*/ 12570 h 86903"/>
                <a:gd name="connsiteX18" fmla="*/ 34975 w 124389"/>
                <a:gd name="connsiteY18" fmla="*/ 26818 h 86903"/>
                <a:gd name="connsiteX19" fmla="*/ 51390 w 124389"/>
                <a:gd name="connsiteY19" fmla="*/ 39484 h 86903"/>
                <a:gd name="connsiteX20" fmla="*/ 76304 w 124389"/>
                <a:gd name="connsiteY20" fmla="*/ 53316 h 86903"/>
                <a:gd name="connsiteX21" fmla="*/ 89720 w 124389"/>
                <a:gd name="connsiteY21" fmla="*/ 55066 h 86903"/>
                <a:gd name="connsiteX22" fmla="*/ 111551 w 124389"/>
                <a:gd name="connsiteY22" fmla="*/ 73147 h 86903"/>
                <a:gd name="connsiteX23" fmla="*/ 111551 w 124389"/>
                <a:gd name="connsiteY23" fmla="*/ 73147 h 86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4389" h="86903">
                  <a:moveTo>
                    <a:pt x="95053" y="46316"/>
                  </a:moveTo>
                  <a:cubicBezTo>
                    <a:pt x="80137" y="43900"/>
                    <a:pt x="70471" y="41400"/>
                    <a:pt x="57806" y="32401"/>
                  </a:cubicBezTo>
                  <a:cubicBezTo>
                    <a:pt x="49223" y="26318"/>
                    <a:pt x="40557" y="20235"/>
                    <a:pt x="32475" y="13569"/>
                  </a:cubicBezTo>
                  <a:cubicBezTo>
                    <a:pt x="26059" y="8320"/>
                    <a:pt x="11310" y="-7179"/>
                    <a:pt x="2561" y="3904"/>
                  </a:cubicBezTo>
                  <a:cubicBezTo>
                    <a:pt x="-5771" y="14569"/>
                    <a:pt x="8310" y="29901"/>
                    <a:pt x="15144" y="36817"/>
                  </a:cubicBezTo>
                  <a:cubicBezTo>
                    <a:pt x="21559" y="43400"/>
                    <a:pt x="28475" y="49733"/>
                    <a:pt x="35725" y="55649"/>
                  </a:cubicBezTo>
                  <a:cubicBezTo>
                    <a:pt x="39724" y="59315"/>
                    <a:pt x="43724" y="62815"/>
                    <a:pt x="47640" y="66148"/>
                  </a:cubicBezTo>
                  <a:cubicBezTo>
                    <a:pt x="60222" y="77064"/>
                    <a:pt x="74138" y="84730"/>
                    <a:pt x="91053" y="86646"/>
                  </a:cubicBezTo>
                  <a:cubicBezTo>
                    <a:pt x="103385" y="88063"/>
                    <a:pt x="124800" y="83896"/>
                    <a:pt x="124384" y="67398"/>
                  </a:cubicBezTo>
                  <a:cubicBezTo>
                    <a:pt x="124133" y="53899"/>
                    <a:pt x="105884" y="48150"/>
                    <a:pt x="95053" y="46316"/>
                  </a:cubicBezTo>
                  <a:lnTo>
                    <a:pt x="95053" y="46316"/>
                  </a:lnTo>
                  <a:close/>
                  <a:moveTo>
                    <a:pt x="111551" y="73147"/>
                  </a:moveTo>
                  <a:cubicBezTo>
                    <a:pt x="101968" y="84730"/>
                    <a:pt x="74471" y="73481"/>
                    <a:pt x="64722" y="67231"/>
                  </a:cubicBezTo>
                  <a:cubicBezTo>
                    <a:pt x="59139" y="63648"/>
                    <a:pt x="53557" y="59565"/>
                    <a:pt x="47973" y="55316"/>
                  </a:cubicBezTo>
                  <a:cubicBezTo>
                    <a:pt x="43724" y="51816"/>
                    <a:pt x="39474" y="48150"/>
                    <a:pt x="35391" y="44400"/>
                  </a:cubicBezTo>
                  <a:cubicBezTo>
                    <a:pt x="30475" y="39900"/>
                    <a:pt x="25309" y="35817"/>
                    <a:pt x="20642" y="30901"/>
                  </a:cubicBezTo>
                  <a:cubicBezTo>
                    <a:pt x="16976" y="27402"/>
                    <a:pt x="13810" y="23402"/>
                    <a:pt x="11226" y="19069"/>
                  </a:cubicBezTo>
                  <a:cubicBezTo>
                    <a:pt x="13727" y="16902"/>
                    <a:pt x="16227" y="14736"/>
                    <a:pt x="18726" y="12570"/>
                  </a:cubicBezTo>
                  <a:cubicBezTo>
                    <a:pt x="21393" y="12570"/>
                    <a:pt x="32392" y="24735"/>
                    <a:pt x="34975" y="26818"/>
                  </a:cubicBezTo>
                  <a:cubicBezTo>
                    <a:pt x="40390" y="31151"/>
                    <a:pt x="45807" y="35317"/>
                    <a:pt x="51390" y="39484"/>
                  </a:cubicBezTo>
                  <a:cubicBezTo>
                    <a:pt x="59222" y="45233"/>
                    <a:pt x="66722" y="50900"/>
                    <a:pt x="76304" y="53316"/>
                  </a:cubicBezTo>
                  <a:cubicBezTo>
                    <a:pt x="80804" y="54482"/>
                    <a:pt x="85220" y="54566"/>
                    <a:pt x="89720" y="55066"/>
                  </a:cubicBezTo>
                  <a:cubicBezTo>
                    <a:pt x="95303" y="55566"/>
                    <a:pt x="123300" y="58982"/>
                    <a:pt x="111551" y="73147"/>
                  </a:cubicBezTo>
                  <a:lnTo>
                    <a:pt x="111551" y="73147"/>
                  </a:lnTo>
                  <a:close/>
                </a:path>
              </a:pathLst>
            </a:custGeom>
            <a:grpFill/>
            <a:ln w="8332" cap="flat">
              <a:noFill/>
              <a:prstDash val="solid"/>
              <a:miter/>
            </a:ln>
          </p:spPr>
          <p:txBody>
            <a:bodyPr rtlCol="0" anchor="ctr"/>
            <a:lstStyle/>
            <a:p>
              <a:endParaRPr lang="en-US"/>
            </a:p>
          </p:txBody>
        </p:sp>
        <p:sp>
          <p:nvSpPr>
            <p:cNvPr id="1829" name="Freeform: Shape 1828"/>
            <p:cNvSpPr/>
            <p:nvPr/>
          </p:nvSpPr>
          <p:spPr>
            <a:xfrm>
              <a:off x="8538787" y="2721603"/>
              <a:ext cx="48718" cy="120223"/>
            </a:xfrm>
            <a:custGeom>
              <a:avLst/>
              <a:gdLst>
                <a:gd name="connsiteX0" fmla="*/ 22380 w 48718"/>
                <a:gd name="connsiteY0" fmla="*/ 2329 h 120223"/>
                <a:gd name="connsiteX1" fmla="*/ 1881 w 48718"/>
                <a:gd name="connsiteY1" fmla="*/ 11078 h 120223"/>
                <a:gd name="connsiteX2" fmla="*/ 6297 w 48718"/>
                <a:gd name="connsiteY2" fmla="*/ 47991 h 120223"/>
                <a:gd name="connsiteX3" fmla="*/ 18213 w 48718"/>
                <a:gd name="connsiteY3" fmla="*/ 77739 h 120223"/>
                <a:gd name="connsiteX4" fmla="*/ 40461 w 48718"/>
                <a:gd name="connsiteY4" fmla="*/ 116902 h 120223"/>
                <a:gd name="connsiteX5" fmla="*/ 48461 w 48718"/>
                <a:gd name="connsiteY5" fmla="*/ 86488 h 120223"/>
                <a:gd name="connsiteX6" fmla="*/ 40212 w 48718"/>
                <a:gd name="connsiteY6" fmla="*/ 34826 h 120223"/>
                <a:gd name="connsiteX7" fmla="*/ 22380 w 48718"/>
                <a:gd name="connsiteY7" fmla="*/ 2329 h 120223"/>
                <a:gd name="connsiteX8" fmla="*/ 22380 w 48718"/>
                <a:gd name="connsiteY8" fmla="*/ 2329 h 120223"/>
                <a:gd name="connsiteX9" fmla="*/ 37711 w 48718"/>
                <a:gd name="connsiteY9" fmla="*/ 60657 h 120223"/>
                <a:gd name="connsiteX10" fmla="*/ 41878 w 48718"/>
                <a:gd name="connsiteY10" fmla="*/ 89071 h 120223"/>
                <a:gd name="connsiteX11" fmla="*/ 40544 w 48718"/>
                <a:gd name="connsiteY11" fmla="*/ 104236 h 120223"/>
                <a:gd name="connsiteX12" fmla="*/ 27713 w 48718"/>
                <a:gd name="connsiteY12" fmla="*/ 108319 h 120223"/>
                <a:gd name="connsiteX13" fmla="*/ 28129 w 48718"/>
                <a:gd name="connsiteY13" fmla="*/ 107486 h 120223"/>
                <a:gd name="connsiteX14" fmla="*/ 19796 w 48718"/>
                <a:gd name="connsiteY14" fmla="*/ 54657 h 120223"/>
                <a:gd name="connsiteX15" fmla="*/ 9297 w 48718"/>
                <a:gd name="connsiteY15" fmla="*/ 27493 h 120223"/>
                <a:gd name="connsiteX16" fmla="*/ 8964 w 48718"/>
                <a:gd name="connsiteY16" fmla="*/ 13578 h 120223"/>
                <a:gd name="connsiteX17" fmla="*/ 21296 w 48718"/>
                <a:gd name="connsiteY17" fmla="*/ 10495 h 120223"/>
                <a:gd name="connsiteX18" fmla="*/ 29045 w 48718"/>
                <a:gd name="connsiteY18" fmla="*/ 24577 h 120223"/>
                <a:gd name="connsiteX19" fmla="*/ 37711 w 48718"/>
                <a:gd name="connsiteY19" fmla="*/ 60657 h 120223"/>
                <a:gd name="connsiteX20" fmla="*/ 37711 w 48718"/>
                <a:gd name="connsiteY20" fmla="*/ 60657 h 1202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8718" h="120223">
                  <a:moveTo>
                    <a:pt x="22380" y="2329"/>
                  </a:moveTo>
                  <a:cubicBezTo>
                    <a:pt x="13714" y="-3587"/>
                    <a:pt x="5214" y="2662"/>
                    <a:pt x="1881" y="11078"/>
                  </a:cubicBezTo>
                  <a:cubicBezTo>
                    <a:pt x="-2618" y="22577"/>
                    <a:pt x="1797" y="37242"/>
                    <a:pt x="6297" y="47991"/>
                  </a:cubicBezTo>
                  <a:cubicBezTo>
                    <a:pt x="10464" y="57990"/>
                    <a:pt x="14797" y="67739"/>
                    <a:pt x="18213" y="77739"/>
                  </a:cubicBezTo>
                  <a:cubicBezTo>
                    <a:pt x="19047" y="92071"/>
                    <a:pt x="20213" y="131900"/>
                    <a:pt x="40461" y="116902"/>
                  </a:cubicBezTo>
                  <a:cubicBezTo>
                    <a:pt x="49127" y="110486"/>
                    <a:pt x="49127" y="95987"/>
                    <a:pt x="48461" y="86488"/>
                  </a:cubicBezTo>
                  <a:cubicBezTo>
                    <a:pt x="47377" y="69906"/>
                    <a:pt x="44794" y="50824"/>
                    <a:pt x="40212" y="34826"/>
                  </a:cubicBezTo>
                  <a:cubicBezTo>
                    <a:pt x="37378" y="24993"/>
                    <a:pt x="31212" y="8411"/>
                    <a:pt x="22380" y="2329"/>
                  </a:cubicBezTo>
                  <a:lnTo>
                    <a:pt x="22380" y="2329"/>
                  </a:lnTo>
                  <a:close/>
                  <a:moveTo>
                    <a:pt x="37711" y="60657"/>
                  </a:moveTo>
                  <a:cubicBezTo>
                    <a:pt x="38962" y="70156"/>
                    <a:pt x="41627" y="79572"/>
                    <a:pt x="41878" y="89071"/>
                  </a:cubicBezTo>
                  <a:cubicBezTo>
                    <a:pt x="41961" y="93237"/>
                    <a:pt x="42544" y="100403"/>
                    <a:pt x="40544" y="104236"/>
                  </a:cubicBezTo>
                  <a:cubicBezTo>
                    <a:pt x="33962" y="111819"/>
                    <a:pt x="29712" y="113235"/>
                    <a:pt x="27713" y="108319"/>
                  </a:cubicBezTo>
                  <a:cubicBezTo>
                    <a:pt x="27879" y="108152"/>
                    <a:pt x="28045" y="107903"/>
                    <a:pt x="28129" y="107486"/>
                  </a:cubicBezTo>
                  <a:cubicBezTo>
                    <a:pt x="30712" y="88404"/>
                    <a:pt x="27629" y="72156"/>
                    <a:pt x="19796" y="54657"/>
                  </a:cubicBezTo>
                  <a:cubicBezTo>
                    <a:pt x="15880" y="45908"/>
                    <a:pt x="11380" y="36992"/>
                    <a:pt x="9297" y="27493"/>
                  </a:cubicBezTo>
                  <a:cubicBezTo>
                    <a:pt x="8047" y="22910"/>
                    <a:pt x="7964" y="18244"/>
                    <a:pt x="8964" y="13578"/>
                  </a:cubicBezTo>
                  <a:cubicBezTo>
                    <a:pt x="13047" y="12578"/>
                    <a:pt x="17214" y="11578"/>
                    <a:pt x="21296" y="10495"/>
                  </a:cubicBezTo>
                  <a:cubicBezTo>
                    <a:pt x="24213" y="11494"/>
                    <a:pt x="27795" y="21910"/>
                    <a:pt x="29045" y="24577"/>
                  </a:cubicBezTo>
                  <a:cubicBezTo>
                    <a:pt x="34378" y="36326"/>
                    <a:pt x="36128" y="48158"/>
                    <a:pt x="37711" y="60657"/>
                  </a:cubicBezTo>
                  <a:lnTo>
                    <a:pt x="37711" y="60657"/>
                  </a:lnTo>
                  <a:close/>
                </a:path>
              </a:pathLst>
            </a:custGeom>
            <a:grpFill/>
            <a:ln w="8332" cap="flat">
              <a:noFill/>
              <a:prstDash val="solid"/>
              <a:miter/>
            </a:ln>
          </p:spPr>
          <p:txBody>
            <a:bodyPr rtlCol="0" anchor="ctr"/>
            <a:lstStyle/>
            <a:p>
              <a:endParaRPr lang="en-US"/>
            </a:p>
          </p:txBody>
        </p:sp>
        <p:sp>
          <p:nvSpPr>
            <p:cNvPr id="1830" name="Freeform: Shape 1829"/>
            <p:cNvSpPr/>
            <p:nvPr/>
          </p:nvSpPr>
          <p:spPr>
            <a:xfrm>
              <a:off x="11625991" y="-162431"/>
              <a:ext cx="703365" cy="549414"/>
            </a:xfrm>
            <a:custGeom>
              <a:avLst/>
              <a:gdLst>
                <a:gd name="connsiteX0" fmla="*/ 404280 w 703365"/>
                <a:gd name="connsiteY0" fmla="*/ 25205 h 549414"/>
                <a:gd name="connsiteX1" fmla="*/ 311039 w 703365"/>
                <a:gd name="connsiteY1" fmla="*/ 105781 h 549414"/>
                <a:gd name="connsiteX2" fmla="*/ 222463 w 703365"/>
                <a:gd name="connsiteY2" fmla="*/ 198689 h 549414"/>
                <a:gd name="connsiteX3" fmla="*/ 136387 w 703365"/>
                <a:gd name="connsiteY3" fmla="*/ 291764 h 549414"/>
                <a:gd name="connsiteX4" fmla="*/ 61978 w 703365"/>
                <a:gd name="connsiteY4" fmla="*/ 389089 h 549414"/>
                <a:gd name="connsiteX5" fmla="*/ 6232 w 703365"/>
                <a:gd name="connsiteY5" fmla="*/ 485247 h 549414"/>
                <a:gd name="connsiteX6" fmla="*/ 4233 w 703365"/>
                <a:gd name="connsiteY6" fmla="*/ 531993 h 549414"/>
                <a:gd name="connsiteX7" fmla="*/ 46312 w 703365"/>
                <a:gd name="connsiteY7" fmla="*/ 549408 h 549414"/>
                <a:gd name="connsiteX8" fmla="*/ 101307 w 703365"/>
                <a:gd name="connsiteY8" fmla="*/ 544491 h 549414"/>
                <a:gd name="connsiteX9" fmla="*/ 167634 w 703365"/>
                <a:gd name="connsiteY9" fmla="*/ 534326 h 549414"/>
                <a:gd name="connsiteX10" fmla="*/ 283958 w 703365"/>
                <a:gd name="connsiteY10" fmla="*/ 510411 h 549414"/>
                <a:gd name="connsiteX11" fmla="*/ 295290 w 703365"/>
                <a:gd name="connsiteY11" fmla="*/ 508495 h 549414"/>
                <a:gd name="connsiteX12" fmla="*/ 297373 w 703365"/>
                <a:gd name="connsiteY12" fmla="*/ 508161 h 549414"/>
                <a:gd name="connsiteX13" fmla="*/ 506937 w 703365"/>
                <a:gd name="connsiteY13" fmla="*/ 465499 h 549414"/>
                <a:gd name="connsiteX14" fmla="*/ 616344 w 703365"/>
                <a:gd name="connsiteY14" fmla="*/ 439168 h 549414"/>
                <a:gd name="connsiteX15" fmla="*/ 700087 w 703365"/>
                <a:gd name="connsiteY15" fmla="*/ 394172 h 549414"/>
                <a:gd name="connsiteX16" fmla="*/ 699920 w 703365"/>
                <a:gd name="connsiteY16" fmla="*/ 347343 h 549414"/>
                <a:gd name="connsiteX17" fmla="*/ 685505 w 703365"/>
                <a:gd name="connsiteY17" fmla="*/ 286431 h 549414"/>
                <a:gd name="connsiteX18" fmla="*/ 639675 w 703365"/>
                <a:gd name="connsiteY18" fmla="*/ 174858 h 549414"/>
                <a:gd name="connsiteX19" fmla="*/ 500188 w 703365"/>
                <a:gd name="connsiteY19" fmla="*/ 4957 h 549414"/>
                <a:gd name="connsiteX20" fmla="*/ 404280 w 703365"/>
                <a:gd name="connsiteY20" fmla="*/ 25205 h 549414"/>
                <a:gd name="connsiteX21" fmla="*/ 404280 w 703365"/>
                <a:gd name="connsiteY21" fmla="*/ 25205 h 549414"/>
                <a:gd name="connsiteX22" fmla="*/ 285541 w 703365"/>
                <a:gd name="connsiteY22" fmla="*/ 158110 h 549414"/>
                <a:gd name="connsiteX23" fmla="*/ 327287 w 703365"/>
                <a:gd name="connsiteY23" fmla="*/ 114614 h 549414"/>
                <a:gd name="connsiteX24" fmla="*/ 348118 w 703365"/>
                <a:gd name="connsiteY24" fmla="*/ 122779 h 549414"/>
                <a:gd name="connsiteX25" fmla="*/ 369200 w 703365"/>
                <a:gd name="connsiteY25" fmla="*/ 153527 h 549414"/>
                <a:gd name="connsiteX26" fmla="*/ 360867 w 703365"/>
                <a:gd name="connsiteY26" fmla="*/ 186440 h 549414"/>
                <a:gd name="connsiteX27" fmla="*/ 332953 w 703365"/>
                <a:gd name="connsiteY27" fmla="*/ 193023 h 549414"/>
                <a:gd name="connsiteX28" fmla="*/ 307372 w 703365"/>
                <a:gd name="connsiteY28" fmla="*/ 230603 h 549414"/>
                <a:gd name="connsiteX29" fmla="*/ 245961 w 703365"/>
                <a:gd name="connsiteY29" fmla="*/ 201106 h 549414"/>
                <a:gd name="connsiteX30" fmla="*/ 285541 w 703365"/>
                <a:gd name="connsiteY30" fmla="*/ 158110 h 549414"/>
                <a:gd name="connsiteX31" fmla="*/ 285541 w 703365"/>
                <a:gd name="connsiteY31" fmla="*/ 158110 h 549414"/>
                <a:gd name="connsiteX32" fmla="*/ 126555 w 703365"/>
                <a:gd name="connsiteY32" fmla="*/ 332677 h 549414"/>
                <a:gd name="connsiteX33" fmla="*/ 205548 w 703365"/>
                <a:gd name="connsiteY33" fmla="*/ 242019 h 549414"/>
                <a:gd name="connsiteX34" fmla="*/ 212714 w 703365"/>
                <a:gd name="connsiteY34" fmla="*/ 234769 h 549414"/>
                <a:gd name="connsiteX35" fmla="*/ 241544 w 703365"/>
                <a:gd name="connsiteY35" fmla="*/ 344426 h 549414"/>
                <a:gd name="connsiteX36" fmla="*/ 119056 w 703365"/>
                <a:gd name="connsiteY36" fmla="*/ 342010 h 549414"/>
                <a:gd name="connsiteX37" fmla="*/ 126555 w 703365"/>
                <a:gd name="connsiteY37" fmla="*/ 332677 h 549414"/>
                <a:gd name="connsiteX38" fmla="*/ 126555 w 703365"/>
                <a:gd name="connsiteY38" fmla="*/ 332677 h 549414"/>
                <a:gd name="connsiteX39" fmla="*/ 32980 w 703365"/>
                <a:gd name="connsiteY39" fmla="*/ 466749 h 549414"/>
                <a:gd name="connsiteX40" fmla="*/ 33980 w 703365"/>
                <a:gd name="connsiteY40" fmla="*/ 464832 h 549414"/>
                <a:gd name="connsiteX41" fmla="*/ 61728 w 703365"/>
                <a:gd name="connsiteY41" fmla="*/ 416836 h 549414"/>
                <a:gd name="connsiteX42" fmla="*/ 89308 w 703365"/>
                <a:gd name="connsiteY42" fmla="*/ 380340 h 549414"/>
                <a:gd name="connsiteX43" fmla="*/ 121222 w 703365"/>
                <a:gd name="connsiteY43" fmla="*/ 405504 h 549414"/>
                <a:gd name="connsiteX44" fmla="*/ 122306 w 703365"/>
                <a:gd name="connsiteY44" fmla="*/ 439918 h 549414"/>
                <a:gd name="connsiteX45" fmla="*/ 96058 w 703365"/>
                <a:gd name="connsiteY45" fmla="*/ 450333 h 549414"/>
                <a:gd name="connsiteX46" fmla="*/ 78726 w 703365"/>
                <a:gd name="connsiteY46" fmla="*/ 469748 h 549414"/>
                <a:gd name="connsiteX47" fmla="*/ 32980 w 703365"/>
                <a:gd name="connsiteY47" fmla="*/ 466749 h 549414"/>
                <a:gd name="connsiteX48" fmla="*/ 32980 w 703365"/>
                <a:gd name="connsiteY48" fmla="*/ 466749 h 549414"/>
                <a:gd name="connsiteX49" fmla="*/ 205131 w 703365"/>
                <a:gd name="connsiteY49" fmla="*/ 510745 h 549414"/>
                <a:gd name="connsiteX50" fmla="*/ 249794 w 703365"/>
                <a:gd name="connsiteY50" fmla="*/ 488080 h 549414"/>
                <a:gd name="connsiteX51" fmla="*/ 283958 w 703365"/>
                <a:gd name="connsiteY51" fmla="*/ 497412 h 549414"/>
                <a:gd name="connsiteX52" fmla="*/ 273875 w 703365"/>
                <a:gd name="connsiteY52" fmla="*/ 499246 h 549414"/>
                <a:gd name="connsiteX53" fmla="*/ 205131 w 703365"/>
                <a:gd name="connsiteY53" fmla="*/ 510745 h 549414"/>
                <a:gd name="connsiteX54" fmla="*/ 205131 w 703365"/>
                <a:gd name="connsiteY54" fmla="*/ 510745 h 549414"/>
                <a:gd name="connsiteX55" fmla="*/ 335202 w 703365"/>
                <a:gd name="connsiteY55" fmla="*/ 487413 h 549414"/>
                <a:gd name="connsiteX56" fmla="*/ 336037 w 703365"/>
                <a:gd name="connsiteY56" fmla="*/ 423586 h 549414"/>
                <a:gd name="connsiteX57" fmla="*/ 385115 w 703365"/>
                <a:gd name="connsiteY57" fmla="*/ 382673 h 549414"/>
                <a:gd name="connsiteX58" fmla="*/ 456359 w 703365"/>
                <a:gd name="connsiteY58" fmla="*/ 397088 h 549414"/>
                <a:gd name="connsiteX59" fmla="*/ 478357 w 703365"/>
                <a:gd name="connsiteY59" fmla="*/ 431835 h 549414"/>
                <a:gd name="connsiteX60" fmla="*/ 479856 w 703365"/>
                <a:gd name="connsiteY60" fmla="*/ 455083 h 549414"/>
                <a:gd name="connsiteX61" fmla="*/ 335202 w 703365"/>
                <a:gd name="connsiteY61" fmla="*/ 487413 h 549414"/>
                <a:gd name="connsiteX62" fmla="*/ 335202 w 703365"/>
                <a:gd name="connsiteY62" fmla="*/ 487413 h 549414"/>
                <a:gd name="connsiteX63" fmla="*/ 505937 w 703365"/>
                <a:gd name="connsiteY63" fmla="*/ 449500 h 549414"/>
                <a:gd name="connsiteX64" fmla="*/ 488606 w 703365"/>
                <a:gd name="connsiteY64" fmla="*/ 453250 h 549414"/>
                <a:gd name="connsiteX65" fmla="*/ 478190 w 703365"/>
                <a:gd name="connsiteY65" fmla="*/ 406504 h 549414"/>
                <a:gd name="connsiteX66" fmla="*/ 398613 w 703365"/>
                <a:gd name="connsiteY66" fmla="*/ 370174 h 549414"/>
                <a:gd name="connsiteX67" fmla="*/ 329704 w 703365"/>
                <a:gd name="connsiteY67" fmla="*/ 410920 h 549414"/>
                <a:gd name="connsiteX68" fmla="*/ 323454 w 703365"/>
                <a:gd name="connsiteY68" fmla="*/ 489913 h 549414"/>
                <a:gd name="connsiteX69" fmla="*/ 292373 w 703365"/>
                <a:gd name="connsiteY69" fmla="*/ 495996 h 549414"/>
                <a:gd name="connsiteX70" fmla="*/ 249627 w 703365"/>
                <a:gd name="connsiteY70" fmla="*/ 477914 h 549414"/>
                <a:gd name="connsiteX71" fmla="*/ 215547 w 703365"/>
                <a:gd name="connsiteY71" fmla="*/ 489996 h 549414"/>
                <a:gd name="connsiteX72" fmla="*/ 189382 w 703365"/>
                <a:gd name="connsiteY72" fmla="*/ 513494 h 549414"/>
                <a:gd name="connsiteX73" fmla="*/ 153802 w 703365"/>
                <a:gd name="connsiteY73" fmla="*/ 519744 h 549414"/>
                <a:gd name="connsiteX74" fmla="*/ 114222 w 703365"/>
                <a:gd name="connsiteY74" fmla="*/ 527576 h 549414"/>
                <a:gd name="connsiteX75" fmla="*/ 60060 w 703365"/>
                <a:gd name="connsiteY75" fmla="*/ 533242 h 549414"/>
                <a:gd name="connsiteX76" fmla="*/ 16982 w 703365"/>
                <a:gd name="connsiteY76" fmla="*/ 511328 h 549414"/>
                <a:gd name="connsiteX77" fmla="*/ 29230 w 703365"/>
                <a:gd name="connsiteY77" fmla="*/ 474581 h 549414"/>
                <a:gd name="connsiteX78" fmla="*/ 71559 w 703365"/>
                <a:gd name="connsiteY78" fmla="*/ 488913 h 549414"/>
                <a:gd name="connsiteX79" fmla="*/ 86976 w 703365"/>
                <a:gd name="connsiteY79" fmla="*/ 476581 h 549414"/>
                <a:gd name="connsiteX80" fmla="*/ 89642 w 703365"/>
                <a:gd name="connsiteY80" fmla="*/ 466915 h 549414"/>
                <a:gd name="connsiteX81" fmla="*/ 106973 w 703365"/>
                <a:gd name="connsiteY81" fmla="*/ 456333 h 549414"/>
                <a:gd name="connsiteX82" fmla="*/ 121722 w 703365"/>
                <a:gd name="connsiteY82" fmla="*/ 451917 h 549414"/>
                <a:gd name="connsiteX83" fmla="*/ 97224 w 703365"/>
                <a:gd name="connsiteY83" fmla="*/ 370341 h 549414"/>
                <a:gd name="connsiteX84" fmla="*/ 118056 w 703365"/>
                <a:gd name="connsiteY84" fmla="*/ 343593 h 549414"/>
                <a:gd name="connsiteX85" fmla="*/ 179883 w 703365"/>
                <a:gd name="connsiteY85" fmla="*/ 379340 h 549414"/>
                <a:gd name="connsiteX86" fmla="*/ 250960 w 703365"/>
                <a:gd name="connsiteY86" fmla="*/ 352675 h 549414"/>
                <a:gd name="connsiteX87" fmla="*/ 222297 w 703365"/>
                <a:gd name="connsiteY87" fmla="*/ 225187 h 549414"/>
                <a:gd name="connsiteX88" fmla="*/ 243794 w 703365"/>
                <a:gd name="connsiteY88" fmla="*/ 203439 h 549414"/>
                <a:gd name="connsiteX89" fmla="*/ 309705 w 703365"/>
                <a:gd name="connsiteY89" fmla="*/ 239852 h 549414"/>
                <a:gd name="connsiteX90" fmla="*/ 329537 w 703365"/>
                <a:gd name="connsiteY90" fmla="*/ 221354 h 549414"/>
                <a:gd name="connsiteX91" fmla="*/ 342952 w 703365"/>
                <a:gd name="connsiteY91" fmla="*/ 202272 h 549414"/>
                <a:gd name="connsiteX92" fmla="*/ 365283 w 703365"/>
                <a:gd name="connsiteY92" fmla="*/ 197523 h 549414"/>
                <a:gd name="connsiteX93" fmla="*/ 376949 w 703365"/>
                <a:gd name="connsiteY93" fmla="*/ 135945 h 549414"/>
                <a:gd name="connsiteX94" fmla="*/ 345868 w 703365"/>
                <a:gd name="connsiteY94" fmla="*/ 106198 h 549414"/>
                <a:gd name="connsiteX95" fmla="*/ 339202 w 703365"/>
                <a:gd name="connsiteY95" fmla="*/ 103698 h 549414"/>
                <a:gd name="connsiteX96" fmla="*/ 367867 w 703365"/>
                <a:gd name="connsiteY96" fmla="*/ 77450 h 549414"/>
                <a:gd name="connsiteX97" fmla="*/ 392031 w 703365"/>
                <a:gd name="connsiteY97" fmla="*/ 56452 h 549414"/>
                <a:gd name="connsiteX98" fmla="*/ 406946 w 703365"/>
                <a:gd name="connsiteY98" fmla="*/ 67701 h 549414"/>
                <a:gd name="connsiteX99" fmla="*/ 428777 w 703365"/>
                <a:gd name="connsiteY99" fmla="*/ 82700 h 549414"/>
                <a:gd name="connsiteX100" fmla="*/ 474190 w 703365"/>
                <a:gd name="connsiteY100" fmla="*/ 120613 h 549414"/>
                <a:gd name="connsiteX101" fmla="*/ 517603 w 703365"/>
                <a:gd name="connsiteY101" fmla="*/ 165359 h 549414"/>
                <a:gd name="connsiteX102" fmla="*/ 546434 w 703365"/>
                <a:gd name="connsiteY102" fmla="*/ 214188 h 549414"/>
                <a:gd name="connsiteX103" fmla="*/ 587096 w 703365"/>
                <a:gd name="connsiteY103" fmla="*/ 290348 h 549414"/>
                <a:gd name="connsiteX104" fmla="*/ 547767 w 703365"/>
                <a:gd name="connsiteY104" fmla="*/ 307013 h 549414"/>
                <a:gd name="connsiteX105" fmla="*/ 548933 w 703365"/>
                <a:gd name="connsiteY105" fmla="*/ 358758 h 549414"/>
                <a:gd name="connsiteX106" fmla="*/ 514937 w 703365"/>
                <a:gd name="connsiteY106" fmla="*/ 403588 h 549414"/>
                <a:gd name="connsiteX107" fmla="*/ 540267 w 703365"/>
                <a:gd name="connsiteY107" fmla="*/ 441001 h 549414"/>
                <a:gd name="connsiteX108" fmla="*/ 505937 w 703365"/>
                <a:gd name="connsiteY108" fmla="*/ 449500 h 549414"/>
                <a:gd name="connsiteX109" fmla="*/ 505937 w 703365"/>
                <a:gd name="connsiteY109" fmla="*/ 449500 h 549414"/>
                <a:gd name="connsiteX110" fmla="*/ 601179 w 703365"/>
                <a:gd name="connsiteY110" fmla="*/ 424919 h 549414"/>
                <a:gd name="connsiteX111" fmla="*/ 547683 w 703365"/>
                <a:gd name="connsiteY111" fmla="*/ 438751 h 549414"/>
                <a:gd name="connsiteX112" fmla="*/ 531935 w 703365"/>
                <a:gd name="connsiteY112" fmla="*/ 392255 h 549414"/>
                <a:gd name="connsiteX113" fmla="*/ 560683 w 703365"/>
                <a:gd name="connsiteY113" fmla="*/ 372840 h 549414"/>
                <a:gd name="connsiteX114" fmla="*/ 550601 w 703365"/>
                <a:gd name="connsiteY114" fmla="*/ 330927 h 549414"/>
                <a:gd name="connsiteX115" fmla="*/ 592180 w 703365"/>
                <a:gd name="connsiteY115" fmla="*/ 301263 h 549414"/>
                <a:gd name="connsiteX116" fmla="*/ 602845 w 703365"/>
                <a:gd name="connsiteY116" fmla="*/ 328928 h 549414"/>
                <a:gd name="connsiteX117" fmla="*/ 616011 w 703365"/>
                <a:gd name="connsiteY117" fmla="*/ 384923 h 549414"/>
                <a:gd name="connsiteX118" fmla="*/ 619261 w 703365"/>
                <a:gd name="connsiteY118" fmla="*/ 414170 h 549414"/>
                <a:gd name="connsiteX119" fmla="*/ 619178 w 703365"/>
                <a:gd name="connsiteY119" fmla="*/ 421586 h 549414"/>
                <a:gd name="connsiteX120" fmla="*/ 601179 w 703365"/>
                <a:gd name="connsiteY120" fmla="*/ 424919 h 549414"/>
                <a:gd name="connsiteX121" fmla="*/ 601179 w 703365"/>
                <a:gd name="connsiteY121" fmla="*/ 424919 h 549414"/>
                <a:gd name="connsiteX122" fmla="*/ 468024 w 703365"/>
                <a:gd name="connsiteY122" fmla="*/ 18539 h 549414"/>
                <a:gd name="connsiteX123" fmla="*/ 552100 w 703365"/>
                <a:gd name="connsiteY123" fmla="*/ 64701 h 549414"/>
                <a:gd name="connsiteX124" fmla="*/ 613095 w 703365"/>
                <a:gd name="connsiteY124" fmla="*/ 157026 h 549414"/>
                <a:gd name="connsiteX125" fmla="*/ 661757 w 703365"/>
                <a:gd name="connsiteY125" fmla="*/ 259351 h 549414"/>
                <a:gd name="connsiteX126" fmla="*/ 686504 w 703365"/>
                <a:gd name="connsiteY126" fmla="*/ 368091 h 549414"/>
                <a:gd name="connsiteX127" fmla="*/ 625594 w 703365"/>
                <a:gd name="connsiteY127" fmla="*/ 420503 h 549414"/>
                <a:gd name="connsiteX128" fmla="*/ 628176 w 703365"/>
                <a:gd name="connsiteY128" fmla="*/ 406337 h 549414"/>
                <a:gd name="connsiteX129" fmla="*/ 627759 w 703365"/>
                <a:gd name="connsiteY129" fmla="*/ 379673 h 549414"/>
                <a:gd name="connsiteX130" fmla="*/ 613678 w 703365"/>
                <a:gd name="connsiteY130" fmla="*/ 314596 h 549414"/>
                <a:gd name="connsiteX131" fmla="*/ 554933 w 703365"/>
                <a:gd name="connsiteY131" fmla="*/ 193273 h 549414"/>
                <a:gd name="connsiteX132" fmla="*/ 523269 w 703365"/>
                <a:gd name="connsiteY132" fmla="*/ 144028 h 549414"/>
                <a:gd name="connsiteX133" fmla="*/ 477524 w 703365"/>
                <a:gd name="connsiteY133" fmla="*/ 99032 h 549414"/>
                <a:gd name="connsiteX134" fmla="*/ 432528 w 703365"/>
                <a:gd name="connsiteY134" fmla="*/ 63785 h 549414"/>
                <a:gd name="connsiteX135" fmla="*/ 405863 w 703365"/>
                <a:gd name="connsiteY135" fmla="*/ 46870 h 549414"/>
                <a:gd name="connsiteX136" fmla="*/ 405196 w 703365"/>
                <a:gd name="connsiteY136" fmla="*/ 46453 h 549414"/>
                <a:gd name="connsiteX137" fmla="*/ 468024 w 703365"/>
                <a:gd name="connsiteY137" fmla="*/ 18539 h 549414"/>
                <a:gd name="connsiteX138" fmla="*/ 468024 w 703365"/>
                <a:gd name="connsiteY138" fmla="*/ 18539 h 549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703365" h="549414">
                  <a:moveTo>
                    <a:pt x="404280" y="25205"/>
                  </a:moveTo>
                  <a:cubicBezTo>
                    <a:pt x="369700" y="46786"/>
                    <a:pt x="340369" y="77784"/>
                    <a:pt x="311039" y="105781"/>
                  </a:cubicBezTo>
                  <a:cubicBezTo>
                    <a:pt x="280208" y="135445"/>
                    <a:pt x="252294" y="167942"/>
                    <a:pt x="222463" y="198689"/>
                  </a:cubicBezTo>
                  <a:cubicBezTo>
                    <a:pt x="193049" y="229103"/>
                    <a:pt x="162718" y="258684"/>
                    <a:pt x="136387" y="291764"/>
                  </a:cubicBezTo>
                  <a:cubicBezTo>
                    <a:pt x="110890" y="323845"/>
                    <a:pt x="86642" y="356508"/>
                    <a:pt x="61978" y="389089"/>
                  </a:cubicBezTo>
                  <a:cubicBezTo>
                    <a:pt x="39479" y="418919"/>
                    <a:pt x="19232" y="449833"/>
                    <a:pt x="6232" y="485247"/>
                  </a:cubicBezTo>
                  <a:cubicBezTo>
                    <a:pt x="983" y="499412"/>
                    <a:pt x="-3683" y="517911"/>
                    <a:pt x="4233" y="531993"/>
                  </a:cubicBezTo>
                  <a:cubicBezTo>
                    <a:pt x="12398" y="546575"/>
                    <a:pt x="31230" y="549574"/>
                    <a:pt x="46312" y="549408"/>
                  </a:cubicBezTo>
                  <a:cubicBezTo>
                    <a:pt x="64560" y="549241"/>
                    <a:pt x="83225" y="547158"/>
                    <a:pt x="101307" y="544491"/>
                  </a:cubicBezTo>
                  <a:cubicBezTo>
                    <a:pt x="123389" y="541242"/>
                    <a:pt x="145886" y="539325"/>
                    <a:pt x="167634" y="534326"/>
                  </a:cubicBezTo>
                  <a:cubicBezTo>
                    <a:pt x="206214" y="525493"/>
                    <a:pt x="245211" y="518827"/>
                    <a:pt x="283958" y="510411"/>
                  </a:cubicBezTo>
                  <a:cubicBezTo>
                    <a:pt x="287791" y="509828"/>
                    <a:pt x="291540" y="509161"/>
                    <a:pt x="295290" y="508495"/>
                  </a:cubicBezTo>
                  <a:cubicBezTo>
                    <a:pt x="295956" y="508995"/>
                    <a:pt x="296956" y="508745"/>
                    <a:pt x="297373" y="508161"/>
                  </a:cubicBezTo>
                  <a:cubicBezTo>
                    <a:pt x="367867" y="496412"/>
                    <a:pt x="436944" y="479997"/>
                    <a:pt x="506937" y="465499"/>
                  </a:cubicBezTo>
                  <a:cubicBezTo>
                    <a:pt x="543684" y="457916"/>
                    <a:pt x="579348" y="446250"/>
                    <a:pt x="616344" y="439168"/>
                  </a:cubicBezTo>
                  <a:cubicBezTo>
                    <a:pt x="646425" y="433418"/>
                    <a:pt x="687338" y="427252"/>
                    <a:pt x="700087" y="394172"/>
                  </a:cubicBezTo>
                  <a:cubicBezTo>
                    <a:pt x="705919" y="379006"/>
                    <a:pt x="702753" y="362841"/>
                    <a:pt x="699920" y="347343"/>
                  </a:cubicBezTo>
                  <a:cubicBezTo>
                    <a:pt x="696087" y="326844"/>
                    <a:pt x="690671" y="306680"/>
                    <a:pt x="685505" y="286431"/>
                  </a:cubicBezTo>
                  <a:cubicBezTo>
                    <a:pt x="675256" y="246435"/>
                    <a:pt x="658007" y="211605"/>
                    <a:pt x="639675" y="174858"/>
                  </a:cubicBezTo>
                  <a:cubicBezTo>
                    <a:pt x="608095" y="111531"/>
                    <a:pt x="567682" y="36287"/>
                    <a:pt x="500188" y="4957"/>
                  </a:cubicBezTo>
                  <a:cubicBezTo>
                    <a:pt x="469690" y="-8875"/>
                    <a:pt x="430361" y="8956"/>
                    <a:pt x="404280" y="25205"/>
                  </a:cubicBezTo>
                  <a:lnTo>
                    <a:pt x="404280" y="25205"/>
                  </a:lnTo>
                  <a:close/>
                  <a:moveTo>
                    <a:pt x="285541" y="158110"/>
                  </a:moveTo>
                  <a:cubicBezTo>
                    <a:pt x="298457" y="142861"/>
                    <a:pt x="312705" y="128529"/>
                    <a:pt x="327287" y="114614"/>
                  </a:cubicBezTo>
                  <a:cubicBezTo>
                    <a:pt x="334369" y="116113"/>
                    <a:pt x="345702" y="121280"/>
                    <a:pt x="348118" y="122779"/>
                  </a:cubicBezTo>
                  <a:cubicBezTo>
                    <a:pt x="359284" y="129362"/>
                    <a:pt x="366283" y="141111"/>
                    <a:pt x="369200" y="153527"/>
                  </a:cubicBezTo>
                  <a:cubicBezTo>
                    <a:pt x="371949" y="165192"/>
                    <a:pt x="372699" y="180441"/>
                    <a:pt x="360867" y="186440"/>
                  </a:cubicBezTo>
                  <a:cubicBezTo>
                    <a:pt x="352118" y="190857"/>
                    <a:pt x="341702" y="189190"/>
                    <a:pt x="332953" y="193023"/>
                  </a:cubicBezTo>
                  <a:cubicBezTo>
                    <a:pt x="316122" y="200439"/>
                    <a:pt x="325287" y="224937"/>
                    <a:pt x="307372" y="230603"/>
                  </a:cubicBezTo>
                  <a:cubicBezTo>
                    <a:pt x="287457" y="236936"/>
                    <a:pt x="261043" y="216271"/>
                    <a:pt x="245961" y="201106"/>
                  </a:cubicBezTo>
                  <a:cubicBezTo>
                    <a:pt x="259626" y="187107"/>
                    <a:pt x="272958" y="172942"/>
                    <a:pt x="285541" y="158110"/>
                  </a:cubicBezTo>
                  <a:lnTo>
                    <a:pt x="285541" y="158110"/>
                  </a:lnTo>
                  <a:close/>
                  <a:moveTo>
                    <a:pt x="126555" y="332677"/>
                  </a:moveTo>
                  <a:cubicBezTo>
                    <a:pt x="151802" y="301097"/>
                    <a:pt x="177300" y="270933"/>
                    <a:pt x="205548" y="242019"/>
                  </a:cubicBezTo>
                  <a:cubicBezTo>
                    <a:pt x="207881" y="239602"/>
                    <a:pt x="210297" y="237186"/>
                    <a:pt x="212714" y="234769"/>
                  </a:cubicBezTo>
                  <a:cubicBezTo>
                    <a:pt x="252377" y="252351"/>
                    <a:pt x="264376" y="309679"/>
                    <a:pt x="241544" y="344426"/>
                  </a:cubicBezTo>
                  <a:cubicBezTo>
                    <a:pt x="216214" y="383006"/>
                    <a:pt x="148053" y="370924"/>
                    <a:pt x="119056" y="342010"/>
                  </a:cubicBezTo>
                  <a:cubicBezTo>
                    <a:pt x="121638" y="338843"/>
                    <a:pt x="124055" y="335677"/>
                    <a:pt x="126555" y="332677"/>
                  </a:cubicBezTo>
                  <a:lnTo>
                    <a:pt x="126555" y="332677"/>
                  </a:lnTo>
                  <a:close/>
                  <a:moveTo>
                    <a:pt x="32980" y="466749"/>
                  </a:moveTo>
                  <a:cubicBezTo>
                    <a:pt x="33313" y="466082"/>
                    <a:pt x="33647" y="465499"/>
                    <a:pt x="33980" y="464832"/>
                  </a:cubicBezTo>
                  <a:cubicBezTo>
                    <a:pt x="42230" y="448250"/>
                    <a:pt x="50562" y="431752"/>
                    <a:pt x="61728" y="416836"/>
                  </a:cubicBezTo>
                  <a:cubicBezTo>
                    <a:pt x="70893" y="404587"/>
                    <a:pt x="80059" y="392422"/>
                    <a:pt x="89308" y="380340"/>
                  </a:cubicBezTo>
                  <a:cubicBezTo>
                    <a:pt x="102224" y="387589"/>
                    <a:pt x="113556" y="389672"/>
                    <a:pt x="121222" y="405504"/>
                  </a:cubicBezTo>
                  <a:cubicBezTo>
                    <a:pt x="125639" y="414503"/>
                    <a:pt x="128804" y="430918"/>
                    <a:pt x="122306" y="439918"/>
                  </a:cubicBezTo>
                  <a:cubicBezTo>
                    <a:pt x="116389" y="448167"/>
                    <a:pt x="104641" y="447500"/>
                    <a:pt x="96058" y="450333"/>
                  </a:cubicBezTo>
                  <a:cubicBezTo>
                    <a:pt x="84225" y="454166"/>
                    <a:pt x="83642" y="460082"/>
                    <a:pt x="78726" y="469748"/>
                  </a:cubicBezTo>
                  <a:cubicBezTo>
                    <a:pt x="70310" y="486080"/>
                    <a:pt x="48062" y="476081"/>
                    <a:pt x="32980" y="466749"/>
                  </a:cubicBezTo>
                  <a:lnTo>
                    <a:pt x="32980" y="466749"/>
                  </a:lnTo>
                  <a:close/>
                  <a:moveTo>
                    <a:pt x="205131" y="510745"/>
                  </a:moveTo>
                  <a:cubicBezTo>
                    <a:pt x="216214" y="498662"/>
                    <a:pt x="235629" y="489080"/>
                    <a:pt x="249794" y="488080"/>
                  </a:cubicBezTo>
                  <a:cubicBezTo>
                    <a:pt x="263292" y="487080"/>
                    <a:pt x="274459" y="490246"/>
                    <a:pt x="283958" y="497412"/>
                  </a:cubicBezTo>
                  <a:cubicBezTo>
                    <a:pt x="280625" y="497996"/>
                    <a:pt x="277291" y="498662"/>
                    <a:pt x="273875" y="499246"/>
                  </a:cubicBezTo>
                  <a:cubicBezTo>
                    <a:pt x="250960" y="503245"/>
                    <a:pt x="228046" y="506912"/>
                    <a:pt x="205131" y="510745"/>
                  </a:cubicBezTo>
                  <a:lnTo>
                    <a:pt x="205131" y="510745"/>
                  </a:lnTo>
                  <a:close/>
                  <a:moveTo>
                    <a:pt x="335202" y="487413"/>
                  </a:moveTo>
                  <a:cubicBezTo>
                    <a:pt x="328454" y="467748"/>
                    <a:pt x="327037" y="442251"/>
                    <a:pt x="336037" y="423586"/>
                  </a:cubicBezTo>
                  <a:cubicBezTo>
                    <a:pt x="345952" y="402838"/>
                    <a:pt x="364034" y="390755"/>
                    <a:pt x="385115" y="382673"/>
                  </a:cubicBezTo>
                  <a:cubicBezTo>
                    <a:pt x="408196" y="373840"/>
                    <a:pt x="437110" y="382423"/>
                    <a:pt x="456359" y="397088"/>
                  </a:cubicBezTo>
                  <a:cubicBezTo>
                    <a:pt x="467858" y="405921"/>
                    <a:pt x="475357" y="417586"/>
                    <a:pt x="478357" y="431835"/>
                  </a:cubicBezTo>
                  <a:cubicBezTo>
                    <a:pt x="479190" y="435835"/>
                    <a:pt x="481273" y="447417"/>
                    <a:pt x="479856" y="455083"/>
                  </a:cubicBezTo>
                  <a:cubicBezTo>
                    <a:pt x="431694" y="465582"/>
                    <a:pt x="383699" y="477248"/>
                    <a:pt x="335202" y="487413"/>
                  </a:cubicBezTo>
                  <a:lnTo>
                    <a:pt x="335202" y="487413"/>
                  </a:lnTo>
                  <a:close/>
                  <a:moveTo>
                    <a:pt x="505937" y="449500"/>
                  </a:moveTo>
                  <a:cubicBezTo>
                    <a:pt x="500105" y="450750"/>
                    <a:pt x="494356" y="452000"/>
                    <a:pt x="488606" y="453250"/>
                  </a:cubicBezTo>
                  <a:cubicBezTo>
                    <a:pt x="490605" y="438168"/>
                    <a:pt x="481523" y="411587"/>
                    <a:pt x="478190" y="406504"/>
                  </a:cubicBezTo>
                  <a:cubicBezTo>
                    <a:pt x="462441" y="382339"/>
                    <a:pt x="426944" y="367841"/>
                    <a:pt x="398613" y="370174"/>
                  </a:cubicBezTo>
                  <a:cubicBezTo>
                    <a:pt x="372949" y="372257"/>
                    <a:pt x="344036" y="389839"/>
                    <a:pt x="329704" y="410920"/>
                  </a:cubicBezTo>
                  <a:cubicBezTo>
                    <a:pt x="313872" y="434168"/>
                    <a:pt x="312955" y="464499"/>
                    <a:pt x="323454" y="489913"/>
                  </a:cubicBezTo>
                  <a:cubicBezTo>
                    <a:pt x="313122" y="491996"/>
                    <a:pt x="302706" y="493996"/>
                    <a:pt x="292373" y="495996"/>
                  </a:cubicBezTo>
                  <a:cubicBezTo>
                    <a:pt x="283291" y="482330"/>
                    <a:pt x="267876" y="476914"/>
                    <a:pt x="249627" y="477914"/>
                  </a:cubicBezTo>
                  <a:cubicBezTo>
                    <a:pt x="237045" y="478581"/>
                    <a:pt x="225879" y="483247"/>
                    <a:pt x="215547" y="489996"/>
                  </a:cubicBezTo>
                  <a:cubicBezTo>
                    <a:pt x="205715" y="496412"/>
                    <a:pt x="193632" y="501829"/>
                    <a:pt x="189382" y="513494"/>
                  </a:cubicBezTo>
                  <a:cubicBezTo>
                    <a:pt x="177551" y="515494"/>
                    <a:pt x="165635" y="517577"/>
                    <a:pt x="153802" y="519744"/>
                  </a:cubicBezTo>
                  <a:cubicBezTo>
                    <a:pt x="140553" y="522160"/>
                    <a:pt x="127472" y="525077"/>
                    <a:pt x="114222" y="527576"/>
                  </a:cubicBezTo>
                  <a:cubicBezTo>
                    <a:pt x="96141" y="529993"/>
                    <a:pt x="78309" y="532243"/>
                    <a:pt x="60060" y="533242"/>
                  </a:cubicBezTo>
                  <a:cubicBezTo>
                    <a:pt x="42562" y="534159"/>
                    <a:pt x="15481" y="535992"/>
                    <a:pt x="16982" y="511328"/>
                  </a:cubicBezTo>
                  <a:cubicBezTo>
                    <a:pt x="17731" y="498579"/>
                    <a:pt x="23398" y="486247"/>
                    <a:pt x="29230" y="474581"/>
                  </a:cubicBezTo>
                  <a:cubicBezTo>
                    <a:pt x="40813" y="483914"/>
                    <a:pt x="61644" y="489996"/>
                    <a:pt x="71559" y="488913"/>
                  </a:cubicBezTo>
                  <a:cubicBezTo>
                    <a:pt x="79726" y="487997"/>
                    <a:pt x="84309" y="483997"/>
                    <a:pt x="86976" y="476581"/>
                  </a:cubicBezTo>
                  <a:cubicBezTo>
                    <a:pt x="87975" y="473748"/>
                    <a:pt x="87892" y="469415"/>
                    <a:pt x="89642" y="466915"/>
                  </a:cubicBezTo>
                  <a:cubicBezTo>
                    <a:pt x="93058" y="461832"/>
                    <a:pt x="101307" y="458083"/>
                    <a:pt x="106973" y="456333"/>
                  </a:cubicBezTo>
                  <a:cubicBezTo>
                    <a:pt x="111890" y="454833"/>
                    <a:pt x="117139" y="454500"/>
                    <a:pt x="121722" y="451917"/>
                  </a:cubicBezTo>
                  <a:cubicBezTo>
                    <a:pt x="152553" y="434751"/>
                    <a:pt x="128472" y="376507"/>
                    <a:pt x="97224" y="370341"/>
                  </a:cubicBezTo>
                  <a:cubicBezTo>
                    <a:pt x="104140" y="361425"/>
                    <a:pt x="110973" y="352425"/>
                    <a:pt x="118056" y="343593"/>
                  </a:cubicBezTo>
                  <a:cubicBezTo>
                    <a:pt x="129555" y="365591"/>
                    <a:pt x="155803" y="376257"/>
                    <a:pt x="179883" y="379340"/>
                  </a:cubicBezTo>
                  <a:cubicBezTo>
                    <a:pt x="207047" y="382839"/>
                    <a:pt x="234712" y="376007"/>
                    <a:pt x="250960" y="352675"/>
                  </a:cubicBezTo>
                  <a:cubicBezTo>
                    <a:pt x="279208" y="312096"/>
                    <a:pt x="265626" y="248935"/>
                    <a:pt x="222297" y="225187"/>
                  </a:cubicBezTo>
                  <a:cubicBezTo>
                    <a:pt x="229462" y="217938"/>
                    <a:pt x="236628" y="210688"/>
                    <a:pt x="243794" y="203439"/>
                  </a:cubicBezTo>
                  <a:cubicBezTo>
                    <a:pt x="259460" y="222354"/>
                    <a:pt x="284958" y="244269"/>
                    <a:pt x="309705" y="239852"/>
                  </a:cubicBezTo>
                  <a:cubicBezTo>
                    <a:pt x="320288" y="237936"/>
                    <a:pt x="326537" y="231436"/>
                    <a:pt x="329537" y="221354"/>
                  </a:cubicBezTo>
                  <a:cubicBezTo>
                    <a:pt x="332119" y="212355"/>
                    <a:pt x="332286" y="205605"/>
                    <a:pt x="342952" y="202272"/>
                  </a:cubicBezTo>
                  <a:cubicBezTo>
                    <a:pt x="350118" y="200023"/>
                    <a:pt x="358034" y="200272"/>
                    <a:pt x="365283" y="197523"/>
                  </a:cubicBezTo>
                  <a:cubicBezTo>
                    <a:pt x="389364" y="188274"/>
                    <a:pt x="386032" y="155527"/>
                    <a:pt x="376949" y="135945"/>
                  </a:cubicBezTo>
                  <a:cubicBezTo>
                    <a:pt x="370866" y="122863"/>
                    <a:pt x="359534" y="111197"/>
                    <a:pt x="345868" y="106198"/>
                  </a:cubicBezTo>
                  <a:cubicBezTo>
                    <a:pt x="344036" y="105531"/>
                    <a:pt x="341786" y="104614"/>
                    <a:pt x="339202" y="103698"/>
                  </a:cubicBezTo>
                  <a:cubicBezTo>
                    <a:pt x="348785" y="94865"/>
                    <a:pt x="358367" y="86116"/>
                    <a:pt x="367867" y="77450"/>
                  </a:cubicBezTo>
                  <a:cubicBezTo>
                    <a:pt x="375699" y="70284"/>
                    <a:pt x="383699" y="63118"/>
                    <a:pt x="392031" y="56452"/>
                  </a:cubicBezTo>
                  <a:cubicBezTo>
                    <a:pt x="397281" y="59702"/>
                    <a:pt x="403030" y="65285"/>
                    <a:pt x="406946" y="67701"/>
                  </a:cubicBezTo>
                  <a:cubicBezTo>
                    <a:pt x="414612" y="72451"/>
                    <a:pt x="421528" y="77450"/>
                    <a:pt x="428777" y="82700"/>
                  </a:cubicBezTo>
                  <a:cubicBezTo>
                    <a:pt x="444943" y="94532"/>
                    <a:pt x="459775" y="106614"/>
                    <a:pt x="474190" y="120613"/>
                  </a:cubicBezTo>
                  <a:cubicBezTo>
                    <a:pt x="489272" y="135195"/>
                    <a:pt x="505187" y="148361"/>
                    <a:pt x="517603" y="165359"/>
                  </a:cubicBezTo>
                  <a:cubicBezTo>
                    <a:pt x="528768" y="180691"/>
                    <a:pt x="537434" y="197523"/>
                    <a:pt x="546434" y="214188"/>
                  </a:cubicBezTo>
                  <a:cubicBezTo>
                    <a:pt x="560182" y="239769"/>
                    <a:pt x="574848" y="264433"/>
                    <a:pt x="587096" y="290348"/>
                  </a:cubicBezTo>
                  <a:cubicBezTo>
                    <a:pt x="572098" y="290514"/>
                    <a:pt x="556433" y="293847"/>
                    <a:pt x="547767" y="307013"/>
                  </a:cubicBezTo>
                  <a:cubicBezTo>
                    <a:pt x="536184" y="324595"/>
                    <a:pt x="541267" y="341093"/>
                    <a:pt x="548933" y="358758"/>
                  </a:cubicBezTo>
                  <a:cubicBezTo>
                    <a:pt x="558516" y="380756"/>
                    <a:pt x="515687" y="381090"/>
                    <a:pt x="514937" y="403588"/>
                  </a:cubicBezTo>
                  <a:cubicBezTo>
                    <a:pt x="514353" y="420169"/>
                    <a:pt x="527852" y="431418"/>
                    <a:pt x="540267" y="441001"/>
                  </a:cubicBezTo>
                  <a:cubicBezTo>
                    <a:pt x="528935" y="444001"/>
                    <a:pt x="517436" y="447000"/>
                    <a:pt x="505937" y="449500"/>
                  </a:cubicBezTo>
                  <a:lnTo>
                    <a:pt x="505937" y="449500"/>
                  </a:lnTo>
                  <a:close/>
                  <a:moveTo>
                    <a:pt x="601179" y="424919"/>
                  </a:moveTo>
                  <a:cubicBezTo>
                    <a:pt x="583097" y="428585"/>
                    <a:pt x="565432" y="433751"/>
                    <a:pt x="547683" y="438751"/>
                  </a:cubicBezTo>
                  <a:cubicBezTo>
                    <a:pt x="533518" y="425919"/>
                    <a:pt x="511687" y="406421"/>
                    <a:pt x="531935" y="392255"/>
                  </a:cubicBezTo>
                  <a:cubicBezTo>
                    <a:pt x="541434" y="385589"/>
                    <a:pt x="557183" y="386006"/>
                    <a:pt x="560683" y="372840"/>
                  </a:cubicBezTo>
                  <a:cubicBezTo>
                    <a:pt x="564432" y="358592"/>
                    <a:pt x="550350" y="345259"/>
                    <a:pt x="550601" y="330927"/>
                  </a:cubicBezTo>
                  <a:cubicBezTo>
                    <a:pt x="551017" y="304180"/>
                    <a:pt x="572931" y="304346"/>
                    <a:pt x="592180" y="301263"/>
                  </a:cubicBezTo>
                  <a:cubicBezTo>
                    <a:pt x="596096" y="310263"/>
                    <a:pt x="599679" y="319512"/>
                    <a:pt x="602845" y="328928"/>
                  </a:cubicBezTo>
                  <a:cubicBezTo>
                    <a:pt x="608845" y="347176"/>
                    <a:pt x="612761" y="366008"/>
                    <a:pt x="616011" y="384923"/>
                  </a:cubicBezTo>
                  <a:cubicBezTo>
                    <a:pt x="617677" y="394588"/>
                    <a:pt x="619261" y="404337"/>
                    <a:pt x="619261" y="414170"/>
                  </a:cubicBezTo>
                  <a:cubicBezTo>
                    <a:pt x="619261" y="416836"/>
                    <a:pt x="619094" y="419253"/>
                    <a:pt x="619178" y="421586"/>
                  </a:cubicBezTo>
                  <a:cubicBezTo>
                    <a:pt x="612761" y="422836"/>
                    <a:pt x="606595" y="423836"/>
                    <a:pt x="601179" y="424919"/>
                  </a:cubicBezTo>
                  <a:lnTo>
                    <a:pt x="601179" y="424919"/>
                  </a:lnTo>
                  <a:close/>
                  <a:moveTo>
                    <a:pt x="468024" y="18539"/>
                  </a:moveTo>
                  <a:cubicBezTo>
                    <a:pt x="499105" y="13456"/>
                    <a:pt x="532852" y="42787"/>
                    <a:pt x="552100" y="64701"/>
                  </a:cubicBezTo>
                  <a:cubicBezTo>
                    <a:pt x="576014" y="91949"/>
                    <a:pt x="596013" y="125113"/>
                    <a:pt x="613095" y="157026"/>
                  </a:cubicBezTo>
                  <a:cubicBezTo>
                    <a:pt x="630593" y="189773"/>
                    <a:pt x="650258" y="223937"/>
                    <a:pt x="661757" y="259351"/>
                  </a:cubicBezTo>
                  <a:cubicBezTo>
                    <a:pt x="672839" y="293597"/>
                    <a:pt x="683171" y="332177"/>
                    <a:pt x="686504" y="368091"/>
                  </a:cubicBezTo>
                  <a:cubicBezTo>
                    <a:pt x="689754" y="403837"/>
                    <a:pt x="656174" y="414420"/>
                    <a:pt x="625594" y="420503"/>
                  </a:cubicBezTo>
                  <a:cubicBezTo>
                    <a:pt x="626427" y="415670"/>
                    <a:pt x="628010" y="410504"/>
                    <a:pt x="628176" y="406337"/>
                  </a:cubicBezTo>
                  <a:cubicBezTo>
                    <a:pt x="628677" y="397505"/>
                    <a:pt x="628593" y="388506"/>
                    <a:pt x="627759" y="379673"/>
                  </a:cubicBezTo>
                  <a:cubicBezTo>
                    <a:pt x="625676" y="357342"/>
                    <a:pt x="620593" y="335844"/>
                    <a:pt x="613678" y="314596"/>
                  </a:cubicBezTo>
                  <a:cubicBezTo>
                    <a:pt x="599845" y="271599"/>
                    <a:pt x="576014" y="233020"/>
                    <a:pt x="554933" y="193273"/>
                  </a:cubicBezTo>
                  <a:cubicBezTo>
                    <a:pt x="545767" y="176025"/>
                    <a:pt x="535768" y="159110"/>
                    <a:pt x="523269" y="144028"/>
                  </a:cubicBezTo>
                  <a:cubicBezTo>
                    <a:pt x="509687" y="127696"/>
                    <a:pt x="492689" y="113864"/>
                    <a:pt x="477524" y="99032"/>
                  </a:cubicBezTo>
                  <a:cubicBezTo>
                    <a:pt x="463775" y="85533"/>
                    <a:pt x="447859" y="75200"/>
                    <a:pt x="432528" y="63785"/>
                  </a:cubicBezTo>
                  <a:cubicBezTo>
                    <a:pt x="424028" y="57452"/>
                    <a:pt x="414696" y="52619"/>
                    <a:pt x="405863" y="46870"/>
                  </a:cubicBezTo>
                  <a:cubicBezTo>
                    <a:pt x="405613" y="46703"/>
                    <a:pt x="405447" y="46536"/>
                    <a:pt x="405196" y="46453"/>
                  </a:cubicBezTo>
                  <a:cubicBezTo>
                    <a:pt x="424028" y="33038"/>
                    <a:pt x="444609" y="22372"/>
                    <a:pt x="468024" y="18539"/>
                  </a:cubicBezTo>
                  <a:lnTo>
                    <a:pt x="468024" y="18539"/>
                  </a:lnTo>
                  <a:close/>
                </a:path>
              </a:pathLst>
            </a:custGeom>
            <a:grpFill/>
            <a:ln w="8332" cap="flat">
              <a:noFill/>
              <a:prstDash val="solid"/>
              <a:miter/>
            </a:ln>
          </p:spPr>
          <p:txBody>
            <a:bodyPr rtlCol="0" anchor="ctr"/>
            <a:lstStyle/>
            <a:p>
              <a:endParaRPr lang="en-US"/>
            </a:p>
          </p:txBody>
        </p:sp>
        <p:sp>
          <p:nvSpPr>
            <p:cNvPr id="1831" name="Freeform: Shape 1830"/>
            <p:cNvSpPr/>
            <p:nvPr/>
          </p:nvSpPr>
          <p:spPr>
            <a:xfrm>
              <a:off x="11937212" y="112180"/>
              <a:ext cx="158356" cy="66598"/>
            </a:xfrm>
            <a:custGeom>
              <a:avLst/>
              <a:gdLst>
                <a:gd name="connsiteX0" fmla="*/ 567 w 158356"/>
                <a:gd name="connsiteY0" fmla="*/ 21735 h 66598"/>
                <a:gd name="connsiteX1" fmla="*/ 30647 w 158356"/>
                <a:gd name="connsiteY1" fmla="*/ 45150 h 66598"/>
                <a:gd name="connsiteX2" fmla="*/ 77143 w 158356"/>
                <a:gd name="connsiteY2" fmla="*/ 65065 h 66598"/>
                <a:gd name="connsiteX3" fmla="*/ 120556 w 158356"/>
                <a:gd name="connsiteY3" fmla="*/ 62065 h 66598"/>
                <a:gd name="connsiteX4" fmla="*/ 153803 w 158356"/>
                <a:gd name="connsiteY4" fmla="*/ 36151 h 66598"/>
                <a:gd name="connsiteX5" fmla="*/ 157969 w 158356"/>
                <a:gd name="connsiteY5" fmla="*/ 31234 h 66598"/>
                <a:gd name="connsiteX6" fmla="*/ 155553 w 158356"/>
                <a:gd name="connsiteY6" fmla="*/ 27401 h 66598"/>
                <a:gd name="connsiteX7" fmla="*/ 131972 w 158356"/>
                <a:gd name="connsiteY7" fmla="*/ 13319 h 66598"/>
                <a:gd name="connsiteX8" fmla="*/ 89892 w 158356"/>
                <a:gd name="connsiteY8" fmla="*/ 1070 h 66598"/>
                <a:gd name="connsiteX9" fmla="*/ 3316 w 158356"/>
                <a:gd name="connsiteY9" fmla="*/ 15819 h 66598"/>
                <a:gd name="connsiteX10" fmla="*/ 567 w 158356"/>
                <a:gd name="connsiteY10" fmla="*/ 21735 h 66598"/>
                <a:gd name="connsiteX11" fmla="*/ 567 w 158356"/>
                <a:gd name="connsiteY11" fmla="*/ 21735 h 66598"/>
                <a:gd name="connsiteX12" fmla="*/ 79976 w 158356"/>
                <a:gd name="connsiteY12" fmla="*/ 7570 h 66598"/>
                <a:gd name="connsiteX13" fmla="*/ 117473 w 158356"/>
                <a:gd name="connsiteY13" fmla="*/ 17069 h 66598"/>
                <a:gd name="connsiteX14" fmla="*/ 144137 w 158356"/>
                <a:gd name="connsiteY14" fmla="*/ 28318 h 66598"/>
                <a:gd name="connsiteX15" fmla="*/ 109556 w 158356"/>
                <a:gd name="connsiteY15" fmla="*/ 32401 h 66598"/>
                <a:gd name="connsiteX16" fmla="*/ 68977 w 158356"/>
                <a:gd name="connsiteY16" fmla="*/ 28818 h 66598"/>
                <a:gd name="connsiteX17" fmla="*/ 68394 w 158356"/>
                <a:gd name="connsiteY17" fmla="*/ 32401 h 66598"/>
                <a:gd name="connsiteX18" fmla="*/ 106891 w 158356"/>
                <a:gd name="connsiteY18" fmla="*/ 37734 h 66598"/>
                <a:gd name="connsiteX19" fmla="*/ 145304 w 158356"/>
                <a:gd name="connsiteY19" fmla="*/ 35651 h 66598"/>
                <a:gd name="connsiteX20" fmla="*/ 72976 w 158356"/>
                <a:gd name="connsiteY20" fmla="*/ 53732 h 66598"/>
                <a:gd name="connsiteX21" fmla="*/ 36064 w 158356"/>
                <a:gd name="connsiteY21" fmla="*/ 36234 h 66598"/>
                <a:gd name="connsiteX22" fmla="*/ 11899 w 158356"/>
                <a:gd name="connsiteY22" fmla="*/ 21235 h 66598"/>
                <a:gd name="connsiteX23" fmla="*/ 79976 w 158356"/>
                <a:gd name="connsiteY23" fmla="*/ 7570 h 66598"/>
                <a:gd name="connsiteX24" fmla="*/ 79976 w 158356"/>
                <a:gd name="connsiteY24" fmla="*/ 7570 h 66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58356" h="66598">
                  <a:moveTo>
                    <a:pt x="567" y="21735"/>
                  </a:moveTo>
                  <a:cubicBezTo>
                    <a:pt x="7066" y="31318"/>
                    <a:pt x="20814" y="39317"/>
                    <a:pt x="30647" y="45150"/>
                  </a:cubicBezTo>
                  <a:cubicBezTo>
                    <a:pt x="44812" y="53482"/>
                    <a:pt x="60894" y="61982"/>
                    <a:pt x="77143" y="65065"/>
                  </a:cubicBezTo>
                  <a:cubicBezTo>
                    <a:pt x="91475" y="67814"/>
                    <a:pt x="106724" y="66898"/>
                    <a:pt x="120556" y="62065"/>
                  </a:cubicBezTo>
                  <a:cubicBezTo>
                    <a:pt x="134721" y="57149"/>
                    <a:pt x="144387" y="47066"/>
                    <a:pt x="153803" y="36151"/>
                  </a:cubicBezTo>
                  <a:cubicBezTo>
                    <a:pt x="156386" y="36317"/>
                    <a:pt x="158385" y="33568"/>
                    <a:pt x="157969" y="31234"/>
                  </a:cubicBezTo>
                  <a:cubicBezTo>
                    <a:pt x="159136" y="29318"/>
                    <a:pt x="157469" y="26985"/>
                    <a:pt x="155553" y="27401"/>
                  </a:cubicBezTo>
                  <a:cubicBezTo>
                    <a:pt x="149804" y="20819"/>
                    <a:pt x="139470" y="16236"/>
                    <a:pt x="131972" y="13319"/>
                  </a:cubicBezTo>
                  <a:cubicBezTo>
                    <a:pt x="118056" y="7903"/>
                    <a:pt x="104724" y="3320"/>
                    <a:pt x="89892" y="1070"/>
                  </a:cubicBezTo>
                  <a:cubicBezTo>
                    <a:pt x="59145" y="-3679"/>
                    <a:pt x="32647" y="8486"/>
                    <a:pt x="3316" y="15819"/>
                  </a:cubicBezTo>
                  <a:cubicBezTo>
                    <a:pt x="983" y="16319"/>
                    <a:pt x="-1017" y="19402"/>
                    <a:pt x="567" y="21735"/>
                  </a:cubicBezTo>
                  <a:lnTo>
                    <a:pt x="567" y="21735"/>
                  </a:lnTo>
                  <a:close/>
                  <a:moveTo>
                    <a:pt x="79976" y="7570"/>
                  </a:moveTo>
                  <a:cubicBezTo>
                    <a:pt x="92808" y="9403"/>
                    <a:pt x="105557" y="11986"/>
                    <a:pt x="117473" y="17069"/>
                  </a:cubicBezTo>
                  <a:cubicBezTo>
                    <a:pt x="124639" y="20152"/>
                    <a:pt x="136387" y="23152"/>
                    <a:pt x="144137" y="28318"/>
                  </a:cubicBezTo>
                  <a:cubicBezTo>
                    <a:pt x="132638" y="29401"/>
                    <a:pt x="121139" y="31984"/>
                    <a:pt x="109556" y="32401"/>
                  </a:cubicBezTo>
                  <a:cubicBezTo>
                    <a:pt x="95724" y="32984"/>
                    <a:pt x="82559" y="30484"/>
                    <a:pt x="68977" y="28818"/>
                  </a:cubicBezTo>
                  <a:cubicBezTo>
                    <a:pt x="66894" y="28568"/>
                    <a:pt x="66394" y="31901"/>
                    <a:pt x="68394" y="32401"/>
                  </a:cubicBezTo>
                  <a:cubicBezTo>
                    <a:pt x="80976" y="35734"/>
                    <a:pt x="93891" y="37734"/>
                    <a:pt x="106891" y="37734"/>
                  </a:cubicBezTo>
                  <a:cubicBezTo>
                    <a:pt x="119639" y="37817"/>
                    <a:pt x="132555" y="35567"/>
                    <a:pt x="145304" y="35651"/>
                  </a:cubicBezTo>
                  <a:cubicBezTo>
                    <a:pt x="124389" y="52566"/>
                    <a:pt x="101391" y="62148"/>
                    <a:pt x="72976" y="53732"/>
                  </a:cubicBezTo>
                  <a:cubicBezTo>
                    <a:pt x="60061" y="49899"/>
                    <a:pt x="47729" y="42900"/>
                    <a:pt x="36064" y="36234"/>
                  </a:cubicBezTo>
                  <a:cubicBezTo>
                    <a:pt x="29063" y="32234"/>
                    <a:pt x="18981" y="27151"/>
                    <a:pt x="11899" y="21235"/>
                  </a:cubicBezTo>
                  <a:cubicBezTo>
                    <a:pt x="33147" y="13653"/>
                    <a:pt x="57895" y="4403"/>
                    <a:pt x="79976" y="7570"/>
                  </a:cubicBezTo>
                  <a:lnTo>
                    <a:pt x="79976" y="7570"/>
                  </a:lnTo>
                  <a:close/>
                </a:path>
              </a:pathLst>
            </a:custGeom>
            <a:grpFill/>
            <a:ln w="8332" cap="flat">
              <a:noFill/>
              <a:prstDash val="solid"/>
              <a:miter/>
            </a:ln>
          </p:spPr>
          <p:txBody>
            <a:bodyPr rtlCol="0" anchor="ctr"/>
            <a:lstStyle/>
            <a:p>
              <a:endParaRPr lang="en-US"/>
            </a:p>
          </p:txBody>
        </p:sp>
        <p:sp>
          <p:nvSpPr>
            <p:cNvPr id="1832" name="Freeform: Shape 1831"/>
            <p:cNvSpPr/>
            <p:nvPr/>
          </p:nvSpPr>
          <p:spPr>
            <a:xfrm>
              <a:off x="11765340" y="228146"/>
              <a:ext cx="140057" cy="75557"/>
            </a:xfrm>
            <a:custGeom>
              <a:avLst/>
              <a:gdLst>
                <a:gd name="connsiteX0" fmla="*/ 34785 w 140057"/>
                <a:gd name="connsiteY0" fmla="*/ 19426 h 75557"/>
                <a:gd name="connsiteX1" fmla="*/ 2538 w 140057"/>
                <a:gd name="connsiteY1" fmla="*/ 44507 h 75557"/>
                <a:gd name="connsiteX2" fmla="*/ 1288 w 140057"/>
                <a:gd name="connsiteY2" fmla="*/ 52090 h 75557"/>
                <a:gd name="connsiteX3" fmla="*/ 32201 w 140057"/>
                <a:gd name="connsiteY3" fmla="*/ 68088 h 75557"/>
                <a:gd name="connsiteX4" fmla="*/ 81447 w 140057"/>
                <a:gd name="connsiteY4" fmla="*/ 72671 h 75557"/>
                <a:gd name="connsiteX5" fmla="*/ 120693 w 140057"/>
                <a:gd name="connsiteY5" fmla="*/ 44257 h 75557"/>
                <a:gd name="connsiteX6" fmla="*/ 138942 w 140057"/>
                <a:gd name="connsiteY6" fmla="*/ 14593 h 75557"/>
                <a:gd name="connsiteX7" fmla="*/ 139775 w 140057"/>
                <a:gd name="connsiteY7" fmla="*/ 10177 h 75557"/>
                <a:gd name="connsiteX8" fmla="*/ 140026 w 140057"/>
                <a:gd name="connsiteY8" fmla="*/ 8760 h 75557"/>
                <a:gd name="connsiteX9" fmla="*/ 134859 w 140057"/>
                <a:gd name="connsiteY9" fmla="*/ 6594 h 75557"/>
                <a:gd name="connsiteX10" fmla="*/ 67865 w 140057"/>
                <a:gd name="connsiteY10" fmla="*/ 4177 h 75557"/>
                <a:gd name="connsiteX11" fmla="*/ 34785 w 140057"/>
                <a:gd name="connsiteY11" fmla="*/ 19426 h 75557"/>
                <a:gd name="connsiteX12" fmla="*/ 34785 w 140057"/>
                <a:gd name="connsiteY12" fmla="*/ 19426 h 75557"/>
                <a:gd name="connsiteX13" fmla="*/ 61532 w 140057"/>
                <a:gd name="connsiteY13" fmla="*/ 15093 h 75557"/>
                <a:gd name="connsiteX14" fmla="*/ 123194 w 140057"/>
                <a:gd name="connsiteY14" fmla="*/ 11843 h 75557"/>
                <a:gd name="connsiteX15" fmla="*/ 106111 w 140057"/>
                <a:gd name="connsiteY15" fmla="*/ 24259 h 75557"/>
                <a:gd name="connsiteX16" fmla="*/ 56616 w 140057"/>
                <a:gd name="connsiteY16" fmla="*/ 43257 h 75557"/>
                <a:gd name="connsiteX17" fmla="*/ 57117 w 140057"/>
                <a:gd name="connsiteY17" fmla="*/ 48507 h 75557"/>
                <a:gd name="connsiteX18" fmla="*/ 95446 w 140057"/>
                <a:gd name="connsiteY18" fmla="*/ 38341 h 75557"/>
                <a:gd name="connsiteX19" fmla="*/ 114362 w 140057"/>
                <a:gd name="connsiteY19" fmla="*/ 28092 h 75557"/>
                <a:gd name="connsiteX20" fmla="*/ 130777 w 140057"/>
                <a:gd name="connsiteY20" fmla="*/ 17009 h 75557"/>
                <a:gd name="connsiteX21" fmla="*/ 76947 w 140057"/>
                <a:gd name="connsiteY21" fmla="*/ 64255 h 75557"/>
                <a:gd name="connsiteX22" fmla="*/ 35119 w 140057"/>
                <a:gd name="connsiteY22" fmla="*/ 59006 h 75557"/>
                <a:gd name="connsiteX23" fmla="*/ 13037 w 140057"/>
                <a:gd name="connsiteY23" fmla="*/ 49007 h 75557"/>
                <a:gd name="connsiteX24" fmla="*/ 61532 w 140057"/>
                <a:gd name="connsiteY24" fmla="*/ 15093 h 75557"/>
                <a:gd name="connsiteX25" fmla="*/ 61532 w 140057"/>
                <a:gd name="connsiteY25" fmla="*/ 15093 h 75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40057" h="75557">
                  <a:moveTo>
                    <a:pt x="34785" y="19426"/>
                  </a:moveTo>
                  <a:cubicBezTo>
                    <a:pt x="23536" y="27175"/>
                    <a:pt x="14453" y="37508"/>
                    <a:pt x="2538" y="44507"/>
                  </a:cubicBezTo>
                  <a:cubicBezTo>
                    <a:pt x="-211" y="46090"/>
                    <a:pt x="-879" y="49756"/>
                    <a:pt x="1288" y="52090"/>
                  </a:cubicBezTo>
                  <a:cubicBezTo>
                    <a:pt x="8204" y="59589"/>
                    <a:pt x="22786" y="64338"/>
                    <a:pt x="32201" y="68088"/>
                  </a:cubicBezTo>
                  <a:cubicBezTo>
                    <a:pt x="48034" y="74421"/>
                    <a:pt x="64699" y="78671"/>
                    <a:pt x="81447" y="72671"/>
                  </a:cubicBezTo>
                  <a:cubicBezTo>
                    <a:pt x="96363" y="67338"/>
                    <a:pt x="109361" y="55006"/>
                    <a:pt x="120693" y="44257"/>
                  </a:cubicBezTo>
                  <a:cubicBezTo>
                    <a:pt x="129860" y="35591"/>
                    <a:pt x="136109" y="26342"/>
                    <a:pt x="138942" y="14593"/>
                  </a:cubicBezTo>
                  <a:cubicBezTo>
                    <a:pt x="139942" y="13426"/>
                    <a:pt x="140276" y="11760"/>
                    <a:pt x="139775" y="10177"/>
                  </a:cubicBezTo>
                  <a:cubicBezTo>
                    <a:pt x="139859" y="9677"/>
                    <a:pt x="139942" y="9260"/>
                    <a:pt x="140026" y="8760"/>
                  </a:cubicBezTo>
                  <a:cubicBezTo>
                    <a:pt x="140443" y="5927"/>
                    <a:pt x="136609" y="4844"/>
                    <a:pt x="134859" y="6594"/>
                  </a:cubicBezTo>
                  <a:cubicBezTo>
                    <a:pt x="113028" y="-1239"/>
                    <a:pt x="90197" y="-2156"/>
                    <a:pt x="67865" y="4177"/>
                  </a:cubicBezTo>
                  <a:cubicBezTo>
                    <a:pt x="56366" y="7594"/>
                    <a:pt x="44784" y="12510"/>
                    <a:pt x="34785" y="19426"/>
                  </a:cubicBezTo>
                  <a:lnTo>
                    <a:pt x="34785" y="19426"/>
                  </a:lnTo>
                  <a:close/>
                  <a:moveTo>
                    <a:pt x="61532" y="15093"/>
                  </a:moveTo>
                  <a:cubicBezTo>
                    <a:pt x="81948" y="7260"/>
                    <a:pt x="102696" y="6260"/>
                    <a:pt x="123194" y="11843"/>
                  </a:cubicBezTo>
                  <a:cubicBezTo>
                    <a:pt x="117028" y="15760"/>
                    <a:pt x="111112" y="21259"/>
                    <a:pt x="106111" y="24259"/>
                  </a:cubicBezTo>
                  <a:cubicBezTo>
                    <a:pt x="90113" y="34008"/>
                    <a:pt x="74948" y="39591"/>
                    <a:pt x="56616" y="43257"/>
                  </a:cubicBezTo>
                  <a:cubicBezTo>
                    <a:pt x="53700" y="43840"/>
                    <a:pt x="54033" y="48673"/>
                    <a:pt x="57117" y="48507"/>
                  </a:cubicBezTo>
                  <a:cubicBezTo>
                    <a:pt x="70865" y="47923"/>
                    <a:pt x="83197" y="44507"/>
                    <a:pt x="95446" y="38341"/>
                  </a:cubicBezTo>
                  <a:cubicBezTo>
                    <a:pt x="101863" y="35091"/>
                    <a:pt x="108195" y="31758"/>
                    <a:pt x="114362" y="28092"/>
                  </a:cubicBezTo>
                  <a:cubicBezTo>
                    <a:pt x="118278" y="25842"/>
                    <a:pt x="124943" y="19676"/>
                    <a:pt x="130777" y="17009"/>
                  </a:cubicBezTo>
                  <a:cubicBezTo>
                    <a:pt x="120693" y="37174"/>
                    <a:pt x="96029" y="58006"/>
                    <a:pt x="76947" y="64255"/>
                  </a:cubicBezTo>
                  <a:cubicBezTo>
                    <a:pt x="62699" y="68921"/>
                    <a:pt x="48284" y="64505"/>
                    <a:pt x="35119" y="59006"/>
                  </a:cubicBezTo>
                  <a:cubicBezTo>
                    <a:pt x="29535" y="56672"/>
                    <a:pt x="19620" y="53173"/>
                    <a:pt x="13037" y="49007"/>
                  </a:cubicBezTo>
                  <a:cubicBezTo>
                    <a:pt x="29202" y="37341"/>
                    <a:pt x="41867" y="22592"/>
                    <a:pt x="61532" y="15093"/>
                  </a:cubicBezTo>
                  <a:lnTo>
                    <a:pt x="61532" y="15093"/>
                  </a:lnTo>
                  <a:close/>
                </a:path>
              </a:pathLst>
            </a:custGeom>
            <a:grpFill/>
            <a:ln w="8332" cap="flat">
              <a:noFill/>
              <a:prstDash val="solid"/>
              <a:miter/>
            </a:ln>
          </p:spPr>
          <p:txBody>
            <a:bodyPr rtlCol="0" anchor="ctr"/>
            <a:lstStyle/>
            <a:p>
              <a:endParaRPr lang="en-US"/>
            </a:p>
          </p:txBody>
        </p:sp>
        <p:sp>
          <p:nvSpPr>
            <p:cNvPr id="1833" name="Freeform: Shape 1832"/>
            <p:cNvSpPr/>
            <p:nvPr/>
          </p:nvSpPr>
          <p:spPr>
            <a:xfrm>
              <a:off x="12029941" y="32367"/>
              <a:ext cx="56670" cy="54581"/>
            </a:xfrm>
            <a:custGeom>
              <a:avLst/>
              <a:gdLst>
                <a:gd name="connsiteX0" fmla="*/ 10746 w 56670"/>
                <a:gd name="connsiteY0" fmla="*/ 51636 h 54581"/>
                <a:gd name="connsiteX1" fmla="*/ 41327 w 56670"/>
                <a:gd name="connsiteY1" fmla="*/ 51053 h 54581"/>
                <a:gd name="connsiteX2" fmla="*/ 50242 w 56670"/>
                <a:gd name="connsiteY2" fmla="*/ 44470 h 54581"/>
                <a:gd name="connsiteX3" fmla="*/ 50576 w 56670"/>
                <a:gd name="connsiteY3" fmla="*/ 43720 h 54581"/>
                <a:gd name="connsiteX4" fmla="*/ 55992 w 56670"/>
                <a:gd name="connsiteY4" fmla="*/ 32804 h 54581"/>
                <a:gd name="connsiteX5" fmla="*/ 21161 w 56670"/>
                <a:gd name="connsiteY5" fmla="*/ 2057 h 54581"/>
                <a:gd name="connsiteX6" fmla="*/ 10746 w 56670"/>
                <a:gd name="connsiteY6" fmla="*/ 51636 h 54581"/>
                <a:gd name="connsiteX7" fmla="*/ 10746 w 56670"/>
                <a:gd name="connsiteY7" fmla="*/ 51636 h 54581"/>
                <a:gd name="connsiteX8" fmla="*/ 47576 w 56670"/>
                <a:gd name="connsiteY8" fmla="*/ 28221 h 54581"/>
                <a:gd name="connsiteX9" fmla="*/ 46493 w 56670"/>
                <a:gd name="connsiteY9" fmla="*/ 34887 h 54581"/>
                <a:gd name="connsiteX10" fmla="*/ 35077 w 56670"/>
                <a:gd name="connsiteY10" fmla="*/ 45553 h 54581"/>
                <a:gd name="connsiteX11" fmla="*/ 30494 w 56670"/>
                <a:gd name="connsiteY11" fmla="*/ 46220 h 54581"/>
                <a:gd name="connsiteX12" fmla="*/ 27744 w 56670"/>
                <a:gd name="connsiteY12" fmla="*/ 46470 h 54581"/>
                <a:gd name="connsiteX13" fmla="*/ 16495 w 56670"/>
                <a:gd name="connsiteY13" fmla="*/ 44803 h 54581"/>
                <a:gd name="connsiteX14" fmla="*/ 9579 w 56670"/>
                <a:gd name="connsiteY14" fmla="*/ 32971 h 54581"/>
                <a:gd name="connsiteX15" fmla="*/ 19412 w 56670"/>
                <a:gd name="connsiteY15" fmla="*/ 13139 h 54581"/>
                <a:gd name="connsiteX16" fmla="*/ 47576 w 56670"/>
                <a:gd name="connsiteY16" fmla="*/ 28221 h 54581"/>
                <a:gd name="connsiteX17" fmla="*/ 47576 w 56670"/>
                <a:gd name="connsiteY17" fmla="*/ 28221 h 54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6670" h="54581">
                  <a:moveTo>
                    <a:pt x="10746" y="51636"/>
                  </a:moveTo>
                  <a:cubicBezTo>
                    <a:pt x="19995" y="56635"/>
                    <a:pt x="31827" y="54469"/>
                    <a:pt x="41327" y="51053"/>
                  </a:cubicBezTo>
                  <a:cubicBezTo>
                    <a:pt x="45076" y="49719"/>
                    <a:pt x="48075" y="47970"/>
                    <a:pt x="50242" y="44470"/>
                  </a:cubicBezTo>
                  <a:cubicBezTo>
                    <a:pt x="50409" y="44220"/>
                    <a:pt x="50492" y="43970"/>
                    <a:pt x="50576" y="43720"/>
                  </a:cubicBezTo>
                  <a:cubicBezTo>
                    <a:pt x="53158" y="40637"/>
                    <a:pt x="55074" y="36971"/>
                    <a:pt x="55992" y="32804"/>
                  </a:cubicBezTo>
                  <a:cubicBezTo>
                    <a:pt x="60574" y="12056"/>
                    <a:pt x="41160" y="-6276"/>
                    <a:pt x="21161" y="2057"/>
                  </a:cubicBezTo>
                  <a:cubicBezTo>
                    <a:pt x="3830" y="9390"/>
                    <a:pt x="-10752" y="40054"/>
                    <a:pt x="10746" y="51636"/>
                  </a:cubicBezTo>
                  <a:lnTo>
                    <a:pt x="10746" y="51636"/>
                  </a:lnTo>
                  <a:close/>
                  <a:moveTo>
                    <a:pt x="47576" y="28221"/>
                  </a:moveTo>
                  <a:cubicBezTo>
                    <a:pt x="46326" y="30471"/>
                    <a:pt x="46659" y="32388"/>
                    <a:pt x="46493" y="34887"/>
                  </a:cubicBezTo>
                  <a:cubicBezTo>
                    <a:pt x="44576" y="40720"/>
                    <a:pt x="40327" y="44053"/>
                    <a:pt x="35077" y="45553"/>
                  </a:cubicBezTo>
                  <a:cubicBezTo>
                    <a:pt x="33493" y="45886"/>
                    <a:pt x="31994" y="46053"/>
                    <a:pt x="30494" y="46220"/>
                  </a:cubicBezTo>
                  <a:cubicBezTo>
                    <a:pt x="29577" y="46303"/>
                    <a:pt x="28661" y="46386"/>
                    <a:pt x="27744" y="46470"/>
                  </a:cubicBezTo>
                  <a:cubicBezTo>
                    <a:pt x="23994" y="46470"/>
                    <a:pt x="20161" y="45886"/>
                    <a:pt x="16495" y="44803"/>
                  </a:cubicBezTo>
                  <a:cubicBezTo>
                    <a:pt x="12412" y="42887"/>
                    <a:pt x="9579" y="39220"/>
                    <a:pt x="9579" y="32971"/>
                  </a:cubicBezTo>
                  <a:cubicBezTo>
                    <a:pt x="9662" y="24972"/>
                    <a:pt x="12912" y="17806"/>
                    <a:pt x="19412" y="13139"/>
                  </a:cubicBezTo>
                  <a:cubicBezTo>
                    <a:pt x="32410" y="3973"/>
                    <a:pt x="47659" y="13556"/>
                    <a:pt x="47576" y="28221"/>
                  </a:cubicBezTo>
                  <a:lnTo>
                    <a:pt x="47576" y="28221"/>
                  </a:lnTo>
                  <a:close/>
                </a:path>
              </a:pathLst>
            </a:custGeom>
            <a:grpFill/>
            <a:ln w="8332" cap="flat">
              <a:noFill/>
              <a:prstDash val="solid"/>
              <a:miter/>
            </a:ln>
          </p:spPr>
          <p:txBody>
            <a:bodyPr rtlCol="0" anchor="ctr"/>
            <a:lstStyle/>
            <a:p>
              <a:endParaRPr lang="en-US"/>
            </a:p>
          </p:txBody>
        </p:sp>
        <p:sp>
          <p:nvSpPr>
            <p:cNvPr id="1834" name="Freeform: Shape 1833"/>
            <p:cNvSpPr/>
            <p:nvPr/>
          </p:nvSpPr>
          <p:spPr>
            <a:xfrm>
              <a:off x="11906119" y="174021"/>
              <a:ext cx="56669" cy="54581"/>
            </a:xfrm>
            <a:custGeom>
              <a:avLst/>
              <a:gdLst>
                <a:gd name="connsiteX0" fmla="*/ 10746 w 56669"/>
                <a:gd name="connsiteY0" fmla="*/ 51636 h 54581"/>
                <a:gd name="connsiteX1" fmla="*/ 41327 w 56669"/>
                <a:gd name="connsiteY1" fmla="*/ 51053 h 54581"/>
                <a:gd name="connsiteX2" fmla="*/ 50242 w 56669"/>
                <a:gd name="connsiteY2" fmla="*/ 44470 h 54581"/>
                <a:gd name="connsiteX3" fmla="*/ 50576 w 56669"/>
                <a:gd name="connsiteY3" fmla="*/ 43720 h 54581"/>
                <a:gd name="connsiteX4" fmla="*/ 55991 w 56669"/>
                <a:gd name="connsiteY4" fmla="*/ 32804 h 54581"/>
                <a:gd name="connsiteX5" fmla="*/ 21161 w 56669"/>
                <a:gd name="connsiteY5" fmla="*/ 2057 h 54581"/>
                <a:gd name="connsiteX6" fmla="*/ 10746 w 56669"/>
                <a:gd name="connsiteY6" fmla="*/ 51636 h 54581"/>
                <a:gd name="connsiteX7" fmla="*/ 10746 w 56669"/>
                <a:gd name="connsiteY7" fmla="*/ 51636 h 54581"/>
                <a:gd name="connsiteX8" fmla="*/ 47576 w 56669"/>
                <a:gd name="connsiteY8" fmla="*/ 28305 h 54581"/>
                <a:gd name="connsiteX9" fmla="*/ 46493 w 56669"/>
                <a:gd name="connsiteY9" fmla="*/ 34971 h 54581"/>
                <a:gd name="connsiteX10" fmla="*/ 35077 w 56669"/>
                <a:gd name="connsiteY10" fmla="*/ 45636 h 54581"/>
                <a:gd name="connsiteX11" fmla="*/ 30494 w 56669"/>
                <a:gd name="connsiteY11" fmla="*/ 46303 h 54581"/>
                <a:gd name="connsiteX12" fmla="*/ 27744 w 56669"/>
                <a:gd name="connsiteY12" fmla="*/ 46553 h 54581"/>
                <a:gd name="connsiteX13" fmla="*/ 16495 w 56669"/>
                <a:gd name="connsiteY13" fmla="*/ 44803 h 54581"/>
                <a:gd name="connsiteX14" fmla="*/ 9579 w 56669"/>
                <a:gd name="connsiteY14" fmla="*/ 32971 h 54581"/>
                <a:gd name="connsiteX15" fmla="*/ 19412 w 56669"/>
                <a:gd name="connsiteY15" fmla="*/ 13139 h 54581"/>
                <a:gd name="connsiteX16" fmla="*/ 47576 w 56669"/>
                <a:gd name="connsiteY16" fmla="*/ 28305 h 54581"/>
                <a:gd name="connsiteX17" fmla="*/ 47576 w 56669"/>
                <a:gd name="connsiteY17" fmla="*/ 28305 h 54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6669" h="54581">
                  <a:moveTo>
                    <a:pt x="10746" y="51636"/>
                  </a:moveTo>
                  <a:cubicBezTo>
                    <a:pt x="19995" y="56635"/>
                    <a:pt x="31827" y="54469"/>
                    <a:pt x="41327" y="51053"/>
                  </a:cubicBezTo>
                  <a:cubicBezTo>
                    <a:pt x="45076" y="49719"/>
                    <a:pt x="48075" y="47969"/>
                    <a:pt x="50242" y="44470"/>
                  </a:cubicBezTo>
                  <a:cubicBezTo>
                    <a:pt x="50409" y="44220"/>
                    <a:pt x="50492" y="43970"/>
                    <a:pt x="50576" y="43720"/>
                  </a:cubicBezTo>
                  <a:cubicBezTo>
                    <a:pt x="53158" y="40637"/>
                    <a:pt x="55074" y="36970"/>
                    <a:pt x="55991" y="32804"/>
                  </a:cubicBezTo>
                  <a:cubicBezTo>
                    <a:pt x="60574" y="12056"/>
                    <a:pt x="41160" y="-6276"/>
                    <a:pt x="21161" y="2057"/>
                  </a:cubicBezTo>
                  <a:cubicBezTo>
                    <a:pt x="3830" y="9306"/>
                    <a:pt x="-10752" y="40054"/>
                    <a:pt x="10746" y="51636"/>
                  </a:cubicBezTo>
                  <a:lnTo>
                    <a:pt x="10746" y="51636"/>
                  </a:lnTo>
                  <a:close/>
                  <a:moveTo>
                    <a:pt x="47576" y="28305"/>
                  </a:moveTo>
                  <a:cubicBezTo>
                    <a:pt x="46326" y="30554"/>
                    <a:pt x="46658" y="32471"/>
                    <a:pt x="46493" y="34971"/>
                  </a:cubicBezTo>
                  <a:cubicBezTo>
                    <a:pt x="44575" y="40803"/>
                    <a:pt x="40326" y="44136"/>
                    <a:pt x="35077" y="45636"/>
                  </a:cubicBezTo>
                  <a:cubicBezTo>
                    <a:pt x="33493" y="45970"/>
                    <a:pt x="31993" y="46136"/>
                    <a:pt x="30494" y="46303"/>
                  </a:cubicBezTo>
                  <a:cubicBezTo>
                    <a:pt x="29577" y="46386"/>
                    <a:pt x="28661" y="46470"/>
                    <a:pt x="27744" y="46553"/>
                  </a:cubicBezTo>
                  <a:cubicBezTo>
                    <a:pt x="23994" y="46553"/>
                    <a:pt x="20161" y="45970"/>
                    <a:pt x="16495" y="44803"/>
                  </a:cubicBezTo>
                  <a:cubicBezTo>
                    <a:pt x="12412" y="42887"/>
                    <a:pt x="9579" y="39220"/>
                    <a:pt x="9579" y="32971"/>
                  </a:cubicBezTo>
                  <a:cubicBezTo>
                    <a:pt x="9662" y="24972"/>
                    <a:pt x="12912" y="17806"/>
                    <a:pt x="19412" y="13139"/>
                  </a:cubicBezTo>
                  <a:cubicBezTo>
                    <a:pt x="32410" y="3973"/>
                    <a:pt x="47658" y="13556"/>
                    <a:pt x="47576" y="28305"/>
                  </a:cubicBezTo>
                  <a:lnTo>
                    <a:pt x="47576" y="28305"/>
                  </a:lnTo>
                  <a:close/>
                </a:path>
              </a:pathLst>
            </a:custGeom>
            <a:grpFill/>
            <a:ln w="8332" cap="flat">
              <a:noFill/>
              <a:prstDash val="solid"/>
              <a:miter/>
            </a:ln>
          </p:spPr>
          <p:txBody>
            <a:bodyPr rtlCol="0" anchor="ctr"/>
            <a:lstStyle/>
            <a:p>
              <a:endParaRPr lang="en-US"/>
            </a:p>
          </p:txBody>
        </p:sp>
        <p:sp>
          <p:nvSpPr>
            <p:cNvPr id="1835" name="Freeform: Shape 1834"/>
            <p:cNvSpPr/>
            <p:nvPr/>
          </p:nvSpPr>
          <p:spPr>
            <a:xfrm>
              <a:off x="11731905" y="292010"/>
              <a:ext cx="56649" cy="54581"/>
            </a:xfrm>
            <a:custGeom>
              <a:avLst/>
              <a:gdLst>
                <a:gd name="connsiteX0" fmla="*/ 10725 w 56649"/>
                <a:gd name="connsiteY0" fmla="*/ 51636 h 54581"/>
                <a:gd name="connsiteX1" fmla="*/ 41306 w 56649"/>
                <a:gd name="connsiteY1" fmla="*/ 51053 h 54581"/>
                <a:gd name="connsiteX2" fmla="*/ 50221 w 56649"/>
                <a:gd name="connsiteY2" fmla="*/ 44470 h 54581"/>
                <a:gd name="connsiteX3" fmla="*/ 50555 w 56649"/>
                <a:gd name="connsiteY3" fmla="*/ 43720 h 54581"/>
                <a:gd name="connsiteX4" fmla="*/ 55971 w 56649"/>
                <a:gd name="connsiteY4" fmla="*/ 32804 h 54581"/>
                <a:gd name="connsiteX5" fmla="*/ 21141 w 56649"/>
                <a:gd name="connsiteY5" fmla="*/ 2057 h 54581"/>
                <a:gd name="connsiteX6" fmla="*/ 10725 w 56649"/>
                <a:gd name="connsiteY6" fmla="*/ 51636 h 54581"/>
                <a:gd name="connsiteX7" fmla="*/ 10725 w 56649"/>
                <a:gd name="connsiteY7" fmla="*/ 51636 h 54581"/>
                <a:gd name="connsiteX8" fmla="*/ 47556 w 56649"/>
                <a:gd name="connsiteY8" fmla="*/ 28305 h 54581"/>
                <a:gd name="connsiteX9" fmla="*/ 46472 w 56649"/>
                <a:gd name="connsiteY9" fmla="*/ 34971 h 54581"/>
                <a:gd name="connsiteX10" fmla="*/ 35057 w 56649"/>
                <a:gd name="connsiteY10" fmla="*/ 45636 h 54581"/>
                <a:gd name="connsiteX11" fmla="*/ 30473 w 56649"/>
                <a:gd name="connsiteY11" fmla="*/ 46303 h 54581"/>
                <a:gd name="connsiteX12" fmla="*/ 27724 w 56649"/>
                <a:gd name="connsiteY12" fmla="*/ 46553 h 54581"/>
                <a:gd name="connsiteX13" fmla="*/ 16475 w 56649"/>
                <a:gd name="connsiteY13" fmla="*/ 44886 h 54581"/>
                <a:gd name="connsiteX14" fmla="*/ 9558 w 56649"/>
                <a:gd name="connsiteY14" fmla="*/ 33054 h 54581"/>
                <a:gd name="connsiteX15" fmla="*/ 19391 w 56649"/>
                <a:gd name="connsiteY15" fmla="*/ 13223 h 54581"/>
                <a:gd name="connsiteX16" fmla="*/ 47556 w 56649"/>
                <a:gd name="connsiteY16" fmla="*/ 28305 h 54581"/>
                <a:gd name="connsiteX17" fmla="*/ 47556 w 56649"/>
                <a:gd name="connsiteY17" fmla="*/ 28305 h 54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6649" h="54581">
                  <a:moveTo>
                    <a:pt x="10725" y="51636"/>
                  </a:moveTo>
                  <a:cubicBezTo>
                    <a:pt x="19974" y="56635"/>
                    <a:pt x="31807" y="54469"/>
                    <a:pt x="41306" y="51053"/>
                  </a:cubicBezTo>
                  <a:cubicBezTo>
                    <a:pt x="45055" y="49719"/>
                    <a:pt x="48055" y="47970"/>
                    <a:pt x="50221" y="44470"/>
                  </a:cubicBezTo>
                  <a:cubicBezTo>
                    <a:pt x="50388" y="44220"/>
                    <a:pt x="50472" y="43970"/>
                    <a:pt x="50555" y="43720"/>
                  </a:cubicBezTo>
                  <a:cubicBezTo>
                    <a:pt x="53138" y="40637"/>
                    <a:pt x="55055" y="36971"/>
                    <a:pt x="55971" y="32804"/>
                  </a:cubicBezTo>
                  <a:cubicBezTo>
                    <a:pt x="60554" y="12056"/>
                    <a:pt x="41139" y="-6276"/>
                    <a:pt x="21141" y="2057"/>
                  </a:cubicBezTo>
                  <a:cubicBezTo>
                    <a:pt x="3893" y="9306"/>
                    <a:pt x="-10773" y="40054"/>
                    <a:pt x="10725" y="51636"/>
                  </a:cubicBezTo>
                  <a:lnTo>
                    <a:pt x="10725" y="51636"/>
                  </a:lnTo>
                  <a:close/>
                  <a:moveTo>
                    <a:pt x="47556" y="28305"/>
                  </a:moveTo>
                  <a:cubicBezTo>
                    <a:pt x="46305" y="30554"/>
                    <a:pt x="46639" y="32471"/>
                    <a:pt x="46472" y="34971"/>
                  </a:cubicBezTo>
                  <a:cubicBezTo>
                    <a:pt x="44556" y="40804"/>
                    <a:pt x="40306" y="44137"/>
                    <a:pt x="35057" y="45636"/>
                  </a:cubicBezTo>
                  <a:cubicBezTo>
                    <a:pt x="33473" y="45970"/>
                    <a:pt x="31974" y="46136"/>
                    <a:pt x="30473" y="46303"/>
                  </a:cubicBezTo>
                  <a:cubicBezTo>
                    <a:pt x="29557" y="46386"/>
                    <a:pt x="28640" y="46470"/>
                    <a:pt x="27724" y="46553"/>
                  </a:cubicBezTo>
                  <a:cubicBezTo>
                    <a:pt x="23974" y="46553"/>
                    <a:pt x="20141" y="45970"/>
                    <a:pt x="16475" y="44886"/>
                  </a:cubicBezTo>
                  <a:cubicBezTo>
                    <a:pt x="12392" y="42970"/>
                    <a:pt x="9558" y="39304"/>
                    <a:pt x="9558" y="33054"/>
                  </a:cubicBezTo>
                  <a:cubicBezTo>
                    <a:pt x="9642" y="25055"/>
                    <a:pt x="12892" y="17889"/>
                    <a:pt x="19391" y="13223"/>
                  </a:cubicBezTo>
                  <a:cubicBezTo>
                    <a:pt x="32390" y="3974"/>
                    <a:pt x="47722" y="13556"/>
                    <a:pt x="47556" y="28305"/>
                  </a:cubicBezTo>
                  <a:lnTo>
                    <a:pt x="47556" y="28305"/>
                  </a:lnTo>
                  <a:close/>
                </a:path>
              </a:pathLst>
            </a:custGeom>
            <a:grpFill/>
            <a:ln w="8332" cap="flat">
              <a:noFill/>
              <a:prstDash val="solid"/>
              <a:miter/>
            </a:ln>
          </p:spPr>
          <p:txBody>
            <a:bodyPr rtlCol="0" anchor="ctr"/>
            <a:lstStyle/>
            <a:p>
              <a:endParaRPr lang="en-US"/>
            </a:p>
          </p:txBody>
        </p:sp>
        <p:sp>
          <p:nvSpPr>
            <p:cNvPr id="1836" name="Freeform: Shape 1835"/>
            <p:cNvSpPr/>
            <p:nvPr/>
          </p:nvSpPr>
          <p:spPr>
            <a:xfrm>
              <a:off x="12023128" y="-56457"/>
              <a:ext cx="56649" cy="54581"/>
            </a:xfrm>
            <a:custGeom>
              <a:avLst/>
              <a:gdLst>
                <a:gd name="connsiteX0" fmla="*/ 10726 w 56649"/>
                <a:gd name="connsiteY0" fmla="*/ 51636 h 54581"/>
                <a:gd name="connsiteX1" fmla="*/ 41306 w 56649"/>
                <a:gd name="connsiteY1" fmla="*/ 51053 h 54581"/>
                <a:gd name="connsiteX2" fmla="*/ 50222 w 56649"/>
                <a:gd name="connsiteY2" fmla="*/ 44470 h 54581"/>
                <a:gd name="connsiteX3" fmla="*/ 50555 w 56649"/>
                <a:gd name="connsiteY3" fmla="*/ 43720 h 54581"/>
                <a:gd name="connsiteX4" fmla="*/ 55971 w 56649"/>
                <a:gd name="connsiteY4" fmla="*/ 32804 h 54581"/>
                <a:gd name="connsiteX5" fmla="*/ 21142 w 56649"/>
                <a:gd name="connsiteY5" fmla="*/ 2057 h 54581"/>
                <a:gd name="connsiteX6" fmla="*/ 10726 w 56649"/>
                <a:gd name="connsiteY6" fmla="*/ 51636 h 54581"/>
                <a:gd name="connsiteX7" fmla="*/ 10726 w 56649"/>
                <a:gd name="connsiteY7" fmla="*/ 51636 h 54581"/>
                <a:gd name="connsiteX8" fmla="*/ 47555 w 56649"/>
                <a:gd name="connsiteY8" fmla="*/ 28221 h 54581"/>
                <a:gd name="connsiteX9" fmla="*/ 46472 w 56649"/>
                <a:gd name="connsiteY9" fmla="*/ 34887 h 54581"/>
                <a:gd name="connsiteX10" fmla="*/ 35056 w 56649"/>
                <a:gd name="connsiteY10" fmla="*/ 45553 h 54581"/>
                <a:gd name="connsiteX11" fmla="*/ 30474 w 56649"/>
                <a:gd name="connsiteY11" fmla="*/ 46220 h 54581"/>
                <a:gd name="connsiteX12" fmla="*/ 27724 w 56649"/>
                <a:gd name="connsiteY12" fmla="*/ 46470 h 54581"/>
                <a:gd name="connsiteX13" fmla="*/ 16475 w 56649"/>
                <a:gd name="connsiteY13" fmla="*/ 44720 h 54581"/>
                <a:gd name="connsiteX14" fmla="*/ 9559 w 56649"/>
                <a:gd name="connsiteY14" fmla="*/ 32888 h 54581"/>
                <a:gd name="connsiteX15" fmla="*/ 19391 w 56649"/>
                <a:gd name="connsiteY15" fmla="*/ 13056 h 54581"/>
                <a:gd name="connsiteX16" fmla="*/ 47555 w 56649"/>
                <a:gd name="connsiteY16" fmla="*/ 28221 h 54581"/>
                <a:gd name="connsiteX17" fmla="*/ 47555 w 56649"/>
                <a:gd name="connsiteY17" fmla="*/ 28221 h 54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6649" h="54581">
                  <a:moveTo>
                    <a:pt x="10726" y="51636"/>
                  </a:moveTo>
                  <a:cubicBezTo>
                    <a:pt x="19975" y="56635"/>
                    <a:pt x="31806" y="54469"/>
                    <a:pt x="41306" y="51053"/>
                  </a:cubicBezTo>
                  <a:cubicBezTo>
                    <a:pt x="45056" y="49719"/>
                    <a:pt x="48056" y="47970"/>
                    <a:pt x="50222" y="44470"/>
                  </a:cubicBezTo>
                  <a:cubicBezTo>
                    <a:pt x="50388" y="44220"/>
                    <a:pt x="50471" y="43970"/>
                    <a:pt x="50555" y="43720"/>
                  </a:cubicBezTo>
                  <a:cubicBezTo>
                    <a:pt x="53138" y="40637"/>
                    <a:pt x="55055" y="36971"/>
                    <a:pt x="55971" y="32804"/>
                  </a:cubicBezTo>
                  <a:cubicBezTo>
                    <a:pt x="60555" y="12056"/>
                    <a:pt x="41139" y="-6276"/>
                    <a:pt x="21142" y="2057"/>
                  </a:cubicBezTo>
                  <a:cubicBezTo>
                    <a:pt x="3893" y="9306"/>
                    <a:pt x="-10773" y="40054"/>
                    <a:pt x="10726" y="51636"/>
                  </a:cubicBezTo>
                  <a:lnTo>
                    <a:pt x="10726" y="51636"/>
                  </a:lnTo>
                  <a:close/>
                  <a:moveTo>
                    <a:pt x="47555" y="28221"/>
                  </a:moveTo>
                  <a:cubicBezTo>
                    <a:pt x="46305" y="30471"/>
                    <a:pt x="46639" y="32388"/>
                    <a:pt x="46472" y="34887"/>
                  </a:cubicBezTo>
                  <a:cubicBezTo>
                    <a:pt x="44556" y="40720"/>
                    <a:pt x="40306" y="44053"/>
                    <a:pt x="35056" y="45553"/>
                  </a:cubicBezTo>
                  <a:cubicBezTo>
                    <a:pt x="33474" y="45886"/>
                    <a:pt x="31973" y="46053"/>
                    <a:pt x="30474" y="46220"/>
                  </a:cubicBezTo>
                  <a:cubicBezTo>
                    <a:pt x="29557" y="46303"/>
                    <a:pt x="28640" y="46386"/>
                    <a:pt x="27724" y="46470"/>
                  </a:cubicBezTo>
                  <a:cubicBezTo>
                    <a:pt x="23974" y="46470"/>
                    <a:pt x="20142" y="45886"/>
                    <a:pt x="16475" y="44720"/>
                  </a:cubicBezTo>
                  <a:cubicBezTo>
                    <a:pt x="12392" y="42803"/>
                    <a:pt x="9559" y="39137"/>
                    <a:pt x="9559" y="32888"/>
                  </a:cubicBezTo>
                  <a:cubicBezTo>
                    <a:pt x="9643" y="24888"/>
                    <a:pt x="12891" y="17722"/>
                    <a:pt x="19391" y="13056"/>
                  </a:cubicBezTo>
                  <a:cubicBezTo>
                    <a:pt x="32390" y="3890"/>
                    <a:pt x="47722" y="13473"/>
                    <a:pt x="47555" y="28221"/>
                  </a:cubicBezTo>
                  <a:lnTo>
                    <a:pt x="47555" y="28221"/>
                  </a:lnTo>
                  <a:close/>
                </a:path>
              </a:pathLst>
            </a:custGeom>
            <a:grpFill/>
            <a:ln w="8332" cap="flat">
              <a:noFill/>
              <a:prstDash val="solid"/>
              <a:miter/>
            </a:ln>
          </p:spPr>
          <p:txBody>
            <a:bodyPr rtlCol="0" anchor="ctr"/>
            <a:lstStyle/>
            <a:p>
              <a:endParaRPr lang="en-US"/>
            </a:p>
          </p:txBody>
        </p:sp>
        <p:sp>
          <p:nvSpPr>
            <p:cNvPr id="1837" name="Freeform: Shape 1836"/>
            <p:cNvSpPr/>
            <p:nvPr/>
          </p:nvSpPr>
          <p:spPr>
            <a:xfrm>
              <a:off x="12096350" y="72002"/>
              <a:ext cx="70045" cy="133376"/>
            </a:xfrm>
            <a:custGeom>
              <a:avLst/>
              <a:gdLst>
                <a:gd name="connsiteX0" fmla="*/ 29495 w 70045"/>
                <a:gd name="connsiteY0" fmla="*/ 33249 h 133376"/>
                <a:gd name="connsiteX1" fmla="*/ 22913 w 70045"/>
                <a:gd name="connsiteY1" fmla="*/ 72412 h 133376"/>
                <a:gd name="connsiteX2" fmla="*/ 9248 w 70045"/>
                <a:gd name="connsiteY2" fmla="*/ 100910 h 133376"/>
                <a:gd name="connsiteX3" fmla="*/ 5497 w 70045"/>
                <a:gd name="connsiteY3" fmla="*/ 132073 h 133376"/>
                <a:gd name="connsiteX4" fmla="*/ 35412 w 70045"/>
                <a:gd name="connsiteY4" fmla="*/ 113408 h 133376"/>
                <a:gd name="connsiteX5" fmla="*/ 49911 w 70045"/>
                <a:gd name="connsiteY5" fmla="*/ 89661 h 133376"/>
                <a:gd name="connsiteX6" fmla="*/ 57993 w 70045"/>
                <a:gd name="connsiteY6" fmla="*/ 75912 h 133376"/>
                <a:gd name="connsiteX7" fmla="*/ 69826 w 70045"/>
                <a:gd name="connsiteY7" fmla="*/ 29416 h 133376"/>
                <a:gd name="connsiteX8" fmla="*/ 44578 w 70045"/>
                <a:gd name="connsiteY8" fmla="*/ 419 h 133376"/>
                <a:gd name="connsiteX9" fmla="*/ 29495 w 70045"/>
                <a:gd name="connsiteY9" fmla="*/ 33249 h 133376"/>
                <a:gd name="connsiteX10" fmla="*/ 29495 w 70045"/>
                <a:gd name="connsiteY10" fmla="*/ 33249 h 133376"/>
                <a:gd name="connsiteX11" fmla="*/ 52660 w 70045"/>
                <a:gd name="connsiteY11" fmla="*/ 12001 h 133376"/>
                <a:gd name="connsiteX12" fmla="*/ 55826 w 70045"/>
                <a:gd name="connsiteY12" fmla="*/ 59080 h 133376"/>
                <a:gd name="connsiteX13" fmla="*/ 47327 w 70045"/>
                <a:gd name="connsiteY13" fmla="*/ 77745 h 133376"/>
                <a:gd name="connsiteX14" fmla="*/ 39078 w 70045"/>
                <a:gd name="connsiteY14" fmla="*/ 92160 h 133376"/>
                <a:gd name="connsiteX15" fmla="*/ 28662 w 70045"/>
                <a:gd name="connsiteY15" fmla="*/ 109159 h 133376"/>
                <a:gd name="connsiteX16" fmla="*/ 18829 w 70045"/>
                <a:gd name="connsiteY16" fmla="*/ 120658 h 133376"/>
                <a:gd name="connsiteX17" fmla="*/ 10997 w 70045"/>
                <a:gd name="connsiteY17" fmla="*/ 114575 h 133376"/>
                <a:gd name="connsiteX18" fmla="*/ 21830 w 70045"/>
                <a:gd name="connsiteY18" fmla="*/ 95910 h 133376"/>
                <a:gd name="connsiteX19" fmla="*/ 31079 w 70045"/>
                <a:gd name="connsiteY19" fmla="*/ 77412 h 133376"/>
                <a:gd name="connsiteX20" fmla="*/ 39911 w 70045"/>
                <a:gd name="connsiteY20" fmla="*/ 50331 h 133376"/>
                <a:gd name="connsiteX21" fmla="*/ 39078 w 70045"/>
                <a:gd name="connsiteY21" fmla="*/ 36832 h 133376"/>
                <a:gd name="connsiteX22" fmla="*/ 52660 w 70045"/>
                <a:gd name="connsiteY22" fmla="*/ 12001 h 133376"/>
                <a:gd name="connsiteX23" fmla="*/ 52660 w 70045"/>
                <a:gd name="connsiteY23" fmla="*/ 12001 h 133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0045" h="133376">
                  <a:moveTo>
                    <a:pt x="29495" y="33249"/>
                  </a:moveTo>
                  <a:cubicBezTo>
                    <a:pt x="29912" y="48331"/>
                    <a:pt x="29412" y="58330"/>
                    <a:pt x="22913" y="72412"/>
                  </a:cubicBezTo>
                  <a:cubicBezTo>
                    <a:pt x="18580" y="81995"/>
                    <a:pt x="14247" y="91660"/>
                    <a:pt x="9248" y="100910"/>
                  </a:cubicBezTo>
                  <a:cubicBezTo>
                    <a:pt x="5330" y="108159"/>
                    <a:pt x="-7085" y="125657"/>
                    <a:pt x="5497" y="132073"/>
                  </a:cubicBezTo>
                  <a:cubicBezTo>
                    <a:pt x="17497" y="138156"/>
                    <a:pt x="29912" y="121408"/>
                    <a:pt x="35412" y="113408"/>
                  </a:cubicBezTo>
                  <a:cubicBezTo>
                    <a:pt x="40662" y="105826"/>
                    <a:pt x="45578" y="97910"/>
                    <a:pt x="49911" y="89661"/>
                  </a:cubicBezTo>
                  <a:cubicBezTo>
                    <a:pt x="52743" y="85078"/>
                    <a:pt x="55409" y="80411"/>
                    <a:pt x="57993" y="75912"/>
                  </a:cubicBezTo>
                  <a:cubicBezTo>
                    <a:pt x="66326" y="61413"/>
                    <a:pt x="71158" y="46331"/>
                    <a:pt x="69826" y="29416"/>
                  </a:cubicBezTo>
                  <a:cubicBezTo>
                    <a:pt x="68825" y="17084"/>
                    <a:pt x="60659" y="-3164"/>
                    <a:pt x="44578" y="419"/>
                  </a:cubicBezTo>
                  <a:cubicBezTo>
                    <a:pt x="31412" y="3335"/>
                    <a:pt x="29163" y="22250"/>
                    <a:pt x="29495" y="33249"/>
                  </a:cubicBezTo>
                  <a:lnTo>
                    <a:pt x="29495" y="33249"/>
                  </a:lnTo>
                  <a:close/>
                  <a:moveTo>
                    <a:pt x="52660" y="12001"/>
                  </a:moveTo>
                  <a:cubicBezTo>
                    <a:pt x="65825" y="19167"/>
                    <a:pt x="60076" y="48331"/>
                    <a:pt x="55826" y="59080"/>
                  </a:cubicBezTo>
                  <a:cubicBezTo>
                    <a:pt x="53410" y="65246"/>
                    <a:pt x="50493" y="71496"/>
                    <a:pt x="47327" y="77745"/>
                  </a:cubicBezTo>
                  <a:cubicBezTo>
                    <a:pt x="44661" y="82661"/>
                    <a:pt x="41911" y="87411"/>
                    <a:pt x="39078" y="92160"/>
                  </a:cubicBezTo>
                  <a:cubicBezTo>
                    <a:pt x="35578" y="97827"/>
                    <a:pt x="32578" y="103743"/>
                    <a:pt x="28662" y="109159"/>
                  </a:cubicBezTo>
                  <a:cubicBezTo>
                    <a:pt x="25913" y="113492"/>
                    <a:pt x="22663" y="117241"/>
                    <a:pt x="18829" y="120658"/>
                  </a:cubicBezTo>
                  <a:cubicBezTo>
                    <a:pt x="16247" y="118658"/>
                    <a:pt x="13581" y="116575"/>
                    <a:pt x="10997" y="114575"/>
                  </a:cubicBezTo>
                  <a:cubicBezTo>
                    <a:pt x="10497" y="111909"/>
                    <a:pt x="20330" y="98826"/>
                    <a:pt x="21830" y="95910"/>
                  </a:cubicBezTo>
                  <a:cubicBezTo>
                    <a:pt x="25079" y="89827"/>
                    <a:pt x="28163" y="83661"/>
                    <a:pt x="31079" y="77412"/>
                  </a:cubicBezTo>
                  <a:cubicBezTo>
                    <a:pt x="35245" y="68663"/>
                    <a:pt x="39411" y="60163"/>
                    <a:pt x="39911" y="50331"/>
                  </a:cubicBezTo>
                  <a:cubicBezTo>
                    <a:pt x="40161" y="45665"/>
                    <a:pt x="39495" y="41415"/>
                    <a:pt x="39078" y="36832"/>
                  </a:cubicBezTo>
                  <a:cubicBezTo>
                    <a:pt x="38495" y="31249"/>
                    <a:pt x="36578" y="3168"/>
                    <a:pt x="52660" y="12001"/>
                  </a:cubicBezTo>
                  <a:lnTo>
                    <a:pt x="52660" y="12001"/>
                  </a:lnTo>
                  <a:close/>
                </a:path>
              </a:pathLst>
            </a:custGeom>
            <a:grpFill/>
            <a:ln w="8332" cap="flat">
              <a:noFill/>
              <a:prstDash val="solid"/>
              <a:miter/>
            </a:ln>
          </p:spPr>
          <p:txBody>
            <a:bodyPr rtlCol="0" anchor="ctr"/>
            <a:lstStyle/>
            <a:p>
              <a:endParaRPr lang="en-US"/>
            </a:p>
          </p:txBody>
        </p:sp>
        <p:sp>
          <p:nvSpPr>
            <p:cNvPr id="1838" name="Freeform: Shape 1837"/>
            <p:cNvSpPr/>
            <p:nvPr/>
          </p:nvSpPr>
          <p:spPr>
            <a:xfrm>
              <a:off x="11904790" y="64301"/>
              <a:ext cx="115133" cy="63203"/>
            </a:xfrm>
            <a:custGeom>
              <a:avLst/>
              <a:gdLst>
                <a:gd name="connsiteX0" fmla="*/ 1158 w 115133"/>
                <a:gd name="connsiteY0" fmla="*/ 44366 h 63203"/>
                <a:gd name="connsiteX1" fmla="*/ 13657 w 115133"/>
                <a:gd name="connsiteY1" fmla="*/ 62781 h 63203"/>
                <a:gd name="connsiteX2" fmla="*/ 49070 w 115133"/>
                <a:gd name="connsiteY2" fmla="*/ 51449 h 63203"/>
                <a:gd name="connsiteX3" fmla="*/ 75986 w 115133"/>
                <a:gd name="connsiteY3" fmla="*/ 34034 h 63203"/>
                <a:gd name="connsiteX4" fmla="*/ 110232 w 115133"/>
                <a:gd name="connsiteY4" fmla="*/ 4703 h 63203"/>
                <a:gd name="connsiteX5" fmla="*/ 78902 w 115133"/>
                <a:gd name="connsiteY5" fmla="*/ 2620 h 63203"/>
                <a:gd name="connsiteX6" fmla="*/ 29739 w 115133"/>
                <a:gd name="connsiteY6" fmla="*/ 20535 h 63203"/>
                <a:gd name="connsiteX7" fmla="*/ 1158 w 115133"/>
                <a:gd name="connsiteY7" fmla="*/ 44366 h 63203"/>
                <a:gd name="connsiteX8" fmla="*/ 1158 w 115133"/>
                <a:gd name="connsiteY8" fmla="*/ 44366 h 63203"/>
                <a:gd name="connsiteX9" fmla="*/ 55570 w 115133"/>
                <a:gd name="connsiteY9" fmla="*/ 18118 h 63203"/>
                <a:gd name="connsiteX10" fmla="*/ 82651 w 115133"/>
                <a:gd name="connsiteY10" fmla="*/ 8536 h 63203"/>
                <a:gd name="connsiteX11" fmla="*/ 97817 w 115133"/>
                <a:gd name="connsiteY11" fmla="*/ 6953 h 63203"/>
                <a:gd name="connsiteX12" fmla="*/ 104315 w 115133"/>
                <a:gd name="connsiteY12" fmla="*/ 18785 h 63203"/>
                <a:gd name="connsiteX13" fmla="*/ 103482 w 115133"/>
                <a:gd name="connsiteY13" fmla="*/ 18535 h 63203"/>
                <a:gd name="connsiteX14" fmla="*/ 53237 w 115133"/>
                <a:gd name="connsiteY14" fmla="*/ 36867 h 63203"/>
                <a:gd name="connsiteX15" fmla="*/ 28573 w 115133"/>
                <a:gd name="connsiteY15" fmla="*/ 52365 h 63203"/>
                <a:gd name="connsiteX16" fmla="*/ 14990 w 115133"/>
                <a:gd name="connsiteY16" fmla="*/ 55365 h 63203"/>
                <a:gd name="connsiteX17" fmla="*/ 9657 w 115133"/>
                <a:gd name="connsiteY17" fmla="*/ 43866 h 63203"/>
                <a:gd name="connsiteX18" fmla="*/ 21990 w 115133"/>
                <a:gd name="connsiteY18" fmla="*/ 33617 h 63203"/>
                <a:gd name="connsiteX19" fmla="*/ 55570 w 115133"/>
                <a:gd name="connsiteY19" fmla="*/ 18118 h 63203"/>
                <a:gd name="connsiteX20" fmla="*/ 55570 w 115133"/>
                <a:gd name="connsiteY20" fmla="*/ 18118 h 63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5133" h="63203">
                  <a:moveTo>
                    <a:pt x="1158" y="44366"/>
                  </a:moveTo>
                  <a:cubicBezTo>
                    <a:pt x="-3008" y="53948"/>
                    <a:pt x="4742" y="61114"/>
                    <a:pt x="13657" y="62781"/>
                  </a:cubicBezTo>
                  <a:cubicBezTo>
                    <a:pt x="25823" y="65031"/>
                    <a:pt x="39322" y="57865"/>
                    <a:pt x="49070" y="51449"/>
                  </a:cubicBezTo>
                  <a:cubicBezTo>
                    <a:pt x="58154" y="45449"/>
                    <a:pt x="66902" y="39366"/>
                    <a:pt x="75986" y="34034"/>
                  </a:cubicBezTo>
                  <a:cubicBezTo>
                    <a:pt x="89900" y="30451"/>
                    <a:pt x="128730" y="21701"/>
                    <a:pt x="110232" y="4703"/>
                  </a:cubicBezTo>
                  <a:cubicBezTo>
                    <a:pt x="102232" y="-2630"/>
                    <a:pt x="88067" y="203"/>
                    <a:pt x="78902" y="2620"/>
                  </a:cubicBezTo>
                  <a:cubicBezTo>
                    <a:pt x="62819" y="6869"/>
                    <a:pt x="44572" y="13035"/>
                    <a:pt x="29739" y="20535"/>
                  </a:cubicBezTo>
                  <a:cubicBezTo>
                    <a:pt x="20574" y="25284"/>
                    <a:pt x="5491" y="34533"/>
                    <a:pt x="1158" y="44366"/>
                  </a:cubicBezTo>
                  <a:lnTo>
                    <a:pt x="1158" y="44366"/>
                  </a:lnTo>
                  <a:close/>
                  <a:moveTo>
                    <a:pt x="55570" y="18118"/>
                  </a:moveTo>
                  <a:cubicBezTo>
                    <a:pt x="64652" y="15119"/>
                    <a:pt x="73402" y="10619"/>
                    <a:pt x="82651" y="8536"/>
                  </a:cubicBezTo>
                  <a:cubicBezTo>
                    <a:pt x="86734" y="7619"/>
                    <a:pt x="93651" y="5703"/>
                    <a:pt x="97817" y="6953"/>
                  </a:cubicBezTo>
                  <a:cubicBezTo>
                    <a:pt x="106565" y="11952"/>
                    <a:pt x="108649" y="15868"/>
                    <a:pt x="104315" y="18785"/>
                  </a:cubicBezTo>
                  <a:cubicBezTo>
                    <a:pt x="104066" y="18618"/>
                    <a:pt x="103816" y="18535"/>
                    <a:pt x="103482" y="18535"/>
                  </a:cubicBezTo>
                  <a:cubicBezTo>
                    <a:pt x="84318" y="19618"/>
                    <a:pt x="68902" y="25784"/>
                    <a:pt x="53237" y="36867"/>
                  </a:cubicBezTo>
                  <a:cubicBezTo>
                    <a:pt x="45405" y="42366"/>
                    <a:pt x="37488" y="48532"/>
                    <a:pt x="28573" y="52365"/>
                  </a:cubicBezTo>
                  <a:cubicBezTo>
                    <a:pt x="24239" y="54448"/>
                    <a:pt x="19741" y="55448"/>
                    <a:pt x="14990" y="55365"/>
                  </a:cubicBezTo>
                  <a:cubicBezTo>
                    <a:pt x="13241" y="51532"/>
                    <a:pt x="11408" y="47699"/>
                    <a:pt x="9657" y="43866"/>
                  </a:cubicBezTo>
                  <a:cubicBezTo>
                    <a:pt x="10075" y="40783"/>
                    <a:pt x="19574" y="35283"/>
                    <a:pt x="21990" y="33617"/>
                  </a:cubicBezTo>
                  <a:cubicBezTo>
                    <a:pt x="32322" y="26034"/>
                    <a:pt x="43572" y="22035"/>
                    <a:pt x="55570" y="18118"/>
                  </a:cubicBezTo>
                  <a:lnTo>
                    <a:pt x="55570" y="18118"/>
                  </a:lnTo>
                  <a:close/>
                </a:path>
              </a:pathLst>
            </a:custGeom>
            <a:grpFill/>
            <a:ln w="8332" cap="flat">
              <a:noFill/>
              <a:prstDash val="solid"/>
              <a:miter/>
            </a:ln>
          </p:spPr>
          <p:txBody>
            <a:bodyPr rtlCol="0" anchor="ctr"/>
            <a:lstStyle/>
            <a:p>
              <a:endParaRPr lang="en-US"/>
            </a:p>
          </p:txBody>
        </p:sp>
        <p:sp>
          <p:nvSpPr>
            <p:cNvPr id="1839" name="Freeform: Shape 1838"/>
            <p:cNvSpPr/>
            <p:nvPr/>
          </p:nvSpPr>
          <p:spPr>
            <a:xfrm>
              <a:off x="6849639" y="504232"/>
              <a:ext cx="535862" cy="718256"/>
            </a:xfrm>
            <a:custGeom>
              <a:avLst/>
              <a:gdLst>
                <a:gd name="connsiteX0" fmla="*/ 83508 w 535862"/>
                <a:gd name="connsiteY0" fmla="*/ 71726 h 718256"/>
                <a:gd name="connsiteX1" fmla="*/ 50844 w 535862"/>
                <a:gd name="connsiteY1" fmla="*/ 190466 h 718256"/>
                <a:gd name="connsiteX2" fmla="*/ 28846 w 535862"/>
                <a:gd name="connsiteY2" fmla="*/ 316788 h 718256"/>
                <a:gd name="connsiteX3" fmla="*/ 8932 w 535862"/>
                <a:gd name="connsiteY3" fmla="*/ 441943 h 718256"/>
                <a:gd name="connsiteX4" fmla="*/ 1099 w 535862"/>
                <a:gd name="connsiteY4" fmla="*/ 564182 h 718256"/>
                <a:gd name="connsiteX5" fmla="*/ 8098 w 535862"/>
                <a:gd name="connsiteY5" fmla="*/ 675172 h 718256"/>
                <a:gd name="connsiteX6" fmla="*/ 32346 w 535862"/>
                <a:gd name="connsiteY6" fmla="*/ 715168 h 718256"/>
                <a:gd name="connsiteX7" fmla="*/ 77009 w 535862"/>
                <a:gd name="connsiteY7" fmla="*/ 706336 h 718256"/>
                <a:gd name="connsiteX8" fmla="*/ 120005 w 535862"/>
                <a:gd name="connsiteY8" fmla="*/ 671756 h 718256"/>
                <a:gd name="connsiteX9" fmla="*/ 169584 w 535862"/>
                <a:gd name="connsiteY9" fmla="*/ 626510 h 718256"/>
                <a:gd name="connsiteX10" fmla="*/ 252993 w 535862"/>
                <a:gd name="connsiteY10" fmla="*/ 542184 h 718256"/>
                <a:gd name="connsiteX11" fmla="*/ 261409 w 535862"/>
                <a:gd name="connsiteY11" fmla="*/ 534268 h 718256"/>
                <a:gd name="connsiteX12" fmla="*/ 262992 w 535862"/>
                <a:gd name="connsiteY12" fmla="*/ 532768 h 718256"/>
                <a:gd name="connsiteX13" fmla="*/ 413645 w 535862"/>
                <a:gd name="connsiteY13" fmla="*/ 381115 h 718256"/>
                <a:gd name="connsiteX14" fmla="*/ 489971 w 535862"/>
                <a:gd name="connsiteY14" fmla="*/ 298623 h 718256"/>
                <a:gd name="connsiteX15" fmla="*/ 534634 w 535862"/>
                <a:gd name="connsiteY15" fmla="*/ 214797 h 718256"/>
                <a:gd name="connsiteX16" fmla="*/ 508470 w 535862"/>
                <a:gd name="connsiteY16" fmla="*/ 175967 h 718256"/>
                <a:gd name="connsiteX17" fmla="*/ 462724 w 535862"/>
                <a:gd name="connsiteY17" fmla="*/ 133304 h 718256"/>
                <a:gd name="connsiteX18" fmla="*/ 362483 w 535862"/>
                <a:gd name="connsiteY18" fmla="*/ 65894 h 718256"/>
                <a:gd name="connsiteX19" fmla="*/ 152085 w 535862"/>
                <a:gd name="connsiteY19" fmla="*/ 1983 h 718256"/>
                <a:gd name="connsiteX20" fmla="*/ 83508 w 535862"/>
                <a:gd name="connsiteY20" fmla="*/ 71726 h 718256"/>
                <a:gd name="connsiteX21" fmla="*/ 83508 w 535862"/>
                <a:gd name="connsiteY21" fmla="*/ 71726 h 718256"/>
                <a:gd name="connsiteX22" fmla="*/ 58593 w 535862"/>
                <a:gd name="connsiteY22" fmla="*/ 248127 h 718256"/>
                <a:gd name="connsiteX23" fmla="*/ 69259 w 535862"/>
                <a:gd name="connsiteY23" fmla="*/ 188799 h 718256"/>
                <a:gd name="connsiteX24" fmla="*/ 91174 w 535862"/>
                <a:gd name="connsiteY24" fmla="*/ 183966 h 718256"/>
                <a:gd name="connsiteX25" fmla="*/ 125754 w 535862"/>
                <a:gd name="connsiteY25" fmla="*/ 197798 h 718256"/>
                <a:gd name="connsiteX26" fmla="*/ 137086 w 535862"/>
                <a:gd name="connsiteY26" fmla="*/ 229795 h 718256"/>
                <a:gd name="connsiteX27" fmla="*/ 117505 w 535862"/>
                <a:gd name="connsiteY27" fmla="*/ 250710 h 718256"/>
                <a:gd name="connsiteX28" fmla="*/ 117088 w 535862"/>
                <a:gd name="connsiteY28" fmla="*/ 296206 h 718256"/>
                <a:gd name="connsiteX29" fmla="*/ 49678 w 535862"/>
                <a:gd name="connsiteY29" fmla="*/ 305705 h 718256"/>
                <a:gd name="connsiteX30" fmla="*/ 58593 w 535862"/>
                <a:gd name="connsiteY30" fmla="*/ 248127 h 718256"/>
                <a:gd name="connsiteX31" fmla="*/ 58593 w 535862"/>
                <a:gd name="connsiteY31" fmla="*/ 248127 h 718256"/>
                <a:gd name="connsiteX32" fmla="*/ 23347 w 535862"/>
                <a:gd name="connsiteY32" fmla="*/ 481523 h 718256"/>
                <a:gd name="connsiteX33" fmla="*/ 38678 w 535862"/>
                <a:gd name="connsiteY33" fmla="*/ 362283 h 718256"/>
                <a:gd name="connsiteX34" fmla="*/ 40595 w 535862"/>
                <a:gd name="connsiteY34" fmla="*/ 352284 h 718256"/>
                <a:gd name="connsiteX35" fmla="*/ 125504 w 535862"/>
                <a:gd name="connsiteY35" fmla="*/ 427528 h 718256"/>
                <a:gd name="connsiteX36" fmla="*/ 22264 w 535862"/>
                <a:gd name="connsiteY36" fmla="*/ 493355 h 718256"/>
                <a:gd name="connsiteX37" fmla="*/ 23347 w 535862"/>
                <a:gd name="connsiteY37" fmla="*/ 481523 h 718256"/>
                <a:gd name="connsiteX38" fmla="*/ 23347 w 535862"/>
                <a:gd name="connsiteY38" fmla="*/ 481523 h 718256"/>
                <a:gd name="connsiteX39" fmla="*/ 20014 w 535862"/>
                <a:gd name="connsiteY39" fmla="*/ 644925 h 718256"/>
                <a:gd name="connsiteX40" fmla="*/ 19764 w 535862"/>
                <a:gd name="connsiteY40" fmla="*/ 642758 h 718256"/>
                <a:gd name="connsiteX41" fmla="*/ 16181 w 535862"/>
                <a:gd name="connsiteY41" fmla="*/ 587430 h 718256"/>
                <a:gd name="connsiteX42" fmla="*/ 18847 w 535862"/>
                <a:gd name="connsiteY42" fmla="*/ 541767 h 718256"/>
                <a:gd name="connsiteX43" fmla="*/ 59427 w 535862"/>
                <a:gd name="connsiteY43" fmla="*/ 545017 h 718256"/>
                <a:gd name="connsiteX44" fmla="*/ 79425 w 535862"/>
                <a:gd name="connsiteY44" fmla="*/ 573098 h 718256"/>
                <a:gd name="connsiteX45" fmla="*/ 63343 w 535862"/>
                <a:gd name="connsiteY45" fmla="*/ 596346 h 718256"/>
                <a:gd name="connsiteX46" fmla="*/ 59677 w 535862"/>
                <a:gd name="connsiteY46" fmla="*/ 622093 h 718256"/>
                <a:gd name="connsiteX47" fmla="*/ 20014 w 535862"/>
                <a:gd name="connsiteY47" fmla="*/ 644925 h 718256"/>
                <a:gd name="connsiteX48" fmla="*/ 20014 w 535862"/>
                <a:gd name="connsiteY48" fmla="*/ 644925 h 718256"/>
                <a:gd name="connsiteX49" fmla="*/ 187748 w 535862"/>
                <a:gd name="connsiteY49" fmla="*/ 586013 h 718256"/>
                <a:gd name="connsiteX50" fmla="*/ 212330 w 535862"/>
                <a:gd name="connsiteY50" fmla="*/ 542351 h 718256"/>
                <a:gd name="connsiteX51" fmla="*/ 245910 w 535862"/>
                <a:gd name="connsiteY51" fmla="*/ 531185 h 718256"/>
                <a:gd name="connsiteX52" fmla="*/ 238578 w 535862"/>
                <a:gd name="connsiteY52" fmla="*/ 538268 h 718256"/>
                <a:gd name="connsiteX53" fmla="*/ 187748 w 535862"/>
                <a:gd name="connsiteY53" fmla="*/ 586013 h 718256"/>
                <a:gd name="connsiteX54" fmla="*/ 187748 w 535862"/>
                <a:gd name="connsiteY54" fmla="*/ 586013 h 718256"/>
                <a:gd name="connsiteX55" fmla="*/ 282906 w 535862"/>
                <a:gd name="connsiteY55" fmla="*/ 494522 h 718256"/>
                <a:gd name="connsiteX56" fmla="*/ 248160 w 535862"/>
                <a:gd name="connsiteY56" fmla="*/ 440860 h 718256"/>
                <a:gd name="connsiteX57" fmla="*/ 266241 w 535862"/>
                <a:gd name="connsiteY57" fmla="*/ 379615 h 718256"/>
                <a:gd name="connsiteX58" fmla="*/ 333485 w 535862"/>
                <a:gd name="connsiteY58" fmla="*/ 352118 h 718256"/>
                <a:gd name="connsiteX59" fmla="*/ 371065 w 535862"/>
                <a:gd name="connsiteY59" fmla="*/ 368866 h 718256"/>
                <a:gd name="connsiteX60" fmla="*/ 385231 w 535862"/>
                <a:gd name="connsiteY60" fmla="*/ 387365 h 718256"/>
                <a:gd name="connsiteX61" fmla="*/ 282906 w 535862"/>
                <a:gd name="connsiteY61" fmla="*/ 494522 h 718256"/>
                <a:gd name="connsiteX62" fmla="*/ 282906 w 535862"/>
                <a:gd name="connsiteY62" fmla="*/ 494522 h 718256"/>
                <a:gd name="connsiteX63" fmla="*/ 403812 w 535862"/>
                <a:gd name="connsiteY63" fmla="*/ 368283 h 718256"/>
                <a:gd name="connsiteX64" fmla="*/ 391480 w 535862"/>
                <a:gd name="connsiteY64" fmla="*/ 381032 h 718256"/>
                <a:gd name="connsiteX65" fmla="*/ 356900 w 535862"/>
                <a:gd name="connsiteY65" fmla="*/ 347951 h 718256"/>
                <a:gd name="connsiteX66" fmla="*/ 270408 w 535862"/>
                <a:gd name="connsiteY66" fmla="*/ 361867 h 718256"/>
                <a:gd name="connsiteX67" fmla="*/ 235744 w 535862"/>
                <a:gd name="connsiteY67" fmla="*/ 433944 h 718256"/>
                <a:gd name="connsiteX68" fmla="*/ 274408 w 535862"/>
                <a:gd name="connsiteY68" fmla="*/ 503104 h 718256"/>
                <a:gd name="connsiteX69" fmla="*/ 251909 w 535862"/>
                <a:gd name="connsiteY69" fmla="*/ 525435 h 718256"/>
                <a:gd name="connsiteX70" fmla="*/ 206330 w 535862"/>
                <a:gd name="connsiteY70" fmla="*/ 534101 h 718256"/>
                <a:gd name="connsiteX71" fmla="*/ 184665 w 535862"/>
                <a:gd name="connsiteY71" fmla="*/ 563099 h 718256"/>
                <a:gd name="connsiteX72" fmla="*/ 175916 w 535862"/>
                <a:gd name="connsiteY72" fmla="*/ 597179 h 718256"/>
                <a:gd name="connsiteX73" fmla="*/ 149752 w 535862"/>
                <a:gd name="connsiteY73" fmla="*/ 622093 h 718256"/>
                <a:gd name="connsiteX74" fmla="*/ 121255 w 535862"/>
                <a:gd name="connsiteY74" fmla="*/ 650591 h 718256"/>
                <a:gd name="connsiteX75" fmla="*/ 79342 w 535862"/>
                <a:gd name="connsiteY75" fmla="*/ 685338 h 718256"/>
                <a:gd name="connsiteX76" fmla="*/ 31263 w 535862"/>
                <a:gd name="connsiteY76" fmla="*/ 691004 h 718256"/>
                <a:gd name="connsiteX77" fmla="*/ 21097 w 535862"/>
                <a:gd name="connsiteY77" fmla="*/ 653674 h 718256"/>
                <a:gd name="connsiteX78" fmla="*/ 64260 w 535862"/>
                <a:gd name="connsiteY78" fmla="*/ 642175 h 718256"/>
                <a:gd name="connsiteX79" fmla="*/ 70259 w 535862"/>
                <a:gd name="connsiteY79" fmla="*/ 623343 h 718256"/>
                <a:gd name="connsiteX80" fmla="*/ 67093 w 535862"/>
                <a:gd name="connsiteY80" fmla="*/ 613844 h 718256"/>
                <a:gd name="connsiteX81" fmla="*/ 75675 w 535862"/>
                <a:gd name="connsiteY81" fmla="*/ 595429 h 718256"/>
                <a:gd name="connsiteX82" fmla="*/ 85508 w 535862"/>
                <a:gd name="connsiteY82" fmla="*/ 583597 h 718256"/>
                <a:gd name="connsiteX83" fmla="*/ 19847 w 535862"/>
                <a:gd name="connsiteY83" fmla="*/ 529269 h 718256"/>
                <a:gd name="connsiteX84" fmla="*/ 22264 w 535862"/>
                <a:gd name="connsiteY84" fmla="*/ 495438 h 718256"/>
                <a:gd name="connsiteX85" fmla="*/ 93507 w 535862"/>
                <a:gd name="connsiteY85" fmla="*/ 490855 h 718256"/>
                <a:gd name="connsiteX86" fmla="*/ 137836 w 535862"/>
                <a:gd name="connsiteY86" fmla="*/ 429194 h 718256"/>
                <a:gd name="connsiteX87" fmla="*/ 43095 w 535862"/>
                <a:gd name="connsiteY87" fmla="*/ 339119 h 718256"/>
                <a:gd name="connsiteX88" fmla="*/ 48844 w 535862"/>
                <a:gd name="connsiteY88" fmla="*/ 309122 h 718256"/>
                <a:gd name="connsiteX89" fmla="*/ 123921 w 535862"/>
                <a:gd name="connsiteY89" fmla="*/ 302789 h 718256"/>
                <a:gd name="connsiteX90" fmla="*/ 130087 w 535862"/>
                <a:gd name="connsiteY90" fmla="*/ 276375 h 718256"/>
                <a:gd name="connsiteX91" fmla="*/ 130587 w 535862"/>
                <a:gd name="connsiteY91" fmla="*/ 253043 h 718256"/>
                <a:gd name="connsiteX92" fmla="*/ 146502 w 535862"/>
                <a:gd name="connsiteY92" fmla="*/ 236712 h 718256"/>
                <a:gd name="connsiteX93" fmla="*/ 122004 w 535862"/>
                <a:gd name="connsiteY93" fmla="*/ 178967 h 718256"/>
                <a:gd name="connsiteX94" fmla="*/ 79592 w 535862"/>
                <a:gd name="connsiteY94" fmla="*/ 171467 h 718256"/>
                <a:gd name="connsiteX95" fmla="*/ 72676 w 535862"/>
                <a:gd name="connsiteY95" fmla="*/ 173134 h 718256"/>
                <a:gd name="connsiteX96" fmla="*/ 81925 w 535862"/>
                <a:gd name="connsiteY96" fmla="*/ 135304 h 718256"/>
                <a:gd name="connsiteX97" fmla="*/ 90341 w 535862"/>
                <a:gd name="connsiteY97" fmla="*/ 104390 h 718256"/>
                <a:gd name="connsiteX98" fmla="*/ 109005 w 535862"/>
                <a:gd name="connsiteY98" fmla="*/ 105473 h 718256"/>
                <a:gd name="connsiteX99" fmla="*/ 135504 w 535862"/>
                <a:gd name="connsiteY99" fmla="*/ 105807 h 718256"/>
                <a:gd name="connsiteX100" fmla="*/ 194332 w 535862"/>
                <a:gd name="connsiteY100" fmla="*/ 112056 h 718256"/>
                <a:gd name="connsiteX101" fmla="*/ 255326 w 535862"/>
                <a:gd name="connsiteY101" fmla="*/ 125222 h 718256"/>
                <a:gd name="connsiteX102" fmla="*/ 306404 w 535862"/>
                <a:gd name="connsiteY102" fmla="*/ 149886 h 718256"/>
                <a:gd name="connsiteX103" fmla="*/ 382564 w 535862"/>
                <a:gd name="connsiteY103" fmla="*/ 190716 h 718256"/>
                <a:gd name="connsiteX104" fmla="*/ 359066 w 535862"/>
                <a:gd name="connsiteY104" fmla="*/ 226379 h 718256"/>
                <a:gd name="connsiteX105" fmla="*/ 388730 w 535862"/>
                <a:gd name="connsiteY105" fmla="*/ 268792 h 718256"/>
                <a:gd name="connsiteX106" fmla="*/ 385314 w 535862"/>
                <a:gd name="connsiteY106" fmla="*/ 324954 h 718256"/>
                <a:gd name="connsiteX107" fmla="*/ 427227 w 535862"/>
                <a:gd name="connsiteY107" fmla="*/ 342035 h 718256"/>
                <a:gd name="connsiteX108" fmla="*/ 403812 w 535862"/>
                <a:gd name="connsiteY108" fmla="*/ 368283 h 718256"/>
                <a:gd name="connsiteX109" fmla="*/ 403812 w 535862"/>
                <a:gd name="connsiteY109" fmla="*/ 368283 h 718256"/>
                <a:gd name="connsiteX110" fmla="*/ 469390 w 535862"/>
                <a:gd name="connsiteY110" fmla="*/ 295123 h 718256"/>
                <a:gd name="connsiteX111" fmla="*/ 432560 w 535862"/>
                <a:gd name="connsiteY111" fmla="*/ 336286 h 718256"/>
                <a:gd name="connsiteX112" fmla="*/ 393647 w 535862"/>
                <a:gd name="connsiteY112" fmla="*/ 306289 h 718256"/>
                <a:gd name="connsiteX113" fmla="*/ 406812 w 535862"/>
                <a:gd name="connsiteY113" fmla="*/ 274208 h 718256"/>
                <a:gd name="connsiteX114" fmla="*/ 375148 w 535862"/>
                <a:gd name="connsiteY114" fmla="*/ 244961 h 718256"/>
                <a:gd name="connsiteX115" fmla="*/ 393230 w 535862"/>
                <a:gd name="connsiteY115" fmla="*/ 197215 h 718256"/>
                <a:gd name="connsiteX116" fmla="*/ 417478 w 535862"/>
                <a:gd name="connsiteY116" fmla="*/ 214380 h 718256"/>
                <a:gd name="connsiteX117" fmla="*/ 459557 w 535862"/>
                <a:gd name="connsiteY117" fmla="*/ 253627 h 718256"/>
                <a:gd name="connsiteX118" fmla="*/ 478556 w 535862"/>
                <a:gd name="connsiteY118" fmla="*/ 276125 h 718256"/>
                <a:gd name="connsiteX119" fmla="*/ 482555 w 535862"/>
                <a:gd name="connsiteY119" fmla="*/ 282374 h 718256"/>
                <a:gd name="connsiteX120" fmla="*/ 469390 w 535862"/>
                <a:gd name="connsiteY120" fmla="*/ 295123 h 718256"/>
                <a:gd name="connsiteX121" fmla="*/ 469390 w 535862"/>
                <a:gd name="connsiteY121" fmla="*/ 295123 h 718256"/>
                <a:gd name="connsiteX122" fmla="*/ 132837 w 535862"/>
                <a:gd name="connsiteY122" fmla="*/ 30897 h 718256"/>
                <a:gd name="connsiteX123" fmla="*/ 228412 w 535862"/>
                <a:gd name="connsiteY123" fmla="*/ 22647 h 718256"/>
                <a:gd name="connsiteX124" fmla="*/ 330486 w 535862"/>
                <a:gd name="connsiteY124" fmla="*/ 65644 h 718256"/>
                <a:gd name="connsiteX125" fmla="*/ 427894 w 535862"/>
                <a:gd name="connsiteY125" fmla="*/ 123888 h 718256"/>
                <a:gd name="connsiteX126" fmla="*/ 508887 w 535862"/>
                <a:gd name="connsiteY126" fmla="*/ 200548 h 718256"/>
                <a:gd name="connsiteX127" fmla="*/ 487305 w 535862"/>
                <a:gd name="connsiteY127" fmla="*/ 277875 h 718256"/>
                <a:gd name="connsiteX128" fmla="*/ 481639 w 535862"/>
                <a:gd name="connsiteY128" fmla="*/ 264626 h 718256"/>
                <a:gd name="connsiteX129" fmla="*/ 466473 w 535862"/>
                <a:gd name="connsiteY129" fmla="*/ 242711 h 718256"/>
                <a:gd name="connsiteX130" fmla="*/ 418645 w 535862"/>
                <a:gd name="connsiteY130" fmla="*/ 196298 h 718256"/>
                <a:gd name="connsiteX131" fmla="*/ 302322 w 535862"/>
                <a:gd name="connsiteY131" fmla="*/ 127971 h 718256"/>
                <a:gd name="connsiteX132" fmla="*/ 248660 w 535862"/>
                <a:gd name="connsiteY132" fmla="*/ 104640 h 718256"/>
                <a:gd name="connsiteX133" fmla="*/ 185582 w 535862"/>
                <a:gd name="connsiteY133" fmla="*/ 92558 h 718256"/>
                <a:gd name="connsiteX134" fmla="*/ 128587 w 535862"/>
                <a:gd name="connsiteY134" fmla="*/ 88225 h 718256"/>
                <a:gd name="connsiteX135" fmla="*/ 97007 w 535862"/>
                <a:gd name="connsiteY135" fmla="*/ 88891 h 718256"/>
                <a:gd name="connsiteX136" fmla="*/ 96173 w 535862"/>
                <a:gd name="connsiteY136" fmla="*/ 88891 h 718256"/>
                <a:gd name="connsiteX137" fmla="*/ 132837 w 535862"/>
                <a:gd name="connsiteY137" fmla="*/ 30897 h 718256"/>
                <a:gd name="connsiteX138" fmla="*/ 132837 w 535862"/>
                <a:gd name="connsiteY138" fmla="*/ 30897 h 718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535862" h="718256">
                  <a:moveTo>
                    <a:pt x="83508" y="71726"/>
                  </a:moveTo>
                  <a:cubicBezTo>
                    <a:pt x="66676" y="108890"/>
                    <a:pt x="59510" y="150803"/>
                    <a:pt x="50844" y="190466"/>
                  </a:cubicBezTo>
                  <a:cubicBezTo>
                    <a:pt x="41679" y="232295"/>
                    <a:pt x="36512" y="274708"/>
                    <a:pt x="28846" y="316788"/>
                  </a:cubicBezTo>
                  <a:cubicBezTo>
                    <a:pt x="21264" y="358367"/>
                    <a:pt x="12431" y="399780"/>
                    <a:pt x="8932" y="441943"/>
                  </a:cubicBezTo>
                  <a:cubicBezTo>
                    <a:pt x="5515" y="482773"/>
                    <a:pt x="3515" y="523352"/>
                    <a:pt x="1099" y="564182"/>
                  </a:cubicBezTo>
                  <a:cubicBezTo>
                    <a:pt x="-1068" y="601512"/>
                    <a:pt x="-651" y="638425"/>
                    <a:pt x="8098" y="675172"/>
                  </a:cubicBezTo>
                  <a:cubicBezTo>
                    <a:pt x="11598" y="689837"/>
                    <a:pt x="18014" y="707836"/>
                    <a:pt x="32346" y="715168"/>
                  </a:cubicBezTo>
                  <a:cubicBezTo>
                    <a:pt x="47261" y="722834"/>
                    <a:pt x="64510" y="714835"/>
                    <a:pt x="77009" y="706336"/>
                  </a:cubicBezTo>
                  <a:cubicBezTo>
                    <a:pt x="92091" y="696087"/>
                    <a:pt x="106506" y="683921"/>
                    <a:pt x="120005" y="671756"/>
                  </a:cubicBezTo>
                  <a:cubicBezTo>
                    <a:pt x="136586" y="656840"/>
                    <a:pt x="154252" y="642675"/>
                    <a:pt x="169584" y="626510"/>
                  </a:cubicBezTo>
                  <a:cubicBezTo>
                    <a:pt x="196748" y="597762"/>
                    <a:pt x="225495" y="570515"/>
                    <a:pt x="252993" y="542184"/>
                  </a:cubicBezTo>
                  <a:cubicBezTo>
                    <a:pt x="255826" y="539601"/>
                    <a:pt x="258575" y="536934"/>
                    <a:pt x="261409" y="534268"/>
                  </a:cubicBezTo>
                  <a:cubicBezTo>
                    <a:pt x="262242" y="534351"/>
                    <a:pt x="262909" y="533601"/>
                    <a:pt x="262992" y="532768"/>
                  </a:cubicBezTo>
                  <a:cubicBezTo>
                    <a:pt x="315071" y="483939"/>
                    <a:pt x="363483" y="432027"/>
                    <a:pt x="413645" y="381115"/>
                  </a:cubicBezTo>
                  <a:cubicBezTo>
                    <a:pt x="439976" y="354368"/>
                    <a:pt x="463224" y="324870"/>
                    <a:pt x="489971" y="298623"/>
                  </a:cubicBezTo>
                  <a:cubicBezTo>
                    <a:pt x="511803" y="277124"/>
                    <a:pt x="542383" y="249377"/>
                    <a:pt x="534634" y="214797"/>
                  </a:cubicBezTo>
                  <a:cubicBezTo>
                    <a:pt x="531051" y="198965"/>
                    <a:pt x="519469" y="187216"/>
                    <a:pt x="508470" y="175967"/>
                  </a:cubicBezTo>
                  <a:cubicBezTo>
                    <a:pt x="493887" y="161052"/>
                    <a:pt x="478222" y="147220"/>
                    <a:pt x="462724" y="133304"/>
                  </a:cubicBezTo>
                  <a:cubicBezTo>
                    <a:pt x="431976" y="105723"/>
                    <a:pt x="398313" y="86308"/>
                    <a:pt x="362483" y="65894"/>
                  </a:cubicBezTo>
                  <a:cubicBezTo>
                    <a:pt x="300989" y="30647"/>
                    <a:pt x="225579" y="-9433"/>
                    <a:pt x="152085" y="1983"/>
                  </a:cubicBezTo>
                  <a:cubicBezTo>
                    <a:pt x="119005" y="7232"/>
                    <a:pt x="96173" y="43729"/>
                    <a:pt x="83508" y="71726"/>
                  </a:cubicBezTo>
                  <a:lnTo>
                    <a:pt x="83508" y="71726"/>
                  </a:lnTo>
                  <a:close/>
                  <a:moveTo>
                    <a:pt x="58593" y="248127"/>
                  </a:moveTo>
                  <a:cubicBezTo>
                    <a:pt x="60843" y="228212"/>
                    <a:pt x="64759" y="208464"/>
                    <a:pt x="69259" y="188799"/>
                  </a:cubicBezTo>
                  <a:cubicBezTo>
                    <a:pt x="76009" y="186133"/>
                    <a:pt x="88257" y="184133"/>
                    <a:pt x="91174" y="183966"/>
                  </a:cubicBezTo>
                  <a:cubicBezTo>
                    <a:pt x="104173" y="183300"/>
                    <a:pt x="116422" y="189132"/>
                    <a:pt x="125754" y="197798"/>
                  </a:cubicBezTo>
                  <a:cubicBezTo>
                    <a:pt x="134587" y="205964"/>
                    <a:pt x="143669" y="218213"/>
                    <a:pt x="137086" y="229795"/>
                  </a:cubicBezTo>
                  <a:cubicBezTo>
                    <a:pt x="132254" y="238295"/>
                    <a:pt x="122588" y="242711"/>
                    <a:pt x="117505" y="250710"/>
                  </a:cubicBezTo>
                  <a:cubicBezTo>
                    <a:pt x="107589" y="266292"/>
                    <a:pt x="128837" y="281457"/>
                    <a:pt x="117088" y="296206"/>
                  </a:cubicBezTo>
                  <a:cubicBezTo>
                    <a:pt x="104006" y="312538"/>
                    <a:pt x="70592" y="310038"/>
                    <a:pt x="49678" y="305705"/>
                  </a:cubicBezTo>
                  <a:cubicBezTo>
                    <a:pt x="53178" y="286540"/>
                    <a:pt x="56344" y="267459"/>
                    <a:pt x="58593" y="248127"/>
                  </a:cubicBezTo>
                  <a:lnTo>
                    <a:pt x="58593" y="248127"/>
                  </a:lnTo>
                  <a:close/>
                  <a:moveTo>
                    <a:pt x="23347" y="481523"/>
                  </a:moveTo>
                  <a:cubicBezTo>
                    <a:pt x="26846" y="441193"/>
                    <a:pt x="31263" y="402030"/>
                    <a:pt x="38678" y="362283"/>
                  </a:cubicBezTo>
                  <a:cubicBezTo>
                    <a:pt x="39262" y="358951"/>
                    <a:pt x="39929" y="355617"/>
                    <a:pt x="40595" y="352284"/>
                  </a:cubicBezTo>
                  <a:cubicBezTo>
                    <a:pt x="83341" y="344868"/>
                    <a:pt x="125171" y="385948"/>
                    <a:pt x="125504" y="427528"/>
                  </a:cubicBezTo>
                  <a:cubicBezTo>
                    <a:pt x="125837" y="473690"/>
                    <a:pt x="62510" y="501354"/>
                    <a:pt x="22264" y="493355"/>
                  </a:cubicBezTo>
                  <a:cubicBezTo>
                    <a:pt x="22763" y="489439"/>
                    <a:pt x="23014" y="485439"/>
                    <a:pt x="23347" y="481523"/>
                  </a:cubicBezTo>
                  <a:lnTo>
                    <a:pt x="23347" y="481523"/>
                  </a:lnTo>
                  <a:close/>
                  <a:moveTo>
                    <a:pt x="20014" y="644925"/>
                  </a:moveTo>
                  <a:cubicBezTo>
                    <a:pt x="19930" y="644258"/>
                    <a:pt x="19847" y="643508"/>
                    <a:pt x="19764" y="642758"/>
                  </a:cubicBezTo>
                  <a:cubicBezTo>
                    <a:pt x="17430" y="624343"/>
                    <a:pt x="15181" y="606095"/>
                    <a:pt x="16181" y="587430"/>
                  </a:cubicBezTo>
                  <a:cubicBezTo>
                    <a:pt x="17014" y="572181"/>
                    <a:pt x="17847" y="557016"/>
                    <a:pt x="18847" y="541767"/>
                  </a:cubicBezTo>
                  <a:cubicBezTo>
                    <a:pt x="33596" y="540601"/>
                    <a:pt x="44178" y="536101"/>
                    <a:pt x="59427" y="545017"/>
                  </a:cubicBezTo>
                  <a:cubicBezTo>
                    <a:pt x="68093" y="550100"/>
                    <a:pt x="79841" y="562016"/>
                    <a:pt x="79425" y="573098"/>
                  </a:cubicBezTo>
                  <a:cubicBezTo>
                    <a:pt x="79008" y="583264"/>
                    <a:pt x="68926" y="589263"/>
                    <a:pt x="63343" y="596346"/>
                  </a:cubicBezTo>
                  <a:cubicBezTo>
                    <a:pt x="55594" y="606095"/>
                    <a:pt x="58427" y="611344"/>
                    <a:pt x="59677" y="622093"/>
                  </a:cubicBezTo>
                  <a:cubicBezTo>
                    <a:pt x="61843" y="640342"/>
                    <a:pt x="37762" y="644258"/>
                    <a:pt x="20014" y="644925"/>
                  </a:cubicBezTo>
                  <a:lnTo>
                    <a:pt x="20014" y="644925"/>
                  </a:lnTo>
                  <a:close/>
                  <a:moveTo>
                    <a:pt x="187748" y="586013"/>
                  </a:moveTo>
                  <a:cubicBezTo>
                    <a:pt x="190248" y="569848"/>
                    <a:pt x="201081" y="551100"/>
                    <a:pt x="212330" y="542351"/>
                  </a:cubicBezTo>
                  <a:cubicBezTo>
                    <a:pt x="222996" y="534018"/>
                    <a:pt x="234078" y="530518"/>
                    <a:pt x="245910" y="531185"/>
                  </a:cubicBezTo>
                  <a:cubicBezTo>
                    <a:pt x="243493" y="533518"/>
                    <a:pt x="240994" y="535935"/>
                    <a:pt x="238578" y="538268"/>
                  </a:cubicBezTo>
                  <a:cubicBezTo>
                    <a:pt x="221662" y="554350"/>
                    <a:pt x="204664" y="570181"/>
                    <a:pt x="187748" y="586013"/>
                  </a:cubicBezTo>
                  <a:lnTo>
                    <a:pt x="187748" y="586013"/>
                  </a:lnTo>
                  <a:close/>
                  <a:moveTo>
                    <a:pt x="282906" y="494522"/>
                  </a:moveTo>
                  <a:cubicBezTo>
                    <a:pt x="266325" y="481856"/>
                    <a:pt x="251076" y="461525"/>
                    <a:pt x="248160" y="440860"/>
                  </a:cubicBezTo>
                  <a:cubicBezTo>
                    <a:pt x="244910" y="418112"/>
                    <a:pt x="253242" y="398030"/>
                    <a:pt x="266241" y="379615"/>
                  </a:cubicBezTo>
                  <a:cubicBezTo>
                    <a:pt x="280574" y="359450"/>
                    <a:pt x="309405" y="350535"/>
                    <a:pt x="333485" y="352118"/>
                  </a:cubicBezTo>
                  <a:cubicBezTo>
                    <a:pt x="347984" y="353034"/>
                    <a:pt x="360650" y="358701"/>
                    <a:pt x="371065" y="368866"/>
                  </a:cubicBezTo>
                  <a:cubicBezTo>
                    <a:pt x="373982" y="371783"/>
                    <a:pt x="382148" y="380199"/>
                    <a:pt x="385231" y="387365"/>
                  </a:cubicBezTo>
                  <a:cubicBezTo>
                    <a:pt x="351067" y="422945"/>
                    <a:pt x="317570" y="459191"/>
                    <a:pt x="282906" y="494522"/>
                  </a:cubicBezTo>
                  <a:lnTo>
                    <a:pt x="282906" y="494522"/>
                  </a:lnTo>
                  <a:close/>
                  <a:moveTo>
                    <a:pt x="403812" y="368283"/>
                  </a:moveTo>
                  <a:cubicBezTo>
                    <a:pt x="399646" y="372533"/>
                    <a:pt x="395563" y="376782"/>
                    <a:pt x="391480" y="381032"/>
                  </a:cubicBezTo>
                  <a:cubicBezTo>
                    <a:pt x="384814" y="367366"/>
                    <a:pt x="362483" y="350368"/>
                    <a:pt x="356900" y="347951"/>
                  </a:cubicBezTo>
                  <a:cubicBezTo>
                    <a:pt x="330402" y="336619"/>
                    <a:pt x="292822" y="344202"/>
                    <a:pt x="270408" y="361867"/>
                  </a:cubicBezTo>
                  <a:cubicBezTo>
                    <a:pt x="250243" y="377866"/>
                    <a:pt x="235911" y="408529"/>
                    <a:pt x="235744" y="433944"/>
                  </a:cubicBezTo>
                  <a:cubicBezTo>
                    <a:pt x="235495" y="462025"/>
                    <a:pt x="251576" y="487856"/>
                    <a:pt x="274408" y="503104"/>
                  </a:cubicBezTo>
                  <a:cubicBezTo>
                    <a:pt x="266991" y="510603"/>
                    <a:pt x="259492" y="518019"/>
                    <a:pt x="251909" y="525435"/>
                  </a:cubicBezTo>
                  <a:cubicBezTo>
                    <a:pt x="236744" y="519103"/>
                    <a:pt x="220913" y="523102"/>
                    <a:pt x="206330" y="534101"/>
                  </a:cubicBezTo>
                  <a:cubicBezTo>
                    <a:pt x="196248" y="541684"/>
                    <a:pt x="189582" y="551766"/>
                    <a:pt x="184665" y="563099"/>
                  </a:cubicBezTo>
                  <a:cubicBezTo>
                    <a:pt x="180083" y="573848"/>
                    <a:pt x="173000" y="585097"/>
                    <a:pt x="175916" y="597179"/>
                  </a:cubicBezTo>
                  <a:cubicBezTo>
                    <a:pt x="167167" y="605428"/>
                    <a:pt x="158418" y="613761"/>
                    <a:pt x="149752" y="622093"/>
                  </a:cubicBezTo>
                  <a:cubicBezTo>
                    <a:pt x="140086" y="631426"/>
                    <a:pt x="130837" y="641175"/>
                    <a:pt x="121255" y="650591"/>
                  </a:cubicBezTo>
                  <a:cubicBezTo>
                    <a:pt x="107589" y="662673"/>
                    <a:pt x="94007" y="674422"/>
                    <a:pt x="79342" y="685338"/>
                  </a:cubicBezTo>
                  <a:cubicBezTo>
                    <a:pt x="65343" y="695837"/>
                    <a:pt x="43845" y="712335"/>
                    <a:pt x="31263" y="691004"/>
                  </a:cubicBezTo>
                  <a:cubicBezTo>
                    <a:pt x="24763" y="680005"/>
                    <a:pt x="22680" y="666506"/>
                    <a:pt x="21097" y="653674"/>
                  </a:cubicBezTo>
                  <a:cubicBezTo>
                    <a:pt x="35929" y="655090"/>
                    <a:pt x="56677" y="648508"/>
                    <a:pt x="64260" y="642175"/>
                  </a:cubicBezTo>
                  <a:cubicBezTo>
                    <a:pt x="70509" y="636925"/>
                    <a:pt x="72176" y="631009"/>
                    <a:pt x="70259" y="623343"/>
                  </a:cubicBezTo>
                  <a:cubicBezTo>
                    <a:pt x="69509" y="620427"/>
                    <a:pt x="67093" y="616927"/>
                    <a:pt x="67093" y="613844"/>
                  </a:cubicBezTo>
                  <a:cubicBezTo>
                    <a:pt x="67093" y="607678"/>
                    <a:pt x="71842" y="600095"/>
                    <a:pt x="75675" y="595429"/>
                  </a:cubicBezTo>
                  <a:cubicBezTo>
                    <a:pt x="78925" y="591430"/>
                    <a:pt x="83091" y="588263"/>
                    <a:pt x="85508" y="583597"/>
                  </a:cubicBezTo>
                  <a:cubicBezTo>
                    <a:pt x="101673" y="552183"/>
                    <a:pt x="49178" y="517186"/>
                    <a:pt x="19847" y="529269"/>
                  </a:cubicBezTo>
                  <a:cubicBezTo>
                    <a:pt x="20597" y="518019"/>
                    <a:pt x="21347" y="506771"/>
                    <a:pt x="22264" y="495438"/>
                  </a:cubicBezTo>
                  <a:cubicBezTo>
                    <a:pt x="44095" y="507354"/>
                    <a:pt x="71842" y="501604"/>
                    <a:pt x="93507" y="490855"/>
                  </a:cubicBezTo>
                  <a:cubicBezTo>
                    <a:pt x="118005" y="478690"/>
                    <a:pt x="137253" y="457608"/>
                    <a:pt x="137836" y="429194"/>
                  </a:cubicBezTo>
                  <a:cubicBezTo>
                    <a:pt x="138836" y="379782"/>
                    <a:pt x="92424" y="334703"/>
                    <a:pt x="43095" y="339119"/>
                  </a:cubicBezTo>
                  <a:cubicBezTo>
                    <a:pt x="45011" y="329120"/>
                    <a:pt x="47011" y="319121"/>
                    <a:pt x="48844" y="309122"/>
                  </a:cubicBezTo>
                  <a:cubicBezTo>
                    <a:pt x="72342" y="316204"/>
                    <a:pt x="105756" y="320287"/>
                    <a:pt x="123921" y="302789"/>
                  </a:cubicBezTo>
                  <a:cubicBezTo>
                    <a:pt x="131670" y="295373"/>
                    <a:pt x="133254" y="286457"/>
                    <a:pt x="130087" y="276375"/>
                  </a:cubicBezTo>
                  <a:cubicBezTo>
                    <a:pt x="127254" y="267459"/>
                    <a:pt x="123671" y="261709"/>
                    <a:pt x="130587" y="253043"/>
                  </a:cubicBezTo>
                  <a:cubicBezTo>
                    <a:pt x="135337" y="247211"/>
                    <a:pt x="142003" y="243044"/>
                    <a:pt x="146502" y="236712"/>
                  </a:cubicBezTo>
                  <a:cubicBezTo>
                    <a:pt x="161418" y="215630"/>
                    <a:pt x="140503" y="190216"/>
                    <a:pt x="122004" y="178967"/>
                  </a:cubicBezTo>
                  <a:cubicBezTo>
                    <a:pt x="109672" y="171467"/>
                    <a:pt x="93757" y="168051"/>
                    <a:pt x="79592" y="171467"/>
                  </a:cubicBezTo>
                  <a:cubicBezTo>
                    <a:pt x="77758" y="171884"/>
                    <a:pt x="75259" y="172467"/>
                    <a:pt x="72676" y="173134"/>
                  </a:cubicBezTo>
                  <a:cubicBezTo>
                    <a:pt x="75759" y="160468"/>
                    <a:pt x="78925" y="147886"/>
                    <a:pt x="81925" y="135304"/>
                  </a:cubicBezTo>
                  <a:cubicBezTo>
                    <a:pt x="84425" y="124972"/>
                    <a:pt x="87174" y="114639"/>
                    <a:pt x="90341" y="104390"/>
                  </a:cubicBezTo>
                  <a:cubicBezTo>
                    <a:pt x="96507" y="104140"/>
                    <a:pt x="104423" y="105640"/>
                    <a:pt x="109005" y="105473"/>
                  </a:cubicBezTo>
                  <a:cubicBezTo>
                    <a:pt x="118005" y="105140"/>
                    <a:pt x="126504" y="105473"/>
                    <a:pt x="135504" y="105807"/>
                  </a:cubicBezTo>
                  <a:cubicBezTo>
                    <a:pt x="155585" y="106640"/>
                    <a:pt x="174583" y="108473"/>
                    <a:pt x="194332" y="112056"/>
                  </a:cubicBezTo>
                  <a:cubicBezTo>
                    <a:pt x="214913" y="115806"/>
                    <a:pt x="235577" y="117889"/>
                    <a:pt x="255326" y="125222"/>
                  </a:cubicBezTo>
                  <a:cubicBezTo>
                    <a:pt x="273157" y="131804"/>
                    <a:pt x="289656" y="140970"/>
                    <a:pt x="306404" y="149886"/>
                  </a:cubicBezTo>
                  <a:cubicBezTo>
                    <a:pt x="332069" y="163551"/>
                    <a:pt x="357983" y="175884"/>
                    <a:pt x="382564" y="190716"/>
                  </a:cubicBezTo>
                  <a:cubicBezTo>
                    <a:pt x="370232" y="199215"/>
                    <a:pt x="358983" y="210631"/>
                    <a:pt x="359066" y="226379"/>
                  </a:cubicBezTo>
                  <a:cubicBezTo>
                    <a:pt x="359150" y="247461"/>
                    <a:pt x="372565" y="258376"/>
                    <a:pt x="388730" y="268792"/>
                  </a:cubicBezTo>
                  <a:cubicBezTo>
                    <a:pt x="408896" y="281791"/>
                    <a:pt x="373482" y="305872"/>
                    <a:pt x="385314" y="324954"/>
                  </a:cubicBezTo>
                  <a:cubicBezTo>
                    <a:pt x="394063" y="339119"/>
                    <a:pt x="411479" y="340952"/>
                    <a:pt x="427227" y="342035"/>
                  </a:cubicBezTo>
                  <a:cubicBezTo>
                    <a:pt x="419894" y="351035"/>
                    <a:pt x="412061" y="359867"/>
                    <a:pt x="403812" y="368283"/>
                  </a:cubicBezTo>
                  <a:lnTo>
                    <a:pt x="403812" y="368283"/>
                  </a:lnTo>
                  <a:close/>
                  <a:moveTo>
                    <a:pt x="469390" y="295123"/>
                  </a:moveTo>
                  <a:cubicBezTo>
                    <a:pt x="456391" y="308205"/>
                    <a:pt x="444559" y="322287"/>
                    <a:pt x="432560" y="336286"/>
                  </a:cubicBezTo>
                  <a:cubicBezTo>
                    <a:pt x="413645" y="333453"/>
                    <a:pt x="384647" y="329370"/>
                    <a:pt x="393647" y="306289"/>
                  </a:cubicBezTo>
                  <a:cubicBezTo>
                    <a:pt x="397896" y="295456"/>
                    <a:pt x="411228" y="287124"/>
                    <a:pt x="406812" y="274208"/>
                  </a:cubicBezTo>
                  <a:cubicBezTo>
                    <a:pt x="402063" y="260293"/>
                    <a:pt x="382897" y="256960"/>
                    <a:pt x="375148" y="244961"/>
                  </a:cubicBezTo>
                  <a:cubicBezTo>
                    <a:pt x="360650" y="222463"/>
                    <a:pt x="378981" y="210464"/>
                    <a:pt x="393230" y="197215"/>
                  </a:cubicBezTo>
                  <a:cubicBezTo>
                    <a:pt x="401479" y="202548"/>
                    <a:pt x="409562" y="208214"/>
                    <a:pt x="417478" y="214380"/>
                  </a:cubicBezTo>
                  <a:cubicBezTo>
                    <a:pt x="432560" y="226212"/>
                    <a:pt x="446392" y="239711"/>
                    <a:pt x="459557" y="253627"/>
                  </a:cubicBezTo>
                  <a:cubicBezTo>
                    <a:pt x="466307" y="260709"/>
                    <a:pt x="473056" y="267959"/>
                    <a:pt x="478556" y="276125"/>
                  </a:cubicBezTo>
                  <a:cubicBezTo>
                    <a:pt x="480056" y="278374"/>
                    <a:pt x="481222" y="280458"/>
                    <a:pt x="482555" y="282374"/>
                  </a:cubicBezTo>
                  <a:cubicBezTo>
                    <a:pt x="477806" y="286874"/>
                    <a:pt x="473306" y="291123"/>
                    <a:pt x="469390" y="295123"/>
                  </a:cubicBezTo>
                  <a:lnTo>
                    <a:pt x="469390" y="295123"/>
                  </a:lnTo>
                  <a:close/>
                  <a:moveTo>
                    <a:pt x="132837" y="30897"/>
                  </a:moveTo>
                  <a:cubicBezTo>
                    <a:pt x="155835" y="9399"/>
                    <a:pt x="200247" y="15065"/>
                    <a:pt x="228412" y="22647"/>
                  </a:cubicBezTo>
                  <a:cubicBezTo>
                    <a:pt x="263408" y="32063"/>
                    <a:pt x="298489" y="48562"/>
                    <a:pt x="330486" y="65644"/>
                  </a:cubicBezTo>
                  <a:cubicBezTo>
                    <a:pt x="363233" y="83142"/>
                    <a:pt x="398563" y="100724"/>
                    <a:pt x="427894" y="123888"/>
                  </a:cubicBezTo>
                  <a:cubicBezTo>
                    <a:pt x="456141" y="146220"/>
                    <a:pt x="486138" y="172634"/>
                    <a:pt x="508887" y="200548"/>
                  </a:cubicBezTo>
                  <a:cubicBezTo>
                    <a:pt x="531468" y="228462"/>
                    <a:pt x="509386" y="255960"/>
                    <a:pt x="487305" y="277875"/>
                  </a:cubicBezTo>
                  <a:cubicBezTo>
                    <a:pt x="485305" y="273375"/>
                    <a:pt x="483722" y="268209"/>
                    <a:pt x="481639" y="264626"/>
                  </a:cubicBezTo>
                  <a:cubicBezTo>
                    <a:pt x="477139" y="256960"/>
                    <a:pt x="472056" y="249544"/>
                    <a:pt x="466473" y="242711"/>
                  </a:cubicBezTo>
                  <a:cubicBezTo>
                    <a:pt x="452308" y="225296"/>
                    <a:pt x="436143" y="210214"/>
                    <a:pt x="418645" y="196298"/>
                  </a:cubicBezTo>
                  <a:cubicBezTo>
                    <a:pt x="383231" y="168218"/>
                    <a:pt x="341985" y="149303"/>
                    <a:pt x="302322" y="127971"/>
                  </a:cubicBezTo>
                  <a:cubicBezTo>
                    <a:pt x="285156" y="118722"/>
                    <a:pt x="267408" y="110223"/>
                    <a:pt x="248660" y="104640"/>
                  </a:cubicBezTo>
                  <a:cubicBezTo>
                    <a:pt x="228245" y="98557"/>
                    <a:pt x="206497" y="96557"/>
                    <a:pt x="185582" y="92558"/>
                  </a:cubicBezTo>
                  <a:cubicBezTo>
                    <a:pt x="166667" y="88975"/>
                    <a:pt x="147669" y="89225"/>
                    <a:pt x="128587" y="88225"/>
                  </a:cubicBezTo>
                  <a:cubicBezTo>
                    <a:pt x="118005" y="87642"/>
                    <a:pt x="107589" y="88808"/>
                    <a:pt x="97007" y="88891"/>
                  </a:cubicBezTo>
                  <a:cubicBezTo>
                    <a:pt x="96757" y="88891"/>
                    <a:pt x="96507" y="88891"/>
                    <a:pt x="96173" y="88891"/>
                  </a:cubicBezTo>
                  <a:cubicBezTo>
                    <a:pt x="104256" y="67310"/>
                    <a:pt x="115505" y="46979"/>
                    <a:pt x="132837" y="30897"/>
                  </a:cubicBezTo>
                  <a:lnTo>
                    <a:pt x="132837" y="30897"/>
                  </a:lnTo>
                  <a:close/>
                </a:path>
              </a:pathLst>
            </a:custGeom>
            <a:grpFill/>
            <a:ln w="8332" cap="flat">
              <a:noFill/>
              <a:prstDash val="solid"/>
              <a:miter/>
            </a:ln>
          </p:spPr>
          <p:txBody>
            <a:bodyPr rtlCol="0" anchor="ctr"/>
            <a:lstStyle/>
            <a:p>
              <a:endParaRPr lang="en-US"/>
            </a:p>
          </p:txBody>
        </p:sp>
        <p:sp>
          <p:nvSpPr>
            <p:cNvPr id="1840" name="Freeform: Shape 1839"/>
            <p:cNvSpPr/>
            <p:nvPr/>
          </p:nvSpPr>
          <p:spPr>
            <a:xfrm>
              <a:off x="7004739" y="770416"/>
              <a:ext cx="139377" cy="85668"/>
            </a:xfrm>
            <a:custGeom>
              <a:avLst/>
              <a:gdLst>
                <a:gd name="connsiteX0" fmla="*/ 2151 w 139377"/>
                <a:gd name="connsiteY0" fmla="*/ 82351 h 85668"/>
                <a:gd name="connsiteX1" fmla="*/ 40147 w 139377"/>
                <a:gd name="connsiteY1" fmla="*/ 85101 h 85668"/>
                <a:gd name="connsiteX2" fmla="*/ 89893 w 139377"/>
                <a:gd name="connsiteY2" fmla="*/ 75852 h 85668"/>
                <a:gd name="connsiteX3" fmla="*/ 124306 w 139377"/>
                <a:gd name="connsiteY3" fmla="*/ 49271 h 85668"/>
                <a:gd name="connsiteX4" fmla="*/ 137555 w 139377"/>
                <a:gd name="connsiteY4" fmla="*/ 9274 h 85668"/>
                <a:gd name="connsiteX5" fmla="*/ 138221 w 139377"/>
                <a:gd name="connsiteY5" fmla="*/ 2858 h 85668"/>
                <a:gd name="connsiteX6" fmla="*/ 134055 w 139377"/>
                <a:gd name="connsiteY6" fmla="*/ 1025 h 85668"/>
                <a:gd name="connsiteX7" fmla="*/ 106558 w 139377"/>
                <a:gd name="connsiteY7" fmla="*/ 2358 h 85668"/>
                <a:gd name="connsiteX8" fmla="*/ 64729 w 139377"/>
                <a:gd name="connsiteY8" fmla="*/ 15524 h 85668"/>
                <a:gd name="connsiteX9" fmla="*/ 984 w 139377"/>
                <a:gd name="connsiteY9" fmla="*/ 75768 h 85668"/>
                <a:gd name="connsiteX10" fmla="*/ 2151 w 139377"/>
                <a:gd name="connsiteY10" fmla="*/ 82351 h 85668"/>
                <a:gd name="connsiteX11" fmla="*/ 2151 w 139377"/>
                <a:gd name="connsiteY11" fmla="*/ 82351 h 85668"/>
                <a:gd name="connsiteX12" fmla="*/ 60312 w 139377"/>
                <a:gd name="connsiteY12" fmla="*/ 26523 h 85668"/>
                <a:gd name="connsiteX13" fmla="*/ 96725 w 139377"/>
                <a:gd name="connsiteY13" fmla="*/ 13607 h 85668"/>
                <a:gd name="connsiteX14" fmla="*/ 125223 w 139377"/>
                <a:gd name="connsiteY14" fmla="*/ 8191 h 85668"/>
                <a:gd name="connsiteX15" fmla="*/ 98725 w 139377"/>
                <a:gd name="connsiteY15" fmla="*/ 30856 h 85668"/>
                <a:gd name="connsiteX16" fmla="*/ 62978 w 139377"/>
                <a:gd name="connsiteY16" fmla="*/ 50437 h 85668"/>
                <a:gd name="connsiteX17" fmla="*/ 64478 w 139377"/>
                <a:gd name="connsiteY17" fmla="*/ 53770 h 85668"/>
                <a:gd name="connsiteX18" fmla="*/ 99475 w 139377"/>
                <a:gd name="connsiteY18" fmla="*/ 36855 h 85668"/>
                <a:gd name="connsiteX19" fmla="*/ 130306 w 139377"/>
                <a:gd name="connsiteY19" fmla="*/ 13774 h 85668"/>
                <a:gd name="connsiteX20" fmla="*/ 80227 w 139377"/>
                <a:gd name="connsiteY20" fmla="*/ 68936 h 85668"/>
                <a:gd name="connsiteX21" fmla="*/ 39814 w 139377"/>
                <a:gd name="connsiteY21" fmla="*/ 74935 h 85668"/>
                <a:gd name="connsiteX22" fmla="*/ 11400 w 139377"/>
                <a:gd name="connsiteY22" fmla="*/ 75852 h 85668"/>
                <a:gd name="connsiteX23" fmla="*/ 60312 w 139377"/>
                <a:gd name="connsiteY23" fmla="*/ 26523 h 85668"/>
                <a:gd name="connsiteX24" fmla="*/ 60312 w 139377"/>
                <a:gd name="connsiteY24" fmla="*/ 26523 h 85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39377" h="85668">
                  <a:moveTo>
                    <a:pt x="2151" y="82351"/>
                  </a:moveTo>
                  <a:cubicBezTo>
                    <a:pt x="12900" y="86684"/>
                    <a:pt x="28732" y="85767"/>
                    <a:pt x="40147" y="85101"/>
                  </a:cubicBezTo>
                  <a:cubicBezTo>
                    <a:pt x="56562" y="84184"/>
                    <a:pt x="74644" y="82351"/>
                    <a:pt x="89893" y="75852"/>
                  </a:cubicBezTo>
                  <a:cubicBezTo>
                    <a:pt x="103308" y="70185"/>
                    <a:pt x="115474" y="60936"/>
                    <a:pt x="124306" y="49271"/>
                  </a:cubicBezTo>
                  <a:cubicBezTo>
                    <a:pt x="133389" y="37272"/>
                    <a:pt x="135805" y="23606"/>
                    <a:pt x="137555" y="9274"/>
                  </a:cubicBezTo>
                  <a:cubicBezTo>
                    <a:pt x="139722" y="7941"/>
                    <a:pt x="139971" y="4608"/>
                    <a:pt x="138221" y="2858"/>
                  </a:cubicBezTo>
                  <a:cubicBezTo>
                    <a:pt x="138139" y="608"/>
                    <a:pt x="135472" y="-392"/>
                    <a:pt x="134055" y="1025"/>
                  </a:cubicBezTo>
                  <a:cubicBezTo>
                    <a:pt x="125640" y="-1225"/>
                    <a:pt x="114474" y="692"/>
                    <a:pt x="106558" y="2358"/>
                  </a:cubicBezTo>
                  <a:cubicBezTo>
                    <a:pt x="91976" y="5525"/>
                    <a:pt x="78311" y="9191"/>
                    <a:pt x="64729" y="15524"/>
                  </a:cubicBezTo>
                  <a:cubicBezTo>
                    <a:pt x="36564" y="28606"/>
                    <a:pt x="21232" y="53520"/>
                    <a:pt x="984" y="75768"/>
                  </a:cubicBezTo>
                  <a:cubicBezTo>
                    <a:pt x="-516" y="77685"/>
                    <a:pt x="-432" y="81351"/>
                    <a:pt x="2151" y="82351"/>
                  </a:cubicBezTo>
                  <a:lnTo>
                    <a:pt x="2151" y="82351"/>
                  </a:lnTo>
                  <a:close/>
                  <a:moveTo>
                    <a:pt x="60312" y="26523"/>
                  </a:moveTo>
                  <a:cubicBezTo>
                    <a:pt x="71978" y="20940"/>
                    <a:pt x="83977" y="16024"/>
                    <a:pt x="96725" y="13607"/>
                  </a:cubicBezTo>
                  <a:cubicBezTo>
                    <a:pt x="104391" y="12191"/>
                    <a:pt x="115807" y="8191"/>
                    <a:pt x="125223" y="8191"/>
                  </a:cubicBezTo>
                  <a:cubicBezTo>
                    <a:pt x="116307" y="15524"/>
                    <a:pt x="108141" y="23940"/>
                    <a:pt x="98725" y="30856"/>
                  </a:cubicBezTo>
                  <a:cubicBezTo>
                    <a:pt x="87560" y="39022"/>
                    <a:pt x="75227" y="44271"/>
                    <a:pt x="62978" y="50437"/>
                  </a:cubicBezTo>
                  <a:cubicBezTo>
                    <a:pt x="61145" y="51354"/>
                    <a:pt x="62562" y="54437"/>
                    <a:pt x="64478" y="53770"/>
                  </a:cubicBezTo>
                  <a:cubicBezTo>
                    <a:pt x="76727" y="49521"/>
                    <a:pt x="88643" y="44021"/>
                    <a:pt x="99475" y="36855"/>
                  </a:cubicBezTo>
                  <a:cubicBezTo>
                    <a:pt x="110141" y="29856"/>
                    <a:pt x="119640" y="20773"/>
                    <a:pt x="130306" y="13774"/>
                  </a:cubicBezTo>
                  <a:cubicBezTo>
                    <a:pt x="122306" y="39438"/>
                    <a:pt x="108475" y="60186"/>
                    <a:pt x="80227" y="68936"/>
                  </a:cubicBezTo>
                  <a:cubicBezTo>
                    <a:pt x="67312" y="72935"/>
                    <a:pt x="53230" y="73935"/>
                    <a:pt x="39814" y="74935"/>
                  </a:cubicBezTo>
                  <a:cubicBezTo>
                    <a:pt x="31731" y="75518"/>
                    <a:pt x="20565" y="76851"/>
                    <a:pt x="11400" y="75852"/>
                  </a:cubicBezTo>
                  <a:cubicBezTo>
                    <a:pt x="24815" y="57520"/>
                    <a:pt x="40231" y="36188"/>
                    <a:pt x="60312" y="26523"/>
                  </a:cubicBezTo>
                  <a:lnTo>
                    <a:pt x="60312" y="26523"/>
                  </a:lnTo>
                  <a:close/>
                </a:path>
              </a:pathLst>
            </a:custGeom>
            <a:grpFill/>
            <a:ln w="8332" cap="flat">
              <a:noFill/>
              <a:prstDash val="solid"/>
              <a:miter/>
            </a:ln>
          </p:spPr>
          <p:txBody>
            <a:bodyPr rtlCol="0" anchor="ctr"/>
            <a:lstStyle/>
            <a:p>
              <a:endParaRPr lang="en-US"/>
            </a:p>
          </p:txBody>
        </p:sp>
        <p:sp>
          <p:nvSpPr>
            <p:cNvPr id="1841" name="Freeform: Shape 1840"/>
            <p:cNvSpPr/>
            <p:nvPr/>
          </p:nvSpPr>
          <p:spPr>
            <a:xfrm>
              <a:off x="6942109" y="954909"/>
              <a:ext cx="100712" cy="115203"/>
            </a:xfrm>
            <a:custGeom>
              <a:avLst/>
              <a:gdLst>
                <a:gd name="connsiteX0" fmla="*/ 13452 w 100712"/>
                <a:gd name="connsiteY0" fmla="*/ 68759 h 115203"/>
                <a:gd name="connsiteX1" fmla="*/ 537 w 100712"/>
                <a:gd name="connsiteY1" fmla="*/ 107505 h 115203"/>
                <a:gd name="connsiteX2" fmla="*/ 3703 w 100712"/>
                <a:gd name="connsiteY2" fmla="*/ 114505 h 115203"/>
                <a:gd name="connsiteX3" fmla="*/ 38367 w 100712"/>
                <a:gd name="connsiteY3" fmla="*/ 110672 h 115203"/>
                <a:gd name="connsiteX4" fmla="*/ 81863 w 100712"/>
                <a:gd name="connsiteY4" fmla="*/ 87090 h 115203"/>
                <a:gd name="connsiteX5" fmla="*/ 98695 w 100712"/>
                <a:gd name="connsiteY5" fmla="*/ 41678 h 115203"/>
                <a:gd name="connsiteX6" fmla="*/ 97445 w 100712"/>
                <a:gd name="connsiteY6" fmla="*/ 6931 h 115203"/>
                <a:gd name="connsiteX7" fmla="*/ 95695 w 100712"/>
                <a:gd name="connsiteY7" fmla="*/ 2765 h 115203"/>
                <a:gd name="connsiteX8" fmla="*/ 95112 w 100712"/>
                <a:gd name="connsiteY8" fmla="*/ 1431 h 115203"/>
                <a:gd name="connsiteX9" fmla="*/ 89612 w 100712"/>
                <a:gd name="connsiteY9" fmla="*/ 2515 h 115203"/>
                <a:gd name="connsiteX10" fmla="*/ 32534 w 100712"/>
                <a:gd name="connsiteY10" fmla="*/ 37678 h 115203"/>
                <a:gd name="connsiteX11" fmla="*/ 13452 w 100712"/>
                <a:gd name="connsiteY11" fmla="*/ 68759 h 115203"/>
                <a:gd name="connsiteX12" fmla="*/ 13452 w 100712"/>
                <a:gd name="connsiteY12" fmla="*/ 68759 h 115203"/>
                <a:gd name="connsiteX13" fmla="*/ 33284 w 100712"/>
                <a:gd name="connsiteY13" fmla="*/ 50344 h 115203"/>
                <a:gd name="connsiteX14" fmla="*/ 82779 w 100712"/>
                <a:gd name="connsiteY14" fmla="*/ 13430 h 115203"/>
                <a:gd name="connsiteX15" fmla="*/ 75530 w 100712"/>
                <a:gd name="connsiteY15" fmla="*/ 33262 h 115203"/>
                <a:gd name="connsiteX16" fmla="*/ 44866 w 100712"/>
                <a:gd name="connsiteY16" fmla="*/ 76591 h 115203"/>
                <a:gd name="connsiteX17" fmla="*/ 48199 w 100712"/>
                <a:gd name="connsiteY17" fmla="*/ 80674 h 115203"/>
                <a:gd name="connsiteX18" fmla="*/ 74447 w 100712"/>
                <a:gd name="connsiteY18" fmla="*/ 50927 h 115203"/>
                <a:gd name="connsiteX19" fmla="*/ 84446 w 100712"/>
                <a:gd name="connsiteY19" fmla="*/ 31929 h 115203"/>
                <a:gd name="connsiteX20" fmla="*/ 91946 w 100712"/>
                <a:gd name="connsiteY20" fmla="*/ 13680 h 115203"/>
                <a:gd name="connsiteX21" fmla="*/ 73364 w 100712"/>
                <a:gd name="connsiteY21" fmla="*/ 82757 h 115203"/>
                <a:gd name="connsiteX22" fmla="*/ 35617 w 100712"/>
                <a:gd name="connsiteY22" fmla="*/ 101589 h 115203"/>
                <a:gd name="connsiteX23" fmla="*/ 11703 w 100712"/>
                <a:gd name="connsiteY23" fmla="*/ 105505 h 115203"/>
                <a:gd name="connsiteX24" fmla="*/ 33284 w 100712"/>
                <a:gd name="connsiteY24" fmla="*/ 50344 h 115203"/>
                <a:gd name="connsiteX25" fmla="*/ 33284 w 100712"/>
                <a:gd name="connsiteY25" fmla="*/ 50344 h 115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00712" h="115203">
                  <a:moveTo>
                    <a:pt x="13452" y="68759"/>
                  </a:moveTo>
                  <a:cubicBezTo>
                    <a:pt x="8369" y="81507"/>
                    <a:pt x="6619" y="95090"/>
                    <a:pt x="537" y="107505"/>
                  </a:cubicBezTo>
                  <a:cubicBezTo>
                    <a:pt x="-880" y="110338"/>
                    <a:pt x="620" y="113755"/>
                    <a:pt x="3703" y="114505"/>
                  </a:cubicBezTo>
                  <a:cubicBezTo>
                    <a:pt x="13619" y="116838"/>
                    <a:pt x="28368" y="112755"/>
                    <a:pt x="38367" y="110672"/>
                  </a:cubicBezTo>
                  <a:cubicBezTo>
                    <a:pt x="55115" y="107172"/>
                    <a:pt x="71280" y="101422"/>
                    <a:pt x="81863" y="87090"/>
                  </a:cubicBezTo>
                  <a:cubicBezTo>
                    <a:pt x="91279" y="74341"/>
                    <a:pt x="95278" y="56843"/>
                    <a:pt x="98695" y="41678"/>
                  </a:cubicBezTo>
                  <a:cubicBezTo>
                    <a:pt x="101528" y="29346"/>
                    <a:pt x="101611" y="18263"/>
                    <a:pt x="97445" y="6931"/>
                  </a:cubicBezTo>
                  <a:cubicBezTo>
                    <a:pt x="97695" y="5431"/>
                    <a:pt x="96945" y="3764"/>
                    <a:pt x="95695" y="2765"/>
                  </a:cubicBezTo>
                  <a:cubicBezTo>
                    <a:pt x="95528" y="2348"/>
                    <a:pt x="95362" y="1848"/>
                    <a:pt x="95112" y="1431"/>
                  </a:cubicBezTo>
                  <a:cubicBezTo>
                    <a:pt x="93862" y="-1152"/>
                    <a:pt x="90112" y="98"/>
                    <a:pt x="89612" y="2515"/>
                  </a:cubicBezTo>
                  <a:cubicBezTo>
                    <a:pt x="67114" y="8097"/>
                    <a:pt x="47616" y="20013"/>
                    <a:pt x="32534" y="37678"/>
                  </a:cubicBezTo>
                  <a:cubicBezTo>
                    <a:pt x="24785" y="46927"/>
                    <a:pt x="17952" y="57426"/>
                    <a:pt x="13452" y="68759"/>
                  </a:cubicBezTo>
                  <a:lnTo>
                    <a:pt x="13452" y="68759"/>
                  </a:lnTo>
                  <a:close/>
                  <a:moveTo>
                    <a:pt x="33284" y="50344"/>
                  </a:moveTo>
                  <a:cubicBezTo>
                    <a:pt x="45950" y="32512"/>
                    <a:pt x="62615" y="20096"/>
                    <a:pt x="82779" y="13430"/>
                  </a:cubicBezTo>
                  <a:cubicBezTo>
                    <a:pt x="79863" y="20096"/>
                    <a:pt x="77946" y="27929"/>
                    <a:pt x="75530" y="33262"/>
                  </a:cubicBezTo>
                  <a:cubicBezTo>
                    <a:pt x="67614" y="50260"/>
                    <a:pt x="58115" y="63343"/>
                    <a:pt x="44866" y="76591"/>
                  </a:cubicBezTo>
                  <a:cubicBezTo>
                    <a:pt x="42783" y="78674"/>
                    <a:pt x="45699" y="82507"/>
                    <a:pt x="48199" y="80674"/>
                  </a:cubicBezTo>
                  <a:cubicBezTo>
                    <a:pt x="59365" y="72592"/>
                    <a:pt x="67697" y="62926"/>
                    <a:pt x="74447" y="50927"/>
                  </a:cubicBezTo>
                  <a:cubicBezTo>
                    <a:pt x="77946" y="44677"/>
                    <a:pt x="81363" y="38345"/>
                    <a:pt x="84446" y="31929"/>
                  </a:cubicBezTo>
                  <a:cubicBezTo>
                    <a:pt x="86446" y="27846"/>
                    <a:pt x="88612" y="19097"/>
                    <a:pt x="91946" y="13680"/>
                  </a:cubicBezTo>
                  <a:cubicBezTo>
                    <a:pt x="94778" y="36012"/>
                    <a:pt x="85779" y="67092"/>
                    <a:pt x="73364" y="82757"/>
                  </a:cubicBezTo>
                  <a:cubicBezTo>
                    <a:pt x="64114" y="94506"/>
                    <a:pt x="49616" y="98839"/>
                    <a:pt x="35617" y="101589"/>
                  </a:cubicBezTo>
                  <a:cubicBezTo>
                    <a:pt x="29701" y="102756"/>
                    <a:pt x="19535" y="105339"/>
                    <a:pt x="11703" y="105505"/>
                  </a:cubicBezTo>
                  <a:cubicBezTo>
                    <a:pt x="18785" y="86674"/>
                    <a:pt x="21119" y="67509"/>
                    <a:pt x="33284" y="50344"/>
                  </a:cubicBezTo>
                  <a:lnTo>
                    <a:pt x="33284" y="50344"/>
                  </a:lnTo>
                  <a:close/>
                </a:path>
              </a:pathLst>
            </a:custGeom>
            <a:grpFill/>
            <a:ln w="8332" cap="flat">
              <a:noFill/>
              <a:prstDash val="solid"/>
              <a:miter/>
            </a:ln>
          </p:spPr>
          <p:txBody>
            <a:bodyPr rtlCol="0" anchor="ctr"/>
            <a:lstStyle/>
            <a:p>
              <a:endParaRPr lang="en-US"/>
            </a:p>
          </p:txBody>
        </p:sp>
        <p:sp>
          <p:nvSpPr>
            <p:cNvPr id="1842" name="Freeform: Shape 1841"/>
            <p:cNvSpPr/>
            <p:nvPr/>
          </p:nvSpPr>
          <p:spPr>
            <a:xfrm>
              <a:off x="7040813" y="695904"/>
              <a:ext cx="52888" cy="58486"/>
            </a:xfrm>
            <a:custGeom>
              <a:avLst/>
              <a:gdLst>
                <a:gd name="connsiteX0" fmla="*/ 23989 w 52888"/>
                <a:gd name="connsiteY0" fmla="*/ 58372 h 58486"/>
                <a:gd name="connsiteX1" fmla="*/ 49069 w 52888"/>
                <a:gd name="connsiteY1" fmla="*/ 40957 h 58486"/>
                <a:gd name="connsiteX2" fmla="*/ 52819 w 52888"/>
                <a:gd name="connsiteY2" fmla="*/ 30541 h 58486"/>
                <a:gd name="connsiteX3" fmla="*/ 52736 w 52888"/>
                <a:gd name="connsiteY3" fmla="*/ 29708 h 58486"/>
                <a:gd name="connsiteX4" fmla="*/ 51236 w 52888"/>
                <a:gd name="connsiteY4" fmla="*/ 17625 h 58486"/>
                <a:gd name="connsiteX5" fmla="*/ 5157 w 52888"/>
                <a:gd name="connsiteY5" fmla="*/ 11376 h 58486"/>
                <a:gd name="connsiteX6" fmla="*/ 23989 w 52888"/>
                <a:gd name="connsiteY6" fmla="*/ 58372 h 58486"/>
                <a:gd name="connsiteX7" fmla="*/ 23989 w 52888"/>
                <a:gd name="connsiteY7" fmla="*/ 58372 h 58486"/>
                <a:gd name="connsiteX8" fmla="*/ 41654 w 52888"/>
                <a:gd name="connsiteY8" fmla="*/ 18542 h 58486"/>
                <a:gd name="connsiteX9" fmla="*/ 44403 w 52888"/>
                <a:gd name="connsiteY9" fmla="*/ 24708 h 58486"/>
                <a:gd name="connsiteX10" fmla="*/ 40820 w 52888"/>
                <a:gd name="connsiteY10" fmla="*/ 39957 h 58486"/>
                <a:gd name="connsiteX11" fmla="*/ 37404 w 52888"/>
                <a:gd name="connsiteY11" fmla="*/ 43123 h 58486"/>
                <a:gd name="connsiteX12" fmla="*/ 35321 w 52888"/>
                <a:gd name="connsiteY12" fmla="*/ 44790 h 58486"/>
                <a:gd name="connsiteX13" fmla="*/ 25071 w 52888"/>
                <a:gd name="connsiteY13" fmla="*/ 49623 h 58486"/>
                <a:gd name="connsiteX14" fmla="*/ 12739 w 52888"/>
                <a:gd name="connsiteY14" fmla="*/ 43623 h 58486"/>
                <a:gd name="connsiteX15" fmla="*/ 9907 w 52888"/>
                <a:gd name="connsiteY15" fmla="*/ 21708 h 58486"/>
                <a:gd name="connsiteX16" fmla="*/ 41654 w 52888"/>
                <a:gd name="connsiteY16" fmla="*/ 18542 h 58486"/>
                <a:gd name="connsiteX17" fmla="*/ 41654 w 52888"/>
                <a:gd name="connsiteY17" fmla="*/ 18542 h 58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2888" h="58486">
                  <a:moveTo>
                    <a:pt x="23989" y="58372"/>
                  </a:moveTo>
                  <a:cubicBezTo>
                    <a:pt x="34404" y="57372"/>
                    <a:pt x="43153" y="49039"/>
                    <a:pt x="49069" y="40957"/>
                  </a:cubicBezTo>
                  <a:cubicBezTo>
                    <a:pt x="51403" y="37790"/>
                    <a:pt x="52902" y="34624"/>
                    <a:pt x="52819" y="30541"/>
                  </a:cubicBezTo>
                  <a:cubicBezTo>
                    <a:pt x="52819" y="30291"/>
                    <a:pt x="52736" y="29958"/>
                    <a:pt x="52736" y="29708"/>
                  </a:cubicBezTo>
                  <a:cubicBezTo>
                    <a:pt x="53153" y="25708"/>
                    <a:pt x="52736" y="21542"/>
                    <a:pt x="51236" y="17625"/>
                  </a:cubicBezTo>
                  <a:cubicBezTo>
                    <a:pt x="43487" y="-2206"/>
                    <a:pt x="17239" y="-6706"/>
                    <a:pt x="5157" y="11376"/>
                  </a:cubicBezTo>
                  <a:cubicBezTo>
                    <a:pt x="-5259" y="26958"/>
                    <a:pt x="-343" y="60705"/>
                    <a:pt x="23989" y="58372"/>
                  </a:cubicBezTo>
                  <a:lnTo>
                    <a:pt x="23989" y="58372"/>
                  </a:lnTo>
                  <a:close/>
                  <a:moveTo>
                    <a:pt x="41654" y="18542"/>
                  </a:moveTo>
                  <a:cubicBezTo>
                    <a:pt x="41820" y="21125"/>
                    <a:pt x="43237" y="22542"/>
                    <a:pt x="44403" y="24708"/>
                  </a:cubicBezTo>
                  <a:cubicBezTo>
                    <a:pt x="45986" y="30624"/>
                    <a:pt x="44320" y="35790"/>
                    <a:pt x="40820" y="39957"/>
                  </a:cubicBezTo>
                  <a:cubicBezTo>
                    <a:pt x="39653" y="41040"/>
                    <a:pt x="38487" y="42123"/>
                    <a:pt x="37404" y="43123"/>
                  </a:cubicBezTo>
                  <a:cubicBezTo>
                    <a:pt x="36737" y="43706"/>
                    <a:pt x="35988" y="44290"/>
                    <a:pt x="35321" y="44790"/>
                  </a:cubicBezTo>
                  <a:cubicBezTo>
                    <a:pt x="32238" y="46873"/>
                    <a:pt x="28655" y="48539"/>
                    <a:pt x="25071" y="49623"/>
                  </a:cubicBezTo>
                  <a:cubicBezTo>
                    <a:pt x="20572" y="50289"/>
                    <a:pt x="16239" y="48873"/>
                    <a:pt x="12739" y="43623"/>
                  </a:cubicBezTo>
                  <a:cubicBezTo>
                    <a:pt x="8323" y="36957"/>
                    <a:pt x="7157" y="29124"/>
                    <a:pt x="9907" y="21708"/>
                  </a:cubicBezTo>
                  <a:cubicBezTo>
                    <a:pt x="15489" y="6710"/>
                    <a:pt x="33487" y="6210"/>
                    <a:pt x="41654" y="18542"/>
                  </a:cubicBezTo>
                  <a:lnTo>
                    <a:pt x="41654" y="18542"/>
                  </a:lnTo>
                  <a:close/>
                </a:path>
              </a:pathLst>
            </a:custGeom>
            <a:grpFill/>
            <a:ln w="8332" cap="flat">
              <a:noFill/>
              <a:prstDash val="solid"/>
              <a:miter/>
            </a:ln>
          </p:spPr>
          <p:txBody>
            <a:bodyPr rtlCol="0" anchor="ctr"/>
            <a:lstStyle/>
            <a:p>
              <a:endParaRPr lang="en-US"/>
            </a:p>
          </p:txBody>
        </p:sp>
        <p:sp>
          <p:nvSpPr>
            <p:cNvPr id="1843" name="Freeform: Shape 1842"/>
            <p:cNvSpPr/>
            <p:nvPr/>
          </p:nvSpPr>
          <p:spPr>
            <a:xfrm>
              <a:off x="7016565" y="882387"/>
              <a:ext cx="52888" cy="58479"/>
            </a:xfrm>
            <a:custGeom>
              <a:avLst/>
              <a:gdLst>
                <a:gd name="connsiteX0" fmla="*/ 23989 w 52888"/>
                <a:gd name="connsiteY0" fmla="*/ 58372 h 58479"/>
                <a:gd name="connsiteX1" fmla="*/ 49070 w 52888"/>
                <a:gd name="connsiteY1" fmla="*/ 40957 h 58479"/>
                <a:gd name="connsiteX2" fmla="*/ 52819 w 52888"/>
                <a:gd name="connsiteY2" fmla="*/ 30541 h 58479"/>
                <a:gd name="connsiteX3" fmla="*/ 52736 w 52888"/>
                <a:gd name="connsiteY3" fmla="*/ 29708 h 58479"/>
                <a:gd name="connsiteX4" fmla="*/ 51236 w 52888"/>
                <a:gd name="connsiteY4" fmla="*/ 17625 h 58479"/>
                <a:gd name="connsiteX5" fmla="*/ 5157 w 52888"/>
                <a:gd name="connsiteY5" fmla="*/ 11376 h 58479"/>
                <a:gd name="connsiteX6" fmla="*/ 23989 w 52888"/>
                <a:gd name="connsiteY6" fmla="*/ 58372 h 58479"/>
                <a:gd name="connsiteX7" fmla="*/ 23989 w 52888"/>
                <a:gd name="connsiteY7" fmla="*/ 58372 h 58479"/>
                <a:gd name="connsiteX8" fmla="*/ 41654 w 52888"/>
                <a:gd name="connsiteY8" fmla="*/ 18542 h 58479"/>
                <a:gd name="connsiteX9" fmla="*/ 44403 w 52888"/>
                <a:gd name="connsiteY9" fmla="*/ 24708 h 58479"/>
                <a:gd name="connsiteX10" fmla="*/ 40821 w 52888"/>
                <a:gd name="connsiteY10" fmla="*/ 39957 h 58479"/>
                <a:gd name="connsiteX11" fmla="*/ 37404 w 52888"/>
                <a:gd name="connsiteY11" fmla="*/ 43123 h 58479"/>
                <a:gd name="connsiteX12" fmla="*/ 35321 w 52888"/>
                <a:gd name="connsiteY12" fmla="*/ 44790 h 58479"/>
                <a:gd name="connsiteX13" fmla="*/ 25072 w 52888"/>
                <a:gd name="connsiteY13" fmla="*/ 49622 h 58479"/>
                <a:gd name="connsiteX14" fmla="*/ 12740 w 52888"/>
                <a:gd name="connsiteY14" fmla="*/ 43623 h 58479"/>
                <a:gd name="connsiteX15" fmla="*/ 9906 w 52888"/>
                <a:gd name="connsiteY15" fmla="*/ 21708 h 58479"/>
                <a:gd name="connsiteX16" fmla="*/ 41654 w 52888"/>
                <a:gd name="connsiteY16" fmla="*/ 18542 h 58479"/>
                <a:gd name="connsiteX17" fmla="*/ 41654 w 52888"/>
                <a:gd name="connsiteY17" fmla="*/ 18542 h 58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2888" h="58479">
                  <a:moveTo>
                    <a:pt x="23989" y="58372"/>
                  </a:moveTo>
                  <a:cubicBezTo>
                    <a:pt x="34404" y="57372"/>
                    <a:pt x="43153" y="49039"/>
                    <a:pt x="49070" y="40957"/>
                  </a:cubicBezTo>
                  <a:cubicBezTo>
                    <a:pt x="51403" y="37790"/>
                    <a:pt x="52903" y="34624"/>
                    <a:pt x="52819" y="30541"/>
                  </a:cubicBezTo>
                  <a:cubicBezTo>
                    <a:pt x="52819" y="30291"/>
                    <a:pt x="52736" y="29958"/>
                    <a:pt x="52736" y="29708"/>
                  </a:cubicBezTo>
                  <a:cubicBezTo>
                    <a:pt x="53153" y="25708"/>
                    <a:pt x="52736" y="21542"/>
                    <a:pt x="51236" y="17625"/>
                  </a:cubicBezTo>
                  <a:cubicBezTo>
                    <a:pt x="43487" y="-2206"/>
                    <a:pt x="17239" y="-6706"/>
                    <a:pt x="5157" y="11376"/>
                  </a:cubicBezTo>
                  <a:cubicBezTo>
                    <a:pt x="-5259" y="26958"/>
                    <a:pt x="-342" y="60622"/>
                    <a:pt x="23989" y="58372"/>
                  </a:cubicBezTo>
                  <a:lnTo>
                    <a:pt x="23989" y="58372"/>
                  </a:lnTo>
                  <a:close/>
                  <a:moveTo>
                    <a:pt x="41654" y="18542"/>
                  </a:moveTo>
                  <a:cubicBezTo>
                    <a:pt x="41820" y="21125"/>
                    <a:pt x="43237" y="22542"/>
                    <a:pt x="44403" y="24708"/>
                  </a:cubicBezTo>
                  <a:cubicBezTo>
                    <a:pt x="45987" y="30624"/>
                    <a:pt x="44320" y="35790"/>
                    <a:pt x="40821" y="39957"/>
                  </a:cubicBezTo>
                  <a:cubicBezTo>
                    <a:pt x="39654" y="41040"/>
                    <a:pt x="38487" y="42123"/>
                    <a:pt x="37404" y="43123"/>
                  </a:cubicBezTo>
                  <a:cubicBezTo>
                    <a:pt x="36738" y="43706"/>
                    <a:pt x="35987" y="44290"/>
                    <a:pt x="35321" y="44790"/>
                  </a:cubicBezTo>
                  <a:cubicBezTo>
                    <a:pt x="32238" y="46873"/>
                    <a:pt x="28655" y="48539"/>
                    <a:pt x="25072" y="49622"/>
                  </a:cubicBezTo>
                  <a:cubicBezTo>
                    <a:pt x="20572" y="50289"/>
                    <a:pt x="16239" y="48873"/>
                    <a:pt x="12740" y="43623"/>
                  </a:cubicBezTo>
                  <a:cubicBezTo>
                    <a:pt x="8323" y="36957"/>
                    <a:pt x="7157" y="29124"/>
                    <a:pt x="9906" y="21708"/>
                  </a:cubicBezTo>
                  <a:cubicBezTo>
                    <a:pt x="15489" y="6710"/>
                    <a:pt x="33571" y="6210"/>
                    <a:pt x="41654" y="18542"/>
                  </a:cubicBezTo>
                  <a:lnTo>
                    <a:pt x="41654" y="18542"/>
                  </a:lnTo>
                  <a:close/>
                </a:path>
              </a:pathLst>
            </a:custGeom>
            <a:grpFill/>
            <a:ln w="8332" cap="flat">
              <a:noFill/>
              <a:prstDash val="solid"/>
              <a:miter/>
            </a:ln>
          </p:spPr>
          <p:txBody>
            <a:bodyPr rtlCol="0" anchor="ctr"/>
            <a:lstStyle/>
            <a:p>
              <a:endParaRPr lang="en-US"/>
            </a:p>
          </p:txBody>
        </p:sp>
        <p:sp>
          <p:nvSpPr>
            <p:cNvPr id="1844" name="Freeform: Shape 1843"/>
            <p:cNvSpPr/>
            <p:nvPr/>
          </p:nvSpPr>
          <p:spPr>
            <a:xfrm>
              <a:off x="6937156" y="1077120"/>
              <a:ext cx="52888" cy="58479"/>
            </a:xfrm>
            <a:custGeom>
              <a:avLst/>
              <a:gdLst>
                <a:gd name="connsiteX0" fmla="*/ 23989 w 52888"/>
                <a:gd name="connsiteY0" fmla="*/ 58372 h 58479"/>
                <a:gd name="connsiteX1" fmla="*/ 49069 w 52888"/>
                <a:gd name="connsiteY1" fmla="*/ 40957 h 58479"/>
                <a:gd name="connsiteX2" fmla="*/ 52819 w 52888"/>
                <a:gd name="connsiteY2" fmla="*/ 30541 h 58479"/>
                <a:gd name="connsiteX3" fmla="*/ 52736 w 52888"/>
                <a:gd name="connsiteY3" fmla="*/ 29708 h 58479"/>
                <a:gd name="connsiteX4" fmla="*/ 51236 w 52888"/>
                <a:gd name="connsiteY4" fmla="*/ 17625 h 58479"/>
                <a:gd name="connsiteX5" fmla="*/ 5157 w 52888"/>
                <a:gd name="connsiteY5" fmla="*/ 11376 h 58479"/>
                <a:gd name="connsiteX6" fmla="*/ 23989 w 52888"/>
                <a:gd name="connsiteY6" fmla="*/ 58372 h 58479"/>
                <a:gd name="connsiteX7" fmla="*/ 23989 w 52888"/>
                <a:gd name="connsiteY7" fmla="*/ 58372 h 58479"/>
                <a:gd name="connsiteX8" fmla="*/ 41654 w 52888"/>
                <a:gd name="connsiteY8" fmla="*/ 18459 h 58479"/>
                <a:gd name="connsiteX9" fmla="*/ 44403 w 52888"/>
                <a:gd name="connsiteY9" fmla="*/ 24625 h 58479"/>
                <a:gd name="connsiteX10" fmla="*/ 40820 w 52888"/>
                <a:gd name="connsiteY10" fmla="*/ 39873 h 58479"/>
                <a:gd name="connsiteX11" fmla="*/ 37404 w 52888"/>
                <a:gd name="connsiteY11" fmla="*/ 43040 h 58479"/>
                <a:gd name="connsiteX12" fmla="*/ 35321 w 52888"/>
                <a:gd name="connsiteY12" fmla="*/ 44706 h 58479"/>
                <a:gd name="connsiteX13" fmla="*/ 25072 w 52888"/>
                <a:gd name="connsiteY13" fmla="*/ 49539 h 58479"/>
                <a:gd name="connsiteX14" fmla="*/ 12739 w 52888"/>
                <a:gd name="connsiteY14" fmla="*/ 43540 h 58479"/>
                <a:gd name="connsiteX15" fmla="*/ 9907 w 52888"/>
                <a:gd name="connsiteY15" fmla="*/ 21625 h 58479"/>
                <a:gd name="connsiteX16" fmla="*/ 41654 w 52888"/>
                <a:gd name="connsiteY16" fmla="*/ 18459 h 58479"/>
                <a:gd name="connsiteX17" fmla="*/ 41654 w 52888"/>
                <a:gd name="connsiteY17" fmla="*/ 18459 h 58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2888" h="58479">
                  <a:moveTo>
                    <a:pt x="23989" y="58372"/>
                  </a:moveTo>
                  <a:cubicBezTo>
                    <a:pt x="34404" y="57372"/>
                    <a:pt x="43153" y="49039"/>
                    <a:pt x="49069" y="40957"/>
                  </a:cubicBezTo>
                  <a:cubicBezTo>
                    <a:pt x="51403" y="37790"/>
                    <a:pt x="52902" y="34624"/>
                    <a:pt x="52819" y="30541"/>
                  </a:cubicBezTo>
                  <a:cubicBezTo>
                    <a:pt x="52819" y="30291"/>
                    <a:pt x="52736" y="30041"/>
                    <a:pt x="52736" y="29708"/>
                  </a:cubicBezTo>
                  <a:cubicBezTo>
                    <a:pt x="53153" y="25708"/>
                    <a:pt x="52736" y="21542"/>
                    <a:pt x="51236" y="17625"/>
                  </a:cubicBezTo>
                  <a:cubicBezTo>
                    <a:pt x="43487" y="-2206"/>
                    <a:pt x="17239" y="-6706"/>
                    <a:pt x="5157" y="11376"/>
                  </a:cubicBezTo>
                  <a:cubicBezTo>
                    <a:pt x="-5259" y="26958"/>
                    <a:pt x="-343" y="60621"/>
                    <a:pt x="23989" y="58372"/>
                  </a:cubicBezTo>
                  <a:lnTo>
                    <a:pt x="23989" y="58372"/>
                  </a:lnTo>
                  <a:close/>
                  <a:moveTo>
                    <a:pt x="41654" y="18459"/>
                  </a:moveTo>
                  <a:cubicBezTo>
                    <a:pt x="41820" y="21042"/>
                    <a:pt x="43237" y="22458"/>
                    <a:pt x="44403" y="24625"/>
                  </a:cubicBezTo>
                  <a:cubicBezTo>
                    <a:pt x="45986" y="30541"/>
                    <a:pt x="44320" y="35707"/>
                    <a:pt x="40820" y="39873"/>
                  </a:cubicBezTo>
                  <a:cubicBezTo>
                    <a:pt x="39654" y="40957"/>
                    <a:pt x="38487" y="42040"/>
                    <a:pt x="37404" y="43040"/>
                  </a:cubicBezTo>
                  <a:cubicBezTo>
                    <a:pt x="36737" y="43623"/>
                    <a:pt x="35988" y="44206"/>
                    <a:pt x="35321" y="44706"/>
                  </a:cubicBezTo>
                  <a:cubicBezTo>
                    <a:pt x="32238" y="46789"/>
                    <a:pt x="28655" y="48456"/>
                    <a:pt x="25072" y="49539"/>
                  </a:cubicBezTo>
                  <a:cubicBezTo>
                    <a:pt x="20572" y="50206"/>
                    <a:pt x="16239" y="48789"/>
                    <a:pt x="12739" y="43540"/>
                  </a:cubicBezTo>
                  <a:cubicBezTo>
                    <a:pt x="8323" y="36874"/>
                    <a:pt x="7157" y="29041"/>
                    <a:pt x="9907" y="21625"/>
                  </a:cubicBezTo>
                  <a:cubicBezTo>
                    <a:pt x="15489" y="6626"/>
                    <a:pt x="33571" y="6210"/>
                    <a:pt x="41654" y="18459"/>
                  </a:cubicBezTo>
                  <a:lnTo>
                    <a:pt x="41654" y="18459"/>
                  </a:lnTo>
                  <a:close/>
                </a:path>
              </a:pathLst>
            </a:custGeom>
            <a:grpFill/>
            <a:ln w="8332" cap="flat">
              <a:noFill/>
              <a:prstDash val="solid"/>
              <a:miter/>
            </a:ln>
          </p:spPr>
          <p:txBody>
            <a:bodyPr rtlCol="0" anchor="ctr"/>
            <a:lstStyle/>
            <a:p>
              <a:endParaRPr lang="en-US"/>
            </a:p>
          </p:txBody>
        </p:sp>
        <p:sp>
          <p:nvSpPr>
            <p:cNvPr id="1845" name="Freeform: Shape 1844"/>
            <p:cNvSpPr/>
            <p:nvPr/>
          </p:nvSpPr>
          <p:spPr>
            <a:xfrm>
              <a:off x="6985763" y="625744"/>
              <a:ext cx="52943" cy="58479"/>
            </a:xfrm>
            <a:custGeom>
              <a:avLst/>
              <a:gdLst>
                <a:gd name="connsiteX0" fmla="*/ 24044 w 52943"/>
                <a:gd name="connsiteY0" fmla="*/ 58372 h 58479"/>
                <a:gd name="connsiteX1" fmla="*/ 49125 w 52943"/>
                <a:gd name="connsiteY1" fmla="*/ 40957 h 58479"/>
                <a:gd name="connsiteX2" fmla="*/ 52874 w 52943"/>
                <a:gd name="connsiteY2" fmla="*/ 30541 h 58479"/>
                <a:gd name="connsiteX3" fmla="*/ 52791 w 52943"/>
                <a:gd name="connsiteY3" fmla="*/ 29708 h 58479"/>
                <a:gd name="connsiteX4" fmla="*/ 51291 w 52943"/>
                <a:gd name="connsiteY4" fmla="*/ 17625 h 58479"/>
                <a:gd name="connsiteX5" fmla="*/ 5212 w 52943"/>
                <a:gd name="connsiteY5" fmla="*/ 11376 h 58479"/>
                <a:gd name="connsiteX6" fmla="*/ 24044 w 52943"/>
                <a:gd name="connsiteY6" fmla="*/ 58372 h 58479"/>
                <a:gd name="connsiteX7" fmla="*/ 24044 w 52943"/>
                <a:gd name="connsiteY7" fmla="*/ 58372 h 58479"/>
                <a:gd name="connsiteX8" fmla="*/ 41709 w 52943"/>
                <a:gd name="connsiteY8" fmla="*/ 18542 h 58479"/>
                <a:gd name="connsiteX9" fmla="*/ 44458 w 52943"/>
                <a:gd name="connsiteY9" fmla="*/ 24708 h 58479"/>
                <a:gd name="connsiteX10" fmla="*/ 40876 w 52943"/>
                <a:gd name="connsiteY10" fmla="*/ 39957 h 58479"/>
                <a:gd name="connsiteX11" fmla="*/ 37459 w 52943"/>
                <a:gd name="connsiteY11" fmla="*/ 43123 h 58479"/>
                <a:gd name="connsiteX12" fmla="*/ 35376 w 52943"/>
                <a:gd name="connsiteY12" fmla="*/ 44790 h 58479"/>
                <a:gd name="connsiteX13" fmla="*/ 25127 w 52943"/>
                <a:gd name="connsiteY13" fmla="*/ 49622 h 58479"/>
                <a:gd name="connsiteX14" fmla="*/ 12795 w 52943"/>
                <a:gd name="connsiteY14" fmla="*/ 43623 h 58479"/>
                <a:gd name="connsiteX15" fmla="*/ 9961 w 52943"/>
                <a:gd name="connsiteY15" fmla="*/ 21708 h 58479"/>
                <a:gd name="connsiteX16" fmla="*/ 41709 w 52943"/>
                <a:gd name="connsiteY16" fmla="*/ 18542 h 58479"/>
                <a:gd name="connsiteX17" fmla="*/ 41709 w 52943"/>
                <a:gd name="connsiteY17" fmla="*/ 18542 h 58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2943" h="58479">
                  <a:moveTo>
                    <a:pt x="24044" y="58372"/>
                  </a:moveTo>
                  <a:cubicBezTo>
                    <a:pt x="34459" y="57372"/>
                    <a:pt x="43208" y="49039"/>
                    <a:pt x="49125" y="40957"/>
                  </a:cubicBezTo>
                  <a:cubicBezTo>
                    <a:pt x="51458" y="37790"/>
                    <a:pt x="52958" y="34624"/>
                    <a:pt x="52874" y="30541"/>
                  </a:cubicBezTo>
                  <a:cubicBezTo>
                    <a:pt x="52874" y="30291"/>
                    <a:pt x="52791" y="29958"/>
                    <a:pt x="52791" y="29708"/>
                  </a:cubicBezTo>
                  <a:cubicBezTo>
                    <a:pt x="53208" y="25708"/>
                    <a:pt x="52791" y="21542"/>
                    <a:pt x="51291" y="17625"/>
                  </a:cubicBezTo>
                  <a:cubicBezTo>
                    <a:pt x="43542" y="-2206"/>
                    <a:pt x="17294" y="-6706"/>
                    <a:pt x="5212" y="11376"/>
                  </a:cubicBezTo>
                  <a:cubicBezTo>
                    <a:pt x="-5287" y="27041"/>
                    <a:pt x="-371" y="60622"/>
                    <a:pt x="24044" y="58372"/>
                  </a:cubicBezTo>
                  <a:lnTo>
                    <a:pt x="24044" y="58372"/>
                  </a:lnTo>
                  <a:close/>
                  <a:moveTo>
                    <a:pt x="41709" y="18542"/>
                  </a:moveTo>
                  <a:cubicBezTo>
                    <a:pt x="41875" y="21125"/>
                    <a:pt x="43292" y="22542"/>
                    <a:pt x="44458" y="24708"/>
                  </a:cubicBezTo>
                  <a:cubicBezTo>
                    <a:pt x="46042" y="30624"/>
                    <a:pt x="44375" y="35790"/>
                    <a:pt x="40876" y="39957"/>
                  </a:cubicBezTo>
                  <a:cubicBezTo>
                    <a:pt x="39709" y="41040"/>
                    <a:pt x="38542" y="42123"/>
                    <a:pt x="37459" y="43123"/>
                  </a:cubicBezTo>
                  <a:cubicBezTo>
                    <a:pt x="36793" y="43706"/>
                    <a:pt x="36042" y="44290"/>
                    <a:pt x="35376" y="44790"/>
                  </a:cubicBezTo>
                  <a:cubicBezTo>
                    <a:pt x="32293" y="46873"/>
                    <a:pt x="28710" y="48539"/>
                    <a:pt x="25127" y="49622"/>
                  </a:cubicBezTo>
                  <a:cubicBezTo>
                    <a:pt x="20627" y="50289"/>
                    <a:pt x="16294" y="48873"/>
                    <a:pt x="12795" y="43623"/>
                  </a:cubicBezTo>
                  <a:cubicBezTo>
                    <a:pt x="8378" y="36957"/>
                    <a:pt x="7212" y="29124"/>
                    <a:pt x="9961" y="21708"/>
                  </a:cubicBezTo>
                  <a:cubicBezTo>
                    <a:pt x="15461" y="6710"/>
                    <a:pt x="33543" y="6210"/>
                    <a:pt x="41709" y="18542"/>
                  </a:cubicBezTo>
                  <a:lnTo>
                    <a:pt x="41709" y="18542"/>
                  </a:lnTo>
                  <a:close/>
                </a:path>
              </a:pathLst>
            </a:custGeom>
            <a:grpFill/>
            <a:ln w="8332" cap="flat">
              <a:noFill/>
              <a:prstDash val="solid"/>
              <a:miter/>
            </a:ln>
          </p:spPr>
          <p:txBody>
            <a:bodyPr rtlCol="0" anchor="ctr"/>
            <a:lstStyle/>
            <a:p>
              <a:endParaRPr lang="en-US"/>
            </a:p>
          </p:txBody>
        </p:sp>
        <p:sp>
          <p:nvSpPr>
            <p:cNvPr id="1846" name="Freeform: Shape 1845"/>
            <p:cNvSpPr/>
            <p:nvPr/>
          </p:nvSpPr>
          <p:spPr>
            <a:xfrm>
              <a:off x="7137643" y="684081"/>
              <a:ext cx="59270" cy="136197"/>
            </a:xfrm>
            <a:custGeom>
              <a:avLst/>
              <a:gdLst>
                <a:gd name="connsiteX0" fmla="*/ 9817 w 59270"/>
                <a:gd name="connsiteY0" fmla="*/ 40614 h 136197"/>
                <a:gd name="connsiteX1" fmla="*/ 26066 w 59270"/>
                <a:gd name="connsiteY1" fmla="*/ 76861 h 136197"/>
                <a:gd name="connsiteX2" fmla="*/ 30482 w 59270"/>
                <a:gd name="connsiteY2" fmla="*/ 108108 h 136197"/>
                <a:gd name="connsiteX3" fmla="*/ 44647 w 59270"/>
                <a:gd name="connsiteY3" fmla="*/ 136105 h 136197"/>
                <a:gd name="connsiteX4" fmla="*/ 59229 w 59270"/>
                <a:gd name="connsiteY4" fmla="*/ 104025 h 136197"/>
                <a:gd name="connsiteX5" fmla="*/ 58146 w 59270"/>
                <a:gd name="connsiteY5" fmla="*/ 76194 h 136197"/>
                <a:gd name="connsiteX6" fmla="*/ 57230 w 59270"/>
                <a:gd name="connsiteY6" fmla="*/ 60279 h 136197"/>
                <a:gd name="connsiteX7" fmla="*/ 41231 w 59270"/>
                <a:gd name="connsiteY7" fmla="*/ 15033 h 136197"/>
                <a:gd name="connsiteX8" fmla="*/ 4151 w 59270"/>
                <a:gd name="connsiteY8" fmla="*/ 4867 h 136197"/>
                <a:gd name="connsiteX9" fmla="*/ 9817 w 59270"/>
                <a:gd name="connsiteY9" fmla="*/ 40614 h 136197"/>
                <a:gd name="connsiteX10" fmla="*/ 9817 w 59270"/>
                <a:gd name="connsiteY10" fmla="*/ 40614 h 136197"/>
                <a:gd name="connsiteX11" fmla="*/ 17233 w 59270"/>
                <a:gd name="connsiteY11" fmla="*/ 10117 h 136197"/>
                <a:gd name="connsiteX12" fmla="*/ 45980 w 59270"/>
                <a:gd name="connsiteY12" fmla="*/ 47613 h 136197"/>
                <a:gd name="connsiteX13" fmla="*/ 49230 w 59270"/>
                <a:gd name="connsiteY13" fmla="*/ 67861 h 136197"/>
                <a:gd name="connsiteX14" fmla="*/ 50313 w 59270"/>
                <a:gd name="connsiteY14" fmla="*/ 84443 h 136197"/>
                <a:gd name="connsiteX15" fmla="*/ 51147 w 59270"/>
                <a:gd name="connsiteY15" fmla="*/ 104358 h 136197"/>
                <a:gd name="connsiteX16" fmla="*/ 49314 w 59270"/>
                <a:gd name="connsiteY16" fmla="*/ 119357 h 136197"/>
                <a:gd name="connsiteX17" fmla="*/ 39398 w 59270"/>
                <a:gd name="connsiteY17" fmla="*/ 118607 h 136197"/>
                <a:gd name="connsiteX18" fmla="*/ 38065 w 59270"/>
                <a:gd name="connsiteY18" fmla="*/ 97025 h 136197"/>
                <a:gd name="connsiteX19" fmla="*/ 35482 w 59270"/>
                <a:gd name="connsiteY19" fmla="*/ 76444 h 136197"/>
                <a:gd name="connsiteX20" fmla="*/ 27815 w 59270"/>
                <a:gd name="connsiteY20" fmla="*/ 49030 h 136197"/>
                <a:gd name="connsiteX21" fmla="*/ 19566 w 59270"/>
                <a:gd name="connsiteY21" fmla="*/ 38281 h 136197"/>
                <a:gd name="connsiteX22" fmla="*/ 17233 w 59270"/>
                <a:gd name="connsiteY22" fmla="*/ 10117 h 136197"/>
                <a:gd name="connsiteX23" fmla="*/ 17233 w 59270"/>
                <a:gd name="connsiteY23" fmla="*/ 10117 h 136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9270" h="136197">
                  <a:moveTo>
                    <a:pt x="9817" y="40614"/>
                  </a:moveTo>
                  <a:cubicBezTo>
                    <a:pt x="18566" y="52946"/>
                    <a:pt x="23649" y="61529"/>
                    <a:pt x="26066" y="76861"/>
                  </a:cubicBezTo>
                  <a:cubicBezTo>
                    <a:pt x="27732" y="87276"/>
                    <a:pt x="29482" y="97692"/>
                    <a:pt x="30482" y="108108"/>
                  </a:cubicBezTo>
                  <a:cubicBezTo>
                    <a:pt x="31232" y="116357"/>
                    <a:pt x="30649" y="137772"/>
                    <a:pt x="44647" y="136105"/>
                  </a:cubicBezTo>
                  <a:cubicBezTo>
                    <a:pt x="58063" y="134522"/>
                    <a:pt x="59063" y="113691"/>
                    <a:pt x="59229" y="104025"/>
                  </a:cubicBezTo>
                  <a:cubicBezTo>
                    <a:pt x="59396" y="94859"/>
                    <a:pt x="59063" y="85443"/>
                    <a:pt x="58146" y="76194"/>
                  </a:cubicBezTo>
                  <a:cubicBezTo>
                    <a:pt x="57896" y="70778"/>
                    <a:pt x="57563" y="65445"/>
                    <a:pt x="57230" y="60279"/>
                  </a:cubicBezTo>
                  <a:cubicBezTo>
                    <a:pt x="56146" y="43614"/>
                    <a:pt x="51813" y="28365"/>
                    <a:pt x="41231" y="15033"/>
                  </a:cubicBezTo>
                  <a:cubicBezTo>
                    <a:pt x="33565" y="5284"/>
                    <a:pt x="15567" y="-6965"/>
                    <a:pt x="4151" y="4867"/>
                  </a:cubicBezTo>
                  <a:cubicBezTo>
                    <a:pt x="-5265" y="14700"/>
                    <a:pt x="3401" y="31698"/>
                    <a:pt x="9817" y="40614"/>
                  </a:cubicBezTo>
                  <a:lnTo>
                    <a:pt x="9817" y="40614"/>
                  </a:lnTo>
                  <a:close/>
                  <a:moveTo>
                    <a:pt x="17233" y="10117"/>
                  </a:moveTo>
                  <a:cubicBezTo>
                    <a:pt x="32148" y="8783"/>
                    <a:pt x="43564" y="36198"/>
                    <a:pt x="45980" y="47613"/>
                  </a:cubicBezTo>
                  <a:cubicBezTo>
                    <a:pt x="47397" y="54113"/>
                    <a:pt x="48397" y="60945"/>
                    <a:pt x="49230" y="67861"/>
                  </a:cubicBezTo>
                  <a:cubicBezTo>
                    <a:pt x="49730" y="73361"/>
                    <a:pt x="50147" y="78944"/>
                    <a:pt x="50313" y="84443"/>
                  </a:cubicBezTo>
                  <a:cubicBezTo>
                    <a:pt x="50564" y="91109"/>
                    <a:pt x="51313" y="97692"/>
                    <a:pt x="51147" y="104358"/>
                  </a:cubicBezTo>
                  <a:cubicBezTo>
                    <a:pt x="51230" y="109441"/>
                    <a:pt x="50647" y="114441"/>
                    <a:pt x="49314" y="119357"/>
                  </a:cubicBezTo>
                  <a:cubicBezTo>
                    <a:pt x="45980" y="119107"/>
                    <a:pt x="42731" y="118857"/>
                    <a:pt x="39398" y="118607"/>
                  </a:cubicBezTo>
                  <a:cubicBezTo>
                    <a:pt x="37481" y="116690"/>
                    <a:pt x="38398" y="100359"/>
                    <a:pt x="38065" y="97025"/>
                  </a:cubicBezTo>
                  <a:cubicBezTo>
                    <a:pt x="37398" y="90193"/>
                    <a:pt x="36482" y="83277"/>
                    <a:pt x="35482" y="76444"/>
                  </a:cubicBezTo>
                  <a:cubicBezTo>
                    <a:pt x="34065" y="66862"/>
                    <a:pt x="32815" y="57529"/>
                    <a:pt x="27815" y="49030"/>
                  </a:cubicBezTo>
                  <a:cubicBezTo>
                    <a:pt x="25483" y="45030"/>
                    <a:pt x="22483" y="41864"/>
                    <a:pt x="19566" y="38281"/>
                  </a:cubicBezTo>
                  <a:cubicBezTo>
                    <a:pt x="16150" y="33948"/>
                    <a:pt x="-1015" y="11700"/>
                    <a:pt x="17233" y="10117"/>
                  </a:cubicBezTo>
                  <a:lnTo>
                    <a:pt x="17233" y="10117"/>
                  </a:lnTo>
                  <a:close/>
                </a:path>
              </a:pathLst>
            </a:custGeom>
            <a:grpFill/>
            <a:ln w="8332" cap="flat">
              <a:noFill/>
              <a:prstDash val="solid"/>
              <a:miter/>
            </a:ln>
          </p:spPr>
          <p:txBody>
            <a:bodyPr rtlCol="0" anchor="ctr"/>
            <a:lstStyle/>
            <a:p>
              <a:endParaRPr lang="en-US"/>
            </a:p>
          </p:txBody>
        </p:sp>
        <p:sp>
          <p:nvSpPr>
            <p:cNvPr id="1847" name="Freeform: Shape 1846"/>
            <p:cNvSpPr/>
            <p:nvPr/>
          </p:nvSpPr>
          <p:spPr>
            <a:xfrm>
              <a:off x="6966087" y="755679"/>
              <a:ext cx="79250" cy="103860"/>
            </a:xfrm>
            <a:custGeom>
              <a:avLst/>
              <a:gdLst>
                <a:gd name="connsiteX0" fmla="*/ 307 w 79250"/>
                <a:gd name="connsiteY0" fmla="*/ 93755 h 103860"/>
                <a:gd name="connsiteX1" fmla="*/ 20971 w 79250"/>
                <a:gd name="connsiteY1" fmla="*/ 102088 h 103860"/>
                <a:gd name="connsiteX2" fmla="*/ 44135 w 79250"/>
                <a:gd name="connsiteY2" fmla="*/ 73007 h 103860"/>
                <a:gd name="connsiteX3" fmla="*/ 56885 w 79250"/>
                <a:gd name="connsiteY3" fmla="*/ 43593 h 103860"/>
                <a:gd name="connsiteX4" fmla="*/ 69133 w 79250"/>
                <a:gd name="connsiteY4" fmla="*/ 180 h 103860"/>
                <a:gd name="connsiteX5" fmla="*/ 41886 w 79250"/>
                <a:gd name="connsiteY5" fmla="*/ 15846 h 103860"/>
                <a:gd name="connsiteX6" fmla="*/ 10972 w 79250"/>
                <a:gd name="connsiteY6" fmla="*/ 58008 h 103860"/>
                <a:gd name="connsiteX7" fmla="*/ 307 w 79250"/>
                <a:gd name="connsiteY7" fmla="*/ 93755 h 103860"/>
                <a:gd name="connsiteX8" fmla="*/ 307 w 79250"/>
                <a:gd name="connsiteY8" fmla="*/ 93755 h 103860"/>
                <a:gd name="connsiteX9" fmla="*/ 30970 w 79250"/>
                <a:gd name="connsiteY9" fmla="*/ 41677 h 103860"/>
                <a:gd name="connsiteX10" fmla="*/ 48219 w 79250"/>
                <a:gd name="connsiteY10" fmla="*/ 18679 h 103860"/>
                <a:gd name="connsiteX11" fmla="*/ 59968 w 79250"/>
                <a:gd name="connsiteY11" fmla="*/ 8930 h 103860"/>
                <a:gd name="connsiteX12" fmla="*/ 71883 w 79250"/>
                <a:gd name="connsiteY12" fmla="*/ 15179 h 103860"/>
                <a:gd name="connsiteX13" fmla="*/ 71050 w 79250"/>
                <a:gd name="connsiteY13" fmla="*/ 15429 h 103860"/>
                <a:gd name="connsiteX14" fmla="*/ 39386 w 79250"/>
                <a:gd name="connsiteY14" fmla="*/ 58592 h 103860"/>
                <a:gd name="connsiteX15" fmla="*/ 27470 w 79250"/>
                <a:gd name="connsiteY15" fmla="*/ 85173 h 103860"/>
                <a:gd name="connsiteX16" fmla="*/ 17805 w 79250"/>
                <a:gd name="connsiteY16" fmla="*/ 95172 h 103860"/>
                <a:gd name="connsiteX17" fmla="*/ 6972 w 79250"/>
                <a:gd name="connsiteY17" fmla="*/ 88589 h 103860"/>
                <a:gd name="connsiteX18" fmla="*/ 11555 w 79250"/>
                <a:gd name="connsiteY18" fmla="*/ 73174 h 103860"/>
                <a:gd name="connsiteX19" fmla="*/ 30970 w 79250"/>
                <a:gd name="connsiteY19" fmla="*/ 41677 h 103860"/>
                <a:gd name="connsiteX20" fmla="*/ 30970 w 79250"/>
                <a:gd name="connsiteY20" fmla="*/ 41677 h 103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9250" h="103860">
                  <a:moveTo>
                    <a:pt x="307" y="93755"/>
                  </a:moveTo>
                  <a:cubicBezTo>
                    <a:pt x="2139" y="104088"/>
                    <a:pt x="12555" y="105754"/>
                    <a:pt x="20971" y="102088"/>
                  </a:cubicBezTo>
                  <a:cubicBezTo>
                    <a:pt x="32387" y="97172"/>
                    <a:pt x="39636" y="83756"/>
                    <a:pt x="44135" y="73007"/>
                  </a:cubicBezTo>
                  <a:cubicBezTo>
                    <a:pt x="48302" y="63008"/>
                    <a:pt x="52218" y="53092"/>
                    <a:pt x="56885" y="43593"/>
                  </a:cubicBezTo>
                  <a:cubicBezTo>
                    <a:pt x="66467" y="32927"/>
                    <a:pt x="93965" y="4097"/>
                    <a:pt x="69133" y="180"/>
                  </a:cubicBezTo>
                  <a:cubicBezTo>
                    <a:pt x="58468" y="-1486"/>
                    <a:pt x="48219" y="8763"/>
                    <a:pt x="41886" y="15846"/>
                  </a:cubicBezTo>
                  <a:cubicBezTo>
                    <a:pt x="30887" y="28261"/>
                    <a:pt x="19138" y="43510"/>
                    <a:pt x="10972" y="58008"/>
                  </a:cubicBezTo>
                  <a:cubicBezTo>
                    <a:pt x="5889" y="67091"/>
                    <a:pt x="-1610" y="83173"/>
                    <a:pt x="307" y="93755"/>
                  </a:cubicBezTo>
                  <a:lnTo>
                    <a:pt x="307" y="93755"/>
                  </a:lnTo>
                  <a:close/>
                  <a:moveTo>
                    <a:pt x="30970" y="41677"/>
                  </a:moveTo>
                  <a:cubicBezTo>
                    <a:pt x="36803" y="34177"/>
                    <a:pt x="41636" y="25595"/>
                    <a:pt x="48219" y="18679"/>
                  </a:cubicBezTo>
                  <a:cubicBezTo>
                    <a:pt x="51135" y="15679"/>
                    <a:pt x="55801" y="10179"/>
                    <a:pt x="59968" y="8930"/>
                  </a:cubicBezTo>
                  <a:cubicBezTo>
                    <a:pt x="69967" y="8263"/>
                    <a:pt x="73966" y="10263"/>
                    <a:pt x="71883" y="15179"/>
                  </a:cubicBezTo>
                  <a:cubicBezTo>
                    <a:pt x="71633" y="15179"/>
                    <a:pt x="71300" y="15262"/>
                    <a:pt x="71050" y="15429"/>
                  </a:cubicBezTo>
                  <a:cubicBezTo>
                    <a:pt x="55718" y="27011"/>
                    <a:pt x="46302" y="40677"/>
                    <a:pt x="39386" y="58592"/>
                  </a:cubicBezTo>
                  <a:cubicBezTo>
                    <a:pt x="35886" y="67591"/>
                    <a:pt x="32803" y="77007"/>
                    <a:pt x="27470" y="85173"/>
                  </a:cubicBezTo>
                  <a:cubicBezTo>
                    <a:pt x="25054" y="89256"/>
                    <a:pt x="21804" y="92589"/>
                    <a:pt x="17805" y="95172"/>
                  </a:cubicBezTo>
                  <a:cubicBezTo>
                    <a:pt x="14222" y="93005"/>
                    <a:pt x="10555" y="90756"/>
                    <a:pt x="6972" y="88589"/>
                  </a:cubicBezTo>
                  <a:cubicBezTo>
                    <a:pt x="5639" y="85839"/>
                    <a:pt x="10472" y="75923"/>
                    <a:pt x="11555" y="73174"/>
                  </a:cubicBezTo>
                  <a:cubicBezTo>
                    <a:pt x="16055" y="61258"/>
                    <a:pt x="23221" y="51676"/>
                    <a:pt x="30970" y="41677"/>
                  </a:cubicBezTo>
                  <a:lnTo>
                    <a:pt x="30970" y="41677"/>
                  </a:lnTo>
                  <a:close/>
                </a:path>
              </a:pathLst>
            </a:custGeom>
            <a:grpFill/>
            <a:ln w="8332" cap="flat">
              <a:noFill/>
              <a:prstDash val="solid"/>
              <a:miter/>
            </a:ln>
          </p:spPr>
          <p:txBody>
            <a:bodyPr rtlCol="0" anchor="ctr"/>
            <a:lstStyle/>
            <a:p>
              <a:endParaRPr lang="en-US"/>
            </a:p>
          </p:txBody>
        </p:sp>
        <p:sp>
          <p:nvSpPr>
            <p:cNvPr id="1848" name="Freeform: Shape 1847"/>
            <p:cNvSpPr/>
            <p:nvPr/>
          </p:nvSpPr>
          <p:spPr>
            <a:xfrm>
              <a:off x="11776043" y="1643612"/>
              <a:ext cx="166" cy="499"/>
            </a:xfrm>
            <a:custGeom>
              <a:avLst/>
              <a:gdLst>
                <a:gd name="connsiteX0" fmla="*/ 0 w 166"/>
                <a:gd name="connsiteY0" fmla="*/ 0 h 499"/>
                <a:gd name="connsiteX1" fmla="*/ 167 w 166"/>
                <a:gd name="connsiteY1" fmla="*/ 500 h 499"/>
                <a:gd name="connsiteX2" fmla="*/ 0 w 166"/>
                <a:gd name="connsiteY2" fmla="*/ 0 h 499"/>
                <a:gd name="connsiteX3" fmla="*/ 0 w 166"/>
                <a:gd name="connsiteY3" fmla="*/ 0 h 499"/>
              </a:gdLst>
              <a:ahLst/>
              <a:cxnLst>
                <a:cxn ang="0">
                  <a:pos x="connsiteX0" y="connsiteY0"/>
                </a:cxn>
                <a:cxn ang="0">
                  <a:pos x="connsiteX1" y="connsiteY1"/>
                </a:cxn>
                <a:cxn ang="0">
                  <a:pos x="connsiteX2" y="connsiteY2"/>
                </a:cxn>
                <a:cxn ang="0">
                  <a:pos x="connsiteX3" y="connsiteY3"/>
                </a:cxn>
              </a:cxnLst>
              <a:rect l="l" t="t" r="r" b="b"/>
              <a:pathLst>
                <a:path w="166" h="499">
                  <a:moveTo>
                    <a:pt x="0" y="0"/>
                  </a:moveTo>
                  <a:cubicBezTo>
                    <a:pt x="0" y="83"/>
                    <a:pt x="83" y="167"/>
                    <a:pt x="167" y="500"/>
                  </a:cubicBezTo>
                  <a:cubicBezTo>
                    <a:pt x="83" y="333"/>
                    <a:pt x="83" y="167"/>
                    <a:pt x="0" y="0"/>
                  </a:cubicBezTo>
                  <a:lnTo>
                    <a:pt x="0" y="0"/>
                  </a:lnTo>
                  <a:close/>
                </a:path>
              </a:pathLst>
            </a:custGeom>
            <a:grpFill/>
            <a:ln w="8332" cap="flat">
              <a:noFill/>
              <a:prstDash val="solid"/>
              <a:miter/>
            </a:ln>
          </p:spPr>
          <p:txBody>
            <a:bodyPr rtlCol="0" anchor="ctr"/>
            <a:lstStyle/>
            <a:p>
              <a:endParaRPr lang="en-US"/>
            </a:p>
          </p:txBody>
        </p:sp>
        <p:sp>
          <p:nvSpPr>
            <p:cNvPr id="1849" name="Freeform: Shape 1848"/>
            <p:cNvSpPr/>
            <p:nvPr/>
          </p:nvSpPr>
          <p:spPr>
            <a:xfrm>
              <a:off x="11744626" y="1368101"/>
              <a:ext cx="569174" cy="398781"/>
            </a:xfrm>
            <a:custGeom>
              <a:avLst/>
              <a:gdLst>
                <a:gd name="connsiteX0" fmla="*/ 532039 w 569174"/>
                <a:gd name="connsiteY0" fmla="*/ 107443 h 398781"/>
                <a:gd name="connsiteX1" fmla="*/ 449547 w 569174"/>
                <a:gd name="connsiteY1" fmla="*/ 48031 h 398781"/>
                <a:gd name="connsiteX2" fmla="*/ 398051 w 569174"/>
                <a:gd name="connsiteY2" fmla="*/ 36616 h 398781"/>
                <a:gd name="connsiteX3" fmla="*/ 385719 w 569174"/>
                <a:gd name="connsiteY3" fmla="*/ 36366 h 398781"/>
                <a:gd name="connsiteX4" fmla="*/ 382886 w 569174"/>
                <a:gd name="connsiteY4" fmla="*/ 33200 h 398781"/>
                <a:gd name="connsiteX5" fmla="*/ 143657 w 569174"/>
                <a:gd name="connsiteY5" fmla="*/ 21867 h 398781"/>
                <a:gd name="connsiteX6" fmla="*/ 49916 w 569174"/>
                <a:gd name="connsiteY6" fmla="*/ 91278 h 398781"/>
                <a:gd name="connsiteX7" fmla="*/ 2754 w 569174"/>
                <a:gd name="connsiteY7" fmla="*/ 212683 h 398781"/>
                <a:gd name="connsiteX8" fmla="*/ 1170 w 569174"/>
                <a:gd name="connsiteY8" fmla="*/ 269345 h 398781"/>
                <a:gd name="connsiteX9" fmla="*/ 11003 w 569174"/>
                <a:gd name="connsiteY9" fmla="*/ 334422 h 398781"/>
                <a:gd name="connsiteX10" fmla="*/ 34167 w 569174"/>
                <a:gd name="connsiteY10" fmla="*/ 368003 h 398781"/>
                <a:gd name="connsiteX11" fmla="*/ 43417 w 569174"/>
                <a:gd name="connsiteY11" fmla="*/ 375835 h 398781"/>
                <a:gd name="connsiteX12" fmla="*/ 86246 w 569174"/>
                <a:gd name="connsiteY12" fmla="*/ 394250 h 398781"/>
                <a:gd name="connsiteX13" fmla="*/ 189903 w 569174"/>
                <a:gd name="connsiteY13" fmla="*/ 396500 h 398781"/>
                <a:gd name="connsiteX14" fmla="*/ 394718 w 569174"/>
                <a:gd name="connsiteY14" fmla="*/ 363503 h 398781"/>
                <a:gd name="connsiteX15" fmla="*/ 552371 w 569174"/>
                <a:gd name="connsiteY15" fmla="*/ 274678 h 398781"/>
                <a:gd name="connsiteX16" fmla="*/ 532039 w 569174"/>
                <a:gd name="connsiteY16" fmla="*/ 107443 h 398781"/>
                <a:gd name="connsiteX17" fmla="*/ 532039 w 569174"/>
                <a:gd name="connsiteY17" fmla="*/ 107443 h 398781"/>
                <a:gd name="connsiteX18" fmla="*/ 9586 w 569174"/>
                <a:gd name="connsiteY18" fmla="*/ 272845 h 398781"/>
                <a:gd name="connsiteX19" fmla="*/ 112161 w 569174"/>
                <a:gd name="connsiteY19" fmla="*/ 50781 h 398781"/>
                <a:gd name="connsiteX20" fmla="*/ 243232 w 569174"/>
                <a:gd name="connsiteY20" fmla="*/ 15118 h 398781"/>
                <a:gd name="connsiteX21" fmla="*/ 362971 w 569174"/>
                <a:gd name="connsiteY21" fmla="*/ 39282 h 398781"/>
                <a:gd name="connsiteX22" fmla="*/ 352888 w 569174"/>
                <a:gd name="connsiteY22" fmla="*/ 41449 h 398781"/>
                <a:gd name="connsiteX23" fmla="*/ 311726 w 569174"/>
                <a:gd name="connsiteY23" fmla="*/ 50115 h 398781"/>
                <a:gd name="connsiteX24" fmla="*/ 290728 w 569174"/>
                <a:gd name="connsiteY24" fmla="*/ 43699 h 398781"/>
                <a:gd name="connsiteX25" fmla="*/ 271230 w 569174"/>
                <a:gd name="connsiteY25" fmla="*/ 32116 h 398781"/>
                <a:gd name="connsiteX26" fmla="*/ 250481 w 569174"/>
                <a:gd name="connsiteY26" fmla="*/ 33033 h 398781"/>
                <a:gd name="connsiteX27" fmla="*/ 228817 w 569174"/>
                <a:gd name="connsiteY27" fmla="*/ 45032 h 398781"/>
                <a:gd name="connsiteX28" fmla="*/ 205235 w 569174"/>
                <a:gd name="connsiteY28" fmla="*/ 48115 h 398781"/>
                <a:gd name="connsiteX29" fmla="*/ 187987 w 569174"/>
                <a:gd name="connsiteY29" fmla="*/ 63447 h 398781"/>
                <a:gd name="connsiteX30" fmla="*/ 184988 w 569174"/>
                <a:gd name="connsiteY30" fmla="*/ 61197 h 398781"/>
                <a:gd name="connsiteX31" fmla="*/ 164572 w 569174"/>
                <a:gd name="connsiteY31" fmla="*/ 56864 h 398781"/>
                <a:gd name="connsiteX32" fmla="*/ 150741 w 569174"/>
                <a:gd name="connsiteY32" fmla="*/ 76529 h 398781"/>
                <a:gd name="connsiteX33" fmla="*/ 150073 w 569174"/>
                <a:gd name="connsiteY33" fmla="*/ 76362 h 398781"/>
                <a:gd name="connsiteX34" fmla="*/ 131909 w 569174"/>
                <a:gd name="connsiteY34" fmla="*/ 89611 h 398781"/>
                <a:gd name="connsiteX35" fmla="*/ 131909 w 569174"/>
                <a:gd name="connsiteY35" fmla="*/ 105193 h 398781"/>
                <a:gd name="connsiteX36" fmla="*/ 126992 w 569174"/>
                <a:gd name="connsiteY36" fmla="*/ 102110 h 398781"/>
                <a:gd name="connsiteX37" fmla="*/ 99328 w 569174"/>
                <a:gd name="connsiteY37" fmla="*/ 106276 h 398781"/>
                <a:gd name="connsiteX38" fmla="*/ 95412 w 569174"/>
                <a:gd name="connsiteY38" fmla="*/ 143273 h 398781"/>
                <a:gd name="connsiteX39" fmla="*/ 62498 w 569174"/>
                <a:gd name="connsiteY39" fmla="*/ 212100 h 398781"/>
                <a:gd name="connsiteX40" fmla="*/ 63498 w 569174"/>
                <a:gd name="connsiteY40" fmla="*/ 213100 h 398781"/>
                <a:gd name="connsiteX41" fmla="*/ 47500 w 569174"/>
                <a:gd name="connsiteY41" fmla="*/ 223349 h 398781"/>
                <a:gd name="connsiteX42" fmla="*/ 29001 w 569174"/>
                <a:gd name="connsiteY42" fmla="*/ 255846 h 398781"/>
                <a:gd name="connsiteX43" fmla="*/ 31835 w 569174"/>
                <a:gd name="connsiteY43" fmla="*/ 275428 h 398781"/>
                <a:gd name="connsiteX44" fmla="*/ 36834 w 569174"/>
                <a:gd name="connsiteY44" fmla="*/ 283260 h 398781"/>
                <a:gd name="connsiteX45" fmla="*/ 30251 w 569174"/>
                <a:gd name="connsiteY45" fmla="*/ 289510 h 398781"/>
                <a:gd name="connsiteX46" fmla="*/ 17502 w 569174"/>
                <a:gd name="connsiteY46" fmla="*/ 316091 h 398781"/>
                <a:gd name="connsiteX47" fmla="*/ 9586 w 569174"/>
                <a:gd name="connsiteY47" fmla="*/ 272845 h 398781"/>
                <a:gd name="connsiteX48" fmla="*/ 9586 w 569174"/>
                <a:gd name="connsiteY48" fmla="*/ 272845 h 398781"/>
                <a:gd name="connsiteX49" fmla="*/ 69664 w 569174"/>
                <a:gd name="connsiteY49" fmla="*/ 171437 h 398781"/>
                <a:gd name="connsiteX50" fmla="*/ 97412 w 569174"/>
                <a:gd name="connsiteY50" fmla="*/ 149189 h 398781"/>
                <a:gd name="connsiteX51" fmla="*/ 123909 w 569174"/>
                <a:gd name="connsiteY51" fmla="*/ 169187 h 398781"/>
                <a:gd name="connsiteX52" fmla="*/ 194070 w 569174"/>
                <a:gd name="connsiteY52" fmla="*/ 201351 h 398781"/>
                <a:gd name="connsiteX53" fmla="*/ 191154 w 569174"/>
                <a:gd name="connsiteY53" fmla="*/ 223932 h 398781"/>
                <a:gd name="connsiteX54" fmla="*/ 181571 w 569174"/>
                <a:gd name="connsiteY54" fmla="*/ 211433 h 398781"/>
                <a:gd name="connsiteX55" fmla="*/ 162322 w 569174"/>
                <a:gd name="connsiteY55" fmla="*/ 204934 h 398781"/>
                <a:gd name="connsiteX56" fmla="*/ 126825 w 569174"/>
                <a:gd name="connsiteY56" fmla="*/ 203268 h 398781"/>
                <a:gd name="connsiteX57" fmla="*/ 86329 w 569174"/>
                <a:gd name="connsiteY57" fmla="*/ 196768 h 398781"/>
                <a:gd name="connsiteX58" fmla="*/ 69331 w 569174"/>
                <a:gd name="connsiteY58" fmla="*/ 207684 h 398781"/>
                <a:gd name="connsiteX59" fmla="*/ 69664 w 569174"/>
                <a:gd name="connsiteY59" fmla="*/ 171437 h 398781"/>
                <a:gd name="connsiteX60" fmla="*/ 69664 w 569174"/>
                <a:gd name="connsiteY60" fmla="*/ 171437 h 398781"/>
                <a:gd name="connsiteX61" fmla="*/ 133992 w 569174"/>
                <a:gd name="connsiteY61" fmla="*/ 168521 h 398781"/>
                <a:gd name="connsiteX62" fmla="*/ 104828 w 569174"/>
                <a:gd name="connsiteY62" fmla="*/ 145523 h 398781"/>
                <a:gd name="connsiteX63" fmla="*/ 104745 w 569174"/>
                <a:gd name="connsiteY63" fmla="*/ 145356 h 398781"/>
                <a:gd name="connsiteX64" fmla="*/ 97495 w 569174"/>
                <a:gd name="connsiteY64" fmla="*/ 132691 h 398781"/>
                <a:gd name="connsiteX65" fmla="*/ 107744 w 569174"/>
                <a:gd name="connsiteY65" fmla="*/ 110359 h 398781"/>
                <a:gd name="connsiteX66" fmla="*/ 123493 w 569174"/>
                <a:gd name="connsiteY66" fmla="*/ 109609 h 398781"/>
                <a:gd name="connsiteX67" fmla="*/ 130492 w 569174"/>
                <a:gd name="connsiteY67" fmla="*/ 116942 h 398781"/>
                <a:gd name="connsiteX68" fmla="*/ 136325 w 569174"/>
                <a:gd name="connsiteY68" fmla="*/ 122691 h 398781"/>
                <a:gd name="connsiteX69" fmla="*/ 126409 w 569174"/>
                <a:gd name="connsiteY69" fmla="*/ 131524 h 398781"/>
                <a:gd name="connsiteX70" fmla="*/ 133992 w 569174"/>
                <a:gd name="connsiteY70" fmla="*/ 168521 h 398781"/>
                <a:gd name="connsiteX71" fmla="*/ 133992 w 569174"/>
                <a:gd name="connsiteY71" fmla="*/ 168521 h 398781"/>
                <a:gd name="connsiteX72" fmla="*/ 178655 w 569174"/>
                <a:gd name="connsiteY72" fmla="*/ 188019 h 398781"/>
                <a:gd name="connsiteX73" fmla="*/ 155989 w 569174"/>
                <a:gd name="connsiteY73" fmla="*/ 174770 h 398781"/>
                <a:gd name="connsiteX74" fmla="*/ 134742 w 569174"/>
                <a:gd name="connsiteY74" fmla="*/ 149856 h 398781"/>
                <a:gd name="connsiteX75" fmla="*/ 141657 w 569174"/>
                <a:gd name="connsiteY75" fmla="*/ 131691 h 398781"/>
                <a:gd name="connsiteX76" fmla="*/ 160906 w 569174"/>
                <a:gd name="connsiteY76" fmla="*/ 136523 h 398781"/>
                <a:gd name="connsiteX77" fmla="*/ 194736 w 569174"/>
                <a:gd name="connsiteY77" fmla="*/ 164604 h 398781"/>
                <a:gd name="connsiteX78" fmla="*/ 200985 w 569174"/>
                <a:gd name="connsiteY78" fmla="*/ 168271 h 398781"/>
                <a:gd name="connsiteX79" fmla="*/ 196819 w 569174"/>
                <a:gd name="connsiteY79" fmla="*/ 185769 h 398781"/>
                <a:gd name="connsiteX80" fmla="*/ 195736 w 569174"/>
                <a:gd name="connsiteY80" fmla="*/ 192019 h 398781"/>
                <a:gd name="connsiteX81" fmla="*/ 178655 w 569174"/>
                <a:gd name="connsiteY81" fmla="*/ 188019 h 398781"/>
                <a:gd name="connsiteX82" fmla="*/ 178655 w 569174"/>
                <a:gd name="connsiteY82" fmla="*/ 188019 h 398781"/>
                <a:gd name="connsiteX83" fmla="*/ 146574 w 569174"/>
                <a:gd name="connsiteY83" fmla="*/ 121275 h 398781"/>
                <a:gd name="connsiteX84" fmla="*/ 146241 w 569174"/>
                <a:gd name="connsiteY84" fmla="*/ 120692 h 398781"/>
                <a:gd name="connsiteX85" fmla="*/ 142408 w 569174"/>
                <a:gd name="connsiteY85" fmla="*/ 115942 h 398781"/>
                <a:gd name="connsiteX86" fmla="*/ 138574 w 569174"/>
                <a:gd name="connsiteY86" fmla="*/ 100193 h 398781"/>
                <a:gd name="connsiteX87" fmla="*/ 153407 w 569174"/>
                <a:gd name="connsiteY87" fmla="*/ 86528 h 398781"/>
                <a:gd name="connsiteX88" fmla="*/ 158239 w 569174"/>
                <a:gd name="connsiteY88" fmla="*/ 92527 h 398781"/>
                <a:gd name="connsiteX89" fmla="*/ 174238 w 569174"/>
                <a:gd name="connsiteY89" fmla="*/ 117192 h 398781"/>
                <a:gd name="connsiteX90" fmla="*/ 211318 w 569174"/>
                <a:gd name="connsiteY90" fmla="*/ 140523 h 398781"/>
                <a:gd name="connsiteX91" fmla="*/ 204319 w 569174"/>
                <a:gd name="connsiteY91" fmla="*/ 157688 h 398781"/>
                <a:gd name="connsiteX92" fmla="*/ 146574 w 569174"/>
                <a:gd name="connsiteY92" fmla="*/ 121275 h 398781"/>
                <a:gd name="connsiteX93" fmla="*/ 146574 w 569174"/>
                <a:gd name="connsiteY93" fmla="*/ 121275 h 398781"/>
                <a:gd name="connsiteX94" fmla="*/ 195903 w 569174"/>
                <a:gd name="connsiteY94" fmla="*/ 124191 h 398781"/>
                <a:gd name="connsiteX95" fmla="*/ 176655 w 569174"/>
                <a:gd name="connsiteY95" fmla="*/ 107609 h 398781"/>
                <a:gd name="connsiteX96" fmla="*/ 158406 w 569174"/>
                <a:gd name="connsiteY96" fmla="*/ 81362 h 398781"/>
                <a:gd name="connsiteX97" fmla="*/ 166655 w 569174"/>
                <a:gd name="connsiteY97" fmla="*/ 67196 h 398781"/>
                <a:gd name="connsiteX98" fmla="*/ 182404 w 569174"/>
                <a:gd name="connsiteY98" fmla="*/ 70613 h 398781"/>
                <a:gd name="connsiteX99" fmla="*/ 179655 w 569174"/>
                <a:gd name="connsiteY99" fmla="*/ 72446 h 398781"/>
                <a:gd name="connsiteX100" fmla="*/ 195903 w 569174"/>
                <a:gd name="connsiteY100" fmla="*/ 124191 h 398781"/>
                <a:gd name="connsiteX101" fmla="*/ 195903 w 569174"/>
                <a:gd name="connsiteY101" fmla="*/ 124191 h 398781"/>
                <a:gd name="connsiteX102" fmla="*/ 211069 w 569174"/>
                <a:gd name="connsiteY102" fmla="*/ 130357 h 398781"/>
                <a:gd name="connsiteX103" fmla="*/ 191486 w 569174"/>
                <a:gd name="connsiteY103" fmla="*/ 106693 h 398781"/>
                <a:gd name="connsiteX104" fmla="*/ 185404 w 569174"/>
                <a:gd name="connsiteY104" fmla="*/ 96361 h 398781"/>
                <a:gd name="connsiteX105" fmla="*/ 192736 w 569174"/>
                <a:gd name="connsiteY105" fmla="*/ 77279 h 398781"/>
                <a:gd name="connsiteX106" fmla="*/ 204652 w 569174"/>
                <a:gd name="connsiteY106" fmla="*/ 85111 h 398781"/>
                <a:gd name="connsiteX107" fmla="*/ 221568 w 569174"/>
                <a:gd name="connsiteY107" fmla="*/ 109943 h 398781"/>
                <a:gd name="connsiteX108" fmla="*/ 225317 w 569174"/>
                <a:gd name="connsiteY108" fmla="*/ 115692 h 398781"/>
                <a:gd name="connsiteX109" fmla="*/ 215567 w 569174"/>
                <a:gd name="connsiteY109" fmla="*/ 132024 h 398781"/>
                <a:gd name="connsiteX110" fmla="*/ 211069 w 569174"/>
                <a:gd name="connsiteY110" fmla="*/ 130357 h 398781"/>
                <a:gd name="connsiteX111" fmla="*/ 211069 w 569174"/>
                <a:gd name="connsiteY111" fmla="*/ 130357 h 398781"/>
                <a:gd name="connsiteX112" fmla="*/ 222317 w 569174"/>
                <a:gd name="connsiteY112" fmla="*/ 93944 h 398781"/>
                <a:gd name="connsiteX113" fmla="*/ 206986 w 569174"/>
                <a:gd name="connsiteY113" fmla="*/ 77695 h 398781"/>
                <a:gd name="connsiteX114" fmla="*/ 193820 w 569174"/>
                <a:gd name="connsiteY114" fmla="*/ 70113 h 398781"/>
                <a:gd name="connsiteX115" fmla="*/ 217318 w 569174"/>
                <a:gd name="connsiteY115" fmla="*/ 55198 h 398781"/>
                <a:gd name="connsiteX116" fmla="*/ 234316 w 569174"/>
                <a:gd name="connsiteY116" fmla="*/ 56447 h 398781"/>
                <a:gd name="connsiteX117" fmla="*/ 252231 w 569174"/>
                <a:gd name="connsiteY117" fmla="*/ 48365 h 398781"/>
                <a:gd name="connsiteX118" fmla="*/ 279562 w 569174"/>
                <a:gd name="connsiteY118" fmla="*/ 55531 h 398781"/>
                <a:gd name="connsiteX119" fmla="*/ 297810 w 569174"/>
                <a:gd name="connsiteY119" fmla="*/ 55281 h 398781"/>
                <a:gd name="connsiteX120" fmla="*/ 239315 w 569174"/>
                <a:gd name="connsiteY120" fmla="*/ 97444 h 398781"/>
                <a:gd name="connsiteX121" fmla="*/ 231400 w 569174"/>
                <a:gd name="connsiteY121" fmla="*/ 107193 h 398781"/>
                <a:gd name="connsiteX122" fmla="*/ 222317 w 569174"/>
                <a:gd name="connsiteY122" fmla="*/ 93944 h 398781"/>
                <a:gd name="connsiteX123" fmla="*/ 222317 w 569174"/>
                <a:gd name="connsiteY123" fmla="*/ 93944 h 398781"/>
                <a:gd name="connsiteX124" fmla="*/ 68831 w 569174"/>
                <a:gd name="connsiteY124" fmla="*/ 364836 h 398781"/>
                <a:gd name="connsiteX125" fmla="*/ 37500 w 569174"/>
                <a:gd name="connsiteY125" fmla="*/ 353337 h 398781"/>
                <a:gd name="connsiteX126" fmla="*/ 27585 w 569174"/>
                <a:gd name="connsiteY126" fmla="*/ 333089 h 398781"/>
                <a:gd name="connsiteX127" fmla="*/ 29501 w 569174"/>
                <a:gd name="connsiteY127" fmla="*/ 305842 h 398781"/>
                <a:gd name="connsiteX128" fmla="*/ 43666 w 569174"/>
                <a:gd name="connsiteY128" fmla="*/ 289176 h 398781"/>
                <a:gd name="connsiteX129" fmla="*/ 44583 w 569174"/>
                <a:gd name="connsiteY129" fmla="*/ 277011 h 398781"/>
                <a:gd name="connsiteX130" fmla="*/ 55415 w 569174"/>
                <a:gd name="connsiteY130" fmla="*/ 237181 h 398781"/>
                <a:gd name="connsiteX131" fmla="*/ 75414 w 569174"/>
                <a:gd name="connsiteY131" fmla="*/ 225099 h 398781"/>
                <a:gd name="connsiteX132" fmla="*/ 92829 w 569174"/>
                <a:gd name="connsiteY132" fmla="*/ 209434 h 398781"/>
                <a:gd name="connsiteX133" fmla="*/ 118910 w 569174"/>
                <a:gd name="connsiteY133" fmla="*/ 211517 h 398781"/>
                <a:gd name="connsiteX134" fmla="*/ 134909 w 569174"/>
                <a:gd name="connsiteY134" fmla="*/ 214850 h 398781"/>
                <a:gd name="connsiteX135" fmla="*/ 159990 w 569174"/>
                <a:gd name="connsiteY135" fmla="*/ 213933 h 398781"/>
                <a:gd name="connsiteX136" fmla="*/ 181404 w 569174"/>
                <a:gd name="connsiteY136" fmla="*/ 239597 h 398781"/>
                <a:gd name="connsiteX137" fmla="*/ 188487 w 569174"/>
                <a:gd name="connsiteY137" fmla="*/ 245847 h 398781"/>
                <a:gd name="connsiteX138" fmla="*/ 171738 w 569174"/>
                <a:gd name="connsiteY138" fmla="*/ 305758 h 398781"/>
                <a:gd name="connsiteX139" fmla="*/ 68831 w 569174"/>
                <a:gd name="connsiteY139" fmla="*/ 364836 h 398781"/>
                <a:gd name="connsiteX140" fmla="*/ 68831 w 569174"/>
                <a:gd name="connsiteY140" fmla="*/ 364836 h 398781"/>
                <a:gd name="connsiteX141" fmla="*/ 533623 w 569174"/>
                <a:gd name="connsiteY141" fmla="*/ 269178 h 398781"/>
                <a:gd name="connsiteX142" fmla="*/ 382386 w 569174"/>
                <a:gd name="connsiteY142" fmla="*/ 348671 h 398781"/>
                <a:gd name="connsiteX143" fmla="*/ 203902 w 569174"/>
                <a:gd name="connsiteY143" fmla="*/ 379252 h 398781"/>
                <a:gd name="connsiteX144" fmla="*/ 101078 w 569174"/>
                <a:gd name="connsiteY144" fmla="*/ 382001 h 398781"/>
                <a:gd name="connsiteX145" fmla="*/ 87663 w 569174"/>
                <a:gd name="connsiteY145" fmla="*/ 380252 h 398781"/>
                <a:gd name="connsiteX146" fmla="*/ 89662 w 569174"/>
                <a:gd name="connsiteY146" fmla="*/ 380085 h 398781"/>
                <a:gd name="connsiteX147" fmla="*/ 183654 w 569174"/>
                <a:gd name="connsiteY147" fmla="*/ 319507 h 398781"/>
                <a:gd name="connsiteX148" fmla="*/ 202902 w 569174"/>
                <a:gd name="connsiteY148" fmla="*/ 264762 h 398781"/>
                <a:gd name="connsiteX149" fmla="*/ 211318 w 569174"/>
                <a:gd name="connsiteY149" fmla="*/ 192768 h 398781"/>
                <a:gd name="connsiteX150" fmla="*/ 285561 w 569174"/>
                <a:gd name="connsiteY150" fmla="*/ 76779 h 398781"/>
                <a:gd name="connsiteX151" fmla="*/ 367887 w 569174"/>
                <a:gd name="connsiteY151" fmla="*/ 48781 h 398781"/>
                <a:gd name="connsiteX152" fmla="*/ 505792 w 569174"/>
                <a:gd name="connsiteY152" fmla="*/ 104526 h 398781"/>
                <a:gd name="connsiteX153" fmla="*/ 533623 w 569174"/>
                <a:gd name="connsiteY153" fmla="*/ 269178 h 398781"/>
                <a:gd name="connsiteX154" fmla="*/ 533623 w 569174"/>
                <a:gd name="connsiteY154" fmla="*/ 269178 h 3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Lst>
              <a:rect l="l" t="t" r="r" b="b"/>
              <a:pathLst>
                <a:path w="569174" h="398781">
                  <a:moveTo>
                    <a:pt x="532039" y="107443"/>
                  </a:moveTo>
                  <a:cubicBezTo>
                    <a:pt x="511291" y="80695"/>
                    <a:pt x="481127" y="59864"/>
                    <a:pt x="449547" y="48031"/>
                  </a:cubicBezTo>
                  <a:cubicBezTo>
                    <a:pt x="433214" y="41865"/>
                    <a:pt x="415466" y="38366"/>
                    <a:pt x="398051" y="36616"/>
                  </a:cubicBezTo>
                  <a:cubicBezTo>
                    <a:pt x="393885" y="36199"/>
                    <a:pt x="389802" y="36199"/>
                    <a:pt x="385719" y="36366"/>
                  </a:cubicBezTo>
                  <a:cubicBezTo>
                    <a:pt x="385135" y="35199"/>
                    <a:pt x="384219" y="34116"/>
                    <a:pt x="382886" y="33200"/>
                  </a:cubicBezTo>
                  <a:cubicBezTo>
                    <a:pt x="316391" y="-9047"/>
                    <a:pt x="214651" y="-8880"/>
                    <a:pt x="143657" y="21867"/>
                  </a:cubicBezTo>
                  <a:cubicBezTo>
                    <a:pt x="106911" y="37782"/>
                    <a:pt x="74164" y="58864"/>
                    <a:pt x="49916" y="91278"/>
                  </a:cubicBezTo>
                  <a:cubicBezTo>
                    <a:pt x="22586" y="127941"/>
                    <a:pt x="8920" y="167771"/>
                    <a:pt x="2754" y="212683"/>
                  </a:cubicBezTo>
                  <a:cubicBezTo>
                    <a:pt x="170" y="231598"/>
                    <a:pt x="-1080" y="250347"/>
                    <a:pt x="1170" y="269345"/>
                  </a:cubicBezTo>
                  <a:cubicBezTo>
                    <a:pt x="3670" y="290510"/>
                    <a:pt x="4503" y="314008"/>
                    <a:pt x="11003" y="334422"/>
                  </a:cubicBezTo>
                  <a:cubicBezTo>
                    <a:pt x="15752" y="349338"/>
                    <a:pt x="23835" y="360337"/>
                    <a:pt x="34167" y="368003"/>
                  </a:cubicBezTo>
                  <a:cubicBezTo>
                    <a:pt x="37084" y="370753"/>
                    <a:pt x="40167" y="373419"/>
                    <a:pt x="43417" y="375835"/>
                  </a:cubicBezTo>
                  <a:cubicBezTo>
                    <a:pt x="55998" y="385085"/>
                    <a:pt x="70997" y="391084"/>
                    <a:pt x="86246" y="394250"/>
                  </a:cubicBezTo>
                  <a:cubicBezTo>
                    <a:pt x="119327" y="401083"/>
                    <a:pt x="156323" y="398750"/>
                    <a:pt x="189903" y="396500"/>
                  </a:cubicBezTo>
                  <a:cubicBezTo>
                    <a:pt x="258647" y="392000"/>
                    <a:pt x="327891" y="379835"/>
                    <a:pt x="394718" y="363503"/>
                  </a:cubicBezTo>
                  <a:cubicBezTo>
                    <a:pt x="454380" y="348921"/>
                    <a:pt x="517790" y="330339"/>
                    <a:pt x="552371" y="274678"/>
                  </a:cubicBezTo>
                  <a:cubicBezTo>
                    <a:pt x="584284" y="223432"/>
                    <a:pt x="566953" y="152272"/>
                    <a:pt x="532039" y="107443"/>
                  </a:cubicBezTo>
                  <a:lnTo>
                    <a:pt x="532039" y="107443"/>
                  </a:lnTo>
                  <a:close/>
                  <a:moveTo>
                    <a:pt x="9586" y="272845"/>
                  </a:moveTo>
                  <a:cubicBezTo>
                    <a:pt x="-1746" y="191102"/>
                    <a:pt x="37584" y="91444"/>
                    <a:pt x="112161" y="50781"/>
                  </a:cubicBezTo>
                  <a:cubicBezTo>
                    <a:pt x="153490" y="28283"/>
                    <a:pt x="196069" y="16701"/>
                    <a:pt x="243232" y="15118"/>
                  </a:cubicBezTo>
                  <a:cubicBezTo>
                    <a:pt x="282812" y="13785"/>
                    <a:pt x="326974" y="20284"/>
                    <a:pt x="362971" y="39282"/>
                  </a:cubicBezTo>
                  <a:cubicBezTo>
                    <a:pt x="359638" y="39949"/>
                    <a:pt x="356305" y="40699"/>
                    <a:pt x="352888" y="41449"/>
                  </a:cubicBezTo>
                  <a:cubicBezTo>
                    <a:pt x="338807" y="42949"/>
                    <a:pt x="324974" y="45782"/>
                    <a:pt x="311726" y="50115"/>
                  </a:cubicBezTo>
                  <a:cubicBezTo>
                    <a:pt x="307726" y="43532"/>
                    <a:pt x="298644" y="44448"/>
                    <a:pt x="290728" y="43699"/>
                  </a:cubicBezTo>
                  <a:cubicBezTo>
                    <a:pt x="282562" y="42949"/>
                    <a:pt x="278895" y="35033"/>
                    <a:pt x="271230" y="32116"/>
                  </a:cubicBezTo>
                  <a:cubicBezTo>
                    <a:pt x="264230" y="29450"/>
                    <a:pt x="257314" y="29950"/>
                    <a:pt x="250481" y="33033"/>
                  </a:cubicBezTo>
                  <a:cubicBezTo>
                    <a:pt x="242732" y="36532"/>
                    <a:pt x="237899" y="44198"/>
                    <a:pt x="228817" y="45032"/>
                  </a:cubicBezTo>
                  <a:cubicBezTo>
                    <a:pt x="220401" y="45782"/>
                    <a:pt x="213484" y="44532"/>
                    <a:pt x="205235" y="48115"/>
                  </a:cubicBezTo>
                  <a:cubicBezTo>
                    <a:pt x="198319" y="51115"/>
                    <a:pt x="190237" y="56614"/>
                    <a:pt x="187987" y="63447"/>
                  </a:cubicBezTo>
                  <a:cubicBezTo>
                    <a:pt x="186987" y="62697"/>
                    <a:pt x="185987" y="61947"/>
                    <a:pt x="184988" y="61197"/>
                  </a:cubicBezTo>
                  <a:cubicBezTo>
                    <a:pt x="178655" y="56364"/>
                    <a:pt x="172489" y="53364"/>
                    <a:pt x="164572" y="56864"/>
                  </a:cubicBezTo>
                  <a:cubicBezTo>
                    <a:pt x="159823" y="58947"/>
                    <a:pt x="151990" y="68696"/>
                    <a:pt x="150741" y="76529"/>
                  </a:cubicBezTo>
                  <a:cubicBezTo>
                    <a:pt x="150491" y="76446"/>
                    <a:pt x="150240" y="76362"/>
                    <a:pt x="150073" y="76362"/>
                  </a:cubicBezTo>
                  <a:cubicBezTo>
                    <a:pt x="141158" y="74696"/>
                    <a:pt x="133992" y="81612"/>
                    <a:pt x="131909" y="89611"/>
                  </a:cubicBezTo>
                  <a:cubicBezTo>
                    <a:pt x="130492" y="95027"/>
                    <a:pt x="130659" y="100277"/>
                    <a:pt x="131909" y="105193"/>
                  </a:cubicBezTo>
                  <a:cubicBezTo>
                    <a:pt x="130242" y="103943"/>
                    <a:pt x="128576" y="102860"/>
                    <a:pt x="126992" y="102110"/>
                  </a:cubicBezTo>
                  <a:cubicBezTo>
                    <a:pt x="117826" y="97944"/>
                    <a:pt x="107160" y="100610"/>
                    <a:pt x="99328" y="106276"/>
                  </a:cubicBezTo>
                  <a:cubicBezTo>
                    <a:pt x="86329" y="115775"/>
                    <a:pt x="85913" y="132524"/>
                    <a:pt x="95412" y="143273"/>
                  </a:cubicBezTo>
                  <a:cubicBezTo>
                    <a:pt x="59082" y="141856"/>
                    <a:pt x="47749" y="184769"/>
                    <a:pt x="62498" y="212100"/>
                  </a:cubicBezTo>
                  <a:cubicBezTo>
                    <a:pt x="62748" y="212517"/>
                    <a:pt x="63082" y="212850"/>
                    <a:pt x="63498" y="213100"/>
                  </a:cubicBezTo>
                  <a:cubicBezTo>
                    <a:pt x="58248" y="217516"/>
                    <a:pt x="53666" y="219433"/>
                    <a:pt x="47500" y="223349"/>
                  </a:cubicBezTo>
                  <a:cubicBezTo>
                    <a:pt x="36667" y="230098"/>
                    <a:pt x="29835" y="243264"/>
                    <a:pt x="29001" y="255846"/>
                  </a:cubicBezTo>
                  <a:cubicBezTo>
                    <a:pt x="28585" y="262179"/>
                    <a:pt x="29334" y="269512"/>
                    <a:pt x="31835" y="275428"/>
                  </a:cubicBezTo>
                  <a:cubicBezTo>
                    <a:pt x="31668" y="274761"/>
                    <a:pt x="36250" y="283260"/>
                    <a:pt x="36834" y="283260"/>
                  </a:cubicBezTo>
                  <a:cubicBezTo>
                    <a:pt x="36417" y="284260"/>
                    <a:pt x="32084" y="287677"/>
                    <a:pt x="30251" y="289510"/>
                  </a:cubicBezTo>
                  <a:cubicBezTo>
                    <a:pt x="22169" y="297592"/>
                    <a:pt x="18336" y="306758"/>
                    <a:pt x="17502" y="316091"/>
                  </a:cubicBezTo>
                  <a:cubicBezTo>
                    <a:pt x="13335" y="301759"/>
                    <a:pt x="11419" y="286260"/>
                    <a:pt x="9586" y="272845"/>
                  </a:cubicBezTo>
                  <a:lnTo>
                    <a:pt x="9586" y="272845"/>
                  </a:lnTo>
                  <a:close/>
                  <a:moveTo>
                    <a:pt x="69664" y="171437"/>
                  </a:moveTo>
                  <a:cubicBezTo>
                    <a:pt x="73331" y="159438"/>
                    <a:pt x="84080" y="148522"/>
                    <a:pt x="97412" y="149189"/>
                  </a:cubicBezTo>
                  <a:cubicBezTo>
                    <a:pt x="110327" y="149856"/>
                    <a:pt x="115410" y="162021"/>
                    <a:pt x="123909" y="169187"/>
                  </a:cubicBezTo>
                  <a:cubicBezTo>
                    <a:pt x="141824" y="184436"/>
                    <a:pt x="169655" y="200434"/>
                    <a:pt x="194070" y="201351"/>
                  </a:cubicBezTo>
                  <a:cubicBezTo>
                    <a:pt x="192986" y="208850"/>
                    <a:pt x="192070" y="216433"/>
                    <a:pt x="191154" y="223932"/>
                  </a:cubicBezTo>
                  <a:cubicBezTo>
                    <a:pt x="188487" y="218599"/>
                    <a:pt x="184904" y="213850"/>
                    <a:pt x="181571" y="211433"/>
                  </a:cubicBezTo>
                  <a:cubicBezTo>
                    <a:pt x="176154" y="207517"/>
                    <a:pt x="168738" y="206101"/>
                    <a:pt x="162322" y="204934"/>
                  </a:cubicBezTo>
                  <a:cubicBezTo>
                    <a:pt x="151073" y="202851"/>
                    <a:pt x="137075" y="207100"/>
                    <a:pt x="126825" y="203268"/>
                  </a:cubicBezTo>
                  <a:cubicBezTo>
                    <a:pt x="112660" y="197935"/>
                    <a:pt x="102078" y="190435"/>
                    <a:pt x="86329" y="196768"/>
                  </a:cubicBezTo>
                  <a:cubicBezTo>
                    <a:pt x="80080" y="199268"/>
                    <a:pt x="74414" y="203268"/>
                    <a:pt x="69331" y="207684"/>
                  </a:cubicBezTo>
                  <a:cubicBezTo>
                    <a:pt x="71498" y="195935"/>
                    <a:pt x="65998" y="183686"/>
                    <a:pt x="69664" y="171437"/>
                  </a:cubicBezTo>
                  <a:lnTo>
                    <a:pt x="69664" y="171437"/>
                  </a:lnTo>
                  <a:close/>
                  <a:moveTo>
                    <a:pt x="133992" y="168521"/>
                  </a:moveTo>
                  <a:cubicBezTo>
                    <a:pt x="123243" y="161605"/>
                    <a:pt x="116077" y="150189"/>
                    <a:pt x="104828" y="145523"/>
                  </a:cubicBezTo>
                  <a:cubicBezTo>
                    <a:pt x="104828" y="145439"/>
                    <a:pt x="104828" y="145439"/>
                    <a:pt x="104745" y="145356"/>
                  </a:cubicBezTo>
                  <a:cubicBezTo>
                    <a:pt x="102078" y="141106"/>
                    <a:pt x="98828" y="137773"/>
                    <a:pt x="97495" y="132691"/>
                  </a:cubicBezTo>
                  <a:cubicBezTo>
                    <a:pt x="94828" y="122941"/>
                    <a:pt x="98911" y="114692"/>
                    <a:pt x="107744" y="110359"/>
                  </a:cubicBezTo>
                  <a:cubicBezTo>
                    <a:pt x="112410" y="108109"/>
                    <a:pt x="118826" y="106943"/>
                    <a:pt x="123493" y="109609"/>
                  </a:cubicBezTo>
                  <a:cubicBezTo>
                    <a:pt x="126159" y="111109"/>
                    <a:pt x="128326" y="114775"/>
                    <a:pt x="130492" y="116942"/>
                  </a:cubicBezTo>
                  <a:cubicBezTo>
                    <a:pt x="132408" y="118942"/>
                    <a:pt x="134325" y="120942"/>
                    <a:pt x="136325" y="122691"/>
                  </a:cubicBezTo>
                  <a:cubicBezTo>
                    <a:pt x="132825" y="124275"/>
                    <a:pt x="129492" y="127108"/>
                    <a:pt x="126409" y="131524"/>
                  </a:cubicBezTo>
                  <a:cubicBezTo>
                    <a:pt x="118493" y="143273"/>
                    <a:pt x="125660" y="158355"/>
                    <a:pt x="133992" y="168521"/>
                  </a:cubicBezTo>
                  <a:lnTo>
                    <a:pt x="133992" y="168521"/>
                  </a:lnTo>
                  <a:close/>
                  <a:moveTo>
                    <a:pt x="178655" y="188019"/>
                  </a:moveTo>
                  <a:cubicBezTo>
                    <a:pt x="170988" y="183769"/>
                    <a:pt x="163240" y="179686"/>
                    <a:pt x="155989" y="174770"/>
                  </a:cubicBezTo>
                  <a:cubicBezTo>
                    <a:pt x="148074" y="169437"/>
                    <a:pt x="136908" y="159855"/>
                    <a:pt x="134742" y="149856"/>
                  </a:cubicBezTo>
                  <a:cubicBezTo>
                    <a:pt x="133492" y="144189"/>
                    <a:pt x="136075" y="135107"/>
                    <a:pt x="141657" y="131691"/>
                  </a:cubicBezTo>
                  <a:cubicBezTo>
                    <a:pt x="146990" y="128358"/>
                    <a:pt x="156823" y="133940"/>
                    <a:pt x="160906" y="136523"/>
                  </a:cubicBezTo>
                  <a:cubicBezTo>
                    <a:pt x="173489" y="144523"/>
                    <a:pt x="183237" y="155438"/>
                    <a:pt x="194736" y="164604"/>
                  </a:cubicBezTo>
                  <a:cubicBezTo>
                    <a:pt x="196903" y="166354"/>
                    <a:pt x="198986" y="167604"/>
                    <a:pt x="200985" y="168271"/>
                  </a:cubicBezTo>
                  <a:cubicBezTo>
                    <a:pt x="199319" y="174020"/>
                    <a:pt x="197902" y="179936"/>
                    <a:pt x="196819" y="185769"/>
                  </a:cubicBezTo>
                  <a:cubicBezTo>
                    <a:pt x="196403" y="187852"/>
                    <a:pt x="196069" y="189935"/>
                    <a:pt x="195736" y="192019"/>
                  </a:cubicBezTo>
                  <a:cubicBezTo>
                    <a:pt x="189903" y="191102"/>
                    <a:pt x="184237" y="189685"/>
                    <a:pt x="178655" y="188019"/>
                  </a:cubicBezTo>
                  <a:lnTo>
                    <a:pt x="178655" y="188019"/>
                  </a:lnTo>
                  <a:close/>
                  <a:moveTo>
                    <a:pt x="146574" y="121275"/>
                  </a:moveTo>
                  <a:cubicBezTo>
                    <a:pt x="146491" y="121108"/>
                    <a:pt x="146408" y="120858"/>
                    <a:pt x="146241" y="120692"/>
                  </a:cubicBezTo>
                  <a:cubicBezTo>
                    <a:pt x="145158" y="119275"/>
                    <a:pt x="143824" y="117608"/>
                    <a:pt x="142408" y="115942"/>
                  </a:cubicBezTo>
                  <a:cubicBezTo>
                    <a:pt x="140075" y="111109"/>
                    <a:pt x="138324" y="105443"/>
                    <a:pt x="138574" y="100193"/>
                  </a:cubicBezTo>
                  <a:cubicBezTo>
                    <a:pt x="136825" y="92444"/>
                    <a:pt x="141824" y="87945"/>
                    <a:pt x="153407" y="86528"/>
                  </a:cubicBezTo>
                  <a:cubicBezTo>
                    <a:pt x="155323" y="88278"/>
                    <a:pt x="156907" y="90278"/>
                    <a:pt x="158239" y="92527"/>
                  </a:cubicBezTo>
                  <a:cubicBezTo>
                    <a:pt x="164073" y="100527"/>
                    <a:pt x="167572" y="109693"/>
                    <a:pt x="174238" y="117192"/>
                  </a:cubicBezTo>
                  <a:cubicBezTo>
                    <a:pt x="184404" y="128691"/>
                    <a:pt x="196487" y="137440"/>
                    <a:pt x="211318" y="140523"/>
                  </a:cubicBezTo>
                  <a:cubicBezTo>
                    <a:pt x="208735" y="146106"/>
                    <a:pt x="206318" y="151855"/>
                    <a:pt x="204319" y="157688"/>
                  </a:cubicBezTo>
                  <a:cubicBezTo>
                    <a:pt x="187904" y="148689"/>
                    <a:pt x="165572" y="123275"/>
                    <a:pt x="146574" y="121275"/>
                  </a:cubicBezTo>
                  <a:lnTo>
                    <a:pt x="146574" y="121275"/>
                  </a:lnTo>
                  <a:close/>
                  <a:moveTo>
                    <a:pt x="195903" y="124191"/>
                  </a:moveTo>
                  <a:cubicBezTo>
                    <a:pt x="188570" y="119942"/>
                    <a:pt x="181821" y="113859"/>
                    <a:pt x="176655" y="107609"/>
                  </a:cubicBezTo>
                  <a:cubicBezTo>
                    <a:pt x="171572" y="101360"/>
                    <a:pt x="166072" y="88528"/>
                    <a:pt x="158406" y="81362"/>
                  </a:cubicBezTo>
                  <a:cubicBezTo>
                    <a:pt x="160489" y="76362"/>
                    <a:pt x="162739" y="70946"/>
                    <a:pt x="166655" y="67196"/>
                  </a:cubicBezTo>
                  <a:cubicBezTo>
                    <a:pt x="172322" y="61780"/>
                    <a:pt x="177405" y="66363"/>
                    <a:pt x="182404" y="70613"/>
                  </a:cubicBezTo>
                  <a:cubicBezTo>
                    <a:pt x="181487" y="71113"/>
                    <a:pt x="180571" y="71696"/>
                    <a:pt x="179655" y="72446"/>
                  </a:cubicBezTo>
                  <a:cubicBezTo>
                    <a:pt x="163906" y="86111"/>
                    <a:pt x="180154" y="108859"/>
                    <a:pt x="195903" y="124191"/>
                  </a:cubicBezTo>
                  <a:lnTo>
                    <a:pt x="195903" y="124191"/>
                  </a:lnTo>
                  <a:close/>
                  <a:moveTo>
                    <a:pt x="211069" y="130357"/>
                  </a:moveTo>
                  <a:cubicBezTo>
                    <a:pt x="203819" y="123191"/>
                    <a:pt x="197153" y="115025"/>
                    <a:pt x="191486" y="106693"/>
                  </a:cubicBezTo>
                  <a:cubicBezTo>
                    <a:pt x="189237" y="103443"/>
                    <a:pt x="187071" y="99943"/>
                    <a:pt x="185404" y="96361"/>
                  </a:cubicBezTo>
                  <a:cubicBezTo>
                    <a:pt x="180404" y="88861"/>
                    <a:pt x="182821" y="82528"/>
                    <a:pt x="192736" y="77279"/>
                  </a:cubicBezTo>
                  <a:cubicBezTo>
                    <a:pt x="197320" y="78945"/>
                    <a:pt x="201319" y="81529"/>
                    <a:pt x="204652" y="85111"/>
                  </a:cubicBezTo>
                  <a:cubicBezTo>
                    <a:pt x="211651" y="92028"/>
                    <a:pt x="216651" y="101527"/>
                    <a:pt x="221568" y="109943"/>
                  </a:cubicBezTo>
                  <a:cubicBezTo>
                    <a:pt x="222817" y="112109"/>
                    <a:pt x="223983" y="114026"/>
                    <a:pt x="225317" y="115692"/>
                  </a:cubicBezTo>
                  <a:cubicBezTo>
                    <a:pt x="221817" y="120942"/>
                    <a:pt x="218484" y="126441"/>
                    <a:pt x="215567" y="132024"/>
                  </a:cubicBezTo>
                  <a:cubicBezTo>
                    <a:pt x="214068" y="131357"/>
                    <a:pt x="212568" y="130857"/>
                    <a:pt x="211069" y="130357"/>
                  </a:cubicBezTo>
                  <a:lnTo>
                    <a:pt x="211069" y="130357"/>
                  </a:lnTo>
                  <a:close/>
                  <a:moveTo>
                    <a:pt x="222317" y="93944"/>
                  </a:moveTo>
                  <a:cubicBezTo>
                    <a:pt x="217651" y="87861"/>
                    <a:pt x="212985" y="82362"/>
                    <a:pt x="206986" y="77695"/>
                  </a:cubicBezTo>
                  <a:cubicBezTo>
                    <a:pt x="203235" y="74779"/>
                    <a:pt x="198570" y="71613"/>
                    <a:pt x="193820" y="70113"/>
                  </a:cubicBezTo>
                  <a:cubicBezTo>
                    <a:pt x="195320" y="60697"/>
                    <a:pt x="210069" y="56031"/>
                    <a:pt x="217318" y="55198"/>
                  </a:cubicBezTo>
                  <a:cubicBezTo>
                    <a:pt x="223234" y="54531"/>
                    <a:pt x="228650" y="56781"/>
                    <a:pt x="234316" y="56447"/>
                  </a:cubicBezTo>
                  <a:cubicBezTo>
                    <a:pt x="241982" y="56031"/>
                    <a:pt x="245648" y="51864"/>
                    <a:pt x="252231" y="48365"/>
                  </a:cubicBezTo>
                  <a:cubicBezTo>
                    <a:pt x="263396" y="42449"/>
                    <a:pt x="270063" y="51781"/>
                    <a:pt x="279562" y="55531"/>
                  </a:cubicBezTo>
                  <a:cubicBezTo>
                    <a:pt x="285062" y="57697"/>
                    <a:pt x="291978" y="55031"/>
                    <a:pt x="297810" y="55281"/>
                  </a:cubicBezTo>
                  <a:cubicBezTo>
                    <a:pt x="276312" y="64447"/>
                    <a:pt x="256397" y="78112"/>
                    <a:pt x="239315" y="97444"/>
                  </a:cubicBezTo>
                  <a:cubicBezTo>
                    <a:pt x="236566" y="100527"/>
                    <a:pt x="233983" y="103860"/>
                    <a:pt x="231400" y="107193"/>
                  </a:cubicBezTo>
                  <a:cubicBezTo>
                    <a:pt x="227900" y="103110"/>
                    <a:pt x="224983" y="97527"/>
                    <a:pt x="222317" y="93944"/>
                  </a:cubicBezTo>
                  <a:lnTo>
                    <a:pt x="222317" y="93944"/>
                  </a:lnTo>
                  <a:close/>
                  <a:moveTo>
                    <a:pt x="68831" y="364836"/>
                  </a:moveTo>
                  <a:cubicBezTo>
                    <a:pt x="55332" y="364586"/>
                    <a:pt x="45250" y="360253"/>
                    <a:pt x="37500" y="353337"/>
                  </a:cubicBezTo>
                  <a:cubicBezTo>
                    <a:pt x="33751" y="346838"/>
                    <a:pt x="29668" y="340505"/>
                    <a:pt x="27585" y="333089"/>
                  </a:cubicBezTo>
                  <a:cubicBezTo>
                    <a:pt x="25001" y="323757"/>
                    <a:pt x="25085" y="314674"/>
                    <a:pt x="29501" y="305842"/>
                  </a:cubicBezTo>
                  <a:cubicBezTo>
                    <a:pt x="33001" y="298842"/>
                    <a:pt x="39834" y="295342"/>
                    <a:pt x="43666" y="289176"/>
                  </a:cubicBezTo>
                  <a:cubicBezTo>
                    <a:pt x="47166" y="283677"/>
                    <a:pt x="45916" y="282760"/>
                    <a:pt x="44583" y="277011"/>
                  </a:cubicBezTo>
                  <a:cubicBezTo>
                    <a:pt x="41084" y="262512"/>
                    <a:pt x="39917" y="245680"/>
                    <a:pt x="55415" y="237181"/>
                  </a:cubicBezTo>
                  <a:cubicBezTo>
                    <a:pt x="63331" y="232848"/>
                    <a:pt x="69081" y="232015"/>
                    <a:pt x="75414" y="225099"/>
                  </a:cubicBezTo>
                  <a:cubicBezTo>
                    <a:pt x="80663" y="219433"/>
                    <a:pt x="85329" y="212517"/>
                    <a:pt x="92829" y="209434"/>
                  </a:cubicBezTo>
                  <a:cubicBezTo>
                    <a:pt x="102578" y="205434"/>
                    <a:pt x="109911" y="208517"/>
                    <a:pt x="118910" y="211517"/>
                  </a:cubicBezTo>
                  <a:cubicBezTo>
                    <a:pt x="123909" y="213183"/>
                    <a:pt x="129492" y="214933"/>
                    <a:pt x="134909" y="214850"/>
                  </a:cubicBezTo>
                  <a:cubicBezTo>
                    <a:pt x="144158" y="214600"/>
                    <a:pt x="150491" y="211100"/>
                    <a:pt x="159990" y="213933"/>
                  </a:cubicBezTo>
                  <a:cubicBezTo>
                    <a:pt x="170738" y="217100"/>
                    <a:pt x="180905" y="227599"/>
                    <a:pt x="181404" y="239597"/>
                  </a:cubicBezTo>
                  <a:cubicBezTo>
                    <a:pt x="181571" y="244097"/>
                    <a:pt x="185071" y="246180"/>
                    <a:pt x="188487" y="245847"/>
                  </a:cubicBezTo>
                  <a:cubicBezTo>
                    <a:pt x="185487" y="266262"/>
                    <a:pt x="181237" y="286260"/>
                    <a:pt x="171738" y="305758"/>
                  </a:cubicBezTo>
                  <a:cubicBezTo>
                    <a:pt x="152323" y="345421"/>
                    <a:pt x="112243" y="365669"/>
                    <a:pt x="68831" y="364836"/>
                  </a:cubicBezTo>
                  <a:lnTo>
                    <a:pt x="68831" y="364836"/>
                  </a:lnTo>
                  <a:close/>
                  <a:moveTo>
                    <a:pt x="533623" y="269178"/>
                  </a:moveTo>
                  <a:cubicBezTo>
                    <a:pt x="499376" y="320257"/>
                    <a:pt x="438381" y="335172"/>
                    <a:pt x="382386" y="348671"/>
                  </a:cubicBezTo>
                  <a:cubicBezTo>
                    <a:pt x="323724" y="362836"/>
                    <a:pt x="263980" y="373336"/>
                    <a:pt x="203902" y="379252"/>
                  </a:cubicBezTo>
                  <a:cubicBezTo>
                    <a:pt x="170322" y="382585"/>
                    <a:pt x="134825" y="384834"/>
                    <a:pt x="101078" y="382001"/>
                  </a:cubicBezTo>
                  <a:cubicBezTo>
                    <a:pt x="96661" y="381668"/>
                    <a:pt x="92162" y="381085"/>
                    <a:pt x="87663" y="380252"/>
                  </a:cubicBezTo>
                  <a:cubicBezTo>
                    <a:pt x="88329" y="380168"/>
                    <a:pt x="88996" y="380168"/>
                    <a:pt x="89662" y="380085"/>
                  </a:cubicBezTo>
                  <a:cubicBezTo>
                    <a:pt x="128992" y="375252"/>
                    <a:pt x="164906" y="355170"/>
                    <a:pt x="183654" y="319507"/>
                  </a:cubicBezTo>
                  <a:cubicBezTo>
                    <a:pt x="192486" y="302592"/>
                    <a:pt x="199819" y="283677"/>
                    <a:pt x="202902" y="264762"/>
                  </a:cubicBezTo>
                  <a:cubicBezTo>
                    <a:pt x="206735" y="240847"/>
                    <a:pt x="207402" y="216600"/>
                    <a:pt x="211318" y="192768"/>
                  </a:cubicBezTo>
                  <a:cubicBezTo>
                    <a:pt x="219151" y="144523"/>
                    <a:pt x="245648" y="104360"/>
                    <a:pt x="285561" y="76779"/>
                  </a:cubicBezTo>
                  <a:cubicBezTo>
                    <a:pt x="309643" y="60114"/>
                    <a:pt x="338390" y="51781"/>
                    <a:pt x="367887" y="48781"/>
                  </a:cubicBezTo>
                  <a:cubicBezTo>
                    <a:pt x="418549" y="49448"/>
                    <a:pt x="469795" y="68280"/>
                    <a:pt x="505792" y="104526"/>
                  </a:cubicBezTo>
                  <a:cubicBezTo>
                    <a:pt x="545455" y="144523"/>
                    <a:pt x="567203" y="219183"/>
                    <a:pt x="533623" y="269178"/>
                  </a:cubicBezTo>
                  <a:lnTo>
                    <a:pt x="533623" y="269178"/>
                  </a:lnTo>
                  <a:close/>
                </a:path>
              </a:pathLst>
            </a:custGeom>
            <a:grpFill/>
            <a:ln w="8332" cap="flat">
              <a:noFill/>
              <a:prstDash val="solid"/>
              <a:miter/>
            </a:ln>
          </p:spPr>
          <p:txBody>
            <a:bodyPr rtlCol="0" anchor="ctr"/>
            <a:lstStyle/>
            <a:p>
              <a:endParaRPr lang="en-US"/>
            </a:p>
          </p:txBody>
        </p:sp>
        <p:sp>
          <p:nvSpPr>
            <p:cNvPr id="1850" name="Freeform: Shape 1849"/>
            <p:cNvSpPr/>
            <p:nvPr/>
          </p:nvSpPr>
          <p:spPr>
            <a:xfrm>
              <a:off x="11930507" y="1452219"/>
              <a:ext cx="119725" cy="261518"/>
            </a:xfrm>
            <a:custGeom>
              <a:avLst/>
              <a:gdLst>
                <a:gd name="connsiteX0" fmla="*/ 115846 w 119725"/>
                <a:gd name="connsiteY0" fmla="*/ 411 h 261518"/>
                <a:gd name="connsiteX1" fmla="*/ 45101 w 119725"/>
                <a:gd name="connsiteY1" fmla="*/ 117234 h 261518"/>
                <a:gd name="connsiteX2" fmla="*/ 32853 w 119725"/>
                <a:gd name="connsiteY2" fmla="*/ 189061 h 261518"/>
                <a:gd name="connsiteX3" fmla="*/ 106 w 119725"/>
                <a:gd name="connsiteY3" fmla="*/ 260637 h 261518"/>
                <a:gd name="connsiteX4" fmla="*/ 1023 w 119725"/>
                <a:gd name="connsiteY4" fmla="*/ 261387 h 261518"/>
                <a:gd name="connsiteX5" fmla="*/ 53352 w 119725"/>
                <a:gd name="connsiteY5" fmla="*/ 144648 h 261518"/>
                <a:gd name="connsiteX6" fmla="*/ 119012 w 119725"/>
                <a:gd name="connsiteY6" fmla="*/ 4244 h 261518"/>
                <a:gd name="connsiteX7" fmla="*/ 115846 w 119725"/>
                <a:gd name="connsiteY7" fmla="*/ 411 h 261518"/>
                <a:gd name="connsiteX8" fmla="*/ 115846 w 119725"/>
                <a:gd name="connsiteY8" fmla="*/ 411 h 261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725" h="261518">
                  <a:moveTo>
                    <a:pt x="115846" y="411"/>
                  </a:moveTo>
                  <a:cubicBezTo>
                    <a:pt x="77266" y="29825"/>
                    <a:pt x="52018" y="68905"/>
                    <a:pt x="45101" y="117234"/>
                  </a:cubicBezTo>
                  <a:cubicBezTo>
                    <a:pt x="41602" y="141648"/>
                    <a:pt x="38852" y="165229"/>
                    <a:pt x="32853" y="189061"/>
                  </a:cubicBezTo>
                  <a:cubicBezTo>
                    <a:pt x="26187" y="215391"/>
                    <a:pt x="16188" y="238723"/>
                    <a:pt x="106" y="260637"/>
                  </a:cubicBezTo>
                  <a:cubicBezTo>
                    <a:pt x="-311" y="261137"/>
                    <a:pt x="606" y="261804"/>
                    <a:pt x="1023" y="261387"/>
                  </a:cubicBezTo>
                  <a:cubicBezTo>
                    <a:pt x="30354" y="229057"/>
                    <a:pt x="49102" y="188394"/>
                    <a:pt x="53352" y="144648"/>
                  </a:cubicBezTo>
                  <a:cubicBezTo>
                    <a:pt x="58767" y="89070"/>
                    <a:pt x="75100" y="40907"/>
                    <a:pt x="119012" y="4244"/>
                  </a:cubicBezTo>
                  <a:cubicBezTo>
                    <a:pt x="121096" y="2577"/>
                    <a:pt x="118178" y="-1256"/>
                    <a:pt x="115846" y="411"/>
                  </a:cubicBezTo>
                  <a:lnTo>
                    <a:pt x="115846" y="411"/>
                  </a:lnTo>
                  <a:close/>
                </a:path>
              </a:pathLst>
            </a:custGeom>
            <a:grpFill/>
            <a:ln w="8332" cap="flat">
              <a:noFill/>
              <a:prstDash val="solid"/>
              <a:miter/>
            </a:ln>
          </p:spPr>
          <p:txBody>
            <a:bodyPr rtlCol="0" anchor="ctr"/>
            <a:lstStyle/>
            <a:p>
              <a:endParaRPr lang="en-US"/>
            </a:p>
          </p:txBody>
        </p:sp>
        <p:sp>
          <p:nvSpPr>
            <p:cNvPr id="1851" name="Freeform: Shape 1850"/>
            <p:cNvSpPr/>
            <p:nvPr/>
          </p:nvSpPr>
          <p:spPr>
            <a:xfrm>
              <a:off x="11768542" y="1392209"/>
              <a:ext cx="193950" cy="197106"/>
            </a:xfrm>
            <a:custGeom>
              <a:avLst/>
              <a:gdLst>
                <a:gd name="connsiteX0" fmla="*/ 191402 w 193950"/>
                <a:gd name="connsiteY0" fmla="*/ 9 h 197106"/>
                <a:gd name="connsiteX1" fmla="*/ 64663 w 193950"/>
                <a:gd name="connsiteY1" fmla="*/ 60754 h 197106"/>
                <a:gd name="connsiteX2" fmla="*/ 19917 w 193950"/>
                <a:gd name="connsiteY2" fmla="*/ 123248 h 197106"/>
                <a:gd name="connsiteX3" fmla="*/ 3752 w 193950"/>
                <a:gd name="connsiteY3" fmla="*/ 159662 h 197106"/>
                <a:gd name="connsiteX4" fmla="*/ 2 w 193950"/>
                <a:gd name="connsiteY4" fmla="*/ 195575 h 197106"/>
                <a:gd name="connsiteX5" fmla="*/ 3168 w 193950"/>
                <a:gd name="connsiteY5" fmla="*/ 195575 h 197106"/>
                <a:gd name="connsiteX6" fmla="*/ 192068 w 193950"/>
                <a:gd name="connsiteY6" fmla="*/ 5092 h 197106"/>
                <a:gd name="connsiteX7" fmla="*/ 191402 w 193950"/>
                <a:gd name="connsiteY7" fmla="*/ 9 h 197106"/>
                <a:gd name="connsiteX8" fmla="*/ 191402 w 193950"/>
                <a:gd name="connsiteY8" fmla="*/ 9 h 197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3950" h="197106">
                  <a:moveTo>
                    <a:pt x="191402" y="9"/>
                  </a:moveTo>
                  <a:cubicBezTo>
                    <a:pt x="143822" y="3759"/>
                    <a:pt x="98577" y="27424"/>
                    <a:pt x="64663" y="60754"/>
                  </a:cubicBezTo>
                  <a:cubicBezTo>
                    <a:pt x="46498" y="78669"/>
                    <a:pt x="32000" y="100917"/>
                    <a:pt x="19917" y="123248"/>
                  </a:cubicBezTo>
                  <a:cubicBezTo>
                    <a:pt x="13584" y="134997"/>
                    <a:pt x="7585" y="146829"/>
                    <a:pt x="3752" y="159662"/>
                  </a:cubicBezTo>
                  <a:cubicBezTo>
                    <a:pt x="85" y="171744"/>
                    <a:pt x="419" y="183076"/>
                    <a:pt x="2" y="195575"/>
                  </a:cubicBezTo>
                  <a:cubicBezTo>
                    <a:pt x="-82" y="197658"/>
                    <a:pt x="2918" y="197575"/>
                    <a:pt x="3168" y="195575"/>
                  </a:cubicBezTo>
                  <a:cubicBezTo>
                    <a:pt x="14084" y="103750"/>
                    <a:pt x="102827" y="21174"/>
                    <a:pt x="192068" y="5092"/>
                  </a:cubicBezTo>
                  <a:cubicBezTo>
                    <a:pt x="194984" y="4592"/>
                    <a:pt x="194318" y="-241"/>
                    <a:pt x="191402" y="9"/>
                  </a:cubicBezTo>
                  <a:lnTo>
                    <a:pt x="191402" y="9"/>
                  </a:lnTo>
                  <a:close/>
                </a:path>
              </a:pathLst>
            </a:custGeom>
            <a:grpFill/>
            <a:ln w="8332" cap="flat">
              <a:noFill/>
              <a:prstDash val="solid"/>
              <a:miter/>
            </a:ln>
          </p:spPr>
          <p:txBody>
            <a:bodyPr rtlCol="0" anchor="ctr"/>
            <a:lstStyle/>
            <a:p>
              <a:endParaRPr lang="en-US"/>
            </a:p>
          </p:txBody>
        </p:sp>
        <p:sp>
          <p:nvSpPr>
            <p:cNvPr id="1852" name="Freeform: Shape 1851"/>
            <p:cNvSpPr/>
            <p:nvPr/>
          </p:nvSpPr>
          <p:spPr>
            <a:xfrm>
              <a:off x="11797131" y="1602855"/>
              <a:ext cx="74466" cy="114275"/>
            </a:xfrm>
            <a:custGeom>
              <a:avLst/>
              <a:gdLst>
                <a:gd name="connsiteX0" fmla="*/ 72988 w 74466"/>
                <a:gd name="connsiteY0" fmla="*/ 2344 h 114275"/>
                <a:gd name="connsiteX1" fmla="*/ 29158 w 74466"/>
                <a:gd name="connsiteY1" fmla="*/ 17760 h 114275"/>
                <a:gd name="connsiteX2" fmla="*/ 21659 w 74466"/>
                <a:gd name="connsiteY2" fmla="*/ 38924 h 114275"/>
                <a:gd name="connsiteX3" fmla="*/ 23742 w 74466"/>
                <a:gd name="connsiteY3" fmla="*/ 48673 h 114275"/>
                <a:gd name="connsiteX4" fmla="*/ 26908 w 74466"/>
                <a:gd name="connsiteY4" fmla="*/ 54340 h 114275"/>
                <a:gd name="connsiteX5" fmla="*/ 24909 w 74466"/>
                <a:gd name="connsiteY5" fmla="*/ 55756 h 114275"/>
                <a:gd name="connsiteX6" fmla="*/ 3411 w 74466"/>
                <a:gd name="connsiteY6" fmla="*/ 74921 h 114275"/>
                <a:gd name="connsiteX7" fmla="*/ 911 w 74466"/>
                <a:gd name="connsiteY7" fmla="*/ 96836 h 114275"/>
                <a:gd name="connsiteX8" fmla="*/ 36324 w 74466"/>
                <a:gd name="connsiteY8" fmla="*/ 109501 h 114275"/>
                <a:gd name="connsiteX9" fmla="*/ 33575 w 74466"/>
                <a:gd name="connsiteY9" fmla="*/ 102919 h 114275"/>
                <a:gd name="connsiteX10" fmla="*/ 10076 w 74466"/>
                <a:gd name="connsiteY10" fmla="*/ 82254 h 114275"/>
                <a:gd name="connsiteX11" fmla="*/ 26825 w 74466"/>
                <a:gd name="connsiteY11" fmla="*/ 64005 h 114275"/>
                <a:gd name="connsiteX12" fmla="*/ 37408 w 74466"/>
                <a:gd name="connsiteY12" fmla="*/ 55006 h 114275"/>
                <a:gd name="connsiteX13" fmla="*/ 35741 w 74466"/>
                <a:gd name="connsiteY13" fmla="*/ 51173 h 114275"/>
                <a:gd name="connsiteX14" fmla="*/ 32075 w 74466"/>
                <a:gd name="connsiteY14" fmla="*/ 28509 h 114275"/>
                <a:gd name="connsiteX15" fmla="*/ 71905 w 74466"/>
                <a:gd name="connsiteY15" fmla="*/ 6344 h 114275"/>
                <a:gd name="connsiteX16" fmla="*/ 72988 w 74466"/>
                <a:gd name="connsiteY16" fmla="*/ 2344 h 114275"/>
                <a:gd name="connsiteX17" fmla="*/ 72988 w 74466"/>
                <a:gd name="connsiteY17" fmla="*/ 2344 h 114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4466" h="114275">
                  <a:moveTo>
                    <a:pt x="72988" y="2344"/>
                  </a:moveTo>
                  <a:cubicBezTo>
                    <a:pt x="54572" y="-3572"/>
                    <a:pt x="40574" y="1761"/>
                    <a:pt x="29158" y="17760"/>
                  </a:cubicBezTo>
                  <a:cubicBezTo>
                    <a:pt x="24742" y="23926"/>
                    <a:pt x="21492" y="31175"/>
                    <a:pt x="21659" y="38924"/>
                  </a:cubicBezTo>
                  <a:cubicBezTo>
                    <a:pt x="21742" y="42424"/>
                    <a:pt x="22409" y="45424"/>
                    <a:pt x="23742" y="48673"/>
                  </a:cubicBezTo>
                  <a:cubicBezTo>
                    <a:pt x="24659" y="50673"/>
                    <a:pt x="25742" y="52506"/>
                    <a:pt x="26908" y="54340"/>
                  </a:cubicBezTo>
                  <a:cubicBezTo>
                    <a:pt x="26408" y="54173"/>
                    <a:pt x="25742" y="54590"/>
                    <a:pt x="24909" y="55756"/>
                  </a:cubicBezTo>
                  <a:cubicBezTo>
                    <a:pt x="17826" y="62589"/>
                    <a:pt x="8410" y="65672"/>
                    <a:pt x="3411" y="74921"/>
                  </a:cubicBezTo>
                  <a:cubicBezTo>
                    <a:pt x="-256" y="81670"/>
                    <a:pt x="-755" y="89420"/>
                    <a:pt x="911" y="96836"/>
                  </a:cubicBezTo>
                  <a:cubicBezTo>
                    <a:pt x="5244" y="116667"/>
                    <a:pt x="20742" y="117584"/>
                    <a:pt x="36324" y="109501"/>
                  </a:cubicBezTo>
                  <a:cubicBezTo>
                    <a:pt x="39908" y="107668"/>
                    <a:pt x="37408" y="101669"/>
                    <a:pt x="33575" y="102919"/>
                  </a:cubicBezTo>
                  <a:cubicBezTo>
                    <a:pt x="18492" y="107918"/>
                    <a:pt x="5910" y="96919"/>
                    <a:pt x="10076" y="82254"/>
                  </a:cubicBezTo>
                  <a:cubicBezTo>
                    <a:pt x="12076" y="75421"/>
                    <a:pt x="20826" y="67505"/>
                    <a:pt x="26825" y="64005"/>
                  </a:cubicBezTo>
                  <a:cubicBezTo>
                    <a:pt x="31658" y="61172"/>
                    <a:pt x="37157" y="61339"/>
                    <a:pt x="37408" y="55006"/>
                  </a:cubicBezTo>
                  <a:cubicBezTo>
                    <a:pt x="37491" y="53256"/>
                    <a:pt x="36074" y="52590"/>
                    <a:pt x="35741" y="51173"/>
                  </a:cubicBezTo>
                  <a:cubicBezTo>
                    <a:pt x="33408" y="42757"/>
                    <a:pt x="28741" y="38258"/>
                    <a:pt x="32075" y="28509"/>
                  </a:cubicBezTo>
                  <a:cubicBezTo>
                    <a:pt x="38074" y="10927"/>
                    <a:pt x="54156" y="1511"/>
                    <a:pt x="71905" y="6344"/>
                  </a:cubicBezTo>
                  <a:cubicBezTo>
                    <a:pt x="74487" y="7011"/>
                    <a:pt x="75570" y="3178"/>
                    <a:pt x="72988" y="2344"/>
                  </a:cubicBezTo>
                  <a:lnTo>
                    <a:pt x="72988" y="2344"/>
                  </a:lnTo>
                  <a:close/>
                </a:path>
              </a:pathLst>
            </a:custGeom>
            <a:grpFill/>
            <a:ln w="8332" cap="flat">
              <a:noFill/>
              <a:prstDash val="solid"/>
              <a:miter/>
            </a:ln>
          </p:spPr>
          <p:txBody>
            <a:bodyPr rtlCol="0" anchor="ctr"/>
            <a:lstStyle/>
            <a:p>
              <a:endParaRPr lang="en-US"/>
            </a:p>
          </p:txBody>
        </p:sp>
        <p:sp>
          <p:nvSpPr>
            <p:cNvPr id="1853" name="Freeform: Shape 1852"/>
            <p:cNvSpPr/>
            <p:nvPr/>
          </p:nvSpPr>
          <p:spPr>
            <a:xfrm>
              <a:off x="11843008" y="1647311"/>
              <a:ext cx="29964" cy="39012"/>
            </a:xfrm>
            <a:custGeom>
              <a:avLst/>
              <a:gdLst>
                <a:gd name="connsiteX0" fmla="*/ 25860 w 29964"/>
                <a:gd name="connsiteY0" fmla="*/ 28132 h 39012"/>
                <a:gd name="connsiteX1" fmla="*/ 9945 w 29964"/>
                <a:gd name="connsiteY1" fmla="*/ 26549 h 39012"/>
                <a:gd name="connsiteX2" fmla="*/ 11945 w 29964"/>
                <a:gd name="connsiteY2" fmla="*/ 13800 h 39012"/>
                <a:gd name="connsiteX3" fmla="*/ 19194 w 29964"/>
                <a:gd name="connsiteY3" fmla="*/ 2801 h 39012"/>
                <a:gd name="connsiteX4" fmla="*/ 16278 w 29964"/>
                <a:gd name="connsiteY4" fmla="*/ 551 h 39012"/>
                <a:gd name="connsiteX5" fmla="*/ 1529 w 29964"/>
                <a:gd name="connsiteY5" fmla="*/ 32298 h 39012"/>
                <a:gd name="connsiteX6" fmla="*/ 27944 w 29964"/>
                <a:gd name="connsiteY6" fmla="*/ 35714 h 39012"/>
                <a:gd name="connsiteX7" fmla="*/ 25860 w 29964"/>
                <a:gd name="connsiteY7" fmla="*/ 28132 h 39012"/>
                <a:gd name="connsiteX8" fmla="*/ 25860 w 29964"/>
                <a:gd name="connsiteY8" fmla="*/ 28132 h 39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964" h="39012">
                  <a:moveTo>
                    <a:pt x="25860" y="28132"/>
                  </a:moveTo>
                  <a:cubicBezTo>
                    <a:pt x="21944" y="28382"/>
                    <a:pt x="12861" y="29798"/>
                    <a:pt x="9945" y="26549"/>
                  </a:cubicBezTo>
                  <a:cubicBezTo>
                    <a:pt x="7279" y="23549"/>
                    <a:pt x="10445" y="16799"/>
                    <a:pt x="11945" y="13800"/>
                  </a:cubicBezTo>
                  <a:cubicBezTo>
                    <a:pt x="13861" y="9800"/>
                    <a:pt x="16611" y="6384"/>
                    <a:pt x="19194" y="2801"/>
                  </a:cubicBezTo>
                  <a:cubicBezTo>
                    <a:pt x="20361" y="1134"/>
                    <a:pt x="17611" y="-1032"/>
                    <a:pt x="16278" y="551"/>
                  </a:cubicBezTo>
                  <a:cubicBezTo>
                    <a:pt x="10195" y="7967"/>
                    <a:pt x="-4804" y="21549"/>
                    <a:pt x="1529" y="32298"/>
                  </a:cubicBezTo>
                  <a:cubicBezTo>
                    <a:pt x="7112" y="41881"/>
                    <a:pt x="19611" y="39464"/>
                    <a:pt x="27944" y="35714"/>
                  </a:cubicBezTo>
                  <a:cubicBezTo>
                    <a:pt x="31693" y="34048"/>
                    <a:pt x="29777" y="27882"/>
                    <a:pt x="25860" y="28132"/>
                  </a:cubicBezTo>
                  <a:lnTo>
                    <a:pt x="25860" y="28132"/>
                  </a:lnTo>
                  <a:close/>
                </a:path>
              </a:pathLst>
            </a:custGeom>
            <a:grpFill/>
            <a:ln w="8332" cap="flat">
              <a:noFill/>
              <a:prstDash val="solid"/>
              <a:miter/>
            </a:ln>
          </p:spPr>
          <p:txBody>
            <a:bodyPr rtlCol="0" anchor="ctr"/>
            <a:lstStyle/>
            <a:p>
              <a:endParaRPr lang="en-US"/>
            </a:p>
          </p:txBody>
        </p:sp>
        <p:sp>
          <p:nvSpPr>
            <p:cNvPr id="1854" name="Freeform: Shape 1853"/>
            <p:cNvSpPr/>
            <p:nvPr/>
          </p:nvSpPr>
          <p:spPr>
            <a:xfrm>
              <a:off x="11875879" y="1610997"/>
              <a:ext cx="23835" cy="35287"/>
            </a:xfrm>
            <a:custGeom>
              <a:avLst/>
              <a:gdLst>
                <a:gd name="connsiteX0" fmla="*/ 20987 w 23835"/>
                <a:gd name="connsiteY0" fmla="*/ 27365 h 35287"/>
                <a:gd name="connsiteX1" fmla="*/ 9404 w 23835"/>
                <a:gd name="connsiteY1" fmla="*/ 21033 h 35287"/>
                <a:gd name="connsiteX2" fmla="*/ 13071 w 23835"/>
                <a:gd name="connsiteY2" fmla="*/ 3784 h 35287"/>
                <a:gd name="connsiteX3" fmla="*/ 7571 w 23835"/>
                <a:gd name="connsiteY3" fmla="*/ 1451 h 35287"/>
                <a:gd name="connsiteX4" fmla="*/ 988 w 23835"/>
                <a:gd name="connsiteY4" fmla="*/ 26532 h 35287"/>
                <a:gd name="connsiteX5" fmla="*/ 19820 w 23835"/>
                <a:gd name="connsiteY5" fmla="*/ 35281 h 35287"/>
                <a:gd name="connsiteX6" fmla="*/ 20987 w 23835"/>
                <a:gd name="connsiteY6" fmla="*/ 27365 h 35287"/>
                <a:gd name="connsiteX7" fmla="*/ 20987 w 23835"/>
                <a:gd name="connsiteY7" fmla="*/ 27365 h 35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35" h="35287">
                  <a:moveTo>
                    <a:pt x="20987" y="27365"/>
                  </a:moveTo>
                  <a:cubicBezTo>
                    <a:pt x="16987" y="25865"/>
                    <a:pt x="11072" y="25532"/>
                    <a:pt x="9404" y="21033"/>
                  </a:cubicBezTo>
                  <a:cubicBezTo>
                    <a:pt x="7405" y="15700"/>
                    <a:pt x="11404" y="8784"/>
                    <a:pt x="13071" y="3784"/>
                  </a:cubicBezTo>
                  <a:cubicBezTo>
                    <a:pt x="14155" y="534"/>
                    <a:pt x="9154" y="-1549"/>
                    <a:pt x="7571" y="1451"/>
                  </a:cubicBezTo>
                  <a:cubicBezTo>
                    <a:pt x="3489" y="9117"/>
                    <a:pt x="-2345" y="17533"/>
                    <a:pt x="988" y="26532"/>
                  </a:cubicBezTo>
                  <a:cubicBezTo>
                    <a:pt x="3988" y="34698"/>
                    <a:pt x="12404" y="35365"/>
                    <a:pt x="19820" y="35281"/>
                  </a:cubicBezTo>
                  <a:cubicBezTo>
                    <a:pt x="24736" y="35365"/>
                    <a:pt x="25153" y="28865"/>
                    <a:pt x="20987" y="27365"/>
                  </a:cubicBezTo>
                  <a:lnTo>
                    <a:pt x="20987" y="27365"/>
                  </a:lnTo>
                  <a:close/>
                </a:path>
              </a:pathLst>
            </a:custGeom>
            <a:grpFill/>
            <a:ln w="8332" cap="flat">
              <a:noFill/>
              <a:prstDash val="solid"/>
              <a:miter/>
            </a:ln>
          </p:spPr>
          <p:txBody>
            <a:bodyPr rtlCol="0" anchor="ctr"/>
            <a:lstStyle/>
            <a:p>
              <a:endParaRPr lang="en-US"/>
            </a:p>
          </p:txBody>
        </p:sp>
        <p:sp>
          <p:nvSpPr>
            <p:cNvPr id="1855" name="Freeform: Shape 1854"/>
            <p:cNvSpPr/>
            <p:nvPr/>
          </p:nvSpPr>
          <p:spPr>
            <a:xfrm>
              <a:off x="10847076" y="3078688"/>
              <a:ext cx="591835" cy="553960"/>
            </a:xfrm>
            <a:custGeom>
              <a:avLst/>
              <a:gdLst>
                <a:gd name="connsiteX0" fmla="*/ 575999 w 591835"/>
                <a:gd name="connsiteY0" fmla="*/ 329682 h 553960"/>
                <a:gd name="connsiteX1" fmla="*/ 589248 w 591835"/>
                <a:gd name="connsiteY1" fmla="*/ 263605 h 553960"/>
                <a:gd name="connsiteX2" fmla="*/ 552835 w 591835"/>
                <a:gd name="connsiteY2" fmla="*/ 210526 h 553960"/>
                <a:gd name="connsiteX3" fmla="*/ 532836 w 591835"/>
                <a:gd name="connsiteY3" fmla="*/ 98286 h 553960"/>
                <a:gd name="connsiteX4" fmla="*/ 484840 w 591835"/>
                <a:gd name="connsiteY4" fmla="*/ 66039 h 553960"/>
                <a:gd name="connsiteX5" fmla="*/ 441845 w 591835"/>
                <a:gd name="connsiteY5" fmla="*/ 61373 h 553960"/>
                <a:gd name="connsiteX6" fmla="*/ 365518 w 591835"/>
                <a:gd name="connsiteY6" fmla="*/ 7044 h 553960"/>
                <a:gd name="connsiteX7" fmla="*/ 298191 w 591835"/>
                <a:gd name="connsiteY7" fmla="*/ 628 h 553960"/>
                <a:gd name="connsiteX8" fmla="*/ 264277 w 591835"/>
                <a:gd name="connsiteY8" fmla="*/ 5961 h 553960"/>
                <a:gd name="connsiteX9" fmla="*/ 243863 w 591835"/>
                <a:gd name="connsiteY9" fmla="*/ 11710 h 553960"/>
                <a:gd name="connsiteX10" fmla="*/ 228780 w 591835"/>
                <a:gd name="connsiteY10" fmla="*/ 17377 h 553960"/>
                <a:gd name="connsiteX11" fmla="*/ 226281 w 591835"/>
                <a:gd name="connsiteY11" fmla="*/ 19960 h 553960"/>
                <a:gd name="connsiteX12" fmla="*/ 164536 w 591835"/>
                <a:gd name="connsiteY12" fmla="*/ 14544 h 553960"/>
                <a:gd name="connsiteX13" fmla="*/ 71961 w 591835"/>
                <a:gd name="connsiteY13" fmla="*/ 63956 h 553960"/>
                <a:gd name="connsiteX14" fmla="*/ 65378 w 591835"/>
                <a:gd name="connsiteY14" fmla="*/ 155614 h 553960"/>
                <a:gd name="connsiteX15" fmla="*/ 68878 w 591835"/>
                <a:gd name="connsiteY15" fmla="*/ 159280 h 553960"/>
                <a:gd name="connsiteX16" fmla="*/ 43131 w 591835"/>
                <a:gd name="connsiteY16" fmla="*/ 171863 h 553960"/>
                <a:gd name="connsiteX17" fmla="*/ 13800 w 591835"/>
                <a:gd name="connsiteY17" fmla="*/ 223691 h 553960"/>
                <a:gd name="connsiteX18" fmla="*/ 20716 w 591835"/>
                <a:gd name="connsiteY18" fmla="*/ 359179 h 553960"/>
                <a:gd name="connsiteX19" fmla="*/ 69294 w 591835"/>
                <a:gd name="connsiteY19" fmla="*/ 391343 h 553960"/>
                <a:gd name="connsiteX20" fmla="*/ 94043 w 591835"/>
                <a:gd name="connsiteY20" fmla="*/ 481168 h 553960"/>
                <a:gd name="connsiteX21" fmla="*/ 139205 w 591835"/>
                <a:gd name="connsiteY21" fmla="*/ 508166 h 553960"/>
                <a:gd name="connsiteX22" fmla="*/ 238530 w 591835"/>
                <a:gd name="connsiteY22" fmla="*/ 548996 h 553960"/>
                <a:gd name="connsiteX23" fmla="*/ 274860 w 591835"/>
                <a:gd name="connsiteY23" fmla="*/ 512832 h 553960"/>
                <a:gd name="connsiteX24" fmla="*/ 265194 w 591835"/>
                <a:gd name="connsiteY24" fmla="*/ 471586 h 553960"/>
                <a:gd name="connsiteX25" fmla="*/ 271027 w 591835"/>
                <a:gd name="connsiteY25" fmla="*/ 456254 h 553960"/>
                <a:gd name="connsiteX26" fmla="*/ 267610 w 591835"/>
                <a:gd name="connsiteY26" fmla="*/ 402675 h 553960"/>
                <a:gd name="connsiteX27" fmla="*/ 256612 w 591835"/>
                <a:gd name="connsiteY27" fmla="*/ 379094 h 553960"/>
                <a:gd name="connsiteX28" fmla="*/ 246362 w 591835"/>
                <a:gd name="connsiteY28" fmla="*/ 366512 h 553960"/>
                <a:gd name="connsiteX29" fmla="*/ 265861 w 591835"/>
                <a:gd name="connsiteY29" fmla="*/ 338681 h 553960"/>
                <a:gd name="connsiteX30" fmla="*/ 310357 w 591835"/>
                <a:gd name="connsiteY30" fmla="*/ 334515 h 553960"/>
                <a:gd name="connsiteX31" fmla="*/ 346020 w 591835"/>
                <a:gd name="connsiteY31" fmla="*/ 289852 h 553960"/>
                <a:gd name="connsiteX32" fmla="*/ 394016 w 591835"/>
                <a:gd name="connsiteY32" fmla="*/ 280436 h 553960"/>
                <a:gd name="connsiteX33" fmla="*/ 419680 w 591835"/>
                <a:gd name="connsiteY33" fmla="*/ 310767 h 553960"/>
                <a:gd name="connsiteX34" fmla="*/ 461426 w 591835"/>
                <a:gd name="connsiteY34" fmla="*/ 317766 h 553960"/>
                <a:gd name="connsiteX35" fmla="*/ 489090 w 591835"/>
                <a:gd name="connsiteY35" fmla="*/ 346597 h 553960"/>
                <a:gd name="connsiteX36" fmla="*/ 486923 w 591835"/>
                <a:gd name="connsiteY36" fmla="*/ 362512 h 553960"/>
                <a:gd name="connsiteX37" fmla="*/ 495423 w 591835"/>
                <a:gd name="connsiteY37" fmla="*/ 385593 h 553960"/>
                <a:gd name="connsiteX38" fmla="*/ 535086 w 591835"/>
                <a:gd name="connsiteY38" fmla="*/ 406342 h 553960"/>
                <a:gd name="connsiteX39" fmla="*/ 569333 w 591835"/>
                <a:gd name="connsiteY39" fmla="*/ 383094 h 553960"/>
                <a:gd name="connsiteX40" fmla="*/ 572000 w 591835"/>
                <a:gd name="connsiteY40" fmla="*/ 334515 h 553960"/>
                <a:gd name="connsiteX41" fmla="*/ 571666 w 591835"/>
                <a:gd name="connsiteY41" fmla="*/ 334098 h 553960"/>
                <a:gd name="connsiteX42" fmla="*/ 575999 w 591835"/>
                <a:gd name="connsiteY42" fmla="*/ 329682 h 553960"/>
                <a:gd name="connsiteX43" fmla="*/ 575999 w 591835"/>
                <a:gd name="connsiteY43" fmla="*/ 329682 h 553960"/>
                <a:gd name="connsiteX44" fmla="*/ 260027 w 591835"/>
                <a:gd name="connsiteY44" fmla="*/ 514498 h 553960"/>
                <a:gd name="connsiteX45" fmla="*/ 225781 w 591835"/>
                <a:gd name="connsiteY45" fmla="*/ 537330 h 553960"/>
                <a:gd name="connsiteX46" fmla="*/ 147788 w 591835"/>
                <a:gd name="connsiteY46" fmla="*/ 510166 h 553960"/>
                <a:gd name="connsiteX47" fmla="*/ 197284 w 591835"/>
                <a:gd name="connsiteY47" fmla="*/ 510499 h 553960"/>
                <a:gd name="connsiteX48" fmla="*/ 256362 w 591835"/>
                <a:gd name="connsiteY48" fmla="*/ 482835 h 553960"/>
                <a:gd name="connsiteX49" fmla="*/ 260027 w 591835"/>
                <a:gd name="connsiteY49" fmla="*/ 514498 h 553960"/>
                <a:gd name="connsiteX50" fmla="*/ 260027 w 591835"/>
                <a:gd name="connsiteY50" fmla="*/ 514498 h 553960"/>
                <a:gd name="connsiteX51" fmla="*/ 246695 w 591835"/>
                <a:gd name="connsiteY51" fmla="*/ 393010 h 553960"/>
                <a:gd name="connsiteX52" fmla="*/ 259861 w 591835"/>
                <a:gd name="connsiteY52" fmla="*/ 439922 h 553960"/>
                <a:gd name="connsiteX53" fmla="*/ 253529 w 591835"/>
                <a:gd name="connsiteY53" fmla="*/ 469169 h 553960"/>
                <a:gd name="connsiteX54" fmla="*/ 250612 w 591835"/>
                <a:gd name="connsiteY54" fmla="*/ 473002 h 553960"/>
                <a:gd name="connsiteX55" fmla="*/ 242446 w 591835"/>
                <a:gd name="connsiteY55" fmla="*/ 480168 h 553960"/>
                <a:gd name="connsiteX56" fmla="*/ 200283 w 591835"/>
                <a:gd name="connsiteY56" fmla="*/ 496667 h 553960"/>
                <a:gd name="connsiteX57" fmla="*/ 111957 w 591835"/>
                <a:gd name="connsiteY57" fmla="*/ 476252 h 553960"/>
                <a:gd name="connsiteX58" fmla="*/ 84043 w 591835"/>
                <a:gd name="connsiteY58" fmla="*/ 436839 h 553960"/>
                <a:gd name="connsiteX59" fmla="*/ 79710 w 591835"/>
                <a:gd name="connsiteY59" fmla="*/ 394259 h 553960"/>
                <a:gd name="connsiteX60" fmla="*/ 151704 w 591835"/>
                <a:gd name="connsiteY60" fmla="*/ 398009 h 553960"/>
                <a:gd name="connsiteX61" fmla="*/ 232531 w 591835"/>
                <a:gd name="connsiteY61" fmla="*/ 375178 h 553960"/>
                <a:gd name="connsiteX62" fmla="*/ 246695 w 591835"/>
                <a:gd name="connsiteY62" fmla="*/ 393010 h 553960"/>
                <a:gd name="connsiteX63" fmla="*/ 246695 w 591835"/>
                <a:gd name="connsiteY63" fmla="*/ 393010 h 553960"/>
                <a:gd name="connsiteX64" fmla="*/ 252611 w 591835"/>
                <a:gd name="connsiteY64" fmla="*/ 324849 h 553960"/>
                <a:gd name="connsiteX65" fmla="*/ 232280 w 591835"/>
                <a:gd name="connsiteY65" fmla="*/ 357346 h 553960"/>
                <a:gd name="connsiteX66" fmla="*/ 226364 w 591835"/>
                <a:gd name="connsiteY66" fmla="*/ 361429 h 553960"/>
                <a:gd name="connsiteX67" fmla="*/ 153538 w 591835"/>
                <a:gd name="connsiteY67" fmla="*/ 383177 h 553960"/>
                <a:gd name="connsiteX68" fmla="*/ 37047 w 591835"/>
                <a:gd name="connsiteY68" fmla="*/ 355180 h 553960"/>
                <a:gd name="connsiteX69" fmla="*/ 23216 w 591835"/>
                <a:gd name="connsiteY69" fmla="*/ 243356 h 553960"/>
                <a:gd name="connsiteX70" fmla="*/ 41297 w 591835"/>
                <a:gd name="connsiteY70" fmla="*/ 193861 h 553960"/>
                <a:gd name="connsiteX71" fmla="*/ 78710 w 591835"/>
                <a:gd name="connsiteY71" fmla="*/ 168196 h 553960"/>
                <a:gd name="connsiteX72" fmla="*/ 174618 w 591835"/>
                <a:gd name="connsiteY72" fmla="*/ 222858 h 553960"/>
                <a:gd name="connsiteX73" fmla="*/ 187951 w 591835"/>
                <a:gd name="connsiteY73" fmla="*/ 232857 h 553960"/>
                <a:gd name="connsiteX74" fmla="*/ 197867 w 591835"/>
                <a:gd name="connsiteY74" fmla="*/ 243440 h 553960"/>
                <a:gd name="connsiteX75" fmla="*/ 236530 w 591835"/>
                <a:gd name="connsiteY75" fmla="*/ 296518 h 553960"/>
                <a:gd name="connsiteX76" fmla="*/ 252695 w 591835"/>
                <a:gd name="connsiteY76" fmla="*/ 324766 h 553960"/>
                <a:gd name="connsiteX77" fmla="*/ 252611 w 591835"/>
                <a:gd name="connsiteY77" fmla="*/ 324849 h 553960"/>
                <a:gd name="connsiteX78" fmla="*/ 252611 w 591835"/>
                <a:gd name="connsiteY78" fmla="*/ 324849 h 553960"/>
                <a:gd name="connsiteX79" fmla="*/ 343770 w 591835"/>
                <a:gd name="connsiteY79" fmla="*/ 249356 h 553960"/>
                <a:gd name="connsiteX80" fmla="*/ 325022 w 591835"/>
                <a:gd name="connsiteY80" fmla="*/ 297601 h 553960"/>
                <a:gd name="connsiteX81" fmla="*/ 264444 w 591835"/>
                <a:gd name="connsiteY81" fmla="*/ 315933 h 553960"/>
                <a:gd name="connsiteX82" fmla="*/ 261611 w 591835"/>
                <a:gd name="connsiteY82" fmla="*/ 312100 h 553960"/>
                <a:gd name="connsiteX83" fmla="*/ 256861 w 591835"/>
                <a:gd name="connsiteY83" fmla="*/ 291019 h 553960"/>
                <a:gd name="connsiteX84" fmla="*/ 233364 w 591835"/>
                <a:gd name="connsiteY84" fmla="*/ 252106 h 553960"/>
                <a:gd name="connsiteX85" fmla="*/ 159620 w 591835"/>
                <a:gd name="connsiteY85" fmla="*/ 192361 h 553960"/>
                <a:gd name="connsiteX86" fmla="*/ 116290 w 591835"/>
                <a:gd name="connsiteY86" fmla="*/ 169280 h 553960"/>
                <a:gd name="connsiteX87" fmla="*/ 72878 w 591835"/>
                <a:gd name="connsiteY87" fmla="*/ 131783 h 553960"/>
                <a:gd name="connsiteX88" fmla="*/ 115874 w 591835"/>
                <a:gd name="connsiteY88" fmla="*/ 44957 h 553960"/>
                <a:gd name="connsiteX89" fmla="*/ 317356 w 591835"/>
                <a:gd name="connsiteY89" fmla="*/ 93870 h 553960"/>
                <a:gd name="connsiteX90" fmla="*/ 352103 w 591835"/>
                <a:gd name="connsiteY90" fmla="*/ 195444 h 553960"/>
                <a:gd name="connsiteX91" fmla="*/ 343770 w 591835"/>
                <a:gd name="connsiteY91" fmla="*/ 249356 h 553960"/>
                <a:gd name="connsiteX92" fmla="*/ 343770 w 591835"/>
                <a:gd name="connsiteY92" fmla="*/ 249356 h 553960"/>
                <a:gd name="connsiteX93" fmla="*/ 352103 w 591835"/>
                <a:gd name="connsiteY93" fmla="*/ 273687 h 553960"/>
                <a:gd name="connsiteX94" fmla="*/ 360269 w 591835"/>
                <a:gd name="connsiteY94" fmla="*/ 243273 h 553960"/>
                <a:gd name="connsiteX95" fmla="*/ 347853 w 591835"/>
                <a:gd name="connsiteY95" fmla="*/ 126867 h 553960"/>
                <a:gd name="connsiteX96" fmla="*/ 275277 w 591835"/>
                <a:gd name="connsiteY96" fmla="*/ 42374 h 553960"/>
                <a:gd name="connsiteX97" fmla="*/ 239863 w 591835"/>
                <a:gd name="connsiteY97" fmla="*/ 24459 h 553960"/>
                <a:gd name="connsiteX98" fmla="*/ 270360 w 591835"/>
                <a:gd name="connsiteY98" fmla="*/ 17793 h 553960"/>
                <a:gd name="connsiteX99" fmla="*/ 332605 w 591835"/>
                <a:gd name="connsiteY99" fmla="*/ 15543 h 553960"/>
                <a:gd name="connsiteX100" fmla="*/ 438345 w 591835"/>
                <a:gd name="connsiteY100" fmla="*/ 77538 h 553960"/>
                <a:gd name="connsiteX101" fmla="*/ 440678 w 591835"/>
                <a:gd name="connsiteY101" fmla="*/ 208693 h 553960"/>
                <a:gd name="connsiteX102" fmla="*/ 398682 w 591835"/>
                <a:gd name="connsiteY102" fmla="*/ 260772 h 553960"/>
                <a:gd name="connsiteX103" fmla="*/ 352103 w 591835"/>
                <a:gd name="connsiteY103" fmla="*/ 273687 h 553960"/>
                <a:gd name="connsiteX104" fmla="*/ 352103 w 591835"/>
                <a:gd name="connsiteY104" fmla="*/ 273687 h 553960"/>
                <a:gd name="connsiteX105" fmla="*/ 442095 w 591835"/>
                <a:gd name="connsiteY105" fmla="*/ 304268 h 553960"/>
                <a:gd name="connsiteX106" fmla="*/ 401598 w 591835"/>
                <a:gd name="connsiteY106" fmla="*/ 276353 h 553960"/>
                <a:gd name="connsiteX107" fmla="*/ 445928 w 591835"/>
                <a:gd name="connsiteY107" fmla="*/ 228441 h 553960"/>
                <a:gd name="connsiteX108" fmla="*/ 454927 w 591835"/>
                <a:gd name="connsiteY108" fmla="*/ 89704 h 553960"/>
                <a:gd name="connsiteX109" fmla="*/ 448510 w 591835"/>
                <a:gd name="connsiteY109" fmla="*/ 73205 h 553960"/>
                <a:gd name="connsiteX110" fmla="*/ 485674 w 591835"/>
                <a:gd name="connsiteY110" fmla="*/ 80871 h 553960"/>
                <a:gd name="connsiteX111" fmla="*/ 522088 w 591835"/>
                <a:gd name="connsiteY111" fmla="*/ 107452 h 553960"/>
                <a:gd name="connsiteX112" fmla="*/ 537836 w 591835"/>
                <a:gd name="connsiteY112" fmla="*/ 211109 h 553960"/>
                <a:gd name="connsiteX113" fmla="*/ 490924 w 591835"/>
                <a:gd name="connsiteY113" fmla="*/ 292935 h 553960"/>
                <a:gd name="connsiteX114" fmla="*/ 442095 w 591835"/>
                <a:gd name="connsiteY114" fmla="*/ 304268 h 553960"/>
                <a:gd name="connsiteX115" fmla="*/ 442095 w 591835"/>
                <a:gd name="connsiteY115" fmla="*/ 304268 h 553960"/>
                <a:gd name="connsiteX116" fmla="*/ 468926 w 591835"/>
                <a:gd name="connsiteY116" fmla="*/ 316433 h 553960"/>
                <a:gd name="connsiteX117" fmla="*/ 477175 w 591835"/>
                <a:gd name="connsiteY117" fmla="*/ 314350 h 553960"/>
                <a:gd name="connsiteX118" fmla="*/ 549418 w 591835"/>
                <a:gd name="connsiteY118" fmla="*/ 225025 h 553960"/>
                <a:gd name="connsiteX119" fmla="*/ 573000 w 591835"/>
                <a:gd name="connsiteY119" fmla="*/ 308101 h 553960"/>
                <a:gd name="connsiteX120" fmla="*/ 468926 w 591835"/>
                <a:gd name="connsiteY120" fmla="*/ 316433 h 553960"/>
                <a:gd name="connsiteX121" fmla="*/ 468926 w 591835"/>
                <a:gd name="connsiteY121" fmla="*/ 316433 h 553960"/>
                <a:gd name="connsiteX122" fmla="*/ 556168 w 591835"/>
                <a:gd name="connsiteY122" fmla="*/ 375428 h 553960"/>
                <a:gd name="connsiteX123" fmla="*/ 535169 w 591835"/>
                <a:gd name="connsiteY123" fmla="*/ 390426 h 553960"/>
                <a:gd name="connsiteX124" fmla="*/ 494840 w 591835"/>
                <a:gd name="connsiteY124" fmla="*/ 348847 h 553960"/>
                <a:gd name="connsiteX125" fmla="*/ 504672 w 591835"/>
                <a:gd name="connsiteY125" fmla="*/ 351597 h 553960"/>
                <a:gd name="connsiteX126" fmla="*/ 561501 w 591835"/>
                <a:gd name="connsiteY126" fmla="*/ 341764 h 553960"/>
                <a:gd name="connsiteX127" fmla="*/ 556168 w 591835"/>
                <a:gd name="connsiteY127" fmla="*/ 375428 h 553960"/>
                <a:gd name="connsiteX128" fmla="*/ 556168 w 591835"/>
                <a:gd name="connsiteY128" fmla="*/ 375428 h 553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591835" h="553960">
                  <a:moveTo>
                    <a:pt x="575999" y="329682"/>
                  </a:moveTo>
                  <a:cubicBezTo>
                    <a:pt x="591414" y="312600"/>
                    <a:pt x="594998" y="285269"/>
                    <a:pt x="589248" y="263605"/>
                  </a:cubicBezTo>
                  <a:cubicBezTo>
                    <a:pt x="584499" y="245690"/>
                    <a:pt x="572250" y="217109"/>
                    <a:pt x="552835" y="210526"/>
                  </a:cubicBezTo>
                  <a:cubicBezTo>
                    <a:pt x="560334" y="172196"/>
                    <a:pt x="557668" y="128950"/>
                    <a:pt x="532836" y="98286"/>
                  </a:cubicBezTo>
                  <a:cubicBezTo>
                    <a:pt x="519088" y="81288"/>
                    <a:pt x="505423" y="72705"/>
                    <a:pt x="484840" y="66039"/>
                  </a:cubicBezTo>
                  <a:cubicBezTo>
                    <a:pt x="472842" y="62123"/>
                    <a:pt x="454427" y="55540"/>
                    <a:pt x="441845" y="61373"/>
                  </a:cubicBezTo>
                  <a:cubicBezTo>
                    <a:pt x="424513" y="34875"/>
                    <a:pt x="396183" y="16127"/>
                    <a:pt x="365518" y="7044"/>
                  </a:cubicBezTo>
                  <a:cubicBezTo>
                    <a:pt x="344187" y="711"/>
                    <a:pt x="320272" y="-1122"/>
                    <a:pt x="298191" y="628"/>
                  </a:cubicBezTo>
                  <a:cubicBezTo>
                    <a:pt x="286859" y="1462"/>
                    <a:pt x="275360" y="3378"/>
                    <a:pt x="264277" y="5961"/>
                  </a:cubicBezTo>
                  <a:cubicBezTo>
                    <a:pt x="257361" y="7544"/>
                    <a:pt x="250612" y="9544"/>
                    <a:pt x="243863" y="11710"/>
                  </a:cubicBezTo>
                  <a:cubicBezTo>
                    <a:pt x="239780" y="13044"/>
                    <a:pt x="232863" y="17377"/>
                    <a:pt x="228780" y="17377"/>
                  </a:cubicBezTo>
                  <a:cubicBezTo>
                    <a:pt x="227198" y="17377"/>
                    <a:pt x="226281" y="18627"/>
                    <a:pt x="226281" y="19960"/>
                  </a:cubicBezTo>
                  <a:cubicBezTo>
                    <a:pt x="206449" y="14210"/>
                    <a:pt x="185701" y="12044"/>
                    <a:pt x="164536" y="14544"/>
                  </a:cubicBezTo>
                  <a:cubicBezTo>
                    <a:pt x="128873" y="18710"/>
                    <a:pt x="94626" y="35375"/>
                    <a:pt x="71961" y="63956"/>
                  </a:cubicBezTo>
                  <a:cubicBezTo>
                    <a:pt x="52547" y="88537"/>
                    <a:pt x="42631" y="129783"/>
                    <a:pt x="65378" y="155614"/>
                  </a:cubicBezTo>
                  <a:cubicBezTo>
                    <a:pt x="66462" y="156864"/>
                    <a:pt x="67712" y="158031"/>
                    <a:pt x="68878" y="159280"/>
                  </a:cubicBezTo>
                  <a:cubicBezTo>
                    <a:pt x="59379" y="160947"/>
                    <a:pt x="50630" y="165947"/>
                    <a:pt x="43131" y="171863"/>
                  </a:cubicBezTo>
                  <a:cubicBezTo>
                    <a:pt x="27132" y="184445"/>
                    <a:pt x="19466" y="204693"/>
                    <a:pt x="13800" y="223691"/>
                  </a:cubicBezTo>
                  <a:cubicBezTo>
                    <a:pt x="801" y="267437"/>
                    <a:pt x="-12114" y="321183"/>
                    <a:pt x="20716" y="359179"/>
                  </a:cubicBezTo>
                  <a:cubicBezTo>
                    <a:pt x="33881" y="374428"/>
                    <a:pt x="50796" y="384844"/>
                    <a:pt x="69294" y="391343"/>
                  </a:cubicBezTo>
                  <a:cubicBezTo>
                    <a:pt x="58046" y="421757"/>
                    <a:pt x="71961" y="459837"/>
                    <a:pt x="94043" y="481168"/>
                  </a:cubicBezTo>
                  <a:cubicBezTo>
                    <a:pt x="107542" y="494167"/>
                    <a:pt x="122790" y="503166"/>
                    <a:pt x="139205" y="508166"/>
                  </a:cubicBezTo>
                  <a:cubicBezTo>
                    <a:pt x="145621" y="548079"/>
                    <a:pt x="206616" y="562578"/>
                    <a:pt x="238530" y="548996"/>
                  </a:cubicBezTo>
                  <a:cubicBezTo>
                    <a:pt x="256944" y="541163"/>
                    <a:pt x="272277" y="534080"/>
                    <a:pt x="274860" y="512832"/>
                  </a:cubicBezTo>
                  <a:cubicBezTo>
                    <a:pt x="276277" y="501500"/>
                    <a:pt x="275526" y="480252"/>
                    <a:pt x="265194" y="471586"/>
                  </a:cubicBezTo>
                  <a:cubicBezTo>
                    <a:pt x="267861" y="466920"/>
                    <a:pt x="269860" y="461837"/>
                    <a:pt x="271027" y="456254"/>
                  </a:cubicBezTo>
                  <a:cubicBezTo>
                    <a:pt x="274776" y="438172"/>
                    <a:pt x="272943" y="420174"/>
                    <a:pt x="267610" y="402675"/>
                  </a:cubicBezTo>
                  <a:cubicBezTo>
                    <a:pt x="265028" y="394093"/>
                    <a:pt x="261361" y="386760"/>
                    <a:pt x="256612" y="379094"/>
                  </a:cubicBezTo>
                  <a:cubicBezTo>
                    <a:pt x="253445" y="374011"/>
                    <a:pt x="249862" y="370345"/>
                    <a:pt x="246362" y="366512"/>
                  </a:cubicBezTo>
                  <a:cubicBezTo>
                    <a:pt x="255694" y="359096"/>
                    <a:pt x="262694" y="349930"/>
                    <a:pt x="265861" y="338681"/>
                  </a:cubicBezTo>
                  <a:cubicBezTo>
                    <a:pt x="279360" y="347597"/>
                    <a:pt x="297774" y="343514"/>
                    <a:pt x="310357" y="334515"/>
                  </a:cubicBezTo>
                  <a:cubicBezTo>
                    <a:pt x="327605" y="322183"/>
                    <a:pt x="338437" y="307017"/>
                    <a:pt x="346020" y="289852"/>
                  </a:cubicBezTo>
                  <a:cubicBezTo>
                    <a:pt x="362685" y="290935"/>
                    <a:pt x="379100" y="287352"/>
                    <a:pt x="394016" y="280436"/>
                  </a:cubicBezTo>
                  <a:cubicBezTo>
                    <a:pt x="397932" y="292852"/>
                    <a:pt x="409514" y="304601"/>
                    <a:pt x="419680" y="310767"/>
                  </a:cubicBezTo>
                  <a:cubicBezTo>
                    <a:pt x="431845" y="318183"/>
                    <a:pt x="447011" y="319600"/>
                    <a:pt x="461426" y="317766"/>
                  </a:cubicBezTo>
                  <a:cubicBezTo>
                    <a:pt x="464343" y="331598"/>
                    <a:pt x="475925" y="340931"/>
                    <a:pt x="489090" y="346597"/>
                  </a:cubicBezTo>
                  <a:cubicBezTo>
                    <a:pt x="487174" y="351680"/>
                    <a:pt x="485924" y="355263"/>
                    <a:pt x="486923" y="362512"/>
                  </a:cubicBezTo>
                  <a:cubicBezTo>
                    <a:pt x="488090" y="370595"/>
                    <a:pt x="490757" y="378844"/>
                    <a:pt x="495423" y="385593"/>
                  </a:cubicBezTo>
                  <a:cubicBezTo>
                    <a:pt x="503922" y="397842"/>
                    <a:pt x="519754" y="408341"/>
                    <a:pt x="535086" y="406342"/>
                  </a:cubicBezTo>
                  <a:cubicBezTo>
                    <a:pt x="547919" y="404675"/>
                    <a:pt x="563167" y="394593"/>
                    <a:pt x="569333" y="383094"/>
                  </a:cubicBezTo>
                  <a:cubicBezTo>
                    <a:pt x="575582" y="371428"/>
                    <a:pt x="579416" y="346347"/>
                    <a:pt x="572000" y="334515"/>
                  </a:cubicBezTo>
                  <a:cubicBezTo>
                    <a:pt x="571916" y="334348"/>
                    <a:pt x="571750" y="334265"/>
                    <a:pt x="571666" y="334098"/>
                  </a:cubicBezTo>
                  <a:cubicBezTo>
                    <a:pt x="573167" y="332598"/>
                    <a:pt x="574582" y="331182"/>
                    <a:pt x="575999" y="329682"/>
                  </a:cubicBezTo>
                  <a:lnTo>
                    <a:pt x="575999" y="329682"/>
                  </a:lnTo>
                  <a:close/>
                  <a:moveTo>
                    <a:pt x="260027" y="514498"/>
                  </a:moveTo>
                  <a:cubicBezTo>
                    <a:pt x="256111" y="526414"/>
                    <a:pt x="237196" y="533997"/>
                    <a:pt x="225781" y="537330"/>
                  </a:cubicBezTo>
                  <a:cubicBezTo>
                    <a:pt x="202783" y="543996"/>
                    <a:pt x="161370" y="533330"/>
                    <a:pt x="147788" y="510166"/>
                  </a:cubicBezTo>
                  <a:cubicBezTo>
                    <a:pt x="163453" y="513582"/>
                    <a:pt x="180035" y="513665"/>
                    <a:pt x="197284" y="510499"/>
                  </a:cubicBezTo>
                  <a:cubicBezTo>
                    <a:pt x="217698" y="506666"/>
                    <a:pt x="241196" y="498250"/>
                    <a:pt x="256362" y="482835"/>
                  </a:cubicBezTo>
                  <a:cubicBezTo>
                    <a:pt x="262361" y="489751"/>
                    <a:pt x="262361" y="507583"/>
                    <a:pt x="260027" y="514498"/>
                  </a:cubicBezTo>
                  <a:lnTo>
                    <a:pt x="260027" y="514498"/>
                  </a:lnTo>
                  <a:close/>
                  <a:moveTo>
                    <a:pt x="246695" y="393010"/>
                  </a:moveTo>
                  <a:cubicBezTo>
                    <a:pt x="254612" y="406592"/>
                    <a:pt x="259194" y="424257"/>
                    <a:pt x="259861" y="439922"/>
                  </a:cubicBezTo>
                  <a:cubicBezTo>
                    <a:pt x="260361" y="451254"/>
                    <a:pt x="258861" y="461003"/>
                    <a:pt x="253529" y="469169"/>
                  </a:cubicBezTo>
                  <a:cubicBezTo>
                    <a:pt x="252195" y="470086"/>
                    <a:pt x="251195" y="471502"/>
                    <a:pt x="250612" y="473002"/>
                  </a:cubicBezTo>
                  <a:cubicBezTo>
                    <a:pt x="248363" y="475585"/>
                    <a:pt x="245696" y="478002"/>
                    <a:pt x="242446" y="480168"/>
                  </a:cubicBezTo>
                  <a:cubicBezTo>
                    <a:pt x="229364" y="489084"/>
                    <a:pt x="215782" y="493750"/>
                    <a:pt x="200283" y="496667"/>
                  </a:cubicBezTo>
                  <a:cubicBezTo>
                    <a:pt x="170036" y="502416"/>
                    <a:pt x="135456" y="496917"/>
                    <a:pt x="111957" y="476252"/>
                  </a:cubicBezTo>
                  <a:cubicBezTo>
                    <a:pt x="99376" y="465170"/>
                    <a:pt x="88877" y="453254"/>
                    <a:pt x="84043" y="436839"/>
                  </a:cubicBezTo>
                  <a:cubicBezTo>
                    <a:pt x="80127" y="423257"/>
                    <a:pt x="78211" y="408425"/>
                    <a:pt x="79710" y="394259"/>
                  </a:cubicBezTo>
                  <a:cubicBezTo>
                    <a:pt x="103042" y="400509"/>
                    <a:pt x="128290" y="401175"/>
                    <a:pt x="151704" y="398009"/>
                  </a:cubicBezTo>
                  <a:cubicBezTo>
                    <a:pt x="173869" y="395009"/>
                    <a:pt x="207283" y="389093"/>
                    <a:pt x="232531" y="375178"/>
                  </a:cubicBezTo>
                  <a:cubicBezTo>
                    <a:pt x="237613" y="380927"/>
                    <a:pt x="242696" y="386260"/>
                    <a:pt x="246695" y="393010"/>
                  </a:cubicBezTo>
                  <a:lnTo>
                    <a:pt x="246695" y="393010"/>
                  </a:lnTo>
                  <a:close/>
                  <a:moveTo>
                    <a:pt x="252611" y="324849"/>
                  </a:moveTo>
                  <a:cubicBezTo>
                    <a:pt x="250279" y="338848"/>
                    <a:pt x="242696" y="349347"/>
                    <a:pt x="232280" y="357346"/>
                  </a:cubicBezTo>
                  <a:cubicBezTo>
                    <a:pt x="229780" y="357929"/>
                    <a:pt x="227531" y="359429"/>
                    <a:pt x="226364" y="361429"/>
                  </a:cubicBezTo>
                  <a:cubicBezTo>
                    <a:pt x="205033" y="374678"/>
                    <a:pt x="175369" y="379761"/>
                    <a:pt x="153538" y="383177"/>
                  </a:cubicBezTo>
                  <a:cubicBezTo>
                    <a:pt x="113958" y="389427"/>
                    <a:pt x="66962" y="384177"/>
                    <a:pt x="37047" y="355180"/>
                  </a:cubicBezTo>
                  <a:cubicBezTo>
                    <a:pt x="4967" y="324099"/>
                    <a:pt x="14300" y="282436"/>
                    <a:pt x="23216" y="243356"/>
                  </a:cubicBezTo>
                  <a:cubicBezTo>
                    <a:pt x="27049" y="226441"/>
                    <a:pt x="31632" y="208609"/>
                    <a:pt x="41297" y="193861"/>
                  </a:cubicBezTo>
                  <a:cubicBezTo>
                    <a:pt x="49713" y="181029"/>
                    <a:pt x="63629" y="170446"/>
                    <a:pt x="78710" y="168196"/>
                  </a:cubicBezTo>
                  <a:cubicBezTo>
                    <a:pt x="106958" y="190861"/>
                    <a:pt x="145538" y="201277"/>
                    <a:pt x="174618" y="222858"/>
                  </a:cubicBezTo>
                  <a:cubicBezTo>
                    <a:pt x="179118" y="226191"/>
                    <a:pt x="183535" y="229524"/>
                    <a:pt x="187951" y="232857"/>
                  </a:cubicBezTo>
                  <a:cubicBezTo>
                    <a:pt x="191284" y="236274"/>
                    <a:pt x="194617" y="239773"/>
                    <a:pt x="197867" y="243440"/>
                  </a:cubicBezTo>
                  <a:cubicBezTo>
                    <a:pt x="212782" y="260522"/>
                    <a:pt x="224697" y="277103"/>
                    <a:pt x="236530" y="296518"/>
                  </a:cubicBezTo>
                  <a:cubicBezTo>
                    <a:pt x="241613" y="304851"/>
                    <a:pt x="246529" y="315683"/>
                    <a:pt x="252695" y="324766"/>
                  </a:cubicBezTo>
                  <a:cubicBezTo>
                    <a:pt x="252611" y="324766"/>
                    <a:pt x="252611" y="324766"/>
                    <a:pt x="252611" y="324849"/>
                  </a:cubicBezTo>
                  <a:lnTo>
                    <a:pt x="252611" y="324849"/>
                  </a:lnTo>
                  <a:close/>
                  <a:moveTo>
                    <a:pt x="343770" y="249356"/>
                  </a:moveTo>
                  <a:cubicBezTo>
                    <a:pt x="339687" y="266604"/>
                    <a:pt x="335688" y="282936"/>
                    <a:pt x="325022" y="297601"/>
                  </a:cubicBezTo>
                  <a:cubicBezTo>
                    <a:pt x="310774" y="317183"/>
                    <a:pt x="285359" y="342681"/>
                    <a:pt x="264444" y="315933"/>
                  </a:cubicBezTo>
                  <a:cubicBezTo>
                    <a:pt x="263444" y="314683"/>
                    <a:pt x="262528" y="313350"/>
                    <a:pt x="261611" y="312100"/>
                  </a:cubicBezTo>
                  <a:cubicBezTo>
                    <a:pt x="261278" y="304768"/>
                    <a:pt x="259445" y="297935"/>
                    <a:pt x="256861" y="291019"/>
                  </a:cubicBezTo>
                  <a:cubicBezTo>
                    <a:pt x="251528" y="276937"/>
                    <a:pt x="242779" y="263771"/>
                    <a:pt x="233364" y="252106"/>
                  </a:cubicBezTo>
                  <a:cubicBezTo>
                    <a:pt x="213782" y="227774"/>
                    <a:pt x="185951" y="208609"/>
                    <a:pt x="159620" y="192361"/>
                  </a:cubicBezTo>
                  <a:cubicBezTo>
                    <a:pt x="145621" y="183695"/>
                    <a:pt x="130789" y="177029"/>
                    <a:pt x="116290" y="169280"/>
                  </a:cubicBezTo>
                  <a:cubicBezTo>
                    <a:pt x="100459" y="160781"/>
                    <a:pt x="78461" y="150198"/>
                    <a:pt x="72878" y="131783"/>
                  </a:cubicBezTo>
                  <a:cubicBezTo>
                    <a:pt x="61962" y="95703"/>
                    <a:pt x="87710" y="63956"/>
                    <a:pt x="115874" y="44957"/>
                  </a:cubicBezTo>
                  <a:cubicBezTo>
                    <a:pt x="181951" y="295"/>
                    <a:pt x="273277" y="33875"/>
                    <a:pt x="317356" y="93870"/>
                  </a:cubicBezTo>
                  <a:cubicBezTo>
                    <a:pt x="338104" y="122117"/>
                    <a:pt x="350936" y="160531"/>
                    <a:pt x="352103" y="195444"/>
                  </a:cubicBezTo>
                  <a:cubicBezTo>
                    <a:pt x="352686" y="214109"/>
                    <a:pt x="348103" y="231274"/>
                    <a:pt x="343770" y="249356"/>
                  </a:cubicBezTo>
                  <a:lnTo>
                    <a:pt x="343770" y="249356"/>
                  </a:lnTo>
                  <a:close/>
                  <a:moveTo>
                    <a:pt x="352103" y="273687"/>
                  </a:moveTo>
                  <a:cubicBezTo>
                    <a:pt x="355269" y="263938"/>
                    <a:pt x="357852" y="253772"/>
                    <a:pt x="360269" y="243273"/>
                  </a:cubicBezTo>
                  <a:cubicBezTo>
                    <a:pt x="369351" y="203360"/>
                    <a:pt x="364685" y="164113"/>
                    <a:pt x="347853" y="126867"/>
                  </a:cubicBezTo>
                  <a:cubicBezTo>
                    <a:pt x="331688" y="91037"/>
                    <a:pt x="308524" y="63706"/>
                    <a:pt x="275277" y="42374"/>
                  </a:cubicBezTo>
                  <a:cubicBezTo>
                    <a:pt x="264027" y="35125"/>
                    <a:pt x="252195" y="29126"/>
                    <a:pt x="239863" y="24459"/>
                  </a:cubicBezTo>
                  <a:cubicBezTo>
                    <a:pt x="250196" y="23876"/>
                    <a:pt x="262194" y="19127"/>
                    <a:pt x="270360" y="17793"/>
                  </a:cubicBezTo>
                  <a:cubicBezTo>
                    <a:pt x="291025" y="14294"/>
                    <a:pt x="311773" y="13877"/>
                    <a:pt x="332605" y="15543"/>
                  </a:cubicBezTo>
                  <a:cubicBezTo>
                    <a:pt x="372268" y="18710"/>
                    <a:pt x="419097" y="41125"/>
                    <a:pt x="438345" y="77538"/>
                  </a:cubicBezTo>
                  <a:cubicBezTo>
                    <a:pt x="459427" y="117534"/>
                    <a:pt x="456926" y="167863"/>
                    <a:pt x="440678" y="208693"/>
                  </a:cubicBezTo>
                  <a:cubicBezTo>
                    <a:pt x="432012" y="230524"/>
                    <a:pt x="418847" y="248189"/>
                    <a:pt x="398682" y="260772"/>
                  </a:cubicBezTo>
                  <a:cubicBezTo>
                    <a:pt x="382766" y="270520"/>
                    <a:pt x="368768" y="272854"/>
                    <a:pt x="352103" y="273687"/>
                  </a:cubicBezTo>
                  <a:lnTo>
                    <a:pt x="352103" y="273687"/>
                  </a:lnTo>
                  <a:close/>
                  <a:moveTo>
                    <a:pt x="442095" y="304268"/>
                  </a:moveTo>
                  <a:cubicBezTo>
                    <a:pt x="428929" y="302684"/>
                    <a:pt x="409014" y="290186"/>
                    <a:pt x="401598" y="276353"/>
                  </a:cubicBezTo>
                  <a:cubicBezTo>
                    <a:pt x="420680" y="265438"/>
                    <a:pt x="436595" y="248689"/>
                    <a:pt x="445928" y="228441"/>
                  </a:cubicBezTo>
                  <a:cubicBezTo>
                    <a:pt x="466259" y="184195"/>
                    <a:pt x="468592" y="136116"/>
                    <a:pt x="454927" y="89704"/>
                  </a:cubicBezTo>
                  <a:cubicBezTo>
                    <a:pt x="453261" y="83954"/>
                    <a:pt x="451011" y="78455"/>
                    <a:pt x="448510" y="73205"/>
                  </a:cubicBezTo>
                  <a:cubicBezTo>
                    <a:pt x="461093" y="72038"/>
                    <a:pt x="474092" y="76955"/>
                    <a:pt x="485674" y="80871"/>
                  </a:cubicBezTo>
                  <a:cubicBezTo>
                    <a:pt x="501340" y="86204"/>
                    <a:pt x="511839" y="94620"/>
                    <a:pt x="522088" y="107452"/>
                  </a:cubicBezTo>
                  <a:cubicBezTo>
                    <a:pt x="545418" y="136616"/>
                    <a:pt x="544169" y="176029"/>
                    <a:pt x="537836" y="211109"/>
                  </a:cubicBezTo>
                  <a:cubicBezTo>
                    <a:pt x="532836" y="238773"/>
                    <a:pt x="516171" y="277937"/>
                    <a:pt x="490924" y="292935"/>
                  </a:cubicBezTo>
                  <a:cubicBezTo>
                    <a:pt x="476758" y="301685"/>
                    <a:pt x="458843" y="306267"/>
                    <a:pt x="442095" y="304268"/>
                  </a:cubicBezTo>
                  <a:lnTo>
                    <a:pt x="442095" y="304268"/>
                  </a:lnTo>
                  <a:close/>
                  <a:moveTo>
                    <a:pt x="468926" y="316433"/>
                  </a:moveTo>
                  <a:cubicBezTo>
                    <a:pt x="471759" y="315850"/>
                    <a:pt x="474508" y="315183"/>
                    <a:pt x="477175" y="314350"/>
                  </a:cubicBezTo>
                  <a:cubicBezTo>
                    <a:pt x="516755" y="302518"/>
                    <a:pt x="539169" y="263021"/>
                    <a:pt x="549418" y="225025"/>
                  </a:cubicBezTo>
                  <a:cubicBezTo>
                    <a:pt x="570750" y="247439"/>
                    <a:pt x="584582" y="276687"/>
                    <a:pt x="573000" y="308101"/>
                  </a:cubicBezTo>
                  <a:cubicBezTo>
                    <a:pt x="559084" y="345764"/>
                    <a:pt x="488591" y="352180"/>
                    <a:pt x="468926" y="316433"/>
                  </a:cubicBezTo>
                  <a:lnTo>
                    <a:pt x="468926" y="316433"/>
                  </a:lnTo>
                  <a:close/>
                  <a:moveTo>
                    <a:pt x="556168" y="375428"/>
                  </a:moveTo>
                  <a:cubicBezTo>
                    <a:pt x="551918" y="382677"/>
                    <a:pt x="543003" y="388260"/>
                    <a:pt x="535169" y="390426"/>
                  </a:cubicBezTo>
                  <a:cubicBezTo>
                    <a:pt x="512505" y="396676"/>
                    <a:pt x="496090" y="369678"/>
                    <a:pt x="494840" y="348847"/>
                  </a:cubicBezTo>
                  <a:cubicBezTo>
                    <a:pt x="498090" y="350013"/>
                    <a:pt x="501423" y="350930"/>
                    <a:pt x="504672" y="351597"/>
                  </a:cubicBezTo>
                  <a:cubicBezTo>
                    <a:pt x="523754" y="355846"/>
                    <a:pt x="544752" y="352263"/>
                    <a:pt x="561501" y="341764"/>
                  </a:cubicBezTo>
                  <a:cubicBezTo>
                    <a:pt x="564584" y="350430"/>
                    <a:pt x="560084" y="368678"/>
                    <a:pt x="556168" y="375428"/>
                  </a:cubicBezTo>
                  <a:lnTo>
                    <a:pt x="556168" y="375428"/>
                  </a:lnTo>
                  <a:close/>
                </a:path>
              </a:pathLst>
            </a:custGeom>
            <a:grpFill/>
            <a:ln w="8332" cap="flat">
              <a:noFill/>
              <a:prstDash val="solid"/>
              <a:miter/>
            </a:ln>
          </p:spPr>
          <p:txBody>
            <a:bodyPr rtlCol="0" anchor="ctr"/>
            <a:lstStyle/>
            <a:p>
              <a:endParaRPr lang="en-US"/>
            </a:p>
          </p:txBody>
        </p:sp>
        <p:sp>
          <p:nvSpPr>
            <p:cNvPr id="1856" name="Freeform: Shape 1855"/>
            <p:cNvSpPr/>
            <p:nvPr/>
          </p:nvSpPr>
          <p:spPr>
            <a:xfrm>
              <a:off x="10936938" y="3210874"/>
              <a:ext cx="166529" cy="125814"/>
            </a:xfrm>
            <a:custGeom>
              <a:avLst/>
              <a:gdLst>
                <a:gd name="connsiteX0" fmla="*/ 166416 w 166529"/>
                <a:gd name="connsiteY0" fmla="*/ 123419 h 125814"/>
                <a:gd name="connsiteX1" fmla="*/ 105339 w 166529"/>
                <a:gd name="connsiteY1" fmla="*/ 51592 h 125814"/>
                <a:gd name="connsiteX2" fmla="*/ 55260 w 166529"/>
                <a:gd name="connsiteY2" fmla="*/ 22345 h 125814"/>
                <a:gd name="connsiteX3" fmla="*/ 1015 w 166529"/>
                <a:gd name="connsiteY3" fmla="*/ 14 h 125814"/>
                <a:gd name="connsiteX4" fmla="*/ 598 w 166529"/>
                <a:gd name="connsiteY4" fmla="*/ 1597 h 125814"/>
                <a:gd name="connsiteX5" fmla="*/ 51177 w 166529"/>
                <a:gd name="connsiteY5" fmla="*/ 29261 h 125814"/>
                <a:gd name="connsiteX6" fmla="*/ 94339 w 166529"/>
                <a:gd name="connsiteY6" fmla="*/ 56009 h 125814"/>
                <a:gd name="connsiteX7" fmla="*/ 130336 w 166529"/>
                <a:gd name="connsiteY7" fmla="*/ 87006 h 125814"/>
                <a:gd name="connsiteX8" fmla="*/ 162916 w 166529"/>
                <a:gd name="connsiteY8" fmla="*/ 125002 h 125814"/>
                <a:gd name="connsiteX9" fmla="*/ 166416 w 166529"/>
                <a:gd name="connsiteY9" fmla="*/ 123419 h 125814"/>
                <a:gd name="connsiteX10" fmla="*/ 166416 w 166529"/>
                <a:gd name="connsiteY10" fmla="*/ 123419 h 125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529" h="125814">
                  <a:moveTo>
                    <a:pt x="166416" y="123419"/>
                  </a:moveTo>
                  <a:cubicBezTo>
                    <a:pt x="155834" y="95505"/>
                    <a:pt x="130170" y="67591"/>
                    <a:pt x="105339" y="51592"/>
                  </a:cubicBezTo>
                  <a:cubicBezTo>
                    <a:pt x="89173" y="41093"/>
                    <a:pt x="72091" y="31844"/>
                    <a:pt x="55260" y="22345"/>
                  </a:cubicBezTo>
                  <a:cubicBezTo>
                    <a:pt x="37261" y="12179"/>
                    <a:pt x="21596" y="3347"/>
                    <a:pt x="1015" y="14"/>
                  </a:cubicBezTo>
                  <a:cubicBezTo>
                    <a:pt x="-69" y="-153"/>
                    <a:pt x="-402" y="1264"/>
                    <a:pt x="598" y="1597"/>
                  </a:cubicBezTo>
                  <a:cubicBezTo>
                    <a:pt x="18763" y="8513"/>
                    <a:pt x="34678" y="19345"/>
                    <a:pt x="51177" y="29261"/>
                  </a:cubicBezTo>
                  <a:cubicBezTo>
                    <a:pt x="65592" y="37927"/>
                    <a:pt x="80423" y="46426"/>
                    <a:pt x="94339" y="56009"/>
                  </a:cubicBezTo>
                  <a:cubicBezTo>
                    <a:pt x="107671" y="65174"/>
                    <a:pt x="118420" y="76257"/>
                    <a:pt x="130336" y="87006"/>
                  </a:cubicBezTo>
                  <a:cubicBezTo>
                    <a:pt x="142918" y="98422"/>
                    <a:pt x="153667" y="110670"/>
                    <a:pt x="162916" y="125002"/>
                  </a:cubicBezTo>
                  <a:cubicBezTo>
                    <a:pt x="163999" y="126669"/>
                    <a:pt x="167166" y="125586"/>
                    <a:pt x="166416" y="123419"/>
                  </a:cubicBezTo>
                  <a:lnTo>
                    <a:pt x="166416" y="123419"/>
                  </a:lnTo>
                  <a:close/>
                </a:path>
              </a:pathLst>
            </a:custGeom>
            <a:grpFill/>
            <a:ln w="8332" cap="flat">
              <a:noFill/>
              <a:prstDash val="solid"/>
              <a:miter/>
            </a:ln>
          </p:spPr>
          <p:txBody>
            <a:bodyPr rtlCol="0" anchor="ctr"/>
            <a:lstStyle/>
            <a:p>
              <a:endParaRPr lang="en-US"/>
            </a:p>
          </p:txBody>
        </p:sp>
        <p:sp>
          <p:nvSpPr>
            <p:cNvPr id="1857" name="Freeform: Shape 1856"/>
            <p:cNvSpPr/>
            <p:nvPr/>
          </p:nvSpPr>
          <p:spPr>
            <a:xfrm>
              <a:off x="10902411" y="3427637"/>
              <a:ext cx="162265" cy="22345"/>
            </a:xfrm>
            <a:custGeom>
              <a:avLst/>
              <a:gdLst>
                <a:gd name="connsiteX0" fmla="*/ 158780 w 162265"/>
                <a:gd name="connsiteY0" fmla="*/ 65 h 22345"/>
                <a:gd name="connsiteX1" fmla="*/ 122450 w 162265"/>
                <a:gd name="connsiteY1" fmla="*/ 8481 h 22345"/>
                <a:gd name="connsiteX2" fmla="*/ 78537 w 162265"/>
                <a:gd name="connsiteY2" fmla="*/ 13647 h 22345"/>
                <a:gd name="connsiteX3" fmla="*/ 460 w 162265"/>
                <a:gd name="connsiteY3" fmla="*/ 5981 h 22345"/>
                <a:gd name="connsiteX4" fmla="*/ 295 w 162265"/>
                <a:gd name="connsiteY4" fmla="*/ 6981 h 22345"/>
                <a:gd name="connsiteX5" fmla="*/ 160363 w 162265"/>
                <a:gd name="connsiteY5" fmla="*/ 5564 h 22345"/>
                <a:gd name="connsiteX6" fmla="*/ 158780 w 162265"/>
                <a:gd name="connsiteY6" fmla="*/ 65 h 22345"/>
                <a:gd name="connsiteX7" fmla="*/ 158780 w 162265"/>
                <a:gd name="connsiteY7" fmla="*/ 65 h 2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2265" h="22345">
                  <a:moveTo>
                    <a:pt x="158780" y="65"/>
                  </a:moveTo>
                  <a:cubicBezTo>
                    <a:pt x="146531" y="2148"/>
                    <a:pt x="134616" y="5897"/>
                    <a:pt x="122450" y="8481"/>
                  </a:cubicBezTo>
                  <a:cubicBezTo>
                    <a:pt x="108034" y="11564"/>
                    <a:pt x="93202" y="12314"/>
                    <a:pt x="78537" y="13647"/>
                  </a:cubicBezTo>
                  <a:cubicBezTo>
                    <a:pt x="52706" y="15980"/>
                    <a:pt x="26125" y="9231"/>
                    <a:pt x="460" y="5981"/>
                  </a:cubicBezTo>
                  <a:cubicBezTo>
                    <a:pt x="-122" y="5897"/>
                    <a:pt x="-122" y="6814"/>
                    <a:pt x="295" y="6981"/>
                  </a:cubicBezTo>
                  <a:cubicBezTo>
                    <a:pt x="52873" y="28146"/>
                    <a:pt x="107868" y="27229"/>
                    <a:pt x="160363" y="5564"/>
                  </a:cubicBezTo>
                  <a:cubicBezTo>
                    <a:pt x="163613" y="4064"/>
                    <a:pt x="162446" y="-602"/>
                    <a:pt x="158780" y="65"/>
                  </a:cubicBezTo>
                  <a:lnTo>
                    <a:pt x="158780" y="65"/>
                  </a:lnTo>
                  <a:close/>
                </a:path>
              </a:pathLst>
            </a:custGeom>
            <a:grpFill/>
            <a:ln w="8332" cap="flat">
              <a:noFill/>
              <a:prstDash val="solid"/>
              <a:miter/>
            </a:ln>
          </p:spPr>
          <p:txBody>
            <a:bodyPr rtlCol="0" anchor="ctr"/>
            <a:lstStyle/>
            <a:p>
              <a:endParaRPr lang="en-US"/>
            </a:p>
          </p:txBody>
        </p:sp>
        <p:sp>
          <p:nvSpPr>
            <p:cNvPr id="1858" name="Freeform: Shape 1857"/>
            <p:cNvSpPr/>
            <p:nvPr/>
          </p:nvSpPr>
          <p:spPr>
            <a:xfrm>
              <a:off x="10964568" y="3540088"/>
              <a:ext cx="124660" cy="17942"/>
            </a:xfrm>
            <a:custGeom>
              <a:avLst/>
              <a:gdLst>
                <a:gd name="connsiteX0" fmla="*/ 120371 w 124660"/>
                <a:gd name="connsiteY0" fmla="*/ 104 h 17942"/>
                <a:gd name="connsiteX1" fmla="*/ 59376 w 124660"/>
                <a:gd name="connsiteY1" fmla="*/ 12019 h 17942"/>
                <a:gd name="connsiteX2" fmla="*/ 714 w 124660"/>
                <a:gd name="connsiteY2" fmla="*/ 8103 h 17942"/>
                <a:gd name="connsiteX3" fmla="*/ 548 w 124660"/>
                <a:gd name="connsiteY3" fmla="*/ 9603 h 17942"/>
                <a:gd name="connsiteX4" fmla="*/ 123037 w 124660"/>
                <a:gd name="connsiteY4" fmla="*/ 6270 h 17942"/>
                <a:gd name="connsiteX5" fmla="*/ 120371 w 124660"/>
                <a:gd name="connsiteY5" fmla="*/ 104 h 17942"/>
                <a:gd name="connsiteX6" fmla="*/ 120371 w 124660"/>
                <a:gd name="connsiteY6" fmla="*/ 104 h 17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660" h="17942">
                  <a:moveTo>
                    <a:pt x="120371" y="104"/>
                  </a:moveTo>
                  <a:cubicBezTo>
                    <a:pt x="99872" y="5436"/>
                    <a:pt x="80708" y="11269"/>
                    <a:pt x="59376" y="12019"/>
                  </a:cubicBezTo>
                  <a:cubicBezTo>
                    <a:pt x="39378" y="12769"/>
                    <a:pt x="20546" y="10020"/>
                    <a:pt x="714" y="8103"/>
                  </a:cubicBezTo>
                  <a:cubicBezTo>
                    <a:pt x="-119" y="8020"/>
                    <a:pt x="-286" y="9436"/>
                    <a:pt x="548" y="9603"/>
                  </a:cubicBezTo>
                  <a:cubicBezTo>
                    <a:pt x="42627" y="16769"/>
                    <a:pt x="82291" y="25518"/>
                    <a:pt x="123037" y="6270"/>
                  </a:cubicBezTo>
                  <a:cubicBezTo>
                    <a:pt x="126454" y="4603"/>
                    <a:pt x="123953" y="-813"/>
                    <a:pt x="120371" y="104"/>
                  </a:cubicBezTo>
                  <a:lnTo>
                    <a:pt x="120371" y="104"/>
                  </a:lnTo>
                  <a:close/>
                </a:path>
              </a:pathLst>
            </a:custGeom>
            <a:grpFill/>
            <a:ln w="8332" cap="flat">
              <a:noFill/>
              <a:prstDash val="solid"/>
              <a:miter/>
            </a:ln>
          </p:spPr>
          <p:txBody>
            <a:bodyPr rtlCol="0" anchor="ctr"/>
            <a:lstStyle/>
            <a:p>
              <a:endParaRPr lang="en-US"/>
            </a:p>
          </p:txBody>
        </p:sp>
        <p:sp>
          <p:nvSpPr>
            <p:cNvPr id="1859" name="Freeform: Shape 1858"/>
            <p:cNvSpPr/>
            <p:nvPr/>
          </p:nvSpPr>
          <p:spPr>
            <a:xfrm>
              <a:off x="11135050" y="3108960"/>
              <a:ext cx="91886" cy="167319"/>
            </a:xfrm>
            <a:custGeom>
              <a:avLst/>
              <a:gdLst>
                <a:gd name="connsiteX0" fmla="*/ 73044 w 91886"/>
                <a:gd name="connsiteY0" fmla="*/ 62348 h 167319"/>
                <a:gd name="connsiteX1" fmla="*/ 718 w 91886"/>
                <a:gd name="connsiteY1" fmla="*/ 20 h 167319"/>
                <a:gd name="connsiteX2" fmla="*/ 301 w 91886"/>
                <a:gd name="connsiteY2" fmla="*/ 1103 h 167319"/>
                <a:gd name="connsiteX3" fmla="*/ 67711 w 91886"/>
                <a:gd name="connsiteY3" fmla="*/ 71097 h 167319"/>
                <a:gd name="connsiteX4" fmla="*/ 83960 w 91886"/>
                <a:gd name="connsiteY4" fmla="*/ 165005 h 167319"/>
                <a:gd name="connsiteX5" fmla="*/ 90210 w 91886"/>
                <a:gd name="connsiteY5" fmla="*/ 164172 h 167319"/>
                <a:gd name="connsiteX6" fmla="*/ 73044 w 91886"/>
                <a:gd name="connsiteY6" fmla="*/ 62348 h 167319"/>
                <a:gd name="connsiteX7" fmla="*/ 73044 w 91886"/>
                <a:gd name="connsiteY7" fmla="*/ 62348 h 167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886" h="167319">
                  <a:moveTo>
                    <a:pt x="73044" y="62348"/>
                  </a:moveTo>
                  <a:cubicBezTo>
                    <a:pt x="57379" y="35767"/>
                    <a:pt x="31132" y="8686"/>
                    <a:pt x="718" y="20"/>
                  </a:cubicBezTo>
                  <a:cubicBezTo>
                    <a:pt x="50" y="-147"/>
                    <a:pt x="-282" y="770"/>
                    <a:pt x="301" y="1103"/>
                  </a:cubicBezTo>
                  <a:cubicBezTo>
                    <a:pt x="27965" y="16852"/>
                    <a:pt x="53296" y="42766"/>
                    <a:pt x="67711" y="71097"/>
                  </a:cubicBezTo>
                  <a:cubicBezTo>
                    <a:pt x="82877" y="101011"/>
                    <a:pt x="79460" y="132925"/>
                    <a:pt x="83960" y="165005"/>
                  </a:cubicBezTo>
                  <a:cubicBezTo>
                    <a:pt x="84543" y="168921"/>
                    <a:pt x="89792" y="167338"/>
                    <a:pt x="90210" y="164172"/>
                  </a:cubicBezTo>
                  <a:cubicBezTo>
                    <a:pt x="94626" y="130008"/>
                    <a:pt x="90792" y="92512"/>
                    <a:pt x="73044" y="62348"/>
                  </a:cubicBezTo>
                  <a:lnTo>
                    <a:pt x="73044" y="62348"/>
                  </a:lnTo>
                  <a:close/>
                </a:path>
              </a:pathLst>
            </a:custGeom>
            <a:grpFill/>
            <a:ln w="8332" cap="flat">
              <a:noFill/>
              <a:prstDash val="solid"/>
              <a:miter/>
            </a:ln>
          </p:spPr>
          <p:txBody>
            <a:bodyPr rtlCol="0" anchor="ctr"/>
            <a:lstStyle/>
            <a:p>
              <a:endParaRPr lang="en-US"/>
            </a:p>
          </p:txBody>
        </p:sp>
        <p:sp>
          <p:nvSpPr>
            <p:cNvPr id="1860" name="Freeform: Shape 1859"/>
            <p:cNvSpPr/>
            <p:nvPr/>
          </p:nvSpPr>
          <p:spPr>
            <a:xfrm>
              <a:off x="11291286" y="3180336"/>
              <a:ext cx="46558" cy="158534"/>
            </a:xfrm>
            <a:custGeom>
              <a:avLst/>
              <a:gdLst>
                <a:gd name="connsiteX0" fmla="*/ 32965 w 46558"/>
                <a:gd name="connsiteY0" fmla="*/ 55 h 158534"/>
                <a:gd name="connsiteX1" fmla="*/ 32798 w 46558"/>
                <a:gd name="connsiteY1" fmla="*/ 138 h 158534"/>
                <a:gd name="connsiteX2" fmla="*/ 36299 w 46558"/>
                <a:gd name="connsiteY2" fmla="*/ 83714 h 158534"/>
                <a:gd name="connsiteX3" fmla="*/ 551 w 46558"/>
                <a:gd name="connsiteY3" fmla="*/ 153624 h 158534"/>
                <a:gd name="connsiteX4" fmla="*/ 6467 w 46558"/>
                <a:gd name="connsiteY4" fmla="*/ 157041 h 158534"/>
                <a:gd name="connsiteX5" fmla="*/ 44297 w 46558"/>
                <a:gd name="connsiteY5" fmla="*/ 80547 h 158534"/>
                <a:gd name="connsiteX6" fmla="*/ 32965 w 46558"/>
                <a:gd name="connsiteY6" fmla="*/ 55 h 158534"/>
                <a:gd name="connsiteX7" fmla="*/ 32965 w 46558"/>
                <a:gd name="connsiteY7" fmla="*/ 55 h 158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558" h="158534">
                  <a:moveTo>
                    <a:pt x="32965" y="55"/>
                  </a:moveTo>
                  <a:cubicBezTo>
                    <a:pt x="32965" y="-29"/>
                    <a:pt x="32798" y="-29"/>
                    <a:pt x="32798" y="138"/>
                  </a:cubicBezTo>
                  <a:cubicBezTo>
                    <a:pt x="40381" y="28219"/>
                    <a:pt x="44797" y="55300"/>
                    <a:pt x="36299" y="83714"/>
                  </a:cubicBezTo>
                  <a:cubicBezTo>
                    <a:pt x="28716" y="109211"/>
                    <a:pt x="14217" y="131293"/>
                    <a:pt x="551" y="153624"/>
                  </a:cubicBezTo>
                  <a:cubicBezTo>
                    <a:pt x="-1782" y="157457"/>
                    <a:pt x="3885" y="160457"/>
                    <a:pt x="6467" y="157041"/>
                  </a:cubicBezTo>
                  <a:cubicBezTo>
                    <a:pt x="23549" y="134376"/>
                    <a:pt x="38131" y="108378"/>
                    <a:pt x="44297" y="80547"/>
                  </a:cubicBezTo>
                  <a:cubicBezTo>
                    <a:pt x="50464" y="52217"/>
                    <a:pt x="43131" y="26552"/>
                    <a:pt x="32965" y="55"/>
                  </a:cubicBezTo>
                  <a:lnTo>
                    <a:pt x="32965" y="55"/>
                  </a:lnTo>
                  <a:close/>
                </a:path>
              </a:pathLst>
            </a:custGeom>
            <a:grpFill/>
            <a:ln w="8332" cap="flat">
              <a:noFill/>
              <a:prstDash val="solid"/>
              <a:miter/>
            </a:ln>
          </p:spPr>
          <p:txBody>
            <a:bodyPr rtlCol="0" anchor="ctr"/>
            <a:lstStyle/>
            <a:p>
              <a:endParaRPr lang="en-US"/>
            </a:p>
          </p:txBody>
        </p:sp>
        <p:sp>
          <p:nvSpPr>
            <p:cNvPr id="1861" name="Freeform: Shape 1860"/>
            <p:cNvSpPr/>
            <p:nvPr/>
          </p:nvSpPr>
          <p:spPr>
            <a:xfrm>
              <a:off x="11357036" y="3324064"/>
              <a:ext cx="43235" cy="80929"/>
            </a:xfrm>
            <a:custGeom>
              <a:avLst/>
              <a:gdLst>
                <a:gd name="connsiteX0" fmla="*/ 40126 w 43235"/>
                <a:gd name="connsiteY0" fmla="*/ 1146 h 80929"/>
                <a:gd name="connsiteX1" fmla="*/ 879 w 43235"/>
                <a:gd name="connsiteY1" fmla="*/ 75640 h 80929"/>
                <a:gd name="connsiteX2" fmla="*/ 5212 w 43235"/>
                <a:gd name="connsiteY2" fmla="*/ 79973 h 80929"/>
                <a:gd name="connsiteX3" fmla="*/ 43209 w 43235"/>
                <a:gd name="connsiteY3" fmla="*/ 1980 h 80929"/>
                <a:gd name="connsiteX4" fmla="*/ 40126 w 43235"/>
                <a:gd name="connsiteY4" fmla="*/ 1146 h 80929"/>
                <a:gd name="connsiteX5" fmla="*/ 40126 w 43235"/>
                <a:gd name="connsiteY5" fmla="*/ 1146 h 80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235" h="80929">
                  <a:moveTo>
                    <a:pt x="40126" y="1146"/>
                  </a:moveTo>
                  <a:cubicBezTo>
                    <a:pt x="33292" y="31227"/>
                    <a:pt x="22377" y="53225"/>
                    <a:pt x="879" y="75640"/>
                  </a:cubicBezTo>
                  <a:cubicBezTo>
                    <a:pt x="-1871" y="78473"/>
                    <a:pt x="2462" y="82889"/>
                    <a:pt x="5212" y="79973"/>
                  </a:cubicBezTo>
                  <a:cubicBezTo>
                    <a:pt x="27376" y="56808"/>
                    <a:pt x="37542" y="33227"/>
                    <a:pt x="43209" y="1980"/>
                  </a:cubicBezTo>
                  <a:cubicBezTo>
                    <a:pt x="43542" y="-20"/>
                    <a:pt x="40625" y="-853"/>
                    <a:pt x="40126" y="1146"/>
                  </a:cubicBezTo>
                  <a:lnTo>
                    <a:pt x="40126" y="1146"/>
                  </a:lnTo>
                  <a:close/>
                </a:path>
              </a:pathLst>
            </a:custGeom>
            <a:grpFill/>
            <a:ln w="8332" cap="flat">
              <a:noFill/>
              <a:prstDash val="solid"/>
              <a:miter/>
            </a:ln>
          </p:spPr>
          <p:txBody>
            <a:bodyPr rtlCol="0" anchor="ctr"/>
            <a:lstStyle/>
            <a:p>
              <a:endParaRPr lang="en-US"/>
            </a:p>
          </p:txBody>
        </p:sp>
        <p:sp>
          <p:nvSpPr>
            <p:cNvPr id="1862" name="Freeform: Shape 1861"/>
            <p:cNvSpPr/>
            <p:nvPr/>
          </p:nvSpPr>
          <p:spPr>
            <a:xfrm>
              <a:off x="9202735" y="-43424"/>
              <a:ext cx="582663" cy="567958"/>
            </a:xfrm>
            <a:custGeom>
              <a:avLst/>
              <a:gdLst>
                <a:gd name="connsiteX0" fmla="*/ 462333 w 582663"/>
                <a:gd name="connsiteY0" fmla="*/ 39019 h 567958"/>
                <a:gd name="connsiteX1" fmla="*/ 462333 w 582663"/>
                <a:gd name="connsiteY1" fmla="*/ 38519 h 567958"/>
                <a:gd name="connsiteX2" fmla="*/ 429335 w 582663"/>
                <a:gd name="connsiteY2" fmla="*/ 2772 h 567958"/>
                <a:gd name="connsiteX3" fmla="*/ 388172 w 582663"/>
                <a:gd name="connsiteY3" fmla="*/ 6605 h 567958"/>
                <a:gd name="connsiteX4" fmla="*/ 370758 w 582663"/>
                <a:gd name="connsiteY4" fmla="*/ 47851 h 567958"/>
                <a:gd name="connsiteX5" fmla="*/ 378840 w 582663"/>
                <a:gd name="connsiteY5" fmla="*/ 71099 h 567958"/>
                <a:gd name="connsiteX6" fmla="*/ 390589 w 582663"/>
                <a:gd name="connsiteY6" fmla="*/ 82015 h 567958"/>
                <a:gd name="connsiteX7" fmla="*/ 387590 w 582663"/>
                <a:gd name="connsiteY7" fmla="*/ 121845 h 567958"/>
                <a:gd name="connsiteX8" fmla="*/ 359841 w 582663"/>
                <a:gd name="connsiteY8" fmla="*/ 153759 h 567958"/>
                <a:gd name="connsiteX9" fmla="*/ 359342 w 582663"/>
                <a:gd name="connsiteY9" fmla="*/ 193505 h 567958"/>
                <a:gd name="connsiteX10" fmla="*/ 316346 w 582663"/>
                <a:gd name="connsiteY10" fmla="*/ 216753 h 567958"/>
                <a:gd name="connsiteX11" fmla="*/ 260434 w 582663"/>
                <a:gd name="connsiteY11" fmla="*/ 205004 h 567958"/>
                <a:gd name="connsiteX12" fmla="*/ 223521 w 582663"/>
                <a:gd name="connsiteY12" fmla="*/ 230085 h 567958"/>
                <a:gd name="connsiteX13" fmla="*/ 190774 w 582663"/>
                <a:gd name="connsiteY13" fmla="*/ 221003 h 567958"/>
                <a:gd name="connsiteX14" fmla="*/ 190691 w 582663"/>
                <a:gd name="connsiteY14" fmla="*/ 204754 h 567958"/>
                <a:gd name="connsiteX15" fmla="*/ 184191 w 582663"/>
                <a:gd name="connsiteY15" fmla="*/ 179506 h 567958"/>
                <a:gd name="connsiteX16" fmla="*/ 152777 w 582663"/>
                <a:gd name="connsiteY16" fmla="*/ 136010 h 567958"/>
                <a:gd name="connsiteX17" fmla="*/ 138529 w 582663"/>
                <a:gd name="connsiteY17" fmla="*/ 127928 h 567958"/>
                <a:gd name="connsiteX18" fmla="*/ 119780 w 582663"/>
                <a:gd name="connsiteY18" fmla="*/ 89931 h 567958"/>
                <a:gd name="connsiteX19" fmla="*/ 68785 w 582663"/>
                <a:gd name="connsiteY19" fmla="*/ 85098 h 567958"/>
                <a:gd name="connsiteX20" fmla="*/ 18206 w 582663"/>
                <a:gd name="connsiteY20" fmla="*/ 179673 h 567958"/>
                <a:gd name="connsiteX21" fmla="*/ 541 w 582663"/>
                <a:gd name="connsiteY21" fmla="*/ 229252 h 567958"/>
                <a:gd name="connsiteX22" fmla="*/ 38621 w 582663"/>
                <a:gd name="connsiteY22" fmla="*/ 314327 h 567958"/>
                <a:gd name="connsiteX23" fmla="*/ 21622 w 582663"/>
                <a:gd name="connsiteY23" fmla="*/ 370072 h 567958"/>
                <a:gd name="connsiteX24" fmla="*/ 102531 w 582663"/>
                <a:gd name="connsiteY24" fmla="*/ 478979 h 567958"/>
                <a:gd name="connsiteX25" fmla="*/ 158110 w 582663"/>
                <a:gd name="connsiteY25" fmla="*/ 500311 h 567958"/>
                <a:gd name="connsiteX26" fmla="*/ 185940 w 582663"/>
                <a:gd name="connsiteY26" fmla="*/ 493645 h 567958"/>
                <a:gd name="connsiteX27" fmla="*/ 185607 w 582663"/>
                <a:gd name="connsiteY27" fmla="*/ 498644 h 567958"/>
                <a:gd name="connsiteX28" fmla="*/ 249019 w 582663"/>
                <a:gd name="connsiteY28" fmla="*/ 565222 h 567958"/>
                <a:gd name="connsiteX29" fmla="*/ 351842 w 582663"/>
                <a:gd name="connsiteY29" fmla="*/ 544473 h 567958"/>
                <a:gd name="connsiteX30" fmla="*/ 396005 w 582663"/>
                <a:gd name="connsiteY30" fmla="*/ 501061 h 567958"/>
                <a:gd name="connsiteX31" fmla="*/ 399588 w 582663"/>
                <a:gd name="connsiteY31" fmla="*/ 501477 h 567958"/>
                <a:gd name="connsiteX32" fmla="*/ 414836 w 582663"/>
                <a:gd name="connsiteY32" fmla="*/ 496228 h 567958"/>
                <a:gd name="connsiteX33" fmla="*/ 434252 w 582663"/>
                <a:gd name="connsiteY33" fmla="*/ 487645 h 567958"/>
                <a:gd name="connsiteX34" fmla="*/ 463748 w 582663"/>
                <a:gd name="connsiteY34" fmla="*/ 470230 h 567958"/>
                <a:gd name="connsiteX35" fmla="*/ 511578 w 582663"/>
                <a:gd name="connsiteY35" fmla="*/ 422401 h 567958"/>
                <a:gd name="connsiteX36" fmla="*/ 535909 w 582663"/>
                <a:gd name="connsiteY36" fmla="*/ 331993 h 567958"/>
                <a:gd name="connsiteX37" fmla="*/ 566156 w 582663"/>
                <a:gd name="connsiteY37" fmla="*/ 300995 h 567958"/>
                <a:gd name="connsiteX38" fmla="*/ 582655 w 582663"/>
                <a:gd name="connsiteY38" fmla="*/ 245584 h 567958"/>
                <a:gd name="connsiteX39" fmla="*/ 526577 w 582663"/>
                <a:gd name="connsiteY39" fmla="*/ 146259 h 567958"/>
                <a:gd name="connsiteX40" fmla="*/ 520911 w 582663"/>
                <a:gd name="connsiteY40" fmla="*/ 82182 h 567958"/>
                <a:gd name="connsiteX41" fmla="*/ 468582 w 582663"/>
                <a:gd name="connsiteY41" fmla="*/ 39519 h 567958"/>
                <a:gd name="connsiteX42" fmla="*/ 462333 w 582663"/>
                <a:gd name="connsiteY42" fmla="*/ 39019 h 567958"/>
                <a:gd name="connsiteX43" fmla="*/ 462333 w 582663"/>
                <a:gd name="connsiteY43" fmla="*/ 39019 h 567958"/>
                <a:gd name="connsiteX44" fmla="*/ 124279 w 582663"/>
                <a:gd name="connsiteY44" fmla="*/ 124428 h 567958"/>
                <a:gd name="connsiteX45" fmla="*/ 61119 w 582663"/>
                <a:gd name="connsiteY45" fmla="*/ 140676 h 567958"/>
                <a:gd name="connsiteX46" fmla="*/ 23121 w 582663"/>
                <a:gd name="connsiteY46" fmla="*/ 172424 h 567958"/>
                <a:gd name="connsiteX47" fmla="*/ 66034 w 582663"/>
                <a:gd name="connsiteY47" fmla="*/ 101930 h 567958"/>
                <a:gd name="connsiteX48" fmla="*/ 106948 w 582663"/>
                <a:gd name="connsiteY48" fmla="*/ 97764 h 567958"/>
                <a:gd name="connsiteX49" fmla="*/ 124279 w 582663"/>
                <a:gd name="connsiteY49" fmla="*/ 124428 h 567958"/>
                <a:gd name="connsiteX50" fmla="*/ 124279 w 582663"/>
                <a:gd name="connsiteY50" fmla="*/ 124428 h 567958"/>
                <a:gd name="connsiteX51" fmla="*/ 174525 w 582663"/>
                <a:gd name="connsiteY51" fmla="*/ 222502 h 567958"/>
                <a:gd name="connsiteX52" fmla="*/ 97615 w 582663"/>
                <a:gd name="connsiteY52" fmla="*/ 256333 h 567958"/>
                <a:gd name="connsiteX53" fmla="*/ 44370 w 582663"/>
                <a:gd name="connsiteY53" fmla="*/ 304995 h 567958"/>
                <a:gd name="connsiteX54" fmla="*/ 20622 w 582663"/>
                <a:gd name="connsiteY54" fmla="*/ 269331 h 567958"/>
                <a:gd name="connsiteX55" fmla="*/ 17039 w 582663"/>
                <a:gd name="connsiteY55" fmla="*/ 221169 h 567958"/>
                <a:gd name="connsiteX56" fmla="*/ 72201 w 582663"/>
                <a:gd name="connsiteY56" fmla="*/ 149342 h 567958"/>
                <a:gd name="connsiteX57" fmla="*/ 115280 w 582663"/>
                <a:gd name="connsiteY57" fmla="*/ 135260 h 567958"/>
                <a:gd name="connsiteX58" fmla="*/ 126113 w 582663"/>
                <a:gd name="connsiteY58" fmla="*/ 135594 h 567958"/>
                <a:gd name="connsiteX59" fmla="*/ 130779 w 582663"/>
                <a:gd name="connsiteY59" fmla="*/ 136677 h 567958"/>
                <a:gd name="connsiteX60" fmla="*/ 154277 w 582663"/>
                <a:gd name="connsiteY60" fmla="*/ 155175 h 567958"/>
                <a:gd name="connsiteX61" fmla="*/ 173942 w 582663"/>
                <a:gd name="connsiteY61" fmla="*/ 199754 h 567958"/>
                <a:gd name="connsiteX62" fmla="*/ 174525 w 582663"/>
                <a:gd name="connsiteY62" fmla="*/ 222502 h 567958"/>
                <a:gd name="connsiteX63" fmla="*/ 174525 w 582663"/>
                <a:gd name="connsiteY63" fmla="*/ 222502 h 567958"/>
                <a:gd name="connsiteX64" fmla="*/ 222270 w 582663"/>
                <a:gd name="connsiteY64" fmla="*/ 248917 h 567958"/>
                <a:gd name="connsiteX65" fmla="*/ 227770 w 582663"/>
                <a:gd name="connsiteY65" fmla="*/ 280997 h 567958"/>
                <a:gd name="connsiteX66" fmla="*/ 231686 w 582663"/>
                <a:gd name="connsiteY66" fmla="*/ 346408 h 567958"/>
                <a:gd name="connsiteX67" fmla="*/ 230770 w 582663"/>
                <a:gd name="connsiteY67" fmla="*/ 360907 h 567958"/>
                <a:gd name="connsiteX68" fmla="*/ 226854 w 582663"/>
                <a:gd name="connsiteY68" fmla="*/ 377072 h 567958"/>
                <a:gd name="connsiteX69" fmla="*/ 187690 w 582663"/>
                <a:gd name="connsiteY69" fmla="*/ 480146 h 567958"/>
                <a:gd name="connsiteX70" fmla="*/ 142445 w 582663"/>
                <a:gd name="connsiteY70" fmla="*/ 484145 h 567958"/>
                <a:gd name="connsiteX71" fmla="*/ 97032 w 582663"/>
                <a:gd name="connsiteY71" fmla="*/ 457481 h 567958"/>
                <a:gd name="connsiteX72" fmla="*/ 36538 w 582663"/>
                <a:gd name="connsiteY72" fmla="*/ 362406 h 567958"/>
                <a:gd name="connsiteX73" fmla="*/ 108530 w 582663"/>
                <a:gd name="connsiteY73" fmla="*/ 266915 h 567958"/>
                <a:gd name="connsiteX74" fmla="*/ 178608 w 582663"/>
                <a:gd name="connsiteY74" fmla="*/ 237418 h 567958"/>
                <a:gd name="connsiteX75" fmla="*/ 185690 w 582663"/>
                <a:gd name="connsiteY75" fmla="*/ 236834 h 567958"/>
                <a:gd name="connsiteX76" fmla="*/ 222021 w 582663"/>
                <a:gd name="connsiteY76" fmla="*/ 249000 h 567958"/>
                <a:gd name="connsiteX77" fmla="*/ 222270 w 582663"/>
                <a:gd name="connsiteY77" fmla="*/ 248917 h 567958"/>
                <a:gd name="connsiteX78" fmla="*/ 222270 w 582663"/>
                <a:gd name="connsiteY78" fmla="*/ 248917 h 567958"/>
                <a:gd name="connsiteX79" fmla="*/ 381257 w 582663"/>
                <a:gd name="connsiteY79" fmla="*/ 285580 h 567958"/>
                <a:gd name="connsiteX80" fmla="*/ 419086 w 582663"/>
                <a:gd name="connsiteY80" fmla="*/ 385988 h 567958"/>
                <a:gd name="connsiteX81" fmla="*/ 294681 w 582663"/>
                <a:gd name="connsiteY81" fmla="*/ 551806 h 567958"/>
                <a:gd name="connsiteX82" fmla="*/ 206106 w 582663"/>
                <a:gd name="connsiteY82" fmla="*/ 512060 h 567958"/>
                <a:gd name="connsiteX83" fmla="*/ 215772 w 582663"/>
                <a:gd name="connsiteY83" fmla="*/ 455481 h 567958"/>
                <a:gd name="connsiteX84" fmla="*/ 234520 w 582663"/>
                <a:gd name="connsiteY84" fmla="*/ 410152 h 567958"/>
                <a:gd name="connsiteX85" fmla="*/ 253434 w 582663"/>
                <a:gd name="connsiteY85" fmla="*/ 317244 h 567958"/>
                <a:gd name="connsiteX86" fmla="*/ 246769 w 582663"/>
                <a:gd name="connsiteY86" fmla="*/ 272248 h 567958"/>
                <a:gd name="connsiteX87" fmla="*/ 237019 w 582663"/>
                <a:gd name="connsiteY87" fmla="*/ 253000 h 567958"/>
                <a:gd name="connsiteX88" fmla="*/ 236769 w 582663"/>
                <a:gd name="connsiteY88" fmla="*/ 248167 h 567958"/>
                <a:gd name="connsiteX89" fmla="*/ 295181 w 582663"/>
                <a:gd name="connsiteY89" fmla="*/ 223752 h 567958"/>
                <a:gd name="connsiteX90" fmla="*/ 340343 w 582663"/>
                <a:gd name="connsiteY90" fmla="*/ 249000 h 567958"/>
                <a:gd name="connsiteX91" fmla="*/ 381257 w 582663"/>
                <a:gd name="connsiteY91" fmla="*/ 285580 h 567958"/>
                <a:gd name="connsiteX92" fmla="*/ 381257 w 582663"/>
                <a:gd name="connsiteY92" fmla="*/ 285580 h 567958"/>
                <a:gd name="connsiteX93" fmla="*/ 375423 w 582663"/>
                <a:gd name="connsiteY93" fmla="*/ 205504 h 567958"/>
                <a:gd name="connsiteX94" fmla="*/ 441001 w 582663"/>
                <a:gd name="connsiteY94" fmla="*/ 218919 h 567958"/>
                <a:gd name="connsiteX95" fmla="*/ 522660 w 582663"/>
                <a:gd name="connsiteY95" fmla="*/ 321577 h 567958"/>
                <a:gd name="connsiteX96" fmla="*/ 480664 w 582663"/>
                <a:gd name="connsiteY96" fmla="*/ 436650 h 567958"/>
                <a:gd name="connsiteX97" fmla="*/ 431169 w 582663"/>
                <a:gd name="connsiteY97" fmla="*/ 474563 h 567958"/>
                <a:gd name="connsiteX98" fmla="*/ 403421 w 582663"/>
                <a:gd name="connsiteY98" fmla="*/ 488812 h 567958"/>
                <a:gd name="connsiteX99" fmla="*/ 419336 w 582663"/>
                <a:gd name="connsiteY99" fmla="*/ 452482 h 567958"/>
                <a:gd name="connsiteX100" fmla="*/ 421503 w 582663"/>
                <a:gd name="connsiteY100" fmla="*/ 341075 h 567958"/>
                <a:gd name="connsiteX101" fmla="*/ 356925 w 582663"/>
                <a:gd name="connsiteY101" fmla="*/ 243417 h 567958"/>
                <a:gd name="connsiteX102" fmla="*/ 331345 w 582663"/>
                <a:gd name="connsiteY102" fmla="*/ 225169 h 567958"/>
                <a:gd name="connsiteX103" fmla="*/ 375423 w 582663"/>
                <a:gd name="connsiteY103" fmla="*/ 205504 h 567958"/>
                <a:gd name="connsiteX104" fmla="*/ 375423 w 582663"/>
                <a:gd name="connsiteY104" fmla="*/ 205504 h 567958"/>
                <a:gd name="connsiteX105" fmla="*/ 426252 w 582663"/>
                <a:gd name="connsiteY105" fmla="*/ 121761 h 567958"/>
                <a:gd name="connsiteX106" fmla="*/ 514661 w 582663"/>
                <a:gd name="connsiteY106" fmla="*/ 155175 h 567958"/>
                <a:gd name="connsiteX107" fmla="*/ 568490 w 582663"/>
                <a:gd name="connsiteY107" fmla="*/ 245167 h 567958"/>
                <a:gd name="connsiteX108" fmla="*/ 557241 w 582663"/>
                <a:gd name="connsiteY108" fmla="*/ 288830 h 567958"/>
                <a:gd name="connsiteX109" fmla="*/ 533410 w 582663"/>
                <a:gd name="connsiteY109" fmla="*/ 318410 h 567958"/>
                <a:gd name="connsiteX110" fmla="*/ 527910 w 582663"/>
                <a:gd name="connsiteY110" fmla="*/ 301579 h 567958"/>
                <a:gd name="connsiteX111" fmla="*/ 432501 w 582663"/>
                <a:gd name="connsiteY111" fmla="*/ 200254 h 567958"/>
                <a:gd name="connsiteX112" fmla="*/ 367841 w 582663"/>
                <a:gd name="connsiteY112" fmla="*/ 191505 h 567958"/>
                <a:gd name="connsiteX113" fmla="*/ 381340 w 582663"/>
                <a:gd name="connsiteY113" fmla="*/ 144259 h 567958"/>
                <a:gd name="connsiteX114" fmla="*/ 426252 w 582663"/>
                <a:gd name="connsiteY114" fmla="*/ 121761 h 567958"/>
                <a:gd name="connsiteX115" fmla="*/ 426252 w 582663"/>
                <a:gd name="connsiteY115" fmla="*/ 121761 h 567958"/>
                <a:gd name="connsiteX116" fmla="*/ 479914 w 582663"/>
                <a:gd name="connsiteY116" fmla="*/ 58184 h 567958"/>
                <a:gd name="connsiteX117" fmla="*/ 514661 w 582663"/>
                <a:gd name="connsiteY117" fmla="*/ 137260 h 567958"/>
                <a:gd name="connsiteX118" fmla="*/ 402005 w 582663"/>
                <a:gd name="connsiteY118" fmla="*/ 114262 h 567958"/>
                <a:gd name="connsiteX119" fmla="*/ 394338 w 582663"/>
                <a:gd name="connsiteY119" fmla="*/ 117928 h 567958"/>
                <a:gd name="connsiteX120" fmla="*/ 479914 w 582663"/>
                <a:gd name="connsiteY120" fmla="*/ 58184 h 567958"/>
                <a:gd name="connsiteX121" fmla="*/ 479914 w 582663"/>
                <a:gd name="connsiteY121" fmla="*/ 58184 h 567958"/>
                <a:gd name="connsiteX122" fmla="*/ 449584 w 582663"/>
                <a:gd name="connsiteY122" fmla="*/ 39519 h 567958"/>
                <a:gd name="connsiteX123" fmla="*/ 399505 w 582663"/>
                <a:gd name="connsiteY123" fmla="*/ 68100 h 567958"/>
                <a:gd name="connsiteX124" fmla="*/ 393672 w 582663"/>
                <a:gd name="connsiteY124" fmla="*/ 76516 h 567958"/>
                <a:gd name="connsiteX125" fmla="*/ 398338 w 582663"/>
                <a:gd name="connsiteY125" fmla="*/ 18771 h 567958"/>
                <a:gd name="connsiteX126" fmla="*/ 424086 w 582663"/>
                <a:gd name="connsiteY126" fmla="*/ 17021 h 567958"/>
                <a:gd name="connsiteX127" fmla="*/ 449584 w 582663"/>
                <a:gd name="connsiteY127" fmla="*/ 39519 h 567958"/>
                <a:gd name="connsiteX128" fmla="*/ 449584 w 582663"/>
                <a:gd name="connsiteY128" fmla="*/ 39519 h 56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582663" h="567958">
                  <a:moveTo>
                    <a:pt x="462333" y="39019"/>
                  </a:moveTo>
                  <a:cubicBezTo>
                    <a:pt x="462333" y="38852"/>
                    <a:pt x="462333" y="38686"/>
                    <a:pt x="462333" y="38519"/>
                  </a:cubicBezTo>
                  <a:cubicBezTo>
                    <a:pt x="460500" y="24687"/>
                    <a:pt x="441585" y="7772"/>
                    <a:pt x="429335" y="2772"/>
                  </a:cubicBezTo>
                  <a:cubicBezTo>
                    <a:pt x="417253" y="-2144"/>
                    <a:pt x="399089" y="-311"/>
                    <a:pt x="388172" y="6605"/>
                  </a:cubicBezTo>
                  <a:cubicBezTo>
                    <a:pt x="375007" y="14854"/>
                    <a:pt x="369508" y="33019"/>
                    <a:pt x="370758" y="47851"/>
                  </a:cubicBezTo>
                  <a:cubicBezTo>
                    <a:pt x="371424" y="56101"/>
                    <a:pt x="374590" y="64100"/>
                    <a:pt x="378840" y="71099"/>
                  </a:cubicBezTo>
                  <a:cubicBezTo>
                    <a:pt x="382673" y="77349"/>
                    <a:pt x="385839" y="79349"/>
                    <a:pt x="390589" y="82015"/>
                  </a:cubicBezTo>
                  <a:cubicBezTo>
                    <a:pt x="384090" y="94764"/>
                    <a:pt x="381090" y="109346"/>
                    <a:pt x="387590" y="121845"/>
                  </a:cubicBezTo>
                  <a:cubicBezTo>
                    <a:pt x="375340" y="129594"/>
                    <a:pt x="364508" y="140260"/>
                    <a:pt x="359841" y="153759"/>
                  </a:cubicBezTo>
                  <a:cubicBezTo>
                    <a:pt x="356009" y="164924"/>
                    <a:pt x="354508" y="181423"/>
                    <a:pt x="359342" y="193505"/>
                  </a:cubicBezTo>
                  <a:cubicBezTo>
                    <a:pt x="343426" y="197588"/>
                    <a:pt x="328511" y="205337"/>
                    <a:pt x="316346" y="216753"/>
                  </a:cubicBezTo>
                  <a:cubicBezTo>
                    <a:pt x="299597" y="208420"/>
                    <a:pt x="281515" y="203587"/>
                    <a:pt x="260434" y="205004"/>
                  </a:cubicBezTo>
                  <a:cubicBezTo>
                    <a:pt x="245102" y="206087"/>
                    <a:pt x="228271" y="214670"/>
                    <a:pt x="223521" y="230085"/>
                  </a:cubicBezTo>
                  <a:cubicBezTo>
                    <a:pt x="213938" y="223419"/>
                    <a:pt x="202689" y="220836"/>
                    <a:pt x="190774" y="221003"/>
                  </a:cubicBezTo>
                  <a:cubicBezTo>
                    <a:pt x="191023" y="215753"/>
                    <a:pt x="191524" y="210670"/>
                    <a:pt x="190691" y="204754"/>
                  </a:cubicBezTo>
                  <a:cubicBezTo>
                    <a:pt x="189524" y="195838"/>
                    <a:pt x="187690" y="187839"/>
                    <a:pt x="184191" y="179506"/>
                  </a:cubicBezTo>
                  <a:cubicBezTo>
                    <a:pt x="177108" y="162591"/>
                    <a:pt x="167109" y="147592"/>
                    <a:pt x="152777" y="136010"/>
                  </a:cubicBezTo>
                  <a:cubicBezTo>
                    <a:pt x="148277" y="132427"/>
                    <a:pt x="143528" y="129761"/>
                    <a:pt x="138529" y="127928"/>
                  </a:cubicBezTo>
                  <a:cubicBezTo>
                    <a:pt x="140944" y="114679"/>
                    <a:pt x="128029" y="97847"/>
                    <a:pt x="119780" y="89931"/>
                  </a:cubicBezTo>
                  <a:cubicBezTo>
                    <a:pt x="104282" y="75182"/>
                    <a:pt x="87949" y="79515"/>
                    <a:pt x="68785" y="85098"/>
                  </a:cubicBezTo>
                  <a:cubicBezTo>
                    <a:pt x="35538" y="94847"/>
                    <a:pt x="-2209" y="144843"/>
                    <a:pt x="18206" y="179673"/>
                  </a:cubicBezTo>
                  <a:cubicBezTo>
                    <a:pt x="8706" y="194005"/>
                    <a:pt x="2707" y="210587"/>
                    <a:pt x="541" y="229252"/>
                  </a:cubicBezTo>
                  <a:cubicBezTo>
                    <a:pt x="-2959" y="259749"/>
                    <a:pt x="10623" y="298079"/>
                    <a:pt x="38621" y="314327"/>
                  </a:cubicBezTo>
                  <a:cubicBezTo>
                    <a:pt x="28454" y="331159"/>
                    <a:pt x="22039" y="349824"/>
                    <a:pt x="21622" y="370072"/>
                  </a:cubicBezTo>
                  <a:cubicBezTo>
                    <a:pt x="20539" y="420235"/>
                    <a:pt x="64619" y="453482"/>
                    <a:pt x="102531" y="478979"/>
                  </a:cubicBezTo>
                  <a:cubicBezTo>
                    <a:pt x="118946" y="489978"/>
                    <a:pt x="137694" y="500811"/>
                    <a:pt x="158110" y="500311"/>
                  </a:cubicBezTo>
                  <a:cubicBezTo>
                    <a:pt x="167693" y="500061"/>
                    <a:pt x="177524" y="498394"/>
                    <a:pt x="185940" y="493645"/>
                  </a:cubicBezTo>
                  <a:cubicBezTo>
                    <a:pt x="185774" y="495311"/>
                    <a:pt x="185607" y="496978"/>
                    <a:pt x="185607" y="498644"/>
                  </a:cubicBezTo>
                  <a:cubicBezTo>
                    <a:pt x="184525" y="533141"/>
                    <a:pt x="218438" y="558722"/>
                    <a:pt x="249019" y="565222"/>
                  </a:cubicBezTo>
                  <a:cubicBezTo>
                    <a:pt x="284598" y="572887"/>
                    <a:pt x="321595" y="563972"/>
                    <a:pt x="351842" y="544473"/>
                  </a:cubicBezTo>
                  <a:cubicBezTo>
                    <a:pt x="369674" y="532974"/>
                    <a:pt x="384340" y="518059"/>
                    <a:pt x="396005" y="501061"/>
                  </a:cubicBezTo>
                  <a:cubicBezTo>
                    <a:pt x="396839" y="502061"/>
                    <a:pt x="398421" y="502394"/>
                    <a:pt x="399588" y="501477"/>
                  </a:cubicBezTo>
                  <a:cubicBezTo>
                    <a:pt x="402754" y="498811"/>
                    <a:pt x="410837" y="497811"/>
                    <a:pt x="414836" y="496228"/>
                  </a:cubicBezTo>
                  <a:cubicBezTo>
                    <a:pt x="421419" y="493645"/>
                    <a:pt x="427919" y="490812"/>
                    <a:pt x="434252" y="487645"/>
                  </a:cubicBezTo>
                  <a:cubicBezTo>
                    <a:pt x="444417" y="482562"/>
                    <a:pt x="454499" y="476729"/>
                    <a:pt x="463748" y="470230"/>
                  </a:cubicBezTo>
                  <a:cubicBezTo>
                    <a:pt x="481914" y="457481"/>
                    <a:pt x="499162" y="440816"/>
                    <a:pt x="511578" y="422401"/>
                  </a:cubicBezTo>
                  <a:cubicBezTo>
                    <a:pt x="529409" y="395903"/>
                    <a:pt x="539326" y="363490"/>
                    <a:pt x="535909" y="331993"/>
                  </a:cubicBezTo>
                  <a:cubicBezTo>
                    <a:pt x="549408" y="328493"/>
                    <a:pt x="559407" y="311661"/>
                    <a:pt x="566156" y="300995"/>
                  </a:cubicBezTo>
                  <a:cubicBezTo>
                    <a:pt x="577739" y="282747"/>
                    <a:pt x="582905" y="267415"/>
                    <a:pt x="582655" y="245584"/>
                  </a:cubicBezTo>
                  <a:cubicBezTo>
                    <a:pt x="582239" y="206087"/>
                    <a:pt x="556740" y="171090"/>
                    <a:pt x="526577" y="146259"/>
                  </a:cubicBezTo>
                  <a:cubicBezTo>
                    <a:pt x="537326" y="128844"/>
                    <a:pt x="528660" y="98930"/>
                    <a:pt x="520911" y="82182"/>
                  </a:cubicBezTo>
                  <a:cubicBezTo>
                    <a:pt x="511495" y="61767"/>
                    <a:pt x="491330" y="42935"/>
                    <a:pt x="468582" y="39519"/>
                  </a:cubicBezTo>
                  <a:cubicBezTo>
                    <a:pt x="466499" y="39352"/>
                    <a:pt x="464416" y="39102"/>
                    <a:pt x="462333" y="39019"/>
                  </a:cubicBezTo>
                  <a:lnTo>
                    <a:pt x="462333" y="39019"/>
                  </a:lnTo>
                  <a:close/>
                  <a:moveTo>
                    <a:pt x="124279" y="124428"/>
                  </a:moveTo>
                  <a:cubicBezTo>
                    <a:pt x="102781" y="122095"/>
                    <a:pt x="79284" y="130594"/>
                    <a:pt x="61119" y="140676"/>
                  </a:cubicBezTo>
                  <a:cubicBezTo>
                    <a:pt x="45787" y="149176"/>
                    <a:pt x="32954" y="159758"/>
                    <a:pt x="23121" y="172424"/>
                  </a:cubicBezTo>
                  <a:cubicBezTo>
                    <a:pt x="18955" y="145926"/>
                    <a:pt x="44120" y="111346"/>
                    <a:pt x="66034" y="101930"/>
                  </a:cubicBezTo>
                  <a:cubicBezTo>
                    <a:pt x="76951" y="97264"/>
                    <a:pt x="96365" y="91098"/>
                    <a:pt x="106948" y="97764"/>
                  </a:cubicBezTo>
                  <a:cubicBezTo>
                    <a:pt x="113197" y="101597"/>
                    <a:pt x="124613" y="115345"/>
                    <a:pt x="124279" y="124428"/>
                  </a:cubicBezTo>
                  <a:lnTo>
                    <a:pt x="124279" y="124428"/>
                  </a:lnTo>
                  <a:close/>
                  <a:moveTo>
                    <a:pt x="174525" y="222502"/>
                  </a:moveTo>
                  <a:cubicBezTo>
                    <a:pt x="146194" y="227835"/>
                    <a:pt x="116614" y="244584"/>
                    <a:pt x="97615" y="256333"/>
                  </a:cubicBezTo>
                  <a:cubicBezTo>
                    <a:pt x="77533" y="268832"/>
                    <a:pt x="58453" y="285413"/>
                    <a:pt x="44370" y="304995"/>
                  </a:cubicBezTo>
                  <a:cubicBezTo>
                    <a:pt x="34204" y="294996"/>
                    <a:pt x="26206" y="282330"/>
                    <a:pt x="20622" y="269331"/>
                  </a:cubicBezTo>
                  <a:cubicBezTo>
                    <a:pt x="13789" y="253583"/>
                    <a:pt x="14373" y="237751"/>
                    <a:pt x="17039" y="221169"/>
                  </a:cubicBezTo>
                  <a:cubicBezTo>
                    <a:pt x="22039" y="190339"/>
                    <a:pt x="45203" y="164091"/>
                    <a:pt x="72201" y="149342"/>
                  </a:cubicBezTo>
                  <a:cubicBezTo>
                    <a:pt x="86033" y="141760"/>
                    <a:pt x="99448" y="136677"/>
                    <a:pt x="115280" y="135260"/>
                  </a:cubicBezTo>
                  <a:cubicBezTo>
                    <a:pt x="119196" y="134927"/>
                    <a:pt x="122780" y="135094"/>
                    <a:pt x="126113" y="135594"/>
                  </a:cubicBezTo>
                  <a:cubicBezTo>
                    <a:pt x="127529" y="136427"/>
                    <a:pt x="129196" y="136843"/>
                    <a:pt x="130779" y="136677"/>
                  </a:cubicBezTo>
                  <a:cubicBezTo>
                    <a:pt x="140111" y="139593"/>
                    <a:pt x="147444" y="146176"/>
                    <a:pt x="154277" y="155175"/>
                  </a:cubicBezTo>
                  <a:cubicBezTo>
                    <a:pt x="163693" y="167757"/>
                    <a:pt x="171442" y="184256"/>
                    <a:pt x="173942" y="199754"/>
                  </a:cubicBezTo>
                  <a:cubicBezTo>
                    <a:pt x="175275" y="207754"/>
                    <a:pt x="174775" y="215086"/>
                    <a:pt x="174525" y="222502"/>
                  </a:cubicBezTo>
                  <a:lnTo>
                    <a:pt x="174525" y="222502"/>
                  </a:lnTo>
                  <a:close/>
                  <a:moveTo>
                    <a:pt x="222270" y="248917"/>
                  </a:moveTo>
                  <a:cubicBezTo>
                    <a:pt x="223354" y="259832"/>
                    <a:pt x="226353" y="271415"/>
                    <a:pt x="227770" y="280997"/>
                  </a:cubicBezTo>
                  <a:cubicBezTo>
                    <a:pt x="231020" y="303495"/>
                    <a:pt x="232354" y="323827"/>
                    <a:pt x="231686" y="346408"/>
                  </a:cubicBezTo>
                  <a:cubicBezTo>
                    <a:pt x="231519" y="351324"/>
                    <a:pt x="231187" y="356074"/>
                    <a:pt x="230770" y="360907"/>
                  </a:cubicBezTo>
                  <a:cubicBezTo>
                    <a:pt x="229520" y="366323"/>
                    <a:pt x="228187" y="371656"/>
                    <a:pt x="226854" y="377072"/>
                  </a:cubicBezTo>
                  <a:cubicBezTo>
                    <a:pt x="218271" y="412152"/>
                    <a:pt x="195106" y="444649"/>
                    <a:pt x="187690" y="480146"/>
                  </a:cubicBezTo>
                  <a:cubicBezTo>
                    <a:pt x="174608" y="487978"/>
                    <a:pt x="157110" y="488728"/>
                    <a:pt x="142445" y="484145"/>
                  </a:cubicBezTo>
                  <a:cubicBezTo>
                    <a:pt x="125696" y="478896"/>
                    <a:pt x="110780" y="468064"/>
                    <a:pt x="97032" y="457481"/>
                  </a:cubicBezTo>
                  <a:cubicBezTo>
                    <a:pt x="65285" y="432900"/>
                    <a:pt x="31537" y="406652"/>
                    <a:pt x="36538" y="362406"/>
                  </a:cubicBezTo>
                  <a:cubicBezTo>
                    <a:pt x="41204" y="321077"/>
                    <a:pt x="74034" y="287247"/>
                    <a:pt x="108530" y="266915"/>
                  </a:cubicBezTo>
                  <a:cubicBezTo>
                    <a:pt x="127612" y="255666"/>
                    <a:pt x="153693" y="240667"/>
                    <a:pt x="178608" y="237418"/>
                  </a:cubicBezTo>
                  <a:cubicBezTo>
                    <a:pt x="180774" y="238251"/>
                    <a:pt x="183441" y="238001"/>
                    <a:pt x="185690" y="236834"/>
                  </a:cubicBezTo>
                  <a:cubicBezTo>
                    <a:pt x="198773" y="236334"/>
                    <a:pt x="211272" y="239584"/>
                    <a:pt x="222021" y="249000"/>
                  </a:cubicBezTo>
                  <a:cubicBezTo>
                    <a:pt x="222104" y="248833"/>
                    <a:pt x="222187" y="248833"/>
                    <a:pt x="222270" y="248917"/>
                  </a:cubicBezTo>
                  <a:lnTo>
                    <a:pt x="222270" y="248917"/>
                  </a:lnTo>
                  <a:close/>
                  <a:moveTo>
                    <a:pt x="381257" y="285580"/>
                  </a:moveTo>
                  <a:cubicBezTo>
                    <a:pt x="402588" y="313244"/>
                    <a:pt x="417170" y="350991"/>
                    <a:pt x="419086" y="385988"/>
                  </a:cubicBezTo>
                  <a:cubicBezTo>
                    <a:pt x="423252" y="460231"/>
                    <a:pt x="374173" y="544223"/>
                    <a:pt x="294681" y="551806"/>
                  </a:cubicBezTo>
                  <a:cubicBezTo>
                    <a:pt x="260850" y="555056"/>
                    <a:pt x="220688" y="546890"/>
                    <a:pt x="206106" y="512060"/>
                  </a:cubicBezTo>
                  <a:cubicBezTo>
                    <a:pt x="198690" y="494311"/>
                    <a:pt x="208938" y="472063"/>
                    <a:pt x="215772" y="455481"/>
                  </a:cubicBezTo>
                  <a:cubicBezTo>
                    <a:pt x="222021" y="440316"/>
                    <a:pt x="229187" y="425734"/>
                    <a:pt x="234520" y="410152"/>
                  </a:cubicBezTo>
                  <a:cubicBezTo>
                    <a:pt x="244519" y="380821"/>
                    <a:pt x="253768" y="348324"/>
                    <a:pt x="253434" y="317244"/>
                  </a:cubicBezTo>
                  <a:cubicBezTo>
                    <a:pt x="253268" y="302245"/>
                    <a:pt x="251601" y="286580"/>
                    <a:pt x="246769" y="272248"/>
                  </a:cubicBezTo>
                  <a:cubicBezTo>
                    <a:pt x="244435" y="265249"/>
                    <a:pt x="241436" y="258832"/>
                    <a:pt x="237019" y="253000"/>
                  </a:cubicBezTo>
                  <a:cubicBezTo>
                    <a:pt x="236936" y="251416"/>
                    <a:pt x="236852" y="249833"/>
                    <a:pt x="236769" y="248167"/>
                  </a:cubicBezTo>
                  <a:cubicBezTo>
                    <a:pt x="235853" y="214170"/>
                    <a:pt x="271683" y="217669"/>
                    <a:pt x="295181" y="223752"/>
                  </a:cubicBezTo>
                  <a:cubicBezTo>
                    <a:pt x="312679" y="228335"/>
                    <a:pt x="326178" y="238334"/>
                    <a:pt x="340343" y="249000"/>
                  </a:cubicBezTo>
                  <a:cubicBezTo>
                    <a:pt x="355259" y="260332"/>
                    <a:pt x="369758" y="270665"/>
                    <a:pt x="381257" y="285580"/>
                  </a:cubicBezTo>
                  <a:lnTo>
                    <a:pt x="381257" y="285580"/>
                  </a:lnTo>
                  <a:close/>
                  <a:moveTo>
                    <a:pt x="375423" y="205504"/>
                  </a:moveTo>
                  <a:cubicBezTo>
                    <a:pt x="398922" y="202338"/>
                    <a:pt x="420419" y="207587"/>
                    <a:pt x="441001" y="218919"/>
                  </a:cubicBezTo>
                  <a:cubicBezTo>
                    <a:pt x="479581" y="240084"/>
                    <a:pt x="513495" y="277414"/>
                    <a:pt x="522660" y="321577"/>
                  </a:cubicBezTo>
                  <a:cubicBezTo>
                    <a:pt x="531076" y="361990"/>
                    <a:pt x="509245" y="408902"/>
                    <a:pt x="480664" y="436650"/>
                  </a:cubicBezTo>
                  <a:cubicBezTo>
                    <a:pt x="465666" y="451148"/>
                    <a:pt x="449333" y="464147"/>
                    <a:pt x="431169" y="474563"/>
                  </a:cubicBezTo>
                  <a:cubicBezTo>
                    <a:pt x="424003" y="478646"/>
                    <a:pt x="411837" y="482646"/>
                    <a:pt x="403421" y="488812"/>
                  </a:cubicBezTo>
                  <a:cubicBezTo>
                    <a:pt x="409920" y="477396"/>
                    <a:pt x="415253" y="465147"/>
                    <a:pt x="419336" y="452482"/>
                  </a:cubicBezTo>
                  <a:cubicBezTo>
                    <a:pt x="431418" y="414818"/>
                    <a:pt x="431835" y="378988"/>
                    <a:pt x="421503" y="341075"/>
                  </a:cubicBezTo>
                  <a:cubicBezTo>
                    <a:pt x="410753" y="301662"/>
                    <a:pt x="389339" y="268415"/>
                    <a:pt x="356925" y="243417"/>
                  </a:cubicBezTo>
                  <a:cubicBezTo>
                    <a:pt x="348426" y="236834"/>
                    <a:pt x="339926" y="230668"/>
                    <a:pt x="331345" y="225169"/>
                  </a:cubicBezTo>
                  <a:cubicBezTo>
                    <a:pt x="344760" y="215086"/>
                    <a:pt x="357009" y="208004"/>
                    <a:pt x="375423" y="205504"/>
                  </a:cubicBezTo>
                  <a:lnTo>
                    <a:pt x="375423" y="205504"/>
                  </a:lnTo>
                  <a:close/>
                  <a:moveTo>
                    <a:pt x="426252" y="121761"/>
                  </a:moveTo>
                  <a:cubicBezTo>
                    <a:pt x="455250" y="117345"/>
                    <a:pt x="493079" y="137010"/>
                    <a:pt x="514661" y="155175"/>
                  </a:cubicBezTo>
                  <a:cubicBezTo>
                    <a:pt x="541908" y="178256"/>
                    <a:pt x="567989" y="207920"/>
                    <a:pt x="568490" y="245167"/>
                  </a:cubicBezTo>
                  <a:cubicBezTo>
                    <a:pt x="568740" y="261582"/>
                    <a:pt x="565906" y="274748"/>
                    <a:pt x="557241" y="288830"/>
                  </a:cubicBezTo>
                  <a:cubicBezTo>
                    <a:pt x="550825" y="299245"/>
                    <a:pt x="543908" y="311328"/>
                    <a:pt x="533410" y="318410"/>
                  </a:cubicBezTo>
                  <a:cubicBezTo>
                    <a:pt x="532076" y="312744"/>
                    <a:pt x="530243" y="307078"/>
                    <a:pt x="527910" y="301579"/>
                  </a:cubicBezTo>
                  <a:cubicBezTo>
                    <a:pt x="508911" y="257083"/>
                    <a:pt x="476414" y="221502"/>
                    <a:pt x="432501" y="200254"/>
                  </a:cubicBezTo>
                  <a:cubicBezTo>
                    <a:pt x="412421" y="190505"/>
                    <a:pt x="389506" y="187755"/>
                    <a:pt x="367841" y="191505"/>
                  </a:cubicBezTo>
                  <a:cubicBezTo>
                    <a:pt x="364757" y="176173"/>
                    <a:pt x="372173" y="153842"/>
                    <a:pt x="381340" y="144259"/>
                  </a:cubicBezTo>
                  <a:cubicBezTo>
                    <a:pt x="393005" y="132094"/>
                    <a:pt x="409754" y="124261"/>
                    <a:pt x="426252" y="121761"/>
                  </a:cubicBezTo>
                  <a:lnTo>
                    <a:pt x="426252" y="121761"/>
                  </a:lnTo>
                  <a:close/>
                  <a:moveTo>
                    <a:pt x="479914" y="58184"/>
                  </a:moveTo>
                  <a:cubicBezTo>
                    <a:pt x="508911" y="75099"/>
                    <a:pt x="516827" y="106513"/>
                    <a:pt x="514661" y="137260"/>
                  </a:cubicBezTo>
                  <a:cubicBezTo>
                    <a:pt x="482497" y="114429"/>
                    <a:pt x="440084" y="98180"/>
                    <a:pt x="402005" y="114262"/>
                  </a:cubicBezTo>
                  <a:cubicBezTo>
                    <a:pt x="399421" y="115345"/>
                    <a:pt x="396839" y="116595"/>
                    <a:pt x="394338" y="117928"/>
                  </a:cubicBezTo>
                  <a:cubicBezTo>
                    <a:pt x="386756" y="77849"/>
                    <a:pt x="445250" y="37936"/>
                    <a:pt x="479914" y="58184"/>
                  </a:cubicBezTo>
                  <a:lnTo>
                    <a:pt x="479914" y="58184"/>
                  </a:lnTo>
                  <a:close/>
                  <a:moveTo>
                    <a:pt x="449584" y="39519"/>
                  </a:moveTo>
                  <a:cubicBezTo>
                    <a:pt x="430002" y="42102"/>
                    <a:pt x="411587" y="52684"/>
                    <a:pt x="399505" y="68100"/>
                  </a:cubicBezTo>
                  <a:cubicBezTo>
                    <a:pt x="397505" y="70683"/>
                    <a:pt x="395505" y="73516"/>
                    <a:pt x="393672" y="76516"/>
                  </a:cubicBezTo>
                  <a:cubicBezTo>
                    <a:pt x="381423" y="59684"/>
                    <a:pt x="376924" y="28437"/>
                    <a:pt x="398338" y="18771"/>
                  </a:cubicBezTo>
                  <a:cubicBezTo>
                    <a:pt x="405754" y="15438"/>
                    <a:pt x="416170" y="14105"/>
                    <a:pt x="424086" y="17021"/>
                  </a:cubicBezTo>
                  <a:cubicBezTo>
                    <a:pt x="431418" y="19604"/>
                    <a:pt x="446501" y="30853"/>
                    <a:pt x="449584" y="39519"/>
                  </a:cubicBezTo>
                  <a:lnTo>
                    <a:pt x="449584" y="39519"/>
                  </a:lnTo>
                  <a:close/>
                </a:path>
              </a:pathLst>
            </a:custGeom>
            <a:grpFill/>
            <a:ln w="8332" cap="flat">
              <a:noFill/>
              <a:prstDash val="solid"/>
              <a:miter/>
            </a:ln>
          </p:spPr>
          <p:txBody>
            <a:bodyPr rtlCol="0" anchor="ctr"/>
            <a:lstStyle/>
            <a:p>
              <a:endParaRPr lang="en-US"/>
            </a:p>
          </p:txBody>
        </p:sp>
        <p:sp>
          <p:nvSpPr>
            <p:cNvPr id="1863" name="Freeform: Shape 1862"/>
            <p:cNvSpPr/>
            <p:nvPr/>
          </p:nvSpPr>
          <p:spPr>
            <a:xfrm>
              <a:off x="9421355" y="255337"/>
              <a:ext cx="56722" cy="201889"/>
            </a:xfrm>
            <a:custGeom>
              <a:avLst/>
              <a:gdLst>
                <a:gd name="connsiteX0" fmla="*/ 50396 w 56722"/>
                <a:gd name="connsiteY0" fmla="*/ 1150 h 201889"/>
                <a:gd name="connsiteX1" fmla="*/ 49063 w 56722"/>
                <a:gd name="connsiteY1" fmla="*/ 95391 h 201889"/>
                <a:gd name="connsiteX2" fmla="*/ 29065 w 56722"/>
                <a:gd name="connsiteY2" fmla="*/ 149803 h 201889"/>
                <a:gd name="connsiteX3" fmla="*/ 1484 w 56722"/>
                <a:gd name="connsiteY3" fmla="*/ 201548 h 201889"/>
                <a:gd name="connsiteX4" fmla="*/ 151 w 56722"/>
                <a:gd name="connsiteY4" fmla="*/ 200549 h 201889"/>
                <a:gd name="connsiteX5" fmla="*/ 21565 w 56722"/>
                <a:gd name="connsiteY5" fmla="*/ 146970 h 201889"/>
                <a:gd name="connsiteX6" fmla="*/ 37814 w 56722"/>
                <a:gd name="connsiteY6" fmla="*/ 98891 h 201889"/>
                <a:gd name="connsiteX7" fmla="*/ 45897 w 56722"/>
                <a:gd name="connsiteY7" fmla="*/ 52062 h 201889"/>
                <a:gd name="connsiteX8" fmla="*/ 46813 w 56722"/>
                <a:gd name="connsiteY8" fmla="*/ 1983 h 201889"/>
                <a:gd name="connsiteX9" fmla="*/ 50396 w 56722"/>
                <a:gd name="connsiteY9" fmla="*/ 1150 h 201889"/>
                <a:gd name="connsiteX10" fmla="*/ 50396 w 56722"/>
                <a:gd name="connsiteY10" fmla="*/ 1150 h 201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6722" h="201889">
                  <a:moveTo>
                    <a:pt x="50396" y="1150"/>
                  </a:moveTo>
                  <a:cubicBezTo>
                    <a:pt x="59978" y="29481"/>
                    <a:pt x="57979" y="67227"/>
                    <a:pt x="49063" y="95391"/>
                  </a:cubicBezTo>
                  <a:cubicBezTo>
                    <a:pt x="43230" y="113723"/>
                    <a:pt x="35981" y="131805"/>
                    <a:pt x="29065" y="149803"/>
                  </a:cubicBezTo>
                  <a:cubicBezTo>
                    <a:pt x="21649" y="169051"/>
                    <a:pt x="15233" y="185883"/>
                    <a:pt x="1484" y="201548"/>
                  </a:cubicBezTo>
                  <a:cubicBezTo>
                    <a:pt x="817" y="202382"/>
                    <a:pt x="-433" y="201548"/>
                    <a:pt x="151" y="200549"/>
                  </a:cubicBezTo>
                  <a:cubicBezTo>
                    <a:pt x="9733" y="183717"/>
                    <a:pt x="15149" y="165218"/>
                    <a:pt x="21565" y="146970"/>
                  </a:cubicBezTo>
                  <a:cubicBezTo>
                    <a:pt x="27149" y="131138"/>
                    <a:pt x="33148" y="115140"/>
                    <a:pt x="37814" y="98891"/>
                  </a:cubicBezTo>
                  <a:cubicBezTo>
                    <a:pt x="42313" y="83309"/>
                    <a:pt x="43564" y="67977"/>
                    <a:pt x="45897" y="52062"/>
                  </a:cubicBezTo>
                  <a:cubicBezTo>
                    <a:pt x="48313" y="35230"/>
                    <a:pt x="48813" y="18982"/>
                    <a:pt x="46813" y="1983"/>
                  </a:cubicBezTo>
                  <a:cubicBezTo>
                    <a:pt x="46480" y="233"/>
                    <a:pt x="49646" y="-1017"/>
                    <a:pt x="50396" y="1150"/>
                  </a:cubicBezTo>
                  <a:lnTo>
                    <a:pt x="50396" y="1150"/>
                  </a:lnTo>
                  <a:close/>
                </a:path>
              </a:pathLst>
            </a:custGeom>
            <a:grpFill/>
            <a:ln w="8332" cap="flat">
              <a:noFill/>
              <a:prstDash val="solid"/>
              <a:miter/>
            </a:ln>
          </p:spPr>
          <p:txBody>
            <a:bodyPr rtlCol="0" anchor="ctr"/>
            <a:lstStyle/>
            <a:p>
              <a:endParaRPr lang="en-US"/>
            </a:p>
          </p:txBody>
        </p:sp>
        <p:sp>
          <p:nvSpPr>
            <p:cNvPr id="1864" name="Freeform: Shape 1863"/>
            <p:cNvSpPr/>
            <p:nvPr/>
          </p:nvSpPr>
          <p:spPr>
            <a:xfrm>
              <a:off x="9252877" y="205965"/>
              <a:ext cx="128419" cy="101566"/>
            </a:xfrm>
            <a:custGeom>
              <a:avLst/>
              <a:gdLst>
                <a:gd name="connsiteX0" fmla="*/ 126799 w 128419"/>
                <a:gd name="connsiteY0" fmla="*/ 5276 h 101566"/>
                <a:gd name="connsiteX1" fmla="*/ 93385 w 128419"/>
                <a:gd name="connsiteY1" fmla="*/ 21941 h 101566"/>
                <a:gd name="connsiteX2" fmla="*/ 56222 w 128419"/>
                <a:gd name="connsiteY2" fmla="*/ 45856 h 101566"/>
                <a:gd name="connsiteX3" fmla="*/ 811 w 128419"/>
                <a:gd name="connsiteY3" fmla="*/ 101434 h 101566"/>
                <a:gd name="connsiteX4" fmla="*/ 60 w 128419"/>
                <a:gd name="connsiteY4" fmla="*/ 100768 h 101566"/>
                <a:gd name="connsiteX5" fmla="*/ 124466 w 128419"/>
                <a:gd name="connsiteY5" fmla="*/ 193 h 101566"/>
                <a:gd name="connsiteX6" fmla="*/ 126799 w 128419"/>
                <a:gd name="connsiteY6" fmla="*/ 5276 h 101566"/>
                <a:gd name="connsiteX7" fmla="*/ 126799 w 128419"/>
                <a:gd name="connsiteY7" fmla="*/ 5276 h 101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8419" h="101566">
                  <a:moveTo>
                    <a:pt x="126799" y="5276"/>
                  </a:moveTo>
                  <a:cubicBezTo>
                    <a:pt x="115966" y="11526"/>
                    <a:pt x="104467" y="16109"/>
                    <a:pt x="93385" y="21941"/>
                  </a:cubicBezTo>
                  <a:cubicBezTo>
                    <a:pt x="80303" y="28774"/>
                    <a:pt x="68388" y="37607"/>
                    <a:pt x="56222" y="45856"/>
                  </a:cubicBezTo>
                  <a:cubicBezTo>
                    <a:pt x="34807" y="60521"/>
                    <a:pt x="18559" y="82603"/>
                    <a:pt x="811" y="101434"/>
                  </a:cubicBezTo>
                  <a:cubicBezTo>
                    <a:pt x="394" y="101851"/>
                    <a:pt x="-189" y="101184"/>
                    <a:pt x="60" y="100768"/>
                  </a:cubicBezTo>
                  <a:cubicBezTo>
                    <a:pt x="27224" y="51022"/>
                    <a:pt x="70137" y="16775"/>
                    <a:pt x="124466" y="193"/>
                  </a:cubicBezTo>
                  <a:cubicBezTo>
                    <a:pt x="127966" y="-973"/>
                    <a:pt x="130049" y="3443"/>
                    <a:pt x="126799" y="5276"/>
                  </a:cubicBezTo>
                  <a:lnTo>
                    <a:pt x="126799" y="5276"/>
                  </a:lnTo>
                  <a:close/>
                </a:path>
              </a:pathLst>
            </a:custGeom>
            <a:grpFill/>
            <a:ln w="8332" cap="flat">
              <a:noFill/>
              <a:prstDash val="solid"/>
              <a:miter/>
            </a:ln>
          </p:spPr>
          <p:txBody>
            <a:bodyPr rtlCol="0" anchor="ctr"/>
            <a:lstStyle/>
            <a:p>
              <a:endParaRPr lang="en-US"/>
            </a:p>
          </p:txBody>
        </p:sp>
        <p:sp>
          <p:nvSpPr>
            <p:cNvPr id="1865" name="Freeform: Shape 1864"/>
            <p:cNvSpPr/>
            <p:nvPr/>
          </p:nvSpPr>
          <p:spPr>
            <a:xfrm>
              <a:off x="9227689" y="102885"/>
              <a:ext cx="100570" cy="76461"/>
            </a:xfrm>
            <a:custGeom>
              <a:avLst/>
              <a:gdLst>
                <a:gd name="connsiteX0" fmla="*/ 98658 w 100570"/>
                <a:gd name="connsiteY0" fmla="*/ 6365 h 76461"/>
                <a:gd name="connsiteX1" fmla="*/ 43996 w 100570"/>
                <a:gd name="connsiteY1" fmla="*/ 35946 h 76461"/>
                <a:gd name="connsiteX2" fmla="*/ 1251 w 100570"/>
                <a:gd name="connsiteY2" fmla="*/ 76276 h 76461"/>
                <a:gd name="connsiteX3" fmla="*/ 168 w 100570"/>
                <a:gd name="connsiteY3" fmla="*/ 75276 h 76461"/>
                <a:gd name="connsiteX4" fmla="*/ 96825 w 100570"/>
                <a:gd name="connsiteY4" fmla="*/ 116 h 76461"/>
                <a:gd name="connsiteX5" fmla="*/ 98658 w 100570"/>
                <a:gd name="connsiteY5" fmla="*/ 6365 h 76461"/>
                <a:gd name="connsiteX6" fmla="*/ 98658 w 100570"/>
                <a:gd name="connsiteY6" fmla="*/ 6365 h 76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570" h="76461">
                  <a:moveTo>
                    <a:pt x="98658" y="6365"/>
                  </a:moveTo>
                  <a:cubicBezTo>
                    <a:pt x="79410" y="15281"/>
                    <a:pt x="60995" y="23031"/>
                    <a:pt x="43996" y="35946"/>
                  </a:cubicBezTo>
                  <a:cubicBezTo>
                    <a:pt x="28082" y="48028"/>
                    <a:pt x="15332" y="62194"/>
                    <a:pt x="1251" y="76276"/>
                  </a:cubicBezTo>
                  <a:cubicBezTo>
                    <a:pt x="667" y="76859"/>
                    <a:pt x="-416" y="75943"/>
                    <a:pt x="168" y="75276"/>
                  </a:cubicBezTo>
                  <a:cubicBezTo>
                    <a:pt x="28082" y="42945"/>
                    <a:pt x="53079" y="11032"/>
                    <a:pt x="96825" y="116"/>
                  </a:cubicBezTo>
                  <a:cubicBezTo>
                    <a:pt x="100575" y="-884"/>
                    <a:pt x="102075" y="4866"/>
                    <a:pt x="98658" y="6365"/>
                  </a:cubicBezTo>
                  <a:lnTo>
                    <a:pt x="98658" y="6365"/>
                  </a:lnTo>
                  <a:close/>
                </a:path>
              </a:pathLst>
            </a:custGeom>
            <a:grpFill/>
            <a:ln w="8332" cap="flat">
              <a:noFill/>
              <a:prstDash val="solid"/>
              <a:miter/>
            </a:ln>
          </p:spPr>
          <p:txBody>
            <a:bodyPr rtlCol="0" anchor="ctr"/>
            <a:lstStyle/>
            <a:p>
              <a:endParaRPr lang="en-US"/>
            </a:p>
          </p:txBody>
        </p:sp>
        <p:sp>
          <p:nvSpPr>
            <p:cNvPr id="1866" name="Freeform: Shape 1865"/>
            <p:cNvSpPr/>
            <p:nvPr/>
          </p:nvSpPr>
          <p:spPr>
            <a:xfrm>
              <a:off x="9598916" y="225286"/>
              <a:ext cx="59413" cy="184613"/>
            </a:xfrm>
            <a:custGeom>
              <a:avLst/>
              <a:gdLst>
                <a:gd name="connsiteX0" fmla="*/ 57402 w 59413"/>
                <a:gd name="connsiteY0" fmla="*/ 90362 h 184613"/>
                <a:gd name="connsiteX1" fmla="*/ 41237 w 59413"/>
                <a:gd name="connsiteY1" fmla="*/ 184354 h 184613"/>
                <a:gd name="connsiteX2" fmla="*/ 40237 w 59413"/>
                <a:gd name="connsiteY2" fmla="*/ 183854 h 184613"/>
                <a:gd name="connsiteX3" fmla="*/ 47736 w 59413"/>
                <a:gd name="connsiteY3" fmla="*/ 87029 h 184613"/>
                <a:gd name="connsiteX4" fmla="*/ 490 w 59413"/>
                <a:gd name="connsiteY4" fmla="*/ 4203 h 184613"/>
                <a:gd name="connsiteX5" fmla="*/ 5823 w 59413"/>
                <a:gd name="connsiteY5" fmla="*/ 870 h 184613"/>
                <a:gd name="connsiteX6" fmla="*/ 57402 w 59413"/>
                <a:gd name="connsiteY6" fmla="*/ 90362 h 184613"/>
                <a:gd name="connsiteX7" fmla="*/ 57402 w 59413"/>
                <a:gd name="connsiteY7" fmla="*/ 90362 h 184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413" h="184613">
                  <a:moveTo>
                    <a:pt x="57402" y="90362"/>
                  </a:moveTo>
                  <a:cubicBezTo>
                    <a:pt x="62152" y="120776"/>
                    <a:pt x="59152" y="158356"/>
                    <a:pt x="41237" y="184354"/>
                  </a:cubicBezTo>
                  <a:cubicBezTo>
                    <a:pt x="40903" y="184937"/>
                    <a:pt x="39987" y="184437"/>
                    <a:pt x="40237" y="183854"/>
                  </a:cubicBezTo>
                  <a:cubicBezTo>
                    <a:pt x="51569" y="154106"/>
                    <a:pt x="54652" y="118026"/>
                    <a:pt x="47736" y="87029"/>
                  </a:cubicBezTo>
                  <a:cubicBezTo>
                    <a:pt x="40404" y="54282"/>
                    <a:pt x="17489" y="31867"/>
                    <a:pt x="490" y="4203"/>
                  </a:cubicBezTo>
                  <a:cubicBezTo>
                    <a:pt x="-1593" y="870"/>
                    <a:pt x="3490" y="-1296"/>
                    <a:pt x="5823" y="870"/>
                  </a:cubicBezTo>
                  <a:cubicBezTo>
                    <a:pt x="30988" y="24451"/>
                    <a:pt x="51985" y="55949"/>
                    <a:pt x="57402" y="90362"/>
                  </a:cubicBezTo>
                  <a:lnTo>
                    <a:pt x="57402" y="90362"/>
                  </a:lnTo>
                  <a:close/>
                </a:path>
              </a:pathLst>
            </a:custGeom>
            <a:grpFill/>
            <a:ln w="8332" cap="flat">
              <a:noFill/>
              <a:prstDash val="solid"/>
              <a:miter/>
            </a:ln>
          </p:spPr>
          <p:txBody>
            <a:bodyPr rtlCol="0" anchor="ctr"/>
            <a:lstStyle/>
            <a:p>
              <a:endParaRPr lang="en-US"/>
            </a:p>
          </p:txBody>
        </p:sp>
        <p:sp>
          <p:nvSpPr>
            <p:cNvPr id="1867" name="Freeform: Shape 1866"/>
            <p:cNvSpPr/>
            <p:nvPr/>
          </p:nvSpPr>
          <p:spPr>
            <a:xfrm>
              <a:off x="9615010" y="130552"/>
              <a:ext cx="125134" cy="104471"/>
            </a:xfrm>
            <a:custGeom>
              <a:avLst/>
              <a:gdLst>
                <a:gd name="connsiteX0" fmla="*/ 125134 w 125134"/>
                <a:gd name="connsiteY0" fmla="*/ 104354 h 104471"/>
                <a:gd name="connsiteX1" fmla="*/ 124967 w 125134"/>
                <a:gd name="connsiteY1" fmla="*/ 104437 h 104471"/>
                <a:gd name="connsiteX2" fmla="*/ 74388 w 125134"/>
                <a:gd name="connsiteY2" fmla="*/ 37776 h 104471"/>
                <a:gd name="connsiteX3" fmla="*/ 2229 w 125134"/>
                <a:gd name="connsiteY3" fmla="*/ 6529 h 104471"/>
                <a:gd name="connsiteX4" fmla="*/ 4561 w 125134"/>
                <a:gd name="connsiteY4" fmla="*/ 113 h 104471"/>
                <a:gd name="connsiteX5" fmla="*/ 82471 w 125134"/>
                <a:gd name="connsiteY5" fmla="*/ 35110 h 104471"/>
                <a:gd name="connsiteX6" fmla="*/ 125134 w 125134"/>
                <a:gd name="connsiteY6" fmla="*/ 104354 h 104471"/>
                <a:gd name="connsiteX7" fmla="*/ 125134 w 125134"/>
                <a:gd name="connsiteY7" fmla="*/ 104354 h 104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5134" h="104471">
                  <a:moveTo>
                    <a:pt x="125134" y="104354"/>
                  </a:moveTo>
                  <a:cubicBezTo>
                    <a:pt x="125134" y="104437"/>
                    <a:pt x="125051" y="104520"/>
                    <a:pt x="124967" y="104437"/>
                  </a:cubicBezTo>
                  <a:cubicBezTo>
                    <a:pt x="112968" y="77939"/>
                    <a:pt x="99137" y="54275"/>
                    <a:pt x="74388" y="37776"/>
                  </a:cubicBezTo>
                  <a:cubicBezTo>
                    <a:pt x="52308" y="22944"/>
                    <a:pt x="27143" y="15112"/>
                    <a:pt x="2229" y="6529"/>
                  </a:cubicBezTo>
                  <a:cubicBezTo>
                    <a:pt x="-2021" y="5029"/>
                    <a:pt x="395" y="-887"/>
                    <a:pt x="4561" y="113"/>
                  </a:cubicBezTo>
                  <a:cubicBezTo>
                    <a:pt x="32142" y="6696"/>
                    <a:pt x="59973" y="17528"/>
                    <a:pt x="82471" y="35110"/>
                  </a:cubicBezTo>
                  <a:cubicBezTo>
                    <a:pt x="105386" y="52942"/>
                    <a:pt x="116051" y="77439"/>
                    <a:pt x="125134" y="104354"/>
                  </a:cubicBezTo>
                  <a:lnTo>
                    <a:pt x="125134" y="104354"/>
                  </a:lnTo>
                  <a:close/>
                </a:path>
              </a:pathLst>
            </a:custGeom>
            <a:grpFill/>
            <a:ln w="8332" cap="flat">
              <a:noFill/>
              <a:prstDash val="solid"/>
              <a:miter/>
            </a:ln>
          </p:spPr>
          <p:txBody>
            <a:bodyPr rtlCol="0" anchor="ctr"/>
            <a:lstStyle/>
            <a:p>
              <a:endParaRPr lang="en-US"/>
            </a:p>
          </p:txBody>
        </p:sp>
        <p:sp>
          <p:nvSpPr>
            <p:cNvPr id="1868" name="Freeform: Shape 1867"/>
            <p:cNvSpPr/>
            <p:nvPr/>
          </p:nvSpPr>
          <p:spPr>
            <a:xfrm>
              <a:off x="9623825" y="38070"/>
              <a:ext cx="82809" cy="39099"/>
            </a:xfrm>
            <a:custGeom>
              <a:avLst/>
              <a:gdLst>
                <a:gd name="connsiteX0" fmla="*/ 80404 w 82809"/>
                <a:gd name="connsiteY0" fmla="*/ 38767 h 39099"/>
                <a:gd name="connsiteX1" fmla="*/ 2662 w 82809"/>
                <a:gd name="connsiteY1" fmla="*/ 6187 h 39099"/>
                <a:gd name="connsiteX2" fmla="*/ 3245 w 82809"/>
                <a:gd name="connsiteY2" fmla="*/ 20 h 39099"/>
                <a:gd name="connsiteX3" fmla="*/ 82237 w 82809"/>
                <a:gd name="connsiteY3" fmla="*/ 36101 h 39099"/>
                <a:gd name="connsiteX4" fmla="*/ 80404 w 82809"/>
                <a:gd name="connsiteY4" fmla="*/ 38767 h 39099"/>
                <a:gd name="connsiteX5" fmla="*/ 80404 w 82809"/>
                <a:gd name="connsiteY5" fmla="*/ 38767 h 39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809" h="39099">
                  <a:moveTo>
                    <a:pt x="80404" y="38767"/>
                  </a:moveTo>
                  <a:cubicBezTo>
                    <a:pt x="55991" y="19852"/>
                    <a:pt x="33575" y="9853"/>
                    <a:pt x="2662" y="6187"/>
                  </a:cubicBezTo>
                  <a:cubicBezTo>
                    <a:pt x="-1254" y="5687"/>
                    <a:pt x="-671" y="-396"/>
                    <a:pt x="3245" y="20"/>
                  </a:cubicBezTo>
                  <a:cubicBezTo>
                    <a:pt x="35076" y="3770"/>
                    <a:pt x="57907" y="15519"/>
                    <a:pt x="82237" y="36101"/>
                  </a:cubicBezTo>
                  <a:cubicBezTo>
                    <a:pt x="83738" y="37434"/>
                    <a:pt x="81988" y="40017"/>
                    <a:pt x="80404" y="38767"/>
                  </a:cubicBezTo>
                  <a:lnTo>
                    <a:pt x="80404" y="38767"/>
                  </a:lnTo>
                  <a:close/>
                </a:path>
              </a:pathLst>
            </a:custGeom>
            <a:grpFill/>
            <a:ln w="8332" cap="flat">
              <a:noFill/>
              <a:prstDash val="solid"/>
              <a:miter/>
            </a:ln>
          </p:spPr>
          <p:txBody>
            <a:bodyPr rtlCol="0" anchor="ctr"/>
            <a:lstStyle/>
            <a:p>
              <a:endParaRPr lang="en-US"/>
            </a:p>
          </p:txBody>
        </p:sp>
        <p:sp>
          <p:nvSpPr>
            <p:cNvPr id="1869" name="Freeform: Shape 1868"/>
            <p:cNvSpPr/>
            <p:nvPr/>
          </p:nvSpPr>
          <p:spPr>
            <a:xfrm>
              <a:off x="10872090" y="449120"/>
              <a:ext cx="440325" cy="566532"/>
            </a:xfrm>
            <a:custGeom>
              <a:avLst/>
              <a:gdLst>
                <a:gd name="connsiteX0" fmla="*/ 422330 w 440325"/>
                <a:gd name="connsiteY0" fmla="*/ 375649 h 566532"/>
                <a:gd name="connsiteX1" fmla="*/ 423247 w 440325"/>
                <a:gd name="connsiteY1" fmla="*/ 374983 h 566532"/>
                <a:gd name="connsiteX2" fmla="*/ 422413 w 440325"/>
                <a:gd name="connsiteY2" fmla="*/ 271659 h 566532"/>
                <a:gd name="connsiteX3" fmla="*/ 383668 w 440325"/>
                <a:gd name="connsiteY3" fmla="*/ 227163 h 566532"/>
                <a:gd name="connsiteX4" fmla="*/ 317256 w 440325"/>
                <a:gd name="connsiteY4" fmla="*/ 194915 h 566532"/>
                <a:gd name="connsiteX5" fmla="*/ 212933 w 440325"/>
                <a:gd name="connsiteY5" fmla="*/ 81842 h 566532"/>
                <a:gd name="connsiteX6" fmla="*/ 155355 w 440325"/>
                <a:gd name="connsiteY6" fmla="*/ 433 h 566532"/>
                <a:gd name="connsiteX7" fmla="*/ 107025 w 440325"/>
                <a:gd name="connsiteY7" fmla="*/ 28431 h 566532"/>
                <a:gd name="connsiteX8" fmla="*/ 123024 w 440325"/>
                <a:gd name="connsiteY8" fmla="*/ 67010 h 566532"/>
                <a:gd name="connsiteX9" fmla="*/ 140356 w 440325"/>
                <a:gd name="connsiteY9" fmla="*/ 181917 h 566532"/>
                <a:gd name="connsiteX10" fmla="*/ 47864 w 440325"/>
                <a:gd name="connsiteY10" fmla="*/ 276158 h 566532"/>
                <a:gd name="connsiteX11" fmla="*/ 43032 w 440325"/>
                <a:gd name="connsiteY11" fmla="*/ 478140 h 566532"/>
                <a:gd name="connsiteX12" fmla="*/ 45115 w 440325"/>
                <a:gd name="connsiteY12" fmla="*/ 479057 h 566532"/>
                <a:gd name="connsiteX13" fmla="*/ 48114 w 440325"/>
                <a:gd name="connsiteY13" fmla="*/ 493305 h 566532"/>
                <a:gd name="connsiteX14" fmla="*/ 196350 w 440325"/>
                <a:gd name="connsiteY14" fmla="*/ 551217 h 566532"/>
                <a:gd name="connsiteX15" fmla="*/ 199850 w 440325"/>
                <a:gd name="connsiteY15" fmla="*/ 545134 h 566532"/>
                <a:gd name="connsiteX16" fmla="*/ 264261 w 440325"/>
                <a:gd name="connsiteY16" fmla="*/ 566215 h 566532"/>
                <a:gd name="connsiteX17" fmla="*/ 341838 w 440325"/>
                <a:gd name="connsiteY17" fmla="*/ 519719 h 566532"/>
                <a:gd name="connsiteX18" fmla="*/ 349420 w 440325"/>
                <a:gd name="connsiteY18" fmla="*/ 501471 h 566532"/>
                <a:gd name="connsiteX19" fmla="*/ 350170 w 440325"/>
                <a:gd name="connsiteY19" fmla="*/ 501471 h 566532"/>
                <a:gd name="connsiteX20" fmla="*/ 411665 w 440325"/>
                <a:gd name="connsiteY20" fmla="*/ 463308 h 566532"/>
                <a:gd name="connsiteX21" fmla="*/ 424747 w 440325"/>
                <a:gd name="connsiteY21" fmla="*/ 385065 h 566532"/>
                <a:gd name="connsiteX22" fmla="*/ 422330 w 440325"/>
                <a:gd name="connsiteY22" fmla="*/ 375649 h 566532"/>
                <a:gd name="connsiteX23" fmla="*/ 422330 w 440325"/>
                <a:gd name="connsiteY23" fmla="*/ 375649 h 566532"/>
                <a:gd name="connsiteX24" fmla="*/ 119025 w 440325"/>
                <a:gd name="connsiteY24" fmla="*/ 38596 h 566532"/>
                <a:gd name="connsiteX25" fmla="*/ 149521 w 440325"/>
                <a:gd name="connsiteY25" fmla="*/ 15265 h 566532"/>
                <a:gd name="connsiteX26" fmla="*/ 188184 w 440325"/>
                <a:gd name="connsiteY26" fmla="*/ 34430 h 566532"/>
                <a:gd name="connsiteX27" fmla="*/ 195934 w 440325"/>
                <a:gd name="connsiteY27" fmla="*/ 62011 h 566532"/>
                <a:gd name="connsiteX28" fmla="*/ 208517 w 440325"/>
                <a:gd name="connsiteY28" fmla="*/ 98757 h 566532"/>
                <a:gd name="connsiteX29" fmla="*/ 178102 w 440325"/>
                <a:gd name="connsiteY29" fmla="*/ 75676 h 566532"/>
                <a:gd name="connsiteX30" fmla="*/ 153021 w 440325"/>
                <a:gd name="connsiteY30" fmla="*/ 50762 h 566532"/>
                <a:gd name="connsiteX31" fmla="*/ 138439 w 440325"/>
                <a:gd name="connsiteY31" fmla="*/ 23598 h 566532"/>
                <a:gd name="connsiteX32" fmla="*/ 136606 w 440325"/>
                <a:gd name="connsiteY32" fmla="*/ 23848 h 566532"/>
                <a:gd name="connsiteX33" fmla="*/ 161020 w 440325"/>
                <a:gd name="connsiteY33" fmla="*/ 71427 h 566532"/>
                <a:gd name="connsiteX34" fmla="*/ 208517 w 440325"/>
                <a:gd name="connsiteY34" fmla="*/ 113506 h 566532"/>
                <a:gd name="connsiteX35" fmla="*/ 186435 w 440325"/>
                <a:gd name="connsiteY35" fmla="*/ 96008 h 566532"/>
                <a:gd name="connsiteX36" fmla="*/ 154355 w 440325"/>
                <a:gd name="connsiteY36" fmla="*/ 75176 h 566532"/>
                <a:gd name="connsiteX37" fmla="*/ 127441 w 440325"/>
                <a:gd name="connsiteY37" fmla="*/ 55428 h 566532"/>
                <a:gd name="connsiteX38" fmla="*/ 119025 w 440325"/>
                <a:gd name="connsiteY38" fmla="*/ 38596 h 566532"/>
                <a:gd name="connsiteX39" fmla="*/ 119025 w 440325"/>
                <a:gd name="connsiteY39" fmla="*/ 38596 h 566532"/>
                <a:gd name="connsiteX40" fmla="*/ 315840 w 440325"/>
                <a:gd name="connsiteY40" fmla="*/ 275741 h 566532"/>
                <a:gd name="connsiteX41" fmla="*/ 406748 w 440325"/>
                <a:gd name="connsiteY41" fmla="*/ 369400 h 566532"/>
                <a:gd name="connsiteX42" fmla="*/ 408915 w 440325"/>
                <a:gd name="connsiteY42" fmla="*/ 437394 h 566532"/>
                <a:gd name="connsiteX43" fmla="*/ 353253 w 440325"/>
                <a:gd name="connsiteY43" fmla="*/ 486723 h 566532"/>
                <a:gd name="connsiteX44" fmla="*/ 352920 w 440325"/>
                <a:gd name="connsiteY44" fmla="*/ 413979 h 566532"/>
                <a:gd name="connsiteX45" fmla="*/ 347670 w 440325"/>
                <a:gd name="connsiteY45" fmla="*/ 414729 h 566532"/>
                <a:gd name="connsiteX46" fmla="*/ 331172 w 440325"/>
                <a:gd name="connsiteY46" fmla="*/ 507471 h 566532"/>
                <a:gd name="connsiteX47" fmla="*/ 264511 w 440325"/>
                <a:gd name="connsiteY47" fmla="*/ 550633 h 566532"/>
                <a:gd name="connsiteX48" fmla="*/ 221099 w 440325"/>
                <a:gd name="connsiteY48" fmla="*/ 543051 h 566532"/>
                <a:gd name="connsiteX49" fmla="*/ 197684 w 440325"/>
                <a:gd name="connsiteY49" fmla="*/ 501055 h 566532"/>
                <a:gd name="connsiteX50" fmla="*/ 201100 w 440325"/>
                <a:gd name="connsiteY50" fmla="*/ 411896 h 566532"/>
                <a:gd name="connsiteX51" fmla="*/ 199767 w 440325"/>
                <a:gd name="connsiteY51" fmla="*/ 411729 h 566532"/>
                <a:gd name="connsiteX52" fmla="*/ 187935 w 440325"/>
                <a:gd name="connsiteY52" fmla="*/ 524886 h 566532"/>
                <a:gd name="connsiteX53" fmla="*/ 194101 w 440325"/>
                <a:gd name="connsiteY53" fmla="*/ 537135 h 566532"/>
                <a:gd name="connsiteX54" fmla="*/ 189018 w 440325"/>
                <a:gd name="connsiteY54" fmla="*/ 538051 h 566532"/>
                <a:gd name="connsiteX55" fmla="*/ 104192 w 440325"/>
                <a:gd name="connsiteY55" fmla="*/ 537551 h 566532"/>
                <a:gd name="connsiteX56" fmla="*/ 59863 w 440325"/>
                <a:gd name="connsiteY56" fmla="*/ 467641 h 566532"/>
                <a:gd name="connsiteX57" fmla="*/ 69779 w 440325"/>
                <a:gd name="connsiteY57" fmla="*/ 400980 h 566532"/>
                <a:gd name="connsiteX58" fmla="*/ 105775 w 440325"/>
                <a:gd name="connsiteY58" fmla="*/ 323487 h 566532"/>
                <a:gd name="connsiteX59" fmla="*/ 103692 w 440325"/>
                <a:gd name="connsiteY59" fmla="*/ 321904 h 566532"/>
                <a:gd name="connsiteX60" fmla="*/ 55946 w 440325"/>
                <a:gd name="connsiteY60" fmla="*/ 407230 h 566532"/>
                <a:gd name="connsiteX61" fmla="*/ 44531 w 440325"/>
                <a:gd name="connsiteY61" fmla="*/ 461475 h 566532"/>
                <a:gd name="connsiteX62" fmla="*/ 20616 w 440325"/>
                <a:gd name="connsiteY62" fmla="*/ 345735 h 566532"/>
                <a:gd name="connsiteX63" fmla="*/ 58863 w 440325"/>
                <a:gd name="connsiteY63" fmla="*/ 289824 h 566532"/>
                <a:gd name="connsiteX64" fmla="*/ 111275 w 440325"/>
                <a:gd name="connsiteY64" fmla="*/ 253077 h 566532"/>
                <a:gd name="connsiteX65" fmla="*/ 159020 w 440325"/>
                <a:gd name="connsiteY65" fmla="*/ 162002 h 566532"/>
                <a:gd name="connsiteX66" fmla="*/ 142522 w 440325"/>
                <a:gd name="connsiteY66" fmla="*/ 92925 h 566532"/>
                <a:gd name="connsiteX67" fmla="*/ 173519 w 440325"/>
                <a:gd name="connsiteY67" fmla="*/ 126922 h 566532"/>
                <a:gd name="connsiteX68" fmla="*/ 174853 w 440325"/>
                <a:gd name="connsiteY68" fmla="*/ 181667 h 566532"/>
                <a:gd name="connsiteX69" fmla="*/ 148272 w 440325"/>
                <a:gd name="connsiteY69" fmla="*/ 235662 h 566532"/>
                <a:gd name="connsiteX70" fmla="*/ 137690 w 440325"/>
                <a:gd name="connsiteY70" fmla="*/ 283324 h 566532"/>
                <a:gd name="connsiteX71" fmla="*/ 141689 w 440325"/>
                <a:gd name="connsiteY71" fmla="*/ 283324 h 566532"/>
                <a:gd name="connsiteX72" fmla="*/ 149938 w 440325"/>
                <a:gd name="connsiteY72" fmla="*/ 242911 h 566532"/>
                <a:gd name="connsiteX73" fmla="*/ 168104 w 440325"/>
                <a:gd name="connsiteY73" fmla="*/ 213830 h 566532"/>
                <a:gd name="connsiteX74" fmla="*/ 190434 w 440325"/>
                <a:gd name="connsiteY74" fmla="*/ 162502 h 566532"/>
                <a:gd name="connsiteX75" fmla="*/ 140105 w 440325"/>
                <a:gd name="connsiteY75" fmla="*/ 86759 h 566532"/>
                <a:gd name="connsiteX76" fmla="*/ 132523 w 440325"/>
                <a:gd name="connsiteY76" fmla="*/ 68510 h 566532"/>
                <a:gd name="connsiteX77" fmla="*/ 145271 w 440325"/>
                <a:gd name="connsiteY77" fmla="*/ 79426 h 566532"/>
                <a:gd name="connsiteX78" fmla="*/ 181019 w 440325"/>
                <a:gd name="connsiteY78" fmla="*/ 105257 h 566532"/>
                <a:gd name="connsiteX79" fmla="*/ 215099 w 440325"/>
                <a:gd name="connsiteY79" fmla="*/ 133088 h 566532"/>
                <a:gd name="connsiteX80" fmla="*/ 248263 w 440325"/>
                <a:gd name="connsiteY80" fmla="*/ 167335 h 566532"/>
                <a:gd name="connsiteX81" fmla="*/ 252929 w 440325"/>
                <a:gd name="connsiteY81" fmla="*/ 167501 h 566532"/>
                <a:gd name="connsiteX82" fmla="*/ 261178 w 440325"/>
                <a:gd name="connsiteY82" fmla="*/ 175417 h 566532"/>
                <a:gd name="connsiteX83" fmla="*/ 318339 w 440325"/>
                <a:gd name="connsiteY83" fmla="*/ 210414 h 566532"/>
                <a:gd name="connsiteX84" fmla="*/ 380834 w 440325"/>
                <a:gd name="connsiteY84" fmla="*/ 243494 h 566532"/>
                <a:gd name="connsiteX85" fmla="*/ 421997 w 440325"/>
                <a:gd name="connsiteY85" fmla="*/ 298490 h 566532"/>
                <a:gd name="connsiteX86" fmla="*/ 417331 w 440325"/>
                <a:gd name="connsiteY86" fmla="*/ 361817 h 566532"/>
                <a:gd name="connsiteX87" fmla="*/ 316340 w 440325"/>
                <a:gd name="connsiteY87" fmla="*/ 275408 h 566532"/>
                <a:gd name="connsiteX88" fmla="*/ 315840 w 440325"/>
                <a:gd name="connsiteY88" fmla="*/ 275741 h 566532"/>
                <a:gd name="connsiteX89" fmla="*/ 315840 w 440325"/>
                <a:gd name="connsiteY89" fmla="*/ 275741 h 56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440325" h="566532">
                  <a:moveTo>
                    <a:pt x="422330" y="375649"/>
                  </a:moveTo>
                  <a:cubicBezTo>
                    <a:pt x="422663" y="375399"/>
                    <a:pt x="422997" y="375233"/>
                    <a:pt x="423247" y="374983"/>
                  </a:cubicBezTo>
                  <a:cubicBezTo>
                    <a:pt x="451577" y="349485"/>
                    <a:pt x="439913" y="299906"/>
                    <a:pt x="422413" y="271659"/>
                  </a:cubicBezTo>
                  <a:cubicBezTo>
                    <a:pt x="412081" y="254910"/>
                    <a:pt x="399415" y="239161"/>
                    <a:pt x="383668" y="227163"/>
                  </a:cubicBezTo>
                  <a:cubicBezTo>
                    <a:pt x="364002" y="212247"/>
                    <a:pt x="339504" y="205165"/>
                    <a:pt x="317256" y="194915"/>
                  </a:cubicBezTo>
                  <a:cubicBezTo>
                    <a:pt x="266012" y="171418"/>
                    <a:pt x="231348" y="135254"/>
                    <a:pt x="212933" y="81842"/>
                  </a:cubicBezTo>
                  <a:cubicBezTo>
                    <a:pt x="202683" y="52262"/>
                    <a:pt x="199184" y="-5566"/>
                    <a:pt x="155355" y="433"/>
                  </a:cubicBezTo>
                  <a:cubicBezTo>
                    <a:pt x="139272" y="2599"/>
                    <a:pt x="113275" y="11432"/>
                    <a:pt x="107025" y="28431"/>
                  </a:cubicBezTo>
                  <a:cubicBezTo>
                    <a:pt x="102859" y="39929"/>
                    <a:pt x="112275" y="58761"/>
                    <a:pt x="123024" y="67010"/>
                  </a:cubicBezTo>
                  <a:cubicBezTo>
                    <a:pt x="131190" y="105424"/>
                    <a:pt x="149438" y="141087"/>
                    <a:pt x="140356" y="181917"/>
                  </a:cubicBezTo>
                  <a:cubicBezTo>
                    <a:pt x="130023" y="228412"/>
                    <a:pt x="81611" y="248161"/>
                    <a:pt x="47864" y="276158"/>
                  </a:cubicBezTo>
                  <a:cubicBezTo>
                    <a:pt x="-9214" y="323654"/>
                    <a:pt x="-20546" y="431727"/>
                    <a:pt x="43032" y="478140"/>
                  </a:cubicBezTo>
                  <a:cubicBezTo>
                    <a:pt x="43698" y="478640"/>
                    <a:pt x="44364" y="478890"/>
                    <a:pt x="45115" y="479057"/>
                  </a:cubicBezTo>
                  <a:cubicBezTo>
                    <a:pt x="45781" y="483889"/>
                    <a:pt x="46697" y="488639"/>
                    <a:pt x="48114" y="493305"/>
                  </a:cubicBezTo>
                  <a:cubicBezTo>
                    <a:pt x="64946" y="552133"/>
                    <a:pt x="143772" y="587213"/>
                    <a:pt x="196350" y="551217"/>
                  </a:cubicBezTo>
                  <a:cubicBezTo>
                    <a:pt x="198767" y="549550"/>
                    <a:pt x="199767" y="547300"/>
                    <a:pt x="199850" y="545134"/>
                  </a:cubicBezTo>
                  <a:cubicBezTo>
                    <a:pt x="215349" y="562049"/>
                    <a:pt x="239430" y="568048"/>
                    <a:pt x="264261" y="566215"/>
                  </a:cubicBezTo>
                  <a:cubicBezTo>
                    <a:pt x="294092" y="563966"/>
                    <a:pt x="327423" y="547050"/>
                    <a:pt x="341838" y="519719"/>
                  </a:cubicBezTo>
                  <a:cubicBezTo>
                    <a:pt x="344921" y="513887"/>
                    <a:pt x="347420" y="507721"/>
                    <a:pt x="349420" y="501471"/>
                  </a:cubicBezTo>
                  <a:cubicBezTo>
                    <a:pt x="349670" y="501471"/>
                    <a:pt x="349920" y="501471"/>
                    <a:pt x="350170" y="501471"/>
                  </a:cubicBezTo>
                  <a:cubicBezTo>
                    <a:pt x="373584" y="499971"/>
                    <a:pt x="397916" y="481556"/>
                    <a:pt x="411665" y="463308"/>
                  </a:cubicBezTo>
                  <a:cubicBezTo>
                    <a:pt x="428163" y="441477"/>
                    <a:pt x="430413" y="411146"/>
                    <a:pt x="424747" y="385065"/>
                  </a:cubicBezTo>
                  <a:cubicBezTo>
                    <a:pt x="424164" y="381815"/>
                    <a:pt x="423247" y="378732"/>
                    <a:pt x="422330" y="375649"/>
                  </a:cubicBezTo>
                  <a:lnTo>
                    <a:pt x="422330" y="375649"/>
                  </a:lnTo>
                  <a:close/>
                  <a:moveTo>
                    <a:pt x="119025" y="38596"/>
                  </a:moveTo>
                  <a:cubicBezTo>
                    <a:pt x="117775" y="25014"/>
                    <a:pt x="139856" y="17848"/>
                    <a:pt x="149521" y="15265"/>
                  </a:cubicBezTo>
                  <a:cubicBezTo>
                    <a:pt x="168520" y="10099"/>
                    <a:pt x="181102" y="16098"/>
                    <a:pt x="188184" y="34430"/>
                  </a:cubicBezTo>
                  <a:cubicBezTo>
                    <a:pt x="191601" y="43346"/>
                    <a:pt x="193434" y="52762"/>
                    <a:pt x="195934" y="62011"/>
                  </a:cubicBezTo>
                  <a:cubicBezTo>
                    <a:pt x="199433" y="74593"/>
                    <a:pt x="203600" y="86925"/>
                    <a:pt x="208517" y="98757"/>
                  </a:cubicBezTo>
                  <a:cubicBezTo>
                    <a:pt x="198433" y="91008"/>
                    <a:pt x="187935" y="83842"/>
                    <a:pt x="178102" y="75676"/>
                  </a:cubicBezTo>
                  <a:cubicBezTo>
                    <a:pt x="168770" y="67927"/>
                    <a:pt x="159854" y="60678"/>
                    <a:pt x="153021" y="50762"/>
                  </a:cubicBezTo>
                  <a:cubicBezTo>
                    <a:pt x="147105" y="42096"/>
                    <a:pt x="143439" y="32763"/>
                    <a:pt x="138439" y="23598"/>
                  </a:cubicBezTo>
                  <a:cubicBezTo>
                    <a:pt x="138022" y="22848"/>
                    <a:pt x="136857" y="23014"/>
                    <a:pt x="136606" y="23848"/>
                  </a:cubicBezTo>
                  <a:cubicBezTo>
                    <a:pt x="131856" y="40763"/>
                    <a:pt x="149771" y="61178"/>
                    <a:pt x="161020" y="71427"/>
                  </a:cubicBezTo>
                  <a:cubicBezTo>
                    <a:pt x="176602" y="85592"/>
                    <a:pt x="193601" y="98674"/>
                    <a:pt x="208517" y="113506"/>
                  </a:cubicBezTo>
                  <a:cubicBezTo>
                    <a:pt x="201267" y="107590"/>
                    <a:pt x="193601" y="102007"/>
                    <a:pt x="186435" y="96008"/>
                  </a:cubicBezTo>
                  <a:cubicBezTo>
                    <a:pt x="176269" y="87592"/>
                    <a:pt x="165520" y="81926"/>
                    <a:pt x="154355" y="75176"/>
                  </a:cubicBezTo>
                  <a:cubicBezTo>
                    <a:pt x="144772" y="69343"/>
                    <a:pt x="136356" y="62011"/>
                    <a:pt x="127441" y="55428"/>
                  </a:cubicBezTo>
                  <a:cubicBezTo>
                    <a:pt x="125107" y="49929"/>
                    <a:pt x="119524" y="44096"/>
                    <a:pt x="119025" y="38596"/>
                  </a:cubicBezTo>
                  <a:lnTo>
                    <a:pt x="119025" y="38596"/>
                  </a:lnTo>
                  <a:close/>
                  <a:moveTo>
                    <a:pt x="315840" y="275741"/>
                  </a:moveTo>
                  <a:cubicBezTo>
                    <a:pt x="353920" y="297156"/>
                    <a:pt x="393000" y="326320"/>
                    <a:pt x="406748" y="369400"/>
                  </a:cubicBezTo>
                  <a:cubicBezTo>
                    <a:pt x="413498" y="390898"/>
                    <a:pt x="415998" y="415729"/>
                    <a:pt x="408915" y="437394"/>
                  </a:cubicBezTo>
                  <a:cubicBezTo>
                    <a:pt x="402166" y="458225"/>
                    <a:pt x="375751" y="482306"/>
                    <a:pt x="353253" y="486723"/>
                  </a:cubicBezTo>
                  <a:cubicBezTo>
                    <a:pt x="357836" y="462808"/>
                    <a:pt x="356336" y="437394"/>
                    <a:pt x="352920" y="413979"/>
                  </a:cubicBezTo>
                  <a:cubicBezTo>
                    <a:pt x="352504" y="410896"/>
                    <a:pt x="347754" y="411813"/>
                    <a:pt x="347670" y="414729"/>
                  </a:cubicBezTo>
                  <a:cubicBezTo>
                    <a:pt x="346837" y="447309"/>
                    <a:pt x="345337" y="477390"/>
                    <a:pt x="331172" y="507471"/>
                  </a:cubicBezTo>
                  <a:cubicBezTo>
                    <a:pt x="319506" y="532302"/>
                    <a:pt x="291259" y="548300"/>
                    <a:pt x="264511" y="550633"/>
                  </a:cubicBezTo>
                  <a:cubicBezTo>
                    <a:pt x="249512" y="551967"/>
                    <a:pt x="234514" y="549884"/>
                    <a:pt x="221099" y="543051"/>
                  </a:cubicBezTo>
                  <a:cubicBezTo>
                    <a:pt x="205016" y="534885"/>
                    <a:pt x="198684" y="518553"/>
                    <a:pt x="197684" y="501055"/>
                  </a:cubicBezTo>
                  <a:cubicBezTo>
                    <a:pt x="196018" y="471974"/>
                    <a:pt x="197600" y="440810"/>
                    <a:pt x="201100" y="411896"/>
                  </a:cubicBezTo>
                  <a:cubicBezTo>
                    <a:pt x="201184" y="411146"/>
                    <a:pt x="199934" y="410979"/>
                    <a:pt x="199767" y="411729"/>
                  </a:cubicBezTo>
                  <a:cubicBezTo>
                    <a:pt x="193101" y="446976"/>
                    <a:pt x="174686" y="489056"/>
                    <a:pt x="187935" y="524886"/>
                  </a:cubicBezTo>
                  <a:cubicBezTo>
                    <a:pt x="189601" y="529385"/>
                    <a:pt x="191685" y="533468"/>
                    <a:pt x="194101" y="537135"/>
                  </a:cubicBezTo>
                  <a:cubicBezTo>
                    <a:pt x="192518" y="536885"/>
                    <a:pt x="190851" y="537051"/>
                    <a:pt x="189018" y="538051"/>
                  </a:cubicBezTo>
                  <a:cubicBezTo>
                    <a:pt x="161854" y="553133"/>
                    <a:pt x="131773" y="550717"/>
                    <a:pt x="104192" y="537551"/>
                  </a:cubicBezTo>
                  <a:cubicBezTo>
                    <a:pt x="75861" y="524052"/>
                    <a:pt x="63363" y="497472"/>
                    <a:pt x="59863" y="467641"/>
                  </a:cubicBezTo>
                  <a:cubicBezTo>
                    <a:pt x="57113" y="444393"/>
                    <a:pt x="62112" y="422728"/>
                    <a:pt x="69779" y="400980"/>
                  </a:cubicBezTo>
                  <a:cubicBezTo>
                    <a:pt x="79111" y="374483"/>
                    <a:pt x="90610" y="347152"/>
                    <a:pt x="105775" y="323487"/>
                  </a:cubicBezTo>
                  <a:cubicBezTo>
                    <a:pt x="106609" y="322237"/>
                    <a:pt x="104609" y="320654"/>
                    <a:pt x="103692" y="321904"/>
                  </a:cubicBezTo>
                  <a:cubicBezTo>
                    <a:pt x="83027" y="347318"/>
                    <a:pt x="68195" y="377066"/>
                    <a:pt x="55946" y="407230"/>
                  </a:cubicBezTo>
                  <a:cubicBezTo>
                    <a:pt x="49114" y="424145"/>
                    <a:pt x="44781" y="442810"/>
                    <a:pt x="44531" y="461475"/>
                  </a:cubicBezTo>
                  <a:cubicBezTo>
                    <a:pt x="15617" y="430728"/>
                    <a:pt x="6034" y="386482"/>
                    <a:pt x="20616" y="345735"/>
                  </a:cubicBezTo>
                  <a:cubicBezTo>
                    <a:pt x="28533" y="323571"/>
                    <a:pt x="39949" y="304239"/>
                    <a:pt x="58863" y="289824"/>
                  </a:cubicBezTo>
                  <a:cubicBezTo>
                    <a:pt x="75861" y="276908"/>
                    <a:pt x="94360" y="266076"/>
                    <a:pt x="111275" y="253077"/>
                  </a:cubicBezTo>
                  <a:cubicBezTo>
                    <a:pt x="141272" y="229996"/>
                    <a:pt x="161270" y="201415"/>
                    <a:pt x="159020" y="162002"/>
                  </a:cubicBezTo>
                  <a:cubicBezTo>
                    <a:pt x="157605" y="137671"/>
                    <a:pt x="151021" y="115006"/>
                    <a:pt x="142522" y="92925"/>
                  </a:cubicBezTo>
                  <a:cubicBezTo>
                    <a:pt x="152771" y="104340"/>
                    <a:pt x="165770" y="113173"/>
                    <a:pt x="173519" y="126922"/>
                  </a:cubicBezTo>
                  <a:cubicBezTo>
                    <a:pt x="183602" y="144753"/>
                    <a:pt x="180852" y="163002"/>
                    <a:pt x="174853" y="181667"/>
                  </a:cubicBezTo>
                  <a:cubicBezTo>
                    <a:pt x="168687" y="200832"/>
                    <a:pt x="156688" y="217497"/>
                    <a:pt x="148272" y="235662"/>
                  </a:cubicBezTo>
                  <a:cubicBezTo>
                    <a:pt x="141105" y="251077"/>
                    <a:pt x="139105" y="266576"/>
                    <a:pt x="137690" y="283324"/>
                  </a:cubicBezTo>
                  <a:cubicBezTo>
                    <a:pt x="137439" y="285907"/>
                    <a:pt x="141439" y="285824"/>
                    <a:pt x="141689" y="283324"/>
                  </a:cubicBezTo>
                  <a:cubicBezTo>
                    <a:pt x="142939" y="269659"/>
                    <a:pt x="144022" y="255493"/>
                    <a:pt x="149938" y="242911"/>
                  </a:cubicBezTo>
                  <a:cubicBezTo>
                    <a:pt x="154687" y="232745"/>
                    <a:pt x="162020" y="223246"/>
                    <a:pt x="168104" y="213830"/>
                  </a:cubicBezTo>
                  <a:cubicBezTo>
                    <a:pt x="178436" y="197832"/>
                    <a:pt x="187602" y="181750"/>
                    <a:pt x="190434" y="162502"/>
                  </a:cubicBezTo>
                  <a:cubicBezTo>
                    <a:pt x="195684" y="127005"/>
                    <a:pt x="165937" y="104674"/>
                    <a:pt x="140105" y="86759"/>
                  </a:cubicBezTo>
                  <a:cubicBezTo>
                    <a:pt x="137690" y="80676"/>
                    <a:pt x="135106" y="74593"/>
                    <a:pt x="132523" y="68510"/>
                  </a:cubicBezTo>
                  <a:cubicBezTo>
                    <a:pt x="136523" y="72343"/>
                    <a:pt x="141105" y="75843"/>
                    <a:pt x="145271" y="79426"/>
                  </a:cubicBezTo>
                  <a:cubicBezTo>
                    <a:pt x="156354" y="89008"/>
                    <a:pt x="169603" y="95841"/>
                    <a:pt x="181019" y="105257"/>
                  </a:cubicBezTo>
                  <a:cubicBezTo>
                    <a:pt x="192267" y="114589"/>
                    <a:pt x="204350" y="123172"/>
                    <a:pt x="215099" y="133088"/>
                  </a:cubicBezTo>
                  <a:cubicBezTo>
                    <a:pt x="226848" y="143837"/>
                    <a:pt x="236264" y="156836"/>
                    <a:pt x="248263" y="167335"/>
                  </a:cubicBezTo>
                  <a:cubicBezTo>
                    <a:pt x="249846" y="168668"/>
                    <a:pt x="251679" y="168418"/>
                    <a:pt x="252929" y="167501"/>
                  </a:cubicBezTo>
                  <a:cubicBezTo>
                    <a:pt x="255596" y="170168"/>
                    <a:pt x="258345" y="172834"/>
                    <a:pt x="261178" y="175417"/>
                  </a:cubicBezTo>
                  <a:cubicBezTo>
                    <a:pt x="277927" y="190333"/>
                    <a:pt x="298175" y="200832"/>
                    <a:pt x="318339" y="210414"/>
                  </a:cubicBezTo>
                  <a:cubicBezTo>
                    <a:pt x="339504" y="220497"/>
                    <a:pt x="362669" y="228329"/>
                    <a:pt x="380834" y="243494"/>
                  </a:cubicBezTo>
                  <a:cubicBezTo>
                    <a:pt x="397999" y="257743"/>
                    <a:pt x="414498" y="277241"/>
                    <a:pt x="421997" y="298490"/>
                  </a:cubicBezTo>
                  <a:cubicBezTo>
                    <a:pt x="428996" y="318321"/>
                    <a:pt x="430829" y="344402"/>
                    <a:pt x="417331" y="361817"/>
                  </a:cubicBezTo>
                  <a:cubicBezTo>
                    <a:pt x="398916" y="319654"/>
                    <a:pt x="359086" y="293490"/>
                    <a:pt x="316340" y="275408"/>
                  </a:cubicBezTo>
                  <a:cubicBezTo>
                    <a:pt x="315757" y="274742"/>
                    <a:pt x="315340" y="275408"/>
                    <a:pt x="315840" y="275741"/>
                  </a:cubicBezTo>
                  <a:lnTo>
                    <a:pt x="315840" y="275741"/>
                  </a:lnTo>
                  <a:close/>
                </a:path>
              </a:pathLst>
            </a:custGeom>
            <a:grpFill/>
            <a:ln w="8332" cap="flat">
              <a:noFill/>
              <a:prstDash val="solid"/>
              <a:miter/>
            </a:ln>
          </p:spPr>
          <p:txBody>
            <a:bodyPr rtlCol="0" anchor="ctr"/>
            <a:lstStyle/>
            <a:p>
              <a:endParaRPr lang="en-US"/>
            </a:p>
          </p:txBody>
        </p:sp>
        <p:sp>
          <p:nvSpPr>
            <p:cNvPr id="1870" name="Freeform: Shape 1869"/>
            <p:cNvSpPr/>
            <p:nvPr/>
          </p:nvSpPr>
          <p:spPr>
            <a:xfrm>
              <a:off x="11040684" y="593993"/>
              <a:ext cx="40764" cy="131681"/>
            </a:xfrm>
            <a:custGeom>
              <a:avLst/>
              <a:gdLst>
                <a:gd name="connsiteX0" fmla="*/ 33924 w 40764"/>
                <a:gd name="connsiteY0" fmla="*/ 714 h 131681"/>
                <a:gd name="connsiteX1" fmla="*/ 31006 w 40764"/>
                <a:gd name="connsiteY1" fmla="*/ 1964 h 131681"/>
                <a:gd name="connsiteX2" fmla="*/ 20841 w 40764"/>
                <a:gd name="connsiteY2" fmla="*/ 65292 h 131681"/>
                <a:gd name="connsiteX3" fmla="*/ 9 w 40764"/>
                <a:gd name="connsiteY3" fmla="*/ 131369 h 131681"/>
                <a:gd name="connsiteX4" fmla="*/ 510 w 40764"/>
                <a:gd name="connsiteY4" fmla="*/ 131536 h 131681"/>
                <a:gd name="connsiteX5" fmla="*/ 33173 w 40764"/>
                <a:gd name="connsiteY5" fmla="*/ 58626 h 131681"/>
                <a:gd name="connsiteX6" fmla="*/ 33924 w 40764"/>
                <a:gd name="connsiteY6" fmla="*/ 714 h 131681"/>
                <a:gd name="connsiteX7" fmla="*/ 33924 w 40764"/>
                <a:gd name="connsiteY7" fmla="*/ 714 h 131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764" h="131681">
                  <a:moveTo>
                    <a:pt x="33924" y="714"/>
                  </a:moveTo>
                  <a:cubicBezTo>
                    <a:pt x="32923" y="-702"/>
                    <a:pt x="30590" y="131"/>
                    <a:pt x="31006" y="1964"/>
                  </a:cubicBezTo>
                  <a:cubicBezTo>
                    <a:pt x="35840" y="23129"/>
                    <a:pt x="27007" y="45627"/>
                    <a:pt x="20841" y="65292"/>
                  </a:cubicBezTo>
                  <a:cubicBezTo>
                    <a:pt x="13842" y="87540"/>
                    <a:pt x="3925" y="108288"/>
                    <a:pt x="9" y="131369"/>
                  </a:cubicBezTo>
                  <a:cubicBezTo>
                    <a:pt x="-74" y="131702"/>
                    <a:pt x="426" y="131786"/>
                    <a:pt x="510" y="131536"/>
                  </a:cubicBezTo>
                  <a:cubicBezTo>
                    <a:pt x="6592" y="105455"/>
                    <a:pt x="22341" y="82790"/>
                    <a:pt x="33173" y="58626"/>
                  </a:cubicBezTo>
                  <a:cubicBezTo>
                    <a:pt x="40506" y="42210"/>
                    <a:pt x="45422" y="16463"/>
                    <a:pt x="33924" y="714"/>
                  </a:cubicBezTo>
                  <a:lnTo>
                    <a:pt x="33924" y="714"/>
                  </a:lnTo>
                  <a:close/>
                </a:path>
              </a:pathLst>
            </a:custGeom>
            <a:grpFill/>
            <a:ln w="8332" cap="flat">
              <a:noFill/>
              <a:prstDash val="solid"/>
              <a:miter/>
            </a:ln>
          </p:spPr>
          <p:txBody>
            <a:bodyPr rtlCol="0" anchor="ctr"/>
            <a:lstStyle/>
            <a:p>
              <a:endParaRPr lang="en-US"/>
            </a:p>
          </p:txBody>
        </p:sp>
        <p:sp>
          <p:nvSpPr>
            <p:cNvPr id="1871" name="Freeform: Shape 1870"/>
            <p:cNvSpPr/>
            <p:nvPr/>
          </p:nvSpPr>
          <p:spPr>
            <a:xfrm>
              <a:off x="11087777" y="723621"/>
              <a:ext cx="103182" cy="67024"/>
            </a:xfrm>
            <a:custGeom>
              <a:avLst/>
              <a:gdLst>
                <a:gd name="connsiteX0" fmla="*/ 102819 w 103182"/>
                <a:gd name="connsiteY0" fmla="*/ 62901 h 67024"/>
                <a:gd name="connsiteX1" fmla="*/ 57657 w 103182"/>
                <a:gd name="connsiteY1" fmla="*/ 12323 h 67024"/>
                <a:gd name="connsiteX2" fmla="*/ 495 w 103182"/>
                <a:gd name="connsiteY2" fmla="*/ 7156 h 67024"/>
                <a:gd name="connsiteX3" fmla="*/ 2079 w 103182"/>
                <a:gd name="connsiteY3" fmla="*/ 9906 h 67024"/>
                <a:gd name="connsiteX4" fmla="*/ 60407 w 103182"/>
                <a:gd name="connsiteY4" fmla="*/ 25821 h 67024"/>
                <a:gd name="connsiteX5" fmla="*/ 97820 w 103182"/>
                <a:gd name="connsiteY5" fmla="*/ 65735 h 67024"/>
                <a:gd name="connsiteX6" fmla="*/ 102819 w 103182"/>
                <a:gd name="connsiteY6" fmla="*/ 62901 h 67024"/>
                <a:gd name="connsiteX7" fmla="*/ 102819 w 103182"/>
                <a:gd name="connsiteY7" fmla="*/ 62901 h 67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182" h="67024">
                  <a:moveTo>
                    <a:pt x="102819" y="62901"/>
                  </a:moveTo>
                  <a:cubicBezTo>
                    <a:pt x="91237" y="41153"/>
                    <a:pt x="79821" y="24322"/>
                    <a:pt x="57657" y="12323"/>
                  </a:cubicBezTo>
                  <a:cubicBezTo>
                    <a:pt x="40325" y="2907"/>
                    <a:pt x="17827" y="-7176"/>
                    <a:pt x="495" y="7156"/>
                  </a:cubicBezTo>
                  <a:cubicBezTo>
                    <a:pt x="-754" y="8240"/>
                    <a:pt x="578" y="10489"/>
                    <a:pt x="2079" y="9906"/>
                  </a:cubicBezTo>
                  <a:cubicBezTo>
                    <a:pt x="22077" y="2823"/>
                    <a:pt x="43908" y="15739"/>
                    <a:pt x="60407" y="25821"/>
                  </a:cubicBezTo>
                  <a:cubicBezTo>
                    <a:pt x="76072" y="35404"/>
                    <a:pt x="87321" y="51069"/>
                    <a:pt x="97820" y="65735"/>
                  </a:cubicBezTo>
                  <a:cubicBezTo>
                    <a:pt x="99987" y="68651"/>
                    <a:pt x="104487" y="66151"/>
                    <a:pt x="102819" y="62901"/>
                  </a:cubicBezTo>
                  <a:lnTo>
                    <a:pt x="102819" y="62901"/>
                  </a:lnTo>
                  <a:close/>
                </a:path>
              </a:pathLst>
            </a:custGeom>
            <a:grpFill/>
            <a:ln w="8332" cap="flat">
              <a:noFill/>
              <a:prstDash val="solid"/>
              <a:miter/>
            </a:ln>
          </p:spPr>
          <p:txBody>
            <a:bodyPr rtlCol="0" anchor="ctr"/>
            <a:lstStyle/>
            <a:p>
              <a:endParaRPr lang="en-US"/>
            </a:p>
          </p:txBody>
        </p:sp>
        <p:sp>
          <p:nvSpPr>
            <p:cNvPr id="1872" name="Freeform: Shape 1871"/>
            <p:cNvSpPr/>
            <p:nvPr/>
          </p:nvSpPr>
          <p:spPr>
            <a:xfrm>
              <a:off x="9239987" y="3395854"/>
              <a:ext cx="440325" cy="566532"/>
            </a:xfrm>
            <a:custGeom>
              <a:avLst/>
              <a:gdLst>
                <a:gd name="connsiteX0" fmla="*/ 422330 w 440325"/>
                <a:gd name="connsiteY0" fmla="*/ 375649 h 566532"/>
                <a:gd name="connsiteX1" fmla="*/ 423247 w 440325"/>
                <a:gd name="connsiteY1" fmla="*/ 374983 h 566532"/>
                <a:gd name="connsiteX2" fmla="*/ 422413 w 440325"/>
                <a:gd name="connsiteY2" fmla="*/ 271659 h 566532"/>
                <a:gd name="connsiteX3" fmla="*/ 383668 w 440325"/>
                <a:gd name="connsiteY3" fmla="*/ 227163 h 566532"/>
                <a:gd name="connsiteX4" fmla="*/ 317256 w 440325"/>
                <a:gd name="connsiteY4" fmla="*/ 194916 h 566532"/>
                <a:gd name="connsiteX5" fmla="*/ 212932 w 440325"/>
                <a:gd name="connsiteY5" fmla="*/ 81843 h 566532"/>
                <a:gd name="connsiteX6" fmla="*/ 155355 w 440325"/>
                <a:gd name="connsiteY6" fmla="*/ 433 h 566532"/>
                <a:gd name="connsiteX7" fmla="*/ 107025 w 440325"/>
                <a:gd name="connsiteY7" fmla="*/ 28431 h 566532"/>
                <a:gd name="connsiteX8" fmla="*/ 123024 w 440325"/>
                <a:gd name="connsiteY8" fmla="*/ 67011 h 566532"/>
                <a:gd name="connsiteX9" fmla="*/ 140356 w 440325"/>
                <a:gd name="connsiteY9" fmla="*/ 181917 h 566532"/>
                <a:gd name="connsiteX10" fmla="*/ 47864 w 440325"/>
                <a:gd name="connsiteY10" fmla="*/ 276158 h 566532"/>
                <a:gd name="connsiteX11" fmla="*/ 43032 w 440325"/>
                <a:gd name="connsiteY11" fmla="*/ 478140 h 566532"/>
                <a:gd name="connsiteX12" fmla="*/ 45115 w 440325"/>
                <a:gd name="connsiteY12" fmla="*/ 479057 h 566532"/>
                <a:gd name="connsiteX13" fmla="*/ 48114 w 440325"/>
                <a:gd name="connsiteY13" fmla="*/ 493305 h 566532"/>
                <a:gd name="connsiteX14" fmla="*/ 196350 w 440325"/>
                <a:gd name="connsiteY14" fmla="*/ 551217 h 566532"/>
                <a:gd name="connsiteX15" fmla="*/ 199850 w 440325"/>
                <a:gd name="connsiteY15" fmla="*/ 545134 h 566532"/>
                <a:gd name="connsiteX16" fmla="*/ 264261 w 440325"/>
                <a:gd name="connsiteY16" fmla="*/ 566215 h 566532"/>
                <a:gd name="connsiteX17" fmla="*/ 341838 w 440325"/>
                <a:gd name="connsiteY17" fmla="*/ 519720 h 566532"/>
                <a:gd name="connsiteX18" fmla="*/ 349420 w 440325"/>
                <a:gd name="connsiteY18" fmla="*/ 501471 h 566532"/>
                <a:gd name="connsiteX19" fmla="*/ 350170 w 440325"/>
                <a:gd name="connsiteY19" fmla="*/ 501471 h 566532"/>
                <a:gd name="connsiteX20" fmla="*/ 411665 w 440325"/>
                <a:gd name="connsiteY20" fmla="*/ 463308 h 566532"/>
                <a:gd name="connsiteX21" fmla="*/ 424747 w 440325"/>
                <a:gd name="connsiteY21" fmla="*/ 385065 h 566532"/>
                <a:gd name="connsiteX22" fmla="*/ 422330 w 440325"/>
                <a:gd name="connsiteY22" fmla="*/ 375649 h 566532"/>
                <a:gd name="connsiteX23" fmla="*/ 422330 w 440325"/>
                <a:gd name="connsiteY23" fmla="*/ 375649 h 566532"/>
                <a:gd name="connsiteX24" fmla="*/ 118941 w 440325"/>
                <a:gd name="connsiteY24" fmla="*/ 38596 h 566532"/>
                <a:gd name="connsiteX25" fmla="*/ 149438 w 440325"/>
                <a:gd name="connsiteY25" fmla="*/ 15265 h 566532"/>
                <a:gd name="connsiteX26" fmla="*/ 188101 w 440325"/>
                <a:gd name="connsiteY26" fmla="*/ 34430 h 566532"/>
                <a:gd name="connsiteX27" fmla="*/ 195851 w 440325"/>
                <a:gd name="connsiteY27" fmla="*/ 62011 h 566532"/>
                <a:gd name="connsiteX28" fmla="*/ 208433 w 440325"/>
                <a:gd name="connsiteY28" fmla="*/ 98758 h 566532"/>
                <a:gd name="connsiteX29" fmla="*/ 178019 w 440325"/>
                <a:gd name="connsiteY29" fmla="*/ 75676 h 566532"/>
                <a:gd name="connsiteX30" fmla="*/ 152938 w 440325"/>
                <a:gd name="connsiteY30" fmla="*/ 50762 h 566532"/>
                <a:gd name="connsiteX31" fmla="*/ 138356 w 440325"/>
                <a:gd name="connsiteY31" fmla="*/ 23598 h 566532"/>
                <a:gd name="connsiteX32" fmla="*/ 136523 w 440325"/>
                <a:gd name="connsiteY32" fmla="*/ 23848 h 566532"/>
                <a:gd name="connsiteX33" fmla="*/ 160937 w 440325"/>
                <a:gd name="connsiteY33" fmla="*/ 71427 h 566532"/>
                <a:gd name="connsiteX34" fmla="*/ 208433 w 440325"/>
                <a:gd name="connsiteY34" fmla="*/ 113506 h 566532"/>
                <a:gd name="connsiteX35" fmla="*/ 186352 w 440325"/>
                <a:gd name="connsiteY35" fmla="*/ 96008 h 566532"/>
                <a:gd name="connsiteX36" fmla="*/ 154271 w 440325"/>
                <a:gd name="connsiteY36" fmla="*/ 75176 h 566532"/>
                <a:gd name="connsiteX37" fmla="*/ 127357 w 440325"/>
                <a:gd name="connsiteY37" fmla="*/ 55428 h 566532"/>
                <a:gd name="connsiteX38" fmla="*/ 118941 w 440325"/>
                <a:gd name="connsiteY38" fmla="*/ 38596 h 566532"/>
                <a:gd name="connsiteX39" fmla="*/ 118941 w 440325"/>
                <a:gd name="connsiteY39" fmla="*/ 38596 h 566532"/>
                <a:gd name="connsiteX40" fmla="*/ 315757 w 440325"/>
                <a:gd name="connsiteY40" fmla="*/ 275742 h 566532"/>
                <a:gd name="connsiteX41" fmla="*/ 406665 w 440325"/>
                <a:gd name="connsiteY41" fmla="*/ 369400 h 566532"/>
                <a:gd name="connsiteX42" fmla="*/ 408831 w 440325"/>
                <a:gd name="connsiteY42" fmla="*/ 437394 h 566532"/>
                <a:gd name="connsiteX43" fmla="*/ 353170 w 440325"/>
                <a:gd name="connsiteY43" fmla="*/ 486723 h 566532"/>
                <a:gd name="connsiteX44" fmla="*/ 352836 w 440325"/>
                <a:gd name="connsiteY44" fmla="*/ 413979 h 566532"/>
                <a:gd name="connsiteX45" fmla="*/ 347587 w 440325"/>
                <a:gd name="connsiteY45" fmla="*/ 414729 h 566532"/>
                <a:gd name="connsiteX46" fmla="*/ 331088 w 440325"/>
                <a:gd name="connsiteY46" fmla="*/ 507471 h 566532"/>
                <a:gd name="connsiteX47" fmla="*/ 264428 w 440325"/>
                <a:gd name="connsiteY47" fmla="*/ 550633 h 566532"/>
                <a:gd name="connsiteX48" fmla="*/ 221015 w 440325"/>
                <a:gd name="connsiteY48" fmla="*/ 543051 h 566532"/>
                <a:gd name="connsiteX49" fmla="*/ 197600 w 440325"/>
                <a:gd name="connsiteY49" fmla="*/ 501054 h 566532"/>
                <a:gd name="connsiteX50" fmla="*/ 201017 w 440325"/>
                <a:gd name="connsiteY50" fmla="*/ 411896 h 566532"/>
                <a:gd name="connsiteX51" fmla="*/ 199683 w 440325"/>
                <a:gd name="connsiteY51" fmla="*/ 411729 h 566532"/>
                <a:gd name="connsiteX52" fmla="*/ 187852 w 440325"/>
                <a:gd name="connsiteY52" fmla="*/ 524886 h 566532"/>
                <a:gd name="connsiteX53" fmla="*/ 194018 w 440325"/>
                <a:gd name="connsiteY53" fmla="*/ 537135 h 566532"/>
                <a:gd name="connsiteX54" fmla="*/ 188935 w 440325"/>
                <a:gd name="connsiteY54" fmla="*/ 538051 h 566532"/>
                <a:gd name="connsiteX55" fmla="*/ 104109 w 440325"/>
                <a:gd name="connsiteY55" fmla="*/ 537551 h 566532"/>
                <a:gd name="connsiteX56" fmla="*/ 59780 w 440325"/>
                <a:gd name="connsiteY56" fmla="*/ 467641 h 566532"/>
                <a:gd name="connsiteX57" fmla="*/ 69695 w 440325"/>
                <a:gd name="connsiteY57" fmla="*/ 400980 h 566532"/>
                <a:gd name="connsiteX58" fmla="*/ 105692 w 440325"/>
                <a:gd name="connsiteY58" fmla="*/ 323487 h 566532"/>
                <a:gd name="connsiteX59" fmla="*/ 103609 w 440325"/>
                <a:gd name="connsiteY59" fmla="*/ 321904 h 566532"/>
                <a:gd name="connsiteX60" fmla="*/ 55863 w 440325"/>
                <a:gd name="connsiteY60" fmla="*/ 407230 h 566532"/>
                <a:gd name="connsiteX61" fmla="*/ 44447 w 440325"/>
                <a:gd name="connsiteY61" fmla="*/ 461475 h 566532"/>
                <a:gd name="connsiteX62" fmla="*/ 20533 w 440325"/>
                <a:gd name="connsiteY62" fmla="*/ 345735 h 566532"/>
                <a:gd name="connsiteX63" fmla="*/ 58779 w 440325"/>
                <a:gd name="connsiteY63" fmla="*/ 289824 h 566532"/>
                <a:gd name="connsiteX64" fmla="*/ 111192 w 440325"/>
                <a:gd name="connsiteY64" fmla="*/ 253077 h 566532"/>
                <a:gd name="connsiteX65" fmla="*/ 158937 w 440325"/>
                <a:gd name="connsiteY65" fmla="*/ 162002 h 566532"/>
                <a:gd name="connsiteX66" fmla="*/ 142439 w 440325"/>
                <a:gd name="connsiteY66" fmla="*/ 92925 h 566532"/>
                <a:gd name="connsiteX67" fmla="*/ 173436 w 440325"/>
                <a:gd name="connsiteY67" fmla="*/ 126922 h 566532"/>
                <a:gd name="connsiteX68" fmla="*/ 174769 w 440325"/>
                <a:gd name="connsiteY68" fmla="*/ 181667 h 566532"/>
                <a:gd name="connsiteX69" fmla="*/ 148189 w 440325"/>
                <a:gd name="connsiteY69" fmla="*/ 235662 h 566532"/>
                <a:gd name="connsiteX70" fmla="*/ 137606 w 440325"/>
                <a:gd name="connsiteY70" fmla="*/ 283324 h 566532"/>
                <a:gd name="connsiteX71" fmla="*/ 141606 w 440325"/>
                <a:gd name="connsiteY71" fmla="*/ 283324 h 566532"/>
                <a:gd name="connsiteX72" fmla="*/ 149855 w 440325"/>
                <a:gd name="connsiteY72" fmla="*/ 242911 h 566532"/>
                <a:gd name="connsiteX73" fmla="*/ 168020 w 440325"/>
                <a:gd name="connsiteY73" fmla="*/ 213831 h 566532"/>
                <a:gd name="connsiteX74" fmla="*/ 190351 w 440325"/>
                <a:gd name="connsiteY74" fmla="*/ 162502 h 566532"/>
                <a:gd name="connsiteX75" fmla="*/ 140022 w 440325"/>
                <a:gd name="connsiteY75" fmla="*/ 86759 h 566532"/>
                <a:gd name="connsiteX76" fmla="*/ 132440 w 440325"/>
                <a:gd name="connsiteY76" fmla="*/ 68510 h 566532"/>
                <a:gd name="connsiteX77" fmla="*/ 145189 w 440325"/>
                <a:gd name="connsiteY77" fmla="*/ 79426 h 566532"/>
                <a:gd name="connsiteX78" fmla="*/ 180935 w 440325"/>
                <a:gd name="connsiteY78" fmla="*/ 105257 h 566532"/>
                <a:gd name="connsiteX79" fmla="*/ 215015 w 440325"/>
                <a:gd name="connsiteY79" fmla="*/ 133088 h 566532"/>
                <a:gd name="connsiteX80" fmla="*/ 248180 w 440325"/>
                <a:gd name="connsiteY80" fmla="*/ 167335 h 566532"/>
                <a:gd name="connsiteX81" fmla="*/ 252845 w 440325"/>
                <a:gd name="connsiteY81" fmla="*/ 167501 h 566532"/>
                <a:gd name="connsiteX82" fmla="*/ 261095 w 440325"/>
                <a:gd name="connsiteY82" fmla="*/ 175417 h 566532"/>
                <a:gd name="connsiteX83" fmla="*/ 318256 w 440325"/>
                <a:gd name="connsiteY83" fmla="*/ 210414 h 566532"/>
                <a:gd name="connsiteX84" fmla="*/ 380750 w 440325"/>
                <a:gd name="connsiteY84" fmla="*/ 243495 h 566532"/>
                <a:gd name="connsiteX85" fmla="*/ 421914 w 440325"/>
                <a:gd name="connsiteY85" fmla="*/ 298490 h 566532"/>
                <a:gd name="connsiteX86" fmla="*/ 417247 w 440325"/>
                <a:gd name="connsiteY86" fmla="*/ 361817 h 566532"/>
                <a:gd name="connsiteX87" fmla="*/ 316256 w 440325"/>
                <a:gd name="connsiteY87" fmla="*/ 275408 h 566532"/>
                <a:gd name="connsiteX88" fmla="*/ 315757 w 440325"/>
                <a:gd name="connsiteY88" fmla="*/ 275742 h 566532"/>
                <a:gd name="connsiteX89" fmla="*/ 315757 w 440325"/>
                <a:gd name="connsiteY89" fmla="*/ 275742 h 56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440325" h="566532">
                  <a:moveTo>
                    <a:pt x="422330" y="375649"/>
                  </a:moveTo>
                  <a:cubicBezTo>
                    <a:pt x="422663" y="375399"/>
                    <a:pt x="422997" y="375233"/>
                    <a:pt x="423247" y="374983"/>
                  </a:cubicBezTo>
                  <a:cubicBezTo>
                    <a:pt x="451577" y="349485"/>
                    <a:pt x="439913" y="299906"/>
                    <a:pt x="422413" y="271659"/>
                  </a:cubicBezTo>
                  <a:cubicBezTo>
                    <a:pt x="412081" y="254910"/>
                    <a:pt x="399415" y="239162"/>
                    <a:pt x="383668" y="227163"/>
                  </a:cubicBezTo>
                  <a:cubicBezTo>
                    <a:pt x="364002" y="212247"/>
                    <a:pt x="339504" y="205165"/>
                    <a:pt x="317256" y="194916"/>
                  </a:cubicBezTo>
                  <a:cubicBezTo>
                    <a:pt x="266012" y="171418"/>
                    <a:pt x="231431" y="135254"/>
                    <a:pt x="212932" y="81843"/>
                  </a:cubicBezTo>
                  <a:cubicBezTo>
                    <a:pt x="202683" y="52262"/>
                    <a:pt x="199184" y="-5566"/>
                    <a:pt x="155355" y="433"/>
                  </a:cubicBezTo>
                  <a:cubicBezTo>
                    <a:pt x="139272" y="2600"/>
                    <a:pt x="113275" y="11432"/>
                    <a:pt x="107025" y="28431"/>
                  </a:cubicBezTo>
                  <a:cubicBezTo>
                    <a:pt x="102859" y="39930"/>
                    <a:pt x="112275" y="58761"/>
                    <a:pt x="123024" y="67011"/>
                  </a:cubicBezTo>
                  <a:cubicBezTo>
                    <a:pt x="131190" y="105424"/>
                    <a:pt x="149438" y="141087"/>
                    <a:pt x="140356" y="181917"/>
                  </a:cubicBezTo>
                  <a:cubicBezTo>
                    <a:pt x="130023" y="228413"/>
                    <a:pt x="81611" y="248161"/>
                    <a:pt x="47864" y="276158"/>
                  </a:cubicBezTo>
                  <a:cubicBezTo>
                    <a:pt x="-9214" y="323654"/>
                    <a:pt x="-20546" y="431728"/>
                    <a:pt x="43032" y="478140"/>
                  </a:cubicBezTo>
                  <a:cubicBezTo>
                    <a:pt x="43698" y="478640"/>
                    <a:pt x="44447" y="478890"/>
                    <a:pt x="45115" y="479057"/>
                  </a:cubicBezTo>
                  <a:cubicBezTo>
                    <a:pt x="45781" y="483889"/>
                    <a:pt x="46697" y="488639"/>
                    <a:pt x="48114" y="493305"/>
                  </a:cubicBezTo>
                  <a:cubicBezTo>
                    <a:pt x="64946" y="552217"/>
                    <a:pt x="143772" y="587214"/>
                    <a:pt x="196350" y="551217"/>
                  </a:cubicBezTo>
                  <a:cubicBezTo>
                    <a:pt x="198767" y="549550"/>
                    <a:pt x="199767" y="547301"/>
                    <a:pt x="199850" y="545134"/>
                  </a:cubicBezTo>
                  <a:cubicBezTo>
                    <a:pt x="215349" y="562049"/>
                    <a:pt x="239430" y="568049"/>
                    <a:pt x="264261" y="566215"/>
                  </a:cubicBezTo>
                  <a:cubicBezTo>
                    <a:pt x="294092" y="563966"/>
                    <a:pt x="327423" y="547050"/>
                    <a:pt x="341838" y="519720"/>
                  </a:cubicBezTo>
                  <a:cubicBezTo>
                    <a:pt x="344921" y="513887"/>
                    <a:pt x="347420" y="507721"/>
                    <a:pt x="349420" y="501471"/>
                  </a:cubicBezTo>
                  <a:cubicBezTo>
                    <a:pt x="349670" y="501471"/>
                    <a:pt x="349920" y="501471"/>
                    <a:pt x="350170" y="501471"/>
                  </a:cubicBezTo>
                  <a:cubicBezTo>
                    <a:pt x="373584" y="499972"/>
                    <a:pt x="397916" y="481556"/>
                    <a:pt x="411665" y="463308"/>
                  </a:cubicBezTo>
                  <a:cubicBezTo>
                    <a:pt x="428163" y="441477"/>
                    <a:pt x="430413" y="411146"/>
                    <a:pt x="424747" y="385065"/>
                  </a:cubicBezTo>
                  <a:cubicBezTo>
                    <a:pt x="424080" y="381899"/>
                    <a:pt x="423247" y="378732"/>
                    <a:pt x="422330" y="375649"/>
                  </a:cubicBezTo>
                  <a:lnTo>
                    <a:pt x="422330" y="375649"/>
                  </a:lnTo>
                  <a:close/>
                  <a:moveTo>
                    <a:pt x="118941" y="38596"/>
                  </a:moveTo>
                  <a:cubicBezTo>
                    <a:pt x="117691" y="25014"/>
                    <a:pt x="139773" y="17848"/>
                    <a:pt x="149438" y="15265"/>
                  </a:cubicBezTo>
                  <a:cubicBezTo>
                    <a:pt x="168436" y="10099"/>
                    <a:pt x="181019" y="16098"/>
                    <a:pt x="188101" y="34430"/>
                  </a:cubicBezTo>
                  <a:cubicBezTo>
                    <a:pt x="191518" y="43346"/>
                    <a:pt x="193351" y="52762"/>
                    <a:pt x="195851" y="62011"/>
                  </a:cubicBezTo>
                  <a:cubicBezTo>
                    <a:pt x="199351" y="74593"/>
                    <a:pt x="203517" y="86925"/>
                    <a:pt x="208433" y="98758"/>
                  </a:cubicBezTo>
                  <a:cubicBezTo>
                    <a:pt x="198350" y="91008"/>
                    <a:pt x="187852" y="83842"/>
                    <a:pt x="178019" y="75676"/>
                  </a:cubicBezTo>
                  <a:cubicBezTo>
                    <a:pt x="168687" y="67927"/>
                    <a:pt x="159771" y="60678"/>
                    <a:pt x="152938" y="50762"/>
                  </a:cubicBezTo>
                  <a:cubicBezTo>
                    <a:pt x="147022" y="42096"/>
                    <a:pt x="143355" y="32763"/>
                    <a:pt x="138356" y="23598"/>
                  </a:cubicBezTo>
                  <a:cubicBezTo>
                    <a:pt x="137939" y="22848"/>
                    <a:pt x="136773" y="23015"/>
                    <a:pt x="136523" y="23848"/>
                  </a:cubicBezTo>
                  <a:cubicBezTo>
                    <a:pt x="131773" y="40763"/>
                    <a:pt x="149688" y="61178"/>
                    <a:pt x="160937" y="71427"/>
                  </a:cubicBezTo>
                  <a:cubicBezTo>
                    <a:pt x="176519" y="85592"/>
                    <a:pt x="193517" y="98674"/>
                    <a:pt x="208433" y="113506"/>
                  </a:cubicBezTo>
                  <a:cubicBezTo>
                    <a:pt x="201184" y="107590"/>
                    <a:pt x="193517" y="102007"/>
                    <a:pt x="186352" y="96008"/>
                  </a:cubicBezTo>
                  <a:cubicBezTo>
                    <a:pt x="176186" y="87592"/>
                    <a:pt x="165437" y="81926"/>
                    <a:pt x="154271" y="75176"/>
                  </a:cubicBezTo>
                  <a:cubicBezTo>
                    <a:pt x="144689" y="69344"/>
                    <a:pt x="136273" y="62011"/>
                    <a:pt x="127357" y="55428"/>
                  </a:cubicBezTo>
                  <a:cubicBezTo>
                    <a:pt x="125107" y="50012"/>
                    <a:pt x="119441" y="44096"/>
                    <a:pt x="118941" y="38596"/>
                  </a:cubicBezTo>
                  <a:lnTo>
                    <a:pt x="118941" y="38596"/>
                  </a:lnTo>
                  <a:close/>
                  <a:moveTo>
                    <a:pt x="315757" y="275742"/>
                  </a:moveTo>
                  <a:cubicBezTo>
                    <a:pt x="353836" y="297156"/>
                    <a:pt x="392917" y="326320"/>
                    <a:pt x="406665" y="369400"/>
                  </a:cubicBezTo>
                  <a:cubicBezTo>
                    <a:pt x="413414" y="390898"/>
                    <a:pt x="415915" y="415729"/>
                    <a:pt x="408831" y="437394"/>
                  </a:cubicBezTo>
                  <a:cubicBezTo>
                    <a:pt x="402082" y="458225"/>
                    <a:pt x="375584" y="482306"/>
                    <a:pt x="353170" y="486723"/>
                  </a:cubicBezTo>
                  <a:cubicBezTo>
                    <a:pt x="357752" y="462808"/>
                    <a:pt x="356253" y="437394"/>
                    <a:pt x="352836" y="413979"/>
                  </a:cubicBezTo>
                  <a:cubicBezTo>
                    <a:pt x="352420" y="410896"/>
                    <a:pt x="347670" y="411813"/>
                    <a:pt x="347587" y="414729"/>
                  </a:cubicBezTo>
                  <a:cubicBezTo>
                    <a:pt x="346754" y="447309"/>
                    <a:pt x="345253" y="477390"/>
                    <a:pt x="331088" y="507471"/>
                  </a:cubicBezTo>
                  <a:cubicBezTo>
                    <a:pt x="319423" y="532302"/>
                    <a:pt x="291175" y="548301"/>
                    <a:pt x="264428" y="550633"/>
                  </a:cubicBezTo>
                  <a:cubicBezTo>
                    <a:pt x="249429" y="551967"/>
                    <a:pt x="234431" y="549884"/>
                    <a:pt x="221015" y="543051"/>
                  </a:cubicBezTo>
                  <a:cubicBezTo>
                    <a:pt x="204933" y="534885"/>
                    <a:pt x="198600" y="518553"/>
                    <a:pt x="197600" y="501054"/>
                  </a:cubicBezTo>
                  <a:cubicBezTo>
                    <a:pt x="195934" y="471974"/>
                    <a:pt x="197517" y="440727"/>
                    <a:pt x="201017" y="411896"/>
                  </a:cubicBezTo>
                  <a:cubicBezTo>
                    <a:pt x="201100" y="411146"/>
                    <a:pt x="199850" y="410980"/>
                    <a:pt x="199683" y="411729"/>
                  </a:cubicBezTo>
                  <a:cubicBezTo>
                    <a:pt x="193018" y="446976"/>
                    <a:pt x="174602" y="489056"/>
                    <a:pt x="187852" y="524886"/>
                  </a:cubicBezTo>
                  <a:cubicBezTo>
                    <a:pt x="189518" y="529385"/>
                    <a:pt x="191601" y="533468"/>
                    <a:pt x="194018" y="537135"/>
                  </a:cubicBezTo>
                  <a:cubicBezTo>
                    <a:pt x="192434" y="536885"/>
                    <a:pt x="190768" y="537051"/>
                    <a:pt x="188935" y="538051"/>
                  </a:cubicBezTo>
                  <a:cubicBezTo>
                    <a:pt x="161771" y="553133"/>
                    <a:pt x="131689" y="550717"/>
                    <a:pt x="104109" y="537551"/>
                  </a:cubicBezTo>
                  <a:cubicBezTo>
                    <a:pt x="75778" y="524052"/>
                    <a:pt x="63279" y="497472"/>
                    <a:pt x="59780" y="467641"/>
                  </a:cubicBezTo>
                  <a:cubicBezTo>
                    <a:pt x="57030" y="444393"/>
                    <a:pt x="62029" y="422728"/>
                    <a:pt x="69695" y="400980"/>
                  </a:cubicBezTo>
                  <a:cubicBezTo>
                    <a:pt x="79028" y="374483"/>
                    <a:pt x="90527" y="347152"/>
                    <a:pt x="105692" y="323487"/>
                  </a:cubicBezTo>
                  <a:cubicBezTo>
                    <a:pt x="106526" y="322238"/>
                    <a:pt x="104526" y="320654"/>
                    <a:pt x="103609" y="321904"/>
                  </a:cubicBezTo>
                  <a:cubicBezTo>
                    <a:pt x="82944" y="347318"/>
                    <a:pt x="68113" y="377066"/>
                    <a:pt x="55863" y="407230"/>
                  </a:cubicBezTo>
                  <a:cubicBezTo>
                    <a:pt x="49031" y="424145"/>
                    <a:pt x="44698" y="442810"/>
                    <a:pt x="44447" y="461475"/>
                  </a:cubicBezTo>
                  <a:cubicBezTo>
                    <a:pt x="15534" y="430728"/>
                    <a:pt x="5951" y="386482"/>
                    <a:pt x="20533" y="345735"/>
                  </a:cubicBezTo>
                  <a:cubicBezTo>
                    <a:pt x="28450" y="323571"/>
                    <a:pt x="39865" y="304239"/>
                    <a:pt x="58779" y="289824"/>
                  </a:cubicBezTo>
                  <a:cubicBezTo>
                    <a:pt x="75778" y="276908"/>
                    <a:pt x="94276" y="266076"/>
                    <a:pt x="111192" y="253077"/>
                  </a:cubicBezTo>
                  <a:cubicBezTo>
                    <a:pt x="141189" y="229996"/>
                    <a:pt x="161187" y="201415"/>
                    <a:pt x="158937" y="162002"/>
                  </a:cubicBezTo>
                  <a:cubicBezTo>
                    <a:pt x="157521" y="137671"/>
                    <a:pt x="150938" y="115006"/>
                    <a:pt x="142439" y="92925"/>
                  </a:cubicBezTo>
                  <a:cubicBezTo>
                    <a:pt x="152688" y="104340"/>
                    <a:pt x="165687" y="113173"/>
                    <a:pt x="173436" y="126922"/>
                  </a:cubicBezTo>
                  <a:cubicBezTo>
                    <a:pt x="183519" y="144753"/>
                    <a:pt x="180768" y="163002"/>
                    <a:pt x="174769" y="181667"/>
                  </a:cubicBezTo>
                  <a:cubicBezTo>
                    <a:pt x="168603" y="200832"/>
                    <a:pt x="156605" y="217497"/>
                    <a:pt x="148189" y="235662"/>
                  </a:cubicBezTo>
                  <a:cubicBezTo>
                    <a:pt x="141023" y="251077"/>
                    <a:pt x="139022" y="266576"/>
                    <a:pt x="137606" y="283324"/>
                  </a:cubicBezTo>
                  <a:cubicBezTo>
                    <a:pt x="137356" y="285907"/>
                    <a:pt x="141355" y="285824"/>
                    <a:pt x="141606" y="283324"/>
                  </a:cubicBezTo>
                  <a:cubicBezTo>
                    <a:pt x="142856" y="269659"/>
                    <a:pt x="143939" y="255493"/>
                    <a:pt x="149855" y="242911"/>
                  </a:cubicBezTo>
                  <a:cubicBezTo>
                    <a:pt x="154604" y="232745"/>
                    <a:pt x="161937" y="223246"/>
                    <a:pt x="168020" y="213831"/>
                  </a:cubicBezTo>
                  <a:cubicBezTo>
                    <a:pt x="178353" y="197832"/>
                    <a:pt x="187518" y="181750"/>
                    <a:pt x="190351" y="162502"/>
                  </a:cubicBezTo>
                  <a:cubicBezTo>
                    <a:pt x="195601" y="127005"/>
                    <a:pt x="165854" y="104674"/>
                    <a:pt x="140022" y="86759"/>
                  </a:cubicBezTo>
                  <a:cubicBezTo>
                    <a:pt x="137606" y="80676"/>
                    <a:pt x="135023" y="74593"/>
                    <a:pt x="132440" y="68510"/>
                  </a:cubicBezTo>
                  <a:cubicBezTo>
                    <a:pt x="136439" y="72343"/>
                    <a:pt x="141023" y="75843"/>
                    <a:pt x="145189" y="79426"/>
                  </a:cubicBezTo>
                  <a:cubicBezTo>
                    <a:pt x="156271" y="89008"/>
                    <a:pt x="169520" y="95841"/>
                    <a:pt x="180935" y="105257"/>
                  </a:cubicBezTo>
                  <a:cubicBezTo>
                    <a:pt x="192184" y="114589"/>
                    <a:pt x="204267" y="123172"/>
                    <a:pt x="215015" y="133088"/>
                  </a:cubicBezTo>
                  <a:cubicBezTo>
                    <a:pt x="226764" y="143837"/>
                    <a:pt x="236180" y="156836"/>
                    <a:pt x="248180" y="167335"/>
                  </a:cubicBezTo>
                  <a:cubicBezTo>
                    <a:pt x="249762" y="168668"/>
                    <a:pt x="251595" y="168418"/>
                    <a:pt x="252845" y="167501"/>
                  </a:cubicBezTo>
                  <a:cubicBezTo>
                    <a:pt x="255512" y="170168"/>
                    <a:pt x="258262" y="172834"/>
                    <a:pt x="261095" y="175417"/>
                  </a:cubicBezTo>
                  <a:cubicBezTo>
                    <a:pt x="277843" y="190333"/>
                    <a:pt x="298092" y="200832"/>
                    <a:pt x="318256" y="210414"/>
                  </a:cubicBezTo>
                  <a:cubicBezTo>
                    <a:pt x="339421" y="220497"/>
                    <a:pt x="362502" y="228329"/>
                    <a:pt x="380750" y="243495"/>
                  </a:cubicBezTo>
                  <a:cubicBezTo>
                    <a:pt x="397916" y="257743"/>
                    <a:pt x="414414" y="277241"/>
                    <a:pt x="421914" y="298490"/>
                  </a:cubicBezTo>
                  <a:cubicBezTo>
                    <a:pt x="428913" y="318321"/>
                    <a:pt x="430746" y="344402"/>
                    <a:pt x="417247" y="361817"/>
                  </a:cubicBezTo>
                  <a:cubicBezTo>
                    <a:pt x="398832" y="319654"/>
                    <a:pt x="359002" y="293490"/>
                    <a:pt x="316256" y="275408"/>
                  </a:cubicBezTo>
                  <a:cubicBezTo>
                    <a:pt x="315673" y="274825"/>
                    <a:pt x="315256" y="275492"/>
                    <a:pt x="315757" y="275742"/>
                  </a:cubicBezTo>
                  <a:lnTo>
                    <a:pt x="315757" y="275742"/>
                  </a:lnTo>
                  <a:close/>
                </a:path>
              </a:pathLst>
            </a:custGeom>
            <a:grpFill/>
            <a:ln w="8332" cap="flat">
              <a:noFill/>
              <a:prstDash val="solid"/>
              <a:miter/>
            </a:ln>
          </p:spPr>
          <p:txBody>
            <a:bodyPr rtlCol="0" anchor="ctr"/>
            <a:lstStyle/>
            <a:p>
              <a:endParaRPr lang="en-US"/>
            </a:p>
          </p:txBody>
        </p:sp>
        <p:sp>
          <p:nvSpPr>
            <p:cNvPr id="1873" name="Freeform: Shape 1872"/>
            <p:cNvSpPr/>
            <p:nvPr/>
          </p:nvSpPr>
          <p:spPr>
            <a:xfrm>
              <a:off x="9408581" y="3540727"/>
              <a:ext cx="40825" cy="131597"/>
            </a:xfrm>
            <a:custGeom>
              <a:avLst/>
              <a:gdLst>
                <a:gd name="connsiteX0" fmla="*/ 33923 w 40825"/>
                <a:gd name="connsiteY0" fmla="*/ 714 h 131597"/>
                <a:gd name="connsiteX1" fmla="*/ 31006 w 40825"/>
                <a:gd name="connsiteY1" fmla="*/ 1964 h 131597"/>
                <a:gd name="connsiteX2" fmla="*/ 20841 w 40825"/>
                <a:gd name="connsiteY2" fmla="*/ 65208 h 131597"/>
                <a:gd name="connsiteX3" fmla="*/ 9 w 40825"/>
                <a:gd name="connsiteY3" fmla="*/ 131286 h 131597"/>
                <a:gd name="connsiteX4" fmla="*/ 510 w 40825"/>
                <a:gd name="connsiteY4" fmla="*/ 131452 h 131597"/>
                <a:gd name="connsiteX5" fmla="*/ 33173 w 40825"/>
                <a:gd name="connsiteY5" fmla="*/ 58542 h 131597"/>
                <a:gd name="connsiteX6" fmla="*/ 33923 w 40825"/>
                <a:gd name="connsiteY6" fmla="*/ 714 h 131597"/>
                <a:gd name="connsiteX7" fmla="*/ 33923 w 40825"/>
                <a:gd name="connsiteY7" fmla="*/ 714 h 131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825" h="131597">
                  <a:moveTo>
                    <a:pt x="33923" y="714"/>
                  </a:moveTo>
                  <a:cubicBezTo>
                    <a:pt x="32923" y="-702"/>
                    <a:pt x="30590" y="131"/>
                    <a:pt x="31006" y="1964"/>
                  </a:cubicBezTo>
                  <a:cubicBezTo>
                    <a:pt x="35840" y="23129"/>
                    <a:pt x="27007" y="45627"/>
                    <a:pt x="20841" y="65208"/>
                  </a:cubicBezTo>
                  <a:cubicBezTo>
                    <a:pt x="13842" y="87456"/>
                    <a:pt x="3925" y="108204"/>
                    <a:pt x="9" y="131286"/>
                  </a:cubicBezTo>
                  <a:cubicBezTo>
                    <a:pt x="-74" y="131619"/>
                    <a:pt x="426" y="131702"/>
                    <a:pt x="510" y="131452"/>
                  </a:cubicBezTo>
                  <a:cubicBezTo>
                    <a:pt x="6592" y="105371"/>
                    <a:pt x="22341" y="82707"/>
                    <a:pt x="33173" y="58542"/>
                  </a:cubicBezTo>
                  <a:cubicBezTo>
                    <a:pt x="40589" y="42211"/>
                    <a:pt x="45505" y="16546"/>
                    <a:pt x="33923" y="714"/>
                  </a:cubicBezTo>
                  <a:lnTo>
                    <a:pt x="33923" y="714"/>
                  </a:lnTo>
                  <a:close/>
                </a:path>
              </a:pathLst>
            </a:custGeom>
            <a:grpFill/>
            <a:ln w="8332" cap="flat">
              <a:noFill/>
              <a:prstDash val="solid"/>
              <a:miter/>
            </a:ln>
          </p:spPr>
          <p:txBody>
            <a:bodyPr rtlCol="0" anchor="ctr"/>
            <a:lstStyle/>
            <a:p>
              <a:endParaRPr lang="en-US"/>
            </a:p>
          </p:txBody>
        </p:sp>
        <p:sp>
          <p:nvSpPr>
            <p:cNvPr id="1874" name="Freeform: Shape 1873"/>
            <p:cNvSpPr/>
            <p:nvPr/>
          </p:nvSpPr>
          <p:spPr>
            <a:xfrm>
              <a:off x="9455590" y="3670356"/>
              <a:ext cx="103209" cy="67078"/>
            </a:xfrm>
            <a:custGeom>
              <a:avLst/>
              <a:gdLst>
                <a:gd name="connsiteX0" fmla="*/ 102819 w 103209"/>
                <a:gd name="connsiteY0" fmla="*/ 62901 h 67078"/>
                <a:gd name="connsiteX1" fmla="*/ 57657 w 103209"/>
                <a:gd name="connsiteY1" fmla="*/ 12323 h 67078"/>
                <a:gd name="connsiteX2" fmla="*/ 495 w 103209"/>
                <a:gd name="connsiteY2" fmla="*/ 7156 h 67078"/>
                <a:gd name="connsiteX3" fmla="*/ 2079 w 103209"/>
                <a:gd name="connsiteY3" fmla="*/ 9906 h 67078"/>
                <a:gd name="connsiteX4" fmla="*/ 60407 w 103209"/>
                <a:gd name="connsiteY4" fmla="*/ 25822 h 67078"/>
                <a:gd name="connsiteX5" fmla="*/ 97820 w 103209"/>
                <a:gd name="connsiteY5" fmla="*/ 65734 h 67078"/>
                <a:gd name="connsiteX6" fmla="*/ 102819 w 103209"/>
                <a:gd name="connsiteY6" fmla="*/ 62901 h 67078"/>
                <a:gd name="connsiteX7" fmla="*/ 102819 w 103209"/>
                <a:gd name="connsiteY7" fmla="*/ 62901 h 67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209" h="67078">
                  <a:moveTo>
                    <a:pt x="102819" y="62901"/>
                  </a:moveTo>
                  <a:cubicBezTo>
                    <a:pt x="91237" y="41153"/>
                    <a:pt x="79821" y="24322"/>
                    <a:pt x="57657" y="12323"/>
                  </a:cubicBezTo>
                  <a:cubicBezTo>
                    <a:pt x="40325" y="2907"/>
                    <a:pt x="17827" y="-7176"/>
                    <a:pt x="495" y="7156"/>
                  </a:cubicBezTo>
                  <a:cubicBezTo>
                    <a:pt x="-754" y="8240"/>
                    <a:pt x="578" y="10490"/>
                    <a:pt x="2079" y="9906"/>
                  </a:cubicBezTo>
                  <a:cubicBezTo>
                    <a:pt x="22077" y="2824"/>
                    <a:pt x="43908" y="15739"/>
                    <a:pt x="60407" y="25822"/>
                  </a:cubicBezTo>
                  <a:cubicBezTo>
                    <a:pt x="76072" y="35404"/>
                    <a:pt x="87321" y="51069"/>
                    <a:pt x="97820" y="65734"/>
                  </a:cubicBezTo>
                  <a:cubicBezTo>
                    <a:pt x="99987" y="68734"/>
                    <a:pt x="104570" y="66235"/>
                    <a:pt x="102819" y="62901"/>
                  </a:cubicBezTo>
                  <a:lnTo>
                    <a:pt x="102819" y="62901"/>
                  </a:lnTo>
                  <a:close/>
                </a:path>
              </a:pathLst>
            </a:custGeom>
            <a:grpFill/>
            <a:ln w="8332" cap="flat">
              <a:noFill/>
              <a:prstDash val="solid"/>
              <a:miter/>
            </a:ln>
          </p:spPr>
          <p:txBody>
            <a:bodyPr rtlCol="0" anchor="ctr"/>
            <a:lstStyle/>
            <a:p>
              <a:endParaRPr lang="en-US"/>
            </a:p>
          </p:txBody>
        </p:sp>
        <p:sp>
          <p:nvSpPr>
            <p:cNvPr id="1875" name="Freeform: Shape 1874"/>
            <p:cNvSpPr/>
            <p:nvPr/>
          </p:nvSpPr>
          <p:spPr>
            <a:xfrm>
              <a:off x="9610450" y="3139316"/>
              <a:ext cx="413058" cy="515539"/>
            </a:xfrm>
            <a:custGeom>
              <a:avLst/>
              <a:gdLst>
                <a:gd name="connsiteX0" fmla="*/ 405252 w 413058"/>
                <a:gd name="connsiteY0" fmla="*/ 203059 h 515539"/>
                <a:gd name="connsiteX1" fmla="*/ 394503 w 413058"/>
                <a:gd name="connsiteY1" fmla="*/ 172146 h 515539"/>
                <a:gd name="connsiteX2" fmla="*/ 404002 w 413058"/>
                <a:gd name="connsiteY2" fmla="*/ 142148 h 515539"/>
                <a:gd name="connsiteX3" fmla="*/ 391087 w 413058"/>
                <a:gd name="connsiteY3" fmla="*/ 88737 h 515539"/>
                <a:gd name="connsiteX4" fmla="*/ 345341 w 413058"/>
                <a:gd name="connsiteY4" fmla="*/ 79654 h 515539"/>
                <a:gd name="connsiteX5" fmla="*/ 349257 w 413058"/>
                <a:gd name="connsiteY5" fmla="*/ 64155 h 515539"/>
                <a:gd name="connsiteX6" fmla="*/ 347673 w 413058"/>
                <a:gd name="connsiteY6" fmla="*/ 46990 h 515539"/>
                <a:gd name="connsiteX7" fmla="*/ 327509 w 413058"/>
                <a:gd name="connsiteY7" fmla="*/ 16076 h 515539"/>
                <a:gd name="connsiteX8" fmla="*/ 269597 w 413058"/>
                <a:gd name="connsiteY8" fmla="*/ 29992 h 515539"/>
                <a:gd name="connsiteX9" fmla="*/ 188105 w 413058"/>
                <a:gd name="connsiteY9" fmla="*/ 494 h 515539"/>
                <a:gd name="connsiteX10" fmla="*/ 151941 w 413058"/>
                <a:gd name="connsiteY10" fmla="*/ 12660 h 515539"/>
                <a:gd name="connsiteX11" fmla="*/ 131193 w 413058"/>
                <a:gd name="connsiteY11" fmla="*/ 40074 h 515539"/>
                <a:gd name="connsiteX12" fmla="*/ 105195 w 413058"/>
                <a:gd name="connsiteY12" fmla="*/ 52490 h 515539"/>
                <a:gd name="connsiteX13" fmla="*/ 85115 w 413058"/>
                <a:gd name="connsiteY13" fmla="*/ 56323 h 515539"/>
                <a:gd name="connsiteX14" fmla="*/ 52867 w 413058"/>
                <a:gd name="connsiteY14" fmla="*/ 80154 h 515539"/>
                <a:gd name="connsiteX15" fmla="*/ 41534 w 413058"/>
                <a:gd name="connsiteY15" fmla="*/ 145731 h 515539"/>
                <a:gd name="connsiteX16" fmla="*/ 28453 w 413058"/>
                <a:gd name="connsiteY16" fmla="*/ 154481 h 515539"/>
                <a:gd name="connsiteX17" fmla="*/ 14288 w 413058"/>
                <a:gd name="connsiteY17" fmla="*/ 169646 h 515539"/>
                <a:gd name="connsiteX18" fmla="*/ 38 w 413058"/>
                <a:gd name="connsiteY18" fmla="*/ 209809 h 515539"/>
                <a:gd name="connsiteX19" fmla="*/ 50451 w 413058"/>
                <a:gd name="connsiteY19" fmla="*/ 272137 h 515539"/>
                <a:gd name="connsiteX20" fmla="*/ 72865 w 413058"/>
                <a:gd name="connsiteY20" fmla="*/ 273470 h 515539"/>
                <a:gd name="connsiteX21" fmla="*/ 91197 w 413058"/>
                <a:gd name="connsiteY21" fmla="*/ 270470 h 515539"/>
                <a:gd name="connsiteX22" fmla="*/ 103363 w 413058"/>
                <a:gd name="connsiteY22" fmla="*/ 286885 h 515539"/>
                <a:gd name="connsiteX23" fmla="*/ 111695 w 413058"/>
                <a:gd name="connsiteY23" fmla="*/ 292885 h 515539"/>
                <a:gd name="connsiteX24" fmla="*/ 112029 w 413058"/>
                <a:gd name="connsiteY24" fmla="*/ 395626 h 515539"/>
                <a:gd name="connsiteX25" fmla="*/ 105863 w 413058"/>
                <a:gd name="connsiteY25" fmla="*/ 460953 h 515539"/>
                <a:gd name="connsiteX26" fmla="*/ 100779 w 413058"/>
                <a:gd name="connsiteY26" fmla="*/ 488284 h 515539"/>
                <a:gd name="connsiteX27" fmla="*/ 101279 w 413058"/>
                <a:gd name="connsiteY27" fmla="*/ 500616 h 515539"/>
                <a:gd name="connsiteX28" fmla="*/ 107779 w 413058"/>
                <a:gd name="connsiteY28" fmla="*/ 504366 h 515539"/>
                <a:gd name="connsiteX29" fmla="*/ 155274 w 413058"/>
                <a:gd name="connsiteY29" fmla="*/ 506449 h 515539"/>
                <a:gd name="connsiteX30" fmla="*/ 197937 w 413058"/>
                <a:gd name="connsiteY30" fmla="*/ 515531 h 515539"/>
                <a:gd name="connsiteX31" fmla="*/ 228268 w 413058"/>
                <a:gd name="connsiteY31" fmla="*/ 466286 h 515539"/>
                <a:gd name="connsiteX32" fmla="*/ 241516 w 413058"/>
                <a:gd name="connsiteY32" fmla="*/ 372877 h 515539"/>
                <a:gd name="connsiteX33" fmla="*/ 256933 w 413058"/>
                <a:gd name="connsiteY33" fmla="*/ 313133 h 515539"/>
                <a:gd name="connsiteX34" fmla="*/ 258765 w 413058"/>
                <a:gd name="connsiteY34" fmla="*/ 317966 h 515539"/>
                <a:gd name="connsiteX35" fmla="*/ 275097 w 413058"/>
                <a:gd name="connsiteY35" fmla="*/ 337964 h 515539"/>
                <a:gd name="connsiteX36" fmla="*/ 329592 w 413058"/>
                <a:gd name="connsiteY36" fmla="*/ 354879 h 515539"/>
                <a:gd name="connsiteX37" fmla="*/ 372589 w 413058"/>
                <a:gd name="connsiteY37" fmla="*/ 323882 h 515539"/>
                <a:gd name="connsiteX38" fmla="*/ 389837 w 413058"/>
                <a:gd name="connsiteY38" fmla="*/ 298301 h 515539"/>
                <a:gd name="connsiteX39" fmla="*/ 405419 w 413058"/>
                <a:gd name="connsiteY39" fmla="*/ 267887 h 515539"/>
                <a:gd name="connsiteX40" fmla="*/ 405252 w 413058"/>
                <a:gd name="connsiteY40" fmla="*/ 203059 h 515539"/>
                <a:gd name="connsiteX41" fmla="*/ 405252 w 413058"/>
                <a:gd name="connsiteY41" fmla="*/ 203059 h 515539"/>
                <a:gd name="connsiteX42" fmla="*/ 234351 w 413058"/>
                <a:gd name="connsiteY42" fmla="*/ 340880 h 515539"/>
                <a:gd name="connsiteX43" fmla="*/ 219352 w 413058"/>
                <a:gd name="connsiteY43" fmla="*/ 427706 h 515539"/>
                <a:gd name="connsiteX44" fmla="*/ 213020 w 413058"/>
                <a:gd name="connsiteY44" fmla="*/ 470452 h 515539"/>
                <a:gd name="connsiteX45" fmla="*/ 209186 w 413058"/>
                <a:gd name="connsiteY45" fmla="*/ 489200 h 515539"/>
                <a:gd name="connsiteX46" fmla="*/ 187355 w 413058"/>
                <a:gd name="connsiteY46" fmla="*/ 499033 h 515539"/>
                <a:gd name="connsiteX47" fmla="*/ 116195 w 413058"/>
                <a:gd name="connsiteY47" fmla="*/ 488951 h 515539"/>
                <a:gd name="connsiteX48" fmla="*/ 118611 w 413058"/>
                <a:gd name="connsiteY48" fmla="*/ 477452 h 515539"/>
                <a:gd name="connsiteX49" fmla="*/ 121777 w 413058"/>
                <a:gd name="connsiteY49" fmla="*/ 448954 h 515539"/>
                <a:gd name="connsiteX50" fmla="*/ 125361 w 413058"/>
                <a:gd name="connsiteY50" fmla="*/ 386793 h 515539"/>
                <a:gd name="connsiteX51" fmla="*/ 119111 w 413058"/>
                <a:gd name="connsiteY51" fmla="*/ 296218 h 515539"/>
                <a:gd name="connsiteX52" fmla="*/ 164107 w 413058"/>
                <a:gd name="connsiteY52" fmla="*/ 287885 h 515539"/>
                <a:gd name="connsiteX53" fmla="*/ 161857 w 413058"/>
                <a:gd name="connsiteY53" fmla="*/ 304884 h 515539"/>
                <a:gd name="connsiteX54" fmla="*/ 155024 w 413058"/>
                <a:gd name="connsiteY54" fmla="*/ 351963 h 515539"/>
                <a:gd name="connsiteX55" fmla="*/ 179356 w 413058"/>
                <a:gd name="connsiteY55" fmla="*/ 391959 h 515539"/>
                <a:gd name="connsiteX56" fmla="*/ 205270 w 413058"/>
                <a:gd name="connsiteY56" fmla="*/ 387043 h 515539"/>
                <a:gd name="connsiteX57" fmla="*/ 213686 w 413058"/>
                <a:gd name="connsiteY57" fmla="*/ 363795 h 515539"/>
                <a:gd name="connsiteX58" fmla="*/ 217353 w 413058"/>
                <a:gd name="connsiteY58" fmla="*/ 325382 h 515539"/>
                <a:gd name="connsiteX59" fmla="*/ 220768 w 413058"/>
                <a:gd name="connsiteY59" fmla="*/ 300551 h 515539"/>
                <a:gd name="connsiteX60" fmla="*/ 221352 w 413058"/>
                <a:gd name="connsiteY60" fmla="*/ 293551 h 515539"/>
                <a:gd name="connsiteX61" fmla="*/ 237934 w 413058"/>
                <a:gd name="connsiteY61" fmla="*/ 296051 h 515539"/>
                <a:gd name="connsiteX62" fmla="*/ 253349 w 413058"/>
                <a:gd name="connsiteY62" fmla="*/ 292801 h 515539"/>
                <a:gd name="connsiteX63" fmla="*/ 234351 w 413058"/>
                <a:gd name="connsiteY63" fmla="*/ 340880 h 515539"/>
                <a:gd name="connsiteX64" fmla="*/ 234351 w 413058"/>
                <a:gd name="connsiteY64" fmla="*/ 340880 h 515539"/>
                <a:gd name="connsiteX65" fmla="*/ 166274 w 413058"/>
                <a:gd name="connsiteY65" fmla="*/ 353463 h 515539"/>
                <a:gd name="connsiteX66" fmla="*/ 169856 w 413058"/>
                <a:gd name="connsiteY66" fmla="*/ 325465 h 515539"/>
                <a:gd name="connsiteX67" fmla="*/ 171940 w 413058"/>
                <a:gd name="connsiteY67" fmla="*/ 281053 h 515539"/>
                <a:gd name="connsiteX68" fmla="*/ 183272 w 413058"/>
                <a:gd name="connsiteY68" fmla="*/ 267387 h 515539"/>
                <a:gd name="connsiteX69" fmla="*/ 196354 w 413058"/>
                <a:gd name="connsiteY69" fmla="*/ 282802 h 515539"/>
                <a:gd name="connsiteX70" fmla="*/ 209353 w 413058"/>
                <a:gd name="connsiteY70" fmla="*/ 289718 h 515539"/>
                <a:gd name="connsiteX71" fmla="*/ 205437 w 413058"/>
                <a:gd name="connsiteY71" fmla="*/ 322632 h 515539"/>
                <a:gd name="connsiteX72" fmla="*/ 203020 w 413058"/>
                <a:gd name="connsiteY72" fmla="*/ 348880 h 515539"/>
                <a:gd name="connsiteX73" fmla="*/ 193271 w 413058"/>
                <a:gd name="connsiteY73" fmla="*/ 378710 h 515539"/>
                <a:gd name="connsiteX74" fmla="*/ 168441 w 413058"/>
                <a:gd name="connsiteY74" fmla="*/ 371128 h 515539"/>
                <a:gd name="connsiteX75" fmla="*/ 166274 w 413058"/>
                <a:gd name="connsiteY75" fmla="*/ 353463 h 515539"/>
                <a:gd name="connsiteX76" fmla="*/ 166274 w 413058"/>
                <a:gd name="connsiteY76" fmla="*/ 353463 h 515539"/>
                <a:gd name="connsiteX77" fmla="*/ 394586 w 413058"/>
                <a:gd name="connsiteY77" fmla="*/ 254555 h 515539"/>
                <a:gd name="connsiteX78" fmla="*/ 369922 w 413058"/>
                <a:gd name="connsiteY78" fmla="*/ 303967 h 515539"/>
                <a:gd name="connsiteX79" fmla="*/ 339175 w 413058"/>
                <a:gd name="connsiteY79" fmla="*/ 336048 h 515539"/>
                <a:gd name="connsiteX80" fmla="*/ 288512 w 413058"/>
                <a:gd name="connsiteY80" fmla="*/ 328298 h 515539"/>
                <a:gd name="connsiteX81" fmla="*/ 269764 w 413058"/>
                <a:gd name="connsiteY81" fmla="*/ 308217 h 515539"/>
                <a:gd name="connsiteX82" fmla="*/ 264848 w 413058"/>
                <a:gd name="connsiteY82" fmla="*/ 283802 h 515539"/>
                <a:gd name="connsiteX83" fmla="*/ 258599 w 413058"/>
                <a:gd name="connsiteY83" fmla="*/ 279053 h 515539"/>
                <a:gd name="connsiteX84" fmla="*/ 229601 w 413058"/>
                <a:gd name="connsiteY84" fmla="*/ 282302 h 515539"/>
                <a:gd name="connsiteX85" fmla="*/ 194271 w 413058"/>
                <a:gd name="connsiteY85" fmla="*/ 261304 h 515539"/>
                <a:gd name="connsiteX86" fmla="*/ 181105 w 413058"/>
                <a:gd name="connsiteY86" fmla="*/ 252138 h 515539"/>
                <a:gd name="connsiteX87" fmla="*/ 165024 w 413058"/>
                <a:gd name="connsiteY87" fmla="*/ 268220 h 515539"/>
                <a:gd name="connsiteX88" fmla="*/ 127027 w 413058"/>
                <a:gd name="connsiteY88" fmla="*/ 282552 h 515539"/>
                <a:gd name="connsiteX89" fmla="*/ 102196 w 413058"/>
                <a:gd name="connsiteY89" fmla="*/ 258638 h 515539"/>
                <a:gd name="connsiteX90" fmla="*/ 85948 w 413058"/>
                <a:gd name="connsiteY90" fmla="*/ 253972 h 515539"/>
                <a:gd name="connsiteX91" fmla="*/ 42701 w 413058"/>
                <a:gd name="connsiteY91" fmla="*/ 252555 h 515539"/>
                <a:gd name="connsiteX92" fmla="*/ 25036 w 413058"/>
                <a:gd name="connsiteY92" fmla="*/ 182145 h 515539"/>
                <a:gd name="connsiteX93" fmla="*/ 48034 w 413058"/>
                <a:gd name="connsiteY93" fmla="*/ 158730 h 515539"/>
                <a:gd name="connsiteX94" fmla="*/ 57700 w 413058"/>
                <a:gd name="connsiteY94" fmla="*/ 147315 h 515539"/>
                <a:gd name="connsiteX95" fmla="*/ 55033 w 413058"/>
                <a:gd name="connsiteY95" fmla="*/ 139399 h 515539"/>
                <a:gd name="connsiteX96" fmla="*/ 52701 w 413058"/>
                <a:gd name="connsiteY96" fmla="*/ 119650 h 515539"/>
                <a:gd name="connsiteX97" fmla="*/ 72616 w 413058"/>
                <a:gd name="connsiteY97" fmla="*/ 83654 h 515539"/>
                <a:gd name="connsiteX98" fmla="*/ 107612 w 413058"/>
                <a:gd name="connsiteY98" fmla="*/ 69238 h 515539"/>
                <a:gd name="connsiteX99" fmla="*/ 136027 w 413058"/>
                <a:gd name="connsiteY99" fmla="*/ 62822 h 515539"/>
                <a:gd name="connsiteX100" fmla="*/ 147275 w 413058"/>
                <a:gd name="connsiteY100" fmla="*/ 40158 h 515539"/>
                <a:gd name="connsiteX101" fmla="*/ 182022 w 413058"/>
                <a:gd name="connsiteY101" fmla="*/ 12160 h 515539"/>
                <a:gd name="connsiteX102" fmla="*/ 268181 w 413058"/>
                <a:gd name="connsiteY102" fmla="*/ 36908 h 515539"/>
                <a:gd name="connsiteX103" fmla="*/ 268181 w 413058"/>
                <a:gd name="connsiteY103" fmla="*/ 37158 h 515539"/>
                <a:gd name="connsiteX104" fmla="*/ 279513 w 413058"/>
                <a:gd name="connsiteY104" fmla="*/ 37158 h 515539"/>
                <a:gd name="connsiteX105" fmla="*/ 312844 w 413058"/>
                <a:gd name="connsiteY105" fmla="*/ 24076 h 515539"/>
                <a:gd name="connsiteX106" fmla="*/ 333342 w 413058"/>
                <a:gd name="connsiteY106" fmla="*/ 44907 h 515539"/>
                <a:gd name="connsiteX107" fmla="*/ 334175 w 413058"/>
                <a:gd name="connsiteY107" fmla="*/ 71988 h 515539"/>
                <a:gd name="connsiteX108" fmla="*/ 330842 w 413058"/>
                <a:gd name="connsiteY108" fmla="*/ 90320 h 515539"/>
                <a:gd name="connsiteX109" fmla="*/ 339758 w 413058"/>
                <a:gd name="connsiteY109" fmla="*/ 95403 h 515539"/>
                <a:gd name="connsiteX110" fmla="*/ 365756 w 413058"/>
                <a:gd name="connsiteY110" fmla="*/ 91903 h 515539"/>
                <a:gd name="connsiteX111" fmla="*/ 389503 w 413058"/>
                <a:gd name="connsiteY111" fmla="*/ 114651 h 515539"/>
                <a:gd name="connsiteX112" fmla="*/ 378755 w 413058"/>
                <a:gd name="connsiteY112" fmla="*/ 168479 h 515539"/>
                <a:gd name="connsiteX113" fmla="*/ 379004 w 413058"/>
                <a:gd name="connsiteY113" fmla="*/ 196727 h 515539"/>
                <a:gd name="connsiteX114" fmla="*/ 394836 w 413058"/>
                <a:gd name="connsiteY114" fmla="*/ 218558 h 515539"/>
                <a:gd name="connsiteX115" fmla="*/ 394586 w 413058"/>
                <a:gd name="connsiteY115" fmla="*/ 254555 h 515539"/>
                <a:gd name="connsiteX116" fmla="*/ 394586 w 413058"/>
                <a:gd name="connsiteY116" fmla="*/ 254555 h 515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Lst>
              <a:rect l="l" t="t" r="r" b="b"/>
              <a:pathLst>
                <a:path w="413058" h="515539">
                  <a:moveTo>
                    <a:pt x="405252" y="203059"/>
                  </a:moveTo>
                  <a:cubicBezTo>
                    <a:pt x="397836" y="190394"/>
                    <a:pt x="388087" y="189394"/>
                    <a:pt x="394503" y="172146"/>
                  </a:cubicBezTo>
                  <a:cubicBezTo>
                    <a:pt x="398420" y="161813"/>
                    <a:pt x="402586" y="153397"/>
                    <a:pt x="404002" y="142148"/>
                  </a:cubicBezTo>
                  <a:cubicBezTo>
                    <a:pt x="406585" y="122150"/>
                    <a:pt x="405836" y="103735"/>
                    <a:pt x="391087" y="88737"/>
                  </a:cubicBezTo>
                  <a:cubicBezTo>
                    <a:pt x="377672" y="75071"/>
                    <a:pt x="362006" y="76821"/>
                    <a:pt x="345341" y="79654"/>
                  </a:cubicBezTo>
                  <a:cubicBezTo>
                    <a:pt x="346674" y="74571"/>
                    <a:pt x="349090" y="68822"/>
                    <a:pt x="349257" y="64155"/>
                  </a:cubicBezTo>
                  <a:cubicBezTo>
                    <a:pt x="349424" y="58489"/>
                    <a:pt x="348757" y="52573"/>
                    <a:pt x="347673" y="46990"/>
                  </a:cubicBezTo>
                  <a:cubicBezTo>
                    <a:pt x="345174" y="34408"/>
                    <a:pt x="339092" y="22409"/>
                    <a:pt x="327509" y="16076"/>
                  </a:cubicBezTo>
                  <a:cubicBezTo>
                    <a:pt x="309427" y="6077"/>
                    <a:pt x="277264" y="8494"/>
                    <a:pt x="269597" y="29992"/>
                  </a:cubicBezTo>
                  <a:cubicBezTo>
                    <a:pt x="244850" y="14243"/>
                    <a:pt x="218685" y="-3172"/>
                    <a:pt x="188105" y="494"/>
                  </a:cubicBezTo>
                  <a:cubicBezTo>
                    <a:pt x="175356" y="1994"/>
                    <a:pt x="162774" y="5494"/>
                    <a:pt x="151941" y="12660"/>
                  </a:cubicBezTo>
                  <a:cubicBezTo>
                    <a:pt x="140359" y="20326"/>
                    <a:pt x="136276" y="27825"/>
                    <a:pt x="131193" y="40074"/>
                  </a:cubicBezTo>
                  <a:cubicBezTo>
                    <a:pt x="126361" y="51906"/>
                    <a:pt x="116611" y="51323"/>
                    <a:pt x="105195" y="52490"/>
                  </a:cubicBezTo>
                  <a:cubicBezTo>
                    <a:pt x="98280" y="53156"/>
                    <a:pt x="91697" y="53740"/>
                    <a:pt x="85115" y="56323"/>
                  </a:cubicBezTo>
                  <a:cubicBezTo>
                    <a:pt x="72782" y="61156"/>
                    <a:pt x="61366" y="70155"/>
                    <a:pt x="52867" y="80154"/>
                  </a:cubicBezTo>
                  <a:cubicBezTo>
                    <a:pt x="36452" y="99485"/>
                    <a:pt x="33369" y="122900"/>
                    <a:pt x="41534" y="145731"/>
                  </a:cubicBezTo>
                  <a:cubicBezTo>
                    <a:pt x="37869" y="148981"/>
                    <a:pt x="31619" y="151731"/>
                    <a:pt x="28453" y="154481"/>
                  </a:cubicBezTo>
                  <a:cubicBezTo>
                    <a:pt x="23203" y="158980"/>
                    <a:pt x="18371" y="164063"/>
                    <a:pt x="14288" y="169646"/>
                  </a:cubicBezTo>
                  <a:cubicBezTo>
                    <a:pt x="5705" y="181228"/>
                    <a:pt x="539" y="195310"/>
                    <a:pt x="38" y="209809"/>
                  </a:cubicBezTo>
                  <a:cubicBezTo>
                    <a:pt x="-1045" y="239890"/>
                    <a:pt x="20953" y="266887"/>
                    <a:pt x="50451" y="272137"/>
                  </a:cubicBezTo>
                  <a:cubicBezTo>
                    <a:pt x="57700" y="273470"/>
                    <a:pt x="65532" y="273886"/>
                    <a:pt x="72865" y="273470"/>
                  </a:cubicBezTo>
                  <a:cubicBezTo>
                    <a:pt x="77365" y="273220"/>
                    <a:pt x="87530" y="269054"/>
                    <a:pt x="91197" y="270470"/>
                  </a:cubicBezTo>
                  <a:cubicBezTo>
                    <a:pt x="94696" y="271803"/>
                    <a:pt x="100029" y="283719"/>
                    <a:pt x="103363" y="286885"/>
                  </a:cubicBezTo>
                  <a:cubicBezTo>
                    <a:pt x="105863" y="289302"/>
                    <a:pt x="108696" y="291218"/>
                    <a:pt x="111695" y="292885"/>
                  </a:cubicBezTo>
                  <a:cubicBezTo>
                    <a:pt x="112361" y="327215"/>
                    <a:pt x="114778" y="361212"/>
                    <a:pt x="112029" y="395626"/>
                  </a:cubicBezTo>
                  <a:cubicBezTo>
                    <a:pt x="110278" y="417457"/>
                    <a:pt x="108529" y="439288"/>
                    <a:pt x="105863" y="460953"/>
                  </a:cubicBezTo>
                  <a:cubicBezTo>
                    <a:pt x="104696" y="470285"/>
                    <a:pt x="103196" y="479201"/>
                    <a:pt x="100779" y="488284"/>
                  </a:cubicBezTo>
                  <a:cubicBezTo>
                    <a:pt x="99446" y="493450"/>
                    <a:pt x="98779" y="495616"/>
                    <a:pt x="101279" y="500616"/>
                  </a:cubicBezTo>
                  <a:cubicBezTo>
                    <a:pt x="102363" y="502782"/>
                    <a:pt x="105279" y="504532"/>
                    <a:pt x="107779" y="504366"/>
                  </a:cubicBezTo>
                  <a:cubicBezTo>
                    <a:pt x="123777" y="502949"/>
                    <a:pt x="139359" y="503949"/>
                    <a:pt x="155274" y="506449"/>
                  </a:cubicBezTo>
                  <a:cubicBezTo>
                    <a:pt x="169274" y="508699"/>
                    <a:pt x="183689" y="515198"/>
                    <a:pt x="197937" y="515531"/>
                  </a:cubicBezTo>
                  <a:cubicBezTo>
                    <a:pt x="224102" y="516115"/>
                    <a:pt x="225018" y="485451"/>
                    <a:pt x="228268" y="466286"/>
                  </a:cubicBezTo>
                  <a:cubicBezTo>
                    <a:pt x="233517" y="435289"/>
                    <a:pt x="235434" y="403792"/>
                    <a:pt x="241516" y="372877"/>
                  </a:cubicBezTo>
                  <a:cubicBezTo>
                    <a:pt x="245267" y="353629"/>
                    <a:pt x="250099" y="332548"/>
                    <a:pt x="256933" y="313133"/>
                  </a:cubicBezTo>
                  <a:cubicBezTo>
                    <a:pt x="257432" y="314716"/>
                    <a:pt x="258016" y="316383"/>
                    <a:pt x="258765" y="317966"/>
                  </a:cubicBezTo>
                  <a:cubicBezTo>
                    <a:pt x="262598" y="325798"/>
                    <a:pt x="268265" y="332631"/>
                    <a:pt x="275097" y="337964"/>
                  </a:cubicBezTo>
                  <a:cubicBezTo>
                    <a:pt x="290013" y="349546"/>
                    <a:pt x="310761" y="356962"/>
                    <a:pt x="329592" y="354879"/>
                  </a:cubicBezTo>
                  <a:cubicBezTo>
                    <a:pt x="351174" y="352463"/>
                    <a:pt x="364422" y="343547"/>
                    <a:pt x="372589" y="323882"/>
                  </a:cubicBezTo>
                  <a:cubicBezTo>
                    <a:pt x="376588" y="314299"/>
                    <a:pt x="384420" y="307217"/>
                    <a:pt x="389837" y="298301"/>
                  </a:cubicBezTo>
                  <a:cubicBezTo>
                    <a:pt x="395669" y="288552"/>
                    <a:pt x="401086" y="278303"/>
                    <a:pt x="405419" y="267887"/>
                  </a:cubicBezTo>
                  <a:cubicBezTo>
                    <a:pt x="414085" y="247389"/>
                    <a:pt x="417085" y="223141"/>
                    <a:pt x="405252" y="203059"/>
                  </a:cubicBezTo>
                  <a:lnTo>
                    <a:pt x="405252" y="203059"/>
                  </a:lnTo>
                  <a:close/>
                  <a:moveTo>
                    <a:pt x="234351" y="340880"/>
                  </a:moveTo>
                  <a:cubicBezTo>
                    <a:pt x="226602" y="369461"/>
                    <a:pt x="223352" y="398459"/>
                    <a:pt x="219352" y="427706"/>
                  </a:cubicBezTo>
                  <a:cubicBezTo>
                    <a:pt x="217435" y="441955"/>
                    <a:pt x="215686" y="456287"/>
                    <a:pt x="213020" y="470452"/>
                  </a:cubicBezTo>
                  <a:cubicBezTo>
                    <a:pt x="211853" y="476452"/>
                    <a:pt x="211353" y="483534"/>
                    <a:pt x="209186" y="489200"/>
                  </a:cubicBezTo>
                  <a:cubicBezTo>
                    <a:pt x="205186" y="499866"/>
                    <a:pt x="198187" y="501533"/>
                    <a:pt x="187355" y="499033"/>
                  </a:cubicBezTo>
                  <a:cubicBezTo>
                    <a:pt x="163774" y="493533"/>
                    <a:pt x="140359" y="488534"/>
                    <a:pt x="116195" y="488951"/>
                  </a:cubicBezTo>
                  <a:cubicBezTo>
                    <a:pt x="117444" y="485284"/>
                    <a:pt x="118028" y="481284"/>
                    <a:pt x="118611" y="477452"/>
                  </a:cubicBezTo>
                  <a:cubicBezTo>
                    <a:pt x="120195" y="468036"/>
                    <a:pt x="121028" y="458453"/>
                    <a:pt x="121777" y="448954"/>
                  </a:cubicBezTo>
                  <a:cubicBezTo>
                    <a:pt x="123278" y="428206"/>
                    <a:pt x="124277" y="407458"/>
                    <a:pt x="125361" y="386793"/>
                  </a:cubicBezTo>
                  <a:cubicBezTo>
                    <a:pt x="126943" y="356296"/>
                    <a:pt x="123528" y="326132"/>
                    <a:pt x="119111" y="296218"/>
                  </a:cubicBezTo>
                  <a:cubicBezTo>
                    <a:pt x="136027" y="302550"/>
                    <a:pt x="151442" y="297634"/>
                    <a:pt x="164107" y="287885"/>
                  </a:cubicBezTo>
                  <a:cubicBezTo>
                    <a:pt x="163108" y="293551"/>
                    <a:pt x="162607" y="299217"/>
                    <a:pt x="161857" y="304884"/>
                  </a:cubicBezTo>
                  <a:cubicBezTo>
                    <a:pt x="159691" y="320549"/>
                    <a:pt x="157107" y="336214"/>
                    <a:pt x="155024" y="351963"/>
                  </a:cubicBezTo>
                  <a:cubicBezTo>
                    <a:pt x="152525" y="370794"/>
                    <a:pt x="157524" y="389459"/>
                    <a:pt x="179356" y="391959"/>
                  </a:cubicBezTo>
                  <a:cubicBezTo>
                    <a:pt x="187271" y="392876"/>
                    <a:pt x="198604" y="391959"/>
                    <a:pt x="205270" y="387043"/>
                  </a:cubicBezTo>
                  <a:cubicBezTo>
                    <a:pt x="212853" y="381460"/>
                    <a:pt x="212686" y="372378"/>
                    <a:pt x="213686" y="363795"/>
                  </a:cubicBezTo>
                  <a:cubicBezTo>
                    <a:pt x="215270" y="350963"/>
                    <a:pt x="216435" y="338297"/>
                    <a:pt x="217353" y="325382"/>
                  </a:cubicBezTo>
                  <a:cubicBezTo>
                    <a:pt x="217936" y="317049"/>
                    <a:pt x="219186" y="308800"/>
                    <a:pt x="220768" y="300551"/>
                  </a:cubicBezTo>
                  <a:cubicBezTo>
                    <a:pt x="221019" y="299301"/>
                    <a:pt x="221102" y="296218"/>
                    <a:pt x="221352" y="293551"/>
                  </a:cubicBezTo>
                  <a:cubicBezTo>
                    <a:pt x="226769" y="294968"/>
                    <a:pt x="232351" y="295968"/>
                    <a:pt x="237934" y="296051"/>
                  </a:cubicBezTo>
                  <a:cubicBezTo>
                    <a:pt x="243434" y="296134"/>
                    <a:pt x="248350" y="293968"/>
                    <a:pt x="253349" y="292801"/>
                  </a:cubicBezTo>
                  <a:cubicBezTo>
                    <a:pt x="242767" y="305050"/>
                    <a:pt x="238184" y="326715"/>
                    <a:pt x="234351" y="340880"/>
                  </a:cubicBezTo>
                  <a:lnTo>
                    <a:pt x="234351" y="340880"/>
                  </a:lnTo>
                  <a:close/>
                  <a:moveTo>
                    <a:pt x="166274" y="353463"/>
                  </a:moveTo>
                  <a:cubicBezTo>
                    <a:pt x="166857" y="344047"/>
                    <a:pt x="168690" y="334798"/>
                    <a:pt x="169856" y="325465"/>
                  </a:cubicBezTo>
                  <a:cubicBezTo>
                    <a:pt x="171524" y="311800"/>
                    <a:pt x="173607" y="295385"/>
                    <a:pt x="171940" y="281053"/>
                  </a:cubicBezTo>
                  <a:cubicBezTo>
                    <a:pt x="176106" y="276886"/>
                    <a:pt x="179939" y="272220"/>
                    <a:pt x="183272" y="267387"/>
                  </a:cubicBezTo>
                  <a:cubicBezTo>
                    <a:pt x="187022" y="271720"/>
                    <a:pt x="194521" y="281469"/>
                    <a:pt x="196354" y="282802"/>
                  </a:cubicBezTo>
                  <a:cubicBezTo>
                    <a:pt x="200354" y="285802"/>
                    <a:pt x="204770" y="287968"/>
                    <a:pt x="209353" y="289718"/>
                  </a:cubicBezTo>
                  <a:cubicBezTo>
                    <a:pt x="206437" y="299967"/>
                    <a:pt x="206186" y="312800"/>
                    <a:pt x="205437" y="322632"/>
                  </a:cubicBezTo>
                  <a:cubicBezTo>
                    <a:pt x="204770" y="331465"/>
                    <a:pt x="204103" y="340130"/>
                    <a:pt x="203020" y="348880"/>
                  </a:cubicBezTo>
                  <a:cubicBezTo>
                    <a:pt x="201937" y="357962"/>
                    <a:pt x="203520" y="373794"/>
                    <a:pt x="193271" y="378710"/>
                  </a:cubicBezTo>
                  <a:cubicBezTo>
                    <a:pt x="184939" y="382710"/>
                    <a:pt x="172689" y="378460"/>
                    <a:pt x="168441" y="371128"/>
                  </a:cubicBezTo>
                  <a:cubicBezTo>
                    <a:pt x="164940" y="365295"/>
                    <a:pt x="165857" y="359796"/>
                    <a:pt x="166274" y="353463"/>
                  </a:cubicBezTo>
                  <a:lnTo>
                    <a:pt x="166274" y="353463"/>
                  </a:lnTo>
                  <a:close/>
                  <a:moveTo>
                    <a:pt x="394586" y="254555"/>
                  </a:moveTo>
                  <a:cubicBezTo>
                    <a:pt x="389753" y="271303"/>
                    <a:pt x="381254" y="290552"/>
                    <a:pt x="369922" y="303967"/>
                  </a:cubicBezTo>
                  <a:cubicBezTo>
                    <a:pt x="359840" y="315966"/>
                    <a:pt x="355423" y="331048"/>
                    <a:pt x="339175" y="336048"/>
                  </a:cubicBezTo>
                  <a:cubicBezTo>
                    <a:pt x="321510" y="341464"/>
                    <a:pt x="304094" y="337797"/>
                    <a:pt x="288512" y="328298"/>
                  </a:cubicBezTo>
                  <a:cubicBezTo>
                    <a:pt x="280513" y="323382"/>
                    <a:pt x="273598" y="316966"/>
                    <a:pt x="269764" y="308217"/>
                  </a:cubicBezTo>
                  <a:cubicBezTo>
                    <a:pt x="266348" y="300384"/>
                    <a:pt x="267431" y="291802"/>
                    <a:pt x="264848" y="283802"/>
                  </a:cubicBezTo>
                  <a:cubicBezTo>
                    <a:pt x="264015" y="281219"/>
                    <a:pt x="261515" y="278886"/>
                    <a:pt x="258599" y="279053"/>
                  </a:cubicBezTo>
                  <a:cubicBezTo>
                    <a:pt x="248266" y="279553"/>
                    <a:pt x="240767" y="284302"/>
                    <a:pt x="229601" y="282302"/>
                  </a:cubicBezTo>
                  <a:cubicBezTo>
                    <a:pt x="214686" y="279553"/>
                    <a:pt x="203270" y="273470"/>
                    <a:pt x="194271" y="261304"/>
                  </a:cubicBezTo>
                  <a:cubicBezTo>
                    <a:pt x="190855" y="256721"/>
                    <a:pt x="187688" y="251139"/>
                    <a:pt x="181105" y="252138"/>
                  </a:cubicBezTo>
                  <a:cubicBezTo>
                    <a:pt x="173523" y="253305"/>
                    <a:pt x="170190" y="263387"/>
                    <a:pt x="165024" y="268220"/>
                  </a:cubicBezTo>
                  <a:cubicBezTo>
                    <a:pt x="154858" y="277720"/>
                    <a:pt x="141442" y="286552"/>
                    <a:pt x="127027" y="282552"/>
                  </a:cubicBezTo>
                  <a:cubicBezTo>
                    <a:pt x="113611" y="278886"/>
                    <a:pt x="110362" y="267970"/>
                    <a:pt x="102196" y="258638"/>
                  </a:cubicBezTo>
                  <a:cubicBezTo>
                    <a:pt x="97280" y="253055"/>
                    <a:pt x="92947" y="252972"/>
                    <a:pt x="85948" y="253972"/>
                  </a:cubicBezTo>
                  <a:cubicBezTo>
                    <a:pt x="70865" y="256221"/>
                    <a:pt x="57617" y="259304"/>
                    <a:pt x="42701" y="252555"/>
                  </a:cubicBezTo>
                  <a:cubicBezTo>
                    <a:pt x="15370" y="240139"/>
                    <a:pt x="10871" y="206059"/>
                    <a:pt x="25036" y="182145"/>
                  </a:cubicBezTo>
                  <a:cubicBezTo>
                    <a:pt x="30703" y="172562"/>
                    <a:pt x="39035" y="165063"/>
                    <a:pt x="48034" y="158730"/>
                  </a:cubicBezTo>
                  <a:cubicBezTo>
                    <a:pt x="52200" y="155814"/>
                    <a:pt x="57533" y="153147"/>
                    <a:pt x="57700" y="147315"/>
                  </a:cubicBezTo>
                  <a:cubicBezTo>
                    <a:pt x="57784" y="144565"/>
                    <a:pt x="55867" y="141982"/>
                    <a:pt x="55033" y="139399"/>
                  </a:cubicBezTo>
                  <a:cubicBezTo>
                    <a:pt x="53117" y="133149"/>
                    <a:pt x="52284" y="126150"/>
                    <a:pt x="52701" y="119650"/>
                  </a:cubicBezTo>
                  <a:cubicBezTo>
                    <a:pt x="53617" y="105318"/>
                    <a:pt x="62033" y="92819"/>
                    <a:pt x="72616" y="83654"/>
                  </a:cubicBezTo>
                  <a:cubicBezTo>
                    <a:pt x="83281" y="74405"/>
                    <a:pt x="93696" y="70488"/>
                    <a:pt x="107612" y="69238"/>
                  </a:cubicBezTo>
                  <a:cubicBezTo>
                    <a:pt x="116945" y="68405"/>
                    <a:pt x="127943" y="67822"/>
                    <a:pt x="136027" y="62822"/>
                  </a:cubicBezTo>
                  <a:cubicBezTo>
                    <a:pt x="144942" y="57323"/>
                    <a:pt x="144692" y="49323"/>
                    <a:pt x="147275" y="40158"/>
                  </a:cubicBezTo>
                  <a:cubicBezTo>
                    <a:pt x="151692" y="24659"/>
                    <a:pt x="167357" y="15827"/>
                    <a:pt x="182022" y="12160"/>
                  </a:cubicBezTo>
                  <a:cubicBezTo>
                    <a:pt x="214436" y="4244"/>
                    <a:pt x="241600" y="20576"/>
                    <a:pt x="268181" y="36908"/>
                  </a:cubicBezTo>
                  <a:cubicBezTo>
                    <a:pt x="268181" y="36991"/>
                    <a:pt x="268181" y="37074"/>
                    <a:pt x="268181" y="37158"/>
                  </a:cubicBezTo>
                  <a:cubicBezTo>
                    <a:pt x="267514" y="44490"/>
                    <a:pt x="278680" y="44324"/>
                    <a:pt x="279513" y="37158"/>
                  </a:cubicBezTo>
                  <a:cubicBezTo>
                    <a:pt x="281096" y="23409"/>
                    <a:pt x="302844" y="21159"/>
                    <a:pt x="312844" y="24076"/>
                  </a:cubicBezTo>
                  <a:cubicBezTo>
                    <a:pt x="323842" y="27159"/>
                    <a:pt x="330259" y="33991"/>
                    <a:pt x="333342" y="44907"/>
                  </a:cubicBezTo>
                  <a:cubicBezTo>
                    <a:pt x="335758" y="53656"/>
                    <a:pt x="336092" y="63156"/>
                    <a:pt x="334175" y="71988"/>
                  </a:cubicBezTo>
                  <a:cubicBezTo>
                    <a:pt x="332675" y="78654"/>
                    <a:pt x="329759" y="83487"/>
                    <a:pt x="330842" y="90320"/>
                  </a:cubicBezTo>
                  <a:cubicBezTo>
                    <a:pt x="331509" y="94486"/>
                    <a:pt x="336258" y="95903"/>
                    <a:pt x="339758" y="95403"/>
                  </a:cubicBezTo>
                  <a:cubicBezTo>
                    <a:pt x="347840" y="94153"/>
                    <a:pt x="357673" y="90736"/>
                    <a:pt x="365756" y="91903"/>
                  </a:cubicBezTo>
                  <a:cubicBezTo>
                    <a:pt x="377088" y="93486"/>
                    <a:pt x="387087" y="103569"/>
                    <a:pt x="389503" y="114651"/>
                  </a:cubicBezTo>
                  <a:cubicBezTo>
                    <a:pt x="393503" y="132649"/>
                    <a:pt x="387420" y="153064"/>
                    <a:pt x="378755" y="168479"/>
                  </a:cubicBezTo>
                  <a:cubicBezTo>
                    <a:pt x="373088" y="178562"/>
                    <a:pt x="371339" y="187228"/>
                    <a:pt x="379004" y="196727"/>
                  </a:cubicBezTo>
                  <a:cubicBezTo>
                    <a:pt x="385004" y="204143"/>
                    <a:pt x="391837" y="208976"/>
                    <a:pt x="394836" y="218558"/>
                  </a:cubicBezTo>
                  <a:cubicBezTo>
                    <a:pt x="398503" y="230224"/>
                    <a:pt x="398003" y="242806"/>
                    <a:pt x="394586" y="254555"/>
                  </a:cubicBezTo>
                  <a:lnTo>
                    <a:pt x="394586" y="254555"/>
                  </a:lnTo>
                  <a:close/>
                </a:path>
              </a:pathLst>
            </a:custGeom>
            <a:grpFill/>
            <a:ln w="8332" cap="flat">
              <a:noFill/>
              <a:prstDash val="solid"/>
              <a:miter/>
            </a:ln>
          </p:spPr>
          <p:txBody>
            <a:bodyPr rtlCol="0" anchor="ctr"/>
            <a:lstStyle/>
            <a:p>
              <a:endParaRPr lang="en-US"/>
            </a:p>
          </p:txBody>
        </p:sp>
        <p:sp>
          <p:nvSpPr>
            <p:cNvPr id="1876" name="Freeform: Shape 1875"/>
            <p:cNvSpPr/>
            <p:nvPr/>
          </p:nvSpPr>
          <p:spPr>
            <a:xfrm>
              <a:off x="9685296" y="3231778"/>
              <a:ext cx="102628" cy="165944"/>
            </a:xfrm>
            <a:custGeom>
              <a:avLst/>
              <a:gdLst>
                <a:gd name="connsiteX0" fmla="*/ 94595 w 102628"/>
                <a:gd name="connsiteY0" fmla="*/ 149678 h 165944"/>
                <a:gd name="connsiteX1" fmla="*/ 67097 w 102628"/>
                <a:gd name="connsiteY1" fmla="*/ 144761 h 165944"/>
                <a:gd name="connsiteX2" fmla="*/ 69180 w 102628"/>
                <a:gd name="connsiteY2" fmla="*/ 120597 h 165944"/>
                <a:gd name="connsiteX3" fmla="*/ 61597 w 102628"/>
                <a:gd name="connsiteY3" fmla="*/ 114847 h 165944"/>
                <a:gd name="connsiteX4" fmla="*/ 21685 w 102628"/>
                <a:gd name="connsiteY4" fmla="*/ 96349 h 165944"/>
                <a:gd name="connsiteX5" fmla="*/ 37267 w 102628"/>
                <a:gd name="connsiteY5" fmla="*/ 68352 h 165944"/>
                <a:gd name="connsiteX6" fmla="*/ 24351 w 102628"/>
                <a:gd name="connsiteY6" fmla="*/ 58519 h 165944"/>
                <a:gd name="connsiteX7" fmla="*/ 27017 w 102628"/>
                <a:gd name="connsiteY7" fmla="*/ 20939 h 165944"/>
                <a:gd name="connsiteX8" fmla="*/ 87928 w 102628"/>
                <a:gd name="connsiteY8" fmla="*/ 11440 h 165944"/>
                <a:gd name="connsiteX9" fmla="*/ 89594 w 102628"/>
                <a:gd name="connsiteY9" fmla="*/ 8524 h 165944"/>
                <a:gd name="connsiteX10" fmla="*/ 14601 w 102628"/>
                <a:gd name="connsiteY10" fmla="*/ 18856 h 165944"/>
                <a:gd name="connsiteX11" fmla="*/ 6103 w 102628"/>
                <a:gd name="connsiteY11" fmla="*/ 50186 h 165944"/>
                <a:gd name="connsiteX12" fmla="*/ 13102 w 102628"/>
                <a:gd name="connsiteY12" fmla="*/ 63852 h 165944"/>
                <a:gd name="connsiteX13" fmla="*/ 23934 w 102628"/>
                <a:gd name="connsiteY13" fmla="*/ 73101 h 165944"/>
                <a:gd name="connsiteX14" fmla="*/ 4436 w 102628"/>
                <a:gd name="connsiteY14" fmla="*/ 123180 h 165944"/>
                <a:gd name="connsiteX15" fmla="*/ 56348 w 102628"/>
                <a:gd name="connsiteY15" fmla="*/ 130846 h 165944"/>
                <a:gd name="connsiteX16" fmla="*/ 60430 w 102628"/>
                <a:gd name="connsiteY16" fmla="*/ 158510 h 165944"/>
                <a:gd name="connsiteX17" fmla="*/ 98177 w 102628"/>
                <a:gd name="connsiteY17" fmla="*/ 162510 h 165944"/>
                <a:gd name="connsiteX18" fmla="*/ 94595 w 102628"/>
                <a:gd name="connsiteY18" fmla="*/ 149678 h 165944"/>
                <a:gd name="connsiteX19" fmla="*/ 94595 w 102628"/>
                <a:gd name="connsiteY19" fmla="*/ 149678 h 16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2628" h="165944">
                  <a:moveTo>
                    <a:pt x="94595" y="149678"/>
                  </a:moveTo>
                  <a:cubicBezTo>
                    <a:pt x="86678" y="152594"/>
                    <a:pt x="71763" y="155260"/>
                    <a:pt x="67097" y="144761"/>
                  </a:cubicBezTo>
                  <a:cubicBezTo>
                    <a:pt x="64181" y="138262"/>
                    <a:pt x="69180" y="127596"/>
                    <a:pt x="69180" y="120597"/>
                  </a:cubicBezTo>
                  <a:cubicBezTo>
                    <a:pt x="69180" y="117097"/>
                    <a:pt x="65264" y="113348"/>
                    <a:pt x="61597" y="114847"/>
                  </a:cubicBezTo>
                  <a:cubicBezTo>
                    <a:pt x="46182" y="121097"/>
                    <a:pt x="1853" y="124180"/>
                    <a:pt x="21685" y="96349"/>
                  </a:cubicBezTo>
                  <a:cubicBezTo>
                    <a:pt x="26684" y="89350"/>
                    <a:pt x="44682" y="79017"/>
                    <a:pt x="37267" y="68352"/>
                  </a:cubicBezTo>
                  <a:cubicBezTo>
                    <a:pt x="34266" y="64019"/>
                    <a:pt x="28017" y="62269"/>
                    <a:pt x="24351" y="58519"/>
                  </a:cubicBezTo>
                  <a:cubicBezTo>
                    <a:pt x="12852" y="46687"/>
                    <a:pt x="13352" y="31105"/>
                    <a:pt x="27017" y="20939"/>
                  </a:cubicBezTo>
                  <a:cubicBezTo>
                    <a:pt x="43349" y="8690"/>
                    <a:pt x="68846" y="24"/>
                    <a:pt x="87928" y="11440"/>
                  </a:cubicBezTo>
                  <a:cubicBezTo>
                    <a:pt x="89845" y="12607"/>
                    <a:pt x="91262" y="9857"/>
                    <a:pt x="89594" y="8524"/>
                  </a:cubicBezTo>
                  <a:cubicBezTo>
                    <a:pt x="68264" y="-7558"/>
                    <a:pt x="32350" y="941"/>
                    <a:pt x="14601" y="18856"/>
                  </a:cubicBezTo>
                  <a:cubicBezTo>
                    <a:pt x="6435" y="27105"/>
                    <a:pt x="2936" y="38938"/>
                    <a:pt x="6103" y="50186"/>
                  </a:cubicBezTo>
                  <a:cubicBezTo>
                    <a:pt x="7519" y="55103"/>
                    <a:pt x="10019" y="59769"/>
                    <a:pt x="13102" y="63852"/>
                  </a:cubicBezTo>
                  <a:cubicBezTo>
                    <a:pt x="14768" y="66102"/>
                    <a:pt x="20601" y="70018"/>
                    <a:pt x="23934" y="73101"/>
                  </a:cubicBezTo>
                  <a:cubicBezTo>
                    <a:pt x="9769" y="85433"/>
                    <a:pt x="-8563" y="104598"/>
                    <a:pt x="4436" y="123180"/>
                  </a:cubicBezTo>
                  <a:cubicBezTo>
                    <a:pt x="15352" y="138845"/>
                    <a:pt x="39100" y="137762"/>
                    <a:pt x="56348" y="130846"/>
                  </a:cubicBezTo>
                  <a:cubicBezTo>
                    <a:pt x="54681" y="140678"/>
                    <a:pt x="52014" y="150594"/>
                    <a:pt x="60430" y="158510"/>
                  </a:cubicBezTo>
                  <a:cubicBezTo>
                    <a:pt x="70597" y="168176"/>
                    <a:pt x="86179" y="167176"/>
                    <a:pt x="98177" y="162510"/>
                  </a:cubicBezTo>
                  <a:cubicBezTo>
                    <a:pt x="106010" y="159510"/>
                    <a:pt x="102677" y="146678"/>
                    <a:pt x="94595" y="149678"/>
                  </a:cubicBezTo>
                  <a:lnTo>
                    <a:pt x="94595" y="149678"/>
                  </a:lnTo>
                  <a:close/>
                </a:path>
              </a:pathLst>
            </a:custGeom>
            <a:grpFill/>
            <a:ln w="8332" cap="flat">
              <a:noFill/>
              <a:prstDash val="solid"/>
              <a:miter/>
            </a:ln>
          </p:spPr>
          <p:txBody>
            <a:bodyPr rtlCol="0" anchor="ctr"/>
            <a:lstStyle/>
            <a:p>
              <a:endParaRPr lang="en-US"/>
            </a:p>
          </p:txBody>
        </p:sp>
        <p:sp>
          <p:nvSpPr>
            <p:cNvPr id="1877" name="Freeform: Shape 1876"/>
            <p:cNvSpPr/>
            <p:nvPr/>
          </p:nvSpPr>
          <p:spPr>
            <a:xfrm>
              <a:off x="9785589" y="3309250"/>
              <a:ext cx="107369" cy="87544"/>
            </a:xfrm>
            <a:custGeom>
              <a:avLst/>
              <a:gdLst>
                <a:gd name="connsiteX0" fmla="*/ 91959 w 107369"/>
                <a:gd name="connsiteY0" fmla="*/ 53791 h 87544"/>
                <a:gd name="connsiteX1" fmla="*/ 56045 w 107369"/>
                <a:gd name="connsiteY1" fmla="*/ 58457 h 87544"/>
                <a:gd name="connsiteX2" fmla="*/ 53212 w 107369"/>
                <a:gd name="connsiteY2" fmla="*/ 39959 h 87544"/>
                <a:gd name="connsiteX3" fmla="*/ 45879 w 107369"/>
                <a:gd name="connsiteY3" fmla="*/ 38042 h 87544"/>
                <a:gd name="connsiteX4" fmla="*/ 15465 w 107369"/>
                <a:gd name="connsiteY4" fmla="*/ 42125 h 87544"/>
                <a:gd name="connsiteX5" fmla="*/ 20215 w 107369"/>
                <a:gd name="connsiteY5" fmla="*/ 5545 h 87544"/>
                <a:gd name="connsiteX6" fmla="*/ 13716 w 107369"/>
                <a:gd name="connsiteY6" fmla="*/ 1796 h 87544"/>
                <a:gd name="connsiteX7" fmla="*/ 8633 w 107369"/>
                <a:gd name="connsiteY7" fmla="*/ 53541 h 87544"/>
                <a:gd name="connsiteX8" fmla="*/ 41797 w 107369"/>
                <a:gd name="connsiteY8" fmla="*/ 55124 h 87544"/>
                <a:gd name="connsiteX9" fmla="*/ 45380 w 107369"/>
                <a:gd name="connsiteY9" fmla="*/ 67373 h 87544"/>
                <a:gd name="connsiteX10" fmla="*/ 63211 w 107369"/>
                <a:gd name="connsiteY10" fmla="*/ 85871 h 87544"/>
                <a:gd name="connsiteX11" fmla="*/ 107291 w 107369"/>
                <a:gd name="connsiteY11" fmla="*/ 55791 h 87544"/>
                <a:gd name="connsiteX12" fmla="*/ 91959 w 107369"/>
                <a:gd name="connsiteY12" fmla="*/ 53791 h 87544"/>
                <a:gd name="connsiteX13" fmla="*/ 91959 w 107369"/>
                <a:gd name="connsiteY13" fmla="*/ 53791 h 87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7369" h="87544">
                  <a:moveTo>
                    <a:pt x="91959" y="53791"/>
                  </a:moveTo>
                  <a:cubicBezTo>
                    <a:pt x="86542" y="70623"/>
                    <a:pt x="64294" y="79122"/>
                    <a:pt x="56045" y="58457"/>
                  </a:cubicBezTo>
                  <a:cubicBezTo>
                    <a:pt x="53629" y="52458"/>
                    <a:pt x="56379" y="45292"/>
                    <a:pt x="53212" y="39959"/>
                  </a:cubicBezTo>
                  <a:cubicBezTo>
                    <a:pt x="51795" y="37626"/>
                    <a:pt x="48296" y="36459"/>
                    <a:pt x="45879" y="38042"/>
                  </a:cubicBezTo>
                  <a:cubicBezTo>
                    <a:pt x="37380" y="43792"/>
                    <a:pt x="24549" y="49625"/>
                    <a:pt x="15465" y="42125"/>
                  </a:cubicBezTo>
                  <a:cubicBezTo>
                    <a:pt x="3467" y="32293"/>
                    <a:pt x="14382" y="15794"/>
                    <a:pt x="20215" y="5545"/>
                  </a:cubicBezTo>
                  <a:cubicBezTo>
                    <a:pt x="22631" y="1296"/>
                    <a:pt x="16382" y="-2287"/>
                    <a:pt x="13716" y="1796"/>
                  </a:cubicBezTo>
                  <a:cubicBezTo>
                    <a:pt x="3799" y="17211"/>
                    <a:pt x="-8699" y="38042"/>
                    <a:pt x="8633" y="53541"/>
                  </a:cubicBezTo>
                  <a:cubicBezTo>
                    <a:pt x="17882" y="61874"/>
                    <a:pt x="31297" y="60874"/>
                    <a:pt x="41797" y="55124"/>
                  </a:cubicBezTo>
                  <a:cubicBezTo>
                    <a:pt x="42296" y="59374"/>
                    <a:pt x="43880" y="63540"/>
                    <a:pt x="45380" y="67373"/>
                  </a:cubicBezTo>
                  <a:cubicBezTo>
                    <a:pt x="48796" y="75789"/>
                    <a:pt x="54295" y="83038"/>
                    <a:pt x="63211" y="85871"/>
                  </a:cubicBezTo>
                  <a:cubicBezTo>
                    <a:pt x="85209" y="92871"/>
                    <a:pt x="104625" y="76955"/>
                    <a:pt x="107291" y="55791"/>
                  </a:cubicBezTo>
                  <a:cubicBezTo>
                    <a:pt x="108541" y="46792"/>
                    <a:pt x="94541" y="45792"/>
                    <a:pt x="91959" y="53791"/>
                  </a:cubicBezTo>
                  <a:lnTo>
                    <a:pt x="91959" y="53791"/>
                  </a:lnTo>
                  <a:close/>
                </a:path>
              </a:pathLst>
            </a:custGeom>
            <a:grpFill/>
            <a:ln w="8332" cap="flat">
              <a:noFill/>
              <a:prstDash val="solid"/>
              <a:miter/>
            </a:ln>
          </p:spPr>
          <p:txBody>
            <a:bodyPr rtlCol="0" anchor="ctr"/>
            <a:lstStyle/>
            <a:p>
              <a:endParaRPr lang="en-US"/>
            </a:p>
          </p:txBody>
        </p:sp>
        <p:sp>
          <p:nvSpPr>
            <p:cNvPr id="1878" name="Freeform: Shape 1877"/>
            <p:cNvSpPr/>
            <p:nvPr/>
          </p:nvSpPr>
          <p:spPr>
            <a:xfrm>
              <a:off x="9898862" y="3248967"/>
              <a:ext cx="58799" cy="110278"/>
            </a:xfrm>
            <a:custGeom>
              <a:avLst/>
              <a:gdLst>
                <a:gd name="connsiteX0" fmla="*/ 58678 w 58799"/>
                <a:gd name="connsiteY0" fmla="*/ 66411 h 110278"/>
                <a:gd name="connsiteX1" fmla="*/ 47430 w 58799"/>
                <a:gd name="connsiteY1" fmla="*/ 49746 h 110278"/>
                <a:gd name="connsiteX2" fmla="*/ 47179 w 58799"/>
                <a:gd name="connsiteY2" fmla="*/ 9166 h 110278"/>
                <a:gd name="connsiteX3" fmla="*/ 11183 w 58799"/>
                <a:gd name="connsiteY3" fmla="*/ 3583 h 110278"/>
                <a:gd name="connsiteX4" fmla="*/ 12682 w 58799"/>
                <a:gd name="connsiteY4" fmla="*/ 8916 h 110278"/>
                <a:gd name="connsiteX5" fmla="*/ 37764 w 58799"/>
                <a:gd name="connsiteY5" fmla="*/ 18665 h 110278"/>
                <a:gd name="connsiteX6" fmla="*/ 33264 w 58799"/>
                <a:gd name="connsiteY6" fmla="*/ 32581 h 110278"/>
                <a:gd name="connsiteX7" fmla="*/ 29181 w 58799"/>
                <a:gd name="connsiteY7" fmla="*/ 50329 h 110278"/>
                <a:gd name="connsiteX8" fmla="*/ 35430 w 58799"/>
                <a:gd name="connsiteY8" fmla="*/ 57578 h 110278"/>
                <a:gd name="connsiteX9" fmla="*/ 33931 w 58799"/>
                <a:gd name="connsiteY9" fmla="*/ 78743 h 110278"/>
                <a:gd name="connsiteX10" fmla="*/ 2517 w 58799"/>
                <a:gd name="connsiteY10" fmla="*/ 100241 h 110278"/>
                <a:gd name="connsiteX11" fmla="*/ 6683 w 58799"/>
                <a:gd name="connsiteY11" fmla="*/ 110157 h 110278"/>
                <a:gd name="connsiteX12" fmla="*/ 52846 w 58799"/>
                <a:gd name="connsiteY12" fmla="*/ 83243 h 110278"/>
                <a:gd name="connsiteX13" fmla="*/ 58678 w 58799"/>
                <a:gd name="connsiteY13" fmla="*/ 66411 h 110278"/>
                <a:gd name="connsiteX14" fmla="*/ 58678 w 58799"/>
                <a:gd name="connsiteY14" fmla="*/ 66411 h 110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8799" h="110278">
                  <a:moveTo>
                    <a:pt x="58678" y="66411"/>
                  </a:moveTo>
                  <a:cubicBezTo>
                    <a:pt x="57679" y="57745"/>
                    <a:pt x="51846" y="56245"/>
                    <a:pt x="47430" y="49746"/>
                  </a:cubicBezTo>
                  <a:cubicBezTo>
                    <a:pt x="39347" y="37914"/>
                    <a:pt x="53512" y="22915"/>
                    <a:pt x="47179" y="9166"/>
                  </a:cubicBezTo>
                  <a:cubicBezTo>
                    <a:pt x="40763" y="-4999"/>
                    <a:pt x="22599" y="750"/>
                    <a:pt x="11183" y="3583"/>
                  </a:cubicBezTo>
                  <a:cubicBezTo>
                    <a:pt x="7683" y="4416"/>
                    <a:pt x="9183" y="9583"/>
                    <a:pt x="12682" y="8916"/>
                  </a:cubicBezTo>
                  <a:cubicBezTo>
                    <a:pt x="21931" y="7083"/>
                    <a:pt x="37430" y="4833"/>
                    <a:pt x="37764" y="18665"/>
                  </a:cubicBezTo>
                  <a:cubicBezTo>
                    <a:pt x="37930" y="24081"/>
                    <a:pt x="35764" y="27914"/>
                    <a:pt x="33264" y="32581"/>
                  </a:cubicBezTo>
                  <a:cubicBezTo>
                    <a:pt x="30181" y="38414"/>
                    <a:pt x="26515" y="43580"/>
                    <a:pt x="29181" y="50329"/>
                  </a:cubicBezTo>
                  <a:cubicBezTo>
                    <a:pt x="30598" y="53829"/>
                    <a:pt x="33597" y="54745"/>
                    <a:pt x="35430" y="57578"/>
                  </a:cubicBezTo>
                  <a:cubicBezTo>
                    <a:pt x="40847" y="66327"/>
                    <a:pt x="41763" y="71910"/>
                    <a:pt x="33931" y="78743"/>
                  </a:cubicBezTo>
                  <a:cubicBezTo>
                    <a:pt x="24348" y="87159"/>
                    <a:pt x="12849" y="92825"/>
                    <a:pt x="2517" y="100241"/>
                  </a:cubicBezTo>
                  <a:cubicBezTo>
                    <a:pt x="-2482" y="103824"/>
                    <a:pt x="517" y="111324"/>
                    <a:pt x="6683" y="110157"/>
                  </a:cubicBezTo>
                  <a:cubicBezTo>
                    <a:pt x="24098" y="106824"/>
                    <a:pt x="42013" y="97741"/>
                    <a:pt x="52846" y="83243"/>
                  </a:cubicBezTo>
                  <a:cubicBezTo>
                    <a:pt x="56595" y="78243"/>
                    <a:pt x="59428" y="72744"/>
                    <a:pt x="58678" y="66411"/>
                  </a:cubicBezTo>
                  <a:lnTo>
                    <a:pt x="58678" y="66411"/>
                  </a:lnTo>
                  <a:close/>
                </a:path>
              </a:pathLst>
            </a:custGeom>
            <a:grpFill/>
            <a:ln w="8332" cap="flat">
              <a:noFill/>
              <a:prstDash val="solid"/>
              <a:miter/>
            </a:ln>
          </p:spPr>
          <p:txBody>
            <a:bodyPr rtlCol="0" anchor="ctr"/>
            <a:lstStyle/>
            <a:p>
              <a:endParaRPr lang="en-US"/>
            </a:p>
          </p:txBody>
        </p:sp>
        <p:sp>
          <p:nvSpPr>
            <p:cNvPr id="1879" name="Freeform: Shape 1878"/>
            <p:cNvSpPr/>
            <p:nvPr/>
          </p:nvSpPr>
          <p:spPr>
            <a:xfrm>
              <a:off x="7726287" y="4295462"/>
              <a:ext cx="413058" cy="515539"/>
            </a:xfrm>
            <a:custGeom>
              <a:avLst/>
              <a:gdLst>
                <a:gd name="connsiteX0" fmla="*/ 405252 w 413058"/>
                <a:gd name="connsiteY0" fmla="*/ 203059 h 515539"/>
                <a:gd name="connsiteX1" fmla="*/ 394503 w 413058"/>
                <a:gd name="connsiteY1" fmla="*/ 172146 h 515539"/>
                <a:gd name="connsiteX2" fmla="*/ 404002 w 413058"/>
                <a:gd name="connsiteY2" fmla="*/ 142148 h 515539"/>
                <a:gd name="connsiteX3" fmla="*/ 391087 w 413058"/>
                <a:gd name="connsiteY3" fmla="*/ 88737 h 515539"/>
                <a:gd name="connsiteX4" fmla="*/ 345341 w 413058"/>
                <a:gd name="connsiteY4" fmla="*/ 79654 h 515539"/>
                <a:gd name="connsiteX5" fmla="*/ 349257 w 413058"/>
                <a:gd name="connsiteY5" fmla="*/ 64155 h 515539"/>
                <a:gd name="connsiteX6" fmla="*/ 347673 w 413058"/>
                <a:gd name="connsiteY6" fmla="*/ 46990 h 515539"/>
                <a:gd name="connsiteX7" fmla="*/ 327509 w 413058"/>
                <a:gd name="connsiteY7" fmla="*/ 16076 h 515539"/>
                <a:gd name="connsiteX8" fmla="*/ 269597 w 413058"/>
                <a:gd name="connsiteY8" fmla="*/ 29992 h 515539"/>
                <a:gd name="connsiteX9" fmla="*/ 188105 w 413058"/>
                <a:gd name="connsiteY9" fmla="*/ 494 h 515539"/>
                <a:gd name="connsiteX10" fmla="*/ 151941 w 413058"/>
                <a:gd name="connsiteY10" fmla="*/ 12660 h 515539"/>
                <a:gd name="connsiteX11" fmla="*/ 131193 w 413058"/>
                <a:gd name="connsiteY11" fmla="*/ 40074 h 515539"/>
                <a:gd name="connsiteX12" fmla="*/ 105195 w 413058"/>
                <a:gd name="connsiteY12" fmla="*/ 52490 h 515539"/>
                <a:gd name="connsiteX13" fmla="*/ 85114 w 413058"/>
                <a:gd name="connsiteY13" fmla="*/ 56323 h 515539"/>
                <a:gd name="connsiteX14" fmla="*/ 52867 w 413058"/>
                <a:gd name="connsiteY14" fmla="*/ 80154 h 515539"/>
                <a:gd name="connsiteX15" fmla="*/ 41534 w 413058"/>
                <a:gd name="connsiteY15" fmla="*/ 145731 h 515539"/>
                <a:gd name="connsiteX16" fmla="*/ 28453 w 413058"/>
                <a:gd name="connsiteY16" fmla="*/ 154481 h 515539"/>
                <a:gd name="connsiteX17" fmla="*/ 14287 w 413058"/>
                <a:gd name="connsiteY17" fmla="*/ 169646 h 515539"/>
                <a:gd name="connsiteX18" fmla="*/ 38 w 413058"/>
                <a:gd name="connsiteY18" fmla="*/ 209809 h 515539"/>
                <a:gd name="connsiteX19" fmla="*/ 50451 w 413058"/>
                <a:gd name="connsiteY19" fmla="*/ 272137 h 515539"/>
                <a:gd name="connsiteX20" fmla="*/ 72865 w 413058"/>
                <a:gd name="connsiteY20" fmla="*/ 273470 h 515539"/>
                <a:gd name="connsiteX21" fmla="*/ 91197 w 413058"/>
                <a:gd name="connsiteY21" fmla="*/ 270470 h 515539"/>
                <a:gd name="connsiteX22" fmla="*/ 103363 w 413058"/>
                <a:gd name="connsiteY22" fmla="*/ 286885 h 515539"/>
                <a:gd name="connsiteX23" fmla="*/ 111695 w 413058"/>
                <a:gd name="connsiteY23" fmla="*/ 292885 h 515539"/>
                <a:gd name="connsiteX24" fmla="*/ 112029 w 413058"/>
                <a:gd name="connsiteY24" fmla="*/ 395625 h 515539"/>
                <a:gd name="connsiteX25" fmla="*/ 105863 w 413058"/>
                <a:gd name="connsiteY25" fmla="*/ 460953 h 515539"/>
                <a:gd name="connsiteX26" fmla="*/ 100779 w 413058"/>
                <a:gd name="connsiteY26" fmla="*/ 488284 h 515539"/>
                <a:gd name="connsiteX27" fmla="*/ 101279 w 413058"/>
                <a:gd name="connsiteY27" fmla="*/ 500616 h 515539"/>
                <a:gd name="connsiteX28" fmla="*/ 107779 w 413058"/>
                <a:gd name="connsiteY28" fmla="*/ 504366 h 515539"/>
                <a:gd name="connsiteX29" fmla="*/ 155274 w 413058"/>
                <a:gd name="connsiteY29" fmla="*/ 506449 h 515539"/>
                <a:gd name="connsiteX30" fmla="*/ 197937 w 413058"/>
                <a:gd name="connsiteY30" fmla="*/ 515531 h 515539"/>
                <a:gd name="connsiteX31" fmla="*/ 228268 w 413058"/>
                <a:gd name="connsiteY31" fmla="*/ 466286 h 515539"/>
                <a:gd name="connsiteX32" fmla="*/ 241516 w 413058"/>
                <a:gd name="connsiteY32" fmla="*/ 372877 h 515539"/>
                <a:gd name="connsiteX33" fmla="*/ 256933 w 413058"/>
                <a:gd name="connsiteY33" fmla="*/ 313133 h 515539"/>
                <a:gd name="connsiteX34" fmla="*/ 258765 w 413058"/>
                <a:gd name="connsiteY34" fmla="*/ 317966 h 515539"/>
                <a:gd name="connsiteX35" fmla="*/ 275097 w 413058"/>
                <a:gd name="connsiteY35" fmla="*/ 337964 h 515539"/>
                <a:gd name="connsiteX36" fmla="*/ 329592 w 413058"/>
                <a:gd name="connsiteY36" fmla="*/ 354879 h 515539"/>
                <a:gd name="connsiteX37" fmla="*/ 372588 w 413058"/>
                <a:gd name="connsiteY37" fmla="*/ 323882 h 515539"/>
                <a:gd name="connsiteX38" fmla="*/ 389837 w 413058"/>
                <a:gd name="connsiteY38" fmla="*/ 298301 h 515539"/>
                <a:gd name="connsiteX39" fmla="*/ 405419 w 413058"/>
                <a:gd name="connsiteY39" fmla="*/ 267887 h 515539"/>
                <a:gd name="connsiteX40" fmla="*/ 405252 w 413058"/>
                <a:gd name="connsiteY40" fmla="*/ 203059 h 515539"/>
                <a:gd name="connsiteX41" fmla="*/ 405252 w 413058"/>
                <a:gd name="connsiteY41" fmla="*/ 203059 h 515539"/>
                <a:gd name="connsiteX42" fmla="*/ 234351 w 413058"/>
                <a:gd name="connsiteY42" fmla="*/ 340964 h 515539"/>
                <a:gd name="connsiteX43" fmla="*/ 219352 w 413058"/>
                <a:gd name="connsiteY43" fmla="*/ 427789 h 515539"/>
                <a:gd name="connsiteX44" fmla="*/ 213020 w 413058"/>
                <a:gd name="connsiteY44" fmla="*/ 470536 h 515539"/>
                <a:gd name="connsiteX45" fmla="*/ 209186 w 413058"/>
                <a:gd name="connsiteY45" fmla="*/ 489284 h 515539"/>
                <a:gd name="connsiteX46" fmla="*/ 187355 w 413058"/>
                <a:gd name="connsiteY46" fmla="*/ 499116 h 515539"/>
                <a:gd name="connsiteX47" fmla="*/ 116195 w 413058"/>
                <a:gd name="connsiteY47" fmla="*/ 489034 h 515539"/>
                <a:gd name="connsiteX48" fmla="*/ 118611 w 413058"/>
                <a:gd name="connsiteY48" fmla="*/ 477535 h 515539"/>
                <a:gd name="connsiteX49" fmla="*/ 121777 w 413058"/>
                <a:gd name="connsiteY49" fmla="*/ 449037 h 515539"/>
                <a:gd name="connsiteX50" fmla="*/ 125361 w 413058"/>
                <a:gd name="connsiteY50" fmla="*/ 386876 h 515539"/>
                <a:gd name="connsiteX51" fmla="*/ 119111 w 413058"/>
                <a:gd name="connsiteY51" fmla="*/ 296301 h 515539"/>
                <a:gd name="connsiteX52" fmla="*/ 164107 w 413058"/>
                <a:gd name="connsiteY52" fmla="*/ 287968 h 515539"/>
                <a:gd name="connsiteX53" fmla="*/ 161857 w 413058"/>
                <a:gd name="connsiteY53" fmla="*/ 304967 h 515539"/>
                <a:gd name="connsiteX54" fmla="*/ 155024 w 413058"/>
                <a:gd name="connsiteY54" fmla="*/ 352046 h 515539"/>
                <a:gd name="connsiteX55" fmla="*/ 179356 w 413058"/>
                <a:gd name="connsiteY55" fmla="*/ 392042 h 515539"/>
                <a:gd name="connsiteX56" fmla="*/ 205270 w 413058"/>
                <a:gd name="connsiteY56" fmla="*/ 387126 h 515539"/>
                <a:gd name="connsiteX57" fmla="*/ 213686 w 413058"/>
                <a:gd name="connsiteY57" fmla="*/ 363878 h 515539"/>
                <a:gd name="connsiteX58" fmla="*/ 217353 w 413058"/>
                <a:gd name="connsiteY58" fmla="*/ 325465 h 515539"/>
                <a:gd name="connsiteX59" fmla="*/ 220768 w 413058"/>
                <a:gd name="connsiteY59" fmla="*/ 300634 h 515539"/>
                <a:gd name="connsiteX60" fmla="*/ 221352 w 413058"/>
                <a:gd name="connsiteY60" fmla="*/ 293635 h 515539"/>
                <a:gd name="connsiteX61" fmla="*/ 237934 w 413058"/>
                <a:gd name="connsiteY61" fmla="*/ 296135 h 515539"/>
                <a:gd name="connsiteX62" fmla="*/ 253349 w 413058"/>
                <a:gd name="connsiteY62" fmla="*/ 292885 h 515539"/>
                <a:gd name="connsiteX63" fmla="*/ 234351 w 413058"/>
                <a:gd name="connsiteY63" fmla="*/ 340964 h 515539"/>
                <a:gd name="connsiteX64" fmla="*/ 234351 w 413058"/>
                <a:gd name="connsiteY64" fmla="*/ 340964 h 515539"/>
                <a:gd name="connsiteX65" fmla="*/ 166274 w 413058"/>
                <a:gd name="connsiteY65" fmla="*/ 353546 h 515539"/>
                <a:gd name="connsiteX66" fmla="*/ 169856 w 413058"/>
                <a:gd name="connsiteY66" fmla="*/ 325548 h 515539"/>
                <a:gd name="connsiteX67" fmla="*/ 171940 w 413058"/>
                <a:gd name="connsiteY67" fmla="*/ 281136 h 515539"/>
                <a:gd name="connsiteX68" fmla="*/ 183272 w 413058"/>
                <a:gd name="connsiteY68" fmla="*/ 267471 h 515539"/>
                <a:gd name="connsiteX69" fmla="*/ 196354 w 413058"/>
                <a:gd name="connsiteY69" fmla="*/ 282886 h 515539"/>
                <a:gd name="connsiteX70" fmla="*/ 209353 w 413058"/>
                <a:gd name="connsiteY70" fmla="*/ 289802 h 515539"/>
                <a:gd name="connsiteX71" fmla="*/ 205437 w 413058"/>
                <a:gd name="connsiteY71" fmla="*/ 322715 h 515539"/>
                <a:gd name="connsiteX72" fmla="*/ 203020 w 413058"/>
                <a:gd name="connsiteY72" fmla="*/ 348963 h 515539"/>
                <a:gd name="connsiteX73" fmla="*/ 193271 w 413058"/>
                <a:gd name="connsiteY73" fmla="*/ 378794 h 515539"/>
                <a:gd name="connsiteX74" fmla="*/ 168440 w 413058"/>
                <a:gd name="connsiteY74" fmla="*/ 371211 h 515539"/>
                <a:gd name="connsiteX75" fmla="*/ 166274 w 413058"/>
                <a:gd name="connsiteY75" fmla="*/ 353546 h 515539"/>
                <a:gd name="connsiteX76" fmla="*/ 166274 w 413058"/>
                <a:gd name="connsiteY76" fmla="*/ 353546 h 515539"/>
                <a:gd name="connsiteX77" fmla="*/ 394586 w 413058"/>
                <a:gd name="connsiteY77" fmla="*/ 254638 h 515539"/>
                <a:gd name="connsiteX78" fmla="*/ 369922 w 413058"/>
                <a:gd name="connsiteY78" fmla="*/ 304050 h 515539"/>
                <a:gd name="connsiteX79" fmla="*/ 339175 w 413058"/>
                <a:gd name="connsiteY79" fmla="*/ 336131 h 515539"/>
                <a:gd name="connsiteX80" fmla="*/ 288512 w 413058"/>
                <a:gd name="connsiteY80" fmla="*/ 328382 h 515539"/>
                <a:gd name="connsiteX81" fmla="*/ 269764 w 413058"/>
                <a:gd name="connsiteY81" fmla="*/ 308300 h 515539"/>
                <a:gd name="connsiteX82" fmla="*/ 264848 w 413058"/>
                <a:gd name="connsiteY82" fmla="*/ 283886 h 515539"/>
                <a:gd name="connsiteX83" fmla="*/ 258599 w 413058"/>
                <a:gd name="connsiteY83" fmla="*/ 279136 h 515539"/>
                <a:gd name="connsiteX84" fmla="*/ 229601 w 413058"/>
                <a:gd name="connsiteY84" fmla="*/ 282386 h 515539"/>
                <a:gd name="connsiteX85" fmla="*/ 194271 w 413058"/>
                <a:gd name="connsiteY85" fmla="*/ 261387 h 515539"/>
                <a:gd name="connsiteX86" fmla="*/ 181105 w 413058"/>
                <a:gd name="connsiteY86" fmla="*/ 252222 h 515539"/>
                <a:gd name="connsiteX87" fmla="*/ 165024 w 413058"/>
                <a:gd name="connsiteY87" fmla="*/ 268304 h 515539"/>
                <a:gd name="connsiteX88" fmla="*/ 127027 w 413058"/>
                <a:gd name="connsiteY88" fmla="*/ 282635 h 515539"/>
                <a:gd name="connsiteX89" fmla="*/ 102196 w 413058"/>
                <a:gd name="connsiteY89" fmla="*/ 258721 h 515539"/>
                <a:gd name="connsiteX90" fmla="*/ 85948 w 413058"/>
                <a:gd name="connsiteY90" fmla="*/ 254055 h 515539"/>
                <a:gd name="connsiteX91" fmla="*/ 42701 w 413058"/>
                <a:gd name="connsiteY91" fmla="*/ 252638 h 515539"/>
                <a:gd name="connsiteX92" fmla="*/ 25036 w 413058"/>
                <a:gd name="connsiteY92" fmla="*/ 182228 h 515539"/>
                <a:gd name="connsiteX93" fmla="*/ 48034 w 413058"/>
                <a:gd name="connsiteY93" fmla="*/ 158813 h 515539"/>
                <a:gd name="connsiteX94" fmla="*/ 57700 w 413058"/>
                <a:gd name="connsiteY94" fmla="*/ 147398 h 515539"/>
                <a:gd name="connsiteX95" fmla="*/ 55033 w 413058"/>
                <a:gd name="connsiteY95" fmla="*/ 139482 h 515539"/>
                <a:gd name="connsiteX96" fmla="*/ 52701 w 413058"/>
                <a:gd name="connsiteY96" fmla="*/ 119734 h 515539"/>
                <a:gd name="connsiteX97" fmla="*/ 72615 w 413058"/>
                <a:gd name="connsiteY97" fmla="*/ 83737 h 515539"/>
                <a:gd name="connsiteX98" fmla="*/ 107612 w 413058"/>
                <a:gd name="connsiteY98" fmla="*/ 69322 h 515539"/>
                <a:gd name="connsiteX99" fmla="*/ 136027 w 413058"/>
                <a:gd name="connsiteY99" fmla="*/ 62905 h 515539"/>
                <a:gd name="connsiteX100" fmla="*/ 147275 w 413058"/>
                <a:gd name="connsiteY100" fmla="*/ 40241 h 515539"/>
                <a:gd name="connsiteX101" fmla="*/ 182022 w 413058"/>
                <a:gd name="connsiteY101" fmla="*/ 12244 h 515539"/>
                <a:gd name="connsiteX102" fmla="*/ 268181 w 413058"/>
                <a:gd name="connsiteY102" fmla="*/ 36991 h 515539"/>
                <a:gd name="connsiteX103" fmla="*/ 268181 w 413058"/>
                <a:gd name="connsiteY103" fmla="*/ 37241 h 515539"/>
                <a:gd name="connsiteX104" fmla="*/ 279513 w 413058"/>
                <a:gd name="connsiteY104" fmla="*/ 37241 h 515539"/>
                <a:gd name="connsiteX105" fmla="*/ 312844 w 413058"/>
                <a:gd name="connsiteY105" fmla="*/ 24159 h 515539"/>
                <a:gd name="connsiteX106" fmla="*/ 333342 w 413058"/>
                <a:gd name="connsiteY106" fmla="*/ 44991 h 515539"/>
                <a:gd name="connsiteX107" fmla="*/ 334175 w 413058"/>
                <a:gd name="connsiteY107" fmla="*/ 72071 h 515539"/>
                <a:gd name="connsiteX108" fmla="*/ 330842 w 413058"/>
                <a:gd name="connsiteY108" fmla="*/ 90403 h 515539"/>
                <a:gd name="connsiteX109" fmla="*/ 339758 w 413058"/>
                <a:gd name="connsiteY109" fmla="*/ 95486 h 515539"/>
                <a:gd name="connsiteX110" fmla="*/ 365756 w 413058"/>
                <a:gd name="connsiteY110" fmla="*/ 91986 h 515539"/>
                <a:gd name="connsiteX111" fmla="*/ 389503 w 413058"/>
                <a:gd name="connsiteY111" fmla="*/ 114734 h 515539"/>
                <a:gd name="connsiteX112" fmla="*/ 378755 w 413058"/>
                <a:gd name="connsiteY112" fmla="*/ 168562 h 515539"/>
                <a:gd name="connsiteX113" fmla="*/ 379004 w 413058"/>
                <a:gd name="connsiteY113" fmla="*/ 196810 h 515539"/>
                <a:gd name="connsiteX114" fmla="*/ 394836 w 413058"/>
                <a:gd name="connsiteY114" fmla="*/ 218641 h 515539"/>
                <a:gd name="connsiteX115" fmla="*/ 394586 w 413058"/>
                <a:gd name="connsiteY115" fmla="*/ 254638 h 515539"/>
                <a:gd name="connsiteX116" fmla="*/ 394586 w 413058"/>
                <a:gd name="connsiteY116" fmla="*/ 254638 h 515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Lst>
              <a:rect l="l" t="t" r="r" b="b"/>
              <a:pathLst>
                <a:path w="413058" h="515539">
                  <a:moveTo>
                    <a:pt x="405252" y="203059"/>
                  </a:moveTo>
                  <a:cubicBezTo>
                    <a:pt x="397836" y="190394"/>
                    <a:pt x="388087" y="189394"/>
                    <a:pt x="394503" y="172146"/>
                  </a:cubicBezTo>
                  <a:cubicBezTo>
                    <a:pt x="398420" y="161813"/>
                    <a:pt x="402586" y="153398"/>
                    <a:pt x="404002" y="142148"/>
                  </a:cubicBezTo>
                  <a:cubicBezTo>
                    <a:pt x="406585" y="122150"/>
                    <a:pt x="405836" y="103735"/>
                    <a:pt x="391087" y="88737"/>
                  </a:cubicBezTo>
                  <a:cubicBezTo>
                    <a:pt x="377672" y="75071"/>
                    <a:pt x="362006" y="76821"/>
                    <a:pt x="345341" y="79654"/>
                  </a:cubicBezTo>
                  <a:cubicBezTo>
                    <a:pt x="346674" y="74571"/>
                    <a:pt x="349090" y="68822"/>
                    <a:pt x="349257" y="64155"/>
                  </a:cubicBezTo>
                  <a:cubicBezTo>
                    <a:pt x="349424" y="58489"/>
                    <a:pt x="348757" y="52573"/>
                    <a:pt x="347673" y="46990"/>
                  </a:cubicBezTo>
                  <a:cubicBezTo>
                    <a:pt x="345174" y="34408"/>
                    <a:pt x="339092" y="22409"/>
                    <a:pt x="327509" y="16076"/>
                  </a:cubicBezTo>
                  <a:cubicBezTo>
                    <a:pt x="309427" y="6077"/>
                    <a:pt x="277264" y="8494"/>
                    <a:pt x="269597" y="29992"/>
                  </a:cubicBezTo>
                  <a:cubicBezTo>
                    <a:pt x="244850" y="14243"/>
                    <a:pt x="218685" y="-3172"/>
                    <a:pt x="188105" y="494"/>
                  </a:cubicBezTo>
                  <a:cubicBezTo>
                    <a:pt x="175356" y="1994"/>
                    <a:pt x="162774" y="5494"/>
                    <a:pt x="151941" y="12660"/>
                  </a:cubicBezTo>
                  <a:cubicBezTo>
                    <a:pt x="140359" y="20326"/>
                    <a:pt x="136276" y="27825"/>
                    <a:pt x="131193" y="40074"/>
                  </a:cubicBezTo>
                  <a:cubicBezTo>
                    <a:pt x="126361" y="51906"/>
                    <a:pt x="116611" y="51323"/>
                    <a:pt x="105195" y="52490"/>
                  </a:cubicBezTo>
                  <a:cubicBezTo>
                    <a:pt x="98280" y="53156"/>
                    <a:pt x="91697" y="53740"/>
                    <a:pt x="85114" y="56323"/>
                  </a:cubicBezTo>
                  <a:cubicBezTo>
                    <a:pt x="72782" y="61156"/>
                    <a:pt x="61366" y="70155"/>
                    <a:pt x="52867" y="80154"/>
                  </a:cubicBezTo>
                  <a:cubicBezTo>
                    <a:pt x="36452" y="99485"/>
                    <a:pt x="33369" y="122900"/>
                    <a:pt x="41534" y="145731"/>
                  </a:cubicBezTo>
                  <a:cubicBezTo>
                    <a:pt x="37869" y="148981"/>
                    <a:pt x="31619" y="151731"/>
                    <a:pt x="28453" y="154481"/>
                  </a:cubicBezTo>
                  <a:cubicBezTo>
                    <a:pt x="23203" y="158980"/>
                    <a:pt x="18371" y="164063"/>
                    <a:pt x="14287" y="169646"/>
                  </a:cubicBezTo>
                  <a:cubicBezTo>
                    <a:pt x="5705" y="181228"/>
                    <a:pt x="539" y="195310"/>
                    <a:pt x="38" y="209809"/>
                  </a:cubicBezTo>
                  <a:cubicBezTo>
                    <a:pt x="-1045" y="239890"/>
                    <a:pt x="20953" y="266887"/>
                    <a:pt x="50451" y="272137"/>
                  </a:cubicBezTo>
                  <a:cubicBezTo>
                    <a:pt x="57700" y="273470"/>
                    <a:pt x="65532" y="273886"/>
                    <a:pt x="72865" y="273470"/>
                  </a:cubicBezTo>
                  <a:cubicBezTo>
                    <a:pt x="77365" y="273220"/>
                    <a:pt x="87530" y="269054"/>
                    <a:pt x="91197" y="270470"/>
                  </a:cubicBezTo>
                  <a:cubicBezTo>
                    <a:pt x="94696" y="271803"/>
                    <a:pt x="100029" y="283719"/>
                    <a:pt x="103363" y="286885"/>
                  </a:cubicBezTo>
                  <a:cubicBezTo>
                    <a:pt x="105863" y="289302"/>
                    <a:pt x="108696" y="291218"/>
                    <a:pt x="111695" y="292885"/>
                  </a:cubicBezTo>
                  <a:cubicBezTo>
                    <a:pt x="112361" y="327215"/>
                    <a:pt x="114778" y="361212"/>
                    <a:pt x="112029" y="395625"/>
                  </a:cubicBezTo>
                  <a:cubicBezTo>
                    <a:pt x="110278" y="417457"/>
                    <a:pt x="108529" y="439288"/>
                    <a:pt x="105863" y="460953"/>
                  </a:cubicBezTo>
                  <a:cubicBezTo>
                    <a:pt x="104696" y="470285"/>
                    <a:pt x="103196" y="479201"/>
                    <a:pt x="100779" y="488284"/>
                  </a:cubicBezTo>
                  <a:cubicBezTo>
                    <a:pt x="99446" y="493450"/>
                    <a:pt x="98779" y="495616"/>
                    <a:pt x="101279" y="500616"/>
                  </a:cubicBezTo>
                  <a:cubicBezTo>
                    <a:pt x="102363" y="502783"/>
                    <a:pt x="105279" y="504532"/>
                    <a:pt x="107779" y="504366"/>
                  </a:cubicBezTo>
                  <a:cubicBezTo>
                    <a:pt x="123777" y="502949"/>
                    <a:pt x="139359" y="503949"/>
                    <a:pt x="155274" y="506449"/>
                  </a:cubicBezTo>
                  <a:cubicBezTo>
                    <a:pt x="169274" y="508698"/>
                    <a:pt x="183689" y="515198"/>
                    <a:pt x="197937" y="515531"/>
                  </a:cubicBezTo>
                  <a:cubicBezTo>
                    <a:pt x="224102" y="516115"/>
                    <a:pt x="225018" y="485451"/>
                    <a:pt x="228268" y="466286"/>
                  </a:cubicBezTo>
                  <a:cubicBezTo>
                    <a:pt x="233517" y="435288"/>
                    <a:pt x="235434" y="403792"/>
                    <a:pt x="241516" y="372877"/>
                  </a:cubicBezTo>
                  <a:cubicBezTo>
                    <a:pt x="245267" y="353629"/>
                    <a:pt x="250099" y="332548"/>
                    <a:pt x="256933" y="313133"/>
                  </a:cubicBezTo>
                  <a:cubicBezTo>
                    <a:pt x="257432" y="314716"/>
                    <a:pt x="258015" y="316383"/>
                    <a:pt x="258765" y="317966"/>
                  </a:cubicBezTo>
                  <a:cubicBezTo>
                    <a:pt x="262598" y="325799"/>
                    <a:pt x="268265" y="332631"/>
                    <a:pt x="275097" y="337964"/>
                  </a:cubicBezTo>
                  <a:cubicBezTo>
                    <a:pt x="290013" y="349546"/>
                    <a:pt x="310761" y="356962"/>
                    <a:pt x="329592" y="354879"/>
                  </a:cubicBezTo>
                  <a:cubicBezTo>
                    <a:pt x="351174" y="352463"/>
                    <a:pt x="364422" y="343547"/>
                    <a:pt x="372588" y="323882"/>
                  </a:cubicBezTo>
                  <a:cubicBezTo>
                    <a:pt x="376588" y="314300"/>
                    <a:pt x="384420" y="307217"/>
                    <a:pt x="389837" y="298301"/>
                  </a:cubicBezTo>
                  <a:cubicBezTo>
                    <a:pt x="395669" y="288552"/>
                    <a:pt x="401086" y="278303"/>
                    <a:pt x="405419" y="267887"/>
                  </a:cubicBezTo>
                  <a:cubicBezTo>
                    <a:pt x="414085" y="247472"/>
                    <a:pt x="417085" y="223225"/>
                    <a:pt x="405252" y="203059"/>
                  </a:cubicBezTo>
                  <a:lnTo>
                    <a:pt x="405252" y="203059"/>
                  </a:lnTo>
                  <a:close/>
                  <a:moveTo>
                    <a:pt x="234351" y="340964"/>
                  </a:moveTo>
                  <a:cubicBezTo>
                    <a:pt x="226602" y="369545"/>
                    <a:pt x="223352" y="398542"/>
                    <a:pt x="219352" y="427789"/>
                  </a:cubicBezTo>
                  <a:cubicBezTo>
                    <a:pt x="217435" y="442038"/>
                    <a:pt x="215686" y="456370"/>
                    <a:pt x="213020" y="470536"/>
                  </a:cubicBezTo>
                  <a:cubicBezTo>
                    <a:pt x="211853" y="476535"/>
                    <a:pt x="211353" y="483618"/>
                    <a:pt x="209186" y="489284"/>
                  </a:cubicBezTo>
                  <a:cubicBezTo>
                    <a:pt x="205186" y="499949"/>
                    <a:pt x="198187" y="501616"/>
                    <a:pt x="187355" y="499116"/>
                  </a:cubicBezTo>
                  <a:cubicBezTo>
                    <a:pt x="163774" y="493616"/>
                    <a:pt x="140359" y="488617"/>
                    <a:pt x="116195" y="489034"/>
                  </a:cubicBezTo>
                  <a:cubicBezTo>
                    <a:pt x="117444" y="485367"/>
                    <a:pt x="118028" y="481368"/>
                    <a:pt x="118611" y="477535"/>
                  </a:cubicBezTo>
                  <a:cubicBezTo>
                    <a:pt x="120195" y="468119"/>
                    <a:pt x="121028" y="458537"/>
                    <a:pt x="121777" y="449037"/>
                  </a:cubicBezTo>
                  <a:cubicBezTo>
                    <a:pt x="123278" y="428289"/>
                    <a:pt x="124277" y="407541"/>
                    <a:pt x="125361" y="386876"/>
                  </a:cubicBezTo>
                  <a:cubicBezTo>
                    <a:pt x="126943" y="356379"/>
                    <a:pt x="123528" y="326215"/>
                    <a:pt x="119111" y="296301"/>
                  </a:cubicBezTo>
                  <a:cubicBezTo>
                    <a:pt x="136027" y="302634"/>
                    <a:pt x="151442" y="297717"/>
                    <a:pt x="164107" y="287968"/>
                  </a:cubicBezTo>
                  <a:cubicBezTo>
                    <a:pt x="163108" y="293635"/>
                    <a:pt x="162607" y="299301"/>
                    <a:pt x="161857" y="304967"/>
                  </a:cubicBezTo>
                  <a:cubicBezTo>
                    <a:pt x="159691" y="320632"/>
                    <a:pt x="157107" y="336297"/>
                    <a:pt x="155024" y="352046"/>
                  </a:cubicBezTo>
                  <a:cubicBezTo>
                    <a:pt x="152525" y="370878"/>
                    <a:pt x="157524" y="389543"/>
                    <a:pt x="179356" y="392042"/>
                  </a:cubicBezTo>
                  <a:cubicBezTo>
                    <a:pt x="187271" y="392959"/>
                    <a:pt x="198604" y="392042"/>
                    <a:pt x="205270" y="387126"/>
                  </a:cubicBezTo>
                  <a:cubicBezTo>
                    <a:pt x="212853" y="381544"/>
                    <a:pt x="212686" y="372461"/>
                    <a:pt x="213686" y="363878"/>
                  </a:cubicBezTo>
                  <a:cubicBezTo>
                    <a:pt x="215270" y="351046"/>
                    <a:pt x="216435" y="338380"/>
                    <a:pt x="217353" y="325465"/>
                  </a:cubicBezTo>
                  <a:cubicBezTo>
                    <a:pt x="217936" y="317132"/>
                    <a:pt x="219186" y="308883"/>
                    <a:pt x="220768" y="300634"/>
                  </a:cubicBezTo>
                  <a:cubicBezTo>
                    <a:pt x="221019" y="299384"/>
                    <a:pt x="221102" y="296301"/>
                    <a:pt x="221352" y="293635"/>
                  </a:cubicBezTo>
                  <a:cubicBezTo>
                    <a:pt x="226768" y="295051"/>
                    <a:pt x="232351" y="296051"/>
                    <a:pt x="237934" y="296135"/>
                  </a:cubicBezTo>
                  <a:cubicBezTo>
                    <a:pt x="243433" y="296218"/>
                    <a:pt x="248350" y="294052"/>
                    <a:pt x="253349" y="292885"/>
                  </a:cubicBezTo>
                  <a:cubicBezTo>
                    <a:pt x="242767" y="305134"/>
                    <a:pt x="238184" y="326799"/>
                    <a:pt x="234351" y="340964"/>
                  </a:cubicBezTo>
                  <a:lnTo>
                    <a:pt x="234351" y="340964"/>
                  </a:lnTo>
                  <a:close/>
                  <a:moveTo>
                    <a:pt x="166274" y="353546"/>
                  </a:moveTo>
                  <a:cubicBezTo>
                    <a:pt x="166857" y="344130"/>
                    <a:pt x="168690" y="334881"/>
                    <a:pt x="169856" y="325548"/>
                  </a:cubicBezTo>
                  <a:cubicBezTo>
                    <a:pt x="171524" y="311883"/>
                    <a:pt x="173607" y="295468"/>
                    <a:pt x="171940" y="281136"/>
                  </a:cubicBezTo>
                  <a:cubicBezTo>
                    <a:pt x="176106" y="276969"/>
                    <a:pt x="179939" y="272303"/>
                    <a:pt x="183272" y="267471"/>
                  </a:cubicBezTo>
                  <a:cubicBezTo>
                    <a:pt x="187022" y="271803"/>
                    <a:pt x="194521" y="281553"/>
                    <a:pt x="196354" y="282886"/>
                  </a:cubicBezTo>
                  <a:cubicBezTo>
                    <a:pt x="200354" y="285885"/>
                    <a:pt x="204770" y="288052"/>
                    <a:pt x="209353" y="289802"/>
                  </a:cubicBezTo>
                  <a:cubicBezTo>
                    <a:pt x="206437" y="300051"/>
                    <a:pt x="206186" y="312883"/>
                    <a:pt x="205437" y="322715"/>
                  </a:cubicBezTo>
                  <a:cubicBezTo>
                    <a:pt x="204770" y="331548"/>
                    <a:pt x="204103" y="340214"/>
                    <a:pt x="203020" y="348963"/>
                  </a:cubicBezTo>
                  <a:cubicBezTo>
                    <a:pt x="201937" y="358046"/>
                    <a:pt x="203520" y="373877"/>
                    <a:pt x="193271" y="378794"/>
                  </a:cubicBezTo>
                  <a:cubicBezTo>
                    <a:pt x="184939" y="382793"/>
                    <a:pt x="172689" y="378544"/>
                    <a:pt x="168440" y="371211"/>
                  </a:cubicBezTo>
                  <a:cubicBezTo>
                    <a:pt x="164940" y="365378"/>
                    <a:pt x="165857" y="359879"/>
                    <a:pt x="166274" y="353546"/>
                  </a:cubicBezTo>
                  <a:lnTo>
                    <a:pt x="166274" y="353546"/>
                  </a:lnTo>
                  <a:close/>
                  <a:moveTo>
                    <a:pt x="394586" y="254638"/>
                  </a:moveTo>
                  <a:cubicBezTo>
                    <a:pt x="389753" y="271387"/>
                    <a:pt x="381254" y="290635"/>
                    <a:pt x="369922" y="304050"/>
                  </a:cubicBezTo>
                  <a:cubicBezTo>
                    <a:pt x="359840" y="316049"/>
                    <a:pt x="355423" y="331131"/>
                    <a:pt x="339175" y="336131"/>
                  </a:cubicBezTo>
                  <a:cubicBezTo>
                    <a:pt x="321510" y="341547"/>
                    <a:pt x="304094" y="337881"/>
                    <a:pt x="288512" y="328382"/>
                  </a:cubicBezTo>
                  <a:cubicBezTo>
                    <a:pt x="280513" y="323465"/>
                    <a:pt x="273598" y="317049"/>
                    <a:pt x="269764" y="308300"/>
                  </a:cubicBezTo>
                  <a:cubicBezTo>
                    <a:pt x="266347" y="300467"/>
                    <a:pt x="267431" y="291885"/>
                    <a:pt x="264848" y="283886"/>
                  </a:cubicBezTo>
                  <a:cubicBezTo>
                    <a:pt x="264015" y="281302"/>
                    <a:pt x="261515" y="278969"/>
                    <a:pt x="258599" y="279136"/>
                  </a:cubicBezTo>
                  <a:cubicBezTo>
                    <a:pt x="248266" y="279636"/>
                    <a:pt x="240767" y="284385"/>
                    <a:pt x="229601" y="282386"/>
                  </a:cubicBezTo>
                  <a:cubicBezTo>
                    <a:pt x="214686" y="279636"/>
                    <a:pt x="203270" y="273553"/>
                    <a:pt x="194271" y="261387"/>
                  </a:cubicBezTo>
                  <a:cubicBezTo>
                    <a:pt x="190855" y="256805"/>
                    <a:pt x="187688" y="251222"/>
                    <a:pt x="181105" y="252222"/>
                  </a:cubicBezTo>
                  <a:cubicBezTo>
                    <a:pt x="173523" y="253389"/>
                    <a:pt x="170190" y="263471"/>
                    <a:pt x="165024" y="268304"/>
                  </a:cubicBezTo>
                  <a:cubicBezTo>
                    <a:pt x="154858" y="277803"/>
                    <a:pt x="141442" y="286635"/>
                    <a:pt x="127027" y="282635"/>
                  </a:cubicBezTo>
                  <a:cubicBezTo>
                    <a:pt x="113611" y="278969"/>
                    <a:pt x="110362" y="268053"/>
                    <a:pt x="102196" y="258721"/>
                  </a:cubicBezTo>
                  <a:cubicBezTo>
                    <a:pt x="97280" y="253138"/>
                    <a:pt x="92947" y="253055"/>
                    <a:pt x="85948" y="254055"/>
                  </a:cubicBezTo>
                  <a:cubicBezTo>
                    <a:pt x="70865" y="256305"/>
                    <a:pt x="57617" y="259388"/>
                    <a:pt x="42701" y="252638"/>
                  </a:cubicBezTo>
                  <a:cubicBezTo>
                    <a:pt x="15370" y="240223"/>
                    <a:pt x="10871" y="206142"/>
                    <a:pt x="25036" y="182228"/>
                  </a:cubicBezTo>
                  <a:cubicBezTo>
                    <a:pt x="30703" y="172646"/>
                    <a:pt x="39035" y="165146"/>
                    <a:pt x="48034" y="158813"/>
                  </a:cubicBezTo>
                  <a:cubicBezTo>
                    <a:pt x="52200" y="155897"/>
                    <a:pt x="57533" y="153231"/>
                    <a:pt x="57700" y="147398"/>
                  </a:cubicBezTo>
                  <a:cubicBezTo>
                    <a:pt x="57784" y="144648"/>
                    <a:pt x="55867" y="142065"/>
                    <a:pt x="55033" y="139482"/>
                  </a:cubicBezTo>
                  <a:cubicBezTo>
                    <a:pt x="53117" y="133232"/>
                    <a:pt x="52284" y="126233"/>
                    <a:pt x="52701" y="119734"/>
                  </a:cubicBezTo>
                  <a:cubicBezTo>
                    <a:pt x="53617" y="105402"/>
                    <a:pt x="62033" y="92903"/>
                    <a:pt x="72615" y="83737"/>
                  </a:cubicBezTo>
                  <a:cubicBezTo>
                    <a:pt x="83281" y="74488"/>
                    <a:pt x="93696" y="70572"/>
                    <a:pt x="107612" y="69322"/>
                  </a:cubicBezTo>
                  <a:cubicBezTo>
                    <a:pt x="116945" y="68488"/>
                    <a:pt x="127943" y="67905"/>
                    <a:pt x="136027" y="62905"/>
                  </a:cubicBezTo>
                  <a:cubicBezTo>
                    <a:pt x="144942" y="57406"/>
                    <a:pt x="144692" y="49407"/>
                    <a:pt x="147275" y="40241"/>
                  </a:cubicBezTo>
                  <a:cubicBezTo>
                    <a:pt x="151692" y="24742"/>
                    <a:pt x="167357" y="15910"/>
                    <a:pt x="182022" y="12244"/>
                  </a:cubicBezTo>
                  <a:cubicBezTo>
                    <a:pt x="214436" y="4328"/>
                    <a:pt x="241600" y="20659"/>
                    <a:pt x="268181" y="36991"/>
                  </a:cubicBezTo>
                  <a:cubicBezTo>
                    <a:pt x="268181" y="37074"/>
                    <a:pt x="268181" y="37158"/>
                    <a:pt x="268181" y="37241"/>
                  </a:cubicBezTo>
                  <a:cubicBezTo>
                    <a:pt x="267514" y="44574"/>
                    <a:pt x="278680" y="44407"/>
                    <a:pt x="279513" y="37241"/>
                  </a:cubicBezTo>
                  <a:cubicBezTo>
                    <a:pt x="281096" y="23492"/>
                    <a:pt x="302844" y="21242"/>
                    <a:pt x="312844" y="24159"/>
                  </a:cubicBezTo>
                  <a:cubicBezTo>
                    <a:pt x="323842" y="27242"/>
                    <a:pt x="330259" y="34075"/>
                    <a:pt x="333342" y="44991"/>
                  </a:cubicBezTo>
                  <a:cubicBezTo>
                    <a:pt x="335758" y="53740"/>
                    <a:pt x="336092" y="63239"/>
                    <a:pt x="334175" y="72071"/>
                  </a:cubicBezTo>
                  <a:cubicBezTo>
                    <a:pt x="332675" y="78737"/>
                    <a:pt x="329759" y="83570"/>
                    <a:pt x="330842" y="90403"/>
                  </a:cubicBezTo>
                  <a:cubicBezTo>
                    <a:pt x="331509" y="94570"/>
                    <a:pt x="336258" y="95986"/>
                    <a:pt x="339758" y="95486"/>
                  </a:cubicBezTo>
                  <a:cubicBezTo>
                    <a:pt x="347840" y="94236"/>
                    <a:pt x="357673" y="90820"/>
                    <a:pt x="365756" y="91986"/>
                  </a:cubicBezTo>
                  <a:cubicBezTo>
                    <a:pt x="377088" y="93569"/>
                    <a:pt x="387087" y="103652"/>
                    <a:pt x="389503" y="114734"/>
                  </a:cubicBezTo>
                  <a:cubicBezTo>
                    <a:pt x="393503" y="132732"/>
                    <a:pt x="387420" y="153147"/>
                    <a:pt x="378755" y="168562"/>
                  </a:cubicBezTo>
                  <a:cubicBezTo>
                    <a:pt x="373088" y="178645"/>
                    <a:pt x="371339" y="187311"/>
                    <a:pt x="379004" y="196810"/>
                  </a:cubicBezTo>
                  <a:cubicBezTo>
                    <a:pt x="385004" y="204226"/>
                    <a:pt x="391837" y="209059"/>
                    <a:pt x="394836" y="218641"/>
                  </a:cubicBezTo>
                  <a:cubicBezTo>
                    <a:pt x="398503" y="230307"/>
                    <a:pt x="398003" y="242889"/>
                    <a:pt x="394586" y="254638"/>
                  </a:cubicBezTo>
                  <a:lnTo>
                    <a:pt x="394586" y="254638"/>
                  </a:lnTo>
                  <a:close/>
                </a:path>
              </a:pathLst>
            </a:custGeom>
            <a:grpFill/>
            <a:ln w="8332" cap="flat">
              <a:noFill/>
              <a:prstDash val="solid"/>
              <a:miter/>
            </a:ln>
          </p:spPr>
          <p:txBody>
            <a:bodyPr rtlCol="0" anchor="ctr"/>
            <a:lstStyle/>
            <a:p>
              <a:endParaRPr lang="en-US"/>
            </a:p>
          </p:txBody>
        </p:sp>
        <p:sp>
          <p:nvSpPr>
            <p:cNvPr id="1880" name="Freeform: Shape 1879"/>
            <p:cNvSpPr/>
            <p:nvPr/>
          </p:nvSpPr>
          <p:spPr>
            <a:xfrm>
              <a:off x="7801132" y="4388007"/>
              <a:ext cx="102628" cy="165944"/>
            </a:xfrm>
            <a:custGeom>
              <a:avLst/>
              <a:gdLst>
                <a:gd name="connsiteX0" fmla="*/ 94595 w 102628"/>
                <a:gd name="connsiteY0" fmla="*/ 149678 h 165944"/>
                <a:gd name="connsiteX1" fmla="*/ 67097 w 102628"/>
                <a:gd name="connsiteY1" fmla="*/ 144761 h 165944"/>
                <a:gd name="connsiteX2" fmla="*/ 69180 w 102628"/>
                <a:gd name="connsiteY2" fmla="*/ 120597 h 165944"/>
                <a:gd name="connsiteX3" fmla="*/ 61597 w 102628"/>
                <a:gd name="connsiteY3" fmla="*/ 114847 h 165944"/>
                <a:gd name="connsiteX4" fmla="*/ 21685 w 102628"/>
                <a:gd name="connsiteY4" fmla="*/ 96349 h 165944"/>
                <a:gd name="connsiteX5" fmla="*/ 37267 w 102628"/>
                <a:gd name="connsiteY5" fmla="*/ 68351 h 165944"/>
                <a:gd name="connsiteX6" fmla="*/ 24351 w 102628"/>
                <a:gd name="connsiteY6" fmla="*/ 58519 h 165944"/>
                <a:gd name="connsiteX7" fmla="*/ 27017 w 102628"/>
                <a:gd name="connsiteY7" fmla="*/ 20939 h 165944"/>
                <a:gd name="connsiteX8" fmla="*/ 87928 w 102628"/>
                <a:gd name="connsiteY8" fmla="*/ 11440 h 165944"/>
                <a:gd name="connsiteX9" fmla="*/ 89594 w 102628"/>
                <a:gd name="connsiteY9" fmla="*/ 8524 h 165944"/>
                <a:gd name="connsiteX10" fmla="*/ 14601 w 102628"/>
                <a:gd name="connsiteY10" fmla="*/ 18856 h 165944"/>
                <a:gd name="connsiteX11" fmla="*/ 6102 w 102628"/>
                <a:gd name="connsiteY11" fmla="*/ 50186 h 165944"/>
                <a:gd name="connsiteX12" fmla="*/ 13102 w 102628"/>
                <a:gd name="connsiteY12" fmla="*/ 63852 h 165944"/>
                <a:gd name="connsiteX13" fmla="*/ 23934 w 102628"/>
                <a:gd name="connsiteY13" fmla="*/ 73101 h 165944"/>
                <a:gd name="connsiteX14" fmla="*/ 4436 w 102628"/>
                <a:gd name="connsiteY14" fmla="*/ 123180 h 165944"/>
                <a:gd name="connsiteX15" fmla="*/ 56348 w 102628"/>
                <a:gd name="connsiteY15" fmla="*/ 130846 h 165944"/>
                <a:gd name="connsiteX16" fmla="*/ 60430 w 102628"/>
                <a:gd name="connsiteY16" fmla="*/ 158510 h 165944"/>
                <a:gd name="connsiteX17" fmla="*/ 98177 w 102628"/>
                <a:gd name="connsiteY17" fmla="*/ 162510 h 165944"/>
                <a:gd name="connsiteX18" fmla="*/ 94595 w 102628"/>
                <a:gd name="connsiteY18" fmla="*/ 149678 h 165944"/>
                <a:gd name="connsiteX19" fmla="*/ 94595 w 102628"/>
                <a:gd name="connsiteY19" fmla="*/ 149678 h 16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2628" h="165944">
                  <a:moveTo>
                    <a:pt x="94595" y="149678"/>
                  </a:moveTo>
                  <a:cubicBezTo>
                    <a:pt x="86678" y="152594"/>
                    <a:pt x="71763" y="155260"/>
                    <a:pt x="67097" y="144761"/>
                  </a:cubicBezTo>
                  <a:cubicBezTo>
                    <a:pt x="64181" y="138262"/>
                    <a:pt x="69180" y="127596"/>
                    <a:pt x="69180" y="120597"/>
                  </a:cubicBezTo>
                  <a:cubicBezTo>
                    <a:pt x="69180" y="117097"/>
                    <a:pt x="65264" y="113348"/>
                    <a:pt x="61597" y="114847"/>
                  </a:cubicBezTo>
                  <a:cubicBezTo>
                    <a:pt x="46182" y="121097"/>
                    <a:pt x="1853" y="124180"/>
                    <a:pt x="21685" y="96349"/>
                  </a:cubicBezTo>
                  <a:cubicBezTo>
                    <a:pt x="26684" y="89350"/>
                    <a:pt x="44682" y="79017"/>
                    <a:pt x="37267" y="68351"/>
                  </a:cubicBezTo>
                  <a:cubicBezTo>
                    <a:pt x="34266" y="64019"/>
                    <a:pt x="28017" y="62269"/>
                    <a:pt x="24351" y="58519"/>
                  </a:cubicBezTo>
                  <a:cubicBezTo>
                    <a:pt x="12852" y="46687"/>
                    <a:pt x="13352" y="31105"/>
                    <a:pt x="27017" y="20939"/>
                  </a:cubicBezTo>
                  <a:cubicBezTo>
                    <a:pt x="43349" y="8690"/>
                    <a:pt x="68846" y="24"/>
                    <a:pt x="87928" y="11440"/>
                  </a:cubicBezTo>
                  <a:cubicBezTo>
                    <a:pt x="89845" y="12606"/>
                    <a:pt x="91262" y="9857"/>
                    <a:pt x="89594" y="8524"/>
                  </a:cubicBezTo>
                  <a:cubicBezTo>
                    <a:pt x="68264" y="-7558"/>
                    <a:pt x="32350" y="941"/>
                    <a:pt x="14601" y="18856"/>
                  </a:cubicBezTo>
                  <a:cubicBezTo>
                    <a:pt x="6435" y="27105"/>
                    <a:pt x="2936" y="38938"/>
                    <a:pt x="6102" y="50186"/>
                  </a:cubicBezTo>
                  <a:cubicBezTo>
                    <a:pt x="7519" y="55103"/>
                    <a:pt x="10019" y="59769"/>
                    <a:pt x="13102" y="63852"/>
                  </a:cubicBezTo>
                  <a:cubicBezTo>
                    <a:pt x="14768" y="66102"/>
                    <a:pt x="20601" y="70018"/>
                    <a:pt x="23934" y="73101"/>
                  </a:cubicBezTo>
                  <a:cubicBezTo>
                    <a:pt x="9769" y="85433"/>
                    <a:pt x="-8563" y="104598"/>
                    <a:pt x="4436" y="123180"/>
                  </a:cubicBezTo>
                  <a:cubicBezTo>
                    <a:pt x="15352" y="138845"/>
                    <a:pt x="39100" y="137762"/>
                    <a:pt x="56348" y="130846"/>
                  </a:cubicBezTo>
                  <a:cubicBezTo>
                    <a:pt x="54681" y="140678"/>
                    <a:pt x="52014" y="150594"/>
                    <a:pt x="60430" y="158510"/>
                  </a:cubicBezTo>
                  <a:cubicBezTo>
                    <a:pt x="70597" y="168176"/>
                    <a:pt x="86179" y="167176"/>
                    <a:pt x="98177" y="162510"/>
                  </a:cubicBezTo>
                  <a:cubicBezTo>
                    <a:pt x="106010" y="159510"/>
                    <a:pt x="102677" y="146678"/>
                    <a:pt x="94595" y="149678"/>
                  </a:cubicBezTo>
                  <a:lnTo>
                    <a:pt x="94595" y="149678"/>
                  </a:lnTo>
                  <a:close/>
                </a:path>
              </a:pathLst>
            </a:custGeom>
            <a:grpFill/>
            <a:ln w="8332" cap="flat">
              <a:noFill/>
              <a:prstDash val="solid"/>
              <a:miter/>
            </a:ln>
          </p:spPr>
          <p:txBody>
            <a:bodyPr rtlCol="0" anchor="ctr"/>
            <a:lstStyle/>
            <a:p>
              <a:endParaRPr lang="en-US"/>
            </a:p>
          </p:txBody>
        </p:sp>
        <p:sp>
          <p:nvSpPr>
            <p:cNvPr id="1881" name="Freeform: Shape 1880"/>
            <p:cNvSpPr/>
            <p:nvPr/>
          </p:nvSpPr>
          <p:spPr>
            <a:xfrm>
              <a:off x="7901426" y="4465479"/>
              <a:ext cx="107369" cy="87544"/>
            </a:xfrm>
            <a:custGeom>
              <a:avLst/>
              <a:gdLst>
                <a:gd name="connsiteX0" fmla="*/ 91959 w 107369"/>
                <a:gd name="connsiteY0" fmla="*/ 53791 h 87544"/>
                <a:gd name="connsiteX1" fmla="*/ 56045 w 107369"/>
                <a:gd name="connsiteY1" fmla="*/ 58457 h 87544"/>
                <a:gd name="connsiteX2" fmla="*/ 53212 w 107369"/>
                <a:gd name="connsiteY2" fmla="*/ 39959 h 87544"/>
                <a:gd name="connsiteX3" fmla="*/ 45879 w 107369"/>
                <a:gd name="connsiteY3" fmla="*/ 38043 h 87544"/>
                <a:gd name="connsiteX4" fmla="*/ 15465 w 107369"/>
                <a:gd name="connsiteY4" fmla="*/ 42125 h 87544"/>
                <a:gd name="connsiteX5" fmla="*/ 20215 w 107369"/>
                <a:gd name="connsiteY5" fmla="*/ 5545 h 87544"/>
                <a:gd name="connsiteX6" fmla="*/ 13716 w 107369"/>
                <a:gd name="connsiteY6" fmla="*/ 1796 h 87544"/>
                <a:gd name="connsiteX7" fmla="*/ 8633 w 107369"/>
                <a:gd name="connsiteY7" fmla="*/ 53541 h 87544"/>
                <a:gd name="connsiteX8" fmla="*/ 41797 w 107369"/>
                <a:gd name="connsiteY8" fmla="*/ 55124 h 87544"/>
                <a:gd name="connsiteX9" fmla="*/ 45379 w 107369"/>
                <a:gd name="connsiteY9" fmla="*/ 67373 h 87544"/>
                <a:gd name="connsiteX10" fmla="*/ 63211 w 107369"/>
                <a:gd name="connsiteY10" fmla="*/ 85872 h 87544"/>
                <a:gd name="connsiteX11" fmla="*/ 107291 w 107369"/>
                <a:gd name="connsiteY11" fmla="*/ 55791 h 87544"/>
                <a:gd name="connsiteX12" fmla="*/ 91959 w 107369"/>
                <a:gd name="connsiteY12" fmla="*/ 53791 h 87544"/>
                <a:gd name="connsiteX13" fmla="*/ 91959 w 107369"/>
                <a:gd name="connsiteY13" fmla="*/ 53791 h 87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7369" h="87544">
                  <a:moveTo>
                    <a:pt x="91959" y="53791"/>
                  </a:moveTo>
                  <a:cubicBezTo>
                    <a:pt x="86542" y="70623"/>
                    <a:pt x="64294" y="79122"/>
                    <a:pt x="56045" y="58457"/>
                  </a:cubicBezTo>
                  <a:cubicBezTo>
                    <a:pt x="53629" y="52458"/>
                    <a:pt x="56379" y="45292"/>
                    <a:pt x="53212" y="39959"/>
                  </a:cubicBezTo>
                  <a:cubicBezTo>
                    <a:pt x="51795" y="37626"/>
                    <a:pt x="48296" y="36459"/>
                    <a:pt x="45879" y="38043"/>
                  </a:cubicBezTo>
                  <a:cubicBezTo>
                    <a:pt x="37380" y="43792"/>
                    <a:pt x="24548" y="49624"/>
                    <a:pt x="15465" y="42125"/>
                  </a:cubicBezTo>
                  <a:cubicBezTo>
                    <a:pt x="3467" y="32293"/>
                    <a:pt x="14382" y="15794"/>
                    <a:pt x="20215" y="5545"/>
                  </a:cubicBezTo>
                  <a:cubicBezTo>
                    <a:pt x="22631" y="1296"/>
                    <a:pt x="16382" y="-2287"/>
                    <a:pt x="13716" y="1796"/>
                  </a:cubicBezTo>
                  <a:cubicBezTo>
                    <a:pt x="3799" y="17211"/>
                    <a:pt x="-8699" y="38043"/>
                    <a:pt x="8633" y="53541"/>
                  </a:cubicBezTo>
                  <a:cubicBezTo>
                    <a:pt x="17882" y="61874"/>
                    <a:pt x="31297" y="60874"/>
                    <a:pt x="41797" y="55124"/>
                  </a:cubicBezTo>
                  <a:cubicBezTo>
                    <a:pt x="42296" y="59374"/>
                    <a:pt x="43880" y="63540"/>
                    <a:pt x="45379" y="67373"/>
                  </a:cubicBezTo>
                  <a:cubicBezTo>
                    <a:pt x="48796" y="75789"/>
                    <a:pt x="54295" y="83038"/>
                    <a:pt x="63211" y="85872"/>
                  </a:cubicBezTo>
                  <a:cubicBezTo>
                    <a:pt x="85209" y="92871"/>
                    <a:pt x="104625" y="76956"/>
                    <a:pt x="107291" y="55791"/>
                  </a:cubicBezTo>
                  <a:cubicBezTo>
                    <a:pt x="108541" y="46792"/>
                    <a:pt x="94541" y="45792"/>
                    <a:pt x="91959" y="53791"/>
                  </a:cubicBezTo>
                  <a:lnTo>
                    <a:pt x="91959" y="53791"/>
                  </a:lnTo>
                  <a:close/>
                </a:path>
              </a:pathLst>
            </a:custGeom>
            <a:grpFill/>
            <a:ln w="8332" cap="flat">
              <a:noFill/>
              <a:prstDash val="solid"/>
              <a:miter/>
            </a:ln>
          </p:spPr>
          <p:txBody>
            <a:bodyPr rtlCol="0" anchor="ctr"/>
            <a:lstStyle/>
            <a:p>
              <a:endParaRPr lang="en-US"/>
            </a:p>
          </p:txBody>
        </p:sp>
        <p:sp>
          <p:nvSpPr>
            <p:cNvPr id="1882" name="Freeform: Shape 1881"/>
            <p:cNvSpPr/>
            <p:nvPr/>
          </p:nvSpPr>
          <p:spPr>
            <a:xfrm>
              <a:off x="8014699" y="4405196"/>
              <a:ext cx="58799" cy="110278"/>
            </a:xfrm>
            <a:custGeom>
              <a:avLst/>
              <a:gdLst>
                <a:gd name="connsiteX0" fmla="*/ 58678 w 58799"/>
                <a:gd name="connsiteY0" fmla="*/ 66411 h 110278"/>
                <a:gd name="connsiteX1" fmla="*/ 47430 w 58799"/>
                <a:gd name="connsiteY1" fmla="*/ 49746 h 110278"/>
                <a:gd name="connsiteX2" fmla="*/ 47179 w 58799"/>
                <a:gd name="connsiteY2" fmla="*/ 9166 h 110278"/>
                <a:gd name="connsiteX3" fmla="*/ 11183 w 58799"/>
                <a:gd name="connsiteY3" fmla="*/ 3583 h 110278"/>
                <a:gd name="connsiteX4" fmla="*/ 12682 w 58799"/>
                <a:gd name="connsiteY4" fmla="*/ 8916 h 110278"/>
                <a:gd name="connsiteX5" fmla="*/ 37764 w 58799"/>
                <a:gd name="connsiteY5" fmla="*/ 18665 h 110278"/>
                <a:gd name="connsiteX6" fmla="*/ 33264 w 58799"/>
                <a:gd name="connsiteY6" fmla="*/ 32581 h 110278"/>
                <a:gd name="connsiteX7" fmla="*/ 29181 w 58799"/>
                <a:gd name="connsiteY7" fmla="*/ 50329 h 110278"/>
                <a:gd name="connsiteX8" fmla="*/ 35430 w 58799"/>
                <a:gd name="connsiteY8" fmla="*/ 57578 h 110278"/>
                <a:gd name="connsiteX9" fmla="*/ 33931 w 58799"/>
                <a:gd name="connsiteY9" fmla="*/ 78743 h 110278"/>
                <a:gd name="connsiteX10" fmla="*/ 2517 w 58799"/>
                <a:gd name="connsiteY10" fmla="*/ 100241 h 110278"/>
                <a:gd name="connsiteX11" fmla="*/ 6683 w 58799"/>
                <a:gd name="connsiteY11" fmla="*/ 110157 h 110278"/>
                <a:gd name="connsiteX12" fmla="*/ 52846 w 58799"/>
                <a:gd name="connsiteY12" fmla="*/ 83243 h 110278"/>
                <a:gd name="connsiteX13" fmla="*/ 58678 w 58799"/>
                <a:gd name="connsiteY13" fmla="*/ 66411 h 110278"/>
                <a:gd name="connsiteX14" fmla="*/ 58678 w 58799"/>
                <a:gd name="connsiteY14" fmla="*/ 66411 h 110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8799" h="110278">
                  <a:moveTo>
                    <a:pt x="58678" y="66411"/>
                  </a:moveTo>
                  <a:cubicBezTo>
                    <a:pt x="57679" y="57745"/>
                    <a:pt x="51846" y="56245"/>
                    <a:pt x="47430" y="49746"/>
                  </a:cubicBezTo>
                  <a:cubicBezTo>
                    <a:pt x="39347" y="37914"/>
                    <a:pt x="53512" y="22915"/>
                    <a:pt x="47179" y="9166"/>
                  </a:cubicBezTo>
                  <a:cubicBezTo>
                    <a:pt x="40763" y="-4999"/>
                    <a:pt x="22599" y="750"/>
                    <a:pt x="11183" y="3583"/>
                  </a:cubicBezTo>
                  <a:cubicBezTo>
                    <a:pt x="7683" y="4416"/>
                    <a:pt x="9182" y="9583"/>
                    <a:pt x="12682" y="8916"/>
                  </a:cubicBezTo>
                  <a:cubicBezTo>
                    <a:pt x="21931" y="7083"/>
                    <a:pt x="37430" y="4833"/>
                    <a:pt x="37764" y="18665"/>
                  </a:cubicBezTo>
                  <a:cubicBezTo>
                    <a:pt x="37930" y="24081"/>
                    <a:pt x="35764" y="27914"/>
                    <a:pt x="33264" y="32581"/>
                  </a:cubicBezTo>
                  <a:cubicBezTo>
                    <a:pt x="30181" y="38413"/>
                    <a:pt x="26515" y="43580"/>
                    <a:pt x="29181" y="50329"/>
                  </a:cubicBezTo>
                  <a:cubicBezTo>
                    <a:pt x="30598" y="53829"/>
                    <a:pt x="33597" y="54745"/>
                    <a:pt x="35430" y="57578"/>
                  </a:cubicBezTo>
                  <a:cubicBezTo>
                    <a:pt x="40847" y="66327"/>
                    <a:pt x="41763" y="71910"/>
                    <a:pt x="33931" y="78743"/>
                  </a:cubicBezTo>
                  <a:cubicBezTo>
                    <a:pt x="24348" y="87159"/>
                    <a:pt x="12849" y="92825"/>
                    <a:pt x="2517" y="100241"/>
                  </a:cubicBezTo>
                  <a:cubicBezTo>
                    <a:pt x="-2482" y="103824"/>
                    <a:pt x="517" y="111324"/>
                    <a:pt x="6683" y="110157"/>
                  </a:cubicBezTo>
                  <a:cubicBezTo>
                    <a:pt x="24098" y="106824"/>
                    <a:pt x="42013" y="97741"/>
                    <a:pt x="52846" y="83243"/>
                  </a:cubicBezTo>
                  <a:cubicBezTo>
                    <a:pt x="56595" y="78243"/>
                    <a:pt x="59428" y="72744"/>
                    <a:pt x="58678" y="66411"/>
                  </a:cubicBezTo>
                  <a:lnTo>
                    <a:pt x="58678" y="66411"/>
                  </a:lnTo>
                  <a:close/>
                </a:path>
              </a:pathLst>
            </a:custGeom>
            <a:grpFill/>
            <a:ln w="8332" cap="flat">
              <a:noFill/>
              <a:prstDash val="solid"/>
              <a:miter/>
            </a:ln>
          </p:spPr>
          <p:txBody>
            <a:bodyPr rtlCol="0" anchor="ctr"/>
            <a:lstStyle/>
            <a:p>
              <a:endParaRPr lang="en-US"/>
            </a:p>
          </p:txBody>
        </p:sp>
        <p:sp>
          <p:nvSpPr>
            <p:cNvPr id="1883" name="Freeform: Shape 1882"/>
            <p:cNvSpPr/>
            <p:nvPr/>
          </p:nvSpPr>
          <p:spPr>
            <a:xfrm>
              <a:off x="1464655" y="4591463"/>
              <a:ext cx="410672" cy="510774"/>
            </a:xfrm>
            <a:custGeom>
              <a:avLst/>
              <a:gdLst>
                <a:gd name="connsiteX0" fmla="*/ 342287 w 410672"/>
                <a:gd name="connsiteY0" fmla="*/ 85125 h 510774"/>
                <a:gd name="connsiteX1" fmla="*/ 313373 w 410672"/>
                <a:gd name="connsiteY1" fmla="*/ 69793 h 510774"/>
                <a:gd name="connsiteX2" fmla="*/ 299957 w 410672"/>
                <a:gd name="connsiteY2" fmla="*/ 41379 h 510774"/>
                <a:gd name="connsiteX3" fmla="*/ 254211 w 410672"/>
                <a:gd name="connsiteY3" fmla="*/ 11049 h 510774"/>
                <a:gd name="connsiteX4" fmla="*/ 214465 w 410672"/>
                <a:gd name="connsiteY4" fmla="*/ 35463 h 510774"/>
                <a:gd name="connsiteX5" fmla="*/ 206799 w 410672"/>
                <a:gd name="connsiteY5" fmla="*/ 21465 h 510774"/>
                <a:gd name="connsiteX6" fmla="*/ 193967 w 410672"/>
                <a:gd name="connsiteY6" fmla="*/ 9966 h 510774"/>
                <a:gd name="connsiteX7" fmla="*/ 158137 w 410672"/>
                <a:gd name="connsiteY7" fmla="*/ 1050 h 510774"/>
                <a:gd name="connsiteX8" fmla="*/ 125056 w 410672"/>
                <a:gd name="connsiteY8" fmla="*/ 50629 h 510774"/>
                <a:gd name="connsiteX9" fmla="*/ 45230 w 410672"/>
                <a:gd name="connsiteY9" fmla="*/ 84459 h 510774"/>
                <a:gd name="connsiteX10" fmla="*/ 26982 w 410672"/>
                <a:gd name="connsiteY10" fmla="*/ 117955 h 510774"/>
                <a:gd name="connsiteX11" fmla="*/ 30398 w 410672"/>
                <a:gd name="connsiteY11" fmla="*/ 152119 h 510774"/>
                <a:gd name="connsiteX12" fmla="*/ 19733 w 410672"/>
                <a:gd name="connsiteY12" fmla="*/ 178867 h 510774"/>
                <a:gd name="connsiteX13" fmla="*/ 7567 w 410672"/>
                <a:gd name="connsiteY13" fmla="*/ 195365 h 510774"/>
                <a:gd name="connsiteX14" fmla="*/ 68 w 410672"/>
                <a:gd name="connsiteY14" fmla="*/ 234778 h 510774"/>
                <a:gd name="connsiteX15" fmla="*/ 36314 w 410672"/>
                <a:gd name="connsiteY15" fmla="*/ 290607 h 510774"/>
                <a:gd name="connsiteX16" fmla="*/ 32648 w 410672"/>
                <a:gd name="connsiteY16" fmla="*/ 305939 h 510774"/>
                <a:gd name="connsiteX17" fmla="*/ 32565 w 410672"/>
                <a:gd name="connsiteY17" fmla="*/ 326687 h 510774"/>
                <a:gd name="connsiteX18" fmla="*/ 49397 w 410672"/>
                <a:gd name="connsiteY18" fmla="*/ 365850 h 510774"/>
                <a:gd name="connsiteX19" fmla="*/ 128806 w 410672"/>
                <a:gd name="connsiteY19" fmla="*/ 377349 h 510774"/>
                <a:gd name="connsiteX20" fmla="*/ 146138 w 410672"/>
                <a:gd name="connsiteY20" fmla="*/ 363100 h 510774"/>
                <a:gd name="connsiteX21" fmla="*/ 157554 w 410672"/>
                <a:gd name="connsiteY21" fmla="*/ 348435 h 510774"/>
                <a:gd name="connsiteX22" fmla="*/ 177635 w 410672"/>
                <a:gd name="connsiteY22" fmla="*/ 352185 h 510774"/>
                <a:gd name="connsiteX23" fmla="*/ 187801 w 410672"/>
                <a:gd name="connsiteY23" fmla="*/ 350935 h 510774"/>
                <a:gd name="connsiteX24" fmla="*/ 257878 w 410672"/>
                <a:gd name="connsiteY24" fmla="*/ 426095 h 510774"/>
                <a:gd name="connsiteX25" fmla="*/ 297791 w 410672"/>
                <a:gd name="connsiteY25" fmla="*/ 478256 h 510774"/>
                <a:gd name="connsiteX26" fmla="*/ 312623 w 410672"/>
                <a:gd name="connsiteY26" fmla="*/ 501754 h 510774"/>
                <a:gd name="connsiteX27" fmla="*/ 321372 w 410672"/>
                <a:gd name="connsiteY27" fmla="*/ 510420 h 510774"/>
                <a:gd name="connsiteX28" fmla="*/ 328705 w 410672"/>
                <a:gd name="connsiteY28" fmla="*/ 508754 h 510774"/>
                <a:gd name="connsiteX29" fmla="*/ 364951 w 410672"/>
                <a:gd name="connsiteY29" fmla="*/ 478007 h 510774"/>
                <a:gd name="connsiteX30" fmla="*/ 402448 w 410672"/>
                <a:gd name="connsiteY30" fmla="*/ 455675 h 510774"/>
                <a:gd name="connsiteX31" fmla="*/ 391282 w 410672"/>
                <a:gd name="connsiteY31" fmla="*/ 398930 h 510774"/>
                <a:gd name="connsiteX32" fmla="*/ 337537 w 410672"/>
                <a:gd name="connsiteY32" fmla="*/ 321354 h 510774"/>
                <a:gd name="connsiteX33" fmla="*/ 308290 w 410672"/>
                <a:gd name="connsiteY33" fmla="*/ 267109 h 510774"/>
                <a:gd name="connsiteX34" fmla="*/ 312956 w 410672"/>
                <a:gd name="connsiteY34" fmla="*/ 269442 h 510774"/>
                <a:gd name="connsiteX35" fmla="*/ 338537 w 410672"/>
                <a:gd name="connsiteY35" fmla="*/ 273025 h 510774"/>
                <a:gd name="connsiteX36" fmla="*/ 390033 w 410672"/>
                <a:gd name="connsiteY36" fmla="*/ 248361 h 510774"/>
                <a:gd name="connsiteX37" fmla="*/ 400532 w 410672"/>
                <a:gd name="connsiteY37" fmla="*/ 196365 h 510774"/>
                <a:gd name="connsiteX38" fmla="*/ 395782 w 410672"/>
                <a:gd name="connsiteY38" fmla="*/ 165868 h 510774"/>
                <a:gd name="connsiteX39" fmla="*/ 386533 w 410672"/>
                <a:gd name="connsiteY39" fmla="*/ 132954 h 510774"/>
                <a:gd name="connsiteX40" fmla="*/ 342287 w 410672"/>
                <a:gd name="connsiteY40" fmla="*/ 85125 h 510774"/>
                <a:gd name="connsiteX41" fmla="*/ 342287 w 410672"/>
                <a:gd name="connsiteY41" fmla="*/ 85125 h 510774"/>
                <a:gd name="connsiteX42" fmla="*/ 310706 w 410672"/>
                <a:gd name="connsiteY42" fmla="*/ 302439 h 510774"/>
                <a:gd name="connsiteX43" fmla="*/ 358702 w 410672"/>
                <a:gd name="connsiteY43" fmla="*/ 376349 h 510774"/>
                <a:gd name="connsiteX44" fmla="*/ 383116 w 410672"/>
                <a:gd name="connsiteY44" fmla="*/ 412013 h 510774"/>
                <a:gd name="connsiteX45" fmla="*/ 393032 w 410672"/>
                <a:gd name="connsiteY45" fmla="*/ 428344 h 510774"/>
                <a:gd name="connsiteX46" fmla="*/ 383700 w 410672"/>
                <a:gd name="connsiteY46" fmla="*/ 450426 h 510774"/>
                <a:gd name="connsiteX47" fmla="*/ 324622 w 410672"/>
                <a:gd name="connsiteY47" fmla="*/ 491422 h 510774"/>
                <a:gd name="connsiteX48" fmla="*/ 318622 w 410672"/>
                <a:gd name="connsiteY48" fmla="*/ 481340 h 510774"/>
                <a:gd name="connsiteX49" fmla="*/ 301624 w 410672"/>
                <a:gd name="connsiteY49" fmla="*/ 458258 h 510774"/>
                <a:gd name="connsiteX50" fmla="*/ 261961 w 410672"/>
                <a:gd name="connsiteY50" fmla="*/ 410179 h 510774"/>
                <a:gd name="connsiteX51" fmla="*/ 195800 w 410672"/>
                <a:gd name="connsiteY51" fmla="*/ 347935 h 510774"/>
                <a:gd name="connsiteX52" fmla="*/ 223131 w 410672"/>
                <a:gd name="connsiteY52" fmla="*/ 311271 h 510774"/>
                <a:gd name="connsiteX53" fmla="*/ 233047 w 410672"/>
                <a:gd name="connsiteY53" fmla="*/ 325270 h 510774"/>
                <a:gd name="connsiteX54" fmla="*/ 260044 w 410672"/>
                <a:gd name="connsiteY54" fmla="*/ 364433 h 510774"/>
                <a:gd name="connsiteX55" fmla="*/ 305040 w 410672"/>
                <a:gd name="connsiteY55" fmla="*/ 377183 h 510774"/>
                <a:gd name="connsiteX56" fmla="*/ 320705 w 410672"/>
                <a:gd name="connsiteY56" fmla="*/ 355934 h 510774"/>
                <a:gd name="connsiteX57" fmla="*/ 311123 w 410672"/>
                <a:gd name="connsiteY57" fmla="*/ 333186 h 510774"/>
                <a:gd name="connsiteX58" fmla="*/ 287709 w 410672"/>
                <a:gd name="connsiteY58" fmla="*/ 302522 h 510774"/>
                <a:gd name="connsiteX59" fmla="*/ 273376 w 410672"/>
                <a:gd name="connsiteY59" fmla="*/ 282024 h 510774"/>
                <a:gd name="connsiteX60" fmla="*/ 269043 w 410672"/>
                <a:gd name="connsiteY60" fmla="*/ 276525 h 510774"/>
                <a:gd name="connsiteX61" fmla="*/ 282876 w 410672"/>
                <a:gd name="connsiteY61" fmla="*/ 267109 h 510774"/>
                <a:gd name="connsiteX62" fmla="*/ 291958 w 410672"/>
                <a:gd name="connsiteY62" fmla="*/ 254277 h 510774"/>
                <a:gd name="connsiteX63" fmla="*/ 310706 w 410672"/>
                <a:gd name="connsiteY63" fmla="*/ 302439 h 510774"/>
                <a:gd name="connsiteX64" fmla="*/ 310706 w 410672"/>
                <a:gd name="connsiteY64" fmla="*/ 302439 h 510774"/>
                <a:gd name="connsiteX65" fmla="*/ 269293 w 410672"/>
                <a:gd name="connsiteY65" fmla="*/ 357934 h 510774"/>
                <a:gd name="connsiteX66" fmla="*/ 252878 w 410672"/>
                <a:gd name="connsiteY66" fmla="*/ 334936 h 510774"/>
                <a:gd name="connsiteX67" fmla="*/ 224214 w 410672"/>
                <a:gd name="connsiteY67" fmla="*/ 300939 h 510774"/>
                <a:gd name="connsiteX68" fmla="*/ 223214 w 410672"/>
                <a:gd name="connsiteY68" fmla="*/ 283191 h 510774"/>
                <a:gd name="connsiteX69" fmla="*/ 243296 w 410672"/>
                <a:gd name="connsiteY69" fmla="*/ 285607 h 510774"/>
                <a:gd name="connsiteX70" fmla="*/ 257545 w 410672"/>
                <a:gd name="connsiteY70" fmla="*/ 281858 h 510774"/>
                <a:gd name="connsiteX71" fmla="*/ 277043 w 410672"/>
                <a:gd name="connsiteY71" fmla="*/ 308688 h 510774"/>
                <a:gd name="connsiteX72" fmla="*/ 293125 w 410672"/>
                <a:gd name="connsiteY72" fmla="*/ 329603 h 510774"/>
                <a:gd name="connsiteX73" fmla="*/ 306207 w 410672"/>
                <a:gd name="connsiteY73" fmla="*/ 358101 h 510774"/>
                <a:gd name="connsiteX74" fmla="*/ 282876 w 410672"/>
                <a:gd name="connsiteY74" fmla="*/ 369433 h 510774"/>
                <a:gd name="connsiteX75" fmla="*/ 269293 w 410672"/>
                <a:gd name="connsiteY75" fmla="*/ 357934 h 510774"/>
                <a:gd name="connsiteX76" fmla="*/ 269293 w 410672"/>
                <a:gd name="connsiteY76" fmla="*/ 357934 h 510774"/>
                <a:gd name="connsiteX77" fmla="*/ 369534 w 410672"/>
                <a:gd name="connsiteY77" fmla="*/ 130205 h 510774"/>
                <a:gd name="connsiteX78" fmla="*/ 385033 w 410672"/>
                <a:gd name="connsiteY78" fmla="*/ 183200 h 510774"/>
                <a:gd name="connsiteX79" fmla="*/ 384283 w 410672"/>
                <a:gd name="connsiteY79" fmla="*/ 227613 h 510774"/>
                <a:gd name="connsiteX80" fmla="*/ 341870 w 410672"/>
                <a:gd name="connsiteY80" fmla="*/ 256360 h 510774"/>
                <a:gd name="connsiteX81" fmla="*/ 314456 w 410672"/>
                <a:gd name="connsiteY81" fmla="*/ 254360 h 510774"/>
                <a:gd name="connsiteX82" fmla="*/ 294291 w 410672"/>
                <a:gd name="connsiteY82" fmla="*/ 239778 h 510774"/>
                <a:gd name="connsiteX83" fmla="*/ 286459 w 410672"/>
                <a:gd name="connsiteY83" fmla="*/ 240528 h 510774"/>
                <a:gd name="connsiteX84" fmla="*/ 267377 w 410672"/>
                <a:gd name="connsiteY84" fmla="*/ 262610 h 510774"/>
                <a:gd name="connsiteX85" fmla="*/ 227214 w 410672"/>
                <a:gd name="connsiteY85" fmla="*/ 271275 h 510774"/>
                <a:gd name="connsiteX86" fmla="*/ 211299 w 410672"/>
                <a:gd name="connsiteY86" fmla="*/ 273525 h 510774"/>
                <a:gd name="connsiteX87" fmla="*/ 210382 w 410672"/>
                <a:gd name="connsiteY87" fmla="*/ 296273 h 510774"/>
                <a:gd name="connsiteX88" fmla="*/ 192217 w 410672"/>
                <a:gd name="connsiteY88" fmla="*/ 332603 h 510774"/>
                <a:gd name="connsiteX89" fmla="*/ 157720 w 410672"/>
                <a:gd name="connsiteY89" fmla="*/ 331936 h 510774"/>
                <a:gd name="connsiteX90" fmla="*/ 142638 w 410672"/>
                <a:gd name="connsiteY90" fmla="*/ 339602 h 510774"/>
                <a:gd name="connsiteX91" fmla="*/ 109974 w 410672"/>
                <a:gd name="connsiteY91" fmla="*/ 367933 h 510774"/>
                <a:gd name="connsiteX92" fmla="*/ 49147 w 410672"/>
                <a:gd name="connsiteY92" fmla="*/ 328270 h 510774"/>
                <a:gd name="connsiteX93" fmla="*/ 50147 w 410672"/>
                <a:gd name="connsiteY93" fmla="*/ 295439 h 510774"/>
                <a:gd name="connsiteX94" fmla="*/ 49480 w 410672"/>
                <a:gd name="connsiteY94" fmla="*/ 280524 h 510774"/>
                <a:gd name="connsiteX95" fmla="*/ 42147 w 410672"/>
                <a:gd name="connsiteY95" fmla="*/ 276525 h 510774"/>
                <a:gd name="connsiteX96" fmla="*/ 26982 w 410672"/>
                <a:gd name="connsiteY96" fmla="*/ 263609 h 510774"/>
                <a:gd name="connsiteX97" fmla="*/ 17150 w 410672"/>
                <a:gd name="connsiteY97" fmla="*/ 223696 h 510774"/>
                <a:gd name="connsiteX98" fmla="*/ 33065 w 410672"/>
                <a:gd name="connsiteY98" fmla="*/ 189366 h 510774"/>
                <a:gd name="connsiteX99" fmla="*/ 49563 w 410672"/>
                <a:gd name="connsiteY99" fmla="*/ 165368 h 510774"/>
                <a:gd name="connsiteX100" fmla="*/ 42397 w 410672"/>
                <a:gd name="connsiteY100" fmla="*/ 141120 h 510774"/>
                <a:gd name="connsiteX101" fmla="*/ 48897 w 410672"/>
                <a:gd name="connsiteY101" fmla="*/ 96958 h 510774"/>
                <a:gd name="connsiteX102" fmla="*/ 128973 w 410672"/>
                <a:gd name="connsiteY102" fmla="*/ 56544 h 510774"/>
                <a:gd name="connsiteX103" fmla="*/ 129139 w 410672"/>
                <a:gd name="connsiteY103" fmla="*/ 56711 h 510774"/>
                <a:gd name="connsiteX104" fmla="*/ 137472 w 410672"/>
                <a:gd name="connsiteY104" fmla="*/ 49045 h 510774"/>
                <a:gd name="connsiteX105" fmla="*/ 153054 w 410672"/>
                <a:gd name="connsiteY105" fmla="*/ 16798 h 510774"/>
                <a:gd name="connsiteX106" fmla="*/ 182218 w 410672"/>
                <a:gd name="connsiteY106" fmla="*/ 18131 h 510774"/>
                <a:gd name="connsiteX107" fmla="*/ 201216 w 410672"/>
                <a:gd name="connsiteY107" fmla="*/ 37380 h 510774"/>
                <a:gd name="connsiteX108" fmla="*/ 211215 w 410672"/>
                <a:gd name="connsiteY108" fmla="*/ 53045 h 510774"/>
                <a:gd name="connsiteX109" fmla="*/ 221214 w 410672"/>
                <a:gd name="connsiteY109" fmla="*/ 50711 h 510774"/>
                <a:gd name="connsiteX110" fmla="*/ 237880 w 410672"/>
                <a:gd name="connsiteY110" fmla="*/ 30463 h 510774"/>
                <a:gd name="connsiteX111" fmla="*/ 270793 w 410672"/>
                <a:gd name="connsiteY111" fmla="*/ 30963 h 510774"/>
                <a:gd name="connsiteX112" fmla="*/ 299458 w 410672"/>
                <a:gd name="connsiteY112" fmla="*/ 77709 h 510774"/>
                <a:gd name="connsiteX113" fmla="*/ 318789 w 410672"/>
                <a:gd name="connsiteY113" fmla="*/ 98207 h 510774"/>
                <a:gd name="connsiteX114" fmla="*/ 345203 w 410672"/>
                <a:gd name="connsiteY114" fmla="*/ 103457 h 510774"/>
                <a:gd name="connsiteX115" fmla="*/ 369534 w 410672"/>
                <a:gd name="connsiteY115" fmla="*/ 130205 h 510774"/>
                <a:gd name="connsiteX116" fmla="*/ 369534 w 410672"/>
                <a:gd name="connsiteY116" fmla="*/ 130205 h 5107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Lst>
              <a:rect l="l" t="t" r="r" b="b"/>
              <a:pathLst>
                <a:path w="410672" h="510774">
                  <a:moveTo>
                    <a:pt x="342287" y="85125"/>
                  </a:moveTo>
                  <a:cubicBezTo>
                    <a:pt x="328205" y="80875"/>
                    <a:pt x="320372" y="86792"/>
                    <a:pt x="313373" y="69793"/>
                  </a:cubicBezTo>
                  <a:cubicBezTo>
                    <a:pt x="309206" y="59544"/>
                    <a:pt x="306540" y="50545"/>
                    <a:pt x="299957" y="41379"/>
                  </a:cubicBezTo>
                  <a:cubicBezTo>
                    <a:pt x="288292" y="24964"/>
                    <a:pt x="275210" y="11965"/>
                    <a:pt x="254211" y="11049"/>
                  </a:cubicBezTo>
                  <a:cubicBezTo>
                    <a:pt x="235047" y="10132"/>
                    <a:pt x="224797" y="22047"/>
                    <a:pt x="214465" y="35463"/>
                  </a:cubicBezTo>
                  <a:cubicBezTo>
                    <a:pt x="211965" y="30797"/>
                    <a:pt x="209882" y="24964"/>
                    <a:pt x="206799" y="21465"/>
                  </a:cubicBezTo>
                  <a:cubicBezTo>
                    <a:pt x="203049" y="17215"/>
                    <a:pt x="198550" y="13298"/>
                    <a:pt x="193967" y="9966"/>
                  </a:cubicBezTo>
                  <a:cubicBezTo>
                    <a:pt x="183551" y="2466"/>
                    <a:pt x="170969" y="-2200"/>
                    <a:pt x="158137" y="1050"/>
                  </a:cubicBezTo>
                  <a:cubicBezTo>
                    <a:pt x="138055" y="6049"/>
                    <a:pt x="116141" y="29630"/>
                    <a:pt x="125056" y="50629"/>
                  </a:cubicBezTo>
                  <a:cubicBezTo>
                    <a:pt x="96226" y="55878"/>
                    <a:pt x="65145" y="60961"/>
                    <a:pt x="45230" y="84459"/>
                  </a:cubicBezTo>
                  <a:cubicBezTo>
                    <a:pt x="36898" y="94208"/>
                    <a:pt x="30065" y="105373"/>
                    <a:pt x="26982" y="117955"/>
                  </a:cubicBezTo>
                  <a:cubicBezTo>
                    <a:pt x="23649" y="131454"/>
                    <a:pt x="25815" y="139704"/>
                    <a:pt x="30398" y="152119"/>
                  </a:cubicBezTo>
                  <a:cubicBezTo>
                    <a:pt x="34898" y="164118"/>
                    <a:pt x="27315" y="170284"/>
                    <a:pt x="19733" y="178867"/>
                  </a:cubicBezTo>
                  <a:cubicBezTo>
                    <a:pt x="15150" y="184033"/>
                    <a:pt x="10650" y="188949"/>
                    <a:pt x="7567" y="195365"/>
                  </a:cubicBezTo>
                  <a:cubicBezTo>
                    <a:pt x="1818" y="207281"/>
                    <a:pt x="-432" y="221696"/>
                    <a:pt x="68" y="234778"/>
                  </a:cubicBezTo>
                  <a:cubicBezTo>
                    <a:pt x="1151" y="260109"/>
                    <a:pt x="14816" y="279358"/>
                    <a:pt x="36314" y="290607"/>
                  </a:cubicBezTo>
                  <a:cubicBezTo>
                    <a:pt x="35814" y="295523"/>
                    <a:pt x="33148" y="301772"/>
                    <a:pt x="32648" y="305939"/>
                  </a:cubicBezTo>
                  <a:cubicBezTo>
                    <a:pt x="31815" y="312771"/>
                    <a:pt x="31732" y="319854"/>
                    <a:pt x="32565" y="326687"/>
                  </a:cubicBezTo>
                  <a:cubicBezTo>
                    <a:pt x="34148" y="341019"/>
                    <a:pt x="39897" y="354851"/>
                    <a:pt x="49397" y="365850"/>
                  </a:cubicBezTo>
                  <a:cubicBezTo>
                    <a:pt x="69061" y="388598"/>
                    <a:pt x="103475" y="393431"/>
                    <a:pt x="128806" y="377349"/>
                  </a:cubicBezTo>
                  <a:cubicBezTo>
                    <a:pt x="135056" y="373433"/>
                    <a:pt x="141055" y="368349"/>
                    <a:pt x="146138" y="363100"/>
                  </a:cubicBezTo>
                  <a:cubicBezTo>
                    <a:pt x="149304" y="359851"/>
                    <a:pt x="153887" y="349851"/>
                    <a:pt x="157554" y="348435"/>
                  </a:cubicBezTo>
                  <a:cubicBezTo>
                    <a:pt x="161053" y="347018"/>
                    <a:pt x="173052" y="352101"/>
                    <a:pt x="177635" y="352185"/>
                  </a:cubicBezTo>
                  <a:cubicBezTo>
                    <a:pt x="181135" y="352268"/>
                    <a:pt x="184468" y="351768"/>
                    <a:pt x="187801" y="350935"/>
                  </a:cubicBezTo>
                  <a:cubicBezTo>
                    <a:pt x="211632" y="375682"/>
                    <a:pt x="236546" y="399014"/>
                    <a:pt x="257878" y="426095"/>
                  </a:cubicBezTo>
                  <a:cubicBezTo>
                    <a:pt x="271460" y="443260"/>
                    <a:pt x="284959" y="460508"/>
                    <a:pt x="297791" y="478256"/>
                  </a:cubicBezTo>
                  <a:cubicBezTo>
                    <a:pt x="303290" y="485923"/>
                    <a:pt x="308207" y="493422"/>
                    <a:pt x="312623" y="501754"/>
                  </a:cubicBezTo>
                  <a:cubicBezTo>
                    <a:pt x="315123" y="506420"/>
                    <a:pt x="316123" y="508504"/>
                    <a:pt x="321372" y="510420"/>
                  </a:cubicBezTo>
                  <a:cubicBezTo>
                    <a:pt x="323622" y="511253"/>
                    <a:pt x="326955" y="510587"/>
                    <a:pt x="328705" y="508754"/>
                  </a:cubicBezTo>
                  <a:cubicBezTo>
                    <a:pt x="339454" y="496838"/>
                    <a:pt x="351619" y="487006"/>
                    <a:pt x="364951" y="478007"/>
                  </a:cubicBezTo>
                  <a:cubicBezTo>
                    <a:pt x="376784" y="470174"/>
                    <a:pt x="391782" y="465091"/>
                    <a:pt x="402448" y="455675"/>
                  </a:cubicBezTo>
                  <a:cubicBezTo>
                    <a:pt x="422030" y="438343"/>
                    <a:pt x="401865" y="415179"/>
                    <a:pt x="391282" y="398930"/>
                  </a:cubicBezTo>
                  <a:cubicBezTo>
                    <a:pt x="374117" y="372599"/>
                    <a:pt x="354036" y="348185"/>
                    <a:pt x="337537" y="321354"/>
                  </a:cubicBezTo>
                  <a:cubicBezTo>
                    <a:pt x="327205" y="304689"/>
                    <a:pt x="316456" y="285941"/>
                    <a:pt x="308290" y="267109"/>
                  </a:cubicBezTo>
                  <a:cubicBezTo>
                    <a:pt x="309706" y="267942"/>
                    <a:pt x="311290" y="268776"/>
                    <a:pt x="312956" y="269442"/>
                  </a:cubicBezTo>
                  <a:cubicBezTo>
                    <a:pt x="321122" y="272608"/>
                    <a:pt x="329871" y="273691"/>
                    <a:pt x="338537" y="273025"/>
                  </a:cubicBezTo>
                  <a:cubicBezTo>
                    <a:pt x="357369" y="271359"/>
                    <a:pt x="377617" y="262692"/>
                    <a:pt x="390033" y="248361"/>
                  </a:cubicBezTo>
                  <a:cubicBezTo>
                    <a:pt x="404198" y="231945"/>
                    <a:pt x="407864" y="216363"/>
                    <a:pt x="400532" y="196365"/>
                  </a:cubicBezTo>
                  <a:cubicBezTo>
                    <a:pt x="396949" y="186616"/>
                    <a:pt x="397865" y="176117"/>
                    <a:pt x="395782" y="165868"/>
                  </a:cubicBezTo>
                  <a:cubicBezTo>
                    <a:pt x="393449" y="154786"/>
                    <a:pt x="390449" y="143537"/>
                    <a:pt x="386533" y="132954"/>
                  </a:cubicBezTo>
                  <a:cubicBezTo>
                    <a:pt x="378950" y="111623"/>
                    <a:pt x="364702" y="91874"/>
                    <a:pt x="342287" y="85125"/>
                  </a:cubicBezTo>
                  <a:lnTo>
                    <a:pt x="342287" y="85125"/>
                  </a:lnTo>
                  <a:close/>
                  <a:moveTo>
                    <a:pt x="310706" y="302439"/>
                  </a:moveTo>
                  <a:cubicBezTo>
                    <a:pt x="324455" y="328687"/>
                    <a:pt x="341704" y="352101"/>
                    <a:pt x="358702" y="376349"/>
                  </a:cubicBezTo>
                  <a:cubicBezTo>
                    <a:pt x="366951" y="388098"/>
                    <a:pt x="375451" y="399763"/>
                    <a:pt x="383116" y="412013"/>
                  </a:cubicBezTo>
                  <a:cubicBezTo>
                    <a:pt x="386366" y="417179"/>
                    <a:pt x="390783" y="422761"/>
                    <a:pt x="393032" y="428344"/>
                  </a:cubicBezTo>
                  <a:cubicBezTo>
                    <a:pt x="397365" y="438843"/>
                    <a:pt x="393366" y="444843"/>
                    <a:pt x="383700" y="450426"/>
                  </a:cubicBezTo>
                  <a:cubicBezTo>
                    <a:pt x="362618" y="462425"/>
                    <a:pt x="342120" y="474673"/>
                    <a:pt x="324622" y="491422"/>
                  </a:cubicBezTo>
                  <a:cubicBezTo>
                    <a:pt x="323039" y="487922"/>
                    <a:pt x="320789" y="484589"/>
                    <a:pt x="318622" y="481340"/>
                  </a:cubicBezTo>
                  <a:cubicBezTo>
                    <a:pt x="313373" y="473340"/>
                    <a:pt x="307457" y="465757"/>
                    <a:pt x="301624" y="458258"/>
                  </a:cubicBezTo>
                  <a:cubicBezTo>
                    <a:pt x="288625" y="442010"/>
                    <a:pt x="275293" y="426178"/>
                    <a:pt x="261961" y="410179"/>
                  </a:cubicBezTo>
                  <a:cubicBezTo>
                    <a:pt x="242379" y="386765"/>
                    <a:pt x="219381" y="366933"/>
                    <a:pt x="195800" y="347935"/>
                  </a:cubicBezTo>
                  <a:cubicBezTo>
                    <a:pt x="212548" y="341102"/>
                    <a:pt x="220465" y="327020"/>
                    <a:pt x="223131" y="311271"/>
                  </a:cubicBezTo>
                  <a:cubicBezTo>
                    <a:pt x="226214" y="316105"/>
                    <a:pt x="229714" y="320604"/>
                    <a:pt x="233047" y="325270"/>
                  </a:cubicBezTo>
                  <a:cubicBezTo>
                    <a:pt x="242129" y="338186"/>
                    <a:pt x="250878" y="351435"/>
                    <a:pt x="260044" y="364433"/>
                  </a:cubicBezTo>
                  <a:cubicBezTo>
                    <a:pt x="271043" y="379932"/>
                    <a:pt x="287375" y="390181"/>
                    <a:pt x="305040" y="377183"/>
                  </a:cubicBezTo>
                  <a:cubicBezTo>
                    <a:pt x="311456" y="372433"/>
                    <a:pt x="319206" y="364100"/>
                    <a:pt x="320705" y="355934"/>
                  </a:cubicBezTo>
                  <a:cubicBezTo>
                    <a:pt x="322455" y="346685"/>
                    <a:pt x="316206" y="340102"/>
                    <a:pt x="311123" y="333186"/>
                  </a:cubicBezTo>
                  <a:cubicBezTo>
                    <a:pt x="303540" y="322687"/>
                    <a:pt x="295791" y="312605"/>
                    <a:pt x="287709" y="302522"/>
                  </a:cubicBezTo>
                  <a:cubicBezTo>
                    <a:pt x="282459" y="296023"/>
                    <a:pt x="277793" y="289107"/>
                    <a:pt x="273376" y="282024"/>
                  </a:cubicBezTo>
                  <a:cubicBezTo>
                    <a:pt x="272710" y="280941"/>
                    <a:pt x="270710" y="278608"/>
                    <a:pt x="269043" y="276525"/>
                  </a:cubicBezTo>
                  <a:cubicBezTo>
                    <a:pt x="273960" y="273858"/>
                    <a:pt x="278793" y="270775"/>
                    <a:pt x="282876" y="267109"/>
                  </a:cubicBezTo>
                  <a:cubicBezTo>
                    <a:pt x="286959" y="263443"/>
                    <a:pt x="289125" y="258526"/>
                    <a:pt x="291958" y="254277"/>
                  </a:cubicBezTo>
                  <a:cubicBezTo>
                    <a:pt x="292458" y="270359"/>
                    <a:pt x="303874" y="289440"/>
                    <a:pt x="310706" y="302439"/>
                  </a:cubicBezTo>
                  <a:lnTo>
                    <a:pt x="310706" y="302439"/>
                  </a:lnTo>
                  <a:close/>
                  <a:moveTo>
                    <a:pt x="269293" y="357934"/>
                  </a:moveTo>
                  <a:cubicBezTo>
                    <a:pt x="263294" y="350602"/>
                    <a:pt x="258378" y="342602"/>
                    <a:pt x="252878" y="334936"/>
                  </a:cubicBezTo>
                  <a:cubicBezTo>
                    <a:pt x="244796" y="323770"/>
                    <a:pt x="235213" y="310355"/>
                    <a:pt x="224214" y="300939"/>
                  </a:cubicBezTo>
                  <a:cubicBezTo>
                    <a:pt x="224464" y="295023"/>
                    <a:pt x="224047" y="289024"/>
                    <a:pt x="223214" y="283191"/>
                  </a:cubicBezTo>
                  <a:cubicBezTo>
                    <a:pt x="228881" y="283857"/>
                    <a:pt x="241046" y="285857"/>
                    <a:pt x="243296" y="285607"/>
                  </a:cubicBezTo>
                  <a:cubicBezTo>
                    <a:pt x="248295" y="285107"/>
                    <a:pt x="252962" y="283691"/>
                    <a:pt x="257545" y="281858"/>
                  </a:cubicBezTo>
                  <a:cubicBezTo>
                    <a:pt x="262377" y="291357"/>
                    <a:pt x="270877" y="300939"/>
                    <a:pt x="277043" y="308688"/>
                  </a:cubicBezTo>
                  <a:cubicBezTo>
                    <a:pt x="282542" y="315605"/>
                    <a:pt x="287959" y="322437"/>
                    <a:pt x="293125" y="329603"/>
                  </a:cubicBezTo>
                  <a:cubicBezTo>
                    <a:pt x="298457" y="337019"/>
                    <a:pt x="310456" y="347518"/>
                    <a:pt x="306207" y="358101"/>
                  </a:cubicBezTo>
                  <a:cubicBezTo>
                    <a:pt x="302790" y="366683"/>
                    <a:pt x="290958" y="371933"/>
                    <a:pt x="282876" y="369433"/>
                  </a:cubicBezTo>
                  <a:cubicBezTo>
                    <a:pt x="276293" y="367516"/>
                    <a:pt x="273293" y="362850"/>
                    <a:pt x="269293" y="357934"/>
                  </a:cubicBezTo>
                  <a:lnTo>
                    <a:pt x="269293" y="357934"/>
                  </a:lnTo>
                  <a:close/>
                  <a:moveTo>
                    <a:pt x="369534" y="130205"/>
                  </a:moveTo>
                  <a:cubicBezTo>
                    <a:pt x="377367" y="145787"/>
                    <a:pt x="384200" y="165618"/>
                    <a:pt x="385033" y="183200"/>
                  </a:cubicBezTo>
                  <a:cubicBezTo>
                    <a:pt x="385783" y="198865"/>
                    <a:pt x="392782" y="212947"/>
                    <a:pt x="384283" y="227613"/>
                  </a:cubicBezTo>
                  <a:cubicBezTo>
                    <a:pt x="375034" y="243611"/>
                    <a:pt x="359702" y="252777"/>
                    <a:pt x="341870" y="256360"/>
                  </a:cubicBezTo>
                  <a:cubicBezTo>
                    <a:pt x="332621" y="258193"/>
                    <a:pt x="323205" y="258193"/>
                    <a:pt x="314456" y="254360"/>
                  </a:cubicBezTo>
                  <a:cubicBezTo>
                    <a:pt x="306623" y="250944"/>
                    <a:pt x="301624" y="243944"/>
                    <a:pt x="294291" y="239778"/>
                  </a:cubicBezTo>
                  <a:cubicBezTo>
                    <a:pt x="291958" y="238445"/>
                    <a:pt x="288542" y="238445"/>
                    <a:pt x="286459" y="240528"/>
                  </a:cubicBezTo>
                  <a:cubicBezTo>
                    <a:pt x="279209" y="247944"/>
                    <a:pt x="276959" y="256526"/>
                    <a:pt x="267377" y="262610"/>
                  </a:cubicBezTo>
                  <a:cubicBezTo>
                    <a:pt x="254545" y="270775"/>
                    <a:pt x="242046" y="274025"/>
                    <a:pt x="227214" y="271275"/>
                  </a:cubicBezTo>
                  <a:cubicBezTo>
                    <a:pt x="221631" y="270275"/>
                    <a:pt x="215465" y="268276"/>
                    <a:pt x="211299" y="273525"/>
                  </a:cubicBezTo>
                  <a:cubicBezTo>
                    <a:pt x="206549" y="279524"/>
                    <a:pt x="210965" y="289190"/>
                    <a:pt x="210382" y="296273"/>
                  </a:cubicBezTo>
                  <a:cubicBezTo>
                    <a:pt x="209382" y="310188"/>
                    <a:pt x="205549" y="325770"/>
                    <a:pt x="192217" y="332603"/>
                  </a:cubicBezTo>
                  <a:cubicBezTo>
                    <a:pt x="179885" y="339019"/>
                    <a:pt x="170053" y="333270"/>
                    <a:pt x="157720" y="331936"/>
                  </a:cubicBezTo>
                  <a:cubicBezTo>
                    <a:pt x="150304" y="331186"/>
                    <a:pt x="147055" y="334103"/>
                    <a:pt x="142638" y="339602"/>
                  </a:cubicBezTo>
                  <a:cubicBezTo>
                    <a:pt x="133139" y="351518"/>
                    <a:pt x="125473" y="362767"/>
                    <a:pt x="109974" y="367933"/>
                  </a:cubicBezTo>
                  <a:cubicBezTo>
                    <a:pt x="81477" y="377432"/>
                    <a:pt x="55063" y="355517"/>
                    <a:pt x="49147" y="328270"/>
                  </a:cubicBezTo>
                  <a:cubicBezTo>
                    <a:pt x="46814" y="317354"/>
                    <a:pt x="47813" y="306189"/>
                    <a:pt x="50147" y="295439"/>
                  </a:cubicBezTo>
                  <a:cubicBezTo>
                    <a:pt x="51230" y="290440"/>
                    <a:pt x="53313" y="284857"/>
                    <a:pt x="49480" y="280524"/>
                  </a:cubicBezTo>
                  <a:cubicBezTo>
                    <a:pt x="47647" y="278441"/>
                    <a:pt x="44480" y="277858"/>
                    <a:pt x="42147" y="276525"/>
                  </a:cubicBezTo>
                  <a:cubicBezTo>
                    <a:pt x="36481" y="273275"/>
                    <a:pt x="31148" y="268692"/>
                    <a:pt x="26982" y="263609"/>
                  </a:cubicBezTo>
                  <a:cubicBezTo>
                    <a:pt x="17899" y="252443"/>
                    <a:pt x="15566" y="237612"/>
                    <a:pt x="17150" y="223696"/>
                  </a:cubicBezTo>
                  <a:cubicBezTo>
                    <a:pt x="18733" y="209697"/>
                    <a:pt x="23649" y="199698"/>
                    <a:pt x="33065" y="189366"/>
                  </a:cubicBezTo>
                  <a:cubicBezTo>
                    <a:pt x="39314" y="182450"/>
                    <a:pt x="47064" y="174534"/>
                    <a:pt x="49563" y="165368"/>
                  </a:cubicBezTo>
                  <a:cubicBezTo>
                    <a:pt x="52396" y="155286"/>
                    <a:pt x="46730" y="149619"/>
                    <a:pt x="42397" y="141120"/>
                  </a:cubicBezTo>
                  <a:cubicBezTo>
                    <a:pt x="35148" y="126788"/>
                    <a:pt x="40648" y="109623"/>
                    <a:pt x="48897" y="96958"/>
                  </a:cubicBezTo>
                  <a:cubicBezTo>
                    <a:pt x="67312" y="69127"/>
                    <a:pt x="98309" y="62628"/>
                    <a:pt x="128973" y="56544"/>
                  </a:cubicBezTo>
                  <a:cubicBezTo>
                    <a:pt x="129056" y="56628"/>
                    <a:pt x="129056" y="56628"/>
                    <a:pt x="129139" y="56711"/>
                  </a:cubicBezTo>
                  <a:cubicBezTo>
                    <a:pt x="133639" y="62544"/>
                    <a:pt x="141722" y="54795"/>
                    <a:pt x="137472" y="49045"/>
                  </a:cubicBezTo>
                  <a:cubicBezTo>
                    <a:pt x="129306" y="37879"/>
                    <a:pt x="143722" y="21465"/>
                    <a:pt x="153054" y="16798"/>
                  </a:cubicBezTo>
                  <a:cubicBezTo>
                    <a:pt x="163220" y="11549"/>
                    <a:pt x="172552" y="12215"/>
                    <a:pt x="182218" y="18131"/>
                  </a:cubicBezTo>
                  <a:cubicBezTo>
                    <a:pt x="189967" y="22881"/>
                    <a:pt x="196633" y="29630"/>
                    <a:pt x="201216" y="37380"/>
                  </a:cubicBezTo>
                  <a:cubicBezTo>
                    <a:pt x="204633" y="43296"/>
                    <a:pt x="205799" y="48795"/>
                    <a:pt x="211215" y="53045"/>
                  </a:cubicBezTo>
                  <a:cubicBezTo>
                    <a:pt x="214548" y="55628"/>
                    <a:pt x="218965" y="53461"/>
                    <a:pt x="221214" y="50711"/>
                  </a:cubicBezTo>
                  <a:cubicBezTo>
                    <a:pt x="226297" y="44296"/>
                    <a:pt x="231214" y="35130"/>
                    <a:pt x="237880" y="30463"/>
                  </a:cubicBezTo>
                  <a:cubicBezTo>
                    <a:pt x="247295" y="23881"/>
                    <a:pt x="261461" y="24548"/>
                    <a:pt x="270793" y="30963"/>
                  </a:cubicBezTo>
                  <a:cubicBezTo>
                    <a:pt x="285959" y="41462"/>
                    <a:pt x="295374" y="60544"/>
                    <a:pt x="299458" y="77709"/>
                  </a:cubicBezTo>
                  <a:cubicBezTo>
                    <a:pt x="302124" y="88958"/>
                    <a:pt x="306707" y="96458"/>
                    <a:pt x="318789" y="98207"/>
                  </a:cubicBezTo>
                  <a:cubicBezTo>
                    <a:pt x="328205" y="99541"/>
                    <a:pt x="336537" y="98458"/>
                    <a:pt x="345203" y="103457"/>
                  </a:cubicBezTo>
                  <a:cubicBezTo>
                    <a:pt x="355869" y="109706"/>
                    <a:pt x="364035" y="119206"/>
                    <a:pt x="369534" y="130205"/>
                  </a:cubicBezTo>
                  <a:lnTo>
                    <a:pt x="369534" y="130205"/>
                  </a:lnTo>
                  <a:close/>
                </a:path>
              </a:pathLst>
            </a:custGeom>
            <a:grpFill/>
            <a:ln w="8332" cap="flat">
              <a:noFill/>
              <a:prstDash val="solid"/>
              <a:miter/>
            </a:ln>
          </p:spPr>
          <p:txBody>
            <a:bodyPr rtlCol="0" anchor="ctr"/>
            <a:lstStyle/>
            <a:p>
              <a:endParaRPr lang="en-US"/>
            </a:p>
          </p:txBody>
        </p:sp>
        <p:sp>
          <p:nvSpPr>
            <p:cNvPr id="1884" name="Freeform: Shape 1883"/>
            <p:cNvSpPr/>
            <p:nvPr/>
          </p:nvSpPr>
          <p:spPr>
            <a:xfrm>
              <a:off x="1513029" y="4765491"/>
              <a:ext cx="159653" cy="142607"/>
            </a:xfrm>
            <a:custGeom>
              <a:avLst/>
              <a:gdLst>
                <a:gd name="connsiteX0" fmla="*/ 147592 w 159653"/>
                <a:gd name="connsiteY0" fmla="*/ 100081 h 142607"/>
                <a:gd name="connsiteX1" fmla="*/ 124094 w 159653"/>
                <a:gd name="connsiteY1" fmla="*/ 115163 h 142607"/>
                <a:gd name="connsiteX2" fmla="*/ 109179 w 159653"/>
                <a:gd name="connsiteY2" fmla="*/ 95998 h 142607"/>
                <a:gd name="connsiteX3" fmla="*/ 99680 w 159653"/>
                <a:gd name="connsiteY3" fmla="*/ 96915 h 142607"/>
                <a:gd name="connsiteX4" fmla="*/ 57850 w 159653"/>
                <a:gd name="connsiteY4" fmla="*/ 110496 h 142607"/>
                <a:gd name="connsiteX5" fmla="*/ 50268 w 159653"/>
                <a:gd name="connsiteY5" fmla="*/ 79416 h 142607"/>
                <a:gd name="connsiteX6" fmla="*/ 34102 w 159653"/>
                <a:gd name="connsiteY6" fmla="*/ 80999 h 142607"/>
                <a:gd name="connsiteX7" fmla="*/ 10521 w 159653"/>
                <a:gd name="connsiteY7" fmla="*/ 51668 h 142607"/>
                <a:gd name="connsiteX8" fmla="*/ 48768 w 159653"/>
                <a:gd name="connsiteY8" fmla="*/ 3256 h 142607"/>
                <a:gd name="connsiteX9" fmla="*/ 48018 w 159653"/>
                <a:gd name="connsiteY9" fmla="*/ 7 h 142607"/>
                <a:gd name="connsiteX10" fmla="*/ 22 w 159653"/>
                <a:gd name="connsiteY10" fmla="*/ 58584 h 142607"/>
                <a:gd name="connsiteX11" fmla="*/ 15104 w 159653"/>
                <a:gd name="connsiteY11" fmla="*/ 87332 h 142607"/>
                <a:gd name="connsiteX12" fmla="*/ 29519 w 159653"/>
                <a:gd name="connsiteY12" fmla="*/ 92582 h 142607"/>
                <a:gd name="connsiteX13" fmla="*/ 43768 w 159653"/>
                <a:gd name="connsiteY13" fmla="*/ 91998 h 142607"/>
                <a:gd name="connsiteX14" fmla="*/ 63433 w 159653"/>
                <a:gd name="connsiteY14" fmla="*/ 141994 h 142607"/>
                <a:gd name="connsiteX15" fmla="*/ 106762 w 159653"/>
                <a:gd name="connsiteY15" fmla="*/ 112330 h 142607"/>
                <a:gd name="connsiteX16" fmla="*/ 128510 w 159653"/>
                <a:gd name="connsiteY16" fmla="*/ 129828 h 142607"/>
                <a:gd name="connsiteX17" fmla="*/ 158925 w 159653"/>
                <a:gd name="connsiteY17" fmla="*/ 107080 h 142607"/>
                <a:gd name="connsiteX18" fmla="*/ 147592 w 159653"/>
                <a:gd name="connsiteY18" fmla="*/ 100081 h 142607"/>
                <a:gd name="connsiteX19" fmla="*/ 147592 w 159653"/>
                <a:gd name="connsiteY19" fmla="*/ 100081 h 142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59653" h="142607">
                  <a:moveTo>
                    <a:pt x="147592" y="100081"/>
                  </a:moveTo>
                  <a:cubicBezTo>
                    <a:pt x="143759" y="107580"/>
                    <a:pt x="134593" y="119662"/>
                    <a:pt x="124094" y="115163"/>
                  </a:cubicBezTo>
                  <a:cubicBezTo>
                    <a:pt x="117512" y="112413"/>
                    <a:pt x="113928" y="101164"/>
                    <a:pt x="109179" y="95998"/>
                  </a:cubicBezTo>
                  <a:cubicBezTo>
                    <a:pt x="106762" y="93415"/>
                    <a:pt x="101346" y="93331"/>
                    <a:pt x="99680" y="96915"/>
                  </a:cubicBezTo>
                  <a:cubicBezTo>
                    <a:pt x="92597" y="111997"/>
                    <a:pt x="62183" y="144410"/>
                    <a:pt x="57850" y="110496"/>
                  </a:cubicBezTo>
                  <a:cubicBezTo>
                    <a:pt x="56767" y="101997"/>
                    <a:pt x="62933" y="82166"/>
                    <a:pt x="50268" y="79416"/>
                  </a:cubicBezTo>
                  <a:cubicBezTo>
                    <a:pt x="45101" y="78249"/>
                    <a:pt x="39352" y="81249"/>
                    <a:pt x="34102" y="80999"/>
                  </a:cubicBezTo>
                  <a:cubicBezTo>
                    <a:pt x="17604" y="80166"/>
                    <a:pt x="7438" y="68417"/>
                    <a:pt x="10521" y="51668"/>
                  </a:cubicBezTo>
                  <a:cubicBezTo>
                    <a:pt x="14187" y="31587"/>
                    <a:pt x="27020" y="7922"/>
                    <a:pt x="48768" y="3256"/>
                  </a:cubicBezTo>
                  <a:cubicBezTo>
                    <a:pt x="50934" y="2839"/>
                    <a:pt x="50101" y="-160"/>
                    <a:pt x="48018" y="7"/>
                  </a:cubicBezTo>
                  <a:cubicBezTo>
                    <a:pt x="21437" y="2756"/>
                    <a:pt x="855" y="33337"/>
                    <a:pt x="22" y="58584"/>
                  </a:cubicBezTo>
                  <a:cubicBezTo>
                    <a:pt x="-395" y="70167"/>
                    <a:pt x="5105" y="81249"/>
                    <a:pt x="15104" y="87332"/>
                  </a:cubicBezTo>
                  <a:cubicBezTo>
                    <a:pt x="19520" y="89998"/>
                    <a:pt x="24520" y="91665"/>
                    <a:pt x="29519" y="92582"/>
                  </a:cubicBezTo>
                  <a:cubicBezTo>
                    <a:pt x="32269" y="93082"/>
                    <a:pt x="39185" y="91998"/>
                    <a:pt x="43768" y="91998"/>
                  </a:cubicBezTo>
                  <a:cubicBezTo>
                    <a:pt x="41768" y="110663"/>
                    <a:pt x="41352" y="137161"/>
                    <a:pt x="63433" y="141994"/>
                  </a:cubicBezTo>
                  <a:cubicBezTo>
                    <a:pt x="82098" y="146077"/>
                    <a:pt x="98763" y="129078"/>
                    <a:pt x="106762" y="112330"/>
                  </a:cubicBezTo>
                  <a:cubicBezTo>
                    <a:pt x="112179" y="120662"/>
                    <a:pt x="117011" y="129745"/>
                    <a:pt x="128510" y="129828"/>
                  </a:cubicBezTo>
                  <a:cubicBezTo>
                    <a:pt x="142509" y="129995"/>
                    <a:pt x="153258" y="118663"/>
                    <a:pt x="158925" y="107080"/>
                  </a:cubicBezTo>
                  <a:cubicBezTo>
                    <a:pt x="162591" y="99498"/>
                    <a:pt x="151425" y="92415"/>
                    <a:pt x="147592" y="100081"/>
                  </a:cubicBezTo>
                  <a:lnTo>
                    <a:pt x="147592" y="100081"/>
                  </a:lnTo>
                  <a:close/>
                </a:path>
              </a:pathLst>
            </a:custGeom>
            <a:grpFill/>
            <a:ln w="8332" cap="flat">
              <a:noFill/>
              <a:prstDash val="solid"/>
              <a:miter/>
            </a:ln>
          </p:spPr>
          <p:txBody>
            <a:bodyPr rtlCol="0" anchor="ctr"/>
            <a:lstStyle/>
            <a:p>
              <a:endParaRPr lang="en-US"/>
            </a:p>
          </p:txBody>
        </p:sp>
        <p:sp>
          <p:nvSpPr>
            <p:cNvPr id="1885" name="Freeform: Shape 1884"/>
            <p:cNvSpPr/>
            <p:nvPr/>
          </p:nvSpPr>
          <p:spPr>
            <a:xfrm>
              <a:off x="1626973" y="4773865"/>
              <a:ext cx="112596" cy="68214"/>
            </a:xfrm>
            <a:custGeom>
              <a:avLst/>
              <a:gdLst>
                <a:gd name="connsiteX0" fmla="*/ 92810 w 112596"/>
                <a:gd name="connsiteY0" fmla="*/ 11798 h 68214"/>
                <a:gd name="connsiteX1" fmla="*/ 69645 w 112596"/>
                <a:gd name="connsiteY1" fmla="*/ 39628 h 68214"/>
                <a:gd name="connsiteX2" fmla="*/ 54980 w 112596"/>
                <a:gd name="connsiteY2" fmla="*/ 27963 h 68214"/>
                <a:gd name="connsiteX3" fmla="*/ 48314 w 112596"/>
                <a:gd name="connsiteY3" fmla="*/ 31546 h 68214"/>
                <a:gd name="connsiteX4" fmla="*/ 28732 w 112596"/>
                <a:gd name="connsiteY4" fmla="*/ 55211 h 68214"/>
                <a:gd name="connsiteX5" fmla="*/ 7401 w 112596"/>
                <a:gd name="connsiteY5" fmla="*/ 25130 h 68214"/>
                <a:gd name="connsiteX6" fmla="*/ 68 w 112596"/>
                <a:gd name="connsiteY6" fmla="*/ 26796 h 68214"/>
                <a:gd name="connsiteX7" fmla="*/ 31482 w 112596"/>
                <a:gd name="connsiteY7" fmla="*/ 68209 h 68214"/>
                <a:gd name="connsiteX8" fmla="*/ 56896 w 112596"/>
                <a:gd name="connsiteY8" fmla="*/ 46795 h 68214"/>
                <a:gd name="connsiteX9" fmla="*/ 67812 w 112596"/>
                <a:gd name="connsiteY9" fmla="*/ 53377 h 68214"/>
                <a:gd name="connsiteX10" fmla="*/ 93476 w 112596"/>
                <a:gd name="connsiteY10" fmla="*/ 54794 h 68214"/>
                <a:gd name="connsiteX11" fmla="*/ 105392 w 112596"/>
                <a:gd name="connsiteY11" fmla="*/ 2798 h 68214"/>
                <a:gd name="connsiteX12" fmla="*/ 92810 w 112596"/>
                <a:gd name="connsiteY12" fmla="*/ 11798 h 68214"/>
                <a:gd name="connsiteX13" fmla="*/ 92810 w 112596"/>
                <a:gd name="connsiteY13" fmla="*/ 11798 h 68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2596" h="68214">
                  <a:moveTo>
                    <a:pt x="92810" y="11798"/>
                  </a:moveTo>
                  <a:cubicBezTo>
                    <a:pt x="100226" y="27796"/>
                    <a:pt x="89727" y="49211"/>
                    <a:pt x="69645" y="39628"/>
                  </a:cubicBezTo>
                  <a:cubicBezTo>
                    <a:pt x="63812" y="36879"/>
                    <a:pt x="60979" y="29712"/>
                    <a:pt x="54980" y="27963"/>
                  </a:cubicBezTo>
                  <a:cubicBezTo>
                    <a:pt x="52397" y="27213"/>
                    <a:pt x="48980" y="28713"/>
                    <a:pt x="48314" y="31546"/>
                  </a:cubicBezTo>
                  <a:cubicBezTo>
                    <a:pt x="45981" y="41545"/>
                    <a:pt x="40564" y="54544"/>
                    <a:pt x="28732" y="55211"/>
                  </a:cubicBezTo>
                  <a:cubicBezTo>
                    <a:pt x="13233" y="56127"/>
                    <a:pt x="10067" y="36629"/>
                    <a:pt x="7401" y="25130"/>
                  </a:cubicBezTo>
                  <a:cubicBezTo>
                    <a:pt x="6317" y="20380"/>
                    <a:pt x="-765" y="21963"/>
                    <a:pt x="68" y="26796"/>
                  </a:cubicBezTo>
                  <a:cubicBezTo>
                    <a:pt x="3234" y="44878"/>
                    <a:pt x="8234" y="68626"/>
                    <a:pt x="31482" y="68209"/>
                  </a:cubicBezTo>
                  <a:cubicBezTo>
                    <a:pt x="43897" y="68043"/>
                    <a:pt x="53063" y="58210"/>
                    <a:pt x="56896" y="46795"/>
                  </a:cubicBezTo>
                  <a:cubicBezTo>
                    <a:pt x="60146" y="49544"/>
                    <a:pt x="64146" y="51544"/>
                    <a:pt x="67812" y="53377"/>
                  </a:cubicBezTo>
                  <a:cubicBezTo>
                    <a:pt x="76061" y="57210"/>
                    <a:pt x="84977" y="58794"/>
                    <a:pt x="93476" y="54794"/>
                  </a:cubicBezTo>
                  <a:cubicBezTo>
                    <a:pt x="114391" y="44961"/>
                    <a:pt x="117807" y="20130"/>
                    <a:pt x="105392" y="2798"/>
                  </a:cubicBezTo>
                  <a:cubicBezTo>
                    <a:pt x="100226" y="-4618"/>
                    <a:pt x="89227" y="4215"/>
                    <a:pt x="92810" y="11798"/>
                  </a:cubicBezTo>
                  <a:lnTo>
                    <a:pt x="92810" y="11798"/>
                  </a:lnTo>
                  <a:close/>
                </a:path>
              </a:pathLst>
            </a:custGeom>
            <a:grpFill/>
            <a:ln w="8332" cap="flat">
              <a:noFill/>
              <a:prstDash val="solid"/>
              <a:miter/>
            </a:ln>
          </p:spPr>
          <p:txBody>
            <a:bodyPr rtlCol="0" anchor="ctr"/>
            <a:lstStyle/>
            <a:p>
              <a:endParaRPr lang="en-US"/>
            </a:p>
          </p:txBody>
        </p:sp>
        <p:sp>
          <p:nvSpPr>
            <p:cNvPr id="1886" name="Freeform: Shape 1885"/>
            <p:cNvSpPr/>
            <p:nvPr/>
          </p:nvSpPr>
          <p:spPr>
            <a:xfrm>
              <a:off x="1667877" y="4660898"/>
              <a:ext cx="85551" cy="105213"/>
            </a:xfrm>
            <a:custGeom>
              <a:avLst/>
              <a:gdLst>
                <a:gd name="connsiteX0" fmla="*/ 78070 w 85551"/>
                <a:gd name="connsiteY0" fmla="*/ 35438 h 105213"/>
                <a:gd name="connsiteX1" fmla="*/ 58488 w 85551"/>
                <a:gd name="connsiteY1" fmla="*/ 30856 h 105213"/>
                <a:gd name="connsiteX2" fmla="*/ 30741 w 85551"/>
                <a:gd name="connsiteY2" fmla="*/ 1275 h 105213"/>
                <a:gd name="connsiteX3" fmla="*/ 493 w 85551"/>
                <a:gd name="connsiteY3" fmla="*/ 21690 h 105213"/>
                <a:gd name="connsiteX4" fmla="*/ 5243 w 85551"/>
                <a:gd name="connsiteY4" fmla="*/ 24606 h 105213"/>
                <a:gd name="connsiteX5" fmla="*/ 30241 w 85551"/>
                <a:gd name="connsiteY5" fmla="*/ 14690 h 105213"/>
                <a:gd name="connsiteX6" fmla="*/ 36407 w 85551"/>
                <a:gd name="connsiteY6" fmla="*/ 27939 h 105213"/>
                <a:gd name="connsiteX7" fmla="*/ 45489 w 85551"/>
                <a:gd name="connsiteY7" fmla="*/ 43688 h 105213"/>
                <a:gd name="connsiteX8" fmla="*/ 54989 w 85551"/>
                <a:gd name="connsiteY8" fmla="*/ 44771 h 105213"/>
                <a:gd name="connsiteX9" fmla="*/ 68237 w 85551"/>
                <a:gd name="connsiteY9" fmla="*/ 61270 h 105213"/>
                <a:gd name="connsiteX10" fmla="*/ 59821 w 85551"/>
                <a:gd name="connsiteY10" fmla="*/ 98350 h 105213"/>
                <a:gd name="connsiteX11" fmla="*/ 69654 w 85551"/>
                <a:gd name="connsiteY11" fmla="*/ 102766 h 105213"/>
                <a:gd name="connsiteX12" fmla="*/ 85236 w 85551"/>
                <a:gd name="connsiteY12" fmla="*/ 51604 h 105213"/>
                <a:gd name="connsiteX13" fmla="*/ 78070 w 85551"/>
                <a:gd name="connsiteY13" fmla="*/ 35438 h 105213"/>
                <a:gd name="connsiteX14" fmla="*/ 78070 w 85551"/>
                <a:gd name="connsiteY14" fmla="*/ 35438 h 10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5551" h="105213">
                  <a:moveTo>
                    <a:pt x="78070" y="35438"/>
                  </a:moveTo>
                  <a:cubicBezTo>
                    <a:pt x="71487" y="29772"/>
                    <a:pt x="66154" y="32606"/>
                    <a:pt x="58488" y="30856"/>
                  </a:cubicBezTo>
                  <a:cubicBezTo>
                    <a:pt x="44489" y="27689"/>
                    <a:pt x="44739" y="7024"/>
                    <a:pt x="30741" y="1275"/>
                  </a:cubicBezTo>
                  <a:cubicBezTo>
                    <a:pt x="16409" y="-4724"/>
                    <a:pt x="6993" y="11858"/>
                    <a:pt x="493" y="21690"/>
                  </a:cubicBezTo>
                  <a:cubicBezTo>
                    <a:pt x="-1506" y="24690"/>
                    <a:pt x="3077" y="27439"/>
                    <a:pt x="5243" y="24606"/>
                  </a:cubicBezTo>
                  <a:cubicBezTo>
                    <a:pt x="10826" y="16940"/>
                    <a:pt x="20658" y="4775"/>
                    <a:pt x="30241" y="14690"/>
                  </a:cubicBezTo>
                  <a:cubicBezTo>
                    <a:pt x="34074" y="18523"/>
                    <a:pt x="35074" y="22857"/>
                    <a:pt x="36407" y="27939"/>
                  </a:cubicBezTo>
                  <a:cubicBezTo>
                    <a:pt x="38073" y="34272"/>
                    <a:pt x="38907" y="40605"/>
                    <a:pt x="45489" y="43688"/>
                  </a:cubicBezTo>
                  <a:cubicBezTo>
                    <a:pt x="48906" y="45271"/>
                    <a:pt x="51739" y="43938"/>
                    <a:pt x="54989" y="44771"/>
                  </a:cubicBezTo>
                  <a:cubicBezTo>
                    <a:pt x="64904" y="47521"/>
                    <a:pt x="69404" y="50937"/>
                    <a:pt x="68237" y="61270"/>
                  </a:cubicBezTo>
                  <a:cubicBezTo>
                    <a:pt x="66904" y="73935"/>
                    <a:pt x="62321" y="85934"/>
                    <a:pt x="59821" y="98350"/>
                  </a:cubicBezTo>
                  <a:cubicBezTo>
                    <a:pt x="58572" y="104349"/>
                    <a:pt x="65904" y="107849"/>
                    <a:pt x="69654" y="102766"/>
                  </a:cubicBezTo>
                  <a:cubicBezTo>
                    <a:pt x="80153" y="88517"/>
                    <a:pt x="87152" y="69602"/>
                    <a:pt x="85236" y="51604"/>
                  </a:cubicBezTo>
                  <a:cubicBezTo>
                    <a:pt x="84569" y="45521"/>
                    <a:pt x="82903" y="39522"/>
                    <a:pt x="78070" y="35438"/>
                  </a:cubicBezTo>
                  <a:lnTo>
                    <a:pt x="78070" y="35438"/>
                  </a:lnTo>
                  <a:close/>
                </a:path>
              </a:pathLst>
            </a:custGeom>
            <a:grpFill/>
            <a:ln w="8332" cap="flat">
              <a:noFill/>
              <a:prstDash val="solid"/>
              <a:miter/>
            </a:ln>
          </p:spPr>
          <p:txBody>
            <a:bodyPr rtlCol="0" anchor="ctr"/>
            <a:lstStyle/>
            <a:p>
              <a:endParaRPr lang="en-US"/>
            </a:p>
          </p:txBody>
        </p:sp>
        <p:sp>
          <p:nvSpPr>
            <p:cNvPr id="1887" name="Freeform: Shape 1886"/>
            <p:cNvSpPr/>
            <p:nvPr/>
          </p:nvSpPr>
          <p:spPr>
            <a:xfrm>
              <a:off x="11166860" y="2308024"/>
              <a:ext cx="380749" cy="693633"/>
            </a:xfrm>
            <a:custGeom>
              <a:avLst/>
              <a:gdLst>
                <a:gd name="connsiteX0" fmla="*/ 370621 w 380749"/>
                <a:gd name="connsiteY0" fmla="*/ 227841 h 693633"/>
                <a:gd name="connsiteX1" fmla="*/ 341874 w 380749"/>
                <a:gd name="connsiteY1" fmla="*/ 153514 h 693633"/>
                <a:gd name="connsiteX2" fmla="*/ 280213 w 380749"/>
                <a:gd name="connsiteY2" fmla="*/ 111185 h 693633"/>
                <a:gd name="connsiteX3" fmla="*/ 264881 w 380749"/>
                <a:gd name="connsiteY3" fmla="*/ 22860 h 693633"/>
                <a:gd name="connsiteX4" fmla="*/ 252382 w 380749"/>
                <a:gd name="connsiteY4" fmla="*/ 1278 h 693633"/>
                <a:gd name="connsiteX5" fmla="*/ 219385 w 380749"/>
                <a:gd name="connsiteY5" fmla="*/ 5611 h 693633"/>
                <a:gd name="connsiteX6" fmla="*/ 187805 w 380749"/>
                <a:gd name="connsiteY6" fmla="*/ 37358 h 693633"/>
                <a:gd name="connsiteX7" fmla="*/ 216218 w 380749"/>
                <a:gd name="connsiteY7" fmla="*/ 72855 h 693633"/>
                <a:gd name="connsiteX8" fmla="*/ 235550 w 380749"/>
                <a:gd name="connsiteY8" fmla="*/ 109102 h 693633"/>
                <a:gd name="connsiteX9" fmla="*/ 217385 w 380749"/>
                <a:gd name="connsiteY9" fmla="*/ 121101 h 693633"/>
                <a:gd name="connsiteX10" fmla="*/ 194637 w 380749"/>
                <a:gd name="connsiteY10" fmla="*/ 208426 h 693633"/>
                <a:gd name="connsiteX11" fmla="*/ 139809 w 380749"/>
                <a:gd name="connsiteY11" fmla="*/ 294502 h 693633"/>
                <a:gd name="connsiteX12" fmla="*/ 138809 w 380749"/>
                <a:gd name="connsiteY12" fmla="*/ 296918 h 693633"/>
                <a:gd name="connsiteX13" fmla="*/ 119061 w 380749"/>
                <a:gd name="connsiteY13" fmla="*/ 319916 h 693633"/>
                <a:gd name="connsiteX14" fmla="*/ 21569 w 380749"/>
                <a:gd name="connsiteY14" fmla="*/ 465403 h 693633"/>
                <a:gd name="connsiteX15" fmla="*/ 12487 w 380749"/>
                <a:gd name="connsiteY15" fmla="*/ 624639 h 693633"/>
                <a:gd name="connsiteX16" fmla="*/ 137559 w 380749"/>
                <a:gd name="connsiteY16" fmla="*/ 693466 h 693633"/>
                <a:gd name="connsiteX17" fmla="*/ 270797 w 380749"/>
                <a:gd name="connsiteY17" fmla="*/ 633805 h 693633"/>
                <a:gd name="connsiteX18" fmla="*/ 348540 w 380749"/>
                <a:gd name="connsiteY18" fmla="*/ 488901 h 693633"/>
                <a:gd name="connsiteX19" fmla="*/ 380454 w 380749"/>
                <a:gd name="connsiteY19" fmla="*/ 312250 h 693633"/>
                <a:gd name="connsiteX20" fmla="*/ 370621 w 380749"/>
                <a:gd name="connsiteY20" fmla="*/ 227841 h 693633"/>
                <a:gd name="connsiteX21" fmla="*/ 370621 w 380749"/>
                <a:gd name="connsiteY21" fmla="*/ 227841 h 693633"/>
                <a:gd name="connsiteX22" fmla="*/ 225218 w 380749"/>
                <a:gd name="connsiteY22" fmla="*/ 64772 h 693633"/>
                <a:gd name="connsiteX23" fmla="*/ 209136 w 380749"/>
                <a:gd name="connsiteY23" fmla="*/ 44358 h 693633"/>
                <a:gd name="connsiteX24" fmla="*/ 195470 w 380749"/>
                <a:gd name="connsiteY24" fmla="*/ 27526 h 693633"/>
                <a:gd name="connsiteX25" fmla="*/ 206802 w 380749"/>
                <a:gd name="connsiteY25" fmla="*/ 19360 h 693633"/>
                <a:gd name="connsiteX26" fmla="*/ 240800 w 380749"/>
                <a:gd name="connsiteY26" fmla="*/ 12110 h 693633"/>
                <a:gd name="connsiteX27" fmla="*/ 257298 w 380749"/>
                <a:gd name="connsiteY27" fmla="*/ 39191 h 693633"/>
                <a:gd name="connsiteX28" fmla="*/ 266214 w 380749"/>
                <a:gd name="connsiteY28" fmla="*/ 108019 h 693633"/>
                <a:gd name="connsiteX29" fmla="*/ 243883 w 380749"/>
                <a:gd name="connsiteY29" fmla="*/ 107269 h 693633"/>
                <a:gd name="connsiteX30" fmla="*/ 225218 w 380749"/>
                <a:gd name="connsiteY30" fmla="*/ 64772 h 693633"/>
                <a:gd name="connsiteX31" fmla="*/ 225218 w 380749"/>
                <a:gd name="connsiteY31" fmla="*/ 64772 h 693633"/>
                <a:gd name="connsiteX32" fmla="*/ 196138 w 380749"/>
                <a:gd name="connsiteY32" fmla="*/ 237424 h 693633"/>
                <a:gd name="connsiteX33" fmla="*/ 203636 w 380749"/>
                <a:gd name="connsiteY33" fmla="*/ 218009 h 693633"/>
                <a:gd name="connsiteX34" fmla="*/ 212886 w 380749"/>
                <a:gd name="connsiteY34" fmla="*/ 183428 h 693633"/>
                <a:gd name="connsiteX35" fmla="*/ 251466 w 380749"/>
                <a:gd name="connsiteY35" fmla="*/ 120517 h 693633"/>
                <a:gd name="connsiteX36" fmla="*/ 269131 w 380749"/>
                <a:gd name="connsiteY36" fmla="*/ 122517 h 693633"/>
                <a:gd name="connsiteX37" fmla="*/ 273964 w 380749"/>
                <a:gd name="connsiteY37" fmla="*/ 123684 h 693633"/>
                <a:gd name="connsiteX38" fmla="*/ 319960 w 380749"/>
                <a:gd name="connsiteY38" fmla="*/ 149931 h 693633"/>
                <a:gd name="connsiteX39" fmla="*/ 353873 w 380749"/>
                <a:gd name="connsiteY39" fmla="*/ 221175 h 693633"/>
                <a:gd name="connsiteX40" fmla="*/ 355373 w 380749"/>
                <a:gd name="connsiteY40" fmla="*/ 227174 h 693633"/>
                <a:gd name="connsiteX41" fmla="*/ 324209 w 380749"/>
                <a:gd name="connsiteY41" fmla="*/ 190844 h 693633"/>
                <a:gd name="connsiteX42" fmla="*/ 315460 w 380749"/>
                <a:gd name="connsiteY42" fmla="*/ 189678 h 693633"/>
                <a:gd name="connsiteX43" fmla="*/ 300794 w 380749"/>
                <a:gd name="connsiteY43" fmla="*/ 238257 h 693633"/>
                <a:gd name="connsiteX44" fmla="*/ 294295 w 380749"/>
                <a:gd name="connsiteY44" fmla="*/ 225591 h 693633"/>
                <a:gd name="connsiteX45" fmla="*/ 297212 w 380749"/>
                <a:gd name="connsiteY45" fmla="*/ 193261 h 693633"/>
                <a:gd name="connsiteX46" fmla="*/ 287212 w 380749"/>
                <a:gd name="connsiteY46" fmla="*/ 189011 h 693633"/>
                <a:gd name="connsiteX47" fmla="*/ 253965 w 380749"/>
                <a:gd name="connsiteY47" fmla="*/ 248423 h 693633"/>
                <a:gd name="connsiteX48" fmla="*/ 245382 w 380749"/>
                <a:gd name="connsiteY48" fmla="*/ 257755 h 693633"/>
                <a:gd name="connsiteX49" fmla="*/ 240216 w 380749"/>
                <a:gd name="connsiteY49" fmla="*/ 242256 h 693633"/>
                <a:gd name="connsiteX50" fmla="*/ 242633 w 380749"/>
                <a:gd name="connsiteY50" fmla="*/ 223675 h 693633"/>
                <a:gd name="connsiteX51" fmla="*/ 243966 w 380749"/>
                <a:gd name="connsiteY51" fmla="*/ 205010 h 693633"/>
                <a:gd name="connsiteX52" fmla="*/ 247216 w 380749"/>
                <a:gd name="connsiteY52" fmla="*/ 199344 h 693633"/>
                <a:gd name="connsiteX53" fmla="*/ 238800 w 380749"/>
                <a:gd name="connsiteY53" fmla="*/ 192844 h 693633"/>
                <a:gd name="connsiteX54" fmla="*/ 234717 w 380749"/>
                <a:gd name="connsiteY54" fmla="*/ 199427 h 693633"/>
                <a:gd name="connsiteX55" fmla="*/ 190471 w 380749"/>
                <a:gd name="connsiteY55" fmla="*/ 247673 h 693633"/>
                <a:gd name="connsiteX56" fmla="*/ 196138 w 380749"/>
                <a:gd name="connsiteY56" fmla="*/ 237424 h 693633"/>
                <a:gd name="connsiteX57" fmla="*/ 196138 w 380749"/>
                <a:gd name="connsiteY57" fmla="*/ 237424 h 693633"/>
                <a:gd name="connsiteX58" fmla="*/ 343124 w 380749"/>
                <a:gd name="connsiteY58" fmla="*/ 457737 h 693633"/>
                <a:gd name="connsiteX59" fmla="*/ 275214 w 380749"/>
                <a:gd name="connsiteY59" fmla="*/ 608307 h 693633"/>
                <a:gd name="connsiteX60" fmla="*/ 156724 w 380749"/>
                <a:gd name="connsiteY60" fmla="*/ 677801 h 693633"/>
                <a:gd name="connsiteX61" fmla="*/ 76065 w 380749"/>
                <a:gd name="connsiteY61" fmla="*/ 667385 h 693633"/>
                <a:gd name="connsiteX62" fmla="*/ 22903 w 380749"/>
                <a:gd name="connsiteY62" fmla="*/ 609640 h 693633"/>
                <a:gd name="connsiteX63" fmla="*/ 44484 w 380749"/>
                <a:gd name="connsiteY63" fmla="*/ 451154 h 693633"/>
                <a:gd name="connsiteX64" fmla="*/ 151724 w 380749"/>
                <a:gd name="connsiteY64" fmla="*/ 302084 h 693633"/>
                <a:gd name="connsiteX65" fmla="*/ 181222 w 380749"/>
                <a:gd name="connsiteY65" fmla="*/ 262421 h 693633"/>
                <a:gd name="connsiteX66" fmla="*/ 215135 w 380749"/>
                <a:gd name="connsiteY66" fmla="*/ 237257 h 693633"/>
                <a:gd name="connsiteX67" fmla="*/ 231634 w 380749"/>
                <a:gd name="connsiteY67" fmla="*/ 220175 h 693633"/>
                <a:gd name="connsiteX68" fmla="*/ 228385 w 380749"/>
                <a:gd name="connsiteY68" fmla="*/ 244339 h 693633"/>
                <a:gd name="connsiteX69" fmla="*/ 244050 w 380749"/>
                <a:gd name="connsiteY69" fmla="*/ 271420 h 693633"/>
                <a:gd name="connsiteX70" fmla="*/ 268464 w 380749"/>
                <a:gd name="connsiteY70" fmla="*/ 249506 h 693633"/>
                <a:gd name="connsiteX71" fmla="*/ 282546 w 380749"/>
                <a:gd name="connsiteY71" fmla="*/ 224675 h 693633"/>
                <a:gd name="connsiteX72" fmla="*/ 296129 w 380749"/>
                <a:gd name="connsiteY72" fmla="*/ 256005 h 693633"/>
                <a:gd name="connsiteX73" fmla="*/ 320126 w 380749"/>
                <a:gd name="connsiteY73" fmla="*/ 213426 h 693633"/>
                <a:gd name="connsiteX74" fmla="*/ 332625 w 380749"/>
                <a:gd name="connsiteY74" fmla="*/ 236424 h 693633"/>
                <a:gd name="connsiteX75" fmla="*/ 358539 w 380749"/>
                <a:gd name="connsiteY75" fmla="*/ 239923 h 693633"/>
                <a:gd name="connsiteX76" fmla="*/ 366622 w 380749"/>
                <a:gd name="connsiteY76" fmla="*/ 298335 h 693633"/>
                <a:gd name="connsiteX77" fmla="*/ 343124 w 380749"/>
                <a:gd name="connsiteY77" fmla="*/ 457737 h 693633"/>
                <a:gd name="connsiteX78" fmla="*/ 343124 w 380749"/>
                <a:gd name="connsiteY78" fmla="*/ 457737 h 693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380749" h="693633">
                  <a:moveTo>
                    <a:pt x="370621" y="227841"/>
                  </a:moveTo>
                  <a:cubicBezTo>
                    <a:pt x="364705" y="202010"/>
                    <a:pt x="356706" y="175679"/>
                    <a:pt x="341874" y="153514"/>
                  </a:cubicBezTo>
                  <a:cubicBezTo>
                    <a:pt x="327625" y="132266"/>
                    <a:pt x="304627" y="118268"/>
                    <a:pt x="280213" y="111185"/>
                  </a:cubicBezTo>
                  <a:cubicBezTo>
                    <a:pt x="279213" y="81604"/>
                    <a:pt x="272797" y="51107"/>
                    <a:pt x="264881" y="22860"/>
                  </a:cubicBezTo>
                  <a:cubicBezTo>
                    <a:pt x="262882" y="15777"/>
                    <a:pt x="259799" y="4528"/>
                    <a:pt x="252382" y="1278"/>
                  </a:cubicBezTo>
                  <a:cubicBezTo>
                    <a:pt x="242967" y="-2722"/>
                    <a:pt x="228551" y="3778"/>
                    <a:pt x="219385" y="5611"/>
                  </a:cubicBezTo>
                  <a:cubicBezTo>
                    <a:pt x="200887" y="9277"/>
                    <a:pt x="170639" y="13277"/>
                    <a:pt x="187805" y="37358"/>
                  </a:cubicBezTo>
                  <a:cubicBezTo>
                    <a:pt x="196637" y="49774"/>
                    <a:pt x="208219" y="59773"/>
                    <a:pt x="216218" y="72855"/>
                  </a:cubicBezTo>
                  <a:cubicBezTo>
                    <a:pt x="223052" y="84104"/>
                    <a:pt x="230134" y="96686"/>
                    <a:pt x="235550" y="109102"/>
                  </a:cubicBezTo>
                  <a:cubicBezTo>
                    <a:pt x="228717" y="111268"/>
                    <a:pt x="222468" y="115018"/>
                    <a:pt x="217385" y="121101"/>
                  </a:cubicBezTo>
                  <a:cubicBezTo>
                    <a:pt x="197720" y="144682"/>
                    <a:pt x="203220" y="180679"/>
                    <a:pt x="194637" y="208426"/>
                  </a:cubicBezTo>
                  <a:cubicBezTo>
                    <a:pt x="184555" y="241340"/>
                    <a:pt x="162474" y="269337"/>
                    <a:pt x="139809" y="294502"/>
                  </a:cubicBezTo>
                  <a:cubicBezTo>
                    <a:pt x="139142" y="295252"/>
                    <a:pt x="138809" y="296085"/>
                    <a:pt x="138809" y="296918"/>
                  </a:cubicBezTo>
                  <a:cubicBezTo>
                    <a:pt x="132226" y="304584"/>
                    <a:pt x="125643" y="312250"/>
                    <a:pt x="119061" y="319916"/>
                  </a:cubicBezTo>
                  <a:cubicBezTo>
                    <a:pt x="80981" y="364162"/>
                    <a:pt x="43901" y="410908"/>
                    <a:pt x="21569" y="465403"/>
                  </a:cubicBezTo>
                  <a:cubicBezTo>
                    <a:pt x="2071" y="513149"/>
                    <a:pt x="-10761" y="575560"/>
                    <a:pt x="12487" y="624639"/>
                  </a:cubicBezTo>
                  <a:cubicBezTo>
                    <a:pt x="34985" y="672218"/>
                    <a:pt x="86731" y="695882"/>
                    <a:pt x="137559" y="693466"/>
                  </a:cubicBezTo>
                  <a:cubicBezTo>
                    <a:pt x="188471" y="691049"/>
                    <a:pt x="234801" y="669801"/>
                    <a:pt x="270797" y="633805"/>
                  </a:cubicBezTo>
                  <a:cubicBezTo>
                    <a:pt x="310627" y="593891"/>
                    <a:pt x="332292" y="541896"/>
                    <a:pt x="348540" y="488901"/>
                  </a:cubicBezTo>
                  <a:cubicBezTo>
                    <a:pt x="366288" y="431406"/>
                    <a:pt x="377371" y="372411"/>
                    <a:pt x="380454" y="312250"/>
                  </a:cubicBezTo>
                  <a:cubicBezTo>
                    <a:pt x="382037" y="283503"/>
                    <a:pt x="377038" y="255922"/>
                    <a:pt x="370621" y="227841"/>
                  </a:cubicBezTo>
                  <a:lnTo>
                    <a:pt x="370621" y="227841"/>
                  </a:lnTo>
                  <a:close/>
                  <a:moveTo>
                    <a:pt x="225218" y="64772"/>
                  </a:moveTo>
                  <a:cubicBezTo>
                    <a:pt x="220551" y="57440"/>
                    <a:pt x="214969" y="50857"/>
                    <a:pt x="209136" y="44358"/>
                  </a:cubicBezTo>
                  <a:cubicBezTo>
                    <a:pt x="206053" y="40858"/>
                    <a:pt x="195054" y="31859"/>
                    <a:pt x="195470" y="27526"/>
                  </a:cubicBezTo>
                  <a:cubicBezTo>
                    <a:pt x="196054" y="21360"/>
                    <a:pt x="201720" y="20776"/>
                    <a:pt x="206802" y="19360"/>
                  </a:cubicBezTo>
                  <a:cubicBezTo>
                    <a:pt x="217135" y="16444"/>
                    <a:pt x="230217" y="12360"/>
                    <a:pt x="240800" y="12110"/>
                  </a:cubicBezTo>
                  <a:cubicBezTo>
                    <a:pt x="254132" y="11860"/>
                    <a:pt x="255048" y="28442"/>
                    <a:pt x="257298" y="39191"/>
                  </a:cubicBezTo>
                  <a:cubicBezTo>
                    <a:pt x="262048" y="61856"/>
                    <a:pt x="265548" y="84937"/>
                    <a:pt x="266214" y="108019"/>
                  </a:cubicBezTo>
                  <a:cubicBezTo>
                    <a:pt x="258798" y="106769"/>
                    <a:pt x="251216" y="106352"/>
                    <a:pt x="243883" y="107269"/>
                  </a:cubicBezTo>
                  <a:cubicBezTo>
                    <a:pt x="242383" y="92353"/>
                    <a:pt x="232634" y="76271"/>
                    <a:pt x="225218" y="64772"/>
                  </a:cubicBezTo>
                  <a:lnTo>
                    <a:pt x="225218" y="64772"/>
                  </a:lnTo>
                  <a:close/>
                  <a:moveTo>
                    <a:pt x="196138" y="237424"/>
                  </a:moveTo>
                  <a:cubicBezTo>
                    <a:pt x="199387" y="231008"/>
                    <a:pt x="201886" y="224591"/>
                    <a:pt x="203636" y="218009"/>
                  </a:cubicBezTo>
                  <a:cubicBezTo>
                    <a:pt x="207969" y="207093"/>
                    <a:pt x="211136" y="195677"/>
                    <a:pt x="212886" y="183428"/>
                  </a:cubicBezTo>
                  <a:cubicBezTo>
                    <a:pt x="216552" y="158097"/>
                    <a:pt x="217385" y="120767"/>
                    <a:pt x="251466" y="120517"/>
                  </a:cubicBezTo>
                  <a:cubicBezTo>
                    <a:pt x="257132" y="120434"/>
                    <a:pt x="263131" y="121184"/>
                    <a:pt x="269131" y="122517"/>
                  </a:cubicBezTo>
                  <a:cubicBezTo>
                    <a:pt x="270547" y="123434"/>
                    <a:pt x="272214" y="123850"/>
                    <a:pt x="273964" y="123684"/>
                  </a:cubicBezTo>
                  <a:cubicBezTo>
                    <a:pt x="291378" y="128433"/>
                    <a:pt x="308627" y="138182"/>
                    <a:pt x="319960" y="149931"/>
                  </a:cubicBezTo>
                  <a:cubicBezTo>
                    <a:pt x="338207" y="168680"/>
                    <a:pt x="347456" y="196511"/>
                    <a:pt x="353873" y="221175"/>
                  </a:cubicBezTo>
                  <a:cubicBezTo>
                    <a:pt x="354373" y="223175"/>
                    <a:pt x="354873" y="225175"/>
                    <a:pt x="355373" y="227174"/>
                  </a:cubicBezTo>
                  <a:cubicBezTo>
                    <a:pt x="334291" y="235424"/>
                    <a:pt x="328125" y="207510"/>
                    <a:pt x="324209" y="190844"/>
                  </a:cubicBezTo>
                  <a:cubicBezTo>
                    <a:pt x="323293" y="186762"/>
                    <a:pt x="317459" y="186261"/>
                    <a:pt x="315460" y="189678"/>
                  </a:cubicBezTo>
                  <a:cubicBezTo>
                    <a:pt x="306628" y="204343"/>
                    <a:pt x="308210" y="223258"/>
                    <a:pt x="300794" y="238257"/>
                  </a:cubicBezTo>
                  <a:cubicBezTo>
                    <a:pt x="295045" y="249922"/>
                    <a:pt x="294211" y="230674"/>
                    <a:pt x="294295" y="225591"/>
                  </a:cubicBezTo>
                  <a:cubicBezTo>
                    <a:pt x="294378" y="215259"/>
                    <a:pt x="295628" y="203427"/>
                    <a:pt x="297212" y="193261"/>
                  </a:cubicBezTo>
                  <a:cubicBezTo>
                    <a:pt x="298128" y="187261"/>
                    <a:pt x="290796" y="183595"/>
                    <a:pt x="287212" y="189011"/>
                  </a:cubicBezTo>
                  <a:cubicBezTo>
                    <a:pt x="274797" y="208010"/>
                    <a:pt x="267964" y="230091"/>
                    <a:pt x="253965" y="248423"/>
                  </a:cubicBezTo>
                  <a:cubicBezTo>
                    <a:pt x="252299" y="250672"/>
                    <a:pt x="248300" y="257088"/>
                    <a:pt x="245382" y="257755"/>
                  </a:cubicBezTo>
                  <a:cubicBezTo>
                    <a:pt x="238884" y="259171"/>
                    <a:pt x="239800" y="247423"/>
                    <a:pt x="240216" y="242256"/>
                  </a:cubicBezTo>
                  <a:cubicBezTo>
                    <a:pt x="240717" y="236007"/>
                    <a:pt x="241883" y="229841"/>
                    <a:pt x="242633" y="223675"/>
                  </a:cubicBezTo>
                  <a:cubicBezTo>
                    <a:pt x="243133" y="219675"/>
                    <a:pt x="242466" y="210843"/>
                    <a:pt x="243966" y="205010"/>
                  </a:cubicBezTo>
                  <a:cubicBezTo>
                    <a:pt x="245133" y="203177"/>
                    <a:pt x="246216" y="201260"/>
                    <a:pt x="247216" y="199344"/>
                  </a:cubicBezTo>
                  <a:cubicBezTo>
                    <a:pt x="250049" y="193761"/>
                    <a:pt x="243466" y="189011"/>
                    <a:pt x="238800" y="192844"/>
                  </a:cubicBezTo>
                  <a:cubicBezTo>
                    <a:pt x="236717" y="194594"/>
                    <a:pt x="235467" y="196844"/>
                    <a:pt x="234717" y="199427"/>
                  </a:cubicBezTo>
                  <a:cubicBezTo>
                    <a:pt x="223302" y="217509"/>
                    <a:pt x="206553" y="232841"/>
                    <a:pt x="190471" y="247673"/>
                  </a:cubicBezTo>
                  <a:cubicBezTo>
                    <a:pt x="192471" y="244339"/>
                    <a:pt x="194304" y="240923"/>
                    <a:pt x="196138" y="237424"/>
                  </a:cubicBezTo>
                  <a:lnTo>
                    <a:pt x="196138" y="237424"/>
                  </a:lnTo>
                  <a:close/>
                  <a:moveTo>
                    <a:pt x="343124" y="457737"/>
                  </a:moveTo>
                  <a:cubicBezTo>
                    <a:pt x="328875" y="511149"/>
                    <a:pt x="310627" y="564894"/>
                    <a:pt x="275214" y="608307"/>
                  </a:cubicBezTo>
                  <a:cubicBezTo>
                    <a:pt x="245549" y="644637"/>
                    <a:pt x="203719" y="671468"/>
                    <a:pt x="156724" y="677801"/>
                  </a:cubicBezTo>
                  <a:cubicBezTo>
                    <a:pt x="128060" y="681634"/>
                    <a:pt x="102396" y="679467"/>
                    <a:pt x="76065" y="667385"/>
                  </a:cubicBezTo>
                  <a:cubicBezTo>
                    <a:pt x="51983" y="656386"/>
                    <a:pt x="30902" y="635471"/>
                    <a:pt x="22903" y="609640"/>
                  </a:cubicBezTo>
                  <a:cubicBezTo>
                    <a:pt x="6737" y="557145"/>
                    <a:pt x="21319" y="499150"/>
                    <a:pt x="44484" y="451154"/>
                  </a:cubicBezTo>
                  <a:cubicBezTo>
                    <a:pt x="71232" y="395743"/>
                    <a:pt x="113645" y="349747"/>
                    <a:pt x="151724" y="302084"/>
                  </a:cubicBezTo>
                  <a:cubicBezTo>
                    <a:pt x="161891" y="289252"/>
                    <a:pt x="172140" y="276170"/>
                    <a:pt x="181222" y="262421"/>
                  </a:cubicBezTo>
                  <a:cubicBezTo>
                    <a:pt x="194721" y="258172"/>
                    <a:pt x="205803" y="247423"/>
                    <a:pt x="215135" y="237257"/>
                  </a:cubicBezTo>
                  <a:cubicBezTo>
                    <a:pt x="220468" y="231424"/>
                    <a:pt x="226218" y="225925"/>
                    <a:pt x="231634" y="220175"/>
                  </a:cubicBezTo>
                  <a:cubicBezTo>
                    <a:pt x="230301" y="228174"/>
                    <a:pt x="228884" y="236340"/>
                    <a:pt x="228385" y="244339"/>
                  </a:cubicBezTo>
                  <a:cubicBezTo>
                    <a:pt x="227801" y="254339"/>
                    <a:pt x="229967" y="273087"/>
                    <a:pt x="244050" y="271420"/>
                  </a:cubicBezTo>
                  <a:cubicBezTo>
                    <a:pt x="254631" y="270171"/>
                    <a:pt x="262882" y="257255"/>
                    <a:pt x="268464" y="249506"/>
                  </a:cubicBezTo>
                  <a:cubicBezTo>
                    <a:pt x="274130" y="241590"/>
                    <a:pt x="278547" y="233174"/>
                    <a:pt x="282546" y="224675"/>
                  </a:cubicBezTo>
                  <a:cubicBezTo>
                    <a:pt x="282129" y="239590"/>
                    <a:pt x="284629" y="253922"/>
                    <a:pt x="296129" y="256005"/>
                  </a:cubicBezTo>
                  <a:cubicBezTo>
                    <a:pt x="311794" y="258838"/>
                    <a:pt x="316793" y="233424"/>
                    <a:pt x="320126" y="213426"/>
                  </a:cubicBezTo>
                  <a:cubicBezTo>
                    <a:pt x="322542" y="222008"/>
                    <a:pt x="325792" y="230174"/>
                    <a:pt x="332625" y="236424"/>
                  </a:cubicBezTo>
                  <a:cubicBezTo>
                    <a:pt x="340958" y="244090"/>
                    <a:pt x="349540" y="243173"/>
                    <a:pt x="358539" y="239923"/>
                  </a:cubicBezTo>
                  <a:cubicBezTo>
                    <a:pt x="363122" y="259171"/>
                    <a:pt x="366705" y="278837"/>
                    <a:pt x="366622" y="298335"/>
                  </a:cubicBezTo>
                  <a:cubicBezTo>
                    <a:pt x="366622" y="352247"/>
                    <a:pt x="356956" y="405992"/>
                    <a:pt x="343124" y="457737"/>
                  </a:cubicBezTo>
                  <a:lnTo>
                    <a:pt x="343124" y="457737"/>
                  </a:lnTo>
                  <a:close/>
                </a:path>
              </a:pathLst>
            </a:custGeom>
            <a:grpFill/>
            <a:ln w="8332" cap="flat">
              <a:noFill/>
              <a:prstDash val="solid"/>
              <a:miter/>
            </a:ln>
          </p:spPr>
          <p:txBody>
            <a:bodyPr rtlCol="0" anchor="ctr"/>
            <a:lstStyle/>
            <a:p>
              <a:endParaRPr lang="en-US"/>
            </a:p>
          </p:txBody>
        </p:sp>
        <p:sp>
          <p:nvSpPr>
            <p:cNvPr id="1888" name="Freeform: Shape 1887"/>
            <p:cNvSpPr/>
            <p:nvPr/>
          </p:nvSpPr>
          <p:spPr>
            <a:xfrm>
              <a:off x="9862018" y="-305254"/>
              <a:ext cx="328870" cy="705886"/>
            </a:xfrm>
            <a:custGeom>
              <a:avLst/>
              <a:gdLst>
                <a:gd name="connsiteX0" fmla="*/ 287838 w 328870"/>
                <a:gd name="connsiteY0" fmla="*/ 193026 h 705886"/>
                <a:gd name="connsiteX1" fmla="*/ 242593 w 328870"/>
                <a:gd name="connsiteY1" fmla="*/ 127448 h 705886"/>
                <a:gd name="connsiteX2" fmla="*/ 172849 w 328870"/>
                <a:gd name="connsiteY2" fmla="*/ 100617 h 705886"/>
                <a:gd name="connsiteX3" fmla="*/ 137435 w 328870"/>
                <a:gd name="connsiteY3" fmla="*/ 18291 h 705886"/>
                <a:gd name="connsiteX4" fmla="*/ 120270 w 328870"/>
                <a:gd name="connsiteY4" fmla="*/ 210 h 705886"/>
                <a:gd name="connsiteX5" fmla="*/ 89189 w 328870"/>
                <a:gd name="connsiteY5" fmla="*/ 12042 h 705886"/>
                <a:gd name="connsiteX6" fmla="*/ 65858 w 328870"/>
                <a:gd name="connsiteY6" fmla="*/ 50288 h 705886"/>
                <a:gd name="connsiteX7" fmla="*/ 101772 w 328870"/>
                <a:gd name="connsiteY7" fmla="*/ 78203 h 705886"/>
                <a:gd name="connsiteX8" fmla="*/ 129019 w 328870"/>
                <a:gd name="connsiteY8" fmla="*/ 108950 h 705886"/>
                <a:gd name="connsiteX9" fmla="*/ 114187 w 328870"/>
                <a:gd name="connsiteY9" fmla="*/ 124782 h 705886"/>
                <a:gd name="connsiteX10" fmla="*/ 112354 w 328870"/>
                <a:gd name="connsiteY10" fmla="*/ 214940 h 705886"/>
                <a:gd name="connsiteX11" fmla="*/ 79024 w 328870"/>
                <a:gd name="connsiteY11" fmla="*/ 311432 h 705886"/>
                <a:gd name="connsiteX12" fmla="*/ 78607 w 328870"/>
                <a:gd name="connsiteY12" fmla="*/ 314015 h 705886"/>
                <a:gd name="connsiteX13" fmla="*/ 64692 w 328870"/>
                <a:gd name="connsiteY13" fmla="*/ 340929 h 705886"/>
                <a:gd name="connsiteX14" fmla="*/ 3780 w 328870"/>
                <a:gd name="connsiteY14" fmla="*/ 505081 h 705886"/>
                <a:gd name="connsiteX15" fmla="*/ 31945 w 328870"/>
                <a:gd name="connsiteY15" fmla="*/ 662067 h 705886"/>
                <a:gd name="connsiteX16" fmla="*/ 169599 w 328870"/>
                <a:gd name="connsiteY16" fmla="*/ 700063 h 705886"/>
                <a:gd name="connsiteX17" fmla="*/ 285339 w 328870"/>
                <a:gd name="connsiteY17" fmla="*/ 611155 h 705886"/>
                <a:gd name="connsiteX18" fmla="*/ 327252 w 328870"/>
                <a:gd name="connsiteY18" fmla="*/ 452086 h 705886"/>
                <a:gd name="connsiteX19" fmla="*/ 317252 w 328870"/>
                <a:gd name="connsiteY19" fmla="*/ 272852 h 705886"/>
                <a:gd name="connsiteX20" fmla="*/ 287838 w 328870"/>
                <a:gd name="connsiteY20" fmla="*/ 193026 h 705886"/>
                <a:gd name="connsiteX21" fmla="*/ 287838 w 328870"/>
                <a:gd name="connsiteY21" fmla="*/ 193026 h 705886"/>
                <a:gd name="connsiteX22" fmla="*/ 108522 w 328870"/>
                <a:gd name="connsiteY22" fmla="*/ 68204 h 705886"/>
                <a:gd name="connsiteX23" fmla="*/ 88190 w 328870"/>
                <a:gd name="connsiteY23" fmla="*/ 52122 h 705886"/>
                <a:gd name="connsiteX24" fmla="*/ 70942 w 328870"/>
                <a:gd name="connsiteY24" fmla="*/ 38873 h 705886"/>
                <a:gd name="connsiteX25" fmla="*/ 80024 w 328870"/>
                <a:gd name="connsiteY25" fmla="*/ 28290 h 705886"/>
                <a:gd name="connsiteX26" fmla="*/ 111438 w 328870"/>
                <a:gd name="connsiteY26" fmla="*/ 13292 h 705886"/>
                <a:gd name="connsiteX27" fmla="*/ 133769 w 328870"/>
                <a:gd name="connsiteY27" fmla="*/ 35790 h 705886"/>
                <a:gd name="connsiteX28" fmla="*/ 158434 w 328870"/>
                <a:gd name="connsiteY28" fmla="*/ 100617 h 705886"/>
                <a:gd name="connsiteX29" fmla="*/ 136602 w 328870"/>
                <a:gd name="connsiteY29" fmla="*/ 105117 h 705886"/>
                <a:gd name="connsiteX30" fmla="*/ 108522 w 328870"/>
                <a:gd name="connsiteY30" fmla="*/ 68204 h 705886"/>
                <a:gd name="connsiteX31" fmla="*/ 108522 w 328870"/>
                <a:gd name="connsiteY31" fmla="*/ 68204 h 705886"/>
                <a:gd name="connsiteX32" fmla="*/ 120353 w 328870"/>
                <a:gd name="connsiteY32" fmla="*/ 242854 h 705886"/>
                <a:gd name="connsiteX33" fmla="*/ 123186 w 328870"/>
                <a:gd name="connsiteY33" fmla="*/ 222273 h 705886"/>
                <a:gd name="connsiteX34" fmla="*/ 124186 w 328870"/>
                <a:gd name="connsiteY34" fmla="*/ 186443 h 705886"/>
                <a:gd name="connsiteX35" fmla="*/ 147100 w 328870"/>
                <a:gd name="connsiteY35" fmla="*/ 116283 h 705886"/>
                <a:gd name="connsiteX36" fmla="*/ 164767 w 328870"/>
                <a:gd name="connsiteY36" fmla="*/ 114116 h 705886"/>
                <a:gd name="connsiteX37" fmla="*/ 169682 w 328870"/>
                <a:gd name="connsiteY37" fmla="*/ 114116 h 705886"/>
                <a:gd name="connsiteX38" fmla="*/ 220511 w 328870"/>
                <a:gd name="connsiteY38" fmla="*/ 128948 h 705886"/>
                <a:gd name="connsiteX39" fmla="*/ 270006 w 328870"/>
                <a:gd name="connsiteY39" fmla="*/ 190442 h 705886"/>
                <a:gd name="connsiteX40" fmla="*/ 272923 w 328870"/>
                <a:gd name="connsiteY40" fmla="*/ 195942 h 705886"/>
                <a:gd name="connsiteX41" fmla="*/ 234177 w 328870"/>
                <a:gd name="connsiteY41" fmla="*/ 167778 h 705886"/>
                <a:gd name="connsiteX42" fmla="*/ 225344 w 328870"/>
                <a:gd name="connsiteY42" fmla="*/ 168694 h 705886"/>
                <a:gd name="connsiteX43" fmla="*/ 222344 w 328870"/>
                <a:gd name="connsiteY43" fmla="*/ 219357 h 705886"/>
                <a:gd name="connsiteX44" fmla="*/ 213095 w 328870"/>
                <a:gd name="connsiteY44" fmla="*/ 208524 h 705886"/>
                <a:gd name="connsiteX45" fmla="*/ 208429 w 328870"/>
                <a:gd name="connsiteY45" fmla="*/ 176360 h 705886"/>
                <a:gd name="connsiteX46" fmla="*/ 197680 w 328870"/>
                <a:gd name="connsiteY46" fmla="*/ 174611 h 705886"/>
                <a:gd name="connsiteX47" fmla="*/ 179182 w 328870"/>
                <a:gd name="connsiteY47" fmla="*/ 240021 h 705886"/>
                <a:gd name="connsiteX48" fmla="*/ 173016 w 328870"/>
                <a:gd name="connsiteY48" fmla="*/ 251104 h 705886"/>
                <a:gd name="connsiteX49" fmla="*/ 164433 w 328870"/>
                <a:gd name="connsiteY49" fmla="*/ 237188 h 705886"/>
                <a:gd name="connsiteX50" fmla="*/ 162433 w 328870"/>
                <a:gd name="connsiteY50" fmla="*/ 218523 h 705886"/>
                <a:gd name="connsiteX51" fmla="*/ 159434 w 328870"/>
                <a:gd name="connsiteY51" fmla="*/ 200108 h 705886"/>
                <a:gd name="connsiteX52" fmla="*/ 161350 w 328870"/>
                <a:gd name="connsiteY52" fmla="*/ 193859 h 705886"/>
                <a:gd name="connsiteX53" fmla="*/ 151684 w 328870"/>
                <a:gd name="connsiteY53" fmla="*/ 189526 h 705886"/>
                <a:gd name="connsiteX54" fmla="*/ 149184 w 328870"/>
                <a:gd name="connsiteY54" fmla="*/ 196942 h 705886"/>
                <a:gd name="connsiteX55" fmla="*/ 117354 w 328870"/>
                <a:gd name="connsiteY55" fmla="*/ 254187 h 705886"/>
                <a:gd name="connsiteX56" fmla="*/ 120353 w 328870"/>
                <a:gd name="connsiteY56" fmla="*/ 242854 h 705886"/>
                <a:gd name="connsiteX57" fmla="*/ 120353 w 328870"/>
                <a:gd name="connsiteY57" fmla="*/ 242854 h 705886"/>
                <a:gd name="connsiteX58" fmla="*/ 314503 w 328870"/>
                <a:gd name="connsiteY58" fmla="*/ 423088 h 705886"/>
                <a:gd name="connsiteX59" fmla="*/ 283506 w 328870"/>
                <a:gd name="connsiteY59" fmla="*/ 585324 h 705886"/>
                <a:gd name="connsiteX60" fmla="*/ 184431 w 328870"/>
                <a:gd name="connsiteY60" fmla="*/ 680398 h 705886"/>
                <a:gd name="connsiteX61" fmla="*/ 103521 w 328870"/>
                <a:gd name="connsiteY61" fmla="*/ 688981 h 705886"/>
                <a:gd name="connsiteX62" fmla="*/ 38444 w 328870"/>
                <a:gd name="connsiteY62" fmla="*/ 645152 h 705886"/>
                <a:gd name="connsiteX63" fmla="*/ 22612 w 328870"/>
                <a:gd name="connsiteY63" fmla="*/ 485999 h 705886"/>
                <a:gd name="connsiteX64" fmla="*/ 92189 w 328870"/>
                <a:gd name="connsiteY64" fmla="*/ 316098 h 705886"/>
                <a:gd name="connsiteX65" fmla="*/ 111687 w 328870"/>
                <a:gd name="connsiteY65" fmla="*/ 270685 h 705886"/>
                <a:gd name="connsiteX66" fmla="*/ 138851 w 328870"/>
                <a:gd name="connsiteY66" fmla="*/ 238355 h 705886"/>
                <a:gd name="connsiteX67" fmla="*/ 150934 w 328870"/>
                <a:gd name="connsiteY67" fmla="*/ 217857 h 705886"/>
                <a:gd name="connsiteX68" fmla="*/ 153433 w 328870"/>
                <a:gd name="connsiteY68" fmla="*/ 242188 h 705886"/>
                <a:gd name="connsiteX69" fmla="*/ 174932 w 328870"/>
                <a:gd name="connsiteY69" fmla="*/ 264852 h 705886"/>
                <a:gd name="connsiteX70" fmla="*/ 193514 w 328870"/>
                <a:gd name="connsiteY70" fmla="*/ 237855 h 705886"/>
                <a:gd name="connsiteX71" fmla="*/ 201429 w 328870"/>
                <a:gd name="connsiteY71" fmla="*/ 210441 h 705886"/>
                <a:gd name="connsiteX72" fmla="*/ 221928 w 328870"/>
                <a:gd name="connsiteY72" fmla="*/ 237772 h 705886"/>
                <a:gd name="connsiteX73" fmla="*/ 235343 w 328870"/>
                <a:gd name="connsiteY73" fmla="*/ 190776 h 705886"/>
                <a:gd name="connsiteX74" fmla="*/ 252841 w 328870"/>
                <a:gd name="connsiteY74" fmla="*/ 210274 h 705886"/>
                <a:gd name="connsiteX75" fmla="*/ 278923 w 328870"/>
                <a:gd name="connsiteY75" fmla="*/ 207608 h 705886"/>
                <a:gd name="connsiteX76" fmla="*/ 300420 w 328870"/>
                <a:gd name="connsiteY76" fmla="*/ 262519 h 705886"/>
                <a:gd name="connsiteX77" fmla="*/ 314503 w 328870"/>
                <a:gd name="connsiteY77" fmla="*/ 423088 h 705886"/>
                <a:gd name="connsiteX78" fmla="*/ 314503 w 328870"/>
                <a:gd name="connsiteY78" fmla="*/ 423088 h 705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328870" h="705886">
                  <a:moveTo>
                    <a:pt x="287838" y="193026"/>
                  </a:moveTo>
                  <a:cubicBezTo>
                    <a:pt x="276090" y="169278"/>
                    <a:pt x="262174" y="145530"/>
                    <a:pt x="242593" y="127448"/>
                  </a:cubicBezTo>
                  <a:cubicBezTo>
                    <a:pt x="223761" y="110033"/>
                    <a:pt x="198179" y="101867"/>
                    <a:pt x="172849" y="100617"/>
                  </a:cubicBezTo>
                  <a:cubicBezTo>
                    <a:pt x="164932" y="72120"/>
                    <a:pt x="151684" y="43872"/>
                    <a:pt x="137435" y="18291"/>
                  </a:cubicBezTo>
                  <a:cubicBezTo>
                    <a:pt x="133852" y="11875"/>
                    <a:pt x="128270" y="1626"/>
                    <a:pt x="120270" y="210"/>
                  </a:cubicBezTo>
                  <a:cubicBezTo>
                    <a:pt x="110188" y="-1540"/>
                    <a:pt x="97689" y="8126"/>
                    <a:pt x="89189" y="12042"/>
                  </a:cubicBezTo>
                  <a:cubicBezTo>
                    <a:pt x="72025" y="19958"/>
                    <a:pt x="43610" y="30874"/>
                    <a:pt x="65858" y="50288"/>
                  </a:cubicBezTo>
                  <a:cubicBezTo>
                    <a:pt x="77357" y="60288"/>
                    <a:pt x="90939" y="67370"/>
                    <a:pt x="101772" y="78203"/>
                  </a:cubicBezTo>
                  <a:cubicBezTo>
                    <a:pt x="111104" y="87535"/>
                    <a:pt x="120854" y="98117"/>
                    <a:pt x="129019" y="108950"/>
                  </a:cubicBezTo>
                  <a:cubicBezTo>
                    <a:pt x="122853" y="112616"/>
                    <a:pt x="117687" y="117699"/>
                    <a:pt x="114187" y="124782"/>
                  </a:cubicBezTo>
                  <a:cubicBezTo>
                    <a:pt x="100522" y="152363"/>
                    <a:pt x="114187" y="186026"/>
                    <a:pt x="112354" y="214940"/>
                  </a:cubicBezTo>
                  <a:cubicBezTo>
                    <a:pt x="110188" y="249271"/>
                    <a:pt x="95272" y="281601"/>
                    <a:pt x="79024" y="311432"/>
                  </a:cubicBezTo>
                  <a:cubicBezTo>
                    <a:pt x="78523" y="312348"/>
                    <a:pt x="78440" y="313181"/>
                    <a:pt x="78607" y="314015"/>
                  </a:cubicBezTo>
                  <a:cubicBezTo>
                    <a:pt x="74025" y="323014"/>
                    <a:pt x="69358" y="332013"/>
                    <a:pt x="64692" y="340929"/>
                  </a:cubicBezTo>
                  <a:cubicBezTo>
                    <a:pt x="37944" y="392841"/>
                    <a:pt x="12779" y="446919"/>
                    <a:pt x="3780" y="505081"/>
                  </a:cubicBezTo>
                  <a:cubicBezTo>
                    <a:pt x="-4052" y="556076"/>
                    <a:pt x="-1969" y="619737"/>
                    <a:pt x="31945" y="662067"/>
                  </a:cubicBezTo>
                  <a:cubicBezTo>
                    <a:pt x="64941" y="703146"/>
                    <a:pt x="120770" y="714145"/>
                    <a:pt x="169599" y="700063"/>
                  </a:cubicBezTo>
                  <a:cubicBezTo>
                    <a:pt x="218595" y="685898"/>
                    <a:pt x="258757" y="654484"/>
                    <a:pt x="285339" y="611155"/>
                  </a:cubicBezTo>
                  <a:cubicBezTo>
                    <a:pt x="314753" y="563076"/>
                    <a:pt x="323752" y="507414"/>
                    <a:pt x="327252" y="452086"/>
                  </a:cubicBezTo>
                  <a:cubicBezTo>
                    <a:pt x="331085" y="392008"/>
                    <a:pt x="328252" y="332096"/>
                    <a:pt x="317252" y="272852"/>
                  </a:cubicBezTo>
                  <a:cubicBezTo>
                    <a:pt x="311836" y="244438"/>
                    <a:pt x="300587" y="218857"/>
                    <a:pt x="287838" y="193026"/>
                  </a:cubicBezTo>
                  <a:lnTo>
                    <a:pt x="287838" y="193026"/>
                  </a:lnTo>
                  <a:close/>
                  <a:moveTo>
                    <a:pt x="108522" y="68204"/>
                  </a:moveTo>
                  <a:cubicBezTo>
                    <a:pt x="102272" y="62204"/>
                    <a:pt x="95272" y="57038"/>
                    <a:pt x="88190" y="52122"/>
                  </a:cubicBezTo>
                  <a:cubicBezTo>
                    <a:pt x="84357" y="49455"/>
                    <a:pt x="71608" y="43289"/>
                    <a:pt x="70942" y="38873"/>
                  </a:cubicBezTo>
                  <a:cubicBezTo>
                    <a:pt x="70024" y="32707"/>
                    <a:pt x="75440" y="30874"/>
                    <a:pt x="80024" y="28290"/>
                  </a:cubicBezTo>
                  <a:cubicBezTo>
                    <a:pt x="89440" y="23041"/>
                    <a:pt x="101105" y="16042"/>
                    <a:pt x="111438" y="13292"/>
                  </a:cubicBezTo>
                  <a:cubicBezTo>
                    <a:pt x="124353" y="9875"/>
                    <a:pt x="129103" y="25874"/>
                    <a:pt x="133769" y="35790"/>
                  </a:cubicBezTo>
                  <a:cubicBezTo>
                    <a:pt x="143601" y="56788"/>
                    <a:pt x="152433" y="78369"/>
                    <a:pt x="158434" y="100617"/>
                  </a:cubicBezTo>
                  <a:cubicBezTo>
                    <a:pt x="150934" y="101117"/>
                    <a:pt x="143435" y="102450"/>
                    <a:pt x="136602" y="105117"/>
                  </a:cubicBezTo>
                  <a:cubicBezTo>
                    <a:pt x="131602" y="91118"/>
                    <a:pt x="118353" y="77703"/>
                    <a:pt x="108522" y="68204"/>
                  </a:cubicBezTo>
                  <a:lnTo>
                    <a:pt x="108522" y="68204"/>
                  </a:lnTo>
                  <a:close/>
                  <a:moveTo>
                    <a:pt x="120353" y="242854"/>
                  </a:moveTo>
                  <a:cubicBezTo>
                    <a:pt x="122020" y="235855"/>
                    <a:pt x="122937" y="229022"/>
                    <a:pt x="123186" y="222273"/>
                  </a:cubicBezTo>
                  <a:cubicBezTo>
                    <a:pt x="124853" y="210691"/>
                    <a:pt x="125269" y="198775"/>
                    <a:pt x="124186" y="186443"/>
                  </a:cubicBezTo>
                  <a:cubicBezTo>
                    <a:pt x="121854" y="160945"/>
                    <a:pt x="113937" y="124365"/>
                    <a:pt x="147100" y="116283"/>
                  </a:cubicBezTo>
                  <a:cubicBezTo>
                    <a:pt x="152600" y="114949"/>
                    <a:pt x="158599" y="114199"/>
                    <a:pt x="164767" y="114116"/>
                  </a:cubicBezTo>
                  <a:cubicBezTo>
                    <a:pt x="166349" y="114699"/>
                    <a:pt x="168099" y="114699"/>
                    <a:pt x="169682" y="114116"/>
                  </a:cubicBezTo>
                  <a:cubicBezTo>
                    <a:pt x="187681" y="114699"/>
                    <a:pt x="206762" y="120199"/>
                    <a:pt x="220511" y="128948"/>
                  </a:cubicBezTo>
                  <a:cubicBezTo>
                    <a:pt x="242676" y="142947"/>
                    <a:pt x="258091" y="167861"/>
                    <a:pt x="270006" y="190442"/>
                  </a:cubicBezTo>
                  <a:cubicBezTo>
                    <a:pt x="271007" y="192276"/>
                    <a:pt x="271923" y="194109"/>
                    <a:pt x="272923" y="195942"/>
                  </a:cubicBezTo>
                  <a:cubicBezTo>
                    <a:pt x="254342" y="208857"/>
                    <a:pt x="241843" y="183193"/>
                    <a:pt x="234177" y="167778"/>
                  </a:cubicBezTo>
                  <a:cubicBezTo>
                    <a:pt x="232260" y="164028"/>
                    <a:pt x="226594" y="164861"/>
                    <a:pt x="225344" y="168694"/>
                  </a:cubicBezTo>
                  <a:cubicBezTo>
                    <a:pt x="220177" y="185026"/>
                    <a:pt x="226094" y="203025"/>
                    <a:pt x="222344" y="219357"/>
                  </a:cubicBezTo>
                  <a:cubicBezTo>
                    <a:pt x="219428" y="232022"/>
                    <a:pt x="214178" y="213524"/>
                    <a:pt x="213095" y="208524"/>
                  </a:cubicBezTo>
                  <a:cubicBezTo>
                    <a:pt x="210762" y="198442"/>
                    <a:pt x="209262" y="186610"/>
                    <a:pt x="208429" y="176360"/>
                  </a:cubicBezTo>
                  <a:cubicBezTo>
                    <a:pt x="207929" y="170361"/>
                    <a:pt x="199930" y="168444"/>
                    <a:pt x="197680" y="174611"/>
                  </a:cubicBezTo>
                  <a:cubicBezTo>
                    <a:pt x="190013" y="195942"/>
                    <a:pt x="188514" y="219023"/>
                    <a:pt x="179182" y="240021"/>
                  </a:cubicBezTo>
                  <a:cubicBezTo>
                    <a:pt x="178015" y="242604"/>
                    <a:pt x="175682" y="249771"/>
                    <a:pt x="173016" y="251104"/>
                  </a:cubicBezTo>
                  <a:cubicBezTo>
                    <a:pt x="167099" y="254020"/>
                    <a:pt x="165183" y="242354"/>
                    <a:pt x="164433" y="237188"/>
                  </a:cubicBezTo>
                  <a:cubicBezTo>
                    <a:pt x="163433" y="231022"/>
                    <a:pt x="163183" y="224773"/>
                    <a:pt x="162433" y="218523"/>
                  </a:cubicBezTo>
                  <a:cubicBezTo>
                    <a:pt x="161933" y="214524"/>
                    <a:pt x="159267" y="206024"/>
                    <a:pt x="159434" y="200108"/>
                  </a:cubicBezTo>
                  <a:cubicBezTo>
                    <a:pt x="160183" y="198025"/>
                    <a:pt x="160766" y="195942"/>
                    <a:pt x="161350" y="193859"/>
                  </a:cubicBezTo>
                  <a:cubicBezTo>
                    <a:pt x="162849" y="187776"/>
                    <a:pt x="155267" y="184693"/>
                    <a:pt x="151684" y="189526"/>
                  </a:cubicBezTo>
                  <a:cubicBezTo>
                    <a:pt x="150018" y="191692"/>
                    <a:pt x="149350" y="194192"/>
                    <a:pt x="149184" y="196942"/>
                  </a:cubicBezTo>
                  <a:cubicBezTo>
                    <a:pt x="142268" y="217190"/>
                    <a:pt x="129519" y="236022"/>
                    <a:pt x="117354" y="254187"/>
                  </a:cubicBezTo>
                  <a:cubicBezTo>
                    <a:pt x="118353" y="250354"/>
                    <a:pt x="119437" y="246604"/>
                    <a:pt x="120353" y="242854"/>
                  </a:cubicBezTo>
                  <a:lnTo>
                    <a:pt x="120353" y="242854"/>
                  </a:lnTo>
                  <a:close/>
                  <a:moveTo>
                    <a:pt x="314503" y="423088"/>
                  </a:moveTo>
                  <a:cubicBezTo>
                    <a:pt x="313002" y="478417"/>
                    <a:pt x="307836" y="534828"/>
                    <a:pt x="283506" y="585324"/>
                  </a:cubicBezTo>
                  <a:cubicBezTo>
                    <a:pt x="263090" y="627570"/>
                    <a:pt x="228677" y="663317"/>
                    <a:pt x="184431" y="680398"/>
                  </a:cubicBezTo>
                  <a:cubicBezTo>
                    <a:pt x="157434" y="690814"/>
                    <a:pt x="132019" y="694647"/>
                    <a:pt x="103521" y="688981"/>
                  </a:cubicBezTo>
                  <a:cubicBezTo>
                    <a:pt x="77524" y="683815"/>
                    <a:pt x="52193" y="668483"/>
                    <a:pt x="38444" y="645152"/>
                  </a:cubicBezTo>
                  <a:cubicBezTo>
                    <a:pt x="10530" y="597822"/>
                    <a:pt x="11197" y="538078"/>
                    <a:pt x="22612" y="485999"/>
                  </a:cubicBezTo>
                  <a:cubicBezTo>
                    <a:pt x="35777" y="425921"/>
                    <a:pt x="66275" y="371343"/>
                    <a:pt x="92189" y="316098"/>
                  </a:cubicBezTo>
                  <a:cubicBezTo>
                    <a:pt x="99106" y="301266"/>
                    <a:pt x="106021" y="286184"/>
                    <a:pt x="111687" y="270685"/>
                  </a:cubicBezTo>
                  <a:cubicBezTo>
                    <a:pt x="123770" y="263436"/>
                    <a:pt x="132102" y="250354"/>
                    <a:pt x="138851" y="238355"/>
                  </a:cubicBezTo>
                  <a:cubicBezTo>
                    <a:pt x="142685" y="231439"/>
                    <a:pt x="147018" y="224773"/>
                    <a:pt x="150934" y="217857"/>
                  </a:cubicBezTo>
                  <a:cubicBezTo>
                    <a:pt x="151517" y="225939"/>
                    <a:pt x="152017" y="234189"/>
                    <a:pt x="153433" y="242188"/>
                  </a:cubicBezTo>
                  <a:cubicBezTo>
                    <a:pt x="155184" y="252020"/>
                    <a:pt x="161683" y="269769"/>
                    <a:pt x="174932" y="264852"/>
                  </a:cubicBezTo>
                  <a:cubicBezTo>
                    <a:pt x="184931" y="261186"/>
                    <a:pt x="189930" y="246687"/>
                    <a:pt x="193514" y="237855"/>
                  </a:cubicBezTo>
                  <a:cubicBezTo>
                    <a:pt x="197179" y="228856"/>
                    <a:pt x="199513" y="219690"/>
                    <a:pt x="201429" y="210441"/>
                  </a:cubicBezTo>
                  <a:cubicBezTo>
                    <a:pt x="204512" y="225106"/>
                    <a:pt x="210262" y="238438"/>
                    <a:pt x="221928" y="237772"/>
                  </a:cubicBezTo>
                  <a:cubicBezTo>
                    <a:pt x="237842" y="236938"/>
                    <a:pt x="236759" y="210941"/>
                    <a:pt x="235343" y="190776"/>
                  </a:cubicBezTo>
                  <a:cubicBezTo>
                    <a:pt x="239676" y="198525"/>
                    <a:pt x="244759" y="205774"/>
                    <a:pt x="252841" y="210274"/>
                  </a:cubicBezTo>
                  <a:cubicBezTo>
                    <a:pt x="262757" y="215774"/>
                    <a:pt x="270840" y="212940"/>
                    <a:pt x="278923" y="207608"/>
                  </a:cubicBezTo>
                  <a:cubicBezTo>
                    <a:pt x="287838" y="225273"/>
                    <a:pt x="295921" y="243604"/>
                    <a:pt x="300420" y="262519"/>
                  </a:cubicBezTo>
                  <a:cubicBezTo>
                    <a:pt x="312919" y="314931"/>
                    <a:pt x="315919" y="369426"/>
                    <a:pt x="314503" y="423088"/>
                  </a:cubicBezTo>
                  <a:lnTo>
                    <a:pt x="314503" y="423088"/>
                  </a:lnTo>
                  <a:close/>
                </a:path>
              </a:pathLst>
            </a:custGeom>
            <a:grpFill/>
            <a:ln w="8332" cap="flat">
              <a:noFill/>
              <a:prstDash val="solid"/>
              <a:miter/>
            </a:ln>
          </p:spPr>
          <p:txBody>
            <a:bodyPr rtlCol="0" anchor="ctr"/>
            <a:lstStyle/>
            <a:p>
              <a:endParaRPr lang="en-US"/>
            </a:p>
          </p:txBody>
        </p:sp>
        <p:sp>
          <p:nvSpPr>
            <p:cNvPr id="1889" name="Freeform: Shape 1888"/>
            <p:cNvSpPr/>
            <p:nvPr/>
          </p:nvSpPr>
          <p:spPr>
            <a:xfrm>
              <a:off x="8268258" y="3153031"/>
              <a:ext cx="380721" cy="693633"/>
            </a:xfrm>
            <a:custGeom>
              <a:avLst/>
              <a:gdLst>
                <a:gd name="connsiteX0" fmla="*/ 268 w 380721"/>
                <a:gd name="connsiteY0" fmla="*/ 312250 h 693633"/>
                <a:gd name="connsiteX1" fmla="*/ 32182 w 380721"/>
                <a:gd name="connsiteY1" fmla="*/ 488901 h 693633"/>
                <a:gd name="connsiteX2" fmla="*/ 109924 w 380721"/>
                <a:gd name="connsiteY2" fmla="*/ 633805 h 693633"/>
                <a:gd name="connsiteX3" fmla="*/ 243162 w 380721"/>
                <a:gd name="connsiteY3" fmla="*/ 693466 h 693633"/>
                <a:gd name="connsiteX4" fmla="*/ 368234 w 380721"/>
                <a:gd name="connsiteY4" fmla="*/ 624639 h 693633"/>
                <a:gd name="connsiteX5" fmla="*/ 359152 w 380721"/>
                <a:gd name="connsiteY5" fmla="*/ 465403 h 693633"/>
                <a:gd name="connsiteX6" fmla="*/ 261661 w 380721"/>
                <a:gd name="connsiteY6" fmla="*/ 319916 h 693633"/>
                <a:gd name="connsiteX7" fmla="*/ 241913 w 380721"/>
                <a:gd name="connsiteY7" fmla="*/ 296918 h 693633"/>
                <a:gd name="connsiteX8" fmla="*/ 240913 w 380721"/>
                <a:gd name="connsiteY8" fmla="*/ 294502 h 693633"/>
                <a:gd name="connsiteX9" fmla="*/ 186084 w 380721"/>
                <a:gd name="connsiteY9" fmla="*/ 208426 h 693633"/>
                <a:gd name="connsiteX10" fmla="*/ 163336 w 380721"/>
                <a:gd name="connsiteY10" fmla="*/ 121101 h 693633"/>
                <a:gd name="connsiteX11" fmla="*/ 145171 w 380721"/>
                <a:gd name="connsiteY11" fmla="*/ 109102 h 693633"/>
                <a:gd name="connsiteX12" fmla="*/ 164503 w 380721"/>
                <a:gd name="connsiteY12" fmla="*/ 72855 h 693633"/>
                <a:gd name="connsiteX13" fmla="*/ 192918 w 380721"/>
                <a:gd name="connsiteY13" fmla="*/ 37358 h 693633"/>
                <a:gd name="connsiteX14" fmla="*/ 161337 w 380721"/>
                <a:gd name="connsiteY14" fmla="*/ 5611 h 693633"/>
                <a:gd name="connsiteX15" fmla="*/ 128340 w 380721"/>
                <a:gd name="connsiteY15" fmla="*/ 1278 h 693633"/>
                <a:gd name="connsiteX16" fmla="*/ 115841 w 380721"/>
                <a:gd name="connsiteY16" fmla="*/ 22860 h 693633"/>
                <a:gd name="connsiteX17" fmla="*/ 100508 w 380721"/>
                <a:gd name="connsiteY17" fmla="*/ 111185 h 693633"/>
                <a:gd name="connsiteX18" fmla="*/ 38848 w 380721"/>
                <a:gd name="connsiteY18" fmla="*/ 153514 h 693633"/>
                <a:gd name="connsiteX19" fmla="*/ 10100 w 380721"/>
                <a:gd name="connsiteY19" fmla="*/ 227841 h 693633"/>
                <a:gd name="connsiteX20" fmla="*/ 268 w 380721"/>
                <a:gd name="connsiteY20" fmla="*/ 312250 h 693633"/>
                <a:gd name="connsiteX21" fmla="*/ 268 w 380721"/>
                <a:gd name="connsiteY21" fmla="*/ 312250 h 693633"/>
                <a:gd name="connsiteX22" fmla="*/ 136922 w 380721"/>
                <a:gd name="connsiteY22" fmla="*/ 107185 h 693633"/>
                <a:gd name="connsiteX23" fmla="*/ 114591 w 380721"/>
                <a:gd name="connsiteY23" fmla="*/ 107935 h 693633"/>
                <a:gd name="connsiteX24" fmla="*/ 123506 w 380721"/>
                <a:gd name="connsiteY24" fmla="*/ 39108 h 693633"/>
                <a:gd name="connsiteX25" fmla="*/ 140005 w 380721"/>
                <a:gd name="connsiteY25" fmla="*/ 12027 h 693633"/>
                <a:gd name="connsiteX26" fmla="*/ 174002 w 380721"/>
                <a:gd name="connsiteY26" fmla="*/ 19277 h 693633"/>
                <a:gd name="connsiteX27" fmla="*/ 185335 w 380721"/>
                <a:gd name="connsiteY27" fmla="*/ 27442 h 693633"/>
                <a:gd name="connsiteX28" fmla="*/ 171669 w 380721"/>
                <a:gd name="connsiteY28" fmla="*/ 44274 h 693633"/>
                <a:gd name="connsiteX29" fmla="*/ 155587 w 380721"/>
                <a:gd name="connsiteY29" fmla="*/ 64689 h 693633"/>
                <a:gd name="connsiteX30" fmla="*/ 136922 w 380721"/>
                <a:gd name="connsiteY30" fmla="*/ 107185 h 693633"/>
                <a:gd name="connsiteX31" fmla="*/ 136922 w 380721"/>
                <a:gd name="connsiteY31" fmla="*/ 107185 h 693633"/>
                <a:gd name="connsiteX32" fmla="*/ 190334 w 380721"/>
                <a:gd name="connsiteY32" fmla="*/ 247506 h 693633"/>
                <a:gd name="connsiteX33" fmla="*/ 146088 w 380721"/>
                <a:gd name="connsiteY33" fmla="*/ 199260 h 693633"/>
                <a:gd name="connsiteX34" fmla="*/ 142006 w 380721"/>
                <a:gd name="connsiteY34" fmla="*/ 192678 h 693633"/>
                <a:gd name="connsiteX35" fmla="*/ 133590 w 380721"/>
                <a:gd name="connsiteY35" fmla="*/ 199177 h 693633"/>
                <a:gd name="connsiteX36" fmla="*/ 136838 w 380721"/>
                <a:gd name="connsiteY36" fmla="*/ 204843 h 693633"/>
                <a:gd name="connsiteX37" fmla="*/ 138172 w 380721"/>
                <a:gd name="connsiteY37" fmla="*/ 223508 h 693633"/>
                <a:gd name="connsiteX38" fmla="*/ 140589 w 380721"/>
                <a:gd name="connsiteY38" fmla="*/ 242090 h 693633"/>
                <a:gd name="connsiteX39" fmla="*/ 135423 w 380721"/>
                <a:gd name="connsiteY39" fmla="*/ 257588 h 693633"/>
                <a:gd name="connsiteX40" fmla="*/ 126840 w 380721"/>
                <a:gd name="connsiteY40" fmla="*/ 248256 h 693633"/>
                <a:gd name="connsiteX41" fmla="*/ 93593 w 380721"/>
                <a:gd name="connsiteY41" fmla="*/ 188844 h 693633"/>
                <a:gd name="connsiteX42" fmla="*/ 83594 w 380721"/>
                <a:gd name="connsiteY42" fmla="*/ 193094 h 693633"/>
                <a:gd name="connsiteX43" fmla="*/ 86510 w 380721"/>
                <a:gd name="connsiteY43" fmla="*/ 225425 h 693633"/>
                <a:gd name="connsiteX44" fmla="*/ 80011 w 380721"/>
                <a:gd name="connsiteY44" fmla="*/ 238090 h 693633"/>
                <a:gd name="connsiteX45" fmla="*/ 65345 w 380721"/>
                <a:gd name="connsiteY45" fmla="*/ 189511 h 693633"/>
                <a:gd name="connsiteX46" fmla="*/ 56597 w 380721"/>
                <a:gd name="connsiteY46" fmla="*/ 190678 h 693633"/>
                <a:gd name="connsiteX47" fmla="*/ 25432 w 380721"/>
                <a:gd name="connsiteY47" fmla="*/ 227008 h 693633"/>
                <a:gd name="connsiteX48" fmla="*/ 26932 w 380721"/>
                <a:gd name="connsiteY48" fmla="*/ 221008 h 693633"/>
                <a:gd name="connsiteX49" fmla="*/ 60845 w 380721"/>
                <a:gd name="connsiteY49" fmla="*/ 149765 h 693633"/>
                <a:gd name="connsiteX50" fmla="*/ 106841 w 380721"/>
                <a:gd name="connsiteY50" fmla="*/ 123517 h 693633"/>
                <a:gd name="connsiteX51" fmla="*/ 111675 w 380721"/>
                <a:gd name="connsiteY51" fmla="*/ 122351 h 693633"/>
                <a:gd name="connsiteX52" fmla="*/ 129340 w 380721"/>
                <a:gd name="connsiteY52" fmla="*/ 120351 h 693633"/>
                <a:gd name="connsiteX53" fmla="*/ 167920 w 380721"/>
                <a:gd name="connsiteY53" fmla="*/ 183262 h 693633"/>
                <a:gd name="connsiteX54" fmla="*/ 177169 w 380721"/>
                <a:gd name="connsiteY54" fmla="*/ 217842 h 693633"/>
                <a:gd name="connsiteX55" fmla="*/ 184668 w 380721"/>
                <a:gd name="connsiteY55" fmla="*/ 237257 h 693633"/>
                <a:gd name="connsiteX56" fmla="*/ 190334 w 380721"/>
                <a:gd name="connsiteY56" fmla="*/ 247506 h 693633"/>
                <a:gd name="connsiteX57" fmla="*/ 190334 w 380721"/>
                <a:gd name="connsiteY57" fmla="*/ 247506 h 693633"/>
                <a:gd name="connsiteX58" fmla="*/ 14016 w 380721"/>
                <a:gd name="connsiteY58" fmla="*/ 298335 h 693633"/>
                <a:gd name="connsiteX59" fmla="*/ 22100 w 380721"/>
                <a:gd name="connsiteY59" fmla="*/ 239923 h 693633"/>
                <a:gd name="connsiteX60" fmla="*/ 48014 w 380721"/>
                <a:gd name="connsiteY60" fmla="*/ 236424 h 693633"/>
                <a:gd name="connsiteX61" fmla="*/ 60513 w 380721"/>
                <a:gd name="connsiteY61" fmla="*/ 213426 h 693633"/>
                <a:gd name="connsiteX62" fmla="*/ 84511 w 380721"/>
                <a:gd name="connsiteY62" fmla="*/ 256005 h 693633"/>
                <a:gd name="connsiteX63" fmla="*/ 98093 w 380721"/>
                <a:gd name="connsiteY63" fmla="*/ 224675 h 693633"/>
                <a:gd name="connsiteX64" fmla="*/ 112174 w 380721"/>
                <a:gd name="connsiteY64" fmla="*/ 249506 h 693633"/>
                <a:gd name="connsiteX65" fmla="*/ 136589 w 380721"/>
                <a:gd name="connsiteY65" fmla="*/ 271420 h 693633"/>
                <a:gd name="connsiteX66" fmla="*/ 152255 w 380721"/>
                <a:gd name="connsiteY66" fmla="*/ 244339 h 693633"/>
                <a:gd name="connsiteX67" fmla="*/ 149005 w 380721"/>
                <a:gd name="connsiteY67" fmla="*/ 220175 h 693633"/>
                <a:gd name="connsiteX68" fmla="*/ 165503 w 380721"/>
                <a:gd name="connsiteY68" fmla="*/ 237257 h 693633"/>
                <a:gd name="connsiteX69" fmla="*/ 199416 w 380721"/>
                <a:gd name="connsiteY69" fmla="*/ 262421 h 693633"/>
                <a:gd name="connsiteX70" fmla="*/ 228914 w 380721"/>
                <a:gd name="connsiteY70" fmla="*/ 302084 h 693633"/>
                <a:gd name="connsiteX71" fmla="*/ 336154 w 380721"/>
                <a:gd name="connsiteY71" fmla="*/ 451154 h 693633"/>
                <a:gd name="connsiteX72" fmla="*/ 357735 w 380721"/>
                <a:gd name="connsiteY72" fmla="*/ 609640 h 693633"/>
                <a:gd name="connsiteX73" fmla="*/ 304573 w 380721"/>
                <a:gd name="connsiteY73" fmla="*/ 667385 h 693633"/>
                <a:gd name="connsiteX74" fmla="*/ 223915 w 380721"/>
                <a:gd name="connsiteY74" fmla="*/ 677801 h 693633"/>
                <a:gd name="connsiteX75" fmla="*/ 105425 w 380721"/>
                <a:gd name="connsiteY75" fmla="*/ 608307 h 693633"/>
                <a:gd name="connsiteX76" fmla="*/ 37515 w 380721"/>
                <a:gd name="connsiteY76" fmla="*/ 457737 h 693633"/>
                <a:gd name="connsiteX77" fmla="*/ 14016 w 380721"/>
                <a:gd name="connsiteY77" fmla="*/ 298335 h 693633"/>
                <a:gd name="connsiteX78" fmla="*/ 14016 w 380721"/>
                <a:gd name="connsiteY78" fmla="*/ 298335 h 693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380721" h="693633">
                  <a:moveTo>
                    <a:pt x="268" y="312250"/>
                  </a:moveTo>
                  <a:cubicBezTo>
                    <a:pt x="3351" y="372328"/>
                    <a:pt x="14433" y="431323"/>
                    <a:pt x="32182" y="488901"/>
                  </a:cubicBezTo>
                  <a:cubicBezTo>
                    <a:pt x="48513" y="541896"/>
                    <a:pt x="70178" y="593975"/>
                    <a:pt x="109924" y="633805"/>
                  </a:cubicBezTo>
                  <a:cubicBezTo>
                    <a:pt x="145922" y="669885"/>
                    <a:pt x="192167" y="691049"/>
                    <a:pt x="243162" y="693466"/>
                  </a:cubicBezTo>
                  <a:cubicBezTo>
                    <a:pt x="293908" y="695882"/>
                    <a:pt x="345737" y="672134"/>
                    <a:pt x="368234" y="624639"/>
                  </a:cubicBezTo>
                  <a:cubicBezTo>
                    <a:pt x="391483" y="575560"/>
                    <a:pt x="378650" y="513149"/>
                    <a:pt x="359152" y="465403"/>
                  </a:cubicBezTo>
                  <a:cubicBezTo>
                    <a:pt x="336904" y="410908"/>
                    <a:pt x="299908" y="364162"/>
                    <a:pt x="261661" y="319916"/>
                  </a:cubicBezTo>
                  <a:cubicBezTo>
                    <a:pt x="255078" y="312250"/>
                    <a:pt x="248495" y="304668"/>
                    <a:pt x="241913" y="296918"/>
                  </a:cubicBezTo>
                  <a:cubicBezTo>
                    <a:pt x="241913" y="296085"/>
                    <a:pt x="241580" y="295252"/>
                    <a:pt x="240913" y="294502"/>
                  </a:cubicBezTo>
                  <a:cubicBezTo>
                    <a:pt x="218165" y="269254"/>
                    <a:pt x="196167" y="241256"/>
                    <a:pt x="186084" y="208426"/>
                  </a:cubicBezTo>
                  <a:cubicBezTo>
                    <a:pt x="177501" y="180595"/>
                    <a:pt x="183001" y="144765"/>
                    <a:pt x="163336" y="121101"/>
                  </a:cubicBezTo>
                  <a:cubicBezTo>
                    <a:pt x="158254" y="115018"/>
                    <a:pt x="152004" y="111268"/>
                    <a:pt x="145171" y="109102"/>
                  </a:cubicBezTo>
                  <a:cubicBezTo>
                    <a:pt x="150671" y="96686"/>
                    <a:pt x="157670" y="84104"/>
                    <a:pt x="164503" y="72855"/>
                  </a:cubicBezTo>
                  <a:cubicBezTo>
                    <a:pt x="172502" y="59773"/>
                    <a:pt x="184085" y="49774"/>
                    <a:pt x="192918" y="37358"/>
                  </a:cubicBezTo>
                  <a:cubicBezTo>
                    <a:pt x="210082" y="13277"/>
                    <a:pt x="179918" y="9277"/>
                    <a:pt x="161337" y="5611"/>
                  </a:cubicBezTo>
                  <a:cubicBezTo>
                    <a:pt x="152171" y="3778"/>
                    <a:pt x="137672" y="-2722"/>
                    <a:pt x="128340" y="1278"/>
                  </a:cubicBezTo>
                  <a:cubicBezTo>
                    <a:pt x="120924" y="4445"/>
                    <a:pt x="117841" y="15693"/>
                    <a:pt x="115841" y="22860"/>
                  </a:cubicBezTo>
                  <a:cubicBezTo>
                    <a:pt x="107925" y="51107"/>
                    <a:pt x="101508" y="81688"/>
                    <a:pt x="100508" y="111185"/>
                  </a:cubicBezTo>
                  <a:cubicBezTo>
                    <a:pt x="76178" y="118267"/>
                    <a:pt x="53097" y="132183"/>
                    <a:pt x="38848" y="153514"/>
                  </a:cubicBezTo>
                  <a:cubicBezTo>
                    <a:pt x="23933" y="175679"/>
                    <a:pt x="15934" y="202093"/>
                    <a:pt x="10100" y="227841"/>
                  </a:cubicBezTo>
                  <a:cubicBezTo>
                    <a:pt x="3767" y="255755"/>
                    <a:pt x="-1232" y="283336"/>
                    <a:pt x="268" y="312250"/>
                  </a:cubicBezTo>
                  <a:lnTo>
                    <a:pt x="268" y="312250"/>
                  </a:lnTo>
                  <a:close/>
                  <a:moveTo>
                    <a:pt x="136922" y="107185"/>
                  </a:moveTo>
                  <a:cubicBezTo>
                    <a:pt x="129673" y="106269"/>
                    <a:pt x="122007" y="106685"/>
                    <a:pt x="114591" y="107935"/>
                  </a:cubicBezTo>
                  <a:cubicBezTo>
                    <a:pt x="115257" y="84771"/>
                    <a:pt x="118757" y="61773"/>
                    <a:pt x="123506" y="39108"/>
                  </a:cubicBezTo>
                  <a:cubicBezTo>
                    <a:pt x="125756" y="28359"/>
                    <a:pt x="126673" y="11777"/>
                    <a:pt x="140005" y="12027"/>
                  </a:cubicBezTo>
                  <a:cubicBezTo>
                    <a:pt x="150587" y="12277"/>
                    <a:pt x="163670" y="16360"/>
                    <a:pt x="174002" y="19277"/>
                  </a:cubicBezTo>
                  <a:cubicBezTo>
                    <a:pt x="179085" y="20693"/>
                    <a:pt x="184751" y="21276"/>
                    <a:pt x="185335" y="27442"/>
                  </a:cubicBezTo>
                  <a:cubicBezTo>
                    <a:pt x="185752" y="31859"/>
                    <a:pt x="174752" y="40858"/>
                    <a:pt x="171669" y="44274"/>
                  </a:cubicBezTo>
                  <a:cubicBezTo>
                    <a:pt x="165920" y="50774"/>
                    <a:pt x="160337" y="57356"/>
                    <a:pt x="155587" y="64689"/>
                  </a:cubicBezTo>
                  <a:cubicBezTo>
                    <a:pt x="148172" y="76105"/>
                    <a:pt x="138422" y="92187"/>
                    <a:pt x="136922" y="107185"/>
                  </a:cubicBezTo>
                  <a:lnTo>
                    <a:pt x="136922" y="107185"/>
                  </a:lnTo>
                  <a:close/>
                  <a:moveTo>
                    <a:pt x="190334" y="247506"/>
                  </a:moveTo>
                  <a:cubicBezTo>
                    <a:pt x="174253" y="232674"/>
                    <a:pt x="157504" y="217342"/>
                    <a:pt x="146088" y="199260"/>
                  </a:cubicBezTo>
                  <a:cubicBezTo>
                    <a:pt x="145254" y="196677"/>
                    <a:pt x="144089" y="194344"/>
                    <a:pt x="142006" y="192678"/>
                  </a:cubicBezTo>
                  <a:cubicBezTo>
                    <a:pt x="137339" y="188844"/>
                    <a:pt x="130756" y="193594"/>
                    <a:pt x="133590" y="199177"/>
                  </a:cubicBezTo>
                  <a:cubicBezTo>
                    <a:pt x="134589" y="201177"/>
                    <a:pt x="135673" y="203010"/>
                    <a:pt x="136838" y="204843"/>
                  </a:cubicBezTo>
                  <a:cubicBezTo>
                    <a:pt x="138339" y="210676"/>
                    <a:pt x="137672" y="219425"/>
                    <a:pt x="138172" y="223508"/>
                  </a:cubicBezTo>
                  <a:cubicBezTo>
                    <a:pt x="138922" y="229674"/>
                    <a:pt x="140088" y="235840"/>
                    <a:pt x="140589" y="242090"/>
                  </a:cubicBezTo>
                  <a:cubicBezTo>
                    <a:pt x="141005" y="247256"/>
                    <a:pt x="141922" y="259005"/>
                    <a:pt x="135423" y="257588"/>
                  </a:cubicBezTo>
                  <a:cubicBezTo>
                    <a:pt x="132506" y="256922"/>
                    <a:pt x="128589" y="250506"/>
                    <a:pt x="126840" y="248256"/>
                  </a:cubicBezTo>
                  <a:cubicBezTo>
                    <a:pt x="112842" y="229924"/>
                    <a:pt x="106008" y="207843"/>
                    <a:pt x="93593" y="188844"/>
                  </a:cubicBezTo>
                  <a:cubicBezTo>
                    <a:pt x="90009" y="183428"/>
                    <a:pt x="82594" y="187095"/>
                    <a:pt x="83594" y="193094"/>
                  </a:cubicBezTo>
                  <a:cubicBezTo>
                    <a:pt x="85177" y="203260"/>
                    <a:pt x="86427" y="215175"/>
                    <a:pt x="86510" y="225425"/>
                  </a:cubicBezTo>
                  <a:cubicBezTo>
                    <a:pt x="86594" y="230507"/>
                    <a:pt x="85761" y="249756"/>
                    <a:pt x="80011" y="238090"/>
                  </a:cubicBezTo>
                  <a:cubicBezTo>
                    <a:pt x="72595" y="223092"/>
                    <a:pt x="74095" y="204177"/>
                    <a:pt x="65345" y="189511"/>
                  </a:cubicBezTo>
                  <a:cubicBezTo>
                    <a:pt x="63262" y="186095"/>
                    <a:pt x="57513" y="186511"/>
                    <a:pt x="56597" y="190678"/>
                  </a:cubicBezTo>
                  <a:cubicBezTo>
                    <a:pt x="52680" y="207343"/>
                    <a:pt x="46514" y="235257"/>
                    <a:pt x="25432" y="227008"/>
                  </a:cubicBezTo>
                  <a:cubicBezTo>
                    <a:pt x="25932" y="225008"/>
                    <a:pt x="26432" y="223008"/>
                    <a:pt x="26932" y="221008"/>
                  </a:cubicBezTo>
                  <a:cubicBezTo>
                    <a:pt x="33348" y="196261"/>
                    <a:pt x="42514" y="168430"/>
                    <a:pt x="60845" y="149765"/>
                  </a:cubicBezTo>
                  <a:cubicBezTo>
                    <a:pt x="72261" y="138099"/>
                    <a:pt x="89427" y="128350"/>
                    <a:pt x="106841" y="123517"/>
                  </a:cubicBezTo>
                  <a:cubicBezTo>
                    <a:pt x="108508" y="123600"/>
                    <a:pt x="110258" y="123267"/>
                    <a:pt x="111675" y="122351"/>
                  </a:cubicBezTo>
                  <a:cubicBezTo>
                    <a:pt x="117674" y="121017"/>
                    <a:pt x="123673" y="120351"/>
                    <a:pt x="129340" y="120351"/>
                  </a:cubicBezTo>
                  <a:cubicBezTo>
                    <a:pt x="163420" y="120684"/>
                    <a:pt x="164253" y="158014"/>
                    <a:pt x="167920" y="183262"/>
                  </a:cubicBezTo>
                  <a:cubicBezTo>
                    <a:pt x="169669" y="195511"/>
                    <a:pt x="172919" y="206926"/>
                    <a:pt x="177169" y="217842"/>
                  </a:cubicBezTo>
                  <a:cubicBezTo>
                    <a:pt x="179002" y="224341"/>
                    <a:pt x="181419" y="230841"/>
                    <a:pt x="184668" y="237257"/>
                  </a:cubicBezTo>
                  <a:cubicBezTo>
                    <a:pt x="186418" y="240757"/>
                    <a:pt x="188334" y="244173"/>
                    <a:pt x="190334" y="247506"/>
                  </a:cubicBezTo>
                  <a:lnTo>
                    <a:pt x="190334" y="247506"/>
                  </a:lnTo>
                  <a:close/>
                  <a:moveTo>
                    <a:pt x="14016" y="298335"/>
                  </a:moveTo>
                  <a:cubicBezTo>
                    <a:pt x="14016" y="278837"/>
                    <a:pt x="17600" y="259088"/>
                    <a:pt x="22100" y="239923"/>
                  </a:cubicBezTo>
                  <a:cubicBezTo>
                    <a:pt x="31098" y="243173"/>
                    <a:pt x="39681" y="244173"/>
                    <a:pt x="48014" y="236424"/>
                  </a:cubicBezTo>
                  <a:cubicBezTo>
                    <a:pt x="54763" y="230174"/>
                    <a:pt x="58096" y="222008"/>
                    <a:pt x="60513" y="213426"/>
                  </a:cubicBezTo>
                  <a:cubicBezTo>
                    <a:pt x="63763" y="233341"/>
                    <a:pt x="68845" y="258838"/>
                    <a:pt x="84511" y="256005"/>
                  </a:cubicBezTo>
                  <a:cubicBezTo>
                    <a:pt x="96010" y="253922"/>
                    <a:pt x="98509" y="239590"/>
                    <a:pt x="98093" y="224675"/>
                  </a:cubicBezTo>
                  <a:cubicBezTo>
                    <a:pt x="102092" y="233174"/>
                    <a:pt x="106509" y="241590"/>
                    <a:pt x="112174" y="249506"/>
                  </a:cubicBezTo>
                  <a:cubicBezTo>
                    <a:pt x="117674" y="257255"/>
                    <a:pt x="126007" y="270254"/>
                    <a:pt x="136589" y="271420"/>
                  </a:cubicBezTo>
                  <a:cubicBezTo>
                    <a:pt x="150671" y="273004"/>
                    <a:pt x="152837" y="254339"/>
                    <a:pt x="152255" y="244339"/>
                  </a:cubicBezTo>
                  <a:cubicBezTo>
                    <a:pt x="151837" y="236257"/>
                    <a:pt x="150338" y="228174"/>
                    <a:pt x="149005" y="220175"/>
                  </a:cubicBezTo>
                  <a:cubicBezTo>
                    <a:pt x="154421" y="225925"/>
                    <a:pt x="160170" y="231424"/>
                    <a:pt x="165503" y="237257"/>
                  </a:cubicBezTo>
                  <a:cubicBezTo>
                    <a:pt x="174835" y="247422"/>
                    <a:pt x="186001" y="258172"/>
                    <a:pt x="199416" y="262421"/>
                  </a:cubicBezTo>
                  <a:cubicBezTo>
                    <a:pt x="208583" y="276170"/>
                    <a:pt x="218748" y="289252"/>
                    <a:pt x="228914" y="302084"/>
                  </a:cubicBezTo>
                  <a:cubicBezTo>
                    <a:pt x="266911" y="349747"/>
                    <a:pt x="309324" y="395743"/>
                    <a:pt x="336154" y="451154"/>
                  </a:cubicBezTo>
                  <a:cubicBezTo>
                    <a:pt x="359319" y="499150"/>
                    <a:pt x="373901" y="557145"/>
                    <a:pt x="357735" y="609640"/>
                  </a:cubicBezTo>
                  <a:cubicBezTo>
                    <a:pt x="349736" y="635554"/>
                    <a:pt x="328655" y="656386"/>
                    <a:pt x="304573" y="667385"/>
                  </a:cubicBezTo>
                  <a:cubicBezTo>
                    <a:pt x="278243" y="679467"/>
                    <a:pt x="252578" y="681634"/>
                    <a:pt x="223915" y="677801"/>
                  </a:cubicBezTo>
                  <a:cubicBezTo>
                    <a:pt x="177002" y="671468"/>
                    <a:pt x="135089" y="644553"/>
                    <a:pt x="105425" y="608307"/>
                  </a:cubicBezTo>
                  <a:cubicBezTo>
                    <a:pt x="70012" y="564894"/>
                    <a:pt x="51846" y="511232"/>
                    <a:pt x="37515" y="457737"/>
                  </a:cubicBezTo>
                  <a:cubicBezTo>
                    <a:pt x="23849" y="405825"/>
                    <a:pt x="14183" y="352080"/>
                    <a:pt x="14016" y="298335"/>
                  </a:cubicBezTo>
                  <a:lnTo>
                    <a:pt x="14016" y="298335"/>
                  </a:lnTo>
                  <a:close/>
                </a:path>
              </a:pathLst>
            </a:custGeom>
            <a:grpFill/>
            <a:ln w="8332" cap="flat">
              <a:noFill/>
              <a:prstDash val="solid"/>
              <a:miter/>
            </a:ln>
          </p:spPr>
          <p:txBody>
            <a:bodyPr rtlCol="0" anchor="ctr"/>
            <a:lstStyle/>
            <a:p>
              <a:endParaRPr lang="en-US"/>
            </a:p>
          </p:txBody>
        </p:sp>
        <p:sp>
          <p:nvSpPr>
            <p:cNvPr id="1890" name="Freeform: Shape 1889"/>
            <p:cNvSpPr/>
            <p:nvPr/>
          </p:nvSpPr>
          <p:spPr>
            <a:xfrm>
              <a:off x="10787205" y="2328281"/>
              <a:ext cx="479265" cy="778689"/>
            </a:xfrm>
            <a:custGeom>
              <a:avLst/>
              <a:gdLst>
                <a:gd name="connsiteX0" fmla="*/ 92420 w 479265"/>
                <a:gd name="connsiteY0" fmla="*/ 733120 h 778689"/>
                <a:gd name="connsiteX1" fmla="*/ 119501 w 479265"/>
                <a:gd name="connsiteY1" fmla="*/ 693207 h 778689"/>
                <a:gd name="connsiteX2" fmla="*/ 145998 w 479265"/>
                <a:gd name="connsiteY2" fmla="*/ 670459 h 778689"/>
                <a:gd name="connsiteX3" fmla="*/ 165829 w 479265"/>
                <a:gd name="connsiteY3" fmla="*/ 633129 h 778689"/>
                <a:gd name="connsiteX4" fmla="*/ 224241 w 479265"/>
                <a:gd name="connsiteY4" fmla="*/ 571967 h 778689"/>
                <a:gd name="connsiteX5" fmla="*/ 241239 w 479265"/>
                <a:gd name="connsiteY5" fmla="*/ 543137 h 778689"/>
                <a:gd name="connsiteX6" fmla="*/ 257571 w 479265"/>
                <a:gd name="connsiteY6" fmla="*/ 502974 h 778689"/>
                <a:gd name="connsiteX7" fmla="*/ 325815 w 479265"/>
                <a:gd name="connsiteY7" fmla="*/ 440063 h 778689"/>
                <a:gd name="connsiteX8" fmla="*/ 359062 w 479265"/>
                <a:gd name="connsiteY8" fmla="*/ 375319 h 778689"/>
                <a:gd name="connsiteX9" fmla="*/ 346979 w 479265"/>
                <a:gd name="connsiteY9" fmla="*/ 301159 h 778689"/>
                <a:gd name="connsiteX10" fmla="*/ 340314 w 479265"/>
                <a:gd name="connsiteY10" fmla="*/ 287827 h 778689"/>
                <a:gd name="connsiteX11" fmla="*/ 367395 w 479265"/>
                <a:gd name="connsiteY11" fmla="*/ 259329 h 778689"/>
                <a:gd name="connsiteX12" fmla="*/ 399725 w 479265"/>
                <a:gd name="connsiteY12" fmla="*/ 219416 h 778689"/>
                <a:gd name="connsiteX13" fmla="*/ 413890 w 479265"/>
                <a:gd name="connsiteY13" fmla="*/ 195501 h 778689"/>
                <a:gd name="connsiteX14" fmla="*/ 420307 w 479265"/>
                <a:gd name="connsiteY14" fmla="*/ 183586 h 778689"/>
                <a:gd name="connsiteX15" fmla="*/ 412057 w 479265"/>
                <a:gd name="connsiteY15" fmla="*/ 169837 h 778689"/>
                <a:gd name="connsiteX16" fmla="*/ 420473 w 479265"/>
                <a:gd name="connsiteY16" fmla="*/ 161005 h 778689"/>
                <a:gd name="connsiteX17" fmla="*/ 467718 w 479265"/>
                <a:gd name="connsiteY17" fmla="*/ 100843 h 778689"/>
                <a:gd name="connsiteX18" fmla="*/ 474802 w 479265"/>
                <a:gd name="connsiteY18" fmla="*/ 54681 h 778689"/>
                <a:gd name="connsiteX19" fmla="*/ 426890 w 479265"/>
                <a:gd name="connsiteY19" fmla="*/ 50515 h 778689"/>
                <a:gd name="connsiteX20" fmla="*/ 385976 w 479265"/>
                <a:gd name="connsiteY20" fmla="*/ 108176 h 778689"/>
                <a:gd name="connsiteX21" fmla="*/ 354729 w 479265"/>
                <a:gd name="connsiteY21" fmla="*/ 157005 h 778689"/>
                <a:gd name="connsiteX22" fmla="*/ 376143 w 479265"/>
                <a:gd name="connsiteY22" fmla="*/ 110592 h 778689"/>
                <a:gd name="connsiteX23" fmla="*/ 401391 w 479265"/>
                <a:gd name="connsiteY23" fmla="*/ 36183 h 778689"/>
                <a:gd name="connsiteX24" fmla="*/ 383893 w 479265"/>
                <a:gd name="connsiteY24" fmla="*/ 186 h 778689"/>
                <a:gd name="connsiteX25" fmla="*/ 348146 w 479265"/>
                <a:gd name="connsiteY25" fmla="*/ 31933 h 778689"/>
                <a:gd name="connsiteX26" fmla="*/ 335814 w 479265"/>
                <a:gd name="connsiteY26" fmla="*/ 96094 h 778689"/>
                <a:gd name="connsiteX27" fmla="*/ 307150 w 479265"/>
                <a:gd name="connsiteY27" fmla="*/ 98177 h 778689"/>
                <a:gd name="connsiteX28" fmla="*/ 286985 w 479265"/>
                <a:gd name="connsiteY28" fmla="*/ 141090 h 778689"/>
                <a:gd name="connsiteX29" fmla="*/ 271320 w 479265"/>
                <a:gd name="connsiteY29" fmla="*/ 190252 h 778689"/>
                <a:gd name="connsiteX30" fmla="*/ 262238 w 479265"/>
                <a:gd name="connsiteY30" fmla="*/ 233581 h 778689"/>
                <a:gd name="connsiteX31" fmla="*/ 192077 w 479265"/>
                <a:gd name="connsiteY31" fmla="*/ 252330 h 778689"/>
                <a:gd name="connsiteX32" fmla="*/ 150664 w 479265"/>
                <a:gd name="connsiteY32" fmla="*/ 306325 h 778689"/>
                <a:gd name="connsiteX33" fmla="*/ 138332 w 479265"/>
                <a:gd name="connsiteY33" fmla="*/ 343488 h 778689"/>
                <a:gd name="connsiteX34" fmla="*/ 110168 w 479265"/>
                <a:gd name="connsiteY34" fmla="*/ 380568 h 778689"/>
                <a:gd name="connsiteX35" fmla="*/ 71421 w 479265"/>
                <a:gd name="connsiteY35" fmla="*/ 437230 h 778689"/>
                <a:gd name="connsiteX36" fmla="*/ 55923 w 479265"/>
                <a:gd name="connsiteY36" fmla="*/ 513473 h 778689"/>
                <a:gd name="connsiteX37" fmla="*/ 29675 w 479265"/>
                <a:gd name="connsiteY37" fmla="*/ 574301 h 778689"/>
                <a:gd name="connsiteX38" fmla="*/ 19009 w 479265"/>
                <a:gd name="connsiteY38" fmla="*/ 654877 h 778689"/>
                <a:gd name="connsiteX39" fmla="*/ 11 w 479265"/>
                <a:gd name="connsiteY39" fmla="*/ 725704 h 778689"/>
                <a:gd name="connsiteX40" fmla="*/ 21925 w 479265"/>
                <a:gd name="connsiteY40" fmla="*/ 775616 h 778689"/>
                <a:gd name="connsiteX41" fmla="*/ 70088 w 479265"/>
                <a:gd name="connsiteY41" fmla="*/ 759617 h 778689"/>
                <a:gd name="connsiteX42" fmla="*/ 92420 w 479265"/>
                <a:gd name="connsiteY42" fmla="*/ 733120 h 778689"/>
                <a:gd name="connsiteX43" fmla="*/ 92420 w 479265"/>
                <a:gd name="connsiteY43" fmla="*/ 733120 h 778689"/>
                <a:gd name="connsiteX44" fmla="*/ 409307 w 479265"/>
                <a:gd name="connsiteY44" fmla="*/ 186586 h 778689"/>
                <a:gd name="connsiteX45" fmla="*/ 399558 w 479265"/>
                <a:gd name="connsiteY45" fmla="*/ 200335 h 778689"/>
                <a:gd name="connsiteX46" fmla="*/ 377477 w 479265"/>
                <a:gd name="connsiteY46" fmla="*/ 232665 h 778689"/>
                <a:gd name="connsiteX47" fmla="*/ 352062 w 479265"/>
                <a:gd name="connsiteY47" fmla="*/ 257996 h 778689"/>
                <a:gd name="connsiteX48" fmla="*/ 333065 w 479265"/>
                <a:gd name="connsiteY48" fmla="*/ 275828 h 778689"/>
                <a:gd name="connsiteX49" fmla="*/ 326648 w 479265"/>
                <a:gd name="connsiteY49" fmla="*/ 267245 h 778689"/>
                <a:gd name="connsiteX50" fmla="*/ 338814 w 479265"/>
                <a:gd name="connsiteY50" fmla="*/ 254080 h 778689"/>
                <a:gd name="connsiteX51" fmla="*/ 363478 w 479265"/>
                <a:gd name="connsiteY51" fmla="*/ 223332 h 778689"/>
                <a:gd name="connsiteX52" fmla="*/ 407891 w 479265"/>
                <a:gd name="connsiteY52" fmla="*/ 174587 h 778689"/>
                <a:gd name="connsiteX53" fmla="*/ 409307 w 479265"/>
                <a:gd name="connsiteY53" fmla="*/ 186586 h 778689"/>
                <a:gd name="connsiteX54" fmla="*/ 409307 w 479265"/>
                <a:gd name="connsiteY54" fmla="*/ 186586 h 778689"/>
                <a:gd name="connsiteX55" fmla="*/ 408557 w 479265"/>
                <a:gd name="connsiteY55" fmla="*/ 94594 h 778689"/>
                <a:gd name="connsiteX56" fmla="*/ 425890 w 479265"/>
                <a:gd name="connsiteY56" fmla="*/ 65513 h 778689"/>
                <a:gd name="connsiteX57" fmla="*/ 465303 w 479265"/>
                <a:gd name="connsiteY57" fmla="*/ 62430 h 778689"/>
                <a:gd name="connsiteX58" fmla="*/ 442888 w 479265"/>
                <a:gd name="connsiteY58" fmla="*/ 122425 h 778689"/>
                <a:gd name="connsiteX59" fmla="*/ 397642 w 479265"/>
                <a:gd name="connsiteY59" fmla="*/ 170671 h 778689"/>
                <a:gd name="connsiteX60" fmla="*/ 352146 w 479265"/>
                <a:gd name="connsiteY60" fmla="*/ 219083 h 778689"/>
                <a:gd name="connsiteX61" fmla="*/ 319732 w 479265"/>
                <a:gd name="connsiteY61" fmla="*/ 260079 h 778689"/>
                <a:gd name="connsiteX62" fmla="*/ 311649 w 479265"/>
                <a:gd name="connsiteY62" fmla="*/ 253496 h 778689"/>
                <a:gd name="connsiteX63" fmla="*/ 314566 w 479265"/>
                <a:gd name="connsiteY63" fmla="*/ 247497 h 778689"/>
                <a:gd name="connsiteX64" fmla="*/ 325065 w 479265"/>
                <a:gd name="connsiteY64" fmla="*/ 231248 h 778689"/>
                <a:gd name="connsiteX65" fmla="*/ 340397 w 479265"/>
                <a:gd name="connsiteY65" fmla="*/ 204501 h 778689"/>
                <a:gd name="connsiteX66" fmla="*/ 373311 w 479265"/>
                <a:gd name="connsiteY66" fmla="*/ 151505 h 778689"/>
                <a:gd name="connsiteX67" fmla="*/ 408557 w 479265"/>
                <a:gd name="connsiteY67" fmla="*/ 94594 h 778689"/>
                <a:gd name="connsiteX68" fmla="*/ 408557 w 479265"/>
                <a:gd name="connsiteY68" fmla="*/ 94594 h 778689"/>
                <a:gd name="connsiteX69" fmla="*/ 357228 w 479265"/>
                <a:gd name="connsiteY69" fmla="*/ 53848 h 778689"/>
                <a:gd name="connsiteX70" fmla="*/ 365312 w 479265"/>
                <a:gd name="connsiteY70" fmla="*/ 21017 h 778689"/>
                <a:gd name="connsiteX71" fmla="*/ 390059 w 479265"/>
                <a:gd name="connsiteY71" fmla="*/ 15851 h 778689"/>
                <a:gd name="connsiteX72" fmla="*/ 391642 w 479265"/>
                <a:gd name="connsiteY72" fmla="*/ 39599 h 778689"/>
                <a:gd name="connsiteX73" fmla="*/ 383309 w 479265"/>
                <a:gd name="connsiteY73" fmla="*/ 72096 h 778689"/>
                <a:gd name="connsiteX74" fmla="*/ 354646 w 479265"/>
                <a:gd name="connsiteY74" fmla="*/ 138090 h 778689"/>
                <a:gd name="connsiteX75" fmla="*/ 324899 w 479265"/>
                <a:gd name="connsiteY75" fmla="*/ 200085 h 778689"/>
                <a:gd name="connsiteX76" fmla="*/ 301734 w 479265"/>
                <a:gd name="connsiteY76" fmla="*/ 247497 h 778689"/>
                <a:gd name="connsiteX77" fmla="*/ 296817 w 479265"/>
                <a:gd name="connsiteY77" fmla="*/ 245247 h 778689"/>
                <a:gd name="connsiteX78" fmla="*/ 294568 w 479265"/>
                <a:gd name="connsiteY78" fmla="*/ 244414 h 778689"/>
                <a:gd name="connsiteX79" fmla="*/ 335231 w 479265"/>
                <a:gd name="connsiteY79" fmla="*/ 144590 h 778689"/>
                <a:gd name="connsiteX80" fmla="*/ 351396 w 479265"/>
                <a:gd name="connsiteY80" fmla="*/ 82928 h 778689"/>
                <a:gd name="connsiteX81" fmla="*/ 357228 w 479265"/>
                <a:gd name="connsiteY81" fmla="*/ 53848 h 778689"/>
                <a:gd name="connsiteX82" fmla="*/ 357228 w 479265"/>
                <a:gd name="connsiteY82" fmla="*/ 53848 h 778689"/>
                <a:gd name="connsiteX83" fmla="*/ 289985 w 479265"/>
                <a:gd name="connsiteY83" fmla="*/ 165921 h 778689"/>
                <a:gd name="connsiteX84" fmla="*/ 302484 w 479265"/>
                <a:gd name="connsiteY84" fmla="*/ 131841 h 778689"/>
                <a:gd name="connsiteX85" fmla="*/ 319483 w 479265"/>
                <a:gd name="connsiteY85" fmla="*/ 103760 h 778689"/>
                <a:gd name="connsiteX86" fmla="*/ 334397 w 479265"/>
                <a:gd name="connsiteY86" fmla="*/ 102177 h 778689"/>
                <a:gd name="connsiteX87" fmla="*/ 333814 w 479265"/>
                <a:gd name="connsiteY87" fmla="*/ 104510 h 778689"/>
                <a:gd name="connsiteX88" fmla="*/ 315233 w 479265"/>
                <a:gd name="connsiteY88" fmla="*/ 176587 h 778689"/>
                <a:gd name="connsiteX89" fmla="*/ 299651 w 479265"/>
                <a:gd name="connsiteY89" fmla="*/ 218833 h 778689"/>
                <a:gd name="connsiteX90" fmla="*/ 287818 w 479265"/>
                <a:gd name="connsiteY90" fmla="*/ 240831 h 778689"/>
                <a:gd name="connsiteX91" fmla="*/ 276236 w 479265"/>
                <a:gd name="connsiteY91" fmla="*/ 236165 h 778689"/>
                <a:gd name="connsiteX92" fmla="*/ 275986 w 479265"/>
                <a:gd name="connsiteY92" fmla="*/ 235331 h 778689"/>
                <a:gd name="connsiteX93" fmla="*/ 289985 w 479265"/>
                <a:gd name="connsiteY93" fmla="*/ 165921 h 778689"/>
                <a:gd name="connsiteX94" fmla="*/ 289985 w 479265"/>
                <a:gd name="connsiteY94" fmla="*/ 165921 h 778689"/>
                <a:gd name="connsiteX95" fmla="*/ 34424 w 479265"/>
                <a:gd name="connsiteY95" fmla="*/ 762867 h 778689"/>
                <a:gd name="connsiteX96" fmla="*/ 16510 w 479265"/>
                <a:gd name="connsiteY96" fmla="*/ 728287 h 778689"/>
                <a:gd name="connsiteX97" fmla="*/ 31258 w 479265"/>
                <a:gd name="connsiteY97" fmla="*/ 671542 h 778689"/>
                <a:gd name="connsiteX98" fmla="*/ 81587 w 479265"/>
                <a:gd name="connsiteY98" fmla="*/ 703872 h 778689"/>
                <a:gd name="connsiteX99" fmla="*/ 82670 w 479265"/>
                <a:gd name="connsiteY99" fmla="*/ 695873 h 778689"/>
                <a:gd name="connsiteX100" fmla="*/ 57339 w 479265"/>
                <a:gd name="connsiteY100" fmla="*/ 686207 h 778689"/>
                <a:gd name="connsiteX101" fmla="*/ 32508 w 479265"/>
                <a:gd name="connsiteY101" fmla="*/ 667959 h 778689"/>
                <a:gd name="connsiteX102" fmla="*/ 33008 w 479265"/>
                <a:gd name="connsiteY102" fmla="*/ 666709 h 778689"/>
                <a:gd name="connsiteX103" fmla="*/ 44923 w 479265"/>
                <a:gd name="connsiteY103" fmla="*/ 607131 h 778689"/>
                <a:gd name="connsiteX104" fmla="*/ 46507 w 479265"/>
                <a:gd name="connsiteY104" fmla="*/ 575551 h 778689"/>
                <a:gd name="connsiteX105" fmla="*/ 59173 w 479265"/>
                <a:gd name="connsiteY105" fmla="*/ 542970 h 778689"/>
                <a:gd name="connsiteX106" fmla="*/ 62672 w 479265"/>
                <a:gd name="connsiteY106" fmla="*/ 536387 h 778689"/>
                <a:gd name="connsiteX107" fmla="*/ 132332 w 479265"/>
                <a:gd name="connsiteY107" fmla="*/ 585050 h 778689"/>
                <a:gd name="connsiteX108" fmla="*/ 132916 w 479265"/>
                <a:gd name="connsiteY108" fmla="*/ 582967 h 778689"/>
                <a:gd name="connsiteX109" fmla="*/ 88920 w 479265"/>
                <a:gd name="connsiteY109" fmla="*/ 551469 h 778689"/>
                <a:gd name="connsiteX110" fmla="*/ 76588 w 479265"/>
                <a:gd name="connsiteY110" fmla="*/ 536804 h 778689"/>
                <a:gd name="connsiteX111" fmla="*/ 67172 w 479265"/>
                <a:gd name="connsiteY111" fmla="*/ 527555 h 778689"/>
                <a:gd name="connsiteX112" fmla="*/ 79921 w 479265"/>
                <a:gd name="connsiteY112" fmla="*/ 490392 h 778689"/>
                <a:gd name="connsiteX113" fmla="*/ 88920 w 479265"/>
                <a:gd name="connsiteY113" fmla="*/ 428564 h 778689"/>
                <a:gd name="connsiteX114" fmla="*/ 105752 w 479265"/>
                <a:gd name="connsiteY114" fmla="*/ 403649 h 778689"/>
                <a:gd name="connsiteX115" fmla="*/ 108835 w 479265"/>
                <a:gd name="connsiteY115" fmla="*/ 424564 h 778689"/>
                <a:gd name="connsiteX116" fmla="*/ 132415 w 479265"/>
                <a:gd name="connsiteY116" fmla="*/ 458728 h 778689"/>
                <a:gd name="connsiteX117" fmla="*/ 206242 w 479265"/>
                <a:gd name="connsiteY117" fmla="*/ 489308 h 778689"/>
                <a:gd name="connsiteX118" fmla="*/ 207159 w 479265"/>
                <a:gd name="connsiteY118" fmla="*/ 482559 h 778689"/>
                <a:gd name="connsiteX119" fmla="*/ 137748 w 479265"/>
                <a:gd name="connsiteY119" fmla="*/ 445896 h 778689"/>
                <a:gd name="connsiteX120" fmla="*/ 117584 w 479265"/>
                <a:gd name="connsiteY120" fmla="*/ 417232 h 778689"/>
                <a:gd name="connsiteX121" fmla="*/ 111584 w 479265"/>
                <a:gd name="connsiteY121" fmla="*/ 398233 h 778689"/>
                <a:gd name="connsiteX122" fmla="*/ 140998 w 479265"/>
                <a:gd name="connsiteY122" fmla="*/ 369819 h 778689"/>
                <a:gd name="connsiteX123" fmla="*/ 161746 w 479265"/>
                <a:gd name="connsiteY123" fmla="*/ 316407 h 778689"/>
                <a:gd name="connsiteX124" fmla="*/ 163663 w 479265"/>
                <a:gd name="connsiteY124" fmla="*/ 325573 h 778689"/>
                <a:gd name="connsiteX125" fmla="*/ 183744 w 479265"/>
                <a:gd name="connsiteY125" fmla="*/ 360653 h 778689"/>
                <a:gd name="connsiteX126" fmla="*/ 260571 w 479265"/>
                <a:gd name="connsiteY126" fmla="*/ 394484 h 778689"/>
                <a:gd name="connsiteX127" fmla="*/ 261487 w 479265"/>
                <a:gd name="connsiteY127" fmla="*/ 387401 h 778689"/>
                <a:gd name="connsiteX128" fmla="*/ 190494 w 479265"/>
                <a:gd name="connsiteY128" fmla="*/ 350488 h 778689"/>
                <a:gd name="connsiteX129" fmla="*/ 171663 w 479265"/>
                <a:gd name="connsiteY129" fmla="*/ 314991 h 778689"/>
                <a:gd name="connsiteX130" fmla="*/ 168912 w 479265"/>
                <a:gd name="connsiteY130" fmla="*/ 297659 h 778689"/>
                <a:gd name="connsiteX131" fmla="*/ 188827 w 479265"/>
                <a:gd name="connsiteY131" fmla="*/ 270828 h 778689"/>
                <a:gd name="connsiteX132" fmla="*/ 227741 w 479265"/>
                <a:gd name="connsiteY132" fmla="*/ 250080 h 778689"/>
                <a:gd name="connsiteX133" fmla="*/ 239739 w 479265"/>
                <a:gd name="connsiteY133" fmla="*/ 246414 h 778689"/>
                <a:gd name="connsiteX134" fmla="*/ 287152 w 479265"/>
                <a:gd name="connsiteY134" fmla="*/ 256663 h 778689"/>
                <a:gd name="connsiteX135" fmla="*/ 331314 w 479265"/>
                <a:gd name="connsiteY135" fmla="*/ 304075 h 778689"/>
                <a:gd name="connsiteX136" fmla="*/ 344896 w 479265"/>
                <a:gd name="connsiteY136" fmla="*/ 365903 h 778689"/>
                <a:gd name="connsiteX137" fmla="*/ 327815 w 479265"/>
                <a:gd name="connsiteY137" fmla="*/ 365236 h 778689"/>
                <a:gd name="connsiteX138" fmla="*/ 286818 w 479265"/>
                <a:gd name="connsiteY138" fmla="*/ 356071 h 778689"/>
                <a:gd name="connsiteX139" fmla="*/ 231824 w 479265"/>
                <a:gd name="connsiteY139" fmla="*/ 300575 h 778689"/>
                <a:gd name="connsiteX140" fmla="*/ 231240 w 479265"/>
                <a:gd name="connsiteY140" fmla="*/ 300825 h 778689"/>
                <a:gd name="connsiteX141" fmla="*/ 279486 w 479265"/>
                <a:gd name="connsiteY141" fmla="*/ 366736 h 778689"/>
                <a:gd name="connsiteX142" fmla="*/ 342980 w 479265"/>
                <a:gd name="connsiteY142" fmla="*/ 380901 h 778689"/>
                <a:gd name="connsiteX143" fmla="*/ 313899 w 479265"/>
                <a:gd name="connsiteY143" fmla="*/ 431980 h 778689"/>
                <a:gd name="connsiteX144" fmla="*/ 289235 w 479265"/>
                <a:gd name="connsiteY144" fmla="*/ 455145 h 778689"/>
                <a:gd name="connsiteX145" fmla="*/ 287568 w 479265"/>
                <a:gd name="connsiteY145" fmla="*/ 453145 h 778689"/>
                <a:gd name="connsiteX146" fmla="*/ 247405 w 479265"/>
                <a:gd name="connsiteY146" fmla="*/ 441479 h 778689"/>
                <a:gd name="connsiteX147" fmla="*/ 196410 w 479265"/>
                <a:gd name="connsiteY147" fmla="*/ 411399 h 778689"/>
                <a:gd name="connsiteX148" fmla="*/ 195577 w 479265"/>
                <a:gd name="connsiteY148" fmla="*/ 412232 h 778689"/>
                <a:gd name="connsiteX149" fmla="*/ 280070 w 479265"/>
                <a:gd name="connsiteY149" fmla="*/ 462561 h 778689"/>
                <a:gd name="connsiteX150" fmla="*/ 259320 w 479265"/>
                <a:gd name="connsiteY150" fmla="*/ 479893 h 778689"/>
                <a:gd name="connsiteX151" fmla="*/ 228907 w 479265"/>
                <a:gd name="connsiteY151" fmla="*/ 531805 h 778689"/>
                <a:gd name="connsiteX152" fmla="*/ 213825 w 479265"/>
                <a:gd name="connsiteY152" fmla="*/ 531805 h 778689"/>
                <a:gd name="connsiteX153" fmla="*/ 188328 w 479265"/>
                <a:gd name="connsiteY153" fmla="*/ 529305 h 778689"/>
                <a:gd name="connsiteX154" fmla="*/ 149331 w 479265"/>
                <a:gd name="connsiteY154" fmla="*/ 514973 h 778689"/>
                <a:gd name="connsiteX155" fmla="*/ 115750 w 479265"/>
                <a:gd name="connsiteY155" fmla="*/ 481809 h 778689"/>
                <a:gd name="connsiteX156" fmla="*/ 114168 w 479265"/>
                <a:gd name="connsiteY156" fmla="*/ 482976 h 778689"/>
                <a:gd name="connsiteX157" fmla="*/ 146581 w 479265"/>
                <a:gd name="connsiteY157" fmla="*/ 526555 h 778689"/>
                <a:gd name="connsiteX158" fmla="*/ 186494 w 479265"/>
                <a:gd name="connsiteY158" fmla="*/ 543220 h 778689"/>
                <a:gd name="connsiteX159" fmla="*/ 221575 w 479265"/>
                <a:gd name="connsiteY159" fmla="*/ 546470 h 778689"/>
                <a:gd name="connsiteX160" fmla="*/ 185661 w 479265"/>
                <a:gd name="connsiteY160" fmla="*/ 587883 h 778689"/>
                <a:gd name="connsiteX161" fmla="*/ 147081 w 479265"/>
                <a:gd name="connsiteY161" fmla="*/ 637212 h 778689"/>
                <a:gd name="connsiteX162" fmla="*/ 138498 w 479265"/>
                <a:gd name="connsiteY162" fmla="*/ 654960 h 778689"/>
                <a:gd name="connsiteX163" fmla="*/ 136498 w 479265"/>
                <a:gd name="connsiteY163" fmla="*/ 654210 h 778689"/>
                <a:gd name="connsiteX164" fmla="*/ 92586 w 479265"/>
                <a:gd name="connsiteY164" fmla="*/ 645711 h 778689"/>
                <a:gd name="connsiteX165" fmla="*/ 48257 w 479265"/>
                <a:gd name="connsiteY165" fmla="*/ 611464 h 778689"/>
                <a:gd name="connsiteX166" fmla="*/ 47507 w 479265"/>
                <a:gd name="connsiteY166" fmla="*/ 611881 h 778689"/>
                <a:gd name="connsiteX167" fmla="*/ 129583 w 479265"/>
                <a:gd name="connsiteY167" fmla="*/ 667126 h 778689"/>
                <a:gd name="connsiteX168" fmla="*/ 128916 w 479265"/>
                <a:gd name="connsiteY168" fmla="*/ 667792 h 778689"/>
                <a:gd name="connsiteX169" fmla="*/ 102085 w 479265"/>
                <a:gd name="connsiteY169" fmla="*/ 691457 h 778689"/>
                <a:gd name="connsiteX170" fmla="*/ 62423 w 479265"/>
                <a:gd name="connsiteY170" fmla="*/ 746202 h 778689"/>
                <a:gd name="connsiteX171" fmla="*/ 34424 w 479265"/>
                <a:gd name="connsiteY171" fmla="*/ 762867 h 778689"/>
                <a:gd name="connsiteX172" fmla="*/ 34424 w 479265"/>
                <a:gd name="connsiteY172" fmla="*/ 762867 h 778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Lst>
              <a:rect l="l" t="t" r="r" b="b"/>
              <a:pathLst>
                <a:path w="479265" h="778689">
                  <a:moveTo>
                    <a:pt x="92420" y="733120"/>
                  </a:moveTo>
                  <a:cubicBezTo>
                    <a:pt x="101335" y="719371"/>
                    <a:pt x="107168" y="704622"/>
                    <a:pt x="119501" y="693207"/>
                  </a:cubicBezTo>
                  <a:cubicBezTo>
                    <a:pt x="128082" y="685291"/>
                    <a:pt x="138915" y="679958"/>
                    <a:pt x="145998" y="670459"/>
                  </a:cubicBezTo>
                  <a:cubicBezTo>
                    <a:pt x="154414" y="659126"/>
                    <a:pt x="158913" y="645294"/>
                    <a:pt x="165829" y="633129"/>
                  </a:cubicBezTo>
                  <a:cubicBezTo>
                    <a:pt x="180244" y="607714"/>
                    <a:pt x="206993" y="594882"/>
                    <a:pt x="224241" y="571967"/>
                  </a:cubicBezTo>
                  <a:cubicBezTo>
                    <a:pt x="230907" y="563052"/>
                    <a:pt x="236823" y="553386"/>
                    <a:pt x="241239" y="543137"/>
                  </a:cubicBezTo>
                  <a:cubicBezTo>
                    <a:pt x="246988" y="529805"/>
                    <a:pt x="249739" y="515389"/>
                    <a:pt x="257571" y="502974"/>
                  </a:cubicBezTo>
                  <a:cubicBezTo>
                    <a:pt x="273903" y="477226"/>
                    <a:pt x="305984" y="463227"/>
                    <a:pt x="325815" y="440063"/>
                  </a:cubicBezTo>
                  <a:cubicBezTo>
                    <a:pt x="342063" y="421148"/>
                    <a:pt x="356063" y="400733"/>
                    <a:pt x="359062" y="375319"/>
                  </a:cubicBezTo>
                  <a:cubicBezTo>
                    <a:pt x="362062" y="350071"/>
                    <a:pt x="357645" y="324073"/>
                    <a:pt x="346979" y="301159"/>
                  </a:cubicBezTo>
                  <a:cubicBezTo>
                    <a:pt x="344813" y="296576"/>
                    <a:pt x="342646" y="292076"/>
                    <a:pt x="340314" y="287827"/>
                  </a:cubicBezTo>
                  <a:cubicBezTo>
                    <a:pt x="350646" y="279494"/>
                    <a:pt x="358645" y="269161"/>
                    <a:pt x="367395" y="259329"/>
                  </a:cubicBezTo>
                  <a:cubicBezTo>
                    <a:pt x="378810" y="246580"/>
                    <a:pt x="391143" y="234415"/>
                    <a:pt x="399725" y="219416"/>
                  </a:cubicBezTo>
                  <a:cubicBezTo>
                    <a:pt x="404391" y="211333"/>
                    <a:pt x="408724" y="203334"/>
                    <a:pt x="413890" y="195501"/>
                  </a:cubicBezTo>
                  <a:cubicBezTo>
                    <a:pt x="416307" y="191835"/>
                    <a:pt x="419473" y="188086"/>
                    <a:pt x="420307" y="183586"/>
                  </a:cubicBezTo>
                  <a:cubicBezTo>
                    <a:pt x="421723" y="175920"/>
                    <a:pt x="417474" y="172587"/>
                    <a:pt x="412057" y="169837"/>
                  </a:cubicBezTo>
                  <a:cubicBezTo>
                    <a:pt x="414890" y="166921"/>
                    <a:pt x="417723" y="163921"/>
                    <a:pt x="420473" y="161005"/>
                  </a:cubicBezTo>
                  <a:cubicBezTo>
                    <a:pt x="438305" y="142340"/>
                    <a:pt x="456137" y="124175"/>
                    <a:pt x="467718" y="100843"/>
                  </a:cubicBezTo>
                  <a:cubicBezTo>
                    <a:pt x="473552" y="89094"/>
                    <a:pt x="485884" y="67180"/>
                    <a:pt x="474802" y="54681"/>
                  </a:cubicBezTo>
                  <a:cubicBezTo>
                    <a:pt x="464886" y="43515"/>
                    <a:pt x="438888" y="44765"/>
                    <a:pt x="426890" y="50515"/>
                  </a:cubicBezTo>
                  <a:cubicBezTo>
                    <a:pt x="406891" y="60180"/>
                    <a:pt x="396808" y="90511"/>
                    <a:pt x="385976" y="108176"/>
                  </a:cubicBezTo>
                  <a:cubicBezTo>
                    <a:pt x="375894" y="124675"/>
                    <a:pt x="364978" y="140590"/>
                    <a:pt x="354729" y="157005"/>
                  </a:cubicBezTo>
                  <a:cubicBezTo>
                    <a:pt x="361645" y="141423"/>
                    <a:pt x="368645" y="125924"/>
                    <a:pt x="376143" y="110592"/>
                  </a:cubicBezTo>
                  <a:cubicBezTo>
                    <a:pt x="387642" y="87011"/>
                    <a:pt x="396642" y="62014"/>
                    <a:pt x="401391" y="36183"/>
                  </a:cubicBezTo>
                  <a:cubicBezTo>
                    <a:pt x="404558" y="18767"/>
                    <a:pt x="406224" y="2436"/>
                    <a:pt x="383893" y="186"/>
                  </a:cubicBezTo>
                  <a:cubicBezTo>
                    <a:pt x="363478" y="-1897"/>
                    <a:pt x="351313" y="13851"/>
                    <a:pt x="348146" y="31933"/>
                  </a:cubicBezTo>
                  <a:cubicBezTo>
                    <a:pt x="344313" y="53598"/>
                    <a:pt x="340813" y="74846"/>
                    <a:pt x="335814" y="96094"/>
                  </a:cubicBezTo>
                  <a:cubicBezTo>
                    <a:pt x="326315" y="93344"/>
                    <a:pt x="314483" y="91928"/>
                    <a:pt x="307150" y="98177"/>
                  </a:cubicBezTo>
                  <a:cubicBezTo>
                    <a:pt x="296817" y="107009"/>
                    <a:pt x="291569" y="128757"/>
                    <a:pt x="286985" y="141090"/>
                  </a:cubicBezTo>
                  <a:cubicBezTo>
                    <a:pt x="280986" y="157338"/>
                    <a:pt x="275986" y="173587"/>
                    <a:pt x="271320" y="190252"/>
                  </a:cubicBezTo>
                  <a:cubicBezTo>
                    <a:pt x="267320" y="204417"/>
                    <a:pt x="262154" y="218666"/>
                    <a:pt x="262238" y="233581"/>
                  </a:cubicBezTo>
                  <a:cubicBezTo>
                    <a:pt x="237823" y="231832"/>
                    <a:pt x="210326" y="240997"/>
                    <a:pt x="192077" y="252330"/>
                  </a:cubicBezTo>
                  <a:cubicBezTo>
                    <a:pt x="170663" y="265662"/>
                    <a:pt x="159496" y="283160"/>
                    <a:pt x="150664" y="306325"/>
                  </a:cubicBezTo>
                  <a:cubicBezTo>
                    <a:pt x="145998" y="318574"/>
                    <a:pt x="142582" y="331156"/>
                    <a:pt x="138332" y="343488"/>
                  </a:cubicBezTo>
                  <a:cubicBezTo>
                    <a:pt x="132916" y="359320"/>
                    <a:pt x="122500" y="369819"/>
                    <a:pt x="110168" y="380568"/>
                  </a:cubicBezTo>
                  <a:cubicBezTo>
                    <a:pt x="91420" y="396900"/>
                    <a:pt x="77170" y="412232"/>
                    <a:pt x="71421" y="437230"/>
                  </a:cubicBezTo>
                  <a:cubicBezTo>
                    <a:pt x="65588" y="462811"/>
                    <a:pt x="66921" y="489225"/>
                    <a:pt x="55923" y="513473"/>
                  </a:cubicBezTo>
                  <a:cubicBezTo>
                    <a:pt x="46840" y="533721"/>
                    <a:pt x="32758" y="551886"/>
                    <a:pt x="29675" y="574301"/>
                  </a:cubicBezTo>
                  <a:cubicBezTo>
                    <a:pt x="26008" y="601715"/>
                    <a:pt x="27508" y="627962"/>
                    <a:pt x="19009" y="654877"/>
                  </a:cubicBezTo>
                  <a:cubicBezTo>
                    <a:pt x="11593" y="678458"/>
                    <a:pt x="-405" y="700373"/>
                    <a:pt x="11" y="725704"/>
                  </a:cubicBezTo>
                  <a:cubicBezTo>
                    <a:pt x="261" y="742619"/>
                    <a:pt x="5677" y="766700"/>
                    <a:pt x="21925" y="775616"/>
                  </a:cubicBezTo>
                  <a:cubicBezTo>
                    <a:pt x="39091" y="784948"/>
                    <a:pt x="58173" y="771116"/>
                    <a:pt x="70088" y="759617"/>
                  </a:cubicBezTo>
                  <a:cubicBezTo>
                    <a:pt x="78587" y="751785"/>
                    <a:pt x="86087" y="742952"/>
                    <a:pt x="92420" y="733120"/>
                  </a:cubicBezTo>
                  <a:lnTo>
                    <a:pt x="92420" y="733120"/>
                  </a:lnTo>
                  <a:close/>
                  <a:moveTo>
                    <a:pt x="409307" y="186586"/>
                  </a:moveTo>
                  <a:cubicBezTo>
                    <a:pt x="407808" y="191252"/>
                    <a:pt x="402224" y="196251"/>
                    <a:pt x="399558" y="200335"/>
                  </a:cubicBezTo>
                  <a:cubicBezTo>
                    <a:pt x="392309" y="211500"/>
                    <a:pt x="386476" y="222666"/>
                    <a:pt x="377477" y="232665"/>
                  </a:cubicBezTo>
                  <a:cubicBezTo>
                    <a:pt x="369478" y="241581"/>
                    <a:pt x="360229" y="249330"/>
                    <a:pt x="352062" y="257996"/>
                  </a:cubicBezTo>
                  <a:cubicBezTo>
                    <a:pt x="346063" y="264329"/>
                    <a:pt x="340064" y="270578"/>
                    <a:pt x="333065" y="275828"/>
                  </a:cubicBezTo>
                  <a:cubicBezTo>
                    <a:pt x="331065" y="272828"/>
                    <a:pt x="328898" y="269995"/>
                    <a:pt x="326648" y="267245"/>
                  </a:cubicBezTo>
                  <a:cubicBezTo>
                    <a:pt x="332148" y="264495"/>
                    <a:pt x="334647" y="259829"/>
                    <a:pt x="338814" y="254080"/>
                  </a:cubicBezTo>
                  <a:cubicBezTo>
                    <a:pt x="346480" y="243497"/>
                    <a:pt x="355063" y="233331"/>
                    <a:pt x="363478" y="223332"/>
                  </a:cubicBezTo>
                  <a:cubicBezTo>
                    <a:pt x="377560" y="206584"/>
                    <a:pt x="392725" y="190502"/>
                    <a:pt x="407891" y="174587"/>
                  </a:cubicBezTo>
                  <a:cubicBezTo>
                    <a:pt x="409974" y="178003"/>
                    <a:pt x="410891" y="181503"/>
                    <a:pt x="409307" y="186586"/>
                  </a:cubicBezTo>
                  <a:lnTo>
                    <a:pt x="409307" y="186586"/>
                  </a:lnTo>
                  <a:close/>
                  <a:moveTo>
                    <a:pt x="408557" y="94594"/>
                  </a:moveTo>
                  <a:cubicBezTo>
                    <a:pt x="413640" y="85512"/>
                    <a:pt x="418474" y="73013"/>
                    <a:pt x="425890" y="65513"/>
                  </a:cubicBezTo>
                  <a:cubicBezTo>
                    <a:pt x="433139" y="58181"/>
                    <a:pt x="456636" y="54931"/>
                    <a:pt x="465303" y="62430"/>
                  </a:cubicBezTo>
                  <a:cubicBezTo>
                    <a:pt x="478635" y="74013"/>
                    <a:pt x="450887" y="112092"/>
                    <a:pt x="442888" y="122425"/>
                  </a:cubicBezTo>
                  <a:cubicBezTo>
                    <a:pt x="429305" y="139840"/>
                    <a:pt x="412724" y="154588"/>
                    <a:pt x="397642" y="170671"/>
                  </a:cubicBezTo>
                  <a:cubicBezTo>
                    <a:pt x="382476" y="186752"/>
                    <a:pt x="366395" y="202251"/>
                    <a:pt x="352146" y="219083"/>
                  </a:cubicBezTo>
                  <a:cubicBezTo>
                    <a:pt x="340813" y="232415"/>
                    <a:pt x="330564" y="246414"/>
                    <a:pt x="319732" y="260079"/>
                  </a:cubicBezTo>
                  <a:cubicBezTo>
                    <a:pt x="317233" y="257746"/>
                    <a:pt x="314566" y="255496"/>
                    <a:pt x="311649" y="253496"/>
                  </a:cubicBezTo>
                  <a:cubicBezTo>
                    <a:pt x="312649" y="251496"/>
                    <a:pt x="313566" y="249497"/>
                    <a:pt x="314566" y="247497"/>
                  </a:cubicBezTo>
                  <a:cubicBezTo>
                    <a:pt x="318483" y="242247"/>
                    <a:pt x="324482" y="232415"/>
                    <a:pt x="325065" y="231248"/>
                  </a:cubicBezTo>
                  <a:cubicBezTo>
                    <a:pt x="329815" y="222166"/>
                    <a:pt x="334898" y="213167"/>
                    <a:pt x="340397" y="204501"/>
                  </a:cubicBezTo>
                  <a:cubicBezTo>
                    <a:pt x="351479" y="186919"/>
                    <a:pt x="361895" y="169004"/>
                    <a:pt x="373311" y="151505"/>
                  </a:cubicBezTo>
                  <a:cubicBezTo>
                    <a:pt x="385310" y="132757"/>
                    <a:pt x="397642" y="114092"/>
                    <a:pt x="408557" y="94594"/>
                  </a:cubicBezTo>
                  <a:lnTo>
                    <a:pt x="408557" y="94594"/>
                  </a:lnTo>
                  <a:close/>
                  <a:moveTo>
                    <a:pt x="357228" y="53848"/>
                  </a:moveTo>
                  <a:cubicBezTo>
                    <a:pt x="358979" y="42349"/>
                    <a:pt x="358395" y="30766"/>
                    <a:pt x="365312" y="21017"/>
                  </a:cubicBezTo>
                  <a:cubicBezTo>
                    <a:pt x="370977" y="13018"/>
                    <a:pt x="381977" y="7352"/>
                    <a:pt x="390059" y="15851"/>
                  </a:cubicBezTo>
                  <a:cubicBezTo>
                    <a:pt x="396559" y="22600"/>
                    <a:pt x="393476" y="30433"/>
                    <a:pt x="391642" y="39599"/>
                  </a:cubicBezTo>
                  <a:cubicBezTo>
                    <a:pt x="389559" y="50431"/>
                    <a:pt x="386643" y="61514"/>
                    <a:pt x="383309" y="72096"/>
                  </a:cubicBezTo>
                  <a:cubicBezTo>
                    <a:pt x="376143" y="95011"/>
                    <a:pt x="364811" y="116509"/>
                    <a:pt x="354646" y="138090"/>
                  </a:cubicBezTo>
                  <a:cubicBezTo>
                    <a:pt x="344896" y="158838"/>
                    <a:pt x="335148" y="179586"/>
                    <a:pt x="324899" y="200085"/>
                  </a:cubicBezTo>
                  <a:cubicBezTo>
                    <a:pt x="317815" y="214250"/>
                    <a:pt x="306483" y="231332"/>
                    <a:pt x="301734" y="247497"/>
                  </a:cubicBezTo>
                  <a:cubicBezTo>
                    <a:pt x="300150" y="246664"/>
                    <a:pt x="298484" y="245914"/>
                    <a:pt x="296817" y="245247"/>
                  </a:cubicBezTo>
                  <a:cubicBezTo>
                    <a:pt x="296067" y="244914"/>
                    <a:pt x="295318" y="244664"/>
                    <a:pt x="294568" y="244414"/>
                  </a:cubicBezTo>
                  <a:cubicBezTo>
                    <a:pt x="317815" y="217583"/>
                    <a:pt x="326815" y="177836"/>
                    <a:pt x="335231" y="144590"/>
                  </a:cubicBezTo>
                  <a:cubicBezTo>
                    <a:pt x="340397" y="124008"/>
                    <a:pt x="346813" y="103593"/>
                    <a:pt x="351396" y="82928"/>
                  </a:cubicBezTo>
                  <a:cubicBezTo>
                    <a:pt x="353479" y="73346"/>
                    <a:pt x="355729" y="63597"/>
                    <a:pt x="357228" y="53848"/>
                  </a:cubicBezTo>
                  <a:lnTo>
                    <a:pt x="357228" y="53848"/>
                  </a:lnTo>
                  <a:close/>
                  <a:moveTo>
                    <a:pt x="289985" y="165921"/>
                  </a:moveTo>
                  <a:cubicBezTo>
                    <a:pt x="293568" y="154339"/>
                    <a:pt x="297900" y="143006"/>
                    <a:pt x="302484" y="131841"/>
                  </a:cubicBezTo>
                  <a:cubicBezTo>
                    <a:pt x="306316" y="122591"/>
                    <a:pt x="309566" y="108593"/>
                    <a:pt x="319483" y="103760"/>
                  </a:cubicBezTo>
                  <a:cubicBezTo>
                    <a:pt x="322649" y="102177"/>
                    <a:pt x="328898" y="102010"/>
                    <a:pt x="334397" y="102177"/>
                  </a:cubicBezTo>
                  <a:cubicBezTo>
                    <a:pt x="334231" y="102927"/>
                    <a:pt x="334065" y="103677"/>
                    <a:pt x="333814" y="104510"/>
                  </a:cubicBezTo>
                  <a:cubicBezTo>
                    <a:pt x="327648" y="128591"/>
                    <a:pt x="322982" y="153005"/>
                    <a:pt x="315233" y="176587"/>
                  </a:cubicBezTo>
                  <a:cubicBezTo>
                    <a:pt x="310483" y="190919"/>
                    <a:pt x="306151" y="205167"/>
                    <a:pt x="299651" y="218833"/>
                  </a:cubicBezTo>
                  <a:cubicBezTo>
                    <a:pt x="296067" y="226415"/>
                    <a:pt x="291235" y="233331"/>
                    <a:pt x="287818" y="240831"/>
                  </a:cubicBezTo>
                  <a:cubicBezTo>
                    <a:pt x="284152" y="238831"/>
                    <a:pt x="280319" y="237248"/>
                    <a:pt x="276236" y="236165"/>
                  </a:cubicBezTo>
                  <a:cubicBezTo>
                    <a:pt x="276152" y="235915"/>
                    <a:pt x="276069" y="235581"/>
                    <a:pt x="275986" y="235331"/>
                  </a:cubicBezTo>
                  <a:cubicBezTo>
                    <a:pt x="279569" y="212083"/>
                    <a:pt x="283069" y="188669"/>
                    <a:pt x="289985" y="165921"/>
                  </a:cubicBezTo>
                  <a:lnTo>
                    <a:pt x="289985" y="165921"/>
                  </a:lnTo>
                  <a:close/>
                  <a:moveTo>
                    <a:pt x="34424" y="762867"/>
                  </a:moveTo>
                  <a:cubicBezTo>
                    <a:pt x="20509" y="761201"/>
                    <a:pt x="16926" y="739036"/>
                    <a:pt x="16510" y="728287"/>
                  </a:cubicBezTo>
                  <a:cubicBezTo>
                    <a:pt x="15759" y="707872"/>
                    <a:pt x="24342" y="690124"/>
                    <a:pt x="31258" y="671542"/>
                  </a:cubicBezTo>
                  <a:cubicBezTo>
                    <a:pt x="44090" y="685457"/>
                    <a:pt x="61755" y="704622"/>
                    <a:pt x="81587" y="703872"/>
                  </a:cubicBezTo>
                  <a:cubicBezTo>
                    <a:pt x="86419" y="703706"/>
                    <a:pt x="87003" y="697456"/>
                    <a:pt x="82670" y="695873"/>
                  </a:cubicBezTo>
                  <a:cubicBezTo>
                    <a:pt x="73838" y="692623"/>
                    <a:pt x="65671" y="691457"/>
                    <a:pt x="57339" y="686207"/>
                  </a:cubicBezTo>
                  <a:cubicBezTo>
                    <a:pt x="48757" y="680791"/>
                    <a:pt x="40174" y="674625"/>
                    <a:pt x="32508" y="667959"/>
                  </a:cubicBezTo>
                  <a:cubicBezTo>
                    <a:pt x="32675" y="667542"/>
                    <a:pt x="32841" y="667126"/>
                    <a:pt x="33008" y="666709"/>
                  </a:cubicBezTo>
                  <a:cubicBezTo>
                    <a:pt x="39757" y="647461"/>
                    <a:pt x="43507" y="627463"/>
                    <a:pt x="44923" y="607131"/>
                  </a:cubicBezTo>
                  <a:cubicBezTo>
                    <a:pt x="45674" y="596632"/>
                    <a:pt x="44923" y="585883"/>
                    <a:pt x="46507" y="575551"/>
                  </a:cubicBezTo>
                  <a:cubicBezTo>
                    <a:pt x="48340" y="563885"/>
                    <a:pt x="53673" y="553303"/>
                    <a:pt x="59173" y="542970"/>
                  </a:cubicBezTo>
                  <a:cubicBezTo>
                    <a:pt x="60339" y="540804"/>
                    <a:pt x="61505" y="538554"/>
                    <a:pt x="62672" y="536387"/>
                  </a:cubicBezTo>
                  <a:cubicBezTo>
                    <a:pt x="77671" y="561802"/>
                    <a:pt x="102251" y="580467"/>
                    <a:pt x="132332" y="585050"/>
                  </a:cubicBezTo>
                  <a:cubicBezTo>
                    <a:pt x="133749" y="585300"/>
                    <a:pt x="134166" y="583467"/>
                    <a:pt x="132916" y="582967"/>
                  </a:cubicBezTo>
                  <a:cubicBezTo>
                    <a:pt x="116084" y="576217"/>
                    <a:pt x="101919" y="563718"/>
                    <a:pt x="88920" y="551469"/>
                  </a:cubicBezTo>
                  <a:cubicBezTo>
                    <a:pt x="84254" y="547053"/>
                    <a:pt x="81004" y="541470"/>
                    <a:pt x="76588" y="536804"/>
                  </a:cubicBezTo>
                  <a:cubicBezTo>
                    <a:pt x="73588" y="533638"/>
                    <a:pt x="70338" y="530638"/>
                    <a:pt x="67172" y="527555"/>
                  </a:cubicBezTo>
                  <a:cubicBezTo>
                    <a:pt x="72921" y="515806"/>
                    <a:pt x="77671" y="503807"/>
                    <a:pt x="79921" y="490392"/>
                  </a:cubicBezTo>
                  <a:cubicBezTo>
                    <a:pt x="83420" y="469893"/>
                    <a:pt x="81754" y="448395"/>
                    <a:pt x="88920" y="428564"/>
                  </a:cubicBezTo>
                  <a:cubicBezTo>
                    <a:pt x="92503" y="418648"/>
                    <a:pt x="98669" y="410732"/>
                    <a:pt x="105752" y="403649"/>
                  </a:cubicBezTo>
                  <a:cubicBezTo>
                    <a:pt x="106002" y="410565"/>
                    <a:pt x="105501" y="417315"/>
                    <a:pt x="108835" y="424564"/>
                  </a:cubicBezTo>
                  <a:cubicBezTo>
                    <a:pt x="114418" y="436563"/>
                    <a:pt x="123000" y="449395"/>
                    <a:pt x="132415" y="458728"/>
                  </a:cubicBezTo>
                  <a:cubicBezTo>
                    <a:pt x="150748" y="476643"/>
                    <a:pt x="181411" y="485975"/>
                    <a:pt x="206242" y="489308"/>
                  </a:cubicBezTo>
                  <a:cubicBezTo>
                    <a:pt x="210326" y="489808"/>
                    <a:pt x="210575" y="483725"/>
                    <a:pt x="207159" y="482559"/>
                  </a:cubicBezTo>
                  <a:cubicBezTo>
                    <a:pt x="183911" y="474643"/>
                    <a:pt x="154414" y="464811"/>
                    <a:pt x="137748" y="445896"/>
                  </a:cubicBezTo>
                  <a:cubicBezTo>
                    <a:pt x="130332" y="437480"/>
                    <a:pt x="122916" y="427231"/>
                    <a:pt x="117584" y="417232"/>
                  </a:cubicBezTo>
                  <a:cubicBezTo>
                    <a:pt x="114334" y="411149"/>
                    <a:pt x="113500" y="404566"/>
                    <a:pt x="111584" y="398233"/>
                  </a:cubicBezTo>
                  <a:cubicBezTo>
                    <a:pt x="121750" y="389067"/>
                    <a:pt x="132832" y="380651"/>
                    <a:pt x="140998" y="369819"/>
                  </a:cubicBezTo>
                  <a:cubicBezTo>
                    <a:pt x="152414" y="354570"/>
                    <a:pt x="155997" y="334656"/>
                    <a:pt x="161746" y="316407"/>
                  </a:cubicBezTo>
                  <a:cubicBezTo>
                    <a:pt x="162163" y="319407"/>
                    <a:pt x="162746" y="322407"/>
                    <a:pt x="163663" y="325573"/>
                  </a:cubicBezTo>
                  <a:cubicBezTo>
                    <a:pt x="167496" y="338905"/>
                    <a:pt x="173746" y="350821"/>
                    <a:pt x="183744" y="360653"/>
                  </a:cubicBezTo>
                  <a:cubicBezTo>
                    <a:pt x="202409" y="379068"/>
                    <a:pt x="233907" y="395067"/>
                    <a:pt x="260571" y="394484"/>
                  </a:cubicBezTo>
                  <a:cubicBezTo>
                    <a:pt x="264488" y="394400"/>
                    <a:pt x="265737" y="388151"/>
                    <a:pt x="261487" y="387401"/>
                  </a:cubicBezTo>
                  <a:cubicBezTo>
                    <a:pt x="236489" y="383318"/>
                    <a:pt x="208243" y="368653"/>
                    <a:pt x="190494" y="350488"/>
                  </a:cubicBezTo>
                  <a:cubicBezTo>
                    <a:pt x="180912" y="340655"/>
                    <a:pt x="175412" y="327989"/>
                    <a:pt x="171663" y="314991"/>
                  </a:cubicBezTo>
                  <a:cubicBezTo>
                    <a:pt x="170162" y="309741"/>
                    <a:pt x="170079" y="303409"/>
                    <a:pt x="168912" y="297659"/>
                  </a:cubicBezTo>
                  <a:cubicBezTo>
                    <a:pt x="173662" y="287410"/>
                    <a:pt x="179495" y="278411"/>
                    <a:pt x="188827" y="270828"/>
                  </a:cubicBezTo>
                  <a:cubicBezTo>
                    <a:pt x="200493" y="261412"/>
                    <a:pt x="213658" y="255079"/>
                    <a:pt x="227741" y="250080"/>
                  </a:cubicBezTo>
                  <a:cubicBezTo>
                    <a:pt x="231573" y="248747"/>
                    <a:pt x="235656" y="247497"/>
                    <a:pt x="239739" y="246414"/>
                  </a:cubicBezTo>
                  <a:cubicBezTo>
                    <a:pt x="255905" y="246414"/>
                    <a:pt x="272153" y="250663"/>
                    <a:pt x="287152" y="256663"/>
                  </a:cubicBezTo>
                  <a:cubicBezTo>
                    <a:pt x="309399" y="265662"/>
                    <a:pt x="320815" y="283410"/>
                    <a:pt x="331314" y="304075"/>
                  </a:cubicBezTo>
                  <a:cubicBezTo>
                    <a:pt x="341064" y="323323"/>
                    <a:pt x="345730" y="344322"/>
                    <a:pt x="344896" y="365903"/>
                  </a:cubicBezTo>
                  <a:cubicBezTo>
                    <a:pt x="339481" y="364736"/>
                    <a:pt x="333397" y="365736"/>
                    <a:pt x="327815" y="365236"/>
                  </a:cubicBezTo>
                  <a:cubicBezTo>
                    <a:pt x="314483" y="364153"/>
                    <a:pt x="299651" y="359987"/>
                    <a:pt x="286818" y="356071"/>
                  </a:cubicBezTo>
                  <a:cubicBezTo>
                    <a:pt x="261321" y="348321"/>
                    <a:pt x="243156" y="323240"/>
                    <a:pt x="231824" y="300575"/>
                  </a:cubicBezTo>
                  <a:cubicBezTo>
                    <a:pt x="231657" y="300242"/>
                    <a:pt x="231074" y="300492"/>
                    <a:pt x="231240" y="300825"/>
                  </a:cubicBezTo>
                  <a:cubicBezTo>
                    <a:pt x="240656" y="326573"/>
                    <a:pt x="253238" y="354154"/>
                    <a:pt x="279486" y="366736"/>
                  </a:cubicBezTo>
                  <a:cubicBezTo>
                    <a:pt x="290068" y="371819"/>
                    <a:pt x="325148" y="386068"/>
                    <a:pt x="342980" y="380901"/>
                  </a:cubicBezTo>
                  <a:cubicBezTo>
                    <a:pt x="338563" y="400316"/>
                    <a:pt x="327231" y="416565"/>
                    <a:pt x="313899" y="431980"/>
                  </a:cubicBezTo>
                  <a:cubicBezTo>
                    <a:pt x="306483" y="440646"/>
                    <a:pt x="297984" y="448062"/>
                    <a:pt x="289235" y="455145"/>
                  </a:cubicBezTo>
                  <a:cubicBezTo>
                    <a:pt x="288902" y="454395"/>
                    <a:pt x="288402" y="453728"/>
                    <a:pt x="287568" y="453145"/>
                  </a:cubicBezTo>
                  <a:cubicBezTo>
                    <a:pt x="277152" y="445479"/>
                    <a:pt x="259487" y="445479"/>
                    <a:pt x="247405" y="441479"/>
                  </a:cubicBezTo>
                  <a:cubicBezTo>
                    <a:pt x="229240" y="435563"/>
                    <a:pt x="210742" y="423898"/>
                    <a:pt x="196410" y="411399"/>
                  </a:cubicBezTo>
                  <a:cubicBezTo>
                    <a:pt x="195826" y="410899"/>
                    <a:pt x="195077" y="411649"/>
                    <a:pt x="195577" y="412232"/>
                  </a:cubicBezTo>
                  <a:cubicBezTo>
                    <a:pt x="218325" y="439979"/>
                    <a:pt x="246489" y="453145"/>
                    <a:pt x="280070" y="462561"/>
                  </a:cubicBezTo>
                  <a:cubicBezTo>
                    <a:pt x="273069" y="468144"/>
                    <a:pt x="265987" y="473727"/>
                    <a:pt x="259320" y="479893"/>
                  </a:cubicBezTo>
                  <a:cubicBezTo>
                    <a:pt x="243239" y="494641"/>
                    <a:pt x="237073" y="512390"/>
                    <a:pt x="228907" y="531805"/>
                  </a:cubicBezTo>
                  <a:cubicBezTo>
                    <a:pt x="223825" y="531638"/>
                    <a:pt x="218408" y="532221"/>
                    <a:pt x="213825" y="531805"/>
                  </a:cubicBezTo>
                  <a:cubicBezTo>
                    <a:pt x="205242" y="531055"/>
                    <a:pt x="196910" y="530555"/>
                    <a:pt x="188328" y="529305"/>
                  </a:cubicBezTo>
                  <a:cubicBezTo>
                    <a:pt x="174579" y="527388"/>
                    <a:pt x="160913" y="522639"/>
                    <a:pt x="149331" y="514973"/>
                  </a:cubicBezTo>
                  <a:cubicBezTo>
                    <a:pt x="135915" y="506057"/>
                    <a:pt x="126416" y="493725"/>
                    <a:pt x="115750" y="481809"/>
                  </a:cubicBezTo>
                  <a:cubicBezTo>
                    <a:pt x="115001" y="480976"/>
                    <a:pt x="113584" y="482059"/>
                    <a:pt x="114168" y="482976"/>
                  </a:cubicBezTo>
                  <a:cubicBezTo>
                    <a:pt x="124333" y="498641"/>
                    <a:pt x="131999" y="514556"/>
                    <a:pt x="146581" y="526555"/>
                  </a:cubicBezTo>
                  <a:cubicBezTo>
                    <a:pt x="157747" y="535804"/>
                    <a:pt x="172496" y="540720"/>
                    <a:pt x="186494" y="543220"/>
                  </a:cubicBezTo>
                  <a:cubicBezTo>
                    <a:pt x="192160" y="544220"/>
                    <a:pt x="208742" y="547387"/>
                    <a:pt x="221575" y="546470"/>
                  </a:cubicBezTo>
                  <a:cubicBezTo>
                    <a:pt x="212409" y="562385"/>
                    <a:pt x="199910" y="575967"/>
                    <a:pt x="185661" y="587883"/>
                  </a:cubicBezTo>
                  <a:cubicBezTo>
                    <a:pt x="168580" y="602132"/>
                    <a:pt x="156580" y="617047"/>
                    <a:pt x="147081" y="637212"/>
                  </a:cubicBezTo>
                  <a:cubicBezTo>
                    <a:pt x="144331" y="643044"/>
                    <a:pt x="141664" y="649211"/>
                    <a:pt x="138498" y="654960"/>
                  </a:cubicBezTo>
                  <a:cubicBezTo>
                    <a:pt x="137915" y="654627"/>
                    <a:pt x="137249" y="654293"/>
                    <a:pt x="136498" y="654210"/>
                  </a:cubicBezTo>
                  <a:cubicBezTo>
                    <a:pt x="121750" y="651294"/>
                    <a:pt x="106585" y="651794"/>
                    <a:pt x="92586" y="645711"/>
                  </a:cubicBezTo>
                  <a:cubicBezTo>
                    <a:pt x="74588" y="637878"/>
                    <a:pt x="58839" y="628546"/>
                    <a:pt x="48257" y="611464"/>
                  </a:cubicBezTo>
                  <a:cubicBezTo>
                    <a:pt x="48006" y="610964"/>
                    <a:pt x="47340" y="611381"/>
                    <a:pt x="47507" y="611881"/>
                  </a:cubicBezTo>
                  <a:cubicBezTo>
                    <a:pt x="63089" y="646128"/>
                    <a:pt x="94002" y="662459"/>
                    <a:pt x="129583" y="667126"/>
                  </a:cubicBezTo>
                  <a:cubicBezTo>
                    <a:pt x="129332" y="667376"/>
                    <a:pt x="129166" y="667542"/>
                    <a:pt x="128916" y="667792"/>
                  </a:cubicBezTo>
                  <a:cubicBezTo>
                    <a:pt x="120167" y="676125"/>
                    <a:pt x="110085" y="682041"/>
                    <a:pt x="102085" y="691457"/>
                  </a:cubicBezTo>
                  <a:cubicBezTo>
                    <a:pt x="87337" y="708955"/>
                    <a:pt x="79170" y="729953"/>
                    <a:pt x="62423" y="746202"/>
                  </a:cubicBezTo>
                  <a:cubicBezTo>
                    <a:pt x="55923" y="752701"/>
                    <a:pt x="44756" y="764117"/>
                    <a:pt x="34424" y="762867"/>
                  </a:cubicBezTo>
                  <a:lnTo>
                    <a:pt x="34424" y="762867"/>
                  </a:lnTo>
                  <a:close/>
                </a:path>
              </a:pathLst>
            </a:custGeom>
            <a:grpFill/>
            <a:ln w="8332" cap="flat">
              <a:noFill/>
              <a:prstDash val="solid"/>
              <a:miter/>
            </a:ln>
          </p:spPr>
          <p:txBody>
            <a:bodyPr rtlCol="0" anchor="ctr"/>
            <a:lstStyle/>
            <a:p>
              <a:endParaRPr lang="en-US"/>
            </a:p>
          </p:txBody>
        </p:sp>
        <p:sp>
          <p:nvSpPr>
            <p:cNvPr id="1891" name="Freeform: Shape 1890"/>
            <p:cNvSpPr/>
            <p:nvPr/>
          </p:nvSpPr>
          <p:spPr>
            <a:xfrm>
              <a:off x="12083281" y="290656"/>
              <a:ext cx="851485" cy="225860"/>
            </a:xfrm>
            <a:custGeom>
              <a:avLst/>
              <a:gdLst>
                <a:gd name="connsiteX0" fmla="*/ 75395 w 851485"/>
                <a:gd name="connsiteY0" fmla="*/ 200061 h 225860"/>
                <a:gd name="connsiteX1" fmla="*/ 123640 w 851485"/>
                <a:gd name="connsiteY1" fmla="*/ 199561 h 225860"/>
                <a:gd name="connsiteX2" fmla="*/ 157471 w 851485"/>
                <a:gd name="connsiteY2" fmla="*/ 208310 h 225860"/>
                <a:gd name="connsiteX3" fmla="*/ 199467 w 851485"/>
                <a:gd name="connsiteY3" fmla="*/ 203310 h 225860"/>
                <a:gd name="connsiteX4" fmla="*/ 283042 w 851485"/>
                <a:gd name="connsiteY4" fmla="*/ 216392 h 225860"/>
                <a:gd name="connsiteX5" fmla="*/ 316372 w 851485"/>
                <a:gd name="connsiteY5" fmla="*/ 213893 h 225860"/>
                <a:gd name="connsiteX6" fmla="*/ 358703 w 851485"/>
                <a:gd name="connsiteY6" fmla="*/ 204394 h 225860"/>
                <a:gd name="connsiteX7" fmla="*/ 449445 w 851485"/>
                <a:gd name="connsiteY7" fmla="*/ 224558 h 225860"/>
                <a:gd name="connsiteX8" fmla="*/ 521521 w 851485"/>
                <a:gd name="connsiteY8" fmla="*/ 214976 h 225860"/>
                <a:gd name="connsiteX9" fmla="*/ 575599 w 851485"/>
                <a:gd name="connsiteY9" fmla="*/ 162731 h 225860"/>
                <a:gd name="connsiteX10" fmla="*/ 582766 w 851485"/>
                <a:gd name="connsiteY10" fmla="*/ 149648 h 225860"/>
                <a:gd name="connsiteX11" fmla="*/ 621595 w 851485"/>
                <a:gd name="connsiteY11" fmla="*/ 155648 h 225860"/>
                <a:gd name="connsiteX12" fmla="*/ 672841 w 851485"/>
                <a:gd name="connsiteY12" fmla="*/ 159398 h 225860"/>
                <a:gd name="connsiteX13" fmla="*/ 700588 w 851485"/>
                <a:gd name="connsiteY13" fmla="*/ 157398 h 225860"/>
                <a:gd name="connsiteX14" fmla="*/ 714004 w 851485"/>
                <a:gd name="connsiteY14" fmla="*/ 155898 h 225860"/>
                <a:gd name="connsiteX15" fmla="*/ 720586 w 851485"/>
                <a:gd name="connsiteY15" fmla="*/ 141316 h 225860"/>
                <a:gd name="connsiteX16" fmla="*/ 732669 w 851485"/>
                <a:gd name="connsiteY16" fmla="*/ 143232 h 225860"/>
                <a:gd name="connsiteX17" fmla="*/ 809078 w 851485"/>
                <a:gd name="connsiteY17" fmla="*/ 147732 h 225860"/>
                <a:gd name="connsiteX18" fmla="*/ 850991 w 851485"/>
                <a:gd name="connsiteY18" fmla="*/ 127234 h 225860"/>
                <a:gd name="connsiteX19" fmla="*/ 827077 w 851485"/>
                <a:gd name="connsiteY19" fmla="*/ 85488 h 225860"/>
                <a:gd name="connsiteX20" fmla="*/ 756333 w 851485"/>
                <a:gd name="connsiteY20" fmla="*/ 84821 h 225860"/>
                <a:gd name="connsiteX21" fmla="*/ 698422 w 851485"/>
                <a:gd name="connsiteY21" fmla="*/ 86987 h 225860"/>
                <a:gd name="connsiteX22" fmla="*/ 748750 w 851485"/>
                <a:gd name="connsiteY22" fmla="*/ 78072 h 225860"/>
                <a:gd name="connsiteX23" fmla="*/ 824327 w 851485"/>
                <a:gd name="connsiteY23" fmla="*/ 56324 h 225860"/>
                <a:gd name="connsiteX24" fmla="*/ 843909 w 851485"/>
                <a:gd name="connsiteY24" fmla="*/ 21410 h 225860"/>
                <a:gd name="connsiteX25" fmla="*/ 797413 w 851485"/>
                <a:gd name="connsiteY25" fmla="*/ 10161 h 225860"/>
                <a:gd name="connsiteX26" fmla="*/ 737585 w 851485"/>
                <a:gd name="connsiteY26" fmla="*/ 36659 h 225860"/>
                <a:gd name="connsiteX27" fmla="*/ 719503 w 851485"/>
                <a:gd name="connsiteY27" fmla="*/ 14327 h 225860"/>
                <a:gd name="connsiteX28" fmla="*/ 672757 w 851485"/>
                <a:gd name="connsiteY28" fmla="*/ 22243 h 225860"/>
                <a:gd name="connsiteX29" fmla="*/ 623429 w 851485"/>
                <a:gd name="connsiteY29" fmla="*/ 37409 h 225860"/>
                <a:gd name="connsiteX30" fmla="*/ 582682 w 851485"/>
                <a:gd name="connsiteY30" fmla="*/ 54657 h 225860"/>
                <a:gd name="connsiteX31" fmla="*/ 527271 w 851485"/>
                <a:gd name="connsiteY31" fmla="*/ 7661 h 225860"/>
                <a:gd name="connsiteX32" fmla="*/ 459276 w 851485"/>
                <a:gd name="connsiteY32" fmla="*/ 4412 h 225860"/>
                <a:gd name="connsiteX33" fmla="*/ 421696 w 851485"/>
                <a:gd name="connsiteY33" fmla="*/ 15494 h 225860"/>
                <a:gd name="connsiteX34" fmla="*/ 375118 w 851485"/>
                <a:gd name="connsiteY34" fmla="*/ 13494 h 225860"/>
                <a:gd name="connsiteX35" fmla="*/ 306541 w 851485"/>
                <a:gd name="connsiteY35" fmla="*/ 13994 h 225860"/>
                <a:gd name="connsiteX36" fmla="*/ 235046 w 851485"/>
                <a:gd name="connsiteY36" fmla="*/ 44825 h 225860"/>
                <a:gd name="connsiteX37" fmla="*/ 170053 w 851485"/>
                <a:gd name="connsiteY37" fmla="*/ 58073 h 225860"/>
                <a:gd name="connsiteX38" fmla="*/ 97726 w 851485"/>
                <a:gd name="connsiteY38" fmla="*/ 95320 h 225860"/>
                <a:gd name="connsiteX39" fmla="*/ 28649 w 851485"/>
                <a:gd name="connsiteY39" fmla="*/ 120151 h 225860"/>
                <a:gd name="connsiteX40" fmla="*/ 151 w 851485"/>
                <a:gd name="connsiteY40" fmla="*/ 166647 h 225860"/>
                <a:gd name="connsiteX41" fmla="*/ 40731 w 851485"/>
                <a:gd name="connsiteY41" fmla="*/ 197061 h 225860"/>
                <a:gd name="connsiteX42" fmla="*/ 75395 w 851485"/>
                <a:gd name="connsiteY42" fmla="*/ 200061 h 225860"/>
                <a:gd name="connsiteX43" fmla="*/ 75395 w 851485"/>
                <a:gd name="connsiteY43" fmla="*/ 200061 h 225860"/>
                <a:gd name="connsiteX44" fmla="*/ 705588 w 851485"/>
                <a:gd name="connsiteY44" fmla="*/ 148315 h 225860"/>
                <a:gd name="connsiteX45" fmla="*/ 688756 w 851485"/>
                <a:gd name="connsiteY45" fmla="*/ 148232 h 225860"/>
                <a:gd name="connsiteX46" fmla="*/ 649592 w 851485"/>
                <a:gd name="connsiteY46" fmla="*/ 148482 h 225860"/>
                <a:gd name="connsiteX47" fmla="*/ 614262 w 851485"/>
                <a:gd name="connsiteY47" fmla="*/ 142066 h 225860"/>
                <a:gd name="connsiteX48" fmla="*/ 588765 w 851485"/>
                <a:gd name="connsiteY48" fmla="*/ 136650 h 225860"/>
                <a:gd name="connsiteX49" fmla="*/ 592098 w 851485"/>
                <a:gd name="connsiteY49" fmla="*/ 126484 h 225860"/>
                <a:gd name="connsiteX50" fmla="*/ 609847 w 851485"/>
                <a:gd name="connsiteY50" fmla="*/ 128984 h 225860"/>
                <a:gd name="connsiteX51" fmla="*/ 649176 w 851485"/>
                <a:gd name="connsiteY51" fmla="*/ 131733 h 225860"/>
                <a:gd name="connsiteX52" fmla="*/ 714503 w 851485"/>
                <a:gd name="connsiteY52" fmla="*/ 140483 h 225860"/>
                <a:gd name="connsiteX53" fmla="*/ 705588 w 851485"/>
                <a:gd name="connsiteY53" fmla="*/ 148315 h 225860"/>
                <a:gd name="connsiteX54" fmla="*/ 705588 w 851485"/>
                <a:gd name="connsiteY54" fmla="*/ 148315 h 225860"/>
                <a:gd name="connsiteX55" fmla="*/ 780831 w 851485"/>
                <a:gd name="connsiteY55" fmla="*/ 95237 h 225860"/>
                <a:gd name="connsiteX56" fmla="*/ 814578 w 851485"/>
                <a:gd name="connsiteY56" fmla="*/ 92904 h 225860"/>
                <a:gd name="connsiteX57" fmla="*/ 839576 w 851485"/>
                <a:gd name="connsiteY57" fmla="*/ 123484 h 225860"/>
                <a:gd name="connsiteX58" fmla="*/ 777498 w 851485"/>
                <a:gd name="connsiteY58" fmla="*/ 139233 h 225860"/>
                <a:gd name="connsiteX59" fmla="*/ 712004 w 851485"/>
                <a:gd name="connsiteY59" fmla="*/ 129567 h 225860"/>
                <a:gd name="connsiteX60" fmla="*/ 646260 w 851485"/>
                <a:gd name="connsiteY60" fmla="*/ 119818 h 225860"/>
                <a:gd name="connsiteX61" fmla="*/ 594181 w 851485"/>
                <a:gd name="connsiteY61" fmla="*/ 116568 h 225860"/>
                <a:gd name="connsiteX62" fmla="*/ 595015 w 851485"/>
                <a:gd name="connsiteY62" fmla="*/ 106152 h 225860"/>
                <a:gd name="connsiteX63" fmla="*/ 601598 w 851485"/>
                <a:gd name="connsiteY63" fmla="*/ 105152 h 225860"/>
                <a:gd name="connsiteX64" fmla="*/ 620929 w 851485"/>
                <a:gd name="connsiteY64" fmla="*/ 104486 h 225860"/>
                <a:gd name="connsiteX65" fmla="*/ 651593 w 851485"/>
                <a:gd name="connsiteY65" fmla="*/ 101819 h 225860"/>
                <a:gd name="connsiteX66" fmla="*/ 713837 w 851485"/>
                <a:gd name="connsiteY66" fmla="*/ 98653 h 225860"/>
                <a:gd name="connsiteX67" fmla="*/ 780831 w 851485"/>
                <a:gd name="connsiteY67" fmla="*/ 95237 h 225860"/>
                <a:gd name="connsiteX68" fmla="*/ 780831 w 851485"/>
                <a:gd name="connsiteY68" fmla="*/ 95237 h 225860"/>
                <a:gd name="connsiteX69" fmla="*/ 784997 w 851485"/>
                <a:gd name="connsiteY69" fmla="*/ 29909 h 225860"/>
                <a:gd name="connsiteX70" fmla="*/ 816578 w 851485"/>
                <a:gd name="connsiteY70" fmla="*/ 17827 h 225860"/>
                <a:gd name="connsiteX71" fmla="*/ 834910 w 851485"/>
                <a:gd name="connsiteY71" fmla="*/ 35242 h 225860"/>
                <a:gd name="connsiteX72" fmla="*/ 816327 w 851485"/>
                <a:gd name="connsiteY72" fmla="*/ 50074 h 225860"/>
                <a:gd name="connsiteX73" fmla="*/ 784914 w 851485"/>
                <a:gd name="connsiteY73" fmla="*/ 61740 h 225860"/>
                <a:gd name="connsiteX74" fmla="*/ 714253 w 851485"/>
                <a:gd name="connsiteY74" fmla="*/ 75905 h 225860"/>
                <a:gd name="connsiteX75" fmla="*/ 646344 w 851485"/>
                <a:gd name="connsiteY75" fmla="*/ 86904 h 225860"/>
                <a:gd name="connsiteX76" fmla="*/ 594181 w 851485"/>
                <a:gd name="connsiteY76" fmla="*/ 94987 h 225860"/>
                <a:gd name="connsiteX77" fmla="*/ 593182 w 851485"/>
                <a:gd name="connsiteY77" fmla="*/ 89654 h 225860"/>
                <a:gd name="connsiteX78" fmla="*/ 592598 w 851485"/>
                <a:gd name="connsiteY78" fmla="*/ 87321 h 225860"/>
                <a:gd name="connsiteX79" fmla="*/ 697922 w 851485"/>
                <a:gd name="connsiteY79" fmla="*/ 63740 h 225860"/>
                <a:gd name="connsiteX80" fmla="*/ 757750 w 851485"/>
                <a:gd name="connsiteY80" fmla="*/ 41825 h 225860"/>
                <a:gd name="connsiteX81" fmla="*/ 784997 w 851485"/>
                <a:gd name="connsiteY81" fmla="*/ 29909 h 225860"/>
                <a:gd name="connsiteX82" fmla="*/ 784997 w 851485"/>
                <a:gd name="connsiteY82" fmla="*/ 29909 h 225860"/>
                <a:gd name="connsiteX83" fmla="*/ 654509 w 851485"/>
                <a:gd name="connsiteY83" fmla="*/ 38742 h 225860"/>
                <a:gd name="connsiteX84" fmla="*/ 689673 w 851485"/>
                <a:gd name="connsiteY84" fmla="*/ 29576 h 225860"/>
                <a:gd name="connsiteX85" fmla="*/ 722420 w 851485"/>
                <a:gd name="connsiteY85" fmla="*/ 27576 h 225860"/>
                <a:gd name="connsiteX86" fmla="*/ 732252 w 851485"/>
                <a:gd name="connsiteY86" fmla="*/ 38908 h 225860"/>
                <a:gd name="connsiteX87" fmla="*/ 730085 w 851485"/>
                <a:gd name="connsiteY87" fmla="*/ 39742 h 225860"/>
                <a:gd name="connsiteX88" fmla="*/ 660258 w 851485"/>
                <a:gd name="connsiteY88" fmla="*/ 65656 h 225860"/>
                <a:gd name="connsiteX89" fmla="*/ 616679 w 851485"/>
                <a:gd name="connsiteY89" fmla="*/ 76988 h 225860"/>
                <a:gd name="connsiteX90" fmla="*/ 591848 w 851485"/>
                <a:gd name="connsiteY90" fmla="*/ 79821 h 225860"/>
                <a:gd name="connsiteX91" fmla="*/ 589099 w 851485"/>
                <a:gd name="connsiteY91" fmla="*/ 67656 h 225860"/>
                <a:gd name="connsiteX92" fmla="*/ 589682 w 851485"/>
                <a:gd name="connsiteY92" fmla="*/ 66989 h 225860"/>
                <a:gd name="connsiteX93" fmla="*/ 654509 w 851485"/>
                <a:gd name="connsiteY93" fmla="*/ 38742 h 225860"/>
                <a:gd name="connsiteX94" fmla="*/ 654509 w 851485"/>
                <a:gd name="connsiteY94" fmla="*/ 38742 h 225860"/>
                <a:gd name="connsiteX95" fmla="*/ 17816 w 851485"/>
                <a:gd name="connsiteY95" fmla="*/ 169397 h 225860"/>
                <a:gd name="connsiteX96" fmla="*/ 35982 w 851485"/>
                <a:gd name="connsiteY96" fmla="*/ 134983 h 225860"/>
                <a:gd name="connsiteX97" fmla="*/ 90977 w 851485"/>
                <a:gd name="connsiteY97" fmla="*/ 114735 h 225860"/>
                <a:gd name="connsiteX98" fmla="*/ 93060 w 851485"/>
                <a:gd name="connsiteY98" fmla="*/ 174563 h 225860"/>
                <a:gd name="connsiteX99" fmla="*/ 100309 w 851485"/>
                <a:gd name="connsiteY99" fmla="*/ 170897 h 225860"/>
                <a:gd name="connsiteX100" fmla="*/ 93809 w 851485"/>
                <a:gd name="connsiteY100" fmla="*/ 144566 h 225860"/>
                <a:gd name="connsiteX101" fmla="*/ 94643 w 851485"/>
                <a:gd name="connsiteY101" fmla="*/ 113818 h 225860"/>
                <a:gd name="connsiteX102" fmla="*/ 95976 w 851485"/>
                <a:gd name="connsiteY102" fmla="*/ 113485 h 225860"/>
                <a:gd name="connsiteX103" fmla="*/ 151721 w 851485"/>
                <a:gd name="connsiteY103" fmla="*/ 89237 h 225860"/>
                <a:gd name="connsiteX104" fmla="*/ 178552 w 851485"/>
                <a:gd name="connsiteY104" fmla="*/ 72572 h 225860"/>
                <a:gd name="connsiteX105" fmla="*/ 212549 w 851485"/>
                <a:gd name="connsiteY105" fmla="*/ 64406 h 225860"/>
                <a:gd name="connsiteX106" fmla="*/ 219965 w 851485"/>
                <a:gd name="connsiteY106" fmla="*/ 63490 h 225860"/>
                <a:gd name="connsiteX107" fmla="*/ 219715 w 851485"/>
                <a:gd name="connsiteY107" fmla="*/ 148399 h 225860"/>
                <a:gd name="connsiteX108" fmla="*/ 221714 w 851485"/>
                <a:gd name="connsiteY108" fmla="*/ 147649 h 225860"/>
                <a:gd name="connsiteX109" fmla="*/ 222465 w 851485"/>
                <a:gd name="connsiteY109" fmla="*/ 93487 h 225860"/>
                <a:gd name="connsiteX110" fmla="*/ 227464 w 851485"/>
                <a:gd name="connsiteY110" fmla="*/ 74989 h 225860"/>
                <a:gd name="connsiteX111" fmla="*/ 229714 w 851485"/>
                <a:gd name="connsiteY111" fmla="*/ 61990 h 225860"/>
                <a:gd name="connsiteX112" fmla="*/ 267460 w 851485"/>
                <a:gd name="connsiteY112" fmla="*/ 51324 h 225860"/>
                <a:gd name="connsiteX113" fmla="*/ 323373 w 851485"/>
                <a:gd name="connsiteY113" fmla="*/ 23410 h 225860"/>
                <a:gd name="connsiteX114" fmla="*/ 353453 w 851485"/>
                <a:gd name="connsiteY114" fmla="*/ 23077 h 225860"/>
                <a:gd name="connsiteX115" fmla="*/ 338038 w 851485"/>
                <a:gd name="connsiteY115" fmla="*/ 37575 h 225860"/>
                <a:gd name="connsiteX116" fmla="*/ 323456 w 851485"/>
                <a:gd name="connsiteY116" fmla="*/ 76405 h 225860"/>
                <a:gd name="connsiteX117" fmla="*/ 340454 w 851485"/>
                <a:gd name="connsiteY117" fmla="*/ 154398 h 225860"/>
                <a:gd name="connsiteX118" fmla="*/ 346453 w 851485"/>
                <a:gd name="connsiteY118" fmla="*/ 151315 h 225860"/>
                <a:gd name="connsiteX119" fmla="*/ 336955 w 851485"/>
                <a:gd name="connsiteY119" fmla="*/ 73489 h 225860"/>
                <a:gd name="connsiteX120" fmla="*/ 349037 w 851485"/>
                <a:gd name="connsiteY120" fmla="*/ 40575 h 225860"/>
                <a:gd name="connsiteX121" fmla="*/ 361202 w 851485"/>
                <a:gd name="connsiteY121" fmla="*/ 24826 h 225860"/>
                <a:gd name="connsiteX122" fmla="*/ 401282 w 851485"/>
                <a:gd name="connsiteY122" fmla="*/ 32826 h 225860"/>
                <a:gd name="connsiteX123" fmla="*/ 457026 w 851485"/>
                <a:gd name="connsiteY123" fmla="*/ 19410 h 225860"/>
                <a:gd name="connsiteX124" fmla="*/ 450528 w 851485"/>
                <a:gd name="connsiteY124" fmla="*/ 26160 h 225860"/>
                <a:gd name="connsiteX125" fmla="*/ 433112 w 851485"/>
                <a:gd name="connsiteY125" fmla="*/ 62656 h 225860"/>
                <a:gd name="connsiteX126" fmla="*/ 449194 w 851485"/>
                <a:gd name="connsiteY126" fmla="*/ 144982 h 225860"/>
                <a:gd name="connsiteX127" fmla="*/ 455527 w 851485"/>
                <a:gd name="connsiteY127" fmla="*/ 141733 h 225860"/>
                <a:gd name="connsiteX128" fmla="*/ 445362 w 851485"/>
                <a:gd name="connsiteY128" fmla="*/ 62406 h 225860"/>
                <a:gd name="connsiteX129" fmla="*/ 463776 w 851485"/>
                <a:gd name="connsiteY129" fmla="*/ 26660 h 225860"/>
                <a:gd name="connsiteX130" fmla="*/ 476442 w 851485"/>
                <a:gd name="connsiteY130" fmla="*/ 14494 h 225860"/>
                <a:gd name="connsiteX131" fmla="*/ 509856 w 851485"/>
                <a:gd name="connsiteY131" fmla="*/ 15577 h 225860"/>
                <a:gd name="connsiteX132" fmla="*/ 549102 w 851485"/>
                <a:gd name="connsiteY132" fmla="*/ 35659 h 225860"/>
                <a:gd name="connsiteX133" fmla="*/ 558934 w 851485"/>
                <a:gd name="connsiteY133" fmla="*/ 43491 h 225860"/>
                <a:gd name="connsiteX134" fmla="*/ 577516 w 851485"/>
                <a:gd name="connsiteY134" fmla="*/ 88321 h 225860"/>
                <a:gd name="connsiteX135" fmla="*/ 563767 w 851485"/>
                <a:gd name="connsiteY135" fmla="*/ 151565 h 225860"/>
                <a:gd name="connsiteX136" fmla="*/ 520688 w 851485"/>
                <a:gd name="connsiteY136" fmla="*/ 197977 h 225860"/>
                <a:gd name="connsiteX137" fmla="*/ 511522 w 851485"/>
                <a:gd name="connsiteY137" fmla="*/ 183562 h 225860"/>
                <a:gd name="connsiteX138" fmla="*/ 495690 w 851485"/>
                <a:gd name="connsiteY138" fmla="*/ 144649 h 225860"/>
                <a:gd name="connsiteX139" fmla="*/ 509939 w 851485"/>
                <a:gd name="connsiteY139" fmla="*/ 67906 h 225860"/>
                <a:gd name="connsiteX140" fmla="*/ 509355 w 851485"/>
                <a:gd name="connsiteY140" fmla="*/ 67573 h 225860"/>
                <a:gd name="connsiteX141" fmla="*/ 482608 w 851485"/>
                <a:gd name="connsiteY141" fmla="*/ 144732 h 225860"/>
                <a:gd name="connsiteX142" fmla="*/ 507189 w 851485"/>
                <a:gd name="connsiteY142" fmla="*/ 204977 h 225860"/>
                <a:gd name="connsiteX143" fmla="*/ 448610 w 851485"/>
                <a:gd name="connsiteY143" fmla="*/ 210310 h 225860"/>
                <a:gd name="connsiteX144" fmla="*/ 415530 w 851485"/>
                <a:gd name="connsiteY144" fmla="*/ 203310 h 225860"/>
                <a:gd name="connsiteX145" fmla="*/ 416198 w 851485"/>
                <a:gd name="connsiteY145" fmla="*/ 200811 h 225860"/>
                <a:gd name="connsiteX146" fmla="*/ 402865 w 851485"/>
                <a:gd name="connsiteY146" fmla="*/ 161147 h 225860"/>
                <a:gd name="connsiteX147" fmla="*/ 398532 w 851485"/>
                <a:gd name="connsiteY147" fmla="*/ 102069 h 225860"/>
                <a:gd name="connsiteX148" fmla="*/ 397366 w 851485"/>
                <a:gd name="connsiteY148" fmla="*/ 101819 h 225860"/>
                <a:gd name="connsiteX149" fmla="*/ 404282 w 851485"/>
                <a:gd name="connsiteY149" fmla="*/ 199811 h 225860"/>
                <a:gd name="connsiteX150" fmla="*/ 378284 w 851485"/>
                <a:gd name="connsiteY150" fmla="*/ 192645 h 225860"/>
                <a:gd name="connsiteX151" fmla="*/ 318290 w 851485"/>
                <a:gd name="connsiteY151" fmla="*/ 197228 h 225860"/>
                <a:gd name="connsiteX152" fmla="*/ 309707 w 851485"/>
                <a:gd name="connsiteY152" fmla="*/ 184812 h 225860"/>
                <a:gd name="connsiteX153" fmla="*/ 297208 w 851485"/>
                <a:gd name="connsiteY153" fmla="*/ 162481 h 225860"/>
                <a:gd name="connsiteX154" fmla="*/ 286709 w 851485"/>
                <a:gd name="connsiteY154" fmla="*/ 122318 h 225860"/>
                <a:gd name="connsiteX155" fmla="*/ 294791 w 851485"/>
                <a:gd name="connsiteY155" fmla="*/ 75822 h 225860"/>
                <a:gd name="connsiteX156" fmla="*/ 292875 w 851485"/>
                <a:gd name="connsiteY156" fmla="*/ 75239 h 225860"/>
                <a:gd name="connsiteX157" fmla="*/ 275544 w 851485"/>
                <a:gd name="connsiteY157" fmla="*/ 126734 h 225860"/>
                <a:gd name="connsiteX158" fmla="*/ 284626 w 851485"/>
                <a:gd name="connsiteY158" fmla="*/ 169063 h 225860"/>
                <a:gd name="connsiteX159" fmla="*/ 301957 w 851485"/>
                <a:gd name="connsiteY159" fmla="*/ 199727 h 225860"/>
                <a:gd name="connsiteX160" fmla="*/ 247379 w 851485"/>
                <a:gd name="connsiteY160" fmla="*/ 193811 h 225860"/>
                <a:gd name="connsiteX161" fmla="*/ 184885 w 851485"/>
                <a:gd name="connsiteY161" fmla="*/ 190228 h 225860"/>
                <a:gd name="connsiteX162" fmla="*/ 165469 w 851485"/>
                <a:gd name="connsiteY162" fmla="*/ 193311 h 225860"/>
                <a:gd name="connsiteX163" fmla="*/ 164970 w 851485"/>
                <a:gd name="connsiteY163" fmla="*/ 191228 h 225860"/>
                <a:gd name="connsiteX164" fmla="*/ 146888 w 851485"/>
                <a:gd name="connsiteY164" fmla="*/ 150315 h 225860"/>
                <a:gd name="connsiteX165" fmla="*/ 149721 w 851485"/>
                <a:gd name="connsiteY165" fmla="*/ 94320 h 225860"/>
                <a:gd name="connsiteX166" fmla="*/ 148971 w 851485"/>
                <a:gd name="connsiteY166" fmla="*/ 93987 h 225860"/>
                <a:gd name="connsiteX167" fmla="*/ 150388 w 851485"/>
                <a:gd name="connsiteY167" fmla="*/ 192895 h 225860"/>
                <a:gd name="connsiteX168" fmla="*/ 149472 w 851485"/>
                <a:gd name="connsiteY168" fmla="*/ 192728 h 225860"/>
                <a:gd name="connsiteX169" fmla="*/ 114808 w 851485"/>
                <a:gd name="connsiteY169" fmla="*/ 184229 h 225860"/>
                <a:gd name="connsiteX170" fmla="*/ 47231 w 851485"/>
                <a:gd name="connsiteY170" fmla="*/ 182895 h 225860"/>
                <a:gd name="connsiteX171" fmla="*/ 17816 w 851485"/>
                <a:gd name="connsiteY171" fmla="*/ 169397 h 225860"/>
                <a:gd name="connsiteX172" fmla="*/ 17816 w 851485"/>
                <a:gd name="connsiteY172" fmla="*/ 169397 h 225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Lst>
              <a:rect l="l" t="t" r="r" b="b"/>
              <a:pathLst>
                <a:path w="851485" h="225860">
                  <a:moveTo>
                    <a:pt x="75395" y="200061"/>
                  </a:moveTo>
                  <a:cubicBezTo>
                    <a:pt x="91810" y="199561"/>
                    <a:pt x="107225" y="195894"/>
                    <a:pt x="123640" y="199561"/>
                  </a:cubicBezTo>
                  <a:cubicBezTo>
                    <a:pt x="135055" y="202060"/>
                    <a:pt x="145638" y="207977"/>
                    <a:pt x="157471" y="208310"/>
                  </a:cubicBezTo>
                  <a:cubicBezTo>
                    <a:pt x="171552" y="208726"/>
                    <a:pt x="185551" y="204560"/>
                    <a:pt x="199467" y="203310"/>
                  </a:cubicBezTo>
                  <a:cubicBezTo>
                    <a:pt x="228548" y="200644"/>
                    <a:pt x="254378" y="215226"/>
                    <a:pt x="283042" y="216392"/>
                  </a:cubicBezTo>
                  <a:cubicBezTo>
                    <a:pt x="294125" y="216809"/>
                    <a:pt x="305457" y="216059"/>
                    <a:pt x="316372" y="213893"/>
                  </a:cubicBezTo>
                  <a:cubicBezTo>
                    <a:pt x="330622" y="211060"/>
                    <a:pt x="344037" y="205060"/>
                    <a:pt x="358703" y="204394"/>
                  </a:cubicBezTo>
                  <a:cubicBezTo>
                    <a:pt x="389199" y="203144"/>
                    <a:pt x="418947" y="221475"/>
                    <a:pt x="449445" y="224558"/>
                  </a:cubicBezTo>
                  <a:cubicBezTo>
                    <a:pt x="474275" y="227058"/>
                    <a:pt x="499023" y="226975"/>
                    <a:pt x="521521" y="214976"/>
                  </a:cubicBezTo>
                  <a:cubicBezTo>
                    <a:pt x="543936" y="203060"/>
                    <a:pt x="562851" y="184562"/>
                    <a:pt x="575599" y="162731"/>
                  </a:cubicBezTo>
                  <a:cubicBezTo>
                    <a:pt x="578183" y="158398"/>
                    <a:pt x="580599" y="153981"/>
                    <a:pt x="582766" y="149648"/>
                  </a:cubicBezTo>
                  <a:cubicBezTo>
                    <a:pt x="595514" y="153315"/>
                    <a:pt x="608513" y="154065"/>
                    <a:pt x="621595" y="155648"/>
                  </a:cubicBezTo>
                  <a:cubicBezTo>
                    <a:pt x="638594" y="157731"/>
                    <a:pt x="655593" y="160897"/>
                    <a:pt x="672841" y="159398"/>
                  </a:cubicBezTo>
                  <a:cubicBezTo>
                    <a:pt x="682173" y="158564"/>
                    <a:pt x="691173" y="157564"/>
                    <a:pt x="700588" y="157398"/>
                  </a:cubicBezTo>
                  <a:cubicBezTo>
                    <a:pt x="705004" y="157314"/>
                    <a:pt x="709921" y="157731"/>
                    <a:pt x="714004" y="155898"/>
                  </a:cubicBezTo>
                  <a:cubicBezTo>
                    <a:pt x="721087" y="152732"/>
                    <a:pt x="721419" y="147315"/>
                    <a:pt x="720586" y="141316"/>
                  </a:cubicBezTo>
                  <a:cubicBezTo>
                    <a:pt x="724586" y="141983"/>
                    <a:pt x="728669" y="142566"/>
                    <a:pt x="732669" y="143232"/>
                  </a:cubicBezTo>
                  <a:cubicBezTo>
                    <a:pt x="758166" y="147232"/>
                    <a:pt x="783247" y="151482"/>
                    <a:pt x="809078" y="147732"/>
                  </a:cubicBezTo>
                  <a:cubicBezTo>
                    <a:pt x="822077" y="145816"/>
                    <a:pt x="847075" y="143482"/>
                    <a:pt x="850991" y="127234"/>
                  </a:cubicBezTo>
                  <a:cubicBezTo>
                    <a:pt x="854491" y="112652"/>
                    <a:pt x="838659" y="92070"/>
                    <a:pt x="827077" y="85488"/>
                  </a:cubicBezTo>
                  <a:cubicBezTo>
                    <a:pt x="807746" y="74655"/>
                    <a:pt x="777081" y="83571"/>
                    <a:pt x="756333" y="84821"/>
                  </a:cubicBezTo>
                  <a:cubicBezTo>
                    <a:pt x="737084" y="85988"/>
                    <a:pt x="717753" y="86071"/>
                    <a:pt x="698422" y="86987"/>
                  </a:cubicBezTo>
                  <a:cubicBezTo>
                    <a:pt x="715170" y="83821"/>
                    <a:pt x="731918" y="80738"/>
                    <a:pt x="748750" y="78072"/>
                  </a:cubicBezTo>
                  <a:cubicBezTo>
                    <a:pt x="774664" y="74072"/>
                    <a:pt x="800413" y="67239"/>
                    <a:pt x="824327" y="56324"/>
                  </a:cubicBezTo>
                  <a:cubicBezTo>
                    <a:pt x="840492" y="48991"/>
                    <a:pt x="854740" y="41075"/>
                    <a:pt x="843909" y="21410"/>
                  </a:cubicBezTo>
                  <a:cubicBezTo>
                    <a:pt x="833992" y="3495"/>
                    <a:pt x="814078" y="2495"/>
                    <a:pt x="797413" y="10161"/>
                  </a:cubicBezTo>
                  <a:cubicBezTo>
                    <a:pt x="777415" y="19410"/>
                    <a:pt x="757999" y="28576"/>
                    <a:pt x="737585" y="36659"/>
                  </a:cubicBezTo>
                  <a:cubicBezTo>
                    <a:pt x="734418" y="27243"/>
                    <a:pt x="728835" y="16744"/>
                    <a:pt x="719503" y="14327"/>
                  </a:cubicBezTo>
                  <a:cubicBezTo>
                    <a:pt x="706338" y="10911"/>
                    <a:pt x="685506" y="18994"/>
                    <a:pt x="672757" y="22243"/>
                  </a:cubicBezTo>
                  <a:cubicBezTo>
                    <a:pt x="656009" y="26576"/>
                    <a:pt x="639760" y="31742"/>
                    <a:pt x="623429" y="37409"/>
                  </a:cubicBezTo>
                  <a:cubicBezTo>
                    <a:pt x="609513" y="42242"/>
                    <a:pt x="594931" y="46074"/>
                    <a:pt x="582682" y="54657"/>
                  </a:cubicBezTo>
                  <a:cubicBezTo>
                    <a:pt x="570184" y="33576"/>
                    <a:pt x="547019" y="16244"/>
                    <a:pt x="527271" y="7661"/>
                  </a:cubicBezTo>
                  <a:cubicBezTo>
                    <a:pt x="504106" y="-2338"/>
                    <a:pt x="483358" y="-1588"/>
                    <a:pt x="459276" y="4412"/>
                  </a:cubicBezTo>
                  <a:cubicBezTo>
                    <a:pt x="446611" y="7578"/>
                    <a:pt x="434279" y="11911"/>
                    <a:pt x="421696" y="15494"/>
                  </a:cubicBezTo>
                  <a:cubicBezTo>
                    <a:pt x="405615" y="20077"/>
                    <a:pt x="391033" y="17494"/>
                    <a:pt x="375118" y="13494"/>
                  </a:cubicBezTo>
                  <a:cubicBezTo>
                    <a:pt x="350953" y="7411"/>
                    <a:pt x="330205" y="4412"/>
                    <a:pt x="306541" y="13994"/>
                  </a:cubicBezTo>
                  <a:cubicBezTo>
                    <a:pt x="282209" y="23827"/>
                    <a:pt x="261294" y="39908"/>
                    <a:pt x="235046" y="44825"/>
                  </a:cubicBezTo>
                  <a:cubicBezTo>
                    <a:pt x="213215" y="48908"/>
                    <a:pt x="190300" y="47658"/>
                    <a:pt x="170053" y="58073"/>
                  </a:cubicBezTo>
                  <a:cubicBezTo>
                    <a:pt x="145389" y="70739"/>
                    <a:pt x="124723" y="86904"/>
                    <a:pt x="97726" y="95320"/>
                  </a:cubicBezTo>
                  <a:cubicBezTo>
                    <a:pt x="74145" y="102736"/>
                    <a:pt x="49230" y="105319"/>
                    <a:pt x="28649" y="120151"/>
                  </a:cubicBezTo>
                  <a:cubicBezTo>
                    <a:pt x="14900" y="129984"/>
                    <a:pt x="-1765" y="148149"/>
                    <a:pt x="151" y="166647"/>
                  </a:cubicBezTo>
                  <a:cubicBezTo>
                    <a:pt x="2234" y="186062"/>
                    <a:pt x="24483" y="193811"/>
                    <a:pt x="40731" y="197061"/>
                  </a:cubicBezTo>
                  <a:cubicBezTo>
                    <a:pt x="52147" y="199394"/>
                    <a:pt x="63646" y="200394"/>
                    <a:pt x="75395" y="200061"/>
                  </a:cubicBezTo>
                  <a:lnTo>
                    <a:pt x="75395" y="200061"/>
                  </a:lnTo>
                  <a:close/>
                  <a:moveTo>
                    <a:pt x="705588" y="148315"/>
                  </a:moveTo>
                  <a:cubicBezTo>
                    <a:pt x="700921" y="149732"/>
                    <a:pt x="693589" y="148065"/>
                    <a:pt x="688756" y="148232"/>
                  </a:cubicBezTo>
                  <a:cubicBezTo>
                    <a:pt x="675508" y="148649"/>
                    <a:pt x="662925" y="150232"/>
                    <a:pt x="649592" y="148482"/>
                  </a:cubicBezTo>
                  <a:cubicBezTo>
                    <a:pt x="637677" y="146982"/>
                    <a:pt x="626095" y="143816"/>
                    <a:pt x="614262" y="142066"/>
                  </a:cubicBezTo>
                  <a:cubicBezTo>
                    <a:pt x="605680" y="140733"/>
                    <a:pt x="597014" y="139399"/>
                    <a:pt x="588765" y="136650"/>
                  </a:cubicBezTo>
                  <a:cubicBezTo>
                    <a:pt x="590015" y="133317"/>
                    <a:pt x="591182" y="129900"/>
                    <a:pt x="592098" y="126484"/>
                  </a:cubicBezTo>
                  <a:cubicBezTo>
                    <a:pt x="597431" y="129484"/>
                    <a:pt x="602763" y="128817"/>
                    <a:pt x="609847" y="128984"/>
                  </a:cubicBezTo>
                  <a:cubicBezTo>
                    <a:pt x="622928" y="129234"/>
                    <a:pt x="636094" y="130484"/>
                    <a:pt x="649176" y="131733"/>
                  </a:cubicBezTo>
                  <a:cubicBezTo>
                    <a:pt x="670924" y="133733"/>
                    <a:pt x="692839" y="137066"/>
                    <a:pt x="714503" y="140483"/>
                  </a:cubicBezTo>
                  <a:cubicBezTo>
                    <a:pt x="712921" y="143982"/>
                    <a:pt x="710671" y="146732"/>
                    <a:pt x="705588" y="148315"/>
                  </a:cubicBezTo>
                  <a:lnTo>
                    <a:pt x="705588" y="148315"/>
                  </a:lnTo>
                  <a:close/>
                  <a:moveTo>
                    <a:pt x="780831" y="95237"/>
                  </a:moveTo>
                  <a:cubicBezTo>
                    <a:pt x="791164" y="94237"/>
                    <a:pt x="804246" y="91070"/>
                    <a:pt x="814578" y="92904"/>
                  </a:cubicBezTo>
                  <a:cubicBezTo>
                    <a:pt x="824660" y="94653"/>
                    <a:pt x="840826" y="112069"/>
                    <a:pt x="839576" y="123484"/>
                  </a:cubicBezTo>
                  <a:cubicBezTo>
                    <a:pt x="837659" y="140983"/>
                    <a:pt x="790580" y="139983"/>
                    <a:pt x="777498" y="139233"/>
                  </a:cubicBezTo>
                  <a:cubicBezTo>
                    <a:pt x="755417" y="137983"/>
                    <a:pt x="733836" y="132817"/>
                    <a:pt x="712004" y="129567"/>
                  </a:cubicBezTo>
                  <a:cubicBezTo>
                    <a:pt x="690090" y="126317"/>
                    <a:pt x="668258" y="121901"/>
                    <a:pt x="646260" y="119818"/>
                  </a:cubicBezTo>
                  <a:cubicBezTo>
                    <a:pt x="628844" y="118151"/>
                    <a:pt x="611513" y="117735"/>
                    <a:pt x="594181" y="116568"/>
                  </a:cubicBezTo>
                  <a:cubicBezTo>
                    <a:pt x="594681" y="113152"/>
                    <a:pt x="594931" y="109735"/>
                    <a:pt x="595015" y="106152"/>
                  </a:cubicBezTo>
                  <a:cubicBezTo>
                    <a:pt x="597181" y="105819"/>
                    <a:pt x="599431" y="105486"/>
                    <a:pt x="601598" y="105152"/>
                  </a:cubicBezTo>
                  <a:cubicBezTo>
                    <a:pt x="608180" y="105402"/>
                    <a:pt x="619595" y="104653"/>
                    <a:pt x="620929" y="104486"/>
                  </a:cubicBezTo>
                  <a:cubicBezTo>
                    <a:pt x="631094" y="103236"/>
                    <a:pt x="641343" y="102236"/>
                    <a:pt x="651593" y="101819"/>
                  </a:cubicBezTo>
                  <a:cubicBezTo>
                    <a:pt x="672341" y="100903"/>
                    <a:pt x="693089" y="99236"/>
                    <a:pt x="713837" y="98653"/>
                  </a:cubicBezTo>
                  <a:cubicBezTo>
                    <a:pt x="736085" y="97986"/>
                    <a:pt x="758583" y="97403"/>
                    <a:pt x="780831" y="95237"/>
                  </a:cubicBezTo>
                  <a:lnTo>
                    <a:pt x="780831" y="95237"/>
                  </a:lnTo>
                  <a:close/>
                  <a:moveTo>
                    <a:pt x="784997" y="29909"/>
                  </a:moveTo>
                  <a:cubicBezTo>
                    <a:pt x="795413" y="24826"/>
                    <a:pt x="804663" y="17744"/>
                    <a:pt x="816578" y="17827"/>
                  </a:cubicBezTo>
                  <a:cubicBezTo>
                    <a:pt x="826327" y="17910"/>
                    <a:pt x="837242" y="23743"/>
                    <a:pt x="834910" y="35242"/>
                  </a:cubicBezTo>
                  <a:cubicBezTo>
                    <a:pt x="833076" y="44408"/>
                    <a:pt x="824827" y="46324"/>
                    <a:pt x="816327" y="50074"/>
                  </a:cubicBezTo>
                  <a:cubicBezTo>
                    <a:pt x="806162" y="54574"/>
                    <a:pt x="795496" y="58407"/>
                    <a:pt x="784914" y="61740"/>
                  </a:cubicBezTo>
                  <a:cubicBezTo>
                    <a:pt x="762000" y="68906"/>
                    <a:pt x="737835" y="71905"/>
                    <a:pt x="714253" y="75905"/>
                  </a:cubicBezTo>
                  <a:cubicBezTo>
                    <a:pt x="691672" y="79738"/>
                    <a:pt x="669008" y="83571"/>
                    <a:pt x="646344" y="86904"/>
                  </a:cubicBezTo>
                  <a:cubicBezTo>
                    <a:pt x="630595" y="89154"/>
                    <a:pt x="610179" y="89571"/>
                    <a:pt x="594181" y="94987"/>
                  </a:cubicBezTo>
                  <a:cubicBezTo>
                    <a:pt x="593931" y="93237"/>
                    <a:pt x="593598" y="91487"/>
                    <a:pt x="593182" y="89654"/>
                  </a:cubicBezTo>
                  <a:cubicBezTo>
                    <a:pt x="593015" y="88904"/>
                    <a:pt x="592765" y="88071"/>
                    <a:pt x="592598" y="87321"/>
                  </a:cubicBezTo>
                  <a:cubicBezTo>
                    <a:pt x="627928" y="91070"/>
                    <a:pt x="665758" y="75822"/>
                    <a:pt x="697922" y="63740"/>
                  </a:cubicBezTo>
                  <a:cubicBezTo>
                    <a:pt x="717753" y="56240"/>
                    <a:pt x="738168" y="49907"/>
                    <a:pt x="757750" y="41825"/>
                  </a:cubicBezTo>
                  <a:cubicBezTo>
                    <a:pt x="766832" y="37992"/>
                    <a:pt x="776081" y="34159"/>
                    <a:pt x="784997" y="29909"/>
                  </a:cubicBezTo>
                  <a:lnTo>
                    <a:pt x="784997" y="29909"/>
                  </a:lnTo>
                  <a:close/>
                  <a:moveTo>
                    <a:pt x="654509" y="38742"/>
                  </a:moveTo>
                  <a:cubicBezTo>
                    <a:pt x="666092" y="35075"/>
                    <a:pt x="677840" y="32159"/>
                    <a:pt x="689673" y="29576"/>
                  </a:cubicBezTo>
                  <a:cubicBezTo>
                    <a:pt x="699422" y="27410"/>
                    <a:pt x="712754" y="22160"/>
                    <a:pt x="722420" y="27576"/>
                  </a:cubicBezTo>
                  <a:cubicBezTo>
                    <a:pt x="725503" y="29326"/>
                    <a:pt x="729252" y="34326"/>
                    <a:pt x="732252" y="38908"/>
                  </a:cubicBezTo>
                  <a:cubicBezTo>
                    <a:pt x="731502" y="39158"/>
                    <a:pt x="730753" y="39492"/>
                    <a:pt x="730085" y="39742"/>
                  </a:cubicBezTo>
                  <a:cubicBezTo>
                    <a:pt x="706755" y="48408"/>
                    <a:pt x="684089" y="58490"/>
                    <a:pt x="660258" y="65656"/>
                  </a:cubicBezTo>
                  <a:cubicBezTo>
                    <a:pt x="645760" y="69989"/>
                    <a:pt x="631595" y="74489"/>
                    <a:pt x="616679" y="76988"/>
                  </a:cubicBezTo>
                  <a:cubicBezTo>
                    <a:pt x="608430" y="78405"/>
                    <a:pt x="600014" y="78322"/>
                    <a:pt x="591848" y="79821"/>
                  </a:cubicBezTo>
                  <a:cubicBezTo>
                    <a:pt x="591431" y="75655"/>
                    <a:pt x="590431" y="71656"/>
                    <a:pt x="589099" y="67656"/>
                  </a:cubicBezTo>
                  <a:cubicBezTo>
                    <a:pt x="589265" y="67406"/>
                    <a:pt x="589515" y="67239"/>
                    <a:pt x="589682" y="66989"/>
                  </a:cubicBezTo>
                  <a:cubicBezTo>
                    <a:pt x="610680" y="56490"/>
                    <a:pt x="631844" y="45991"/>
                    <a:pt x="654509" y="38742"/>
                  </a:cubicBezTo>
                  <a:lnTo>
                    <a:pt x="654509" y="38742"/>
                  </a:lnTo>
                  <a:close/>
                  <a:moveTo>
                    <a:pt x="17816" y="169397"/>
                  </a:moveTo>
                  <a:cubicBezTo>
                    <a:pt x="11233" y="156981"/>
                    <a:pt x="27399" y="141399"/>
                    <a:pt x="35982" y="134983"/>
                  </a:cubicBezTo>
                  <a:cubicBezTo>
                    <a:pt x="52313" y="122734"/>
                    <a:pt x="71811" y="119651"/>
                    <a:pt x="90977" y="114735"/>
                  </a:cubicBezTo>
                  <a:cubicBezTo>
                    <a:pt x="86810" y="133233"/>
                    <a:pt x="81144" y="158648"/>
                    <a:pt x="93060" y="174563"/>
                  </a:cubicBezTo>
                  <a:cubicBezTo>
                    <a:pt x="95976" y="178396"/>
                    <a:pt x="101392" y="175313"/>
                    <a:pt x="100309" y="170897"/>
                  </a:cubicBezTo>
                  <a:cubicBezTo>
                    <a:pt x="97976" y="161731"/>
                    <a:pt x="94226" y="154398"/>
                    <a:pt x="93809" y="144566"/>
                  </a:cubicBezTo>
                  <a:cubicBezTo>
                    <a:pt x="93392" y="134400"/>
                    <a:pt x="93559" y="123901"/>
                    <a:pt x="94643" y="113818"/>
                  </a:cubicBezTo>
                  <a:cubicBezTo>
                    <a:pt x="95060" y="113735"/>
                    <a:pt x="95559" y="113568"/>
                    <a:pt x="95976" y="113485"/>
                  </a:cubicBezTo>
                  <a:cubicBezTo>
                    <a:pt x="115641" y="107986"/>
                    <a:pt x="134139" y="99736"/>
                    <a:pt x="151721" y="89237"/>
                  </a:cubicBezTo>
                  <a:cubicBezTo>
                    <a:pt x="160720" y="83904"/>
                    <a:pt x="169136" y="77155"/>
                    <a:pt x="178552" y="72572"/>
                  </a:cubicBezTo>
                  <a:cubicBezTo>
                    <a:pt x="189217" y="67406"/>
                    <a:pt x="200883" y="65739"/>
                    <a:pt x="212549" y="64406"/>
                  </a:cubicBezTo>
                  <a:cubicBezTo>
                    <a:pt x="215049" y="64156"/>
                    <a:pt x="217465" y="63823"/>
                    <a:pt x="219965" y="63490"/>
                  </a:cubicBezTo>
                  <a:cubicBezTo>
                    <a:pt x="207633" y="90320"/>
                    <a:pt x="206299" y="121151"/>
                    <a:pt x="219715" y="148399"/>
                  </a:cubicBezTo>
                  <a:cubicBezTo>
                    <a:pt x="220299" y="149648"/>
                    <a:pt x="222048" y="149065"/>
                    <a:pt x="221714" y="147649"/>
                  </a:cubicBezTo>
                  <a:cubicBezTo>
                    <a:pt x="217632" y="129984"/>
                    <a:pt x="219798" y="111235"/>
                    <a:pt x="222465" y="93487"/>
                  </a:cubicBezTo>
                  <a:cubicBezTo>
                    <a:pt x="223382" y="87154"/>
                    <a:pt x="226131" y="81238"/>
                    <a:pt x="227464" y="74989"/>
                  </a:cubicBezTo>
                  <a:cubicBezTo>
                    <a:pt x="228381" y="70739"/>
                    <a:pt x="228964" y="66323"/>
                    <a:pt x="229714" y="61990"/>
                  </a:cubicBezTo>
                  <a:cubicBezTo>
                    <a:pt x="242629" y="59990"/>
                    <a:pt x="255212" y="57073"/>
                    <a:pt x="267460" y="51324"/>
                  </a:cubicBezTo>
                  <a:cubicBezTo>
                    <a:pt x="286292" y="42491"/>
                    <a:pt x="303041" y="28909"/>
                    <a:pt x="323373" y="23410"/>
                  </a:cubicBezTo>
                  <a:cubicBezTo>
                    <a:pt x="333538" y="20660"/>
                    <a:pt x="343537" y="21243"/>
                    <a:pt x="353453" y="23077"/>
                  </a:cubicBezTo>
                  <a:cubicBezTo>
                    <a:pt x="347953" y="27243"/>
                    <a:pt x="342037" y="30659"/>
                    <a:pt x="338038" y="37575"/>
                  </a:cubicBezTo>
                  <a:cubicBezTo>
                    <a:pt x="331371" y="48991"/>
                    <a:pt x="325705" y="63406"/>
                    <a:pt x="323456" y="76405"/>
                  </a:cubicBezTo>
                  <a:cubicBezTo>
                    <a:pt x="319206" y="101736"/>
                    <a:pt x="328955" y="132233"/>
                    <a:pt x="340454" y="154398"/>
                  </a:cubicBezTo>
                  <a:cubicBezTo>
                    <a:pt x="342287" y="158064"/>
                    <a:pt x="347454" y="154815"/>
                    <a:pt x="346453" y="151315"/>
                  </a:cubicBezTo>
                  <a:cubicBezTo>
                    <a:pt x="339704" y="127650"/>
                    <a:pt x="330954" y="97903"/>
                    <a:pt x="336955" y="73489"/>
                  </a:cubicBezTo>
                  <a:cubicBezTo>
                    <a:pt x="339621" y="62573"/>
                    <a:pt x="343787" y="50657"/>
                    <a:pt x="349037" y="40575"/>
                  </a:cubicBezTo>
                  <a:cubicBezTo>
                    <a:pt x="352203" y="34409"/>
                    <a:pt x="357119" y="29993"/>
                    <a:pt x="361202" y="24826"/>
                  </a:cubicBezTo>
                  <a:cubicBezTo>
                    <a:pt x="374535" y="27909"/>
                    <a:pt x="387783" y="32242"/>
                    <a:pt x="401282" y="32826"/>
                  </a:cubicBezTo>
                  <a:cubicBezTo>
                    <a:pt x="420281" y="33576"/>
                    <a:pt x="438779" y="25076"/>
                    <a:pt x="457026" y="19410"/>
                  </a:cubicBezTo>
                  <a:cubicBezTo>
                    <a:pt x="454777" y="21410"/>
                    <a:pt x="452611" y="23660"/>
                    <a:pt x="450528" y="26160"/>
                  </a:cubicBezTo>
                  <a:cubicBezTo>
                    <a:pt x="441695" y="36909"/>
                    <a:pt x="435529" y="48824"/>
                    <a:pt x="433112" y="62656"/>
                  </a:cubicBezTo>
                  <a:cubicBezTo>
                    <a:pt x="428613" y="88571"/>
                    <a:pt x="433446" y="123484"/>
                    <a:pt x="449194" y="144982"/>
                  </a:cubicBezTo>
                  <a:cubicBezTo>
                    <a:pt x="451444" y="148149"/>
                    <a:pt x="457360" y="145565"/>
                    <a:pt x="455527" y="141733"/>
                  </a:cubicBezTo>
                  <a:cubicBezTo>
                    <a:pt x="444611" y="118901"/>
                    <a:pt x="440528" y="87321"/>
                    <a:pt x="445362" y="62406"/>
                  </a:cubicBezTo>
                  <a:cubicBezTo>
                    <a:pt x="448028" y="48908"/>
                    <a:pt x="455194" y="37242"/>
                    <a:pt x="463776" y="26660"/>
                  </a:cubicBezTo>
                  <a:cubicBezTo>
                    <a:pt x="467193" y="22410"/>
                    <a:pt x="472359" y="18744"/>
                    <a:pt x="476442" y="14494"/>
                  </a:cubicBezTo>
                  <a:cubicBezTo>
                    <a:pt x="487607" y="12494"/>
                    <a:pt x="498273" y="12161"/>
                    <a:pt x="509856" y="15577"/>
                  </a:cubicBezTo>
                  <a:cubicBezTo>
                    <a:pt x="524188" y="19743"/>
                    <a:pt x="537020" y="26993"/>
                    <a:pt x="549102" y="35659"/>
                  </a:cubicBezTo>
                  <a:cubicBezTo>
                    <a:pt x="552435" y="37992"/>
                    <a:pt x="555768" y="40658"/>
                    <a:pt x="558934" y="43491"/>
                  </a:cubicBezTo>
                  <a:cubicBezTo>
                    <a:pt x="568184" y="56824"/>
                    <a:pt x="573933" y="72572"/>
                    <a:pt x="577516" y="88321"/>
                  </a:cubicBezTo>
                  <a:cubicBezTo>
                    <a:pt x="582849" y="111735"/>
                    <a:pt x="574766" y="131233"/>
                    <a:pt x="563767" y="151565"/>
                  </a:cubicBezTo>
                  <a:cubicBezTo>
                    <a:pt x="553518" y="170563"/>
                    <a:pt x="538936" y="186395"/>
                    <a:pt x="520688" y="197977"/>
                  </a:cubicBezTo>
                  <a:cubicBezTo>
                    <a:pt x="518604" y="192895"/>
                    <a:pt x="514271" y="188395"/>
                    <a:pt x="511522" y="183562"/>
                  </a:cubicBezTo>
                  <a:cubicBezTo>
                    <a:pt x="504772" y="171980"/>
                    <a:pt x="499773" y="157481"/>
                    <a:pt x="495690" y="144649"/>
                  </a:cubicBezTo>
                  <a:cubicBezTo>
                    <a:pt x="487524" y="119318"/>
                    <a:pt x="497773" y="90071"/>
                    <a:pt x="509939" y="67906"/>
                  </a:cubicBezTo>
                  <a:cubicBezTo>
                    <a:pt x="510105" y="67573"/>
                    <a:pt x="509606" y="67239"/>
                    <a:pt x="509355" y="67573"/>
                  </a:cubicBezTo>
                  <a:cubicBezTo>
                    <a:pt x="493607" y="89987"/>
                    <a:pt x="478025" y="116068"/>
                    <a:pt x="482608" y="144732"/>
                  </a:cubicBezTo>
                  <a:cubicBezTo>
                    <a:pt x="484441" y="156315"/>
                    <a:pt x="492774" y="193228"/>
                    <a:pt x="507189" y="204977"/>
                  </a:cubicBezTo>
                  <a:cubicBezTo>
                    <a:pt x="488691" y="212393"/>
                    <a:pt x="468859" y="212393"/>
                    <a:pt x="448610" y="210310"/>
                  </a:cubicBezTo>
                  <a:cubicBezTo>
                    <a:pt x="437278" y="209143"/>
                    <a:pt x="426363" y="206393"/>
                    <a:pt x="415530" y="203310"/>
                  </a:cubicBezTo>
                  <a:cubicBezTo>
                    <a:pt x="415947" y="202644"/>
                    <a:pt x="416198" y="201810"/>
                    <a:pt x="416198" y="200811"/>
                  </a:cubicBezTo>
                  <a:cubicBezTo>
                    <a:pt x="416530" y="187895"/>
                    <a:pt x="406532" y="173396"/>
                    <a:pt x="402865" y="161147"/>
                  </a:cubicBezTo>
                  <a:cubicBezTo>
                    <a:pt x="397366" y="142899"/>
                    <a:pt x="396366" y="120984"/>
                    <a:pt x="398532" y="102069"/>
                  </a:cubicBezTo>
                  <a:cubicBezTo>
                    <a:pt x="398615" y="101319"/>
                    <a:pt x="397615" y="101153"/>
                    <a:pt x="397366" y="101819"/>
                  </a:cubicBezTo>
                  <a:cubicBezTo>
                    <a:pt x="387533" y="136316"/>
                    <a:pt x="392783" y="166897"/>
                    <a:pt x="404282" y="199811"/>
                  </a:cubicBezTo>
                  <a:cubicBezTo>
                    <a:pt x="395699" y="197228"/>
                    <a:pt x="387034" y="194644"/>
                    <a:pt x="378284" y="192645"/>
                  </a:cubicBezTo>
                  <a:cubicBezTo>
                    <a:pt x="357035" y="187812"/>
                    <a:pt x="338871" y="192895"/>
                    <a:pt x="318290" y="197228"/>
                  </a:cubicBezTo>
                  <a:cubicBezTo>
                    <a:pt x="315539" y="192978"/>
                    <a:pt x="311957" y="188812"/>
                    <a:pt x="309707" y="184812"/>
                  </a:cubicBezTo>
                  <a:cubicBezTo>
                    <a:pt x="305457" y="177313"/>
                    <a:pt x="301124" y="170230"/>
                    <a:pt x="297208" y="162481"/>
                  </a:cubicBezTo>
                  <a:cubicBezTo>
                    <a:pt x="290959" y="150148"/>
                    <a:pt x="287043" y="136150"/>
                    <a:pt x="286709" y="122318"/>
                  </a:cubicBezTo>
                  <a:cubicBezTo>
                    <a:pt x="286375" y="106236"/>
                    <a:pt x="291125" y="91404"/>
                    <a:pt x="294791" y="75822"/>
                  </a:cubicBezTo>
                  <a:cubicBezTo>
                    <a:pt x="295042" y="74739"/>
                    <a:pt x="293374" y="74155"/>
                    <a:pt x="292875" y="75239"/>
                  </a:cubicBezTo>
                  <a:cubicBezTo>
                    <a:pt x="285793" y="92487"/>
                    <a:pt x="277126" y="107902"/>
                    <a:pt x="275544" y="126734"/>
                  </a:cubicBezTo>
                  <a:cubicBezTo>
                    <a:pt x="274293" y="141149"/>
                    <a:pt x="278627" y="156065"/>
                    <a:pt x="284626" y="169063"/>
                  </a:cubicBezTo>
                  <a:cubicBezTo>
                    <a:pt x="287043" y="174313"/>
                    <a:pt x="293875" y="189645"/>
                    <a:pt x="301957" y="199727"/>
                  </a:cubicBezTo>
                  <a:cubicBezTo>
                    <a:pt x="283626" y="201227"/>
                    <a:pt x="265377" y="198727"/>
                    <a:pt x="247379" y="193811"/>
                  </a:cubicBezTo>
                  <a:cubicBezTo>
                    <a:pt x="225964" y="187895"/>
                    <a:pt x="206882" y="186562"/>
                    <a:pt x="184885" y="190228"/>
                  </a:cubicBezTo>
                  <a:cubicBezTo>
                    <a:pt x="178469" y="191311"/>
                    <a:pt x="171969" y="192645"/>
                    <a:pt x="165469" y="193311"/>
                  </a:cubicBezTo>
                  <a:cubicBezTo>
                    <a:pt x="165386" y="192645"/>
                    <a:pt x="165303" y="191978"/>
                    <a:pt x="164970" y="191228"/>
                  </a:cubicBezTo>
                  <a:cubicBezTo>
                    <a:pt x="158970" y="177479"/>
                    <a:pt x="149888" y="165230"/>
                    <a:pt x="146888" y="150315"/>
                  </a:cubicBezTo>
                  <a:cubicBezTo>
                    <a:pt x="143055" y="131067"/>
                    <a:pt x="141805" y="112818"/>
                    <a:pt x="149721" y="94320"/>
                  </a:cubicBezTo>
                  <a:cubicBezTo>
                    <a:pt x="149971" y="93820"/>
                    <a:pt x="149221" y="93487"/>
                    <a:pt x="148971" y="93987"/>
                  </a:cubicBezTo>
                  <a:cubicBezTo>
                    <a:pt x="129723" y="126317"/>
                    <a:pt x="133972" y="160981"/>
                    <a:pt x="150388" y="192895"/>
                  </a:cubicBezTo>
                  <a:cubicBezTo>
                    <a:pt x="150054" y="192811"/>
                    <a:pt x="149804" y="192811"/>
                    <a:pt x="149472" y="192728"/>
                  </a:cubicBezTo>
                  <a:cubicBezTo>
                    <a:pt x="137639" y="190311"/>
                    <a:pt x="127056" y="185395"/>
                    <a:pt x="114808" y="184229"/>
                  </a:cubicBezTo>
                  <a:cubicBezTo>
                    <a:pt x="92060" y="182062"/>
                    <a:pt x="70062" y="187395"/>
                    <a:pt x="47231" y="182895"/>
                  </a:cubicBezTo>
                  <a:cubicBezTo>
                    <a:pt x="38481" y="181229"/>
                    <a:pt x="22732" y="178563"/>
                    <a:pt x="17816" y="169397"/>
                  </a:cubicBezTo>
                  <a:lnTo>
                    <a:pt x="17816" y="169397"/>
                  </a:lnTo>
                  <a:close/>
                </a:path>
              </a:pathLst>
            </a:custGeom>
            <a:grpFill/>
            <a:ln w="8332" cap="flat">
              <a:noFill/>
              <a:prstDash val="solid"/>
              <a:miter/>
            </a:ln>
          </p:spPr>
          <p:txBody>
            <a:bodyPr rtlCol="0" anchor="ctr"/>
            <a:lstStyle/>
            <a:p>
              <a:endParaRPr lang="en-US"/>
            </a:p>
          </p:txBody>
        </p:sp>
        <p:sp>
          <p:nvSpPr>
            <p:cNvPr id="1892" name="Freeform: Shape 1891"/>
            <p:cNvSpPr/>
            <p:nvPr/>
          </p:nvSpPr>
          <p:spPr>
            <a:xfrm>
              <a:off x="10525283" y="4026273"/>
              <a:ext cx="602015" cy="694472"/>
            </a:xfrm>
            <a:custGeom>
              <a:avLst/>
              <a:gdLst>
                <a:gd name="connsiteX0" fmla="*/ 578488 w 602015"/>
                <a:gd name="connsiteY0" fmla="*/ 605570 h 694472"/>
                <a:gd name="connsiteX1" fmla="*/ 551324 w 602015"/>
                <a:gd name="connsiteY1" fmla="*/ 565740 h 694472"/>
                <a:gd name="connsiteX2" fmla="*/ 539825 w 602015"/>
                <a:gd name="connsiteY2" fmla="*/ 532743 h 694472"/>
                <a:gd name="connsiteX3" fmla="*/ 512410 w 602015"/>
                <a:gd name="connsiteY3" fmla="*/ 500579 h 694472"/>
                <a:gd name="connsiteX4" fmla="*/ 476913 w 602015"/>
                <a:gd name="connsiteY4" fmla="*/ 423836 h 694472"/>
                <a:gd name="connsiteX5" fmla="*/ 456332 w 602015"/>
                <a:gd name="connsiteY5" fmla="*/ 397505 h 694472"/>
                <a:gd name="connsiteX6" fmla="*/ 425001 w 602015"/>
                <a:gd name="connsiteY6" fmla="*/ 367591 h 694472"/>
                <a:gd name="connsiteX7" fmla="*/ 391504 w 602015"/>
                <a:gd name="connsiteY7" fmla="*/ 281099 h 694472"/>
                <a:gd name="connsiteX8" fmla="*/ 343509 w 602015"/>
                <a:gd name="connsiteY8" fmla="*/ 226437 h 694472"/>
                <a:gd name="connsiteX9" fmla="*/ 270016 w 602015"/>
                <a:gd name="connsiteY9" fmla="*/ 210439 h 694472"/>
                <a:gd name="connsiteX10" fmla="*/ 255100 w 602015"/>
                <a:gd name="connsiteY10" fmla="*/ 211772 h 694472"/>
                <a:gd name="connsiteX11" fmla="*/ 238518 w 602015"/>
                <a:gd name="connsiteY11" fmla="*/ 176109 h 694472"/>
                <a:gd name="connsiteX12" fmla="*/ 213270 w 602015"/>
                <a:gd name="connsiteY12" fmla="*/ 131363 h 694472"/>
                <a:gd name="connsiteX13" fmla="*/ 196189 w 602015"/>
                <a:gd name="connsiteY13" fmla="*/ 109364 h 694472"/>
                <a:gd name="connsiteX14" fmla="*/ 187523 w 602015"/>
                <a:gd name="connsiteY14" fmla="*/ 99032 h 694472"/>
                <a:gd name="connsiteX15" fmla="*/ 171774 w 602015"/>
                <a:gd name="connsiteY15" fmla="*/ 101615 h 694472"/>
                <a:gd name="connsiteX16" fmla="*/ 166691 w 602015"/>
                <a:gd name="connsiteY16" fmla="*/ 90533 h 694472"/>
                <a:gd name="connsiteX17" fmla="*/ 128112 w 602015"/>
                <a:gd name="connsiteY17" fmla="*/ 24539 h 694472"/>
                <a:gd name="connsiteX18" fmla="*/ 87782 w 602015"/>
                <a:gd name="connsiteY18" fmla="*/ 1041 h 694472"/>
                <a:gd name="connsiteX19" fmla="*/ 66367 w 602015"/>
                <a:gd name="connsiteY19" fmla="*/ 44037 h 694472"/>
                <a:gd name="connsiteX20" fmla="*/ 105030 w 602015"/>
                <a:gd name="connsiteY20" fmla="*/ 103198 h 694472"/>
                <a:gd name="connsiteX21" fmla="*/ 138944 w 602015"/>
                <a:gd name="connsiteY21" fmla="*/ 150111 h 694472"/>
                <a:gd name="connsiteX22" fmla="*/ 103613 w 602015"/>
                <a:gd name="connsiteY22" fmla="*/ 113198 h 694472"/>
                <a:gd name="connsiteX23" fmla="*/ 43536 w 602015"/>
                <a:gd name="connsiteY23" fmla="*/ 62369 h 694472"/>
                <a:gd name="connsiteX24" fmla="*/ 3622 w 602015"/>
                <a:gd name="connsiteY24" fmla="*/ 65452 h 694472"/>
                <a:gd name="connsiteX25" fmla="*/ 20038 w 602015"/>
                <a:gd name="connsiteY25" fmla="*/ 110364 h 694472"/>
                <a:gd name="connsiteX26" fmla="*/ 75283 w 602015"/>
                <a:gd name="connsiteY26" fmla="*/ 145445 h 694472"/>
                <a:gd name="connsiteX27" fmla="*/ 66784 w 602015"/>
                <a:gd name="connsiteY27" fmla="*/ 172859 h 694472"/>
                <a:gd name="connsiteX28" fmla="*/ 99281 w 602015"/>
                <a:gd name="connsiteY28" fmla="*/ 207356 h 694472"/>
                <a:gd name="connsiteX29" fmla="*/ 139277 w 602015"/>
                <a:gd name="connsiteY29" fmla="*/ 239936 h 694472"/>
                <a:gd name="connsiteX30" fmla="*/ 176274 w 602015"/>
                <a:gd name="connsiteY30" fmla="*/ 264267 h 694472"/>
                <a:gd name="connsiteX31" fmla="*/ 167942 w 602015"/>
                <a:gd name="connsiteY31" fmla="*/ 336344 h 694472"/>
                <a:gd name="connsiteX32" fmla="*/ 202938 w 602015"/>
                <a:gd name="connsiteY32" fmla="*/ 394672 h 694472"/>
                <a:gd name="connsiteX33" fmla="*/ 233018 w 602015"/>
                <a:gd name="connsiteY33" fmla="*/ 419753 h 694472"/>
                <a:gd name="connsiteX34" fmla="*/ 257183 w 602015"/>
                <a:gd name="connsiteY34" fmla="*/ 459583 h 694472"/>
                <a:gd name="connsiteX35" fmla="*/ 295680 w 602015"/>
                <a:gd name="connsiteY35" fmla="*/ 516411 h 694472"/>
                <a:gd name="connsiteX36" fmla="*/ 360923 w 602015"/>
                <a:gd name="connsiteY36" fmla="*/ 558824 h 694472"/>
                <a:gd name="connsiteX37" fmla="*/ 408003 w 602015"/>
                <a:gd name="connsiteY37" fmla="*/ 605570 h 694472"/>
                <a:gd name="connsiteX38" fmla="*/ 479080 w 602015"/>
                <a:gd name="connsiteY38" fmla="*/ 645066 h 694472"/>
                <a:gd name="connsiteX39" fmla="*/ 538074 w 602015"/>
                <a:gd name="connsiteY39" fmla="*/ 688812 h 694472"/>
                <a:gd name="connsiteX40" fmla="*/ 592570 w 602015"/>
                <a:gd name="connsiteY40" fmla="*/ 686729 h 694472"/>
                <a:gd name="connsiteX41" fmla="*/ 595319 w 602015"/>
                <a:gd name="connsiteY41" fmla="*/ 636067 h 694472"/>
                <a:gd name="connsiteX42" fmla="*/ 578488 w 602015"/>
                <a:gd name="connsiteY42" fmla="*/ 605570 h 694472"/>
                <a:gd name="connsiteX43" fmla="*/ 578488 w 602015"/>
                <a:gd name="connsiteY43" fmla="*/ 605570 h 694472"/>
                <a:gd name="connsiteX44" fmla="*/ 185856 w 602015"/>
                <a:gd name="connsiteY44" fmla="*/ 110531 h 694472"/>
                <a:gd name="connsiteX45" fmla="*/ 195106 w 602015"/>
                <a:gd name="connsiteY45" fmla="*/ 124613 h 694472"/>
                <a:gd name="connsiteX46" fmla="*/ 217103 w 602015"/>
                <a:gd name="connsiteY46" fmla="*/ 157027 h 694472"/>
                <a:gd name="connsiteX47" fmla="*/ 231352 w 602015"/>
                <a:gd name="connsiteY47" fmla="*/ 190024 h 694472"/>
                <a:gd name="connsiteX48" fmla="*/ 241018 w 602015"/>
                <a:gd name="connsiteY48" fmla="*/ 214272 h 694472"/>
                <a:gd name="connsiteX49" fmla="*/ 230685 w 602015"/>
                <a:gd name="connsiteY49" fmla="*/ 217105 h 694472"/>
                <a:gd name="connsiteX50" fmla="*/ 222936 w 602015"/>
                <a:gd name="connsiteY50" fmla="*/ 200939 h 694472"/>
                <a:gd name="connsiteX51" fmla="*/ 203438 w 602015"/>
                <a:gd name="connsiteY51" fmla="*/ 166693 h 694472"/>
                <a:gd name="connsiteX52" fmla="*/ 174440 w 602015"/>
                <a:gd name="connsiteY52" fmla="*/ 107532 h 694472"/>
                <a:gd name="connsiteX53" fmla="*/ 185856 w 602015"/>
                <a:gd name="connsiteY53" fmla="*/ 110531 h 694472"/>
                <a:gd name="connsiteX54" fmla="*/ 185856 w 602015"/>
                <a:gd name="connsiteY54" fmla="*/ 110531 h 694472"/>
                <a:gd name="connsiteX55" fmla="*/ 99947 w 602015"/>
                <a:gd name="connsiteY55" fmla="*/ 77451 h 694472"/>
                <a:gd name="connsiteX56" fmla="*/ 79283 w 602015"/>
                <a:gd name="connsiteY56" fmla="*/ 50703 h 694472"/>
                <a:gd name="connsiteX57" fmla="*/ 90865 w 602015"/>
                <a:gd name="connsiteY57" fmla="*/ 12956 h 694472"/>
                <a:gd name="connsiteX58" fmla="*/ 138360 w 602015"/>
                <a:gd name="connsiteY58" fmla="*/ 55869 h 694472"/>
                <a:gd name="connsiteX59" fmla="*/ 166608 w 602015"/>
                <a:gd name="connsiteY59" fmla="*/ 115614 h 694472"/>
                <a:gd name="connsiteX60" fmla="*/ 194939 w 602015"/>
                <a:gd name="connsiteY60" fmla="*/ 175775 h 694472"/>
                <a:gd name="connsiteX61" fmla="*/ 221187 w 602015"/>
                <a:gd name="connsiteY61" fmla="*/ 220938 h 694472"/>
                <a:gd name="connsiteX62" fmla="*/ 212104 w 602015"/>
                <a:gd name="connsiteY62" fmla="*/ 226021 h 694472"/>
                <a:gd name="connsiteX63" fmla="*/ 207605 w 602015"/>
                <a:gd name="connsiteY63" fmla="*/ 221104 h 694472"/>
                <a:gd name="connsiteX64" fmla="*/ 196355 w 602015"/>
                <a:gd name="connsiteY64" fmla="*/ 205356 h 694472"/>
                <a:gd name="connsiteX65" fmla="*/ 177107 w 602015"/>
                <a:gd name="connsiteY65" fmla="*/ 181275 h 694472"/>
                <a:gd name="connsiteX66" fmla="*/ 139944 w 602015"/>
                <a:gd name="connsiteY66" fmla="*/ 131279 h 694472"/>
                <a:gd name="connsiteX67" fmla="*/ 99947 w 602015"/>
                <a:gd name="connsiteY67" fmla="*/ 77451 h 694472"/>
                <a:gd name="connsiteX68" fmla="*/ 99947 w 602015"/>
                <a:gd name="connsiteY68" fmla="*/ 77451 h 694472"/>
                <a:gd name="connsiteX69" fmla="*/ 43120 w 602015"/>
                <a:gd name="connsiteY69" fmla="*/ 110281 h 694472"/>
                <a:gd name="connsiteX70" fmla="*/ 15538 w 602015"/>
                <a:gd name="connsiteY70" fmla="*/ 90700 h 694472"/>
                <a:gd name="connsiteX71" fmla="*/ 19871 w 602015"/>
                <a:gd name="connsiteY71" fmla="*/ 65785 h 694472"/>
                <a:gd name="connsiteX72" fmla="*/ 42536 w 602015"/>
                <a:gd name="connsiteY72" fmla="*/ 73035 h 694472"/>
                <a:gd name="connsiteX73" fmla="*/ 69700 w 602015"/>
                <a:gd name="connsiteY73" fmla="*/ 92699 h 694472"/>
                <a:gd name="connsiteX74" fmla="*/ 120695 w 602015"/>
                <a:gd name="connsiteY74" fmla="*/ 143611 h 694472"/>
                <a:gd name="connsiteX75" fmla="*/ 167524 w 602015"/>
                <a:gd name="connsiteY75" fmla="*/ 194023 h 694472"/>
                <a:gd name="connsiteX76" fmla="*/ 203188 w 602015"/>
                <a:gd name="connsiteY76" fmla="*/ 232937 h 694472"/>
                <a:gd name="connsiteX77" fmla="*/ 199272 w 602015"/>
                <a:gd name="connsiteY77" fmla="*/ 236687 h 694472"/>
                <a:gd name="connsiteX78" fmla="*/ 197688 w 602015"/>
                <a:gd name="connsiteY78" fmla="*/ 238436 h 694472"/>
                <a:gd name="connsiteX79" fmla="*/ 119696 w 602015"/>
                <a:gd name="connsiteY79" fmla="*/ 164110 h 694472"/>
                <a:gd name="connsiteX80" fmla="*/ 68283 w 602015"/>
                <a:gd name="connsiteY80" fmla="*/ 126446 h 694472"/>
                <a:gd name="connsiteX81" fmla="*/ 43120 w 602015"/>
                <a:gd name="connsiteY81" fmla="*/ 110281 h 694472"/>
                <a:gd name="connsiteX82" fmla="*/ 43120 w 602015"/>
                <a:gd name="connsiteY82" fmla="*/ 110281 h 694472"/>
                <a:gd name="connsiteX83" fmla="*/ 122945 w 602015"/>
                <a:gd name="connsiteY83" fmla="*/ 213772 h 694472"/>
                <a:gd name="connsiteX84" fmla="*/ 95864 w 602015"/>
                <a:gd name="connsiteY84" fmla="*/ 189607 h 694472"/>
                <a:gd name="connsiteX85" fmla="*/ 76033 w 602015"/>
                <a:gd name="connsiteY85" fmla="*/ 163443 h 694472"/>
                <a:gd name="connsiteX86" fmla="*/ 80032 w 602015"/>
                <a:gd name="connsiteY86" fmla="*/ 149028 h 694472"/>
                <a:gd name="connsiteX87" fmla="*/ 81949 w 602015"/>
                <a:gd name="connsiteY87" fmla="*/ 150361 h 694472"/>
                <a:gd name="connsiteX88" fmla="*/ 142193 w 602015"/>
                <a:gd name="connsiteY88" fmla="*/ 194107 h 694472"/>
                <a:gd name="connsiteX89" fmla="*/ 175774 w 602015"/>
                <a:gd name="connsiteY89" fmla="*/ 224104 h 694472"/>
                <a:gd name="connsiteX90" fmla="*/ 191939 w 602015"/>
                <a:gd name="connsiteY90" fmla="*/ 243186 h 694472"/>
                <a:gd name="connsiteX91" fmla="*/ 183357 w 602015"/>
                <a:gd name="connsiteY91" fmla="*/ 252268 h 694472"/>
                <a:gd name="connsiteX92" fmla="*/ 182524 w 602015"/>
                <a:gd name="connsiteY92" fmla="*/ 252185 h 694472"/>
                <a:gd name="connsiteX93" fmla="*/ 122945 w 602015"/>
                <a:gd name="connsiteY93" fmla="*/ 213772 h 694472"/>
                <a:gd name="connsiteX94" fmla="*/ 122945 w 602015"/>
                <a:gd name="connsiteY94" fmla="*/ 213772 h 694472"/>
                <a:gd name="connsiteX95" fmla="*/ 584903 w 602015"/>
                <a:gd name="connsiteY95" fmla="*/ 670314 h 694472"/>
                <a:gd name="connsiteX96" fmla="*/ 546158 w 602015"/>
                <a:gd name="connsiteY96" fmla="*/ 674313 h 694472"/>
                <a:gd name="connsiteX97" fmla="*/ 498745 w 602015"/>
                <a:gd name="connsiteY97" fmla="*/ 639734 h 694472"/>
                <a:gd name="connsiteX98" fmla="*/ 547323 w 602015"/>
                <a:gd name="connsiteY98" fmla="*/ 604820 h 694472"/>
                <a:gd name="connsiteX99" fmla="*/ 540241 w 602015"/>
                <a:gd name="connsiteY99" fmla="*/ 600903 h 694472"/>
                <a:gd name="connsiteX100" fmla="*/ 521993 w 602015"/>
                <a:gd name="connsiteY100" fmla="*/ 620902 h 694472"/>
                <a:gd name="connsiteX101" fmla="*/ 495912 w 602015"/>
                <a:gd name="connsiteY101" fmla="*/ 637233 h 694472"/>
                <a:gd name="connsiteX102" fmla="*/ 494912 w 602015"/>
                <a:gd name="connsiteY102" fmla="*/ 636317 h 694472"/>
                <a:gd name="connsiteX103" fmla="*/ 443833 w 602015"/>
                <a:gd name="connsiteY103" fmla="*/ 603403 h 694472"/>
                <a:gd name="connsiteX104" fmla="*/ 415085 w 602015"/>
                <a:gd name="connsiteY104" fmla="*/ 590321 h 694472"/>
                <a:gd name="connsiteX105" fmla="*/ 389505 w 602015"/>
                <a:gd name="connsiteY105" fmla="*/ 566573 h 694472"/>
                <a:gd name="connsiteX106" fmla="*/ 384672 w 602015"/>
                <a:gd name="connsiteY106" fmla="*/ 560907 h 694472"/>
                <a:gd name="connsiteX107" fmla="*/ 455499 w 602015"/>
                <a:gd name="connsiteY107" fmla="*/ 513995 h 694472"/>
                <a:gd name="connsiteX108" fmla="*/ 453749 w 602015"/>
                <a:gd name="connsiteY108" fmla="*/ 512662 h 694472"/>
                <a:gd name="connsiteX109" fmla="*/ 408253 w 602015"/>
                <a:gd name="connsiteY109" fmla="*/ 542075 h 694472"/>
                <a:gd name="connsiteX110" fmla="*/ 390087 w 602015"/>
                <a:gd name="connsiteY110" fmla="*/ 548158 h 694472"/>
                <a:gd name="connsiteX111" fmla="*/ 378006 w 602015"/>
                <a:gd name="connsiteY111" fmla="*/ 553491 h 694472"/>
                <a:gd name="connsiteX112" fmla="*/ 348175 w 602015"/>
                <a:gd name="connsiteY112" fmla="*/ 527993 h 694472"/>
                <a:gd name="connsiteX113" fmla="*/ 293930 w 602015"/>
                <a:gd name="connsiteY113" fmla="*/ 496913 h 694472"/>
                <a:gd name="connsiteX114" fmla="*/ 276931 w 602015"/>
                <a:gd name="connsiteY114" fmla="*/ 472082 h 694472"/>
                <a:gd name="connsiteX115" fmla="*/ 297513 w 602015"/>
                <a:gd name="connsiteY115" fmla="*/ 476915 h 694472"/>
                <a:gd name="connsiteX116" fmla="*/ 337925 w 602015"/>
                <a:gd name="connsiteY116" fmla="*/ 467499 h 694472"/>
                <a:gd name="connsiteX117" fmla="*/ 393421 w 602015"/>
                <a:gd name="connsiteY117" fmla="*/ 410004 h 694472"/>
                <a:gd name="connsiteX118" fmla="*/ 387505 w 602015"/>
                <a:gd name="connsiteY118" fmla="*/ 406671 h 694472"/>
                <a:gd name="connsiteX119" fmla="*/ 327927 w 602015"/>
                <a:gd name="connsiteY119" fmla="*/ 457833 h 694472"/>
                <a:gd name="connsiteX120" fmla="*/ 293847 w 602015"/>
                <a:gd name="connsiteY120" fmla="*/ 466082 h 694472"/>
                <a:gd name="connsiteX121" fmla="*/ 273932 w 602015"/>
                <a:gd name="connsiteY121" fmla="*/ 464666 h 694472"/>
                <a:gd name="connsiteX122" fmla="*/ 258266 w 602015"/>
                <a:gd name="connsiteY122" fmla="*/ 426836 h 694472"/>
                <a:gd name="connsiteX123" fmla="*/ 216186 w 602015"/>
                <a:gd name="connsiteY123" fmla="*/ 387923 h 694472"/>
                <a:gd name="connsiteX124" fmla="*/ 225436 w 602015"/>
                <a:gd name="connsiteY124" fmla="*/ 389589 h 694472"/>
                <a:gd name="connsiteX125" fmla="*/ 265432 w 602015"/>
                <a:gd name="connsiteY125" fmla="*/ 383840 h 694472"/>
                <a:gd name="connsiteX126" fmla="*/ 325094 w 602015"/>
                <a:gd name="connsiteY126" fmla="*/ 324845 h 694472"/>
                <a:gd name="connsiteX127" fmla="*/ 318844 w 602015"/>
                <a:gd name="connsiteY127" fmla="*/ 321345 h 694472"/>
                <a:gd name="connsiteX128" fmla="*/ 258433 w 602015"/>
                <a:gd name="connsiteY128" fmla="*/ 373757 h 694472"/>
                <a:gd name="connsiteX129" fmla="*/ 218520 w 602015"/>
                <a:gd name="connsiteY129" fmla="*/ 378257 h 694472"/>
                <a:gd name="connsiteX130" fmla="*/ 201439 w 602015"/>
                <a:gd name="connsiteY130" fmla="*/ 374507 h 694472"/>
                <a:gd name="connsiteX131" fmla="*/ 183773 w 602015"/>
                <a:gd name="connsiteY131" fmla="*/ 346176 h 694472"/>
                <a:gd name="connsiteX132" fmla="*/ 178690 w 602015"/>
                <a:gd name="connsiteY132" fmla="*/ 302347 h 694472"/>
                <a:gd name="connsiteX133" fmla="*/ 179690 w 602015"/>
                <a:gd name="connsiteY133" fmla="*/ 289848 h 694472"/>
                <a:gd name="connsiteX134" fmla="*/ 206605 w 602015"/>
                <a:gd name="connsiteY134" fmla="*/ 249519 h 694472"/>
                <a:gd name="connsiteX135" fmla="*/ 266933 w 602015"/>
                <a:gd name="connsiteY135" fmla="*/ 225854 h 694472"/>
                <a:gd name="connsiteX136" fmla="*/ 329427 w 602015"/>
                <a:gd name="connsiteY136" fmla="*/ 235936 h 694472"/>
                <a:gd name="connsiteX137" fmla="*/ 322510 w 602015"/>
                <a:gd name="connsiteY137" fmla="*/ 251518 h 694472"/>
                <a:gd name="connsiteX138" fmla="*/ 298929 w 602015"/>
                <a:gd name="connsiteY138" fmla="*/ 286265 h 694472"/>
                <a:gd name="connsiteX139" fmla="*/ 227103 w 602015"/>
                <a:gd name="connsiteY139" fmla="*/ 317012 h 694472"/>
                <a:gd name="connsiteX140" fmla="*/ 227103 w 602015"/>
                <a:gd name="connsiteY140" fmla="*/ 317679 h 694472"/>
                <a:gd name="connsiteX141" fmla="*/ 306179 w 602015"/>
                <a:gd name="connsiteY141" fmla="*/ 297014 h 694472"/>
                <a:gd name="connsiteX142" fmla="*/ 342592 w 602015"/>
                <a:gd name="connsiteY142" fmla="*/ 243102 h 694472"/>
                <a:gd name="connsiteX143" fmla="*/ 379506 w 602015"/>
                <a:gd name="connsiteY143" fmla="*/ 288848 h 694472"/>
                <a:gd name="connsiteX144" fmla="*/ 392005 w 602015"/>
                <a:gd name="connsiteY144" fmla="*/ 320262 h 694472"/>
                <a:gd name="connsiteX145" fmla="*/ 389588 w 602015"/>
                <a:gd name="connsiteY145" fmla="*/ 321012 h 694472"/>
                <a:gd name="connsiteX146" fmla="*/ 364006 w 602015"/>
                <a:gd name="connsiteY146" fmla="*/ 354176 h 694472"/>
                <a:gd name="connsiteX147" fmla="*/ 317261 w 602015"/>
                <a:gd name="connsiteY147" fmla="*/ 390589 h 694472"/>
                <a:gd name="connsiteX148" fmla="*/ 317761 w 602015"/>
                <a:gd name="connsiteY148" fmla="*/ 391672 h 694472"/>
                <a:gd name="connsiteX149" fmla="*/ 395587 w 602015"/>
                <a:gd name="connsiteY149" fmla="*/ 331511 h 694472"/>
                <a:gd name="connsiteX150" fmla="*/ 404087 w 602015"/>
                <a:gd name="connsiteY150" fmla="*/ 357175 h 694472"/>
                <a:gd name="connsiteX151" fmla="*/ 441166 w 602015"/>
                <a:gd name="connsiteY151" fmla="*/ 404504 h 694472"/>
                <a:gd name="connsiteX152" fmla="*/ 435584 w 602015"/>
                <a:gd name="connsiteY152" fmla="*/ 418503 h 694472"/>
                <a:gd name="connsiteX153" fmla="*/ 423918 w 602015"/>
                <a:gd name="connsiteY153" fmla="*/ 441335 h 694472"/>
                <a:gd name="connsiteX154" fmla="*/ 396253 w 602015"/>
                <a:gd name="connsiteY154" fmla="*/ 472332 h 694472"/>
                <a:gd name="connsiteX155" fmla="*/ 353091 w 602015"/>
                <a:gd name="connsiteY155" fmla="*/ 491413 h 694472"/>
                <a:gd name="connsiteX156" fmla="*/ 353591 w 602015"/>
                <a:gd name="connsiteY156" fmla="*/ 493330 h 694472"/>
                <a:gd name="connsiteX157" fmla="*/ 406003 w 602015"/>
                <a:gd name="connsiteY157" fmla="*/ 479248 h 694472"/>
                <a:gd name="connsiteX158" fmla="*/ 436167 w 602015"/>
                <a:gd name="connsiteY158" fmla="*/ 448250 h 694472"/>
                <a:gd name="connsiteX159" fmla="*/ 452082 w 602015"/>
                <a:gd name="connsiteY159" fmla="*/ 416754 h 694472"/>
                <a:gd name="connsiteX160" fmla="*/ 477414 w 602015"/>
                <a:gd name="connsiteY160" fmla="*/ 465416 h 694472"/>
                <a:gd name="connsiteX161" fmla="*/ 509077 w 602015"/>
                <a:gd name="connsiteY161" fmla="*/ 519411 h 694472"/>
                <a:gd name="connsiteX162" fmla="*/ 522409 w 602015"/>
                <a:gd name="connsiteY162" fmla="*/ 533910 h 694472"/>
                <a:gd name="connsiteX163" fmla="*/ 520993 w 602015"/>
                <a:gd name="connsiteY163" fmla="*/ 535409 h 694472"/>
                <a:gd name="connsiteX164" fmla="*/ 496912 w 602015"/>
                <a:gd name="connsiteY164" fmla="*/ 573156 h 694472"/>
                <a:gd name="connsiteX165" fmla="*/ 448749 w 602015"/>
                <a:gd name="connsiteY165" fmla="*/ 601820 h 694472"/>
                <a:gd name="connsiteX166" fmla="*/ 448833 w 602015"/>
                <a:gd name="connsiteY166" fmla="*/ 602653 h 694472"/>
                <a:gd name="connsiteX167" fmla="*/ 530409 w 602015"/>
                <a:gd name="connsiteY167" fmla="*/ 546575 h 694472"/>
                <a:gd name="connsiteX168" fmla="*/ 530825 w 602015"/>
                <a:gd name="connsiteY168" fmla="*/ 547408 h 694472"/>
                <a:gd name="connsiteX169" fmla="*/ 542991 w 602015"/>
                <a:gd name="connsiteY169" fmla="*/ 580988 h 694472"/>
                <a:gd name="connsiteX170" fmla="*/ 579321 w 602015"/>
                <a:gd name="connsiteY170" fmla="*/ 637984 h 694472"/>
                <a:gd name="connsiteX171" fmla="*/ 584903 w 602015"/>
                <a:gd name="connsiteY171" fmla="*/ 670314 h 694472"/>
                <a:gd name="connsiteX172" fmla="*/ 584903 w 602015"/>
                <a:gd name="connsiteY172" fmla="*/ 670314 h 694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Lst>
              <a:rect l="l" t="t" r="r" b="b"/>
              <a:pathLst>
                <a:path w="602015" h="694472">
                  <a:moveTo>
                    <a:pt x="578488" y="605570"/>
                  </a:moveTo>
                  <a:cubicBezTo>
                    <a:pt x="568989" y="592238"/>
                    <a:pt x="557406" y="581405"/>
                    <a:pt x="551324" y="565740"/>
                  </a:cubicBezTo>
                  <a:cubicBezTo>
                    <a:pt x="547074" y="554825"/>
                    <a:pt x="546158" y="542826"/>
                    <a:pt x="539825" y="532743"/>
                  </a:cubicBezTo>
                  <a:cubicBezTo>
                    <a:pt x="532409" y="520744"/>
                    <a:pt x="521160" y="511495"/>
                    <a:pt x="512410" y="500579"/>
                  </a:cubicBezTo>
                  <a:cubicBezTo>
                    <a:pt x="494079" y="477914"/>
                    <a:pt x="491912" y="448250"/>
                    <a:pt x="476913" y="423836"/>
                  </a:cubicBezTo>
                  <a:cubicBezTo>
                    <a:pt x="471081" y="414337"/>
                    <a:pt x="464248" y="405338"/>
                    <a:pt x="456332" y="397505"/>
                  </a:cubicBezTo>
                  <a:cubicBezTo>
                    <a:pt x="446083" y="387256"/>
                    <a:pt x="433668" y="379423"/>
                    <a:pt x="425001" y="367591"/>
                  </a:cubicBezTo>
                  <a:cubicBezTo>
                    <a:pt x="407003" y="342927"/>
                    <a:pt x="405836" y="308013"/>
                    <a:pt x="391504" y="281099"/>
                  </a:cubicBezTo>
                  <a:cubicBezTo>
                    <a:pt x="379839" y="259101"/>
                    <a:pt x="366007" y="238520"/>
                    <a:pt x="343509" y="226437"/>
                  </a:cubicBezTo>
                  <a:cubicBezTo>
                    <a:pt x="321094" y="214438"/>
                    <a:pt x="295263" y="208939"/>
                    <a:pt x="270016" y="210439"/>
                  </a:cubicBezTo>
                  <a:cubicBezTo>
                    <a:pt x="264933" y="210772"/>
                    <a:pt x="260016" y="211189"/>
                    <a:pt x="255100" y="211772"/>
                  </a:cubicBezTo>
                  <a:cubicBezTo>
                    <a:pt x="251101" y="199107"/>
                    <a:pt x="244434" y="187857"/>
                    <a:pt x="238518" y="176109"/>
                  </a:cubicBezTo>
                  <a:cubicBezTo>
                    <a:pt x="230852" y="160776"/>
                    <a:pt x="224020" y="144861"/>
                    <a:pt x="213270" y="131363"/>
                  </a:cubicBezTo>
                  <a:cubicBezTo>
                    <a:pt x="207438" y="124030"/>
                    <a:pt x="201604" y="117114"/>
                    <a:pt x="196189" y="109364"/>
                  </a:cubicBezTo>
                  <a:cubicBezTo>
                    <a:pt x="193689" y="105782"/>
                    <a:pt x="191356" y="101448"/>
                    <a:pt x="187523" y="99032"/>
                  </a:cubicBezTo>
                  <a:cubicBezTo>
                    <a:pt x="180940" y="94866"/>
                    <a:pt x="176274" y="97616"/>
                    <a:pt x="171774" y="101615"/>
                  </a:cubicBezTo>
                  <a:cubicBezTo>
                    <a:pt x="170108" y="97949"/>
                    <a:pt x="168358" y="94199"/>
                    <a:pt x="166691" y="90533"/>
                  </a:cubicBezTo>
                  <a:cubicBezTo>
                    <a:pt x="155859" y="67035"/>
                    <a:pt x="145526" y="43871"/>
                    <a:pt x="128112" y="24539"/>
                  </a:cubicBezTo>
                  <a:cubicBezTo>
                    <a:pt x="119362" y="14790"/>
                    <a:pt x="103531" y="-4709"/>
                    <a:pt x="87782" y="1041"/>
                  </a:cubicBezTo>
                  <a:cubicBezTo>
                    <a:pt x="73700" y="6207"/>
                    <a:pt x="65367" y="30872"/>
                    <a:pt x="66367" y="44037"/>
                  </a:cubicBezTo>
                  <a:cubicBezTo>
                    <a:pt x="68034" y="66202"/>
                    <a:pt x="92531" y="86700"/>
                    <a:pt x="105030" y="103198"/>
                  </a:cubicBezTo>
                  <a:cubicBezTo>
                    <a:pt x="116696" y="118614"/>
                    <a:pt x="127528" y="134612"/>
                    <a:pt x="138944" y="150111"/>
                  </a:cubicBezTo>
                  <a:cubicBezTo>
                    <a:pt x="127028" y="137945"/>
                    <a:pt x="115112" y="125697"/>
                    <a:pt x="103613" y="113198"/>
                  </a:cubicBezTo>
                  <a:cubicBezTo>
                    <a:pt x="85865" y="93866"/>
                    <a:pt x="65951" y="76284"/>
                    <a:pt x="43536" y="62369"/>
                  </a:cubicBezTo>
                  <a:cubicBezTo>
                    <a:pt x="28454" y="53036"/>
                    <a:pt x="13956" y="45537"/>
                    <a:pt x="3622" y="65452"/>
                  </a:cubicBezTo>
                  <a:cubicBezTo>
                    <a:pt x="-5794" y="83617"/>
                    <a:pt x="4373" y="100782"/>
                    <a:pt x="20038" y="110364"/>
                  </a:cubicBezTo>
                  <a:cubicBezTo>
                    <a:pt x="38786" y="121863"/>
                    <a:pt x="57201" y="132862"/>
                    <a:pt x="75283" y="145445"/>
                  </a:cubicBezTo>
                  <a:cubicBezTo>
                    <a:pt x="69200" y="153277"/>
                    <a:pt x="63617" y="163777"/>
                    <a:pt x="66784" y="172859"/>
                  </a:cubicBezTo>
                  <a:cubicBezTo>
                    <a:pt x="71200" y="185774"/>
                    <a:pt x="89532" y="198607"/>
                    <a:pt x="99281" y="207356"/>
                  </a:cubicBezTo>
                  <a:cubicBezTo>
                    <a:pt x="112196" y="218938"/>
                    <a:pt x="125445" y="229520"/>
                    <a:pt x="139277" y="239936"/>
                  </a:cubicBezTo>
                  <a:cubicBezTo>
                    <a:pt x="151026" y="248852"/>
                    <a:pt x="162358" y="258851"/>
                    <a:pt x="176274" y="264267"/>
                  </a:cubicBezTo>
                  <a:cubicBezTo>
                    <a:pt x="165692" y="286348"/>
                    <a:pt x="164108" y="315263"/>
                    <a:pt x="167942" y="336344"/>
                  </a:cubicBezTo>
                  <a:cubicBezTo>
                    <a:pt x="172440" y="361175"/>
                    <a:pt x="184607" y="378007"/>
                    <a:pt x="202938" y="394672"/>
                  </a:cubicBezTo>
                  <a:cubicBezTo>
                    <a:pt x="212604" y="403505"/>
                    <a:pt x="223020" y="411337"/>
                    <a:pt x="233018" y="419753"/>
                  </a:cubicBezTo>
                  <a:cubicBezTo>
                    <a:pt x="245768" y="430585"/>
                    <a:pt x="251683" y="444084"/>
                    <a:pt x="257183" y="459583"/>
                  </a:cubicBezTo>
                  <a:cubicBezTo>
                    <a:pt x="265516" y="482998"/>
                    <a:pt x="274515" y="501912"/>
                    <a:pt x="295680" y="516411"/>
                  </a:cubicBezTo>
                  <a:cubicBezTo>
                    <a:pt x="317344" y="531160"/>
                    <a:pt x="342342" y="539659"/>
                    <a:pt x="360923" y="558824"/>
                  </a:cubicBezTo>
                  <a:cubicBezTo>
                    <a:pt x="376423" y="574739"/>
                    <a:pt x="388088" y="594488"/>
                    <a:pt x="408003" y="605570"/>
                  </a:cubicBezTo>
                  <a:cubicBezTo>
                    <a:pt x="432167" y="619068"/>
                    <a:pt x="457165" y="627318"/>
                    <a:pt x="479080" y="645066"/>
                  </a:cubicBezTo>
                  <a:cubicBezTo>
                    <a:pt x="498328" y="660648"/>
                    <a:pt x="514327" y="679813"/>
                    <a:pt x="538074" y="688812"/>
                  </a:cubicBezTo>
                  <a:cubicBezTo>
                    <a:pt x="553906" y="694812"/>
                    <a:pt x="578321" y="698562"/>
                    <a:pt x="592570" y="686729"/>
                  </a:cubicBezTo>
                  <a:cubicBezTo>
                    <a:pt x="607569" y="674230"/>
                    <a:pt x="601735" y="651399"/>
                    <a:pt x="595319" y="636067"/>
                  </a:cubicBezTo>
                  <a:cubicBezTo>
                    <a:pt x="590737" y="625318"/>
                    <a:pt x="585237" y="615069"/>
                    <a:pt x="578488" y="605570"/>
                  </a:cubicBezTo>
                  <a:lnTo>
                    <a:pt x="578488" y="605570"/>
                  </a:lnTo>
                  <a:close/>
                  <a:moveTo>
                    <a:pt x="185856" y="110531"/>
                  </a:moveTo>
                  <a:cubicBezTo>
                    <a:pt x="189689" y="113614"/>
                    <a:pt x="192272" y="120697"/>
                    <a:pt x="195106" y="124613"/>
                  </a:cubicBezTo>
                  <a:cubicBezTo>
                    <a:pt x="202855" y="135446"/>
                    <a:pt x="211104" y="145028"/>
                    <a:pt x="217103" y="157027"/>
                  </a:cubicBezTo>
                  <a:cubicBezTo>
                    <a:pt x="222436" y="167776"/>
                    <a:pt x="226270" y="179192"/>
                    <a:pt x="231352" y="190024"/>
                  </a:cubicBezTo>
                  <a:cubicBezTo>
                    <a:pt x="235018" y="197940"/>
                    <a:pt x="238685" y="205856"/>
                    <a:pt x="241018" y="214272"/>
                  </a:cubicBezTo>
                  <a:cubicBezTo>
                    <a:pt x="237518" y="215105"/>
                    <a:pt x="234018" y="216021"/>
                    <a:pt x="230685" y="217105"/>
                  </a:cubicBezTo>
                  <a:cubicBezTo>
                    <a:pt x="230186" y="211022"/>
                    <a:pt x="226686" y="206939"/>
                    <a:pt x="222936" y="200939"/>
                  </a:cubicBezTo>
                  <a:cubicBezTo>
                    <a:pt x="215937" y="189940"/>
                    <a:pt x="209604" y="178192"/>
                    <a:pt x="203438" y="166693"/>
                  </a:cubicBezTo>
                  <a:cubicBezTo>
                    <a:pt x="193023" y="147444"/>
                    <a:pt x="183607" y="127446"/>
                    <a:pt x="174440" y="107532"/>
                  </a:cubicBezTo>
                  <a:cubicBezTo>
                    <a:pt x="178107" y="106865"/>
                    <a:pt x="181689" y="107198"/>
                    <a:pt x="185856" y="110531"/>
                  </a:cubicBezTo>
                  <a:lnTo>
                    <a:pt x="185856" y="110531"/>
                  </a:lnTo>
                  <a:close/>
                  <a:moveTo>
                    <a:pt x="99947" y="77451"/>
                  </a:moveTo>
                  <a:cubicBezTo>
                    <a:pt x="93364" y="69452"/>
                    <a:pt x="83449" y="60285"/>
                    <a:pt x="79283" y="50703"/>
                  </a:cubicBezTo>
                  <a:cubicBezTo>
                    <a:pt x="75116" y="41287"/>
                    <a:pt x="80699" y="18206"/>
                    <a:pt x="90865" y="12956"/>
                  </a:cubicBezTo>
                  <a:cubicBezTo>
                    <a:pt x="106530" y="4874"/>
                    <a:pt x="131777" y="44620"/>
                    <a:pt x="138360" y="55869"/>
                  </a:cubicBezTo>
                  <a:cubicBezTo>
                    <a:pt x="149526" y="74951"/>
                    <a:pt x="157192" y="95782"/>
                    <a:pt x="166608" y="115614"/>
                  </a:cubicBezTo>
                  <a:cubicBezTo>
                    <a:pt x="176024" y="135612"/>
                    <a:pt x="184523" y="156277"/>
                    <a:pt x="194939" y="175775"/>
                  </a:cubicBezTo>
                  <a:cubicBezTo>
                    <a:pt x="203188" y="191191"/>
                    <a:pt x="212437" y="205856"/>
                    <a:pt x="221187" y="220938"/>
                  </a:cubicBezTo>
                  <a:cubicBezTo>
                    <a:pt x="218104" y="222438"/>
                    <a:pt x="215020" y="224104"/>
                    <a:pt x="212104" y="226021"/>
                  </a:cubicBezTo>
                  <a:cubicBezTo>
                    <a:pt x="210604" y="224354"/>
                    <a:pt x="209104" y="222771"/>
                    <a:pt x="207605" y="221104"/>
                  </a:cubicBezTo>
                  <a:cubicBezTo>
                    <a:pt x="204188" y="215522"/>
                    <a:pt x="197189" y="206356"/>
                    <a:pt x="196355" y="205356"/>
                  </a:cubicBezTo>
                  <a:cubicBezTo>
                    <a:pt x="189606" y="197607"/>
                    <a:pt x="183190" y="189607"/>
                    <a:pt x="177107" y="181275"/>
                  </a:cubicBezTo>
                  <a:cubicBezTo>
                    <a:pt x="164859" y="164526"/>
                    <a:pt x="151943" y="148194"/>
                    <a:pt x="139944" y="131279"/>
                  </a:cubicBezTo>
                  <a:cubicBezTo>
                    <a:pt x="126945" y="113031"/>
                    <a:pt x="114029" y="94782"/>
                    <a:pt x="99947" y="77451"/>
                  </a:cubicBezTo>
                  <a:lnTo>
                    <a:pt x="99947" y="77451"/>
                  </a:lnTo>
                  <a:close/>
                  <a:moveTo>
                    <a:pt x="43120" y="110281"/>
                  </a:moveTo>
                  <a:cubicBezTo>
                    <a:pt x="33120" y="104448"/>
                    <a:pt x="22038" y="100699"/>
                    <a:pt x="15538" y="90700"/>
                  </a:cubicBezTo>
                  <a:cubicBezTo>
                    <a:pt x="10205" y="82534"/>
                    <a:pt x="8955" y="70201"/>
                    <a:pt x="19871" y="65785"/>
                  </a:cubicBezTo>
                  <a:cubicBezTo>
                    <a:pt x="28538" y="62285"/>
                    <a:pt x="34704" y="67952"/>
                    <a:pt x="42536" y="73035"/>
                  </a:cubicBezTo>
                  <a:cubicBezTo>
                    <a:pt x="51868" y="79034"/>
                    <a:pt x="61034" y="85783"/>
                    <a:pt x="69700" y="92699"/>
                  </a:cubicBezTo>
                  <a:cubicBezTo>
                    <a:pt x="88365" y="107781"/>
                    <a:pt x="104280" y="126196"/>
                    <a:pt x="120695" y="143611"/>
                  </a:cubicBezTo>
                  <a:cubicBezTo>
                    <a:pt x="136444" y="160276"/>
                    <a:pt x="152193" y="177025"/>
                    <a:pt x="167524" y="194023"/>
                  </a:cubicBezTo>
                  <a:cubicBezTo>
                    <a:pt x="178107" y="205856"/>
                    <a:pt x="189773" y="222605"/>
                    <a:pt x="203188" y="232937"/>
                  </a:cubicBezTo>
                  <a:cubicBezTo>
                    <a:pt x="201855" y="234104"/>
                    <a:pt x="200605" y="235353"/>
                    <a:pt x="199272" y="236687"/>
                  </a:cubicBezTo>
                  <a:cubicBezTo>
                    <a:pt x="198688" y="237269"/>
                    <a:pt x="198189" y="237853"/>
                    <a:pt x="197688" y="238436"/>
                  </a:cubicBezTo>
                  <a:cubicBezTo>
                    <a:pt x="181190" y="206939"/>
                    <a:pt x="147526" y="183941"/>
                    <a:pt x="119696" y="164110"/>
                  </a:cubicBezTo>
                  <a:cubicBezTo>
                    <a:pt x="102448" y="151778"/>
                    <a:pt x="85865" y="138279"/>
                    <a:pt x="68283" y="126446"/>
                  </a:cubicBezTo>
                  <a:cubicBezTo>
                    <a:pt x="59951" y="120864"/>
                    <a:pt x="51618" y="115281"/>
                    <a:pt x="43120" y="110281"/>
                  </a:cubicBezTo>
                  <a:lnTo>
                    <a:pt x="43120" y="110281"/>
                  </a:lnTo>
                  <a:close/>
                  <a:moveTo>
                    <a:pt x="122945" y="213772"/>
                  </a:moveTo>
                  <a:cubicBezTo>
                    <a:pt x="113446" y="206189"/>
                    <a:pt x="104531" y="198023"/>
                    <a:pt x="95864" y="189607"/>
                  </a:cubicBezTo>
                  <a:cubicBezTo>
                    <a:pt x="88699" y="182691"/>
                    <a:pt x="76866" y="174442"/>
                    <a:pt x="76033" y="163443"/>
                  </a:cubicBezTo>
                  <a:cubicBezTo>
                    <a:pt x="75783" y="159943"/>
                    <a:pt x="77866" y="154027"/>
                    <a:pt x="80032" y="149028"/>
                  </a:cubicBezTo>
                  <a:cubicBezTo>
                    <a:pt x="80699" y="149528"/>
                    <a:pt x="81282" y="149944"/>
                    <a:pt x="81949" y="150361"/>
                  </a:cubicBezTo>
                  <a:cubicBezTo>
                    <a:pt x="102114" y="164943"/>
                    <a:pt x="123112" y="178192"/>
                    <a:pt x="142193" y="194107"/>
                  </a:cubicBezTo>
                  <a:cubicBezTo>
                    <a:pt x="153859" y="203773"/>
                    <a:pt x="165441" y="213022"/>
                    <a:pt x="175774" y="224104"/>
                  </a:cubicBezTo>
                  <a:cubicBezTo>
                    <a:pt x="181524" y="230187"/>
                    <a:pt x="186189" y="237269"/>
                    <a:pt x="191939" y="243186"/>
                  </a:cubicBezTo>
                  <a:cubicBezTo>
                    <a:pt x="188773" y="245852"/>
                    <a:pt x="185856" y="248852"/>
                    <a:pt x="183357" y="252268"/>
                  </a:cubicBezTo>
                  <a:cubicBezTo>
                    <a:pt x="183106" y="252185"/>
                    <a:pt x="182773" y="252185"/>
                    <a:pt x="182524" y="252185"/>
                  </a:cubicBezTo>
                  <a:cubicBezTo>
                    <a:pt x="162025" y="240436"/>
                    <a:pt x="141527" y="228604"/>
                    <a:pt x="122945" y="213772"/>
                  </a:cubicBezTo>
                  <a:lnTo>
                    <a:pt x="122945" y="213772"/>
                  </a:lnTo>
                  <a:close/>
                  <a:moveTo>
                    <a:pt x="584903" y="670314"/>
                  </a:moveTo>
                  <a:cubicBezTo>
                    <a:pt x="578238" y="682646"/>
                    <a:pt x="556323" y="677896"/>
                    <a:pt x="546158" y="674313"/>
                  </a:cubicBezTo>
                  <a:cubicBezTo>
                    <a:pt x="526909" y="667564"/>
                    <a:pt x="513493" y="652982"/>
                    <a:pt x="498745" y="639734"/>
                  </a:cubicBezTo>
                  <a:cubicBezTo>
                    <a:pt x="516410" y="632901"/>
                    <a:pt x="540741" y="623568"/>
                    <a:pt x="547323" y="604820"/>
                  </a:cubicBezTo>
                  <a:cubicBezTo>
                    <a:pt x="548907" y="600320"/>
                    <a:pt x="543324" y="597487"/>
                    <a:pt x="540241" y="600903"/>
                  </a:cubicBezTo>
                  <a:cubicBezTo>
                    <a:pt x="533908" y="607903"/>
                    <a:pt x="529908" y="615152"/>
                    <a:pt x="521993" y="620902"/>
                  </a:cubicBezTo>
                  <a:cubicBezTo>
                    <a:pt x="513827" y="626901"/>
                    <a:pt x="504911" y="632567"/>
                    <a:pt x="495912" y="637233"/>
                  </a:cubicBezTo>
                  <a:cubicBezTo>
                    <a:pt x="495578" y="636900"/>
                    <a:pt x="495245" y="636651"/>
                    <a:pt x="494912" y="636317"/>
                  </a:cubicBezTo>
                  <a:cubicBezTo>
                    <a:pt x="479414" y="622985"/>
                    <a:pt x="462248" y="612153"/>
                    <a:pt x="443833" y="603403"/>
                  </a:cubicBezTo>
                  <a:cubicBezTo>
                    <a:pt x="434334" y="598904"/>
                    <a:pt x="424085" y="595654"/>
                    <a:pt x="415085" y="590321"/>
                  </a:cubicBezTo>
                  <a:cubicBezTo>
                    <a:pt x="404836" y="584322"/>
                    <a:pt x="397004" y="575489"/>
                    <a:pt x="389505" y="566573"/>
                  </a:cubicBezTo>
                  <a:cubicBezTo>
                    <a:pt x="387921" y="564657"/>
                    <a:pt x="386255" y="562823"/>
                    <a:pt x="384672" y="560907"/>
                  </a:cubicBezTo>
                  <a:cubicBezTo>
                    <a:pt x="413753" y="556241"/>
                    <a:pt x="440166" y="540326"/>
                    <a:pt x="455499" y="513995"/>
                  </a:cubicBezTo>
                  <a:cubicBezTo>
                    <a:pt x="456165" y="512745"/>
                    <a:pt x="454748" y="511662"/>
                    <a:pt x="453749" y="512662"/>
                  </a:cubicBezTo>
                  <a:cubicBezTo>
                    <a:pt x="441333" y="525910"/>
                    <a:pt x="424501" y="534493"/>
                    <a:pt x="408253" y="542075"/>
                  </a:cubicBezTo>
                  <a:cubicBezTo>
                    <a:pt x="402503" y="544825"/>
                    <a:pt x="396004" y="545825"/>
                    <a:pt x="390087" y="548158"/>
                  </a:cubicBezTo>
                  <a:cubicBezTo>
                    <a:pt x="386005" y="549741"/>
                    <a:pt x="382088" y="551742"/>
                    <a:pt x="378006" y="553491"/>
                  </a:cubicBezTo>
                  <a:cubicBezTo>
                    <a:pt x="369173" y="543825"/>
                    <a:pt x="359758" y="534993"/>
                    <a:pt x="348175" y="527993"/>
                  </a:cubicBezTo>
                  <a:cubicBezTo>
                    <a:pt x="330427" y="517245"/>
                    <a:pt x="309762" y="510828"/>
                    <a:pt x="293930" y="496913"/>
                  </a:cubicBezTo>
                  <a:cubicBezTo>
                    <a:pt x="286014" y="489997"/>
                    <a:pt x="280931" y="481331"/>
                    <a:pt x="276931" y="472082"/>
                  </a:cubicBezTo>
                  <a:cubicBezTo>
                    <a:pt x="283431" y="474331"/>
                    <a:pt x="289597" y="477331"/>
                    <a:pt x="297513" y="476915"/>
                  </a:cubicBezTo>
                  <a:cubicBezTo>
                    <a:pt x="310762" y="476082"/>
                    <a:pt x="325844" y="472915"/>
                    <a:pt x="337925" y="467499"/>
                  </a:cubicBezTo>
                  <a:cubicBezTo>
                    <a:pt x="361340" y="457000"/>
                    <a:pt x="381255" y="431919"/>
                    <a:pt x="393421" y="410004"/>
                  </a:cubicBezTo>
                  <a:cubicBezTo>
                    <a:pt x="395420" y="406421"/>
                    <a:pt x="389838" y="403921"/>
                    <a:pt x="387505" y="406671"/>
                  </a:cubicBezTo>
                  <a:cubicBezTo>
                    <a:pt x="371589" y="425419"/>
                    <a:pt x="351674" y="449250"/>
                    <a:pt x="327927" y="457833"/>
                  </a:cubicBezTo>
                  <a:cubicBezTo>
                    <a:pt x="317344" y="461666"/>
                    <a:pt x="305096" y="464749"/>
                    <a:pt x="293847" y="466082"/>
                  </a:cubicBezTo>
                  <a:cubicBezTo>
                    <a:pt x="287013" y="466832"/>
                    <a:pt x="280515" y="465166"/>
                    <a:pt x="273932" y="464666"/>
                  </a:cubicBezTo>
                  <a:cubicBezTo>
                    <a:pt x="269182" y="451917"/>
                    <a:pt x="265432" y="438418"/>
                    <a:pt x="258266" y="426836"/>
                  </a:cubicBezTo>
                  <a:cubicBezTo>
                    <a:pt x="248268" y="410588"/>
                    <a:pt x="231019" y="399922"/>
                    <a:pt x="216186" y="387923"/>
                  </a:cubicBezTo>
                  <a:cubicBezTo>
                    <a:pt x="219104" y="388673"/>
                    <a:pt x="222187" y="389256"/>
                    <a:pt x="225436" y="389589"/>
                  </a:cubicBezTo>
                  <a:cubicBezTo>
                    <a:pt x="239268" y="390922"/>
                    <a:pt x="252600" y="389506"/>
                    <a:pt x="265432" y="383840"/>
                  </a:cubicBezTo>
                  <a:cubicBezTo>
                    <a:pt x="289430" y="373174"/>
                    <a:pt x="315845" y="349759"/>
                    <a:pt x="325094" y="324845"/>
                  </a:cubicBezTo>
                  <a:cubicBezTo>
                    <a:pt x="326427" y="321179"/>
                    <a:pt x="321094" y="317762"/>
                    <a:pt x="318844" y="321345"/>
                  </a:cubicBezTo>
                  <a:cubicBezTo>
                    <a:pt x="305845" y="343093"/>
                    <a:pt x="281847" y="364008"/>
                    <a:pt x="258433" y="373757"/>
                  </a:cubicBezTo>
                  <a:cubicBezTo>
                    <a:pt x="245768" y="379007"/>
                    <a:pt x="232019" y="379507"/>
                    <a:pt x="218520" y="378257"/>
                  </a:cubicBezTo>
                  <a:cubicBezTo>
                    <a:pt x="213103" y="377757"/>
                    <a:pt x="207188" y="375507"/>
                    <a:pt x="201439" y="374507"/>
                  </a:cubicBezTo>
                  <a:cubicBezTo>
                    <a:pt x="193606" y="366342"/>
                    <a:pt x="187356" y="357592"/>
                    <a:pt x="183773" y="346176"/>
                  </a:cubicBezTo>
                  <a:cubicBezTo>
                    <a:pt x="179274" y="331928"/>
                    <a:pt x="178190" y="317263"/>
                    <a:pt x="178690" y="302347"/>
                  </a:cubicBezTo>
                  <a:cubicBezTo>
                    <a:pt x="178857" y="298264"/>
                    <a:pt x="179190" y="294098"/>
                    <a:pt x="179690" y="289848"/>
                  </a:cubicBezTo>
                  <a:cubicBezTo>
                    <a:pt x="185690" y="274766"/>
                    <a:pt x="195522" y="261267"/>
                    <a:pt x="206605" y="249519"/>
                  </a:cubicBezTo>
                  <a:cubicBezTo>
                    <a:pt x="223187" y="232103"/>
                    <a:pt x="243851" y="228020"/>
                    <a:pt x="266933" y="225854"/>
                  </a:cubicBezTo>
                  <a:cubicBezTo>
                    <a:pt x="288430" y="223854"/>
                    <a:pt x="309679" y="227187"/>
                    <a:pt x="329427" y="235936"/>
                  </a:cubicBezTo>
                  <a:cubicBezTo>
                    <a:pt x="326344" y="240519"/>
                    <a:pt x="325011" y="246519"/>
                    <a:pt x="322510" y="251518"/>
                  </a:cubicBezTo>
                  <a:cubicBezTo>
                    <a:pt x="316595" y="263517"/>
                    <a:pt x="307345" y="275766"/>
                    <a:pt x="298929" y="286265"/>
                  </a:cubicBezTo>
                  <a:cubicBezTo>
                    <a:pt x="282348" y="307097"/>
                    <a:pt x="252351" y="314846"/>
                    <a:pt x="227103" y="317012"/>
                  </a:cubicBezTo>
                  <a:cubicBezTo>
                    <a:pt x="226769" y="317012"/>
                    <a:pt x="226686" y="317679"/>
                    <a:pt x="227103" y="317679"/>
                  </a:cubicBezTo>
                  <a:cubicBezTo>
                    <a:pt x="254517" y="318346"/>
                    <a:pt x="284764" y="316846"/>
                    <a:pt x="306179" y="297014"/>
                  </a:cubicBezTo>
                  <a:cubicBezTo>
                    <a:pt x="314845" y="289015"/>
                    <a:pt x="340926" y="261684"/>
                    <a:pt x="342592" y="243102"/>
                  </a:cubicBezTo>
                  <a:cubicBezTo>
                    <a:pt x="359007" y="254352"/>
                    <a:pt x="370007" y="270850"/>
                    <a:pt x="379506" y="288848"/>
                  </a:cubicBezTo>
                  <a:cubicBezTo>
                    <a:pt x="384838" y="298931"/>
                    <a:pt x="388588" y="309513"/>
                    <a:pt x="392005" y="320262"/>
                  </a:cubicBezTo>
                  <a:cubicBezTo>
                    <a:pt x="391171" y="320262"/>
                    <a:pt x="390338" y="320512"/>
                    <a:pt x="389588" y="321012"/>
                  </a:cubicBezTo>
                  <a:cubicBezTo>
                    <a:pt x="378588" y="327845"/>
                    <a:pt x="372173" y="344260"/>
                    <a:pt x="364006" y="354176"/>
                  </a:cubicBezTo>
                  <a:cubicBezTo>
                    <a:pt x="351841" y="368841"/>
                    <a:pt x="334176" y="381840"/>
                    <a:pt x="317261" y="390589"/>
                  </a:cubicBezTo>
                  <a:cubicBezTo>
                    <a:pt x="316595" y="390922"/>
                    <a:pt x="317012" y="391922"/>
                    <a:pt x="317761" y="391672"/>
                  </a:cubicBezTo>
                  <a:cubicBezTo>
                    <a:pt x="351925" y="380757"/>
                    <a:pt x="374506" y="359342"/>
                    <a:pt x="395587" y="331511"/>
                  </a:cubicBezTo>
                  <a:cubicBezTo>
                    <a:pt x="398171" y="340094"/>
                    <a:pt x="400837" y="348759"/>
                    <a:pt x="404087" y="357175"/>
                  </a:cubicBezTo>
                  <a:cubicBezTo>
                    <a:pt x="411836" y="377507"/>
                    <a:pt x="426168" y="389839"/>
                    <a:pt x="441166" y="404504"/>
                  </a:cubicBezTo>
                  <a:cubicBezTo>
                    <a:pt x="439166" y="409088"/>
                    <a:pt x="437667" y="414420"/>
                    <a:pt x="435584" y="418503"/>
                  </a:cubicBezTo>
                  <a:cubicBezTo>
                    <a:pt x="431667" y="426169"/>
                    <a:pt x="428251" y="433752"/>
                    <a:pt x="423918" y="441335"/>
                  </a:cubicBezTo>
                  <a:cubicBezTo>
                    <a:pt x="417085" y="453417"/>
                    <a:pt x="407670" y="464416"/>
                    <a:pt x="396253" y="472332"/>
                  </a:cubicBezTo>
                  <a:cubicBezTo>
                    <a:pt x="383088" y="481581"/>
                    <a:pt x="368090" y="485831"/>
                    <a:pt x="353091" y="491413"/>
                  </a:cubicBezTo>
                  <a:cubicBezTo>
                    <a:pt x="352008" y="491830"/>
                    <a:pt x="352507" y="493580"/>
                    <a:pt x="353591" y="493330"/>
                  </a:cubicBezTo>
                  <a:cubicBezTo>
                    <a:pt x="371840" y="489664"/>
                    <a:pt x="389505" y="488330"/>
                    <a:pt x="406003" y="479248"/>
                  </a:cubicBezTo>
                  <a:cubicBezTo>
                    <a:pt x="418669" y="472248"/>
                    <a:pt x="428667" y="460416"/>
                    <a:pt x="436167" y="448250"/>
                  </a:cubicBezTo>
                  <a:cubicBezTo>
                    <a:pt x="439166" y="443335"/>
                    <a:pt x="448166" y="429086"/>
                    <a:pt x="452082" y="416754"/>
                  </a:cubicBezTo>
                  <a:cubicBezTo>
                    <a:pt x="463498" y="431169"/>
                    <a:pt x="471580" y="447751"/>
                    <a:pt x="477414" y="465416"/>
                  </a:cubicBezTo>
                  <a:cubicBezTo>
                    <a:pt x="484413" y="486497"/>
                    <a:pt x="493829" y="503162"/>
                    <a:pt x="509077" y="519411"/>
                  </a:cubicBezTo>
                  <a:cubicBezTo>
                    <a:pt x="513493" y="524161"/>
                    <a:pt x="518243" y="528827"/>
                    <a:pt x="522409" y="533910"/>
                  </a:cubicBezTo>
                  <a:cubicBezTo>
                    <a:pt x="521909" y="534326"/>
                    <a:pt x="521409" y="534826"/>
                    <a:pt x="520993" y="535409"/>
                  </a:cubicBezTo>
                  <a:cubicBezTo>
                    <a:pt x="512827" y="547992"/>
                    <a:pt x="507743" y="562407"/>
                    <a:pt x="496912" y="573156"/>
                  </a:cubicBezTo>
                  <a:cubicBezTo>
                    <a:pt x="482996" y="586988"/>
                    <a:pt x="468497" y="598237"/>
                    <a:pt x="448749" y="601820"/>
                  </a:cubicBezTo>
                  <a:cubicBezTo>
                    <a:pt x="448250" y="601903"/>
                    <a:pt x="448332" y="602653"/>
                    <a:pt x="448833" y="602653"/>
                  </a:cubicBezTo>
                  <a:cubicBezTo>
                    <a:pt x="486413" y="600737"/>
                    <a:pt x="512910" y="577905"/>
                    <a:pt x="530409" y="546575"/>
                  </a:cubicBezTo>
                  <a:cubicBezTo>
                    <a:pt x="530492" y="546825"/>
                    <a:pt x="530658" y="547158"/>
                    <a:pt x="530825" y="547408"/>
                  </a:cubicBezTo>
                  <a:cubicBezTo>
                    <a:pt x="535408" y="558657"/>
                    <a:pt x="537158" y="570156"/>
                    <a:pt x="542991" y="580988"/>
                  </a:cubicBezTo>
                  <a:cubicBezTo>
                    <a:pt x="553823" y="601154"/>
                    <a:pt x="570405" y="616402"/>
                    <a:pt x="579321" y="637984"/>
                  </a:cubicBezTo>
                  <a:cubicBezTo>
                    <a:pt x="583237" y="646733"/>
                    <a:pt x="589820" y="661231"/>
                    <a:pt x="584903" y="670314"/>
                  </a:cubicBezTo>
                  <a:lnTo>
                    <a:pt x="584903" y="670314"/>
                  </a:lnTo>
                  <a:close/>
                </a:path>
              </a:pathLst>
            </a:custGeom>
            <a:grpFill/>
            <a:ln w="8332" cap="flat">
              <a:noFill/>
              <a:prstDash val="solid"/>
              <a:miter/>
            </a:ln>
          </p:spPr>
          <p:txBody>
            <a:bodyPr rtlCol="0" anchor="ctr"/>
            <a:lstStyle/>
            <a:p>
              <a:endParaRPr lang="en-US"/>
            </a:p>
          </p:txBody>
        </p:sp>
        <p:sp>
          <p:nvSpPr>
            <p:cNvPr id="1893" name="Freeform: Shape 1892"/>
            <p:cNvSpPr/>
            <p:nvPr/>
          </p:nvSpPr>
          <p:spPr>
            <a:xfrm>
              <a:off x="8944680" y="3986570"/>
              <a:ext cx="799404" cy="437184"/>
            </a:xfrm>
            <a:custGeom>
              <a:avLst/>
              <a:gdLst>
                <a:gd name="connsiteX0" fmla="*/ 49530 w 799404"/>
                <a:gd name="connsiteY0" fmla="*/ 92906 h 437184"/>
                <a:gd name="connsiteX1" fmla="*/ 91027 w 799404"/>
                <a:gd name="connsiteY1" fmla="*/ 117404 h 437184"/>
                <a:gd name="connsiteX2" fmla="*/ 115441 w 799404"/>
                <a:gd name="connsiteY2" fmla="*/ 142402 h 437184"/>
                <a:gd name="connsiteX3" fmla="*/ 153938 w 799404"/>
                <a:gd name="connsiteY3" fmla="*/ 159900 h 437184"/>
                <a:gd name="connsiteX4" fmla="*/ 218681 w 799404"/>
                <a:gd name="connsiteY4" fmla="*/ 214395 h 437184"/>
                <a:gd name="connsiteX5" fmla="*/ 248513 w 799404"/>
                <a:gd name="connsiteY5" fmla="*/ 229477 h 437184"/>
                <a:gd name="connsiteX6" fmla="*/ 289592 w 799404"/>
                <a:gd name="connsiteY6" fmla="*/ 243309 h 437184"/>
                <a:gd name="connsiteX7" fmla="*/ 356753 w 799404"/>
                <a:gd name="connsiteY7" fmla="*/ 307387 h 437184"/>
                <a:gd name="connsiteX8" fmla="*/ 423413 w 799404"/>
                <a:gd name="connsiteY8" fmla="*/ 336467 h 437184"/>
                <a:gd name="connsiteX9" fmla="*/ 496741 w 799404"/>
                <a:gd name="connsiteY9" fmla="*/ 319719 h 437184"/>
                <a:gd name="connsiteX10" fmla="*/ 509655 w 799404"/>
                <a:gd name="connsiteY10" fmla="*/ 312220 h 437184"/>
                <a:gd name="connsiteX11" fmla="*/ 539819 w 799404"/>
                <a:gd name="connsiteY11" fmla="*/ 337467 h 437184"/>
                <a:gd name="connsiteX12" fmla="*/ 581649 w 799404"/>
                <a:gd name="connsiteY12" fmla="*/ 367215 h 437184"/>
                <a:gd name="connsiteX13" fmla="*/ 606397 w 799404"/>
                <a:gd name="connsiteY13" fmla="*/ 379880 h 437184"/>
                <a:gd name="connsiteX14" fmla="*/ 618645 w 799404"/>
                <a:gd name="connsiteY14" fmla="*/ 385546 h 437184"/>
                <a:gd name="connsiteX15" fmla="*/ 631811 w 799404"/>
                <a:gd name="connsiteY15" fmla="*/ 376464 h 437184"/>
                <a:gd name="connsiteX16" fmla="*/ 641144 w 799404"/>
                <a:gd name="connsiteY16" fmla="*/ 384296 h 437184"/>
                <a:gd name="connsiteX17" fmla="*/ 704138 w 799404"/>
                <a:gd name="connsiteY17" fmla="*/ 427709 h 437184"/>
                <a:gd name="connsiteX18" fmla="*/ 750634 w 799404"/>
                <a:gd name="connsiteY18" fmla="*/ 431875 h 437184"/>
                <a:gd name="connsiteX19" fmla="*/ 751801 w 799404"/>
                <a:gd name="connsiteY19" fmla="*/ 383796 h 437184"/>
                <a:gd name="connsiteX20" fmla="*/ 691639 w 799404"/>
                <a:gd name="connsiteY20" fmla="*/ 346550 h 437184"/>
                <a:gd name="connsiteX21" fmla="*/ 640977 w 799404"/>
                <a:gd name="connsiteY21" fmla="*/ 318469 h 437184"/>
                <a:gd name="connsiteX22" fmla="*/ 688639 w 799404"/>
                <a:gd name="connsiteY22" fmla="*/ 336884 h 437184"/>
                <a:gd name="connsiteX23" fmla="*/ 764549 w 799404"/>
                <a:gd name="connsiteY23" fmla="*/ 357382 h 437184"/>
                <a:gd name="connsiteX24" fmla="*/ 799379 w 799404"/>
                <a:gd name="connsiteY24" fmla="*/ 337634 h 437184"/>
                <a:gd name="connsiteX25" fmla="*/ 765466 w 799404"/>
                <a:gd name="connsiteY25" fmla="*/ 303971 h 437184"/>
                <a:gd name="connsiteX26" fmla="*/ 700555 w 799404"/>
                <a:gd name="connsiteY26" fmla="*/ 295638 h 437184"/>
                <a:gd name="connsiteX27" fmla="*/ 696639 w 799404"/>
                <a:gd name="connsiteY27" fmla="*/ 267224 h 437184"/>
                <a:gd name="connsiteX28" fmla="*/ 652559 w 799404"/>
                <a:gd name="connsiteY28" fmla="*/ 249809 h 437184"/>
                <a:gd name="connsiteX29" fmla="*/ 602564 w 799404"/>
                <a:gd name="connsiteY29" fmla="*/ 237226 h 437184"/>
                <a:gd name="connsiteX30" fmla="*/ 558734 w 799404"/>
                <a:gd name="connsiteY30" fmla="*/ 230894 h 437184"/>
                <a:gd name="connsiteX31" fmla="*/ 535653 w 799404"/>
                <a:gd name="connsiteY31" fmla="*/ 162150 h 437184"/>
                <a:gd name="connsiteX32" fmla="*/ 479158 w 799404"/>
                <a:gd name="connsiteY32" fmla="*/ 124153 h 437184"/>
                <a:gd name="connsiteX33" fmla="*/ 441329 w 799404"/>
                <a:gd name="connsiteY33" fmla="*/ 114237 h 437184"/>
                <a:gd name="connsiteX34" fmla="*/ 402499 w 799404"/>
                <a:gd name="connsiteY34" fmla="*/ 88407 h 437184"/>
                <a:gd name="connsiteX35" fmla="*/ 343504 w 799404"/>
                <a:gd name="connsiteY35" fmla="*/ 53326 h 437184"/>
                <a:gd name="connsiteX36" fmla="*/ 266428 w 799404"/>
                <a:gd name="connsiteY36" fmla="*/ 42660 h 437184"/>
                <a:gd name="connsiteX37" fmla="*/ 203933 w 799404"/>
                <a:gd name="connsiteY37" fmla="*/ 20329 h 437184"/>
                <a:gd name="connsiteX38" fmla="*/ 122774 w 799404"/>
                <a:gd name="connsiteY38" fmla="*/ 14746 h 437184"/>
                <a:gd name="connsiteX39" fmla="*/ 50781 w 799404"/>
                <a:gd name="connsiteY39" fmla="*/ 248 h 437184"/>
                <a:gd name="connsiteX40" fmla="*/ 2368 w 799404"/>
                <a:gd name="connsiteY40" fmla="*/ 25246 h 437184"/>
                <a:gd name="connsiteX41" fmla="*/ 21366 w 799404"/>
                <a:gd name="connsiteY41" fmla="*/ 72324 h 437184"/>
                <a:gd name="connsiteX42" fmla="*/ 49530 w 799404"/>
                <a:gd name="connsiteY42" fmla="*/ 92906 h 437184"/>
                <a:gd name="connsiteX43" fmla="*/ 49530 w 799404"/>
                <a:gd name="connsiteY43" fmla="*/ 92906 h 437184"/>
                <a:gd name="connsiteX44" fmla="*/ 615562 w 799404"/>
                <a:gd name="connsiteY44" fmla="*/ 374464 h 437184"/>
                <a:gd name="connsiteX45" fmla="*/ 601230 w 799404"/>
                <a:gd name="connsiteY45" fmla="*/ 365631 h 437184"/>
                <a:gd name="connsiteX46" fmla="*/ 567567 w 799404"/>
                <a:gd name="connsiteY46" fmla="*/ 345633 h 437184"/>
                <a:gd name="connsiteX47" fmla="*/ 540652 w 799404"/>
                <a:gd name="connsiteY47" fmla="*/ 321802 h 437184"/>
                <a:gd name="connsiteX48" fmla="*/ 521655 w 799404"/>
                <a:gd name="connsiteY48" fmla="*/ 303971 h 437184"/>
                <a:gd name="connsiteX49" fmla="*/ 529821 w 799404"/>
                <a:gd name="connsiteY49" fmla="*/ 296971 h 437184"/>
                <a:gd name="connsiteX50" fmla="*/ 543735 w 799404"/>
                <a:gd name="connsiteY50" fmla="*/ 308303 h 437184"/>
                <a:gd name="connsiteX51" fmla="*/ 575982 w 799404"/>
                <a:gd name="connsiteY51" fmla="*/ 330968 h 437184"/>
                <a:gd name="connsiteX52" fmla="*/ 627395 w 799404"/>
                <a:gd name="connsiteY52" fmla="*/ 372214 h 437184"/>
                <a:gd name="connsiteX53" fmla="*/ 615562 w 799404"/>
                <a:gd name="connsiteY53" fmla="*/ 374464 h 437184"/>
                <a:gd name="connsiteX54" fmla="*/ 615562 w 799404"/>
                <a:gd name="connsiteY54" fmla="*/ 374464 h 437184"/>
                <a:gd name="connsiteX55" fmla="*/ 707471 w 799404"/>
                <a:gd name="connsiteY55" fmla="*/ 367881 h 437184"/>
                <a:gd name="connsiteX56" fmla="*/ 737551 w 799404"/>
                <a:gd name="connsiteY56" fmla="*/ 383296 h 437184"/>
                <a:gd name="connsiteX57" fmla="*/ 743051 w 799404"/>
                <a:gd name="connsiteY57" fmla="*/ 422460 h 437184"/>
                <a:gd name="connsiteX58" fmla="*/ 681807 w 799404"/>
                <a:gd name="connsiteY58" fmla="*/ 403795 h 437184"/>
                <a:gd name="connsiteX59" fmla="*/ 630811 w 799404"/>
                <a:gd name="connsiteY59" fmla="*/ 361632 h 437184"/>
                <a:gd name="connsiteX60" fmla="*/ 579566 w 799404"/>
                <a:gd name="connsiteY60" fmla="*/ 319219 h 437184"/>
                <a:gd name="connsiteX61" fmla="*/ 536653 w 799404"/>
                <a:gd name="connsiteY61" fmla="*/ 289471 h 437184"/>
                <a:gd name="connsiteX62" fmla="*/ 542736 w 799404"/>
                <a:gd name="connsiteY62" fmla="*/ 280973 h 437184"/>
                <a:gd name="connsiteX63" fmla="*/ 548902 w 799404"/>
                <a:gd name="connsiteY63" fmla="*/ 283472 h 437184"/>
                <a:gd name="connsiteX64" fmla="*/ 565817 w 799404"/>
                <a:gd name="connsiteY64" fmla="*/ 292971 h 437184"/>
                <a:gd name="connsiteX65" fmla="*/ 593482 w 799404"/>
                <a:gd name="connsiteY65" fmla="*/ 306554 h 437184"/>
                <a:gd name="connsiteX66" fmla="*/ 648393 w 799404"/>
                <a:gd name="connsiteY66" fmla="*/ 336051 h 437184"/>
                <a:gd name="connsiteX67" fmla="*/ 707471 w 799404"/>
                <a:gd name="connsiteY67" fmla="*/ 367881 h 437184"/>
                <a:gd name="connsiteX68" fmla="*/ 707471 w 799404"/>
                <a:gd name="connsiteY68" fmla="*/ 367881 h 437184"/>
                <a:gd name="connsiteX69" fmla="*/ 744884 w 799404"/>
                <a:gd name="connsiteY69" fmla="*/ 314219 h 437184"/>
                <a:gd name="connsiteX70" fmla="*/ 778214 w 799404"/>
                <a:gd name="connsiteY70" fmla="*/ 320219 h 437184"/>
                <a:gd name="connsiteX71" fmla="*/ 784881 w 799404"/>
                <a:gd name="connsiteY71" fmla="*/ 344634 h 437184"/>
                <a:gd name="connsiteX72" fmla="*/ 761300 w 799404"/>
                <a:gd name="connsiteY72" fmla="*/ 347717 h 437184"/>
                <a:gd name="connsiteX73" fmla="*/ 728386 w 799404"/>
                <a:gd name="connsiteY73" fmla="*/ 341467 h 437184"/>
                <a:gd name="connsiteX74" fmla="*/ 660642 w 799404"/>
                <a:gd name="connsiteY74" fmla="*/ 316969 h 437184"/>
                <a:gd name="connsiteX75" fmla="*/ 596897 w 799404"/>
                <a:gd name="connsiteY75" fmla="*/ 291221 h 437184"/>
                <a:gd name="connsiteX76" fmla="*/ 548068 w 799404"/>
                <a:gd name="connsiteY76" fmla="*/ 271140 h 437184"/>
                <a:gd name="connsiteX77" fmla="*/ 549985 w 799404"/>
                <a:gd name="connsiteY77" fmla="*/ 266057 h 437184"/>
                <a:gd name="connsiteX78" fmla="*/ 550652 w 799404"/>
                <a:gd name="connsiteY78" fmla="*/ 263724 h 437184"/>
                <a:gd name="connsiteX79" fmla="*/ 652976 w 799404"/>
                <a:gd name="connsiteY79" fmla="*/ 297971 h 437184"/>
                <a:gd name="connsiteX80" fmla="*/ 715553 w 799404"/>
                <a:gd name="connsiteY80" fmla="*/ 310220 h 437184"/>
                <a:gd name="connsiteX81" fmla="*/ 744884 w 799404"/>
                <a:gd name="connsiteY81" fmla="*/ 314219 h 437184"/>
                <a:gd name="connsiteX82" fmla="*/ 744884 w 799404"/>
                <a:gd name="connsiteY82" fmla="*/ 314219 h 437184"/>
                <a:gd name="connsiteX83" fmla="*/ 628645 w 799404"/>
                <a:gd name="connsiteY83" fmla="*/ 254308 h 437184"/>
                <a:gd name="connsiteX84" fmla="*/ 663475 w 799404"/>
                <a:gd name="connsiteY84" fmla="*/ 264641 h 437184"/>
                <a:gd name="connsiteX85" fmla="*/ 692556 w 799404"/>
                <a:gd name="connsiteY85" fmla="*/ 279889 h 437184"/>
                <a:gd name="connsiteX86" fmla="*/ 695055 w 799404"/>
                <a:gd name="connsiteY86" fmla="*/ 294638 h 437184"/>
                <a:gd name="connsiteX87" fmla="*/ 692722 w 799404"/>
                <a:gd name="connsiteY87" fmla="*/ 294221 h 437184"/>
                <a:gd name="connsiteX88" fmla="*/ 619563 w 799404"/>
                <a:gd name="connsiteY88" fmla="*/ 280222 h 437184"/>
                <a:gd name="connsiteX89" fmla="*/ 576399 w 799404"/>
                <a:gd name="connsiteY89" fmla="*/ 267390 h 437184"/>
                <a:gd name="connsiteX90" fmla="*/ 553652 w 799404"/>
                <a:gd name="connsiteY90" fmla="*/ 256975 h 437184"/>
                <a:gd name="connsiteX91" fmla="*/ 557568 w 799404"/>
                <a:gd name="connsiteY91" fmla="*/ 245143 h 437184"/>
                <a:gd name="connsiteX92" fmla="*/ 558401 w 799404"/>
                <a:gd name="connsiteY92" fmla="*/ 244892 h 437184"/>
                <a:gd name="connsiteX93" fmla="*/ 628645 w 799404"/>
                <a:gd name="connsiteY93" fmla="*/ 254308 h 437184"/>
                <a:gd name="connsiteX94" fmla="*/ 628645 w 799404"/>
                <a:gd name="connsiteY94" fmla="*/ 254308 h 437184"/>
                <a:gd name="connsiteX95" fmla="*/ 16283 w 799404"/>
                <a:gd name="connsiteY95" fmla="*/ 36994 h 437184"/>
                <a:gd name="connsiteX96" fmla="*/ 49697 w 799404"/>
                <a:gd name="connsiteY96" fmla="*/ 16913 h 437184"/>
                <a:gd name="connsiteX97" fmla="*/ 107275 w 799404"/>
                <a:gd name="connsiteY97" fmla="*/ 28078 h 437184"/>
                <a:gd name="connsiteX98" fmla="*/ 78111 w 799404"/>
                <a:gd name="connsiteY98" fmla="*/ 80324 h 437184"/>
                <a:gd name="connsiteX99" fmla="*/ 86194 w 799404"/>
                <a:gd name="connsiteY99" fmla="*/ 80907 h 437184"/>
                <a:gd name="connsiteX100" fmla="*/ 94276 w 799404"/>
                <a:gd name="connsiteY100" fmla="*/ 55076 h 437184"/>
                <a:gd name="connsiteX101" fmla="*/ 110942 w 799404"/>
                <a:gd name="connsiteY101" fmla="*/ 29162 h 437184"/>
                <a:gd name="connsiteX102" fmla="*/ 112275 w 799404"/>
                <a:gd name="connsiteY102" fmla="*/ 29578 h 437184"/>
                <a:gd name="connsiteX103" fmla="*/ 172436 w 799404"/>
                <a:gd name="connsiteY103" fmla="*/ 37661 h 437184"/>
                <a:gd name="connsiteX104" fmla="*/ 204017 w 799404"/>
                <a:gd name="connsiteY104" fmla="*/ 37245 h 437184"/>
                <a:gd name="connsiteX105" fmla="*/ 237264 w 799404"/>
                <a:gd name="connsiteY105" fmla="*/ 47910 h 437184"/>
                <a:gd name="connsiteX106" fmla="*/ 244013 w 799404"/>
                <a:gd name="connsiteY106" fmla="*/ 50993 h 437184"/>
                <a:gd name="connsiteX107" fmla="*/ 199851 w 799404"/>
                <a:gd name="connsiteY107" fmla="*/ 123487 h 437184"/>
                <a:gd name="connsiteX108" fmla="*/ 202016 w 799404"/>
                <a:gd name="connsiteY108" fmla="*/ 123903 h 437184"/>
                <a:gd name="connsiteX109" fmla="*/ 230681 w 799404"/>
                <a:gd name="connsiteY109" fmla="*/ 77991 h 437184"/>
                <a:gd name="connsiteX110" fmla="*/ 244513 w 799404"/>
                <a:gd name="connsiteY110" fmla="*/ 64742 h 437184"/>
                <a:gd name="connsiteX111" fmla="*/ 253178 w 799404"/>
                <a:gd name="connsiteY111" fmla="*/ 54743 h 437184"/>
                <a:gd name="connsiteX112" fmla="*/ 291009 w 799404"/>
                <a:gd name="connsiteY112" fmla="*/ 65158 h 437184"/>
                <a:gd name="connsiteX113" fmla="*/ 353336 w 799404"/>
                <a:gd name="connsiteY113" fmla="*/ 70241 h 437184"/>
                <a:gd name="connsiteX114" fmla="*/ 379250 w 799404"/>
                <a:gd name="connsiteY114" fmla="*/ 85490 h 437184"/>
                <a:gd name="connsiteX115" fmla="*/ 358586 w 799404"/>
                <a:gd name="connsiteY115" fmla="*/ 89906 h 437184"/>
                <a:gd name="connsiteX116" fmla="*/ 326005 w 799404"/>
                <a:gd name="connsiteY116" fmla="*/ 115654 h 437184"/>
                <a:gd name="connsiteX117" fmla="*/ 300174 w 799404"/>
                <a:gd name="connsiteY117" fmla="*/ 191147 h 437184"/>
                <a:gd name="connsiteX118" fmla="*/ 306924 w 799404"/>
                <a:gd name="connsiteY118" fmla="*/ 191647 h 437184"/>
                <a:gd name="connsiteX119" fmla="*/ 339088 w 799404"/>
                <a:gd name="connsiteY119" fmla="*/ 120154 h 437184"/>
                <a:gd name="connsiteX120" fmla="*/ 366502 w 799404"/>
                <a:gd name="connsiteY120" fmla="*/ 98239 h 437184"/>
                <a:gd name="connsiteX121" fmla="*/ 385084 w 799404"/>
                <a:gd name="connsiteY121" fmla="*/ 91073 h 437184"/>
                <a:gd name="connsiteX122" fmla="*/ 415248 w 799404"/>
                <a:gd name="connsiteY122" fmla="*/ 118653 h 437184"/>
                <a:gd name="connsiteX123" fmla="*/ 469909 w 799404"/>
                <a:gd name="connsiteY123" fmla="*/ 135985 h 437184"/>
                <a:gd name="connsiteX124" fmla="*/ 460827 w 799404"/>
                <a:gd name="connsiteY124" fmla="*/ 138402 h 437184"/>
                <a:gd name="connsiteX125" fmla="*/ 426996 w 799404"/>
                <a:gd name="connsiteY125" fmla="*/ 160650 h 437184"/>
                <a:gd name="connsiteX126" fmla="*/ 398082 w 799404"/>
                <a:gd name="connsiteY126" fmla="*/ 239393 h 437184"/>
                <a:gd name="connsiteX127" fmla="*/ 405164 w 799404"/>
                <a:gd name="connsiteY127" fmla="*/ 239893 h 437184"/>
                <a:gd name="connsiteX128" fmla="*/ 437578 w 799404"/>
                <a:gd name="connsiteY128" fmla="*/ 166816 h 437184"/>
                <a:gd name="connsiteX129" fmla="*/ 471825 w 799404"/>
                <a:gd name="connsiteY129" fmla="*/ 145818 h 437184"/>
                <a:gd name="connsiteX130" fmla="*/ 488907 w 799404"/>
                <a:gd name="connsiteY130" fmla="*/ 141985 h 437184"/>
                <a:gd name="connsiteX131" fmla="*/ 516905 w 799404"/>
                <a:gd name="connsiteY131" fmla="*/ 160150 h 437184"/>
                <a:gd name="connsiteX132" fmla="*/ 540070 w 799404"/>
                <a:gd name="connsiteY132" fmla="*/ 197647 h 437184"/>
                <a:gd name="connsiteX133" fmla="*/ 544486 w 799404"/>
                <a:gd name="connsiteY133" fmla="*/ 209395 h 437184"/>
                <a:gd name="connsiteX134" fmla="*/ 537237 w 799404"/>
                <a:gd name="connsiteY134" fmla="*/ 257308 h 437184"/>
                <a:gd name="connsiteX135" fmla="*/ 492657 w 799404"/>
                <a:gd name="connsiteY135" fmla="*/ 304387 h 437184"/>
                <a:gd name="connsiteX136" fmla="*/ 431746 w 799404"/>
                <a:gd name="connsiteY136" fmla="*/ 321802 h 437184"/>
                <a:gd name="connsiteX137" fmla="*/ 431329 w 799404"/>
                <a:gd name="connsiteY137" fmla="*/ 304720 h 437184"/>
                <a:gd name="connsiteX138" fmla="*/ 437912 w 799404"/>
                <a:gd name="connsiteY138" fmla="*/ 263224 h 437184"/>
                <a:gd name="connsiteX139" fmla="*/ 489824 w 799404"/>
                <a:gd name="connsiteY139" fmla="*/ 204813 h 437184"/>
                <a:gd name="connsiteX140" fmla="*/ 489574 w 799404"/>
                <a:gd name="connsiteY140" fmla="*/ 204229 h 437184"/>
                <a:gd name="connsiteX141" fmla="*/ 426747 w 799404"/>
                <a:gd name="connsiteY141" fmla="*/ 256558 h 437184"/>
                <a:gd name="connsiteX142" fmla="*/ 416663 w 799404"/>
                <a:gd name="connsiteY142" fmla="*/ 320719 h 437184"/>
                <a:gd name="connsiteX143" fmla="*/ 363835 w 799404"/>
                <a:gd name="connsiteY143" fmla="*/ 294971 h 437184"/>
                <a:gd name="connsiteX144" fmla="*/ 339171 w 799404"/>
                <a:gd name="connsiteY144" fmla="*/ 271806 h 437184"/>
                <a:gd name="connsiteX145" fmla="*/ 341087 w 799404"/>
                <a:gd name="connsiteY145" fmla="*/ 270057 h 437184"/>
                <a:gd name="connsiteX146" fmla="*/ 350170 w 799404"/>
                <a:gd name="connsiteY146" fmla="*/ 229227 h 437184"/>
                <a:gd name="connsiteX147" fmla="*/ 377000 w 799404"/>
                <a:gd name="connsiteY147" fmla="*/ 176399 h 437184"/>
                <a:gd name="connsiteX148" fmla="*/ 376167 w 799404"/>
                <a:gd name="connsiteY148" fmla="*/ 175649 h 437184"/>
                <a:gd name="connsiteX149" fmla="*/ 331255 w 799404"/>
                <a:gd name="connsiteY149" fmla="*/ 263057 h 437184"/>
                <a:gd name="connsiteX150" fmla="*/ 312673 w 799404"/>
                <a:gd name="connsiteY150" fmla="*/ 243476 h 437184"/>
                <a:gd name="connsiteX151" fmla="*/ 259012 w 799404"/>
                <a:gd name="connsiteY151" fmla="*/ 216395 h 437184"/>
                <a:gd name="connsiteX152" fmla="*/ 258095 w 799404"/>
                <a:gd name="connsiteY152" fmla="*/ 201313 h 437184"/>
                <a:gd name="connsiteX153" fmla="*/ 258928 w 799404"/>
                <a:gd name="connsiteY153" fmla="*/ 175732 h 437184"/>
                <a:gd name="connsiteX154" fmla="*/ 270760 w 799404"/>
                <a:gd name="connsiteY154" fmla="*/ 135902 h 437184"/>
                <a:gd name="connsiteX155" fmla="*/ 301674 w 799404"/>
                <a:gd name="connsiteY155" fmla="*/ 100239 h 437184"/>
                <a:gd name="connsiteX156" fmla="*/ 300424 w 799404"/>
                <a:gd name="connsiteY156" fmla="*/ 98739 h 437184"/>
                <a:gd name="connsiteX157" fmla="*/ 258928 w 799404"/>
                <a:gd name="connsiteY157" fmla="*/ 133819 h 437184"/>
                <a:gd name="connsiteX158" fmla="*/ 244762 w 799404"/>
                <a:gd name="connsiteY158" fmla="*/ 174732 h 437184"/>
                <a:gd name="connsiteX159" fmla="*/ 243762 w 799404"/>
                <a:gd name="connsiteY159" fmla="*/ 209979 h 437184"/>
                <a:gd name="connsiteX160" fmla="*/ 200183 w 799404"/>
                <a:gd name="connsiteY160" fmla="*/ 176732 h 437184"/>
                <a:gd name="connsiteX161" fmla="*/ 148522 w 799404"/>
                <a:gd name="connsiteY161" fmla="*/ 141318 h 437184"/>
                <a:gd name="connsiteX162" fmla="*/ 130273 w 799404"/>
                <a:gd name="connsiteY162" fmla="*/ 133819 h 437184"/>
                <a:gd name="connsiteX163" fmla="*/ 130940 w 799404"/>
                <a:gd name="connsiteY163" fmla="*/ 131819 h 437184"/>
                <a:gd name="connsiteX164" fmla="*/ 136689 w 799404"/>
                <a:gd name="connsiteY164" fmla="*/ 87406 h 437184"/>
                <a:gd name="connsiteX165" fmla="*/ 168103 w 799404"/>
                <a:gd name="connsiteY165" fmla="*/ 40994 h 437184"/>
                <a:gd name="connsiteX166" fmla="*/ 167686 w 799404"/>
                <a:gd name="connsiteY166" fmla="*/ 40328 h 437184"/>
                <a:gd name="connsiteX167" fmla="*/ 117690 w 799404"/>
                <a:gd name="connsiteY167" fmla="*/ 125653 h 437184"/>
                <a:gd name="connsiteX168" fmla="*/ 117024 w 799404"/>
                <a:gd name="connsiteY168" fmla="*/ 125070 h 437184"/>
                <a:gd name="connsiteX169" fmla="*/ 91776 w 799404"/>
                <a:gd name="connsiteY169" fmla="*/ 99822 h 437184"/>
                <a:gd name="connsiteX170" fmla="*/ 34615 w 799404"/>
                <a:gd name="connsiteY170" fmla="*/ 63659 h 437184"/>
                <a:gd name="connsiteX171" fmla="*/ 16283 w 799404"/>
                <a:gd name="connsiteY171" fmla="*/ 36994 h 437184"/>
                <a:gd name="connsiteX172" fmla="*/ 16283 w 799404"/>
                <a:gd name="connsiteY172" fmla="*/ 36994 h 437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Lst>
              <a:rect l="l" t="t" r="r" b="b"/>
              <a:pathLst>
                <a:path w="799404" h="437184">
                  <a:moveTo>
                    <a:pt x="49530" y="92906"/>
                  </a:moveTo>
                  <a:cubicBezTo>
                    <a:pt x="63862" y="100988"/>
                    <a:pt x="78945" y="105822"/>
                    <a:pt x="91027" y="117404"/>
                  </a:cubicBezTo>
                  <a:cubicBezTo>
                    <a:pt x="99443" y="125486"/>
                    <a:pt x="105442" y="135985"/>
                    <a:pt x="115441" y="142402"/>
                  </a:cubicBezTo>
                  <a:cubicBezTo>
                    <a:pt x="127273" y="150067"/>
                    <a:pt x="141356" y="153734"/>
                    <a:pt x="153938" y="159900"/>
                  </a:cubicBezTo>
                  <a:cubicBezTo>
                    <a:pt x="180185" y="172649"/>
                    <a:pt x="194767" y="198563"/>
                    <a:pt x="218681" y="214395"/>
                  </a:cubicBezTo>
                  <a:cubicBezTo>
                    <a:pt x="227931" y="220561"/>
                    <a:pt x="238013" y="225727"/>
                    <a:pt x="248513" y="229477"/>
                  </a:cubicBezTo>
                  <a:cubicBezTo>
                    <a:pt x="262178" y="234393"/>
                    <a:pt x="276760" y="236227"/>
                    <a:pt x="289592" y="243309"/>
                  </a:cubicBezTo>
                  <a:cubicBezTo>
                    <a:pt x="316340" y="257975"/>
                    <a:pt x="332254" y="289055"/>
                    <a:pt x="356753" y="307387"/>
                  </a:cubicBezTo>
                  <a:cubicBezTo>
                    <a:pt x="376668" y="322385"/>
                    <a:pt x="397915" y="335051"/>
                    <a:pt x="423413" y="336467"/>
                  </a:cubicBezTo>
                  <a:cubicBezTo>
                    <a:pt x="448828" y="337884"/>
                    <a:pt x="474492" y="331801"/>
                    <a:pt x="496741" y="319719"/>
                  </a:cubicBezTo>
                  <a:cubicBezTo>
                    <a:pt x="501156" y="317302"/>
                    <a:pt x="505489" y="314803"/>
                    <a:pt x="509655" y="312220"/>
                  </a:cubicBezTo>
                  <a:cubicBezTo>
                    <a:pt x="518654" y="321969"/>
                    <a:pt x="529404" y="329301"/>
                    <a:pt x="539819" y="337467"/>
                  </a:cubicBezTo>
                  <a:cubicBezTo>
                    <a:pt x="553235" y="348050"/>
                    <a:pt x="566234" y="359549"/>
                    <a:pt x="581649" y="367215"/>
                  </a:cubicBezTo>
                  <a:cubicBezTo>
                    <a:pt x="589982" y="371381"/>
                    <a:pt x="598314" y="375214"/>
                    <a:pt x="606397" y="379880"/>
                  </a:cubicBezTo>
                  <a:cubicBezTo>
                    <a:pt x="610230" y="382047"/>
                    <a:pt x="614146" y="385046"/>
                    <a:pt x="618645" y="385546"/>
                  </a:cubicBezTo>
                  <a:cubicBezTo>
                    <a:pt x="626395" y="386463"/>
                    <a:pt x="629395" y="382047"/>
                    <a:pt x="631811" y="376464"/>
                  </a:cubicBezTo>
                  <a:cubicBezTo>
                    <a:pt x="634894" y="379130"/>
                    <a:pt x="638061" y="381713"/>
                    <a:pt x="641144" y="384296"/>
                  </a:cubicBezTo>
                  <a:cubicBezTo>
                    <a:pt x="660892" y="400961"/>
                    <a:pt x="680140" y="417544"/>
                    <a:pt x="704138" y="427709"/>
                  </a:cubicBezTo>
                  <a:cubicBezTo>
                    <a:pt x="716220" y="432792"/>
                    <a:pt x="738885" y="443708"/>
                    <a:pt x="750634" y="431875"/>
                  </a:cubicBezTo>
                  <a:cubicBezTo>
                    <a:pt x="761133" y="421210"/>
                    <a:pt x="758299" y="395379"/>
                    <a:pt x="751801" y="383796"/>
                  </a:cubicBezTo>
                  <a:cubicBezTo>
                    <a:pt x="740885" y="364465"/>
                    <a:pt x="709971" y="356299"/>
                    <a:pt x="691639" y="346550"/>
                  </a:cubicBezTo>
                  <a:cubicBezTo>
                    <a:pt x="674558" y="337551"/>
                    <a:pt x="657976" y="327635"/>
                    <a:pt x="640977" y="318469"/>
                  </a:cubicBezTo>
                  <a:cubicBezTo>
                    <a:pt x="656976" y="324468"/>
                    <a:pt x="672890" y="330468"/>
                    <a:pt x="688639" y="336884"/>
                  </a:cubicBezTo>
                  <a:cubicBezTo>
                    <a:pt x="712887" y="346883"/>
                    <a:pt x="738468" y="354299"/>
                    <a:pt x="764549" y="357382"/>
                  </a:cubicBezTo>
                  <a:cubicBezTo>
                    <a:pt x="782131" y="359465"/>
                    <a:pt x="798463" y="360049"/>
                    <a:pt x="799379" y="337634"/>
                  </a:cubicBezTo>
                  <a:cubicBezTo>
                    <a:pt x="800129" y="317136"/>
                    <a:pt x="783714" y="305970"/>
                    <a:pt x="765466" y="303971"/>
                  </a:cubicBezTo>
                  <a:cubicBezTo>
                    <a:pt x="743552" y="301554"/>
                    <a:pt x="722220" y="299387"/>
                    <a:pt x="700555" y="295638"/>
                  </a:cubicBezTo>
                  <a:cubicBezTo>
                    <a:pt x="702722" y="285972"/>
                    <a:pt x="703305" y="274056"/>
                    <a:pt x="696639" y="267224"/>
                  </a:cubicBezTo>
                  <a:cubicBezTo>
                    <a:pt x="687140" y="257475"/>
                    <a:pt x="665142" y="253558"/>
                    <a:pt x="652559" y="249809"/>
                  </a:cubicBezTo>
                  <a:cubicBezTo>
                    <a:pt x="635978" y="244809"/>
                    <a:pt x="619396" y="240893"/>
                    <a:pt x="602564" y="237226"/>
                  </a:cubicBezTo>
                  <a:cubicBezTo>
                    <a:pt x="588149" y="234143"/>
                    <a:pt x="573650" y="229894"/>
                    <a:pt x="558734" y="230894"/>
                  </a:cubicBezTo>
                  <a:cubicBezTo>
                    <a:pt x="558901" y="206396"/>
                    <a:pt x="548068" y="179565"/>
                    <a:pt x="535653" y="162150"/>
                  </a:cubicBezTo>
                  <a:cubicBezTo>
                    <a:pt x="520988" y="141568"/>
                    <a:pt x="502907" y="131569"/>
                    <a:pt x="479158" y="124153"/>
                  </a:cubicBezTo>
                  <a:cubicBezTo>
                    <a:pt x="466659" y="120320"/>
                    <a:pt x="453911" y="117654"/>
                    <a:pt x="441329" y="114237"/>
                  </a:cubicBezTo>
                  <a:cubicBezTo>
                    <a:pt x="425163" y="109821"/>
                    <a:pt x="414081" y="100155"/>
                    <a:pt x="402499" y="88407"/>
                  </a:cubicBezTo>
                  <a:cubicBezTo>
                    <a:pt x="385000" y="70741"/>
                    <a:pt x="368751" y="57409"/>
                    <a:pt x="343504" y="53326"/>
                  </a:cubicBezTo>
                  <a:cubicBezTo>
                    <a:pt x="317672" y="49160"/>
                    <a:pt x="291342" y="52076"/>
                    <a:pt x="266428" y="42660"/>
                  </a:cubicBezTo>
                  <a:cubicBezTo>
                    <a:pt x="245680" y="34828"/>
                    <a:pt x="226681" y="21912"/>
                    <a:pt x="203933" y="20329"/>
                  </a:cubicBezTo>
                  <a:cubicBezTo>
                    <a:pt x="176352" y="18413"/>
                    <a:pt x="150188" y="21496"/>
                    <a:pt x="122774" y="14746"/>
                  </a:cubicBezTo>
                  <a:cubicBezTo>
                    <a:pt x="98776" y="8830"/>
                    <a:pt x="76111" y="-1752"/>
                    <a:pt x="50781" y="248"/>
                  </a:cubicBezTo>
                  <a:cubicBezTo>
                    <a:pt x="33949" y="1581"/>
                    <a:pt x="10201" y="8497"/>
                    <a:pt x="2368" y="25246"/>
                  </a:cubicBezTo>
                  <a:cubicBezTo>
                    <a:pt x="-5881" y="42911"/>
                    <a:pt x="9118" y="61076"/>
                    <a:pt x="21366" y="72324"/>
                  </a:cubicBezTo>
                  <a:cubicBezTo>
                    <a:pt x="30116" y="80407"/>
                    <a:pt x="39448" y="87157"/>
                    <a:pt x="49530" y="92906"/>
                  </a:cubicBezTo>
                  <a:lnTo>
                    <a:pt x="49530" y="92906"/>
                  </a:lnTo>
                  <a:close/>
                  <a:moveTo>
                    <a:pt x="615562" y="374464"/>
                  </a:moveTo>
                  <a:cubicBezTo>
                    <a:pt x="610813" y="373297"/>
                    <a:pt x="605480" y="368048"/>
                    <a:pt x="601230" y="365631"/>
                  </a:cubicBezTo>
                  <a:cubicBezTo>
                    <a:pt x="589648" y="359132"/>
                    <a:pt x="578149" y="353966"/>
                    <a:pt x="567567" y="345633"/>
                  </a:cubicBezTo>
                  <a:cubicBezTo>
                    <a:pt x="558152" y="338217"/>
                    <a:pt x="549819" y="329468"/>
                    <a:pt x="540652" y="321802"/>
                  </a:cubicBezTo>
                  <a:cubicBezTo>
                    <a:pt x="533987" y="316219"/>
                    <a:pt x="527320" y="310637"/>
                    <a:pt x="521655" y="303971"/>
                  </a:cubicBezTo>
                  <a:cubicBezTo>
                    <a:pt x="524488" y="301721"/>
                    <a:pt x="527237" y="299471"/>
                    <a:pt x="529821" y="296971"/>
                  </a:cubicBezTo>
                  <a:cubicBezTo>
                    <a:pt x="532904" y="302304"/>
                    <a:pt x="537736" y="304470"/>
                    <a:pt x="543735" y="308303"/>
                  </a:cubicBezTo>
                  <a:cubicBezTo>
                    <a:pt x="554735" y="315303"/>
                    <a:pt x="565401" y="323219"/>
                    <a:pt x="575982" y="330968"/>
                  </a:cubicBezTo>
                  <a:cubicBezTo>
                    <a:pt x="593565" y="343967"/>
                    <a:pt x="610563" y="358049"/>
                    <a:pt x="627395" y="372214"/>
                  </a:cubicBezTo>
                  <a:cubicBezTo>
                    <a:pt x="624145" y="374547"/>
                    <a:pt x="620728" y="375797"/>
                    <a:pt x="615562" y="374464"/>
                  </a:cubicBezTo>
                  <a:lnTo>
                    <a:pt x="615562" y="374464"/>
                  </a:lnTo>
                  <a:close/>
                  <a:moveTo>
                    <a:pt x="707471" y="367881"/>
                  </a:moveTo>
                  <a:cubicBezTo>
                    <a:pt x="716803" y="372381"/>
                    <a:pt x="729636" y="376381"/>
                    <a:pt x="737551" y="383296"/>
                  </a:cubicBezTo>
                  <a:cubicBezTo>
                    <a:pt x="745301" y="390046"/>
                    <a:pt x="750050" y="413294"/>
                    <a:pt x="743051" y="422460"/>
                  </a:cubicBezTo>
                  <a:cubicBezTo>
                    <a:pt x="732302" y="436458"/>
                    <a:pt x="692556" y="411211"/>
                    <a:pt x="681807" y="403795"/>
                  </a:cubicBezTo>
                  <a:cubicBezTo>
                    <a:pt x="663641" y="391296"/>
                    <a:pt x="647809" y="375714"/>
                    <a:pt x="630811" y="361632"/>
                  </a:cubicBezTo>
                  <a:cubicBezTo>
                    <a:pt x="613729" y="347550"/>
                    <a:pt x="597314" y="332468"/>
                    <a:pt x="579566" y="319219"/>
                  </a:cubicBezTo>
                  <a:cubicBezTo>
                    <a:pt x="565567" y="308803"/>
                    <a:pt x="550985" y="299387"/>
                    <a:pt x="536653" y="289471"/>
                  </a:cubicBezTo>
                  <a:cubicBezTo>
                    <a:pt x="538819" y="286805"/>
                    <a:pt x="540903" y="283972"/>
                    <a:pt x="542736" y="280973"/>
                  </a:cubicBezTo>
                  <a:cubicBezTo>
                    <a:pt x="544735" y="281806"/>
                    <a:pt x="546818" y="282639"/>
                    <a:pt x="548902" y="283472"/>
                  </a:cubicBezTo>
                  <a:cubicBezTo>
                    <a:pt x="554401" y="287055"/>
                    <a:pt x="564567" y="292388"/>
                    <a:pt x="565817" y="292971"/>
                  </a:cubicBezTo>
                  <a:cubicBezTo>
                    <a:pt x="575233" y="297138"/>
                    <a:pt x="584482" y="301637"/>
                    <a:pt x="593482" y="306554"/>
                  </a:cubicBezTo>
                  <a:cubicBezTo>
                    <a:pt x="611730" y="316552"/>
                    <a:pt x="630311" y="325802"/>
                    <a:pt x="648393" y="336051"/>
                  </a:cubicBezTo>
                  <a:cubicBezTo>
                    <a:pt x="667891" y="347217"/>
                    <a:pt x="687307" y="358299"/>
                    <a:pt x="707471" y="367881"/>
                  </a:cubicBezTo>
                  <a:lnTo>
                    <a:pt x="707471" y="367881"/>
                  </a:lnTo>
                  <a:close/>
                  <a:moveTo>
                    <a:pt x="744884" y="314219"/>
                  </a:moveTo>
                  <a:cubicBezTo>
                    <a:pt x="756466" y="315303"/>
                    <a:pt x="768049" y="313969"/>
                    <a:pt x="778214" y="320219"/>
                  </a:cubicBezTo>
                  <a:cubicBezTo>
                    <a:pt x="786547" y="325385"/>
                    <a:pt x="792880" y="335967"/>
                    <a:pt x="784881" y="344634"/>
                  </a:cubicBezTo>
                  <a:cubicBezTo>
                    <a:pt x="778548" y="351549"/>
                    <a:pt x="770549" y="348966"/>
                    <a:pt x="761300" y="347717"/>
                  </a:cubicBezTo>
                  <a:cubicBezTo>
                    <a:pt x="750300" y="346300"/>
                    <a:pt x="739135" y="344050"/>
                    <a:pt x="728386" y="341467"/>
                  </a:cubicBezTo>
                  <a:cubicBezTo>
                    <a:pt x="705137" y="335801"/>
                    <a:pt x="682890" y="325802"/>
                    <a:pt x="660642" y="316969"/>
                  </a:cubicBezTo>
                  <a:cubicBezTo>
                    <a:pt x="639311" y="308553"/>
                    <a:pt x="617979" y="300137"/>
                    <a:pt x="596897" y="291221"/>
                  </a:cubicBezTo>
                  <a:cubicBezTo>
                    <a:pt x="582315" y="285055"/>
                    <a:pt x="564567" y="274807"/>
                    <a:pt x="548068" y="271140"/>
                  </a:cubicBezTo>
                  <a:cubicBezTo>
                    <a:pt x="548736" y="269474"/>
                    <a:pt x="549402" y="267807"/>
                    <a:pt x="549985" y="266057"/>
                  </a:cubicBezTo>
                  <a:cubicBezTo>
                    <a:pt x="550235" y="265307"/>
                    <a:pt x="550485" y="264557"/>
                    <a:pt x="550652" y="263724"/>
                  </a:cubicBezTo>
                  <a:cubicBezTo>
                    <a:pt x="578900" y="285222"/>
                    <a:pt x="619229" y="291721"/>
                    <a:pt x="652976" y="297971"/>
                  </a:cubicBezTo>
                  <a:cubicBezTo>
                    <a:pt x="673808" y="301887"/>
                    <a:pt x="694556" y="306970"/>
                    <a:pt x="715553" y="310220"/>
                  </a:cubicBezTo>
                  <a:cubicBezTo>
                    <a:pt x="725219" y="311803"/>
                    <a:pt x="735052" y="313303"/>
                    <a:pt x="744884" y="314219"/>
                  </a:cubicBezTo>
                  <a:lnTo>
                    <a:pt x="744884" y="314219"/>
                  </a:lnTo>
                  <a:close/>
                  <a:moveTo>
                    <a:pt x="628645" y="254308"/>
                  </a:moveTo>
                  <a:cubicBezTo>
                    <a:pt x="640478" y="257141"/>
                    <a:pt x="651976" y="260807"/>
                    <a:pt x="663475" y="264641"/>
                  </a:cubicBezTo>
                  <a:cubicBezTo>
                    <a:pt x="672974" y="267890"/>
                    <a:pt x="687056" y="270307"/>
                    <a:pt x="692556" y="279889"/>
                  </a:cubicBezTo>
                  <a:cubicBezTo>
                    <a:pt x="694306" y="282972"/>
                    <a:pt x="694889" y="289222"/>
                    <a:pt x="695055" y="294638"/>
                  </a:cubicBezTo>
                  <a:cubicBezTo>
                    <a:pt x="694306" y="294471"/>
                    <a:pt x="693473" y="294388"/>
                    <a:pt x="692722" y="294221"/>
                  </a:cubicBezTo>
                  <a:cubicBezTo>
                    <a:pt x="668308" y="289555"/>
                    <a:pt x="643643" y="286472"/>
                    <a:pt x="619563" y="280222"/>
                  </a:cubicBezTo>
                  <a:cubicBezTo>
                    <a:pt x="604897" y="276390"/>
                    <a:pt x="590482" y="272973"/>
                    <a:pt x="576399" y="267390"/>
                  </a:cubicBezTo>
                  <a:cubicBezTo>
                    <a:pt x="568650" y="264307"/>
                    <a:pt x="561400" y="259891"/>
                    <a:pt x="553652" y="256975"/>
                  </a:cubicBezTo>
                  <a:cubicBezTo>
                    <a:pt x="555401" y="253225"/>
                    <a:pt x="556735" y="249225"/>
                    <a:pt x="557568" y="245143"/>
                  </a:cubicBezTo>
                  <a:cubicBezTo>
                    <a:pt x="557818" y="245059"/>
                    <a:pt x="558152" y="244976"/>
                    <a:pt x="558401" y="244892"/>
                  </a:cubicBezTo>
                  <a:cubicBezTo>
                    <a:pt x="581983" y="246809"/>
                    <a:pt x="605564" y="248809"/>
                    <a:pt x="628645" y="254308"/>
                  </a:cubicBezTo>
                  <a:lnTo>
                    <a:pt x="628645" y="254308"/>
                  </a:lnTo>
                  <a:close/>
                  <a:moveTo>
                    <a:pt x="16283" y="36994"/>
                  </a:moveTo>
                  <a:cubicBezTo>
                    <a:pt x="17117" y="22996"/>
                    <a:pt x="38948" y="17996"/>
                    <a:pt x="49697" y="16913"/>
                  </a:cubicBezTo>
                  <a:cubicBezTo>
                    <a:pt x="70028" y="14830"/>
                    <a:pt x="88277" y="22329"/>
                    <a:pt x="107275" y="28078"/>
                  </a:cubicBezTo>
                  <a:cubicBezTo>
                    <a:pt x="94193" y="41744"/>
                    <a:pt x="76194" y="60576"/>
                    <a:pt x="78111" y="80324"/>
                  </a:cubicBezTo>
                  <a:cubicBezTo>
                    <a:pt x="78611" y="85073"/>
                    <a:pt x="84860" y="85323"/>
                    <a:pt x="86194" y="80907"/>
                  </a:cubicBezTo>
                  <a:cubicBezTo>
                    <a:pt x="88943" y="71824"/>
                    <a:pt x="89526" y="63659"/>
                    <a:pt x="94276" y="55076"/>
                  </a:cubicBezTo>
                  <a:cubicBezTo>
                    <a:pt x="99192" y="46160"/>
                    <a:pt x="104775" y="37245"/>
                    <a:pt x="110942" y="29162"/>
                  </a:cubicBezTo>
                  <a:cubicBezTo>
                    <a:pt x="111359" y="29245"/>
                    <a:pt x="111775" y="29412"/>
                    <a:pt x="112275" y="29578"/>
                  </a:cubicBezTo>
                  <a:cubicBezTo>
                    <a:pt x="131940" y="35078"/>
                    <a:pt x="152104" y="37578"/>
                    <a:pt x="172436" y="37661"/>
                  </a:cubicBezTo>
                  <a:cubicBezTo>
                    <a:pt x="182935" y="37744"/>
                    <a:pt x="193601" y="36328"/>
                    <a:pt x="204017" y="37245"/>
                  </a:cubicBezTo>
                  <a:cubicBezTo>
                    <a:pt x="215848" y="38328"/>
                    <a:pt x="226598" y="42994"/>
                    <a:pt x="237264" y="47910"/>
                  </a:cubicBezTo>
                  <a:cubicBezTo>
                    <a:pt x="239513" y="48910"/>
                    <a:pt x="241763" y="49993"/>
                    <a:pt x="244013" y="50993"/>
                  </a:cubicBezTo>
                  <a:cubicBezTo>
                    <a:pt x="219599" y="67575"/>
                    <a:pt x="202517" y="93239"/>
                    <a:pt x="199851" y="123487"/>
                  </a:cubicBezTo>
                  <a:cubicBezTo>
                    <a:pt x="199767" y="124903"/>
                    <a:pt x="201517" y="125237"/>
                    <a:pt x="202016" y="123903"/>
                  </a:cubicBezTo>
                  <a:cubicBezTo>
                    <a:pt x="207683" y="106655"/>
                    <a:pt x="219265" y="91739"/>
                    <a:pt x="230681" y="77991"/>
                  </a:cubicBezTo>
                  <a:cubicBezTo>
                    <a:pt x="234764" y="73075"/>
                    <a:pt x="240180" y="69408"/>
                    <a:pt x="244513" y="64742"/>
                  </a:cubicBezTo>
                  <a:cubicBezTo>
                    <a:pt x="247513" y="61576"/>
                    <a:pt x="250262" y="58076"/>
                    <a:pt x="253178" y="54743"/>
                  </a:cubicBezTo>
                  <a:cubicBezTo>
                    <a:pt x="265261" y="59743"/>
                    <a:pt x="277510" y="63742"/>
                    <a:pt x="291009" y="65158"/>
                  </a:cubicBezTo>
                  <a:cubicBezTo>
                    <a:pt x="311673" y="67325"/>
                    <a:pt x="333005" y="64409"/>
                    <a:pt x="353336" y="70241"/>
                  </a:cubicBezTo>
                  <a:cubicBezTo>
                    <a:pt x="363502" y="73158"/>
                    <a:pt x="371668" y="78824"/>
                    <a:pt x="379250" y="85490"/>
                  </a:cubicBezTo>
                  <a:cubicBezTo>
                    <a:pt x="372418" y="86157"/>
                    <a:pt x="365585" y="86073"/>
                    <a:pt x="358586" y="89906"/>
                  </a:cubicBezTo>
                  <a:cubicBezTo>
                    <a:pt x="347003" y="96239"/>
                    <a:pt x="334671" y="105572"/>
                    <a:pt x="326005" y="115654"/>
                  </a:cubicBezTo>
                  <a:cubicBezTo>
                    <a:pt x="309257" y="135069"/>
                    <a:pt x="301841" y="166233"/>
                    <a:pt x="300174" y="191147"/>
                  </a:cubicBezTo>
                  <a:cubicBezTo>
                    <a:pt x="299924" y="195230"/>
                    <a:pt x="306008" y="195147"/>
                    <a:pt x="306924" y="191647"/>
                  </a:cubicBezTo>
                  <a:cubicBezTo>
                    <a:pt x="313424" y="167899"/>
                    <a:pt x="321256" y="137902"/>
                    <a:pt x="339088" y="120154"/>
                  </a:cubicBezTo>
                  <a:cubicBezTo>
                    <a:pt x="347003" y="112154"/>
                    <a:pt x="356753" y="104155"/>
                    <a:pt x="366502" y="98239"/>
                  </a:cubicBezTo>
                  <a:cubicBezTo>
                    <a:pt x="372335" y="94656"/>
                    <a:pt x="378918" y="93406"/>
                    <a:pt x="385084" y="91073"/>
                  </a:cubicBezTo>
                  <a:cubicBezTo>
                    <a:pt x="394832" y="100655"/>
                    <a:pt x="403915" y="111154"/>
                    <a:pt x="415248" y="118653"/>
                  </a:cubicBezTo>
                  <a:cubicBezTo>
                    <a:pt x="431162" y="129069"/>
                    <a:pt x="451327" y="131486"/>
                    <a:pt x="469909" y="135985"/>
                  </a:cubicBezTo>
                  <a:cubicBezTo>
                    <a:pt x="466993" y="136569"/>
                    <a:pt x="463993" y="137319"/>
                    <a:pt x="460827" y="138402"/>
                  </a:cubicBezTo>
                  <a:cubicBezTo>
                    <a:pt x="447745" y="143068"/>
                    <a:pt x="436246" y="149984"/>
                    <a:pt x="426996" y="160650"/>
                  </a:cubicBezTo>
                  <a:cubicBezTo>
                    <a:pt x="409748" y="180482"/>
                    <a:pt x="395832" y="212895"/>
                    <a:pt x="398082" y="239393"/>
                  </a:cubicBezTo>
                  <a:cubicBezTo>
                    <a:pt x="398416" y="243226"/>
                    <a:pt x="404748" y="244142"/>
                    <a:pt x="405164" y="239893"/>
                  </a:cubicBezTo>
                  <a:cubicBezTo>
                    <a:pt x="407665" y="214728"/>
                    <a:pt x="420497" y="185564"/>
                    <a:pt x="437578" y="166816"/>
                  </a:cubicBezTo>
                  <a:cubicBezTo>
                    <a:pt x="446827" y="156650"/>
                    <a:pt x="459077" y="150401"/>
                    <a:pt x="471825" y="145818"/>
                  </a:cubicBezTo>
                  <a:cubicBezTo>
                    <a:pt x="476991" y="143985"/>
                    <a:pt x="483241" y="143485"/>
                    <a:pt x="488907" y="141985"/>
                  </a:cubicBezTo>
                  <a:cubicBezTo>
                    <a:pt x="499490" y="146068"/>
                    <a:pt x="508822" y="151318"/>
                    <a:pt x="516905" y="160150"/>
                  </a:cubicBezTo>
                  <a:cubicBezTo>
                    <a:pt x="526987" y="171149"/>
                    <a:pt x="534237" y="183981"/>
                    <a:pt x="540070" y="197647"/>
                  </a:cubicBezTo>
                  <a:cubicBezTo>
                    <a:pt x="541652" y="201396"/>
                    <a:pt x="543153" y="205396"/>
                    <a:pt x="544486" y="209395"/>
                  </a:cubicBezTo>
                  <a:cubicBezTo>
                    <a:pt x="545486" y="225561"/>
                    <a:pt x="542319" y="242059"/>
                    <a:pt x="537237" y="257308"/>
                  </a:cubicBezTo>
                  <a:cubicBezTo>
                    <a:pt x="529654" y="280056"/>
                    <a:pt x="512655" y="292638"/>
                    <a:pt x="492657" y="304387"/>
                  </a:cubicBezTo>
                  <a:cubicBezTo>
                    <a:pt x="474075" y="315303"/>
                    <a:pt x="453410" y="321302"/>
                    <a:pt x="431746" y="321802"/>
                  </a:cubicBezTo>
                  <a:cubicBezTo>
                    <a:pt x="432579" y="316303"/>
                    <a:pt x="431246" y="310303"/>
                    <a:pt x="431329" y="304720"/>
                  </a:cubicBezTo>
                  <a:cubicBezTo>
                    <a:pt x="431579" y="291305"/>
                    <a:pt x="434829" y="276306"/>
                    <a:pt x="437912" y="263224"/>
                  </a:cubicBezTo>
                  <a:cubicBezTo>
                    <a:pt x="443995" y="237310"/>
                    <a:pt x="467909" y="217562"/>
                    <a:pt x="489824" y="204813"/>
                  </a:cubicBezTo>
                  <a:cubicBezTo>
                    <a:pt x="490157" y="204646"/>
                    <a:pt x="489907" y="204062"/>
                    <a:pt x="489574" y="204229"/>
                  </a:cubicBezTo>
                  <a:cubicBezTo>
                    <a:pt x="464492" y="215312"/>
                    <a:pt x="437745" y="229560"/>
                    <a:pt x="426747" y="256558"/>
                  </a:cubicBezTo>
                  <a:cubicBezTo>
                    <a:pt x="422330" y="267474"/>
                    <a:pt x="410331" y="303304"/>
                    <a:pt x="416663" y="320719"/>
                  </a:cubicBezTo>
                  <a:cubicBezTo>
                    <a:pt x="396999" y="317553"/>
                    <a:pt x="380084" y="307220"/>
                    <a:pt x="363835" y="294971"/>
                  </a:cubicBezTo>
                  <a:cubicBezTo>
                    <a:pt x="354753" y="288138"/>
                    <a:pt x="346836" y="280139"/>
                    <a:pt x="339171" y="271806"/>
                  </a:cubicBezTo>
                  <a:cubicBezTo>
                    <a:pt x="339921" y="271473"/>
                    <a:pt x="340505" y="270890"/>
                    <a:pt x="341087" y="270057"/>
                  </a:cubicBezTo>
                  <a:cubicBezTo>
                    <a:pt x="348086" y="259225"/>
                    <a:pt x="347003" y="241559"/>
                    <a:pt x="350170" y="229227"/>
                  </a:cubicBezTo>
                  <a:cubicBezTo>
                    <a:pt x="354920" y="210729"/>
                    <a:pt x="365419" y="191564"/>
                    <a:pt x="377000" y="176399"/>
                  </a:cubicBezTo>
                  <a:cubicBezTo>
                    <a:pt x="377501" y="175815"/>
                    <a:pt x="376668" y="175149"/>
                    <a:pt x="376167" y="175649"/>
                  </a:cubicBezTo>
                  <a:cubicBezTo>
                    <a:pt x="349919" y="200063"/>
                    <a:pt x="338504" y="228977"/>
                    <a:pt x="331255" y="263057"/>
                  </a:cubicBezTo>
                  <a:cubicBezTo>
                    <a:pt x="325255" y="256391"/>
                    <a:pt x="319173" y="249725"/>
                    <a:pt x="312673" y="243476"/>
                  </a:cubicBezTo>
                  <a:cubicBezTo>
                    <a:pt x="297008" y="228394"/>
                    <a:pt x="278843" y="223311"/>
                    <a:pt x="259012" y="216395"/>
                  </a:cubicBezTo>
                  <a:cubicBezTo>
                    <a:pt x="258928" y="211312"/>
                    <a:pt x="257928" y="205979"/>
                    <a:pt x="258095" y="201313"/>
                  </a:cubicBezTo>
                  <a:cubicBezTo>
                    <a:pt x="258344" y="192730"/>
                    <a:pt x="258261" y="184398"/>
                    <a:pt x="258928" y="175732"/>
                  </a:cubicBezTo>
                  <a:cubicBezTo>
                    <a:pt x="260012" y="161900"/>
                    <a:pt x="263844" y="147901"/>
                    <a:pt x="270760" y="135902"/>
                  </a:cubicBezTo>
                  <a:cubicBezTo>
                    <a:pt x="278760" y="121987"/>
                    <a:pt x="290509" y="111738"/>
                    <a:pt x="301674" y="100239"/>
                  </a:cubicBezTo>
                  <a:cubicBezTo>
                    <a:pt x="302424" y="99405"/>
                    <a:pt x="301257" y="98072"/>
                    <a:pt x="300424" y="98739"/>
                  </a:cubicBezTo>
                  <a:cubicBezTo>
                    <a:pt x="285509" y="109821"/>
                    <a:pt x="270094" y="118487"/>
                    <a:pt x="258928" y="133819"/>
                  </a:cubicBezTo>
                  <a:cubicBezTo>
                    <a:pt x="250429" y="145485"/>
                    <a:pt x="246429" y="160567"/>
                    <a:pt x="244762" y="174732"/>
                  </a:cubicBezTo>
                  <a:cubicBezTo>
                    <a:pt x="244096" y="180482"/>
                    <a:pt x="242013" y="197147"/>
                    <a:pt x="243762" y="209979"/>
                  </a:cubicBezTo>
                  <a:cubicBezTo>
                    <a:pt x="227264" y="201813"/>
                    <a:pt x="212932" y="190231"/>
                    <a:pt x="200183" y="176732"/>
                  </a:cubicBezTo>
                  <a:cubicBezTo>
                    <a:pt x="184851" y="160567"/>
                    <a:pt x="169270" y="149568"/>
                    <a:pt x="148522" y="141318"/>
                  </a:cubicBezTo>
                  <a:cubicBezTo>
                    <a:pt x="142522" y="138902"/>
                    <a:pt x="136189" y="136736"/>
                    <a:pt x="130273" y="133819"/>
                  </a:cubicBezTo>
                  <a:cubicBezTo>
                    <a:pt x="130606" y="133236"/>
                    <a:pt x="130857" y="132569"/>
                    <a:pt x="130940" y="131819"/>
                  </a:cubicBezTo>
                  <a:cubicBezTo>
                    <a:pt x="132940" y="116987"/>
                    <a:pt x="131523" y="101739"/>
                    <a:pt x="136689" y="87406"/>
                  </a:cubicBezTo>
                  <a:cubicBezTo>
                    <a:pt x="143355" y="68908"/>
                    <a:pt x="151771" y="52660"/>
                    <a:pt x="168103" y="40994"/>
                  </a:cubicBezTo>
                  <a:cubicBezTo>
                    <a:pt x="168520" y="40661"/>
                    <a:pt x="168103" y="40077"/>
                    <a:pt x="167686" y="40328"/>
                  </a:cubicBezTo>
                  <a:cubicBezTo>
                    <a:pt x="134522" y="57993"/>
                    <a:pt x="120107" y="89906"/>
                    <a:pt x="117690" y="125653"/>
                  </a:cubicBezTo>
                  <a:cubicBezTo>
                    <a:pt x="117441" y="125486"/>
                    <a:pt x="117191" y="125237"/>
                    <a:pt x="117024" y="125070"/>
                  </a:cubicBezTo>
                  <a:cubicBezTo>
                    <a:pt x="108109" y="116821"/>
                    <a:pt x="101609" y="107155"/>
                    <a:pt x="91776" y="99822"/>
                  </a:cubicBezTo>
                  <a:cubicBezTo>
                    <a:pt x="73445" y="86157"/>
                    <a:pt x="51864" y="79407"/>
                    <a:pt x="34615" y="63659"/>
                  </a:cubicBezTo>
                  <a:cubicBezTo>
                    <a:pt x="27782" y="57826"/>
                    <a:pt x="15700" y="47327"/>
                    <a:pt x="16283" y="36994"/>
                  </a:cubicBezTo>
                  <a:lnTo>
                    <a:pt x="16283" y="36994"/>
                  </a:lnTo>
                  <a:close/>
                </a:path>
              </a:pathLst>
            </a:custGeom>
            <a:grpFill/>
            <a:ln w="8332" cap="flat">
              <a:noFill/>
              <a:prstDash val="solid"/>
              <a:miter/>
            </a:ln>
          </p:spPr>
          <p:txBody>
            <a:bodyPr rtlCol="0" anchor="ctr"/>
            <a:lstStyle/>
            <a:p>
              <a:endParaRPr lang="en-US"/>
            </a:p>
          </p:txBody>
        </p:sp>
        <p:sp>
          <p:nvSpPr>
            <p:cNvPr id="1894" name="Freeform: Shape 1893"/>
            <p:cNvSpPr/>
            <p:nvPr/>
          </p:nvSpPr>
          <p:spPr>
            <a:xfrm>
              <a:off x="6970049" y="923491"/>
              <a:ext cx="479265" cy="778772"/>
            </a:xfrm>
            <a:custGeom>
              <a:avLst/>
              <a:gdLst>
                <a:gd name="connsiteX0" fmla="*/ 92419 w 479265"/>
                <a:gd name="connsiteY0" fmla="*/ 733036 h 778772"/>
                <a:gd name="connsiteX1" fmla="*/ 119500 w 479265"/>
                <a:gd name="connsiteY1" fmla="*/ 693123 h 778772"/>
                <a:gd name="connsiteX2" fmla="*/ 145998 w 479265"/>
                <a:gd name="connsiteY2" fmla="*/ 670375 h 778772"/>
                <a:gd name="connsiteX3" fmla="*/ 165829 w 479265"/>
                <a:gd name="connsiteY3" fmla="*/ 633045 h 778772"/>
                <a:gd name="connsiteX4" fmla="*/ 224241 w 479265"/>
                <a:gd name="connsiteY4" fmla="*/ 571801 h 778772"/>
                <a:gd name="connsiteX5" fmla="*/ 241239 w 479265"/>
                <a:gd name="connsiteY5" fmla="*/ 542970 h 778772"/>
                <a:gd name="connsiteX6" fmla="*/ 257571 w 479265"/>
                <a:gd name="connsiteY6" fmla="*/ 502807 h 778772"/>
                <a:gd name="connsiteX7" fmla="*/ 325815 w 479265"/>
                <a:gd name="connsiteY7" fmla="*/ 439813 h 778772"/>
                <a:gd name="connsiteX8" fmla="*/ 359062 w 479265"/>
                <a:gd name="connsiteY8" fmla="*/ 375152 h 778772"/>
                <a:gd name="connsiteX9" fmla="*/ 346979 w 479265"/>
                <a:gd name="connsiteY9" fmla="*/ 300992 h 778772"/>
                <a:gd name="connsiteX10" fmla="*/ 340313 w 479265"/>
                <a:gd name="connsiteY10" fmla="*/ 287660 h 778772"/>
                <a:gd name="connsiteX11" fmla="*/ 367394 w 479265"/>
                <a:gd name="connsiteY11" fmla="*/ 259162 h 778772"/>
                <a:gd name="connsiteX12" fmla="*/ 399725 w 479265"/>
                <a:gd name="connsiteY12" fmla="*/ 219249 h 778772"/>
                <a:gd name="connsiteX13" fmla="*/ 413890 w 479265"/>
                <a:gd name="connsiteY13" fmla="*/ 195335 h 778772"/>
                <a:gd name="connsiteX14" fmla="*/ 420306 w 479265"/>
                <a:gd name="connsiteY14" fmla="*/ 183419 h 778772"/>
                <a:gd name="connsiteX15" fmla="*/ 412057 w 479265"/>
                <a:gd name="connsiteY15" fmla="*/ 169670 h 778772"/>
                <a:gd name="connsiteX16" fmla="*/ 420473 w 479265"/>
                <a:gd name="connsiteY16" fmla="*/ 160838 h 778772"/>
                <a:gd name="connsiteX17" fmla="*/ 467718 w 479265"/>
                <a:gd name="connsiteY17" fmla="*/ 100760 h 778772"/>
                <a:gd name="connsiteX18" fmla="*/ 474801 w 479265"/>
                <a:gd name="connsiteY18" fmla="*/ 54597 h 778772"/>
                <a:gd name="connsiteX19" fmla="*/ 426889 w 479265"/>
                <a:gd name="connsiteY19" fmla="*/ 50431 h 778772"/>
                <a:gd name="connsiteX20" fmla="*/ 385976 w 479265"/>
                <a:gd name="connsiteY20" fmla="*/ 108176 h 778772"/>
                <a:gd name="connsiteX21" fmla="*/ 354729 w 479265"/>
                <a:gd name="connsiteY21" fmla="*/ 157005 h 778772"/>
                <a:gd name="connsiteX22" fmla="*/ 376143 w 479265"/>
                <a:gd name="connsiteY22" fmla="*/ 110592 h 778772"/>
                <a:gd name="connsiteX23" fmla="*/ 401391 w 479265"/>
                <a:gd name="connsiteY23" fmla="*/ 36183 h 778772"/>
                <a:gd name="connsiteX24" fmla="*/ 383893 w 479265"/>
                <a:gd name="connsiteY24" fmla="*/ 186 h 778772"/>
                <a:gd name="connsiteX25" fmla="*/ 348146 w 479265"/>
                <a:gd name="connsiteY25" fmla="*/ 31933 h 778772"/>
                <a:gd name="connsiteX26" fmla="*/ 335814 w 479265"/>
                <a:gd name="connsiteY26" fmla="*/ 96177 h 778772"/>
                <a:gd name="connsiteX27" fmla="*/ 307150 w 479265"/>
                <a:gd name="connsiteY27" fmla="*/ 98260 h 778772"/>
                <a:gd name="connsiteX28" fmla="*/ 286985 w 479265"/>
                <a:gd name="connsiteY28" fmla="*/ 141173 h 778772"/>
                <a:gd name="connsiteX29" fmla="*/ 271320 w 479265"/>
                <a:gd name="connsiteY29" fmla="*/ 190335 h 778772"/>
                <a:gd name="connsiteX30" fmla="*/ 262237 w 479265"/>
                <a:gd name="connsiteY30" fmla="*/ 233665 h 778772"/>
                <a:gd name="connsiteX31" fmla="*/ 192077 w 479265"/>
                <a:gd name="connsiteY31" fmla="*/ 252413 h 778772"/>
                <a:gd name="connsiteX32" fmla="*/ 150664 w 479265"/>
                <a:gd name="connsiteY32" fmla="*/ 306408 h 778772"/>
                <a:gd name="connsiteX33" fmla="*/ 138332 w 479265"/>
                <a:gd name="connsiteY33" fmla="*/ 343572 h 778772"/>
                <a:gd name="connsiteX34" fmla="*/ 110168 w 479265"/>
                <a:gd name="connsiteY34" fmla="*/ 380651 h 778772"/>
                <a:gd name="connsiteX35" fmla="*/ 71421 w 479265"/>
                <a:gd name="connsiteY35" fmla="*/ 437230 h 778772"/>
                <a:gd name="connsiteX36" fmla="*/ 55922 w 479265"/>
                <a:gd name="connsiteY36" fmla="*/ 513473 h 778772"/>
                <a:gd name="connsiteX37" fmla="*/ 29675 w 479265"/>
                <a:gd name="connsiteY37" fmla="*/ 574384 h 778772"/>
                <a:gd name="connsiteX38" fmla="*/ 19009 w 479265"/>
                <a:gd name="connsiteY38" fmla="*/ 654960 h 778772"/>
                <a:gd name="connsiteX39" fmla="*/ 11 w 479265"/>
                <a:gd name="connsiteY39" fmla="*/ 725787 h 778772"/>
                <a:gd name="connsiteX40" fmla="*/ 21925 w 479265"/>
                <a:gd name="connsiteY40" fmla="*/ 775699 h 778772"/>
                <a:gd name="connsiteX41" fmla="*/ 70088 w 479265"/>
                <a:gd name="connsiteY41" fmla="*/ 759701 h 778772"/>
                <a:gd name="connsiteX42" fmla="*/ 92419 w 479265"/>
                <a:gd name="connsiteY42" fmla="*/ 733036 h 778772"/>
                <a:gd name="connsiteX43" fmla="*/ 92419 w 479265"/>
                <a:gd name="connsiteY43" fmla="*/ 733036 h 778772"/>
                <a:gd name="connsiteX44" fmla="*/ 409308 w 479265"/>
                <a:gd name="connsiteY44" fmla="*/ 186502 h 778772"/>
                <a:gd name="connsiteX45" fmla="*/ 399558 w 479265"/>
                <a:gd name="connsiteY45" fmla="*/ 200251 h 778772"/>
                <a:gd name="connsiteX46" fmla="*/ 377477 w 479265"/>
                <a:gd name="connsiteY46" fmla="*/ 232581 h 778772"/>
                <a:gd name="connsiteX47" fmla="*/ 352062 w 479265"/>
                <a:gd name="connsiteY47" fmla="*/ 257913 h 778772"/>
                <a:gd name="connsiteX48" fmla="*/ 333064 w 479265"/>
                <a:gd name="connsiteY48" fmla="*/ 275744 h 778772"/>
                <a:gd name="connsiteX49" fmla="*/ 326648 w 479265"/>
                <a:gd name="connsiteY49" fmla="*/ 267162 h 778772"/>
                <a:gd name="connsiteX50" fmla="*/ 338814 w 479265"/>
                <a:gd name="connsiteY50" fmla="*/ 253996 h 778772"/>
                <a:gd name="connsiteX51" fmla="*/ 363478 w 479265"/>
                <a:gd name="connsiteY51" fmla="*/ 223249 h 778772"/>
                <a:gd name="connsiteX52" fmla="*/ 407891 w 479265"/>
                <a:gd name="connsiteY52" fmla="*/ 174503 h 778772"/>
                <a:gd name="connsiteX53" fmla="*/ 409308 w 479265"/>
                <a:gd name="connsiteY53" fmla="*/ 186502 h 778772"/>
                <a:gd name="connsiteX54" fmla="*/ 409308 w 479265"/>
                <a:gd name="connsiteY54" fmla="*/ 186502 h 778772"/>
                <a:gd name="connsiteX55" fmla="*/ 408557 w 479265"/>
                <a:gd name="connsiteY55" fmla="*/ 94511 h 778772"/>
                <a:gd name="connsiteX56" fmla="*/ 425889 w 479265"/>
                <a:gd name="connsiteY56" fmla="*/ 65430 h 778772"/>
                <a:gd name="connsiteX57" fmla="*/ 465302 w 479265"/>
                <a:gd name="connsiteY57" fmla="*/ 62347 h 778772"/>
                <a:gd name="connsiteX58" fmla="*/ 442888 w 479265"/>
                <a:gd name="connsiteY58" fmla="*/ 122258 h 778772"/>
                <a:gd name="connsiteX59" fmla="*/ 397642 w 479265"/>
                <a:gd name="connsiteY59" fmla="*/ 170504 h 778772"/>
                <a:gd name="connsiteX60" fmla="*/ 352146 w 479265"/>
                <a:gd name="connsiteY60" fmla="*/ 218916 h 778772"/>
                <a:gd name="connsiteX61" fmla="*/ 319732 w 479265"/>
                <a:gd name="connsiteY61" fmla="*/ 259912 h 778772"/>
                <a:gd name="connsiteX62" fmla="*/ 311649 w 479265"/>
                <a:gd name="connsiteY62" fmla="*/ 253330 h 778772"/>
                <a:gd name="connsiteX63" fmla="*/ 314566 w 479265"/>
                <a:gd name="connsiteY63" fmla="*/ 247330 h 778772"/>
                <a:gd name="connsiteX64" fmla="*/ 325065 w 479265"/>
                <a:gd name="connsiteY64" fmla="*/ 231082 h 778772"/>
                <a:gd name="connsiteX65" fmla="*/ 340397 w 479265"/>
                <a:gd name="connsiteY65" fmla="*/ 204334 h 778772"/>
                <a:gd name="connsiteX66" fmla="*/ 373311 w 479265"/>
                <a:gd name="connsiteY66" fmla="*/ 151339 h 778772"/>
                <a:gd name="connsiteX67" fmla="*/ 408557 w 479265"/>
                <a:gd name="connsiteY67" fmla="*/ 94511 h 778772"/>
                <a:gd name="connsiteX68" fmla="*/ 408557 w 479265"/>
                <a:gd name="connsiteY68" fmla="*/ 94511 h 778772"/>
                <a:gd name="connsiteX69" fmla="*/ 357229 w 479265"/>
                <a:gd name="connsiteY69" fmla="*/ 53764 h 778772"/>
                <a:gd name="connsiteX70" fmla="*/ 365311 w 479265"/>
                <a:gd name="connsiteY70" fmla="*/ 20934 h 778772"/>
                <a:gd name="connsiteX71" fmla="*/ 390059 w 479265"/>
                <a:gd name="connsiteY71" fmla="*/ 15768 h 778772"/>
                <a:gd name="connsiteX72" fmla="*/ 391642 w 479265"/>
                <a:gd name="connsiteY72" fmla="*/ 39516 h 778772"/>
                <a:gd name="connsiteX73" fmla="*/ 383309 w 479265"/>
                <a:gd name="connsiteY73" fmla="*/ 72013 h 778772"/>
                <a:gd name="connsiteX74" fmla="*/ 354646 w 479265"/>
                <a:gd name="connsiteY74" fmla="*/ 138007 h 778772"/>
                <a:gd name="connsiteX75" fmla="*/ 324898 w 479265"/>
                <a:gd name="connsiteY75" fmla="*/ 200001 h 778772"/>
                <a:gd name="connsiteX76" fmla="*/ 301734 w 479265"/>
                <a:gd name="connsiteY76" fmla="*/ 247413 h 778772"/>
                <a:gd name="connsiteX77" fmla="*/ 296818 w 479265"/>
                <a:gd name="connsiteY77" fmla="*/ 245164 h 778772"/>
                <a:gd name="connsiteX78" fmla="*/ 294568 w 479265"/>
                <a:gd name="connsiteY78" fmla="*/ 244330 h 778772"/>
                <a:gd name="connsiteX79" fmla="*/ 335231 w 479265"/>
                <a:gd name="connsiteY79" fmla="*/ 144506 h 778772"/>
                <a:gd name="connsiteX80" fmla="*/ 351396 w 479265"/>
                <a:gd name="connsiteY80" fmla="*/ 82845 h 778772"/>
                <a:gd name="connsiteX81" fmla="*/ 357229 w 479265"/>
                <a:gd name="connsiteY81" fmla="*/ 53764 h 778772"/>
                <a:gd name="connsiteX82" fmla="*/ 357229 w 479265"/>
                <a:gd name="connsiteY82" fmla="*/ 53764 h 778772"/>
                <a:gd name="connsiteX83" fmla="*/ 290068 w 479265"/>
                <a:gd name="connsiteY83" fmla="*/ 165921 h 778772"/>
                <a:gd name="connsiteX84" fmla="*/ 302567 w 479265"/>
                <a:gd name="connsiteY84" fmla="*/ 131841 h 778772"/>
                <a:gd name="connsiteX85" fmla="*/ 319565 w 479265"/>
                <a:gd name="connsiteY85" fmla="*/ 103760 h 778772"/>
                <a:gd name="connsiteX86" fmla="*/ 334481 w 479265"/>
                <a:gd name="connsiteY86" fmla="*/ 102177 h 778772"/>
                <a:gd name="connsiteX87" fmla="*/ 333897 w 479265"/>
                <a:gd name="connsiteY87" fmla="*/ 104510 h 778772"/>
                <a:gd name="connsiteX88" fmla="*/ 315316 w 479265"/>
                <a:gd name="connsiteY88" fmla="*/ 176586 h 778772"/>
                <a:gd name="connsiteX89" fmla="*/ 299734 w 479265"/>
                <a:gd name="connsiteY89" fmla="*/ 218833 h 778772"/>
                <a:gd name="connsiteX90" fmla="*/ 287902 w 479265"/>
                <a:gd name="connsiteY90" fmla="*/ 240831 h 778772"/>
                <a:gd name="connsiteX91" fmla="*/ 276319 w 479265"/>
                <a:gd name="connsiteY91" fmla="*/ 236165 h 778772"/>
                <a:gd name="connsiteX92" fmla="*/ 276069 w 479265"/>
                <a:gd name="connsiteY92" fmla="*/ 235331 h 778772"/>
                <a:gd name="connsiteX93" fmla="*/ 290068 w 479265"/>
                <a:gd name="connsiteY93" fmla="*/ 165921 h 778772"/>
                <a:gd name="connsiteX94" fmla="*/ 290068 w 479265"/>
                <a:gd name="connsiteY94" fmla="*/ 165921 h 778772"/>
                <a:gd name="connsiteX95" fmla="*/ 34424 w 479265"/>
                <a:gd name="connsiteY95" fmla="*/ 762700 h 778772"/>
                <a:gd name="connsiteX96" fmla="*/ 16509 w 479265"/>
                <a:gd name="connsiteY96" fmla="*/ 728120 h 778772"/>
                <a:gd name="connsiteX97" fmla="*/ 31258 w 479265"/>
                <a:gd name="connsiteY97" fmla="*/ 671375 h 778772"/>
                <a:gd name="connsiteX98" fmla="*/ 81587 w 479265"/>
                <a:gd name="connsiteY98" fmla="*/ 703706 h 778772"/>
                <a:gd name="connsiteX99" fmla="*/ 82670 w 479265"/>
                <a:gd name="connsiteY99" fmla="*/ 695706 h 778772"/>
                <a:gd name="connsiteX100" fmla="*/ 57339 w 479265"/>
                <a:gd name="connsiteY100" fmla="*/ 686041 h 778772"/>
                <a:gd name="connsiteX101" fmla="*/ 32508 w 479265"/>
                <a:gd name="connsiteY101" fmla="*/ 667792 h 778772"/>
                <a:gd name="connsiteX102" fmla="*/ 33008 w 479265"/>
                <a:gd name="connsiteY102" fmla="*/ 666542 h 778772"/>
                <a:gd name="connsiteX103" fmla="*/ 44923 w 479265"/>
                <a:gd name="connsiteY103" fmla="*/ 606964 h 778772"/>
                <a:gd name="connsiteX104" fmla="*/ 46507 w 479265"/>
                <a:gd name="connsiteY104" fmla="*/ 575384 h 778772"/>
                <a:gd name="connsiteX105" fmla="*/ 59172 w 479265"/>
                <a:gd name="connsiteY105" fmla="*/ 542804 h 778772"/>
                <a:gd name="connsiteX106" fmla="*/ 62672 w 479265"/>
                <a:gd name="connsiteY106" fmla="*/ 536221 h 778772"/>
                <a:gd name="connsiteX107" fmla="*/ 132332 w 479265"/>
                <a:gd name="connsiteY107" fmla="*/ 584883 h 778772"/>
                <a:gd name="connsiteX108" fmla="*/ 132915 w 479265"/>
                <a:gd name="connsiteY108" fmla="*/ 582800 h 778772"/>
                <a:gd name="connsiteX109" fmla="*/ 88920 w 479265"/>
                <a:gd name="connsiteY109" fmla="*/ 551303 h 778772"/>
                <a:gd name="connsiteX110" fmla="*/ 76587 w 479265"/>
                <a:gd name="connsiteY110" fmla="*/ 536637 h 778772"/>
                <a:gd name="connsiteX111" fmla="*/ 67172 w 479265"/>
                <a:gd name="connsiteY111" fmla="*/ 527388 h 778772"/>
                <a:gd name="connsiteX112" fmla="*/ 79920 w 479265"/>
                <a:gd name="connsiteY112" fmla="*/ 490225 h 778772"/>
                <a:gd name="connsiteX113" fmla="*/ 88920 w 479265"/>
                <a:gd name="connsiteY113" fmla="*/ 428397 h 778772"/>
                <a:gd name="connsiteX114" fmla="*/ 105751 w 479265"/>
                <a:gd name="connsiteY114" fmla="*/ 403483 h 778772"/>
                <a:gd name="connsiteX115" fmla="*/ 108835 w 479265"/>
                <a:gd name="connsiteY115" fmla="*/ 424398 h 778772"/>
                <a:gd name="connsiteX116" fmla="*/ 132415 w 479265"/>
                <a:gd name="connsiteY116" fmla="*/ 458561 h 778772"/>
                <a:gd name="connsiteX117" fmla="*/ 206242 w 479265"/>
                <a:gd name="connsiteY117" fmla="*/ 489142 h 778772"/>
                <a:gd name="connsiteX118" fmla="*/ 207159 w 479265"/>
                <a:gd name="connsiteY118" fmla="*/ 482392 h 778772"/>
                <a:gd name="connsiteX119" fmla="*/ 137748 w 479265"/>
                <a:gd name="connsiteY119" fmla="*/ 445729 h 778772"/>
                <a:gd name="connsiteX120" fmla="*/ 117584 w 479265"/>
                <a:gd name="connsiteY120" fmla="*/ 417065 h 778772"/>
                <a:gd name="connsiteX121" fmla="*/ 111584 w 479265"/>
                <a:gd name="connsiteY121" fmla="*/ 398067 h 778772"/>
                <a:gd name="connsiteX122" fmla="*/ 140998 w 479265"/>
                <a:gd name="connsiteY122" fmla="*/ 369652 h 778772"/>
                <a:gd name="connsiteX123" fmla="*/ 161746 w 479265"/>
                <a:gd name="connsiteY123" fmla="*/ 316241 h 778772"/>
                <a:gd name="connsiteX124" fmla="*/ 163663 w 479265"/>
                <a:gd name="connsiteY124" fmla="*/ 325406 h 778772"/>
                <a:gd name="connsiteX125" fmla="*/ 183744 w 479265"/>
                <a:gd name="connsiteY125" fmla="*/ 360487 h 778772"/>
                <a:gd name="connsiteX126" fmla="*/ 260571 w 479265"/>
                <a:gd name="connsiteY126" fmla="*/ 394317 h 778772"/>
                <a:gd name="connsiteX127" fmla="*/ 261487 w 479265"/>
                <a:gd name="connsiteY127" fmla="*/ 387234 h 778772"/>
                <a:gd name="connsiteX128" fmla="*/ 190494 w 479265"/>
                <a:gd name="connsiteY128" fmla="*/ 350321 h 778772"/>
                <a:gd name="connsiteX129" fmla="*/ 171662 w 479265"/>
                <a:gd name="connsiteY129" fmla="*/ 314824 h 778772"/>
                <a:gd name="connsiteX130" fmla="*/ 168912 w 479265"/>
                <a:gd name="connsiteY130" fmla="*/ 297492 h 778772"/>
                <a:gd name="connsiteX131" fmla="*/ 188827 w 479265"/>
                <a:gd name="connsiteY131" fmla="*/ 270661 h 778772"/>
                <a:gd name="connsiteX132" fmla="*/ 227740 w 479265"/>
                <a:gd name="connsiteY132" fmla="*/ 249913 h 778772"/>
                <a:gd name="connsiteX133" fmla="*/ 239739 w 479265"/>
                <a:gd name="connsiteY133" fmla="*/ 246247 h 778772"/>
                <a:gd name="connsiteX134" fmla="*/ 287152 w 479265"/>
                <a:gd name="connsiteY134" fmla="*/ 256496 h 778772"/>
                <a:gd name="connsiteX135" fmla="*/ 331314 w 479265"/>
                <a:gd name="connsiteY135" fmla="*/ 303908 h 778772"/>
                <a:gd name="connsiteX136" fmla="*/ 344896 w 479265"/>
                <a:gd name="connsiteY136" fmla="*/ 365736 h 778772"/>
                <a:gd name="connsiteX137" fmla="*/ 327815 w 479265"/>
                <a:gd name="connsiteY137" fmla="*/ 365070 h 778772"/>
                <a:gd name="connsiteX138" fmla="*/ 286818 w 479265"/>
                <a:gd name="connsiteY138" fmla="*/ 355904 h 778772"/>
                <a:gd name="connsiteX139" fmla="*/ 231823 w 479265"/>
                <a:gd name="connsiteY139" fmla="*/ 300409 h 778772"/>
                <a:gd name="connsiteX140" fmla="*/ 231240 w 479265"/>
                <a:gd name="connsiteY140" fmla="*/ 300659 h 778772"/>
                <a:gd name="connsiteX141" fmla="*/ 279486 w 479265"/>
                <a:gd name="connsiteY141" fmla="*/ 366569 h 778772"/>
                <a:gd name="connsiteX142" fmla="*/ 342980 w 479265"/>
                <a:gd name="connsiteY142" fmla="*/ 380735 h 778772"/>
                <a:gd name="connsiteX143" fmla="*/ 313899 w 479265"/>
                <a:gd name="connsiteY143" fmla="*/ 431814 h 778772"/>
                <a:gd name="connsiteX144" fmla="*/ 289235 w 479265"/>
                <a:gd name="connsiteY144" fmla="*/ 454978 h 778772"/>
                <a:gd name="connsiteX145" fmla="*/ 287568 w 479265"/>
                <a:gd name="connsiteY145" fmla="*/ 452978 h 778772"/>
                <a:gd name="connsiteX146" fmla="*/ 247405 w 479265"/>
                <a:gd name="connsiteY146" fmla="*/ 441313 h 778772"/>
                <a:gd name="connsiteX147" fmla="*/ 196410 w 479265"/>
                <a:gd name="connsiteY147" fmla="*/ 411232 h 778772"/>
                <a:gd name="connsiteX148" fmla="*/ 195577 w 479265"/>
                <a:gd name="connsiteY148" fmla="*/ 412065 h 778772"/>
                <a:gd name="connsiteX149" fmla="*/ 280069 w 479265"/>
                <a:gd name="connsiteY149" fmla="*/ 462394 h 778772"/>
                <a:gd name="connsiteX150" fmla="*/ 259321 w 479265"/>
                <a:gd name="connsiteY150" fmla="*/ 479726 h 778772"/>
                <a:gd name="connsiteX151" fmla="*/ 228907 w 479265"/>
                <a:gd name="connsiteY151" fmla="*/ 531638 h 778772"/>
                <a:gd name="connsiteX152" fmla="*/ 213825 w 479265"/>
                <a:gd name="connsiteY152" fmla="*/ 531638 h 778772"/>
                <a:gd name="connsiteX153" fmla="*/ 188327 w 479265"/>
                <a:gd name="connsiteY153" fmla="*/ 529138 h 778772"/>
                <a:gd name="connsiteX154" fmla="*/ 149331 w 479265"/>
                <a:gd name="connsiteY154" fmla="*/ 514806 h 778772"/>
                <a:gd name="connsiteX155" fmla="*/ 115750 w 479265"/>
                <a:gd name="connsiteY155" fmla="*/ 481642 h 778772"/>
                <a:gd name="connsiteX156" fmla="*/ 114167 w 479265"/>
                <a:gd name="connsiteY156" fmla="*/ 482809 h 778772"/>
                <a:gd name="connsiteX157" fmla="*/ 146581 w 479265"/>
                <a:gd name="connsiteY157" fmla="*/ 526388 h 778772"/>
                <a:gd name="connsiteX158" fmla="*/ 186494 w 479265"/>
                <a:gd name="connsiteY158" fmla="*/ 543054 h 778772"/>
                <a:gd name="connsiteX159" fmla="*/ 221574 w 479265"/>
                <a:gd name="connsiteY159" fmla="*/ 546303 h 778772"/>
                <a:gd name="connsiteX160" fmla="*/ 185661 w 479265"/>
                <a:gd name="connsiteY160" fmla="*/ 587716 h 778772"/>
                <a:gd name="connsiteX161" fmla="*/ 147081 w 479265"/>
                <a:gd name="connsiteY161" fmla="*/ 637045 h 778772"/>
                <a:gd name="connsiteX162" fmla="*/ 138499 w 479265"/>
                <a:gd name="connsiteY162" fmla="*/ 654793 h 778772"/>
                <a:gd name="connsiteX163" fmla="*/ 136498 w 479265"/>
                <a:gd name="connsiteY163" fmla="*/ 654043 h 778772"/>
                <a:gd name="connsiteX164" fmla="*/ 92586 w 479265"/>
                <a:gd name="connsiteY164" fmla="*/ 645544 h 778772"/>
                <a:gd name="connsiteX165" fmla="*/ 48257 w 479265"/>
                <a:gd name="connsiteY165" fmla="*/ 611297 h 778772"/>
                <a:gd name="connsiteX166" fmla="*/ 47506 w 479265"/>
                <a:gd name="connsiteY166" fmla="*/ 611714 h 778772"/>
                <a:gd name="connsiteX167" fmla="*/ 129583 w 479265"/>
                <a:gd name="connsiteY167" fmla="*/ 666959 h 778772"/>
                <a:gd name="connsiteX168" fmla="*/ 128916 w 479265"/>
                <a:gd name="connsiteY168" fmla="*/ 667626 h 778772"/>
                <a:gd name="connsiteX169" fmla="*/ 102085 w 479265"/>
                <a:gd name="connsiteY169" fmla="*/ 691290 h 778772"/>
                <a:gd name="connsiteX170" fmla="*/ 62422 w 479265"/>
                <a:gd name="connsiteY170" fmla="*/ 746035 h 778772"/>
                <a:gd name="connsiteX171" fmla="*/ 34424 w 479265"/>
                <a:gd name="connsiteY171" fmla="*/ 762700 h 778772"/>
                <a:gd name="connsiteX172" fmla="*/ 34424 w 479265"/>
                <a:gd name="connsiteY172" fmla="*/ 762700 h 778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Lst>
              <a:rect l="l" t="t" r="r" b="b"/>
              <a:pathLst>
                <a:path w="479265" h="778772">
                  <a:moveTo>
                    <a:pt x="92419" y="733036"/>
                  </a:moveTo>
                  <a:cubicBezTo>
                    <a:pt x="101335" y="719288"/>
                    <a:pt x="107168" y="704539"/>
                    <a:pt x="119500" y="693123"/>
                  </a:cubicBezTo>
                  <a:cubicBezTo>
                    <a:pt x="128083" y="685207"/>
                    <a:pt x="138915" y="679875"/>
                    <a:pt x="145998" y="670375"/>
                  </a:cubicBezTo>
                  <a:cubicBezTo>
                    <a:pt x="154414" y="659043"/>
                    <a:pt x="158913" y="645211"/>
                    <a:pt x="165829" y="633045"/>
                  </a:cubicBezTo>
                  <a:cubicBezTo>
                    <a:pt x="180244" y="607631"/>
                    <a:pt x="206992" y="594799"/>
                    <a:pt x="224241" y="571801"/>
                  </a:cubicBezTo>
                  <a:cubicBezTo>
                    <a:pt x="230907" y="562885"/>
                    <a:pt x="236823" y="553219"/>
                    <a:pt x="241239" y="542970"/>
                  </a:cubicBezTo>
                  <a:cubicBezTo>
                    <a:pt x="246988" y="529638"/>
                    <a:pt x="249738" y="515223"/>
                    <a:pt x="257571" y="502807"/>
                  </a:cubicBezTo>
                  <a:cubicBezTo>
                    <a:pt x="273903" y="477060"/>
                    <a:pt x="305983" y="463061"/>
                    <a:pt x="325815" y="439813"/>
                  </a:cubicBezTo>
                  <a:cubicBezTo>
                    <a:pt x="342063" y="420898"/>
                    <a:pt x="356062" y="400483"/>
                    <a:pt x="359062" y="375152"/>
                  </a:cubicBezTo>
                  <a:cubicBezTo>
                    <a:pt x="362061" y="349904"/>
                    <a:pt x="357645" y="323907"/>
                    <a:pt x="346979" y="300992"/>
                  </a:cubicBezTo>
                  <a:cubicBezTo>
                    <a:pt x="344813" y="296409"/>
                    <a:pt x="342647" y="291910"/>
                    <a:pt x="340313" y="287660"/>
                  </a:cubicBezTo>
                  <a:cubicBezTo>
                    <a:pt x="350646" y="279327"/>
                    <a:pt x="358645" y="268995"/>
                    <a:pt x="367394" y="259162"/>
                  </a:cubicBezTo>
                  <a:cubicBezTo>
                    <a:pt x="378810" y="246414"/>
                    <a:pt x="391142" y="234248"/>
                    <a:pt x="399725" y="219249"/>
                  </a:cubicBezTo>
                  <a:cubicBezTo>
                    <a:pt x="404391" y="211167"/>
                    <a:pt x="408724" y="203167"/>
                    <a:pt x="413890" y="195335"/>
                  </a:cubicBezTo>
                  <a:cubicBezTo>
                    <a:pt x="416307" y="191669"/>
                    <a:pt x="419473" y="187919"/>
                    <a:pt x="420306" y="183419"/>
                  </a:cubicBezTo>
                  <a:cubicBezTo>
                    <a:pt x="421723" y="175753"/>
                    <a:pt x="417473" y="172420"/>
                    <a:pt x="412057" y="169670"/>
                  </a:cubicBezTo>
                  <a:cubicBezTo>
                    <a:pt x="414890" y="166754"/>
                    <a:pt x="417723" y="163754"/>
                    <a:pt x="420473" y="160838"/>
                  </a:cubicBezTo>
                  <a:cubicBezTo>
                    <a:pt x="438305" y="142173"/>
                    <a:pt x="456137" y="124008"/>
                    <a:pt x="467718" y="100760"/>
                  </a:cubicBezTo>
                  <a:cubicBezTo>
                    <a:pt x="473551" y="89011"/>
                    <a:pt x="485884" y="67096"/>
                    <a:pt x="474801" y="54597"/>
                  </a:cubicBezTo>
                  <a:cubicBezTo>
                    <a:pt x="464886" y="43432"/>
                    <a:pt x="438888" y="44682"/>
                    <a:pt x="426889" y="50431"/>
                  </a:cubicBezTo>
                  <a:cubicBezTo>
                    <a:pt x="406891" y="60097"/>
                    <a:pt x="396809" y="90428"/>
                    <a:pt x="385976" y="108176"/>
                  </a:cubicBezTo>
                  <a:cubicBezTo>
                    <a:pt x="375894" y="124675"/>
                    <a:pt x="364978" y="140590"/>
                    <a:pt x="354729" y="157005"/>
                  </a:cubicBezTo>
                  <a:cubicBezTo>
                    <a:pt x="361645" y="141423"/>
                    <a:pt x="368644" y="125924"/>
                    <a:pt x="376143" y="110592"/>
                  </a:cubicBezTo>
                  <a:cubicBezTo>
                    <a:pt x="387642" y="87011"/>
                    <a:pt x="396642" y="62013"/>
                    <a:pt x="401391" y="36183"/>
                  </a:cubicBezTo>
                  <a:cubicBezTo>
                    <a:pt x="404558" y="18767"/>
                    <a:pt x="406224" y="2436"/>
                    <a:pt x="383893" y="186"/>
                  </a:cubicBezTo>
                  <a:cubicBezTo>
                    <a:pt x="363478" y="-1897"/>
                    <a:pt x="351313" y="13851"/>
                    <a:pt x="348146" y="31933"/>
                  </a:cubicBezTo>
                  <a:cubicBezTo>
                    <a:pt x="344313" y="53598"/>
                    <a:pt x="340813" y="74846"/>
                    <a:pt x="335814" y="96177"/>
                  </a:cubicBezTo>
                  <a:cubicBezTo>
                    <a:pt x="326315" y="93427"/>
                    <a:pt x="314483" y="92011"/>
                    <a:pt x="307150" y="98260"/>
                  </a:cubicBezTo>
                  <a:cubicBezTo>
                    <a:pt x="296818" y="107093"/>
                    <a:pt x="291568" y="128841"/>
                    <a:pt x="286985" y="141173"/>
                  </a:cubicBezTo>
                  <a:cubicBezTo>
                    <a:pt x="280986" y="157422"/>
                    <a:pt x="275986" y="173670"/>
                    <a:pt x="271320" y="190335"/>
                  </a:cubicBezTo>
                  <a:cubicBezTo>
                    <a:pt x="267320" y="204501"/>
                    <a:pt x="262154" y="218749"/>
                    <a:pt x="262237" y="233665"/>
                  </a:cubicBezTo>
                  <a:cubicBezTo>
                    <a:pt x="237823" y="231915"/>
                    <a:pt x="210325" y="241081"/>
                    <a:pt x="192077" y="252413"/>
                  </a:cubicBezTo>
                  <a:cubicBezTo>
                    <a:pt x="170662" y="265745"/>
                    <a:pt x="159496" y="283244"/>
                    <a:pt x="150664" y="306408"/>
                  </a:cubicBezTo>
                  <a:cubicBezTo>
                    <a:pt x="145998" y="318657"/>
                    <a:pt x="142581" y="331239"/>
                    <a:pt x="138332" y="343572"/>
                  </a:cubicBezTo>
                  <a:cubicBezTo>
                    <a:pt x="132915" y="359403"/>
                    <a:pt x="122500" y="369902"/>
                    <a:pt x="110168" y="380651"/>
                  </a:cubicBezTo>
                  <a:cubicBezTo>
                    <a:pt x="91419" y="396983"/>
                    <a:pt x="77170" y="412315"/>
                    <a:pt x="71421" y="437230"/>
                  </a:cubicBezTo>
                  <a:cubicBezTo>
                    <a:pt x="65588" y="462811"/>
                    <a:pt x="66921" y="489225"/>
                    <a:pt x="55922" y="513473"/>
                  </a:cubicBezTo>
                  <a:cubicBezTo>
                    <a:pt x="46840" y="533721"/>
                    <a:pt x="32758" y="551886"/>
                    <a:pt x="29675" y="574384"/>
                  </a:cubicBezTo>
                  <a:cubicBezTo>
                    <a:pt x="26009" y="601798"/>
                    <a:pt x="27508" y="628046"/>
                    <a:pt x="19009" y="654960"/>
                  </a:cubicBezTo>
                  <a:cubicBezTo>
                    <a:pt x="11593" y="678541"/>
                    <a:pt x="-406" y="700456"/>
                    <a:pt x="11" y="725787"/>
                  </a:cubicBezTo>
                  <a:cubicBezTo>
                    <a:pt x="261" y="742702"/>
                    <a:pt x="5677" y="766783"/>
                    <a:pt x="21925" y="775699"/>
                  </a:cubicBezTo>
                  <a:cubicBezTo>
                    <a:pt x="39090" y="785032"/>
                    <a:pt x="58172" y="771200"/>
                    <a:pt x="70088" y="759701"/>
                  </a:cubicBezTo>
                  <a:cubicBezTo>
                    <a:pt x="78670" y="751618"/>
                    <a:pt x="86086" y="742786"/>
                    <a:pt x="92419" y="733036"/>
                  </a:cubicBezTo>
                  <a:lnTo>
                    <a:pt x="92419" y="733036"/>
                  </a:lnTo>
                  <a:close/>
                  <a:moveTo>
                    <a:pt x="409308" y="186502"/>
                  </a:moveTo>
                  <a:cubicBezTo>
                    <a:pt x="407807" y="191169"/>
                    <a:pt x="402225" y="196168"/>
                    <a:pt x="399558" y="200251"/>
                  </a:cubicBezTo>
                  <a:cubicBezTo>
                    <a:pt x="392309" y="211417"/>
                    <a:pt x="386476" y="222582"/>
                    <a:pt x="377477" y="232581"/>
                  </a:cubicBezTo>
                  <a:cubicBezTo>
                    <a:pt x="369478" y="241497"/>
                    <a:pt x="360228" y="249247"/>
                    <a:pt x="352062" y="257913"/>
                  </a:cubicBezTo>
                  <a:cubicBezTo>
                    <a:pt x="346063" y="264245"/>
                    <a:pt x="340064" y="270495"/>
                    <a:pt x="333064" y="275744"/>
                  </a:cubicBezTo>
                  <a:cubicBezTo>
                    <a:pt x="331064" y="272745"/>
                    <a:pt x="328898" y="269912"/>
                    <a:pt x="326648" y="267162"/>
                  </a:cubicBezTo>
                  <a:cubicBezTo>
                    <a:pt x="332148" y="264412"/>
                    <a:pt x="334647" y="259746"/>
                    <a:pt x="338814" y="253996"/>
                  </a:cubicBezTo>
                  <a:cubicBezTo>
                    <a:pt x="346480" y="243414"/>
                    <a:pt x="355062" y="233248"/>
                    <a:pt x="363478" y="223249"/>
                  </a:cubicBezTo>
                  <a:cubicBezTo>
                    <a:pt x="377560" y="206501"/>
                    <a:pt x="392725" y="190419"/>
                    <a:pt x="407891" y="174503"/>
                  </a:cubicBezTo>
                  <a:cubicBezTo>
                    <a:pt x="409974" y="178003"/>
                    <a:pt x="410974" y="181419"/>
                    <a:pt x="409308" y="186502"/>
                  </a:cubicBezTo>
                  <a:lnTo>
                    <a:pt x="409308" y="186502"/>
                  </a:lnTo>
                  <a:close/>
                  <a:moveTo>
                    <a:pt x="408557" y="94511"/>
                  </a:moveTo>
                  <a:cubicBezTo>
                    <a:pt x="413640" y="85428"/>
                    <a:pt x="418473" y="72929"/>
                    <a:pt x="425889" y="65430"/>
                  </a:cubicBezTo>
                  <a:cubicBezTo>
                    <a:pt x="433139" y="58097"/>
                    <a:pt x="456637" y="54847"/>
                    <a:pt x="465302" y="62347"/>
                  </a:cubicBezTo>
                  <a:cubicBezTo>
                    <a:pt x="478634" y="73929"/>
                    <a:pt x="450887" y="112009"/>
                    <a:pt x="442888" y="122258"/>
                  </a:cubicBezTo>
                  <a:cubicBezTo>
                    <a:pt x="429305" y="139673"/>
                    <a:pt x="412724" y="154422"/>
                    <a:pt x="397642" y="170504"/>
                  </a:cubicBezTo>
                  <a:cubicBezTo>
                    <a:pt x="382476" y="186586"/>
                    <a:pt x="366394" y="202084"/>
                    <a:pt x="352146" y="218916"/>
                  </a:cubicBezTo>
                  <a:cubicBezTo>
                    <a:pt x="340813" y="232248"/>
                    <a:pt x="330564" y="246247"/>
                    <a:pt x="319732" y="259912"/>
                  </a:cubicBezTo>
                  <a:cubicBezTo>
                    <a:pt x="317232" y="257579"/>
                    <a:pt x="314566" y="255329"/>
                    <a:pt x="311649" y="253330"/>
                  </a:cubicBezTo>
                  <a:cubicBezTo>
                    <a:pt x="312649" y="251330"/>
                    <a:pt x="313566" y="249330"/>
                    <a:pt x="314566" y="247330"/>
                  </a:cubicBezTo>
                  <a:cubicBezTo>
                    <a:pt x="318482" y="242081"/>
                    <a:pt x="324481" y="232248"/>
                    <a:pt x="325065" y="231082"/>
                  </a:cubicBezTo>
                  <a:cubicBezTo>
                    <a:pt x="329814" y="221999"/>
                    <a:pt x="334897" y="213000"/>
                    <a:pt x="340397" y="204334"/>
                  </a:cubicBezTo>
                  <a:cubicBezTo>
                    <a:pt x="351479" y="186752"/>
                    <a:pt x="361895" y="168837"/>
                    <a:pt x="373311" y="151339"/>
                  </a:cubicBezTo>
                  <a:cubicBezTo>
                    <a:pt x="385393" y="132674"/>
                    <a:pt x="397725" y="113926"/>
                    <a:pt x="408557" y="94511"/>
                  </a:cubicBezTo>
                  <a:lnTo>
                    <a:pt x="408557" y="94511"/>
                  </a:lnTo>
                  <a:close/>
                  <a:moveTo>
                    <a:pt x="357229" y="53764"/>
                  </a:moveTo>
                  <a:cubicBezTo>
                    <a:pt x="358978" y="42265"/>
                    <a:pt x="358395" y="30683"/>
                    <a:pt x="365311" y="20934"/>
                  </a:cubicBezTo>
                  <a:cubicBezTo>
                    <a:pt x="370977" y="12935"/>
                    <a:pt x="381976" y="7268"/>
                    <a:pt x="390059" y="15768"/>
                  </a:cubicBezTo>
                  <a:cubicBezTo>
                    <a:pt x="396558" y="22517"/>
                    <a:pt x="393475" y="30350"/>
                    <a:pt x="391642" y="39516"/>
                  </a:cubicBezTo>
                  <a:cubicBezTo>
                    <a:pt x="389559" y="50431"/>
                    <a:pt x="386643" y="61430"/>
                    <a:pt x="383309" y="72013"/>
                  </a:cubicBezTo>
                  <a:cubicBezTo>
                    <a:pt x="376143" y="94927"/>
                    <a:pt x="364811" y="116425"/>
                    <a:pt x="354646" y="138007"/>
                  </a:cubicBezTo>
                  <a:cubicBezTo>
                    <a:pt x="344896" y="158755"/>
                    <a:pt x="335147" y="179503"/>
                    <a:pt x="324898" y="200001"/>
                  </a:cubicBezTo>
                  <a:cubicBezTo>
                    <a:pt x="317815" y="214167"/>
                    <a:pt x="306483" y="231248"/>
                    <a:pt x="301734" y="247413"/>
                  </a:cubicBezTo>
                  <a:cubicBezTo>
                    <a:pt x="300150" y="246580"/>
                    <a:pt x="298484" y="245830"/>
                    <a:pt x="296818" y="245164"/>
                  </a:cubicBezTo>
                  <a:cubicBezTo>
                    <a:pt x="296067" y="244830"/>
                    <a:pt x="295317" y="244580"/>
                    <a:pt x="294568" y="244330"/>
                  </a:cubicBezTo>
                  <a:cubicBezTo>
                    <a:pt x="317815" y="217499"/>
                    <a:pt x="326815" y="177753"/>
                    <a:pt x="335231" y="144506"/>
                  </a:cubicBezTo>
                  <a:cubicBezTo>
                    <a:pt x="340397" y="123925"/>
                    <a:pt x="346813" y="103510"/>
                    <a:pt x="351396" y="82845"/>
                  </a:cubicBezTo>
                  <a:cubicBezTo>
                    <a:pt x="353479" y="73346"/>
                    <a:pt x="355646" y="63513"/>
                    <a:pt x="357229" y="53764"/>
                  </a:cubicBezTo>
                  <a:lnTo>
                    <a:pt x="357229" y="53764"/>
                  </a:lnTo>
                  <a:close/>
                  <a:moveTo>
                    <a:pt x="290068" y="165921"/>
                  </a:moveTo>
                  <a:cubicBezTo>
                    <a:pt x="293651" y="154339"/>
                    <a:pt x="297984" y="143006"/>
                    <a:pt x="302567" y="131841"/>
                  </a:cubicBezTo>
                  <a:cubicBezTo>
                    <a:pt x="306400" y="122591"/>
                    <a:pt x="309650" y="108593"/>
                    <a:pt x="319565" y="103760"/>
                  </a:cubicBezTo>
                  <a:cubicBezTo>
                    <a:pt x="322732" y="102177"/>
                    <a:pt x="328981" y="102010"/>
                    <a:pt x="334481" y="102177"/>
                  </a:cubicBezTo>
                  <a:cubicBezTo>
                    <a:pt x="334314" y="102926"/>
                    <a:pt x="334147" y="103676"/>
                    <a:pt x="333897" y="104510"/>
                  </a:cubicBezTo>
                  <a:cubicBezTo>
                    <a:pt x="327731" y="128591"/>
                    <a:pt x="323065" y="153005"/>
                    <a:pt x="315316" y="176586"/>
                  </a:cubicBezTo>
                  <a:cubicBezTo>
                    <a:pt x="310566" y="190919"/>
                    <a:pt x="306233" y="205167"/>
                    <a:pt x="299734" y="218833"/>
                  </a:cubicBezTo>
                  <a:cubicBezTo>
                    <a:pt x="296151" y="226415"/>
                    <a:pt x="291318" y="233331"/>
                    <a:pt x="287902" y="240831"/>
                  </a:cubicBezTo>
                  <a:cubicBezTo>
                    <a:pt x="284235" y="238831"/>
                    <a:pt x="280402" y="237248"/>
                    <a:pt x="276319" y="236165"/>
                  </a:cubicBezTo>
                  <a:cubicBezTo>
                    <a:pt x="276236" y="235915"/>
                    <a:pt x="276152" y="235581"/>
                    <a:pt x="276069" y="235331"/>
                  </a:cubicBezTo>
                  <a:cubicBezTo>
                    <a:pt x="279653" y="212000"/>
                    <a:pt x="283152" y="188585"/>
                    <a:pt x="290068" y="165921"/>
                  </a:cubicBezTo>
                  <a:lnTo>
                    <a:pt x="290068" y="165921"/>
                  </a:lnTo>
                  <a:close/>
                  <a:moveTo>
                    <a:pt x="34424" y="762700"/>
                  </a:moveTo>
                  <a:cubicBezTo>
                    <a:pt x="20509" y="761034"/>
                    <a:pt x="16926" y="738869"/>
                    <a:pt x="16509" y="728120"/>
                  </a:cubicBezTo>
                  <a:cubicBezTo>
                    <a:pt x="15759" y="707705"/>
                    <a:pt x="24342" y="689957"/>
                    <a:pt x="31258" y="671375"/>
                  </a:cubicBezTo>
                  <a:cubicBezTo>
                    <a:pt x="44090" y="685291"/>
                    <a:pt x="61755" y="704456"/>
                    <a:pt x="81587" y="703706"/>
                  </a:cubicBezTo>
                  <a:cubicBezTo>
                    <a:pt x="86420" y="703539"/>
                    <a:pt x="87003" y="697290"/>
                    <a:pt x="82670" y="695706"/>
                  </a:cubicBezTo>
                  <a:cubicBezTo>
                    <a:pt x="73838" y="692457"/>
                    <a:pt x="65671" y="691290"/>
                    <a:pt x="57339" y="686041"/>
                  </a:cubicBezTo>
                  <a:cubicBezTo>
                    <a:pt x="48756" y="680624"/>
                    <a:pt x="40174" y="674458"/>
                    <a:pt x="32508" y="667792"/>
                  </a:cubicBezTo>
                  <a:cubicBezTo>
                    <a:pt x="32675" y="667376"/>
                    <a:pt x="32841" y="666959"/>
                    <a:pt x="33008" y="666542"/>
                  </a:cubicBezTo>
                  <a:cubicBezTo>
                    <a:pt x="39757" y="647294"/>
                    <a:pt x="43507" y="627296"/>
                    <a:pt x="44923" y="606964"/>
                  </a:cubicBezTo>
                  <a:cubicBezTo>
                    <a:pt x="45673" y="596465"/>
                    <a:pt x="44923" y="585716"/>
                    <a:pt x="46507" y="575384"/>
                  </a:cubicBezTo>
                  <a:cubicBezTo>
                    <a:pt x="48340" y="563718"/>
                    <a:pt x="53672" y="553136"/>
                    <a:pt x="59172" y="542804"/>
                  </a:cubicBezTo>
                  <a:cubicBezTo>
                    <a:pt x="60339" y="540637"/>
                    <a:pt x="61505" y="538387"/>
                    <a:pt x="62672" y="536221"/>
                  </a:cubicBezTo>
                  <a:cubicBezTo>
                    <a:pt x="77670" y="561635"/>
                    <a:pt x="102252" y="580300"/>
                    <a:pt x="132332" y="584883"/>
                  </a:cubicBezTo>
                  <a:cubicBezTo>
                    <a:pt x="133749" y="585133"/>
                    <a:pt x="134165" y="583300"/>
                    <a:pt x="132915" y="582800"/>
                  </a:cubicBezTo>
                  <a:cubicBezTo>
                    <a:pt x="116084" y="576051"/>
                    <a:pt x="101918" y="563552"/>
                    <a:pt x="88920" y="551303"/>
                  </a:cubicBezTo>
                  <a:cubicBezTo>
                    <a:pt x="84253" y="546886"/>
                    <a:pt x="81004" y="541304"/>
                    <a:pt x="76587" y="536637"/>
                  </a:cubicBezTo>
                  <a:cubicBezTo>
                    <a:pt x="73587" y="533471"/>
                    <a:pt x="70338" y="530471"/>
                    <a:pt x="67172" y="527388"/>
                  </a:cubicBezTo>
                  <a:cubicBezTo>
                    <a:pt x="72921" y="515639"/>
                    <a:pt x="77670" y="503640"/>
                    <a:pt x="79920" y="490225"/>
                  </a:cubicBezTo>
                  <a:cubicBezTo>
                    <a:pt x="83420" y="469727"/>
                    <a:pt x="81754" y="448229"/>
                    <a:pt x="88920" y="428397"/>
                  </a:cubicBezTo>
                  <a:cubicBezTo>
                    <a:pt x="92503" y="418481"/>
                    <a:pt x="98669" y="410565"/>
                    <a:pt x="105751" y="403483"/>
                  </a:cubicBezTo>
                  <a:cubicBezTo>
                    <a:pt x="106001" y="410399"/>
                    <a:pt x="105501" y="417148"/>
                    <a:pt x="108835" y="424398"/>
                  </a:cubicBezTo>
                  <a:cubicBezTo>
                    <a:pt x="114417" y="436396"/>
                    <a:pt x="123000" y="449229"/>
                    <a:pt x="132415" y="458561"/>
                  </a:cubicBezTo>
                  <a:cubicBezTo>
                    <a:pt x="150747" y="476476"/>
                    <a:pt x="181411" y="485809"/>
                    <a:pt x="206242" y="489142"/>
                  </a:cubicBezTo>
                  <a:cubicBezTo>
                    <a:pt x="210325" y="489642"/>
                    <a:pt x="210575" y="483559"/>
                    <a:pt x="207159" y="482392"/>
                  </a:cubicBezTo>
                  <a:cubicBezTo>
                    <a:pt x="183911" y="474476"/>
                    <a:pt x="154414" y="464644"/>
                    <a:pt x="137748" y="445729"/>
                  </a:cubicBezTo>
                  <a:cubicBezTo>
                    <a:pt x="130332" y="437313"/>
                    <a:pt x="122916" y="427064"/>
                    <a:pt x="117584" y="417065"/>
                  </a:cubicBezTo>
                  <a:cubicBezTo>
                    <a:pt x="114334" y="410982"/>
                    <a:pt x="113501" y="404399"/>
                    <a:pt x="111584" y="398067"/>
                  </a:cubicBezTo>
                  <a:cubicBezTo>
                    <a:pt x="121750" y="388901"/>
                    <a:pt x="132832" y="380485"/>
                    <a:pt x="140998" y="369652"/>
                  </a:cubicBezTo>
                  <a:cubicBezTo>
                    <a:pt x="152414" y="354404"/>
                    <a:pt x="155997" y="334489"/>
                    <a:pt x="161746" y="316241"/>
                  </a:cubicBezTo>
                  <a:cubicBezTo>
                    <a:pt x="162163" y="319240"/>
                    <a:pt x="162746" y="322240"/>
                    <a:pt x="163663" y="325406"/>
                  </a:cubicBezTo>
                  <a:cubicBezTo>
                    <a:pt x="167496" y="338739"/>
                    <a:pt x="173745" y="350654"/>
                    <a:pt x="183744" y="360487"/>
                  </a:cubicBezTo>
                  <a:cubicBezTo>
                    <a:pt x="202409" y="378902"/>
                    <a:pt x="233906" y="394900"/>
                    <a:pt x="260571" y="394317"/>
                  </a:cubicBezTo>
                  <a:cubicBezTo>
                    <a:pt x="264487" y="394234"/>
                    <a:pt x="265737" y="387984"/>
                    <a:pt x="261487" y="387234"/>
                  </a:cubicBezTo>
                  <a:cubicBezTo>
                    <a:pt x="236489" y="383151"/>
                    <a:pt x="208242" y="368486"/>
                    <a:pt x="190494" y="350321"/>
                  </a:cubicBezTo>
                  <a:cubicBezTo>
                    <a:pt x="180911" y="340488"/>
                    <a:pt x="175412" y="327906"/>
                    <a:pt x="171662" y="314824"/>
                  </a:cubicBezTo>
                  <a:cubicBezTo>
                    <a:pt x="170162" y="309575"/>
                    <a:pt x="170079" y="303242"/>
                    <a:pt x="168912" y="297492"/>
                  </a:cubicBezTo>
                  <a:cubicBezTo>
                    <a:pt x="173662" y="287243"/>
                    <a:pt x="179495" y="278244"/>
                    <a:pt x="188827" y="270661"/>
                  </a:cubicBezTo>
                  <a:cubicBezTo>
                    <a:pt x="200493" y="261246"/>
                    <a:pt x="213658" y="254913"/>
                    <a:pt x="227740" y="249913"/>
                  </a:cubicBezTo>
                  <a:cubicBezTo>
                    <a:pt x="231573" y="248580"/>
                    <a:pt x="235656" y="247330"/>
                    <a:pt x="239739" y="246247"/>
                  </a:cubicBezTo>
                  <a:cubicBezTo>
                    <a:pt x="255904" y="246247"/>
                    <a:pt x="272153" y="250497"/>
                    <a:pt x="287152" y="256496"/>
                  </a:cubicBezTo>
                  <a:cubicBezTo>
                    <a:pt x="309399" y="265495"/>
                    <a:pt x="320815" y="283244"/>
                    <a:pt x="331314" y="303908"/>
                  </a:cubicBezTo>
                  <a:cubicBezTo>
                    <a:pt x="341064" y="323157"/>
                    <a:pt x="345730" y="344155"/>
                    <a:pt x="344896" y="365736"/>
                  </a:cubicBezTo>
                  <a:cubicBezTo>
                    <a:pt x="339480" y="364570"/>
                    <a:pt x="333397" y="365570"/>
                    <a:pt x="327815" y="365070"/>
                  </a:cubicBezTo>
                  <a:cubicBezTo>
                    <a:pt x="314483" y="363986"/>
                    <a:pt x="299650" y="359820"/>
                    <a:pt x="286818" y="355904"/>
                  </a:cubicBezTo>
                  <a:cubicBezTo>
                    <a:pt x="261321" y="348154"/>
                    <a:pt x="243156" y="323073"/>
                    <a:pt x="231823" y="300409"/>
                  </a:cubicBezTo>
                  <a:cubicBezTo>
                    <a:pt x="231657" y="300075"/>
                    <a:pt x="231073" y="300325"/>
                    <a:pt x="231240" y="300659"/>
                  </a:cubicBezTo>
                  <a:cubicBezTo>
                    <a:pt x="240656" y="326406"/>
                    <a:pt x="253238" y="353987"/>
                    <a:pt x="279486" y="366569"/>
                  </a:cubicBezTo>
                  <a:cubicBezTo>
                    <a:pt x="290068" y="371652"/>
                    <a:pt x="325148" y="385901"/>
                    <a:pt x="342980" y="380735"/>
                  </a:cubicBezTo>
                  <a:cubicBezTo>
                    <a:pt x="338563" y="400150"/>
                    <a:pt x="327231" y="416398"/>
                    <a:pt x="313899" y="431814"/>
                  </a:cubicBezTo>
                  <a:cubicBezTo>
                    <a:pt x="306483" y="440479"/>
                    <a:pt x="297984" y="447895"/>
                    <a:pt x="289235" y="454978"/>
                  </a:cubicBezTo>
                  <a:cubicBezTo>
                    <a:pt x="288902" y="454228"/>
                    <a:pt x="288402" y="453562"/>
                    <a:pt x="287568" y="452978"/>
                  </a:cubicBezTo>
                  <a:cubicBezTo>
                    <a:pt x="277152" y="445312"/>
                    <a:pt x="259487" y="445312"/>
                    <a:pt x="247405" y="441313"/>
                  </a:cubicBezTo>
                  <a:cubicBezTo>
                    <a:pt x="229240" y="435397"/>
                    <a:pt x="210742" y="423731"/>
                    <a:pt x="196410" y="411232"/>
                  </a:cubicBezTo>
                  <a:cubicBezTo>
                    <a:pt x="195826" y="410732"/>
                    <a:pt x="195077" y="411482"/>
                    <a:pt x="195577" y="412065"/>
                  </a:cubicBezTo>
                  <a:cubicBezTo>
                    <a:pt x="218324" y="439813"/>
                    <a:pt x="246489" y="452978"/>
                    <a:pt x="280069" y="462394"/>
                  </a:cubicBezTo>
                  <a:cubicBezTo>
                    <a:pt x="273069" y="467977"/>
                    <a:pt x="265987" y="473560"/>
                    <a:pt x="259321" y="479726"/>
                  </a:cubicBezTo>
                  <a:cubicBezTo>
                    <a:pt x="243239" y="494475"/>
                    <a:pt x="237073" y="512223"/>
                    <a:pt x="228907" y="531638"/>
                  </a:cubicBezTo>
                  <a:cubicBezTo>
                    <a:pt x="223824" y="531471"/>
                    <a:pt x="218408" y="532054"/>
                    <a:pt x="213825" y="531638"/>
                  </a:cubicBezTo>
                  <a:cubicBezTo>
                    <a:pt x="205242" y="530888"/>
                    <a:pt x="196910" y="530388"/>
                    <a:pt x="188327" y="529138"/>
                  </a:cubicBezTo>
                  <a:cubicBezTo>
                    <a:pt x="174578" y="527222"/>
                    <a:pt x="160913" y="522472"/>
                    <a:pt x="149331" y="514806"/>
                  </a:cubicBezTo>
                  <a:cubicBezTo>
                    <a:pt x="135915" y="505890"/>
                    <a:pt x="126416" y="493558"/>
                    <a:pt x="115750" y="481642"/>
                  </a:cubicBezTo>
                  <a:cubicBezTo>
                    <a:pt x="115001" y="480809"/>
                    <a:pt x="113584" y="481892"/>
                    <a:pt x="114167" y="482809"/>
                  </a:cubicBezTo>
                  <a:cubicBezTo>
                    <a:pt x="124333" y="498474"/>
                    <a:pt x="131999" y="514389"/>
                    <a:pt x="146581" y="526388"/>
                  </a:cubicBezTo>
                  <a:cubicBezTo>
                    <a:pt x="157747" y="535638"/>
                    <a:pt x="172495" y="540554"/>
                    <a:pt x="186494" y="543054"/>
                  </a:cubicBezTo>
                  <a:cubicBezTo>
                    <a:pt x="192160" y="544053"/>
                    <a:pt x="208742" y="547220"/>
                    <a:pt x="221574" y="546303"/>
                  </a:cubicBezTo>
                  <a:cubicBezTo>
                    <a:pt x="212409" y="562218"/>
                    <a:pt x="199910" y="575801"/>
                    <a:pt x="185661" y="587716"/>
                  </a:cubicBezTo>
                  <a:cubicBezTo>
                    <a:pt x="168579" y="601965"/>
                    <a:pt x="156580" y="616880"/>
                    <a:pt x="147081" y="637045"/>
                  </a:cubicBezTo>
                  <a:cubicBezTo>
                    <a:pt x="144331" y="642878"/>
                    <a:pt x="141664" y="649044"/>
                    <a:pt x="138499" y="654793"/>
                  </a:cubicBezTo>
                  <a:cubicBezTo>
                    <a:pt x="137915" y="654460"/>
                    <a:pt x="137248" y="654127"/>
                    <a:pt x="136498" y="654043"/>
                  </a:cubicBezTo>
                  <a:cubicBezTo>
                    <a:pt x="121750" y="651127"/>
                    <a:pt x="106585" y="651627"/>
                    <a:pt x="92586" y="645544"/>
                  </a:cubicBezTo>
                  <a:cubicBezTo>
                    <a:pt x="74587" y="637712"/>
                    <a:pt x="58839" y="628379"/>
                    <a:pt x="48257" y="611297"/>
                  </a:cubicBezTo>
                  <a:cubicBezTo>
                    <a:pt x="48006" y="610797"/>
                    <a:pt x="47340" y="611214"/>
                    <a:pt x="47506" y="611714"/>
                  </a:cubicBezTo>
                  <a:cubicBezTo>
                    <a:pt x="63088" y="645961"/>
                    <a:pt x="94002" y="662293"/>
                    <a:pt x="129583" y="666959"/>
                  </a:cubicBezTo>
                  <a:cubicBezTo>
                    <a:pt x="129332" y="667209"/>
                    <a:pt x="129166" y="667376"/>
                    <a:pt x="128916" y="667626"/>
                  </a:cubicBezTo>
                  <a:cubicBezTo>
                    <a:pt x="120167" y="675958"/>
                    <a:pt x="110084" y="681874"/>
                    <a:pt x="102085" y="691290"/>
                  </a:cubicBezTo>
                  <a:cubicBezTo>
                    <a:pt x="87336" y="708789"/>
                    <a:pt x="79170" y="729787"/>
                    <a:pt x="62422" y="746035"/>
                  </a:cubicBezTo>
                  <a:cubicBezTo>
                    <a:pt x="56006" y="752535"/>
                    <a:pt x="44757" y="763950"/>
                    <a:pt x="34424" y="762700"/>
                  </a:cubicBezTo>
                  <a:lnTo>
                    <a:pt x="34424" y="762700"/>
                  </a:lnTo>
                  <a:close/>
                </a:path>
              </a:pathLst>
            </a:custGeom>
            <a:grpFill/>
            <a:ln w="8332" cap="flat">
              <a:noFill/>
              <a:prstDash val="solid"/>
              <a:miter/>
            </a:ln>
          </p:spPr>
          <p:txBody>
            <a:bodyPr rtlCol="0" anchor="ctr"/>
            <a:lstStyle/>
            <a:p>
              <a:endParaRPr lang="en-US"/>
            </a:p>
          </p:txBody>
        </p:sp>
        <p:sp>
          <p:nvSpPr>
            <p:cNvPr id="1895" name="Freeform: Shape 1894"/>
            <p:cNvSpPr/>
            <p:nvPr/>
          </p:nvSpPr>
          <p:spPr>
            <a:xfrm>
              <a:off x="9989123" y="407948"/>
              <a:ext cx="414962" cy="401130"/>
            </a:xfrm>
            <a:custGeom>
              <a:avLst/>
              <a:gdLst>
                <a:gd name="connsiteX0" fmla="*/ 412545 w 414962"/>
                <a:gd name="connsiteY0" fmla="*/ 182009 h 401130"/>
                <a:gd name="connsiteX1" fmla="*/ 330885 w 414962"/>
                <a:gd name="connsiteY1" fmla="*/ 40939 h 401130"/>
                <a:gd name="connsiteX2" fmla="*/ 181649 w 414962"/>
                <a:gd name="connsiteY2" fmla="*/ 2109 h 401130"/>
                <a:gd name="connsiteX3" fmla="*/ 97823 w 414962"/>
                <a:gd name="connsiteY3" fmla="*/ 34106 h 401130"/>
                <a:gd name="connsiteX4" fmla="*/ 40162 w 414962"/>
                <a:gd name="connsiteY4" fmla="*/ 87684 h 401130"/>
                <a:gd name="connsiteX5" fmla="*/ 5332 w 414962"/>
                <a:gd name="connsiteY5" fmla="*/ 255836 h 401130"/>
                <a:gd name="connsiteX6" fmla="*/ 239727 w 414962"/>
                <a:gd name="connsiteY6" fmla="*/ 400240 h 401130"/>
                <a:gd name="connsiteX7" fmla="*/ 372298 w 414962"/>
                <a:gd name="connsiteY7" fmla="*/ 330329 h 401130"/>
                <a:gd name="connsiteX8" fmla="*/ 408795 w 414962"/>
                <a:gd name="connsiteY8" fmla="*/ 260669 h 401130"/>
                <a:gd name="connsiteX9" fmla="*/ 412545 w 414962"/>
                <a:gd name="connsiteY9" fmla="*/ 182009 h 401130"/>
                <a:gd name="connsiteX10" fmla="*/ 412545 w 414962"/>
                <a:gd name="connsiteY10" fmla="*/ 182009 h 401130"/>
                <a:gd name="connsiteX11" fmla="*/ 380631 w 414962"/>
                <a:gd name="connsiteY11" fmla="*/ 290416 h 401130"/>
                <a:gd name="connsiteX12" fmla="*/ 272140 w 414962"/>
                <a:gd name="connsiteY12" fmla="*/ 380325 h 401130"/>
                <a:gd name="connsiteX13" fmla="*/ 19747 w 414962"/>
                <a:gd name="connsiteY13" fmla="*/ 260086 h 401130"/>
                <a:gd name="connsiteX14" fmla="*/ 48411 w 414962"/>
                <a:gd name="connsiteY14" fmla="*/ 102183 h 401130"/>
                <a:gd name="connsiteX15" fmla="*/ 187148 w 414962"/>
                <a:gd name="connsiteY15" fmla="*/ 15441 h 401130"/>
                <a:gd name="connsiteX16" fmla="*/ 187565 w 414962"/>
                <a:gd name="connsiteY16" fmla="*/ 15274 h 401130"/>
                <a:gd name="connsiteX17" fmla="*/ 292972 w 414962"/>
                <a:gd name="connsiteY17" fmla="*/ 32773 h 401130"/>
                <a:gd name="connsiteX18" fmla="*/ 385297 w 414962"/>
                <a:gd name="connsiteY18" fmla="*/ 140096 h 401130"/>
                <a:gd name="connsiteX19" fmla="*/ 380631 w 414962"/>
                <a:gd name="connsiteY19" fmla="*/ 290416 h 401130"/>
                <a:gd name="connsiteX20" fmla="*/ 380631 w 414962"/>
                <a:gd name="connsiteY20" fmla="*/ 290416 h 401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14962" h="401130">
                  <a:moveTo>
                    <a:pt x="412545" y="182009"/>
                  </a:moveTo>
                  <a:cubicBezTo>
                    <a:pt x="405296" y="128264"/>
                    <a:pt x="372465" y="75519"/>
                    <a:pt x="330885" y="40939"/>
                  </a:cubicBezTo>
                  <a:cubicBezTo>
                    <a:pt x="288722" y="5942"/>
                    <a:pt x="235394" y="-5141"/>
                    <a:pt x="181649" y="2109"/>
                  </a:cubicBezTo>
                  <a:cubicBezTo>
                    <a:pt x="151401" y="6192"/>
                    <a:pt x="122487" y="15774"/>
                    <a:pt x="97823" y="34106"/>
                  </a:cubicBezTo>
                  <a:cubicBezTo>
                    <a:pt x="77159" y="49438"/>
                    <a:pt x="55327" y="66770"/>
                    <a:pt x="40162" y="87684"/>
                  </a:cubicBezTo>
                  <a:cubicBezTo>
                    <a:pt x="5332" y="135847"/>
                    <a:pt x="-8584" y="198091"/>
                    <a:pt x="5332" y="255836"/>
                  </a:cubicBezTo>
                  <a:cubicBezTo>
                    <a:pt x="27746" y="354994"/>
                    <a:pt x="144069" y="408822"/>
                    <a:pt x="239727" y="400240"/>
                  </a:cubicBezTo>
                  <a:cubicBezTo>
                    <a:pt x="292389" y="395573"/>
                    <a:pt x="339718" y="372325"/>
                    <a:pt x="372298" y="330329"/>
                  </a:cubicBezTo>
                  <a:cubicBezTo>
                    <a:pt x="388796" y="309081"/>
                    <a:pt x="401212" y="286417"/>
                    <a:pt x="408795" y="260669"/>
                  </a:cubicBezTo>
                  <a:cubicBezTo>
                    <a:pt x="416378" y="234754"/>
                    <a:pt x="416128" y="208507"/>
                    <a:pt x="412545" y="182009"/>
                  </a:cubicBezTo>
                  <a:lnTo>
                    <a:pt x="412545" y="182009"/>
                  </a:lnTo>
                  <a:close/>
                  <a:moveTo>
                    <a:pt x="380631" y="290416"/>
                  </a:moveTo>
                  <a:cubicBezTo>
                    <a:pt x="357549" y="333496"/>
                    <a:pt x="320303" y="367992"/>
                    <a:pt x="272140" y="380325"/>
                  </a:cubicBezTo>
                  <a:cubicBezTo>
                    <a:pt x="176316" y="404906"/>
                    <a:pt x="50911" y="361576"/>
                    <a:pt x="19747" y="260086"/>
                  </a:cubicBezTo>
                  <a:cubicBezTo>
                    <a:pt x="3915" y="208673"/>
                    <a:pt x="17913" y="145263"/>
                    <a:pt x="48411" y="102183"/>
                  </a:cubicBezTo>
                  <a:cubicBezTo>
                    <a:pt x="82491" y="54104"/>
                    <a:pt x="130903" y="29106"/>
                    <a:pt x="187148" y="15441"/>
                  </a:cubicBezTo>
                  <a:cubicBezTo>
                    <a:pt x="187315" y="15358"/>
                    <a:pt x="187482" y="15358"/>
                    <a:pt x="187565" y="15274"/>
                  </a:cubicBezTo>
                  <a:cubicBezTo>
                    <a:pt x="223729" y="11108"/>
                    <a:pt x="262058" y="15941"/>
                    <a:pt x="292972" y="32773"/>
                  </a:cubicBezTo>
                  <a:cubicBezTo>
                    <a:pt x="334386" y="55437"/>
                    <a:pt x="366382" y="97600"/>
                    <a:pt x="385297" y="140096"/>
                  </a:cubicBezTo>
                  <a:cubicBezTo>
                    <a:pt x="405962" y="187009"/>
                    <a:pt x="404879" y="245337"/>
                    <a:pt x="380631" y="290416"/>
                  </a:cubicBezTo>
                  <a:lnTo>
                    <a:pt x="380631" y="290416"/>
                  </a:lnTo>
                  <a:close/>
                </a:path>
              </a:pathLst>
            </a:custGeom>
            <a:grpFill/>
            <a:ln w="8332" cap="flat">
              <a:noFill/>
              <a:prstDash val="solid"/>
              <a:miter/>
            </a:ln>
          </p:spPr>
          <p:txBody>
            <a:bodyPr rtlCol="0" anchor="ctr"/>
            <a:lstStyle/>
            <a:p>
              <a:endParaRPr lang="en-US"/>
            </a:p>
          </p:txBody>
        </p:sp>
        <p:sp>
          <p:nvSpPr>
            <p:cNvPr id="1896" name="Freeform: Shape 1895"/>
            <p:cNvSpPr/>
            <p:nvPr/>
          </p:nvSpPr>
          <p:spPr>
            <a:xfrm>
              <a:off x="10176839" y="487019"/>
              <a:ext cx="46301" cy="55259"/>
            </a:xfrm>
            <a:custGeom>
              <a:avLst/>
              <a:gdLst>
                <a:gd name="connsiteX0" fmla="*/ 45762 w 46301"/>
                <a:gd name="connsiteY0" fmla="*/ 37028 h 55259"/>
                <a:gd name="connsiteX1" fmla="*/ 25346 w 46301"/>
                <a:gd name="connsiteY1" fmla="*/ 7114 h 55259"/>
                <a:gd name="connsiteX2" fmla="*/ 10514 w 46301"/>
                <a:gd name="connsiteY2" fmla="*/ 1698 h 55259"/>
                <a:gd name="connsiteX3" fmla="*/ 15 w 46301"/>
                <a:gd name="connsiteY3" fmla="*/ 28445 h 55259"/>
                <a:gd name="connsiteX4" fmla="*/ 12681 w 46301"/>
                <a:gd name="connsiteY4" fmla="*/ 54860 h 55259"/>
                <a:gd name="connsiteX5" fmla="*/ 17014 w 46301"/>
                <a:gd name="connsiteY5" fmla="*/ 50527 h 55259"/>
                <a:gd name="connsiteX6" fmla="*/ 11430 w 46301"/>
                <a:gd name="connsiteY6" fmla="*/ 28445 h 55259"/>
                <a:gd name="connsiteX7" fmla="*/ 13514 w 46301"/>
                <a:gd name="connsiteY7" fmla="*/ 15363 h 55259"/>
                <a:gd name="connsiteX8" fmla="*/ 15014 w 46301"/>
                <a:gd name="connsiteY8" fmla="*/ 10530 h 55259"/>
                <a:gd name="connsiteX9" fmla="*/ 19347 w 46301"/>
                <a:gd name="connsiteY9" fmla="*/ 11947 h 55259"/>
                <a:gd name="connsiteX10" fmla="*/ 29513 w 46301"/>
                <a:gd name="connsiteY10" fmla="*/ 28445 h 55259"/>
                <a:gd name="connsiteX11" fmla="*/ 41012 w 46301"/>
                <a:gd name="connsiteY11" fmla="*/ 41861 h 55259"/>
                <a:gd name="connsiteX12" fmla="*/ 45762 w 46301"/>
                <a:gd name="connsiteY12" fmla="*/ 37028 h 55259"/>
                <a:gd name="connsiteX13" fmla="*/ 45762 w 46301"/>
                <a:gd name="connsiteY13" fmla="*/ 37028 h 55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6301" h="55259">
                  <a:moveTo>
                    <a:pt x="45762" y="37028"/>
                  </a:moveTo>
                  <a:cubicBezTo>
                    <a:pt x="38762" y="27195"/>
                    <a:pt x="32262" y="16946"/>
                    <a:pt x="25346" y="7114"/>
                  </a:cubicBezTo>
                  <a:cubicBezTo>
                    <a:pt x="21846" y="2114"/>
                    <a:pt x="16514" y="-2635"/>
                    <a:pt x="10514" y="1698"/>
                  </a:cubicBezTo>
                  <a:cubicBezTo>
                    <a:pt x="3598" y="6697"/>
                    <a:pt x="182" y="20613"/>
                    <a:pt x="15" y="28445"/>
                  </a:cubicBezTo>
                  <a:cubicBezTo>
                    <a:pt x="-234" y="39611"/>
                    <a:pt x="2598" y="49693"/>
                    <a:pt x="12681" y="54860"/>
                  </a:cubicBezTo>
                  <a:cubicBezTo>
                    <a:pt x="15680" y="56359"/>
                    <a:pt x="18264" y="53360"/>
                    <a:pt x="17014" y="50527"/>
                  </a:cubicBezTo>
                  <a:cubicBezTo>
                    <a:pt x="14014" y="43611"/>
                    <a:pt x="11931" y="36028"/>
                    <a:pt x="11430" y="28445"/>
                  </a:cubicBezTo>
                  <a:cubicBezTo>
                    <a:pt x="11098" y="23946"/>
                    <a:pt x="12265" y="19613"/>
                    <a:pt x="13514" y="15363"/>
                  </a:cubicBezTo>
                  <a:cubicBezTo>
                    <a:pt x="14014" y="13697"/>
                    <a:pt x="14514" y="12113"/>
                    <a:pt x="15014" y="10530"/>
                  </a:cubicBezTo>
                  <a:cubicBezTo>
                    <a:pt x="16930" y="8281"/>
                    <a:pt x="18431" y="8780"/>
                    <a:pt x="19347" y="11947"/>
                  </a:cubicBezTo>
                  <a:cubicBezTo>
                    <a:pt x="23680" y="16030"/>
                    <a:pt x="26263" y="23529"/>
                    <a:pt x="29513" y="28445"/>
                  </a:cubicBezTo>
                  <a:cubicBezTo>
                    <a:pt x="32846" y="33445"/>
                    <a:pt x="36179" y="38194"/>
                    <a:pt x="41012" y="41861"/>
                  </a:cubicBezTo>
                  <a:cubicBezTo>
                    <a:pt x="43761" y="43944"/>
                    <a:pt x="47761" y="39861"/>
                    <a:pt x="45762" y="37028"/>
                  </a:cubicBezTo>
                  <a:lnTo>
                    <a:pt x="45762" y="37028"/>
                  </a:lnTo>
                  <a:close/>
                </a:path>
              </a:pathLst>
            </a:custGeom>
            <a:grpFill/>
            <a:ln w="8332" cap="flat">
              <a:noFill/>
              <a:prstDash val="solid"/>
              <a:miter/>
            </a:ln>
          </p:spPr>
          <p:txBody>
            <a:bodyPr rtlCol="0" anchor="ctr"/>
            <a:lstStyle/>
            <a:p>
              <a:endParaRPr lang="en-US"/>
            </a:p>
          </p:txBody>
        </p:sp>
        <p:sp>
          <p:nvSpPr>
            <p:cNvPr id="1897" name="Freeform: Shape 1896"/>
            <p:cNvSpPr/>
            <p:nvPr/>
          </p:nvSpPr>
          <p:spPr>
            <a:xfrm>
              <a:off x="10076408" y="429378"/>
              <a:ext cx="249587" cy="237117"/>
            </a:xfrm>
            <a:custGeom>
              <a:avLst/>
              <a:gdLst>
                <a:gd name="connsiteX0" fmla="*/ 248100 w 249587"/>
                <a:gd name="connsiteY0" fmla="*/ 76170 h 237117"/>
                <a:gd name="connsiteX1" fmla="*/ 208604 w 249587"/>
                <a:gd name="connsiteY1" fmla="*/ 64755 h 237117"/>
                <a:gd name="connsiteX2" fmla="*/ 169440 w 249587"/>
                <a:gd name="connsiteY2" fmla="*/ 63422 h 237117"/>
                <a:gd name="connsiteX3" fmla="*/ 178856 w 249587"/>
                <a:gd name="connsiteY3" fmla="*/ 51756 h 237117"/>
                <a:gd name="connsiteX4" fmla="*/ 190939 w 249587"/>
                <a:gd name="connsiteY4" fmla="*/ 31258 h 237117"/>
                <a:gd name="connsiteX5" fmla="*/ 185689 w 249587"/>
                <a:gd name="connsiteY5" fmla="*/ 24425 h 237117"/>
                <a:gd name="connsiteX6" fmla="*/ 165357 w 249587"/>
                <a:gd name="connsiteY6" fmla="*/ 31841 h 237117"/>
                <a:gd name="connsiteX7" fmla="*/ 139944 w 249587"/>
                <a:gd name="connsiteY7" fmla="*/ 48173 h 237117"/>
                <a:gd name="connsiteX8" fmla="*/ 126861 w 249587"/>
                <a:gd name="connsiteY8" fmla="*/ 1094 h 237117"/>
                <a:gd name="connsiteX9" fmla="*/ 121278 w 249587"/>
                <a:gd name="connsiteY9" fmla="*/ 1094 h 237117"/>
                <a:gd name="connsiteX10" fmla="*/ 103280 w 249587"/>
                <a:gd name="connsiteY10" fmla="*/ 41007 h 237117"/>
                <a:gd name="connsiteX11" fmla="*/ 69866 w 249587"/>
                <a:gd name="connsiteY11" fmla="*/ 24675 h 237117"/>
                <a:gd name="connsiteX12" fmla="*/ 64033 w 249587"/>
                <a:gd name="connsiteY12" fmla="*/ 28008 h 237117"/>
                <a:gd name="connsiteX13" fmla="*/ 86698 w 249587"/>
                <a:gd name="connsiteY13" fmla="*/ 65005 h 237117"/>
                <a:gd name="connsiteX14" fmla="*/ 77449 w 249587"/>
                <a:gd name="connsiteY14" fmla="*/ 62922 h 237117"/>
                <a:gd name="connsiteX15" fmla="*/ 53118 w 249587"/>
                <a:gd name="connsiteY15" fmla="*/ 62255 h 237117"/>
                <a:gd name="connsiteX16" fmla="*/ 6038 w 249587"/>
                <a:gd name="connsiteY16" fmla="*/ 55506 h 237117"/>
                <a:gd name="connsiteX17" fmla="*/ 4122 w 249587"/>
                <a:gd name="connsiteY17" fmla="*/ 62672 h 237117"/>
                <a:gd name="connsiteX18" fmla="*/ 33703 w 249587"/>
                <a:gd name="connsiteY18" fmla="*/ 84336 h 237117"/>
                <a:gd name="connsiteX19" fmla="*/ 65283 w 249587"/>
                <a:gd name="connsiteY19" fmla="*/ 92919 h 237117"/>
                <a:gd name="connsiteX20" fmla="*/ 57201 w 249587"/>
                <a:gd name="connsiteY20" fmla="*/ 96669 h 237117"/>
                <a:gd name="connsiteX21" fmla="*/ 31453 w 249587"/>
                <a:gd name="connsiteY21" fmla="*/ 114167 h 237117"/>
                <a:gd name="connsiteX22" fmla="*/ 9205 w 249587"/>
                <a:gd name="connsiteY22" fmla="*/ 138165 h 237117"/>
                <a:gd name="connsiteX23" fmla="*/ 39 w 249587"/>
                <a:gd name="connsiteY23" fmla="*/ 159830 h 237117"/>
                <a:gd name="connsiteX24" fmla="*/ 7455 w 249587"/>
                <a:gd name="connsiteY24" fmla="*/ 164079 h 237117"/>
                <a:gd name="connsiteX25" fmla="*/ 45618 w 249587"/>
                <a:gd name="connsiteY25" fmla="*/ 142664 h 237117"/>
                <a:gd name="connsiteX26" fmla="*/ 77782 w 249587"/>
                <a:gd name="connsiteY26" fmla="*/ 129166 h 237117"/>
                <a:gd name="connsiteX27" fmla="*/ 53368 w 249587"/>
                <a:gd name="connsiteY27" fmla="*/ 171079 h 237117"/>
                <a:gd name="connsiteX28" fmla="*/ 44618 w 249587"/>
                <a:gd name="connsiteY28" fmla="*/ 232906 h 237117"/>
                <a:gd name="connsiteX29" fmla="*/ 76448 w 249587"/>
                <a:gd name="connsiteY29" fmla="*/ 209575 h 237117"/>
                <a:gd name="connsiteX30" fmla="*/ 101529 w 249587"/>
                <a:gd name="connsiteY30" fmla="*/ 168579 h 237117"/>
                <a:gd name="connsiteX31" fmla="*/ 120112 w 249587"/>
                <a:gd name="connsiteY31" fmla="*/ 137582 h 237117"/>
                <a:gd name="connsiteX32" fmla="*/ 119862 w 249587"/>
                <a:gd name="connsiteY32" fmla="*/ 148497 h 237117"/>
                <a:gd name="connsiteX33" fmla="*/ 123945 w 249587"/>
                <a:gd name="connsiteY33" fmla="*/ 168912 h 237117"/>
                <a:gd name="connsiteX34" fmla="*/ 128278 w 249587"/>
                <a:gd name="connsiteY34" fmla="*/ 186660 h 237117"/>
                <a:gd name="connsiteX35" fmla="*/ 145110 w 249587"/>
                <a:gd name="connsiteY35" fmla="*/ 226740 h 237117"/>
                <a:gd name="connsiteX36" fmla="*/ 165357 w 249587"/>
                <a:gd name="connsiteY36" fmla="*/ 199409 h 237117"/>
                <a:gd name="connsiteX37" fmla="*/ 165608 w 249587"/>
                <a:gd name="connsiteY37" fmla="*/ 156996 h 237117"/>
                <a:gd name="connsiteX38" fmla="*/ 159692 w 249587"/>
                <a:gd name="connsiteY38" fmla="*/ 130665 h 237117"/>
                <a:gd name="connsiteX39" fmla="*/ 207604 w 249587"/>
                <a:gd name="connsiteY39" fmla="*/ 151080 h 237117"/>
                <a:gd name="connsiteX40" fmla="*/ 229935 w 249587"/>
                <a:gd name="connsiteY40" fmla="*/ 170745 h 237117"/>
                <a:gd name="connsiteX41" fmla="*/ 237851 w 249587"/>
                <a:gd name="connsiteY41" fmla="*/ 178578 h 237117"/>
                <a:gd name="connsiteX42" fmla="*/ 243934 w 249587"/>
                <a:gd name="connsiteY42" fmla="*/ 172495 h 237117"/>
                <a:gd name="connsiteX43" fmla="*/ 217269 w 249587"/>
                <a:gd name="connsiteY43" fmla="*/ 126583 h 237117"/>
                <a:gd name="connsiteX44" fmla="*/ 197688 w 249587"/>
                <a:gd name="connsiteY44" fmla="*/ 109667 h 237117"/>
                <a:gd name="connsiteX45" fmla="*/ 177523 w 249587"/>
                <a:gd name="connsiteY45" fmla="*/ 100168 h 237117"/>
                <a:gd name="connsiteX46" fmla="*/ 221686 w 249587"/>
                <a:gd name="connsiteY46" fmla="*/ 90586 h 237117"/>
                <a:gd name="connsiteX47" fmla="*/ 248933 w 249587"/>
                <a:gd name="connsiteY47" fmla="*/ 82253 h 237117"/>
                <a:gd name="connsiteX48" fmla="*/ 248100 w 249587"/>
                <a:gd name="connsiteY48" fmla="*/ 76170 h 237117"/>
                <a:gd name="connsiteX49" fmla="*/ 248100 w 249587"/>
                <a:gd name="connsiteY49" fmla="*/ 76170 h 237117"/>
                <a:gd name="connsiteX50" fmla="*/ 215353 w 249587"/>
                <a:gd name="connsiteY50" fmla="*/ 81753 h 237117"/>
                <a:gd name="connsiteX51" fmla="*/ 192355 w 249587"/>
                <a:gd name="connsiteY51" fmla="*/ 85670 h 237117"/>
                <a:gd name="connsiteX52" fmla="*/ 166107 w 249587"/>
                <a:gd name="connsiteY52" fmla="*/ 96335 h 237117"/>
                <a:gd name="connsiteX53" fmla="*/ 165357 w 249587"/>
                <a:gd name="connsiteY53" fmla="*/ 102418 h 237117"/>
                <a:gd name="connsiteX54" fmla="*/ 173024 w 249587"/>
                <a:gd name="connsiteY54" fmla="*/ 108418 h 237117"/>
                <a:gd name="connsiteX55" fmla="*/ 201104 w 249587"/>
                <a:gd name="connsiteY55" fmla="*/ 125583 h 237117"/>
                <a:gd name="connsiteX56" fmla="*/ 224602 w 249587"/>
                <a:gd name="connsiteY56" fmla="*/ 151580 h 237117"/>
                <a:gd name="connsiteX57" fmla="*/ 207937 w 249587"/>
                <a:gd name="connsiteY57" fmla="*/ 140581 h 237117"/>
                <a:gd name="connsiteX58" fmla="*/ 154942 w 249587"/>
                <a:gd name="connsiteY58" fmla="*/ 120416 h 237117"/>
                <a:gd name="connsiteX59" fmla="*/ 149193 w 249587"/>
                <a:gd name="connsiteY59" fmla="*/ 126166 h 237117"/>
                <a:gd name="connsiteX60" fmla="*/ 155192 w 249587"/>
                <a:gd name="connsiteY60" fmla="*/ 149830 h 237117"/>
                <a:gd name="connsiteX61" fmla="*/ 156858 w 249587"/>
                <a:gd name="connsiteY61" fmla="*/ 184411 h 237117"/>
                <a:gd name="connsiteX62" fmla="*/ 153942 w 249587"/>
                <a:gd name="connsiteY62" fmla="*/ 208742 h 237117"/>
                <a:gd name="connsiteX63" fmla="*/ 152775 w 249587"/>
                <a:gd name="connsiteY63" fmla="*/ 214491 h 237117"/>
                <a:gd name="connsiteX64" fmla="*/ 150026 w 249587"/>
                <a:gd name="connsiteY64" fmla="*/ 217741 h 237117"/>
                <a:gd name="connsiteX65" fmla="*/ 142860 w 249587"/>
                <a:gd name="connsiteY65" fmla="*/ 202326 h 237117"/>
                <a:gd name="connsiteX66" fmla="*/ 134611 w 249587"/>
                <a:gd name="connsiteY66" fmla="*/ 173912 h 237117"/>
                <a:gd name="connsiteX67" fmla="*/ 128445 w 249587"/>
                <a:gd name="connsiteY67" fmla="*/ 145997 h 237117"/>
                <a:gd name="connsiteX68" fmla="*/ 126611 w 249587"/>
                <a:gd name="connsiteY68" fmla="*/ 126499 h 237117"/>
                <a:gd name="connsiteX69" fmla="*/ 120278 w 249587"/>
                <a:gd name="connsiteY69" fmla="*/ 124833 h 237117"/>
                <a:gd name="connsiteX70" fmla="*/ 94530 w 249587"/>
                <a:gd name="connsiteY70" fmla="*/ 161163 h 237117"/>
                <a:gd name="connsiteX71" fmla="*/ 56700 w 249587"/>
                <a:gd name="connsiteY71" fmla="*/ 218991 h 237117"/>
                <a:gd name="connsiteX72" fmla="*/ 53784 w 249587"/>
                <a:gd name="connsiteY72" fmla="*/ 221907 h 237117"/>
                <a:gd name="connsiteX73" fmla="*/ 55451 w 249587"/>
                <a:gd name="connsiteY73" fmla="*/ 204576 h 237117"/>
                <a:gd name="connsiteX74" fmla="*/ 63867 w 249587"/>
                <a:gd name="connsiteY74" fmla="*/ 175495 h 237117"/>
                <a:gd name="connsiteX75" fmla="*/ 98114 w 249587"/>
                <a:gd name="connsiteY75" fmla="*/ 122916 h 237117"/>
                <a:gd name="connsiteX76" fmla="*/ 94614 w 249587"/>
                <a:gd name="connsiteY76" fmla="*/ 114584 h 237117"/>
                <a:gd name="connsiteX77" fmla="*/ 46119 w 249587"/>
                <a:gd name="connsiteY77" fmla="*/ 132832 h 237117"/>
                <a:gd name="connsiteX78" fmla="*/ 13037 w 249587"/>
                <a:gd name="connsiteY78" fmla="*/ 150330 h 237117"/>
                <a:gd name="connsiteX79" fmla="*/ 24703 w 249587"/>
                <a:gd name="connsiteY79" fmla="*/ 135082 h 237117"/>
                <a:gd name="connsiteX80" fmla="*/ 50285 w 249587"/>
                <a:gd name="connsiteY80" fmla="*/ 112667 h 237117"/>
                <a:gd name="connsiteX81" fmla="*/ 76032 w 249587"/>
                <a:gd name="connsiteY81" fmla="*/ 100502 h 237117"/>
                <a:gd name="connsiteX82" fmla="*/ 88865 w 249587"/>
                <a:gd name="connsiteY82" fmla="*/ 94419 h 237117"/>
                <a:gd name="connsiteX83" fmla="*/ 85782 w 249587"/>
                <a:gd name="connsiteY83" fmla="*/ 86919 h 237117"/>
                <a:gd name="connsiteX84" fmla="*/ 39953 w 249587"/>
                <a:gd name="connsiteY84" fmla="*/ 79004 h 237117"/>
                <a:gd name="connsiteX85" fmla="*/ 18120 w 249587"/>
                <a:gd name="connsiteY85" fmla="*/ 64588 h 237117"/>
                <a:gd name="connsiteX86" fmla="*/ 88698 w 249587"/>
                <a:gd name="connsiteY86" fmla="*/ 69921 h 237117"/>
                <a:gd name="connsiteX87" fmla="*/ 92031 w 249587"/>
                <a:gd name="connsiteY87" fmla="*/ 71254 h 237117"/>
                <a:gd name="connsiteX88" fmla="*/ 93447 w 249587"/>
                <a:gd name="connsiteY88" fmla="*/ 71088 h 237117"/>
                <a:gd name="connsiteX89" fmla="*/ 97197 w 249587"/>
                <a:gd name="connsiteY89" fmla="*/ 64588 h 237117"/>
                <a:gd name="connsiteX90" fmla="*/ 84864 w 249587"/>
                <a:gd name="connsiteY90" fmla="*/ 50089 h 237117"/>
                <a:gd name="connsiteX91" fmla="*/ 74615 w 249587"/>
                <a:gd name="connsiteY91" fmla="*/ 36674 h 237117"/>
                <a:gd name="connsiteX92" fmla="*/ 103529 w 249587"/>
                <a:gd name="connsiteY92" fmla="*/ 53422 h 237117"/>
                <a:gd name="connsiteX93" fmla="*/ 111112 w 249587"/>
                <a:gd name="connsiteY93" fmla="*/ 50339 h 237117"/>
                <a:gd name="connsiteX94" fmla="*/ 117445 w 249587"/>
                <a:gd name="connsiteY94" fmla="*/ 29341 h 237117"/>
                <a:gd name="connsiteX95" fmla="*/ 119695 w 249587"/>
                <a:gd name="connsiteY95" fmla="*/ 20925 h 237117"/>
                <a:gd name="connsiteX96" fmla="*/ 125111 w 249587"/>
                <a:gd name="connsiteY96" fmla="*/ 12593 h 237117"/>
                <a:gd name="connsiteX97" fmla="*/ 129361 w 249587"/>
                <a:gd name="connsiteY97" fmla="*/ 31841 h 237117"/>
                <a:gd name="connsiteX98" fmla="*/ 129860 w 249587"/>
                <a:gd name="connsiteY98" fmla="*/ 56172 h 237117"/>
                <a:gd name="connsiteX99" fmla="*/ 136110 w 249587"/>
                <a:gd name="connsiteY99" fmla="*/ 60922 h 237117"/>
                <a:gd name="connsiteX100" fmla="*/ 158358 w 249587"/>
                <a:gd name="connsiteY100" fmla="*/ 47756 h 237117"/>
                <a:gd name="connsiteX101" fmla="*/ 174857 w 249587"/>
                <a:gd name="connsiteY101" fmla="*/ 37924 h 237117"/>
                <a:gd name="connsiteX102" fmla="*/ 155525 w 249587"/>
                <a:gd name="connsiteY102" fmla="*/ 68921 h 237117"/>
                <a:gd name="connsiteX103" fmla="*/ 161108 w 249587"/>
                <a:gd name="connsiteY103" fmla="*/ 74504 h 237117"/>
                <a:gd name="connsiteX104" fmla="*/ 199437 w 249587"/>
                <a:gd name="connsiteY104" fmla="*/ 74921 h 237117"/>
                <a:gd name="connsiteX105" fmla="*/ 220519 w 249587"/>
                <a:gd name="connsiteY105" fmla="*/ 78087 h 237117"/>
                <a:gd name="connsiteX106" fmla="*/ 232684 w 249587"/>
                <a:gd name="connsiteY106" fmla="*/ 80003 h 237117"/>
                <a:gd name="connsiteX107" fmla="*/ 215353 w 249587"/>
                <a:gd name="connsiteY107" fmla="*/ 81753 h 237117"/>
                <a:gd name="connsiteX108" fmla="*/ 215353 w 249587"/>
                <a:gd name="connsiteY108" fmla="*/ 81753 h 237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249587" h="237117">
                  <a:moveTo>
                    <a:pt x="248100" y="76170"/>
                  </a:moveTo>
                  <a:cubicBezTo>
                    <a:pt x="239601" y="67171"/>
                    <a:pt x="220269" y="66338"/>
                    <a:pt x="208604" y="64755"/>
                  </a:cubicBezTo>
                  <a:cubicBezTo>
                    <a:pt x="195354" y="63005"/>
                    <a:pt x="182523" y="63422"/>
                    <a:pt x="169440" y="63422"/>
                  </a:cubicBezTo>
                  <a:cubicBezTo>
                    <a:pt x="172356" y="59255"/>
                    <a:pt x="176940" y="54672"/>
                    <a:pt x="178856" y="51756"/>
                  </a:cubicBezTo>
                  <a:cubicBezTo>
                    <a:pt x="183273" y="45007"/>
                    <a:pt x="188022" y="38840"/>
                    <a:pt x="190939" y="31258"/>
                  </a:cubicBezTo>
                  <a:cubicBezTo>
                    <a:pt x="192355" y="27591"/>
                    <a:pt x="188856" y="24758"/>
                    <a:pt x="185689" y="24425"/>
                  </a:cubicBezTo>
                  <a:cubicBezTo>
                    <a:pt x="178939" y="23675"/>
                    <a:pt x="171107" y="28841"/>
                    <a:pt x="165357" y="31841"/>
                  </a:cubicBezTo>
                  <a:cubicBezTo>
                    <a:pt x="156691" y="36424"/>
                    <a:pt x="148609" y="43257"/>
                    <a:pt x="139944" y="48173"/>
                  </a:cubicBezTo>
                  <a:cubicBezTo>
                    <a:pt x="140193" y="32008"/>
                    <a:pt x="138860" y="11093"/>
                    <a:pt x="126861" y="1094"/>
                  </a:cubicBezTo>
                  <a:cubicBezTo>
                    <a:pt x="125028" y="-406"/>
                    <a:pt x="123028" y="-323"/>
                    <a:pt x="121278" y="1094"/>
                  </a:cubicBezTo>
                  <a:cubicBezTo>
                    <a:pt x="111196" y="9010"/>
                    <a:pt x="107279" y="27508"/>
                    <a:pt x="103280" y="41007"/>
                  </a:cubicBezTo>
                  <a:cubicBezTo>
                    <a:pt x="92781" y="34258"/>
                    <a:pt x="82115" y="27925"/>
                    <a:pt x="69866" y="24675"/>
                  </a:cubicBezTo>
                  <a:cubicBezTo>
                    <a:pt x="67533" y="24092"/>
                    <a:pt x="64533" y="25425"/>
                    <a:pt x="64033" y="28008"/>
                  </a:cubicBezTo>
                  <a:cubicBezTo>
                    <a:pt x="61367" y="41340"/>
                    <a:pt x="77782" y="54422"/>
                    <a:pt x="86698" y="65005"/>
                  </a:cubicBezTo>
                  <a:cubicBezTo>
                    <a:pt x="83615" y="64255"/>
                    <a:pt x="80615" y="63422"/>
                    <a:pt x="77449" y="62922"/>
                  </a:cubicBezTo>
                  <a:cubicBezTo>
                    <a:pt x="69449" y="61505"/>
                    <a:pt x="61200" y="62755"/>
                    <a:pt x="53118" y="62255"/>
                  </a:cubicBezTo>
                  <a:cubicBezTo>
                    <a:pt x="37369" y="61255"/>
                    <a:pt x="21787" y="57089"/>
                    <a:pt x="6038" y="55506"/>
                  </a:cubicBezTo>
                  <a:cubicBezTo>
                    <a:pt x="1955" y="55089"/>
                    <a:pt x="1206" y="60755"/>
                    <a:pt x="4122" y="62672"/>
                  </a:cubicBezTo>
                  <a:cubicBezTo>
                    <a:pt x="14454" y="69421"/>
                    <a:pt x="22286" y="79170"/>
                    <a:pt x="33703" y="84336"/>
                  </a:cubicBezTo>
                  <a:cubicBezTo>
                    <a:pt x="43785" y="88919"/>
                    <a:pt x="54535" y="90919"/>
                    <a:pt x="65283" y="92919"/>
                  </a:cubicBezTo>
                  <a:cubicBezTo>
                    <a:pt x="62534" y="94085"/>
                    <a:pt x="59783" y="95335"/>
                    <a:pt x="57201" y="96669"/>
                  </a:cubicBezTo>
                  <a:cubicBezTo>
                    <a:pt x="48035" y="101418"/>
                    <a:pt x="39118" y="107251"/>
                    <a:pt x="31453" y="114167"/>
                  </a:cubicBezTo>
                  <a:cubicBezTo>
                    <a:pt x="23537" y="121250"/>
                    <a:pt x="14955" y="129166"/>
                    <a:pt x="9205" y="138165"/>
                  </a:cubicBezTo>
                  <a:cubicBezTo>
                    <a:pt x="5539" y="143914"/>
                    <a:pt x="-545" y="152747"/>
                    <a:pt x="39" y="159830"/>
                  </a:cubicBezTo>
                  <a:cubicBezTo>
                    <a:pt x="373" y="163663"/>
                    <a:pt x="3955" y="165746"/>
                    <a:pt x="7455" y="164079"/>
                  </a:cubicBezTo>
                  <a:cubicBezTo>
                    <a:pt x="20537" y="157746"/>
                    <a:pt x="32453" y="149164"/>
                    <a:pt x="45618" y="142664"/>
                  </a:cubicBezTo>
                  <a:cubicBezTo>
                    <a:pt x="56117" y="137498"/>
                    <a:pt x="66783" y="132915"/>
                    <a:pt x="77782" y="129166"/>
                  </a:cubicBezTo>
                  <a:cubicBezTo>
                    <a:pt x="67199" y="141248"/>
                    <a:pt x="59701" y="155997"/>
                    <a:pt x="53368" y="171079"/>
                  </a:cubicBezTo>
                  <a:cubicBezTo>
                    <a:pt x="47284" y="185577"/>
                    <a:pt x="33036" y="218074"/>
                    <a:pt x="44618" y="232906"/>
                  </a:cubicBezTo>
                  <a:cubicBezTo>
                    <a:pt x="56618" y="248405"/>
                    <a:pt x="72282" y="216658"/>
                    <a:pt x="76448" y="209575"/>
                  </a:cubicBezTo>
                  <a:cubicBezTo>
                    <a:pt x="84698" y="195826"/>
                    <a:pt x="93113" y="182244"/>
                    <a:pt x="101529" y="168579"/>
                  </a:cubicBezTo>
                  <a:cubicBezTo>
                    <a:pt x="107113" y="159496"/>
                    <a:pt x="112696" y="146664"/>
                    <a:pt x="120112" y="137582"/>
                  </a:cubicBezTo>
                  <a:cubicBezTo>
                    <a:pt x="120194" y="141331"/>
                    <a:pt x="119528" y="145498"/>
                    <a:pt x="119862" y="148497"/>
                  </a:cubicBezTo>
                  <a:cubicBezTo>
                    <a:pt x="120611" y="155413"/>
                    <a:pt x="122277" y="162163"/>
                    <a:pt x="123945" y="168912"/>
                  </a:cubicBezTo>
                  <a:cubicBezTo>
                    <a:pt x="125362" y="174828"/>
                    <a:pt x="126777" y="180744"/>
                    <a:pt x="128278" y="186660"/>
                  </a:cubicBezTo>
                  <a:cubicBezTo>
                    <a:pt x="131361" y="198493"/>
                    <a:pt x="134776" y="218658"/>
                    <a:pt x="145110" y="226740"/>
                  </a:cubicBezTo>
                  <a:cubicBezTo>
                    <a:pt x="160857" y="239072"/>
                    <a:pt x="164274" y="207742"/>
                    <a:pt x="165357" y="199409"/>
                  </a:cubicBezTo>
                  <a:cubicBezTo>
                    <a:pt x="167274" y="185244"/>
                    <a:pt x="166774" y="171162"/>
                    <a:pt x="165608" y="156996"/>
                  </a:cubicBezTo>
                  <a:cubicBezTo>
                    <a:pt x="164858" y="147747"/>
                    <a:pt x="161775" y="139331"/>
                    <a:pt x="159692" y="130665"/>
                  </a:cubicBezTo>
                  <a:cubicBezTo>
                    <a:pt x="176273" y="134665"/>
                    <a:pt x="193355" y="142498"/>
                    <a:pt x="207604" y="151080"/>
                  </a:cubicBezTo>
                  <a:cubicBezTo>
                    <a:pt x="215937" y="156080"/>
                    <a:pt x="224269" y="162663"/>
                    <a:pt x="229935" y="170745"/>
                  </a:cubicBezTo>
                  <a:cubicBezTo>
                    <a:pt x="232518" y="174412"/>
                    <a:pt x="233101" y="177828"/>
                    <a:pt x="237851" y="178578"/>
                  </a:cubicBezTo>
                  <a:cubicBezTo>
                    <a:pt x="241767" y="179161"/>
                    <a:pt x="244517" y="176495"/>
                    <a:pt x="243934" y="172495"/>
                  </a:cubicBezTo>
                  <a:cubicBezTo>
                    <a:pt x="241100" y="154913"/>
                    <a:pt x="229352" y="139081"/>
                    <a:pt x="217269" y="126583"/>
                  </a:cubicBezTo>
                  <a:cubicBezTo>
                    <a:pt x="211270" y="120416"/>
                    <a:pt x="204770" y="114500"/>
                    <a:pt x="197688" y="109667"/>
                  </a:cubicBezTo>
                  <a:cubicBezTo>
                    <a:pt x="193104" y="106501"/>
                    <a:pt x="183273" y="103918"/>
                    <a:pt x="177523" y="100168"/>
                  </a:cubicBezTo>
                  <a:cubicBezTo>
                    <a:pt x="189856" y="93086"/>
                    <a:pt x="208937" y="92252"/>
                    <a:pt x="221686" y="90586"/>
                  </a:cubicBezTo>
                  <a:cubicBezTo>
                    <a:pt x="230352" y="89419"/>
                    <a:pt x="244517" y="90836"/>
                    <a:pt x="248933" y="82253"/>
                  </a:cubicBezTo>
                  <a:cubicBezTo>
                    <a:pt x="250017" y="80337"/>
                    <a:pt x="249766" y="77920"/>
                    <a:pt x="248100" y="76170"/>
                  </a:cubicBezTo>
                  <a:lnTo>
                    <a:pt x="248100" y="76170"/>
                  </a:lnTo>
                  <a:close/>
                  <a:moveTo>
                    <a:pt x="215353" y="81753"/>
                  </a:moveTo>
                  <a:cubicBezTo>
                    <a:pt x="207604" y="82836"/>
                    <a:pt x="200021" y="84003"/>
                    <a:pt x="192355" y="85670"/>
                  </a:cubicBezTo>
                  <a:cubicBezTo>
                    <a:pt x="182772" y="87753"/>
                    <a:pt x="173773" y="90003"/>
                    <a:pt x="166107" y="96335"/>
                  </a:cubicBezTo>
                  <a:cubicBezTo>
                    <a:pt x="164524" y="97668"/>
                    <a:pt x="164191" y="100752"/>
                    <a:pt x="165357" y="102418"/>
                  </a:cubicBezTo>
                  <a:cubicBezTo>
                    <a:pt x="167607" y="105668"/>
                    <a:pt x="169607" y="106668"/>
                    <a:pt x="173024" y="108418"/>
                  </a:cubicBezTo>
                  <a:cubicBezTo>
                    <a:pt x="183022" y="113667"/>
                    <a:pt x="192355" y="118083"/>
                    <a:pt x="201104" y="125583"/>
                  </a:cubicBezTo>
                  <a:cubicBezTo>
                    <a:pt x="209604" y="132832"/>
                    <a:pt x="218186" y="141664"/>
                    <a:pt x="224602" y="151580"/>
                  </a:cubicBezTo>
                  <a:cubicBezTo>
                    <a:pt x="219436" y="147331"/>
                    <a:pt x="213770" y="143748"/>
                    <a:pt x="207937" y="140581"/>
                  </a:cubicBezTo>
                  <a:cubicBezTo>
                    <a:pt x="191855" y="131999"/>
                    <a:pt x="173024" y="123499"/>
                    <a:pt x="154942" y="120416"/>
                  </a:cubicBezTo>
                  <a:cubicBezTo>
                    <a:pt x="151109" y="119750"/>
                    <a:pt x="148692" y="122500"/>
                    <a:pt x="149193" y="126166"/>
                  </a:cubicBezTo>
                  <a:cubicBezTo>
                    <a:pt x="150276" y="134082"/>
                    <a:pt x="154025" y="141664"/>
                    <a:pt x="155192" y="149830"/>
                  </a:cubicBezTo>
                  <a:cubicBezTo>
                    <a:pt x="156775" y="161079"/>
                    <a:pt x="157275" y="172995"/>
                    <a:pt x="156858" y="184411"/>
                  </a:cubicBezTo>
                  <a:cubicBezTo>
                    <a:pt x="156609" y="192577"/>
                    <a:pt x="155442" y="200659"/>
                    <a:pt x="153942" y="208742"/>
                  </a:cubicBezTo>
                  <a:lnTo>
                    <a:pt x="152775" y="214491"/>
                  </a:lnTo>
                  <a:cubicBezTo>
                    <a:pt x="152942" y="219991"/>
                    <a:pt x="152025" y="221074"/>
                    <a:pt x="150026" y="217741"/>
                  </a:cubicBezTo>
                  <a:cubicBezTo>
                    <a:pt x="146526" y="215741"/>
                    <a:pt x="144192" y="205825"/>
                    <a:pt x="142860" y="202326"/>
                  </a:cubicBezTo>
                  <a:cubicBezTo>
                    <a:pt x="139527" y="193077"/>
                    <a:pt x="137026" y="183494"/>
                    <a:pt x="134611" y="173912"/>
                  </a:cubicBezTo>
                  <a:cubicBezTo>
                    <a:pt x="132277" y="164829"/>
                    <a:pt x="129111" y="155497"/>
                    <a:pt x="128445" y="145997"/>
                  </a:cubicBezTo>
                  <a:cubicBezTo>
                    <a:pt x="127944" y="139081"/>
                    <a:pt x="130444" y="132665"/>
                    <a:pt x="126611" y="126499"/>
                  </a:cubicBezTo>
                  <a:cubicBezTo>
                    <a:pt x="125362" y="124583"/>
                    <a:pt x="122361" y="123333"/>
                    <a:pt x="120278" y="124833"/>
                  </a:cubicBezTo>
                  <a:cubicBezTo>
                    <a:pt x="108946" y="133249"/>
                    <a:pt x="102030" y="149497"/>
                    <a:pt x="94530" y="161163"/>
                  </a:cubicBezTo>
                  <a:cubicBezTo>
                    <a:pt x="82365" y="180244"/>
                    <a:pt x="67283" y="199076"/>
                    <a:pt x="56700" y="218991"/>
                  </a:cubicBezTo>
                  <a:cubicBezTo>
                    <a:pt x="54535" y="223074"/>
                    <a:pt x="56284" y="227573"/>
                    <a:pt x="53784" y="221907"/>
                  </a:cubicBezTo>
                  <a:cubicBezTo>
                    <a:pt x="51617" y="216908"/>
                    <a:pt x="54451" y="209825"/>
                    <a:pt x="55451" y="204576"/>
                  </a:cubicBezTo>
                  <a:cubicBezTo>
                    <a:pt x="57451" y="194743"/>
                    <a:pt x="60284" y="184911"/>
                    <a:pt x="63867" y="175495"/>
                  </a:cubicBezTo>
                  <a:cubicBezTo>
                    <a:pt x="71282" y="156163"/>
                    <a:pt x="81282" y="135748"/>
                    <a:pt x="98114" y="122916"/>
                  </a:cubicBezTo>
                  <a:cubicBezTo>
                    <a:pt x="101863" y="120083"/>
                    <a:pt x="99947" y="112917"/>
                    <a:pt x="94614" y="114584"/>
                  </a:cubicBezTo>
                  <a:cubicBezTo>
                    <a:pt x="77949" y="119750"/>
                    <a:pt x="61950" y="125499"/>
                    <a:pt x="46119" y="132832"/>
                  </a:cubicBezTo>
                  <a:cubicBezTo>
                    <a:pt x="34785" y="138081"/>
                    <a:pt x="24037" y="144498"/>
                    <a:pt x="13037" y="150330"/>
                  </a:cubicBezTo>
                  <a:cubicBezTo>
                    <a:pt x="16537" y="144248"/>
                    <a:pt x="22121" y="137832"/>
                    <a:pt x="24703" y="135082"/>
                  </a:cubicBezTo>
                  <a:cubicBezTo>
                    <a:pt x="32536" y="126749"/>
                    <a:pt x="40619" y="118917"/>
                    <a:pt x="50285" y="112667"/>
                  </a:cubicBezTo>
                  <a:cubicBezTo>
                    <a:pt x="58284" y="107501"/>
                    <a:pt x="66783" y="102668"/>
                    <a:pt x="76032" y="100502"/>
                  </a:cubicBezTo>
                  <a:cubicBezTo>
                    <a:pt x="81532" y="99252"/>
                    <a:pt x="85281" y="99168"/>
                    <a:pt x="88865" y="94419"/>
                  </a:cubicBezTo>
                  <a:cubicBezTo>
                    <a:pt x="90781" y="91836"/>
                    <a:pt x="88781" y="87503"/>
                    <a:pt x="85782" y="86919"/>
                  </a:cubicBezTo>
                  <a:cubicBezTo>
                    <a:pt x="70616" y="83836"/>
                    <a:pt x="54700" y="84003"/>
                    <a:pt x="39953" y="79004"/>
                  </a:cubicBezTo>
                  <a:cubicBezTo>
                    <a:pt x="30537" y="75837"/>
                    <a:pt x="24453" y="70338"/>
                    <a:pt x="18120" y="64588"/>
                  </a:cubicBezTo>
                  <a:cubicBezTo>
                    <a:pt x="41535" y="67671"/>
                    <a:pt x="65033" y="72004"/>
                    <a:pt x="88698" y="69921"/>
                  </a:cubicBezTo>
                  <a:cubicBezTo>
                    <a:pt x="89364" y="70838"/>
                    <a:pt x="90447" y="71421"/>
                    <a:pt x="92031" y="71254"/>
                  </a:cubicBezTo>
                  <a:cubicBezTo>
                    <a:pt x="92531" y="71171"/>
                    <a:pt x="92948" y="71171"/>
                    <a:pt x="93447" y="71088"/>
                  </a:cubicBezTo>
                  <a:cubicBezTo>
                    <a:pt x="96447" y="70838"/>
                    <a:pt x="99197" y="67505"/>
                    <a:pt x="97197" y="64588"/>
                  </a:cubicBezTo>
                  <a:cubicBezTo>
                    <a:pt x="93614" y="59422"/>
                    <a:pt x="88781" y="55089"/>
                    <a:pt x="84864" y="50089"/>
                  </a:cubicBezTo>
                  <a:cubicBezTo>
                    <a:pt x="82865" y="47506"/>
                    <a:pt x="77366" y="41757"/>
                    <a:pt x="74615" y="36674"/>
                  </a:cubicBezTo>
                  <a:cubicBezTo>
                    <a:pt x="84864" y="41174"/>
                    <a:pt x="94114" y="47423"/>
                    <a:pt x="103529" y="53422"/>
                  </a:cubicBezTo>
                  <a:cubicBezTo>
                    <a:pt x="106446" y="55256"/>
                    <a:pt x="110112" y="53422"/>
                    <a:pt x="111112" y="50339"/>
                  </a:cubicBezTo>
                  <a:cubicBezTo>
                    <a:pt x="113362" y="43340"/>
                    <a:pt x="115529" y="36341"/>
                    <a:pt x="117445" y="29341"/>
                  </a:cubicBezTo>
                  <a:cubicBezTo>
                    <a:pt x="118195" y="26508"/>
                    <a:pt x="118862" y="23675"/>
                    <a:pt x="119695" y="20925"/>
                  </a:cubicBezTo>
                  <a:cubicBezTo>
                    <a:pt x="120862" y="17009"/>
                    <a:pt x="120528" y="9010"/>
                    <a:pt x="125111" y="12593"/>
                  </a:cubicBezTo>
                  <a:cubicBezTo>
                    <a:pt x="129777" y="16176"/>
                    <a:pt x="128777" y="26425"/>
                    <a:pt x="129361" y="31841"/>
                  </a:cubicBezTo>
                  <a:cubicBezTo>
                    <a:pt x="130277" y="40257"/>
                    <a:pt x="130361" y="47756"/>
                    <a:pt x="129860" y="56172"/>
                  </a:cubicBezTo>
                  <a:cubicBezTo>
                    <a:pt x="129694" y="59172"/>
                    <a:pt x="133194" y="62088"/>
                    <a:pt x="136110" y="60922"/>
                  </a:cubicBezTo>
                  <a:cubicBezTo>
                    <a:pt x="144192" y="57755"/>
                    <a:pt x="150942" y="52173"/>
                    <a:pt x="158358" y="47756"/>
                  </a:cubicBezTo>
                  <a:cubicBezTo>
                    <a:pt x="162358" y="45340"/>
                    <a:pt x="168691" y="40840"/>
                    <a:pt x="174857" y="37924"/>
                  </a:cubicBezTo>
                  <a:cubicBezTo>
                    <a:pt x="167440" y="48090"/>
                    <a:pt x="156858" y="57339"/>
                    <a:pt x="155525" y="68921"/>
                  </a:cubicBezTo>
                  <a:cubicBezTo>
                    <a:pt x="155192" y="72004"/>
                    <a:pt x="158358" y="74504"/>
                    <a:pt x="161108" y="74504"/>
                  </a:cubicBezTo>
                  <a:cubicBezTo>
                    <a:pt x="174024" y="74754"/>
                    <a:pt x="186522" y="73587"/>
                    <a:pt x="199437" y="74921"/>
                  </a:cubicBezTo>
                  <a:cubicBezTo>
                    <a:pt x="206521" y="75670"/>
                    <a:pt x="213520" y="76670"/>
                    <a:pt x="220519" y="78087"/>
                  </a:cubicBezTo>
                  <a:cubicBezTo>
                    <a:pt x="223352" y="78670"/>
                    <a:pt x="228269" y="79087"/>
                    <a:pt x="232684" y="80003"/>
                  </a:cubicBezTo>
                  <a:cubicBezTo>
                    <a:pt x="226269" y="81253"/>
                    <a:pt x="217519" y="81503"/>
                    <a:pt x="215353" y="81753"/>
                  </a:cubicBezTo>
                  <a:lnTo>
                    <a:pt x="215353" y="81753"/>
                  </a:lnTo>
                  <a:close/>
                </a:path>
              </a:pathLst>
            </a:custGeom>
            <a:grpFill/>
            <a:ln w="8332" cap="flat">
              <a:noFill/>
              <a:prstDash val="solid"/>
              <a:miter/>
            </a:ln>
          </p:spPr>
          <p:txBody>
            <a:bodyPr rtlCol="0" anchor="ctr"/>
            <a:lstStyle/>
            <a:p>
              <a:endParaRPr lang="en-US"/>
            </a:p>
          </p:txBody>
        </p:sp>
        <p:sp>
          <p:nvSpPr>
            <p:cNvPr id="1898" name="Freeform: Shape 1897"/>
            <p:cNvSpPr/>
            <p:nvPr/>
          </p:nvSpPr>
          <p:spPr>
            <a:xfrm>
              <a:off x="7997135" y="1967391"/>
              <a:ext cx="414998" cy="401130"/>
            </a:xfrm>
            <a:custGeom>
              <a:avLst/>
              <a:gdLst>
                <a:gd name="connsiteX0" fmla="*/ 412545 w 414998"/>
                <a:gd name="connsiteY0" fmla="*/ 182009 h 401130"/>
                <a:gd name="connsiteX1" fmla="*/ 330885 w 414998"/>
                <a:gd name="connsiteY1" fmla="*/ 40939 h 401130"/>
                <a:gd name="connsiteX2" fmla="*/ 181650 w 414998"/>
                <a:gd name="connsiteY2" fmla="*/ 2109 h 401130"/>
                <a:gd name="connsiteX3" fmla="*/ 97823 w 414998"/>
                <a:gd name="connsiteY3" fmla="*/ 34106 h 401130"/>
                <a:gd name="connsiteX4" fmla="*/ 40163 w 414998"/>
                <a:gd name="connsiteY4" fmla="*/ 87684 h 401130"/>
                <a:gd name="connsiteX5" fmla="*/ 5332 w 414998"/>
                <a:gd name="connsiteY5" fmla="*/ 255836 h 401130"/>
                <a:gd name="connsiteX6" fmla="*/ 239727 w 414998"/>
                <a:gd name="connsiteY6" fmla="*/ 400240 h 401130"/>
                <a:gd name="connsiteX7" fmla="*/ 372299 w 414998"/>
                <a:gd name="connsiteY7" fmla="*/ 330329 h 401130"/>
                <a:gd name="connsiteX8" fmla="*/ 408796 w 414998"/>
                <a:gd name="connsiteY8" fmla="*/ 260669 h 401130"/>
                <a:gd name="connsiteX9" fmla="*/ 412545 w 414998"/>
                <a:gd name="connsiteY9" fmla="*/ 182009 h 401130"/>
                <a:gd name="connsiteX10" fmla="*/ 412545 w 414998"/>
                <a:gd name="connsiteY10" fmla="*/ 182009 h 401130"/>
                <a:gd name="connsiteX11" fmla="*/ 380548 w 414998"/>
                <a:gd name="connsiteY11" fmla="*/ 290499 h 401130"/>
                <a:gd name="connsiteX12" fmla="*/ 272058 w 414998"/>
                <a:gd name="connsiteY12" fmla="*/ 380408 h 401130"/>
                <a:gd name="connsiteX13" fmla="*/ 19664 w 414998"/>
                <a:gd name="connsiteY13" fmla="*/ 260169 h 401130"/>
                <a:gd name="connsiteX14" fmla="*/ 48328 w 414998"/>
                <a:gd name="connsiteY14" fmla="*/ 102266 h 401130"/>
                <a:gd name="connsiteX15" fmla="*/ 187066 w 414998"/>
                <a:gd name="connsiteY15" fmla="*/ 15524 h 401130"/>
                <a:gd name="connsiteX16" fmla="*/ 187482 w 414998"/>
                <a:gd name="connsiteY16" fmla="*/ 15358 h 401130"/>
                <a:gd name="connsiteX17" fmla="*/ 292889 w 414998"/>
                <a:gd name="connsiteY17" fmla="*/ 32856 h 401130"/>
                <a:gd name="connsiteX18" fmla="*/ 385214 w 414998"/>
                <a:gd name="connsiteY18" fmla="*/ 140180 h 401130"/>
                <a:gd name="connsiteX19" fmla="*/ 380548 w 414998"/>
                <a:gd name="connsiteY19" fmla="*/ 290499 h 401130"/>
                <a:gd name="connsiteX20" fmla="*/ 380548 w 414998"/>
                <a:gd name="connsiteY20" fmla="*/ 290499 h 401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14998" h="401130">
                  <a:moveTo>
                    <a:pt x="412545" y="182009"/>
                  </a:moveTo>
                  <a:cubicBezTo>
                    <a:pt x="405296" y="128264"/>
                    <a:pt x="372466" y="75519"/>
                    <a:pt x="330885" y="40939"/>
                  </a:cubicBezTo>
                  <a:cubicBezTo>
                    <a:pt x="288723" y="5942"/>
                    <a:pt x="235394" y="-5141"/>
                    <a:pt x="181650" y="2109"/>
                  </a:cubicBezTo>
                  <a:cubicBezTo>
                    <a:pt x="151402" y="6192"/>
                    <a:pt x="122488" y="15774"/>
                    <a:pt x="97823" y="34106"/>
                  </a:cubicBezTo>
                  <a:cubicBezTo>
                    <a:pt x="77159" y="49438"/>
                    <a:pt x="55327" y="66769"/>
                    <a:pt x="40163" y="87684"/>
                  </a:cubicBezTo>
                  <a:cubicBezTo>
                    <a:pt x="5332" y="135847"/>
                    <a:pt x="-8584" y="198091"/>
                    <a:pt x="5332" y="255836"/>
                  </a:cubicBezTo>
                  <a:cubicBezTo>
                    <a:pt x="27747" y="354994"/>
                    <a:pt x="144070" y="408822"/>
                    <a:pt x="239727" y="400240"/>
                  </a:cubicBezTo>
                  <a:cubicBezTo>
                    <a:pt x="292389" y="395573"/>
                    <a:pt x="339718" y="372325"/>
                    <a:pt x="372299" y="330329"/>
                  </a:cubicBezTo>
                  <a:cubicBezTo>
                    <a:pt x="388797" y="309081"/>
                    <a:pt x="401213" y="286416"/>
                    <a:pt x="408796" y="260669"/>
                  </a:cubicBezTo>
                  <a:cubicBezTo>
                    <a:pt x="416378" y="234754"/>
                    <a:pt x="416212" y="208507"/>
                    <a:pt x="412545" y="182009"/>
                  </a:cubicBezTo>
                  <a:lnTo>
                    <a:pt x="412545" y="182009"/>
                  </a:lnTo>
                  <a:close/>
                  <a:moveTo>
                    <a:pt x="380548" y="290499"/>
                  </a:moveTo>
                  <a:cubicBezTo>
                    <a:pt x="357467" y="333579"/>
                    <a:pt x="320221" y="368076"/>
                    <a:pt x="272058" y="380408"/>
                  </a:cubicBezTo>
                  <a:cubicBezTo>
                    <a:pt x="176233" y="404989"/>
                    <a:pt x="50827" y="361660"/>
                    <a:pt x="19664" y="260169"/>
                  </a:cubicBezTo>
                  <a:cubicBezTo>
                    <a:pt x="3832" y="208757"/>
                    <a:pt x="17831" y="145346"/>
                    <a:pt x="48328" y="102266"/>
                  </a:cubicBezTo>
                  <a:cubicBezTo>
                    <a:pt x="82408" y="54187"/>
                    <a:pt x="130821" y="29106"/>
                    <a:pt x="187066" y="15524"/>
                  </a:cubicBezTo>
                  <a:cubicBezTo>
                    <a:pt x="187232" y="15441"/>
                    <a:pt x="187399" y="15441"/>
                    <a:pt x="187482" y="15358"/>
                  </a:cubicBezTo>
                  <a:cubicBezTo>
                    <a:pt x="223645" y="11191"/>
                    <a:pt x="261976" y="16024"/>
                    <a:pt x="292889" y="32856"/>
                  </a:cubicBezTo>
                  <a:cubicBezTo>
                    <a:pt x="334302" y="55521"/>
                    <a:pt x="366299" y="97683"/>
                    <a:pt x="385214" y="140180"/>
                  </a:cubicBezTo>
                  <a:cubicBezTo>
                    <a:pt x="405962" y="187009"/>
                    <a:pt x="404962" y="245337"/>
                    <a:pt x="380548" y="290499"/>
                  </a:cubicBezTo>
                  <a:lnTo>
                    <a:pt x="380548" y="290499"/>
                  </a:lnTo>
                  <a:close/>
                </a:path>
              </a:pathLst>
            </a:custGeom>
            <a:grpFill/>
            <a:ln w="8332" cap="flat">
              <a:noFill/>
              <a:prstDash val="solid"/>
              <a:miter/>
            </a:ln>
          </p:spPr>
          <p:txBody>
            <a:bodyPr rtlCol="0" anchor="ctr"/>
            <a:lstStyle/>
            <a:p>
              <a:endParaRPr lang="en-US"/>
            </a:p>
          </p:txBody>
        </p:sp>
        <p:sp>
          <p:nvSpPr>
            <p:cNvPr id="1899" name="Freeform: Shape 1898"/>
            <p:cNvSpPr/>
            <p:nvPr/>
          </p:nvSpPr>
          <p:spPr>
            <a:xfrm>
              <a:off x="8184936" y="2046545"/>
              <a:ext cx="46269" cy="55259"/>
            </a:xfrm>
            <a:custGeom>
              <a:avLst/>
              <a:gdLst>
                <a:gd name="connsiteX0" fmla="*/ 45761 w 46269"/>
                <a:gd name="connsiteY0" fmla="*/ 37028 h 55259"/>
                <a:gd name="connsiteX1" fmla="*/ 25346 w 46269"/>
                <a:gd name="connsiteY1" fmla="*/ 7114 h 55259"/>
                <a:gd name="connsiteX2" fmla="*/ 10514 w 46269"/>
                <a:gd name="connsiteY2" fmla="*/ 1698 h 55259"/>
                <a:gd name="connsiteX3" fmla="*/ 15 w 46269"/>
                <a:gd name="connsiteY3" fmla="*/ 28445 h 55259"/>
                <a:gd name="connsiteX4" fmla="*/ 12681 w 46269"/>
                <a:gd name="connsiteY4" fmla="*/ 54860 h 55259"/>
                <a:gd name="connsiteX5" fmla="*/ 17014 w 46269"/>
                <a:gd name="connsiteY5" fmla="*/ 50527 h 55259"/>
                <a:gd name="connsiteX6" fmla="*/ 11431 w 46269"/>
                <a:gd name="connsiteY6" fmla="*/ 28445 h 55259"/>
                <a:gd name="connsiteX7" fmla="*/ 13514 w 46269"/>
                <a:gd name="connsiteY7" fmla="*/ 15363 h 55259"/>
                <a:gd name="connsiteX8" fmla="*/ 15013 w 46269"/>
                <a:gd name="connsiteY8" fmla="*/ 10530 h 55259"/>
                <a:gd name="connsiteX9" fmla="*/ 19346 w 46269"/>
                <a:gd name="connsiteY9" fmla="*/ 11947 h 55259"/>
                <a:gd name="connsiteX10" fmla="*/ 29513 w 46269"/>
                <a:gd name="connsiteY10" fmla="*/ 28445 h 55259"/>
                <a:gd name="connsiteX11" fmla="*/ 41011 w 46269"/>
                <a:gd name="connsiteY11" fmla="*/ 41861 h 55259"/>
                <a:gd name="connsiteX12" fmla="*/ 45761 w 46269"/>
                <a:gd name="connsiteY12" fmla="*/ 37028 h 55259"/>
                <a:gd name="connsiteX13" fmla="*/ 45761 w 46269"/>
                <a:gd name="connsiteY13" fmla="*/ 37028 h 55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6269" h="55259">
                  <a:moveTo>
                    <a:pt x="45761" y="37028"/>
                  </a:moveTo>
                  <a:cubicBezTo>
                    <a:pt x="38762" y="27112"/>
                    <a:pt x="32262" y="16946"/>
                    <a:pt x="25346" y="7114"/>
                  </a:cubicBezTo>
                  <a:cubicBezTo>
                    <a:pt x="21846" y="2114"/>
                    <a:pt x="16513" y="-2635"/>
                    <a:pt x="10514" y="1698"/>
                  </a:cubicBezTo>
                  <a:cubicBezTo>
                    <a:pt x="3597" y="6697"/>
                    <a:pt x="182" y="20613"/>
                    <a:pt x="15" y="28445"/>
                  </a:cubicBezTo>
                  <a:cubicBezTo>
                    <a:pt x="-235" y="39611"/>
                    <a:pt x="2598" y="49693"/>
                    <a:pt x="12681" y="54860"/>
                  </a:cubicBezTo>
                  <a:cubicBezTo>
                    <a:pt x="15680" y="56359"/>
                    <a:pt x="18263" y="53360"/>
                    <a:pt x="17014" y="50527"/>
                  </a:cubicBezTo>
                  <a:cubicBezTo>
                    <a:pt x="14013" y="43611"/>
                    <a:pt x="11930" y="36028"/>
                    <a:pt x="11431" y="28445"/>
                  </a:cubicBezTo>
                  <a:cubicBezTo>
                    <a:pt x="11097" y="23946"/>
                    <a:pt x="12264" y="19613"/>
                    <a:pt x="13514" y="15363"/>
                  </a:cubicBezTo>
                  <a:cubicBezTo>
                    <a:pt x="14013" y="13697"/>
                    <a:pt x="14514" y="12113"/>
                    <a:pt x="15013" y="10530"/>
                  </a:cubicBezTo>
                  <a:cubicBezTo>
                    <a:pt x="16930" y="8281"/>
                    <a:pt x="18430" y="8780"/>
                    <a:pt x="19346" y="11947"/>
                  </a:cubicBezTo>
                  <a:cubicBezTo>
                    <a:pt x="23679" y="16030"/>
                    <a:pt x="26263" y="23529"/>
                    <a:pt x="29513" y="28445"/>
                  </a:cubicBezTo>
                  <a:cubicBezTo>
                    <a:pt x="32845" y="33445"/>
                    <a:pt x="36178" y="38194"/>
                    <a:pt x="41011" y="41861"/>
                  </a:cubicBezTo>
                  <a:cubicBezTo>
                    <a:pt x="43761" y="43861"/>
                    <a:pt x="47677" y="39778"/>
                    <a:pt x="45761" y="37028"/>
                  </a:cubicBezTo>
                  <a:lnTo>
                    <a:pt x="45761" y="37028"/>
                  </a:lnTo>
                  <a:close/>
                </a:path>
              </a:pathLst>
            </a:custGeom>
            <a:grpFill/>
            <a:ln w="8332" cap="flat">
              <a:noFill/>
              <a:prstDash val="solid"/>
              <a:miter/>
            </a:ln>
          </p:spPr>
          <p:txBody>
            <a:bodyPr rtlCol="0" anchor="ctr"/>
            <a:lstStyle/>
            <a:p>
              <a:endParaRPr lang="en-US"/>
            </a:p>
          </p:txBody>
        </p:sp>
        <p:sp>
          <p:nvSpPr>
            <p:cNvPr id="1900" name="Freeform: Shape 1899"/>
            <p:cNvSpPr/>
            <p:nvPr/>
          </p:nvSpPr>
          <p:spPr>
            <a:xfrm>
              <a:off x="8084420" y="1988820"/>
              <a:ext cx="249564" cy="237117"/>
            </a:xfrm>
            <a:custGeom>
              <a:avLst/>
              <a:gdLst>
                <a:gd name="connsiteX0" fmla="*/ 248100 w 249564"/>
                <a:gd name="connsiteY0" fmla="*/ 76170 h 237117"/>
                <a:gd name="connsiteX1" fmla="*/ 208604 w 249564"/>
                <a:gd name="connsiteY1" fmla="*/ 64755 h 237117"/>
                <a:gd name="connsiteX2" fmla="*/ 169441 w 249564"/>
                <a:gd name="connsiteY2" fmla="*/ 63422 h 237117"/>
                <a:gd name="connsiteX3" fmla="*/ 178857 w 249564"/>
                <a:gd name="connsiteY3" fmla="*/ 51756 h 237117"/>
                <a:gd name="connsiteX4" fmla="*/ 190939 w 249564"/>
                <a:gd name="connsiteY4" fmla="*/ 31258 h 237117"/>
                <a:gd name="connsiteX5" fmla="*/ 185689 w 249564"/>
                <a:gd name="connsiteY5" fmla="*/ 24425 h 237117"/>
                <a:gd name="connsiteX6" fmla="*/ 165358 w 249564"/>
                <a:gd name="connsiteY6" fmla="*/ 31841 h 237117"/>
                <a:gd name="connsiteX7" fmla="*/ 139943 w 249564"/>
                <a:gd name="connsiteY7" fmla="*/ 48173 h 237117"/>
                <a:gd name="connsiteX8" fmla="*/ 126862 w 249564"/>
                <a:gd name="connsiteY8" fmla="*/ 1094 h 237117"/>
                <a:gd name="connsiteX9" fmla="*/ 121279 w 249564"/>
                <a:gd name="connsiteY9" fmla="*/ 1094 h 237117"/>
                <a:gd name="connsiteX10" fmla="*/ 103280 w 249564"/>
                <a:gd name="connsiteY10" fmla="*/ 41007 h 237117"/>
                <a:gd name="connsiteX11" fmla="*/ 69866 w 249564"/>
                <a:gd name="connsiteY11" fmla="*/ 24675 h 237117"/>
                <a:gd name="connsiteX12" fmla="*/ 64034 w 249564"/>
                <a:gd name="connsiteY12" fmla="*/ 28008 h 237117"/>
                <a:gd name="connsiteX13" fmla="*/ 86698 w 249564"/>
                <a:gd name="connsiteY13" fmla="*/ 65005 h 237117"/>
                <a:gd name="connsiteX14" fmla="*/ 77449 w 249564"/>
                <a:gd name="connsiteY14" fmla="*/ 62922 h 237117"/>
                <a:gd name="connsiteX15" fmla="*/ 53118 w 249564"/>
                <a:gd name="connsiteY15" fmla="*/ 62255 h 237117"/>
                <a:gd name="connsiteX16" fmla="*/ 6039 w 249564"/>
                <a:gd name="connsiteY16" fmla="*/ 55506 h 237117"/>
                <a:gd name="connsiteX17" fmla="*/ 4122 w 249564"/>
                <a:gd name="connsiteY17" fmla="*/ 62672 h 237117"/>
                <a:gd name="connsiteX18" fmla="*/ 33703 w 249564"/>
                <a:gd name="connsiteY18" fmla="*/ 84336 h 237117"/>
                <a:gd name="connsiteX19" fmla="*/ 65284 w 249564"/>
                <a:gd name="connsiteY19" fmla="*/ 92919 h 237117"/>
                <a:gd name="connsiteX20" fmla="*/ 57200 w 249564"/>
                <a:gd name="connsiteY20" fmla="*/ 96669 h 237117"/>
                <a:gd name="connsiteX21" fmla="*/ 31453 w 249564"/>
                <a:gd name="connsiteY21" fmla="*/ 114167 h 237117"/>
                <a:gd name="connsiteX22" fmla="*/ 9206 w 249564"/>
                <a:gd name="connsiteY22" fmla="*/ 138165 h 237117"/>
                <a:gd name="connsiteX23" fmla="*/ 39 w 249564"/>
                <a:gd name="connsiteY23" fmla="*/ 159830 h 237117"/>
                <a:gd name="connsiteX24" fmla="*/ 7455 w 249564"/>
                <a:gd name="connsiteY24" fmla="*/ 164079 h 237117"/>
                <a:gd name="connsiteX25" fmla="*/ 45619 w 249564"/>
                <a:gd name="connsiteY25" fmla="*/ 142665 h 237117"/>
                <a:gd name="connsiteX26" fmla="*/ 77783 w 249564"/>
                <a:gd name="connsiteY26" fmla="*/ 129166 h 237117"/>
                <a:gd name="connsiteX27" fmla="*/ 53368 w 249564"/>
                <a:gd name="connsiteY27" fmla="*/ 171079 h 237117"/>
                <a:gd name="connsiteX28" fmla="*/ 44619 w 249564"/>
                <a:gd name="connsiteY28" fmla="*/ 232906 h 237117"/>
                <a:gd name="connsiteX29" fmla="*/ 76449 w 249564"/>
                <a:gd name="connsiteY29" fmla="*/ 209575 h 237117"/>
                <a:gd name="connsiteX30" fmla="*/ 101530 w 249564"/>
                <a:gd name="connsiteY30" fmla="*/ 168579 h 237117"/>
                <a:gd name="connsiteX31" fmla="*/ 120112 w 249564"/>
                <a:gd name="connsiteY31" fmla="*/ 137665 h 237117"/>
                <a:gd name="connsiteX32" fmla="*/ 119862 w 249564"/>
                <a:gd name="connsiteY32" fmla="*/ 148581 h 237117"/>
                <a:gd name="connsiteX33" fmla="*/ 123944 w 249564"/>
                <a:gd name="connsiteY33" fmla="*/ 168996 h 237117"/>
                <a:gd name="connsiteX34" fmla="*/ 128278 w 249564"/>
                <a:gd name="connsiteY34" fmla="*/ 186744 h 237117"/>
                <a:gd name="connsiteX35" fmla="*/ 145110 w 249564"/>
                <a:gd name="connsiteY35" fmla="*/ 226824 h 237117"/>
                <a:gd name="connsiteX36" fmla="*/ 165358 w 249564"/>
                <a:gd name="connsiteY36" fmla="*/ 199493 h 237117"/>
                <a:gd name="connsiteX37" fmla="*/ 165607 w 249564"/>
                <a:gd name="connsiteY37" fmla="*/ 157080 h 237117"/>
                <a:gd name="connsiteX38" fmla="*/ 159692 w 249564"/>
                <a:gd name="connsiteY38" fmla="*/ 130749 h 237117"/>
                <a:gd name="connsiteX39" fmla="*/ 207604 w 249564"/>
                <a:gd name="connsiteY39" fmla="*/ 151164 h 237117"/>
                <a:gd name="connsiteX40" fmla="*/ 229936 w 249564"/>
                <a:gd name="connsiteY40" fmla="*/ 170829 h 237117"/>
                <a:gd name="connsiteX41" fmla="*/ 237851 w 249564"/>
                <a:gd name="connsiteY41" fmla="*/ 178661 h 237117"/>
                <a:gd name="connsiteX42" fmla="*/ 243934 w 249564"/>
                <a:gd name="connsiteY42" fmla="*/ 172578 h 237117"/>
                <a:gd name="connsiteX43" fmla="*/ 217270 w 249564"/>
                <a:gd name="connsiteY43" fmla="*/ 126666 h 237117"/>
                <a:gd name="connsiteX44" fmla="*/ 197689 w 249564"/>
                <a:gd name="connsiteY44" fmla="*/ 109751 h 237117"/>
                <a:gd name="connsiteX45" fmla="*/ 177523 w 249564"/>
                <a:gd name="connsiteY45" fmla="*/ 100252 h 237117"/>
                <a:gd name="connsiteX46" fmla="*/ 221687 w 249564"/>
                <a:gd name="connsiteY46" fmla="*/ 90669 h 237117"/>
                <a:gd name="connsiteX47" fmla="*/ 248933 w 249564"/>
                <a:gd name="connsiteY47" fmla="*/ 82336 h 237117"/>
                <a:gd name="connsiteX48" fmla="*/ 248100 w 249564"/>
                <a:gd name="connsiteY48" fmla="*/ 76170 h 237117"/>
                <a:gd name="connsiteX49" fmla="*/ 248100 w 249564"/>
                <a:gd name="connsiteY49" fmla="*/ 76170 h 237117"/>
                <a:gd name="connsiteX50" fmla="*/ 215354 w 249564"/>
                <a:gd name="connsiteY50" fmla="*/ 81753 h 237117"/>
                <a:gd name="connsiteX51" fmla="*/ 192356 w 249564"/>
                <a:gd name="connsiteY51" fmla="*/ 85670 h 237117"/>
                <a:gd name="connsiteX52" fmla="*/ 166108 w 249564"/>
                <a:gd name="connsiteY52" fmla="*/ 96335 h 237117"/>
                <a:gd name="connsiteX53" fmla="*/ 165358 w 249564"/>
                <a:gd name="connsiteY53" fmla="*/ 102418 h 237117"/>
                <a:gd name="connsiteX54" fmla="*/ 173024 w 249564"/>
                <a:gd name="connsiteY54" fmla="*/ 108417 h 237117"/>
                <a:gd name="connsiteX55" fmla="*/ 201104 w 249564"/>
                <a:gd name="connsiteY55" fmla="*/ 125583 h 237117"/>
                <a:gd name="connsiteX56" fmla="*/ 224603 w 249564"/>
                <a:gd name="connsiteY56" fmla="*/ 151580 h 237117"/>
                <a:gd name="connsiteX57" fmla="*/ 207938 w 249564"/>
                <a:gd name="connsiteY57" fmla="*/ 140581 h 237117"/>
                <a:gd name="connsiteX58" fmla="*/ 154942 w 249564"/>
                <a:gd name="connsiteY58" fmla="*/ 120416 h 237117"/>
                <a:gd name="connsiteX59" fmla="*/ 149192 w 249564"/>
                <a:gd name="connsiteY59" fmla="*/ 126166 h 237117"/>
                <a:gd name="connsiteX60" fmla="*/ 155192 w 249564"/>
                <a:gd name="connsiteY60" fmla="*/ 149830 h 237117"/>
                <a:gd name="connsiteX61" fmla="*/ 156859 w 249564"/>
                <a:gd name="connsiteY61" fmla="*/ 184411 h 237117"/>
                <a:gd name="connsiteX62" fmla="*/ 153943 w 249564"/>
                <a:gd name="connsiteY62" fmla="*/ 208742 h 237117"/>
                <a:gd name="connsiteX63" fmla="*/ 152776 w 249564"/>
                <a:gd name="connsiteY63" fmla="*/ 214491 h 237117"/>
                <a:gd name="connsiteX64" fmla="*/ 150026 w 249564"/>
                <a:gd name="connsiteY64" fmla="*/ 217741 h 237117"/>
                <a:gd name="connsiteX65" fmla="*/ 142860 w 249564"/>
                <a:gd name="connsiteY65" fmla="*/ 202326 h 237117"/>
                <a:gd name="connsiteX66" fmla="*/ 134610 w 249564"/>
                <a:gd name="connsiteY66" fmla="*/ 173912 h 237117"/>
                <a:gd name="connsiteX67" fmla="*/ 128444 w 249564"/>
                <a:gd name="connsiteY67" fmla="*/ 145998 h 237117"/>
                <a:gd name="connsiteX68" fmla="*/ 126611 w 249564"/>
                <a:gd name="connsiteY68" fmla="*/ 126499 h 237117"/>
                <a:gd name="connsiteX69" fmla="*/ 120279 w 249564"/>
                <a:gd name="connsiteY69" fmla="*/ 124833 h 237117"/>
                <a:gd name="connsiteX70" fmla="*/ 94531 w 249564"/>
                <a:gd name="connsiteY70" fmla="*/ 161163 h 237117"/>
                <a:gd name="connsiteX71" fmla="*/ 56701 w 249564"/>
                <a:gd name="connsiteY71" fmla="*/ 218991 h 237117"/>
                <a:gd name="connsiteX72" fmla="*/ 53785 w 249564"/>
                <a:gd name="connsiteY72" fmla="*/ 221907 h 237117"/>
                <a:gd name="connsiteX73" fmla="*/ 55451 w 249564"/>
                <a:gd name="connsiteY73" fmla="*/ 204576 h 237117"/>
                <a:gd name="connsiteX74" fmla="*/ 63867 w 249564"/>
                <a:gd name="connsiteY74" fmla="*/ 175495 h 237117"/>
                <a:gd name="connsiteX75" fmla="*/ 98114 w 249564"/>
                <a:gd name="connsiteY75" fmla="*/ 122916 h 237117"/>
                <a:gd name="connsiteX76" fmla="*/ 94615 w 249564"/>
                <a:gd name="connsiteY76" fmla="*/ 114584 h 237117"/>
                <a:gd name="connsiteX77" fmla="*/ 46118 w 249564"/>
                <a:gd name="connsiteY77" fmla="*/ 132832 h 237117"/>
                <a:gd name="connsiteX78" fmla="*/ 13038 w 249564"/>
                <a:gd name="connsiteY78" fmla="*/ 150330 h 237117"/>
                <a:gd name="connsiteX79" fmla="*/ 24704 w 249564"/>
                <a:gd name="connsiteY79" fmla="*/ 135082 h 237117"/>
                <a:gd name="connsiteX80" fmla="*/ 50285 w 249564"/>
                <a:gd name="connsiteY80" fmla="*/ 112667 h 237117"/>
                <a:gd name="connsiteX81" fmla="*/ 76032 w 249564"/>
                <a:gd name="connsiteY81" fmla="*/ 100502 h 237117"/>
                <a:gd name="connsiteX82" fmla="*/ 88865 w 249564"/>
                <a:gd name="connsiteY82" fmla="*/ 94419 h 237117"/>
                <a:gd name="connsiteX83" fmla="*/ 85782 w 249564"/>
                <a:gd name="connsiteY83" fmla="*/ 86920 h 237117"/>
                <a:gd name="connsiteX84" fmla="*/ 39952 w 249564"/>
                <a:gd name="connsiteY84" fmla="*/ 79003 h 237117"/>
                <a:gd name="connsiteX85" fmla="*/ 18121 w 249564"/>
                <a:gd name="connsiteY85" fmla="*/ 64588 h 237117"/>
                <a:gd name="connsiteX86" fmla="*/ 88698 w 249564"/>
                <a:gd name="connsiteY86" fmla="*/ 69921 h 237117"/>
                <a:gd name="connsiteX87" fmla="*/ 92031 w 249564"/>
                <a:gd name="connsiteY87" fmla="*/ 71254 h 237117"/>
                <a:gd name="connsiteX88" fmla="*/ 93448 w 249564"/>
                <a:gd name="connsiteY88" fmla="*/ 71088 h 237117"/>
                <a:gd name="connsiteX89" fmla="*/ 97197 w 249564"/>
                <a:gd name="connsiteY89" fmla="*/ 64588 h 237117"/>
                <a:gd name="connsiteX90" fmla="*/ 84865 w 249564"/>
                <a:gd name="connsiteY90" fmla="*/ 50089 h 237117"/>
                <a:gd name="connsiteX91" fmla="*/ 74616 w 249564"/>
                <a:gd name="connsiteY91" fmla="*/ 36674 h 237117"/>
                <a:gd name="connsiteX92" fmla="*/ 103530 w 249564"/>
                <a:gd name="connsiteY92" fmla="*/ 53422 h 237117"/>
                <a:gd name="connsiteX93" fmla="*/ 111113 w 249564"/>
                <a:gd name="connsiteY93" fmla="*/ 50339 h 237117"/>
                <a:gd name="connsiteX94" fmla="*/ 117446 w 249564"/>
                <a:gd name="connsiteY94" fmla="*/ 29341 h 237117"/>
                <a:gd name="connsiteX95" fmla="*/ 119695 w 249564"/>
                <a:gd name="connsiteY95" fmla="*/ 20925 h 237117"/>
                <a:gd name="connsiteX96" fmla="*/ 125111 w 249564"/>
                <a:gd name="connsiteY96" fmla="*/ 12593 h 237117"/>
                <a:gd name="connsiteX97" fmla="*/ 129361 w 249564"/>
                <a:gd name="connsiteY97" fmla="*/ 31841 h 237117"/>
                <a:gd name="connsiteX98" fmla="*/ 129861 w 249564"/>
                <a:gd name="connsiteY98" fmla="*/ 56172 h 237117"/>
                <a:gd name="connsiteX99" fmla="*/ 136111 w 249564"/>
                <a:gd name="connsiteY99" fmla="*/ 60922 h 237117"/>
                <a:gd name="connsiteX100" fmla="*/ 158358 w 249564"/>
                <a:gd name="connsiteY100" fmla="*/ 47756 h 237117"/>
                <a:gd name="connsiteX101" fmla="*/ 174856 w 249564"/>
                <a:gd name="connsiteY101" fmla="*/ 37924 h 237117"/>
                <a:gd name="connsiteX102" fmla="*/ 155525 w 249564"/>
                <a:gd name="connsiteY102" fmla="*/ 68921 h 237117"/>
                <a:gd name="connsiteX103" fmla="*/ 161108 w 249564"/>
                <a:gd name="connsiteY103" fmla="*/ 74504 h 237117"/>
                <a:gd name="connsiteX104" fmla="*/ 199438 w 249564"/>
                <a:gd name="connsiteY104" fmla="*/ 74921 h 237117"/>
                <a:gd name="connsiteX105" fmla="*/ 220520 w 249564"/>
                <a:gd name="connsiteY105" fmla="*/ 78087 h 237117"/>
                <a:gd name="connsiteX106" fmla="*/ 232685 w 249564"/>
                <a:gd name="connsiteY106" fmla="*/ 80003 h 237117"/>
                <a:gd name="connsiteX107" fmla="*/ 215354 w 249564"/>
                <a:gd name="connsiteY107" fmla="*/ 81753 h 237117"/>
                <a:gd name="connsiteX108" fmla="*/ 215354 w 249564"/>
                <a:gd name="connsiteY108" fmla="*/ 81753 h 237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249564" h="237117">
                  <a:moveTo>
                    <a:pt x="248100" y="76170"/>
                  </a:moveTo>
                  <a:cubicBezTo>
                    <a:pt x="239601" y="67171"/>
                    <a:pt x="220270" y="66338"/>
                    <a:pt x="208604" y="64755"/>
                  </a:cubicBezTo>
                  <a:cubicBezTo>
                    <a:pt x="195355" y="63005"/>
                    <a:pt x="182523" y="63422"/>
                    <a:pt x="169441" y="63422"/>
                  </a:cubicBezTo>
                  <a:cubicBezTo>
                    <a:pt x="172357" y="59255"/>
                    <a:pt x="176940" y="54672"/>
                    <a:pt x="178857" y="51756"/>
                  </a:cubicBezTo>
                  <a:cubicBezTo>
                    <a:pt x="183272" y="45007"/>
                    <a:pt x="188023" y="38840"/>
                    <a:pt x="190939" y="31258"/>
                  </a:cubicBezTo>
                  <a:cubicBezTo>
                    <a:pt x="192356" y="27675"/>
                    <a:pt x="188856" y="24759"/>
                    <a:pt x="185689" y="24425"/>
                  </a:cubicBezTo>
                  <a:cubicBezTo>
                    <a:pt x="178940" y="23675"/>
                    <a:pt x="171107" y="28841"/>
                    <a:pt x="165358" y="31841"/>
                  </a:cubicBezTo>
                  <a:cubicBezTo>
                    <a:pt x="156692" y="36424"/>
                    <a:pt x="148610" y="43257"/>
                    <a:pt x="139943" y="48173"/>
                  </a:cubicBezTo>
                  <a:cubicBezTo>
                    <a:pt x="140194" y="32008"/>
                    <a:pt x="138860" y="11093"/>
                    <a:pt x="126862" y="1094"/>
                  </a:cubicBezTo>
                  <a:cubicBezTo>
                    <a:pt x="125028" y="-406"/>
                    <a:pt x="123028" y="-323"/>
                    <a:pt x="121279" y="1094"/>
                  </a:cubicBezTo>
                  <a:cubicBezTo>
                    <a:pt x="111196" y="9010"/>
                    <a:pt x="107279" y="27508"/>
                    <a:pt x="103280" y="41007"/>
                  </a:cubicBezTo>
                  <a:cubicBezTo>
                    <a:pt x="92781" y="34258"/>
                    <a:pt x="82198" y="27925"/>
                    <a:pt x="69866" y="24675"/>
                  </a:cubicBezTo>
                  <a:cubicBezTo>
                    <a:pt x="67534" y="24092"/>
                    <a:pt x="64533" y="25425"/>
                    <a:pt x="64034" y="28008"/>
                  </a:cubicBezTo>
                  <a:cubicBezTo>
                    <a:pt x="61367" y="41340"/>
                    <a:pt x="77783" y="54423"/>
                    <a:pt x="86698" y="65005"/>
                  </a:cubicBezTo>
                  <a:cubicBezTo>
                    <a:pt x="83615" y="64255"/>
                    <a:pt x="80615" y="63422"/>
                    <a:pt x="77449" y="62922"/>
                  </a:cubicBezTo>
                  <a:cubicBezTo>
                    <a:pt x="69450" y="61505"/>
                    <a:pt x="61201" y="62755"/>
                    <a:pt x="53118" y="62255"/>
                  </a:cubicBezTo>
                  <a:cubicBezTo>
                    <a:pt x="37369" y="61255"/>
                    <a:pt x="21787" y="57089"/>
                    <a:pt x="6039" y="55506"/>
                  </a:cubicBezTo>
                  <a:cubicBezTo>
                    <a:pt x="1955" y="55089"/>
                    <a:pt x="1206" y="60755"/>
                    <a:pt x="4122" y="62672"/>
                  </a:cubicBezTo>
                  <a:cubicBezTo>
                    <a:pt x="14454" y="69421"/>
                    <a:pt x="22287" y="79170"/>
                    <a:pt x="33703" y="84336"/>
                  </a:cubicBezTo>
                  <a:cubicBezTo>
                    <a:pt x="43785" y="88919"/>
                    <a:pt x="54534" y="90919"/>
                    <a:pt x="65284" y="92919"/>
                  </a:cubicBezTo>
                  <a:cubicBezTo>
                    <a:pt x="62533" y="94085"/>
                    <a:pt x="59784" y="95335"/>
                    <a:pt x="57200" y="96669"/>
                  </a:cubicBezTo>
                  <a:cubicBezTo>
                    <a:pt x="48035" y="101418"/>
                    <a:pt x="39119" y="107251"/>
                    <a:pt x="31453" y="114167"/>
                  </a:cubicBezTo>
                  <a:cubicBezTo>
                    <a:pt x="23537" y="121250"/>
                    <a:pt x="14955" y="129166"/>
                    <a:pt x="9206" y="138165"/>
                  </a:cubicBezTo>
                  <a:cubicBezTo>
                    <a:pt x="5539" y="143914"/>
                    <a:pt x="-544" y="152747"/>
                    <a:pt x="39" y="159830"/>
                  </a:cubicBezTo>
                  <a:cubicBezTo>
                    <a:pt x="373" y="163663"/>
                    <a:pt x="3956" y="165746"/>
                    <a:pt x="7455" y="164079"/>
                  </a:cubicBezTo>
                  <a:cubicBezTo>
                    <a:pt x="20538" y="157747"/>
                    <a:pt x="32453" y="149164"/>
                    <a:pt x="45619" y="142665"/>
                  </a:cubicBezTo>
                  <a:cubicBezTo>
                    <a:pt x="56117" y="137498"/>
                    <a:pt x="66783" y="132915"/>
                    <a:pt x="77783" y="129166"/>
                  </a:cubicBezTo>
                  <a:cubicBezTo>
                    <a:pt x="67200" y="141248"/>
                    <a:pt x="59701" y="155997"/>
                    <a:pt x="53368" y="171079"/>
                  </a:cubicBezTo>
                  <a:cubicBezTo>
                    <a:pt x="47285" y="185577"/>
                    <a:pt x="33037" y="218074"/>
                    <a:pt x="44619" y="232906"/>
                  </a:cubicBezTo>
                  <a:cubicBezTo>
                    <a:pt x="56618" y="248405"/>
                    <a:pt x="72283" y="216658"/>
                    <a:pt x="76449" y="209575"/>
                  </a:cubicBezTo>
                  <a:cubicBezTo>
                    <a:pt x="84698" y="195826"/>
                    <a:pt x="93114" y="182244"/>
                    <a:pt x="101530" y="168579"/>
                  </a:cubicBezTo>
                  <a:cubicBezTo>
                    <a:pt x="107114" y="159496"/>
                    <a:pt x="112696" y="146664"/>
                    <a:pt x="120112" y="137665"/>
                  </a:cubicBezTo>
                  <a:cubicBezTo>
                    <a:pt x="120195" y="141415"/>
                    <a:pt x="119529" y="145581"/>
                    <a:pt x="119862" y="148581"/>
                  </a:cubicBezTo>
                  <a:cubicBezTo>
                    <a:pt x="120612" y="155497"/>
                    <a:pt x="122278" y="162246"/>
                    <a:pt x="123944" y="168996"/>
                  </a:cubicBezTo>
                  <a:cubicBezTo>
                    <a:pt x="125361" y="174912"/>
                    <a:pt x="126778" y="180828"/>
                    <a:pt x="128278" y="186744"/>
                  </a:cubicBezTo>
                  <a:cubicBezTo>
                    <a:pt x="131361" y="198576"/>
                    <a:pt x="134777" y="218741"/>
                    <a:pt x="145110" y="226824"/>
                  </a:cubicBezTo>
                  <a:cubicBezTo>
                    <a:pt x="160858" y="239156"/>
                    <a:pt x="164275" y="207825"/>
                    <a:pt x="165358" y="199493"/>
                  </a:cubicBezTo>
                  <a:cubicBezTo>
                    <a:pt x="167275" y="185327"/>
                    <a:pt x="166774" y="171245"/>
                    <a:pt x="165607" y="157080"/>
                  </a:cubicBezTo>
                  <a:cubicBezTo>
                    <a:pt x="164858" y="147831"/>
                    <a:pt x="161775" y="139415"/>
                    <a:pt x="159692" y="130749"/>
                  </a:cubicBezTo>
                  <a:cubicBezTo>
                    <a:pt x="176273" y="134748"/>
                    <a:pt x="193356" y="142581"/>
                    <a:pt x="207604" y="151164"/>
                  </a:cubicBezTo>
                  <a:cubicBezTo>
                    <a:pt x="215937" y="156163"/>
                    <a:pt x="224269" y="162746"/>
                    <a:pt x="229936" y="170829"/>
                  </a:cubicBezTo>
                  <a:cubicBezTo>
                    <a:pt x="232518" y="174495"/>
                    <a:pt x="233102" y="177911"/>
                    <a:pt x="237851" y="178661"/>
                  </a:cubicBezTo>
                  <a:cubicBezTo>
                    <a:pt x="241767" y="179244"/>
                    <a:pt x="244518" y="176495"/>
                    <a:pt x="243934" y="172578"/>
                  </a:cubicBezTo>
                  <a:cubicBezTo>
                    <a:pt x="241101" y="154997"/>
                    <a:pt x="229352" y="139165"/>
                    <a:pt x="217270" y="126666"/>
                  </a:cubicBezTo>
                  <a:cubicBezTo>
                    <a:pt x="211271" y="120500"/>
                    <a:pt x="204771" y="114584"/>
                    <a:pt x="197689" y="109751"/>
                  </a:cubicBezTo>
                  <a:cubicBezTo>
                    <a:pt x="193105" y="106584"/>
                    <a:pt x="183272" y="104001"/>
                    <a:pt x="177523" y="100252"/>
                  </a:cubicBezTo>
                  <a:cubicBezTo>
                    <a:pt x="189856" y="93169"/>
                    <a:pt x="208937" y="92336"/>
                    <a:pt x="221687" y="90669"/>
                  </a:cubicBezTo>
                  <a:cubicBezTo>
                    <a:pt x="230352" y="89503"/>
                    <a:pt x="244518" y="90919"/>
                    <a:pt x="248933" y="82336"/>
                  </a:cubicBezTo>
                  <a:cubicBezTo>
                    <a:pt x="250017" y="80337"/>
                    <a:pt x="249684" y="77920"/>
                    <a:pt x="248100" y="76170"/>
                  </a:cubicBezTo>
                  <a:lnTo>
                    <a:pt x="248100" y="76170"/>
                  </a:lnTo>
                  <a:close/>
                  <a:moveTo>
                    <a:pt x="215354" y="81753"/>
                  </a:moveTo>
                  <a:cubicBezTo>
                    <a:pt x="207604" y="82836"/>
                    <a:pt x="200021" y="84003"/>
                    <a:pt x="192356" y="85670"/>
                  </a:cubicBezTo>
                  <a:cubicBezTo>
                    <a:pt x="182773" y="87753"/>
                    <a:pt x="173774" y="90003"/>
                    <a:pt x="166108" y="96335"/>
                  </a:cubicBezTo>
                  <a:cubicBezTo>
                    <a:pt x="164524" y="97669"/>
                    <a:pt x="164192" y="100668"/>
                    <a:pt x="165358" y="102418"/>
                  </a:cubicBezTo>
                  <a:cubicBezTo>
                    <a:pt x="167607" y="105668"/>
                    <a:pt x="169608" y="106668"/>
                    <a:pt x="173024" y="108417"/>
                  </a:cubicBezTo>
                  <a:cubicBezTo>
                    <a:pt x="183023" y="113667"/>
                    <a:pt x="192356" y="118083"/>
                    <a:pt x="201104" y="125583"/>
                  </a:cubicBezTo>
                  <a:cubicBezTo>
                    <a:pt x="209604" y="132832"/>
                    <a:pt x="218186" y="141665"/>
                    <a:pt x="224603" y="151580"/>
                  </a:cubicBezTo>
                  <a:cubicBezTo>
                    <a:pt x="219437" y="147331"/>
                    <a:pt x="213770" y="143748"/>
                    <a:pt x="207938" y="140581"/>
                  </a:cubicBezTo>
                  <a:cubicBezTo>
                    <a:pt x="191855" y="131999"/>
                    <a:pt x="173024" y="123499"/>
                    <a:pt x="154942" y="120416"/>
                  </a:cubicBezTo>
                  <a:cubicBezTo>
                    <a:pt x="151109" y="119750"/>
                    <a:pt x="148693" y="122500"/>
                    <a:pt x="149192" y="126166"/>
                  </a:cubicBezTo>
                  <a:cubicBezTo>
                    <a:pt x="150276" y="134082"/>
                    <a:pt x="154025" y="141665"/>
                    <a:pt x="155192" y="149830"/>
                  </a:cubicBezTo>
                  <a:cubicBezTo>
                    <a:pt x="156775" y="161079"/>
                    <a:pt x="157275" y="172995"/>
                    <a:pt x="156859" y="184411"/>
                  </a:cubicBezTo>
                  <a:cubicBezTo>
                    <a:pt x="156609" y="192577"/>
                    <a:pt x="155442" y="200659"/>
                    <a:pt x="153943" y="208742"/>
                  </a:cubicBezTo>
                  <a:lnTo>
                    <a:pt x="152776" y="214491"/>
                  </a:lnTo>
                  <a:cubicBezTo>
                    <a:pt x="152943" y="219991"/>
                    <a:pt x="152025" y="221074"/>
                    <a:pt x="150026" y="217741"/>
                  </a:cubicBezTo>
                  <a:cubicBezTo>
                    <a:pt x="146526" y="215741"/>
                    <a:pt x="144193" y="205825"/>
                    <a:pt x="142860" y="202326"/>
                  </a:cubicBezTo>
                  <a:cubicBezTo>
                    <a:pt x="139526" y="193077"/>
                    <a:pt x="137027" y="183494"/>
                    <a:pt x="134610" y="173912"/>
                  </a:cubicBezTo>
                  <a:cubicBezTo>
                    <a:pt x="132277" y="164829"/>
                    <a:pt x="129111" y="155497"/>
                    <a:pt x="128444" y="145998"/>
                  </a:cubicBezTo>
                  <a:cubicBezTo>
                    <a:pt x="127945" y="139081"/>
                    <a:pt x="130444" y="132665"/>
                    <a:pt x="126611" y="126499"/>
                  </a:cubicBezTo>
                  <a:cubicBezTo>
                    <a:pt x="125361" y="124583"/>
                    <a:pt x="122362" y="123333"/>
                    <a:pt x="120279" y="124833"/>
                  </a:cubicBezTo>
                  <a:cubicBezTo>
                    <a:pt x="108946" y="133249"/>
                    <a:pt x="102030" y="149497"/>
                    <a:pt x="94531" y="161163"/>
                  </a:cubicBezTo>
                  <a:cubicBezTo>
                    <a:pt x="82365" y="180244"/>
                    <a:pt x="67284" y="199076"/>
                    <a:pt x="56701" y="218991"/>
                  </a:cubicBezTo>
                  <a:cubicBezTo>
                    <a:pt x="54534" y="223074"/>
                    <a:pt x="56284" y="227574"/>
                    <a:pt x="53785" y="221907"/>
                  </a:cubicBezTo>
                  <a:cubicBezTo>
                    <a:pt x="51618" y="216908"/>
                    <a:pt x="54451" y="209825"/>
                    <a:pt x="55451" y="204576"/>
                  </a:cubicBezTo>
                  <a:cubicBezTo>
                    <a:pt x="57451" y="194743"/>
                    <a:pt x="60283" y="184911"/>
                    <a:pt x="63867" y="175495"/>
                  </a:cubicBezTo>
                  <a:cubicBezTo>
                    <a:pt x="71283" y="156163"/>
                    <a:pt x="81282" y="135748"/>
                    <a:pt x="98114" y="122916"/>
                  </a:cubicBezTo>
                  <a:cubicBezTo>
                    <a:pt x="101864" y="120083"/>
                    <a:pt x="99947" y="112917"/>
                    <a:pt x="94615" y="114584"/>
                  </a:cubicBezTo>
                  <a:cubicBezTo>
                    <a:pt x="77949" y="119750"/>
                    <a:pt x="61951" y="125499"/>
                    <a:pt x="46118" y="132832"/>
                  </a:cubicBezTo>
                  <a:cubicBezTo>
                    <a:pt x="34786" y="138081"/>
                    <a:pt x="24037" y="144498"/>
                    <a:pt x="13038" y="150330"/>
                  </a:cubicBezTo>
                  <a:cubicBezTo>
                    <a:pt x="16537" y="144248"/>
                    <a:pt x="22121" y="137832"/>
                    <a:pt x="24704" y="135082"/>
                  </a:cubicBezTo>
                  <a:cubicBezTo>
                    <a:pt x="32536" y="126749"/>
                    <a:pt x="40619" y="118917"/>
                    <a:pt x="50285" y="112667"/>
                  </a:cubicBezTo>
                  <a:cubicBezTo>
                    <a:pt x="58284" y="107501"/>
                    <a:pt x="66783" y="102668"/>
                    <a:pt x="76032" y="100502"/>
                  </a:cubicBezTo>
                  <a:cubicBezTo>
                    <a:pt x="81532" y="99252"/>
                    <a:pt x="85281" y="99168"/>
                    <a:pt x="88865" y="94419"/>
                  </a:cubicBezTo>
                  <a:cubicBezTo>
                    <a:pt x="90781" y="91836"/>
                    <a:pt x="88781" y="87503"/>
                    <a:pt x="85782" y="86920"/>
                  </a:cubicBezTo>
                  <a:cubicBezTo>
                    <a:pt x="70617" y="83837"/>
                    <a:pt x="54701" y="84003"/>
                    <a:pt x="39952" y="79003"/>
                  </a:cubicBezTo>
                  <a:cubicBezTo>
                    <a:pt x="30537" y="75837"/>
                    <a:pt x="24454" y="70338"/>
                    <a:pt x="18121" y="64588"/>
                  </a:cubicBezTo>
                  <a:cubicBezTo>
                    <a:pt x="41535" y="67671"/>
                    <a:pt x="65034" y="72004"/>
                    <a:pt x="88698" y="69921"/>
                  </a:cubicBezTo>
                  <a:cubicBezTo>
                    <a:pt x="89365" y="70838"/>
                    <a:pt x="90448" y="71421"/>
                    <a:pt x="92031" y="71254"/>
                  </a:cubicBezTo>
                  <a:cubicBezTo>
                    <a:pt x="92532" y="71171"/>
                    <a:pt x="92948" y="71171"/>
                    <a:pt x="93448" y="71088"/>
                  </a:cubicBezTo>
                  <a:cubicBezTo>
                    <a:pt x="96448" y="70754"/>
                    <a:pt x="99197" y="67504"/>
                    <a:pt x="97197" y="64588"/>
                  </a:cubicBezTo>
                  <a:cubicBezTo>
                    <a:pt x="93614" y="59422"/>
                    <a:pt x="88781" y="55089"/>
                    <a:pt x="84865" y="50089"/>
                  </a:cubicBezTo>
                  <a:cubicBezTo>
                    <a:pt x="82865" y="47506"/>
                    <a:pt x="77366" y="41757"/>
                    <a:pt x="74616" y="36674"/>
                  </a:cubicBezTo>
                  <a:cubicBezTo>
                    <a:pt x="84865" y="41173"/>
                    <a:pt x="94114" y="47423"/>
                    <a:pt x="103530" y="53422"/>
                  </a:cubicBezTo>
                  <a:cubicBezTo>
                    <a:pt x="106446" y="55256"/>
                    <a:pt x="110113" y="53422"/>
                    <a:pt x="111113" y="50339"/>
                  </a:cubicBezTo>
                  <a:cubicBezTo>
                    <a:pt x="113363" y="43340"/>
                    <a:pt x="115528" y="36341"/>
                    <a:pt x="117446" y="29341"/>
                  </a:cubicBezTo>
                  <a:cubicBezTo>
                    <a:pt x="118195" y="26508"/>
                    <a:pt x="118862" y="23675"/>
                    <a:pt x="119695" y="20925"/>
                  </a:cubicBezTo>
                  <a:cubicBezTo>
                    <a:pt x="120861" y="17009"/>
                    <a:pt x="120529" y="9010"/>
                    <a:pt x="125111" y="12593"/>
                  </a:cubicBezTo>
                  <a:cubicBezTo>
                    <a:pt x="129778" y="16176"/>
                    <a:pt x="128778" y="26425"/>
                    <a:pt x="129361" y="31841"/>
                  </a:cubicBezTo>
                  <a:cubicBezTo>
                    <a:pt x="130277" y="40257"/>
                    <a:pt x="130361" y="47756"/>
                    <a:pt x="129861" y="56172"/>
                  </a:cubicBezTo>
                  <a:cubicBezTo>
                    <a:pt x="129694" y="59172"/>
                    <a:pt x="133194" y="62088"/>
                    <a:pt x="136111" y="60922"/>
                  </a:cubicBezTo>
                  <a:cubicBezTo>
                    <a:pt x="144193" y="57756"/>
                    <a:pt x="150942" y="52173"/>
                    <a:pt x="158358" y="47756"/>
                  </a:cubicBezTo>
                  <a:cubicBezTo>
                    <a:pt x="162358" y="45340"/>
                    <a:pt x="168690" y="40840"/>
                    <a:pt x="174856" y="37924"/>
                  </a:cubicBezTo>
                  <a:cubicBezTo>
                    <a:pt x="167441" y="48090"/>
                    <a:pt x="156859" y="57339"/>
                    <a:pt x="155525" y="68921"/>
                  </a:cubicBezTo>
                  <a:cubicBezTo>
                    <a:pt x="155192" y="72004"/>
                    <a:pt x="158358" y="74504"/>
                    <a:pt x="161108" y="74504"/>
                  </a:cubicBezTo>
                  <a:cubicBezTo>
                    <a:pt x="174023" y="74754"/>
                    <a:pt x="186522" y="73587"/>
                    <a:pt x="199438" y="74921"/>
                  </a:cubicBezTo>
                  <a:cubicBezTo>
                    <a:pt x="206521" y="75671"/>
                    <a:pt x="213520" y="76670"/>
                    <a:pt x="220520" y="78087"/>
                  </a:cubicBezTo>
                  <a:cubicBezTo>
                    <a:pt x="223353" y="78670"/>
                    <a:pt x="228269" y="79087"/>
                    <a:pt x="232685" y="80003"/>
                  </a:cubicBezTo>
                  <a:cubicBezTo>
                    <a:pt x="226269" y="81253"/>
                    <a:pt x="217520" y="81503"/>
                    <a:pt x="215354" y="81753"/>
                  </a:cubicBezTo>
                  <a:lnTo>
                    <a:pt x="215354" y="81753"/>
                  </a:lnTo>
                  <a:close/>
                </a:path>
              </a:pathLst>
            </a:custGeom>
            <a:grpFill/>
            <a:ln w="8332" cap="flat">
              <a:noFill/>
              <a:prstDash val="solid"/>
              <a:miter/>
            </a:ln>
          </p:spPr>
          <p:txBody>
            <a:bodyPr rtlCol="0" anchor="ctr"/>
            <a:lstStyle/>
            <a:p>
              <a:endParaRPr lang="en-US"/>
            </a:p>
          </p:txBody>
        </p:sp>
        <p:sp>
          <p:nvSpPr>
            <p:cNvPr id="1901" name="Freeform: Shape 1900"/>
            <p:cNvSpPr/>
            <p:nvPr/>
          </p:nvSpPr>
          <p:spPr>
            <a:xfrm>
              <a:off x="7995885" y="308457"/>
              <a:ext cx="414937" cy="401130"/>
            </a:xfrm>
            <a:custGeom>
              <a:avLst/>
              <a:gdLst>
                <a:gd name="connsiteX0" fmla="*/ 412545 w 414937"/>
                <a:gd name="connsiteY0" fmla="*/ 182009 h 401130"/>
                <a:gd name="connsiteX1" fmla="*/ 330886 w 414937"/>
                <a:gd name="connsiteY1" fmla="*/ 40939 h 401130"/>
                <a:gd name="connsiteX2" fmla="*/ 181649 w 414937"/>
                <a:gd name="connsiteY2" fmla="*/ 2109 h 401130"/>
                <a:gd name="connsiteX3" fmla="*/ 97823 w 414937"/>
                <a:gd name="connsiteY3" fmla="*/ 34106 h 401130"/>
                <a:gd name="connsiteX4" fmla="*/ 40162 w 414937"/>
                <a:gd name="connsiteY4" fmla="*/ 87684 h 401130"/>
                <a:gd name="connsiteX5" fmla="*/ 5331 w 414937"/>
                <a:gd name="connsiteY5" fmla="*/ 255836 h 401130"/>
                <a:gd name="connsiteX6" fmla="*/ 239727 w 414937"/>
                <a:gd name="connsiteY6" fmla="*/ 400239 h 401130"/>
                <a:gd name="connsiteX7" fmla="*/ 372299 w 414937"/>
                <a:gd name="connsiteY7" fmla="*/ 330329 h 401130"/>
                <a:gd name="connsiteX8" fmla="*/ 408795 w 414937"/>
                <a:gd name="connsiteY8" fmla="*/ 260669 h 401130"/>
                <a:gd name="connsiteX9" fmla="*/ 412545 w 414937"/>
                <a:gd name="connsiteY9" fmla="*/ 182009 h 401130"/>
                <a:gd name="connsiteX10" fmla="*/ 412545 w 414937"/>
                <a:gd name="connsiteY10" fmla="*/ 182009 h 401130"/>
                <a:gd name="connsiteX11" fmla="*/ 380548 w 414937"/>
                <a:gd name="connsiteY11" fmla="*/ 290416 h 401130"/>
                <a:gd name="connsiteX12" fmla="*/ 272057 w 414937"/>
                <a:gd name="connsiteY12" fmla="*/ 380325 h 401130"/>
                <a:gd name="connsiteX13" fmla="*/ 19663 w 414937"/>
                <a:gd name="connsiteY13" fmla="*/ 260086 h 401130"/>
                <a:gd name="connsiteX14" fmla="*/ 48328 w 414937"/>
                <a:gd name="connsiteY14" fmla="*/ 102183 h 401130"/>
                <a:gd name="connsiteX15" fmla="*/ 187066 w 414937"/>
                <a:gd name="connsiteY15" fmla="*/ 15441 h 401130"/>
                <a:gd name="connsiteX16" fmla="*/ 187482 w 414937"/>
                <a:gd name="connsiteY16" fmla="*/ 15274 h 401130"/>
                <a:gd name="connsiteX17" fmla="*/ 292889 w 414937"/>
                <a:gd name="connsiteY17" fmla="*/ 32773 h 401130"/>
                <a:gd name="connsiteX18" fmla="*/ 385215 w 414937"/>
                <a:gd name="connsiteY18" fmla="*/ 140096 h 401130"/>
                <a:gd name="connsiteX19" fmla="*/ 380548 w 414937"/>
                <a:gd name="connsiteY19" fmla="*/ 290416 h 401130"/>
                <a:gd name="connsiteX20" fmla="*/ 380548 w 414937"/>
                <a:gd name="connsiteY20" fmla="*/ 290416 h 401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14937" h="401130">
                  <a:moveTo>
                    <a:pt x="412545" y="182009"/>
                  </a:moveTo>
                  <a:cubicBezTo>
                    <a:pt x="405295" y="128264"/>
                    <a:pt x="372466" y="75519"/>
                    <a:pt x="330886" y="40939"/>
                  </a:cubicBezTo>
                  <a:cubicBezTo>
                    <a:pt x="288723" y="5942"/>
                    <a:pt x="235394" y="-5141"/>
                    <a:pt x="181649" y="2109"/>
                  </a:cubicBezTo>
                  <a:cubicBezTo>
                    <a:pt x="151402" y="6192"/>
                    <a:pt x="122488" y="15774"/>
                    <a:pt x="97823" y="34106"/>
                  </a:cubicBezTo>
                  <a:cubicBezTo>
                    <a:pt x="77158" y="49438"/>
                    <a:pt x="55327" y="66770"/>
                    <a:pt x="40162" y="87684"/>
                  </a:cubicBezTo>
                  <a:cubicBezTo>
                    <a:pt x="5331" y="135847"/>
                    <a:pt x="-8583" y="198091"/>
                    <a:pt x="5331" y="255836"/>
                  </a:cubicBezTo>
                  <a:cubicBezTo>
                    <a:pt x="27747" y="354994"/>
                    <a:pt x="144069" y="408822"/>
                    <a:pt x="239727" y="400239"/>
                  </a:cubicBezTo>
                  <a:cubicBezTo>
                    <a:pt x="292390" y="395573"/>
                    <a:pt x="339718" y="372325"/>
                    <a:pt x="372299" y="330329"/>
                  </a:cubicBezTo>
                  <a:cubicBezTo>
                    <a:pt x="388797" y="309081"/>
                    <a:pt x="401213" y="286416"/>
                    <a:pt x="408795" y="260669"/>
                  </a:cubicBezTo>
                  <a:cubicBezTo>
                    <a:pt x="416295" y="234671"/>
                    <a:pt x="416128" y="208507"/>
                    <a:pt x="412545" y="182009"/>
                  </a:cubicBezTo>
                  <a:lnTo>
                    <a:pt x="412545" y="182009"/>
                  </a:lnTo>
                  <a:close/>
                  <a:moveTo>
                    <a:pt x="380548" y="290416"/>
                  </a:moveTo>
                  <a:cubicBezTo>
                    <a:pt x="357466" y="333496"/>
                    <a:pt x="320220" y="367992"/>
                    <a:pt x="272057" y="380325"/>
                  </a:cubicBezTo>
                  <a:cubicBezTo>
                    <a:pt x="176233" y="404906"/>
                    <a:pt x="50828" y="361576"/>
                    <a:pt x="19663" y="260086"/>
                  </a:cubicBezTo>
                  <a:cubicBezTo>
                    <a:pt x="3832" y="208674"/>
                    <a:pt x="17830" y="145263"/>
                    <a:pt x="48328" y="102183"/>
                  </a:cubicBezTo>
                  <a:cubicBezTo>
                    <a:pt x="82408" y="54104"/>
                    <a:pt x="130821" y="29023"/>
                    <a:pt x="187066" y="15441"/>
                  </a:cubicBezTo>
                  <a:cubicBezTo>
                    <a:pt x="187232" y="15441"/>
                    <a:pt x="187398" y="15358"/>
                    <a:pt x="187482" y="15274"/>
                  </a:cubicBezTo>
                  <a:cubicBezTo>
                    <a:pt x="223646" y="11108"/>
                    <a:pt x="261975" y="15941"/>
                    <a:pt x="292889" y="32773"/>
                  </a:cubicBezTo>
                  <a:cubicBezTo>
                    <a:pt x="334302" y="55437"/>
                    <a:pt x="366299" y="97600"/>
                    <a:pt x="385215" y="140096"/>
                  </a:cubicBezTo>
                  <a:cubicBezTo>
                    <a:pt x="405963" y="187009"/>
                    <a:pt x="404879" y="245254"/>
                    <a:pt x="380548" y="290416"/>
                  </a:cubicBezTo>
                  <a:lnTo>
                    <a:pt x="380548" y="290416"/>
                  </a:lnTo>
                  <a:close/>
                </a:path>
              </a:pathLst>
            </a:custGeom>
            <a:grpFill/>
            <a:ln w="8332" cap="flat">
              <a:noFill/>
              <a:prstDash val="solid"/>
              <a:miter/>
            </a:ln>
          </p:spPr>
          <p:txBody>
            <a:bodyPr rtlCol="0" anchor="ctr"/>
            <a:lstStyle/>
            <a:p>
              <a:endParaRPr lang="en-US"/>
            </a:p>
          </p:txBody>
        </p:sp>
        <p:sp>
          <p:nvSpPr>
            <p:cNvPr id="1902" name="Freeform: Shape 1901"/>
            <p:cNvSpPr/>
            <p:nvPr/>
          </p:nvSpPr>
          <p:spPr>
            <a:xfrm>
              <a:off x="8183602" y="387444"/>
              <a:ext cx="46300" cy="55259"/>
            </a:xfrm>
            <a:custGeom>
              <a:avLst/>
              <a:gdLst>
                <a:gd name="connsiteX0" fmla="*/ 45761 w 46300"/>
                <a:gd name="connsiteY0" fmla="*/ 37028 h 55259"/>
                <a:gd name="connsiteX1" fmla="*/ 25346 w 46300"/>
                <a:gd name="connsiteY1" fmla="*/ 7114 h 55259"/>
                <a:gd name="connsiteX2" fmla="*/ 10514 w 46300"/>
                <a:gd name="connsiteY2" fmla="*/ 1698 h 55259"/>
                <a:gd name="connsiteX3" fmla="*/ 15 w 46300"/>
                <a:gd name="connsiteY3" fmla="*/ 28445 h 55259"/>
                <a:gd name="connsiteX4" fmla="*/ 12681 w 46300"/>
                <a:gd name="connsiteY4" fmla="*/ 54860 h 55259"/>
                <a:gd name="connsiteX5" fmla="*/ 17014 w 46300"/>
                <a:gd name="connsiteY5" fmla="*/ 50527 h 55259"/>
                <a:gd name="connsiteX6" fmla="*/ 11431 w 46300"/>
                <a:gd name="connsiteY6" fmla="*/ 28445 h 55259"/>
                <a:gd name="connsiteX7" fmla="*/ 13514 w 46300"/>
                <a:gd name="connsiteY7" fmla="*/ 15363 h 55259"/>
                <a:gd name="connsiteX8" fmla="*/ 15014 w 46300"/>
                <a:gd name="connsiteY8" fmla="*/ 10530 h 55259"/>
                <a:gd name="connsiteX9" fmla="*/ 19347 w 46300"/>
                <a:gd name="connsiteY9" fmla="*/ 11947 h 55259"/>
                <a:gd name="connsiteX10" fmla="*/ 29513 w 46300"/>
                <a:gd name="connsiteY10" fmla="*/ 28445 h 55259"/>
                <a:gd name="connsiteX11" fmla="*/ 41012 w 46300"/>
                <a:gd name="connsiteY11" fmla="*/ 41861 h 55259"/>
                <a:gd name="connsiteX12" fmla="*/ 45761 w 46300"/>
                <a:gd name="connsiteY12" fmla="*/ 37028 h 55259"/>
                <a:gd name="connsiteX13" fmla="*/ 45761 w 46300"/>
                <a:gd name="connsiteY13" fmla="*/ 37028 h 55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6300" h="55259">
                  <a:moveTo>
                    <a:pt x="45761" y="37028"/>
                  </a:moveTo>
                  <a:cubicBezTo>
                    <a:pt x="38762" y="27112"/>
                    <a:pt x="32262" y="16946"/>
                    <a:pt x="25346" y="7114"/>
                  </a:cubicBezTo>
                  <a:cubicBezTo>
                    <a:pt x="21846" y="2114"/>
                    <a:pt x="16513" y="-2635"/>
                    <a:pt x="10514" y="1698"/>
                  </a:cubicBezTo>
                  <a:cubicBezTo>
                    <a:pt x="3598" y="6697"/>
                    <a:pt x="182" y="20613"/>
                    <a:pt x="15" y="28445"/>
                  </a:cubicBezTo>
                  <a:cubicBezTo>
                    <a:pt x="-235" y="39611"/>
                    <a:pt x="2599" y="49693"/>
                    <a:pt x="12681" y="54860"/>
                  </a:cubicBezTo>
                  <a:cubicBezTo>
                    <a:pt x="15680" y="56360"/>
                    <a:pt x="18264" y="53360"/>
                    <a:pt x="17014" y="50527"/>
                  </a:cubicBezTo>
                  <a:cubicBezTo>
                    <a:pt x="14014" y="43611"/>
                    <a:pt x="11931" y="36028"/>
                    <a:pt x="11431" y="28445"/>
                  </a:cubicBezTo>
                  <a:cubicBezTo>
                    <a:pt x="11097" y="23946"/>
                    <a:pt x="12264" y="19613"/>
                    <a:pt x="13514" y="15363"/>
                  </a:cubicBezTo>
                  <a:cubicBezTo>
                    <a:pt x="14014" y="13697"/>
                    <a:pt x="14514" y="12114"/>
                    <a:pt x="15014" y="10530"/>
                  </a:cubicBezTo>
                  <a:cubicBezTo>
                    <a:pt x="16930" y="8281"/>
                    <a:pt x="18430" y="8780"/>
                    <a:pt x="19347" y="11947"/>
                  </a:cubicBezTo>
                  <a:cubicBezTo>
                    <a:pt x="23679" y="16030"/>
                    <a:pt x="26263" y="23529"/>
                    <a:pt x="29513" y="28445"/>
                  </a:cubicBezTo>
                  <a:cubicBezTo>
                    <a:pt x="32846" y="33445"/>
                    <a:pt x="36178" y="38194"/>
                    <a:pt x="41012" y="41861"/>
                  </a:cubicBezTo>
                  <a:cubicBezTo>
                    <a:pt x="43761" y="43944"/>
                    <a:pt x="47760" y="39861"/>
                    <a:pt x="45761" y="37028"/>
                  </a:cubicBezTo>
                  <a:lnTo>
                    <a:pt x="45761" y="37028"/>
                  </a:lnTo>
                  <a:close/>
                </a:path>
              </a:pathLst>
            </a:custGeom>
            <a:grpFill/>
            <a:ln w="8332" cap="flat">
              <a:noFill/>
              <a:prstDash val="solid"/>
              <a:miter/>
            </a:ln>
          </p:spPr>
          <p:txBody>
            <a:bodyPr rtlCol="0" anchor="ctr"/>
            <a:lstStyle/>
            <a:p>
              <a:endParaRPr lang="en-US"/>
            </a:p>
          </p:txBody>
        </p:sp>
        <p:sp>
          <p:nvSpPr>
            <p:cNvPr id="1903" name="Freeform: Shape 1902"/>
            <p:cNvSpPr/>
            <p:nvPr/>
          </p:nvSpPr>
          <p:spPr>
            <a:xfrm>
              <a:off x="8083087" y="329887"/>
              <a:ext cx="249587" cy="237200"/>
            </a:xfrm>
            <a:custGeom>
              <a:avLst/>
              <a:gdLst>
                <a:gd name="connsiteX0" fmla="*/ 248099 w 249587"/>
                <a:gd name="connsiteY0" fmla="*/ 76170 h 237200"/>
                <a:gd name="connsiteX1" fmla="*/ 208603 w 249587"/>
                <a:gd name="connsiteY1" fmla="*/ 64755 h 237200"/>
                <a:gd name="connsiteX2" fmla="*/ 169440 w 249587"/>
                <a:gd name="connsiteY2" fmla="*/ 63422 h 237200"/>
                <a:gd name="connsiteX3" fmla="*/ 178856 w 249587"/>
                <a:gd name="connsiteY3" fmla="*/ 51756 h 237200"/>
                <a:gd name="connsiteX4" fmla="*/ 190938 w 249587"/>
                <a:gd name="connsiteY4" fmla="*/ 31258 h 237200"/>
                <a:gd name="connsiteX5" fmla="*/ 185688 w 249587"/>
                <a:gd name="connsiteY5" fmla="*/ 24425 h 237200"/>
                <a:gd name="connsiteX6" fmla="*/ 165357 w 249587"/>
                <a:gd name="connsiteY6" fmla="*/ 31841 h 237200"/>
                <a:gd name="connsiteX7" fmla="*/ 139943 w 249587"/>
                <a:gd name="connsiteY7" fmla="*/ 48173 h 237200"/>
                <a:gd name="connsiteX8" fmla="*/ 126861 w 249587"/>
                <a:gd name="connsiteY8" fmla="*/ 1094 h 237200"/>
                <a:gd name="connsiteX9" fmla="*/ 121278 w 249587"/>
                <a:gd name="connsiteY9" fmla="*/ 1094 h 237200"/>
                <a:gd name="connsiteX10" fmla="*/ 103279 w 249587"/>
                <a:gd name="connsiteY10" fmla="*/ 41007 h 237200"/>
                <a:gd name="connsiteX11" fmla="*/ 69866 w 249587"/>
                <a:gd name="connsiteY11" fmla="*/ 24675 h 237200"/>
                <a:gd name="connsiteX12" fmla="*/ 64033 w 249587"/>
                <a:gd name="connsiteY12" fmla="*/ 28008 h 237200"/>
                <a:gd name="connsiteX13" fmla="*/ 86697 w 249587"/>
                <a:gd name="connsiteY13" fmla="*/ 65005 h 237200"/>
                <a:gd name="connsiteX14" fmla="*/ 77448 w 249587"/>
                <a:gd name="connsiteY14" fmla="*/ 62922 h 237200"/>
                <a:gd name="connsiteX15" fmla="*/ 53118 w 249587"/>
                <a:gd name="connsiteY15" fmla="*/ 62255 h 237200"/>
                <a:gd name="connsiteX16" fmla="*/ 6038 w 249587"/>
                <a:gd name="connsiteY16" fmla="*/ 55506 h 237200"/>
                <a:gd name="connsiteX17" fmla="*/ 4122 w 249587"/>
                <a:gd name="connsiteY17" fmla="*/ 62672 h 237200"/>
                <a:gd name="connsiteX18" fmla="*/ 33702 w 249587"/>
                <a:gd name="connsiteY18" fmla="*/ 84336 h 237200"/>
                <a:gd name="connsiteX19" fmla="*/ 65283 w 249587"/>
                <a:gd name="connsiteY19" fmla="*/ 92919 h 237200"/>
                <a:gd name="connsiteX20" fmla="*/ 57201 w 249587"/>
                <a:gd name="connsiteY20" fmla="*/ 96669 h 237200"/>
                <a:gd name="connsiteX21" fmla="*/ 31452 w 249587"/>
                <a:gd name="connsiteY21" fmla="*/ 114167 h 237200"/>
                <a:gd name="connsiteX22" fmla="*/ 9205 w 249587"/>
                <a:gd name="connsiteY22" fmla="*/ 138165 h 237200"/>
                <a:gd name="connsiteX23" fmla="*/ 39 w 249587"/>
                <a:gd name="connsiteY23" fmla="*/ 159830 h 237200"/>
                <a:gd name="connsiteX24" fmla="*/ 7454 w 249587"/>
                <a:gd name="connsiteY24" fmla="*/ 164079 h 237200"/>
                <a:gd name="connsiteX25" fmla="*/ 45618 w 249587"/>
                <a:gd name="connsiteY25" fmla="*/ 142664 h 237200"/>
                <a:gd name="connsiteX26" fmla="*/ 77782 w 249587"/>
                <a:gd name="connsiteY26" fmla="*/ 129166 h 237200"/>
                <a:gd name="connsiteX27" fmla="*/ 53367 w 249587"/>
                <a:gd name="connsiteY27" fmla="*/ 171079 h 237200"/>
                <a:gd name="connsiteX28" fmla="*/ 44618 w 249587"/>
                <a:gd name="connsiteY28" fmla="*/ 232990 h 237200"/>
                <a:gd name="connsiteX29" fmla="*/ 76448 w 249587"/>
                <a:gd name="connsiteY29" fmla="*/ 209658 h 237200"/>
                <a:gd name="connsiteX30" fmla="*/ 101529 w 249587"/>
                <a:gd name="connsiteY30" fmla="*/ 168662 h 237200"/>
                <a:gd name="connsiteX31" fmla="*/ 120111 w 249587"/>
                <a:gd name="connsiteY31" fmla="*/ 137748 h 237200"/>
                <a:gd name="connsiteX32" fmla="*/ 119862 w 249587"/>
                <a:gd name="connsiteY32" fmla="*/ 148664 h 237200"/>
                <a:gd name="connsiteX33" fmla="*/ 123945 w 249587"/>
                <a:gd name="connsiteY33" fmla="*/ 169079 h 237200"/>
                <a:gd name="connsiteX34" fmla="*/ 128277 w 249587"/>
                <a:gd name="connsiteY34" fmla="*/ 186827 h 237200"/>
                <a:gd name="connsiteX35" fmla="*/ 145109 w 249587"/>
                <a:gd name="connsiteY35" fmla="*/ 226907 h 237200"/>
                <a:gd name="connsiteX36" fmla="*/ 165357 w 249587"/>
                <a:gd name="connsiteY36" fmla="*/ 199576 h 237200"/>
                <a:gd name="connsiteX37" fmla="*/ 165608 w 249587"/>
                <a:gd name="connsiteY37" fmla="*/ 157163 h 237200"/>
                <a:gd name="connsiteX38" fmla="*/ 159691 w 249587"/>
                <a:gd name="connsiteY38" fmla="*/ 130832 h 237200"/>
                <a:gd name="connsiteX39" fmla="*/ 207603 w 249587"/>
                <a:gd name="connsiteY39" fmla="*/ 151247 h 237200"/>
                <a:gd name="connsiteX40" fmla="*/ 229935 w 249587"/>
                <a:gd name="connsiteY40" fmla="*/ 170912 h 237200"/>
                <a:gd name="connsiteX41" fmla="*/ 237850 w 249587"/>
                <a:gd name="connsiteY41" fmla="*/ 178745 h 237200"/>
                <a:gd name="connsiteX42" fmla="*/ 243933 w 249587"/>
                <a:gd name="connsiteY42" fmla="*/ 172662 h 237200"/>
                <a:gd name="connsiteX43" fmla="*/ 217269 w 249587"/>
                <a:gd name="connsiteY43" fmla="*/ 126749 h 237200"/>
                <a:gd name="connsiteX44" fmla="*/ 197688 w 249587"/>
                <a:gd name="connsiteY44" fmla="*/ 109834 h 237200"/>
                <a:gd name="connsiteX45" fmla="*/ 177523 w 249587"/>
                <a:gd name="connsiteY45" fmla="*/ 100335 h 237200"/>
                <a:gd name="connsiteX46" fmla="*/ 221686 w 249587"/>
                <a:gd name="connsiteY46" fmla="*/ 90752 h 237200"/>
                <a:gd name="connsiteX47" fmla="*/ 248933 w 249587"/>
                <a:gd name="connsiteY47" fmla="*/ 82420 h 237200"/>
                <a:gd name="connsiteX48" fmla="*/ 248099 w 249587"/>
                <a:gd name="connsiteY48" fmla="*/ 76170 h 237200"/>
                <a:gd name="connsiteX49" fmla="*/ 248099 w 249587"/>
                <a:gd name="connsiteY49" fmla="*/ 76170 h 237200"/>
                <a:gd name="connsiteX50" fmla="*/ 215353 w 249587"/>
                <a:gd name="connsiteY50" fmla="*/ 81753 h 237200"/>
                <a:gd name="connsiteX51" fmla="*/ 192355 w 249587"/>
                <a:gd name="connsiteY51" fmla="*/ 85670 h 237200"/>
                <a:gd name="connsiteX52" fmla="*/ 166107 w 249587"/>
                <a:gd name="connsiteY52" fmla="*/ 96335 h 237200"/>
                <a:gd name="connsiteX53" fmla="*/ 165357 w 249587"/>
                <a:gd name="connsiteY53" fmla="*/ 102418 h 237200"/>
                <a:gd name="connsiteX54" fmla="*/ 173024 w 249587"/>
                <a:gd name="connsiteY54" fmla="*/ 108418 h 237200"/>
                <a:gd name="connsiteX55" fmla="*/ 201104 w 249587"/>
                <a:gd name="connsiteY55" fmla="*/ 125583 h 237200"/>
                <a:gd name="connsiteX56" fmla="*/ 224602 w 249587"/>
                <a:gd name="connsiteY56" fmla="*/ 151580 h 237200"/>
                <a:gd name="connsiteX57" fmla="*/ 207937 w 249587"/>
                <a:gd name="connsiteY57" fmla="*/ 140581 h 237200"/>
                <a:gd name="connsiteX58" fmla="*/ 154942 w 249587"/>
                <a:gd name="connsiteY58" fmla="*/ 120416 h 237200"/>
                <a:gd name="connsiteX59" fmla="*/ 149192 w 249587"/>
                <a:gd name="connsiteY59" fmla="*/ 126166 h 237200"/>
                <a:gd name="connsiteX60" fmla="*/ 155192 w 249587"/>
                <a:gd name="connsiteY60" fmla="*/ 149830 h 237200"/>
                <a:gd name="connsiteX61" fmla="*/ 156858 w 249587"/>
                <a:gd name="connsiteY61" fmla="*/ 184411 h 237200"/>
                <a:gd name="connsiteX62" fmla="*/ 153942 w 249587"/>
                <a:gd name="connsiteY62" fmla="*/ 208742 h 237200"/>
                <a:gd name="connsiteX63" fmla="*/ 152775 w 249587"/>
                <a:gd name="connsiteY63" fmla="*/ 214491 h 237200"/>
                <a:gd name="connsiteX64" fmla="*/ 150026 w 249587"/>
                <a:gd name="connsiteY64" fmla="*/ 217741 h 237200"/>
                <a:gd name="connsiteX65" fmla="*/ 142859 w 249587"/>
                <a:gd name="connsiteY65" fmla="*/ 202326 h 237200"/>
                <a:gd name="connsiteX66" fmla="*/ 134610 w 249587"/>
                <a:gd name="connsiteY66" fmla="*/ 173912 h 237200"/>
                <a:gd name="connsiteX67" fmla="*/ 128444 w 249587"/>
                <a:gd name="connsiteY67" fmla="*/ 145997 h 237200"/>
                <a:gd name="connsiteX68" fmla="*/ 126611 w 249587"/>
                <a:gd name="connsiteY68" fmla="*/ 126499 h 237200"/>
                <a:gd name="connsiteX69" fmla="*/ 120278 w 249587"/>
                <a:gd name="connsiteY69" fmla="*/ 124833 h 237200"/>
                <a:gd name="connsiteX70" fmla="*/ 94530 w 249587"/>
                <a:gd name="connsiteY70" fmla="*/ 161163 h 237200"/>
                <a:gd name="connsiteX71" fmla="*/ 56700 w 249587"/>
                <a:gd name="connsiteY71" fmla="*/ 218991 h 237200"/>
                <a:gd name="connsiteX72" fmla="*/ 53784 w 249587"/>
                <a:gd name="connsiteY72" fmla="*/ 221907 h 237200"/>
                <a:gd name="connsiteX73" fmla="*/ 55450 w 249587"/>
                <a:gd name="connsiteY73" fmla="*/ 204576 h 237200"/>
                <a:gd name="connsiteX74" fmla="*/ 63866 w 249587"/>
                <a:gd name="connsiteY74" fmla="*/ 175495 h 237200"/>
                <a:gd name="connsiteX75" fmla="*/ 98113 w 249587"/>
                <a:gd name="connsiteY75" fmla="*/ 122916 h 237200"/>
                <a:gd name="connsiteX76" fmla="*/ 94614 w 249587"/>
                <a:gd name="connsiteY76" fmla="*/ 114584 h 237200"/>
                <a:gd name="connsiteX77" fmla="*/ 46118 w 249587"/>
                <a:gd name="connsiteY77" fmla="*/ 132832 h 237200"/>
                <a:gd name="connsiteX78" fmla="*/ 13037 w 249587"/>
                <a:gd name="connsiteY78" fmla="*/ 150330 h 237200"/>
                <a:gd name="connsiteX79" fmla="*/ 24703 w 249587"/>
                <a:gd name="connsiteY79" fmla="*/ 135082 h 237200"/>
                <a:gd name="connsiteX80" fmla="*/ 50284 w 249587"/>
                <a:gd name="connsiteY80" fmla="*/ 112667 h 237200"/>
                <a:gd name="connsiteX81" fmla="*/ 76032 w 249587"/>
                <a:gd name="connsiteY81" fmla="*/ 100502 h 237200"/>
                <a:gd name="connsiteX82" fmla="*/ 88864 w 249587"/>
                <a:gd name="connsiteY82" fmla="*/ 94419 h 237200"/>
                <a:gd name="connsiteX83" fmla="*/ 85781 w 249587"/>
                <a:gd name="connsiteY83" fmla="*/ 86919 h 237200"/>
                <a:gd name="connsiteX84" fmla="*/ 39952 w 249587"/>
                <a:gd name="connsiteY84" fmla="*/ 79004 h 237200"/>
                <a:gd name="connsiteX85" fmla="*/ 18120 w 249587"/>
                <a:gd name="connsiteY85" fmla="*/ 64588 h 237200"/>
                <a:gd name="connsiteX86" fmla="*/ 88697 w 249587"/>
                <a:gd name="connsiteY86" fmla="*/ 69921 h 237200"/>
                <a:gd name="connsiteX87" fmla="*/ 92030 w 249587"/>
                <a:gd name="connsiteY87" fmla="*/ 71254 h 237200"/>
                <a:gd name="connsiteX88" fmla="*/ 93447 w 249587"/>
                <a:gd name="connsiteY88" fmla="*/ 71088 h 237200"/>
                <a:gd name="connsiteX89" fmla="*/ 97196 w 249587"/>
                <a:gd name="connsiteY89" fmla="*/ 64588 h 237200"/>
                <a:gd name="connsiteX90" fmla="*/ 84864 w 249587"/>
                <a:gd name="connsiteY90" fmla="*/ 50089 h 237200"/>
                <a:gd name="connsiteX91" fmla="*/ 74615 w 249587"/>
                <a:gd name="connsiteY91" fmla="*/ 36674 h 237200"/>
                <a:gd name="connsiteX92" fmla="*/ 103529 w 249587"/>
                <a:gd name="connsiteY92" fmla="*/ 53422 h 237200"/>
                <a:gd name="connsiteX93" fmla="*/ 111112 w 249587"/>
                <a:gd name="connsiteY93" fmla="*/ 50339 h 237200"/>
                <a:gd name="connsiteX94" fmla="*/ 117445 w 249587"/>
                <a:gd name="connsiteY94" fmla="*/ 29341 h 237200"/>
                <a:gd name="connsiteX95" fmla="*/ 119695 w 249587"/>
                <a:gd name="connsiteY95" fmla="*/ 20925 h 237200"/>
                <a:gd name="connsiteX96" fmla="*/ 125111 w 249587"/>
                <a:gd name="connsiteY96" fmla="*/ 12593 h 237200"/>
                <a:gd name="connsiteX97" fmla="*/ 129360 w 249587"/>
                <a:gd name="connsiteY97" fmla="*/ 31841 h 237200"/>
                <a:gd name="connsiteX98" fmla="*/ 129860 w 249587"/>
                <a:gd name="connsiteY98" fmla="*/ 56172 h 237200"/>
                <a:gd name="connsiteX99" fmla="*/ 136110 w 249587"/>
                <a:gd name="connsiteY99" fmla="*/ 60922 h 237200"/>
                <a:gd name="connsiteX100" fmla="*/ 158358 w 249587"/>
                <a:gd name="connsiteY100" fmla="*/ 47756 h 237200"/>
                <a:gd name="connsiteX101" fmla="*/ 174857 w 249587"/>
                <a:gd name="connsiteY101" fmla="*/ 37924 h 237200"/>
                <a:gd name="connsiteX102" fmla="*/ 155524 w 249587"/>
                <a:gd name="connsiteY102" fmla="*/ 68921 h 237200"/>
                <a:gd name="connsiteX103" fmla="*/ 161108 w 249587"/>
                <a:gd name="connsiteY103" fmla="*/ 74504 h 237200"/>
                <a:gd name="connsiteX104" fmla="*/ 199437 w 249587"/>
                <a:gd name="connsiteY104" fmla="*/ 74921 h 237200"/>
                <a:gd name="connsiteX105" fmla="*/ 220519 w 249587"/>
                <a:gd name="connsiteY105" fmla="*/ 78087 h 237200"/>
                <a:gd name="connsiteX106" fmla="*/ 232684 w 249587"/>
                <a:gd name="connsiteY106" fmla="*/ 80003 h 237200"/>
                <a:gd name="connsiteX107" fmla="*/ 215353 w 249587"/>
                <a:gd name="connsiteY107" fmla="*/ 81753 h 237200"/>
                <a:gd name="connsiteX108" fmla="*/ 215353 w 249587"/>
                <a:gd name="connsiteY108" fmla="*/ 81753 h 23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249587" h="237200">
                  <a:moveTo>
                    <a:pt x="248099" y="76170"/>
                  </a:moveTo>
                  <a:cubicBezTo>
                    <a:pt x="239601" y="67171"/>
                    <a:pt x="220269" y="66338"/>
                    <a:pt x="208603" y="64755"/>
                  </a:cubicBezTo>
                  <a:cubicBezTo>
                    <a:pt x="195354" y="63005"/>
                    <a:pt x="182522" y="63422"/>
                    <a:pt x="169440" y="63422"/>
                  </a:cubicBezTo>
                  <a:cubicBezTo>
                    <a:pt x="172356" y="59255"/>
                    <a:pt x="176940" y="54672"/>
                    <a:pt x="178856" y="51756"/>
                  </a:cubicBezTo>
                  <a:cubicBezTo>
                    <a:pt x="183273" y="45007"/>
                    <a:pt x="188022" y="38840"/>
                    <a:pt x="190938" y="31258"/>
                  </a:cubicBezTo>
                  <a:cubicBezTo>
                    <a:pt x="192355" y="27675"/>
                    <a:pt x="188855" y="24758"/>
                    <a:pt x="185688" y="24425"/>
                  </a:cubicBezTo>
                  <a:cubicBezTo>
                    <a:pt x="178939" y="23675"/>
                    <a:pt x="171106" y="28841"/>
                    <a:pt x="165357" y="31841"/>
                  </a:cubicBezTo>
                  <a:cubicBezTo>
                    <a:pt x="156691" y="36424"/>
                    <a:pt x="148609" y="43257"/>
                    <a:pt x="139943" y="48173"/>
                  </a:cubicBezTo>
                  <a:cubicBezTo>
                    <a:pt x="140193" y="32008"/>
                    <a:pt x="138859" y="11093"/>
                    <a:pt x="126861" y="1094"/>
                  </a:cubicBezTo>
                  <a:cubicBezTo>
                    <a:pt x="125028" y="-406"/>
                    <a:pt x="123028" y="-323"/>
                    <a:pt x="121278" y="1094"/>
                  </a:cubicBezTo>
                  <a:cubicBezTo>
                    <a:pt x="111196" y="9010"/>
                    <a:pt x="107279" y="27508"/>
                    <a:pt x="103279" y="41007"/>
                  </a:cubicBezTo>
                  <a:cubicBezTo>
                    <a:pt x="92781" y="34258"/>
                    <a:pt x="82198" y="27841"/>
                    <a:pt x="69866" y="24675"/>
                  </a:cubicBezTo>
                  <a:cubicBezTo>
                    <a:pt x="67533" y="24092"/>
                    <a:pt x="64533" y="25425"/>
                    <a:pt x="64033" y="28008"/>
                  </a:cubicBezTo>
                  <a:cubicBezTo>
                    <a:pt x="61367" y="41340"/>
                    <a:pt x="77782" y="54422"/>
                    <a:pt x="86697" y="65005"/>
                  </a:cubicBezTo>
                  <a:cubicBezTo>
                    <a:pt x="83614" y="64255"/>
                    <a:pt x="80615" y="63422"/>
                    <a:pt x="77448" y="62922"/>
                  </a:cubicBezTo>
                  <a:cubicBezTo>
                    <a:pt x="69449" y="61505"/>
                    <a:pt x="61200" y="62755"/>
                    <a:pt x="53118" y="62255"/>
                  </a:cubicBezTo>
                  <a:cubicBezTo>
                    <a:pt x="37369" y="61255"/>
                    <a:pt x="21787" y="57089"/>
                    <a:pt x="6038" y="55506"/>
                  </a:cubicBezTo>
                  <a:cubicBezTo>
                    <a:pt x="1955" y="55089"/>
                    <a:pt x="1205" y="60755"/>
                    <a:pt x="4122" y="62672"/>
                  </a:cubicBezTo>
                  <a:cubicBezTo>
                    <a:pt x="14454" y="69421"/>
                    <a:pt x="22286" y="79170"/>
                    <a:pt x="33702" y="84336"/>
                  </a:cubicBezTo>
                  <a:cubicBezTo>
                    <a:pt x="43785" y="88919"/>
                    <a:pt x="54534" y="90919"/>
                    <a:pt x="65283" y="92919"/>
                  </a:cubicBezTo>
                  <a:cubicBezTo>
                    <a:pt x="62534" y="94086"/>
                    <a:pt x="59783" y="95335"/>
                    <a:pt x="57201" y="96669"/>
                  </a:cubicBezTo>
                  <a:cubicBezTo>
                    <a:pt x="48035" y="101335"/>
                    <a:pt x="39118" y="107251"/>
                    <a:pt x="31452" y="114167"/>
                  </a:cubicBezTo>
                  <a:cubicBezTo>
                    <a:pt x="23537" y="121250"/>
                    <a:pt x="14954" y="129166"/>
                    <a:pt x="9205" y="138165"/>
                  </a:cubicBezTo>
                  <a:cubicBezTo>
                    <a:pt x="5538" y="143914"/>
                    <a:pt x="-545" y="152747"/>
                    <a:pt x="39" y="159830"/>
                  </a:cubicBezTo>
                  <a:cubicBezTo>
                    <a:pt x="372" y="163663"/>
                    <a:pt x="3955" y="165746"/>
                    <a:pt x="7454" y="164079"/>
                  </a:cubicBezTo>
                  <a:cubicBezTo>
                    <a:pt x="20537" y="157746"/>
                    <a:pt x="32452" y="149164"/>
                    <a:pt x="45618" y="142664"/>
                  </a:cubicBezTo>
                  <a:cubicBezTo>
                    <a:pt x="56117" y="137498"/>
                    <a:pt x="66783" y="132915"/>
                    <a:pt x="77782" y="129166"/>
                  </a:cubicBezTo>
                  <a:cubicBezTo>
                    <a:pt x="67199" y="141248"/>
                    <a:pt x="59700" y="155997"/>
                    <a:pt x="53367" y="171079"/>
                  </a:cubicBezTo>
                  <a:cubicBezTo>
                    <a:pt x="47284" y="185577"/>
                    <a:pt x="33036" y="218074"/>
                    <a:pt x="44618" y="232990"/>
                  </a:cubicBezTo>
                  <a:cubicBezTo>
                    <a:pt x="56617" y="248488"/>
                    <a:pt x="72282" y="216741"/>
                    <a:pt x="76448" y="209658"/>
                  </a:cubicBezTo>
                  <a:cubicBezTo>
                    <a:pt x="84697" y="195910"/>
                    <a:pt x="93113" y="182328"/>
                    <a:pt x="101529" y="168662"/>
                  </a:cubicBezTo>
                  <a:cubicBezTo>
                    <a:pt x="107113" y="159580"/>
                    <a:pt x="112695" y="146747"/>
                    <a:pt x="120111" y="137748"/>
                  </a:cubicBezTo>
                  <a:cubicBezTo>
                    <a:pt x="120194" y="141498"/>
                    <a:pt x="119528" y="145664"/>
                    <a:pt x="119862" y="148664"/>
                  </a:cubicBezTo>
                  <a:cubicBezTo>
                    <a:pt x="120611" y="155580"/>
                    <a:pt x="122277" y="162329"/>
                    <a:pt x="123945" y="169079"/>
                  </a:cubicBezTo>
                  <a:cubicBezTo>
                    <a:pt x="125361" y="174995"/>
                    <a:pt x="126777" y="180911"/>
                    <a:pt x="128277" y="186827"/>
                  </a:cubicBezTo>
                  <a:cubicBezTo>
                    <a:pt x="131361" y="198659"/>
                    <a:pt x="134776" y="218824"/>
                    <a:pt x="145109" y="226907"/>
                  </a:cubicBezTo>
                  <a:cubicBezTo>
                    <a:pt x="160857" y="239239"/>
                    <a:pt x="164274" y="207909"/>
                    <a:pt x="165357" y="199576"/>
                  </a:cubicBezTo>
                  <a:cubicBezTo>
                    <a:pt x="167274" y="185494"/>
                    <a:pt x="166774" y="171329"/>
                    <a:pt x="165608" y="157163"/>
                  </a:cubicBezTo>
                  <a:cubicBezTo>
                    <a:pt x="164857" y="147914"/>
                    <a:pt x="161774" y="139498"/>
                    <a:pt x="159691" y="130832"/>
                  </a:cubicBezTo>
                  <a:cubicBezTo>
                    <a:pt x="176272" y="134832"/>
                    <a:pt x="193355" y="142664"/>
                    <a:pt x="207603" y="151247"/>
                  </a:cubicBezTo>
                  <a:cubicBezTo>
                    <a:pt x="215936" y="156247"/>
                    <a:pt x="224268" y="162829"/>
                    <a:pt x="229935" y="170912"/>
                  </a:cubicBezTo>
                  <a:cubicBezTo>
                    <a:pt x="232517" y="174578"/>
                    <a:pt x="233101" y="177995"/>
                    <a:pt x="237850" y="178745"/>
                  </a:cubicBezTo>
                  <a:cubicBezTo>
                    <a:pt x="241767" y="179328"/>
                    <a:pt x="244517" y="176578"/>
                    <a:pt x="243933" y="172662"/>
                  </a:cubicBezTo>
                  <a:cubicBezTo>
                    <a:pt x="241100" y="155080"/>
                    <a:pt x="229351" y="139248"/>
                    <a:pt x="217269" y="126749"/>
                  </a:cubicBezTo>
                  <a:cubicBezTo>
                    <a:pt x="211270" y="120583"/>
                    <a:pt x="204770" y="114667"/>
                    <a:pt x="197688" y="109834"/>
                  </a:cubicBezTo>
                  <a:cubicBezTo>
                    <a:pt x="193104" y="106668"/>
                    <a:pt x="183273" y="104085"/>
                    <a:pt x="177523" y="100335"/>
                  </a:cubicBezTo>
                  <a:cubicBezTo>
                    <a:pt x="189855" y="93252"/>
                    <a:pt x="208937" y="92419"/>
                    <a:pt x="221686" y="90752"/>
                  </a:cubicBezTo>
                  <a:cubicBezTo>
                    <a:pt x="230351" y="89586"/>
                    <a:pt x="244517" y="91002"/>
                    <a:pt x="248933" y="82420"/>
                  </a:cubicBezTo>
                  <a:cubicBezTo>
                    <a:pt x="250017" y="80337"/>
                    <a:pt x="249766" y="77920"/>
                    <a:pt x="248099" y="76170"/>
                  </a:cubicBezTo>
                  <a:lnTo>
                    <a:pt x="248099" y="76170"/>
                  </a:lnTo>
                  <a:close/>
                  <a:moveTo>
                    <a:pt x="215353" y="81753"/>
                  </a:moveTo>
                  <a:cubicBezTo>
                    <a:pt x="207603" y="82836"/>
                    <a:pt x="200021" y="84003"/>
                    <a:pt x="192355" y="85670"/>
                  </a:cubicBezTo>
                  <a:cubicBezTo>
                    <a:pt x="182772" y="87753"/>
                    <a:pt x="173773" y="90003"/>
                    <a:pt x="166107" y="96335"/>
                  </a:cubicBezTo>
                  <a:cubicBezTo>
                    <a:pt x="164524" y="97669"/>
                    <a:pt x="164191" y="100752"/>
                    <a:pt x="165357" y="102418"/>
                  </a:cubicBezTo>
                  <a:cubicBezTo>
                    <a:pt x="167607" y="105668"/>
                    <a:pt x="169607" y="106668"/>
                    <a:pt x="173024" y="108418"/>
                  </a:cubicBezTo>
                  <a:cubicBezTo>
                    <a:pt x="183022" y="113667"/>
                    <a:pt x="192355" y="118083"/>
                    <a:pt x="201104" y="125583"/>
                  </a:cubicBezTo>
                  <a:cubicBezTo>
                    <a:pt x="209603" y="132832"/>
                    <a:pt x="218186" y="141665"/>
                    <a:pt x="224602" y="151580"/>
                  </a:cubicBezTo>
                  <a:cubicBezTo>
                    <a:pt x="219436" y="147331"/>
                    <a:pt x="213769" y="143748"/>
                    <a:pt x="207937" y="140581"/>
                  </a:cubicBezTo>
                  <a:cubicBezTo>
                    <a:pt x="191854" y="131999"/>
                    <a:pt x="173024" y="123500"/>
                    <a:pt x="154942" y="120416"/>
                  </a:cubicBezTo>
                  <a:cubicBezTo>
                    <a:pt x="151109" y="119750"/>
                    <a:pt x="148692" y="122500"/>
                    <a:pt x="149192" y="126166"/>
                  </a:cubicBezTo>
                  <a:cubicBezTo>
                    <a:pt x="150275" y="134082"/>
                    <a:pt x="154025" y="141665"/>
                    <a:pt x="155192" y="149830"/>
                  </a:cubicBezTo>
                  <a:cubicBezTo>
                    <a:pt x="156775" y="161079"/>
                    <a:pt x="157275" y="172995"/>
                    <a:pt x="156858" y="184411"/>
                  </a:cubicBezTo>
                  <a:cubicBezTo>
                    <a:pt x="156608" y="192577"/>
                    <a:pt x="155441" y="200659"/>
                    <a:pt x="153942" y="208742"/>
                  </a:cubicBezTo>
                  <a:lnTo>
                    <a:pt x="152775" y="214491"/>
                  </a:lnTo>
                  <a:cubicBezTo>
                    <a:pt x="152942" y="219991"/>
                    <a:pt x="152025" y="221074"/>
                    <a:pt x="150026" y="217741"/>
                  </a:cubicBezTo>
                  <a:cubicBezTo>
                    <a:pt x="146526" y="215741"/>
                    <a:pt x="144192" y="205825"/>
                    <a:pt x="142859" y="202326"/>
                  </a:cubicBezTo>
                  <a:cubicBezTo>
                    <a:pt x="139527" y="193077"/>
                    <a:pt x="137026" y="183494"/>
                    <a:pt x="134610" y="173912"/>
                  </a:cubicBezTo>
                  <a:cubicBezTo>
                    <a:pt x="132277" y="164829"/>
                    <a:pt x="129111" y="155497"/>
                    <a:pt x="128444" y="145997"/>
                  </a:cubicBezTo>
                  <a:cubicBezTo>
                    <a:pt x="127944" y="139081"/>
                    <a:pt x="130443" y="132665"/>
                    <a:pt x="126611" y="126499"/>
                  </a:cubicBezTo>
                  <a:cubicBezTo>
                    <a:pt x="125361" y="124583"/>
                    <a:pt x="122361" y="123333"/>
                    <a:pt x="120278" y="124833"/>
                  </a:cubicBezTo>
                  <a:cubicBezTo>
                    <a:pt x="108946" y="133249"/>
                    <a:pt x="102030" y="149497"/>
                    <a:pt x="94530" y="161163"/>
                  </a:cubicBezTo>
                  <a:cubicBezTo>
                    <a:pt x="82365" y="180244"/>
                    <a:pt x="67283" y="199076"/>
                    <a:pt x="56700" y="218991"/>
                  </a:cubicBezTo>
                  <a:cubicBezTo>
                    <a:pt x="54534" y="223074"/>
                    <a:pt x="56284" y="227573"/>
                    <a:pt x="53784" y="221907"/>
                  </a:cubicBezTo>
                  <a:cubicBezTo>
                    <a:pt x="51617" y="216908"/>
                    <a:pt x="54450" y="209825"/>
                    <a:pt x="55450" y="204576"/>
                  </a:cubicBezTo>
                  <a:cubicBezTo>
                    <a:pt x="57450" y="194743"/>
                    <a:pt x="60284" y="184911"/>
                    <a:pt x="63866" y="175495"/>
                  </a:cubicBezTo>
                  <a:cubicBezTo>
                    <a:pt x="71282" y="156163"/>
                    <a:pt x="81282" y="135748"/>
                    <a:pt x="98113" y="122916"/>
                  </a:cubicBezTo>
                  <a:cubicBezTo>
                    <a:pt x="101863" y="120083"/>
                    <a:pt x="99947" y="112917"/>
                    <a:pt x="94614" y="114584"/>
                  </a:cubicBezTo>
                  <a:cubicBezTo>
                    <a:pt x="77949" y="119750"/>
                    <a:pt x="61950" y="125499"/>
                    <a:pt x="46118" y="132832"/>
                  </a:cubicBezTo>
                  <a:cubicBezTo>
                    <a:pt x="34785" y="138082"/>
                    <a:pt x="24037" y="144498"/>
                    <a:pt x="13037" y="150330"/>
                  </a:cubicBezTo>
                  <a:cubicBezTo>
                    <a:pt x="16538" y="144248"/>
                    <a:pt x="22120" y="137832"/>
                    <a:pt x="24703" y="135082"/>
                  </a:cubicBezTo>
                  <a:cubicBezTo>
                    <a:pt x="32535" y="126749"/>
                    <a:pt x="40619" y="118917"/>
                    <a:pt x="50284" y="112667"/>
                  </a:cubicBezTo>
                  <a:cubicBezTo>
                    <a:pt x="58284" y="107501"/>
                    <a:pt x="66783" y="102668"/>
                    <a:pt x="76032" y="100502"/>
                  </a:cubicBezTo>
                  <a:cubicBezTo>
                    <a:pt x="81531" y="99252"/>
                    <a:pt x="85281" y="99168"/>
                    <a:pt x="88864" y="94419"/>
                  </a:cubicBezTo>
                  <a:cubicBezTo>
                    <a:pt x="90780" y="91836"/>
                    <a:pt x="88780" y="87503"/>
                    <a:pt x="85781" y="86919"/>
                  </a:cubicBezTo>
                  <a:cubicBezTo>
                    <a:pt x="70616" y="83836"/>
                    <a:pt x="54700" y="84003"/>
                    <a:pt x="39952" y="79004"/>
                  </a:cubicBezTo>
                  <a:cubicBezTo>
                    <a:pt x="30536" y="75837"/>
                    <a:pt x="24453" y="70338"/>
                    <a:pt x="18120" y="64588"/>
                  </a:cubicBezTo>
                  <a:cubicBezTo>
                    <a:pt x="41535" y="67671"/>
                    <a:pt x="65033" y="72004"/>
                    <a:pt x="88697" y="69921"/>
                  </a:cubicBezTo>
                  <a:cubicBezTo>
                    <a:pt x="89364" y="70838"/>
                    <a:pt x="90447" y="71421"/>
                    <a:pt x="92030" y="71254"/>
                  </a:cubicBezTo>
                  <a:cubicBezTo>
                    <a:pt x="92531" y="71171"/>
                    <a:pt x="92947" y="71171"/>
                    <a:pt x="93447" y="71088"/>
                  </a:cubicBezTo>
                  <a:cubicBezTo>
                    <a:pt x="96447" y="70838"/>
                    <a:pt x="99196" y="67505"/>
                    <a:pt x="97196" y="64588"/>
                  </a:cubicBezTo>
                  <a:cubicBezTo>
                    <a:pt x="93614" y="59422"/>
                    <a:pt x="88780" y="55089"/>
                    <a:pt x="84864" y="50089"/>
                  </a:cubicBezTo>
                  <a:cubicBezTo>
                    <a:pt x="82865" y="47506"/>
                    <a:pt x="77365" y="41757"/>
                    <a:pt x="74615" y="36674"/>
                  </a:cubicBezTo>
                  <a:cubicBezTo>
                    <a:pt x="84864" y="41174"/>
                    <a:pt x="94113" y="47423"/>
                    <a:pt x="103529" y="53422"/>
                  </a:cubicBezTo>
                  <a:cubicBezTo>
                    <a:pt x="106445" y="55256"/>
                    <a:pt x="110112" y="53422"/>
                    <a:pt x="111112" y="50339"/>
                  </a:cubicBezTo>
                  <a:cubicBezTo>
                    <a:pt x="113362" y="43340"/>
                    <a:pt x="115529" y="36341"/>
                    <a:pt x="117445" y="29341"/>
                  </a:cubicBezTo>
                  <a:cubicBezTo>
                    <a:pt x="118195" y="26508"/>
                    <a:pt x="118862" y="23675"/>
                    <a:pt x="119695" y="20925"/>
                  </a:cubicBezTo>
                  <a:cubicBezTo>
                    <a:pt x="120862" y="17009"/>
                    <a:pt x="120528" y="9010"/>
                    <a:pt x="125111" y="12593"/>
                  </a:cubicBezTo>
                  <a:cubicBezTo>
                    <a:pt x="129777" y="16176"/>
                    <a:pt x="128777" y="26425"/>
                    <a:pt x="129360" y="31841"/>
                  </a:cubicBezTo>
                  <a:cubicBezTo>
                    <a:pt x="130277" y="40257"/>
                    <a:pt x="130360" y="47756"/>
                    <a:pt x="129860" y="56172"/>
                  </a:cubicBezTo>
                  <a:cubicBezTo>
                    <a:pt x="129694" y="59172"/>
                    <a:pt x="133194" y="62088"/>
                    <a:pt x="136110" y="60922"/>
                  </a:cubicBezTo>
                  <a:cubicBezTo>
                    <a:pt x="144192" y="57755"/>
                    <a:pt x="150942" y="52173"/>
                    <a:pt x="158358" y="47756"/>
                  </a:cubicBezTo>
                  <a:cubicBezTo>
                    <a:pt x="162358" y="45340"/>
                    <a:pt x="168691" y="40840"/>
                    <a:pt x="174857" y="37924"/>
                  </a:cubicBezTo>
                  <a:cubicBezTo>
                    <a:pt x="167440" y="48090"/>
                    <a:pt x="156858" y="57339"/>
                    <a:pt x="155524" y="68921"/>
                  </a:cubicBezTo>
                  <a:cubicBezTo>
                    <a:pt x="155192" y="72004"/>
                    <a:pt x="158358" y="74504"/>
                    <a:pt x="161108" y="74504"/>
                  </a:cubicBezTo>
                  <a:cubicBezTo>
                    <a:pt x="174024" y="74754"/>
                    <a:pt x="186522" y="73587"/>
                    <a:pt x="199437" y="74921"/>
                  </a:cubicBezTo>
                  <a:cubicBezTo>
                    <a:pt x="206520" y="75671"/>
                    <a:pt x="213520" y="76670"/>
                    <a:pt x="220519" y="78087"/>
                  </a:cubicBezTo>
                  <a:cubicBezTo>
                    <a:pt x="223352" y="78670"/>
                    <a:pt x="228268" y="79087"/>
                    <a:pt x="232684" y="80003"/>
                  </a:cubicBezTo>
                  <a:cubicBezTo>
                    <a:pt x="226268" y="81253"/>
                    <a:pt x="217519" y="81503"/>
                    <a:pt x="215353" y="81753"/>
                  </a:cubicBezTo>
                  <a:lnTo>
                    <a:pt x="215353" y="81753"/>
                  </a:lnTo>
                  <a:close/>
                </a:path>
              </a:pathLst>
            </a:custGeom>
            <a:grpFill/>
            <a:ln w="8332" cap="flat">
              <a:noFill/>
              <a:prstDash val="solid"/>
              <a:miter/>
            </a:ln>
          </p:spPr>
          <p:txBody>
            <a:bodyPr rtlCol="0" anchor="ctr"/>
            <a:lstStyle/>
            <a:p>
              <a:endParaRPr lang="en-US"/>
            </a:p>
          </p:txBody>
        </p:sp>
        <p:sp>
          <p:nvSpPr>
            <p:cNvPr id="1904" name="Freeform: Shape 1903"/>
            <p:cNvSpPr/>
            <p:nvPr/>
          </p:nvSpPr>
          <p:spPr>
            <a:xfrm>
              <a:off x="6785077" y="3893134"/>
              <a:ext cx="414962" cy="401130"/>
            </a:xfrm>
            <a:custGeom>
              <a:avLst/>
              <a:gdLst>
                <a:gd name="connsiteX0" fmla="*/ 412545 w 414962"/>
                <a:gd name="connsiteY0" fmla="*/ 182009 h 401130"/>
                <a:gd name="connsiteX1" fmla="*/ 330886 w 414962"/>
                <a:gd name="connsiteY1" fmla="*/ 40938 h 401130"/>
                <a:gd name="connsiteX2" fmla="*/ 181649 w 414962"/>
                <a:gd name="connsiteY2" fmla="*/ 2109 h 401130"/>
                <a:gd name="connsiteX3" fmla="*/ 97824 w 414962"/>
                <a:gd name="connsiteY3" fmla="*/ 34106 h 401130"/>
                <a:gd name="connsiteX4" fmla="*/ 40162 w 414962"/>
                <a:gd name="connsiteY4" fmla="*/ 87684 h 401130"/>
                <a:gd name="connsiteX5" fmla="*/ 5332 w 414962"/>
                <a:gd name="connsiteY5" fmla="*/ 255836 h 401130"/>
                <a:gd name="connsiteX6" fmla="*/ 239727 w 414962"/>
                <a:gd name="connsiteY6" fmla="*/ 400239 h 401130"/>
                <a:gd name="connsiteX7" fmla="*/ 372299 w 414962"/>
                <a:gd name="connsiteY7" fmla="*/ 330329 h 401130"/>
                <a:gd name="connsiteX8" fmla="*/ 408796 w 414962"/>
                <a:gd name="connsiteY8" fmla="*/ 260669 h 401130"/>
                <a:gd name="connsiteX9" fmla="*/ 412545 w 414962"/>
                <a:gd name="connsiteY9" fmla="*/ 182009 h 401130"/>
                <a:gd name="connsiteX10" fmla="*/ 412545 w 414962"/>
                <a:gd name="connsiteY10" fmla="*/ 182009 h 401130"/>
                <a:gd name="connsiteX11" fmla="*/ 380548 w 414962"/>
                <a:gd name="connsiteY11" fmla="*/ 290583 h 401130"/>
                <a:gd name="connsiteX12" fmla="*/ 272058 w 414962"/>
                <a:gd name="connsiteY12" fmla="*/ 380491 h 401130"/>
                <a:gd name="connsiteX13" fmla="*/ 19664 w 414962"/>
                <a:gd name="connsiteY13" fmla="*/ 260252 h 401130"/>
                <a:gd name="connsiteX14" fmla="*/ 48328 w 414962"/>
                <a:gd name="connsiteY14" fmla="*/ 102349 h 401130"/>
                <a:gd name="connsiteX15" fmla="*/ 187065 w 414962"/>
                <a:gd name="connsiteY15" fmla="*/ 15608 h 401130"/>
                <a:gd name="connsiteX16" fmla="*/ 187482 w 414962"/>
                <a:gd name="connsiteY16" fmla="*/ 15441 h 401130"/>
                <a:gd name="connsiteX17" fmla="*/ 292889 w 414962"/>
                <a:gd name="connsiteY17" fmla="*/ 32939 h 401130"/>
                <a:gd name="connsiteX18" fmla="*/ 385214 w 414962"/>
                <a:gd name="connsiteY18" fmla="*/ 140263 h 401130"/>
                <a:gd name="connsiteX19" fmla="*/ 380548 w 414962"/>
                <a:gd name="connsiteY19" fmla="*/ 290583 h 401130"/>
                <a:gd name="connsiteX20" fmla="*/ 380548 w 414962"/>
                <a:gd name="connsiteY20" fmla="*/ 290583 h 401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14962" h="401130">
                  <a:moveTo>
                    <a:pt x="412545" y="182009"/>
                  </a:moveTo>
                  <a:cubicBezTo>
                    <a:pt x="405296" y="128264"/>
                    <a:pt x="372465" y="75519"/>
                    <a:pt x="330886" y="40938"/>
                  </a:cubicBezTo>
                  <a:cubicBezTo>
                    <a:pt x="288723" y="5941"/>
                    <a:pt x="235395" y="-5141"/>
                    <a:pt x="181649" y="2109"/>
                  </a:cubicBezTo>
                  <a:cubicBezTo>
                    <a:pt x="151402" y="6192"/>
                    <a:pt x="122488" y="15774"/>
                    <a:pt x="97824" y="34106"/>
                  </a:cubicBezTo>
                  <a:cubicBezTo>
                    <a:pt x="77159" y="49438"/>
                    <a:pt x="55327" y="66769"/>
                    <a:pt x="40162" y="87684"/>
                  </a:cubicBezTo>
                  <a:cubicBezTo>
                    <a:pt x="5332" y="135847"/>
                    <a:pt x="-8584" y="198091"/>
                    <a:pt x="5332" y="255836"/>
                  </a:cubicBezTo>
                  <a:cubicBezTo>
                    <a:pt x="27746" y="354993"/>
                    <a:pt x="144069" y="408822"/>
                    <a:pt x="239727" y="400239"/>
                  </a:cubicBezTo>
                  <a:cubicBezTo>
                    <a:pt x="292389" y="395573"/>
                    <a:pt x="339718" y="372325"/>
                    <a:pt x="372299" y="330329"/>
                  </a:cubicBezTo>
                  <a:cubicBezTo>
                    <a:pt x="388797" y="309081"/>
                    <a:pt x="401213" y="286416"/>
                    <a:pt x="408796" y="260669"/>
                  </a:cubicBezTo>
                  <a:cubicBezTo>
                    <a:pt x="416378" y="234838"/>
                    <a:pt x="416128" y="208590"/>
                    <a:pt x="412545" y="182009"/>
                  </a:cubicBezTo>
                  <a:lnTo>
                    <a:pt x="412545" y="182009"/>
                  </a:lnTo>
                  <a:close/>
                  <a:moveTo>
                    <a:pt x="380548" y="290583"/>
                  </a:moveTo>
                  <a:cubicBezTo>
                    <a:pt x="357467" y="333662"/>
                    <a:pt x="320220" y="368159"/>
                    <a:pt x="272058" y="380491"/>
                  </a:cubicBezTo>
                  <a:cubicBezTo>
                    <a:pt x="176233" y="405072"/>
                    <a:pt x="50828" y="361743"/>
                    <a:pt x="19664" y="260252"/>
                  </a:cubicBezTo>
                  <a:cubicBezTo>
                    <a:pt x="3832" y="208840"/>
                    <a:pt x="17831" y="145429"/>
                    <a:pt x="48328" y="102349"/>
                  </a:cubicBezTo>
                  <a:cubicBezTo>
                    <a:pt x="82408" y="54270"/>
                    <a:pt x="130820" y="29190"/>
                    <a:pt x="187065" y="15608"/>
                  </a:cubicBezTo>
                  <a:cubicBezTo>
                    <a:pt x="187232" y="15524"/>
                    <a:pt x="187399" y="15524"/>
                    <a:pt x="187482" y="15441"/>
                  </a:cubicBezTo>
                  <a:cubicBezTo>
                    <a:pt x="223645" y="11274"/>
                    <a:pt x="261976" y="16107"/>
                    <a:pt x="292889" y="32939"/>
                  </a:cubicBezTo>
                  <a:cubicBezTo>
                    <a:pt x="334302" y="55604"/>
                    <a:pt x="366299" y="97767"/>
                    <a:pt x="385214" y="140263"/>
                  </a:cubicBezTo>
                  <a:cubicBezTo>
                    <a:pt x="405962" y="187092"/>
                    <a:pt x="404879" y="245420"/>
                    <a:pt x="380548" y="290583"/>
                  </a:cubicBezTo>
                  <a:lnTo>
                    <a:pt x="380548" y="290583"/>
                  </a:lnTo>
                  <a:close/>
                </a:path>
              </a:pathLst>
            </a:custGeom>
            <a:grpFill/>
            <a:ln w="8332" cap="flat">
              <a:noFill/>
              <a:prstDash val="solid"/>
              <a:miter/>
            </a:ln>
          </p:spPr>
          <p:txBody>
            <a:bodyPr rtlCol="0" anchor="ctr"/>
            <a:lstStyle/>
            <a:p>
              <a:endParaRPr lang="en-US"/>
            </a:p>
          </p:txBody>
        </p:sp>
        <p:sp>
          <p:nvSpPr>
            <p:cNvPr id="1905" name="Freeform: Shape 1904"/>
            <p:cNvSpPr/>
            <p:nvPr/>
          </p:nvSpPr>
          <p:spPr>
            <a:xfrm>
              <a:off x="6972795" y="3972288"/>
              <a:ext cx="46300" cy="55259"/>
            </a:xfrm>
            <a:custGeom>
              <a:avLst/>
              <a:gdLst>
                <a:gd name="connsiteX0" fmla="*/ 45761 w 46300"/>
                <a:gd name="connsiteY0" fmla="*/ 37028 h 55259"/>
                <a:gd name="connsiteX1" fmla="*/ 25346 w 46300"/>
                <a:gd name="connsiteY1" fmla="*/ 7114 h 55259"/>
                <a:gd name="connsiteX2" fmla="*/ 10514 w 46300"/>
                <a:gd name="connsiteY2" fmla="*/ 1698 h 55259"/>
                <a:gd name="connsiteX3" fmla="*/ 15 w 46300"/>
                <a:gd name="connsiteY3" fmla="*/ 28445 h 55259"/>
                <a:gd name="connsiteX4" fmla="*/ 12681 w 46300"/>
                <a:gd name="connsiteY4" fmla="*/ 54859 h 55259"/>
                <a:gd name="connsiteX5" fmla="*/ 17014 w 46300"/>
                <a:gd name="connsiteY5" fmla="*/ 50527 h 55259"/>
                <a:gd name="connsiteX6" fmla="*/ 11431 w 46300"/>
                <a:gd name="connsiteY6" fmla="*/ 28445 h 55259"/>
                <a:gd name="connsiteX7" fmla="*/ 13514 w 46300"/>
                <a:gd name="connsiteY7" fmla="*/ 15363 h 55259"/>
                <a:gd name="connsiteX8" fmla="*/ 15013 w 46300"/>
                <a:gd name="connsiteY8" fmla="*/ 10530 h 55259"/>
                <a:gd name="connsiteX9" fmla="*/ 19347 w 46300"/>
                <a:gd name="connsiteY9" fmla="*/ 11947 h 55259"/>
                <a:gd name="connsiteX10" fmla="*/ 29513 w 46300"/>
                <a:gd name="connsiteY10" fmla="*/ 28445 h 55259"/>
                <a:gd name="connsiteX11" fmla="*/ 41011 w 46300"/>
                <a:gd name="connsiteY11" fmla="*/ 41861 h 55259"/>
                <a:gd name="connsiteX12" fmla="*/ 45761 w 46300"/>
                <a:gd name="connsiteY12" fmla="*/ 37028 h 55259"/>
                <a:gd name="connsiteX13" fmla="*/ 45761 w 46300"/>
                <a:gd name="connsiteY13" fmla="*/ 37028 h 55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6300" h="55259">
                  <a:moveTo>
                    <a:pt x="45761" y="37028"/>
                  </a:moveTo>
                  <a:cubicBezTo>
                    <a:pt x="38762" y="27195"/>
                    <a:pt x="32262" y="16946"/>
                    <a:pt x="25346" y="7114"/>
                  </a:cubicBezTo>
                  <a:cubicBezTo>
                    <a:pt x="21846" y="2115"/>
                    <a:pt x="16514" y="-2635"/>
                    <a:pt x="10514" y="1698"/>
                  </a:cubicBezTo>
                  <a:cubicBezTo>
                    <a:pt x="3598" y="6697"/>
                    <a:pt x="182" y="20613"/>
                    <a:pt x="15" y="28445"/>
                  </a:cubicBezTo>
                  <a:cubicBezTo>
                    <a:pt x="-235" y="39611"/>
                    <a:pt x="2598" y="49693"/>
                    <a:pt x="12681" y="54859"/>
                  </a:cubicBezTo>
                  <a:cubicBezTo>
                    <a:pt x="15680" y="56359"/>
                    <a:pt x="18263" y="53360"/>
                    <a:pt x="17014" y="50527"/>
                  </a:cubicBezTo>
                  <a:cubicBezTo>
                    <a:pt x="14014" y="43611"/>
                    <a:pt x="11930" y="36028"/>
                    <a:pt x="11431" y="28445"/>
                  </a:cubicBezTo>
                  <a:cubicBezTo>
                    <a:pt x="11097" y="23946"/>
                    <a:pt x="12264" y="19613"/>
                    <a:pt x="13514" y="15363"/>
                  </a:cubicBezTo>
                  <a:cubicBezTo>
                    <a:pt x="14014" y="13696"/>
                    <a:pt x="14514" y="12113"/>
                    <a:pt x="15013" y="10530"/>
                  </a:cubicBezTo>
                  <a:cubicBezTo>
                    <a:pt x="16930" y="8281"/>
                    <a:pt x="18430" y="8781"/>
                    <a:pt x="19347" y="11947"/>
                  </a:cubicBezTo>
                  <a:cubicBezTo>
                    <a:pt x="23680" y="16030"/>
                    <a:pt x="26263" y="23529"/>
                    <a:pt x="29513" y="28445"/>
                  </a:cubicBezTo>
                  <a:cubicBezTo>
                    <a:pt x="32845" y="33445"/>
                    <a:pt x="36179" y="38194"/>
                    <a:pt x="41011" y="41861"/>
                  </a:cubicBezTo>
                  <a:cubicBezTo>
                    <a:pt x="43761" y="43944"/>
                    <a:pt x="47761" y="39861"/>
                    <a:pt x="45761" y="37028"/>
                  </a:cubicBezTo>
                  <a:lnTo>
                    <a:pt x="45761" y="37028"/>
                  </a:lnTo>
                  <a:close/>
                </a:path>
              </a:pathLst>
            </a:custGeom>
            <a:grpFill/>
            <a:ln w="8332" cap="flat">
              <a:noFill/>
              <a:prstDash val="solid"/>
              <a:miter/>
            </a:ln>
          </p:spPr>
          <p:txBody>
            <a:bodyPr rtlCol="0" anchor="ctr"/>
            <a:lstStyle/>
            <a:p>
              <a:endParaRPr lang="en-US"/>
            </a:p>
          </p:txBody>
        </p:sp>
        <p:sp>
          <p:nvSpPr>
            <p:cNvPr id="1906" name="Freeform: Shape 1905"/>
            <p:cNvSpPr/>
            <p:nvPr/>
          </p:nvSpPr>
          <p:spPr>
            <a:xfrm>
              <a:off x="6872279" y="3914647"/>
              <a:ext cx="249588" cy="237117"/>
            </a:xfrm>
            <a:custGeom>
              <a:avLst/>
              <a:gdLst>
                <a:gd name="connsiteX0" fmla="*/ 248100 w 249588"/>
                <a:gd name="connsiteY0" fmla="*/ 76170 h 237117"/>
                <a:gd name="connsiteX1" fmla="*/ 208604 w 249588"/>
                <a:gd name="connsiteY1" fmla="*/ 64755 h 237117"/>
                <a:gd name="connsiteX2" fmla="*/ 169441 w 249588"/>
                <a:gd name="connsiteY2" fmla="*/ 63422 h 237117"/>
                <a:gd name="connsiteX3" fmla="*/ 178856 w 249588"/>
                <a:gd name="connsiteY3" fmla="*/ 51756 h 237117"/>
                <a:gd name="connsiteX4" fmla="*/ 190939 w 249588"/>
                <a:gd name="connsiteY4" fmla="*/ 31258 h 237117"/>
                <a:gd name="connsiteX5" fmla="*/ 185689 w 249588"/>
                <a:gd name="connsiteY5" fmla="*/ 24425 h 237117"/>
                <a:gd name="connsiteX6" fmla="*/ 165358 w 249588"/>
                <a:gd name="connsiteY6" fmla="*/ 31841 h 237117"/>
                <a:gd name="connsiteX7" fmla="*/ 139943 w 249588"/>
                <a:gd name="connsiteY7" fmla="*/ 48173 h 237117"/>
                <a:gd name="connsiteX8" fmla="*/ 126861 w 249588"/>
                <a:gd name="connsiteY8" fmla="*/ 1094 h 237117"/>
                <a:gd name="connsiteX9" fmla="*/ 121278 w 249588"/>
                <a:gd name="connsiteY9" fmla="*/ 1094 h 237117"/>
                <a:gd name="connsiteX10" fmla="*/ 103280 w 249588"/>
                <a:gd name="connsiteY10" fmla="*/ 41007 h 237117"/>
                <a:gd name="connsiteX11" fmla="*/ 69866 w 249588"/>
                <a:gd name="connsiteY11" fmla="*/ 24675 h 237117"/>
                <a:gd name="connsiteX12" fmla="*/ 64033 w 249588"/>
                <a:gd name="connsiteY12" fmla="*/ 28008 h 237117"/>
                <a:gd name="connsiteX13" fmla="*/ 86698 w 249588"/>
                <a:gd name="connsiteY13" fmla="*/ 65005 h 237117"/>
                <a:gd name="connsiteX14" fmla="*/ 77449 w 249588"/>
                <a:gd name="connsiteY14" fmla="*/ 62922 h 237117"/>
                <a:gd name="connsiteX15" fmla="*/ 53118 w 249588"/>
                <a:gd name="connsiteY15" fmla="*/ 62255 h 237117"/>
                <a:gd name="connsiteX16" fmla="*/ 6039 w 249588"/>
                <a:gd name="connsiteY16" fmla="*/ 55506 h 237117"/>
                <a:gd name="connsiteX17" fmla="*/ 4122 w 249588"/>
                <a:gd name="connsiteY17" fmla="*/ 62672 h 237117"/>
                <a:gd name="connsiteX18" fmla="*/ 33703 w 249588"/>
                <a:gd name="connsiteY18" fmla="*/ 84336 h 237117"/>
                <a:gd name="connsiteX19" fmla="*/ 65283 w 249588"/>
                <a:gd name="connsiteY19" fmla="*/ 92919 h 237117"/>
                <a:gd name="connsiteX20" fmla="*/ 57200 w 249588"/>
                <a:gd name="connsiteY20" fmla="*/ 96669 h 237117"/>
                <a:gd name="connsiteX21" fmla="*/ 31453 w 249588"/>
                <a:gd name="connsiteY21" fmla="*/ 114167 h 237117"/>
                <a:gd name="connsiteX22" fmla="*/ 9205 w 249588"/>
                <a:gd name="connsiteY22" fmla="*/ 138165 h 237117"/>
                <a:gd name="connsiteX23" fmla="*/ 39 w 249588"/>
                <a:gd name="connsiteY23" fmla="*/ 159829 h 237117"/>
                <a:gd name="connsiteX24" fmla="*/ 7455 w 249588"/>
                <a:gd name="connsiteY24" fmla="*/ 164079 h 237117"/>
                <a:gd name="connsiteX25" fmla="*/ 45619 w 249588"/>
                <a:gd name="connsiteY25" fmla="*/ 142664 h 237117"/>
                <a:gd name="connsiteX26" fmla="*/ 77782 w 249588"/>
                <a:gd name="connsiteY26" fmla="*/ 129166 h 237117"/>
                <a:gd name="connsiteX27" fmla="*/ 53368 w 249588"/>
                <a:gd name="connsiteY27" fmla="*/ 171079 h 237117"/>
                <a:gd name="connsiteX28" fmla="*/ 44619 w 249588"/>
                <a:gd name="connsiteY28" fmla="*/ 232906 h 237117"/>
                <a:gd name="connsiteX29" fmla="*/ 76449 w 249588"/>
                <a:gd name="connsiteY29" fmla="*/ 209575 h 237117"/>
                <a:gd name="connsiteX30" fmla="*/ 101530 w 249588"/>
                <a:gd name="connsiteY30" fmla="*/ 168579 h 237117"/>
                <a:gd name="connsiteX31" fmla="*/ 120112 w 249588"/>
                <a:gd name="connsiteY31" fmla="*/ 137582 h 237117"/>
                <a:gd name="connsiteX32" fmla="*/ 119862 w 249588"/>
                <a:gd name="connsiteY32" fmla="*/ 148497 h 237117"/>
                <a:gd name="connsiteX33" fmla="*/ 123945 w 249588"/>
                <a:gd name="connsiteY33" fmla="*/ 168912 h 237117"/>
                <a:gd name="connsiteX34" fmla="*/ 128278 w 249588"/>
                <a:gd name="connsiteY34" fmla="*/ 186661 h 237117"/>
                <a:gd name="connsiteX35" fmla="*/ 145110 w 249588"/>
                <a:gd name="connsiteY35" fmla="*/ 226740 h 237117"/>
                <a:gd name="connsiteX36" fmla="*/ 165358 w 249588"/>
                <a:gd name="connsiteY36" fmla="*/ 199409 h 237117"/>
                <a:gd name="connsiteX37" fmla="*/ 165607 w 249588"/>
                <a:gd name="connsiteY37" fmla="*/ 156997 h 237117"/>
                <a:gd name="connsiteX38" fmla="*/ 159692 w 249588"/>
                <a:gd name="connsiteY38" fmla="*/ 130665 h 237117"/>
                <a:gd name="connsiteX39" fmla="*/ 207604 w 249588"/>
                <a:gd name="connsiteY39" fmla="*/ 151080 h 237117"/>
                <a:gd name="connsiteX40" fmla="*/ 229935 w 249588"/>
                <a:gd name="connsiteY40" fmla="*/ 170746 h 237117"/>
                <a:gd name="connsiteX41" fmla="*/ 237851 w 249588"/>
                <a:gd name="connsiteY41" fmla="*/ 178578 h 237117"/>
                <a:gd name="connsiteX42" fmla="*/ 243934 w 249588"/>
                <a:gd name="connsiteY42" fmla="*/ 172495 h 237117"/>
                <a:gd name="connsiteX43" fmla="*/ 217270 w 249588"/>
                <a:gd name="connsiteY43" fmla="*/ 126582 h 237117"/>
                <a:gd name="connsiteX44" fmla="*/ 197688 w 249588"/>
                <a:gd name="connsiteY44" fmla="*/ 109668 h 237117"/>
                <a:gd name="connsiteX45" fmla="*/ 177523 w 249588"/>
                <a:gd name="connsiteY45" fmla="*/ 100168 h 237117"/>
                <a:gd name="connsiteX46" fmla="*/ 221686 w 249588"/>
                <a:gd name="connsiteY46" fmla="*/ 90586 h 237117"/>
                <a:gd name="connsiteX47" fmla="*/ 248933 w 249588"/>
                <a:gd name="connsiteY47" fmla="*/ 82253 h 237117"/>
                <a:gd name="connsiteX48" fmla="*/ 248100 w 249588"/>
                <a:gd name="connsiteY48" fmla="*/ 76170 h 237117"/>
                <a:gd name="connsiteX49" fmla="*/ 248100 w 249588"/>
                <a:gd name="connsiteY49" fmla="*/ 76170 h 237117"/>
                <a:gd name="connsiteX50" fmla="*/ 215353 w 249588"/>
                <a:gd name="connsiteY50" fmla="*/ 81753 h 237117"/>
                <a:gd name="connsiteX51" fmla="*/ 192355 w 249588"/>
                <a:gd name="connsiteY51" fmla="*/ 85670 h 237117"/>
                <a:gd name="connsiteX52" fmla="*/ 166107 w 249588"/>
                <a:gd name="connsiteY52" fmla="*/ 96335 h 237117"/>
                <a:gd name="connsiteX53" fmla="*/ 165358 w 249588"/>
                <a:gd name="connsiteY53" fmla="*/ 102418 h 237117"/>
                <a:gd name="connsiteX54" fmla="*/ 173024 w 249588"/>
                <a:gd name="connsiteY54" fmla="*/ 108417 h 237117"/>
                <a:gd name="connsiteX55" fmla="*/ 201104 w 249588"/>
                <a:gd name="connsiteY55" fmla="*/ 125583 h 237117"/>
                <a:gd name="connsiteX56" fmla="*/ 224602 w 249588"/>
                <a:gd name="connsiteY56" fmla="*/ 151580 h 237117"/>
                <a:gd name="connsiteX57" fmla="*/ 207937 w 249588"/>
                <a:gd name="connsiteY57" fmla="*/ 140581 h 237117"/>
                <a:gd name="connsiteX58" fmla="*/ 154942 w 249588"/>
                <a:gd name="connsiteY58" fmla="*/ 120416 h 237117"/>
                <a:gd name="connsiteX59" fmla="*/ 149193 w 249588"/>
                <a:gd name="connsiteY59" fmla="*/ 126166 h 237117"/>
                <a:gd name="connsiteX60" fmla="*/ 155192 w 249588"/>
                <a:gd name="connsiteY60" fmla="*/ 149831 h 237117"/>
                <a:gd name="connsiteX61" fmla="*/ 156858 w 249588"/>
                <a:gd name="connsiteY61" fmla="*/ 184411 h 237117"/>
                <a:gd name="connsiteX62" fmla="*/ 153942 w 249588"/>
                <a:gd name="connsiteY62" fmla="*/ 208742 h 237117"/>
                <a:gd name="connsiteX63" fmla="*/ 152775 w 249588"/>
                <a:gd name="connsiteY63" fmla="*/ 214492 h 237117"/>
                <a:gd name="connsiteX64" fmla="*/ 150026 w 249588"/>
                <a:gd name="connsiteY64" fmla="*/ 217741 h 237117"/>
                <a:gd name="connsiteX65" fmla="*/ 142860 w 249588"/>
                <a:gd name="connsiteY65" fmla="*/ 202326 h 237117"/>
                <a:gd name="connsiteX66" fmla="*/ 134611 w 249588"/>
                <a:gd name="connsiteY66" fmla="*/ 173911 h 237117"/>
                <a:gd name="connsiteX67" fmla="*/ 128444 w 249588"/>
                <a:gd name="connsiteY67" fmla="*/ 145998 h 237117"/>
                <a:gd name="connsiteX68" fmla="*/ 126611 w 249588"/>
                <a:gd name="connsiteY68" fmla="*/ 126499 h 237117"/>
                <a:gd name="connsiteX69" fmla="*/ 120278 w 249588"/>
                <a:gd name="connsiteY69" fmla="*/ 124833 h 237117"/>
                <a:gd name="connsiteX70" fmla="*/ 94531 w 249588"/>
                <a:gd name="connsiteY70" fmla="*/ 161163 h 237117"/>
                <a:gd name="connsiteX71" fmla="*/ 56701 w 249588"/>
                <a:gd name="connsiteY71" fmla="*/ 218991 h 237117"/>
                <a:gd name="connsiteX72" fmla="*/ 53784 w 249588"/>
                <a:gd name="connsiteY72" fmla="*/ 221907 h 237117"/>
                <a:gd name="connsiteX73" fmla="*/ 55451 w 249588"/>
                <a:gd name="connsiteY73" fmla="*/ 204576 h 237117"/>
                <a:gd name="connsiteX74" fmla="*/ 63867 w 249588"/>
                <a:gd name="connsiteY74" fmla="*/ 175495 h 237117"/>
                <a:gd name="connsiteX75" fmla="*/ 98114 w 249588"/>
                <a:gd name="connsiteY75" fmla="*/ 122916 h 237117"/>
                <a:gd name="connsiteX76" fmla="*/ 94614 w 249588"/>
                <a:gd name="connsiteY76" fmla="*/ 114584 h 237117"/>
                <a:gd name="connsiteX77" fmla="*/ 46119 w 249588"/>
                <a:gd name="connsiteY77" fmla="*/ 132832 h 237117"/>
                <a:gd name="connsiteX78" fmla="*/ 13038 w 249588"/>
                <a:gd name="connsiteY78" fmla="*/ 150331 h 237117"/>
                <a:gd name="connsiteX79" fmla="*/ 24704 w 249588"/>
                <a:gd name="connsiteY79" fmla="*/ 135082 h 237117"/>
                <a:gd name="connsiteX80" fmla="*/ 50285 w 249588"/>
                <a:gd name="connsiteY80" fmla="*/ 112667 h 237117"/>
                <a:gd name="connsiteX81" fmla="*/ 76032 w 249588"/>
                <a:gd name="connsiteY81" fmla="*/ 100501 h 237117"/>
                <a:gd name="connsiteX82" fmla="*/ 88865 w 249588"/>
                <a:gd name="connsiteY82" fmla="*/ 94419 h 237117"/>
                <a:gd name="connsiteX83" fmla="*/ 85782 w 249588"/>
                <a:gd name="connsiteY83" fmla="*/ 86919 h 237117"/>
                <a:gd name="connsiteX84" fmla="*/ 39952 w 249588"/>
                <a:gd name="connsiteY84" fmla="*/ 79004 h 237117"/>
                <a:gd name="connsiteX85" fmla="*/ 18121 w 249588"/>
                <a:gd name="connsiteY85" fmla="*/ 64588 h 237117"/>
                <a:gd name="connsiteX86" fmla="*/ 88698 w 249588"/>
                <a:gd name="connsiteY86" fmla="*/ 69921 h 237117"/>
                <a:gd name="connsiteX87" fmla="*/ 92031 w 249588"/>
                <a:gd name="connsiteY87" fmla="*/ 71255 h 237117"/>
                <a:gd name="connsiteX88" fmla="*/ 93448 w 249588"/>
                <a:gd name="connsiteY88" fmla="*/ 71088 h 237117"/>
                <a:gd name="connsiteX89" fmla="*/ 97197 w 249588"/>
                <a:gd name="connsiteY89" fmla="*/ 64588 h 237117"/>
                <a:gd name="connsiteX90" fmla="*/ 84865 w 249588"/>
                <a:gd name="connsiteY90" fmla="*/ 50089 h 237117"/>
                <a:gd name="connsiteX91" fmla="*/ 74616 w 249588"/>
                <a:gd name="connsiteY91" fmla="*/ 36674 h 237117"/>
                <a:gd name="connsiteX92" fmla="*/ 103530 w 249588"/>
                <a:gd name="connsiteY92" fmla="*/ 53423 h 237117"/>
                <a:gd name="connsiteX93" fmla="*/ 111113 w 249588"/>
                <a:gd name="connsiteY93" fmla="*/ 50340 h 237117"/>
                <a:gd name="connsiteX94" fmla="*/ 117445 w 249588"/>
                <a:gd name="connsiteY94" fmla="*/ 29341 h 237117"/>
                <a:gd name="connsiteX95" fmla="*/ 119695 w 249588"/>
                <a:gd name="connsiteY95" fmla="*/ 20925 h 237117"/>
                <a:gd name="connsiteX96" fmla="*/ 125111 w 249588"/>
                <a:gd name="connsiteY96" fmla="*/ 12593 h 237117"/>
                <a:gd name="connsiteX97" fmla="*/ 129361 w 249588"/>
                <a:gd name="connsiteY97" fmla="*/ 31841 h 237117"/>
                <a:gd name="connsiteX98" fmla="*/ 129861 w 249588"/>
                <a:gd name="connsiteY98" fmla="*/ 56173 h 237117"/>
                <a:gd name="connsiteX99" fmla="*/ 136110 w 249588"/>
                <a:gd name="connsiteY99" fmla="*/ 60922 h 237117"/>
                <a:gd name="connsiteX100" fmla="*/ 158358 w 249588"/>
                <a:gd name="connsiteY100" fmla="*/ 47757 h 237117"/>
                <a:gd name="connsiteX101" fmla="*/ 174857 w 249588"/>
                <a:gd name="connsiteY101" fmla="*/ 37924 h 237117"/>
                <a:gd name="connsiteX102" fmla="*/ 155525 w 249588"/>
                <a:gd name="connsiteY102" fmla="*/ 68921 h 237117"/>
                <a:gd name="connsiteX103" fmla="*/ 161108 w 249588"/>
                <a:gd name="connsiteY103" fmla="*/ 74504 h 237117"/>
                <a:gd name="connsiteX104" fmla="*/ 199438 w 249588"/>
                <a:gd name="connsiteY104" fmla="*/ 74921 h 237117"/>
                <a:gd name="connsiteX105" fmla="*/ 220519 w 249588"/>
                <a:gd name="connsiteY105" fmla="*/ 78087 h 237117"/>
                <a:gd name="connsiteX106" fmla="*/ 232685 w 249588"/>
                <a:gd name="connsiteY106" fmla="*/ 80004 h 237117"/>
                <a:gd name="connsiteX107" fmla="*/ 215353 w 249588"/>
                <a:gd name="connsiteY107" fmla="*/ 81753 h 237117"/>
                <a:gd name="connsiteX108" fmla="*/ 215353 w 249588"/>
                <a:gd name="connsiteY108" fmla="*/ 81753 h 237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249588" h="237117">
                  <a:moveTo>
                    <a:pt x="248100" y="76170"/>
                  </a:moveTo>
                  <a:cubicBezTo>
                    <a:pt x="239601" y="67171"/>
                    <a:pt x="220269" y="66338"/>
                    <a:pt x="208604" y="64755"/>
                  </a:cubicBezTo>
                  <a:cubicBezTo>
                    <a:pt x="195355" y="63005"/>
                    <a:pt x="182523" y="63422"/>
                    <a:pt x="169441" y="63422"/>
                  </a:cubicBezTo>
                  <a:cubicBezTo>
                    <a:pt x="172357" y="59256"/>
                    <a:pt x="176940" y="54672"/>
                    <a:pt x="178856" y="51756"/>
                  </a:cubicBezTo>
                  <a:cubicBezTo>
                    <a:pt x="183272" y="45007"/>
                    <a:pt x="188022" y="38841"/>
                    <a:pt x="190939" y="31258"/>
                  </a:cubicBezTo>
                  <a:cubicBezTo>
                    <a:pt x="192355" y="27675"/>
                    <a:pt x="188856" y="24759"/>
                    <a:pt x="185689" y="24425"/>
                  </a:cubicBezTo>
                  <a:cubicBezTo>
                    <a:pt x="178940" y="23675"/>
                    <a:pt x="171107" y="28925"/>
                    <a:pt x="165358" y="31841"/>
                  </a:cubicBezTo>
                  <a:cubicBezTo>
                    <a:pt x="156692" y="36424"/>
                    <a:pt x="148609" y="43257"/>
                    <a:pt x="139943" y="48173"/>
                  </a:cubicBezTo>
                  <a:cubicBezTo>
                    <a:pt x="140193" y="32008"/>
                    <a:pt x="138860" y="11093"/>
                    <a:pt x="126861" y="1094"/>
                  </a:cubicBezTo>
                  <a:cubicBezTo>
                    <a:pt x="125028" y="-406"/>
                    <a:pt x="123028" y="-323"/>
                    <a:pt x="121278" y="1094"/>
                  </a:cubicBezTo>
                  <a:cubicBezTo>
                    <a:pt x="111196" y="9010"/>
                    <a:pt x="107279" y="27508"/>
                    <a:pt x="103280" y="41007"/>
                  </a:cubicBezTo>
                  <a:cubicBezTo>
                    <a:pt x="92781" y="34258"/>
                    <a:pt x="82115" y="27925"/>
                    <a:pt x="69866" y="24675"/>
                  </a:cubicBezTo>
                  <a:cubicBezTo>
                    <a:pt x="67533" y="24092"/>
                    <a:pt x="64533" y="25425"/>
                    <a:pt x="64033" y="28008"/>
                  </a:cubicBezTo>
                  <a:cubicBezTo>
                    <a:pt x="61367" y="41340"/>
                    <a:pt x="77782" y="54423"/>
                    <a:pt x="86698" y="65005"/>
                  </a:cubicBezTo>
                  <a:cubicBezTo>
                    <a:pt x="83615" y="64255"/>
                    <a:pt x="80615" y="63422"/>
                    <a:pt x="77449" y="62922"/>
                  </a:cubicBezTo>
                  <a:cubicBezTo>
                    <a:pt x="69450" y="61505"/>
                    <a:pt x="61200" y="62755"/>
                    <a:pt x="53118" y="62255"/>
                  </a:cubicBezTo>
                  <a:cubicBezTo>
                    <a:pt x="37369" y="61255"/>
                    <a:pt x="21787" y="57089"/>
                    <a:pt x="6039" y="55506"/>
                  </a:cubicBezTo>
                  <a:cubicBezTo>
                    <a:pt x="1955" y="55089"/>
                    <a:pt x="1206" y="60755"/>
                    <a:pt x="4122" y="62672"/>
                  </a:cubicBezTo>
                  <a:cubicBezTo>
                    <a:pt x="14454" y="69421"/>
                    <a:pt x="22287" y="79170"/>
                    <a:pt x="33703" y="84336"/>
                  </a:cubicBezTo>
                  <a:cubicBezTo>
                    <a:pt x="43785" y="88920"/>
                    <a:pt x="54534" y="90919"/>
                    <a:pt x="65283" y="92919"/>
                  </a:cubicBezTo>
                  <a:cubicBezTo>
                    <a:pt x="62533" y="94086"/>
                    <a:pt x="59784" y="95335"/>
                    <a:pt x="57200" y="96669"/>
                  </a:cubicBezTo>
                  <a:cubicBezTo>
                    <a:pt x="48035" y="101418"/>
                    <a:pt x="39119" y="107251"/>
                    <a:pt x="31453" y="114167"/>
                  </a:cubicBezTo>
                  <a:cubicBezTo>
                    <a:pt x="23537" y="121250"/>
                    <a:pt x="14955" y="129166"/>
                    <a:pt x="9205" y="138165"/>
                  </a:cubicBezTo>
                  <a:cubicBezTo>
                    <a:pt x="5539" y="143914"/>
                    <a:pt x="-544" y="152747"/>
                    <a:pt x="39" y="159829"/>
                  </a:cubicBezTo>
                  <a:cubicBezTo>
                    <a:pt x="373" y="163663"/>
                    <a:pt x="3956" y="165746"/>
                    <a:pt x="7455" y="164079"/>
                  </a:cubicBezTo>
                  <a:cubicBezTo>
                    <a:pt x="20537" y="157746"/>
                    <a:pt x="32453" y="149164"/>
                    <a:pt x="45619" y="142664"/>
                  </a:cubicBezTo>
                  <a:cubicBezTo>
                    <a:pt x="56117" y="137498"/>
                    <a:pt x="66783" y="132915"/>
                    <a:pt x="77782" y="129166"/>
                  </a:cubicBezTo>
                  <a:cubicBezTo>
                    <a:pt x="67200" y="141248"/>
                    <a:pt x="59701" y="155997"/>
                    <a:pt x="53368" y="171079"/>
                  </a:cubicBezTo>
                  <a:cubicBezTo>
                    <a:pt x="47285" y="185577"/>
                    <a:pt x="33036" y="218075"/>
                    <a:pt x="44619" y="232906"/>
                  </a:cubicBezTo>
                  <a:cubicBezTo>
                    <a:pt x="56618" y="248405"/>
                    <a:pt x="72282" y="216658"/>
                    <a:pt x="76449" y="209575"/>
                  </a:cubicBezTo>
                  <a:cubicBezTo>
                    <a:pt x="84698" y="195826"/>
                    <a:pt x="93114" y="182244"/>
                    <a:pt x="101530" y="168579"/>
                  </a:cubicBezTo>
                  <a:cubicBezTo>
                    <a:pt x="107113" y="159496"/>
                    <a:pt x="112696" y="146664"/>
                    <a:pt x="120112" y="137582"/>
                  </a:cubicBezTo>
                  <a:cubicBezTo>
                    <a:pt x="120195" y="141331"/>
                    <a:pt x="119529" y="145498"/>
                    <a:pt x="119862" y="148497"/>
                  </a:cubicBezTo>
                  <a:cubicBezTo>
                    <a:pt x="120612" y="155413"/>
                    <a:pt x="122278" y="162163"/>
                    <a:pt x="123945" y="168912"/>
                  </a:cubicBezTo>
                  <a:cubicBezTo>
                    <a:pt x="125361" y="174828"/>
                    <a:pt x="126778" y="180744"/>
                    <a:pt x="128278" y="186661"/>
                  </a:cubicBezTo>
                  <a:cubicBezTo>
                    <a:pt x="131361" y="198493"/>
                    <a:pt x="134777" y="218658"/>
                    <a:pt x="145110" y="226740"/>
                  </a:cubicBezTo>
                  <a:cubicBezTo>
                    <a:pt x="160858" y="239072"/>
                    <a:pt x="164274" y="207742"/>
                    <a:pt x="165358" y="199409"/>
                  </a:cubicBezTo>
                  <a:cubicBezTo>
                    <a:pt x="167274" y="185244"/>
                    <a:pt x="166774" y="171162"/>
                    <a:pt x="165607" y="156997"/>
                  </a:cubicBezTo>
                  <a:cubicBezTo>
                    <a:pt x="164858" y="147748"/>
                    <a:pt x="161775" y="139332"/>
                    <a:pt x="159692" y="130665"/>
                  </a:cubicBezTo>
                  <a:cubicBezTo>
                    <a:pt x="176273" y="134665"/>
                    <a:pt x="193355" y="142498"/>
                    <a:pt x="207604" y="151080"/>
                  </a:cubicBezTo>
                  <a:cubicBezTo>
                    <a:pt x="215937" y="156080"/>
                    <a:pt x="224269" y="162663"/>
                    <a:pt x="229935" y="170746"/>
                  </a:cubicBezTo>
                  <a:cubicBezTo>
                    <a:pt x="232518" y="174411"/>
                    <a:pt x="233102" y="177828"/>
                    <a:pt x="237851" y="178578"/>
                  </a:cubicBezTo>
                  <a:cubicBezTo>
                    <a:pt x="241767" y="179161"/>
                    <a:pt x="244517" y="176412"/>
                    <a:pt x="243934" y="172495"/>
                  </a:cubicBezTo>
                  <a:cubicBezTo>
                    <a:pt x="241101" y="154913"/>
                    <a:pt x="229352" y="139081"/>
                    <a:pt x="217270" y="126582"/>
                  </a:cubicBezTo>
                  <a:cubicBezTo>
                    <a:pt x="211270" y="120416"/>
                    <a:pt x="204771" y="114501"/>
                    <a:pt x="197688" y="109668"/>
                  </a:cubicBezTo>
                  <a:cubicBezTo>
                    <a:pt x="193105" y="106501"/>
                    <a:pt x="183272" y="103918"/>
                    <a:pt x="177523" y="100168"/>
                  </a:cubicBezTo>
                  <a:cubicBezTo>
                    <a:pt x="189856" y="93086"/>
                    <a:pt x="208937" y="92252"/>
                    <a:pt x="221686" y="90586"/>
                  </a:cubicBezTo>
                  <a:cubicBezTo>
                    <a:pt x="230352" y="89419"/>
                    <a:pt x="244517" y="90836"/>
                    <a:pt x="248933" y="82253"/>
                  </a:cubicBezTo>
                  <a:cubicBezTo>
                    <a:pt x="250017" y="80337"/>
                    <a:pt x="249767" y="77920"/>
                    <a:pt x="248100" y="76170"/>
                  </a:cubicBezTo>
                  <a:lnTo>
                    <a:pt x="248100" y="76170"/>
                  </a:lnTo>
                  <a:close/>
                  <a:moveTo>
                    <a:pt x="215353" y="81753"/>
                  </a:moveTo>
                  <a:cubicBezTo>
                    <a:pt x="207604" y="82836"/>
                    <a:pt x="200021" y="84003"/>
                    <a:pt x="192355" y="85670"/>
                  </a:cubicBezTo>
                  <a:cubicBezTo>
                    <a:pt x="182773" y="87753"/>
                    <a:pt x="173774" y="90003"/>
                    <a:pt x="166107" y="96335"/>
                  </a:cubicBezTo>
                  <a:cubicBezTo>
                    <a:pt x="164524" y="97669"/>
                    <a:pt x="164191" y="100752"/>
                    <a:pt x="165358" y="102418"/>
                  </a:cubicBezTo>
                  <a:cubicBezTo>
                    <a:pt x="167607" y="105668"/>
                    <a:pt x="169607" y="106668"/>
                    <a:pt x="173024" y="108417"/>
                  </a:cubicBezTo>
                  <a:cubicBezTo>
                    <a:pt x="183023" y="113667"/>
                    <a:pt x="192355" y="118084"/>
                    <a:pt x="201104" y="125583"/>
                  </a:cubicBezTo>
                  <a:cubicBezTo>
                    <a:pt x="209604" y="132832"/>
                    <a:pt x="218186" y="141664"/>
                    <a:pt x="224602" y="151580"/>
                  </a:cubicBezTo>
                  <a:cubicBezTo>
                    <a:pt x="219436" y="147331"/>
                    <a:pt x="213770" y="143748"/>
                    <a:pt x="207937" y="140581"/>
                  </a:cubicBezTo>
                  <a:cubicBezTo>
                    <a:pt x="191855" y="131999"/>
                    <a:pt x="173024" y="123499"/>
                    <a:pt x="154942" y="120416"/>
                  </a:cubicBezTo>
                  <a:cubicBezTo>
                    <a:pt x="151109" y="119750"/>
                    <a:pt x="148693" y="122500"/>
                    <a:pt x="149193" y="126166"/>
                  </a:cubicBezTo>
                  <a:cubicBezTo>
                    <a:pt x="150276" y="134082"/>
                    <a:pt x="154025" y="141664"/>
                    <a:pt x="155192" y="149831"/>
                  </a:cubicBezTo>
                  <a:cubicBezTo>
                    <a:pt x="156775" y="161079"/>
                    <a:pt x="157275" y="172995"/>
                    <a:pt x="156858" y="184411"/>
                  </a:cubicBezTo>
                  <a:cubicBezTo>
                    <a:pt x="156609" y="192577"/>
                    <a:pt x="155442" y="200659"/>
                    <a:pt x="153942" y="208742"/>
                  </a:cubicBezTo>
                  <a:lnTo>
                    <a:pt x="152775" y="214492"/>
                  </a:lnTo>
                  <a:cubicBezTo>
                    <a:pt x="152942" y="219991"/>
                    <a:pt x="152025" y="221074"/>
                    <a:pt x="150026" y="217741"/>
                  </a:cubicBezTo>
                  <a:cubicBezTo>
                    <a:pt x="146526" y="215741"/>
                    <a:pt x="144193" y="205825"/>
                    <a:pt x="142860" y="202326"/>
                  </a:cubicBezTo>
                  <a:cubicBezTo>
                    <a:pt x="139526" y="193077"/>
                    <a:pt x="137027" y="183494"/>
                    <a:pt x="134611" y="173911"/>
                  </a:cubicBezTo>
                  <a:cubicBezTo>
                    <a:pt x="132277" y="164829"/>
                    <a:pt x="129111" y="155497"/>
                    <a:pt x="128444" y="145998"/>
                  </a:cubicBezTo>
                  <a:cubicBezTo>
                    <a:pt x="127945" y="139081"/>
                    <a:pt x="130444" y="132666"/>
                    <a:pt x="126611" y="126499"/>
                  </a:cubicBezTo>
                  <a:cubicBezTo>
                    <a:pt x="125361" y="124583"/>
                    <a:pt x="122361" y="123333"/>
                    <a:pt x="120278" y="124833"/>
                  </a:cubicBezTo>
                  <a:cubicBezTo>
                    <a:pt x="108946" y="133249"/>
                    <a:pt x="102030" y="149497"/>
                    <a:pt x="94531" y="161163"/>
                  </a:cubicBezTo>
                  <a:cubicBezTo>
                    <a:pt x="82365" y="180244"/>
                    <a:pt x="67283" y="199076"/>
                    <a:pt x="56701" y="218991"/>
                  </a:cubicBezTo>
                  <a:cubicBezTo>
                    <a:pt x="54534" y="223074"/>
                    <a:pt x="56284" y="227573"/>
                    <a:pt x="53784" y="221907"/>
                  </a:cubicBezTo>
                  <a:cubicBezTo>
                    <a:pt x="51618" y="216908"/>
                    <a:pt x="54451" y="209825"/>
                    <a:pt x="55451" y="204576"/>
                  </a:cubicBezTo>
                  <a:cubicBezTo>
                    <a:pt x="57451" y="194743"/>
                    <a:pt x="60283" y="184911"/>
                    <a:pt x="63867" y="175495"/>
                  </a:cubicBezTo>
                  <a:cubicBezTo>
                    <a:pt x="71283" y="156164"/>
                    <a:pt x="81365" y="135749"/>
                    <a:pt x="98114" y="122916"/>
                  </a:cubicBezTo>
                  <a:cubicBezTo>
                    <a:pt x="101864" y="120083"/>
                    <a:pt x="99947" y="112917"/>
                    <a:pt x="94614" y="114584"/>
                  </a:cubicBezTo>
                  <a:cubicBezTo>
                    <a:pt x="77949" y="119750"/>
                    <a:pt x="61950" y="125499"/>
                    <a:pt x="46119" y="132832"/>
                  </a:cubicBezTo>
                  <a:cubicBezTo>
                    <a:pt x="34786" y="138081"/>
                    <a:pt x="24037" y="144498"/>
                    <a:pt x="13038" y="150331"/>
                  </a:cubicBezTo>
                  <a:cubicBezTo>
                    <a:pt x="16537" y="144248"/>
                    <a:pt x="22121" y="137832"/>
                    <a:pt x="24704" y="135082"/>
                  </a:cubicBezTo>
                  <a:cubicBezTo>
                    <a:pt x="32536" y="126749"/>
                    <a:pt x="40619" y="118917"/>
                    <a:pt x="50285" y="112667"/>
                  </a:cubicBezTo>
                  <a:cubicBezTo>
                    <a:pt x="58284" y="107501"/>
                    <a:pt x="66783" y="102668"/>
                    <a:pt x="76032" y="100501"/>
                  </a:cubicBezTo>
                  <a:cubicBezTo>
                    <a:pt x="81532" y="99252"/>
                    <a:pt x="85281" y="99168"/>
                    <a:pt x="88865" y="94419"/>
                  </a:cubicBezTo>
                  <a:cubicBezTo>
                    <a:pt x="90781" y="91836"/>
                    <a:pt x="88781" y="87503"/>
                    <a:pt x="85782" y="86919"/>
                  </a:cubicBezTo>
                  <a:cubicBezTo>
                    <a:pt x="70616" y="83836"/>
                    <a:pt x="54701" y="84003"/>
                    <a:pt x="39952" y="79004"/>
                  </a:cubicBezTo>
                  <a:cubicBezTo>
                    <a:pt x="30537" y="75837"/>
                    <a:pt x="24453" y="70338"/>
                    <a:pt x="18121" y="64588"/>
                  </a:cubicBezTo>
                  <a:cubicBezTo>
                    <a:pt x="41535" y="67671"/>
                    <a:pt x="65033" y="72004"/>
                    <a:pt x="88698" y="69921"/>
                  </a:cubicBezTo>
                  <a:cubicBezTo>
                    <a:pt x="89365" y="70837"/>
                    <a:pt x="90448" y="71421"/>
                    <a:pt x="92031" y="71255"/>
                  </a:cubicBezTo>
                  <a:cubicBezTo>
                    <a:pt x="92531" y="71171"/>
                    <a:pt x="92948" y="71171"/>
                    <a:pt x="93448" y="71088"/>
                  </a:cubicBezTo>
                  <a:cubicBezTo>
                    <a:pt x="96447" y="70755"/>
                    <a:pt x="99197" y="67505"/>
                    <a:pt x="97197" y="64588"/>
                  </a:cubicBezTo>
                  <a:cubicBezTo>
                    <a:pt x="93614" y="59422"/>
                    <a:pt x="88781" y="55089"/>
                    <a:pt x="84865" y="50089"/>
                  </a:cubicBezTo>
                  <a:cubicBezTo>
                    <a:pt x="82865" y="47506"/>
                    <a:pt x="77366" y="41757"/>
                    <a:pt x="74616" y="36674"/>
                  </a:cubicBezTo>
                  <a:cubicBezTo>
                    <a:pt x="84865" y="41173"/>
                    <a:pt x="94114" y="47423"/>
                    <a:pt x="103530" y="53423"/>
                  </a:cubicBezTo>
                  <a:cubicBezTo>
                    <a:pt x="106446" y="55256"/>
                    <a:pt x="110113" y="53423"/>
                    <a:pt x="111113" y="50340"/>
                  </a:cubicBezTo>
                  <a:cubicBezTo>
                    <a:pt x="113363" y="43340"/>
                    <a:pt x="115529" y="36341"/>
                    <a:pt x="117445" y="29341"/>
                  </a:cubicBezTo>
                  <a:cubicBezTo>
                    <a:pt x="118195" y="26508"/>
                    <a:pt x="118862" y="23675"/>
                    <a:pt x="119695" y="20925"/>
                  </a:cubicBezTo>
                  <a:cubicBezTo>
                    <a:pt x="120862" y="17009"/>
                    <a:pt x="120528" y="9010"/>
                    <a:pt x="125111" y="12593"/>
                  </a:cubicBezTo>
                  <a:cubicBezTo>
                    <a:pt x="129777" y="16176"/>
                    <a:pt x="128778" y="26425"/>
                    <a:pt x="129361" y="31841"/>
                  </a:cubicBezTo>
                  <a:cubicBezTo>
                    <a:pt x="130277" y="40257"/>
                    <a:pt x="130361" y="47757"/>
                    <a:pt x="129861" y="56173"/>
                  </a:cubicBezTo>
                  <a:cubicBezTo>
                    <a:pt x="129694" y="59172"/>
                    <a:pt x="133194" y="62088"/>
                    <a:pt x="136110" y="60922"/>
                  </a:cubicBezTo>
                  <a:cubicBezTo>
                    <a:pt x="144193" y="57755"/>
                    <a:pt x="150942" y="52173"/>
                    <a:pt x="158358" y="47757"/>
                  </a:cubicBezTo>
                  <a:cubicBezTo>
                    <a:pt x="162358" y="45340"/>
                    <a:pt x="168690" y="40840"/>
                    <a:pt x="174857" y="37924"/>
                  </a:cubicBezTo>
                  <a:cubicBezTo>
                    <a:pt x="167441" y="48090"/>
                    <a:pt x="156858" y="57339"/>
                    <a:pt x="155525" y="68921"/>
                  </a:cubicBezTo>
                  <a:cubicBezTo>
                    <a:pt x="155192" y="72004"/>
                    <a:pt x="158358" y="74504"/>
                    <a:pt x="161108" y="74504"/>
                  </a:cubicBezTo>
                  <a:cubicBezTo>
                    <a:pt x="174023" y="74754"/>
                    <a:pt x="186522" y="73587"/>
                    <a:pt x="199438" y="74921"/>
                  </a:cubicBezTo>
                  <a:cubicBezTo>
                    <a:pt x="206521" y="75671"/>
                    <a:pt x="213520" y="76670"/>
                    <a:pt x="220519" y="78087"/>
                  </a:cubicBezTo>
                  <a:cubicBezTo>
                    <a:pt x="223352" y="78670"/>
                    <a:pt x="228269" y="79087"/>
                    <a:pt x="232685" y="80004"/>
                  </a:cubicBezTo>
                  <a:cubicBezTo>
                    <a:pt x="226269" y="81253"/>
                    <a:pt x="217520" y="81503"/>
                    <a:pt x="215353" y="81753"/>
                  </a:cubicBezTo>
                  <a:lnTo>
                    <a:pt x="215353" y="81753"/>
                  </a:lnTo>
                  <a:close/>
                </a:path>
              </a:pathLst>
            </a:custGeom>
            <a:grpFill/>
            <a:ln w="8332" cap="flat">
              <a:noFill/>
              <a:prstDash val="solid"/>
              <a:miter/>
            </a:ln>
          </p:spPr>
          <p:txBody>
            <a:bodyPr rtlCol="0" anchor="ctr"/>
            <a:lstStyle/>
            <a:p>
              <a:endParaRPr lang="en-US"/>
            </a:p>
          </p:txBody>
        </p:sp>
        <p:sp>
          <p:nvSpPr>
            <p:cNvPr id="1907" name="Freeform: Shape 1906"/>
            <p:cNvSpPr/>
            <p:nvPr/>
          </p:nvSpPr>
          <p:spPr>
            <a:xfrm>
              <a:off x="11368582" y="1006395"/>
              <a:ext cx="343010" cy="710175"/>
            </a:xfrm>
            <a:custGeom>
              <a:avLst/>
              <a:gdLst>
                <a:gd name="connsiteX0" fmla="*/ 342717 w 343010"/>
                <a:gd name="connsiteY0" fmla="*/ 6691 h 710175"/>
                <a:gd name="connsiteX1" fmla="*/ 312887 w 343010"/>
                <a:gd name="connsiteY1" fmla="*/ 14523 h 710175"/>
                <a:gd name="connsiteX2" fmla="*/ 313221 w 343010"/>
                <a:gd name="connsiteY2" fmla="*/ 12107 h 710175"/>
                <a:gd name="connsiteX3" fmla="*/ 304221 w 343010"/>
                <a:gd name="connsiteY3" fmla="*/ 608 h 710175"/>
                <a:gd name="connsiteX4" fmla="*/ 278724 w 343010"/>
                <a:gd name="connsiteY4" fmla="*/ 27439 h 710175"/>
                <a:gd name="connsiteX5" fmla="*/ 265891 w 343010"/>
                <a:gd name="connsiteY5" fmla="*/ 46354 h 710175"/>
                <a:gd name="connsiteX6" fmla="*/ 261642 w 343010"/>
                <a:gd name="connsiteY6" fmla="*/ 38688 h 710175"/>
                <a:gd name="connsiteX7" fmla="*/ 223562 w 343010"/>
                <a:gd name="connsiteY7" fmla="*/ 81601 h 710175"/>
                <a:gd name="connsiteX8" fmla="*/ 191564 w 343010"/>
                <a:gd name="connsiteY8" fmla="*/ 168676 h 710175"/>
                <a:gd name="connsiteX9" fmla="*/ 177316 w 343010"/>
                <a:gd name="connsiteY9" fmla="*/ 211172 h 710175"/>
                <a:gd name="connsiteX10" fmla="*/ 172483 w 343010"/>
                <a:gd name="connsiteY10" fmla="*/ 224338 h 710175"/>
                <a:gd name="connsiteX11" fmla="*/ 169150 w 343010"/>
                <a:gd name="connsiteY11" fmla="*/ 223421 h 710175"/>
                <a:gd name="connsiteX12" fmla="*/ 149068 w 343010"/>
                <a:gd name="connsiteY12" fmla="*/ 252585 h 710175"/>
                <a:gd name="connsiteX13" fmla="*/ 130070 w 343010"/>
                <a:gd name="connsiteY13" fmla="*/ 306997 h 710175"/>
                <a:gd name="connsiteX14" fmla="*/ 110238 w 343010"/>
                <a:gd name="connsiteY14" fmla="*/ 369241 h 710175"/>
                <a:gd name="connsiteX15" fmla="*/ 97574 w 343010"/>
                <a:gd name="connsiteY15" fmla="*/ 410154 h 710175"/>
                <a:gd name="connsiteX16" fmla="*/ 82908 w 343010"/>
                <a:gd name="connsiteY16" fmla="*/ 429653 h 710175"/>
                <a:gd name="connsiteX17" fmla="*/ 80408 w 343010"/>
                <a:gd name="connsiteY17" fmla="*/ 427570 h 710175"/>
                <a:gd name="connsiteX18" fmla="*/ 72908 w 343010"/>
                <a:gd name="connsiteY18" fmla="*/ 428569 h 710175"/>
                <a:gd name="connsiteX19" fmla="*/ 62910 w 343010"/>
                <a:gd name="connsiteY19" fmla="*/ 449984 h 710175"/>
                <a:gd name="connsiteX20" fmla="*/ 51494 w 343010"/>
                <a:gd name="connsiteY20" fmla="*/ 480565 h 710175"/>
                <a:gd name="connsiteX21" fmla="*/ 32913 w 343010"/>
                <a:gd name="connsiteY21" fmla="*/ 548225 h 710175"/>
                <a:gd name="connsiteX22" fmla="*/ 27413 w 343010"/>
                <a:gd name="connsiteY22" fmla="*/ 580889 h 710175"/>
                <a:gd name="connsiteX23" fmla="*/ 4165 w 343010"/>
                <a:gd name="connsiteY23" fmla="*/ 670214 h 710175"/>
                <a:gd name="connsiteX24" fmla="*/ 12165 w 343010"/>
                <a:gd name="connsiteY24" fmla="*/ 708378 h 710175"/>
                <a:gd name="connsiteX25" fmla="*/ 50744 w 343010"/>
                <a:gd name="connsiteY25" fmla="*/ 686796 h 710175"/>
                <a:gd name="connsiteX26" fmla="*/ 73825 w 343010"/>
                <a:gd name="connsiteY26" fmla="*/ 618469 h 710175"/>
                <a:gd name="connsiteX27" fmla="*/ 89740 w 343010"/>
                <a:gd name="connsiteY27" fmla="*/ 553475 h 710175"/>
                <a:gd name="connsiteX28" fmla="*/ 109489 w 343010"/>
                <a:gd name="connsiteY28" fmla="*/ 510062 h 710175"/>
                <a:gd name="connsiteX29" fmla="*/ 138903 w 343010"/>
                <a:gd name="connsiteY29" fmla="*/ 460483 h 710175"/>
                <a:gd name="connsiteX30" fmla="*/ 185648 w 343010"/>
                <a:gd name="connsiteY30" fmla="*/ 349160 h 710175"/>
                <a:gd name="connsiteX31" fmla="*/ 187815 w 343010"/>
                <a:gd name="connsiteY31" fmla="*/ 335911 h 710175"/>
                <a:gd name="connsiteX32" fmla="*/ 246477 w 343010"/>
                <a:gd name="connsiteY32" fmla="*/ 242669 h 710175"/>
                <a:gd name="connsiteX33" fmla="*/ 268557 w 343010"/>
                <a:gd name="connsiteY33" fmla="*/ 188341 h 710175"/>
                <a:gd name="connsiteX34" fmla="*/ 272558 w 343010"/>
                <a:gd name="connsiteY34" fmla="*/ 147845 h 710175"/>
                <a:gd name="connsiteX35" fmla="*/ 270640 w 343010"/>
                <a:gd name="connsiteY35" fmla="*/ 146095 h 710175"/>
                <a:gd name="connsiteX36" fmla="*/ 306721 w 343010"/>
                <a:gd name="connsiteY36" fmla="*/ 91516 h 710175"/>
                <a:gd name="connsiteX37" fmla="*/ 314221 w 343010"/>
                <a:gd name="connsiteY37" fmla="*/ 71768 h 710175"/>
                <a:gd name="connsiteX38" fmla="*/ 314470 w 343010"/>
                <a:gd name="connsiteY38" fmla="*/ 71352 h 710175"/>
                <a:gd name="connsiteX39" fmla="*/ 324386 w 343010"/>
                <a:gd name="connsiteY39" fmla="*/ 56436 h 710175"/>
                <a:gd name="connsiteX40" fmla="*/ 333218 w 343010"/>
                <a:gd name="connsiteY40" fmla="*/ 37188 h 710175"/>
                <a:gd name="connsiteX41" fmla="*/ 339801 w 343010"/>
                <a:gd name="connsiteY41" fmla="*/ 19523 h 710175"/>
                <a:gd name="connsiteX42" fmla="*/ 342717 w 343010"/>
                <a:gd name="connsiteY42" fmla="*/ 6691 h 710175"/>
                <a:gd name="connsiteX43" fmla="*/ 342717 w 343010"/>
                <a:gd name="connsiteY43" fmla="*/ 6691 h 710175"/>
                <a:gd name="connsiteX44" fmla="*/ 135820 w 343010"/>
                <a:gd name="connsiteY44" fmla="*/ 333745 h 710175"/>
                <a:gd name="connsiteX45" fmla="*/ 152819 w 343010"/>
                <a:gd name="connsiteY45" fmla="*/ 280583 h 710175"/>
                <a:gd name="connsiteX46" fmla="*/ 164400 w 343010"/>
                <a:gd name="connsiteY46" fmla="*/ 255085 h 710175"/>
                <a:gd name="connsiteX47" fmla="*/ 169484 w 343010"/>
                <a:gd name="connsiteY47" fmla="*/ 240836 h 710175"/>
                <a:gd name="connsiteX48" fmla="*/ 172816 w 343010"/>
                <a:gd name="connsiteY48" fmla="*/ 262834 h 710175"/>
                <a:gd name="connsiteX49" fmla="*/ 175899 w 343010"/>
                <a:gd name="connsiteY49" fmla="*/ 290165 h 710175"/>
                <a:gd name="connsiteX50" fmla="*/ 177483 w 343010"/>
                <a:gd name="connsiteY50" fmla="*/ 326495 h 710175"/>
                <a:gd name="connsiteX51" fmla="*/ 151901 w 343010"/>
                <a:gd name="connsiteY51" fmla="*/ 351243 h 710175"/>
                <a:gd name="connsiteX52" fmla="*/ 114988 w 343010"/>
                <a:gd name="connsiteY52" fmla="*/ 390490 h 710175"/>
                <a:gd name="connsiteX53" fmla="*/ 135820 w 343010"/>
                <a:gd name="connsiteY53" fmla="*/ 333745 h 710175"/>
                <a:gd name="connsiteX54" fmla="*/ 135820 w 343010"/>
                <a:gd name="connsiteY54" fmla="*/ 333745 h 710175"/>
                <a:gd name="connsiteX55" fmla="*/ 81992 w 343010"/>
                <a:gd name="connsiteY55" fmla="*/ 545892 h 710175"/>
                <a:gd name="connsiteX56" fmla="*/ 81491 w 343010"/>
                <a:gd name="connsiteY56" fmla="*/ 553058 h 710175"/>
                <a:gd name="connsiteX57" fmla="*/ 80074 w 343010"/>
                <a:gd name="connsiteY57" fmla="*/ 558224 h 710175"/>
                <a:gd name="connsiteX58" fmla="*/ 80408 w 343010"/>
                <a:gd name="connsiteY58" fmla="*/ 560557 h 710175"/>
                <a:gd name="connsiteX59" fmla="*/ 67492 w 343010"/>
                <a:gd name="connsiteY59" fmla="*/ 600054 h 710175"/>
                <a:gd name="connsiteX60" fmla="*/ 49161 w 343010"/>
                <a:gd name="connsiteY60" fmla="*/ 652133 h 710175"/>
                <a:gd name="connsiteX61" fmla="*/ 38578 w 343010"/>
                <a:gd name="connsiteY61" fmla="*/ 679547 h 710175"/>
                <a:gd name="connsiteX62" fmla="*/ 31162 w 343010"/>
                <a:gd name="connsiteY62" fmla="*/ 691712 h 710175"/>
                <a:gd name="connsiteX63" fmla="*/ 17663 w 343010"/>
                <a:gd name="connsiteY63" fmla="*/ 690296 h 710175"/>
                <a:gd name="connsiteX64" fmla="*/ 9831 w 343010"/>
                <a:gd name="connsiteY64" fmla="*/ 682880 h 710175"/>
                <a:gd name="connsiteX65" fmla="*/ 9748 w 343010"/>
                <a:gd name="connsiteY65" fmla="*/ 681630 h 710175"/>
                <a:gd name="connsiteX66" fmla="*/ 29079 w 343010"/>
                <a:gd name="connsiteY66" fmla="*/ 618386 h 710175"/>
                <a:gd name="connsiteX67" fmla="*/ 34662 w 343010"/>
                <a:gd name="connsiteY67" fmla="*/ 587972 h 710175"/>
                <a:gd name="connsiteX68" fmla="*/ 37995 w 343010"/>
                <a:gd name="connsiteY68" fmla="*/ 569140 h 710175"/>
                <a:gd name="connsiteX69" fmla="*/ 40661 w 343010"/>
                <a:gd name="connsiteY69" fmla="*/ 557224 h 710175"/>
                <a:gd name="connsiteX70" fmla="*/ 59159 w 343010"/>
                <a:gd name="connsiteY70" fmla="*/ 494230 h 710175"/>
                <a:gd name="connsiteX71" fmla="*/ 70493 w 343010"/>
                <a:gd name="connsiteY71" fmla="*/ 463233 h 710175"/>
                <a:gd name="connsiteX72" fmla="*/ 77075 w 343010"/>
                <a:gd name="connsiteY72" fmla="*/ 448651 h 710175"/>
                <a:gd name="connsiteX73" fmla="*/ 77241 w 343010"/>
                <a:gd name="connsiteY73" fmla="*/ 447984 h 710175"/>
                <a:gd name="connsiteX74" fmla="*/ 77825 w 343010"/>
                <a:gd name="connsiteY74" fmla="*/ 447484 h 710175"/>
                <a:gd name="connsiteX75" fmla="*/ 78158 w 343010"/>
                <a:gd name="connsiteY75" fmla="*/ 447068 h 710175"/>
                <a:gd name="connsiteX76" fmla="*/ 81741 w 343010"/>
                <a:gd name="connsiteY76" fmla="*/ 487814 h 710175"/>
                <a:gd name="connsiteX77" fmla="*/ 81992 w 343010"/>
                <a:gd name="connsiteY77" fmla="*/ 545892 h 710175"/>
                <a:gd name="connsiteX78" fmla="*/ 81992 w 343010"/>
                <a:gd name="connsiteY78" fmla="*/ 545892 h 710175"/>
                <a:gd name="connsiteX79" fmla="*/ 176483 w 343010"/>
                <a:gd name="connsiteY79" fmla="*/ 347577 h 710175"/>
                <a:gd name="connsiteX80" fmla="*/ 172899 w 343010"/>
                <a:gd name="connsiteY80" fmla="*/ 365575 h 710175"/>
                <a:gd name="connsiteX81" fmla="*/ 164318 w 343010"/>
                <a:gd name="connsiteY81" fmla="*/ 389906 h 710175"/>
                <a:gd name="connsiteX82" fmla="*/ 141069 w 343010"/>
                <a:gd name="connsiteY82" fmla="*/ 434486 h 710175"/>
                <a:gd name="connsiteX83" fmla="*/ 118322 w 343010"/>
                <a:gd name="connsiteY83" fmla="*/ 475482 h 710175"/>
                <a:gd name="connsiteX84" fmla="*/ 93074 w 343010"/>
                <a:gd name="connsiteY84" fmla="*/ 517561 h 710175"/>
                <a:gd name="connsiteX85" fmla="*/ 89740 w 343010"/>
                <a:gd name="connsiteY85" fmla="*/ 525144 h 710175"/>
                <a:gd name="connsiteX86" fmla="*/ 86991 w 343010"/>
                <a:gd name="connsiteY86" fmla="*/ 469232 h 710175"/>
                <a:gd name="connsiteX87" fmla="*/ 86158 w 343010"/>
                <a:gd name="connsiteY87" fmla="*/ 438818 h 710175"/>
                <a:gd name="connsiteX88" fmla="*/ 146569 w 343010"/>
                <a:gd name="connsiteY88" fmla="*/ 377324 h 710175"/>
                <a:gd name="connsiteX89" fmla="*/ 177566 w 343010"/>
                <a:gd name="connsiteY89" fmla="*/ 343577 h 710175"/>
                <a:gd name="connsiteX90" fmla="*/ 178733 w 343010"/>
                <a:gd name="connsiteY90" fmla="*/ 342411 h 710175"/>
                <a:gd name="connsiteX91" fmla="*/ 179149 w 343010"/>
                <a:gd name="connsiteY91" fmla="*/ 342494 h 710175"/>
                <a:gd name="connsiteX92" fmla="*/ 176483 w 343010"/>
                <a:gd name="connsiteY92" fmla="*/ 347577 h 710175"/>
                <a:gd name="connsiteX93" fmla="*/ 176483 w 343010"/>
                <a:gd name="connsiteY93" fmla="*/ 347577 h 710175"/>
                <a:gd name="connsiteX94" fmla="*/ 253893 w 343010"/>
                <a:gd name="connsiteY94" fmla="*/ 202173 h 710175"/>
                <a:gd name="connsiteX95" fmla="*/ 230978 w 343010"/>
                <a:gd name="connsiteY95" fmla="*/ 250002 h 710175"/>
                <a:gd name="connsiteX96" fmla="*/ 204980 w 343010"/>
                <a:gd name="connsiteY96" fmla="*/ 295331 h 710175"/>
                <a:gd name="connsiteX97" fmla="*/ 192648 w 343010"/>
                <a:gd name="connsiteY97" fmla="*/ 316996 h 710175"/>
                <a:gd name="connsiteX98" fmla="*/ 185815 w 343010"/>
                <a:gd name="connsiteY98" fmla="*/ 325745 h 710175"/>
                <a:gd name="connsiteX99" fmla="*/ 182982 w 343010"/>
                <a:gd name="connsiteY99" fmla="*/ 282333 h 710175"/>
                <a:gd name="connsiteX100" fmla="*/ 180649 w 343010"/>
                <a:gd name="connsiteY100" fmla="*/ 249252 h 710175"/>
                <a:gd name="connsiteX101" fmla="*/ 221728 w 343010"/>
                <a:gd name="connsiteY101" fmla="*/ 206256 h 710175"/>
                <a:gd name="connsiteX102" fmla="*/ 244227 w 343010"/>
                <a:gd name="connsiteY102" fmla="*/ 181925 h 710175"/>
                <a:gd name="connsiteX103" fmla="*/ 266641 w 343010"/>
                <a:gd name="connsiteY103" fmla="*/ 156677 h 710175"/>
                <a:gd name="connsiteX104" fmla="*/ 253893 w 343010"/>
                <a:gd name="connsiteY104" fmla="*/ 202173 h 710175"/>
                <a:gd name="connsiteX105" fmla="*/ 253893 w 343010"/>
                <a:gd name="connsiteY105" fmla="*/ 202173 h 710175"/>
                <a:gd name="connsiteX106" fmla="*/ 327885 w 343010"/>
                <a:gd name="connsiteY106" fmla="*/ 20356 h 710175"/>
                <a:gd name="connsiteX107" fmla="*/ 320803 w 343010"/>
                <a:gd name="connsiteY107" fmla="*/ 38021 h 710175"/>
                <a:gd name="connsiteX108" fmla="*/ 311887 w 343010"/>
                <a:gd name="connsiteY108" fmla="*/ 56020 h 710175"/>
                <a:gd name="connsiteX109" fmla="*/ 307137 w 343010"/>
                <a:gd name="connsiteY109" fmla="*/ 62852 h 710175"/>
                <a:gd name="connsiteX110" fmla="*/ 304638 w 343010"/>
                <a:gd name="connsiteY110" fmla="*/ 62769 h 710175"/>
                <a:gd name="connsiteX111" fmla="*/ 282139 w 343010"/>
                <a:gd name="connsiteY111" fmla="*/ 75185 h 710175"/>
                <a:gd name="connsiteX112" fmla="*/ 270308 w 343010"/>
                <a:gd name="connsiteY112" fmla="*/ 95433 h 710175"/>
                <a:gd name="connsiteX113" fmla="*/ 273224 w 343010"/>
                <a:gd name="connsiteY113" fmla="*/ 95433 h 710175"/>
                <a:gd name="connsiteX114" fmla="*/ 280974 w 343010"/>
                <a:gd name="connsiteY114" fmla="*/ 89683 h 710175"/>
                <a:gd name="connsiteX115" fmla="*/ 290389 w 343010"/>
                <a:gd name="connsiteY115" fmla="*/ 81851 h 710175"/>
                <a:gd name="connsiteX116" fmla="*/ 299971 w 343010"/>
                <a:gd name="connsiteY116" fmla="*/ 73518 h 710175"/>
                <a:gd name="connsiteX117" fmla="*/ 300971 w 343010"/>
                <a:gd name="connsiteY117" fmla="*/ 77684 h 710175"/>
                <a:gd name="connsiteX118" fmla="*/ 294972 w 343010"/>
                <a:gd name="connsiteY118" fmla="*/ 89767 h 710175"/>
                <a:gd name="connsiteX119" fmla="*/ 281223 w 343010"/>
                <a:gd name="connsiteY119" fmla="*/ 113931 h 710175"/>
                <a:gd name="connsiteX120" fmla="*/ 255642 w 343010"/>
                <a:gd name="connsiteY120" fmla="*/ 152928 h 710175"/>
                <a:gd name="connsiteX121" fmla="*/ 213146 w 343010"/>
                <a:gd name="connsiteY121" fmla="*/ 197590 h 710175"/>
                <a:gd name="connsiteX122" fmla="*/ 179065 w 343010"/>
                <a:gd name="connsiteY122" fmla="*/ 239253 h 710175"/>
                <a:gd name="connsiteX123" fmla="*/ 178149 w 343010"/>
                <a:gd name="connsiteY123" fmla="*/ 235837 h 710175"/>
                <a:gd name="connsiteX124" fmla="*/ 196814 w 343010"/>
                <a:gd name="connsiteY124" fmla="*/ 199007 h 710175"/>
                <a:gd name="connsiteX125" fmla="*/ 220728 w 343010"/>
                <a:gd name="connsiteY125" fmla="*/ 132679 h 710175"/>
                <a:gd name="connsiteX126" fmla="*/ 248726 w 343010"/>
                <a:gd name="connsiteY126" fmla="*/ 61769 h 710175"/>
                <a:gd name="connsiteX127" fmla="*/ 255642 w 343010"/>
                <a:gd name="connsiteY127" fmla="*/ 50270 h 710175"/>
                <a:gd name="connsiteX128" fmla="*/ 257475 w 343010"/>
                <a:gd name="connsiteY128" fmla="*/ 63186 h 710175"/>
                <a:gd name="connsiteX129" fmla="*/ 255893 w 343010"/>
                <a:gd name="connsiteY129" fmla="*/ 70768 h 710175"/>
                <a:gd name="connsiteX130" fmla="*/ 256309 w 343010"/>
                <a:gd name="connsiteY130" fmla="*/ 72185 h 710175"/>
                <a:gd name="connsiteX131" fmla="*/ 253643 w 343010"/>
                <a:gd name="connsiteY131" fmla="*/ 101516 h 710175"/>
                <a:gd name="connsiteX132" fmla="*/ 239227 w 343010"/>
                <a:gd name="connsiteY132" fmla="*/ 119097 h 710175"/>
                <a:gd name="connsiteX133" fmla="*/ 225645 w 343010"/>
                <a:gd name="connsiteY133" fmla="*/ 142179 h 710175"/>
                <a:gd name="connsiteX134" fmla="*/ 228977 w 343010"/>
                <a:gd name="connsiteY134" fmla="*/ 144095 h 710175"/>
                <a:gd name="connsiteX135" fmla="*/ 228977 w 343010"/>
                <a:gd name="connsiteY135" fmla="*/ 144095 h 710175"/>
                <a:gd name="connsiteX136" fmla="*/ 235310 w 343010"/>
                <a:gd name="connsiteY136" fmla="*/ 138512 h 710175"/>
                <a:gd name="connsiteX137" fmla="*/ 241977 w 343010"/>
                <a:gd name="connsiteY137" fmla="*/ 130513 h 710175"/>
                <a:gd name="connsiteX138" fmla="*/ 251892 w 343010"/>
                <a:gd name="connsiteY138" fmla="*/ 117931 h 710175"/>
                <a:gd name="connsiteX139" fmla="*/ 258976 w 343010"/>
                <a:gd name="connsiteY139" fmla="*/ 110015 h 710175"/>
                <a:gd name="connsiteX140" fmla="*/ 259225 w 343010"/>
                <a:gd name="connsiteY140" fmla="*/ 107265 h 710175"/>
                <a:gd name="connsiteX141" fmla="*/ 259225 w 343010"/>
                <a:gd name="connsiteY141" fmla="*/ 110848 h 710175"/>
                <a:gd name="connsiteX142" fmla="*/ 258225 w 343010"/>
                <a:gd name="connsiteY142" fmla="*/ 132179 h 710175"/>
                <a:gd name="connsiteX143" fmla="*/ 263892 w 343010"/>
                <a:gd name="connsiteY143" fmla="*/ 132929 h 710175"/>
                <a:gd name="connsiteX144" fmla="*/ 260475 w 343010"/>
                <a:gd name="connsiteY144" fmla="*/ 98266 h 710175"/>
                <a:gd name="connsiteX145" fmla="*/ 264975 w 343010"/>
                <a:gd name="connsiteY145" fmla="*/ 65185 h 710175"/>
                <a:gd name="connsiteX146" fmla="*/ 301221 w 343010"/>
                <a:gd name="connsiteY146" fmla="*/ 15440 h 710175"/>
                <a:gd name="connsiteX147" fmla="*/ 302054 w 343010"/>
                <a:gd name="connsiteY147" fmla="*/ 14773 h 710175"/>
                <a:gd name="connsiteX148" fmla="*/ 301138 w 343010"/>
                <a:gd name="connsiteY148" fmla="*/ 19273 h 710175"/>
                <a:gd name="connsiteX149" fmla="*/ 296472 w 343010"/>
                <a:gd name="connsiteY149" fmla="*/ 49354 h 710175"/>
                <a:gd name="connsiteX150" fmla="*/ 304388 w 343010"/>
                <a:gd name="connsiteY150" fmla="*/ 52687 h 710175"/>
                <a:gd name="connsiteX151" fmla="*/ 311637 w 343010"/>
                <a:gd name="connsiteY151" fmla="*/ 25106 h 710175"/>
                <a:gd name="connsiteX152" fmla="*/ 329052 w 343010"/>
                <a:gd name="connsiteY152" fmla="*/ 14773 h 710175"/>
                <a:gd name="connsiteX153" fmla="*/ 327885 w 343010"/>
                <a:gd name="connsiteY153" fmla="*/ 20356 h 710175"/>
                <a:gd name="connsiteX154" fmla="*/ 327885 w 343010"/>
                <a:gd name="connsiteY154" fmla="*/ 20356 h 710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Lst>
              <a:rect l="l" t="t" r="r" b="b"/>
              <a:pathLst>
                <a:path w="343010" h="710175">
                  <a:moveTo>
                    <a:pt x="342717" y="6691"/>
                  </a:moveTo>
                  <a:cubicBezTo>
                    <a:pt x="338135" y="-7725"/>
                    <a:pt x="323053" y="4108"/>
                    <a:pt x="312887" y="14523"/>
                  </a:cubicBezTo>
                  <a:cubicBezTo>
                    <a:pt x="312971" y="13690"/>
                    <a:pt x="313137" y="12940"/>
                    <a:pt x="313221" y="12107"/>
                  </a:cubicBezTo>
                  <a:cubicBezTo>
                    <a:pt x="314304" y="5774"/>
                    <a:pt x="312720" y="-2225"/>
                    <a:pt x="304221" y="608"/>
                  </a:cubicBezTo>
                  <a:cubicBezTo>
                    <a:pt x="293889" y="4024"/>
                    <a:pt x="284223" y="18773"/>
                    <a:pt x="278724" y="27439"/>
                  </a:cubicBezTo>
                  <a:cubicBezTo>
                    <a:pt x="275140" y="33022"/>
                    <a:pt x="270224" y="39521"/>
                    <a:pt x="265891" y="46354"/>
                  </a:cubicBezTo>
                  <a:cubicBezTo>
                    <a:pt x="265391" y="43104"/>
                    <a:pt x="264225" y="40271"/>
                    <a:pt x="261642" y="38688"/>
                  </a:cubicBezTo>
                  <a:cubicBezTo>
                    <a:pt x="246477" y="29439"/>
                    <a:pt x="227395" y="73518"/>
                    <a:pt x="223562" y="81601"/>
                  </a:cubicBezTo>
                  <a:cubicBezTo>
                    <a:pt x="210147" y="109598"/>
                    <a:pt x="202063" y="139595"/>
                    <a:pt x="191564" y="168676"/>
                  </a:cubicBezTo>
                  <a:cubicBezTo>
                    <a:pt x="186482" y="182758"/>
                    <a:pt x="182315" y="197007"/>
                    <a:pt x="177316" y="211172"/>
                  </a:cubicBezTo>
                  <a:cubicBezTo>
                    <a:pt x="175899" y="215255"/>
                    <a:pt x="173983" y="219755"/>
                    <a:pt x="172483" y="224338"/>
                  </a:cubicBezTo>
                  <a:cubicBezTo>
                    <a:pt x="171567" y="223754"/>
                    <a:pt x="170484" y="223421"/>
                    <a:pt x="169150" y="223421"/>
                  </a:cubicBezTo>
                  <a:cubicBezTo>
                    <a:pt x="156318" y="223088"/>
                    <a:pt x="153151" y="243503"/>
                    <a:pt x="149068" y="252585"/>
                  </a:cubicBezTo>
                  <a:cubicBezTo>
                    <a:pt x="141153" y="270250"/>
                    <a:pt x="134737" y="288249"/>
                    <a:pt x="130070" y="306997"/>
                  </a:cubicBezTo>
                  <a:cubicBezTo>
                    <a:pt x="124738" y="328162"/>
                    <a:pt x="117155" y="348660"/>
                    <a:pt x="110238" y="369241"/>
                  </a:cubicBezTo>
                  <a:cubicBezTo>
                    <a:pt x="105739" y="382740"/>
                    <a:pt x="101906" y="396572"/>
                    <a:pt x="97574" y="410154"/>
                  </a:cubicBezTo>
                  <a:cubicBezTo>
                    <a:pt x="92324" y="416404"/>
                    <a:pt x="87407" y="422820"/>
                    <a:pt x="82908" y="429653"/>
                  </a:cubicBezTo>
                  <a:cubicBezTo>
                    <a:pt x="82157" y="428736"/>
                    <a:pt x="81408" y="428069"/>
                    <a:pt x="80408" y="427570"/>
                  </a:cubicBezTo>
                  <a:cubicBezTo>
                    <a:pt x="77825" y="426403"/>
                    <a:pt x="74992" y="426486"/>
                    <a:pt x="72908" y="428569"/>
                  </a:cubicBezTo>
                  <a:cubicBezTo>
                    <a:pt x="67326" y="434069"/>
                    <a:pt x="65993" y="442985"/>
                    <a:pt x="62910" y="449984"/>
                  </a:cubicBezTo>
                  <a:cubicBezTo>
                    <a:pt x="58493" y="459983"/>
                    <a:pt x="54911" y="470232"/>
                    <a:pt x="51494" y="480565"/>
                  </a:cubicBezTo>
                  <a:cubicBezTo>
                    <a:pt x="44245" y="502979"/>
                    <a:pt x="38079" y="525311"/>
                    <a:pt x="32913" y="548225"/>
                  </a:cubicBezTo>
                  <a:cubicBezTo>
                    <a:pt x="30496" y="559058"/>
                    <a:pt x="28913" y="569973"/>
                    <a:pt x="27413" y="580889"/>
                  </a:cubicBezTo>
                  <a:cubicBezTo>
                    <a:pt x="20080" y="610803"/>
                    <a:pt x="13248" y="640800"/>
                    <a:pt x="4165" y="670214"/>
                  </a:cubicBezTo>
                  <a:cubicBezTo>
                    <a:pt x="-169" y="684213"/>
                    <a:pt x="-5168" y="701211"/>
                    <a:pt x="12165" y="708378"/>
                  </a:cubicBezTo>
                  <a:cubicBezTo>
                    <a:pt x="29246" y="715377"/>
                    <a:pt x="43828" y="700628"/>
                    <a:pt x="50744" y="686796"/>
                  </a:cubicBezTo>
                  <a:cubicBezTo>
                    <a:pt x="61493" y="665215"/>
                    <a:pt x="66576" y="641217"/>
                    <a:pt x="73825" y="618469"/>
                  </a:cubicBezTo>
                  <a:cubicBezTo>
                    <a:pt x="80825" y="596554"/>
                    <a:pt x="88657" y="576389"/>
                    <a:pt x="89740" y="553475"/>
                  </a:cubicBezTo>
                  <a:cubicBezTo>
                    <a:pt x="96823" y="539309"/>
                    <a:pt x="101740" y="523894"/>
                    <a:pt x="109489" y="510062"/>
                  </a:cubicBezTo>
                  <a:cubicBezTo>
                    <a:pt x="118821" y="493314"/>
                    <a:pt x="129487" y="477315"/>
                    <a:pt x="138903" y="460483"/>
                  </a:cubicBezTo>
                  <a:cubicBezTo>
                    <a:pt x="158734" y="424903"/>
                    <a:pt x="175233" y="388573"/>
                    <a:pt x="185648" y="349160"/>
                  </a:cubicBezTo>
                  <a:cubicBezTo>
                    <a:pt x="186565" y="345660"/>
                    <a:pt x="187982" y="340411"/>
                    <a:pt x="187815" y="335911"/>
                  </a:cubicBezTo>
                  <a:cubicBezTo>
                    <a:pt x="210229" y="306497"/>
                    <a:pt x="232227" y="277250"/>
                    <a:pt x="246477" y="242669"/>
                  </a:cubicBezTo>
                  <a:cubicBezTo>
                    <a:pt x="253975" y="224588"/>
                    <a:pt x="262475" y="207006"/>
                    <a:pt x="268557" y="188341"/>
                  </a:cubicBezTo>
                  <a:cubicBezTo>
                    <a:pt x="272308" y="176842"/>
                    <a:pt x="277973" y="159427"/>
                    <a:pt x="272558" y="147845"/>
                  </a:cubicBezTo>
                  <a:cubicBezTo>
                    <a:pt x="272141" y="147011"/>
                    <a:pt x="271474" y="146428"/>
                    <a:pt x="270640" y="146095"/>
                  </a:cubicBezTo>
                  <a:cubicBezTo>
                    <a:pt x="285723" y="130263"/>
                    <a:pt x="297389" y="111098"/>
                    <a:pt x="306721" y="91516"/>
                  </a:cubicBezTo>
                  <a:cubicBezTo>
                    <a:pt x="309055" y="86684"/>
                    <a:pt x="314304" y="78434"/>
                    <a:pt x="314221" y="71768"/>
                  </a:cubicBezTo>
                  <a:cubicBezTo>
                    <a:pt x="314304" y="71602"/>
                    <a:pt x="314386" y="71518"/>
                    <a:pt x="314470" y="71352"/>
                  </a:cubicBezTo>
                  <a:cubicBezTo>
                    <a:pt x="316803" y="65769"/>
                    <a:pt x="321470" y="61769"/>
                    <a:pt x="324386" y="56436"/>
                  </a:cubicBezTo>
                  <a:cubicBezTo>
                    <a:pt x="327803" y="50270"/>
                    <a:pt x="330302" y="43521"/>
                    <a:pt x="333218" y="37188"/>
                  </a:cubicBezTo>
                  <a:cubicBezTo>
                    <a:pt x="335969" y="31355"/>
                    <a:pt x="337885" y="25606"/>
                    <a:pt x="339801" y="19523"/>
                  </a:cubicBezTo>
                  <a:cubicBezTo>
                    <a:pt x="340885" y="15857"/>
                    <a:pt x="343968" y="10607"/>
                    <a:pt x="342717" y="6691"/>
                  </a:cubicBezTo>
                  <a:lnTo>
                    <a:pt x="342717" y="6691"/>
                  </a:lnTo>
                  <a:close/>
                  <a:moveTo>
                    <a:pt x="135820" y="333745"/>
                  </a:moveTo>
                  <a:cubicBezTo>
                    <a:pt x="142153" y="316246"/>
                    <a:pt x="145902" y="297998"/>
                    <a:pt x="152819" y="280583"/>
                  </a:cubicBezTo>
                  <a:cubicBezTo>
                    <a:pt x="156318" y="271834"/>
                    <a:pt x="160317" y="263501"/>
                    <a:pt x="164400" y="255085"/>
                  </a:cubicBezTo>
                  <a:cubicBezTo>
                    <a:pt x="165400" y="253002"/>
                    <a:pt x="167483" y="245919"/>
                    <a:pt x="169484" y="240836"/>
                  </a:cubicBezTo>
                  <a:cubicBezTo>
                    <a:pt x="172066" y="247419"/>
                    <a:pt x="171899" y="257168"/>
                    <a:pt x="172816" y="262834"/>
                  </a:cubicBezTo>
                  <a:cubicBezTo>
                    <a:pt x="174400" y="272000"/>
                    <a:pt x="175066" y="280999"/>
                    <a:pt x="175899" y="290165"/>
                  </a:cubicBezTo>
                  <a:cubicBezTo>
                    <a:pt x="176982" y="302247"/>
                    <a:pt x="176733" y="314413"/>
                    <a:pt x="177483" y="326495"/>
                  </a:cubicBezTo>
                  <a:cubicBezTo>
                    <a:pt x="167483" y="327995"/>
                    <a:pt x="156985" y="345244"/>
                    <a:pt x="151901" y="351243"/>
                  </a:cubicBezTo>
                  <a:cubicBezTo>
                    <a:pt x="140320" y="364825"/>
                    <a:pt x="127404" y="377491"/>
                    <a:pt x="114988" y="390490"/>
                  </a:cubicBezTo>
                  <a:cubicBezTo>
                    <a:pt x="123488" y="372158"/>
                    <a:pt x="129320" y="351826"/>
                    <a:pt x="135820" y="333745"/>
                  </a:cubicBezTo>
                  <a:lnTo>
                    <a:pt x="135820" y="333745"/>
                  </a:lnTo>
                  <a:close/>
                  <a:moveTo>
                    <a:pt x="81992" y="545892"/>
                  </a:moveTo>
                  <a:cubicBezTo>
                    <a:pt x="81908" y="548309"/>
                    <a:pt x="81741" y="550725"/>
                    <a:pt x="81491" y="553058"/>
                  </a:cubicBezTo>
                  <a:cubicBezTo>
                    <a:pt x="81074" y="554808"/>
                    <a:pt x="80575" y="556475"/>
                    <a:pt x="80074" y="558224"/>
                  </a:cubicBezTo>
                  <a:cubicBezTo>
                    <a:pt x="79825" y="559141"/>
                    <a:pt x="79991" y="559891"/>
                    <a:pt x="80408" y="560557"/>
                  </a:cubicBezTo>
                  <a:cubicBezTo>
                    <a:pt x="77991" y="574223"/>
                    <a:pt x="73159" y="586638"/>
                    <a:pt x="67492" y="600054"/>
                  </a:cubicBezTo>
                  <a:cubicBezTo>
                    <a:pt x="60326" y="616969"/>
                    <a:pt x="55243" y="634801"/>
                    <a:pt x="49161" y="652133"/>
                  </a:cubicBezTo>
                  <a:cubicBezTo>
                    <a:pt x="45994" y="661382"/>
                    <a:pt x="42911" y="670714"/>
                    <a:pt x="38578" y="679547"/>
                  </a:cubicBezTo>
                  <a:cubicBezTo>
                    <a:pt x="36578" y="683713"/>
                    <a:pt x="34412" y="688296"/>
                    <a:pt x="31162" y="691712"/>
                  </a:cubicBezTo>
                  <a:cubicBezTo>
                    <a:pt x="26912" y="697712"/>
                    <a:pt x="22413" y="697295"/>
                    <a:pt x="17663" y="690296"/>
                  </a:cubicBezTo>
                  <a:cubicBezTo>
                    <a:pt x="10748" y="689463"/>
                    <a:pt x="8082" y="686963"/>
                    <a:pt x="9831" y="682880"/>
                  </a:cubicBezTo>
                  <a:cubicBezTo>
                    <a:pt x="9748" y="682463"/>
                    <a:pt x="9748" y="682047"/>
                    <a:pt x="9748" y="681630"/>
                  </a:cubicBezTo>
                  <a:cubicBezTo>
                    <a:pt x="17080" y="660799"/>
                    <a:pt x="24080" y="639884"/>
                    <a:pt x="29079" y="618386"/>
                  </a:cubicBezTo>
                  <a:cubicBezTo>
                    <a:pt x="31412" y="608303"/>
                    <a:pt x="32996" y="598137"/>
                    <a:pt x="34662" y="587972"/>
                  </a:cubicBezTo>
                  <a:cubicBezTo>
                    <a:pt x="35829" y="581722"/>
                    <a:pt x="36912" y="575390"/>
                    <a:pt x="37995" y="569140"/>
                  </a:cubicBezTo>
                  <a:cubicBezTo>
                    <a:pt x="38828" y="565140"/>
                    <a:pt x="39661" y="561141"/>
                    <a:pt x="40661" y="557224"/>
                  </a:cubicBezTo>
                  <a:cubicBezTo>
                    <a:pt x="46161" y="535976"/>
                    <a:pt x="52244" y="515062"/>
                    <a:pt x="59159" y="494230"/>
                  </a:cubicBezTo>
                  <a:cubicBezTo>
                    <a:pt x="62576" y="483814"/>
                    <a:pt x="66243" y="473399"/>
                    <a:pt x="70493" y="463233"/>
                  </a:cubicBezTo>
                  <a:cubicBezTo>
                    <a:pt x="72576" y="458317"/>
                    <a:pt x="75242" y="453651"/>
                    <a:pt x="77075" y="448651"/>
                  </a:cubicBezTo>
                  <a:cubicBezTo>
                    <a:pt x="77158" y="448484"/>
                    <a:pt x="77241" y="448234"/>
                    <a:pt x="77241" y="447984"/>
                  </a:cubicBezTo>
                  <a:cubicBezTo>
                    <a:pt x="77408" y="447818"/>
                    <a:pt x="77659" y="447734"/>
                    <a:pt x="77825" y="447484"/>
                  </a:cubicBezTo>
                  <a:cubicBezTo>
                    <a:pt x="77908" y="447318"/>
                    <a:pt x="78075" y="447234"/>
                    <a:pt x="78158" y="447068"/>
                  </a:cubicBezTo>
                  <a:cubicBezTo>
                    <a:pt x="80491" y="460400"/>
                    <a:pt x="81575" y="485064"/>
                    <a:pt x="81741" y="487814"/>
                  </a:cubicBezTo>
                  <a:cubicBezTo>
                    <a:pt x="83324" y="506979"/>
                    <a:pt x="82825" y="526561"/>
                    <a:pt x="81992" y="545892"/>
                  </a:cubicBezTo>
                  <a:lnTo>
                    <a:pt x="81992" y="545892"/>
                  </a:lnTo>
                  <a:close/>
                  <a:moveTo>
                    <a:pt x="176483" y="347577"/>
                  </a:moveTo>
                  <a:cubicBezTo>
                    <a:pt x="174650" y="352910"/>
                    <a:pt x="174483" y="359826"/>
                    <a:pt x="172899" y="365575"/>
                  </a:cubicBezTo>
                  <a:cubicBezTo>
                    <a:pt x="170649" y="373908"/>
                    <a:pt x="167483" y="381824"/>
                    <a:pt x="164318" y="389906"/>
                  </a:cubicBezTo>
                  <a:cubicBezTo>
                    <a:pt x="157985" y="405655"/>
                    <a:pt x="148402" y="419320"/>
                    <a:pt x="141069" y="434486"/>
                  </a:cubicBezTo>
                  <a:cubicBezTo>
                    <a:pt x="134236" y="448401"/>
                    <a:pt x="126321" y="462150"/>
                    <a:pt x="118322" y="475482"/>
                  </a:cubicBezTo>
                  <a:cubicBezTo>
                    <a:pt x="109822" y="489564"/>
                    <a:pt x="100490" y="502813"/>
                    <a:pt x="93074" y="517561"/>
                  </a:cubicBezTo>
                  <a:cubicBezTo>
                    <a:pt x="91823" y="520061"/>
                    <a:pt x="90740" y="522561"/>
                    <a:pt x="89740" y="525144"/>
                  </a:cubicBezTo>
                  <a:cubicBezTo>
                    <a:pt x="89574" y="506479"/>
                    <a:pt x="88824" y="487731"/>
                    <a:pt x="86991" y="469232"/>
                  </a:cubicBezTo>
                  <a:cubicBezTo>
                    <a:pt x="86407" y="463233"/>
                    <a:pt x="87824" y="449068"/>
                    <a:pt x="86158" y="438818"/>
                  </a:cubicBezTo>
                  <a:cubicBezTo>
                    <a:pt x="105739" y="417737"/>
                    <a:pt x="126487" y="397989"/>
                    <a:pt x="146569" y="377324"/>
                  </a:cubicBezTo>
                  <a:cubicBezTo>
                    <a:pt x="157234" y="366408"/>
                    <a:pt x="167150" y="354826"/>
                    <a:pt x="177566" y="343577"/>
                  </a:cubicBezTo>
                  <a:cubicBezTo>
                    <a:pt x="178149" y="342994"/>
                    <a:pt x="178483" y="342577"/>
                    <a:pt x="178733" y="342411"/>
                  </a:cubicBezTo>
                  <a:cubicBezTo>
                    <a:pt x="178900" y="342494"/>
                    <a:pt x="178982" y="342494"/>
                    <a:pt x="179149" y="342494"/>
                  </a:cubicBezTo>
                  <a:cubicBezTo>
                    <a:pt x="178733" y="343410"/>
                    <a:pt x="176982" y="346244"/>
                    <a:pt x="176483" y="347577"/>
                  </a:cubicBezTo>
                  <a:lnTo>
                    <a:pt x="176483" y="347577"/>
                  </a:lnTo>
                  <a:close/>
                  <a:moveTo>
                    <a:pt x="253893" y="202173"/>
                  </a:moveTo>
                  <a:cubicBezTo>
                    <a:pt x="247226" y="218338"/>
                    <a:pt x="239227" y="234587"/>
                    <a:pt x="230978" y="250002"/>
                  </a:cubicBezTo>
                  <a:cubicBezTo>
                    <a:pt x="222811" y="265334"/>
                    <a:pt x="214146" y="280499"/>
                    <a:pt x="204980" y="295331"/>
                  </a:cubicBezTo>
                  <a:cubicBezTo>
                    <a:pt x="200648" y="302414"/>
                    <a:pt x="197481" y="310247"/>
                    <a:pt x="192648" y="316996"/>
                  </a:cubicBezTo>
                  <a:cubicBezTo>
                    <a:pt x="190564" y="319996"/>
                    <a:pt x="188232" y="322912"/>
                    <a:pt x="185815" y="325745"/>
                  </a:cubicBezTo>
                  <a:cubicBezTo>
                    <a:pt x="185482" y="311247"/>
                    <a:pt x="183982" y="296665"/>
                    <a:pt x="182982" y="282333"/>
                  </a:cubicBezTo>
                  <a:cubicBezTo>
                    <a:pt x="182232" y="272000"/>
                    <a:pt x="182065" y="260418"/>
                    <a:pt x="180649" y="249252"/>
                  </a:cubicBezTo>
                  <a:cubicBezTo>
                    <a:pt x="193731" y="234587"/>
                    <a:pt x="208396" y="220838"/>
                    <a:pt x="221728" y="206256"/>
                  </a:cubicBezTo>
                  <a:cubicBezTo>
                    <a:pt x="229228" y="198090"/>
                    <a:pt x="236977" y="190258"/>
                    <a:pt x="244227" y="181925"/>
                  </a:cubicBezTo>
                  <a:cubicBezTo>
                    <a:pt x="251393" y="173759"/>
                    <a:pt x="258308" y="164010"/>
                    <a:pt x="266641" y="156677"/>
                  </a:cubicBezTo>
                  <a:cubicBezTo>
                    <a:pt x="269058" y="170343"/>
                    <a:pt x="258059" y="192091"/>
                    <a:pt x="253893" y="202173"/>
                  </a:cubicBezTo>
                  <a:lnTo>
                    <a:pt x="253893" y="202173"/>
                  </a:lnTo>
                  <a:close/>
                  <a:moveTo>
                    <a:pt x="327885" y="20356"/>
                  </a:moveTo>
                  <a:cubicBezTo>
                    <a:pt x="326136" y="26522"/>
                    <a:pt x="323386" y="32189"/>
                    <a:pt x="320803" y="38021"/>
                  </a:cubicBezTo>
                  <a:cubicBezTo>
                    <a:pt x="318137" y="44187"/>
                    <a:pt x="315887" y="50520"/>
                    <a:pt x="311887" y="56020"/>
                  </a:cubicBezTo>
                  <a:cubicBezTo>
                    <a:pt x="310054" y="58519"/>
                    <a:pt x="308387" y="60519"/>
                    <a:pt x="307137" y="62852"/>
                  </a:cubicBezTo>
                  <a:cubicBezTo>
                    <a:pt x="306304" y="62686"/>
                    <a:pt x="305471" y="62686"/>
                    <a:pt x="304638" y="62769"/>
                  </a:cubicBezTo>
                  <a:cubicBezTo>
                    <a:pt x="297138" y="57603"/>
                    <a:pt x="286556" y="70352"/>
                    <a:pt x="282139" y="75185"/>
                  </a:cubicBezTo>
                  <a:cubicBezTo>
                    <a:pt x="277890" y="79767"/>
                    <a:pt x="267225" y="88267"/>
                    <a:pt x="270308" y="95433"/>
                  </a:cubicBezTo>
                  <a:cubicBezTo>
                    <a:pt x="270807" y="96599"/>
                    <a:pt x="272641" y="96433"/>
                    <a:pt x="273224" y="95433"/>
                  </a:cubicBezTo>
                  <a:cubicBezTo>
                    <a:pt x="274474" y="93100"/>
                    <a:pt x="278973" y="91183"/>
                    <a:pt x="280974" y="89683"/>
                  </a:cubicBezTo>
                  <a:cubicBezTo>
                    <a:pt x="284223" y="87183"/>
                    <a:pt x="287306" y="84517"/>
                    <a:pt x="290389" y="81851"/>
                  </a:cubicBezTo>
                  <a:cubicBezTo>
                    <a:pt x="293555" y="79018"/>
                    <a:pt x="296638" y="76101"/>
                    <a:pt x="299971" y="73518"/>
                  </a:cubicBezTo>
                  <a:cubicBezTo>
                    <a:pt x="303221" y="72768"/>
                    <a:pt x="301888" y="74101"/>
                    <a:pt x="300971" y="77684"/>
                  </a:cubicBezTo>
                  <a:cubicBezTo>
                    <a:pt x="300055" y="81351"/>
                    <a:pt x="296805" y="86434"/>
                    <a:pt x="294972" y="89767"/>
                  </a:cubicBezTo>
                  <a:cubicBezTo>
                    <a:pt x="290555" y="97849"/>
                    <a:pt x="286056" y="106098"/>
                    <a:pt x="281223" y="113931"/>
                  </a:cubicBezTo>
                  <a:cubicBezTo>
                    <a:pt x="273057" y="127180"/>
                    <a:pt x="263975" y="139845"/>
                    <a:pt x="255642" y="152928"/>
                  </a:cubicBezTo>
                  <a:cubicBezTo>
                    <a:pt x="239311" y="164843"/>
                    <a:pt x="226061" y="183175"/>
                    <a:pt x="213146" y="197590"/>
                  </a:cubicBezTo>
                  <a:cubicBezTo>
                    <a:pt x="201647" y="210506"/>
                    <a:pt x="187815" y="223838"/>
                    <a:pt x="179065" y="239253"/>
                  </a:cubicBezTo>
                  <a:cubicBezTo>
                    <a:pt x="178816" y="238087"/>
                    <a:pt x="178483" y="237003"/>
                    <a:pt x="178149" y="235837"/>
                  </a:cubicBezTo>
                  <a:cubicBezTo>
                    <a:pt x="186815" y="226254"/>
                    <a:pt x="192731" y="209006"/>
                    <a:pt x="196814" y="199007"/>
                  </a:cubicBezTo>
                  <a:cubicBezTo>
                    <a:pt x="205480" y="177675"/>
                    <a:pt x="214395" y="154677"/>
                    <a:pt x="220728" y="132679"/>
                  </a:cubicBezTo>
                  <a:cubicBezTo>
                    <a:pt x="227728" y="108348"/>
                    <a:pt x="236560" y="84017"/>
                    <a:pt x="248726" y="61769"/>
                  </a:cubicBezTo>
                  <a:cubicBezTo>
                    <a:pt x="249727" y="59936"/>
                    <a:pt x="253392" y="50853"/>
                    <a:pt x="255642" y="50270"/>
                  </a:cubicBezTo>
                  <a:cubicBezTo>
                    <a:pt x="259892" y="49187"/>
                    <a:pt x="258392" y="58186"/>
                    <a:pt x="257475" y="63186"/>
                  </a:cubicBezTo>
                  <a:cubicBezTo>
                    <a:pt x="256642" y="65769"/>
                    <a:pt x="256058" y="68269"/>
                    <a:pt x="255893" y="70768"/>
                  </a:cubicBezTo>
                  <a:cubicBezTo>
                    <a:pt x="255893" y="71352"/>
                    <a:pt x="255976" y="71768"/>
                    <a:pt x="256309" y="72185"/>
                  </a:cubicBezTo>
                  <a:cubicBezTo>
                    <a:pt x="255225" y="81934"/>
                    <a:pt x="254476" y="91766"/>
                    <a:pt x="253643" y="101516"/>
                  </a:cubicBezTo>
                  <a:cubicBezTo>
                    <a:pt x="247477" y="105932"/>
                    <a:pt x="243394" y="112931"/>
                    <a:pt x="239227" y="119097"/>
                  </a:cubicBezTo>
                  <a:cubicBezTo>
                    <a:pt x="234477" y="126013"/>
                    <a:pt x="227311" y="133763"/>
                    <a:pt x="225645" y="142179"/>
                  </a:cubicBezTo>
                  <a:cubicBezTo>
                    <a:pt x="225228" y="144345"/>
                    <a:pt x="227728" y="145345"/>
                    <a:pt x="228977" y="144095"/>
                  </a:cubicBezTo>
                  <a:lnTo>
                    <a:pt x="228977" y="144095"/>
                  </a:lnTo>
                  <a:cubicBezTo>
                    <a:pt x="230811" y="142095"/>
                    <a:pt x="233394" y="140512"/>
                    <a:pt x="235310" y="138512"/>
                  </a:cubicBezTo>
                  <a:cubicBezTo>
                    <a:pt x="237727" y="136012"/>
                    <a:pt x="239727" y="133179"/>
                    <a:pt x="241977" y="130513"/>
                  </a:cubicBezTo>
                  <a:cubicBezTo>
                    <a:pt x="245393" y="126430"/>
                    <a:pt x="248643" y="122264"/>
                    <a:pt x="251892" y="117931"/>
                  </a:cubicBezTo>
                  <a:cubicBezTo>
                    <a:pt x="254142" y="115014"/>
                    <a:pt x="256559" y="112598"/>
                    <a:pt x="258976" y="110015"/>
                  </a:cubicBezTo>
                  <a:cubicBezTo>
                    <a:pt x="259059" y="109098"/>
                    <a:pt x="259141" y="108182"/>
                    <a:pt x="259225" y="107265"/>
                  </a:cubicBezTo>
                  <a:cubicBezTo>
                    <a:pt x="259308" y="108432"/>
                    <a:pt x="259308" y="109681"/>
                    <a:pt x="259225" y="110848"/>
                  </a:cubicBezTo>
                  <a:cubicBezTo>
                    <a:pt x="259059" y="118014"/>
                    <a:pt x="256976" y="125013"/>
                    <a:pt x="258225" y="132179"/>
                  </a:cubicBezTo>
                  <a:cubicBezTo>
                    <a:pt x="258725" y="134929"/>
                    <a:pt x="262558" y="135013"/>
                    <a:pt x="263892" y="132929"/>
                  </a:cubicBezTo>
                  <a:cubicBezTo>
                    <a:pt x="267724" y="126680"/>
                    <a:pt x="273723" y="95849"/>
                    <a:pt x="260475" y="98266"/>
                  </a:cubicBezTo>
                  <a:cubicBezTo>
                    <a:pt x="262059" y="87267"/>
                    <a:pt x="263558" y="76268"/>
                    <a:pt x="264975" y="65185"/>
                  </a:cubicBezTo>
                  <a:cubicBezTo>
                    <a:pt x="276140" y="48187"/>
                    <a:pt x="286140" y="28689"/>
                    <a:pt x="301221" y="15440"/>
                  </a:cubicBezTo>
                  <a:cubicBezTo>
                    <a:pt x="301138" y="15523"/>
                    <a:pt x="301472" y="15273"/>
                    <a:pt x="302054" y="14773"/>
                  </a:cubicBezTo>
                  <a:cubicBezTo>
                    <a:pt x="301555" y="16940"/>
                    <a:pt x="301221" y="18940"/>
                    <a:pt x="301138" y="19273"/>
                  </a:cubicBezTo>
                  <a:cubicBezTo>
                    <a:pt x="298805" y="29355"/>
                    <a:pt x="298555" y="39271"/>
                    <a:pt x="296472" y="49354"/>
                  </a:cubicBezTo>
                  <a:cubicBezTo>
                    <a:pt x="295556" y="53937"/>
                    <a:pt x="301888" y="57186"/>
                    <a:pt x="304388" y="52687"/>
                  </a:cubicBezTo>
                  <a:cubicBezTo>
                    <a:pt x="308888" y="44521"/>
                    <a:pt x="310387" y="34772"/>
                    <a:pt x="311637" y="25106"/>
                  </a:cubicBezTo>
                  <a:cubicBezTo>
                    <a:pt x="317720" y="22356"/>
                    <a:pt x="323053" y="17773"/>
                    <a:pt x="329052" y="14773"/>
                  </a:cubicBezTo>
                  <a:cubicBezTo>
                    <a:pt x="328552" y="16690"/>
                    <a:pt x="328219" y="18940"/>
                    <a:pt x="327885" y="20356"/>
                  </a:cubicBezTo>
                  <a:lnTo>
                    <a:pt x="327885" y="20356"/>
                  </a:lnTo>
                  <a:close/>
                </a:path>
              </a:pathLst>
            </a:custGeom>
            <a:grpFill/>
            <a:ln w="8332" cap="flat">
              <a:noFill/>
              <a:prstDash val="solid"/>
              <a:miter/>
            </a:ln>
          </p:spPr>
          <p:txBody>
            <a:bodyPr rtlCol="0" anchor="ctr"/>
            <a:lstStyle/>
            <a:p>
              <a:endParaRPr lang="en-US"/>
            </a:p>
          </p:txBody>
        </p:sp>
        <p:sp>
          <p:nvSpPr>
            <p:cNvPr id="1908" name="Freeform: Shape 1907"/>
            <p:cNvSpPr/>
            <p:nvPr/>
          </p:nvSpPr>
          <p:spPr>
            <a:xfrm>
              <a:off x="11413643" y="1112979"/>
              <a:ext cx="473586" cy="638834"/>
            </a:xfrm>
            <a:custGeom>
              <a:avLst/>
              <a:gdLst>
                <a:gd name="connsiteX0" fmla="*/ 473556 w 473586"/>
                <a:gd name="connsiteY0" fmla="*/ 13763 h 638834"/>
                <a:gd name="connsiteX1" fmla="*/ 442810 w 473586"/>
                <a:gd name="connsiteY1" fmla="*/ 15430 h 638834"/>
                <a:gd name="connsiteX2" fmla="*/ 443643 w 473586"/>
                <a:gd name="connsiteY2" fmla="*/ 13180 h 638834"/>
                <a:gd name="connsiteX3" fmla="*/ 437143 w 473586"/>
                <a:gd name="connsiteY3" fmla="*/ 98 h 638834"/>
                <a:gd name="connsiteX4" fmla="*/ 406812 w 473586"/>
                <a:gd name="connsiteY4" fmla="*/ 21262 h 638834"/>
                <a:gd name="connsiteX5" fmla="*/ 390397 w 473586"/>
                <a:gd name="connsiteY5" fmla="*/ 37178 h 638834"/>
                <a:gd name="connsiteX6" fmla="*/ 387731 w 473586"/>
                <a:gd name="connsiteY6" fmla="*/ 28762 h 638834"/>
                <a:gd name="connsiteX7" fmla="*/ 341819 w 473586"/>
                <a:gd name="connsiteY7" fmla="*/ 63175 h 638834"/>
                <a:gd name="connsiteX8" fmla="*/ 292990 w 473586"/>
                <a:gd name="connsiteY8" fmla="*/ 142085 h 638834"/>
                <a:gd name="connsiteX9" fmla="*/ 270491 w 473586"/>
                <a:gd name="connsiteY9" fmla="*/ 180831 h 638834"/>
                <a:gd name="connsiteX10" fmla="*/ 263159 w 473586"/>
                <a:gd name="connsiteY10" fmla="*/ 192747 h 638834"/>
                <a:gd name="connsiteX11" fmla="*/ 260076 w 473586"/>
                <a:gd name="connsiteY11" fmla="*/ 191164 h 638834"/>
                <a:gd name="connsiteX12" fmla="*/ 234495 w 473586"/>
                <a:gd name="connsiteY12" fmla="*/ 215745 h 638834"/>
                <a:gd name="connsiteX13" fmla="*/ 204914 w 473586"/>
                <a:gd name="connsiteY13" fmla="*/ 265240 h 638834"/>
                <a:gd name="connsiteX14" fmla="*/ 172917 w 473586"/>
                <a:gd name="connsiteY14" fmla="*/ 322319 h 638834"/>
                <a:gd name="connsiteX15" fmla="*/ 152336 w 473586"/>
                <a:gd name="connsiteY15" fmla="*/ 359815 h 638834"/>
                <a:gd name="connsiteX16" fmla="*/ 134004 w 473586"/>
                <a:gd name="connsiteY16" fmla="*/ 375980 h 638834"/>
                <a:gd name="connsiteX17" fmla="*/ 131921 w 473586"/>
                <a:gd name="connsiteY17" fmla="*/ 373481 h 638834"/>
                <a:gd name="connsiteX18" fmla="*/ 124339 w 473586"/>
                <a:gd name="connsiteY18" fmla="*/ 372897 h 638834"/>
                <a:gd name="connsiteX19" fmla="*/ 110256 w 473586"/>
                <a:gd name="connsiteY19" fmla="*/ 391812 h 638834"/>
                <a:gd name="connsiteX20" fmla="*/ 92925 w 473586"/>
                <a:gd name="connsiteY20" fmla="*/ 419476 h 638834"/>
                <a:gd name="connsiteX21" fmla="*/ 61177 w 473586"/>
                <a:gd name="connsiteY21" fmla="*/ 482137 h 638834"/>
                <a:gd name="connsiteX22" fmla="*/ 49262 w 473586"/>
                <a:gd name="connsiteY22" fmla="*/ 513051 h 638834"/>
                <a:gd name="connsiteX23" fmla="*/ 8599 w 473586"/>
                <a:gd name="connsiteY23" fmla="*/ 595877 h 638834"/>
                <a:gd name="connsiteX24" fmla="*/ 8849 w 473586"/>
                <a:gd name="connsiteY24" fmla="*/ 634874 h 638834"/>
                <a:gd name="connsiteX25" fmla="*/ 51011 w 473586"/>
                <a:gd name="connsiteY25" fmla="*/ 621458 h 638834"/>
                <a:gd name="connsiteX26" fmla="*/ 87341 w 473586"/>
                <a:gd name="connsiteY26" fmla="*/ 559131 h 638834"/>
                <a:gd name="connsiteX27" fmla="*/ 115923 w 473586"/>
                <a:gd name="connsiteY27" fmla="*/ 498553 h 638834"/>
                <a:gd name="connsiteX28" fmla="*/ 143920 w 473586"/>
                <a:gd name="connsiteY28" fmla="*/ 459973 h 638834"/>
                <a:gd name="connsiteX29" fmla="*/ 182667 w 473586"/>
                <a:gd name="connsiteY29" fmla="*/ 417310 h 638834"/>
                <a:gd name="connsiteX30" fmla="*/ 250827 w 473586"/>
                <a:gd name="connsiteY30" fmla="*/ 317652 h 638834"/>
                <a:gd name="connsiteX31" fmla="*/ 255577 w 473586"/>
                <a:gd name="connsiteY31" fmla="*/ 305153 h 638834"/>
                <a:gd name="connsiteX32" fmla="*/ 331737 w 473586"/>
                <a:gd name="connsiteY32" fmla="*/ 225577 h 638834"/>
                <a:gd name="connsiteX33" fmla="*/ 364233 w 473586"/>
                <a:gd name="connsiteY33" fmla="*/ 176748 h 638834"/>
                <a:gd name="connsiteX34" fmla="*/ 376316 w 473586"/>
                <a:gd name="connsiteY34" fmla="*/ 137918 h 638834"/>
                <a:gd name="connsiteX35" fmla="*/ 374732 w 473586"/>
                <a:gd name="connsiteY35" fmla="*/ 135835 h 638834"/>
                <a:gd name="connsiteX36" fmla="*/ 421062 w 473586"/>
                <a:gd name="connsiteY36" fmla="*/ 89673 h 638834"/>
                <a:gd name="connsiteX37" fmla="*/ 432311 w 473586"/>
                <a:gd name="connsiteY37" fmla="*/ 71841 h 638834"/>
                <a:gd name="connsiteX38" fmla="*/ 432644 w 473586"/>
                <a:gd name="connsiteY38" fmla="*/ 71424 h 638834"/>
                <a:gd name="connsiteX39" fmla="*/ 445309 w 473586"/>
                <a:gd name="connsiteY39" fmla="*/ 58759 h 638834"/>
                <a:gd name="connsiteX40" fmla="*/ 457891 w 473586"/>
                <a:gd name="connsiteY40" fmla="*/ 41677 h 638834"/>
                <a:gd name="connsiteX41" fmla="*/ 467891 w 473586"/>
                <a:gd name="connsiteY41" fmla="*/ 25679 h 638834"/>
                <a:gd name="connsiteX42" fmla="*/ 473556 w 473586"/>
                <a:gd name="connsiteY42" fmla="*/ 13763 h 638834"/>
                <a:gd name="connsiteX43" fmla="*/ 473556 w 473586"/>
                <a:gd name="connsiteY43" fmla="*/ 13763 h 638834"/>
                <a:gd name="connsiteX44" fmla="*/ 205081 w 473586"/>
                <a:gd name="connsiteY44" fmla="*/ 292654 h 638834"/>
                <a:gd name="connsiteX45" fmla="*/ 232329 w 473586"/>
                <a:gd name="connsiteY45" fmla="*/ 243992 h 638834"/>
                <a:gd name="connsiteX46" fmla="*/ 248743 w 473586"/>
                <a:gd name="connsiteY46" fmla="*/ 221328 h 638834"/>
                <a:gd name="connsiteX47" fmla="*/ 256577 w 473586"/>
                <a:gd name="connsiteY47" fmla="*/ 208412 h 638834"/>
                <a:gd name="connsiteX48" fmla="*/ 255410 w 473586"/>
                <a:gd name="connsiteY48" fmla="*/ 230577 h 638834"/>
                <a:gd name="connsiteX49" fmla="*/ 252910 w 473586"/>
                <a:gd name="connsiteY49" fmla="*/ 257991 h 638834"/>
                <a:gd name="connsiteX50" fmla="*/ 247161 w 473586"/>
                <a:gd name="connsiteY50" fmla="*/ 293904 h 638834"/>
                <a:gd name="connsiteX51" fmla="*/ 217164 w 473586"/>
                <a:gd name="connsiteY51" fmla="*/ 312986 h 638834"/>
                <a:gd name="connsiteX52" fmla="*/ 173084 w 473586"/>
                <a:gd name="connsiteY52" fmla="*/ 344067 h 638834"/>
                <a:gd name="connsiteX53" fmla="*/ 205081 w 473586"/>
                <a:gd name="connsiteY53" fmla="*/ 292654 h 638834"/>
                <a:gd name="connsiteX54" fmla="*/ 205081 w 473586"/>
                <a:gd name="connsiteY54" fmla="*/ 292654 h 638834"/>
                <a:gd name="connsiteX55" fmla="*/ 109840 w 473586"/>
                <a:gd name="connsiteY55" fmla="*/ 489803 h 638834"/>
                <a:gd name="connsiteX56" fmla="*/ 107923 w 473586"/>
                <a:gd name="connsiteY56" fmla="*/ 496719 h 638834"/>
                <a:gd name="connsiteX57" fmla="*/ 105507 w 473586"/>
                <a:gd name="connsiteY57" fmla="*/ 501469 h 638834"/>
                <a:gd name="connsiteX58" fmla="*/ 105423 w 473586"/>
                <a:gd name="connsiteY58" fmla="*/ 503802 h 638834"/>
                <a:gd name="connsiteX59" fmla="*/ 84925 w 473586"/>
                <a:gd name="connsiteY59" fmla="*/ 539882 h 638834"/>
                <a:gd name="connsiteX60" fmla="*/ 56595 w 473586"/>
                <a:gd name="connsiteY60" fmla="*/ 587295 h 638834"/>
                <a:gd name="connsiteX61" fmla="*/ 40763 w 473586"/>
                <a:gd name="connsiteY61" fmla="*/ 612042 h 638834"/>
                <a:gd name="connsiteX62" fmla="*/ 31013 w 473586"/>
                <a:gd name="connsiteY62" fmla="*/ 622458 h 638834"/>
                <a:gd name="connsiteX63" fmla="*/ 18098 w 473586"/>
                <a:gd name="connsiteY63" fmla="*/ 618375 h 638834"/>
                <a:gd name="connsiteX64" fmla="*/ 11932 w 473586"/>
                <a:gd name="connsiteY64" fmla="*/ 609543 h 638834"/>
                <a:gd name="connsiteX65" fmla="*/ 12098 w 473586"/>
                <a:gd name="connsiteY65" fmla="*/ 608376 h 638834"/>
                <a:gd name="connsiteX66" fmla="*/ 43762 w 473586"/>
                <a:gd name="connsiteY66" fmla="*/ 550215 h 638834"/>
                <a:gd name="connsiteX67" fmla="*/ 55345 w 473586"/>
                <a:gd name="connsiteY67" fmla="*/ 521550 h 638834"/>
                <a:gd name="connsiteX68" fmla="*/ 62427 w 473586"/>
                <a:gd name="connsiteY68" fmla="*/ 503719 h 638834"/>
                <a:gd name="connsiteX69" fmla="*/ 67426 w 473586"/>
                <a:gd name="connsiteY69" fmla="*/ 492553 h 638834"/>
                <a:gd name="connsiteX70" fmla="*/ 98174 w 473586"/>
                <a:gd name="connsiteY70" fmla="*/ 434475 h 638834"/>
                <a:gd name="connsiteX71" fmla="*/ 115506 w 473586"/>
                <a:gd name="connsiteY71" fmla="*/ 406394 h 638834"/>
                <a:gd name="connsiteX72" fmla="*/ 124921 w 473586"/>
                <a:gd name="connsiteY72" fmla="*/ 393479 h 638834"/>
                <a:gd name="connsiteX73" fmla="*/ 125255 w 473586"/>
                <a:gd name="connsiteY73" fmla="*/ 392896 h 638834"/>
                <a:gd name="connsiteX74" fmla="*/ 125921 w 473586"/>
                <a:gd name="connsiteY74" fmla="*/ 392562 h 638834"/>
                <a:gd name="connsiteX75" fmla="*/ 126338 w 473586"/>
                <a:gd name="connsiteY75" fmla="*/ 392229 h 638834"/>
                <a:gd name="connsiteX76" fmla="*/ 121672 w 473586"/>
                <a:gd name="connsiteY76" fmla="*/ 432892 h 638834"/>
                <a:gd name="connsiteX77" fmla="*/ 109840 w 473586"/>
                <a:gd name="connsiteY77" fmla="*/ 489803 h 638834"/>
                <a:gd name="connsiteX78" fmla="*/ 109840 w 473586"/>
                <a:gd name="connsiteY78" fmla="*/ 489803 h 638834"/>
                <a:gd name="connsiteX79" fmla="*/ 242244 w 473586"/>
                <a:gd name="connsiteY79" fmla="*/ 314402 h 638834"/>
                <a:gd name="connsiteX80" fmla="*/ 235161 w 473586"/>
                <a:gd name="connsiteY80" fmla="*/ 331318 h 638834"/>
                <a:gd name="connsiteX81" fmla="*/ 221829 w 473586"/>
                <a:gd name="connsiteY81" fmla="*/ 353399 h 638834"/>
                <a:gd name="connsiteX82" fmla="*/ 190083 w 473586"/>
                <a:gd name="connsiteY82" fmla="*/ 392395 h 638834"/>
                <a:gd name="connsiteX83" fmla="*/ 159502 w 473586"/>
                <a:gd name="connsiteY83" fmla="*/ 427976 h 638834"/>
                <a:gd name="connsiteX84" fmla="*/ 126338 w 473586"/>
                <a:gd name="connsiteY84" fmla="*/ 464139 h 638834"/>
                <a:gd name="connsiteX85" fmla="*/ 121588 w 473586"/>
                <a:gd name="connsiteY85" fmla="*/ 470888 h 638834"/>
                <a:gd name="connsiteX86" fmla="*/ 130171 w 473586"/>
                <a:gd name="connsiteY86" fmla="*/ 415560 h 638834"/>
                <a:gd name="connsiteX87" fmla="*/ 135504 w 473586"/>
                <a:gd name="connsiteY87" fmla="*/ 385563 h 638834"/>
                <a:gd name="connsiteX88" fmla="*/ 206997 w 473586"/>
                <a:gd name="connsiteY88" fmla="*/ 337400 h 638834"/>
                <a:gd name="connsiteX89" fmla="*/ 244078 w 473586"/>
                <a:gd name="connsiteY89" fmla="*/ 310570 h 638834"/>
                <a:gd name="connsiteX90" fmla="*/ 245494 w 473586"/>
                <a:gd name="connsiteY90" fmla="*/ 309653 h 638834"/>
                <a:gd name="connsiteX91" fmla="*/ 245827 w 473586"/>
                <a:gd name="connsiteY91" fmla="*/ 309820 h 638834"/>
                <a:gd name="connsiteX92" fmla="*/ 242244 w 473586"/>
                <a:gd name="connsiteY92" fmla="*/ 314402 h 638834"/>
                <a:gd name="connsiteX93" fmla="*/ 242244 w 473586"/>
                <a:gd name="connsiteY93" fmla="*/ 314402 h 638834"/>
                <a:gd name="connsiteX94" fmla="*/ 347235 w 473586"/>
                <a:gd name="connsiteY94" fmla="*/ 187414 h 638834"/>
                <a:gd name="connsiteX95" fmla="*/ 315154 w 473586"/>
                <a:gd name="connsiteY95" fmla="*/ 229660 h 638834"/>
                <a:gd name="connsiteX96" fmla="*/ 280575 w 473586"/>
                <a:gd name="connsiteY96" fmla="*/ 268823 h 638834"/>
                <a:gd name="connsiteX97" fmla="*/ 264159 w 473586"/>
                <a:gd name="connsiteY97" fmla="*/ 287655 h 638834"/>
                <a:gd name="connsiteX98" fmla="*/ 255743 w 473586"/>
                <a:gd name="connsiteY98" fmla="*/ 294821 h 638834"/>
                <a:gd name="connsiteX99" fmla="*/ 261743 w 473586"/>
                <a:gd name="connsiteY99" fmla="*/ 251742 h 638834"/>
                <a:gd name="connsiteX100" fmla="*/ 266076 w 473586"/>
                <a:gd name="connsiteY100" fmla="*/ 218911 h 638834"/>
                <a:gd name="connsiteX101" fmla="*/ 314905 w 473586"/>
                <a:gd name="connsiteY101" fmla="*/ 185081 h 638834"/>
                <a:gd name="connsiteX102" fmla="*/ 341819 w 473586"/>
                <a:gd name="connsiteY102" fmla="*/ 165749 h 638834"/>
                <a:gd name="connsiteX103" fmla="*/ 368816 w 473586"/>
                <a:gd name="connsiteY103" fmla="*/ 145501 h 638834"/>
                <a:gd name="connsiteX104" fmla="*/ 347235 w 473586"/>
                <a:gd name="connsiteY104" fmla="*/ 187414 h 638834"/>
                <a:gd name="connsiteX105" fmla="*/ 347235 w 473586"/>
                <a:gd name="connsiteY105" fmla="*/ 187414 h 638834"/>
                <a:gd name="connsiteX106" fmla="*/ 456225 w 473586"/>
                <a:gd name="connsiteY106" fmla="*/ 24179 h 638834"/>
                <a:gd name="connsiteX107" fmla="*/ 445726 w 473586"/>
                <a:gd name="connsiteY107" fmla="*/ 40094 h 638834"/>
                <a:gd name="connsiteX108" fmla="*/ 433394 w 473586"/>
                <a:gd name="connsiteY108" fmla="*/ 55926 h 638834"/>
                <a:gd name="connsiteX109" fmla="*/ 427395 w 473586"/>
                <a:gd name="connsiteY109" fmla="*/ 61675 h 638834"/>
                <a:gd name="connsiteX110" fmla="*/ 424894 w 473586"/>
                <a:gd name="connsiteY110" fmla="*/ 61092 h 638834"/>
                <a:gd name="connsiteX111" fmla="*/ 400314 w 473586"/>
                <a:gd name="connsiteY111" fmla="*/ 68758 h 638834"/>
                <a:gd name="connsiteX112" fmla="*/ 384648 w 473586"/>
                <a:gd name="connsiteY112" fmla="*/ 86256 h 638834"/>
                <a:gd name="connsiteX113" fmla="*/ 387481 w 473586"/>
                <a:gd name="connsiteY113" fmla="*/ 86840 h 638834"/>
                <a:gd name="connsiteX114" fmla="*/ 396231 w 473586"/>
                <a:gd name="connsiteY114" fmla="*/ 82757 h 638834"/>
                <a:gd name="connsiteX115" fmla="*/ 406979 w 473586"/>
                <a:gd name="connsiteY115" fmla="*/ 76924 h 638834"/>
                <a:gd name="connsiteX116" fmla="*/ 418062 w 473586"/>
                <a:gd name="connsiteY116" fmla="*/ 70758 h 638834"/>
                <a:gd name="connsiteX117" fmla="*/ 418228 w 473586"/>
                <a:gd name="connsiteY117" fmla="*/ 75007 h 638834"/>
                <a:gd name="connsiteX118" fmla="*/ 409979 w 473586"/>
                <a:gd name="connsiteY118" fmla="*/ 85590 h 638834"/>
                <a:gd name="connsiteX119" fmla="*/ 391647 w 473586"/>
                <a:gd name="connsiteY119" fmla="*/ 106505 h 638834"/>
                <a:gd name="connsiteX120" fmla="*/ 358734 w 473586"/>
                <a:gd name="connsiteY120" fmla="*/ 139585 h 638834"/>
                <a:gd name="connsiteX121" fmla="*/ 308155 w 473586"/>
                <a:gd name="connsiteY121" fmla="*/ 174832 h 638834"/>
                <a:gd name="connsiteX122" fmla="*/ 266409 w 473586"/>
                <a:gd name="connsiteY122" fmla="*/ 208829 h 638834"/>
                <a:gd name="connsiteX123" fmla="*/ 266242 w 473586"/>
                <a:gd name="connsiteY123" fmla="*/ 205329 h 638834"/>
                <a:gd name="connsiteX124" fmla="*/ 291990 w 473586"/>
                <a:gd name="connsiteY124" fmla="*/ 172999 h 638834"/>
                <a:gd name="connsiteX125" fmla="*/ 328736 w 473586"/>
                <a:gd name="connsiteY125" fmla="*/ 112671 h 638834"/>
                <a:gd name="connsiteX126" fmla="*/ 370399 w 473586"/>
                <a:gd name="connsiteY126" fmla="*/ 48843 h 638834"/>
                <a:gd name="connsiteX127" fmla="*/ 379482 w 473586"/>
                <a:gd name="connsiteY127" fmla="*/ 38927 h 638834"/>
                <a:gd name="connsiteX128" fmla="*/ 378648 w 473586"/>
                <a:gd name="connsiteY128" fmla="*/ 52010 h 638834"/>
                <a:gd name="connsiteX129" fmla="*/ 375649 w 473586"/>
                <a:gd name="connsiteY129" fmla="*/ 59092 h 638834"/>
                <a:gd name="connsiteX130" fmla="*/ 375732 w 473586"/>
                <a:gd name="connsiteY130" fmla="*/ 60509 h 638834"/>
                <a:gd name="connsiteX131" fmla="*/ 367233 w 473586"/>
                <a:gd name="connsiteY131" fmla="*/ 88673 h 638834"/>
                <a:gd name="connsiteX132" fmla="*/ 349568 w 473586"/>
                <a:gd name="connsiteY132" fmla="*/ 103005 h 638834"/>
                <a:gd name="connsiteX133" fmla="*/ 331570 w 473586"/>
                <a:gd name="connsiteY133" fmla="*/ 122836 h 638834"/>
                <a:gd name="connsiteX134" fmla="*/ 334403 w 473586"/>
                <a:gd name="connsiteY134" fmla="*/ 125420 h 638834"/>
                <a:gd name="connsiteX135" fmla="*/ 334403 w 473586"/>
                <a:gd name="connsiteY135" fmla="*/ 125420 h 638834"/>
                <a:gd name="connsiteX136" fmla="*/ 341652 w 473586"/>
                <a:gd name="connsiteY136" fmla="*/ 121253 h 638834"/>
                <a:gd name="connsiteX137" fmla="*/ 349734 w 473586"/>
                <a:gd name="connsiteY137" fmla="*/ 114754 h 638834"/>
                <a:gd name="connsiteX138" fmla="*/ 361901 w 473586"/>
                <a:gd name="connsiteY138" fmla="*/ 104421 h 638834"/>
                <a:gd name="connsiteX139" fmla="*/ 370482 w 473586"/>
                <a:gd name="connsiteY139" fmla="*/ 98089 h 638834"/>
                <a:gd name="connsiteX140" fmla="*/ 371233 w 473586"/>
                <a:gd name="connsiteY140" fmla="*/ 95422 h 638834"/>
                <a:gd name="connsiteX141" fmla="*/ 370566 w 473586"/>
                <a:gd name="connsiteY141" fmla="*/ 98922 h 638834"/>
                <a:gd name="connsiteX142" fmla="*/ 365316 w 473586"/>
                <a:gd name="connsiteY142" fmla="*/ 119587 h 638834"/>
                <a:gd name="connsiteX143" fmla="*/ 370733 w 473586"/>
                <a:gd name="connsiteY143" fmla="*/ 121420 h 638834"/>
                <a:gd name="connsiteX144" fmla="*/ 374316 w 473586"/>
                <a:gd name="connsiteY144" fmla="*/ 86756 h 638834"/>
                <a:gd name="connsiteX145" fmla="*/ 385315 w 473586"/>
                <a:gd name="connsiteY145" fmla="*/ 55259 h 638834"/>
                <a:gd name="connsiteX146" fmla="*/ 430810 w 473586"/>
                <a:gd name="connsiteY146" fmla="*/ 13846 h 638834"/>
                <a:gd name="connsiteX147" fmla="*/ 431728 w 473586"/>
                <a:gd name="connsiteY147" fmla="*/ 13346 h 638834"/>
                <a:gd name="connsiteX148" fmla="*/ 429894 w 473586"/>
                <a:gd name="connsiteY148" fmla="*/ 17596 h 638834"/>
                <a:gd name="connsiteX149" fmla="*/ 419311 w 473586"/>
                <a:gd name="connsiteY149" fmla="*/ 46093 h 638834"/>
                <a:gd name="connsiteX150" fmla="*/ 426395 w 473586"/>
                <a:gd name="connsiteY150" fmla="*/ 50926 h 638834"/>
                <a:gd name="connsiteX151" fmla="*/ 438977 w 473586"/>
                <a:gd name="connsiteY151" fmla="*/ 25345 h 638834"/>
                <a:gd name="connsiteX152" fmla="*/ 458141 w 473586"/>
                <a:gd name="connsiteY152" fmla="*/ 18679 h 638834"/>
                <a:gd name="connsiteX153" fmla="*/ 456225 w 473586"/>
                <a:gd name="connsiteY153" fmla="*/ 24179 h 638834"/>
                <a:gd name="connsiteX154" fmla="*/ 456225 w 473586"/>
                <a:gd name="connsiteY154" fmla="*/ 24179 h 638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Lst>
              <a:rect l="l" t="t" r="r" b="b"/>
              <a:pathLst>
                <a:path w="473586" h="638834">
                  <a:moveTo>
                    <a:pt x="473556" y="13763"/>
                  </a:moveTo>
                  <a:cubicBezTo>
                    <a:pt x="471974" y="-1319"/>
                    <a:pt x="454891" y="7263"/>
                    <a:pt x="442810" y="15430"/>
                  </a:cubicBezTo>
                  <a:cubicBezTo>
                    <a:pt x="443060" y="14680"/>
                    <a:pt x="443309" y="13930"/>
                    <a:pt x="443643" y="13180"/>
                  </a:cubicBezTo>
                  <a:cubicBezTo>
                    <a:pt x="445976" y="7180"/>
                    <a:pt x="446059" y="-986"/>
                    <a:pt x="437143" y="98"/>
                  </a:cubicBezTo>
                  <a:cubicBezTo>
                    <a:pt x="426311" y="1347"/>
                    <a:pt x="413896" y="13930"/>
                    <a:pt x="406812" y="21262"/>
                  </a:cubicBezTo>
                  <a:cubicBezTo>
                    <a:pt x="402230" y="26012"/>
                    <a:pt x="396064" y="31428"/>
                    <a:pt x="390397" y="37178"/>
                  </a:cubicBezTo>
                  <a:cubicBezTo>
                    <a:pt x="390564" y="33928"/>
                    <a:pt x="389981" y="30845"/>
                    <a:pt x="387731" y="28762"/>
                  </a:cubicBezTo>
                  <a:cubicBezTo>
                    <a:pt x="374732" y="16679"/>
                    <a:pt x="347152" y="56009"/>
                    <a:pt x="341819" y="63175"/>
                  </a:cubicBezTo>
                  <a:cubicBezTo>
                    <a:pt x="323070" y="87923"/>
                    <a:pt x="309155" y="115670"/>
                    <a:pt x="292990" y="142085"/>
                  </a:cubicBezTo>
                  <a:cubicBezTo>
                    <a:pt x="285240" y="154834"/>
                    <a:pt x="278241" y="167999"/>
                    <a:pt x="270491" y="180831"/>
                  </a:cubicBezTo>
                  <a:cubicBezTo>
                    <a:pt x="268241" y="184498"/>
                    <a:pt x="265492" y="188581"/>
                    <a:pt x="263159" y="192747"/>
                  </a:cubicBezTo>
                  <a:cubicBezTo>
                    <a:pt x="262326" y="191997"/>
                    <a:pt x="261326" y="191414"/>
                    <a:pt x="260076" y="191164"/>
                  </a:cubicBezTo>
                  <a:cubicBezTo>
                    <a:pt x="247577" y="188331"/>
                    <a:pt x="240327" y="207579"/>
                    <a:pt x="234495" y="215745"/>
                  </a:cubicBezTo>
                  <a:cubicBezTo>
                    <a:pt x="223163" y="231493"/>
                    <a:pt x="213330" y="247825"/>
                    <a:pt x="204914" y="265240"/>
                  </a:cubicBezTo>
                  <a:cubicBezTo>
                    <a:pt x="195415" y="284905"/>
                    <a:pt x="183916" y="303487"/>
                    <a:pt x="172917" y="322319"/>
                  </a:cubicBezTo>
                  <a:cubicBezTo>
                    <a:pt x="165835" y="334567"/>
                    <a:pt x="159252" y="347483"/>
                    <a:pt x="152336" y="359815"/>
                  </a:cubicBezTo>
                  <a:cubicBezTo>
                    <a:pt x="145920" y="364898"/>
                    <a:pt x="139837" y="370231"/>
                    <a:pt x="134004" y="375980"/>
                  </a:cubicBezTo>
                  <a:cubicBezTo>
                    <a:pt x="133504" y="374980"/>
                    <a:pt x="132837" y="374064"/>
                    <a:pt x="131921" y="373481"/>
                  </a:cubicBezTo>
                  <a:cubicBezTo>
                    <a:pt x="129672" y="371814"/>
                    <a:pt x="126838" y="371314"/>
                    <a:pt x="124339" y="372897"/>
                  </a:cubicBezTo>
                  <a:cubicBezTo>
                    <a:pt x="117756" y="377147"/>
                    <a:pt x="114673" y="385563"/>
                    <a:pt x="110256" y="391812"/>
                  </a:cubicBezTo>
                  <a:cubicBezTo>
                    <a:pt x="104007" y="400728"/>
                    <a:pt x="98341" y="410061"/>
                    <a:pt x="92925" y="419476"/>
                  </a:cubicBezTo>
                  <a:cubicBezTo>
                    <a:pt x="81342" y="439975"/>
                    <a:pt x="70760" y="460639"/>
                    <a:pt x="61177" y="482137"/>
                  </a:cubicBezTo>
                  <a:cubicBezTo>
                    <a:pt x="56595" y="492303"/>
                    <a:pt x="52928" y="502636"/>
                    <a:pt x="49262" y="513051"/>
                  </a:cubicBezTo>
                  <a:cubicBezTo>
                    <a:pt x="36096" y="540882"/>
                    <a:pt x="23431" y="568963"/>
                    <a:pt x="8599" y="595877"/>
                  </a:cubicBezTo>
                  <a:cubicBezTo>
                    <a:pt x="1599" y="608709"/>
                    <a:pt x="-6734" y="624375"/>
                    <a:pt x="8849" y="634874"/>
                  </a:cubicBezTo>
                  <a:cubicBezTo>
                    <a:pt x="24097" y="645123"/>
                    <a:pt x="41429" y="633624"/>
                    <a:pt x="51011" y="621458"/>
                  </a:cubicBezTo>
                  <a:cubicBezTo>
                    <a:pt x="65927" y="602543"/>
                    <a:pt x="75676" y="579962"/>
                    <a:pt x="87341" y="559131"/>
                  </a:cubicBezTo>
                  <a:cubicBezTo>
                    <a:pt x="98590" y="539049"/>
                    <a:pt x="110339" y="520884"/>
                    <a:pt x="115923" y="498553"/>
                  </a:cubicBezTo>
                  <a:cubicBezTo>
                    <a:pt x="125671" y="486137"/>
                    <a:pt x="133588" y="471972"/>
                    <a:pt x="143920" y="459973"/>
                  </a:cubicBezTo>
                  <a:cubicBezTo>
                    <a:pt x="156419" y="445474"/>
                    <a:pt x="170084" y="431892"/>
                    <a:pt x="182667" y="417310"/>
                  </a:cubicBezTo>
                  <a:cubicBezTo>
                    <a:pt x="209247" y="386479"/>
                    <a:pt x="232662" y="354149"/>
                    <a:pt x="250827" y="317652"/>
                  </a:cubicBezTo>
                  <a:cubicBezTo>
                    <a:pt x="252410" y="314402"/>
                    <a:pt x="254826" y="309570"/>
                    <a:pt x="255577" y="305153"/>
                  </a:cubicBezTo>
                  <a:cubicBezTo>
                    <a:pt x="283491" y="280822"/>
                    <a:pt x="310822" y="256574"/>
                    <a:pt x="331737" y="225577"/>
                  </a:cubicBezTo>
                  <a:cubicBezTo>
                    <a:pt x="342652" y="209329"/>
                    <a:pt x="354568" y="193830"/>
                    <a:pt x="364233" y="176748"/>
                  </a:cubicBezTo>
                  <a:cubicBezTo>
                    <a:pt x="370150" y="166249"/>
                    <a:pt x="379315" y="150334"/>
                    <a:pt x="376316" y="137918"/>
                  </a:cubicBezTo>
                  <a:cubicBezTo>
                    <a:pt x="376066" y="137002"/>
                    <a:pt x="375483" y="136335"/>
                    <a:pt x="374732" y="135835"/>
                  </a:cubicBezTo>
                  <a:cubicBezTo>
                    <a:pt x="392647" y="123420"/>
                    <a:pt x="407979" y="106921"/>
                    <a:pt x="421062" y="89673"/>
                  </a:cubicBezTo>
                  <a:cubicBezTo>
                    <a:pt x="424312" y="85423"/>
                    <a:pt x="431060" y="78341"/>
                    <a:pt x="432311" y="71841"/>
                  </a:cubicBezTo>
                  <a:cubicBezTo>
                    <a:pt x="432394" y="71674"/>
                    <a:pt x="432561" y="71591"/>
                    <a:pt x="432644" y="71424"/>
                  </a:cubicBezTo>
                  <a:cubicBezTo>
                    <a:pt x="436060" y="66425"/>
                    <a:pt x="441393" y="63425"/>
                    <a:pt x="445309" y="58759"/>
                  </a:cubicBezTo>
                  <a:cubicBezTo>
                    <a:pt x="449892" y="53426"/>
                    <a:pt x="453725" y="47260"/>
                    <a:pt x="457891" y="41677"/>
                  </a:cubicBezTo>
                  <a:cubicBezTo>
                    <a:pt x="461725" y="36511"/>
                    <a:pt x="464724" y="31261"/>
                    <a:pt x="467891" y="25679"/>
                  </a:cubicBezTo>
                  <a:cubicBezTo>
                    <a:pt x="469891" y="22346"/>
                    <a:pt x="473973" y="17846"/>
                    <a:pt x="473556" y="13763"/>
                  </a:cubicBezTo>
                  <a:lnTo>
                    <a:pt x="473556" y="13763"/>
                  </a:lnTo>
                  <a:close/>
                  <a:moveTo>
                    <a:pt x="205081" y="292654"/>
                  </a:moveTo>
                  <a:cubicBezTo>
                    <a:pt x="214830" y="276739"/>
                    <a:pt x="222163" y="259657"/>
                    <a:pt x="232329" y="243992"/>
                  </a:cubicBezTo>
                  <a:cubicBezTo>
                    <a:pt x="237495" y="236160"/>
                    <a:pt x="243078" y="228744"/>
                    <a:pt x="248743" y="221328"/>
                  </a:cubicBezTo>
                  <a:cubicBezTo>
                    <a:pt x="250160" y="219494"/>
                    <a:pt x="253577" y="212995"/>
                    <a:pt x="256577" y="208412"/>
                  </a:cubicBezTo>
                  <a:cubicBezTo>
                    <a:pt x="257826" y="215411"/>
                    <a:pt x="255660" y="224911"/>
                    <a:pt x="255410" y="230577"/>
                  </a:cubicBezTo>
                  <a:cubicBezTo>
                    <a:pt x="255076" y="239826"/>
                    <a:pt x="253910" y="248825"/>
                    <a:pt x="252910" y="257991"/>
                  </a:cubicBezTo>
                  <a:cubicBezTo>
                    <a:pt x="251576" y="270073"/>
                    <a:pt x="248827" y="281905"/>
                    <a:pt x="247161" y="293904"/>
                  </a:cubicBezTo>
                  <a:cubicBezTo>
                    <a:pt x="237078" y="293404"/>
                    <a:pt x="223330" y="308153"/>
                    <a:pt x="217164" y="312986"/>
                  </a:cubicBezTo>
                  <a:cubicBezTo>
                    <a:pt x="203081" y="323985"/>
                    <a:pt x="187916" y="333734"/>
                    <a:pt x="173084" y="344067"/>
                  </a:cubicBezTo>
                  <a:cubicBezTo>
                    <a:pt x="185333" y="327818"/>
                    <a:pt x="194999" y="309070"/>
                    <a:pt x="205081" y="292654"/>
                  </a:cubicBezTo>
                  <a:lnTo>
                    <a:pt x="205081" y="292654"/>
                  </a:lnTo>
                  <a:close/>
                  <a:moveTo>
                    <a:pt x="109840" y="489803"/>
                  </a:moveTo>
                  <a:cubicBezTo>
                    <a:pt x="109256" y="492136"/>
                    <a:pt x="108590" y="494470"/>
                    <a:pt x="107923" y="496719"/>
                  </a:cubicBezTo>
                  <a:cubicBezTo>
                    <a:pt x="107090" y="498303"/>
                    <a:pt x="106340" y="499886"/>
                    <a:pt x="105507" y="501469"/>
                  </a:cubicBezTo>
                  <a:cubicBezTo>
                    <a:pt x="105090" y="502302"/>
                    <a:pt x="105090" y="503136"/>
                    <a:pt x="105423" y="503802"/>
                  </a:cubicBezTo>
                  <a:cubicBezTo>
                    <a:pt x="100341" y="516634"/>
                    <a:pt x="93091" y="527967"/>
                    <a:pt x="84925" y="539882"/>
                  </a:cubicBezTo>
                  <a:cubicBezTo>
                    <a:pt x="74509" y="555047"/>
                    <a:pt x="65927" y="571463"/>
                    <a:pt x="56595" y="587295"/>
                  </a:cubicBezTo>
                  <a:cubicBezTo>
                    <a:pt x="51594" y="595711"/>
                    <a:pt x="46678" y="604210"/>
                    <a:pt x="40763" y="612042"/>
                  </a:cubicBezTo>
                  <a:cubicBezTo>
                    <a:pt x="37930" y="615709"/>
                    <a:pt x="34929" y="619792"/>
                    <a:pt x="31013" y="622458"/>
                  </a:cubicBezTo>
                  <a:cubicBezTo>
                    <a:pt x="25680" y="627541"/>
                    <a:pt x="21348" y="626125"/>
                    <a:pt x="18098" y="618375"/>
                  </a:cubicBezTo>
                  <a:cubicBezTo>
                    <a:pt x="11432" y="616125"/>
                    <a:pt x="9432" y="613209"/>
                    <a:pt x="11932" y="609543"/>
                  </a:cubicBezTo>
                  <a:cubicBezTo>
                    <a:pt x="11932" y="609126"/>
                    <a:pt x="12015" y="608709"/>
                    <a:pt x="12098" y="608376"/>
                  </a:cubicBezTo>
                  <a:cubicBezTo>
                    <a:pt x="23514" y="589461"/>
                    <a:pt x="34513" y="570379"/>
                    <a:pt x="43762" y="550215"/>
                  </a:cubicBezTo>
                  <a:cubicBezTo>
                    <a:pt x="48095" y="540799"/>
                    <a:pt x="51678" y="531216"/>
                    <a:pt x="55345" y="521550"/>
                  </a:cubicBezTo>
                  <a:cubicBezTo>
                    <a:pt x="57761" y="515634"/>
                    <a:pt x="60094" y="509718"/>
                    <a:pt x="62427" y="503719"/>
                  </a:cubicBezTo>
                  <a:cubicBezTo>
                    <a:pt x="64011" y="499969"/>
                    <a:pt x="65677" y="496219"/>
                    <a:pt x="67426" y="492553"/>
                  </a:cubicBezTo>
                  <a:cubicBezTo>
                    <a:pt x="77092" y="472805"/>
                    <a:pt x="87258" y="453557"/>
                    <a:pt x="98174" y="434475"/>
                  </a:cubicBezTo>
                  <a:cubicBezTo>
                    <a:pt x="103673" y="424893"/>
                    <a:pt x="109256" y="415477"/>
                    <a:pt x="115506" y="406394"/>
                  </a:cubicBezTo>
                  <a:cubicBezTo>
                    <a:pt x="118505" y="401978"/>
                    <a:pt x="122089" y="397895"/>
                    <a:pt x="124921" y="393479"/>
                  </a:cubicBezTo>
                  <a:cubicBezTo>
                    <a:pt x="125005" y="393312"/>
                    <a:pt x="125172" y="393062"/>
                    <a:pt x="125255" y="392896"/>
                  </a:cubicBezTo>
                  <a:cubicBezTo>
                    <a:pt x="125505" y="392812"/>
                    <a:pt x="125671" y="392729"/>
                    <a:pt x="125921" y="392562"/>
                  </a:cubicBezTo>
                  <a:cubicBezTo>
                    <a:pt x="126088" y="392479"/>
                    <a:pt x="126172" y="392395"/>
                    <a:pt x="126338" y="392229"/>
                  </a:cubicBezTo>
                  <a:cubicBezTo>
                    <a:pt x="126005" y="405811"/>
                    <a:pt x="122089" y="430142"/>
                    <a:pt x="121672" y="432892"/>
                  </a:cubicBezTo>
                  <a:cubicBezTo>
                    <a:pt x="118922" y="451973"/>
                    <a:pt x="114506" y="471055"/>
                    <a:pt x="109840" y="489803"/>
                  </a:cubicBezTo>
                  <a:lnTo>
                    <a:pt x="109840" y="489803"/>
                  </a:lnTo>
                  <a:close/>
                  <a:moveTo>
                    <a:pt x="242244" y="314402"/>
                  </a:moveTo>
                  <a:cubicBezTo>
                    <a:pt x="239411" y="319235"/>
                    <a:pt x="237828" y="325985"/>
                    <a:pt x="235161" y="331318"/>
                  </a:cubicBezTo>
                  <a:cubicBezTo>
                    <a:pt x="231245" y="339067"/>
                    <a:pt x="226662" y="346150"/>
                    <a:pt x="221829" y="353399"/>
                  </a:cubicBezTo>
                  <a:cubicBezTo>
                    <a:pt x="212497" y="367564"/>
                    <a:pt x="200415" y="378980"/>
                    <a:pt x="190083" y="392395"/>
                  </a:cubicBezTo>
                  <a:cubicBezTo>
                    <a:pt x="180667" y="404728"/>
                    <a:pt x="170001" y="416560"/>
                    <a:pt x="159502" y="427976"/>
                  </a:cubicBezTo>
                  <a:cubicBezTo>
                    <a:pt x="148336" y="440058"/>
                    <a:pt x="136587" y="451140"/>
                    <a:pt x="126338" y="464139"/>
                  </a:cubicBezTo>
                  <a:cubicBezTo>
                    <a:pt x="124588" y="466306"/>
                    <a:pt x="123088" y="468639"/>
                    <a:pt x="121588" y="470888"/>
                  </a:cubicBezTo>
                  <a:cubicBezTo>
                    <a:pt x="125172" y="452557"/>
                    <a:pt x="128255" y="434058"/>
                    <a:pt x="130171" y="415560"/>
                  </a:cubicBezTo>
                  <a:cubicBezTo>
                    <a:pt x="130754" y="409561"/>
                    <a:pt x="135087" y="395979"/>
                    <a:pt x="135504" y="385563"/>
                  </a:cubicBezTo>
                  <a:cubicBezTo>
                    <a:pt x="158918" y="368898"/>
                    <a:pt x="183166" y="353649"/>
                    <a:pt x="206997" y="337400"/>
                  </a:cubicBezTo>
                  <a:cubicBezTo>
                    <a:pt x="219579" y="328818"/>
                    <a:pt x="231662" y="319485"/>
                    <a:pt x="244078" y="310570"/>
                  </a:cubicBezTo>
                  <a:cubicBezTo>
                    <a:pt x="244744" y="310070"/>
                    <a:pt x="245161" y="309820"/>
                    <a:pt x="245494" y="309653"/>
                  </a:cubicBezTo>
                  <a:cubicBezTo>
                    <a:pt x="245577" y="309736"/>
                    <a:pt x="245744" y="309820"/>
                    <a:pt x="245827" y="309820"/>
                  </a:cubicBezTo>
                  <a:cubicBezTo>
                    <a:pt x="245244" y="310736"/>
                    <a:pt x="242994" y="313153"/>
                    <a:pt x="242244" y="314402"/>
                  </a:cubicBezTo>
                  <a:lnTo>
                    <a:pt x="242244" y="314402"/>
                  </a:lnTo>
                  <a:close/>
                  <a:moveTo>
                    <a:pt x="347235" y="187414"/>
                  </a:moveTo>
                  <a:cubicBezTo>
                    <a:pt x="337402" y="201913"/>
                    <a:pt x="326404" y="216245"/>
                    <a:pt x="315154" y="229660"/>
                  </a:cubicBezTo>
                  <a:cubicBezTo>
                    <a:pt x="304072" y="242992"/>
                    <a:pt x="292490" y="256158"/>
                    <a:pt x="280575" y="268823"/>
                  </a:cubicBezTo>
                  <a:cubicBezTo>
                    <a:pt x="274825" y="274906"/>
                    <a:pt x="270242" y="281905"/>
                    <a:pt x="264159" y="287655"/>
                  </a:cubicBezTo>
                  <a:cubicBezTo>
                    <a:pt x="261493" y="290155"/>
                    <a:pt x="258576" y="292571"/>
                    <a:pt x="255743" y="294821"/>
                  </a:cubicBezTo>
                  <a:cubicBezTo>
                    <a:pt x="258326" y="280572"/>
                    <a:pt x="259826" y="265990"/>
                    <a:pt x="261743" y="251742"/>
                  </a:cubicBezTo>
                  <a:cubicBezTo>
                    <a:pt x="263159" y="241492"/>
                    <a:pt x="265242" y="230077"/>
                    <a:pt x="266076" y="218911"/>
                  </a:cubicBezTo>
                  <a:cubicBezTo>
                    <a:pt x="281824" y="207162"/>
                    <a:pt x="298906" y="196580"/>
                    <a:pt x="314905" y="185081"/>
                  </a:cubicBezTo>
                  <a:cubicBezTo>
                    <a:pt x="323904" y="178581"/>
                    <a:pt x="333069" y="172499"/>
                    <a:pt x="341819" y="165749"/>
                  </a:cubicBezTo>
                  <a:cubicBezTo>
                    <a:pt x="350485" y="159250"/>
                    <a:pt x="359234" y="151001"/>
                    <a:pt x="368816" y="145501"/>
                  </a:cubicBezTo>
                  <a:cubicBezTo>
                    <a:pt x="368399" y="159333"/>
                    <a:pt x="353401" y="178415"/>
                    <a:pt x="347235" y="187414"/>
                  </a:cubicBezTo>
                  <a:lnTo>
                    <a:pt x="347235" y="187414"/>
                  </a:lnTo>
                  <a:close/>
                  <a:moveTo>
                    <a:pt x="456225" y="24179"/>
                  </a:moveTo>
                  <a:cubicBezTo>
                    <a:pt x="453309" y="29845"/>
                    <a:pt x="449393" y="34844"/>
                    <a:pt x="445726" y="40094"/>
                  </a:cubicBezTo>
                  <a:cubicBezTo>
                    <a:pt x="441893" y="45593"/>
                    <a:pt x="438393" y="51426"/>
                    <a:pt x="433394" y="55926"/>
                  </a:cubicBezTo>
                  <a:cubicBezTo>
                    <a:pt x="431060" y="58009"/>
                    <a:pt x="429061" y="59675"/>
                    <a:pt x="427395" y="61675"/>
                  </a:cubicBezTo>
                  <a:cubicBezTo>
                    <a:pt x="426644" y="61342"/>
                    <a:pt x="425811" y="61175"/>
                    <a:pt x="424894" y="61092"/>
                  </a:cubicBezTo>
                  <a:cubicBezTo>
                    <a:pt x="418645" y="54509"/>
                    <a:pt x="405647" y="64925"/>
                    <a:pt x="400314" y="68758"/>
                  </a:cubicBezTo>
                  <a:cubicBezTo>
                    <a:pt x="395231" y="72424"/>
                    <a:pt x="383065" y="78590"/>
                    <a:pt x="384648" y="86256"/>
                  </a:cubicBezTo>
                  <a:cubicBezTo>
                    <a:pt x="384898" y="87506"/>
                    <a:pt x="386732" y="87756"/>
                    <a:pt x="387481" y="86840"/>
                  </a:cubicBezTo>
                  <a:cubicBezTo>
                    <a:pt x="389147" y="84840"/>
                    <a:pt x="393981" y="83840"/>
                    <a:pt x="396231" y="82757"/>
                  </a:cubicBezTo>
                  <a:cubicBezTo>
                    <a:pt x="399897" y="81007"/>
                    <a:pt x="403480" y="78924"/>
                    <a:pt x="406979" y="76924"/>
                  </a:cubicBezTo>
                  <a:cubicBezTo>
                    <a:pt x="410646" y="74841"/>
                    <a:pt x="414228" y="72591"/>
                    <a:pt x="418062" y="70758"/>
                  </a:cubicBezTo>
                  <a:cubicBezTo>
                    <a:pt x="421394" y="70674"/>
                    <a:pt x="419812" y="71674"/>
                    <a:pt x="418228" y="75007"/>
                  </a:cubicBezTo>
                  <a:cubicBezTo>
                    <a:pt x="416645" y="78424"/>
                    <a:pt x="412396" y="82757"/>
                    <a:pt x="409979" y="85590"/>
                  </a:cubicBezTo>
                  <a:cubicBezTo>
                    <a:pt x="403980" y="92589"/>
                    <a:pt x="397980" y="99755"/>
                    <a:pt x="391647" y="106505"/>
                  </a:cubicBezTo>
                  <a:cubicBezTo>
                    <a:pt x="380982" y="117837"/>
                    <a:pt x="369566" y="128419"/>
                    <a:pt x="358734" y="139585"/>
                  </a:cubicBezTo>
                  <a:cubicBezTo>
                    <a:pt x="340318" y="147918"/>
                    <a:pt x="323737" y="163249"/>
                    <a:pt x="308155" y="174832"/>
                  </a:cubicBezTo>
                  <a:cubicBezTo>
                    <a:pt x="294240" y="185164"/>
                    <a:pt x="278074" y="195497"/>
                    <a:pt x="266409" y="208829"/>
                  </a:cubicBezTo>
                  <a:cubicBezTo>
                    <a:pt x="266409" y="207662"/>
                    <a:pt x="266325" y="206496"/>
                    <a:pt x="266242" y="205329"/>
                  </a:cubicBezTo>
                  <a:cubicBezTo>
                    <a:pt x="276657" y="197663"/>
                    <a:pt x="285907" y="181998"/>
                    <a:pt x="291990" y="172999"/>
                  </a:cubicBezTo>
                  <a:cubicBezTo>
                    <a:pt x="304822" y="153834"/>
                    <a:pt x="318071" y="133169"/>
                    <a:pt x="328736" y="112671"/>
                  </a:cubicBezTo>
                  <a:cubicBezTo>
                    <a:pt x="340402" y="90173"/>
                    <a:pt x="353984" y="68175"/>
                    <a:pt x="370399" y="48843"/>
                  </a:cubicBezTo>
                  <a:cubicBezTo>
                    <a:pt x="371732" y="47260"/>
                    <a:pt x="377149" y="39094"/>
                    <a:pt x="379482" y="38927"/>
                  </a:cubicBezTo>
                  <a:cubicBezTo>
                    <a:pt x="383815" y="38677"/>
                    <a:pt x="380566" y="47260"/>
                    <a:pt x="378648" y="52010"/>
                  </a:cubicBezTo>
                  <a:cubicBezTo>
                    <a:pt x="377316" y="54343"/>
                    <a:pt x="376316" y="56676"/>
                    <a:pt x="375649" y="59092"/>
                  </a:cubicBezTo>
                  <a:cubicBezTo>
                    <a:pt x="375483" y="59675"/>
                    <a:pt x="375565" y="60092"/>
                    <a:pt x="375732" y="60509"/>
                  </a:cubicBezTo>
                  <a:cubicBezTo>
                    <a:pt x="372732" y="69841"/>
                    <a:pt x="369983" y="79257"/>
                    <a:pt x="367233" y="88673"/>
                  </a:cubicBezTo>
                  <a:cubicBezTo>
                    <a:pt x="360317" y="91756"/>
                    <a:pt x="354901" y="97839"/>
                    <a:pt x="349568" y="103005"/>
                  </a:cubicBezTo>
                  <a:cubicBezTo>
                    <a:pt x="343485" y="108838"/>
                    <a:pt x="334986" y="114921"/>
                    <a:pt x="331570" y="122836"/>
                  </a:cubicBezTo>
                  <a:cubicBezTo>
                    <a:pt x="330736" y="124836"/>
                    <a:pt x="332986" y="126336"/>
                    <a:pt x="334403" y="125420"/>
                  </a:cubicBezTo>
                  <a:lnTo>
                    <a:pt x="334403" y="125420"/>
                  </a:lnTo>
                  <a:cubicBezTo>
                    <a:pt x="336569" y="123836"/>
                    <a:pt x="339402" y="122836"/>
                    <a:pt x="341652" y="121253"/>
                  </a:cubicBezTo>
                  <a:cubicBezTo>
                    <a:pt x="344485" y="119253"/>
                    <a:pt x="347068" y="116920"/>
                    <a:pt x="349734" y="114754"/>
                  </a:cubicBezTo>
                  <a:cubicBezTo>
                    <a:pt x="353901" y="111421"/>
                    <a:pt x="357900" y="108004"/>
                    <a:pt x="361901" y="104421"/>
                  </a:cubicBezTo>
                  <a:cubicBezTo>
                    <a:pt x="364650" y="102005"/>
                    <a:pt x="367483" y="100172"/>
                    <a:pt x="370482" y="98089"/>
                  </a:cubicBezTo>
                  <a:cubicBezTo>
                    <a:pt x="370733" y="97172"/>
                    <a:pt x="370983" y="96339"/>
                    <a:pt x="371233" y="95422"/>
                  </a:cubicBezTo>
                  <a:cubicBezTo>
                    <a:pt x="371066" y="96589"/>
                    <a:pt x="370816" y="97755"/>
                    <a:pt x="370566" y="98922"/>
                  </a:cubicBezTo>
                  <a:cubicBezTo>
                    <a:pt x="368983" y="105921"/>
                    <a:pt x="365483" y="112337"/>
                    <a:pt x="365316" y="119587"/>
                  </a:cubicBezTo>
                  <a:cubicBezTo>
                    <a:pt x="365233" y="122337"/>
                    <a:pt x="368983" y="123253"/>
                    <a:pt x="370733" y="121420"/>
                  </a:cubicBezTo>
                  <a:cubicBezTo>
                    <a:pt x="375732" y="116087"/>
                    <a:pt x="387815" y="87006"/>
                    <a:pt x="374316" y="86756"/>
                  </a:cubicBezTo>
                  <a:cubicBezTo>
                    <a:pt x="378065" y="76341"/>
                    <a:pt x="381732" y="65758"/>
                    <a:pt x="385315" y="55259"/>
                  </a:cubicBezTo>
                  <a:cubicBezTo>
                    <a:pt x="399730" y="40844"/>
                    <a:pt x="413395" y="23679"/>
                    <a:pt x="430810" y="13846"/>
                  </a:cubicBezTo>
                  <a:cubicBezTo>
                    <a:pt x="430727" y="13930"/>
                    <a:pt x="431060" y="13680"/>
                    <a:pt x="431728" y="13346"/>
                  </a:cubicBezTo>
                  <a:cubicBezTo>
                    <a:pt x="430810" y="15346"/>
                    <a:pt x="430061" y="17179"/>
                    <a:pt x="429894" y="17596"/>
                  </a:cubicBezTo>
                  <a:cubicBezTo>
                    <a:pt x="425561" y="27012"/>
                    <a:pt x="423312" y="36678"/>
                    <a:pt x="419311" y="46093"/>
                  </a:cubicBezTo>
                  <a:cubicBezTo>
                    <a:pt x="417478" y="50426"/>
                    <a:pt x="423061" y="54843"/>
                    <a:pt x="426395" y="50926"/>
                  </a:cubicBezTo>
                  <a:cubicBezTo>
                    <a:pt x="432477" y="43844"/>
                    <a:pt x="435894" y="34594"/>
                    <a:pt x="438977" y="25345"/>
                  </a:cubicBezTo>
                  <a:cubicBezTo>
                    <a:pt x="445476" y="23845"/>
                    <a:pt x="451642" y="20429"/>
                    <a:pt x="458141" y="18679"/>
                  </a:cubicBezTo>
                  <a:cubicBezTo>
                    <a:pt x="457558" y="20846"/>
                    <a:pt x="456808" y="22929"/>
                    <a:pt x="456225" y="24179"/>
                  </a:cubicBezTo>
                  <a:lnTo>
                    <a:pt x="456225" y="24179"/>
                  </a:lnTo>
                  <a:close/>
                </a:path>
              </a:pathLst>
            </a:custGeom>
            <a:grpFill/>
            <a:ln w="8332" cap="flat">
              <a:noFill/>
              <a:prstDash val="solid"/>
              <a:miter/>
            </a:ln>
          </p:spPr>
          <p:txBody>
            <a:bodyPr rtlCol="0" anchor="ctr"/>
            <a:lstStyle/>
            <a:p>
              <a:endParaRPr lang="en-US"/>
            </a:p>
          </p:txBody>
        </p:sp>
        <p:sp>
          <p:nvSpPr>
            <p:cNvPr id="1909" name="Freeform: Shape 1908"/>
            <p:cNvSpPr/>
            <p:nvPr/>
          </p:nvSpPr>
          <p:spPr>
            <a:xfrm>
              <a:off x="9128063" y="2884084"/>
              <a:ext cx="446741" cy="467789"/>
            </a:xfrm>
            <a:custGeom>
              <a:avLst/>
              <a:gdLst>
                <a:gd name="connsiteX0" fmla="*/ 330189 w 446741"/>
                <a:gd name="connsiteY0" fmla="*/ 458292 h 467789"/>
                <a:gd name="connsiteX1" fmla="*/ 443096 w 446741"/>
                <a:gd name="connsiteY1" fmla="*/ 333803 h 467789"/>
                <a:gd name="connsiteX2" fmla="*/ 438346 w 446741"/>
                <a:gd name="connsiteY2" fmla="*/ 248644 h 467789"/>
                <a:gd name="connsiteX3" fmla="*/ 414431 w 446741"/>
                <a:gd name="connsiteY3" fmla="*/ 206315 h 467789"/>
                <a:gd name="connsiteX4" fmla="*/ 327856 w 446741"/>
                <a:gd name="connsiteY4" fmla="*/ 120322 h 467789"/>
                <a:gd name="connsiteX5" fmla="*/ 255362 w 446741"/>
                <a:gd name="connsiteY5" fmla="*/ 70244 h 467789"/>
                <a:gd name="connsiteX6" fmla="*/ 186869 w 446741"/>
                <a:gd name="connsiteY6" fmla="*/ 19832 h 467789"/>
                <a:gd name="connsiteX7" fmla="*/ 47214 w 446741"/>
                <a:gd name="connsiteY7" fmla="*/ 22915 h 467789"/>
                <a:gd name="connsiteX8" fmla="*/ 1719 w 446741"/>
                <a:gd name="connsiteY8" fmla="*/ 172401 h 467789"/>
                <a:gd name="connsiteX9" fmla="*/ 62713 w 446741"/>
                <a:gd name="connsiteY9" fmla="*/ 333637 h 467789"/>
                <a:gd name="connsiteX10" fmla="*/ 330189 w 446741"/>
                <a:gd name="connsiteY10" fmla="*/ 458292 h 467789"/>
                <a:gd name="connsiteX11" fmla="*/ 330189 w 446741"/>
                <a:gd name="connsiteY11" fmla="*/ 458292 h 467789"/>
                <a:gd name="connsiteX12" fmla="*/ 88460 w 446741"/>
                <a:gd name="connsiteY12" fmla="*/ 347052 h 467789"/>
                <a:gd name="connsiteX13" fmla="*/ 48715 w 446741"/>
                <a:gd name="connsiteY13" fmla="*/ 279141 h 467789"/>
                <a:gd name="connsiteX14" fmla="*/ 22050 w 446741"/>
                <a:gd name="connsiteY14" fmla="*/ 208065 h 467789"/>
                <a:gd name="connsiteX15" fmla="*/ 35799 w 446741"/>
                <a:gd name="connsiteY15" fmla="*/ 56245 h 467789"/>
                <a:gd name="connsiteX16" fmla="*/ 173787 w 446741"/>
                <a:gd name="connsiteY16" fmla="*/ 30581 h 467789"/>
                <a:gd name="connsiteX17" fmla="*/ 231781 w 446741"/>
                <a:gd name="connsiteY17" fmla="*/ 72743 h 467789"/>
                <a:gd name="connsiteX18" fmla="*/ 291692 w 446741"/>
                <a:gd name="connsiteY18" fmla="*/ 113823 h 467789"/>
                <a:gd name="connsiteX19" fmla="*/ 354103 w 446741"/>
                <a:gd name="connsiteY19" fmla="*/ 156486 h 467789"/>
                <a:gd name="connsiteX20" fmla="*/ 385434 w 446741"/>
                <a:gd name="connsiteY20" fmla="*/ 187733 h 467789"/>
                <a:gd name="connsiteX21" fmla="*/ 385601 w 446741"/>
                <a:gd name="connsiteY21" fmla="*/ 187983 h 467789"/>
                <a:gd name="connsiteX22" fmla="*/ 385767 w 446741"/>
                <a:gd name="connsiteY22" fmla="*/ 188150 h 467789"/>
                <a:gd name="connsiteX23" fmla="*/ 404516 w 446741"/>
                <a:gd name="connsiteY23" fmla="*/ 214064 h 467789"/>
                <a:gd name="connsiteX24" fmla="*/ 434596 w 446741"/>
                <a:gd name="connsiteY24" fmla="*/ 305806 h 467789"/>
                <a:gd name="connsiteX25" fmla="*/ 432847 w 446741"/>
                <a:gd name="connsiteY25" fmla="*/ 321554 h 467789"/>
                <a:gd name="connsiteX26" fmla="*/ 342105 w 446741"/>
                <a:gd name="connsiteY26" fmla="*/ 437544 h 467789"/>
                <a:gd name="connsiteX27" fmla="*/ 195535 w 446741"/>
                <a:gd name="connsiteY27" fmla="*/ 436794 h 467789"/>
                <a:gd name="connsiteX28" fmla="*/ 88460 w 446741"/>
                <a:gd name="connsiteY28" fmla="*/ 347052 h 467789"/>
                <a:gd name="connsiteX29" fmla="*/ 88460 w 446741"/>
                <a:gd name="connsiteY29" fmla="*/ 347052 h 467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46741" h="467789">
                  <a:moveTo>
                    <a:pt x="330189" y="458292"/>
                  </a:moveTo>
                  <a:cubicBezTo>
                    <a:pt x="386018" y="439294"/>
                    <a:pt x="429764" y="391215"/>
                    <a:pt x="443096" y="333803"/>
                  </a:cubicBezTo>
                  <a:cubicBezTo>
                    <a:pt x="449762" y="304972"/>
                    <a:pt x="446761" y="276725"/>
                    <a:pt x="438346" y="248644"/>
                  </a:cubicBezTo>
                  <a:cubicBezTo>
                    <a:pt x="433346" y="231896"/>
                    <a:pt x="425097" y="218230"/>
                    <a:pt x="414431" y="206315"/>
                  </a:cubicBezTo>
                  <a:cubicBezTo>
                    <a:pt x="393017" y="171151"/>
                    <a:pt x="362853" y="143154"/>
                    <a:pt x="327856" y="120322"/>
                  </a:cubicBezTo>
                  <a:cubicBezTo>
                    <a:pt x="303358" y="104241"/>
                    <a:pt x="279193" y="87325"/>
                    <a:pt x="255362" y="70244"/>
                  </a:cubicBezTo>
                  <a:cubicBezTo>
                    <a:pt x="232364" y="53745"/>
                    <a:pt x="211033" y="34663"/>
                    <a:pt x="186869" y="19832"/>
                  </a:cubicBezTo>
                  <a:cubicBezTo>
                    <a:pt x="145705" y="-5499"/>
                    <a:pt x="85794" y="-8749"/>
                    <a:pt x="47214" y="22915"/>
                  </a:cubicBezTo>
                  <a:cubicBezTo>
                    <a:pt x="3802" y="58495"/>
                    <a:pt x="-4198" y="119489"/>
                    <a:pt x="1719" y="172401"/>
                  </a:cubicBezTo>
                  <a:cubicBezTo>
                    <a:pt x="8218" y="230729"/>
                    <a:pt x="32632" y="283725"/>
                    <a:pt x="62713" y="333637"/>
                  </a:cubicBezTo>
                  <a:cubicBezTo>
                    <a:pt x="115958" y="422212"/>
                    <a:pt x="223948" y="494372"/>
                    <a:pt x="330189" y="458292"/>
                  </a:cubicBezTo>
                  <a:lnTo>
                    <a:pt x="330189" y="458292"/>
                  </a:lnTo>
                  <a:close/>
                  <a:moveTo>
                    <a:pt x="88460" y="347052"/>
                  </a:moveTo>
                  <a:cubicBezTo>
                    <a:pt x="72629" y="326137"/>
                    <a:pt x="60963" y="302223"/>
                    <a:pt x="48715" y="279141"/>
                  </a:cubicBezTo>
                  <a:cubicBezTo>
                    <a:pt x="36882" y="256727"/>
                    <a:pt x="27716" y="232729"/>
                    <a:pt x="22050" y="208065"/>
                  </a:cubicBezTo>
                  <a:cubicBezTo>
                    <a:pt x="11302" y="161152"/>
                    <a:pt x="5969" y="97575"/>
                    <a:pt x="35799" y="56245"/>
                  </a:cubicBezTo>
                  <a:cubicBezTo>
                    <a:pt x="67546" y="12166"/>
                    <a:pt x="127374" y="4833"/>
                    <a:pt x="173787" y="30581"/>
                  </a:cubicBezTo>
                  <a:cubicBezTo>
                    <a:pt x="194784" y="42246"/>
                    <a:pt x="212533" y="58578"/>
                    <a:pt x="231781" y="72743"/>
                  </a:cubicBezTo>
                  <a:cubicBezTo>
                    <a:pt x="251279" y="87159"/>
                    <a:pt x="271944" y="99908"/>
                    <a:pt x="291692" y="113823"/>
                  </a:cubicBezTo>
                  <a:cubicBezTo>
                    <a:pt x="312274" y="128322"/>
                    <a:pt x="334355" y="140737"/>
                    <a:pt x="354103" y="156486"/>
                  </a:cubicBezTo>
                  <a:cubicBezTo>
                    <a:pt x="365519" y="165652"/>
                    <a:pt x="376018" y="176234"/>
                    <a:pt x="385434" y="187733"/>
                  </a:cubicBezTo>
                  <a:cubicBezTo>
                    <a:pt x="385517" y="187816"/>
                    <a:pt x="385517" y="187900"/>
                    <a:pt x="385601" y="187983"/>
                  </a:cubicBezTo>
                  <a:cubicBezTo>
                    <a:pt x="385684" y="188066"/>
                    <a:pt x="385684" y="188066"/>
                    <a:pt x="385767" y="188150"/>
                  </a:cubicBezTo>
                  <a:cubicBezTo>
                    <a:pt x="392600" y="196399"/>
                    <a:pt x="398849" y="205148"/>
                    <a:pt x="404516" y="214064"/>
                  </a:cubicBezTo>
                  <a:cubicBezTo>
                    <a:pt x="422181" y="241895"/>
                    <a:pt x="433596" y="273809"/>
                    <a:pt x="434596" y="305806"/>
                  </a:cubicBezTo>
                  <a:cubicBezTo>
                    <a:pt x="434346" y="311055"/>
                    <a:pt x="433846" y="316222"/>
                    <a:pt x="432847" y="321554"/>
                  </a:cubicBezTo>
                  <a:cubicBezTo>
                    <a:pt x="424014" y="370467"/>
                    <a:pt x="388850" y="418296"/>
                    <a:pt x="342105" y="437544"/>
                  </a:cubicBezTo>
                  <a:cubicBezTo>
                    <a:pt x="294192" y="457292"/>
                    <a:pt x="243531" y="455542"/>
                    <a:pt x="195535" y="436794"/>
                  </a:cubicBezTo>
                  <a:cubicBezTo>
                    <a:pt x="152205" y="419629"/>
                    <a:pt x="116459" y="383965"/>
                    <a:pt x="88460" y="347052"/>
                  </a:cubicBezTo>
                  <a:lnTo>
                    <a:pt x="88460" y="347052"/>
                  </a:lnTo>
                  <a:close/>
                </a:path>
              </a:pathLst>
            </a:custGeom>
            <a:grpFill/>
            <a:ln w="8332" cap="flat">
              <a:noFill/>
              <a:prstDash val="solid"/>
              <a:miter/>
            </a:ln>
          </p:spPr>
          <p:txBody>
            <a:bodyPr rtlCol="0" anchor="ctr"/>
            <a:lstStyle/>
            <a:p>
              <a:endParaRPr lang="en-US"/>
            </a:p>
          </p:txBody>
        </p:sp>
        <p:sp>
          <p:nvSpPr>
            <p:cNvPr id="1910" name="Freeform: Shape 1909"/>
            <p:cNvSpPr/>
            <p:nvPr/>
          </p:nvSpPr>
          <p:spPr>
            <a:xfrm>
              <a:off x="9255580" y="2917003"/>
              <a:ext cx="277753" cy="222810"/>
            </a:xfrm>
            <a:custGeom>
              <a:avLst/>
              <a:gdLst>
                <a:gd name="connsiteX0" fmla="*/ 277581 w 277753"/>
                <a:gd name="connsiteY0" fmla="*/ 220807 h 222810"/>
                <a:gd name="connsiteX1" fmla="*/ 223920 w 277753"/>
                <a:gd name="connsiteY1" fmla="*/ 151647 h 222810"/>
                <a:gd name="connsiteX2" fmla="*/ 153593 w 277753"/>
                <a:gd name="connsiteY2" fmla="*/ 92486 h 222810"/>
                <a:gd name="connsiteX3" fmla="*/ 80849 w 277753"/>
                <a:gd name="connsiteY3" fmla="*/ 46906 h 222810"/>
                <a:gd name="connsiteX4" fmla="*/ 2940 w 277753"/>
                <a:gd name="connsiteY4" fmla="*/ 77 h 222810"/>
                <a:gd name="connsiteX5" fmla="*/ 1606 w 277753"/>
                <a:gd name="connsiteY5" fmla="*/ 5410 h 222810"/>
                <a:gd name="connsiteX6" fmla="*/ 44436 w 277753"/>
                <a:gd name="connsiteY6" fmla="*/ 28325 h 222810"/>
                <a:gd name="connsiteX7" fmla="*/ 79183 w 277753"/>
                <a:gd name="connsiteY7" fmla="*/ 58405 h 222810"/>
                <a:gd name="connsiteX8" fmla="*/ 145260 w 277753"/>
                <a:gd name="connsiteY8" fmla="*/ 98235 h 222810"/>
                <a:gd name="connsiteX9" fmla="*/ 212338 w 277753"/>
                <a:gd name="connsiteY9" fmla="*/ 149647 h 222810"/>
                <a:gd name="connsiteX10" fmla="*/ 275166 w 277753"/>
                <a:gd name="connsiteY10" fmla="*/ 222224 h 222810"/>
                <a:gd name="connsiteX11" fmla="*/ 277581 w 277753"/>
                <a:gd name="connsiteY11" fmla="*/ 220807 h 222810"/>
                <a:gd name="connsiteX12" fmla="*/ 277581 w 277753"/>
                <a:gd name="connsiteY12" fmla="*/ 220807 h 222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7753" h="222810">
                  <a:moveTo>
                    <a:pt x="277581" y="220807"/>
                  </a:moveTo>
                  <a:cubicBezTo>
                    <a:pt x="262999" y="194643"/>
                    <a:pt x="245585" y="172479"/>
                    <a:pt x="223920" y="151647"/>
                  </a:cubicBezTo>
                  <a:cubicBezTo>
                    <a:pt x="201755" y="130232"/>
                    <a:pt x="180007" y="108901"/>
                    <a:pt x="153593" y="92486"/>
                  </a:cubicBezTo>
                  <a:cubicBezTo>
                    <a:pt x="129012" y="77237"/>
                    <a:pt x="103515" y="65405"/>
                    <a:pt x="80849" y="46906"/>
                  </a:cubicBezTo>
                  <a:cubicBezTo>
                    <a:pt x="56352" y="26908"/>
                    <a:pt x="34354" y="7660"/>
                    <a:pt x="2940" y="77"/>
                  </a:cubicBezTo>
                  <a:cubicBezTo>
                    <a:pt x="-143" y="-672"/>
                    <a:pt x="-1143" y="4244"/>
                    <a:pt x="1606" y="5410"/>
                  </a:cubicBezTo>
                  <a:cubicBezTo>
                    <a:pt x="16856" y="11743"/>
                    <a:pt x="31438" y="17909"/>
                    <a:pt x="44436" y="28325"/>
                  </a:cubicBezTo>
                  <a:cubicBezTo>
                    <a:pt x="56352" y="37907"/>
                    <a:pt x="67184" y="48823"/>
                    <a:pt x="79183" y="58405"/>
                  </a:cubicBezTo>
                  <a:cubicBezTo>
                    <a:pt x="99681" y="74821"/>
                    <a:pt x="122263" y="85903"/>
                    <a:pt x="145260" y="98235"/>
                  </a:cubicBezTo>
                  <a:cubicBezTo>
                    <a:pt x="169925" y="111567"/>
                    <a:pt x="191840" y="130899"/>
                    <a:pt x="212338" y="149647"/>
                  </a:cubicBezTo>
                  <a:cubicBezTo>
                    <a:pt x="236918" y="172229"/>
                    <a:pt x="257750" y="193727"/>
                    <a:pt x="275166" y="222224"/>
                  </a:cubicBezTo>
                  <a:cubicBezTo>
                    <a:pt x="275999" y="223640"/>
                    <a:pt x="278415" y="222224"/>
                    <a:pt x="277581" y="220807"/>
                  </a:cubicBezTo>
                  <a:lnTo>
                    <a:pt x="277581" y="220807"/>
                  </a:lnTo>
                  <a:close/>
                </a:path>
              </a:pathLst>
            </a:custGeom>
            <a:grpFill/>
            <a:ln w="8332" cap="flat">
              <a:noFill/>
              <a:prstDash val="solid"/>
              <a:miter/>
            </a:ln>
          </p:spPr>
          <p:txBody>
            <a:bodyPr rtlCol="0" anchor="ctr"/>
            <a:lstStyle/>
            <a:p>
              <a:endParaRPr lang="en-US"/>
            </a:p>
          </p:txBody>
        </p:sp>
        <p:sp>
          <p:nvSpPr>
            <p:cNvPr id="1911" name="Freeform: Shape 1910"/>
            <p:cNvSpPr/>
            <p:nvPr/>
          </p:nvSpPr>
          <p:spPr>
            <a:xfrm>
              <a:off x="9155651" y="2928291"/>
              <a:ext cx="295233" cy="389865"/>
            </a:xfrm>
            <a:custGeom>
              <a:avLst/>
              <a:gdLst>
                <a:gd name="connsiteX0" fmla="*/ 293435 w 295233"/>
                <a:gd name="connsiteY0" fmla="*/ 383504 h 389865"/>
                <a:gd name="connsiteX1" fmla="*/ 291686 w 295233"/>
                <a:gd name="connsiteY1" fmla="*/ 377505 h 389865"/>
                <a:gd name="connsiteX2" fmla="*/ 157114 w 295233"/>
                <a:gd name="connsiteY2" fmla="*/ 348757 h 389865"/>
                <a:gd name="connsiteX3" fmla="*/ 61540 w 295233"/>
                <a:gd name="connsiteY3" fmla="*/ 257682 h 389865"/>
                <a:gd name="connsiteX4" fmla="*/ 10294 w 295233"/>
                <a:gd name="connsiteY4" fmla="*/ 134110 h 389865"/>
                <a:gd name="connsiteX5" fmla="*/ 10044 w 295233"/>
                <a:gd name="connsiteY5" fmla="*/ 67949 h 389865"/>
                <a:gd name="connsiteX6" fmla="*/ 51457 w 295233"/>
                <a:gd name="connsiteY6" fmla="*/ 872 h 389865"/>
                <a:gd name="connsiteX7" fmla="*/ 50874 w 295233"/>
                <a:gd name="connsiteY7" fmla="*/ 122 h 389865"/>
                <a:gd name="connsiteX8" fmla="*/ 8461 w 295233"/>
                <a:gd name="connsiteY8" fmla="*/ 50034 h 389865"/>
                <a:gd name="connsiteX9" fmla="*/ 461 w 295233"/>
                <a:gd name="connsiteY9" fmla="*/ 119361 h 389865"/>
                <a:gd name="connsiteX10" fmla="*/ 49124 w 295233"/>
                <a:gd name="connsiteY10" fmla="*/ 260015 h 389865"/>
                <a:gd name="connsiteX11" fmla="*/ 152865 w 295233"/>
                <a:gd name="connsiteY11" fmla="*/ 357840 h 389865"/>
                <a:gd name="connsiteX12" fmla="*/ 293435 w 295233"/>
                <a:gd name="connsiteY12" fmla="*/ 383504 h 389865"/>
                <a:gd name="connsiteX13" fmla="*/ 293435 w 295233"/>
                <a:gd name="connsiteY13" fmla="*/ 383504 h 389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95233" h="389865">
                  <a:moveTo>
                    <a:pt x="293435" y="383504"/>
                  </a:moveTo>
                  <a:cubicBezTo>
                    <a:pt x="296685" y="382171"/>
                    <a:pt x="295185" y="376588"/>
                    <a:pt x="291686" y="377505"/>
                  </a:cubicBezTo>
                  <a:cubicBezTo>
                    <a:pt x="247606" y="388254"/>
                    <a:pt x="195194" y="370672"/>
                    <a:pt x="157114" y="348757"/>
                  </a:cubicBezTo>
                  <a:cubicBezTo>
                    <a:pt x="119284" y="326926"/>
                    <a:pt x="84871" y="294512"/>
                    <a:pt x="61540" y="257682"/>
                  </a:cubicBezTo>
                  <a:cubicBezTo>
                    <a:pt x="37625" y="219852"/>
                    <a:pt x="17044" y="178773"/>
                    <a:pt x="10294" y="134110"/>
                  </a:cubicBezTo>
                  <a:cubicBezTo>
                    <a:pt x="7128" y="113195"/>
                    <a:pt x="6378" y="88864"/>
                    <a:pt x="10044" y="67949"/>
                  </a:cubicBezTo>
                  <a:cubicBezTo>
                    <a:pt x="14794" y="41368"/>
                    <a:pt x="31792" y="18370"/>
                    <a:pt x="51457" y="872"/>
                  </a:cubicBezTo>
                  <a:cubicBezTo>
                    <a:pt x="51957" y="455"/>
                    <a:pt x="51374" y="-294"/>
                    <a:pt x="50874" y="122"/>
                  </a:cubicBezTo>
                  <a:cubicBezTo>
                    <a:pt x="32708" y="13288"/>
                    <a:pt x="17460" y="29120"/>
                    <a:pt x="8461" y="50034"/>
                  </a:cubicBezTo>
                  <a:cubicBezTo>
                    <a:pt x="-704" y="71449"/>
                    <a:pt x="-538" y="96447"/>
                    <a:pt x="461" y="119361"/>
                  </a:cubicBezTo>
                  <a:cubicBezTo>
                    <a:pt x="2628" y="169690"/>
                    <a:pt x="23376" y="217353"/>
                    <a:pt x="49124" y="260015"/>
                  </a:cubicBezTo>
                  <a:cubicBezTo>
                    <a:pt x="74289" y="301678"/>
                    <a:pt x="110035" y="334759"/>
                    <a:pt x="152865" y="357840"/>
                  </a:cubicBezTo>
                  <a:cubicBezTo>
                    <a:pt x="192028" y="378838"/>
                    <a:pt x="249106" y="401086"/>
                    <a:pt x="293435" y="383504"/>
                  </a:cubicBezTo>
                  <a:lnTo>
                    <a:pt x="293435" y="383504"/>
                  </a:lnTo>
                  <a:close/>
                </a:path>
              </a:pathLst>
            </a:custGeom>
            <a:grpFill/>
            <a:ln w="8332" cap="flat">
              <a:noFill/>
              <a:prstDash val="solid"/>
              <a:miter/>
            </a:ln>
          </p:spPr>
          <p:txBody>
            <a:bodyPr rtlCol="0" anchor="ctr"/>
            <a:lstStyle/>
            <a:p>
              <a:endParaRPr lang="en-US"/>
            </a:p>
          </p:txBody>
        </p:sp>
        <p:sp>
          <p:nvSpPr>
            <p:cNvPr id="1912" name="Freeform: Shape 1911"/>
            <p:cNvSpPr/>
            <p:nvPr/>
          </p:nvSpPr>
          <p:spPr>
            <a:xfrm>
              <a:off x="9256850" y="3035850"/>
              <a:ext cx="209584" cy="218538"/>
            </a:xfrm>
            <a:custGeom>
              <a:avLst/>
              <a:gdLst>
                <a:gd name="connsiteX0" fmla="*/ 166072 w 209584"/>
                <a:gd name="connsiteY0" fmla="*/ 211535 h 218538"/>
                <a:gd name="connsiteX1" fmla="*/ 207819 w 209584"/>
                <a:gd name="connsiteY1" fmla="*/ 149374 h 218538"/>
                <a:gd name="connsiteX2" fmla="*/ 184571 w 209584"/>
                <a:gd name="connsiteY2" fmla="*/ 62131 h 218538"/>
                <a:gd name="connsiteX3" fmla="*/ 115661 w 209584"/>
                <a:gd name="connsiteY3" fmla="*/ 6636 h 218538"/>
                <a:gd name="connsiteX4" fmla="*/ 108161 w 209584"/>
                <a:gd name="connsiteY4" fmla="*/ 3970 h 218538"/>
                <a:gd name="connsiteX5" fmla="*/ 837 w 209584"/>
                <a:gd name="connsiteY5" fmla="*/ 69798 h 218538"/>
                <a:gd name="connsiteX6" fmla="*/ 22585 w 209584"/>
                <a:gd name="connsiteY6" fmla="*/ 145624 h 218538"/>
                <a:gd name="connsiteX7" fmla="*/ 89246 w 209584"/>
                <a:gd name="connsiteY7" fmla="*/ 207618 h 218538"/>
                <a:gd name="connsiteX8" fmla="*/ 166072 w 209584"/>
                <a:gd name="connsiteY8" fmla="*/ 211535 h 218538"/>
                <a:gd name="connsiteX9" fmla="*/ 166072 w 209584"/>
                <a:gd name="connsiteY9" fmla="*/ 211535 h 218538"/>
                <a:gd name="connsiteX10" fmla="*/ 101245 w 209584"/>
                <a:gd name="connsiteY10" fmla="*/ 197952 h 218538"/>
                <a:gd name="connsiteX11" fmla="*/ 44917 w 209584"/>
                <a:gd name="connsiteY11" fmla="*/ 152123 h 218538"/>
                <a:gd name="connsiteX12" fmla="*/ 12836 w 209584"/>
                <a:gd name="connsiteY12" fmla="*/ 84713 h 218538"/>
                <a:gd name="connsiteX13" fmla="*/ 108577 w 209584"/>
                <a:gd name="connsiteY13" fmla="*/ 16552 h 218538"/>
                <a:gd name="connsiteX14" fmla="*/ 169239 w 209584"/>
                <a:gd name="connsiteY14" fmla="*/ 59465 h 218538"/>
                <a:gd name="connsiteX15" fmla="*/ 189070 w 209584"/>
                <a:gd name="connsiteY15" fmla="*/ 89629 h 218538"/>
                <a:gd name="connsiteX16" fmla="*/ 197653 w 209584"/>
                <a:gd name="connsiteY16" fmla="*/ 122043 h 218538"/>
                <a:gd name="connsiteX17" fmla="*/ 171322 w 209584"/>
                <a:gd name="connsiteY17" fmla="*/ 191203 h 218538"/>
                <a:gd name="connsiteX18" fmla="*/ 101245 w 209584"/>
                <a:gd name="connsiteY18" fmla="*/ 197952 h 218538"/>
                <a:gd name="connsiteX19" fmla="*/ 101245 w 209584"/>
                <a:gd name="connsiteY19" fmla="*/ 197952 h 218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9584" h="218538">
                  <a:moveTo>
                    <a:pt x="166072" y="211535"/>
                  </a:moveTo>
                  <a:cubicBezTo>
                    <a:pt x="190737" y="199952"/>
                    <a:pt x="202070" y="174538"/>
                    <a:pt x="207819" y="149374"/>
                  </a:cubicBezTo>
                  <a:cubicBezTo>
                    <a:pt x="214735" y="119460"/>
                    <a:pt x="200153" y="86963"/>
                    <a:pt x="184571" y="62131"/>
                  </a:cubicBezTo>
                  <a:cubicBezTo>
                    <a:pt x="168489" y="36384"/>
                    <a:pt x="144408" y="16052"/>
                    <a:pt x="115661" y="6636"/>
                  </a:cubicBezTo>
                  <a:cubicBezTo>
                    <a:pt x="113161" y="5637"/>
                    <a:pt x="110660" y="4720"/>
                    <a:pt x="108161" y="3970"/>
                  </a:cubicBezTo>
                  <a:cubicBezTo>
                    <a:pt x="59665" y="-11362"/>
                    <a:pt x="8087" y="19219"/>
                    <a:pt x="837" y="69798"/>
                  </a:cubicBezTo>
                  <a:cubicBezTo>
                    <a:pt x="-3079" y="97295"/>
                    <a:pt x="7170" y="123293"/>
                    <a:pt x="22585" y="145624"/>
                  </a:cubicBezTo>
                  <a:cubicBezTo>
                    <a:pt x="39334" y="169955"/>
                    <a:pt x="62582" y="194370"/>
                    <a:pt x="89246" y="207618"/>
                  </a:cubicBezTo>
                  <a:cubicBezTo>
                    <a:pt x="112743" y="219534"/>
                    <a:pt x="141742" y="222950"/>
                    <a:pt x="166072" y="211535"/>
                  </a:cubicBezTo>
                  <a:lnTo>
                    <a:pt x="166072" y="211535"/>
                  </a:lnTo>
                  <a:close/>
                  <a:moveTo>
                    <a:pt x="101245" y="197952"/>
                  </a:moveTo>
                  <a:cubicBezTo>
                    <a:pt x="78664" y="188620"/>
                    <a:pt x="60499" y="170455"/>
                    <a:pt x="44917" y="152123"/>
                  </a:cubicBezTo>
                  <a:cubicBezTo>
                    <a:pt x="29085" y="133458"/>
                    <a:pt x="13670" y="109960"/>
                    <a:pt x="12836" y="84713"/>
                  </a:cubicBezTo>
                  <a:cubicBezTo>
                    <a:pt x="11086" y="33551"/>
                    <a:pt x="60748" y="-1029"/>
                    <a:pt x="108577" y="16552"/>
                  </a:cubicBezTo>
                  <a:cubicBezTo>
                    <a:pt x="131742" y="25135"/>
                    <a:pt x="153241" y="40800"/>
                    <a:pt x="169239" y="59465"/>
                  </a:cubicBezTo>
                  <a:cubicBezTo>
                    <a:pt x="177404" y="69047"/>
                    <a:pt x="183737" y="79130"/>
                    <a:pt x="189070" y="89629"/>
                  </a:cubicBezTo>
                  <a:cubicBezTo>
                    <a:pt x="192986" y="100128"/>
                    <a:pt x="195987" y="110961"/>
                    <a:pt x="197653" y="122043"/>
                  </a:cubicBezTo>
                  <a:cubicBezTo>
                    <a:pt x="201236" y="144957"/>
                    <a:pt x="189070" y="176455"/>
                    <a:pt x="171322" y="191203"/>
                  </a:cubicBezTo>
                  <a:cubicBezTo>
                    <a:pt x="151824" y="207535"/>
                    <a:pt x="123910" y="207285"/>
                    <a:pt x="101245" y="197952"/>
                  </a:cubicBezTo>
                  <a:lnTo>
                    <a:pt x="101245" y="197952"/>
                  </a:lnTo>
                  <a:close/>
                </a:path>
              </a:pathLst>
            </a:custGeom>
            <a:grpFill/>
            <a:ln w="8332" cap="flat">
              <a:noFill/>
              <a:prstDash val="solid"/>
              <a:miter/>
            </a:ln>
          </p:spPr>
          <p:txBody>
            <a:bodyPr rtlCol="0" anchor="ctr"/>
            <a:lstStyle/>
            <a:p>
              <a:endParaRPr lang="en-US"/>
            </a:p>
          </p:txBody>
        </p:sp>
        <p:sp>
          <p:nvSpPr>
            <p:cNvPr id="1913" name="Freeform: Shape 1912"/>
            <p:cNvSpPr/>
            <p:nvPr/>
          </p:nvSpPr>
          <p:spPr>
            <a:xfrm>
              <a:off x="8397995" y="29988"/>
              <a:ext cx="526522" cy="361194"/>
            </a:xfrm>
            <a:custGeom>
              <a:avLst/>
              <a:gdLst>
                <a:gd name="connsiteX0" fmla="*/ 519139 w 526522"/>
                <a:gd name="connsiteY0" fmla="*/ 216417 h 361194"/>
                <a:gd name="connsiteX1" fmla="*/ 484142 w 526522"/>
                <a:gd name="connsiteY1" fmla="*/ 52098 h 361194"/>
                <a:gd name="connsiteX2" fmla="*/ 412233 w 526522"/>
                <a:gd name="connsiteY2" fmla="*/ 6102 h 361194"/>
                <a:gd name="connsiteX3" fmla="*/ 363903 w 526522"/>
                <a:gd name="connsiteY3" fmla="*/ 686 h 361194"/>
                <a:gd name="connsiteX4" fmla="*/ 243414 w 526522"/>
                <a:gd name="connsiteY4" fmla="*/ 20434 h 361194"/>
                <a:gd name="connsiteX5" fmla="*/ 160338 w 526522"/>
                <a:gd name="connsiteY5" fmla="*/ 49848 h 361194"/>
                <a:gd name="connsiteX6" fmla="*/ 79345 w 526522"/>
                <a:gd name="connsiteY6" fmla="*/ 75929 h 361194"/>
                <a:gd name="connsiteX7" fmla="*/ 186 w 526522"/>
                <a:gd name="connsiteY7" fmla="*/ 190836 h 361194"/>
                <a:gd name="connsiteX8" fmla="*/ 94927 w 526522"/>
                <a:gd name="connsiteY8" fmla="*/ 315158 h 361194"/>
                <a:gd name="connsiteX9" fmla="*/ 261495 w 526522"/>
                <a:gd name="connsiteY9" fmla="*/ 360154 h 361194"/>
                <a:gd name="connsiteX10" fmla="*/ 519139 w 526522"/>
                <a:gd name="connsiteY10" fmla="*/ 216417 h 361194"/>
                <a:gd name="connsiteX11" fmla="*/ 519139 w 526522"/>
                <a:gd name="connsiteY11" fmla="*/ 216417 h 361194"/>
                <a:gd name="connsiteX12" fmla="*/ 287410 w 526522"/>
                <a:gd name="connsiteY12" fmla="*/ 346988 h 361194"/>
                <a:gd name="connsiteX13" fmla="*/ 209001 w 526522"/>
                <a:gd name="connsiteY13" fmla="*/ 339406 h 361194"/>
                <a:gd name="connsiteX14" fmla="*/ 135674 w 526522"/>
                <a:gd name="connsiteY14" fmla="*/ 319407 h 361194"/>
                <a:gd name="connsiteX15" fmla="*/ 20434 w 526522"/>
                <a:gd name="connsiteY15" fmla="*/ 219416 h 361194"/>
                <a:gd name="connsiteX16" fmla="*/ 80345 w 526522"/>
                <a:gd name="connsiteY16" fmla="*/ 92594 h 361194"/>
                <a:gd name="connsiteX17" fmla="*/ 148506 w 526522"/>
                <a:gd name="connsiteY17" fmla="*/ 70263 h 361194"/>
                <a:gd name="connsiteX18" fmla="*/ 216916 w 526522"/>
                <a:gd name="connsiteY18" fmla="*/ 45682 h 361194"/>
                <a:gd name="connsiteX19" fmla="*/ 288077 w 526522"/>
                <a:gd name="connsiteY19" fmla="*/ 20018 h 361194"/>
                <a:gd name="connsiteX20" fmla="*/ 331740 w 526522"/>
                <a:gd name="connsiteY20" fmla="*/ 12935 h 361194"/>
                <a:gd name="connsiteX21" fmla="*/ 332072 w 526522"/>
                <a:gd name="connsiteY21" fmla="*/ 12935 h 361194"/>
                <a:gd name="connsiteX22" fmla="*/ 332239 w 526522"/>
                <a:gd name="connsiteY22" fmla="*/ 12935 h 361194"/>
                <a:gd name="connsiteX23" fmla="*/ 364237 w 526522"/>
                <a:gd name="connsiteY23" fmla="*/ 12852 h 361194"/>
                <a:gd name="connsiteX24" fmla="*/ 456395 w 526522"/>
                <a:gd name="connsiteY24" fmla="*/ 42182 h 361194"/>
                <a:gd name="connsiteX25" fmla="*/ 468144 w 526522"/>
                <a:gd name="connsiteY25" fmla="*/ 52765 h 361194"/>
                <a:gd name="connsiteX26" fmla="*/ 509223 w 526522"/>
                <a:gd name="connsiteY26" fmla="*/ 194085 h 361194"/>
                <a:gd name="connsiteX27" fmla="*/ 422898 w 526522"/>
                <a:gd name="connsiteY27" fmla="*/ 312325 h 361194"/>
                <a:gd name="connsiteX28" fmla="*/ 287410 w 526522"/>
                <a:gd name="connsiteY28" fmla="*/ 346988 h 361194"/>
                <a:gd name="connsiteX29" fmla="*/ 287410 w 526522"/>
                <a:gd name="connsiteY29" fmla="*/ 346988 h 361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6522" h="361194">
                  <a:moveTo>
                    <a:pt x="519139" y="216417"/>
                  </a:moveTo>
                  <a:cubicBezTo>
                    <a:pt x="536387" y="160005"/>
                    <a:pt x="522889" y="96511"/>
                    <a:pt x="484142" y="52098"/>
                  </a:cubicBezTo>
                  <a:cubicBezTo>
                    <a:pt x="464644" y="29767"/>
                    <a:pt x="439980" y="15768"/>
                    <a:pt x="412233" y="6102"/>
                  </a:cubicBezTo>
                  <a:cubicBezTo>
                    <a:pt x="395733" y="353"/>
                    <a:pt x="379819" y="-980"/>
                    <a:pt x="363903" y="686"/>
                  </a:cubicBezTo>
                  <a:cubicBezTo>
                    <a:pt x="322823" y="-2480"/>
                    <a:pt x="282494" y="5519"/>
                    <a:pt x="243414" y="20434"/>
                  </a:cubicBezTo>
                  <a:cubicBezTo>
                    <a:pt x="216000" y="30933"/>
                    <a:pt x="188169" y="40599"/>
                    <a:pt x="160338" y="49848"/>
                  </a:cubicBezTo>
                  <a:cubicBezTo>
                    <a:pt x="133424" y="58848"/>
                    <a:pt x="105593" y="64930"/>
                    <a:pt x="79345" y="75929"/>
                  </a:cubicBezTo>
                  <a:cubicBezTo>
                    <a:pt x="34766" y="94511"/>
                    <a:pt x="-2981" y="141007"/>
                    <a:pt x="186" y="190836"/>
                  </a:cubicBezTo>
                  <a:cubicBezTo>
                    <a:pt x="3686" y="246831"/>
                    <a:pt x="48515" y="288993"/>
                    <a:pt x="94927" y="315158"/>
                  </a:cubicBezTo>
                  <a:cubicBezTo>
                    <a:pt x="146173" y="344072"/>
                    <a:pt x="203501" y="355237"/>
                    <a:pt x="261495" y="360154"/>
                  </a:cubicBezTo>
                  <a:cubicBezTo>
                    <a:pt x="364486" y="368820"/>
                    <a:pt x="486308" y="323574"/>
                    <a:pt x="519139" y="216417"/>
                  </a:cubicBezTo>
                  <a:lnTo>
                    <a:pt x="519139" y="216417"/>
                  </a:lnTo>
                  <a:close/>
                  <a:moveTo>
                    <a:pt x="287410" y="346988"/>
                  </a:moveTo>
                  <a:cubicBezTo>
                    <a:pt x="261163" y="347572"/>
                    <a:pt x="234915" y="343072"/>
                    <a:pt x="209001" y="339406"/>
                  </a:cubicBezTo>
                  <a:cubicBezTo>
                    <a:pt x="183920" y="335906"/>
                    <a:pt x="159089" y="329240"/>
                    <a:pt x="135674" y="319407"/>
                  </a:cubicBezTo>
                  <a:cubicBezTo>
                    <a:pt x="91345" y="300659"/>
                    <a:pt x="36516" y="267745"/>
                    <a:pt x="20434" y="219416"/>
                  </a:cubicBezTo>
                  <a:cubicBezTo>
                    <a:pt x="3269" y="167921"/>
                    <a:pt x="32266" y="115259"/>
                    <a:pt x="80345" y="92594"/>
                  </a:cubicBezTo>
                  <a:cubicBezTo>
                    <a:pt x="102093" y="82345"/>
                    <a:pt x="125675" y="77512"/>
                    <a:pt x="148506" y="70263"/>
                  </a:cubicBezTo>
                  <a:cubicBezTo>
                    <a:pt x="171588" y="62930"/>
                    <a:pt x="194002" y="53598"/>
                    <a:pt x="216916" y="45682"/>
                  </a:cubicBezTo>
                  <a:cubicBezTo>
                    <a:pt x="240747" y="37433"/>
                    <a:pt x="263662" y="26767"/>
                    <a:pt x="288077" y="20018"/>
                  </a:cubicBezTo>
                  <a:cubicBezTo>
                    <a:pt x="302159" y="16101"/>
                    <a:pt x="316907" y="13852"/>
                    <a:pt x="331740" y="12935"/>
                  </a:cubicBezTo>
                  <a:cubicBezTo>
                    <a:pt x="331823" y="12935"/>
                    <a:pt x="331990" y="12935"/>
                    <a:pt x="332072" y="12935"/>
                  </a:cubicBezTo>
                  <a:cubicBezTo>
                    <a:pt x="332156" y="12935"/>
                    <a:pt x="332156" y="12935"/>
                    <a:pt x="332239" y="12935"/>
                  </a:cubicBezTo>
                  <a:cubicBezTo>
                    <a:pt x="342905" y="12268"/>
                    <a:pt x="353654" y="12268"/>
                    <a:pt x="364237" y="12852"/>
                  </a:cubicBezTo>
                  <a:cubicBezTo>
                    <a:pt x="397150" y="14851"/>
                    <a:pt x="429814" y="24267"/>
                    <a:pt x="456395" y="42182"/>
                  </a:cubicBezTo>
                  <a:cubicBezTo>
                    <a:pt x="460478" y="45432"/>
                    <a:pt x="464394" y="48932"/>
                    <a:pt x="468144" y="52765"/>
                  </a:cubicBezTo>
                  <a:cubicBezTo>
                    <a:pt x="502641" y="88511"/>
                    <a:pt x="520889" y="145006"/>
                    <a:pt x="509223" y="194085"/>
                  </a:cubicBezTo>
                  <a:cubicBezTo>
                    <a:pt x="497225" y="244497"/>
                    <a:pt x="466144" y="284411"/>
                    <a:pt x="422898" y="312325"/>
                  </a:cubicBezTo>
                  <a:cubicBezTo>
                    <a:pt x="383568" y="337906"/>
                    <a:pt x="333739" y="345988"/>
                    <a:pt x="287410" y="346988"/>
                  </a:cubicBezTo>
                  <a:lnTo>
                    <a:pt x="287410" y="346988"/>
                  </a:lnTo>
                  <a:close/>
                </a:path>
              </a:pathLst>
            </a:custGeom>
            <a:grpFill/>
            <a:ln w="8332" cap="flat">
              <a:noFill/>
              <a:prstDash val="solid"/>
              <a:miter/>
            </a:ln>
          </p:spPr>
          <p:txBody>
            <a:bodyPr rtlCol="0" anchor="ctr"/>
            <a:lstStyle/>
            <a:p>
              <a:endParaRPr lang="en-US"/>
            </a:p>
          </p:txBody>
        </p:sp>
        <p:sp>
          <p:nvSpPr>
            <p:cNvPr id="1914" name="Freeform: Shape 1913"/>
            <p:cNvSpPr/>
            <p:nvPr/>
          </p:nvSpPr>
          <p:spPr>
            <a:xfrm>
              <a:off x="8454340" y="63962"/>
              <a:ext cx="341717" cy="99919"/>
            </a:xfrm>
            <a:custGeom>
              <a:avLst/>
              <a:gdLst>
                <a:gd name="connsiteX0" fmla="*/ 340639 w 341717"/>
                <a:gd name="connsiteY0" fmla="*/ 1959 h 99919"/>
                <a:gd name="connsiteX1" fmla="*/ 253063 w 341717"/>
                <a:gd name="connsiteY1" fmla="*/ 4959 h 99919"/>
                <a:gd name="connsiteX2" fmla="*/ 163905 w 341717"/>
                <a:gd name="connsiteY2" fmla="*/ 27374 h 99919"/>
                <a:gd name="connsiteX3" fmla="*/ 84412 w 341717"/>
                <a:gd name="connsiteY3" fmla="*/ 59621 h 99919"/>
                <a:gd name="connsiteX4" fmla="*/ 836 w 341717"/>
                <a:gd name="connsiteY4" fmla="*/ 95368 h 99919"/>
                <a:gd name="connsiteX5" fmla="*/ 4336 w 341717"/>
                <a:gd name="connsiteY5" fmla="*/ 99534 h 99919"/>
                <a:gd name="connsiteX6" fmla="*/ 47999 w 341717"/>
                <a:gd name="connsiteY6" fmla="*/ 78286 h 99919"/>
                <a:gd name="connsiteX7" fmla="*/ 92661 w 341717"/>
                <a:gd name="connsiteY7" fmla="*/ 67703 h 99919"/>
                <a:gd name="connsiteX8" fmla="*/ 163655 w 341717"/>
                <a:gd name="connsiteY8" fmla="*/ 37456 h 99919"/>
                <a:gd name="connsiteX9" fmla="*/ 244647 w 341717"/>
                <a:gd name="connsiteY9" fmla="*/ 13208 h 99919"/>
                <a:gd name="connsiteX10" fmla="*/ 340472 w 341717"/>
                <a:gd name="connsiteY10" fmla="*/ 4792 h 99919"/>
                <a:gd name="connsiteX11" fmla="*/ 340639 w 341717"/>
                <a:gd name="connsiteY11" fmla="*/ 1959 h 99919"/>
                <a:gd name="connsiteX12" fmla="*/ 340639 w 341717"/>
                <a:gd name="connsiteY12" fmla="*/ 1959 h 99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1717" h="99919">
                  <a:moveTo>
                    <a:pt x="340639" y="1959"/>
                  </a:moveTo>
                  <a:cubicBezTo>
                    <a:pt x="310892" y="-1457"/>
                    <a:pt x="282728" y="-374"/>
                    <a:pt x="253063" y="4959"/>
                  </a:cubicBezTo>
                  <a:cubicBezTo>
                    <a:pt x="222733" y="10459"/>
                    <a:pt x="192652" y="15541"/>
                    <a:pt x="163905" y="27374"/>
                  </a:cubicBezTo>
                  <a:cubicBezTo>
                    <a:pt x="137158" y="38373"/>
                    <a:pt x="112576" y="52121"/>
                    <a:pt x="84412" y="59621"/>
                  </a:cubicBezTo>
                  <a:cubicBezTo>
                    <a:pt x="53832" y="67787"/>
                    <a:pt x="25418" y="74369"/>
                    <a:pt x="836" y="95368"/>
                  </a:cubicBezTo>
                  <a:cubicBezTo>
                    <a:pt x="-1580" y="97451"/>
                    <a:pt x="1753" y="101117"/>
                    <a:pt x="4336" y="99534"/>
                  </a:cubicBezTo>
                  <a:cubicBezTo>
                    <a:pt x="18419" y="90868"/>
                    <a:pt x="31917" y="82702"/>
                    <a:pt x="47999" y="78286"/>
                  </a:cubicBezTo>
                  <a:cubicBezTo>
                    <a:pt x="62747" y="74203"/>
                    <a:pt x="77912" y="71786"/>
                    <a:pt x="92661" y="67703"/>
                  </a:cubicBezTo>
                  <a:cubicBezTo>
                    <a:pt x="117909" y="60704"/>
                    <a:pt x="140241" y="48872"/>
                    <a:pt x="163655" y="37456"/>
                  </a:cubicBezTo>
                  <a:cubicBezTo>
                    <a:pt x="188903" y="25207"/>
                    <a:pt x="217400" y="18791"/>
                    <a:pt x="244647" y="13208"/>
                  </a:cubicBezTo>
                  <a:cubicBezTo>
                    <a:pt x="277311" y="6542"/>
                    <a:pt x="306975" y="2209"/>
                    <a:pt x="340472" y="4792"/>
                  </a:cubicBezTo>
                  <a:cubicBezTo>
                    <a:pt x="341972" y="4876"/>
                    <a:pt x="342223" y="2126"/>
                    <a:pt x="340639" y="1959"/>
                  </a:cubicBezTo>
                  <a:lnTo>
                    <a:pt x="340639" y="1959"/>
                  </a:lnTo>
                  <a:close/>
                </a:path>
              </a:pathLst>
            </a:custGeom>
            <a:grpFill/>
            <a:ln w="8332" cap="flat">
              <a:noFill/>
              <a:prstDash val="solid"/>
              <a:miter/>
            </a:ln>
          </p:spPr>
          <p:txBody>
            <a:bodyPr rtlCol="0" anchor="ctr"/>
            <a:lstStyle/>
            <a:p>
              <a:endParaRPr lang="en-US"/>
            </a:p>
          </p:txBody>
        </p:sp>
        <p:sp>
          <p:nvSpPr>
            <p:cNvPr id="1915" name="Freeform: Shape 1914"/>
            <p:cNvSpPr/>
            <p:nvPr/>
          </p:nvSpPr>
          <p:spPr>
            <a:xfrm>
              <a:off x="8433595" y="207365"/>
              <a:ext cx="453379" cy="154919"/>
            </a:xfrm>
            <a:custGeom>
              <a:avLst/>
              <a:gdLst>
                <a:gd name="connsiteX0" fmla="*/ 453293 w 453379"/>
                <a:gd name="connsiteY0" fmla="*/ 28541 h 154919"/>
                <a:gd name="connsiteX1" fmla="*/ 447377 w 453379"/>
                <a:gd name="connsiteY1" fmla="*/ 26458 h 154919"/>
                <a:gd name="connsiteX2" fmla="*/ 345303 w 453379"/>
                <a:gd name="connsiteY2" fmla="*/ 118533 h 154919"/>
                <a:gd name="connsiteX3" fmla="*/ 215397 w 453379"/>
                <a:gd name="connsiteY3" fmla="*/ 142614 h 154919"/>
                <a:gd name="connsiteX4" fmla="*/ 85075 w 453379"/>
                <a:gd name="connsiteY4" fmla="*/ 111867 h 154919"/>
                <a:gd name="connsiteX5" fmla="*/ 31247 w 453379"/>
                <a:gd name="connsiteY5" fmla="*/ 73287 h 154919"/>
                <a:gd name="connsiteX6" fmla="*/ 1000 w 453379"/>
                <a:gd name="connsiteY6" fmla="*/ 460 h 154919"/>
                <a:gd name="connsiteX7" fmla="*/ 0 w 453379"/>
                <a:gd name="connsiteY7" fmla="*/ 544 h 154919"/>
                <a:gd name="connsiteX8" fmla="*/ 15665 w 453379"/>
                <a:gd name="connsiteY8" fmla="*/ 64038 h 154919"/>
                <a:gd name="connsiteX9" fmla="*/ 67245 w 453379"/>
                <a:gd name="connsiteY9" fmla="*/ 111117 h 154919"/>
                <a:gd name="connsiteX10" fmla="*/ 209898 w 453379"/>
                <a:gd name="connsiteY10" fmla="*/ 154030 h 154919"/>
                <a:gd name="connsiteX11" fmla="*/ 350052 w 453379"/>
                <a:gd name="connsiteY11" fmla="*/ 127282 h 154919"/>
                <a:gd name="connsiteX12" fmla="*/ 453293 w 453379"/>
                <a:gd name="connsiteY12" fmla="*/ 28541 h 154919"/>
                <a:gd name="connsiteX13" fmla="*/ 453293 w 453379"/>
                <a:gd name="connsiteY13" fmla="*/ 28541 h 154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53379" h="154919">
                  <a:moveTo>
                    <a:pt x="453293" y="28541"/>
                  </a:moveTo>
                  <a:cubicBezTo>
                    <a:pt x="454126" y="25125"/>
                    <a:pt x="448709" y="23125"/>
                    <a:pt x="447377" y="26458"/>
                  </a:cubicBezTo>
                  <a:cubicBezTo>
                    <a:pt x="430295" y="68537"/>
                    <a:pt x="385382" y="100535"/>
                    <a:pt x="345303" y="118533"/>
                  </a:cubicBezTo>
                  <a:cubicBezTo>
                    <a:pt x="305473" y="136448"/>
                    <a:pt x="259060" y="145364"/>
                    <a:pt x="215397" y="142614"/>
                  </a:cubicBezTo>
                  <a:cubicBezTo>
                    <a:pt x="170735" y="139864"/>
                    <a:pt x="125239" y="132448"/>
                    <a:pt x="85075" y="111867"/>
                  </a:cubicBezTo>
                  <a:cubicBezTo>
                    <a:pt x="66245" y="102201"/>
                    <a:pt x="46079" y="88536"/>
                    <a:pt x="31247" y="73287"/>
                  </a:cubicBezTo>
                  <a:cubicBezTo>
                    <a:pt x="12415" y="53872"/>
                    <a:pt x="3750" y="26625"/>
                    <a:pt x="1000" y="460"/>
                  </a:cubicBezTo>
                  <a:cubicBezTo>
                    <a:pt x="916" y="-206"/>
                    <a:pt x="0" y="-123"/>
                    <a:pt x="0" y="544"/>
                  </a:cubicBezTo>
                  <a:cubicBezTo>
                    <a:pt x="0" y="22958"/>
                    <a:pt x="3999" y="44623"/>
                    <a:pt x="15665" y="64038"/>
                  </a:cubicBezTo>
                  <a:cubicBezTo>
                    <a:pt x="27665" y="84036"/>
                    <a:pt x="48079" y="98535"/>
                    <a:pt x="67245" y="111117"/>
                  </a:cubicBezTo>
                  <a:cubicBezTo>
                    <a:pt x="109323" y="138864"/>
                    <a:pt x="160235" y="149947"/>
                    <a:pt x="209898" y="154030"/>
                  </a:cubicBezTo>
                  <a:cubicBezTo>
                    <a:pt x="258393" y="158029"/>
                    <a:pt x="306306" y="148447"/>
                    <a:pt x="350052" y="127282"/>
                  </a:cubicBezTo>
                  <a:cubicBezTo>
                    <a:pt x="390214" y="107867"/>
                    <a:pt x="441627" y="74704"/>
                    <a:pt x="453293" y="28541"/>
                  </a:cubicBezTo>
                  <a:lnTo>
                    <a:pt x="453293" y="28541"/>
                  </a:lnTo>
                  <a:close/>
                </a:path>
              </a:pathLst>
            </a:custGeom>
            <a:grpFill/>
            <a:ln w="8332" cap="flat">
              <a:noFill/>
              <a:prstDash val="solid"/>
              <a:miter/>
            </a:ln>
          </p:spPr>
          <p:txBody>
            <a:bodyPr rtlCol="0" anchor="ctr"/>
            <a:lstStyle/>
            <a:p>
              <a:endParaRPr lang="en-US"/>
            </a:p>
          </p:txBody>
        </p:sp>
        <p:sp>
          <p:nvSpPr>
            <p:cNvPr id="1916" name="Freeform: Shape 1915"/>
            <p:cNvSpPr/>
            <p:nvPr/>
          </p:nvSpPr>
          <p:spPr>
            <a:xfrm>
              <a:off x="8582961" y="116604"/>
              <a:ext cx="237489" cy="180441"/>
            </a:xfrm>
            <a:custGeom>
              <a:avLst/>
              <a:gdLst>
                <a:gd name="connsiteX0" fmla="*/ 236433 w 237489"/>
                <a:gd name="connsiteY0" fmla="*/ 102803 h 180441"/>
                <a:gd name="connsiteX1" fmla="*/ 210435 w 237489"/>
                <a:gd name="connsiteY1" fmla="*/ 32559 h 180441"/>
                <a:gd name="connsiteX2" fmla="*/ 125943 w 237489"/>
                <a:gd name="connsiteY2" fmla="*/ 312 h 180441"/>
                <a:gd name="connsiteX3" fmla="*/ 40617 w 237489"/>
                <a:gd name="connsiteY3" fmla="*/ 23727 h 180441"/>
                <a:gd name="connsiteX4" fmla="*/ 34034 w 237489"/>
                <a:gd name="connsiteY4" fmla="*/ 28226 h 180441"/>
                <a:gd name="connsiteX5" fmla="*/ 24785 w 237489"/>
                <a:gd name="connsiteY5" fmla="*/ 153632 h 180441"/>
                <a:gd name="connsiteX6" fmla="*/ 99029 w 237489"/>
                <a:gd name="connsiteY6" fmla="*/ 180379 h 180441"/>
                <a:gd name="connsiteX7" fmla="*/ 188437 w 237489"/>
                <a:gd name="connsiteY7" fmla="*/ 162714 h 180441"/>
                <a:gd name="connsiteX8" fmla="*/ 236433 w 237489"/>
                <a:gd name="connsiteY8" fmla="*/ 102803 h 180441"/>
                <a:gd name="connsiteX9" fmla="*/ 236433 w 237489"/>
                <a:gd name="connsiteY9" fmla="*/ 102803 h 180441"/>
                <a:gd name="connsiteX10" fmla="*/ 187437 w 237489"/>
                <a:gd name="connsiteY10" fmla="*/ 147299 h 180441"/>
                <a:gd name="connsiteX11" fmla="*/ 117277 w 237489"/>
                <a:gd name="connsiteY11" fmla="*/ 166131 h 180441"/>
                <a:gd name="connsiteX12" fmla="*/ 43784 w 237489"/>
                <a:gd name="connsiteY12" fmla="*/ 152715 h 180441"/>
                <a:gd name="connsiteX13" fmla="*/ 44450 w 237489"/>
                <a:gd name="connsiteY13" fmla="*/ 35309 h 180441"/>
                <a:gd name="connsiteX14" fmla="*/ 114777 w 237489"/>
                <a:gd name="connsiteY14" fmla="*/ 11228 h 180441"/>
                <a:gd name="connsiteX15" fmla="*/ 150857 w 237489"/>
                <a:gd name="connsiteY15" fmla="*/ 12811 h 180441"/>
                <a:gd name="connsiteX16" fmla="*/ 182188 w 237489"/>
                <a:gd name="connsiteY16" fmla="*/ 24810 h 180441"/>
                <a:gd name="connsiteX17" fmla="*/ 222934 w 237489"/>
                <a:gd name="connsiteY17" fmla="*/ 86638 h 180441"/>
                <a:gd name="connsiteX18" fmla="*/ 187437 w 237489"/>
                <a:gd name="connsiteY18" fmla="*/ 147299 h 180441"/>
                <a:gd name="connsiteX19" fmla="*/ 187437 w 237489"/>
                <a:gd name="connsiteY19" fmla="*/ 147299 h 180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7489" h="180441">
                  <a:moveTo>
                    <a:pt x="236433" y="102803"/>
                  </a:moveTo>
                  <a:cubicBezTo>
                    <a:pt x="241516" y="76055"/>
                    <a:pt x="227516" y="51974"/>
                    <a:pt x="210435" y="32559"/>
                  </a:cubicBezTo>
                  <a:cubicBezTo>
                    <a:pt x="190270" y="9478"/>
                    <a:pt x="155274" y="2312"/>
                    <a:pt x="125943" y="312"/>
                  </a:cubicBezTo>
                  <a:cubicBezTo>
                    <a:pt x="95695" y="-1688"/>
                    <a:pt x="65114" y="5895"/>
                    <a:pt x="40617" y="23727"/>
                  </a:cubicBezTo>
                  <a:cubicBezTo>
                    <a:pt x="38367" y="25143"/>
                    <a:pt x="36201" y="26643"/>
                    <a:pt x="34034" y="28226"/>
                  </a:cubicBezTo>
                  <a:cubicBezTo>
                    <a:pt x="-6796" y="58557"/>
                    <a:pt x="-12129" y="118135"/>
                    <a:pt x="24785" y="153632"/>
                  </a:cubicBezTo>
                  <a:cubicBezTo>
                    <a:pt x="44783" y="172880"/>
                    <a:pt x="71864" y="179796"/>
                    <a:pt x="99029" y="180379"/>
                  </a:cubicBezTo>
                  <a:cubicBezTo>
                    <a:pt x="128609" y="181046"/>
                    <a:pt x="161939" y="176463"/>
                    <a:pt x="188437" y="162714"/>
                  </a:cubicBezTo>
                  <a:cubicBezTo>
                    <a:pt x="211684" y="150632"/>
                    <a:pt x="231434" y="129134"/>
                    <a:pt x="236433" y="102803"/>
                  </a:cubicBezTo>
                  <a:lnTo>
                    <a:pt x="236433" y="102803"/>
                  </a:lnTo>
                  <a:close/>
                  <a:moveTo>
                    <a:pt x="187437" y="147299"/>
                  </a:moveTo>
                  <a:cubicBezTo>
                    <a:pt x="166689" y="160215"/>
                    <a:pt x="141274" y="164297"/>
                    <a:pt x="117277" y="166131"/>
                  </a:cubicBezTo>
                  <a:cubicBezTo>
                    <a:pt x="92863" y="168047"/>
                    <a:pt x="64782" y="166797"/>
                    <a:pt x="43784" y="152715"/>
                  </a:cubicBezTo>
                  <a:cubicBezTo>
                    <a:pt x="1287" y="124134"/>
                    <a:pt x="2204" y="63723"/>
                    <a:pt x="44450" y="35309"/>
                  </a:cubicBezTo>
                  <a:cubicBezTo>
                    <a:pt x="64948" y="21560"/>
                    <a:pt x="90279" y="13228"/>
                    <a:pt x="114777" y="11228"/>
                  </a:cubicBezTo>
                  <a:cubicBezTo>
                    <a:pt x="127359" y="10228"/>
                    <a:pt x="139191" y="10978"/>
                    <a:pt x="150857" y="12811"/>
                  </a:cubicBezTo>
                  <a:cubicBezTo>
                    <a:pt x="161689" y="15728"/>
                    <a:pt x="172188" y="19727"/>
                    <a:pt x="182188" y="24810"/>
                  </a:cubicBezTo>
                  <a:cubicBezTo>
                    <a:pt x="202852" y="35309"/>
                    <a:pt x="221267" y="63640"/>
                    <a:pt x="222934" y="86638"/>
                  </a:cubicBezTo>
                  <a:cubicBezTo>
                    <a:pt x="224767" y="112052"/>
                    <a:pt x="208269" y="134384"/>
                    <a:pt x="187437" y="147299"/>
                  </a:cubicBezTo>
                  <a:lnTo>
                    <a:pt x="187437" y="147299"/>
                  </a:lnTo>
                  <a:close/>
                </a:path>
              </a:pathLst>
            </a:custGeom>
            <a:grpFill/>
            <a:ln w="8332" cap="flat">
              <a:noFill/>
              <a:prstDash val="solid"/>
              <a:miter/>
            </a:ln>
          </p:spPr>
          <p:txBody>
            <a:bodyPr rtlCol="0" anchor="ctr"/>
            <a:lstStyle/>
            <a:p>
              <a:endParaRPr lang="en-US"/>
            </a:p>
          </p:txBody>
        </p:sp>
        <p:sp>
          <p:nvSpPr>
            <p:cNvPr id="1917" name="Freeform: Shape 1916"/>
            <p:cNvSpPr/>
            <p:nvPr/>
          </p:nvSpPr>
          <p:spPr>
            <a:xfrm>
              <a:off x="10082259" y="3036995"/>
              <a:ext cx="637888" cy="484662"/>
            </a:xfrm>
            <a:custGeom>
              <a:avLst/>
              <a:gdLst>
                <a:gd name="connsiteX0" fmla="*/ 615798 w 637888"/>
                <a:gd name="connsiteY0" fmla="*/ 100233 h 484662"/>
                <a:gd name="connsiteX1" fmla="*/ 593633 w 637888"/>
                <a:gd name="connsiteY1" fmla="*/ 46571 h 484662"/>
                <a:gd name="connsiteX2" fmla="*/ 580802 w 637888"/>
                <a:gd name="connsiteY2" fmla="*/ 17740 h 484662"/>
                <a:gd name="connsiteX3" fmla="*/ 573718 w 637888"/>
                <a:gd name="connsiteY3" fmla="*/ 3408 h 484662"/>
                <a:gd name="connsiteX4" fmla="*/ 535972 w 637888"/>
                <a:gd name="connsiteY4" fmla="*/ 8574 h 484662"/>
                <a:gd name="connsiteX5" fmla="*/ 478394 w 637888"/>
                <a:gd name="connsiteY5" fmla="*/ 28323 h 484662"/>
                <a:gd name="connsiteX6" fmla="*/ 393318 w 637888"/>
                <a:gd name="connsiteY6" fmla="*/ 57570 h 484662"/>
                <a:gd name="connsiteX7" fmla="*/ 344323 w 637888"/>
                <a:gd name="connsiteY7" fmla="*/ 73735 h 484662"/>
                <a:gd name="connsiteX8" fmla="*/ 128842 w 637888"/>
                <a:gd name="connsiteY8" fmla="*/ 154811 h 484662"/>
                <a:gd name="connsiteX9" fmla="*/ 31684 w 637888"/>
                <a:gd name="connsiteY9" fmla="*/ 196807 h 484662"/>
                <a:gd name="connsiteX10" fmla="*/ 3019 w 637888"/>
                <a:gd name="connsiteY10" fmla="*/ 220389 h 484662"/>
                <a:gd name="connsiteX11" fmla="*/ 3270 w 637888"/>
                <a:gd name="connsiteY11" fmla="*/ 259635 h 484662"/>
                <a:gd name="connsiteX12" fmla="*/ 107927 w 637888"/>
                <a:gd name="connsiteY12" fmla="*/ 411621 h 484662"/>
                <a:gd name="connsiteX13" fmla="*/ 309742 w 637888"/>
                <a:gd name="connsiteY13" fmla="*/ 482032 h 484662"/>
                <a:gd name="connsiteX14" fmla="*/ 508975 w 637888"/>
                <a:gd name="connsiteY14" fmla="*/ 443535 h 484662"/>
                <a:gd name="connsiteX15" fmla="*/ 622964 w 637888"/>
                <a:gd name="connsiteY15" fmla="*/ 295715 h 484662"/>
                <a:gd name="connsiteX16" fmla="*/ 615798 w 637888"/>
                <a:gd name="connsiteY16" fmla="*/ 100233 h 484662"/>
                <a:gd name="connsiteX17" fmla="*/ 615798 w 637888"/>
                <a:gd name="connsiteY17" fmla="*/ 100233 h 484662"/>
                <a:gd name="connsiteX18" fmla="*/ 138258 w 637888"/>
                <a:gd name="connsiteY18" fmla="*/ 168060 h 484662"/>
                <a:gd name="connsiteX19" fmla="*/ 347738 w 637888"/>
                <a:gd name="connsiteY19" fmla="*/ 86401 h 484662"/>
                <a:gd name="connsiteX20" fmla="*/ 373237 w 637888"/>
                <a:gd name="connsiteY20" fmla="*/ 77402 h 484662"/>
                <a:gd name="connsiteX21" fmla="*/ 437564 w 637888"/>
                <a:gd name="connsiteY21" fmla="*/ 55737 h 484662"/>
                <a:gd name="connsiteX22" fmla="*/ 518140 w 637888"/>
                <a:gd name="connsiteY22" fmla="*/ 29989 h 484662"/>
                <a:gd name="connsiteX23" fmla="*/ 550970 w 637888"/>
                <a:gd name="connsiteY23" fmla="*/ 97400 h 484662"/>
                <a:gd name="connsiteX24" fmla="*/ 568386 w 637888"/>
                <a:gd name="connsiteY24" fmla="*/ 181559 h 484662"/>
                <a:gd name="connsiteX25" fmla="*/ 501725 w 637888"/>
                <a:gd name="connsiteY25" fmla="*/ 334128 h 484662"/>
                <a:gd name="connsiteX26" fmla="*/ 335990 w 637888"/>
                <a:gd name="connsiteY26" fmla="*/ 383374 h 484662"/>
                <a:gd name="connsiteX27" fmla="*/ 187420 w 637888"/>
                <a:gd name="connsiteY27" fmla="*/ 321046 h 484662"/>
                <a:gd name="connsiteX28" fmla="*/ 117926 w 637888"/>
                <a:gd name="connsiteY28" fmla="*/ 254552 h 484662"/>
                <a:gd name="connsiteX29" fmla="*/ 75263 w 637888"/>
                <a:gd name="connsiteY29" fmla="*/ 194141 h 484662"/>
                <a:gd name="connsiteX30" fmla="*/ 138258 w 637888"/>
                <a:gd name="connsiteY30" fmla="*/ 168060 h 484662"/>
                <a:gd name="connsiteX31" fmla="*/ 138258 w 637888"/>
                <a:gd name="connsiteY31" fmla="*/ 168060 h 484662"/>
                <a:gd name="connsiteX32" fmla="*/ 349905 w 637888"/>
                <a:gd name="connsiteY32" fmla="*/ 470950 h 484662"/>
                <a:gd name="connsiteX33" fmla="*/ 250498 w 637888"/>
                <a:gd name="connsiteY33" fmla="*/ 456534 h 484662"/>
                <a:gd name="connsiteX34" fmla="*/ 153256 w 637888"/>
                <a:gd name="connsiteY34" fmla="*/ 422537 h 484662"/>
                <a:gd name="connsiteX35" fmla="*/ 27184 w 637888"/>
                <a:gd name="connsiteY35" fmla="*/ 288716 h 484662"/>
                <a:gd name="connsiteX36" fmla="*/ 18185 w 637888"/>
                <a:gd name="connsiteY36" fmla="*/ 248303 h 484662"/>
                <a:gd name="connsiteX37" fmla="*/ 19519 w 637888"/>
                <a:gd name="connsiteY37" fmla="*/ 226972 h 484662"/>
                <a:gd name="connsiteX38" fmla="*/ 48349 w 637888"/>
                <a:gd name="connsiteY38" fmla="*/ 269717 h 484662"/>
                <a:gd name="connsiteX39" fmla="*/ 92928 w 637888"/>
                <a:gd name="connsiteY39" fmla="*/ 325879 h 484662"/>
                <a:gd name="connsiteX40" fmla="*/ 155756 w 637888"/>
                <a:gd name="connsiteY40" fmla="*/ 373792 h 484662"/>
                <a:gd name="connsiteX41" fmla="*/ 217500 w 637888"/>
                <a:gd name="connsiteY41" fmla="*/ 413788 h 484662"/>
                <a:gd name="connsiteX42" fmla="*/ 349738 w 637888"/>
                <a:gd name="connsiteY42" fmla="*/ 461284 h 484662"/>
                <a:gd name="connsiteX43" fmla="*/ 430064 w 637888"/>
                <a:gd name="connsiteY43" fmla="*/ 460784 h 484662"/>
                <a:gd name="connsiteX44" fmla="*/ 435147 w 637888"/>
                <a:gd name="connsiteY44" fmla="*/ 460200 h 484662"/>
                <a:gd name="connsiteX45" fmla="*/ 349905 w 637888"/>
                <a:gd name="connsiteY45" fmla="*/ 470950 h 484662"/>
                <a:gd name="connsiteX46" fmla="*/ 349905 w 637888"/>
                <a:gd name="connsiteY46" fmla="*/ 470950 h 484662"/>
                <a:gd name="connsiteX47" fmla="*/ 619215 w 637888"/>
                <a:gd name="connsiteY47" fmla="*/ 247136 h 484662"/>
                <a:gd name="connsiteX48" fmla="*/ 532973 w 637888"/>
                <a:gd name="connsiteY48" fmla="*/ 407788 h 484662"/>
                <a:gd name="connsiteX49" fmla="*/ 489143 w 637888"/>
                <a:gd name="connsiteY49" fmla="*/ 438536 h 484662"/>
                <a:gd name="connsiteX50" fmla="*/ 341240 w 637888"/>
                <a:gd name="connsiteY50" fmla="*/ 445868 h 484662"/>
                <a:gd name="connsiteX51" fmla="*/ 215834 w 637888"/>
                <a:gd name="connsiteY51" fmla="*/ 396123 h 484662"/>
                <a:gd name="connsiteX52" fmla="*/ 98595 w 637888"/>
                <a:gd name="connsiteY52" fmla="*/ 312964 h 484662"/>
                <a:gd name="connsiteX53" fmla="*/ 25018 w 637888"/>
                <a:gd name="connsiteY53" fmla="*/ 220639 h 484662"/>
                <a:gd name="connsiteX54" fmla="*/ 45016 w 637888"/>
                <a:gd name="connsiteY54" fmla="*/ 208973 h 484662"/>
                <a:gd name="connsiteX55" fmla="*/ 71763 w 637888"/>
                <a:gd name="connsiteY55" fmla="*/ 195808 h 484662"/>
                <a:gd name="connsiteX56" fmla="*/ 108011 w 637888"/>
                <a:gd name="connsiteY56" fmla="*/ 254136 h 484662"/>
                <a:gd name="connsiteX57" fmla="*/ 171338 w 637888"/>
                <a:gd name="connsiteY57" fmla="*/ 320630 h 484662"/>
                <a:gd name="connsiteX58" fmla="*/ 325324 w 637888"/>
                <a:gd name="connsiteY58" fmla="*/ 393873 h 484662"/>
                <a:gd name="connsiteX59" fmla="*/ 503225 w 637888"/>
                <a:gd name="connsiteY59" fmla="*/ 348294 h 484662"/>
                <a:gd name="connsiteX60" fmla="*/ 579635 w 637888"/>
                <a:gd name="connsiteY60" fmla="*/ 198474 h 484662"/>
                <a:gd name="connsiteX61" fmla="*/ 562970 w 637888"/>
                <a:gd name="connsiteY61" fmla="*/ 97150 h 484662"/>
                <a:gd name="connsiteX62" fmla="*/ 530222 w 637888"/>
                <a:gd name="connsiteY62" fmla="*/ 26073 h 484662"/>
                <a:gd name="connsiteX63" fmla="*/ 564552 w 637888"/>
                <a:gd name="connsiteY63" fmla="*/ 19740 h 484662"/>
                <a:gd name="connsiteX64" fmla="*/ 571635 w 637888"/>
                <a:gd name="connsiteY64" fmla="*/ 38405 h 484662"/>
                <a:gd name="connsiteX65" fmla="*/ 583217 w 637888"/>
                <a:gd name="connsiteY65" fmla="*/ 62736 h 484662"/>
                <a:gd name="connsiteX66" fmla="*/ 619215 w 637888"/>
                <a:gd name="connsiteY66" fmla="*/ 247136 h 484662"/>
                <a:gd name="connsiteX67" fmla="*/ 619215 w 637888"/>
                <a:gd name="connsiteY67" fmla="*/ 247136 h 484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637888" h="484662">
                  <a:moveTo>
                    <a:pt x="615798" y="100233"/>
                  </a:moveTo>
                  <a:cubicBezTo>
                    <a:pt x="608465" y="82401"/>
                    <a:pt x="601882" y="63986"/>
                    <a:pt x="593633" y="46571"/>
                  </a:cubicBezTo>
                  <a:cubicBezTo>
                    <a:pt x="589051" y="36905"/>
                    <a:pt x="584467" y="27823"/>
                    <a:pt x="580802" y="17740"/>
                  </a:cubicBezTo>
                  <a:cubicBezTo>
                    <a:pt x="579134" y="13157"/>
                    <a:pt x="577468" y="6825"/>
                    <a:pt x="573718" y="3408"/>
                  </a:cubicBezTo>
                  <a:cubicBezTo>
                    <a:pt x="564302" y="-5424"/>
                    <a:pt x="545804" y="5325"/>
                    <a:pt x="535972" y="8574"/>
                  </a:cubicBezTo>
                  <a:cubicBezTo>
                    <a:pt x="516723" y="14991"/>
                    <a:pt x="497559" y="21740"/>
                    <a:pt x="478394" y="28323"/>
                  </a:cubicBezTo>
                  <a:cubicBezTo>
                    <a:pt x="450063" y="37905"/>
                    <a:pt x="421648" y="47571"/>
                    <a:pt x="393318" y="57570"/>
                  </a:cubicBezTo>
                  <a:cubicBezTo>
                    <a:pt x="376986" y="62820"/>
                    <a:pt x="360654" y="68236"/>
                    <a:pt x="344323" y="73735"/>
                  </a:cubicBezTo>
                  <a:cubicBezTo>
                    <a:pt x="271496" y="98233"/>
                    <a:pt x="200502" y="127397"/>
                    <a:pt x="128842" y="154811"/>
                  </a:cubicBezTo>
                  <a:cubicBezTo>
                    <a:pt x="96011" y="167393"/>
                    <a:pt x="62848" y="180226"/>
                    <a:pt x="31684" y="196807"/>
                  </a:cubicBezTo>
                  <a:cubicBezTo>
                    <a:pt x="20102" y="202974"/>
                    <a:pt x="8352" y="207806"/>
                    <a:pt x="3019" y="220389"/>
                  </a:cubicBezTo>
                  <a:cubicBezTo>
                    <a:pt x="-2563" y="233471"/>
                    <a:pt x="853" y="246220"/>
                    <a:pt x="3270" y="259635"/>
                  </a:cubicBezTo>
                  <a:cubicBezTo>
                    <a:pt x="14685" y="321796"/>
                    <a:pt x="54932" y="377958"/>
                    <a:pt x="107927" y="411621"/>
                  </a:cubicBezTo>
                  <a:cubicBezTo>
                    <a:pt x="168838" y="450368"/>
                    <a:pt x="237999" y="473449"/>
                    <a:pt x="309742" y="482032"/>
                  </a:cubicBezTo>
                  <a:cubicBezTo>
                    <a:pt x="379985" y="490448"/>
                    <a:pt x="447480" y="478949"/>
                    <a:pt x="508975" y="443535"/>
                  </a:cubicBezTo>
                  <a:cubicBezTo>
                    <a:pt x="563636" y="412038"/>
                    <a:pt x="602549" y="354293"/>
                    <a:pt x="622964" y="295715"/>
                  </a:cubicBezTo>
                  <a:cubicBezTo>
                    <a:pt x="645628" y="230888"/>
                    <a:pt x="641879" y="163477"/>
                    <a:pt x="615798" y="100233"/>
                  </a:cubicBezTo>
                  <a:lnTo>
                    <a:pt x="615798" y="100233"/>
                  </a:lnTo>
                  <a:close/>
                  <a:moveTo>
                    <a:pt x="138258" y="168060"/>
                  </a:moveTo>
                  <a:cubicBezTo>
                    <a:pt x="208002" y="140479"/>
                    <a:pt x="276995" y="111148"/>
                    <a:pt x="347738" y="86401"/>
                  </a:cubicBezTo>
                  <a:cubicBezTo>
                    <a:pt x="356238" y="83401"/>
                    <a:pt x="364737" y="80401"/>
                    <a:pt x="373237" y="77402"/>
                  </a:cubicBezTo>
                  <a:cubicBezTo>
                    <a:pt x="394651" y="69985"/>
                    <a:pt x="416066" y="62653"/>
                    <a:pt x="437564" y="55737"/>
                  </a:cubicBezTo>
                  <a:cubicBezTo>
                    <a:pt x="464395" y="47071"/>
                    <a:pt x="491226" y="38322"/>
                    <a:pt x="518140" y="29989"/>
                  </a:cubicBezTo>
                  <a:cubicBezTo>
                    <a:pt x="537055" y="46321"/>
                    <a:pt x="544637" y="74319"/>
                    <a:pt x="550970" y="97400"/>
                  </a:cubicBezTo>
                  <a:cubicBezTo>
                    <a:pt x="558553" y="125147"/>
                    <a:pt x="568719" y="152478"/>
                    <a:pt x="568386" y="181559"/>
                  </a:cubicBezTo>
                  <a:cubicBezTo>
                    <a:pt x="567886" y="237887"/>
                    <a:pt x="545721" y="297382"/>
                    <a:pt x="501725" y="334128"/>
                  </a:cubicBezTo>
                  <a:cubicBezTo>
                    <a:pt x="457145" y="371292"/>
                    <a:pt x="392735" y="385874"/>
                    <a:pt x="335990" y="383374"/>
                  </a:cubicBezTo>
                  <a:cubicBezTo>
                    <a:pt x="281328" y="380957"/>
                    <a:pt x="229999" y="353960"/>
                    <a:pt x="187420" y="321046"/>
                  </a:cubicBezTo>
                  <a:cubicBezTo>
                    <a:pt x="161756" y="301131"/>
                    <a:pt x="137424" y="280717"/>
                    <a:pt x="117926" y="254552"/>
                  </a:cubicBezTo>
                  <a:cubicBezTo>
                    <a:pt x="103261" y="234721"/>
                    <a:pt x="88929" y="214639"/>
                    <a:pt x="75263" y="194141"/>
                  </a:cubicBezTo>
                  <a:cubicBezTo>
                    <a:pt x="96095" y="184725"/>
                    <a:pt x="117260" y="176393"/>
                    <a:pt x="138258" y="168060"/>
                  </a:cubicBezTo>
                  <a:lnTo>
                    <a:pt x="138258" y="168060"/>
                  </a:lnTo>
                  <a:close/>
                  <a:moveTo>
                    <a:pt x="349905" y="470950"/>
                  </a:moveTo>
                  <a:cubicBezTo>
                    <a:pt x="316075" y="470366"/>
                    <a:pt x="283411" y="463950"/>
                    <a:pt x="250498" y="456534"/>
                  </a:cubicBezTo>
                  <a:cubicBezTo>
                    <a:pt x="217167" y="449035"/>
                    <a:pt x="183670" y="438452"/>
                    <a:pt x="153256" y="422537"/>
                  </a:cubicBezTo>
                  <a:cubicBezTo>
                    <a:pt x="96262" y="392706"/>
                    <a:pt x="49099" y="350794"/>
                    <a:pt x="27184" y="288716"/>
                  </a:cubicBezTo>
                  <a:cubicBezTo>
                    <a:pt x="22518" y="275550"/>
                    <a:pt x="20102" y="262135"/>
                    <a:pt x="18185" y="248303"/>
                  </a:cubicBezTo>
                  <a:cubicBezTo>
                    <a:pt x="17102" y="240470"/>
                    <a:pt x="16019" y="233471"/>
                    <a:pt x="19519" y="226972"/>
                  </a:cubicBezTo>
                  <a:cubicBezTo>
                    <a:pt x="28101" y="241887"/>
                    <a:pt x="38350" y="255552"/>
                    <a:pt x="48349" y="269717"/>
                  </a:cubicBezTo>
                  <a:cubicBezTo>
                    <a:pt x="62098" y="289216"/>
                    <a:pt x="75514" y="309297"/>
                    <a:pt x="92928" y="325879"/>
                  </a:cubicBezTo>
                  <a:cubicBezTo>
                    <a:pt x="111927" y="343961"/>
                    <a:pt x="134174" y="359126"/>
                    <a:pt x="155756" y="373792"/>
                  </a:cubicBezTo>
                  <a:cubicBezTo>
                    <a:pt x="176087" y="387540"/>
                    <a:pt x="196086" y="401622"/>
                    <a:pt x="217500" y="413788"/>
                  </a:cubicBezTo>
                  <a:cubicBezTo>
                    <a:pt x="257997" y="436786"/>
                    <a:pt x="303076" y="455951"/>
                    <a:pt x="349738" y="461284"/>
                  </a:cubicBezTo>
                  <a:cubicBezTo>
                    <a:pt x="376320" y="464367"/>
                    <a:pt x="403567" y="463867"/>
                    <a:pt x="430064" y="460784"/>
                  </a:cubicBezTo>
                  <a:cubicBezTo>
                    <a:pt x="431731" y="460617"/>
                    <a:pt x="433481" y="460367"/>
                    <a:pt x="435147" y="460200"/>
                  </a:cubicBezTo>
                  <a:cubicBezTo>
                    <a:pt x="407567" y="467950"/>
                    <a:pt x="378403" y="471449"/>
                    <a:pt x="349905" y="470950"/>
                  </a:cubicBezTo>
                  <a:lnTo>
                    <a:pt x="349905" y="470950"/>
                  </a:lnTo>
                  <a:close/>
                  <a:moveTo>
                    <a:pt x="619215" y="247136"/>
                  </a:moveTo>
                  <a:cubicBezTo>
                    <a:pt x="609215" y="307547"/>
                    <a:pt x="578468" y="366459"/>
                    <a:pt x="532973" y="407788"/>
                  </a:cubicBezTo>
                  <a:cubicBezTo>
                    <a:pt x="519640" y="419871"/>
                    <a:pt x="504892" y="430037"/>
                    <a:pt x="489143" y="438536"/>
                  </a:cubicBezTo>
                  <a:cubicBezTo>
                    <a:pt x="440231" y="448868"/>
                    <a:pt x="391319" y="455701"/>
                    <a:pt x="341240" y="445868"/>
                  </a:cubicBezTo>
                  <a:cubicBezTo>
                    <a:pt x="296743" y="437119"/>
                    <a:pt x="254581" y="419371"/>
                    <a:pt x="215834" y="396123"/>
                  </a:cubicBezTo>
                  <a:cubicBezTo>
                    <a:pt x="175837" y="372125"/>
                    <a:pt x="131842" y="345961"/>
                    <a:pt x="98595" y="312964"/>
                  </a:cubicBezTo>
                  <a:cubicBezTo>
                    <a:pt x="70763" y="285133"/>
                    <a:pt x="51848" y="248886"/>
                    <a:pt x="25018" y="220639"/>
                  </a:cubicBezTo>
                  <a:cubicBezTo>
                    <a:pt x="30768" y="215722"/>
                    <a:pt x="38683" y="212390"/>
                    <a:pt x="45016" y="208973"/>
                  </a:cubicBezTo>
                  <a:cubicBezTo>
                    <a:pt x="53766" y="204307"/>
                    <a:pt x="62764" y="199974"/>
                    <a:pt x="71763" y="195808"/>
                  </a:cubicBezTo>
                  <a:cubicBezTo>
                    <a:pt x="80680" y="217056"/>
                    <a:pt x="94845" y="235137"/>
                    <a:pt x="108011" y="254136"/>
                  </a:cubicBezTo>
                  <a:cubicBezTo>
                    <a:pt x="125925" y="280050"/>
                    <a:pt x="147257" y="300548"/>
                    <a:pt x="171338" y="320630"/>
                  </a:cubicBezTo>
                  <a:cubicBezTo>
                    <a:pt x="214918" y="357043"/>
                    <a:pt x="267746" y="388290"/>
                    <a:pt x="325324" y="393873"/>
                  </a:cubicBezTo>
                  <a:cubicBezTo>
                    <a:pt x="385735" y="399706"/>
                    <a:pt x="454062" y="385124"/>
                    <a:pt x="503225" y="348294"/>
                  </a:cubicBezTo>
                  <a:cubicBezTo>
                    <a:pt x="550554" y="312797"/>
                    <a:pt x="574385" y="256052"/>
                    <a:pt x="579635" y="198474"/>
                  </a:cubicBezTo>
                  <a:cubicBezTo>
                    <a:pt x="582968" y="162727"/>
                    <a:pt x="572802" y="130980"/>
                    <a:pt x="562970" y="97150"/>
                  </a:cubicBezTo>
                  <a:cubicBezTo>
                    <a:pt x="555887" y="72735"/>
                    <a:pt x="548554" y="44655"/>
                    <a:pt x="530222" y="26073"/>
                  </a:cubicBezTo>
                  <a:cubicBezTo>
                    <a:pt x="540638" y="22073"/>
                    <a:pt x="559470" y="13574"/>
                    <a:pt x="564552" y="19740"/>
                  </a:cubicBezTo>
                  <a:cubicBezTo>
                    <a:pt x="567802" y="23740"/>
                    <a:pt x="569303" y="33406"/>
                    <a:pt x="571635" y="38405"/>
                  </a:cubicBezTo>
                  <a:cubicBezTo>
                    <a:pt x="575469" y="46571"/>
                    <a:pt x="579802" y="54320"/>
                    <a:pt x="583217" y="62736"/>
                  </a:cubicBezTo>
                  <a:cubicBezTo>
                    <a:pt x="608048" y="122731"/>
                    <a:pt x="630213" y="181225"/>
                    <a:pt x="619215" y="247136"/>
                  </a:cubicBezTo>
                  <a:lnTo>
                    <a:pt x="619215" y="247136"/>
                  </a:lnTo>
                  <a:close/>
                </a:path>
              </a:pathLst>
            </a:custGeom>
            <a:grpFill/>
            <a:ln w="8332" cap="flat">
              <a:noFill/>
              <a:prstDash val="solid"/>
              <a:miter/>
            </a:ln>
          </p:spPr>
          <p:txBody>
            <a:bodyPr rtlCol="0" anchor="ctr"/>
            <a:lstStyle/>
            <a:p>
              <a:endParaRPr lang="en-US"/>
            </a:p>
          </p:txBody>
        </p:sp>
        <p:sp>
          <p:nvSpPr>
            <p:cNvPr id="1918" name="Freeform: Shape 1917"/>
            <p:cNvSpPr/>
            <p:nvPr/>
          </p:nvSpPr>
          <p:spPr>
            <a:xfrm>
              <a:off x="10295061" y="3201565"/>
              <a:ext cx="30916" cy="38028"/>
            </a:xfrm>
            <a:custGeom>
              <a:avLst/>
              <a:gdLst>
                <a:gd name="connsiteX0" fmla="*/ 21364 w 30916"/>
                <a:gd name="connsiteY0" fmla="*/ 1490 h 38028"/>
                <a:gd name="connsiteX1" fmla="*/ 8532 w 30916"/>
                <a:gd name="connsiteY1" fmla="*/ 15739 h 38028"/>
                <a:gd name="connsiteX2" fmla="*/ 367 w 30916"/>
                <a:gd name="connsiteY2" fmla="*/ 29487 h 38028"/>
                <a:gd name="connsiteX3" fmla="*/ 10616 w 30916"/>
                <a:gd name="connsiteY3" fmla="*/ 37403 h 38028"/>
                <a:gd name="connsiteX4" fmla="*/ 16698 w 30916"/>
                <a:gd name="connsiteY4" fmla="*/ 31487 h 38028"/>
                <a:gd name="connsiteX5" fmla="*/ 22031 w 30916"/>
                <a:gd name="connsiteY5" fmla="*/ 24988 h 38028"/>
                <a:gd name="connsiteX6" fmla="*/ 27114 w 30916"/>
                <a:gd name="connsiteY6" fmla="*/ 15489 h 38028"/>
                <a:gd name="connsiteX7" fmla="*/ 30863 w 30916"/>
                <a:gd name="connsiteY7" fmla="*/ 6989 h 38028"/>
                <a:gd name="connsiteX8" fmla="*/ 21364 w 30916"/>
                <a:gd name="connsiteY8" fmla="*/ 1490 h 38028"/>
                <a:gd name="connsiteX9" fmla="*/ 21364 w 30916"/>
                <a:gd name="connsiteY9" fmla="*/ 1490 h 38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916" h="38028">
                  <a:moveTo>
                    <a:pt x="21364" y="1490"/>
                  </a:moveTo>
                  <a:cubicBezTo>
                    <a:pt x="16198" y="5823"/>
                    <a:pt x="12866" y="10739"/>
                    <a:pt x="8532" y="15739"/>
                  </a:cubicBezTo>
                  <a:cubicBezTo>
                    <a:pt x="4866" y="19988"/>
                    <a:pt x="2116" y="24071"/>
                    <a:pt x="367" y="29487"/>
                  </a:cubicBezTo>
                  <a:cubicBezTo>
                    <a:pt x="-1716" y="35903"/>
                    <a:pt x="5533" y="39570"/>
                    <a:pt x="10616" y="37403"/>
                  </a:cubicBezTo>
                  <a:cubicBezTo>
                    <a:pt x="13448" y="36237"/>
                    <a:pt x="14782" y="33737"/>
                    <a:pt x="16698" y="31487"/>
                  </a:cubicBezTo>
                  <a:cubicBezTo>
                    <a:pt x="18032" y="29904"/>
                    <a:pt x="20447" y="27321"/>
                    <a:pt x="22031" y="24988"/>
                  </a:cubicBezTo>
                  <a:cubicBezTo>
                    <a:pt x="24031" y="21988"/>
                    <a:pt x="25530" y="18738"/>
                    <a:pt x="27114" y="15489"/>
                  </a:cubicBezTo>
                  <a:cubicBezTo>
                    <a:pt x="28364" y="12739"/>
                    <a:pt x="30364" y="10073"/>
                    <a:pt x="30863" y="6989"/>
                  </a:cubicBezTo>
                  <a:cubicBezTo>
                    <a:pt x="31530" y="1407"/>
                    <a:pt x="25780" y="-2176"/>
                    <a:pt x="21364" y="1490"/>
                  </a:cubicBezTo>
                  <a:lnTo>
                    <a:pt x="21364" y="1490"/>
                  </a:lnTo>
                  <a:close/>
                </a:path>
              </a:pathLst>
            </a:custGeom>
            <a:grpFill/>
            <a:ln w="8332" cap="flat">
              <a:noFill/>
              <a:prstDash val="solid"/>
              <a:miter/>
            </a:ln>
          </p:spPr>
          <p:txBody>
            <a:bodyPr rtlCol="0" anchor="ctr"/>
            <a:lstStyle/>
            <a:p>
              <a:endParaRPr lang="en-US"/>
            </a:p>
          </p:txBody>
        </p:sp>
        <p:sp>
          <p:nvSpPr>
            <p:cNvPr id="1919" name="Freeform: Shape 1918"/>
            <p:cNvSpPr/>
            <p:nvPr/>
          </p:nvSpPr>
          <p:spPr>
            <a:xfrm>
              <a:off x="10342110" y="3223776"/>
              <a:ext cx="24255" cy="45664"/>
            </a:xfrm>
            <a:custGeom>
              <a:avLst/>
              <a:gdLst>
                <a:gd name="connsiteX0" fmla="*/ 14061 w 24255"/>
                <a:gd name="connsiteY0" fmla="*/ 3527 h 45664"/>
                <a:gd name="connsiteX1" fmla="*/ 1063 w 24255"/>
                <a:gd name="connsiteY1" fmla="*/ 28691 h 45664"/>
                <a:gd name="connsiteX2" fmla="*/ 8479 w 24255"/>
                <a:gd name="connsiteY2" fmla="*/ 45607 h 45664"/>
                <a:gd name="connsiteX3" fmla="*/ 15728 w 24255"/>
                <a:gd name="connsiteY3" fmla="*/ 38440 h 45664"/>
                <a:gd name="connsiteX4" fmla="*/ 15895 w 24255"/>
                <a:gd name="connsiteY4" fmla="*/ 37524 h 45664"/>
                <a:gd name="connsiteX5" fmla="*/ 16561 w 24255"/>
                <a:gd name="connsiteY5" fmla="*/ 33691 h 45664"/>
                <a:gd name="connsiteX6" fmla="*/ 17978 w 24255"/>
                <a:gd name="connsiteY6" fmla="*/ 27525 h 45664"/>
                <a:gd name="connsiteX7" fmla="*/ 24228 w 24255"/>
                <a:gd name="connsiteY7" fmla="*/ 4943 h 45664"/>
                <a:gd name="connsiteX8" fmla="*/ 14061 w 24255"/>
                <a:gd name="connsiteY8" fmla="*/ 3527 h 45664"/>
                <a:gd name="connsiteX9" fmla="*/ 14061 w 24255"/>
                <a:gd name="connsiteY9" fmla="*/ 3527 h 45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255" h="45664">
                  <a:moveTo>
                    <a:pt x="14061" y="3527"/>
                  </a:moveTo>
                  <a:cubicBezTo>
                    <a:pt x="10479" y="12359"/>
                    <a:pt x="4229" y="19609"/>
                    <a:pt x="1063" y="28691"/>
                  </a:cubicBezTo>
                  <a:cubicBezTo>
                    <a:pt x="-937" y="34441"/>
                    <a:pt x="-937" y="46606"/>
                    <a:pt x="8479" y="45607"/>
                  </a:cubicBezTo>
                  <a:cubicBezTo>
                    <a:pt x="11978" y="45190"/>
                    <a:pt x="15728" y="42024"/>
                    <a:pt x="15728" y="38440"/>
                  </a:cubicBezTo>
                  <a:cubicBezTo>
                    <a:pt x="15812" y="38107"/>
                    <a:pt x="15895" y="37857"/>
                    <a:pt x="15895" y="37524"/>
                  </a:cubicBezTo>
                  <a:cubicBezTo>
                    <a:pt x="16228" y="36274"/>
                    <a:pt x="16311" y="34941"/>
                    <a:pt x="16561" y="33691"/>
                  </a:cubicBezTo>
                  <a:cubicBezTo>
                    <a:pt x="16977" y="31608"/>
                    <a:pt x="17394" y="29525"/>
                    <a:pt x="17978" y="27525"/>
                  </a:cubicBezTo>
                  <a:cubicBezTo>
                    <a:pt x="20227" y="19859"/>
                    <a:pt x="23477" y="13026"/>
                    <a:pt x="24228" y="4943"/>
                  </a:cubicBezTo>
                  <a:cubicBezTo>
                    <a:pt x="24810" y="-1389"/>
                    <a:pt x="16061" y="-1389"/>
                    <a:pt x="14061" y="3527"/>
                  </a:cubicBezTo>
                  <a:lnTo>
                    <a:pt x="14061" y="3527"/>
                  </a:lnTo>
                  <a:close/>
                </a:path>
              </a:pathLst>
            </a:custGeom>
            <a:grpFill/>
            <a:ln w="8332" cap="flat">
              <a:noFill/>
              <a:prstDash val="solid"/>
              <a:miter/>
            </a:ln>
          </p:spPr>
          <p:txBody>
            <a:bodyPr rtlCol="0" anchor="ctr"/>
            <a:lstStyle/>
            <a:p>
              <a:endParaRPr lang="en-US"/>
            </a:p>
          </p:txBody>
        </p:sp>
        <p:sp>
          <p:nvSpPr>
            <p:cNvPr id="1920" name="Freeform: Shape 1919"/>
            <p:cNvSpPr/>
            <p:nvPr/>
          </p:nvSpPr>
          <p:spPr>
            <a:xfrm>
              <a:off x="10408230" y="3234822"/>
              <a:ext cx="18138" cy="43825"/>
            </a:xfrm>
            <a:custGeom>
              <a:avLst/>
              <a:gdLst>
                <a:gd name="connsiteX0" fmla="*/ 17268 w 18138"/>
                <a:gd name="connsiteY0" fmla="*/ 32310 h 43825"/>
                <a:gd name="connsiteX1" fmla="*/ 16685 w 18138"/>
                <a:gd name="connsiteY1" fmla="*/ 20812 h 43825"/>
                <a:gd name="connsiteX2" fmla="*/ 15185 w 18138"/>
                <a:gd name="connsiteY2" fmla="*/ 5396 h 43825"/>
                <a:gd name="connsiteX3" fmla="*/ 4353 w 18138"/>
                <a:gd name="connsiteY3" fmla="*/ 3897 h 43825"/>
                <a:gd name="connsiteX4" fmla="*/ 1353 w 18138"/>
                <a:gd name="connsiteY4" fmla="*/ 14729 h 43825"/>
                <a:gd name="connsiteX5" fmla="*/ 270 w 18138"/>
                <a:gd name="connsiteY5" fmla="*/ 25728 h 43825"/>
                <a:gd name="connsiteX6" fmla="*/ 6769 w 18138"/>
                <a:gd name="connsiteY6" fmla="*/ 42810 h 43825"/>
                <a:gd name="connsiteX7" fmla="*/ 17268 w 18138"/>
                <a:gd name="connsiteY7" fmla="*/ 32310 h 43825"/>
                <a:gd name="connsiteX8" fmla="*/ 17268 w 18138"/>
                <a:gd name="connsiteY8" fmla="*/ 32310 h 4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138" h="43825">
                  <a:moveTo>
                    <a:pt x="17268" y="32310"/>
                  </a:moveTo>
                  <a:cubicBezTo>
                    <a:pt x="16518" y="30727"/>
                    <a:pt x="16935" y="23561"/>
                    <a:pt x="16685" y="20812"/>
                  </a:cubicBezTo>
                  <a:cubicBezTo>
                    <a:pt x="16185" y="15645"/>
                    <a:pt x="15685" y="10562"/>
                    <a:pt x="15185" y="5396"/>
                  </a:cubicBezTo>
                  <a:cubicBezTo>
                    <a:pt x="14685" y="-520"/>
                    <a:pt x="6102" y="-2353"/>
                    <a:pt x="4353" y="3897"/>
                  </a:cubicBezTo>
                  <a:cubicBezTo>
                    <a:pt x="3353" y="7563"/>
                    <a:pt x="1936" y="10896"/>
                    <a:pt x="1353" y="14729"/>
                  </a:cubicBezTo>
                  <a:cubicBezTo>
                    <a:pt x="853" y="18395"/>
                    <a:pt x="603" y="22061"/>
                    <a:pt x="270" y="25728"/>
                  </a:cubicBezTo>
                  <a:cubicBezTo>
                    <a:pt x="-480" y="32560"/>
                    <a:pt x="-64" y="39143"/>
                    <a:pt x="6769" y="42810"/>
                  </a:cubicBezTo>
                  <a:cubicBezTo>
                    <a:pt x="13768" y="46559"/>
                    <a:pt x="20602" y="39227"/>
                    <a:pt x="17268" y="32310"/>
                  </a:cubicBezTo>
                  <a:lnTo>
                    <a:pt x="17268" y="32310"/>
                  </a:lnTo>
                  <a:close/>
                </a:path>
              </a:pathLst>
            </a:custGeom>
            <a:grpFill/>
            <a:ln w="8332" cap="flat">
              <a:noFill/>
              <a:prstDash val="solid"/>
              <a:miter/>
            </a:ln>
          </p:spPr>
          <p:txBody>
            <a:bodyPr rtlCol="0" anchor="ctr"/>
            <a:lstStyle/>
            <a:p>
              <a:endParaRPr lang="en-US"/>
            </a:p>
          </p:txBody>
        </p:sp>
        <p:sp>
          <p:nvSpPr>
            <p:cNvPr id="1921" name="Freeform: Shape 1920"/>
            <p:cNvSpPr/>
            <p:nvPr/>
          </p:nvSpPr>
          <p:spPr>
            <a:xfrm>
              <a:off x="10462335" y="3229689"/>
              <a:ext cx="33720" cy="35229"/>
            </a:xfrm>
            <a:custGeom>
              <a:avLst/>
              <a:gdLst>
                <a:gd name="connsiteX0" fmla="*/ 31574 w 33720"/>
                <a:gd name="connsiteY0" fmla="*/ 21195 h 35229"/>
                <a:gd name="connsiteX1" fmla="*/ 20908 w 33720"/>
                <a:gd name="connsiteY1" fmla="*/ 8779 h 35229"/>
                <a:gd name="connsiteX2" fmla="*/ 14909 w 33720"/>
                <a:gd name="connsiteY2" fmla="*/ 3613 h 35229"/>
                <a:gd name="connsiteX3" fmla="*/ 7159 w 33720"/>
                <a:gd name="connsiteY3" fmla="*/ 613 h 35229"/>
                <a:gd name="connsiteX4" fmla="*/ 1410 w 33720"/>
                <a:gd name="connsiteY4" fmla="*/ 8113 h 35229"/>
                <a:gd name="connsiteX5" fmla="*/ 7077 w 33720"/>
                <a:gd name="connsiteY5" fmla="*/ 12529 h 35229"/>
                <a:gd name="connsiteX6" fmla="*/ 11325 w 33720"/>
                <a:gd name="connsiteY6" fmla="*/ 18945 h 35229"/>
                <a:gd name="connsiteX7" fmla="*/ 20242 w 33720"/>
                <a:gd name="connsiteY7" fmla="*/ 32611 h 35229"/>
                <a:gd name="connsiteX8" fmla="*/ 31574 w 33720"/>
                <a:gd name="connsiteY8" fmla="*/ 21195 h 35229"/>
                <a:gd name="connsiteX9" fmla="*/ 31574 w 33720"/>
                <a:gd name="connsiteY9" fmla="*/ 21195 h 35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3720" h="35229">
                  <a:moveTo>
                    <a:pt x="31574" y="21195"/>
                  </a:moveTo>
                  <a:cubicBezTo>
                    <a:pt x="27908" y="17112"/>
                    <a:pt x="24575" y="12862"/>
                    <a:pt x="20908" y="8779"/>
                  </a:cubicBezTo>
                  <a:cubicBezTo>
                    <a:pt x="19159" y="6863"/>
                    <a:pt x="17159" y="4946"/>
                    <a:pt x="14909" y="3613"/>
                  </a:cubicBezTo>
                  <a:cubicBezTo>
                    <a:pt x="12492" y="2113"/>
                    <a:pt x="9576" y="2030"/>
                    <a:pt x="7159" y="613"/>
                  </a:cubicBezTo>
                  <a:cubicBezTo>
                    <a:pt x="2493" y="-1970"/>
                    <a:pt x="-2506" y="4196"/>
                    <a:pt x="1410" y="8113"/>
                  </a:cubicBezTo>
                  <a:cubicBezTo>
                    <a:pt x="3160" y="9779"/>
                    <a:pt x="5410" y="10863"/>
                    <a:pt x="7077" y="12529"/>
                  </a:cubicBezTo>
                  <a:cubicBezTo>
                    <a:pt x="8743" y="14362"/>
                    <a:pt x="10076" y="16779"/>
                    <a:pt x="11325" y="18945"/>
                  </a:cubicBezTo>
                  <a:cubicBezTo>
                    <a:pt x="14159" y="23695"/>
                    <a:pt x="16575" y="28444"/>
                    <a:pt x="20242" y="32611"/>
                  </a:cubicBezTo>
                  <a:cubicBezTo>
                    <a:pt x="27074" y="40443"/>
                    <a:pt x="38490" y="28944"/>
                    <a:pt x="31574" y="21195"/>
                  </a:cubicBezTo>
                  <a:lnTo>
                    <a:pt x="31574" y="21195"/>
                  </a:lnTo>
                  <a:close/>
                </a:path>
              </a:pathLst>
            </a:custGeom>
            <a:grpFill/>
            <a:ln w="8332" cap="flat">
              <a:noFill/>
              <a:prstDash val="solid"/>
              <a:miter/>
            </a:ln>
          </p:spPr>
          <p:txBody>
            <a:bodyPr rtlCol="0" anchor="ctr"/>
            <a:lstStyle/>
            <a:p>
              <a:endParaRPr lang="en-US"/>
            </a:p>
          </p:txBody>
        </p:sp>
        <p:sp>
          <p:nvSpPr>
            <p:cNvPr id="1922" name="Freeform: Shape 1921"/>
            <p:cNvSpPr/>
            <p:nvPr/>
          </p:nvSpPr>
          <p:spPr>
            <a:xfrm>
              <a:off x="10498289" y="3193709"/>
              <a:ext cx="46721" cy="19304"/>
            </a:xfrm>
            <a:custGeom>
              <a:avLst/>
              <a:gdLst>
                <a:gd name="connsiteX0" fmla="*/ 43365 w 46721"/>
                <a:gd name="connsiteY0" fmla="*/ 6096 h 19304"/>
                <a:gd name="connsiteX1" fmla="*/ 24450 w 46721"/>
                <a:gd name="connsiteY1" fmla="*/ 2763 h 19304"/>
                <a:gd name="connsiteX2" fmla="*/ 6785 w 46721"/>
                <a:gd name="connsiteY2" fmla="*/ 97 h 19304"/>
                <a:gd name="connsiteX3" fmla="*/ 3869 w 46721"/>
                <a:gd name="connsiteY3" fmla="*/ 10512 h 19304"/>
                <a:gd name="connsiteX4" fmla="*/ 41783 w 46721"/>
                <a:gd name="connsiteY4" fmla="*/ 18595 h 19304"/>
                <a:gd name="connsiteX5" fmla="*/ 43365 w 46721"/>
                <a:gd name="connsiteY5" fmla="*/ 6096 h 19304"/>
                <a:gd name="connsiteX6" fmla="*/ 43365 w 46721"/>
                <a:gd name="connsiteY6" fmla="*/ 6096 h 19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721" h="19304">
                  <a:moveTo>
                    <a:pt x="43365" y="6096"/>
                  </a:moveTo>
                  <a:cubicBezTo>
                    <a:pt x="37116" y="3263"/>
                    <a:pt x="31200" y="3263"/>
                    <a:pt x="24450" y="2763"/>
                  </a:cubicBezTo>
                  <a:cubicBezTo>
                    <a:pt x="18368" y="2263"/>
                    <a:pt x="12702" y="1096"/>
                    <a:pt x="6785" y="97"/>
                  </a:cubicBezTo>
                  <a:cubicBezTo>
                    <a:pt x="36" y="-1070"/>
                    <a:pt x="-2963" y="8679"/>
                    <a:pt x="3869" y="10512"/>
                  </a:cubicBezTo>
                  <a:cubicBezTo>
                    <a:pt x="16618" y="13929"/>
                    <a:pt x="28034" y="21678"/>
                    <a:pt x="41783" y="18595"/>
                  </a:cubicBezTo>
                  <a:cubicBezTo>
                    <a:pt x="47199" y="17345"/>
                    <a:pt x="48782" y="8513"/>
                    <a:pt x="43365" y="6096"/>
                  </a:cubicBezTo>
                  <a:lnTo>
                    <a:pt x="43365" y="6096"/>
                  </a:lnTo>
                  <a:close/>
                </a:path>
              </a:pathLst>
            </a:custGeom>
            <a:grpFill/>
            <a:ln w="8332" cap="flat">
              <a:noFill/>
              <a:prstDash val="solid"/>
              <a:miter/>
            </a:ln>
          </p:spPr>
          <p:txBody>
            <a:bodyPr rtlCol="0" anchor="ctr"/>
            <a:lstStyle/>
            <a:p>
              <a:endParaRPr lang="en-US"/>
            </a:p>
          </p:txBody>
        </p:sp>
        <p:sp>
          <p:nvSpPr>
            <p:cNvPr id="1923" name="Freeform: Shape 1922"/>
            <p:cNvSpPr/>
            <p:nvPr/>
          </p:nvSpPr>
          <p:spPr>
            <a:xfrm>
              <a:off x="10505637" y="3144141"/>
              <a:ext cx="47808" cy="16326"/>
            </a:xfrm>
            <a:custGeom>
              <a:avLst/>
              <a:gdLst>
                <a:gd name="connsiteX0" fmla="*/ 42183 w 47808"/>
                <a:gd name="connsiteY0" fmla="*/ 3 h 16326"/>
                <a:gd name="connsiteX1" fmla="*/ 26102 w 47808"/>
                <a:gd name="connsiteY1" fmla="*/ 3169 h 16326"/>
                <a:gd name="connsiteX2" fmla="*/ 2687 w 47808"/>
                <a:gd name="connsiteY2" fmla="*/ 7919 h 16326"/>
                <a:gd name="connsiteX3" fmla="*/ 2687 w 47808"/>
                <a:gd name="connsiteY3" fmla="*/ 15168 h 16326"/>
                <a:gd name="connsiteX4" fmla="*/ 30352 w 47808"/>
                <a:gd name="connsiteY4" fmla="*/ 15751 h 16326"/>
                <a:gd name="connsiteX5" fmla="*/ 47183 w 47808"/>
                <a:gd name="connsiteY5" fmla="*/ 8669 h 16326"/>
                <a:gd name="connsiteX6" fmla="*/ 42183 w 47808"/>
                <a:gd name="connsiteY6" fmla="*/ 3 h 16326"/>
                <a:gd name="connsiteX7" fmla="*/ 42183 w 47808"/>
                <a:gd name="connsiteY7" fmla="*/ 3 h 16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808" h="16326">
                  <a:moveTo>
                    <a:pt x="42183" y="3"/>
                  </a:moveTo>
                  <a:cubicBezTo>
                    <a:pt x="36518" y="-81"/>
                    <a:pt x="31601" y="1669"/>
                    <a:pt x="26102" y="3169"/>
                  </a:cubicBezTo>
                  <a:cubicBezTo>
                    <a:pt x="18436" y="5252"/>
                    <a:pt x="10520" y="6752"/>
                    <a:pt x="2687" y="7919"/>
                  </a:cubicBezTo>
                  <a:cubicBezTo>
                    <a:pt x="-896" y="8502"/>
                    <a:pt x="-896" y="14668"/>
                    <a:pt x="2687" y="15168"/>
                  </a:cubicBezTo>
                  <a:cubicBezTo>
                    <a:pt x="11852" y="16501"/>
                    <a:pt x="21103" y="16668"/>
                    <a:pt x="30352" y="15751"/>
                  </a:cubicBezTo>
                  <a:cubicBezTo>
                    <a:pt x="36351" y="15168"/>
                    <a:pt x="44266" y="15001"/>
                    <a:pt x="47183" y="8669"/>
                  </a:cubicBezTo>
                  <a:cubicBezTo>
                    <a:pt x="48933" y="4753"/>
                    <a:pt x="46933" y="3"/>
                    <a:pt x="42183" y="3"/>
                  </a:cubicBezTo>
                  <a:lnTo>
                    <a:pt x="42183" y="3"/>
                  </a:lnTo>
                  <a:close/>
                </a:path>
              </a:pathLst>
            </a:custGeom>
            <a:grpFill/>
            <a:ln w="8332" cap="flat">
              <a:noFill/>
              <a:prstDash val="solid"/>
              <a:miter/>
            </a:ln>
          </p:spPr>
          <p:txBody>
            <a:bodyPr rtlCol="0" anchor="ctr"/>
            <a:lstStyle/>
            <a:p>
              <a:endParaRPr lang="en-US"/>
            </a:p>
          </p:txBody>
        </p:sp>
        <p:sp>
          <p:nvSpPr>
            <p:cNvPr id="1924" name="Freeform: Shape 1923"/>
            <p:cNvSpPr/>
            <p:nvPr/>
          </p:nvSpPr>
          <p:spPr>
            <a:xfrm>
              <a:off x="10506938" y="3112405"/>
              <a:ext cx="33355" cy="19689"/>
            </a:xfrm>
            <a:custGeom>
              <a:avLst/>
              <a:gdLst>
                <a:gd name="connsiteX0" fmla="*/ 24634 w 33355"/>
                <a:gd name="connsiteY0" fmla="*/ 74 h 19689"/>
                <a:gd name="connsiteX1" fmla="*/ 8385 w 33355"/>
                <a:gd name="connsiteY1" fmla="*/ 6907 h 19689"/>
                <a:gd name="connsiteX2" fmla="*/ 2386 w 33355"/>
                <a:gd name="connsiteY2" fmla="*/ 11407 h 19689"/>
                <a:gd name="connsiteX3" fmla="*/ 719 w 33355"/>
                <a:gd name="connsiteY3" fmla="*/ 13490 h 19689"/>
                <a:gd name="connsiteX4" fmla="*/ 302 w 33355"/>
                <a:gd name="connsiteY4" fmla="*/ 14990 h 19689"/>
                <a:gd name="connsiteX5" fmla="*/ 1135 w 33355"/>
                <a:gd name="connsiteY5" fmla="*/ 18323 h 19689"/>
                <a:gd name="connsiteX6" fmla="*/ 13469 w 33355"/>
                <a:gd name="connsiteY6" fmla="*/ 18740 h 19689"/>
                <a:gd name="connsiteX7" fmla="*/ 29883 w 33355"/>
                <a:gd name="connsiteY7" fmla="*/ 12490 h 19689"/>
                <a:gd name="connsiteX8" fmla="*/ 24634 w 33355"/>
                <a:gd name="connsiteY8" fmla="*/ 74 h 19689"/>
                <a:gd name="connsiteX9" fmla="*/ 24634 w 33355"/>
                <a:gd name="connsiteY9" fmla="*/ 74 h 19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3355" h="19689">
                  <a:moveTo>
                    <a:pt x="24634" y="74"/>
                  </a:moveTo>
                  <a:cubicBezTo>
                    <a:pt x="18551" y="908"/>
                    <a:pt x="13218" y="3158"/>
                    <a:pt x="8385" y="6907"/>
                  </a:cubicBezTo>
                  <a:cubicBezTo>
                    <a:pt x="6468" y="8407"/>
                    <a:pt x="4136" y="9657"/>
                    <a:pt x="2386" y="11407"/>
                  </a:cubicBezTo>
                  <a:cubicBezTo>
                    <a:pt x="1719" y="12073"/>
                    <a:pt x="1135" y="12740"/>
                    <a:pt x="719" y="13490"/>
                  </a:cubicBezTo>
                  <a:cubicBezTo>
                    <a:pt x="553" y="13740"/>
                    <a:pt x="-197" y="16240"/>
                    <a:pt x="302" y="14990"/>
                  </a:cubicBezTo>
                  <a:cubicBezTo>
                    <a:pt x="-280" y="16240"/>
                    <a:pt x="-30" y="17490"/>
                    <a:pt x="1135" y="18323"/>
                  </a:cubicBezTo>
                  <a:cubicBezTo>
                    <a:pt x="4053" y="20406"/>
                    <a:pt x="10219" y="19739"/>
                    <a:pt x="13469" y="18740"/>
                  </a:cubicBezTo>
                  <a:cubicBezTo>
                    <a:pt x="19051" y="17073"/>
                    <a:pt x="24801" y="15406"/>
                    <a:pt x="29883" y="12490"/>
                  </a:cubicBezTo>
                  <a:cubicBezTo>
                    <a:pt x="37133" y="8407"/>
                    <a:pt x="31883" y="-925"/>
                    <a:pt x="24634" y="74"/>
                  </a:cubicBezTo>
                  <a:lnTo>
                    <a:pt x="24634" y="74"/>
                  </a:lnTo>
                  <a:close/>
                </a:path>
              </a:pathLst>
            </a:custGeom>
            <a:grpFill/>
            <a:ln w="8332" cap="flat">
              <a:noFill/>
              <a:prstDash val="solid"/>
              <a:miter/>
            </a:ln>
          </p:spPr>
          <p:txBody>
            <a:bodyPr rtlCol="0" anchor="ctr"/>
            <a:lstStyle/>
            <a:p>
              <a:endParaRPr lang="en-US"/>
            </a:p>
          </p:txBody>
        </p:sp>
        <p:sp>
          <p:nvSpPr>
            <p:cNvPr id="1925" name="Freeform: Shape 1924"/>
            <p:cNvSpPr/>
            <p:nvPr/>
          </p:nvSpPr>
          <p:spPr>
            <a:xfrm>
              <a:off x="10280755" y="3260080"/>
              <a:ext cx="29918" cy="42618"/>
            </a:xfrm>
            <a:custGeom>
              <a:avLst/>
              <a:gdLst>
                <a:gd name="connsiteX0" fmla="*/ 18172 w 29918"/>
                <a:gd name="connsiteY0" fmla="*/ 2970 h 42618"/>
                <a:gd name="connsiteX1" fmla="*/ 3007 w 29918"/>
                <a:gd name="connsiteY1" fmla="*/ 24384 h 42618"/>
                <a:gd name="connsiteX2" fmla="*/ 5673 w 29918"/>
                <a:gd name="connsiteY2" fmla="*/ 41883 h 42618"/>
                <a:gd name="connsiteX3" fmla="*/ 15172 w 29918"/>
                <a:gd name="connsiteY3" fmla="*/ 32717 h 42618"/>
                <a:gd name="connsiteX4" fmla="*/ 15339 w 29918"/>
                <a:gd name="connsiteY4" fmla="*/ 32384 h 42618"/>
                <a:gd name="connsiteX5" fmla="*/ 16756 w 29918"/>
                <a:gd name="connsiteY5" fmla="*/ 29884 h 42618"/>
                <a:gd name="connsiteX6" fmla="*/ 20588 w 29918"/>
                <a:gd name="connsiteY6" fmla="*/ 23301 h 42618"/>
                <a:gd name="connsiteX7" fmla="*/ 29004 w 29918"/>
                <a:gd name="connsiteY7" fmla="*/ 9302 h 42618"/>
                <a:gd name="connsiteX8" fmla="*/ 18172 w 29918"/>
                <a:gd name="connsiteY8" fmla="*/ 2970 h 42618"/>
                <a:gd name="connsiteX9" fmla="*/ 18172 w 29918"/>
                <a:gd name="connsiteY9" fmla="*/ 2970 h 42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918" h="42618">
                  <a:moveTo>
                    <a:pt x="18172" y="2970"/>
                  </a:moveTo>
                  <a:cubicBezTo>
                    <a:pt x="13506" y="10469"/>
                    <a:pt x="7923" y="17052"/>
                    <a:pt x="3007" y="24384"/>
                  </a:cubicBezTo>
                  <a:cubicBezTo>
                    <a:pt x="-993" y="30384"/>
                    <a:pt x="-1827" y="38216"/>
                    <a:pt x="5673" y="41883"/>
                  </a:cubicBezTo>
                  <a:cubicBezTo>
                    <a:pt x="11339" y="44716"/>
                    <a:pt x="18756" y="38883"/>
                    <a:pt x="15172" y="32717"/>
                  </a:cubicBezTo>
                  <a:cubicBezTo>
                    <a:pt x="15255" y="32634"/>
                    <a:pt x="15255" y="32550"/>
                    <a:pt x="15339" y="32384"/>
                  </a:cubicBezTo>
                  <a:cubicBezTo>
                    <a:pt x="15838" y="31550"/>
                    <a:pt x="16255" y="30717"/>
                    <a:pt x="16756" y="29884"/>
                  </a:cubicBezTo>
                  <a:cubicBezTo>
                    <a:pt x="18005" y="27717"/>
                    <a:pt x="19338" y="25468"/>
                    <a:pt x="20588" y="23301"/>
                  </a:cubicBezTo>
                  <a:cubicBezTo>
                    <a:pt x="23338" y="18635"/>
                    <a:pt x="26254" y="13969"/>
                    <a:pt x="29004" y="9302"/>
                  </a:cubicBezTo>
                  <a:cubicBezTo>
                    <a:pt x="33087" y="2303"/>
                    <a:pt x="22421" y="-3863"/>
                    <a:pt x="18172" y="2970"/>
                  </a:cubicBezTo>
                  <a:lnTo>
                    <a:pt x="18172" y="2970"/>
                  </a:lnTo>
                  <a:close/>
                </a:path>
              </a:pathLst>
            </a:custGeom>
            <a:grpFill/>
            <a:ln w="8332" cap="flat">
              <a:noFill/>
              <a:prstDash val="solid"/>
              <a:miter/>
            </a:ln>
          </p:spPr>
          <p:txBody>
            <a:bodyPr rtlCol="0" anchor="ctr"/>
            <a:lstStyle/>
            <a:p>
              <a:endParaRPr lang="en-US"/>
            </a:p>
          </p:txBody>
        </p:sp>
        <p:sp>
          <p:nvSpPr>
            <p:cNvPr id="1926" name="Freeform: Shape 1925"/>
            <p:cNvSpPr/>
            <p:nvPr/>
          </p:nvSpPr>
          <p:spPr>
            <a:xfrm>
              <a:off x="10350608" y="3292216"/>
              <a:ext cx="22480" cy="44877"/>
            </a:xfrm>
            <a:custGeom>
              <a:avLst/>
              <a:gdLst>
                <a:gd name="connsiteX0" fmla="*/ 9313 w 22480"/>
                <a:gd name="connsiteY0" fmla="*/ 3247 h 44877"/>
                <a:gd name="connsiteX1" fmla="*/ 2897 w 22480"/>
                <a:gd name="connsiteY1" fmla="*/ 41827 h 44877"/>
                <a:gd name="connsiteX2" fmla="*/ 15146 w 22480"/>
                <a:gd name="connsiteY2" fmla="*/ 38494 h 44877"/>
                <a:gd name="connsiteX3" fmla="*/ 18062 w 22480"/>
                <a:gd name="connsiteY3" fmla="*/ 24662 h 44877"/>
                <a:gd name="connsiteX4" fmla="*/ 21979 w 22480"/>
                <a:gd name="connsiteY4" fmla="*/ 8580 h 44877"/>
                <a:gd name="connsiteX5" fmla="*/ 9313 w 22480"/>
                <a:gd name="connsiteY5" fmla="*/ 3247 h 44877"/>
                <a:gd name="connsiteX6" fmla="*/ 9313 w 22480"/>
                <a:gd name="connsiteY6" fmla="*/ 3247 h 44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480" h="44877">
                  <a:moveTo>
                    <a:pt x="9313" y="3247"/>
                  </a:moveTo>
                  <a:cubicBezTo>
                    <a:pt x="3814" y="13246"/>
                    <a:pt x="-4436" y="31161"/>
                    <a:pt x="2897" y="41827"/>
                  </a:cubicBezTo>
                  <a:cubicBezTo>
                    <a:pt x="6396" y="46993"/>
                    <a:pt x="15229" y="45410"/>
                    <a:pt x="15146" y="38494"/>
                  </a:cubicBezTo>
                  <a:cubicBezTo>
                    <a:pt x="15146" y="33911"/>
                    <a:pt x="17146" y="29161"/>
                    <a:pt x="18062" y="24662"/>
                  </a:cubicBezTo>
                  <a:cubicBezTo>
                    <a:pt x="19062" y="19162"/>
                    <a:pt x="19813" y="13913"/>
                    <a:pt x="21979" y="8580"/>
                  </a:cubicBezTo>
                  <a:cubicBezTo>
                    <a:pt x="25062" y="1247"/>
                    <a:pt x="13063" y="-3502"/>
                    <a:pt x="9313" y="3247"/>
                  </a:cubicBezTo>
                  <a:lnTo>
                    <a:pt x="9313" y="3247"/>
                  </a:lnTo>
                  <a:close/>
                </a:path>
              </a:pathLst>
            </a:custGeom>
            <a:grpFill/>
            <a:ln w="8332" cap="flat">
              <a:noFill/>
              <a:prstDash val="solid"/>
              <a:miter/>
            </a:ln>
          </p:spPr>
          <p:txBody>
            <a:bodyPr rtlCol="0" anchor="ctr"/>
            <a:lstStyle/>
            <a:p>
              <a:endParaRPr lang="en-US"/>
            </a:p>
          </p:txBody>
        </p:sp>
        <p:sp>
          <p:nvSpPr>
            <p:cNvPr id="1927" name="Freeform: Shape 1926"/>
            <p:cNvSpPr/>
            <p:nvPr/>
          </p:nvSpPr>
          <p:spPr>
            <a:xfrm>
              <a:off x="10421507" y="3299407"/>
              <a:ext cx="19512" cy="39093"/>
            </a:xfrm>
            <a:custGeom>
              <a:avLst/>
              <a:gdLst>
                <a:gd name="connsiteX0" fmla="*/ 19407 w 19512"/>
                <a:gd name="connsiteY0" fmla="*/ 31636 h 39093"/>
                <a:gd name="connsiteX1" fmla="*/ 11408 w 19512"/>
                <a:gd name="connsiteY1" fmla="*/ 3139 h 39093"/>
                <a:gd name="connsiteX2" fmla="*/ 158 w 19512"/>
                <a:gd name="connsiteY2" fmla="*/ 7888 h 39093"/>
                <a:gd name="connsiteX3" fmla="*/ 12241 w 19512"/>
                <a:gd name="connsiteY3" fmla="*/ 38802 h 39093"/>
                <a:gd name="connsiteX4" fmla="*/ 19407 w 19512"/>
                <a:gd name="connsiteY4" fmla="*/ 31636 h 39093"/>
                <a:gd name="connsiteX5" fmla="*/ 19407 w 19512"/>
                <a:gd name="connsiteY5" fmla="*/ 31636 h 39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512" h="39093">
                  <a:moveTo>
                    <a:pt x="19407" y="31636"/>
                  </a:moveTo>
                  <a:cubicBezTo>
                    <a:pt x="17741" y="22220"/>
                    <a:pt x="15574" y="11721"/>
                    <a:pt x="11408" y="3139"/>
                  </a:cubicBezTo>
                  <a:cubicBezTo>
                    <a:pt x="8241" y="-3444"/>
                    <a:pt x="-1341" y="1389"/>
                    <a:pt x="158" y="7888"/>
                  </a:cubicBezTo>
                  <a:cubicBezTo>
                    <a:pt x="2575" y="19054"/>
                    <a:pt x="-2174" y="34219"/>
                    <a:pt x="12241" y="38802"/>
                  </a:cubicBezTo>
                  <a:cubicBezTo>
                    <a:pt x="16823" y="40302"/>
                    <a:pt x="20156" y="35719"/>
                    <a:pt x="19407" y="31636"/>
                  </a:cubicBezTo>
                  <a:lnTo>
                    <a:pt x="19407" y="31636"/>
                  </a:lnTo>
                  <a:close/>
                </a:path>
              </a:pathLst>
            </a:custGeom>
            <a:grpFill/>
            <a:ln w="8332" cap="flat">
              <a:noFill/>
              <a:prstDash val="solid"/>
              <a:miter/>
            </a:ln>
          </p:spPr>
          <p:txBody>
            <a:bodyPr rtlCol="0" anchor="ctr"/>
            <a:lstStyle/>
            <a:p>
              <a:endParaRPr lang="en-US"/>
            </a:p>
          </p:txBody>
        </p:sp>
        <p:sp>
          <p:nvSpPr>
            <p:cNvPr id="1928" name="Freeform: Shape 1927"/>
            <p:cNvSpPr/>
            <p:nvPr/>
          </p:nvSpPr>
          <p:spPr>
            <a:xfrm>
              <a:off x="10477504" y="3291950"/>
              <a:ext cx="33904" cy="33127"/>
            </a:xfrm>
            <a:custGeom>
              <a:avLst/>
              <a:gdLst>
                <a:gd name="connsiteX0" fmla="*/ 33737 w 33904"/>
                <a:gd name="connsiteY0" fmla="*/ 24345 h 33127"/>
                <a:gd name="connsiteX1" fmla="*/ 20989 w 33904"/>
                <a:gd name="connsiteY1" fmla="*/ 10596 h 33127"/>
                <a:gd name="connsiteX2" fmla="*/ 7406 w 33904"/>
                <a:gd name="connsiteY2" fmla="*/ 763 h 33127"/>
                <a:gd name="connsiteX3" fmla="*/ 1406 w 33904"/>
                <a:gd name="connsiteY3" fmla="*/ 8513 h 33127"/>
                <a:gd name="connsiteX4" fmla="*/ 26988 w 33904"/>
                <a:gd name="connsiteY4" fmla="*/ 33094 h 33127"/>
                <a:gd name="connsiteX5" fmla="*/ 33737 w 33904"/>
                <a:gd name="connsiteY5" fmla="*/ 24345 h 33127"/>
                <a:gd name="connsiteX6" fmla="*/ 33737 w 33904"/>
                <a:gd name="connsiteY6" fmla="*/ 24345 h 33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904" h="33127">
                  <a:moveTo>
                    <a:pt x="33737" y="24345"/>
                  </a:moveTo>
                  <a:cubicBezTo>
                    <a:pt x="32237" y="18095"/>
                    <a:pt x="25905" y="14179"/>
                    <a:pt x="20989" y="10596"/>
                  </a:cubicBezTo>
                  <a:cubicBezTo>
                    <a:pt x="16489" y="7263"/>
                    <a:pt x="12072" y="3846"/>
                    <a:pt x="7406" y="763"/>
                  </a:cubicBezTo>
                  <a:cubicBezTo>
                    <a:pt x="2740" y="-2320"/>
                    <a:pt x="-2593" y="4680"/>
                    <a:pt x="1406" y="8513"/>
                  </a:cubicBezTo>
                  <a:cubicBezTo>
                    <a:pt x="10072" y="16679"/>
                    <a:pt x="13155" y="31844"/>
                    <a:pt x="26988" y="33094"/>
                  </a:cubicBezTo>
                  <a:cubicBezTo>
                    <a:pt x="31737" y="33594"/>
                    <a:pt x="34654" y="28344"/>
                    <a:pt x="33737" y="24345"/>
                  </a:cubicBezTo>
                  <a:lnTo>
                    <a:pt x="33737" y="24345"/>
                  </a:lnTo>
                  <a:close/>
                </a:path>
              </a:pathLst>
            </a:custGeom>
            <a:grpFill/>
            <a:ln w="8332" cap="flat">
              <a:noFill/>
              <a:prstDash val="solid"/>
              <a:miter/>
            </a:ln>
          </p:spPr>
          <p:txBody>
            <a:bodyPr rtlCol="0" anchor="ctr"/>
            <a:lstStyle/>
            <a:p>
              <a:endParaRPr lang="en-US"/>
            </a:p>
          </p:txBody>
        </p:sp>
        <p:sp>
          <p:nvSpPr>
            <p:cNvPr id="1929" name="Freeform: Shape 1928"/>
            <p:cNvSpPr/>
            <p:nvPr/>
          </p:nvSpPr>
          <p:spPr>
            <a:xfrm>
              <a:off x="10531802" y="3247294"/>
              <a:ext cx="46064" cy="18057"/>
            </a:xfrm>
            <a:custGeom>
              <a:avLst/>
              <a:gdLst>
                <a:gd name="connsiteX0" fmla="*/ 36183 w 46064"/>
                <a:gd name="connsiteY0" fmla="*/ 1923 h 18057"/>
                <a:gd name="connsiteX1" fmla="*/ 7019 w 46064"/>
                <a:gd name="connsiteY1" fmla="*/ 90 h 18057"/>
                <a:gd name="connsiteX2" fmla="*/ 4020 w 46064"/>
                <a:gd name="connsiteY2" fmla="*/ 10839 h 18057"/>
                <a:gd name="connsiteX3" fmla="*/ 42099 w 46064"/>
                <a:gd name="connsiteY3" fmla="*/ 15922 h 18057"/>
                <a:gd name="connsiteX4" fmla="*/ 36183 w 46064"/>
                <a:gd name="connsiteY4" fmla="*/ 1923 h 18057"/>
                <a:gd name="connsiteX5" fmla="*/ 36183 w 46064"/>
                <a:gd name="connsiteY5" fmla="*/ 1923 h 18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064" h="18057">
                  <a:moveTo>
                    <a:pt x="36183" y="1923"/>
                  </a:moveTo>
                  <a:cubicBezTo>
                    <a:pt x="26517" y="3507"/>
                    <a:pt x="16519" y="1757"/>
                    <a:pt x="7019" y="90"/>
                  </a:cubicBezTo>
                  <a:cubicBezTo>
                    <a:pt x="20" y="-1076"/>
                    <a:pt x="-3063" y="9423"/>
                    <a:pt x="4020" y="10839"/>
                  </a:cubicBezTo>
                  <a:cubicBezTo>
                    <a:pt x="16769" y="13422"/>
                    <a:pt x="29268" y="22005"/>
                    <a:pt x="42099" y="15922"/>
                  </a:cubicBezTo>
                  <a:cubicBezTo>
                    <a:pt x="50515" y="11923"/>
                    <a:pt x="44099" y="590"/>
                    <a:pt x="36183" y="1923"/>
                  </a:cubicBezTo>
                  <a:lnTo>
                    <a:pt x="36183" y="1923"/>
                  </a:lnTo>
                  <a:close/>
                </a:path>
              </a:pathLst>
            </a:custGeom>
            <a:grpFill/>
            <a:ln w="8332" cap="flat">
              <a:noFill/>
              <a:prstDash val="solid"/>
              <a:miter/>
            </a:ln>
          </p:spPr>
          <p:txBody>
            <a:bodyPr rtlCol="0" anchor="ctr"/>
            <a:lstStyle/>
            <a:p>
              <a:endParaRPr lang="en-US"/>
            </a:p>
          </p:txBody>
        </p:sp>
        <p:sp>
          <p:nvSpPr>
            <p:cNvPr id="1930" name="Freeform: Shape 1929"/>
            <p:cNvSpPr/>
            <p:nvPr/>
          </p:nvSpPr>
          <p:spPr>
            <a:xfrm>
              <a:off x="10564100" y="3185567"/>
              <a:ext cx="34132" cy="12244"/>
            </a:xfrm>
            <a:custGeom>
              <a:avLst/>
              <a:gdLst>
                <a:gd name="connsiteX0" fmla="*/ 30382 w 34132"/>
                <a:gd name="connsiteY0" fmla="*/ 656 h 12244"/>
                <a:gd name="connsiteX1" fmla="*/ 4969 w 34132"/>
                <a:gd name="connsiteY1" fmla="*/ 1489 h 12244"/>
                <a:gd name="connsiteX2" fmla="*/ 4969 w 34132"/>
                <a:gd name="connsiteY2" fmla="*/ 11822 h 12244"/>
                <a:gd name="connsiteX3" fmla="*/ 30382 w 34132"/>
                <a:gd name="connsiteY3" fmla="*/ 10738 h 12244"/>
                <a:gd name="connsiteX4" fmla="*/ 30382 w 34132"/>
                <a:gd name="connsiteY4" fmla="*/ 656 h 12244"/>
                <a:gd name="connsiteX5" fmla="*/ 30382 w 34132"/>
                <a:gd name="connsiteY5" fmla="*/ 656 h 12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132" h="12244">
                  <a:moveTo>
                    <a:pt x="30382" y="656"/>
                  </a:moveTo>
                  <a:cubicBezTo>
                    <a:pt x="21634" y="-844"/>
                    <a:pt x="13635" y="573"/>
                    <a:pt x="4969" y="1489"/>
                  </a:cubicBezTo>
                  <a:cubicBezTo>
                    <a:pt x="-1614" y="2156"/>
                    <a:pt x="-1698" y="11155"/>
                    <a:pt x="4969" y="11822"/>
                  </a:cubicBezTo>
                  <a:cubicBezTo>
                    <a:pt x="13635" y="12655"/>
                    <a:pt x="21884" y="12238"/>
                    <a:pt x="30382" y="10738"/>
                  </a:cubicBezTo>
                  <a:cubicBezTo>
                    <a:pt x="35383" y="9905"/>
                    <a:pt x="35383" y="1489"/>
                    <a:pt x="30382" y="656"/>
                  </a:cubicBezTo>
                  <a:lnTo>
                    <a:pt x="30382" y="656"/>
                  </a:lnTo>
                  <a:close/>
                </a:path>
              </a:pathLst>
            </a:custGeom>
            <a:grpFill/>
            <a:ln w="8332" cap="flat">
              <a:noFill/>
              <a:prstDash val="solid"/>
              <a:miter/>
            </a:ln>
          </p:spPr>
          <p:txBody>
            <a:bodyPr rtlCol="0" anchor="ctr"/>
            <a:lstStyle/>
            <a:p>
              <a:endParaRPr lang="en-US"/>
            </a:p>
          </p:txBody>
        </p:sp>
        <p:sp>
          <p:nvSpPr>
            <p:cNvPr id="1931" name="Freeform: Shape 1930"/>
            <p:cNvSpPr/>
            <p:nvPr/>
          </p:nvSpPr>
          <p:spPr>
            <a:xfrm>
              <a:off x="7616648" y="-153717"/>
              <a:ext cx="637958" cy="484662"/>
            </a:xfrm>
            <a:custGeom>
              <a:avLst/>
              <a:gdLst>
                <a:gd name="connsiteX0" fmla="*/ 615881 w 637958"/>
                <a:gd name="connsiteY0" fmla="*/ 100233 h 484662"/>
                <a:gd name="connsiteX1" fmla="*/ 593716 w 637958"/>
                <a:gd name="connsiteY1" fmla="*/ 46571 h 484662"/>
                <a:gd name="connsiteX2" fmla="*/ 580801 w 637958"/>
                <a:gd name="connsiteY2" fmla="*/ 17740 h 484662"/>
                <a:gd name="connsiteX3" fmla="*/ 573719 w 637958"/>
                <a:gd name="connsiteY3" fmla="*/ 3408 h 484662"/>
                <a:gd name="connsiteX4" fmla="*/ 535972 w 637958"/>
                <a:gd name="connsiteY4" fmla="*/ 8574 h 484662"/>
                <a:gd name="connsiteX5" fmla="*/ 478393 w 637958"/>
                <a:gd name="connsiteY5" fmla="*/ 28323 h 484662"/>
                <a:gd name="connsiteX6" fmla="*/ 393318 w 637958"/>
                <a:gd name="connsiteY6" fmla="*/ 57570 h 484662"/>
                <a:gd name="connsiteX7" fmla="*/ 344322 w 637958"/>
                <a:gd name="connsiteY7" fmla="*/ 73735 h 484662"/>
                <a:gd name="connsiteX8" fmla="*/ 128842 w 637958"/>
                <a:gd name="connsiteY8" fmla="*/ 154811 h 484662"/>
                <a:gd name="connsiteX9" fmla="*/ 31684 w 637958"/>
                <a:gd name="connsiteY9" fmla="*/ 196807 h 484662"/>
                <a:gd name="connsiteX10" fmla="*/ 3020 w 637958"/>
                <a:gd name="connsiteY10" fmla="*/ 220389 h 484662"/>
                <a:gd name="connsiteX11" fmla="*/ 3270 w 637958"/>
                <a:gd name="connsiteY11" fmla="*/ 259635 h 484662"/>
                <a:gd name="connsiteX12" fmla="*/ 107927 w 637958"/>
                <a:gd name="connsiteY12" fmla="*/ 411621 h 484662"/>
                <a:gd name="connsiteX13" fmla="*/ 309742 w 637958"/>
                <a:gd name="connsiteY13" fmla="*/ 482032 h 484662"/>
                <a:gd name="connsiteX14" fmla="*/ 508974 w 637958"/>
                <a:gd name="connsiteY14" fmla="*/ 443535 h 484662"/>
                <a:gd name="connsiteX15" fmla="*/ 622964 w 637958"/>
                <a:gd name="connsiteY15" fmla="*/ 295715 h 484662"/>
                <a:gd name="connsiteX16" fmla="*/ 615881 w 637958"/>
                <a:gd name="connsiteY16" fmla="*/ 100233 h 484662"/>
                <a:gd name="connsiteX17" fmla="*/ 615881 w 637958"/>
                <a:gd name="connsiteY17" fmla="*/ 100233 h 484662"/>
                <a:gd name="connsiteX18" fmla="*/ 138258 w 637958"/>
                <a:gd name="connsiteY18" fmla="*/ 168060 h 484662"/>
                <a:gd name="connsiteX19" fmla="*/ 347739 w 637958"/>
                <a:gd name="connsiteY19" fmla="*/ 86401 h 484662"/>
                <a:gd name="connsiteX20" fmla="*/ 373236 w 637958"/>
                <a:gd name="connsiteY20" fmla="*/ 77402 h 484662"/>
                <a:gd name="connsiteX21" fmla="*/ 437564 w 637958"/>
                <a:gd name="connsiteY21" fmla="*/ 55737 h 484662"/>
                <a:gd name="connsiteX22" fmla="*/ 518140 w 637958"/>
                <a:gd name="connsiteY22" fmla="*/ 29989 h 484662"/>
                <a:gd name="connsiteX23" fmla="*/ 550970 w 637958"/>
                <a:gd name="connsiteY23" fmla="*/ 97400 h 484662"/>
                <a:gd name="connsiteX24" fmla="*/ 568386 w 637958"/>
                <a:gd name="connsiteY24" fmla="*/ 181559 h 484662"/>
                <a:gd name="connsiteX25" fmla="*/ 501725 w 637958"/>
                <a:gd name="connsiteY25" fmla="*/ 334128 h 484662"/>
                <a:gd name="connsiteX26" fmla="*/ 335990 w 637958"/>
                <a:gd name="connsiteY26" fmla="*/ 383374 h 484662"/>
                <a:gd name="connsiteX27" fmla="*/ 187420 w 637958"/>
                <a:gd name="connsiteY27" fmla="*/ 321046 h 484662"/>
                <a:gd name="connsiteX28" fmla="*/ 117926 w 637958"/>
                <a:gd name="connsiteY28" fmla="*/ 254552 h 484662"/>
                <a:gd name="connsiteX29" fmla="*/ 75263 w 637958"/>
                <a:gd name="connsiteY29" fmla="*/ 194141 h 484662"/>
                <a:gd name="connsiteX30" fmla="*/ 138258 w 637958"/>
                <a:gd name="connsiteY30" fmla="*/ 168060 h 484662"/>
                <a:gd name="connsiteX31" fmla="*/ 138258 w 637958"/>
                <a:gd name="connsiteY31" fmla="*/ 168060 h 484662"/>
                <a:gd name="connsiteX32" fmla="*/ 349988 w 637958"/>
                <a:gd name="connsiteY32" fmla="*/ 470949 h 484662"/>
                <a:gd name="connsiteX33" fmla="*/ 250581 w 637958"/>
                <a:gd name="connsiteY33" fmla="*/ 456534 h 484662"/>
                <a:gd name="connsiteX34" fmla="*/ 153339 w 637958"/>
                <a:gd name="connsiteY34" fmla="*/ 422537 h 484662"/>
                <a:gd name="connsiteX35" fmla="*/ 27268 w 637958"/>
                <a:gd name="connsiteY35" fmla="*/ 288716 h 484662"/>
                <a:gd name="connsiteX36" fmla="*/ 18268 w 637958"/>
                <a:gd name="connsiteY36" fmla="*/ 248303 h 484662"/>
                <a:gd name="connsiteX37" fmla="*/ 19601 w 637958"/>
                <a:gd name="connsiteY37" fmla="*/ 226971 h 484662"/>
                <a:gd name="connsiteX38" fmla="*/ 48432 w 637958"/>
                <a:gd name="connsiteY38" fmla="*/ 269718 h 484662"/>
                <a:gd name="connsiteX39" fmla="*/ 93012 w 637958"/>
                <a:gd name="connsiteY39" fmla="*/ 325879 h 484662"/>
                <a:gd name="connsiteX40" fmla="*/ 155840 w 637958"/>
                <a:gd name="connsiteY40" fmla="*/ 373792 h 484662"/>
                <a:gd name="connsiteX41" fmla="*/ 217584 w 637958"/>
                <a:gd name="connsiteY41" fmla="*/ 413788 h 484662"/>
                <a:gd name="connsiteX42" fmla="*/ 349822 w 637958"/>
                <a:gd name="connsiteY42" fmla="*/ 461284 h 484662"/>
                <a:gd name="connsiteX43" fmla="*/ 430147 w 637958"/>
                <a:gd name="connsiteY43" fmla="*/ 460784 h 484662"/>
                <a:gd name="connsiteX44" fmla="*/ 435231 w 637958"/>
                <a:gd name="connsiteY44" fmla="*/ 460200 h 484662"/>
                <a:gd name="connsiteX45" fmla="*/ 349988 w 637958"/>
                <a:gd name="connsiteY45" fmla="*/ 470949 h 484662"/>
                <a:gd name="connsiteX46" fmla="*/ 349988 w 637958"/>
                <a:gd name="connsiteY46" fmla="*/ 470949 h 484662"/>
                <a:gd name="connsiteX47" fmla="*/ 619298 w 637958"/>
                <a:gd name="connsiteY47" fmla="*/ 247136 h 484662"/>
                <a:gd name="connsiteX48" fmla="*/ 533056 w 637958"/>
                <a:gd name="connsiteY48" fmla="*/ 407788 h 484662"/>
                <a:gd name="connsiteX49" fmla="*/ 489226 w 637958"/>
                <a:gd name="connsiteY49" fmla="*/ 438536 h 484662"/>
                <a:gd name="connsiteX50" fmla="*/ 341323 w 637958"/>
                <a:gd name="connsiteY50" fmla="*/ 445868 h 484662"/>
                <a:gd name="connsiteX51" fmla="*/ 215917 w 637958"/>
                <a:gd name="connsiteY51" fmla="*/ 396123 h 484662"/>
                <a:gd name="connsiteX52" fmla="*/ 98678 w 637958"/>
                <a:gd name="connsiteY52" fmla="*/ 312964 h 484662"/>
                <a:gd name="connsiteX53" fmla="*/ 25101 w 637958"/>
                <a:gd name="connsiteY53" fmla="*/ 220639 h 484662"/>
                <a:gd name="connsiteX54" fmla="*/ 45099 w 637958"/>
                <a:gd name="connsiteY54" fmla="*/ 208973 h 484662"/>
                <a:gd name="connsiteX55" fmla="*/ 71847 w 637958"/>
                <a:gd name="connsiteY55" fmla="*/ 195808 h 484662"/>
                <a:gd name="connsiteX56" fmla="*/ 108094 w 637958"/>
                <a:gd name="connsiteY56" fmla="*/ 254136 h 484662"/>
                <a:gd name="connsiteX57" fmla="*/ 171421 w 637958"/>
                <a:gd name="connsiteY57" fmla="*/ 320630 h 484662"/>
                <a:gd name="connsiteX58" fmla="*/ 325407 w 637958"/>
                <a:gd name="connsiteY58" fmla="*/ 393873 h 484662"/>
                <a:gd name="connsiteX59" fmla="*/ 503308 w 637958"/>
                <a:gd name="connsiteY59" fmla="*/ 348294 h 484662"/>
                <a:gd name="connsiteX60" fmla="*/ 579718 w 637958"/>
                <a:gd name="connsiteY60" fmla="*/ 198474 h 484662"/>
                <a:gd name="connsiteX61" fmla="*/ 563053 w 637958"/>
                <a:gd name="connsiteY61" fmla="*/ 97150 h 484662"/>
                <a:gd name="connsiteX62" fmla="*/ 530305 w 637958"/>
                <a:gd name="connsiteY62" fmla="*/ 26073 h 484662"/>
                <a:gd name="connsiteX63" fmla="*/ 564636 w 637958"/>
                <a:gd name="connsiteY63" fmla="*/ 19740 h 484662"/>
                <a:gd name="connsiteX64" fmla="*/ 571719 w 637958"/>
                <a:gd name="connsiteY64" fmla="*/ 38405 h 484662"/>
                <a:gd name="connsiteX65" fmla="*/ 583300 w 637958"/>
                <a:gd name="connsiteY65" fmla="*/ 62736 h 484662"/>
                <a:gd name="connsiteX66" fmla="*/ 619298 w 637958"/>
                <a:gd name="connsiteY66" fmla="*/ 247136 h 484662"/>
                <a:gd name="connsiteX67" fmla="*/ 619298 w 637958"/>
                <a:gd name="connsiteY67" fmla="*/ 247136 h 484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637958" h="484662">
                  <a:moveTo>
                    <a:pt x="615881" y="100233"/>
                  </a:moveTo>
                  <a:cubicBezTo>
                    <a:pt x="608548" y="82401"/>
                    <a:pt x="601966" y="63986"/>
                    <a:pt x="593716" y="46571"/>
                  </a:cubicBezTo>
                  <a:cubicBezTo>
                    <a:pt x="589134" y="36905"/>
                    <a:pt x="584551" y="27823"/>
                    <a:pt x="580801" y="17740"/>
                  </a:cubicBezTo>
                  <a:cubicBezTo>
                    <a:pt x="579134" y="13157"/>
                    <a:pt x="577468" y="6825"/>
                    <a:pt x="573719" y="3408"/>
                  </a:cubicBezTo>
                  <a:cubicBezTo>
                    <a:pt x="564303" y="-5424"/>
                    <a:pt x="545804" y="5325"/>
                    <a:pt x="535972" y="8574"/>
                  </a:cubicBezTo>
                  <a:cubicBezTo>
                    <a:pt x="516723" y="14991"/>
                    <a:pt x="497559" y="21823"/>
                    <a:pt x="478393" y="28323"/>
                  </a:cubicBezTo>
                  <a:cubicBezTo>
                    <a:pt x="450062" y="37905"/>
                    <a:pt x="421649" y="47571"/>
                    <a:pt x="393318" y="57570"/>
                  </a:cubicBezTo>
                  <a:cubicBezTo>
                    <a:pt x="376987" y="62820"/>
                    <a:pt x="360654" y="68236"/>
                    <a:pt x="344322" y="73735"/>
                  </a:cubicBezTo>
                  <a:cubicBezTo>
                    <a:pt x="271496" y="98233"/>
                    <a:pt x="200502" y="127397"/>
                    <a:pt x="128842" y="154811"/>
                  </a:cubicBezTo>
                  <a:cubicBezTo>
                    <a:pt x="96011" y="167393"/>
                    <a:pt x="62848" y="180226"/>
                    <a:pt x="31684" y="196807"/>
                  </a:cubicBezTo>
                  <a:cubicBezTo>
                    <a:pt x="20101" y="202974"/>
                    <a:pt x="8353" y="207806"/>
                    <a:pt x="3020" y="220389"/>
                  </a:cubicBezTo>
                  <a:cubicBezTo>
                    <a:pt x="-2563" y="233471"/>
                    <a:pt x="853" y="246220"/>
                    <a:pt x="3270" y="259635"/>
                  </a:cubicBezTo>
                  <a:cubicBezTo>
                    <a:pt x="14686" y="321796"/>
                    <a:pt x="54932" y="377958"/>
                    <a:pt x="107927" y="411621"/>
                  </a:cubicBezTo>
                  <a:cubicBezTo>
                    <a:pt x="168838" y="450368"/>
                    <a:pt x="237999" y="473533"/>
                    <a:pt x="309742" y="482032"/>
                  </a:cubicBezTo>
                  <a:cubicBezTo>
                    <a:pt x="379986" y="490448"/>
                    <a:pt x="447480" y="478949"/>
                    <a:pt x="508974" y="443535"/>
                  </a:cubicBezTo>
                  <a:cubicBezTo>
                    <a:pt x="563636" y="412038"/>
                    <a:pt x="602549" y="354293"/>
                    <a:pt x="622964" y="295715"/>
                  </a:cubicBezTo>
                  <a:cubicBezTo>
                    <a:pt x="645712" y="230888"/>
                    <a:pt x="641962" y="163560"/>
                    <a:pt x="615881" y="100233"/>
                  </a:cubicBezTo>
                  <a:lnTo>
                    <a:pt x="615881" y="100233"/>
                  </a:lnTo>
                  <a:close/>
                  <a:moveTo>
                    <a:pt x="138258" y="168060"/>
                  </a:moveTo>
                  <a:cubicBezTo>
                    <a:pt x="208002" y="140479"/>
                    <a:pt x="276996" y="111149"/>
                    <a:pt x="347739" y="86401"/>
                  </a:cubicBezTo>
                  <a:cubicBezTo>
                    <a:pt x="356238" y="83401"/>
                    <a:pt x="364737" y="80401"/>
                    <a:pt x="373236" y="77402"/>
                  </a:cubicBezTo>
                  <a:cubicBezTo>
                    <a:pt x="394652" y="69986"/>
                    <a:pt x="416066" y="62653"/>
                    <a:pt x="437564" y="55737"/>
                  </a:cubicBezTo>
                  <a:cubicBezTo>
                    <a:pt x="464395" y="47071"/>
                    <a:pt x="491226" y="38322"/>
                    <a:pt x="518140" y="29989"/>
                  </a:cubicBezTo>
                  <a:cubicBezTo>
                    <a:pt x="537055" y="46321"/>
                    <a:pt x="544638" y="74319"/>
                    <a:pt x="550970" y="97400"/>
                  </a:cubicBezTo>
                  <a:cubicBezTo>
                    <a:pt x="558553" y="125147"/>
                    <a:pt x="568718" y="152478"/>
                    <a:pt x="568386" y="181559"/>
                  </a:cubicBezTo>
                  <a:cubicBezTo>
                    <a:pt x="567885" y="237887"/>
                    <a:pt x="545721" y="297382"/>
                    <a:pt x="501725" y="334128"/>
                  </a:cubicBezTo>
                  <a:cubicBezTo>
                    <a:pt x="457146" y="371292"/>
                    <a:pt x="392734" y="385874"/>
                    <a:pt x="335990" y="383374"/>
                  </a:cubicBezTo>
                  <a:cubicBezTo>
                    <a:pt x="281328" y="380958"/>
                    <a:pt x="230000" y="353960"/>
                    <a:pt x="187420" y="321046"/>
                  </a:cubicBezTo>
                  <a:cubicBezTo>
                    <a:pt x="161755" y="301131"/>
                    <a:pt x="137425" y="280717"/>
                    <a:pt x="117926" y="254552"/>
                  </a:cubicBezTo>
                  <a:cubicBezTo>
                    <a:pt x="103260" y="234721"/>
                    <a:pt x="88929" y="214639"/>
                    <a:pt x="75263" y="194141"/>
                  </a:cubicBezTo>
                  <a:cubicBezTo>
                    <a:pt x="96178" y="184725"/>
                    <a:pt x="117260" y="176393"/>
                    <a:pt x="138258" y="168060"/>
                  </a:cubicBezTo>
                  <a:lnTo>
                    <a:pt x="138258" y="168060"/>
                  </a:lnTo>
                  <a:close/>
                  <a:moveTo>
                    <a:pt x="349988" y="470949"/>
                  </a:moveTo>
                  <a:cubicBezTo>
                    <a:pt x="316158" y="470366"/>
                    <a:pt x="283494" y="463950"/>
                    <a:pt x="250581" y="456534"/>
                  </a:cubicBezTo>
                  <a:cubicBezTo>
                    <a:pt x="217251" y="449035"/>
                    <a:pt x="183753" y="438452"/>
                    <a:pt x="153339" y="422537"/>
                  </a:cubicBezTo>
                  <a:cubicBezTo>
                    <a:pt x="96345" y="392706"/>
                    <a:pt x="49182" y="350794"/>
                    <a:pt x="27268" y="288716"/>
                  </a:cubicBezTo>
                  <a:cubicBezTo>
                    <a:pt x="22602" y="275550"/>
                    <a:pt x="20185" y="262135"/>
                    <a:pt x="18268" y="248303"/>
                  </a:cubicBezTo>
                  <a:cubicBezTo>
                    <a:pt x="17185" y="240470"/>
                    <a:pt x="16102" y="233471"/>
                    <a:pt x="19601" y="226971"/>
                  </a:cubicBezTo>
                  <a:cubicBezTo>
                    <a:pt x="28184" y="241887"/>
                    <a:pt x="38433" y="255552"/>
                    <a:pt x="48432" y="269718"/>
                  </a:cubicBezTo>
                  <a:cubicBezTo>
                    <a:pt x="62181" y="289216"/>
                    <a:pt x="75597" y="309297"/>
                    <a:pt x="93012" y="325879"/>
                  </a:cubicBezTo>
                  <a:cubicBezTo>
                    <a:pt x="112010" y="343961"/>
                    <a:pt x="134258" y="359126"/>
                    <a:pt x="155840" y="373792"/>
                  </a:cubicBezTo>
                  <a:cubicBezTo>
                    <a:pt x="176171" y="387540"/>
                    <a:pt x="196169" y="401622"/>
                    <a:pt x="217584" y="413788"/>
                  </a:cubicBezTo>
                  <a:cubicBezTo>
                    <a:pt x="258080" y="436786"/>
                    <a:pt x="303076" y="455951"/>
                    <a:pt x="349822" y="461284"/>
                  </a:cubicBezTo>
                  <a:cubicBezTo>
                    <a:pt x="376403" y="464367"/>
                    <a:pt x="403650" y="463867"/>
                    <a:pt x="430147" y="460784"/>
                  </a:cubicBezTo>
                  <a:cubicBezTo>
                    <a:pt x="431815" y="460617"/>
                    <a:pt x="433564" y="460367"/>
                    <a:pt x="435231" y="460200"/>
                  </a:cubicBezTo>
                  <a:cubicBezTo>
                    <a:pt x="407567" y="467950"/>
                    <a:pt x="378402" y="471449"/>
                    <a:pt x="349988" y="470949"/>
                  </a:cubicBezTo>
                  <a:lnTo>
                    <a:pt x="349988" y="470949"/>
                  </a:lnTo>
                  <a:close/>
                  <a:moveTo>
                    <a:pt x="619298" y="247136"/>
                  </a:moveTo>
                  <a:cubicBezTo>
                    <a:pt x="609298" y="307547"/>
                    <a:pt x="578551" y="366459"/>
                    <a:pt x="533056" y="407788"/>
                  </a:cubicBezTo>
                  <a:cubicBezTo>
                    <a:pt x="519723" y="419871"/>
                    <a:pt x="504975" y="430036"/>
                    <a:pt x="489226" y="438536"/>
                  </a:cubicBezTo>
                  <a:cubicBezTo>
                    <a:pt x="440314" y="448868"/>
                    <a:pt x="391402" y="455701"/>
                    <a:pt x="341323" y="445868"/>
                  </a:cubicBezTo>
                  <a:cubicBezTo>
                    <a:pt x="296826" y="437119"/>
                    <a:pt x="254664" y="419371"/>
                    <a:pt x="215917" y="396123"/>
                  </a:cubicBezTo>
                  <a:cubicBezTo>
                    <a:pt x="175921" y="372125"/>
                    <a:pt x="131925" y="345961"/>
                    <a:pt x="98678" y="312964"/>
                  </a:cubicBezTo>
                  <a:cubicBezTo>
                    <a:pt x="70847" y="285133"/>
                    <a:pt x="51932" y="248886"/>
                    <a:pt x="25101" y="220639"/>
                  </a:cubicBezTo>
                  <a:cubicBezTo>
                    <a:pt x="30851" y="215722"/>
                    <a:pt x="38766" y="212389"/>
                    <a:pt x="45099" y="208973"/>
                  </a:cubicBezTo>
                  <a:cubicBezTo>
                    <a:pt x="53849" y="204307"/>
                    <a:pt x="62848" y="199974"/>
                    <a:pt x="71847" y="195808"/>
                  </a:cubicBezTo>
                  <a:cubicBezTo>
                    <a:pt x="80763" y="217056"/>
                    <a:pt x="94928" y="235137"/>
                    <a:pt x="108094" y="254136"/>
                  </a:cubicBezTo>
                  <a:cubicBezTo>
                    <a:pt x="126008" y="280050"/>
                    <a:pt x="147340" y="300548"/>
                    <a:pt x="171421" y="320630"/>
                  </a:cubicBezTo>
                  <a:cubicBezTo>
                    <a:pt x="215001" y="357043"/>
                    <a:pt x="267829" y="388290"/>
                    <a:pt x="325407" y="393873"/>
                  </a:cubicBezTo>
                  <a:cubicBezTo>
                    <a:pt x="385819" y="399706"/>
                    <a:pt x="454145" y="385124"/>
                    <a:pt x="503308" y="348294"/>
                  </a:cubicBezTo>
                  <a:cubicBezTo>
                    <a:pt x="550637" y="312797"/>
                    <a:pt x="574468" y="256052"/>
                    <a:pt x="579718" y="198474"/>
                  </a:cubicBezTo>
                  <a:cubicBezTo>
                    <a:pt x="583051" y="162727"/>
                    <a:pt x="572885" y="130980"/>
                    <a:pt x="563053" y="97150"/>
                  </a:cubicBezTo>
                  <a:cubicBezTo>
                    <a:pt x="555970" y="72735"/>
                    <a:pt x="548638" y="44655"/>
                    <a:pt x="530305" y="26073"/>
                  </a:cubicBezTo>
                  <a:cubicBezTo>
                    <a:pt x="540721" y="22073"/>
                    <a:pt x="559553" y="13574"/>
                    <a:pt x="564636" y="19740"/>
                  </a:cubicBezTo>
                  <a:cubicBezTo>
                    <a:pt x="567885" y="23740"/>
                    <a:pt x="569386" y="33406"/>
                    <a:pt x="571719" y="38405"/>
                  </a:cubicBezTo>
                  <a:cubicBezTo>
                    <a:pt x="575552" y="46571"/>
                    <a:pt x="579885" y="54320"/>
                    <a:pt x="583300" y="62736"/>
                  </a:cubicBezTo>
                  <a:cubicBezTo>
                    <a:pt x="608132" y="122731"/>
                    <a:pt x="630213" y="181226"/>
                    <a:pt x="619298" y="247136"/>
                  </a:cubicBezTo>
                  <a:lnTo>
                    <a:pt x="619298" y="247136"/>
                  </a:lnTo>
                  <a:close/>
                </a:path>
              </a:pathLst>
            </a:custGeom>
            <a:grpFill/>
            <a:ln w="8332" cap="flat">
              <a:noFill/>
              <a:prstDash val="solid"/>
              <a:miter/>
            </a:ln>
          </p:spPr>
          <p:txBody>
            <a:bodyPr rtlCol="0" anchor="ctr"/>
            <a:lstStyle/>
            <a:p>
              <a:endParaRPr lang="en-US"/>
            </a:p>
          </p:txBody>
        </p:sp>
        <p:sp>
          <p:nvSpPr>
            <p:cNvPr id="1932" name="Freeform: Shape 1931"/>
            <p:cNvSpPr/>
            <p:nvPr/>
          </p:nvSpPr>
          <p:spPr>
            <a:xfrm>
              <a:off x="7829366" y="10853"/>
              <a:ext cx="30930" cy="38028"/>
            </a:xfrm>
            <a:custGeom>
              <a:avLst/>
              <a:gdLst>
                <a:gd name="connsiteX0" fmla="*/ 21365 w 30930"/>
                <a:gd name="connsiteY0" fmla="*/ 1490 h 38028"/>
                <a:gd name="connsiteX1" fmla="*/ 8532 w 30930"/>
                <a:gd name="connsiteY1" fmla="*/ 15739 h 38028"/>
                <a:gd name="connsiteX2" fmla="*/ 367 w 30930"/>
                <a:gd name="connsiteY2" fmla="*/ 29487 h 38028"/>
                <a:gd name="connsiteX3" fmla="*/ 10616 w 30930"/>
                <a:gd name="connsiteY3" fmla="*/ 37403 h 38028"/>
                <a:gd name="connsiteX4" fmla="*/ 16698 w 30930"/>
                <a:gd name="connsiteY4" fmla="*/ 31487 h 38028"/>
                <a:gd name="connsiteX5" fmla="*/ 22031 w 30930"/>
                <a:gd name="connsiteY5" fmla="*/ 24988 h 38028"/>
                <a:gd name="connsiteX6" fmla="*/ 27114 w 30930"/>
                <a:gd name="connsiteY6" fmla="*/ 15489 h 38028"/>
                <a:gd name="connsiteX7" fmla="*/ 30864 w 30930"/>
                <a:gd name="connsiteY7" fmla="*/ 6989 h 38028"/>
                <a:gd name="connsiteX8" fmla="*/ 21365 w 30930"/>
                <a:gd name="connsiteY8" fmla="*/ 1490 h 38028"/>
                <a:gd name="connsiteX9" fmla="*/ 21365 w 30930"/>
                <a:gd name="connsiteY9" fmla="*/ 1490 h 38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930" h="38028">
                  <a:moveTo>
                    <a:pt x="21365" y="1490"/>
                  </a:moveTo>
                  <a:cubicBezTo>
                    <a:pt x="16199" y="5823"/>
                    <a:pt x="12866" y="10739"/>
                    <a:pt x="8532" y="15739"/>
                  </a:cubicBezTo>
                  <a:cubicBezTo>
                    <a:pt x="4867" y="19988"/>
                    <a:pt x="2116" y="24071"/>
                    <a:pt x="367" y="29487"/>
                  </a:cubicBezTo>
                  <a:cubicBezTo>
                    <a:pt x="-1716" y="35904"/>
                    <a:pt x="5533" y="39570"/>
                    <a:pt x="10616" y="37403"/>
                  </a:cubicBezTo>
                  <a:cubicBezTo>
                    <a:pt x="13448" y="36237"/>
                    <a:pt x="14782" y="33737"/>
                    <a:pt x="16698" y="31487"/>
                  </a:cubicBezTo>
                  <a:cubicBezTo>
                    <a:pt x="18032" y="29904"/>
                    <a:pt x="20448" y="27321"/>
                    <a:pt x="22031" y="24988"/>
                  </a:cubicBezTo>
                  <a:cubicBezTo>
                    <a:pt x="24031" y="21988"/>
                    <a:pt x="25531" y="18738"/>
                    <a:pt x="27114" y="15489"/>
                  </a:cubicBezTo>
                  <a:cubicBezTo>
                    <a:pt x="28364" y="12739"/>
                    <a:pt x="30364" y="10073"/>
                    <a:pt x="30864" y="6989"/>
                  </a:cubicBezTo>
                  <a:cubicBezTo>
                    <a:pt x="31614" y="1407"/>
                    <a:pt x="25864" y="-2176"/>
                    <a:pt x="21365" y="1490"/>
                  </a:cubicBezTo>
                  <a:lnTo>
                    <a:pt x="21365" y="1490"/>
                  </a:lnTo>
                  <a:close/>
                </a:path>
              </a:pathLst>
            </a:custGeom>
            <a:grpFill/>
            <a:ln w="8332" cap="flat">
              <a:noFill/>
              <a:prstDash val="solid"/>
              <a:miter/>
            </a:ln>
          </p:spPr>
          <p:txBody>
            <a:bodyPr rtlCol="0" anchor="ctr"/>
            <a:lstStyle/>
            <a:p>
              <a:endParaRPr lang="en-US"/>
            </a:p>
          </p:txBody>
        </p:sp>
        <p:sp>
          <p:nvSpPr>
            <p:cNvPr id="1933" name="Freeform: Shape 1932"/>
            <p:cNvSpPr/>
            <p:nvPr/>
          </p:nvSpPr>
          <p:spPr>
            <a:xfrm>
              <a:off x="7876499" y="33147"/>
              <a:ext cx="24263" cy="45664"/>
            </a:xfrm>
            <a:custGeom>
              <a:avLst/>
              <a:gdLst>
                <a:gd name="connsiteX0" fmla="*/ 14061 w 24263"/>
                <a:gd name="connsiteY0" fmla="*/ 3527 h 45664"/>
                <a:gd name="connsiteX1" fmla="*/ 1063 w 24263"/>
                <a:gd name="connsiteY1" fmla="*/ 28691 h 45664"/>
                <a:gd name="connsiteX2" fmla="*/ 8479 w 24263"/>
                <a:gd name="connsiteY2" fmla="*/ 45606 h 45664"/>
                <a:gd name="connsiteX3" fmla="*/ 15728 w 24263"/>
                <a:gd name="connsiteY3" fmla="*/ 38440 h 45664"/>
                <a:gd name="connsiteX4" fmla="*/ 15895 w 24263"/>
                <a:gd name="connsiteY4" fmla="*/ 37524 h 45664"/>
                <a:gd name="connsiteX5" fmla="*/ 16561 w 24263"/>
                <a:gd name="connsiteY5" fmla="*/ 33691 h 45664"/>
                <a:gd name="connsiteX6" fmla="*/ 17978 w 24263"/>
                <a:gd name="connsiteY6" fmla="*/ 27525 h 45664"/>
                <a:gd name="connsiteX7" fmla="*/ 24228 w 24263"/>
                <a:gd name="connsiteY7" fmla="*/ 4943 h 45664"/>
                <a:gd name="connsiteX8" fmla="*/ 14061 w 24263"/>
                <a:gd name="connsiteY8" fmla="*/ 3527 h 45664"/>
                <a:gd name="connsiteX9" fmla="*/ 14061 w 24263"/>
                <a:gd name="connsiteY9" fmla="*/ 3527 h 45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263" h="45664">
                  <a:moveTo>
                    <a:pt x="14061" y="3527"/>
                  </a:moveTo>
                  <a:cubicBezTo>
                    <a:pt x="10479" y="12359"/>
                    <a:pt x="4229" y="19609"/>
                    <a:pt x="1063" y="28691"/>
                  </a:cubicBezTo>
                  <a:cubicBezTo>
                    <a:pt x="-937" y="34441"/>
                    <a:pt x="-937" y="46606"/>
                    <a:pt x="8479" y="45606"/>
                  </a:cubicBezTo>
                  <a:cubicBezTo>
                    <a:pt x="11978" y="45190"/>
                    <a:pt x="15728" y="42023"/>
                    <a:pt x="15728" y="38440"/>
                  </a:cubicBezTo>
                  <a:cubicBezTo>
                    <a:pt x="15812" y="38107"/>
                    <a:pt x="15895" y="37857"/>
                    <a:pt x="15895" y="37524"/>
                  </a:cubicBezTo>
                  <a:cubicBezTo>
                    <a:pt x="16228" y="36274"/>
                    <a:pt x="16311" y="34941"/>
                    <a:pt x="16561" y="33691"/>
                  </a:cubicBezTo>
                  <a:cubicBezTo>
                    <a:pt x="16978" y="31608"/>
                    <a:pt x="17394" y="29525"/>
                    <a:pt x="17978" y="27525"/>
                  </a:cubicBezTo>
                  <a:cubicBezTo>
                    <a:pt x="20228" y="19859"/>
                    <a:pt x="23477" y="13026"/>
                    <a:pt x="24228" y="4943"/>
                  </a:cubicBezTo>
                  <a:cubicBezTo>
                    <a:pt x="24894" y="-1389"/>
                    <a:pt x="16062" y="-1389"/>
                    <a:pt x="14061" y="3527"/>
                  </a:cubicBezTo>
                  <a:lnTo>
                    <a:pt x="14061" y="3527"/>
                  </a:lnTo>
                  <a:close/>
                </a:path>
              </a:pathLst>
            </a:custGeom>
            <a:grpFill/>
            <a:ln w="8332" cap="flat">
              <a:noFill/>
              <a:prstDash val="solid"/>
              <a:miter/>
            </a:ln>
          </p:spPr>
          <p:txBody>
            <a:bodyPr rtlCol="0" anchor="ctr"/>
            <a:lstStyle/>
            <a:p>
              <a:endParaRPr lang="en-US"/>
            </a:p>
          </p:txBody>
        </p:sp>
        <p:sp>
          <p:nvSpPr>
            <p:cNvPr id="1934" name="Freeform: Shape 1933"/>
            <p:cNvSpPr/>
            <p:nvPr/>
          </p:nvSpPr>
          <p:spPr>
            <a:xfrm>
              <a:off x="7942702" y="44110"/>
              <a:ext cx="18108" cy="43825"/>
            </a:xfrm>
            <a:custGeom>
              <a:avLst/>
              <a:gdLst>
                <a:gd name="connsiteX0" fmla="*/ 17268 w 18108"/>
                <a:gd name="connsiteY0" fmla="*/ 32311 h 43825"/>
                <a:gd name="connsiteX1" fmla="*/ 16685 w 18108"/>
                <a:gd name="connsiteY1" fmla="*/ 20812 h 43825"/>
                <a:gd name="connsiteX2" fmla="*/ 15185 w 18108"/>
                <a:gd name="connsiteY2" fmla="*/ 5396 h 43825"/>
                <a:gd name="connsiteX3" fmla="*/ 4353 w 18108"/>
                <a:gd name="connsiteY3" fmla="*/ 3897 h 43825"/>
                <a:gd name="connsiteX4" fmla="*/ 1353 w 18108"/>
                <a:gd name="connsiteY4" fmla="*/ 14729 h 43825"/>
                <a:gd name="connsiteX5" fmla="*/ 270 w 18108"/>
                <a:gd name="connsiteY5" fmla="*/ 25728 h 43825"/>
                <a:gd name="connsiteX6" fmla="*/ 6769 w 18108"/>
                <a:gd name="connsiteY6" fmla="*/ 42810 h 43825"/>
                <a:gd name="connsiteX7" fmla="*/ 17268 w 18108"/>
                <a:gd name="connsiteY7" fmla="*/ 32311 h 43825"/>
                <a:gd name="connsiteX8" fmla="*/ 17268 w 18108"/>
                <a:gd name="connsiteY8" fmla="*/ 32311 h 4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108" h="43825">
                  <a:moveTo>
                    <a:pt x="17268" y="32311"/>
                  </a:moveTo>
                  <a:cubicBezTo>
                    <a:pt x="16519" y="30727"/>
                    <a:pt x="16935" y="23561"/>
                    <a:pt x="16685" y="20812"/>
                  </a:cubicBezTo>
                  <a:cubicBezTo>
                    <a:pt x="16185" y="15645"/>
                    <a:pt x="15685" y="10563"/>
                    <a:pt x="15185" y="5396"/>
                  </a:cubicBezTo>
                  <a:cubicBezTo>
                    <a:pt x="14685" y="-520"/>
                    <a:pt x="6103" y="-2353"/>
                    <a:pt x="4353" y="3897"/>
                  </a:cubicBezTo>
                  <a:cubicBezTo>
                    <a:pt x="3353" y="7563"/>
                    <a:pt x="1937" y="10896"/>
                    <a:pt x="1353" y="14729"/>
                  </a:cubicBezTo>
                  <a:cubicBezTo>
                    <a:pt x="854" y="18395"/>
                    <a:pt x="603" y="22062"/>
                    <a:pt x="270" y="25728"/>
                  </a:cubicBezTo>
                  <a:cubicBezTo>
                    <a:pt x="-480" y="32561"/>
                    <a:pt x="-64" y="39143"/>
                    <a:pt x="6769" y="42810"/>
                  </a:cubicBezTo>
                  <a:cubicBezTo>
                    <a:pt x="13768" y="46559"/>
                    <a:pt x="20518" y="39227"/>
                    <a:pt x="17268" y="32311"/>
                  </a:cubicBezTo>
                  <a:lnTo>
                    <a:pt x="17268" y="32311"/>
                  </a:lnTo>
                  <a:close/>
                </a:path>
              </a:pathLst>
            </a:custGeom>
            <a:grpFill/>
            <a:ln w="8332" cap="flat">
              <a:noFill/>
              <a:prstDash val="solid"/>
              <a:miter/>
            </a:ln>
          </p:spPr>
          <p:txBody>
            <a:bodyPr rtlCol="0" anchor="ctr"/>
            <a:lstStyle/>
            <a:p>
              <a:endParaRPr lang="en-US"/>
            </a:p>
          </p:txBody>
        </p:sp>
        <p:sp>
          <p:nvSpPr>
            <p:cNvPr id="1935" name="Freeform: Shape 1934"/>
            <p:cNvSpPr/>
            <p:nvPr/>
          </p:nvSpPr>
          <p:spPr>
            <a:xfrm>
              <a:off x="7996724" y="39060"/>
              <a:ext cx="33721" cy="35183"/>
            </a:xfrm>
            <a:custGeom>
              <a:avLst/>
              <a:gdLst>
                <a:gd name="connsiteX0" fmla="*/ 31574 w 33721"/>
                <a:gd name="connsiteY0" fmla="*/ 21112 h 35183"/>
                <a:gd name="connsiteX1" fmla="*/ 20908 w 33721"/>
                <a:gd name="connsiteY1" fmla="*/ 8696 h 35183"/>
                <a:gd name="connsiteX2" fmla="*/ 14909 w 33721"/>
                <a:gd name="connsiteY2" fmla="*/ 3530 h 35183"/>
                <a:gd name="connsiteX3" fmla="*/ 7160 w 33721"/>
                <a:gd name="connsiteY3" fmla="*/ 613 h 35183"/>
                <a:gd name="connsiteX4" fmla="*/ 1410 w 33721"/>
                <a:gd name="connsiteY4" fmla="*/ 8113 h 35183"/>
                <a:gd name="connsiteX5" fmla="*/ 7077 w 33721"/>
                <a:gd name="connsiteY5" fmla="*/ 12529 h 35183"/>
                <a:gd name="connsiteX6" fmla="*/ 11326 w 33721"/>
                <a:gd name="connsiteY6" fmla="*/ 18945 h 35183"/>
                <a:gd name="connsiteX7" fmla="*/ 20242 w 33721"/>
                <a:gd name="connsiteY7" fmla="*/ 32611 h 35183"/>
                <a:gd name="connsiteX8" fmla="*/ 31574 w 33721"/>
                <a:gd name="connsiteY8" fmla="*/ 21112 h 35183"/>
                <a:gd name="connsiteX9" fmla="*/ 31574 w 33721"/>
                <a:gd name="connsiteY9" fmla="*/ 21112 h 35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3721" h="35183">
                  <a:moveTo>
                    <a:pt x="31574" y="21112"/>
                  </a:moveTo>
                  <a:cubicBezTo>
                    <a:pt x="27908" y="17029"/>
                    <a:pt x="24575" y="12779"/>
                    <a:pt x="20908" y="8696"/>
                  </a:cubicBezTo>
                  <a:cubicBezTo>
                    <a:pt x="19159" y="6780"/>
                    <a:pt x="17159" y="4863"/>
                    <a:pt x="14909" y="3530"/>
                  </a:cubicBezTo>
                  <a:cubicBezTo>
                    <a:pt x="12493" y="2030"/>
                    <a:pt x="9576" y="1947"/>
                    <a:pt x="7160" y="613"/>
                  </a:cubicBezTo>
                  <a:cubicBezTo>
                    <a:pt x="2493" y="-1970"/>
                    <a:pt x="-2506" y="4196"/>
                    <a:pt x="1410" y="8113"/>
                  </a:cubicBezTo>
                  <a:cubicBezTo>
                    <a:pt x="3161" y="9779"/>
                    <a:pt x="5410" y="10863"/>
                    <a:pt x="7077" y="12529"/>
                  </a:cubicBezTo>
                  <a:cubicBezTo>
                    <a:pt x="8743" y="14362"/>
                    <a:pt x="10076" y="16779"/>
                    <a:pt x="11326" y="18945"/>
                  </a:cubicBezTo>
                  <a:cubicBezTo>
                    <a:pt x="14159" y="23695"/>
                    <a:pt x="16576" y="28444"/>
                    <a:pt x="20242" y="32611"/>
                  </a:cubicBezTo>
                  <a:cubicBezTo>
                    <a:pt x="27075" y="40360"/>
                    <a:pt x="38491" y="28861"/>
                    <a:pt x="31574" y="21112"/>
                  </a:cubicBezTo>
                  <a:lnTo>
                    <a:pt x="31574" y="21112"/>
                  </a:lnTo>
                  <a:close/>
                </a:path>
              </a:pathLst>
            </a:custGeom>
            <a:grpFill/>
            <a:ln w="8332" cap="flat">
              <a:noFill/>
              <a:prstDash val="solid"/>
              <a:miter/>
            </a:ln>
          </p:spPr>
          <p:txBody>
            <a:bodyPr rtlCol="0" anchor="ctr"/>
            <a:lstStyle/>
            <a:p>
              <a:endParaRPr lang="en-US"/>
            </a:p>
          </p:txBody>
        </p:sp>
        <p:sp>
          <p:nvSpPr>
            <p:cNvPr id="1936" name="Freeform: Shape 1935"/>
            <p:cNvSpPr/>
            <p:nvPr/>
          </p:nvSpPr>
          <p:spPr>
            <a:xfrm>
              <a:off x="8032761" y="2997"/>
              <a:ext cx="46721" cy="19304"/>
            </a:xfrm>
            <a:custGeom>
              <a:avLst/>
              <a:gdLst>
                <a:gd name="connsiteX0" fmla="*/ 43365 w 46721"/>
                <a:gd name="connsiteY0" fmla="*/ 6096 h 19304"/>
                <a:gd name="connsiteX1" fmla="*/ 24450 w 46721"/>
                <a:gd name="connsiteY1" fmla="*/ 2763 h 19304"/>
                <a:gd name="connsiteX2" fmla="*/ 6785 w 46721"/>
                <a:gd name="connsiteY2" fmla="*/ 97 h 19304"/>
                <a:gd name="connsiteX3" fmla="*/ 3869 w 46721"/>
                <a:gd name="connsiteY3" fmla="*/ 10512 h 19304"/>
                <a:gd name="connsiteX4" fmla="*/ 41783 w 46721"/>
                <a:gd name="connsiteY4" fmla="*/ 18595 h 19304"/>
                <a:gd name="connsiteX5" fmla="*/ 43365 w 46721"/>
                <a:gd name="connsiteY5" fmla="*/ 6096 h 19304"/>
                <a:gd name="connsiteX6" fmla="*/ 43365 w 46721"/>
                <a:gd name="connsiteY6" fmla="*/ 6096 h 19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721" h="19304">
                  <a:moveTo>
                    <a:pt x="43365" y="6096"/>
                  </a:moveTo>
                  <a:cubicBezTo>
                    <a:pt x="37116" y="3263"/>
                    <a:pt x="31200" y="3263"/>
                    <a:pt x="24450" y="2763"/>
                  </a:cubicBezTo>
                  <a:cubicBezTo>
                    <a:pt x="18368" y="2263"/>
                    <a:pt x="12702" y="1096"/>
                    <a:pt x="6785" y="97"/>
                  </a:cubicBezTo>
                  <a:cubicBezTo>
                    <a:pt x="36" y="-1070"/>
                    <a:pt x="-2963" y="8679"/>
                    <a:pt x="3869" y="10512"/>
                  </a:cubicBezTo>
                  <a:cubicBezTo>
                    <a:pt x="16618" y="13929"/>
                    <a:pt x="27950" y="21678"/>
                    <a:pt x="41783" y="18595"/>
                  </a:cubicBezTo>
                  <a:cubicBezTo>
                    <a:pt x="47199" y="17428"/>
                    <a:pt x="48782" y="8512"/>
                    <a:pt x="43365" y="6096"/>
                  </a:cubicBezTo>
                  <a:lnTo>
                    <a:pt x="43365" y="6096"/>
                  </a:lnTo>
                  <a:close/>
                </a:path>
              </a:pathLst>
            </a:custGeom>
            <a:grpFill/>
            <a:ln w="8332" cap="flat">
              <a:noFill/>
              <a:prstDash val="solid"/>
              <a:miter/>
            </a:ln>
          </p:spPr>
          <p:txBody>
            <a:bodyPr rtlCol="0" anchor="ctr"/>
            <a:lstStyle/>
            <a:p>
              <a:endParaRPr lang="en-US"/>
            </a:p>
          </p:txBody>
        </p:sp>
        <p:sp>
          <p:nvSpPr>
            <p:cNvPr id="1937" name="Freeform: Shape 1936"/>
            <p:cNvSpPr/>
            <p:nvPr/>
          </p:nvSpPr>
          <p:spPr>
            <a:xfrm>
              <a:off x="8040109" y="-46571"/>
              <a:ext cx="47809" cy="16326"/>
            </a:xfrm>
            <a:custGeom>
              <a:avLst/>
              <a:gdLst>
                <a:gd name="connsiteX0" fmla="*/ 42183 w 47809"/>
                <a:gd name="connsiteY0" fmla="*/ 3 h 16326"/>
                <a:gd name="connsiteX1" fmla="*/ 26102 w 47809"/>
                <a:gd name="connsiteY1" fmla="*/ 3169 h 16326"/>
                <a:gd name="connsiteX2" fmla="*/ 2687 w 47809"/>
                <a:gd name="connsiteY2" fmla="*/ 7919 h 16326"/>
                <a:gd name="connsiteX3" fmla="*/ 2687 w 47809"/>
                <a:gd name="connsiteY3" fmla="*/ 15168 h 16326"/>
                <a:gd name="connsiteX4" fmla="*/ 30352 w 47809"/>
                <a:gd name="connsiteY4" fmla="*/ 15751 h 16326"/>
                <a:gd name="connsiteX5" fmla="*/ 47184 w 47809"/>
                <a:gd name="connsiteY5" fmla="*/ 8669 h 16326"/>
                <a:gd name="connsiteX6" fmla="*/ 42183 w 47809"/>
                <a:gd name="connsiteY6" fmla="*/ 3 h 16326"/>
                <a:gd name="connsiteX7" fmla="*/ 42183 w 47809"/>
                <a:gd name="connsiteY7" fmla="*/ 3 h 16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809" h="16326">
                  <a:moveTo>
                    <a:pt x="42183" y="3"/>
                  </a:moveTo>
                  <a:cubicBezTo>
                    <a:pt x="36518" y="-80"/>
                    <a:pt x="31602" y="1669"/>
                    <a:pt x="26102" y="3169"/>
                  </a:cubicBezTo>
                  <a:cubicBezTo>
                    <a:pt x="18436" y="5252"/>
                    <a:pt x="10520" y="6752"/>
                    <a:pt x="2687" y="7919"/>
                  </a:cubicBezTo>
                  <a:cubicBezTo>
                    <a:pt x="-896" y="8502"/>
                    <a:pt x="-896" y="14668"/>
                    <a:pt x="2687" y="15168"/>
                  </a:cubicBezTo>
                  <a:cubicBezTo>
                    <a:pt x="11853" y="16501"/>
                    <a:pt x="21103" y="16668"/>
                    <a:pt x="30352" y="15751"/>
                  </a:cubicBezTo>
                  <a:cubicBezTo>
                    <a:pt x="36351" y="15168"/>
                    <a:pt x="44266" y="15002"/>
                    <a:pt x="47184" y="8669"/>
                  </a:cubicBezTo>
                  <a:cubicBezTo>
                    <a:pt x="48933" y="4752"/>
                    <a:pt x="46933" y="3"/>
                    <a:pt x="42183" y="3"/>
                  </a:cubicBezTo>
                  <a:lnTo>
                    <a:pt x="42183" y="3"/>
                  </a:lnTo>
                  <a:close/>
                </a:path>
              </a:pathLst>
            </a:custGeom>
            <a:grpFill/>
            <a:ln w="8332" cap="flat">
              <a:noFill/>
              <a:prstDash val="solid"/>
              <a:miter/>
            </a:ln>
          </p:spPr>
          <p:txBody>
            <a:bodyPr rtlCol="0" anchor="ctr"/>
            <a:lstStyle/>
            <a:p>
              <a:endParaRPr lang="en-US"/>
            </a:p>
          </p:txBody>
        </p:sp>
        <p:sp>
          <p:nvSpPr>
            <p:cNvPr id="1938" name="Freeform: Shape 1937"/>
            <p:cNvSpPr/>
            <p:nvPr/>
          </p:nvSpPr>
          <p:spPr>
            <a:xfrm>
              <a:off x="7815144" y="69368"/>
              <a:ext cx="29918" cy="42618"/>
            </a:xfrm>
            <a:custGeom>
              <a:avLst/>
              <a:gdLst>
                <a:gd name="connsiteX0" fmla="*/ 18171 w 29918"/>
                <a:gd name="connsiteY0" fmla="*/ 2970 h 42618"/>
                <a:gd name="connsiteX1" fmla="*/ 3006 w 29918"/>
                <a:gd name="connsiteY1" fmla="*/ 24384 h 42618"/>
                <a:gd name="connsiteX2" fmla="*/ 5672 w 29918"/>
                <a:gd name="connsiteY2" fmla="*/ 41883 h 42618"/>
                <a:gd name="connsiteX3" fmla="*/ 15172 w 29918"/>
                <a:gd name="connsiteY3" fmla="*/ 32717 h 42618"/>
                <a:gd name="connsiteX4" fmla="*/ 15339 w 29918"/>
                <a:gd name="connsiteY4" fmla="*/ 32384 h 42618"/>
                <a:gd name="connsiteX5" fmla="*/ 16755 w 29918"/>
                <a:gd name="connsiteY5" fmla="*/ 29884 h 42618"/>
                <a:gd name="connsiteX6" fmla="*/ 20588 w 29918"/>
                <a:gd name="connsiteY6" fmla="*/ 23301 h 42618"/>
                <a:gd name="connsiteX7" fmla="*/ 29004 w 29918"/>
                <a:gd name="connsiteY7" fmla="*/ 9302 h 42618"/>
                <a:gd name="connsiteX8" fmla="*/ 18171 w 29918"/>
                <a:gd name="connsiteY8" fmla="*/ 2970 h 42618"/>
                <a:gd name="connsiteX9" fmla="*/ 18171 w 29918"/>
                <a:gd name="connsiteY9" fmla="*/ 2970 h 42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918" h="42618">
                  <a:moveTo>
                    <a:pt x="18171" y="2970"/>
                  </a:moveTo>
                  <a:cubicBezTo>
                    <a:pt x="13506" y="10469"/>
                    <a:pt x="7922" y="17052"/>
                    <a:pt x="3006" y="24384"/>
                  </a:cubicBezTo>
                  <a:cubicBezTo>
                    <a:pt x="-993" y="30384"/>
                    <a:pt x="-1826" y="38216"/>
                    <a:pt x="5672" y="41883"/>
                  </a:cubicBezTo>
                  <a:cubicBezTo>
                    <a:pt x="11339" y="44716"/>
                    <a:pt x="18755" y="38883"/>
                    <a:pt x="15172" y="32717"/>
                  </a:cubicBezTo>
                  <a:cubicBezTo>
                    <a:pt x="15255" y="32634"/>
                    <a:pt x="15255" y="32550"/>
                    <a:pt x="15339" y="32384"/>
                  </a:cubicBezTo>
                  <a:cubicBezTo>
                    <a:pt x="15839" y="31550"/>
                    <a:pt x="16255" y="30717"/>
                    <a:pt x="16755" y="29884"/>
                  </a:cubicBezTo>
                  <a:cubicBezTo>
                    <a:pt x="18006" y="27717"/>
                    <a:pt x="19338" y="25468"/>
                    <a:pt x="20588" y="23301"/>
                  </a:cubicBezTo>
                  <a:cubicBezTo>
                    <a:pt x="23337" y="18635"/>
                    <a:pt x="26255" y="13969"/>
                    <a:pt x="29004" y="9302"/>
                  </a:cubicBezTo>
                  <a:cubicBezTo>
                    <a:pt x="33087" y="2303"/>
                    <a:pt x="22421" y="-3863"/>
                    <a:pt x="18171" y="2970"/>
                  </a:cubicBezTo>
                  <a:lnTo>
                    <a:pt x="18171" y="2970"/>
                  </a:lnTo>
                  <a:close/>
                </a:path>
              </a:pathLst>
            </a:custGeom>
            <a:grpFill/>
            <a:ln w="8332" cap="flat">
              <a:noFill/>
              <a:prstDash val="solid"/>
              <a:miter/>
            </a:ln>
          </p:spPr>
          <p:txBody>
            <a:bodyPr rtlCol="0" anchor="ctr"/>
            <a:lstStyle/>
            <a:p>
              <a:endParaRPr lang="en-US"/>
            </a:p>
          </p:txBody>
        </p:sp>
        <p:sp>
          <p:nvSpPr>
            <p:cNvPr id="1939" name="Freeform: Shape 1938"/>
            <p:cNvSpPr/>
            <p:nvPr/>
          </p:nvSpPr>
          <p:spPr>
            <a:xfrm>
              <a:off x="7885080" y="101504"/>
              <a:ext cx="22458" cy="44877"/>
            </a:xfrm>
            <a:custGeom>
              <a:avLst/>
              <a:gdLst>
                <a:gd name="connsiteX0" fmla="*/ 9313 w 22458"/>
                <a:gd name="connsiteY0" fmla="*/ 3247 h 44877"/>
                <a:gd name="connsiteX1" fmla="*/ 2897 w 22458"/>
                <a:gd name="connsiteY1" fmla="*/ 41827 h 44877"/>
                <a:gd name="connsiteX2" fmla="*/ 15146 w 22458"/>
                <a:gd name="connsiteY2" fmla="*/ 38494 h 44877"/>
                <a:gd name="connsiteX3" fmla="*/ 18062 w 22458"/>
                <a:gd name="connsiteY3" fmla="*/ 24662 h 44877"/>
                <a:gd name="connsiteX4" fmla="*/ 21979 w 22458"/>
                <a:gd name="connsiteY4" fmla="*/ 8580 h 44877"/>
                <a:gd name="connsiteX5" fmla="*/ 9313 w 22458"/>
                <a:gd name="connsiteY5" fmla="*/ 3247 h 44877"/>
                <a:gd name="connsiteX6" fmla="*/ 9313 w 22458"/>
                <a:gd name="connsiteY6" fmla="*/ 3247 h 44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458" h="44877">
                  <a:moveTo>
                    <a:pt x="9313" y="3247"/>
                  </a:moveTo>
                  <a:cubicBezTo>
                    <a:pt x="3814" y="13246"/>
                    <a:pt x="-4436" y="31161"/>
                    <a:pt x="2897" y="41827"/>
                  </a:cubicBezTo>
                  <a:cubicBezTo>
                    <a:pt x="6397" y="46993"/>
                    <a:pt x="15229" y="45410"/>
                    <a:pt x="15146" y="38494"/>
                  </a:cubicBezTo>
                  <a:cubicBezTo>
                    <a:pt x="15146" y="33911"/>
                    <a:pt x="17146" y="29161"/>
                    <a:pt x="18062" y="24662"/>
                  </a:cubicBezTo>
                  <a:cubicBezTo>
                    <a:pt x="19062" y="19162"/>
                    <a:pt x="19813" y="13913"/>
                    <a:pt x="21979" y="8580"/>
                  </a:cubicBezTo>
                  <a:cubicBezTo>
                    <a:pt x="24979" y="1247"/>
                    <a:pt x="13063" y="-3502"/>
                    <a:pt x="9313" y="3247"/>
                  </a:cubicBezTo>
                  <a:lnTo>
                    <a:pt x="9313" y="3247"/>
                  </a:lnTo>
                  <a:close/>
                </a:path>
              </a:pathLst>
            </a:custGeom>
            <a:grpFill/>
            <a:ln w="8332" cap="flat">
              <a:noFill/>
              <a:prstDash val="solid"/>
              <a:miter/>
            </a:ln>
          </p:spPr>
          <p:txBody>
            <a:bodyPr rtlCol="0" anchor="ctr"/>
            <a:lstStyle/>
            <a:p>
              <a:endParaRPr lang="en-US"/>
            </a:p>
          </p:txBody>
        </p:sp>
        <p:sp>
          <p:nvSpPr>
            <p:cNvPr id="1940" name="Freeform: Shape 1939"/>
            <p:cNvSpPr/>
            <p:nvPr/>
          </p:nvSpPr>
          <p:spPr>
            <a:xfrm>
              <a:off x="7955896" y="108695"/>
              <a:ext cx="19511" cy="39097"/>
            </a:xfrm>
            <a:custGeom>
              <a:avLst/>
              <a:gdLst>
                <a:gd name="connsiteX0" fmla="*/ 19406 w 19511"/>
                <a:gd name="connsiteY0" fmla="*/ 31636 h 39097"/>
                <a:gd name="connsiteX1" fmla="*/ 11407 w 19511"/>
                <a:gd name="connsiteY1" fmla="*/ 3139 h 39097"/>
                <a:gd name="connsiteX2" fmla="*/ 158 w 19511"/>
                <a:gd name="connsiteY2" fmla="*/ 7888 h 39097"/>
                <a:gd name="connsiteX3" fmla="*/ 12240 w 19511"/>
                <a:gd name="connsiteY3" fmla="*/ 38802 h 39097"/>
                <a:gd name="connsiteX4" fmla="*/ 19406 w 19511"/>
                <a:gd name="connsiteY4" fmla="*/ 31636 h 39097"/>
                <a:gd name="connsiteX5" fmla="*/ 19406 w 19511"/>
                <a:gd name="connsiteY5" fmla="*/ 31636 h 39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511" h="39097">
                  <a:moveTo>
                    <a:pt x="19406" y="31636"/>
                  </a:moveTo>
                  <a:cubicBezTo>
                    <a:pt x="17740" y="22220"/>
                    <a:pt x="15573" y="11721"/>
                    <a:pt x="11407" y="3139"/>
                  </a:cubicBezTo>
                  <a:cubicBezTo>
                    <a:pt x="8241" y="-3444"/>
                    <a:pt x="-1342" y="1389"/>
                    <a:pt x="158" y="7888"/>
                  </a:cubicBezTo>
                  <a:cubicBezTo>
                    <a:pt x="2574" y="19054"/>
                    <a:pt x="-2175" y="34219"/>
                    <a:pt x="12240" y="38802"/>
                  </a:cubicBezTo>
                  <a:cubicBezTo>
                    <a:pt x="16823" y="40302"/>
                    <a:pt x="20156" y="35803"/>
                    <a:pt x="19406" y="31636"/>
                  </a:cubicBezTo>
                  <a:lnTo>
                    <a:pt x="19406" y="31636"/>
                  </a:lnTo>
                  <a:close/>
                </a:path>
              </a:pathLst>
            </a:custGeom>
            <a:grpFill/>
            <a:ln w="8332" cap="flat">
              <a:noFill/>
              <a:prstDash val="solid"/>
              <a:miter/>
            </a:ln>
          </p:spPr>
          <p:txBody>
            <a:bodyPr rtlCol="0" anchor="ctr"/>
            <a:lstStyle/>
            <a:p>
              <a:endParaRPr lang="en-US"/>
            </a:p>
          </p:txBody>
        </p:sp>
        <p:sp>
          <p:nvSpPr>
            <p:cNvPr id="1941" name="Freeform: Shape 1940"/>
            <p:cNvSpPr/>
            <p:nvPr/>
          </p:nvSpPr>
          <p:spPr>
            <a:xfrm>
              <a:off x="8011976" y="101321"/>
              <a:ext cx="33905" cy="33117"/>
            </a:xfrm>
            <a:custGeom>
              <a:avLst/>
              <a:gdLst>
                <a:gd name="connsiteX0" fmla="*/ 33737 w 33905"/>
                <a:gd name="connsiteY0" fmla="*/ 24345 h 33117"/>
                <a:gd name="connsiteX1" fmla="*/ 20988 w 33905"/>
                <a:gd name="connsiteY1" fmla="*/ 10596 h 33117"/>
                <a:gd name="connsiteX2" fmla="*/ 7406 w 33905"/>
                <a:gd name="connsiteY2" fmla="*/ 763 h 33117"/>
                <a:gd name="connsiteX3" fmla="*/ 1407 w 33905"/>
                <a:gd name="connsiteY3" fmla="*/ 8513 h 33117"/>
                <a:gd name="connsiteX4" fmla="*/ 26987 w 33905"/>
                <a:gd name="connsiteY4" fmla="*/ 33094 h 33117"/>
                <a:gd name="connsiteX5" fmla="*/ 33737 w 33905"/>
                <a:gd name="connsiteY5" fmla="*/ 24345 h 33117"/>
                <a:gd name="connsiteX6" fmla="*/ 33737 w 33905"/>
                <a:gd name="connsiteY6" fmla="*/ 24345 h 33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905" h="33117">
                  <a:moveTo>
                    <a:pt x="33737" y="24345"/>
                  </a:moveTo>
                  <a:cubicBezTo>
                    <a:pt x="32237" y="18095"/>
                    <a:pt x="25904" y="14179"/>
                    <a:pt x="20988" y="10596"/>
                  </a:cubicBezTo>
                  <a:cubicBezTo>
                    <a:pt x="16488" y="7263"/>
                    <a:pt x="12072" y="3846"/>
                    <a:pt x="7406" y="763"/>
                  </a:cubicBezTo>
                  <a:cubicBezTo>
                    <a:pt x="2739" y="-2320"/>
                    <a:pt x="-2594" y="4680"/>
                    <a:pt x="1407" y="8513"/>
                  </a:cubicBezTo>
                  <a:cubicBezTo>
                    <a:pt x="10072" y="16679"/>
                    <a:pt x="13155" y="31844"/>
                    <a:pt x="26987" y="33094"/>
                  </a:cubicBezTo>
                  <a:cubicBezTo>
                    <a:pt x="31736" y="33510"/>
                    <a:pt x="34654" y="28344"/>
                    <a:pt x="33737" y="24345"/>
                  </a:cubicBezTo>
                  <a:lnTo>
                    <a:pt x="33737" y="24345"/>
                  </a:lnTo>
                  <a:close/>
                </a:path>
              </a:pathLst>
            </a:custGeom>
            <a:grpFill/>
            <a:ln w="8332" cap="flat">
              <a:noFill/>
              <a:prstDash val="solid"/>
              <a:miter/>
            </a:ln>
          </p:spPr>
          <p:txBody>
            <a:bodyPr rtlCol="0" anchor="ctr"/>
            <a:lstStyle/>
            <a:p>
              <a:endParaRPr lang="en-US"/>
            </a:p>
          </p:txBody>
        </p:sp>
        <p:sp>
          <p:nvSpPr>
            <p:cNvPr id="1942" name="Freeform: Shape 1941"/>
            <p:cNvSpPr/>
            <p:nvPr/>
          </p:nvSpPr>
          <p:spPr>
            <a:xfrm>
              <a:off x="8066191" y="56582"/>
              <a:ext cx="46102" cy="18057"/>
            </a:xfrm>
            <a:custGeom>
              <a:avLst/>
              <a:gdLst>
                <a:gd name="connsiteX0" fmla="*/ 36183 w 46102"/>
                <a:gd name="connsiteY0" fmla="*/ 1923 h 18057"/>
                <a:gd name="connsiteX1" fmla="*/ 7019 w 46102"/>
                <a:gd name="connsiteY1" fmla="*/ 90 h 18057"/>
                <a:gd name="connsiteX2" fmla="*/ 4020 w 46102"/>
                <a:gd name="connsiteY2" fmla="*/ 10839 h 18057"/>
                <a:gd name="connsiteX3" fmla="*/ 42099 w 46102"/>
                <a:gd name="connsiteY3" fmla="*/ 15922 h 18057"/>
                <a:gd name="connsiteX4" fmla="*/ 36183 w 46102"/>
                <a:gd name="connsiteY4" fmla="*/ 1923 h 18057"/>
                <a:gd name="connsiteX5" fmla="*/ 36183 w 46102"/>
                <a:gd name="connsiteY5" fmla="*/ 1923 h 18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102" h="18057">
                  <a:moveTo>
                    <a:pt x="36183" y="1923"/>
                  </a:moveTo>
                  <a:cubicBezTo>
                    <a:pt x="26517" y="3507"/>
                    <a:pt x="16519" y="1757"/>
                    <a:pt x="7019" y="90"/>
                  </a:cubicBezTo>
                  <a:cubicBezTo>
                    <a:pt x="20" y="-1076"/>
                    <a:pt x="-3063" y="9423"/>
                    <a:pt x="4020" y="10839"/>
                  </a:cubicBezTo>
                  <a:cubicBezTo>
                    <a:pt x="16769" y="13422"/>
                    <a:pt x="29268" y="22005"/>
                    <a:pt x="42099" y="15922"/>
                  </a:cubicBezTo>
                  <a:cubicBezTo>
                    <a:pt x="50599" y="11923"/>
                    <a:pt x="44100" y="590"/>
                    <a:pt x="36183" y="1923"/>
                  </a:cubicBezTo>
                  <a:lnTo>
                    <a:pt x="36183" y="1923"/>
                  </a:lnTo>
                  <a:close/>
                </a:path>
              </a:pathLst>
            </a:custGeom>
            <a:grpFill/>
            <a:ln w="8332" cap="flat">
              <a:noFill/>
              <a:prstDash val="solid"/>
              <a:miter/>
            </a:ln>
          </p:spPr>
          <p:txBody>
            <a:bodyPr rtlCol="0" anchor="ctr"/>
            <a:lstStyle/>
            <a:p>
              <a:endParaRPr lang="en-US"/>
            </a:p>
          </p:txBody>
        </p:sp>
        <p:sp>
          <p:nvSpPr>
            <p:cNvPr id="1943" name="Freeform: Shape 1942"/>
            <p:cNvSpPr/>
            <p:nvPr/>
          </p:nvSpPr>
          <p:spPr>
            <a:xfrm>
              <a:off x="8098572" y="-5144"/>
              <a:ext cx="34132" cy="12244"/>
            </a:xfrm>
            <a:custGeom>
              <a:avLst/>
              <a:gdLst>
                <a:gd name="connsiteX0" fmla="*/ 30383 w 34132"/>
                <a:gd name="connsiteY0" fmla="*/ 656 h 12244"/>
                <a:gd name="connsiteX1" fmla="*/ 4969 w 34132"/>
                <a:gd name="connsiteY1" fmla="*/ 1489 h 12244"/>
                <a:gd name="connsiteX2" fmla="*/ 4969 w 34132"/>
                <a:gd name="connsiteY2" fmla="*/ 11822 h 12244"/>
                <a:gd name="connsiteX3" fmla="*/ 30383 w 34132"/>
                <a:gd name="connsiteY3" fmla="*/ 10738 h 12244"/>
                <a:gd name="connsiteX4" fmla="*/ 30383 w 34132"/>
                <a:gd name="connsiteY4" fmla="*/ 656 h 12244"/>
                <a:gd name="connsiteX5" fmla="*/ 30383 w 34132"/>
                <a:gd name="connsiteY5" fmla="*/ 656 h 12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132" h="12244">
                  <a:moveTo>
                    <a:pt x="30383" y="656"/>
                  </a:moveTo>
                  <a:cubicBezTo>
                    <a:pt x="21634" y="-844"/>
                    <a:pt x="13635" y="573"/>
                    <a:pt x="4969" y="1489"/>
                  </a:cubicBezTo>
                  <a:cubicBezTo>
                    <a:pt x="-1614" y="2156"/>
                    <a:pt x="-1698" y="11155"/>
                    <a:pt x="4969" y="11822"/>
                  </a:cubicBezTo>
                  <a:cubicBezTo>
                    <a:pt x="13635" y="12655"/>
                    <a:pt x="21884" y="12238"/>
                    <a:pt x="30383" y="10738"/>
                  </a:cubicBezTo>
                  <a:cubicBezTo>
                    <a:pt x="35383" y="9905"/>
                    <a:pt x="35383" y="1489"/>
                    <a:pt x="30383" y="656"/>
                  </a:cubicBezTo>
                  <a:lnTo>
                    <a:pt x="30383" y="656"/>
                  </a:lnTo>
                  <a:close/>
                </a:path>
              </a:pathLst>
            </a:custGeom>
            <a:grpFill/>
            <a:ln w="8332" cap="flat">
              <a:noFill/>
              <a:prstDash val="solid"/>
              <a:miter/>
            </a:ln>
          </p:spPr>
          <p:txBody>
            <a:bodyPr rtlCol="0" anchor="ctr"/>
            <a:lstStyle/>
            <a:p>
              <a:endParaRPr lang="en-US"/>
            </a:p>
          </p:txBody>
        </p:sp>
        <p:sp>
          <p:nvSpPr>
            <p:cNvPr id="1944" name="Freeform: Shape 1943"/>
            <p:cNvSpPr/>
            <p:nvPr/>
          </p:nvSpPr>
          <p:spPr>
            <a:xfrm>
              <a:off x="11827251" y="546112"/>
              <a:ext cx="413057" cy="515560"/>
            </a:xfrm>
            <a:custGeom>
              <a:avLst/>
              <a:gdLst>
                <a:gd name="connsiteX0" fmla="*/ 405252 w 413057"/>
                <a:gd name="connsiteY0" fmla="*/ 202997 h 515560"/>
                <a:gd name="connsiteX1" fmla="*/ 394503 w 413057"/>
                <a:gd name="connsiteY1" fmla="*/ 172083 h 515560"/>
                <a:gd name="connsiteX2" fmla="*/ 404002 w 413057"/>
                <a:gd name="connsiteY2" fmla="*/ 142086 h 515560"/>
                <a:gd name="connsiteX3" fmla="*/ 391086 w 413057"/>
                <a:gd name="connsiteY3" fmla="*/ 88674 h 515560"/>
                <a:gd name="connsiteX4" fmla="*/ 345340 w 413057"/>
                <a:gd name="connsiteY4" fmla="*/ 79592 h 515560"/>
                <a:gd name="connsiteX5" fmla="*/ 349257 w 413057"/>
                <a:gd name="connsiteY5" fmla="*/ 64093 h 515560"/>
                <a:gd name="connsiteX6" fmla="*/ 347673 w 413057"/>
                <a:gd name="connsiteY6" fmla="*/ 46928 h 515560"/>
                <a:gd name="connsiteX7" fmla="*/ 327508 w 413057"/>
                <a:gd name="connsiteY7" fmla="*/ 16014 h 515560"/>
                <a:gd name="connsiteX8" fmla="*/ 269597 w 413057"/>
                <a:gd name="connsiteY8" fmla="*/ 29929 h 515560"/>
                <a:gd name="connsiteX9" fmla="*/ 188104 w 413057"/>
                <a:gd name="connsiteY9" fmla="*/ 515 h 515560"/>
                <a:gd name="connsiteX10" fmla="*/ 151941 w 413057"/>
                <a:gd name="connsiteY10" fmla="*/ 12681 h 515560"/>
                <a:gd name="connsiteX11" fmla="*/ 131193 w 413057"/>
                <a:gd name="connsiteY11" fmla="*/ 40095 h 515560"/>
                <a:gd name="connsiteX12" fmla="*/ 105195 w 413057"/>
                <a:gd name="connsiteY12" fmla="*/ 52511 h 515560"/>
                <a:gd name="connsiteX13" fmla="*/ 85114 w 413057"/>
                <a:gd name="connsiteY13" fmla="*/ 56344 h 515560"/>
                <a:gd name="connsiteX14" fmla="*/ 52867 w 413057"/>
                <a:gd name="connsiteY14" fmla="*/ 80175 h 515560"/>
                <a:gd name="connsiteX15" fmla="*/ 41534 w 413057"/>
                <a:gd name="connsiteY15" fmla="*/ 145752 h 515560"/>
                <a:gd name="connsiteX16" fmla="*/ 28453 w 413057"/>
                <a:gd name="connsiteY16" fmla="*/ 154502 h 515560"/>
                <a:gd name="connsiteX17" fmla="*/ 14287 w 413057"/>
                <a:gd name="connsiteY17" fmla="*/ 169667 h 515560"/>
                <a:gd name="connsiteX18" fmla="*/ 38 w 413057"/>
                <a:gd name="connsiteY18" fmla="*/ 209830 h 515560"/>
                <a:gd name="connsiteX19" fmla="*/ 50450 w 413057"/>
                <a:gd name="connsiteY19" fmla="*/ 272158 h 515560"/>
                <a:gd name="connsiteX20" fmla="*/ 72865 w 413057"/>
                <a:gd name="connsiteY20" fmla="*/ 273491 h 515560"/>
                <a:gd name="connsiteX21" fmla="*/ 91196 w 413057"/>
                <a:gd name="connsiteY21" fmla="*/ 270491 h 515560"/>
                <a:gd name="connsiteX22" fmla="*/ 103363 w 413057"/>
                <a:gd name="connsiteY22" fmla="*/ 286906 h 515560"/>
                <a:gd name="connsiteX23" fmla="*/ 111695 w 413057"/>
                <a:gd name="connsiteY23" fmla="*/ 292906 h 515560"/>
                <a:gd name="connsiteX24" fmla="*/ 112028 w 413057"/>
                <a:gd name="connsiteY24" fmla="*/ 395646 h 515560"/>
                <a:gd name="connsiteX25" fmla="*/ 105862 w 413057"/>
                <a:gd name="connsiteY25" fmla="*/ 460974 h 515560"/>
                <a:gd name="connsiteX26" fmla="*/ 100779 w 413057"/>
                <a:gd name="connsiteY26" fmla="*/ 488305 h 515560"/>
                <a:gd name="connsiteX27" fmla="*/ 101279 w 413057"/>
                <a:gd name="connsiteY27" fmla="*/ 500637 h 515560"/>
                <a:gd name="connsiteX28" fmla="*/ 107778 w 413057"/>
                <a:gd name="connsiteY28" fmla="*/ 504387 h 515560"/>
                <a:gd name="connsiteX29" fmla="*/ 155274 w 413057"/>
                <a:gd name="connsiteY29" fmla="*/ 506470 h 515560"/>
                <a:gd name="connsiteX30" fmla="*/ 197937 w 413057"/>
                <a:gd name="connsiteY30" fmla="*/ 515552 h 515560"/>
                <a:gd name="connsiteX31" fmla="*/ 228268 w 413057"/>
                <a:gd name="connsiteY31" fmla="*/ 466307 h 515560"/>
                <a:gd name="connsiteX32" fmla="*/ 241516 w 413057"/>
                <a:gd name="connsiteY32" fmla="*/ 372898 h 515560"/>
                <a:gd name="connsiteX33" fmla="*/ 256931 w 413057"/>
                <a:gd name="connsiteY33" fmla="*/ 313154 h 515560"/>
                <a:gd name="connsiteX34" fmla="*/ 258764 w 413057"/>
                <a:gd name="connsiteY34" fmla="*/ 317987 h 515560"/>
                <a:gd name="connsiteX35" fmla="*/ 275097 w 413057"/>
                <a:gd name="connsiteY35" fmla="*/ 337985 h 515560"/>
                <a:gd name="connsiteX36" fmla="*/ 329591 w 413057"/>
                <a:gd name="connsiteY36" fmla="*/ 354900 h 515560"/>
                <a:gd name="connsiteX37" fmla="*/ 372588 w 413057"/>
                <a:gd name="connsiteY37" fmla="*/ 323903 h 515560"/>
                <a:gd name="connsiteX38" fmla="*/ 389837 w 413057"/>
                <a:gd name="connsiteY38" fmla="*/ 298322 h 515560"/>
                <a:gd name="connsiteX39" fmla="*/ 405419 w 413057"/>
                <a:gd name="connsiteY39" fmla="*/ 267908 h 515560"/>
                <a:gd name="connsiteX40" fmla="*/ 405252 w 413057"/>
                <a:gd name="connsiteY40" fmla="*/ 202997 h 515560"/>
                <a:gd name="connsiteX41" fmla="*/ 405252 w 413057"/>
                <a:gd name="connsiteY41" fmla="*/ 202997 h 515560"/>
                <a:gd name="connsiteX42" fmla="*/ 234351 w 413057"/>
                <a:gd name="connsiteY42" fmla="*/ 340985 h 515560"/>
                <a:gd name="connsiteX43" fmla="*/ 219351 w 413057"/>
                <a:gd name="connsiteY43" fmla="*/ 427810 h 515560"/>
                <a:gd name="connsiteX44" fmla="*/ 213019 w 413057"/>
                <a:gd name="connsiteY44" fmla="*/ 470556 h 515560"/>
                <a:gd name="connsiteX45" fmla="*/ 209186 w 413057"/>
                <a:gd name="connsiteY45" fmla="*/ 489305 h 515560"/>
                <a:gd name="connsiteX46" fmla="*/ 187355 w 413057"/>
                <a:gd name="connsiteY46" fmla="*/ 499137 h 515560"/>
                <a:gd name="connsiteX47" fmla="*/ 116194 w 413057"/>
                <a:gd name="connsiteY47" fmla="*/ 489055 h 515560"/>
                <a:gd name="connsiteX48" fmla="*/ 118611 w 413057"/>
                <a:gd name="connsiteY48" fmla="*/ 477556 h 515560"/>
                <a:gd name="connsiteX49" fmla="*/ 121777 w 413057"/>
                <a:gd name="connsiteY49" fmla="*/ 449058 h 515560"/>
                <a:gd name="connsiteX50" fmla="*/ 125361 w 413057"/>
                <a:gd name="connsiteY50" fmla="*/ 386814 h 515560"/>
                <a:gd name="connsiteX51" fmla="*/ 119111 w 413057"/>
                <a:gd name="connsiteY51" fmla="*/ 296239 h 515560"/>
                <a:gd name="connsiteX52" fmla="*/ 164106 w 413057"/>
                <a:gd name="connsiteY52" fmla="*/ 287906 h 515560"/>
                <a:gd name="connsiteX53" fmla="*/ 161857 w 413057"/>
                <a:gd name="connsiteY53" fmla="*/ 304905 h 515560"/>
                <a:gd name="connsiteX54" fmla="*/ 155024 w 413057"/>
                <a:gd name="connsiteY54" fmla="*/ 351900 h 515560"/>
                <a:gd name="connsiteX55" fmla="*/ 179356 w 413057"/>
                <a:gd name="connsiteY55" fmla="*/ 391897 h 515560"/>
                <a:gd name="connsiteX56" fmla="*/ 205270 w 413057"/>
                <a:gd name="connsiteY56" fmla="*/ 386981 h 515560"/>
                <a:gd name="connsiteX57" fmla="*/ 213686 w 413057"/>
                <a:gd name="connsiteY57" fmla="*/ 363733 h 515560"/>
                <a:gd name="connsiteX58" fmla="*/ 217352 w 413057"/>
                <a:gd name="connsiteY58" fmla="*/ 325320 h 515560"/>
                <a:gd name="connsiteX59" fmla="*/ 220768 w 413057"/>
                <a:gd name="connsiteY59" fmla="*/ 300488 h 515560"/>
                <a:gd name="connsiteX60" fmla="*/ 221351 w 413057"/>
                <a:gd name="connsiteY60" fmla="*/ 293489 h 515560"/>
                <a:gd name="connsiteX61" fmla="*/ 237933 w 413057"/>
                <a:gd name="connsiteY61" fmla="*/ 295989 h 515560"/>
                <a:gd name="connsiteX62" fmla="*/ 253349 w 413057"/>
                <a:gd name="connsiteY62" fmla="*/ 292739 h 515560"/>
                <a:gd name="connsiteX63" fmla="*/ 234351 w 413057"/>
                <a:gd name="connsiteY63" fmla="*/ 340985 h 515560"/>
                <a:gd name="connsiteX64" fmla="*/ 234351 w 413057"/>
                <a:gd name="connsiteY64" fmla="*/ 340985 h 515560"/>
                <a:gd name="connsiteX65" fmla="*/ 166273 w 413057"/>
                <a:gd name="connsiteY65" fmla="*/ 353484 h 515560"/>
                <a:gd name="connsiteX66" fmla="*/ 169856 w 413057"/>
                <a:gd name="connsiteY66" fmla="*/ 325486 h 515560"/>
                <a:gd name="connsiteX67" fmla="*/ 171940 w 413057"/>
                <a:gd name="connsiteY67" fmla="*/ 281073 h 515560"/>
                <a:gd name="connsiteX68" fmla="*/ 183272 w 413057"/>
                <a:gd name="connsiteY68" fmla="*/ 267408 h 515560"/>
                <a:gd name="connsiteX69" fmla="*/ 196353 w 413057"/>
                <a:gd name="connsiteY69" fmla="*/ 282823 h 515560"/>
                <a:gd name="connsiteX70" fmla="*/ 209353 w 413057"/>
                <a:gd name="connsiteY70" fmla="*/ 289739 h 515560"/>
                <a:gd name="connsiteX71" fmla="*/ 205437 w 413057"/>
                <a:gd name="connsiteY71" fmla="*/ 322653 h 515560"/>
                <a:gd name="connsiteX72" fmla="*/ 203020 w 413057"/>
                <a:gd name="connsiteY72" fmla="*/ 348901 h 515560"/>
                <a:gd name="connsiteX73" fmla="*/ 193270 w 413057"/>
                <a:gd name="connsiteY73" fmla="*/ 378731 h 515560"/>
                <a:gd name="connsiteX74" fmla="*/ 168440 w 413057"/>
                <a:gd name="connsiteY74" fmla="*/ 371149 h 515560"/>
                <a:gd name="connsiteX75" fmla="*/ 166273 w 413057"/>
                <a:gd name="connsiteY75" fmla="*/ 353484 h 515560"/>
                <a:gd name="connsiteX76" fmla="*/ 166273 w 413057"/>
                <a:gd name="connsiteY76" fmla="*/ 353484 h 515560"/>
                <a:gd name="connsiteX77" fmla="*/ 394586 w 413057"/>
                <a:gd name="connsiteY77" fmla="*/ 254576 h 515560"/>
                <a:gd name="connsiteX78" fmla="*/ 369922 w 413057"/>
                <a:gd name="connsiteY78" fmla="*/ 303988 h 515560"/>
                <a:gd name="connsiteX79" fmla="*/ 339174 w 413057"/>
                <a:gd name="connsiteY79" fmla="*/ 336068 h 515560"/>
                <a:gd name="connsiteX80" fmla="*/ 288512 w 413057"/>
                <a:gd name="connsiteY80" fmla="*/ 328319 h 515560"/>
                <a:gd name="connsiteX81" fmla="*/ 269764 w 413057"/>
                <a:gd name="connsiteY81" fmla="*/ 308238 h 515560"/>
                <a:gd name="connsiteX82" fmla="*/ 264848 w 413057"/>
                <a:gd name="connsiteY82" fmla="*/ 283823 h 515560"/>
                <a:gd name="connsiteX83" fmla="*/ 258599 w 413057"/>
                <a:gd name="connsiteY83" fmla="*/ 279074 h 515560"/>
                <a:gd name="connsiteX84" fmla="*/ 229600 w 413057"/>
                <a:gd name="connsiteY84" fmla="*/ 282323 h 515560"/>
                <a:gd name="connsiteX85" fmla="*/ 194270 w 413057"/>
                <a:gd name="connsiteY85" fmla="*/ 261325 h 515560"/>
                <a:gd name="connsiteX86" fmla="*/ 181105 w 413057"/>
                <a:gd name="connsiteY86" fmla="*/ 252159 h 515560"/>
                <a:gd name="connsiteX87" fmla="*/ 165023 w 413057"/>
                <a:gd name="connsiteY87" fmla="*/ 268241 h 515560"/>
                <a:gd name="connsiteX88" fmla="*/ 127027 w 413057"/>
                <a:gd name="connsiteY88" fmla="*/ 282573 h 515560"/>
                <a:gd name="connsiteX89" fmla="*/ 102196 w 413057"/>
                <a:gd name="connsiteY89" fmla="*/ 258659 h 515560"/>
                <a:gd name="connsiteX90" fmla="*/ 85947 w 413057"/>
                <a:gd name="connsiteY90" fmla="*/ 253992 h 515560"/>
                <a:gd name="connsiteX91" fmla="*/ 42701 w 413057"/>
                <a:gd name="connsiteY91" fmla="*/ 252576 h 515560"/>
                <a:gd name="connsiteX92" fmla="*/ 25036 w 413057"/>
                <a:gd name="connsiteY92" fmla="*/ 182166 h 515560"/>
                <a:gd name="connsiteX93" fmla="*/ 48034 w 413057"/>
                <a:gd name="connsiteY93" fmla="*/ 158751 h 515560"/>
                <a:gd name="connsiteX94" fmla="*/ 57700 w 413057"/>
                <a:gd name="connsiteY94" fmla="*/ 147336 h 515560"/>
                <a:gd name="connsiteX95" fmla="*/ 55033 w 413057"/>
                <a:gd name="connsiteY95" fmla="*/ 139419 h 515560"/>
                <a:gd name="connsiteX96" fmla="*/ 52700 w 413057"/>
                <a:gd name="connsiteY96" fmla="*/ 119671 h 515560"/>
                <a:gd name="connsiteX97" fmla="*/ 72615 w 413057"/>
                <a:gd name="connsiteY97" fmla="*/ 83675 h 515560"/>
                <a:gd name="connsiteX98" fmla="*/ 107612 w 413057"/>
                <a:gd name="connsiteY98" fmla="*/ 69259 h 515560"/>
                <a:gd name="connsiteX99" fmla="*/ 136026 w 413057"/>
                <a:gd name="connsiteY99" fmla="*/ 62843 h 515560"/>
                <a:gd name="connsiteX100" fmla="*/ 147275 w 413057"/>
                <a:gd name="connsiteY100" fmla="*/ 40178 h 515560"/>
                <a:gd name="connsiteX101" fmla="*/ 182022 w 413057"/>
                <a:gd name="connsiteY101" fmla="*/ 12181 h 515560"/>
                <a:gd name="connsiteX102" fmla="*/ 268264 w 413057"/>
                <a:gd name="connsiteY102" fmla="*/ 36929 h 515560"/>
                <a:gd name="connsiteX103" fmla="*/ 268264 w 413057"/>
                <a:gd name="connsiteY103" fmla="*/ 37179 h 515560"/>
                <a:gd name="connsiteX104" fmla="*/ 279596 w 413057"/>
                <a:gd name="connsiteY104" fmla="*/ 37179 h 515560"/>
                <a:gd name="connsiteX105" fmla="*/ 312926 w 413057"/>
                <a:gd name="connsiteY105" fmla="*/ 24097 h 515560"/>
                <a:gd name="connsiteX106" fmla="*/ 333425 w 413057"/>
                <a:gd name="connsiteY106" fmla="*/ 44928 h 515560"/>
                <a:gd name="connsiteX107" fmla="*/ 334258 w 413057"/>
                <a:gd name="connsiteY107" fmla="*/ 72009 h 515560"/>
                <a:gd name="connsiteX108" fmla="*/ 330925 w 413057"/>
                <a:gd name="connsiteY108" fmla="*/ 90341 h 515560"/>
                <a:gd name="connsiteX109" fmla="*/ 339841 w 413057"/>
                <a:gd name="connsiteY109" fmla="*/ 95424 h 515560"/>
                <a:gd name="connsiteX110" fmla="*/ 365839 w 413057"/>
                <a:gd name="connsiteY110" fmla="*/ 91924 h 515560"/>
                <a:gd name="connsiteX111" fmla="*/ 389587 w 413057"/>
                <a:gd name="connsiteY111" fmla="*/ 114672 h 515560"/>
                <a:gd name="connsiteX112" fmla="*/ 378837 w 413057"/>
                <a:gd name="connsiteY112" fmla="*/ 168500 h 515560"/>
                <a:gd name="connsiteX113" fmla="*/ 379087 w 413057"/>
                <a:gd name="connsiteY113" fmla="*/ 196748 h 515560"/>
                <a:gd name="connsiteX114" fmla="*/ 394920 w 413057"/>
                <a:gd name="connsiteY114" fmla="*/ 218579 h 515560"/>
                <a:gd name="connsiteX115" fmla="*/ 394586 w 413057"/>
                <a:gd name="connsiteY115" fmla="*/ 254576 h 515560"/>
                <a:gd name="connsiteX116" fmla="*/ 394586 w 413057"/>
                <a:gd name="connsiteY116" fmla="*/ 254576 h 515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Lst>
              <a:rect l="l" t="t" r="r" b="b"/>
              <a:pathLst>
                <a:path w="413057" h="515560">
                  <a:moveTo>
                    <a:pt x="405252" y="202997"/>
                  </a:moveTo>
                  <a:cubicBezTo>
                    <a:pt x="397836" y="190332"/>
                    <a:pt x="388086" y="189332"/>
                    <a:pt x="394503" y="172083"/>
                  </a:cubicBezTo>
                  <a:cubicBezTo>
                    <a:pt x="398419" y="161751"/>
                    <a:pt x="402585" y="153335"/>
                    <a:pt x="404002" y="142086"/>
                  </a:cubicBezTo>
                  <a:cubicBezTo>
                    <a:pt x="406585" y="122088"/>
                    <a:pt x="405835" y="103673"/>
                    <a:pt x="391086" y="88674"/>
                  </a:cubicBezTo>
                  <a:cubicBezTo>
                    <a:pt x="377671" y="75009"/>
                    <a:pt x="362005" y="76758"/>
                    <a:pt x="345340" y="79592"/>
                  </a:cubicBezTo>
                  <a:cubicBezTo>
                    <a:pt x="346674" y="74509"/>
                    <a:pt x="349090" y="68759"/>
                    <a:pt x="349257" y="64093"/>
                  </a:cubicBezTo>
                  <a:cubicBezTo>
                    <a:pt x="349423" y="58427"/>
                    <a:pt x="348757" y="52511"/>
                    <a:pt x="347673" y="46928"/>
                  </a:cubicBezTo>
                  <a:cubicBezTo>
                    <a:pt x="345174" y="34346"/>
                    <a:pt x="339091" y="22430"/>
                    <a:pt x="327508" y="16014"/>
                  </a:cubicBezTo>
                  <a:cubicBezTo>
                    <a:pt x="309427" y="6015"/>
                    <a:pt x="277264" y="8431"/>
                    <a:pt x="269597" y="29929"/>
                  </a:cubicBezTo>
                  <a:cubicBezTo>
                    <a:pt x="244850" y="14181"/>
                    <a:pt x="218769" y="-3234"/>
                    <a:pt x="188104" y="515"/>
                  </a:cubicBezTo>
                  <a:cubicBezTo>
                    <a:pt x="175356" y="2015"/>
                    <a:pt x="162774" y="5515"/>
                    <a:pt x="151941" y="12681"/>
                  </a:cubicBezTo>
                  <a:cubicBezTo>
                    <a:pt x="140359" y="20347"/>
                    <a:pt x="136276" y="27846"/>
                    <a:pt x="131193" y="40095"/>
                  </a:cubicBezTo>
                  <a:cubicBezTo>
                    <a:pt x="126361" y="51927"/>
                    <a:pt x="116611" y="51344"/>
                    <a:pt x="105195" y="52511"/>
                  </a:cubicBezTo>
                  <a:cubicBezTo>
                    <a:pt x="98280" y="53177"/>
                    <a:pt x="91697" y="53761"/>
                    <a:pt x="85114" y="56344"/>
                  </a:cubicBezTo>
                  <a:cubicBezTo>
                    <a:pt x="72782" y="61177"/>
                    <a:pt x="61366" y="70176"/>
                    <a:pt x="52867" y="80175"/>
                  </a:cubicBezTo>
                  <a:cubicBezTo>
                    <a:pt x="36452" y="99506"/>
                    <a:pt x="33369" y="122921"/>
                    <a:pt x="41534" y="145752"/>
                  </a:cubicBezTo>
                  <a:cubicBezTo>
                    <a:pt x="37869" y="149002"/>
                    <a:pt x="31619" y="151752"/>
                    <a:pt x="28453" y="154502"/>
                  </a:cubicBezTo>
                  <a:cubicBezTo>
                    <a:pt x="23203" y="159001"/>
                    <a:pt x="18370" y="164084"/>
                    <a:pt x="14287" y="169667"/>
                  </a:cubicBezTo>
                  <a:cubicBezTo>
                    <a:pt x="5704" y="181249"/>
                    <a:pt x="538" y="195331"/>
                    <a:pt x="38" y="209830"/>
                  </a:cubicBezTo>
                  <a:cubicBezTo>
                    <a:pt x="-1045" y="239911"/>
                    <a:pt x="20953" y="266908"/>
                    <a:pt x="50450" y="272158"/>
                  </a:cubicBezTo>
                  <a:cubicBezTo>
                    <a:pt x="57700" y="273491"/>
                    <a:pt x="65532" y="273907"/>
                    <a:pt x="72865" y="273491"/>
                  </a:cubicBezTo>
                  <a:cubicBezTo>
                    <a:pt x="77365" y="273241"/>
                    <a:pt x="87530" y="269075"/>
                    <a:pt x="91196" y="270491"/>
                  </a:cubicBezTo>
                  <a:cubicBezTo>
                    <a:pt x="94696" y="271824"/>
                    <a:pt x="100029" y="283740"/>
                    <a:pt x="103363" y="286906"/>
                  </a:cubicBezTo>
                  <a:cubicBezTo>
                    <a:pt x="105862" y="289323"/>
                    <a:pt x="108696" y="291239"/>
                    <a:pt x="111695" y="292906"/>
                  </a:cubicBezTo>
                  <a:cubicBezTo>
                    <a:pt x="112361" y="327236"/>
                    <a:pt x="114778" y="361233"/>
                    <a:pt x="112028" y="395646"/>
                  </a:cubicBezTo>
                  <a:cubicBezTo>
                    <a:pt x="110278" y="417478"/>
                    <a:pt x="108529" y="439309"/>
                    <a:pt x="105862" y="460974"/>
                  </a:cubicBezTo>
                  <a:cubicBezTo>
                    <a:pt x="104695" y="470306"/>
                    <a:pt x="103196" y="479222"/>
                    <a:pt x="100779" y="488305"/>
                  </a:cubicBezTo>
                  <a:cubicBezTo>
                    <a:pt x="99445" y="493471"/>
                    <a:pt x="98779" y="495637"/>
                    <a:pt x="101279" y="500637"/>
                  </a:cubicBezTo>
                  <a:cubicBezTo>
                    <a:pt x="102363" y="502803"/>
                    <a:pt x="105279" y="504553"/>
                    <a:pt x="107778" y="504387"/>
                  </a:cubicBezTo>
                  <a:cubicBezTo>
                    <a:pt x="123777" y="502970"/>
                    <a:pt x="139359" y="503970"/>
                    <a:pt x="155274" y="506470"/>
                  </a:cubicBezTo>
                  <a:cubicBezTo>
                    <a:pt x="169273" y="508720"/>
                    <a:pt x="183689" y="515219"/>
                    <a:pt x="197937" y="515552"/>
                  </a:cubicBezTo>
                  <a:cubicBezTo>
                    <a:pt x="224102" y="516136"/>
                    <a:pt x="225018" y="485472"/>
                    <a:pt x="228268" y="466307"/>
                  </a:cubicBezTo>
                  <a:cubicBezTo>
                    <a:pt x="233517" y="435310"/>
                    <a:pt x="235434" y="403812"/>
                    <a:pt x="241516" y="372898"/>
                  </a:cubicBezTo>
                  <a:cubicBezTo>
                    <a:pt x="245266" y="353650"/>
                    <a:pt x="250099" y="332569"/>
                    <a:pt x="256931" y="313154"/>
                  </a:cubicBezTo>
                  <a:cubicBezTo>
                    <a:pt x="257432" y="314737"/>
                    <a:pt x="258015" y="316404"/>
                    <a:pt x="258764" y="317987"/>
                  </a:cubicBezTo>
                  <a:cubicBezTo>
                    <a:pt x="262598" y="325819"/>
                    <a:pt x="268264" y="332652"/>
                    <a:pt x="275097" y="337985"/>
                  </a:cubicBezTo>
                  <a:cubicBezTo>
                    <a:pt x="290012" y="349651"/>
                    <a:pt x="310761" y="356983"/>
                    <a:pt x="329591" y="354900"/>
                  </a:cubicBezTo>
                  <a:cubicBezTo>
                    <a:pt x="351174" y="352484"/>
                    <a:pt x="364422" y="343568"/>
                    <a:pt x="372588" y="323903"/>
                  </a:cubicBezTo>
                  <a:cubicBezTo>
                    <a:pt x="376587" y="314320"/>
                    <a:pt x="384420" y="307238"/>
                    <a:pt x="389837" y="298322"/>
                  </a:cubicBezTo>
                  <a:cubicBezTo>
                    <a:pt x="395669" y="288573"/>
                    <a:pt x="401086" y="278324"/>
                    <a:pt x="405419" y="267908"/>
                  </a:cubicBezTo>
                  <a:cubicBezTo>
                    <a:pt x="414084" y="247327"/>
                    <a:pt x="417083" y="223162"/>
                    <a:pt x="405252" y="202997"/>
                  </a:cubicBezTo>
                  <a:lnTo>
                    <a:pt x="405252" y="202997"/>
                  </a:lnTo>
                  <a:close/>
                  <a:moveTo>
                    <a:pt x="234351" y="340985"/>
                  </a:moveTo>
                  <a:cubicBezTo>
                    <a:pt x="226601" y="369565"/>
                    <a:pt x="223351" y="398563"/>
                    <a:pt x="219351" y="427810"/>
                  </a:cubicBezTo>
                  <a:cubicBezTo>
                    <a:pt x="217435" y="442059"/>
                    <a:pt x="215686" y="456391"/>
                    <a:pt x="213019" y="470556"/>
                  </a:cubicBezTo>
                  <a:cubicBezTo>
                    <a:pt x="211853" y="476556"/>
                    <a:pt x="211353" y="483639"/>
                    <a:pt x="209186" y="489305"/>
                  </a:cubicBezTo>
                  <a:cubicBezTo>
                    <a:pt x="205186" y="499970"/>
                    <a:pt x="198187" y="501637"/>
                    <a:pt x="187355" y="499137"/>
                  </a:cubicBezTo>
                  <a:cubicBezTo>
                    <a:pt x="163774" y="493638"/>
                    <a:pt x="140359" y="488638"/>
                    <a:pt x="116194" y="489055"/>
                  </a:cubicBezTo>
                  <a:cubicBezTo>
                    <a:pt x="117444" y="485388"/>
                    <a:pt x="118028" y="481389"/>
                    <a:pt x="118611" y="477556"/>
                  </a:cubicBezTo>
                  <a:cubicBezTo>
                    <a:pt x="120195" y="468140"/>
                    <a:pt x="121028" y="458557"/>
                    <a:pt x="121777" y="449058"/>
                  </a:cubicBezTo>
                  <a:cubicBezTo>
                    <a:pt x="123278" y="428310"/>
                    <a:pt x="124277" y="407562"/>
                    <a:pt x="125361" y="386814"/>
                  </a:cubicBezTo>
                  <a:cubicBezTo>
                    <a:pt x="126943" y="356317"/>
                    <a:pt x="123527" y="326236"/>
                    <a:pt x="119111" y="296239"/>
                  </a:cubicBezTo>
                  <a:cubicBezTo>
                    <a:pt x="136026" y="302571"/>
                    <a:pt x="151442" y="297655"/>
                    <a:pt x="164106" y="287906"/>
                  </a:cubicBezTo>
                  <a:cubicBezTo>
                    <a:pt x="163107" y="293572"/>
                    <a:pt x="162607" y="299238"/>
                    <a:pt x="161857" y="304905"/>
                  </a:cubicBezTo>
                  <a:cubicBezTo>
                    <a:pt x="159691" y="320570"/>
                    <a:pt x="157107" y="336235"/>
                    <a:pt x="155024" y="351900"/>
                  </a:cubicBezTo>
                  <a:cubicBezTo>
                    <a:pt x="152524" y="370732"/>
                    <a:pt x="157524" y="389397"/>
                    <a:pt x="179356" y="391897"/>
                  </a:cubicBezTo>
                  <a:cubicBezTo>
                    <a:pt x="187355" y="392813"/>
                    <a:pt x="198603" y="391897"/>
                    <a:pt x="205270" y="386981"/>
                  </a:cubicBezTo>
                  <a:cubicBezTo>
                    <a:pt x="212853" y="381398"/>
                    <a:pt x="212686" y="372315"/>
                    <a:pt x="213686" y="363733"/>
                  </a:cubicBezTo>
                  <a:cubicBezTo>
                    <a:pt x="215269" y="350900"/>
                    <a:pt x="216435" y="338235"/>
                    <a:pt x="217352" y="325320"/>
                  </a:cubicBezTo>
                  <a:cubicBezTo>
                    <a:pt x="217936" y="316987"/>
                    <a:pt x="219185" y="308738"/>
                    <a:pt x="220768" y="300488"/>
                  </a:cubicBezTo>
                  <a:cubicBezTo>
                    <a:pt x="221019" y="299238"/>
                    <a:pt x="221102" y="296155"/>
                    <a:pt x="221351" y="293489"/>
                  </a:cubicBezTo>
                  <a:cubicBezTo>
                    <a:pt x="226768" y="294906"/>
                    <a:pt x="232351" y="295905"/>
                    <a:pt x="237933" y="295989"/>
                  </a:cubicBezTo>
                  <a:cubicBezTo>
                    <a:pt x="243433" y="296072"/>
                    <a:pt x="248349" y="293906"/>
                    <a:pt x="253349" y="292739"/>
                  </a:cubicBezTo>
                  <a:cubicBezTo>
                    <a:pt x="242767" y="304988"/>
                    <a:pt x="238183" y="326736"/>
                    <a:pt x="234351" y="340985"/>
                  </a:cubicBezTo>
                  <a:lnTo>
                    <a:pt x="234351" y="340985"/>
                  </a:lnTo>
                  <a:close/>
                  <a:moveTo>
                    <a:pt x="166273" y="353484"/>
                  </a:moveTo>
                  <a:cubicBezTo>
                    <a:pt x="166857" y="344068"/>
                    <a:pt x="168690" y="334819"/>
                    <a:pt x="169856" y="325486"/>
                  </a:cubicBezTo>
                  <a:cubicBezTo>
                    <a:pt x="171523" y="311821"/>
                    <a:pt x="173606" y="295405"/>
                    <a:pt x="171940" y="281073"/>
                  </a:cubicBezTo>
                  <a:cubicBezTo>
                    <a:pt x="176106" y="276907"/>
                    <a:pt x="179939" y="272241"/>
                    <a:pt x="183272" y="267408"/>
                  </a:cubicBezTo>
                  <a:cubicBezTo>
                    <a:pt x="187021" y="271741"/>
                    <a:pt x="194521" y="281490"/>
                    <a:pt x="196353" y="282823"/>
                  </a:cubicBezTo>
                  <a:cubicBezTo>
                    <a:pt x="200354" y="285823"/>
                    <a:pt x="204769" y="287989"/>
                    <a:pt x="209353" y="289739"/>
                  </a:cubicBezTo>
                  <a:cubicBezTo>
                    <a:pt x="206437" y="299988"/>
                    <a:pt x="206186" y="312821"/>
                    <a:pt x="205437" y="322653"/>
                  </a:cubicBezTo>
                  <a:cubicBezTo>
                    <a:pt x="204769" y="331486"/>
                    <a:pt x="204103" y="340151"/>
                    <a:pt x="203020" y="348901"/>
                  </a:cubicBezTo>
                  <a:cubicBezTo>
                    <a:pt x="201937" y="357983"/>
                    <a:pt x="203520" y="373815"/>
                    <a:pt x="193270" y="378731"/>
                  </a:cubicBezTo>
                  <a:cubicBezTo>
                    <a:pt x="184938" y="382731"/>
                    <a:pt x="172689" y="378481"/>
                    <a:pt x="168440" y="371149"/>
                  </a:cubicBezTo>
                  <a:cubicBezTo>
                    <a:pt x="164940" y="365233"/>
                    <a:pt x="165857" y="359733"/>
                    <a:pt x="166273" y="353484"/>
                  </a:cubicBezTo>
                  <a:lnTo>
                    <a:pt x="166273" y="353484"/>
                  </a:lnTo>
                  <a:close/>
                  <a:moveTo>
                    <a:pt x="394586" y="254576"/>
                  </a:moveTo>
                  <a:cubicBezTo>
                    <a:pt x="389753" y="271324"/>
                    <a:pt x="381254" y="290573"/>
                    <a:pt x="369922" y="303988"/>
                  </a:cubicBezTo>
                  <a:cubicBezTo>
                    <a:pt x="359839" y="315987"/>
                    <a:pt x="355423" y="331069"/>
                    <a:pt x="339174" y="336068"/>
                  </a:cubicBezTo>
                  <a:cubicBezTo>
                    <a:pt x="321509" y="341485"/>
                    <a:pt x="304094" y="337818"/>
                    <a:pt x="288512" y="328319"/>
                  </a:cubicBezTo>
                  <a:cubicBezTo>
                    <a:pt x="280513" y="323403"/>
                    <a:pt x="273597" y="316987"/>
                    <a:pt x="269764" y="308238"/>
                  </a:cubicBezTo>
                  <a:cubicBezTo>
                    <a:pt x="266347" y="300405"/>
                    <a:pt x="267431" y="291822"/>
                    <a:pt x="264848" y="283823"/>
                  </a:cubicBezTo>
                  <a:cubicBezTo>
                    <a:pt x="264014" y="281240"/>
                    <a:pt x="261515" y="278907"/>
                    <a:pt x="258599" y="279074"/>
                  </a:cubicBezTo>
                  <a:cubicBezTo>
                    <a:pt x="248266" y="279574"/>
                    <a:pt x="240767" y="284323"/>
                    <a:pt x="229600" y="282323"/>
                  </a:cubicBezTo>
                  <a:cubicBezTo>
                    <a:pt x="214686" y="279574"/>
                    <a:pt x="203270" y="273491"/>
                    <a:pt x="194270" y="261325"/>
                  </a:cubicBezTo>
                  <a:cubicBezTo>
                    <a:pt x="190855" y="256742"/>
                    <a:pt x="187688" y="251159"/>
                    <a:pt x="181105" y="252159"/>
                  </a:cubicBezTo>
                  <a:cubicBezTo>
                    <a:pt x="173522" y="253326"/>
                    <a:pt x="170190" y="263408"/>
                    <a:pt x="165023" y="268241"/>
                  </a:cubicBezTo>
                  <a:cubicBezTo>
                    <a:pt x="154857" y="277740"/>
                    <a:pt x="141442" y="286573"/>
                    <a:pt x="127027" y="282573"/>
                  </a:cubicBezTo>
                  <a:cubicBezTo>
                    <a:pt x="113611" y="278907"/>
                    <a:pt x="110362" y="267991"/>
                    <a:pt x="102196" y="258659"/>
                  </a:cubicBezTo>
                  <a:cubicBezTo>
                    <a:pt x="97280" y="253076"/>
                    <a:pt x="92947" y="252993"/>
                    <a:pt x="85947" y="253992"/>
                  </a:cubicBezTo>
                  <a:cubicBezTo>
                    <a:pt x="70865" y="256242"/>
                    <a:pt x="57617" y="259325"/>
                    <a:pt x="42701" y="252576"/>
                  </a:cubicBezTo>
                  <a:cubicBezTo>
                    <a:pt x="15370" y="240161"/>
                    <a:pt x="10870" y="206080"/>
                    <a:pt x="25036" y="182166"/>
                  </a:cubicBezTo>
                  <a:cubicBezTo>
                    <a:pt x="30702" y="172583"/>
                    <a:pt x="39034" y="165084"/>
                    <a:pt x="48034" y="158751"/>
                  </a:cubicBezTo>
                  <a:cubicBezTo>
                    <a:pt x="52200" y="155835"/>
                    <a:pt x="57533" y="153168"/>
                    <a:pt x="57700" y="147336"/>
                  </a:cubicBezTo>
                  <a:cubicBezTo>
                    <a:pt x="57783" y="144586"/>
                    <a:pt x="55866" y="142003"/>
                    <a:pt x="55033" y="139419"/>
                  </a:cubicBezTo>
                  <a:cubicBezTo>
                    <a:pt x="53117" y="133170"/>
                    <a:pt x="52284" y="126171"/>
                    <a:pt x="52700" y="119671"/>
                  </a:cubicBezTo>
                  <a:cubicBezTo>
                    <a:pt x="53616" y="105339"/>
                    <a:pt x="62032" y="92840"/>
                    <a:pt x="72615" y="83675"/>
                  </a:cubicBezTo>
                  <a:cubicBezTo>
                    <a:pt x="83281" y="74425"/>
                    <a:pt x="93696" y="70509"/>
                    <a:pt x="107612" y="69259"/>
                  </a:cubicBezTo>
                  <a:cubicBezTo>
                    <a:pt x="116945" y="68426"/>
                    <a:pt x="127943" y="67843"/>
                    <a:pt x="136026" y="62843"/>
                  </a:cubicBezTo>
                  <a:cubicBezTo>
                    <a:pt x="144942" y="57344"/>
                    <a:pt x="144692" y="49344"/>
                    <a:pt x="147275" y="40178"/>
                  </a:cubicBezTo>
                  <a:cubicBezTo>
                    <a:pt x="151691" y="24680"/>
                    <a:pt x="167356" y="15847"/>
                    <a:pt x="182022" y="12181"/>
                  </a:cubicBezTo>
                  <a:cubicBezTo>
                    <a:pt x="214436" y="4265"/>
                    <a:pt x="241600" y="20597"/>
                    <a:pt x="268264" y="36929"/>
                  </a:cubicBezTo>
                  <a:cubicBezTo>
                    <a:pt x="268264" y="37012"/>
                    <a:pt x="268264" y="37095"/>
                    <a:pt x="268264" y="37179"/>
                  </a:cubicBezTo>
                  <a:cubicBezTo>
                    <a:pt x="267597" y="44511"/>
                    <a:pt x="278763" y="44345"/>
                    <a:pt x="279596" y="37179"/>
                  </a:cubicBezTo>
                  <a:cubicBezTo>
                    <a:pt x="281180" y="23430"/>
                    <a:pt x="302928" y="21180"/>
                    <a:pt x="312926" y="24097"/>
                  </a:cubicBezTo>
                  <a:cubicBezTo>
                    <a:pt x="323926" y="27180"/>
                    <a:pt x="330342" y="34012"/>
                    <a:pt x="333425" y="44928"/>
                  </a:cubicBezTo>
                  <a:cubicBezTo>
                    <a:pt x="335841" y="53677"/>
                    <a:pt x="336174" y="63176"/>
                    <a:pt x="334258" y="72009"/>
                  </a:cubicBezTo>
                  <a:cubicBezTo>
                    <a:pt x="332758" y="78675"/>
                    <a:pt x="329842" y="83508"/>
                    <a:pt x="330925" y="90341"/>
                  </a:cubicBezTo>
                  <a:cubicBezTo>
                    <a:pt x="331592" y="94507"/>
                    <a:pt x="336341" y="95923"/>
                    <a:pt x="339841" y="95424"/>
                  </a:cubicBezTo>
                  <a:cubicBezTo>
                    <a:pt x="347924" y="94174"/>
                    <a:pt x="357673" y="90757"/>
                    <a:pt x="365839" y="91924"/>
                  </a:cubicBezTo>
                  <a:cubicBezTo>
                    <a:pt x="377171" y="93507"/>
                    <a:pt x="387170" y="103589"/>
                    <a:pt x="389587" y="114672"/>
                  </a:cubicBezTo>
                  <a:cubicBezTo>
                    <a:pt x="393586" y="132670"/>
                    <a:pt x="387503" y="153085"/>
                    <a:pt x="378837" y="168500"/>
                  </a:cubicBezTo>
                  <a:cubicBezTo>
                    <a:pt x="373172" y="178583"/>
                    <a:pt x="371421" y="187249"/>
                    <a:pt x="379087" y="196748"/>
                  </a:cubicBezTo>
                  <a:cubicBezTo>
                    <a:pt x="385087" y="204164"/>
                    <a:pt x="391920" y="208997"/>
                    <a:pt x="394920" y="218579"/>
                  </a:cubicBezTo>
                  <a:cubicBezTo>
                    <a:pt x="398502" y="230245"/>
                    <a:pt x="398003" y="242744"/>
                    <a:pt x="394586" y="254576"/>
                  </a:cubicBezTo>
                  <a:lnTo>
                    <a:pt x="394586" y="254576"/>
                  </a:lnTo>
                  <a:close/>
                </a:path>
              </a:pathLst>
            </a:custGeom>
            <a:grpFill/>
            <a:ln w="8332" cap="flat">
              <a:noFill/>
              <a:prstDash val="solid"/>
              <a:miter/>
            </a:ln>
          </p:spPr>
          <p:txBody>
            <a:bodyPr rtlCol="0" anchor="ctr"/>
            <a:lstStyle/>
            <a:p>
              <a:endParaRPr lang="en-US"/>
            </a:p>
          </p:txBody>
        </p:sp>
        <p:sp>
          <p:nvSpPr>
            <p:cNvPr id="1945" name="Freeform: Shape 1944"/>
            <p:cNvSpPr/>
            <p:nvPr/>
          </p:nvSpPr>
          <p:spPr>
            <a:xfrm>
              <a:off x="11902179" y="638595"/>
              <a:ext cx="102622" cy="165944"/>
            </a:xfrm>
            <a:custGeom>
              <a:avLst/>
              <a:gdLst>
                <a:gd name="connsiteX0" fmla="*/ 94511 w 102622"/>
                <a:gd name="connsiteY0" fmla="*/ 149678 h 165944"/>
                <a:gd name="connsiteX1" fmla="*/ 67014 w 102622"/>
                <a:gd name="connsiteY1" fmla="*/ 144761 h 165944"/>
                <a:gd name="connsiteX2" fmla="*/ 69097 w 102622"/>
                <a:gd name="connsiteY2" fmla="*/ 120597 h 165944"/>
                <a:gd name="connsiteX3" fmla="*/ 61514 w 102622"/>
                <a:gd name="connsiteY3" fmla="*/ 114847 h 165944"/>
                <a:gd name="connsiteX4" fmla="*/ 21601 w 102622"/>
                <a:gd name="connsiteY4" fmla="*/ 96349 h 165944"/>
                <a:gd name="connsiteX5" fmla="*/ 37183 w 102622"/>
                <a:gd name="connsiteY5" fmla="*/ 68352 h 165944"/>
                <a:gd name="connsiteX6" fmla="*/ 24268 w 102622"/>
                <a:gd name="connsiteY6" fmla="*/ 58519 h 165944"/>
                <a:gd name="connsiteX7" fmla="*/ 26934 w 102622"/>
                <a:gd name="connsiteY7" fmla="*/ 20939 h 165944"/>
                <a:gd name="connsiteX8" fmla="*/ 87845 w 102622"/>
                <a:gd name="connsiteY8" fmla="*/ 11440 h 165944"/>
                <a:gd name="connsiteX9" fmla="*/ 89511 w 102622"/>
                <a:gd name="connsiteY9" fmla="*/ 8524 h 165944"/>
                <a:gd name="connsiteX10" fmla="*/ 14518 w 102622"/>
                <a:gd name="connsiteY10" fmla="*/ 18856 h 165944"/>
                <a:gd name="connsiteX11" fmla="*/ 6102 w 102622"/>
                <a:gd name="connsiteY11" fmla="*/ 50186 h 165944"/>
                <a:gd name="connsiteX12" fmla="*/ 13101 w 102622"/>
                <a:gd name="connsiteY12" fmla="*/ 63852 h 165944"/>
                <a:gd name="connsiteX13" fmla="*/ 23934 w 102622"/>
                <a:gd name="connsiteY13" fmla="*/ 73101 h 165944"/>
                <a:gd name="connsiteX14" fmla="*/ 4436 w 102622"/>
                <a:gd name="connsiteY14" fmla="*/ 123180 h 165944"/>
                <a:gd name="connsiteX15" fmla="*/ 56348 w 102622"/>
                <a:gd name="connsiteY15" fmla="*/ 130846 h 165944"/>
                <a:gd name="connsiteX16" fmla="*/ 60431 w 102622"/>
                <a:gd name="connsiteY16" fmla="*/ 158510 h 165944"/>
                <a:gd name="connsiteX17" fmla="*/ 98178 w 102622"/>
                <a:gd name="connsiteY17" fmla="*/ 162510 h 165944"/>
                <a:gd name="connsiteX18" fmla="*/ 94511 w 102622"/>
                <a:gd name="connsiteY18" fmla="*/ 149678 h 165944"/>
                <a:gd name="connsiteX19" fmla="*/ 94511 w 102622"/>
                <a:gd name="connsiteY19" fmla="*/ 149678 h 16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2622" h="165944">
                  <a:moveTo>
                    <a:pt x="94511" y="149678"/>
                  </a:moveTo>
                  <a:cubicBezTo>
                    <a:pt x="86595" y="152594"/>
                    <a:pt x="71680" y="155260"/>
                    <a:pt x="67014" y="144761"/>
                  </a:cubicBezTo>
                  <a:cubicBezTo>
                    <a:pt x="64097" y="138262"/>
                    <a:pt x="69097" y="127596"/>
                    <a:pt x="69097" y="120597"/>
                  </a:cubicBezTo>
                  <a:cubicBezTo>
                    <a:pt x="69097" y="117097"/>
                    <a:pt x="65180" y="113347"/>
                    <a:pt x="61514" y="114847"/>
                  </a:cubicBezTo>
                  <a:cubicBezTo>
                    <a:pt x="46099" y="121097"/>
                    <a:pt x="1769" y="124180"/>
                    <a:pt x="21601" y="96349"/>
                  </a:cubicBezTo>
                  <a:cubicBezTo>
                    <a:pt x="26600" y="89350"/>
                    <a:pt x="44599" y="79017"/>
                    <a:pt x="37183" y="68352"/>
                  </a:cubicBezTo>
                  <a:cubicBezTo>
                    <a:pt x="34183" y="64019"/>
                    <a:pt x="27934" y="62269"/>
                    <a:pt x="24268" y="58519"/>
                  </a:cubicBezTo>
                  <a:cubicBezTo>
                    <a:pt x="12769" y="46687"/>
                    <a:pt x="13268" y="31105"/>
                    <a:pt x="26934" y="20939"/>
                  </a:cubicBezTo>
                  <a:cubicBezTo>
                    <a:pt x="43265" y="8690"/>
                    <a:pt x="68763" y="24"/>
                    <a:pt x="87845" y="11440"/>
                  </a:cubicBezTo>
                  <a:cubicBezTo>
                    <a:pt x="89762" y="12607"/>
                    <a:pt x="91178" y="9857"/>
                    <a:pt x="89511" y="8524"/>
                  </a:cubicBezTo>
                  <a:cubicBezTo>
                    <a:pt x="68181" y="-7558"/>
                    <a:pt x="32267" y="941"/>
                    <a:pt x="14518" y="18856"/>
                  </a:cubicBezTo>
                  <a:cubicBezTo>
                    <a:pt x="6352" y="27105"/>
                    <a:pt x="2852" y="38938"/>
                    <a:pt x="6102" y="50186"/>
                  </a:cubicBezTo>
                  <a:cubicBezTo>
                    <a:pt x="7519" y="55103"/>
                    <a:pt x="10018" y="59769"/>
                    <a:pt x="13101" y="63852"/>
                  </a:cubicBezTo>
                  <a:cubicBezTo>
                    <a:pt x="14768" y="66102"/>
                    <a:pt x="20601" y="70018"/>
                    <a:pt x="23934" y="73101"/>
                  </a:cubicBezTo>
                  <a:cubicBezTo>
                    <a:pt x="9769" y="85433"/>
                    <a:pt x="-8563" y="104598"/>
                    <a:pt x="4436" y="123180"/>
                  </a:cubicBezTo>
                  <a:cubicBezTo>
                    <a:pt x="15351" y="138845"/>
                    <a:pt x="39099" y="137762"/>
                    <a:pt x="56348" y="130846"/>
                  </a:cubicBezTo>
                  <a:cubicBezTo>
                    <a:pt x="54681" y="140678"/>
                    <a:pt x="52015" y="150594"/>
                    <a:pt x="60431" y="158510"/>
                  </a:cubicBezTo>
                  <a:cubicBezTo>
                    <a:pt x="70596" y="168176"/>
                    <a:pt x="86178" y="167176"/>
                    <a:pt x="98178" y="162510"/>
                  </a:cubicBezTo>
                  <a:cubicBezTo>
                    <a:pt x="106010" y="159427"/>
                    <a:pt x="102677" y="146595"/>
                    <a:pt x="94511" y="149678"/>
                  </a:cubicBezTo>
                  <a:lnTo>
                    <a:pt x="94511" y="149678"/>
                  </a:lnTo>
                  <a:close/>
                </a:path>
              </a:pathLst>
            </a:custGeom>
            <a:grpFill/>
            <a:ln w="8332" cap="flat">
              <a:noFill/>
              <a:prstDash val="solid"/>
              <a:miter/>
            </a:ln>
          </p:spPr>
          <p:txBody>
            <a:bodyPr rtlCol="0" anchor="ctr"/>
            <a:lstStyle/>
            <a:p>
              <a:endParaRPr lang="en-US"/>
            </a:p>
          </p:txBody>
        </p:sp>
        <p:sp>
          <p:nvSpPr>
            <p:cNvPr id="1946" name="Freeform: Shape 1945"/>
            <p:cNvSpPr/>
            <p:nvPr/>
          </p:nvSpPr>
          <p:spPr>
            <a:xfrm>
              <a:off x="12002390" y="716067"/>
              <a:ext cx="107369" cy="87544"/>
            </a:xfrm>
            <a:custGeom>
              <a:avLst/>
              <a:gdLst>
                <a:gd name="connsiteX0" fmla="*/ 91958 w 107369"/>
                <a:gd name="connsiteY0" fmla="*/ 53791 h 87544"/>
                <a:gd name="connsiteX1" fmla="*/ 56045 w 107369"/>
                <a:gd name="connsiteY1" fmla="*/ 58457 h 87544"/>
                <a:gd name="connsiteX2" fmla="*/ 53212 w 107369"/>
                <a:gd name="connsiteY2" fmla="*/ 39959 h 87544"/>
                <a:gd name="connsiteX3" fmla="*/ 45880 w 107369"/>
                <a:gd name="connsiteY3" fmla="*/ 38042 h 87544"/>
                <a:gd name="connsiteX4" fmla="*/ 15466 w 107369"/>
                <a:gd name="connsiteY4" fmla="*/ 42125 h 87544"/>
                <a:gd name="connsiteX5" fmla="*/ 20215 w 107369"/>
                <a:gd name="connsiteY5" fmla="*/ 5545 h 87544"/>
                <a:gd name="connsiteX6" fmla="*/ 13716 w 107369"/>
                <a:gd name="connsiteY6" fmla="*/ 1796 h 87544"/>
                <a:gd name="connsiteX7" fmla="*/ 8632 w 107369"/>
                <a:gd name="connsiteY7" fmla="*/ 53541 h 87544"/>
                <a:gd name="connsiteX8" fmla="*/ 41797 w 107369"/>
                <a:gd name="connsiteY8" fmla="*/ 55124 h 87544"/>
                <a:gd name="connsiteX9" fmla="*/ 45379 w 107369"/>
                <a:gd name="connsiteY9" fmla="*/ 67373 h 87544"/>
                <a:gd name="connsiteX10" fmla="*/ 63211 w 107369"/>
                <a:gd name="connsiteY10" fmla="*/ 85871 h 87544"/>
                <a:gd name="connsiteX11" fmla="*/ 107291 w 107369"/>
                <a:gd name="connsiteY11" fmla="*/ 55791 h 87544"/>
                <a:gd name="connsiteX12" fmla="*/ 91958 w 107369"/>
                <a:gd name="connsiteY12" fmla="*/ 53791 h 87544"/>
                <a:gd name="connsiteX13" fmla="*/ 91958 w 107369"/>
                <a:gd name="connsiteY13" fmla="*/ 53791 h 87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7369" h="87544">
                  <a:moveTo>
                    <a:pt x="91958" y="53791"/>
                  </a:moveTo>
                  <a:cubicBezTo>
                    <a:pt x="86543" y="70623"/>
                    <a:pt x="64294" y="79122"/>
                    <a:pt x="56045" y="58457"/>
                  </a:cubicBezTo>
                  <a:cubicBezTo>
                    <a:pt x="53628" y="52458"/>
                    <a:pt x="56379" y="45292"/>
                    <a:pt x="53212" y="39959"/>
                  </a:cubicBezTo>
                  <a:cubicBezTo>
                    <a:pt x="51796" y="37626"/>
                    <a:pt x="48295" y="36459"/>
                    <a:pt x="45880" y="38042"/>
                  </a:cubicBezTo>
                  <a:cubicBezTo>
                    <a:pt x="37380" y="43792"/>
                    <a:pt x="24548" y="49625"/>
                    <a:pt x="15466" y="42125"/>
                  </a:cubicBezTo>
                  <a:cubicBezTo>
                    <a:pt x="3466" y="32293"/>
                    <a:pt x="14382" y="15794"/>
                    <a:pt x="20215" y="5545"/>
                  </a:cubicBezTo>
                  <a:cubicBezTo>
                    <a:pt x="22631" y="1296"/>
                    <a:pt x="16382" y="-2287"/>
                    <a:pt x="13716" y="1796"/>
                  </a:cubicBezTo>
                  <a:cubicBezTo>
                    <a:pt x="3800" y="17211"/>
                    <a:pt x="-8699" y="38042"/>
                    <a:pt x="8632" y="53541"/>
                  </a:cubicBezTo>
                  <a:cubicBezTo>
                    <a:pt x="17882" y="61874"/>
                    <a:pt x="31298" y="60874"/>
                    <a:pt x="41797" y="55124"/>
                  </a:cubicBezTo>
                  <a:cubicBezTo>
                    <a:pt x="42296" y="59374"/>
                    <a:pt x="43880" y="63540"/>
                    <a:pt x="45379" y="67373"/>
                  </a:cubicBezTo>
                  <a:cubicBezTo>
                    <a:pt x="48796" y="75789"/>
                    <a:pt x="54296" y="83038"/>
                    <a:pt x="63211" y="85871"/>
                  </a:cubicBezTo>
                  <a:cubicBezTo>
                    <a:pt x="85209" y="92871"/>
                    <a:pt x="104624" y="76956"/>
                    <a:pt x="107291" y="55791"/>
                  </a:cubicBezTo>
                  <a:cubicBezTo>
                    <a:pt x="108541" y="46791"/>
                    <a:pt x="94542" y="45875"/>
                    <a:pt x="91958" y="53791"/>
                  </a:cubicBezTo>
                  <a:lnTo>
                    <a:pt x="91958" y="53791"/>
                  </a:lnTo>
                  <a:close/>
                </a:path>
              </a:pathLst>
            </a:custGeom>
            <a:grpFill/>
            <a:ln w="8332" cap="flat">
              <a:noFill/>
              <a:prstDash val="solid"/>
              <a:miter/>
            </a:ln>
          </p:spPr>
          <p:txBody>
            <a:bodyPr rtlCol="0" anchor="ctr"/>
            <a:lstStyle/>
            <a:p>
              <a:endParaRPr lang="en-US"/>
            </a:p>
          </p:txBody>
        </p:sp>
        <p:sp>
          <p:nvSpPr>
            <p:cNvPr id="1947" name="Freeform: Shape 1946"/>
            <p:cNvSpPr/>
            <p:nvPr/>
          </p:nvSpPr>
          <p:spPr>
            <a:xfrm>
              <a:off x="12115662" y="655701"/>
              <a:ext cx="58802" cy="110278"/>
            </a:xfrm>
            <a:custGeom>
              <a:avLst/>
              <a:gdLst>
                <a:gd name="connsiteX0" fmla="*/ 58679 w 58802"/>
                <a:gd name="connsiteY0" fmla="*/ 66411 h 110278"/>
                <a:gd name="connsiteX1" fmla="*/ 47429 w 58802"/>
                <a:gd name="connsiteY1" fmla="*/ 49746 h 110278"/>
                <a:gd name="connsiteX2" fmla="*/ 47180 w 58802"/>
                <a:gd name="connsiteY2" fmla="*/ 9166 h 110278"/>
                <a:gd name="connsiteX3" fmla="*/ 11183 w 58802"/>
                <a:gd name="connsiteY3" fmla="*/ 3583 h 110278"/>
                <a:gd name="connsiteX4" fmla="*/ 12683 w 58802"/>
                <a:gd name="connsiteY4" fmla="*/ 8916 h 110278"/>
                <a:gd name="connsiteX5" fmla="*/ 37764 w 58802"/>
                <a:gd name="connsiteY5" fmla="*/ 18665 h 110278"/>
                <a:gd name="connsiteX6" fmla="*/ 33264 w 58802"/>
                <a:gd name="connsiteY6" fmla="*/ 32581 h 110278"/>
                <a:gd name="connsiteX7" fmla="*/ 29181 w 58802"/>
                <a:gd name="connsiteY7" fmla="*/ 50329 h 110278"/>
                <a:gd name="connsiteX8" fmla="*/ 35431 w 58802"/>
                <a:gd name="connsiteY8" fmla="*/ 57578 h 110278"/>
                <a:gd name="connsiteX9" fmla="*/ 33930 w 58802"/>
                <a:gd name="connsiteY9" fmla="*/ 78743 h 110278"/>
                <a:gd name="connsiteX10" fmla="*/ 2517 w 58802"/>
                <a:gd name="connsiteY10" fmla="*/ 100241 h 110278"/>
                <a:gd name="connsiteX11" fmla="*/ 6684 w 58802"/>
                <a:gd name="connsiteY11" fmla="*/ 110157 h 110278"/>
                <a:gd name="connsiteX12" fmla="*/ 52845 w 58802"/>
                <a:gd name="connsiteY12" fmla="*/ 83243 h 110278"/>
                <a:gd name="connsiteX13" fmla="*/ 58679 w 58802"/>
                <a:gd name="connsiteY13" fmla="*/ 66411 h 110278"/>
                <a:gd name="connsiteX14" fmla="*/ 58679 w 58802"/>
                <a:gd name="connsiteY14" fmla="*/ 66411 h 110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8802" h="110278">
                  <a:moveTo>
                    <a:pt x="58679" y="66411"/>
                  </a:moveTo>
                  <a:cubicBezTo>
                    <a:pt x="57679" y="57745"/>
                    <a:pt x="51846" y="56245"/>
                    <a:pt x="47429" y="49746"/>
                  </a:cubicBezTo>
                  <a:cubicBezTo>
                    <a:pt x="39347" y="37913"/>
                    <a:pt x="53513" y="22915"/>
                    <a:pt x="47180" y="9166"/>
                  </a:cubicBezTo>
                  <a:cubicBezTo>
                    <a:pt x="40764" y="-4999"/>
                    <a:pt x="22598" y="750"/>
                    <a:pt x="11183" y="3583"/>
                  </a:cubicBezTo>
                  <a:cubicBezTo>
                    <a:pt x="7684" y="4416"/>
                    <a:pt x="9183" y="9583"/>
                    <a:pt x="12683" y="8916"/>
                  </a:cubicBezTo>
                  <a:cubicBezTo>
                    <a:pt x="21932" y="7083"/>
                    <a:pt x="37430" y="4833"/>
                    <a:pt x="37764" y="18665"/>
                  </a:cubicBezTo>
                  <a:cubicBezTo>
                    <a:pt x="37931" y="24081"/>
                    <a:pt x="35681" y="27914"/>
                    <a:pt x="33264" y="32581"/>
                  </a:cubicBezTo>
                  <a:cubicBezTo>
                    <a:pt x="30181" y="38413"/>
                    <a:pt x="26515" y="43580"/>
                    <a:pt x="29181" y="50329"/>
                  </a:cubicBezTo>
                  <a:cubicBezTo>
                    <a:pt x="30598" y="53829"/>
                    <a:pt x="33598" y="54745"/>
                    <a:pt x="35431" y="57578"/>
                  </a:cubicBezTo>
                  <a:cubicBezTo>
                    <a:pt x="40847" y="66328"/>
                    <a:pt x="41763" y="71910"/>
                    <a:pt x="33930" y="78743"/>
                  </a:cubicBezTo>
                  <a:cubicBezTo>
                    <a:pt x="24349" y="87159"/>
                    <a:pt x="12850" y="92825"/>
                    <a:pt x="2517" y="100241"/>
                  </a:cubicBezTo>
                  <a:cubicBezTo>
                    <a:pt x="-2483" y="103824"/>
                    <a:pt x="518" y="111323"/>
                    <a:pt x="6684" y="110157"/>
                  </a:cubicBezTo>
                  <a:cubicBezTo>
                    <a:pt x="24098" y="106824"/>
                    <a:pt x="42014" y="97741"/>
                    <a:pt x="52845" y="83243"/>
                  </a:cubicBezTo>
                  <a:cubicBezTo>
                    <a:pt x="56679" y="78326"/>
                    <a:pt x="59429" y="72744"/>
                    <a:pt x="58679" y="66411"/>
                  </a:cubicBezTo>
                  <a:lnTo>
                    <a:pt x="58679" y="66411"/>
                  </a:lnTo>
                  <a:close/>
                </a:path>
              </a:pathLst>
            </a:custGeom>
            <a:grpFill/>
            <a:ln w="8332" cap="flat">
              <a:noFill/>
              <a:prstDash val="solid"/>
              <a:miter/>
            </a:ln>
          </p:spPr>
          <p:txBody>
            <a:bodyPr rtlCol="0" anchor="ctr"/>
            <a:lstStyle/>
            <a:p>
              <a:endParaRPr lang="en-US"/>
            </a:p>
          </p:txBody>
        </p:sp>
        <p:sp>
          <p:nvSpPr>
            <p:cNvPr id="1948" name="Freeform: Shape 1947"/>
            <p:cNvSpPr/>
            <p:nvPr/>
          </p:nvSpPr>
          <p:spPr>
            <a:xfrm>
              <a:off x="6952356" y="2837510"/>
              <a:ext cx="413058" cy="515539"/>
            </a:xfrm>
            <a:custGeom>
              <a:avLst/>
              <a:gdLst>
                <a:gd name="connsiteX0" fmla="*/ 405252 w 413058"/>
                <a:gd name="connsiteY0" fmla="*/ 203060 h 515539"/>
                <a:gd name="connsiteX1" fmla="*/ 394503 w 413058"/>
                <a:gd name="connsiteY1" fmla="*/ 172146 h 515539"/>
                <a:gd name="connsiteX2" fmla="*/ 404002 w 413058"/>
                <a:gd name="connsiteY2" fmla="*/ 142148 h 515539"/>
                <a:gd name="connsiteX3" fmla="*/ 391087 w 413058"/>
                <a:gd name="connsiteY3" fmla="*/ 88737 h 515539"/>
                <a:gd name="connsiteX4" fmla="*/ 345341 w 413058"/>
                <a:gd name="connsiteY4" fmla="*/ 79654 h 515539"/>
                <a:gd name="connsiteX5" fmla="*/ 349257 w 413058"/>
                <a:gd name="connsiteY5" fmla="*/ 64155 h 515539"/>
                <a:gd name="connsiteX6" fmla="*/ 347674 w 413058"/>
                <a:gd name="connsiteY6" fmla="*/ 46990 h 515539"/>
                <a:gd name="connsiteX7" fmla="*/ 327509 w 413058"/>
                <a:gd name="connsiteY7" fmla="*/ 16076 h 515539"/>
                <a:gd name="connsiteX8" fmla="*/ 269598 w 413058"/>
                <a:gd name="connsiteY8" fmla="*/ 29992 h 515539"/>
                <a:gd name="connsiteX9" fmla="*/ 188105 w 413058"/>
                <a:gd name="connsiteY9" fmla="*/ 494 h 515539"/>
                <a:gd name="connsiteX10" fmla="*/ 151942 w 413058"/>
                <a:gd name="connsiteY10" fmla="*/ 12660 h 515539"/>
                <a:gd name="connsiteX11" fmla="*/ 131194 w 413058"/>
                <a:gd name="connsiteY11" fmla="*/ 40074 h 515539"/>
                <a:gd name="connsiteX12" fmla="*/ 105195 w 413058"/>
                <a:gd name="connsiteY12" fmla="*/ 52490 h 515539"/>
                <a:gd name="connsiteX13" fmla="*/ 85114 w 413058"/>
                <a:gd name="connsiteY13" fmla="*/ 56323 h 515539"/>
                <a:gd name="connsiteX14" fmla="*/ 52867 w 413058"/>
                <a:gd name="connsiteY14" fmla="*/ 80154 h 515539"/>
                <a:gd name="connsiteX15" fmla="*/ 41535 w 413058"/>
                <a:gd name="connsiteY15" fmla="*/ 145731 h 515539"/>
                <a:gd name="connsiteX16" fmla="*/ 28453 w 413058"/>
                <a:gd name="connsiteY16" fmla="*/ 154480 h 515539"/>
                <a:gd name="connsiteX17" fmla="*/ 14287 w 413058"/>
                <a:gd name="connsiteY17" fmla="*/ 169646 h 515539"/>
                <a:gd name="connsiteX18" fmla="*/ 38 w 413058"/>
                <a:gd name="connsiteY18" fmla="*/ 209809 h 515539"/>
                <a:gd name="connsiteX19" fmla="*/ 50451 w 413058"/>
                <a:gd name="connsiteY19" fmla="*/ 272137 h 515539"/>
                <a:gd name="connsiteX20" fmla="*/ 72866 w 413058"/>
                <a:gd name="connsiteY20" fmla="*/ 273470 h 515539"/>
                <a:gd name="connsiteX21" fmla="*/ 91197 w 413058"/>
                <a:gd name="connsiteY21" fmla="*/ 270470 h 515539"/>
                <a:gd name="connsiteX22" fmla="*/ 103363 w 413058"/>
                <a:gd name="connsiteY22" fmla="*/ 286885 h 515539"/>
                <a:gd name="connsiteX23" fmla="*/ 111695 w 413058"/>
                <a:gd name="connsiteY23" fmla="*/ 292885 h 515539"/>
                <a:gd name="connsiteX24" fmla="*/ 112028 w 413058"/>
                <a:gd name="connsiteY24" fmla="*/ 395625 h 515539"/>
                <a:gd name="connsiteX25" fmla="*/ 105862 w 413058"/>
                <a:gd name="connsiteY25" fmla="*/ 460953 h 515539"/>
                <a:gd name="connsiteX26" fmla="*/ 100779 w 413058"/>
                <a:gd name="connsiteY26" fmla="*/ 488284 h 515539"/>
                <a:gd name="connsiteX27" fmla="*/ 101279 w 413058"/>
                <a:gd name="connsiteY27" fmla="*/ 500616 h 515539"/>
                <a:gd name="connsiteX28" fmla="*/ 107779 w 413058"/>
                <a:gd name="connsiteY28" fmla="*/ 504366 h 515539"/>
                <a:gd name="connsiteX29" fmla="*/ 155274 w 413058"/>
                <a:gd name="connsiteY29" fmla="*/ 506449 h 515539"/>
                <a:gd name="connsiteX30" fmla="*/ 197937 w 413058"/>
                <a:gd name="connsiteY30" fmla="*/ 515531 h 515539"/>
                <a:gd name="connsiteX31" fmla="*/ 228268 w 413058"/>
                <a:gd name="connsiteY31" fmla="*/ 466286 h 515539"/>
                <a:gd name="connsiteX32" fmla="*/ 241517 w 413058"/>
                <a:gd name="connsiteY32" fmla="*/ 372877 h 515539"/>
                <a:gd name="connsiteX33" fmla="*/ 256932 w 413058"/>
                <a:gd name="connsiteY33" fmla="*/ 313133 h 515539"/>
                <a:gd name="connsiteX34" fmla="*/ 258765 w 413058"/>
                <a:gd name="connsiteY34" fmla="*/ 317966 h 515539"/>
                <a:gd name="connsiteX35" fmla="*/ 275097 w 413058"/>
                <a:gd name="connsiteY35" fmla="*/ 337964 h 515539"/>
                <a:gd name="connsiteX36" fmla="*/ 329592 w 413058"/>
                <a:gd name="connsiteY36" fmla="*/ 354879 h 515539"/>
                <a:gd name="connsiteX37" fmla="*/ 372588 w 413058"/>
                <a:gd name="connsiteY37" fmla="*/ 323882 h 515539"/>
                <a:gd name="connsiteX38" fmla="*/ 389837 w 413058"/>
                <a:gd name="connsiteY38" fmla="*/ 298301 h 515539"/>
                <a:gd name="connsiteX39" fmla="*/ 405419 w 413058"/>
                <a:gd name="connsiteY39" fmla="*/ 267887 h 515539"/>
                <a:gd name="connsiteX40" fmla="*/ 405252 w 413058"/>
                <a:gd name="connsiteY40" fmla="*/ 203060 h 515539"/>
                <a:gd name="connsiteX41" fmla="*/ 405252 w 413058"/>
                <a:gd name="connsiteY41" fmla="*/ 203060 h 515539"/>
                <a:gd name="connsiteX42" fmla="*/ 234351 w 413058"/>
                <a:gd name="connsiteY42" fmla="*/ 340964 h 515539"/>
                <a:gd name="connsiteX43" fmla="*/ 219352 w 413058"/>
                <a:gd name="connsiteY43" fmla="*/ 427789 h 515539"/>
                <a:gd name="connsiteX44" fmla="*/ 213019 w 413058"/>
                <a:gd name="connsiteY44" fmla="*/ 470535 h 515539"/>
                <a:gd name="connsiteX45" fmla="*/ 209186 w 413058"/>
                <a:gd name="connsiteY45" fmla="*/ 489284 h 515539"/>
                <a:gd name="connsiteX46" fmla="*/ 187355 w 413058"/>
                <a:gd name="connsiteY46" fmla="*/ 499116 h 515539"/>
                <a:gd name="connsiteX47" fmla="*/ 116195 w 413058"/>
                <a:gd name="connsiteY47" fmla="*/ 489034 h 515539"/>
                <a:gd name="connsiteX48" fmla="*/ 118611 w 413058"/>
                <a:gd name="connsiteY48" fmla="*/ 477535 h 515539"/>
                <a:gd name="connsiteX49" fmla="*/ 121778 w 413058"/>
                <a:gd name="connsiteY49" fmla="*/ 449037 h 515539"/>
                <a:gd name="connsiteX50" fmla="*/ 125361 w 413058"/>
                <a:gd name="connsiteY50" fmla="*/ 386876 h 515539"/>
                <a:gd name="connsiteX51" fmla="*/ 119111 w 413058"/>
                <a:gd name="connsiteY51" fmla="*/ 296301 h 515539"/>
                <a:gd name="connsiteX52" fmla="*/ 164107 w 413058"/>
                <a:gd name="connsiteY52" fmla="*/ 287968 h 515539"/>
                <a:gd name="connsiteX53" fmla="*/ 161857 w 413058"/>
                <a:gd name="connsiteY53" fmla="*/ 304967 h 515539"/>
                <a:gd name="connsiteX54" fmla="*/ 155025 w 413058"/>
                <a:gd name="connsiteY54" fmla="*/ 352046 h 515539"/>
                <a:gd name="connsiteX55" fmla="*/ 179356 w 413058"/>
                <a:gd name="connsiteY55" fmla="*/ 392042 h 515539"/>
                <a:gd name="connsiteX56" fmla="*/ 205270 w 413058"/>
                <a:gd name="connsiteY56" fmla="*/ 387126 h 515539"/>
                <a:gd name="connsiteX57" fmla="*/ 213686 w 413058"/>
                <a:gd name="connsiteY57" fmla="*/ 363878 h 515539"/>
                <a:gd name="connsiteX58" fmla="*/ 217352 w 413058"/>
                <a:gd name="connsiteY58" fmla="*/ 325465 h 515539"/>
                <a:gd name="connsiteX59" fmla="*/ 220769 w 413058"/>
                <a:gd name="connsiteY59" fmla="*/ 300634 h 515539"/>
                <a:gd name="connsiteX60" fmla="*/ 221352 w 413058"/>
                <a:gd name="connsiteY60" fmla="*/ 293635 h 515539"/>
                <a:gd name="connsiteX61" fmla="*/ 237934 w 413058"/>
                <a:gd name="connsiteY61" fmla="*/ 296134 h 515539"/>
                <a:gd name="connsiteX62" fmla="*/ 253349 w 413058"/>
                <a:gd name="connsiteY62" fmla="*/ 292885 h 515539"/>
                <a:gd name="connsiteX63" fmla="*/ 234351 w 413058"/>
                <a:gd name="connsiteY63" fmla="*/ 340964 h 515539"/>
                <a:gd name="connsiteX64" fmla="*/ 234351 w 413058"/>
                <a:gd name="connsiteY64" fmla="*/ 340964 h 515539"/>
                <a:gd name="connsiteX65" fmla="*/ 166190 w 413058"/>
                <a:gd name="connsiteY65" fmla="*/ 353546 h 515539"/>
                <a:gd name="connsiteX66" fmla="*/ 169773 w 413058"/>
                <a:gd name="connsiteY66" fmla="*/ 325548 h 515539"/>
                <a:gd name="connsiteX67" fmla="*/ 171856 w 413058"/>
                <a:gd name="connsiteY67" fmla="*/ 281136 h 515539"/>
                <a:gd name="connsiteX68" fmla="*/ 183189 w 413058"/>
                <a:gd name="connsiteY68" fmla="*/ 267470 h 515539"/>
                <a:gd name="connsiteX69" fmla="*/ 196271 w 413058"/>
                <a:gd name="connsiteY69" fmla="*/ 282886 h 515539"/>
                <a:gd name="connsiteX70" fmla="*/ 209270 w 413058"/>
                <a:gd name="connsiteY70" fmla="*/ 289802 h 515539"/>
                <a:gd name="connsiteX71" fmla="*/ 205353 w 413058"/>
                <a:gd name="connsiteY71" fmla="*/ 322715 h 515539"/>
                <a:gd name="connsiteX72" fmla="*/ 202937 w 413058"/>
                <a:gd name="connsiteY72" fmla="*/ 348963 h 515539"/>
                <a:gd name="connsiteX73" fmla="*/ 193188 w 413058"/>
                <a:gd name="connsiteY73" fmla="*/ 378794 h 515539"/>
                <a:gd name="connsiteX74" fmla="*/ 168357 w 413058"/>
                <a:gd name="connsiteY74" fmla="*/ 371211 h 515539"/>
                <a:gd name="connsiteX75" fmla="*/ 166190 w 413058"/>
                <a:gd name="connsiteY75" fmla="*/ 353546 h 515539"/>
                <a:gd name="connsiteX76" fmla="*/ 166190 w 413058"/>
                <a:gd name="connsiteY76" fmla="*/ 353546 h 515539"/>
                <a:gd name="connsiteX77" fmla="*/ 394503 w 413058"/>
                <a:gd name="connsiteY77" fmla="*/ 254638 h 515539"/>
                <a:gd name="connsiteX78" fmla="*/ 369838 w 413058"/>
                <a:gd name="connsiteY78" fmla="*/ 304050 h 515539"/>
                <a:gd name="connsiteX79" fmla="*/ 339091 w 413058"/>
                <a:gd name="connsiteY79" fmla="*/ 336131 h 515539"/>
                <a:gd name="connsiteX80" fmla="*/ 288429 w 413058"/>
                <a:gd name="connsiteY80" fmla="*/ 328381 h 515539"/>
                <a:gd name="connsiteX81" fmla="*/ 269681 w 413058"/>
                <a:gd name="connsiteY81" fmla="*/ 308300 h 515539"/>
                <a:gd name="connsiteX82" fmla="*/ 264765 w 413058"/>
                <a:gd name="connsiteY82" fmla="*/ 283885 h 515539"/>
                <a:gd name="connsiteX83" fmla="*/ 258515 w 413058"/>
                <a:gd name="connsiteY83" fmla="*/ 279136 h 515539"/>
                <a:gd name="connsiteX84" fmla="*/ 229518 w 413058"/>
                <a:gd name="connsiteY84" fmla="*/ 282386 h 515539"/>
                <a:gd name="connsiteX85" fmla="*/ 194188 w 413058"/>
                <a:gd name="connsiteY85" fmla="*/ 261388 h 515539"/>
                <a:gd name="connsiteX86" fmla="*/ 181022 w 413058"/>
                <a:gd name="connsiteY86" fmla="*/ 252222 h 515539"/>
                <a:gd name="connsiteX87" fmla="*/ 164940 w 413058"/>
                <a:gd name="connsiteY87" fmla="*/ 268304 h 515539"/>
                <a:gd name="connsiteX88" fmla="*/ 126944 w 413058"/>
                <a:gd name="connsiteY88" fmla="*/ 282636 h 515539"/>
                <a:gd name="connsiteX89" fmla="*/ 102112 w 413058"/>
                <a:gd name="connsiteY89" fmla="*/ 258721 h 515539"/>
                <a:gd name="connsiteX90" fmla="*/ 85864 w 413058"/>
                <a:gd name="connsiteY90" fmla="*/ 254055 h 515539"/>
                <a:gd name="connsiteX91" fmla="*/ 42535 w 413058"/>
                <a:gd name="connsiteY91" fmla="*/ 252638 h 515539"/>
                <a:gd name="connsiteX92" fmla="*/ 24870 w 413058"/>
                <a:gd name="connsiteY92" fmla="*/ 182228 h 515539"/>
                <a:gd name="connsiteX93" fmla="*/ 47868 w 413058"/>
                <a:gd name="connsiteY93" fmla="*/ 158813 h 515539"/>
                <a:gd name="connsiteX94" fmla="*/ 57533 w 413058"/>
                <a:gd name="connsiteY94" fmla="*/ 147398 h 515539"/>
                <a:gd name="connsiteX95" fmla="*/ 54867 w 413058"/>
                <a:gd name="connsiteY95" fmla="*/ 139482 h 515539"/>
                <a:gd name="connsiteX96" fmla="*/ 52534 w 413058"/>
                <a:gd name="connsiteY96" fmla="*/ 119734 h 515539"/>
                <a:gd name="connsiteX97" fmla="*/ 72449 w 413058"/>
                <a:gd name="connsiteY97" fmla="*/ 83737 h 515539"/>
                <a:gd name="connsiteX98" fmla="*/ 107445 w 413058"/>
                <a:gd name="connsiteY98" fmla="*/ 69321 h 515539"/>
                <a:gd name="connsiteX99" fmla="*/ 135860 w 413058"/>
                <a:gd name="connsiteY99" fmla="*/ 62905 h 515539"/>
                <a:gd name="connsiteX100" fmla="*/ 147109 w 413058"/>
                <a:gd name="connsiteY100" fmla="*/ 40241 h 515539"/>
                <a:gd name="connsiteX101" fmla="*/ 181855 w 413058"/>
                <a:gd name="connsiteY101" fmla="*/ 12243 h 515539"/>
                <a:gd name="connsiteX102" fmla="*/ 268098 w 413058"/>
                <a:gd name="connsiteY102" fmla="*/ 36991 h 515539"/>
                <a:gd name="connsiteX103" fmla="*/ 268098 w 413058"/>
                <a:gd name="connsiteY103" fmla="*/ 37241 h 515539"/>
                <a:gd name="connsiteX104" fmla="*/ 279430 w 413058"/>
                <a:gd name="connsiteY104" fmla="*/ 37241 h 515539"/>
                <a:gd name="connsiteX105" fmla="*/ 312760 w 413058"/>
                <a:gd name="connsiteY105" fmla="*/ 24159 h 515539"/>
                <a:gd name="connsiteX106" fmla="*/ 333259 w 413058"/>
                <a:gd name="connsiteY106" fmla="*/ 44990 h 515539"/>
                <a:gd name="connsiteX107" fmla="*/ 334092 w 413058"/>
                <a:gd name="connsiteY107" fmla="*/ 72071 h 515539"/>
                <a:gd name="connsiteX108" fmla="*/ 330759 w 413058"/>
                <a:gd name="connsiteY108" fmla="*/ 90403 h 515539"/>
                <a:gd name="connsiteX109" fmla="*/ 339674 w 413058"/>
                <a:gd name="connsiteY109" fmla="*/ 95486 h 515539"/>
                <a:gd name="connsiteX110" fmla="*/ 365672 w 413058"/>
                <a:gd name="connsiteY110" fmla="*/ 91986 h 515539"/>
                <a:gd name="connsiteX111" fmla="*/ 389420 w 413058"/>
                <a:gd name="connsiteY111" fmla="*/ 114734 h 515539"/>
                <a:gd name="connsiteX112" fmla="*/ 378671 w 413058"/>
                <a:gd name="connsiteY112" fmla="*/ 168563 h 515539"/>
                <a:gd name="connsiteX113" fmla="*/ 378921 w 413058"/>
                <a:gd name="connsiteY113" fmla="*/ 196810 h 515539"/>
                <a:gd name="connsiteX114" fmla="*/ 394753 w 413058"/>
                <a:gd name="connsiteY114" fmla="*/ 218641 h 515539"/>
                <a:gd name="connsiteX115" fmla="*/ 394503 w 413058"/>
                <a:gd name="connsiteY115" fmla="*/ 254638 h 515539"/>
                <a:gd name="connsiteX116" fmla="*/ 394503 w 413058"/>
                <a:gd name="connsiteY116" fmla="*/ 254638 h 515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Lst>
              <a:rect l="l" t="t" r="r" b="b"/>
              <a:pathLst>
                <a:path w="413058" h="515539">
                  <a:moveTo>
                    <a:pt x="405252" y="203060"/>
                  </a:moveTo>
                  <a:cubicBezTo>
                    <a:pt x="397836" y="190394"/>
                    <a:pt x="388087" y="189394"/>
                    <a:pt x="394503" y="172146"/>
                  </a:cubicBezTo>
                  <a:cubicBezTo>
                    <a:pt x="398419" y="161813"/>
                    <a:pt x="402585" y="153397"/>
                    <a:pt x="404002" y="142148"/>
                  </a:cubicBezTo>
                  <a:cubicBezTo>
                    <a:pt x="406585" y="122150"/>
                    <a:pt x="405835" y="103735"/>
                    <a:pt x="391087" y="88737"/>
                  </a:cubicBezTo>
                  <a:cubicBezTo>
                    <a:pt x="377671" y="75071"/>
                    <a:pt x="362006" y="76821"/>
                    <a:pt x="345341" y="79654"/>
                  </a:cubicBezTo>
                  <a:cubicBezTo>
                    <a:pt x="346674" y="74571"/>
                    <a:pt x="349090" y="68822"/>
                    <a:pt x="349257" y="64155"/>
                  </a:cubicBezTo>
                  <a:cubicBezTo>
                    <a:pt x="349424" y="58489"/>
                    <a:pt x="348757" y="52573"/>
                    <a:pt x="347674" y="46990"/>
                  </a:cubicBezTo>
                  <a:cubicBezTo>
                    <a:pt x="345174" y="34408"/>
                    <a:pt x="339091" y="22409"/>
                    <a:pt x="327509" y="16076"/>
                  </a:cubicBezTo>
                  <a:cubicBezTo>
                    <a:pt x="309427" y="6077"/>
                    <a:pt x="277264" y="8494"/>
                    <a:pt x="269598" y="29992"/>
                  </a:cubicBezTo>
                  <a:cubicBezTo>
                    <a:pt x="244850" y="14243"/>
                    <a:pt x="218686" y="-3172"/>
                    <a:pt x="188105" y="494"/>
                  </a:cubicBezTo>
                  <a:cubicBezTo>
                    <a:pt x="175356" y="1994"/>
                    <a:pt x="162774" y="5494"/>
                    <a:pt x="151942" y="12660"/>
                  </a:cubicBezTo>
                  <a:cubicBezTo>
                    <a:pt x="140359" y="20326"/>
                    <a:pt x="136276" y="27825"/>
                    <a:pt x="131194" y="40074"/>
                  </a:cubicBezTo>
                  <a:cubicBezTo>
                    <a:pt x="126361" y="51906"/>
                    <a:pt x="116612" y="51323"/>
                    <a:pt x="105195" y="52490"/>
                  </a:cubicBezTo>
                  <a:cubicBezTo>
                    <a:pt x="98280" y="53156"/>
                    <a:pt x="91697" y="53740"/>
                    <a:pt x="85114" y="56323"/>
                  </a:cubicBezTo>
                  <a:cubicBezTo>
                    <a:pt x="72782" y="61155"/>
                    <a:pt x="61367" y="70155"/>
                    <a:pt x="52867" y="80154"/>
                  </a:cubicBezTo>
                  <a:cubicBezTo>
                    <a:pt x="36452" y="99569"/>
                    <a:pt x="33369" y="122900"/>
                    <a:pt x="41535" y="145731"/>
                  </a:cubicBezTo>
                  <a:cubicBezTo>
                    <a:pt x="37869" y="148981"/>
                    <a:pt x="31619" y="151731"/>
                    <a:pt x="28453" y="154480"/>
                  </a:cubicBezTo>
                  <a:cubicBezTo>
                    <a:pt x="23203" y="158980"/>
                    <a:pt x="18370" y="164063"/>
                    <a:pt x="14287" y="169646"/>
                  </a:cubicBezTo>
                  <a:cubicBezTo>
                    <a:pt x="5705" y="181228"/>
                    <a:pt x="538" y="195310"/>
                    <a:pt x="38" y="209809"/>
                  </a:cubicBezTo>
                  <a:cubicBezTo>
                    <a:pt x="-1045" y="239889"/>
                    <a:pt x="20953" y="266887"/>
                    <a:pt x="50451" y="272137"/>
                  </a:cubicBezTo>
                  <a:cubicBezTo>
                    <a:pt x="57700" y="273470"/>
                    <a:pt x="65533" y="273887"/>
                    <a:pt x="72866" y="273470"/>
                  </a:cubicBezTo>
                  <a:cubicBezTo>
                    <a:pt x="77365" y="273220"/>
                    <a:pt x="87530" y="269054"/>
                    <a:pt x="91197" y="270470"/>
                  </a:cubicBezTo>
                  <a:cubicBezTo>
                    <a:pt x="94697" y="271803"/>
                    <a:pt x="100029" y="283719"/>
                    <a:pt x="103363" y="286885"/>
                  </a:cubicBezTo>
                  <a:cubicBezTo>
                    <a:pt x="105862" y="289302"/>
                    <a:pt x="108696" y="291218"/>
                    <a:pt x="111695" y="292885"/>
                  </a:cubicBezTo>
                  <a:cubicBezTo>
                    <a:pt x="112362" y="327215"/>
                    <a:pt x="114778" y="361212"/>
                    <a:pt x="112028" y="395625"/>
                  </a:cubicBezTo>
                  <a:cubicBezTo>
                    <a:pt x="110279" y="417457"/>
                    <a:pt x="108529" y="439288"/>
                    <a:pt x="105862" y="460953"/>
                  </a:cubicBezTo>
                  <a:cubicBezTo>
                    <a:pt x="104696" y="470285"/>
                    <a:pt x="103196" y="479201"/>
                    <a:pt x="100779" y="488284"/>
                  </a:cubicBezTo>
                  <a:cubicBezTo>
                    <a:pt x="99446" y="493450"/>
                    <a:pt x="98780" y="495616"/>
                    <a:pt x="101279" y="500616"/>
                  </a:cubicBezTo>
                  <a:cubicBezTo>
                    <a:pt x="102363" y="502782"/>
                    <a:pt x="105279" y="504532"/>
                    <a:pt x="107779" y="504366"/>
                  </a:cubicBezTo>
                  <a:cubicBezTo>
                    <a:pt x="123777" y="502949"/>
                    <a:pt x="139359" y="503949"/>
                    <a:pt x="155274" y="506449"/>
                  </a:cubicBezTo>
                  <a:cubicBezTo>
                    <a:pt x="169273" y="508699"/>
                    <a:pt x="183689" y="515198"/>
                    <a:pt x="197937" y="515531"/>
                  </a:cubicBezTo>
                  <a:cubicBezTo>
                    <a:pt x="224102" y="516115"/>
                    <a:pt x="225018" y="485451"/>
                    <a:pt x="228268" y="466286"/>
                  </a:cubicBezTo>
                  <a:cubicBezTo>
                    <a:pt x="233517" y="435289"/>
                    <a:pt x="235434" y="403791"/>
                    <a:pt x="241517" y="372877"/>
                  </a:cubicBezTo>
                  <a:cubicBezTo>
                    <a:pt x="245267" y="353629"/>
                    <a:pt x="250099" y="332548"/>
                    <a:pt x="256932" y="313133"/>
                  </a:cubicBezTo>
                  <a:cubicBezTo>
                    <a:pt x="257432" y="314716"/>
                    <a:pt x="258015" y="316383"/>
                    <a:pt x="258765" y="317966"/>
                  </a:cubicBezTo>
                  <a:cubicBezTo>
                    <a:pt x="262598" y="325798"/>
                    <a:pt x="268264" y="332631"/>
                    <a:pt x="275097" y="337964"/>
                  </a:cubicBezTo>
                  <a:cubicBezTo>
                    <a:pt x="290013" y="349630"/>
                    <a:pt x="310761" y="356962"/>
                    <a:pt x="329592" y="354879"/>
                  </a:cubicBezTo>
                  <a:cubicBezTo>
                    <a:pt x="351174" y="352463"/>
                    <a:pt x="364423" y="343547"/>
                    <a:pt x="372588" y="323882"/>
                  </a:cubicBezTo>
                  <a:cubicBezTo>
                    <a:pt x="376588" y="314299"/>
                    <a:pt x="384420" y="307217"/>
                    <a:pt x="389837" y="298301"/>
                  </a:cubicBezTo>
                  <a:cubicBezTo>
                    <a:pt x="395670" y="288552"/>
                    <a:pt x="401086" y="278303"/>
                    <a:pt x="405419" y="267887"/>
                  </a:cubicBezTo>
                  <a:cubicBezTo>
                    <a:pt x="414084" y="247472"/>
                    <a:pt x="417085" y="223224"/>
                    <a:pt x="405252" y="203060"/>
                  </a:cubicBezTo>
                  <a:lnTo>
                    <a:pt x="405252" y="203060"/>
                  </a:lnTo>
                  <a:close/>
                  <a:moveTo>
                    <a:pt x="234351" y="340964"/>
                  </a:moveTo>
                  <a:cubicBezTo>
                    <a:pt x="226601" y="369544"/>
                    <a:pt x="223352" y="398542"/>
                    <a:pt x="219352" y="427789"/>
                  </a:cubicBezTo>
                  <a:cubicBezTo>
                    <a:pt x="217436" y="442038"/>
                    <a:pt x="215686" y="456370"/>
                    <a:pt x="213019" y="470535"/>
                  </a:cubicBezTo>
                  <a:cubicBezTo>
                    <a:pt x="211853" y="476535"/>
                    <a:pt x="211353" y="483617"/>
                    <a:pt x="209186" y="489284"/>
                  </a:cubicBezTo>
                  <a:cubicBezTo>
                    <a:pt x="205186" y="499949"/>
                    <a:pt x="198187" y="501616"/>
                    <a:pt x="187355" y="499116"/>
                  </a:cubicBezTo>
                  <a:cubicBezTo>
                    <a:pt x="163774" y="493617"/>
                    <a:pt x="140359" y="488617"/>
                    <a:pt x="116195" y="489034"/>
                  </a:cubicBezTo>
                  <a:cubicBezTo>
                    <a:pt x="117445" y="485367"/>
                    <a:pt x="118028" y="481368"/>
                    <a:pt x="118611" y="477535"/>
                  </a:cubicBezTo>
                  <a:cubicBezTo>
                    <a:pt x="120195" y="468119"/>
                    <a:pt x="121028" y="458536"/>
                    <a:pt x="121778" y="449037"/>
                  </a:cubicBezTo>
                  <a:cubicBezTo>
                    <a:pt x="123278" y="428289"/>
                    <a:pt x="124277" y="407541"/>
                    <a:pt x="125361" y="386876"/>
                  </a:cubicBezTo>
                  <a:cubicBezTo>
                    <a:pt x="126944" y="356379"/>
                    <a:pt x="123527" y="326215"/>
                    <a:pt x="119111" y="296301"/>
                  </a:cubicBezTo>
                  <a:cubicBezTo>
                    <a:pt x="136026" y="302634"/>
                    <a:pt x="151442" y="297718"/>
                    <a:pt x="164107" y="287968"/>
                  </a:cubicBezTo>
                  <a:cubicBezTo>
                    <a:pt x="163107" y="293635"/>
                    <a:pt x="162607" y="299301"/>
                    <a:pt x="161857" y="304967"/>
                  </a:cubicBezTo>
                  <a:cubicBezTo>
                    <a:pt x="159691" y="320632"/>
                    <a:pt x="157108" y="336298"/>
                    <a:pt x="155025" y="352046"/>
                  </a:cubicBezTo>
                  <a:cubicBezTo>
                    <a:pt x="152525" y="370878"/>
                    <a:pt x="157524" y="389543"/>
                    <a:pt x="179356" y="392042"/>
                  </a:cubicBezTo>
                  <a:cubicBezTo>
                    <a:pt x="187355" y="392959"/>
                    <a:pt x="198604" y="392042"/>
                    <a:pt x="205270" y="387126"/>
                  </a:cubicBezTo>
                  <a:cubicBezTo>
                    <a:pt x="212853" y="381543"/>
                    <a:pt x="212686" y="372461"/>
                    <a:pt x="213686" y="363878"/>
                  </a:cubicBezTo>
                  <a:cubicBezTo>
                    <a:pt x="215269" y="351046"/>
                    <a:pt x="216436" y="338381"/>
                    <a:pt x="217352" y="325465"/>
                  </a:cubicBezTo>
                  <a:cubicBezTo>
                    <a:pt x="217936" y="317132"/>
                    <a:pt x="219186" y="308883"/>
                    <a:pt x="220769" y="300634"/>
                  </a:cubicBezTo>
                  <a:cubicBezTo>
                    <a:pt x="221019" y="299384"/>
                    <a:pt x="221102" y="296301"/>
                    <a:pt x="221352" y="293635"/>
                  </a:cubicBezTo>
                  <a:cubicBezTo>
                    <a:pt x="226768" y="295051"/>
                    <a:pt x="232351" y="296051"/>
                    <a:pt x="237934" y="296134"/>
                  </a:cubicBezTo>
                  <a:cubicBezTo>
                    <a:pt x="243433" y="296218"/>
                    <a:pt x="248350" y="294051"/>
                    <a:pt x="253349" y="292885"/>
                  </a:cubicBezTo>
                  <a:cubicBezTo>
                    <a:pt x="242767" y="305050"/>
                    <a:pt x="238184" y="326798"/>
                    <a:pt x="234351" y="340964"/>
                  </a:cubicBezTo>
                  <a:lnTo>
                    <a:pt x="234351" y="340964"/>
                  </a:lnTo>
                  <a:close/>
                  <a:moveTo>
                    <a:pt x="166190" y="353546"/>
                  </a:moveTo>
                  <a:cubicBezTo>
                    <a:pt x="166773" y="344130"/>
                    <a:pt x="168607" y="334881"/>
                    <a:pt x="169773" y="325548"/>
                  </a:cubicBezTo>
                  <a:cubicBezTo>
                    <a:pt x="171440" y="311883"/>
                    <a:pt x="173523" y="295468"/>
                    <a:pt x="171856" y="281136"/>
                  </a:cubicBezTo>
                  <a:cubicBezTo>
                    <a:pt x="176022" y="276970"/>
                    <a:pt x="179856" y="272303"/>
                    <a:pt x="183189" y="267470"/>
                  </a:cubicBezTo>
                  <a:cubicBezTo>
                    <a:pt x="186939" y="271803"/>
                    <a:pt x="194438" y="281552"/>
                    <a:pt x="196271" y="282886"/>
                  </a:cubicBezTo>
                  <a:cubicBezTo>
                    <a:pt x="200271" y="285885"/>
                    <a:pt x="204687" y="288052"/>
                    <a:pt x="209270" y="289802"/>
                  </a:cubicBezTo>
                  <a:cubicBezTo>
                    <a:pt x="206353" y="300051"/>
                    <a:pt x="206103" y="312883"/>
                    <a:pt x="205353" y="322715"/>
                  </a:cubicBezTo>
                  <a:cubicBezTo>
                    <a:pt x="204687" y="331548"/>
                    <a:pt x="204020" y="340214"/>
                    <a:pt x="202937" y="348963"/>
                  </a:cubicBezTo>
                  <a:cubicBezTo>
                    <a:pt x="201854" y="358045"/>
                    <a:pt x="203437" y="373878"/>
                    <a:pt x="193188" y="378794"/>
                  </a:cubicBezTo>
                  <a:cubicBezTo>
                    <a:pt x="184855" y="382793"/>
                    <a:pt x="172606" y="378544"/>
                    <a:pt x="168357" y="371211"/>
                  </a:cubicBezTo>
                  <a:cubicBezTo>
                    <a:pt x="164857" y="365378"/>
                    <a:pt x="165774" y="359879"/>
                    <a:pt x="166190" y="353546"/>
                  </a:cubicBezTo>
                  <a:lnTo>
                    <a:pt x="166190" y="353546"/>
                  </a:lnTo>
                  <a:close/>
                  <a:moveTo>
                    <a:pt x="394503" y="254638"/>
                  </a:moveTo>
                  <a:cubicBezTo>
                    <a:pt x="389670" y="271387"/>
                    <a:pt x="381171" y="290635"/>
                    <a:pt x="369838" y="304050"/>
                  </a:cubicBezTo>
                  <a:cubicBezTo>
                    <a:pt x="359756" y="316049"/>
                    <a:pt x="355340" y="331131"/>
                    <a:pt x="339091" y="336131"/>
                  </a:cubicBezTo>
                  <a:cubicBezTo>
                    <a:pt x="321426" y="341547"/>
                    <a:pt x="304011" y="337881"/>
                    <a:pt x="288429" y="328381"/>
                  </a:cubicBezTo>
                  <a:cubicBezTo>
                    <a:pt x="280430" y="323465"/>
                    <a:pt x="273514" y="317049"/>
                    <a:pt x="269681" y="308300"/>
                  </a:cubicBezTo>
                  <a:cubicBezTo>
                    <a:pt x="266264" y="300467"/>
                    <a:pt x="267348" y="291885"/>
                    <a:pt x="264765" y="283885"/>
                  </a:cubicBezTo>
                  <a:cubicBezTo>
                    <a:pt x="263932" y="281302"/>
                    <a:pt x="261431" y="278969"/>
                    <a:pt x="258515" y="279136"/>
                  </a:cubicBezTo>
                  <a:cubicBezTo>
                    <a:pt x="248183" y="279636"/>
                    <a:pt x="240683" y="284385"/>
                    <a:pt x="229518" y="282386"/>
                  </a:cubicBezTo>
                  <a:cubicBezTo>
                    <a:pt x="214602" y="279636"/>
                    <a:pt x="203187" y="273553"/>
                    <a:pt x="194188" y="261388"/>
                  </a:cubicBezTo>
                  <a:cubicBezTo>
                    <a:pt x="190771" y="256805"/>
                    <a:pt x="187605" y="251222"/>
                    <a:pt x="181022" y="252222"/>
                  </a:cubicBezTo>
                  <a:cubicBezTo>
                    <a:pt x="173439" y="253388"/>
                    <a:pt x="170107" y="263471"/>
                    <a:pt x="164940" y="268304"/>
                  </a:cubicBezTo>
                  <a:cubicBezTo>
                    <a:pt x="154774" y="277803"/>
                    <a:pt x="141359" y="286635"/>
                    <a:pt x="126944" y="282636"/>
                  </a:cubicBezTo>
                  <a:cubicBezTo>
                    <a:pt x="113528" y="278969"/>
                    <a:pt x="110279" y="268054"/>
                    <a:pt x="102112" y="258721"/>
                  </a:cubicBezTo>
                  <a:cubicBezTo>
                    <a:pt x="97197" y="253138"/>
                    <a:pt x="92863" y="253055"/>
                    <a:pt x="85864" y="254055"/>
                  </a:cubicBezTo>
                  <a:cubicBezTo>
                    <a:pt x="70782" y="256305"/>
                    <a:pt x="57533" y="259388"/>
                    <a:pt x="42535" y="252638"/>
                  </a:cubicBezTo>
                  <a:cubicBezTo>
                    <a:pt x="15204" y="240223"/>
                    <a:pt x="10704" y="206143"/>
                    <a:pt x="24870" y="182228"/>
                  </a:cubicBezTo>
                  <a:cubicBezTo>
                    <a:pt x="30536" y="172645"/>
                    <a:pt x="38868" y="165146"/>
                    <a:pt x="47868" y="158813"/>
                  </a:cubicBezTo>
                  <a:cubicBezTo>
                    <a:pt x="52034" y="155897"/>
                    <a:pt x="57367" y="153231"/>
                    <a:pt x="57533" y="147398"/>
                  </a:cubicBezTo>
                  <a:cubicBezTo>
                    <a:pt x="57617" y="144648"/>
                    <a:pt x="55700" y="142065"/>
                    <a:pt x="54867" y="139482"/>
                  </a:cubicBezTo>
                  <a:cubicBezTo>
                    <a:pt x="52951" y="133233"/>
                    <a:pt x="52117" y="126233"/>
                    <a:pt x="52534" y="119734"/>
                  </a:cubicBezTo>
                  <a:cubicBezTo>
                    <a:pt x="53450" y="105402"/>
                    <a:pt x="61866" y="92903"/>
                    <a:pt x="72449" y="83737"/>
                  </a:cubicBezTo>
                  <a:cubicBezTo>
                    <a:pt x="83114" y="74488"/>
                    <a:pt x="93530" y="70571"/>
                    <a:pt x="107445" y="69321"/>
                  </a:cubicBezTo>
                  <a:cubicBezTo>
                    <a:pt x="116694" y="68488"/>
                    <a:pt x="127777" y="67905"/>
                    <a:pt x="135860" y="62905"/>
                  </a:cubicBezTo>
                  <a:cubicBezTo>
                    <a:pt x="144775" y="57406"/>
                    <a:pt x="144526" y="49407"/>
                    <a:pt x="147109" y="40241"/>
                  </a:cubicBezTo>
                  <a:cubicBezTo>
                    <a:pt x="151525" y="24742"/>
                    <a:pt x="167190" y="15910"/>
                    <a:pt x="181855" y="12243"/>
                  </a:cubicBezTo>
                  <a:cubicBezTo>
                    <a:pt x="214269" y="4327"/>
                    <a:pt x="241434" y="20659"/>
                    <a:pt x="268098" y="36991"/>
                  </a:cubicBezTo>
                  <a:cubicBezTo>
                    <a:pt x="268098" y="37074"/>
                    <a:pt x="268098" y="37158"/>
                    <a:pt x="268098" y="37241"/>
                  </a:cubicBezTo>
                  <a:cubicBezTo>
                    <a:pt x="267431" y="44574"/>
                    <a:pt x="278597" y="44407"/>
                    <a:pt x="279430" y="37241"/>
                  </a:cubicBezTo>
                  <a:cubicBezTo>
                    <a:pt x="281013" y="23492"/>
                    <a:pt x="302761" y="21243"/>
                    <a:pt x="312760" y="24159"/>
                  </a:cubicBezTo>
                  <a:cubicBezTo>
                    <a:pt x="323759" y="27242"/>
                    <a:pt x="330175" y="34075"/>
                    <a:pt x="333259" y="44990"/>
                  </a:cubicBezTo>
                  <a:cubicBezTo>
                    <a:pt x="335675" y="53740"/>
                    <a:pt x="336008" y="63239"/>
                    <a:pt x="334092" y="72071"/>
                  </a:cubicBezTo>
                  <a:cubicBezTo>
                    <a:pt x="332592" y="78737"/>
                    <a:pt x="329675" y="83570"/>
                    <a:pt x="330759" y="90403"/>
                  </a:cubicBezTo>
                  <a:cubicBezTo>
                    <a:pt x="331425" y="94569"/>
                    <a:pt x="336175" y="95986"/>
                    <a:pt x="339674" y="95486"/>
                  </a:cubicBezTo>
                  <a:cubicBezTo>
                    <a:pt x="347757" y="94236"/>
                    <a:pt x="357506" y="90820"/>
                    <a:pt x="365672" y="91986"/>
                  </a:cubicBezTo>
                  <a:cubicBezTo>
                    <a:pt x="377005" y="93569"/>
                    <a:pt x="387004" y="103652"/>
                    <a:pt x="389420" y="114734"/>
                  </a:cubicBezTo>
                  <a:cubicBezTo>
                    <a:pt x="393420" y="132733"/>
                    <a:pt x="387337" y="153147"/>
                    <a:pt x="378671" y="168563"/>
                  </a:cubicBezTo>
                  <a:cubicBezTo>
                    <a:pt x="373005" y="178645"/>
                    <a:pt x="371255" y="187311"/>
                    <a:pt x="378921" y="196810"/>
                  </a:cubicBezTo>
                  <a:cubicBezTo>
                    <a:pt x="384920" y="204226"/>
                    <a:pt x="391753" y="209059"/>
                    <a:pt x="394753" y="218641"/>
                  </a:cubicBezTo>
                  <a:cubicBezTo>
                    <a:pt x="398503" y="230307"/>
                    <a:pt x="397919" y="242806"/>
                    <a:pt x="394503" y="254638"/>
                  </a:cubicBezTo>
                  <a:lnTo>
                    <a:pt x="394503" y="254638"/>
                  </a:lnTo>
                  <a:close/>
                </a:path>
              </a:pathLst>
            </a:custGeom>
            <a:grpFill/>
            <a:ln w="8332" cap="flat">
              <a:noFill/>
              <a:prstDash val="solid"/>
              <a:miter/>
            </a:ln>
          </p:spPr>
          <p:txBody>
            <a:bodyPr rtlCol="0" anchor="ctr"/>
            <a:lstStyle/>
            <a:p>
              <a:endParaRPr lang="en-US"/>
            </a:p>
          </p:txBody>
        </p:sp>
        <p:sp>
          <p:nvSpPr>
            <p:cNvPr id="1949" name="Freeform: Shape 1948"/>
            <p:cNvSpPr/>
            <p:nvPr/>
          </p:nvSpPr>
          <p:spPr>
            <a:xfrm>
              <a:off x="7027202" y="2930055"/>
              <a:ext cx="102623" cy="165944"/>
            </a:xfrm>
            <a:custGeom>
              <a:avLst/>
              <a:gdLst>
                <a:gd name="connsiteX0" fmla="*/ 94511 w 102623"/>
                <a:gd name="connsiteY0" fmla="*/ 149678 h 165944"/>
                <a:gd name="connsiteX1" fmla="*/ 67014 w 102623"/>
                <a:gd name="connsiteY1" fmla="*/ 144761 h 165944"/>
                <a:gd name="connsiteX2" fmla="*/ 69097 w 102623"/>
                <a:gd name="connsiteY2" fmla="*/ 120597 h 165944"/>
                <a:gd name="connsiteX3" fmla="*/ 61514 w 102623"/>
                <a:gd name="connsiteY3" fmla="*/ 114847 h 165944"/>
                <a:gd name="connsiteX4" fmla="*/ 21601 w 102623"/>
                <a:gd name="connsiteY4" fmla="*/ 96349 h 165944"/>
                <a:gd name="connsiteX5" fmla="*/ 37183 w 102623"/>
                <a:gd name="connsiteY5" fmla="*/ 68351 h 165944"/>
                <a:gd name="connsiteX6" fmla="*/ 24268 w 102623"/>
                <a:gd name="connsiteY6" fmla="*/ 58519 h 165944"/>
                <a:gd name="connsiteX7" fmla="*/ 26934 w 102623"/>
                <a:gd name="connsiteY7" fmla="*/ 20939 h 165944"/>
                <a:gd name="connsiteX8" fmla="*/ 87845 w 102623"/>
                <a:gd name="connsiteY8" fmla="*/ 11440 h 165944"/>
                <a:gd name="connsiteX9" fmla="*/ 89512 w 102623"/>
                <a:gd name="connsiteY9" fmla="*/ 8524 h 165944"/>
                <a:gd name="connsiteX10" fmla="*/ 14519 w 102623"/>
                <a:gd name="connsiteY10" fmla="*/ 18856 h 165944"/>
                <a:gd name="connsiteX11" fmla="*/ 6103 w 102623"/>
                <a:gd name="connsiteY11" fmla="*/ 50187 h 165944"/>
                <a:gd name="connsiteX12" fmla="*/ 13102 w 102623"/>
                <a:gd name="connsiteY12" fmla="*/ 63852 h 165944"/>
                <a:gd name="connsiteX13" fmla="*/ 23934 w 102623"/>
                <a:gd name="connsiteY13" fmla="*/ 73101 h 165944"/>
                <a:gd name="connsiteX14" fmla="*/ 4436 w 102623"/>
                <a:gd name="connsiteY14" fmla="*/ 123180 h 165944"/>
                <a:gd name="connsiteX15" fmla="*/ 56348 w 102623"/>
                <a:gd name="connsiteY15" fmla="*/ 130846 h 165944"/>
                <a:gd name="connsiteX16" fmla="*/ 60431 w 102623"/>
                <a:gd name="connsiteY16" fmla="*/ 158510 h 165944"/>
                <a:gd name="connsiteX17" fmla="*/ 98177 w 102623"/>
                <a:gd name="connsiteY17" fmla="*/ 162510 h 165944"/>
                <a:gd name="connsiteX18" fmla="*/ 94511 w 102623"/>
                <a:gd name="connsiteY18" fmla="*/ 149678 h 165944"/>
                <a:gd name="connsiteX19" fmla="*/ 94511 w 102623"/>
                <a:gd name="connsiteY19" fmla="*/ 149678 h 16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2623" h="165944">
                  <a:moveTo>
                    <a:pt x="94511" y="149678"/>
                  </a:moveTo>
                  <a:cubicBezTo>
                    <a:pt x="86595" y="152594"/>
                    <a:pt x="71680" y="155261"/>
                    <a:pt x="67014" y="144761"/>
                  </a:cubicBezTo>
                  <a:cubicBezTo>
                    <a:pt x="64098" y="138262"/>
                    <a:pt x="69097" y="127596"/>
                    <a:pt x="69097" y="120597"/>
                  </a:cubicBezTo>
                  <a:cubicBezTo>
                    <a:pt x="69097" y="117097"/>
                    <a:pt x="65181" y="113348"/>
                    <a:pt x="61514" y="114847"/>
                  </a:cubicBezTo>
                  <a:cubicBezTo>
                    <a:pt x="46099" y="121097"/>
                    <a:pt x="1769" y="124180"/>
                    <a:pt x="21601" y="96349"/>
                  </a:cubicBezTo>
                  <a:cubicBezTo>
                    <a:pt x="26601" y="89350"/>
                    <a:pt x="44599" y="79017"/>
                    <a:pt x="37183" y="68351"/>
                  </a:cubicBezTo>
                  <a:cubicBezTo>
                    <a:pt x="34183" y="64019"/>
                    <a:pt x="27934" y="62269"/>
                    <a:pt x="24268" y="58519"/>
                  </a:cubicBezTo>
                  <a:cubicBezTo>
                    <a:pt x="12769" y="46687"/>
                    <a:pt x="13268" y="31105"/>
                    <a:pt x="26934" y="20939"/>
                  </a:cubicBezTo>
                  <a:cubicBezTo>
                    <a:pt x="43266" y="8690"/>
                    <a:pt x="68764" y="24"/>
                    <a:pt x="87845" y="11440"/>
                  </a:cubicBezTo>
                  <a:cubicBezTo>
                    <a:pt x="89761" y="12607"/>
                    <a:pt x="91178" y="9857"/>
                    <a:pt x="89512" y="8524"/>
                  </a:cubicBezTo>
                  <a:cubicBezTo>
                    <a:pt x="68180" y="-7558"/>
                    <a:pt x="32267" y="941"/>
                    <a:pt x="14519" y="18856"/>
                  </a:cubicBezTo>
                  <a:cubicBezTo>
                    <a:pt x="6353" y="27105"/>
                    <a:pt x="2853" y="38937"/>
                    <a:pt x="6103" y="50187"/>
                  </a:cubicBezTo>
                  <a:cubicBezTo>
                    <a:pt x="7519" y="55103"/>
                    <a:pt x="10019" y="59769"/>
                    <a:pt x="13102" y="63852"/>
                  </a:cubicBezTo>
                  <a:cubicBezTo>
                    <a:pt x="14768" y="66102"/>
                    <a:pt x="20601" y="70018"/>
                    <a:pt x="23934" y="73101"/>
                  </a:cubicBezTo>
                  <a:cubicBezTo>
                    <a:pt x="9769" y="85433"/>
                    <a:pt x="-8563" y="104598"/>
                    <a:pt x="4436" y="123180"/>
                  </a:cubicBezTo>
                  <a:cubicBezTo>
                    <a:pt x="15352" y="138845"/>
                    <a:pt x="39100" y="137762"/>
                    <a:pt x="56348" y="130846"/>
                  </a:cubicBezTo>
                  <a:cubicBezTo>
                    <a:pt x="54682" y="140678"/>
                    <a:pt x="52015" y="150594"/>
                    <a:pt x="60431" y="158510"/>
                  </a:cubicBezTo>
                  <a:cubicBezTo>
                    <a:pt x="70597" y="168176"/>
                    <a:pt x="86179" y="167176"/>
                    <a:pt x="98177" y="162510"/>
                  </a:cubicBezTo>
                  <a:cubicBezTo>
                    <a:pt x="106010" y="159510"/>
                    <a:pt x="102677" y="146678"/>
                    <a:pt x="94511" y="149678"/>
                  </a:cubicBezTo>
                  <a:lnTo>
                    <a:pt x="94511" y="149678"/>
                  </a:lnTo>
                  <a:close/>
                </a:path>
              </a:pathLst>
            </a:custGeom>
            <a:grpFill/>
            <a:ln w="8332" cap="flat">
              <a:noFill/>
              <a:prstDash val="solid"/>
              <a:miter/>
            </a:ln>
          </p:spPr>
          <p:txBody>
            <a:bodyPr rtlCol="0" anchor="ctr"/>
            <a:lstStyle/>
            <a:p>
              <a:endParaRPr lang="en-US"/>
            </a:p>
          </p:txBody>
        </p:sp>
        <p:sp>
          <p:nvSpPr>
            <p:cNvPr id="1950" name="Freeform: Shape 1949"/>
            <p:cNvSpPr/>
            <p:nvPr/>
          </p:nvSpPr>
          <p:spPr>
            <a:xfrm>
              <a:off x="7127496" y="3007527"/>
              <a:ext cx="107368" cy="87544"/>
            </a:xfrm>
            <a:custGeom>
              <a:avLst/>
              <a:gdLst>
                <a:gd name="connsiteX0" fmla="*/ 91959 w 107368"/>
                <a:gd name="connsiteY0" fmla="*/ 53791 h 87544"/>
                <a:gd name="connsiteX1" fmla="*/ 56045 w 107368"/>
                <a:gd name="connsiteY1" fmla="*/ 58457 h 87544"/>
                <a:gd name="connsiteX2" fmla="*/ 53212 w 107368"/>
                <a:gd name="connsiteY2" fmla="*/ 39959 h 87544"/>
                <a:gd name="connsiteX3" fmla="*/ 45879 w 107368"/>
                <a:gd name="connsiteY3" fmla="*/ 38042 h 87544"/>
                <a:gd name="connsiteX4" fmla="*/ 15465 w 107368"/>
                <a:gd name="connsiteY4" fmla="*/ 42125 h 87544"/>
                <a:gd name="connsiteX5" fmla="*/ 20215 w 107368"/>
                <a:gd name="connsiteY5" fmla="*/ 5545 h 87544"/>
                <a:gd name="connsiteX6" fmla="*/ 13715 w 107368"/>
                <a:gd name="connsiteY6" fmla="*/ 1796 h 87544"/>
                <a:gd name="connsiteX7" fmla="*/ 8633 w 107368"/>
                <a:gd name="connsiteY7" fmla="*/ 53541 h 87544"/>
                <a:gd name="connsiteX8" fmla="*/ 41796 w 107368"/>
                <a:gd name="connsiteY8" fmla="*/ 55124 h 87544"/>
                <a:gd name="connsiteX9" fmla="*/ 45379 w 107368"/>
                <a:gd name="connsiteY9" fmla="*/ 67373 h 87544"/>
                <a:gd name="connsiteX10" fmla="*/ 63211 w 107368"/>
                <a:gd name="connsiteY10" fmla="*/ 85871 h 87544"/>
                <a:gd name="connsiteX11" fmla="*/ 107290 w 107368"/>
                <a:gd name="connsiteY11" fmla="*/ 55791 h 87544"/>
                <a:gd name="connsiteX12" fmla="*/ 91959 w 107368"/>
                <a:gd name="connsiteY12" fmla="*/ 53791 h 87544"/>
                <a:gd name="connsiteX13" fmla="*/ 91959 w 107368"/>
                <a:gd name="connsiteY13" fmla="*/ 53791 h 87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7368" h="87544">
                  <a:moveTo>
                    <a:pt x="91959" y="53791"/>
                  </a:moveTo>
                  <a:cubicBezTo>
                    <a:pt x="86542" y="70623"/>
                    <a:pt x="64294" y="79122"/>
                    <a:pt x="56045" y="58457"/>
                  </a:cubicBezTo>
                  <a:cubicBezTo>
                    <a:pt x="53628" y="52458"/>
                    <a:pt x="56378" y="45292"/>
                    <a:pt x="53212" y="39959"/>
                  </a:cubicBezTo>
                  <a:cubicBezTo>
                    <a:pt x="51795" y="37626"/>
                    <a:pt x="48295" y="36459"/>
                    <a:pt x="45879" y="38042"/>
                  </a:cubicBezTo>
                  <a:cubicBezTo>
                    <a:pt x="37380" y="43792"/>
                    <a:pt x="24548" y="49625"/>
                    <a:pt x="15465" y="42125"/>
                  </a:cubicBezTo>
                  <a:cubicBezTo>
                    <a:pt x="3467" y="32293"/>
                    <a:pt x="14382" y="15794"/>
                    <a:pt x="20215" y="5545"/>
                  </a:cubicBezTo>
                  <a:cubicBezTo>
                    <a:pt x="22631" y="1296"/>
                    <a:pt x="16382" y="-2287"/>
                    <a:pt x="13715" y="1796"/>
                  </a:cubicBezTo>
                  <a:cubicBezTo>
                    <a:pt x="3800" y="17211"/>
                    <a:pt x="-8699" y="38042"/>
                    <a:pt x="8633" y="53541"/>
                  </a:cubicBezTo>
                  <a:cubicBezTo>
                    <a:pt x="17882" y="61874"/>
                    <a:pt x="31297" y="60874"/>
                    <a:pt x="41796" y="55124"/>
                  </a:cubicBezTo>
                  <a:cubicBezTo>
                    <a:pt x="42296" y="59374"/>
                    <a:pt x="43879" y="63540"/>
                    <a:pt x="45379" y="67373"/>
                  </a:cubicBezTo>
                  <a:cubicBezTo>
                    <a:pt x="48795" y="75789"/>
                    <a:pt x="54295" y="83038"/>
                    <a:pt x="63211" y="85871"/>
                  </a:cubicBezTo>
                  <a:cubicBezTo>
                    <a:pt x="85209" y="92871"/>
                    <a:pt x="104624" y="76956"/>
                    <a:pt x="107290" y="55791"/>
                  </a:cubicBezTo>
                  <a:cubicBezTo>
                    <a:pt x="108540" y="46792"/>
                    <a:pt x="94542" y="45792"/>
                    <a:pt x="91959" y="53791"/>
                  </a:cubicBezTo>
                  <a:lnTo>
                    <a:pt x="91959" y="53791"/>
                  </a:lnTo>
                  <a:close/>
                </a:path>
              </a:pathLst>
            </a:custGeom>
            <a:grpFill/>
            <a:ln w="8332" cap="flat">
              <a:noFill/>
              <a:prstDash val="solid"/>
              <a:miter/>
            </a:ln>
          </p:spPr>
          <p:txBody>
            <a:bodyPr rtlCol="0" anchor="ctr"/>
            <a:lstStyle/>
            <a:p>
              <a:endParaRPr lang="en-US"/>
            </a:p>
          </p:txBody>
        </p:sp>
        <p:sp>
          <p:nvSpPr>
            <p:cNvPr id="1951" name="Freeform: Shape 1950"/>
            <p:cNvSpPr/>
            <p:nvPr/>
          </p:nvSpPr>
          <p:spPr>
            <a:xfrm>
              <a:off x="7240685" y="2947161"/>
              <a:ext cx="58802" cy="110278"/>
            </a:xfrm>
            <a:custGeom>
              <a:avLst/>
              <a:gdLst>
                <a:gd name="connsiteX0" fmla="*/ 58678 w 58802"/>
                <a:gd name="connsiteY0" fmla="*/ 66411 h 110278"/>
                <a:gd name="connsiteX1" fmla="*/ 47430 w 58802"/>
                <a:gd name="connsiteY1" fmla="*/ 49746 h 110278"/>
                <a:gd name="connsiteX2" fmla="*/ 47179 w 58802"/>
                <a:gd name="connsiteY2" fmla="*/ 9166 h 110278"/>
                <a:gd name="connsiteX3" fmla="*/ 11183 w 58802"/>
                <a:gd name="connsiteY3" fmla="*/ 3583 h 110278"/>
                <a:gd name="connsiteX4" fmla="*/ 12682 w 58802"/>
                <a:gd name="connsiteY4" fmla="*/ 8916 h 110278"/>
                <a:gd name="connsiteX5" fmla="*/ 37764 w 58802"/>
                <a:gd name="connsiteY5" fmla="*/ 18665 h 110278"/>
                <a:gd name="connsiteX6" fmla="*/ 33264 w 58802"/>
                <a:gd name="connsiteY6" fmla="*/ 32581 h 110278"/>
                <a:gd name="connsiteX7" fmla="*/ 29181 w 58802"/>
                <a:gd name="connsiteY7" fmla="*/ 50329 h 110278"/>
                <a:gd name="connsiteX8" fmla="*/ 35431 w 58802"/>
                <a:gd name="connsiteY8" fmla="*/ 57578 h 110278"/>
                <a:gd name="connsiteX9" fmla="*/ 33931 w 58802"/>
                <a:gd name="connsiteY9" fmla="*/ 78743 h 110278"/>
                <a:gd name="connsiteX10" fmla="*/ 2517 w 58802"/>
                <a:gd name="connsiteY10" fmla="*/ 100241 h 110278"/>
                <a:gd name="connsiteX11" fmla="*/ 6683 w 58802"/>
                <a:gd name="connsiteY11" fmla="*/ 110157 h 110278"/>
                <a:gd name="connsiteX12" fmla="*/ 52846 w 58802"/>
                <a:gd name="connsiteY12" fmla="*/ 83243 h 110278"/>
                <a:gd name="connsiteX13" fmla="*/ 58678 w 58802"/>
                <a:gd name="connsiteY13" fmla="*/ 66411 h 110278"/>
                <a:gd name="connsiteX14" fmla="*/ 58678 w 58802"/>
                <a:gd name="connsiteY14" fmla="*/ 66411 h 110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8802" h="110278">
                  <a:moveTo>
                    <a:pt x="58678" y="66411"/>
                  </a:moveTo>
                  <a:cubicBezTo>
                    <a:pt x="57679" y="57745"/>
                    <a:pt x="51846" y="56245"/>
                    <a:pt x="47430" y="49746"/>
                  </a:cubicBezTo>
                  <a:cubicBezTo>
                    <a:pt x="39347" y="37914"/>
                    <a:pt x="53512" y="22915"/>
                    <a:pt x="47179" y="9166"/>
                  </a:cubicBezTo>
                  <a:cubicBezTo>
                    <a:pt x="40764" y="-4999"/>
                    <a:pt x="22598" y="750"/>
                    <a:pt x="11183" y="3583"/>
                  </a:cubicBezTo>
                  <a:cubicBezTo>
                    <a:pt x="7683" y="4416"/>
                    <a:pt x="9183" y="9583"/>
                    <a:pt x="12682" y="8916"/>
                  </a:cubicBezTo>
                  <a:cubicBezTo>
                    <a:pt x="21932" y="7083"/>
                    <a:pt x="37430" y="4833"/>
                    <a:pt x="37764" y="18665"/>
                  </a:cubicBezTo>
                  <a:cubicBezTo>
                    <a:pt x="37930" y="24081"/>
                    <a:pt x="35680" y="27914"/>
                    <a:pt x="33264" y="32581"/>
                  </a:cubicBezTo>
                  <a:cubicBezTo>
                    <a:pt x="30181" y="38414"/>
                    <a:pt x="26515" y="43580"/>
                    <a:pt x="29181" y="50329"/>
                  </a:cubicBezTo>
                  <a:cubicBezTo>
                    <a:pt x="30598" y="53829"/>
                    <a:pt x="33597" y="54745"/>
                    <a:pt x="35431" y="57578"/>
                  </a:cubicBezTo>
                  <a:cubicBezTo>
                    <a:pt x="40847" y="66328"/>
                    <a:pt x="41764" y="71910"/>
                    <a:pt x="33931" y="78743"/>
                  </a:cubicBezTo>
                  <a:cubicBezTo>
                    <a:pt x="24348" y="87159"/>
                    <a:pt x="12849" y="92825"/>
                    <a:pt x="2517" y="100241"/>
                  </a:cubicBezTo>
                  <a:cubicBezTo>
                    <a:pt x="-2482" y="103824"/>
                    <a:pt x="517" y="111324"/>
                    <a:pt x="6683" y="110157"/>
                  </a:cubicBezTo>
                  <a:cubicBezTo>
                    <a:pt x="24099" y="106824"/>
                    <a:pt x="42013" y="97741"/>
                    <a:pt x="52846" y="83243"/>
                  </a:cubicBezTo>
                  <a:cubicBezTo>
                    <a:pt x="56679" y="78243"/>
                    <a:pt x="59429" y="72744"/>
                    <a:pt x="58678" y="66411"/>
                  </a:cubicBezTo>
                  <a:lnTo>
                    <a:pt x="58678" y="66411"/>
                  </a:lnTo>
                  <a:close/>
                </a:path>
              </a:pathLst>
            </a:custGeom>
            <a:grpFill/>
            <a:ln w="8332" cap="flat">
              <a:noFill/>
              <a:prstDash val="solid"/>
              <a:miter/>
            </a:ln>
          </p:spPr>
          <p:txBody>
            <a:bodyPr rtlCol="0" anchor="ctr"/>
            <a:lstStyle/>
            <a:p>
              <a:endParaRPr lang="en-US"/>
            </a:p>
          </p:txBody>
        </p:sp>
        <p:sp>
          <p:nvSpPr>
            <p:cNvPr id="1952" name="Freeform: Shape 1951"/>
            <p:cNvSpPr/>
            <p:nvPr/>
          </p:nvSpPr>
          <p:spPr>
            <a:xfrm>
              <a:off x="11127397" y="54657"/>
              <a:ext cx="412995" cy="515560"/>
            </a:xfrm>
            <a:custGeom>
              <a:avLst/>
              <a:gdLst>
                <a:gd name="connsiteX0" fmla="*/ 405252 w 412995"/>
                <a:gd name="connsiteY0" fmla="*/ 202997 h 515560"/>
                <a:gd name="connsiteX1" fmla="*/ 394503 w 412995"/>
                <a:gd name="connsiteY1" fmla="*/ 172083 h 515560"/>
                <a:gd name="connsiteX2" fmla="*/ 404002 w 412995"/>
                <a:gd name="connsiteY2" fmla="*/ 142086 h 515560"/>
                <a:gd name="connsiteX3" fmla="*/ 391086 w 412995"/>
                <a:gd name="connsiteY3" fmla="*/ 88674 h 515560"/>
                <a:gd name="connsiteX4" fmla="*/ 345340 w 412995"/>
                <a:gd name="connsiteY4" fmla="*/ 79592 h 515560"/>
                <a:gd name="connsiteX5" fmla="*/ 349257 w 412995"/>
                <a:gd name="connsiteY5" fmla="*/ 64093 h 515560"/>
                <a:gd name="connsiteX6" fmla="*/ 347673 w 412995"/>
                <a:gd name="connsiteY6" fmla="*/ 46928 h 515560"/>
                <a:gd name="connsiteX7" fmla="*/ 327508 w 412995"/>
                <a:gd name="connsiteY7" fmla="*/ 16014 h 515560"/>
                <a:gd name="connsiteX8" fmla="*/ 269597 w 412995"/>
                <a:gd name="connsiteY8" fmla="*/ 29929 h 515560"/>
                <a:gd name="connsiteX9" fmla="*/ 188104 w 412995"/>
                <a:gd name="connsiteY9" fmla="*/ 515 h 515560"/>
                <a:gd name="connsiteX10" fmla="*/ 151941 w 412995"/>
                <a:gd name="connsiteY10" fmla="*/ 12681 h 515560"/>
                <a:gd name="connsiteX11" fmla="*/ 131193 w 412995"/>
                <a:gd name="connsiteY11" fmla="*/ 40095 h 515560"/>
                <a:gd name="connsiteX12" fmla="*/ 105195 w 412995"/>
                <a:gd name="connsiteY12" fmla="*/ 52511 h 515560"/>
                <a:gd name="connsiteX13" fmla="*/ 85114 w 412995"/>
                <a:gd name="connsiteY13" fmla="*/ 56344 h 515560"/>
                <a:gd name="connsiteX14" fmla="*/ 52867 w 412995"/>
                <a:gd name="connsiteY14" fmla="*/ 80175 h 515560"/>
                <a:gd name="connsiteX15" fmla="*/ 41534 w 412995"/>
                <a:gd name="connsiteY15" fmla="*/ 145752 h 515560"/>
                <a:gd name="connsiteX16" fmla="*/ 28453 w 412995"/>
                <a:gd name="connsiteY16" fmla="*/ 154501 h 515560"/>
                <a:gd name="connsiteX17" fmla="*/ 14287 w 412995"/>
                <a:gd name="connsiteY17" fmla="*/ 169667 h 515560"/>
                <a:gd name="connsiteX18" fmla="*/ 38 w 412995"/>
                <a:gd name="connsiteY18" fmla="*/ 209830 h 515560"/>
                <a:gd name="connsiteX19" fmla="*/ 50450 w 412995"/>
                <a:gd name="connsiteY19" fmla="*/ 272158 h 515560"/>
                <a:gd name="connsiteX20" fmla="*/ 72865 w 412995"/>
                <a:gd name="connsiteY20" fmla="*/ 273491 h 515560"/>
                <a:gd name="connsiteX21" fmla="*/ 91196 w 412995"/>
                <a:gd name="connsiteY21" fmla="*/ 270491 h 515560"/>
                <a:gd name="connsiteX22" fmla="*/ 103363 w 412995"/>
                <a:gd name="connsiteY22" fmla="*/ 286906 h 515560"/>
                <a:gd name="connsiteX23" fmla="*/ 111695 w 412995"/>
                <a:gd name="connsiteY23" fmla="*/ 292906 h 515560"/>
                <a:gd name="connsiteX24" fmla="*/ 112028 w 412995"/>
                <a:gd name="connsiteY24" fmla="*/ 395646 h 515560"/>
                <a:gd name="connsiteX25" fmla="*/ 105862 w 412995"/>
                <a:gd name="connsiteY25" fmla="*/ 460974 h 515560"/>
                <a:gd name="connsiteX26" fmla="*/ 100779 w 412995"/>
                <a:gd name="connsiteY26" fmla="*/ 488305 h 515560"/>
                <a:gd name="connsiteX27" fmla="*/ 101279 w 412995"/>
                <a:gd name="connsiteY27" fmla="*/ 500637 h 515560"/>
                <a:gd name="connsiteX28" fmla="*/ 107778 w 412995"/>
                <a:gd name="connsiteY28" fmla="*/ 504387 h 515560"/>
                <a:gd name="connsiteX29" fmla="*/ 155274 w 412995"/>
                <a:gd name="connsiteY29" fmla="*/ 506470 h 515560"/>
                <a:gd name="connsiteX30" fmla="*/ 197937 w 412995"/>
                <a:gd name="connsiteY30" fmla="*/ 515552 h 515560"/>
                <a:gd name="connsiteX31" fmla="*/ 228268 w 412995"/>
                <a:gd name="connsiteY31" fmla="*/ 466307 h 515560"/>
                <a:gd name="connsiteX32" fmla="*/ 241516 w 412995"/>
                <a:gd name="connsiteY32" fmla="*/ 372898 h 515560"/>
                <a:gd name="connsiteX33" fmla="*/ 256931 w 412995"/>
                <a:gd name="connsiteY33" fmla="*/ 313154 h 515560"/>
                <a:gd name="connsiteX34" fmla="*/ 258764 w 412995"/>
                <a:gd name="connsiteY34" fmla="*/ 317987 h 515560"/>
                <a:gd name="connsiteX35" fmla="*/ 275097 w 412995"/>
                <a:gd name="connsiteY35" fmla="*/ 337985 h 515560"/>
                <a:gd name="connsiteX36" fmla="*/ 329591 w 412995"/>
                <a:gd name="connsiteY36" fmla="*/ 354900 h 515560"/>
                <a:gd name="connsiteX37" fmla="*/ 372588 w 412995"/>
                <a:gd name="connsiteY37" fmla="*/ 323903 h 515560"/>
                <a:gd name="connsiteX38" fmla="*/ 389837 w 412995"/>
                <a:gd name="connsiteY38" fmla="*/ 298322 h 515560"/>
                <a:gd name="connsiteX39" fmla="*/ 405419 w 412995"/>
                <a:gd name="connsiteY39" fmla="*/ 267908 h 515560"/>
                <a:gd name="connsiteX40" fmla="*/ 405252 w 412995"/>
                <a:gd name="connsiteY40" fmla="*/ 202997 h 515560"/>
                <a:gd name="connsiteX41" fmla="*/ 405252 w 412995"/>
                <a:gd name="connsiteY41" fmla="*/ 202997 h 515560"/>
                <a:gd name="connsiteX42" fmla="*/ 234351 w 412995"/>
                <a:gd name="connsiteY42" fmla="*/ 340901 h 515560"/>
                <a:gd name="connsiteX43" fmla="*/ 219351 w 412995"/>
                <a:gd name="connsiteY43" fmla="*/ 427727 h 515560"/>
                <a:gd name="connsiteX44" fmla="*/ 213019 w 412995"/>
                <a:gd name="connsiteY44" fmla="*/ 470473 h 515560"/>
                <a:gd name="connsiteX45" fmla="*/ 209186 w 412995"/>
                <a:gd name="connsiteY45" fmla="*/ 489221 h 515560"/>
                <a:gd name="connsiteX46" fmla="*/ 187355 w 412995"/>
                <a:gd name="connsiteY46" fmla="*/ 499054 h 515560"/>
                <a:gd name="connsiteX47" fmla="*/ 116194 w 412995"/>
                <a:gd name="connsiteY47" fmla="*/ 488971 h 515560"/>
                <a:gd name="connsiteX48" fmla="*/ 118611 w 412995"/>
                <a:gd name="connsiteY48" fmla="*/ 477472 h 515560"/>
                <a:gd name="connsiteX49" fmla="*/ 121777 w 412995"/>
                <a:gd name="connsiteY49" fmla="*/ 448975 h 515560"/>
                <a:gd name="connsiteX50" fmla="*/ 125360 w 412995"/>
                <a:gd name="connsiteY50" fmla="*/ 386814 h 515560"/>
                <a:gd name="connsiteX51" fmla="*/ 119110 w 412995"/>
                <a:gd name="connsiteY51" fmla="*/ 296239 h 515560"/>
                <a:gd name="connsiteX52" fmla="*/ 164106 w 412995"/>
                <a:gd name="connsiteY52" fmla="*/ 287906 h 515560"/>
                <a:gd name="connsiteX53" fmla="*/ 161856 w 412995"/>
                <a:gd name="connsiteY53" fmla="*/ 304905 h 515560"/>
                <a:gd name="connsiteX54" fmla="*/ 155024 w 412995"/>
                <a:gd name="connsiteY54" fmla="*/ 351900 h 515560"/>
                <a:gd name="connsiteX55" fmla="*/ 179356 w 412995"/>
                <a:gd name="connsiteY55" fmla="*/ 391897 h 515560"/>
                <a:gd name="connsiteX56" fmla="*/ 205270 w 412995"/>
                <a:gd name="connsiteY56" fmla="*/ 386981 h 515560"/>
                <a:gd name="connsiteX57" fmla="*/ 213686 w 412995"/>
                <a:gd name="connsiteY57" fmla="*/ 363733 h 515560"/>
                <a:gd name="connsiteX58" fmla="*/ 217352 w 412995"/>
                <a:gd name="connsiteY58" fmla="*/ 325319 h 515560"/>
                <a:gd name="connsiteX59" fmla="*/ 220768 w 412995"/>
                <a:gd name="connsiteY59" fmla="*/ 300488 h 515560"/>
                <a:gd name="connsiteX60" fmla="*/ 221351 w 412995"/>
                <a:gd name="connsiteY60" fmla="*/ 293489 h 515560"/>
                <a:gd name="connsiteX61" fmla="*/ 237933 w 412995"/>
                <a:gd name="connsiteY61" fmla="*/ 295989 h 515560"/>
                <a:gd name="connsiteX62" fmla="*/ 253349 w 412995"/>
                <a:gd name="connsiteY62" fmla="*/ 292739 h 515560"/>
                <a:gd name="connsiteX63" fmla="*/ 234351 w 412995"/>
                <a:gd name="connsiteY63" fmla="*/ 340901 h 515560"/>
                <a:gd name="connsiteX64" fmla="*/ 234351 w 412995"/>
                <a:gd name="connsiteY64" fmla="*/ 340901 h 515560"/>
                <a:gd name="connsiteX65" fmla="*/ 166190 w 412995"/>
                <a:gd name="connsiteY65" fmla="*/ 353400 h 515560"/>
                <a:gd name="connsiteX66" fmla="*/ 169773 w 412995"/>
                <a:gd name="connsiteY66" fmla="*/ 325403 h 515560"/>
                <a:gd name="connsiteX67" fmla="*/ 171856 w 412995"/>
                <a:gd name="connsiteY67" fmla="*/ 280990 h 515560"/>
                <a:gd name="connsiteX68" fmla="*/ 183188 w 412995"/>
                <a:gd name="connsiteY68" fmla="*/ 267325 h 515560"/>
                <a:gd name="connsiteX69" fmla="*/ 196270 w 412995"/>
                <a:gd name="connsiteY69" fmla="*/ 282740 h 515560"/>
                <a:gd name="connsiteX70" fmla="*/ 209269 w 412995"/>
                <a:gd name="connsiteY70" fmla="*/ 289656 h 515560"/>
                <a:gd name="connsiteX71" fmla="*/ 205353 w 412995"/>
                <a:gd name="connsiteY71" fmla="*/ 322570 h 515560"/>
                <a:gd name="connsiteX72" fmla="*/ 202937 w 412995"/>
                <a:gd name="connsiteY72" fmla="*/ 348817 h 515560"/>
                <a:gd name="connsiteX73" fmla="*/ 193187 w 412995"/>
                <a:gd name="connsiteY73" fmla="*/ 378648 h 515560"/>
                <a:gd name="connsiteX74" fmla="*/ 168356 w 412995"/>
                <a:gd name="connsiteY74" fmla="*/ 371065 h 515560"/>
                <a:gd name="connsiteX75" fmla="*/ 166190 w 412995"/>
                <a:gd name="connsiteY75" fmla="*/ 353400 h 515560"/>
                <a:gd name="connsiteX76" fmla="*/ 166190 w 412995"/>
                <a:gd name="connsiteY76" fmla="*/ 353400 h 515560"/>
                <a:gd name="connsiteX77" fmla="*/ 394586 w 412995"/>
                <a:gd name="connsiteY77" fmla="*/ 254492 h 515560"/>
                <a:gd name="connsiteX78" fmla="*/ 369922 w 412995"/>
                <a:gd name="connsiteY78" fmla="*/ 303905 h 515560"/>
                <a:gd name="connsiteX79" fmla="*/ 339174 w 412995"/>
                <a:gd name="connsiteY79" fmla="*/ 335985 h 515560"/>
                <a:gd name="connsiteX80" fmla="*/ 288512 w 412995"/>
                <a:gd name="connsiteY80" fmla="*/ 328236 h 515560"/>
                <a:gd name="connsiteX81" fmla="*/ 269764 w 412995"/>
                <a:gd name="connsiteY81" fmla="*/ 308154 h 515560"/>
                <a:gd name="connsiteX82" fmla="*/ 264848 w 412995"/>
                <a:gd name="connsiteY82" fmla="*/ 283740 h 515560"/>
                <a:gd name="connsiteX83" fmla="*/ 258599 w 412995"/>
                <a:gd name="connsiteY83" fmla="*/ 278990 h 515560"/>
                <a:gd name="connsiteX84" fmla="*/ 229600 w 412995"/>
                <a:gd name="connsiteY84" fmla="*/ 282240 h 515560"/>
                <a:gd name="connsiteX85" fmla="*/ 194270 w 412995"/>
                <a:gd name="connsiteY85" fmla="*/ 261242 h 515560"/>
                <a:gd name="connsiteX86" fmla="*/ 181105 w 412995"/>
                <a:gd name="connsiteY86" fmla="*/ 252076 h 515560"/>
                <a:gd name="connsiteX87" fmla="*/ 165023 w 412995"/>
                <a:gd name="connsiteY87" fmla="*/ 268158 h 515560"/>
                <a:gd name="connsiteX88" fmla="*/ 127027 w 412995"/>
                <a:gd name="connsiteY88" fmla="*/ 282490 h 515560"/>
                <a:gd name="connsiteX89" fmla="*/ 102196 w 412995"/>
                <a:gd name="connsiteY89" fmla="*/ 258575 h 515560"/>
                <a:gd name="connsiteX90" fmla="*/ 85947 w 412995"/>
                <a:gd name="connsiteY90" fmla="*/ 253909 h 515560"/>
                <a:gd name="connsiteX91" fmla="*/ 42618 w 412995"/>
                <a:gd name="connsiteY91" fmla="*/ 252493 h 515560"/>
                <a:gd name="connsiteX92" fmla="*/ 24953 w 412995"/>
                <a:gd name="connsiteY92" fmla="*/ 182082 h 515560"/>
                <a:gd name="connsiteX93" fmla="*/ 47951 w 412995"/>
                <a:gd name="connsiteY93" fmla="*/ 158668 h 515560"/>
                <a:gd name="connsiteX94" fmla="*/ 57617 w 412995"/>
                <a:gd name="connsiteY94" fmla="*/ 147252 h 515560"/>
                <a:gd name="connsiteX95" fmla="*/ 54950 w 412995"/>
                <a:gd name="connsiteY95" fmla="*/ 139336 h 515560"/>
                <a:gd name="connsiteX96" fmla="*/ 52616 w 412995"/>
                <a:gd name="connsiteY96" fmla="*/ 119588 h 515560"/>
                <a:gd name="connsiteX97" fmla="*/ 72531 w 412995"/>
                <a:gd name="connsiteY97" fmla="*/ 83591 h 515560"/>
                <a:gd name="connsiteX98" fmla="*/ 107529 w 412995"/>
                <a:gd name="connsiteY98" fmla="*/ 69176 h 515560"/>
                <a:gd name="connsiteX99" fmla="*/ 135942 w 412995"/>
                <a:gd name="connsiteY99" fmla="*/ 62760 h 515560"/>
                <a:gd name="connsiteX100" fmla="*/ 147192 w 412995"/>
                <a:gd name="connsiteY100" fmla="*/ 40095 h 515560"/>
                <a:gd name="connsiteX101" fmla="*/ 181938 w 412995"/>
                <a:gd name="connsiteY101" fmla="*/ 12098 h 515560"/>
                <a:gd name="connsiteX102" fmla="*/ 268097 w 412995"/>
                <a:gd name="connsiteY102" fmla="*/ 36845 h 515560"/>
                <a:gd name="connsiteX103" fmla="*/ 268097 w 412995"/>
                <a:gd name="connsiteY103" fmla="*/ 37095 h 515560"/>
                <a:gd name="connsiteX104" fmla="*/ 279430 w 412995"/>
                <a:gd name="connsiteY104" fmla="*/ 37095 h 515560"/>
                <a:gd name="connsiteX105" fmla="*/ 312760 w 412995"/>
                <a:gd name="connsiteY105" fmla="*/ 24013 h 515560"/>
                <a:gd name="connsiteX106" fmla="*/ 333258 w 412995"/>
                <a:gd name="connsiteY106" fmla="*/ 44845 h 515560"/>
                <a:gd name="connsiteX107" fmla="*/ 334091 w 412995"/>
                <a:gd name="connsiteY107" fmla="*/ 71926 h 515560"/>
                <a:gd name="connsiteX108" fmla="*/ 330758 w 412995"/>
                <a:gd name="connsiteY108" fmla="*/ 90257 h 515560"/>
                <a:gd name="connsiteX109" fmla="*/ 339674 w 412995"/>
                <a:gd name="connsiteY109" fmla="*/ 95340 h 515560"/>
                <a:gd name="connsiteX110" fmla="*/ 365672 w 412995"/>
                <a:gd name="connsiteY110" fmla="*/ 91840 h 515560"/>
                <a:gd name="connsiteX111" fmla="*/ 389420 w 412995"/>
                <a:gd name="connsiteY111" fmla="*/ 114588 h 515560"/>
                <a:gd name="connsiteX112" fmla="*/ 378670 w 412995"/>
                <a:gd name="connsiteY112" fmla="*/ 168417 h 515560"/>
                <a:gd name="connsiteX113" fmla="*/ 378921 w 412995"/>
                <a:gd name="connsiteY113" fmla="*/ 196664 h 515560"/>
                <a:gd name="connsiteX114" fmla="*/ 394753 w 412995"/>
                <a:gd name="connsiteY114" fmla="*/ 218496 h 515560"/>
                <a:gd name="connsiteX115" fmla="*/ 394586 w 412995"/>
                <a:gd name="connsiteY115" fmla="*/ 254492 h 515560"/>
                <a:gd name="connsiteX116" fmla="*/ 394586 w 412995"/>
                <a:gd name="connsiteY116" fmla="*/ 254492 h 515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Lst>
              <a:rect l="l" t="t" r="r" b="b"/>
              <a:pathLst>
                <a:path w="412995" h="515560">
                  <a:moveTo>
                    <a:pt x="405252" y="202997"/>
                  </a:moveTo>
                  <a:cubicBezTo>
                    <a:pt x="397836" y="190332"/>
                    <a:pt x="388086" y="189332"/>
                    <a:pt x="394503" y="172083"/>
                  </a:cubicBezTo>
                  <a:cubicBezTo>
                    <a:pt x="398419" y="161751"/>
                    <a:pt x="402585" y="153335"/>
                    <a:pt x="404002" y="142086"/>
                  </a:cubicBezTo>
                  <a:cubicBezTo>
                    <a:pt x="406584" y="122088"/>
                    <a:pt x="405835" y="103673"/>
                    <a:pt x="391086" y="88674"/>
                  </a:cubicBezTo>
                  <a:cubicBezTo>
                    <a:pt x="377671" y="75009"/>
                    <a:pt x="362005" y="76759"/>
                    <a:pt x="345340" y="79592"/>
                  </a:cubicBezTo>
                  <a:cubicBezTo>
                    <a:pt x="346674" y="74509"/>
                    <a:pt x="349090" y="68759"/>
                    <a:pt x="349257" y="64093"/>
                  </a:cubicBezTo>
                  <a:cubicBezTo>
                    <a:pt x="349423" y="58427"/>
                    <a:pt x="348757" y="52511"/>
                    <a:pt x="347673" y="46928"/>
                  </a:cubicBezTo>
                  <a:cubicBezTo>
                    <a:pt x="345173" y="34346"/>
                    <a:pt x="339091" y="22430"/>
                    <a:pt x="327508" y="16014"/>
                  </a:cubicBezTo>
                  <a:cubicBezTo>
                    <a:pt x="309427" y="6015"/>
                    <a:pt x="277264" y="8431"/>
                    <a:pt x="269597" y="29929"/>
                  </a:cubicBezTo>
                  <a:cubicBezTo>
                    <a:pt x="244850" y="14181"/>
                    <a:pt x="218685" y="-3234"/>
                    <a:pt x="188104" y="515"/>
                  </a:cubicBezTo>
                  <a:cubicBezTo>
                    <a:pt x="175355" y="2015"/>
                    <a:pt x="162774" y="5515"/>
                    <a:pt x="151941" y="12681"/>
                  </a:cubicBezTo>
                  <a:cubicBezTo>
                    <a:pt x="140359" y="20347"/>
                    <a:pt x="136276" y="27846"/>
                    <a:pt x="131193" y="40095"/>
                  </a:cubicBezTo>
                  <a:cubicBezTo>
                    <a:pt x="126361" y="51927"/>
                    <a:pt x="116611" y="51344"/>
                    <a:pt x="105195" y="52511"/>
                  </a:cubicBezTo>
                  <a:cubicBezTo>
                    <a:pt x="98279" y="53177"/>
                    <a:pt x="91697" y="53761"/>
                    <a:pt x="85114" y="56344"/>
                  </a:cubicBezTo>
                  <a:cubicBezTo>
                    <a:pt x="72782" y="61177"/>
                    <a:pt x="61366" y="70176"/>
                    <a:pt x="52867" y="80175"/>
                  </a:cubicBezTo>
                  <a:cubicBezTo>
                    <a:pt x="36452" y="99590"/>
                    <a:pt x="33369" y="122921"/>
                    <a:pt x="41534" y="145752"/>
                  </a:cubicBezTo>
                  <a:cubicBezTo>
                    <a:pt x="37868" y="149002"/>
                    <a:pt x="31618" y="151752"/>
                    <a:pt x="28453" y="154501"/>
                  </a:cubicBezTo>
                  <a:cubicBezTo>
                    <a:pt x="23203" y="159001"/>
                    <a:pt x="18370" y="164084"/>
                    <a:pt x="14287" y="169667"/>
                  </a:cubicBezTo>
                  <a:cubicBezTo>
                    <a:pt x="5704" y="181249"/>
                    <a:pt x="538" y="195331"/>
                    <a:pt x="38" y="209830"/>
                  </a:cubicBezTo>
                  <a:cubicBezTo>
                    <a:pt x="-1045" y="239910"/>
                    <a:pt x="20953" y="266908"/>
                    <a:pt x="50450" y="272158"/>
                  </a:cubicBezTo>
                  <a:cubicBezTo>
                    <a:pt x="57699" y="273491"/>
                    <a:pt x="65532" y="273907"/>
                    <a:pt x="72865" y="273491"/>
                  </a:cubicBezTo>
                  <a:cubicBezTo>
                    <a:pt x="77365" y="273241"/>
                    <a:pt x="87530" y="269074"/>
                    <a:pt x="91196" y="270491"/>
                  </a:cubicBezTo>
                  <a:cubicBezTo>
                    <a:pt x="94696" y="271824"/>
                    <a:pt x="100029" y="283740"/>
                    <a:pt x="103363" y="286906"/>
                  </a:cubicBezTo>
                  <a:cubicBezTo>
                    <a:pt x="105862" y="289323"/>
                    <a:pt x="108695" y="291239"/>
                    <a:pt x="111695" y="292906"/>
                  </a:cubicBezTo>
                  <a:cubicBezTo>
                    <a:pt x="112361" y="327236"/>
                    <a:pt x="114778" y="361233"/>
                    <a:pt x="112028" y="395646"/>
                  </a:cubicBezTo>
                  <a:cubicBezTo>
                    <a:pt x="110278" y="417478"/>
                    <a:pt x="108529" y="439309"/>
                    <a:pt x="105862" y="460974"/>
                  </a:cubicBezTo>
                  <a:cubicBezTo>
                    <a:pt x="104695" y="470306"/>
                    <a:pt x="103196" y="479222"/>
                    <a:pt x="100779" y="488305"/>
                  </a:cubicBezTo>
                  <a:cubicBezTo>
                    <a:pt x="99445" y="493471"/>
                    <a:pt x="98779" y="495637"/>
                    <a:pt x="101279" y="500637"/>
                  </a:cubicBezTo>
                  <a:cubicBezTo>
                    <a:pt x="102363" y="502803"/>
                    <a:pt x="105279" y="504553"/>
                    <a:pt x="107778" y="504387"/>
                  </a:cubicBezTo>
                  <a:cubicBezTo>
                    <a:pt x="123777" y="502970"/>
                    <a:pt x="139359" y="503970"/>
                    <a:pt x="155274" y="506470"/>
                  </a:cubicBezTo>
                  <a:cubicBezTo>
                    <a:pt x="169273" y="508720"/>
                    <a:pt x="183688" y="515219"/>
                    <a:pt x="197937" y="515552"/>
                  </a:cubicBezTo>
                  <a:cubicBezTo>
                    <a:pt x="224102" y="516136"/>
                    <a:pt x="225018" y="485472"/>
                    <a:pt x="228268" y="466307"/>
                  </a:cubicBezTo>
                  <a:cubicBezTo>
                    <a:pt x="233517" y="435310"/>
                    <a:pt x="235434" y="403812"/>
                    <a:pt x="241516" y="372898"/>
                  </a:cubicBezTo>
                  <a:cubicBezTo>
                    <a:pt x="245266" y="353650"/>
                    <a:pt x="250099" y="332569"/>
                    <a:pt x="256931" y="313154"/>
                  </a:cubicBezTo>
                  <a:cubicBezTo>
                    <a:pt x="257432" y="314737"/>
                    <a:pt x="258015" y="316404"/>
                    <a:pt x="258764" y="317987"/>
                  </a:cubicBezTo>
                  <a:cubicBezTo>
                    <a:pt x="262598" y="325819"/>
                    <a:pt x="268264" y="332652"/>
                    <a:pt x="275097" y="337985"/>
                  </a:cubicBezTo>
                  <a:cubicBezTo>
                    <a:pt x="290012" y="349567"/>
                    <a:pt x="310760" y="356983"/>
                    <a:pt x="329591" y="354900"/>
                  </a:cubicBezTo>
                  <a:cubicBezTo>
                    <a:pt x="351174" y="352484"/>
                    <a:pt x="364422" y="343568"/>
                    <a:pt x="372588" y="323903"/>
                  </a:cubicBezTo>
                  <a:cubicBezTo>
                    <a:pt x="376587" y="314320"/>
                    <a:pt x="384420" y="307238"/>
                    <a:pt x="389837" y="298322"/>
                  </a:cubicBezTo>
                  <a:cubicBezTo>
                    <a:pt x="395669" y="288573"/>
                    <a:pt x="401086" y="278324"/>
                    <a:pt x="405419" y="267908"/>
                  </a:cubicBezTo>
                  <a:cubicBezTo>
                    <a:pt x="414000" y="247243"/>
                    <a:pt x="417000" y="223162"/>
                    <a:pt x="405252" y="202997"/>
                  </a:cubicBezTo>
                  <a:lnTo>
                    <a:pt x="405252" y="202997"/>
                  </a:lnTo>
                  <a:close/>
                  <a:moveTo>
                    <a:pt x="234351" y="340901"/>
                  </a:moveTo>
                  <a:cubicBezTo>
                    <a:pt x="226601" y="369482"/>
                    <a:pt x="223351" y="398480"/>
                    <a:pt x="219351" y="427727"/>
                  </a:cubicBezTo>
                  <a:cubicBezTo>
                    <a:pt x="217435" y="441976"/>
                    <a:pt x="215686" y="456308"/>
                    <a:pt x="213019" y="470473"/>
                  </a:cubicBezTo>
                  <a:cubicBezTo>
                    <a:pt x="211852" y="476472"/>
                    <a:pt x="211353" y="483555"/>
                    <a:pt x="209186" y="489221"/>
                  </a:cubicBezTo>
                  <a:cubicBezTo>
                    <a:pt x="205186" y="499887"/>
                    <a:pt x="198187" y="501554"/>
                    <a:pt x="187355" y="499054"/>
                  </a:cubicBezTo>
                  <a:cubicBezTo>
                    <a:pt x="163774" y="493554"/>
                    <a:pt x="140359" y="488555"/>
                    <a:pt x="116194" y="488971"/>
                  </a:cubicBezTo>
                  <a:cubicBezTo>
                    <a:pt x="117444" y="485305"/>
                    <a:pt x="118028" y="481305"/>
                    <a:pt x="118611" y="477472"/>
                  </a:cubicBezTo>
                  <a:cubicBezTo>
                    <a:pt x="120194" y="468057"/>
                    <a:pt x="121028" y="458474"/>
                    <a:pt x="121777" y="448975"/>
                  </a:cubicBezTo>
                  <a:cubicBezTo>
                    <a:pt x="123277" y="428227"/>
                    <a:pt x="124277" y="407479"/>
                    <a:pt x="125360" y="386814"/>
                  </a:cubicBezTo>
                  <a:cubicBezTo>
                    <a:pt x="126943" y="356317"/>
                    <a:pt x="123527" y="326153"/>
                    <a:pt x="119110" y="296239"/>
                  </a:cubicBezTo>
                  <a:cubicBezTo>
                    <a:pt x="136026" y="302571"/>
                    <a:pt x="151441" y="297655"/>
                    <a:pt x="164106" y="287906"/>
                  </a:cubicBezTo>
                  <a:cubicBezTo>
                    <a:pt x="163107" y="293572"/>
                    <a:pt x="162607" y="299238"/>
                    <a:pt x="161856" y="304905"/>
                  </a:cubicBezTo>
                  <a:cubicBezTo>
                    <a:pt x="159691" y="320570"/>
                    <a:pt x="157107" y="336235"/>
                    <a:pt x="155024" y="351900"/>
                  </a:cubicBezTo>
                  <a:cubicBezTo>
                    <a:pt x="152524" y="370732"/>
                    <a:pt x="157524" y="389397"/>
                    <a:pt x="179356" y="391897"/>
                  </a:cubicBezTo>
                  <a:cubicBezTo>
                    <a:pt x="187355" y="392813"/>
                    <a:pt x="198603" y="391897"/>
                    <a:pt x="205270" y="386981"/>
                  </a:cubicBezTo>
                  <a:cubicBezTo>
                    <a:pt x="212852" y="381398"/>
                    <a:pt x="212686" y="372315"/>
                    <a:pt x="213686" y="363733"/>
                  </a:cubicBezTo>
                  <a:cubicBezTo>
                    <a:pt x="215269" y="350900"/>
                    <a:pt x="216435" y="338235"/>
                    <a:pt x="217352" y="325319"/>
                  </a:cubicBezTo>
                  <a:cubicBezTo>
                    <a:pt x="217936" y="316987"/>
                    <a:pt x="219185" y="308738"/>
                    <a:pt x="220768" y="300488"/>
                  </a:cubicBezTo>
                  <a:cubicBezTo>
                    <a:pt x="221019" y="299238"/>
                    <a:pt x="221102" y="296155"/>
                    <a:pt x="221351" y="293489"/>
                  </a:cubicBezTo>
                  <a:cubicBezTo>
                    <a:pt x="226768" y="294906"/>
                    <a:pt x="232351" y="295905"/>
                    <a:pt x="237933" y="295989"/>
                  </a:cubicBezTo>
                  <a:cubicBezTo>
                    <a:pt x="243433" y="296072"/>
                    <a:pt x="248349" y="293906"/>
                    <a:pt x="253349" y="292739"/>
                  </a:cubicBezTo>
                  <a:cubicBezTo>
                    <a:pt x="242683" y="304988"/>
                    <a:pt x="238183" y="326736"/>
                    <a:pt x="234351" y="340901"/>
                  </a:cubicBezTo>
                  <a:lnTo>
                    <a:pt x="234351" y="340901"/>
                  </a:lnTo>
                  <a:close/>
                  <a:moveTo>
                    <a:pt x="166190" y="353400"/>
                  </a:moveTo>
                  <a:cubicBezTo>
                    <a:pt x="166773" y="343984"/>
                    <a:pt x="168606" y="334735"/>
                    <a:pt x="169773" y="325403"/>
                  </a:cubicBezTo>
                  <a:cubicBezTo>
                    <a:pt x="171439" y="311737"/>
                    <a:pt x="173522" y="295322"/>
                    <a:pt x="171856" y="280990"/>
                  </a:cubicBezTo>
                  <a:cubicBezTo>
                    <a:pt x="176022" y="276824"/>
                    <a:pt x="179855" y="272158"/>
                    <a:pt x="183188" y="267325"/>
                  </a:cubicBezTo>
                  <a:cubicBezTo>
                    <a:pt x="186938" y="271658"/>
                    <a:pt x="194437" y="281407"/>
                    <a:pt x="196270" y="282740"/>
                  </a:cubicBezTo>
                  <a:cubicBezTo>
                    <a:pt x="200271" y="285740"/>
                    <a:pt x="204686" y="287906"/>
                    <a:pt x="209269" y="289656"/>
                  </a:cubicBezTo>
                  <a:cubicBezTo>
                    <a:pt x="206353" y="299905"/>
                    <a:pt x="206103" y="312737"/>
                    <a:pt x="205353" y="322570"/>
                  </a:cubicBezTo>
                  <a:cubicBezTo>
                    <a:pt x="204686" y="331402"/>
                    <a:pt x="204020" y="340068"/>
                    <a:pt x="202937" y="348817"/>
                  </a:cubicBezTo>
                  <a:cubicBezTo>
                    <a:pt x="201853" y="357900"/>
                    <a:pt x="203437" y="373732"/>
                    <a:pt x="193187" y="378648"/>
                  </a:cubicBezTo>
                  <a:cubicBezTo>
                    <a:pt x="184854" y="382648"/>
                    <a:pt x="172606" y="378398"/>
                    <a:pt x="168356" y="371065"/>
                  </a:cubicBezTo>
                  <a:cubicBezTo>
                    <a:pt x="164857" y="365232"/>
                    <a:pt x="165774" y="359816"/>
                    <a:pt x="166190" y="353400"/>
                  </a:cubicBezTo>
                  <a:lnTo>
                    <a:pt x="166190" y="353400"/>
                  </a:lnTo>
                  <a:close/>
                  <a:moveTo>
                    <a:pt x="394586" y="254492"/>
                  </a:moveTo>
                  <a:cubicBezTo>
                    <a:pt x="389753" y="271241"/>
                    <a:pt x="381254" y="290489"/>
                    <a:pt x="369922" y="303905"/>
                  </a:cubicBezTo>
                  <a:cubicBezTo>
                    <a:pt x="359839" y="315904"/>
                    <a:pt x="355423" y="330986"/>
                    <a:pt x="339174" y="335985"/>
                  </a:cubicBezTo>
                  <a:cubicBezTo>
                    <a:pt x="321509" y="341401"/>
                    <a:pt x="304094" y="337735"/>
                    <a:pt x="288512" y="328236"/>
                  </a:cubicBezTo>
                  <a:cubicBezTo>
                    <a:pt x="280513" y="323320"/>
                    <a:pt x="273597" y="316904"/>
                    <a:pt x="269764" y="308154"/>
                  </a:cubicBezTo>
                  <a:cubicBezTo>
                    <a:pt x="266347" y="300322"/>
                    <a:pt x="267431" y="291739"/>
                    <a:pt x="264848" y="283740"/>
                  </a:cubicBezTo>
                  <a:cubicBezTo>
                    <a:pt x="264014" y="281157"/>
                    <a:pt x="261515" y="278824"/>
                    <a:pt x="258599" y="278990"/>
                  </a:cubicBezTo>
                  <a:cubicBezTo>
                    <a:pt x="248265" y="279490"/>
                    <a:pt x="240767" y="284240"/>
                    <a:pt x="229600" y="282240"/>
                  </a:cubicBezTo>
                  <a:cubicBezTo>
                    <a:pt x="214686" y="279490"/>
                    <a:pt x="203270" y="273407"/>
                    <a:pt x="194270" y="261242"/>
                  </a:cubicBezTo>
                  <a:cubicBezTo>
                    <a:pt x="190855" y="256659"/>
                    <a:pt x="187688" y="251076"/>
                    <a:pt x="181105" y="252076"/>
                  </a:cubicBezTo>
                  <a:cubicBezTo>
                    <a:pt x="173522" y="253243"/>
                    <a:pt x="170189" y="263325"/>
                    <a:pt x="165023" y="268158"/>
                  </a:cubicBezTo>
                  <a:cubicBezTo>
                    <a:pt x="154857" y="277657"/>
                    <a:pt x="141442" y="286490"/>
                    <a:pt x="127027" y="282490"/>
                  </a:cubicBezTo>
                  <a:cubicBezTo>
                    <a:pt x="113611" y="278824"/>
                    <a:pt x="110362" y="267908"/>
                    <a:pt x="102196" y="258575"/>
                  </a:cubicBezTo>
                  <a:cubicBezTo>
                    <a:pt x="97279" y="252993"/>
                    <a:pt x="92947" y="252909"/>
                    <a:pt x="85947" y="253909"/>
                  </a:cubicBezTo>
                  <a:cubicBezTo>
                    <a:pt x="70865" y="256159"/>
                    <a:pt x="57617" y="259242"/>
                    <a:pt x="42618" y="252493"/>
                  </a:cubicBezTo>
                  <a:cubicBezTo>
                    <a:pt x="15287" y="240077"/>
                    <a:pt x="10787" y="205997"/>
                    <a:pt x="24953" y="182082"/>
                  </a:cubicBezTo>
                  <a:cubicBezTo>
                    <a:pt x="30618" y="172500"/>
                    <a:pt x="38951" y="165001"/>
                    <a:pt x="47951" y="158668"/>
                  </a:cubicBezTo>
                  <a:cubicBezTo>
                    <a:pt x="52117" y="155751"/>
                    <a:pt x="57450" y="153085"/>
                    <a:pt x="57617" y="147252"/>
                  </a:cubicBezTo>
                  <a:cubicBezTo>
                    <a:pt x="57699" y="144502"/>
                    <a:pt x="55783" y="141919"/>
                    <a:pt x="54950" y="139336"/>
                  </a:cubicBezTo>
                  <a:cubicBezTo>
                    <a:pt x="53033" y="133087"/>
                    <a:pt x="52200" y="126087"/>
                    <a:pt x="52616" y="119588"/>
                  </a:cubicBezTo>
                  <a:cubicBezTo>
                    <a:pt x="53533" y="105256"/>
                    <a:pt x="61949" y="92757"/>
                    <a:pt x="72531" y="83591"/>
                  </a:cubicBezTo>
                  <a:cubicBezTo>
                    <a:pt x="83197" y="74342"/>
                    <a:pt x="93613" y="70426"/>
                    <a:pt x="107529" y="69176"/>
                  </a:cubicBezTo>
                  <a:cubicBezTo>
                    <a:pt x="116861" y="68343"/>
                    <a:pt x="127860" y="67759"/>
                    <a:pt x="135942" y="62760"/>
                  </a:cubicBezTo>
                  <a:cubicBezTo>
                    <a:pt x="144859" y="57260"/>
                    <a:pt x="144608" y="49261"/>
                    <a:pt x="147192" y="40095"/>
                  </a:cubicBezTo>
                  <a:cubicBezTo>
                    <a:pt x="151608" y="24597"/>
                    <a:pt x="167273" y="15764"/>
                    <a:pt x="181938" y="12098"/>
                  </a:cubicBezTo>
                  <a:cubicBezTo>
                    <a:pt x="214352" y="4182"/>
                    <a:pt x="241516" y="20514"/>
                    <a:pt x="268097" y="36845"/>
                  </a:cubicBezTo>
                  <a:cubicBezTo>
                    <a:pt x="268097" y="36929"/>
                    <a:pt x="268097" y="37012"/>
                    <a:pt x="268097" y="37095"/>
                  </a:cubicBezTo>
                  <a:cubicBezTo>
                    <a:pt x="267431" y="44428"/>
                    <a:pt x="278596" y="44261"/>
                    <a:pt x="279430" y="37095"/>
                  </a:cubicBezTo>
                  <a:cubicBezTo>
                    <a:pt x="281013" y="23347"/>
                    <a:pt x="302761" y="21097"/>
                    <a:pt x="312760" y="24013"/>
                  </a:cubicBezTo>
                  <a:cubicBezTo>
                    <a:pt x="323759" y="27096"/>
                    <a:pt x="330175" y="33929"/>
                    <a:pt x="333258" y="44845"/>
                  </a:cubicBezTo>
                  <a:cubicBezTo>
                    <a:pt x="335675" y="53594"/>
                    <a:pt x="336091" y="63093"/>
                    <a:pt x="334091" y="71926"/>
                  </a:cubicBezTo>
                  <a:cubicBezTo>
                    <a:pt x="332592" y="78592"/>
                    <a:pt x="329675" y="83425"/>
                    <a:pt x="330758" y="90257"/>
                  </a:cubicBezTo>
                  <a:cubicBezTo>
                    <a:pt x="331425" y="94424"/>
                    <a:pt x="336174" y="95840"/>
                    <a:pt x="339674" y="95340"/>
                  </a:cubicBezTo>
                  <a:cubicBezTo>
                    <a:pt x="347757" y="94090"/>
                    <a:pt x="357506" y="90674"/>
                    <a:pt x="365672" y="91840"/>
                  </a:cubicBezTo>
                  <a:cubicBezTo>
                    <a:pt x="377004" y="93424"/>
                    <a:pt x="387003" y="103506"/>
                    <a:pt x="389420" y="114588"/>
                  </a:cubicBezTo>
                  <a:cubicBezTo>
                    <a:pt x="393419" y="132587"/>
                    <a:pt x="387337" y="153002"/>
                    <a:pt x="378670" y="168417"/>
                  </a:cubicBezTo>
                  <a:cubicBezTo>
                    <a:pt x="373005" y="178499"/>
                    <a:pt x="371254" y="187165"/>
                    <a:pt x="378921" y="196664"/>
                  </a:cubicBezTo>
                  <a:cubicBezTo>
                    <a:pt x="384920" y="204080"/>
                    <a:pt x="391753" y="208913"/>
                    <a:pt x="394753" y="218496"/>
                  </a:cubicBezTo>
                  <a:cubicBezTo>
                    <a:pt x="398502" y="230161"/>
                    <a:pt x="398003" y="242660"/>
                    <a:pt x="394586" y="254492"/>
                  </a:cubicBezTo>
                  <a:lnTo>
                    <a:pt x="394586" y="254492"/>
                  </a:lnTo>
                  <a:close/>
                </a:path>
              </a:pathLst>
            </a:custGeom>
            <a:grpFill/>
            <a:ln w="8332" cap="flat">
              <a:noFill/>
              <a:prstDash val="solid"/>
              <a:miter/>
            </a:ln>
          </p:spPr>
          <p:txBody>
            <a:bodyPr rtlCol="0" anchor="ctr"/>
            <a:lstStyle/>
            <a:p>
              <a:endParaRPr lang="en-US"/>
            </a:p>
          </p:txBody>
        </p:sp>
        <p:sp>
          <p:nvSpPr>
            <p:cNvPr id="1953" name="Freeform: Shape 1952"/>
            <p:cNvSpPr/>
            <p:nvPr/>
          </p:nvSpPr>
          <p:spPr>
            <a:xfrm>
              <a:off x="11202242" y="147056"/>
              <a:ext cx="102627" cy="165944"/>
            </a:xfrm>
            <a:custGeom>
              <a:avLst/>
              <a:gdLst>
                <a:gd name="connsiteX0" fmla="*/ 94594 w 102627"/>
                <a:gd name="connsiteY0" fmla="*/ 149678 h 165944"/>
                <a:gd name="connsiteX1" fmla="*/ 67097 w 102627"/>
                <a:gd name="connsiteY1" fmla="*/ 144761 h 165944"/>
                <a:gd name="connsiteX2" fmla="*/ 69180 w 102627"/>
                <a:gd name="connsiteY2" fmla="*/ 120597 h 165944"/>
                <a:gd name="connsiteX3" fmla="*/ 61598 w 102627"/>
                <a:gd name="connsiteY3" fmla="*/ 114847 h 165944"/>
                <a:gd name="connsiteX4" fmla="*/ 21684 w 102627"/>
                <a:gd name="connsiteY4" fmla="*/ 96349 h 165944"/>
                <a:gd name="connsiteX5" fmla="*/ 37266 w 102627"/>
                <a:gd name="connsiteY5" fmla="*/ 68352 h 165944"/>
                <a:gd name="connsiteX6" fmla="*/ 24351 w 102627"/>
                <a:gd name="connsiteY6" fmla="*/ 58519 h 165944"/>
                <a:gd name="connsiteX7" fmla="*/ 27017 w 102627"/>
                <a:gd name="connsiteY7" fmla="*/ 20939 h 165944"/>
                <a:gd name="connsiteX8" fmla="*/ 87929 w 102627"/>
                <a:gd name="connsiteY8" fmla="*/ 11440 h 165944"/>
                <a:gd name="connsiteX9" fmla="*/ 89595 w 102627"/>
                <a:gd name="connsiteY9" fmla="*/ 8524 h 165944"/>
                <a:gd name="connsiteX10" fmla="*/ 14602 w 102627"/>
                <a:gd name="connsiteY10" fmla="*/ 18856 h 165944"/>
                <a:gd name="connsiteX11" fmla="*/ 6102 w 102627"/>
                <a:gd name="connsiteY11" fmla="*/ 50187 h 165944"/>
                <a:gd name="connsiteX12" fmla="*/ 13101 w 102627"/>
                <a:gd name="connsiteY12" fmla="*/ 63852 h 165944"/>
                <a:gd name="connsiteX13" fmla="*/ 23934 w 102627"/>
                <a:gd name="connsiteY13" fmla="*/ 73101 h 165944"/>
                <a:gd name="connsiteX14" fmla="*/ 4436 w 102627"/>
                <a:gd name="connsiteY14" fmla="*/ 123180 h 165944"/>
                <a:gd name="connsiteX15" fmla="*/ 56348 w 102627"/>
                <a:gd name="connsiteY15" fmla="*/ 130846 h 165944"/>
                <a:gd name="connsiteX16" fmla="*/ 60431 w 102627"/>
                <a:gd name="connsiteY16" fmla="*/ 158510 h 165944"/>
                <a:gd name="connsiteX17" fmla="*/ 98178 w 102627"/>
                <a:gd name="connsiteY17" fmla="*/ 162510 h 165944"/>
                <a:gd name="connsiteX18" fmla="*/ 94594 w 102627"/>
                <a:gd name="connsiteY18" fmla="*/ 149678 h 165944"/>
                <a:gd name="connsiteX19" fmla="*/ 94594 w 102627"/>
                <a:gd name="connsiteY19" fmla="*/ 149678 h 16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2627" h="165944">
                  <a:moveTo>
                    <a:pt x="94594" y="149678"/>
                  </a:moveTo>
                  <a:cubicBezTo>
                    <a:pt x="86679" y="152594"/>
                    <a:pt x="71763" y="155260"/>
                    <a:pt x="67097" y="144761"/>
                  </a:cubicBezTo>
                  <a:cubicBezTo>
                    <a:pt x="64180" y="138262"/>
                    <a:pt x="69180" y="127596"/>
                    <a:pt x="69180" y="120597"/>
                  </a:cubicBezTo>
                  <a:cubicBezTo>
                    <a:pt x="69180" y="117097"/>
                    <a:pt x="65263" y="113347"/>
                    <a:pt x="61598" y="114847"/>
                  </a:cubicBezTo>
                  <a:cubicBezTo>
                    <a:pt x="46182" y="121097"/>
                    <a:pt x="1853" y="124180"/>
                    <a:pt x="21684" y="96349"/>
                  </a:cubicBezTo>
                  <a:cubicBezTo>
                    <a:pt x="26683" y="89350"/>
                    <a:pt x="44682" y="79101"/>
                    <a:pt x="37266" y="68352"/>
                  </a:cubicBezTo>
                  <a:cubicBezTo>
                    <a:pt x="34266" y="64019"/>
                    <a:pt x="28017" y="62269"/>
                    <a:pt x="24351" y="58519"/>
                  </a:cubicBezTo>
                  <a:cubicBezTo>
                    <a:pt x="12852" y="46687"/>
                    <a:pt x="13352" y="31105"/>
                    <a:pt x="27017" y="20939"/>
                  </a:cubicBezTo>
                  <a:cubicBezTo>
                    <a:pt x="43349" y="8690"/>
                    <a:pt x="68847" y="24"/>
                    <a:pt x="87929" y="11440"/>
                  </a:cubicBezTo>
                  <a:cubicBezTo>
                    <a:pt x="89845" y="12607"/>
                    <a:pt x="91261" y="9857"/>
                    <a:pt x="89595" y="8524"/>
                  </a:cubicBezTo>
                  <a:cubicBezTo>
                    <a:pt x="68263" y="-7558"/>
                    <a:pt x="32350" y="941"/>
                    <a:pt x="14602" y="18856"/>
                  </a:cubicBezTo>
                  <a:cubicBezTo>
                    <a:pt x="6436" y="27105"/>
                    <a:pt x="2936" y="38938"/>
                    <a:pt x="6102" y="50187"/>
                  </a:cubicBezTo>
                  <a:cubicBezTo>
                    <a:pt x="7519" y="55103"/>
                    <a:pt x="10018" y="59769"/>
                    <a:pt x="13101" y="63852"/>
                  </a:cubicBezTo>
                  <a:cubicBezTo>
                    <a:pt x="14768" y="66102"/>
                    <a:pt x="20601" y="70018"/>
                    <a:pt x="23934" y="73101"/>
                  </a:cubicBezTo>
                  <a:cubicBezTo>
                    <a:pt x="9769" y="85433"/>
                    <a:pt x="-8563" y="104598"/>
                    <a:pt x="4436" y="123180"/>
                  </a:cubicBezTo>
                  <a:cubicBezTo>
                    <a:pt x="15351" y="138845"/>
                    <a:pt x="39099" y="137762"/>
                    <a:pt x="56348" y="130846"/>
                  </a:cubicBezTo>
                  <a:cubicBezTo>
                    <a:pt x="54681" y="140678"/>
                    <a:pt x="52015" y="150594"/>
                    <a:pt x="60431" y="158510"/>
                  </a:cubicBezTo>
                  <a:cubicBezTo>
                    <a:pt x="70596" y="168176"/>
                    <a:pt x="86178" y="167176"/>
                    <a:pt x="98178" y="162510"/>
                  </a:cubicBezTo>
                  <a:cubicBezTo>
                    <a:pt x="106010" y="159510"/>
                    <a:pt x="102677" y="146678"/>
                    <a:pt x="94594" y="149678"/>
                  </a:cubicBezTo>
                  <a:lnTo>
                    <a:pt x="94594" y="149678"/>
                  </a:lnTo>
                  <a:close/>
                </a:path>
              </a:pathLst>
            </a:custGeom>
            <a:grpFill/>
            <a:ln w="8332" cap="flat">
              <a:noFill/>
              <a:prstDash val="solid"/>
              <a:miter/>
            </a:ln>
          </p:spPr>
          <p:txBody>
            <a:bodyPr rtlCol="0" anchor="ctr"/>
            <a:lstStyle/>
            <a:p>
              <a:endParaRPr lang="en-US"/>
            </a:p>
          </p:txBody>
        </p:sp>
        <p:sp>
          <p:nvSpPr>
            <p:cNvPr id="1954" name="Freeform: Shape 1953"/>
            <p:cNvSpPr/>
            <p:nvPr/>
          </p:nvSpPr>
          <p:spPr>
            <a:xfrm>
              <a:off x="11302453" y="224611"/>
              <a:ext cx="107370" cy="87544"/>
            </a:xfrm>
            <a:custGeom>
              <a:avLst/>
              <a:gdLst>
                <a:gd name="connsiteX0" fmla="*/ 91958 w 107370"/>
                <a:gd name="connsiteY0" fmla="*/ 53791 h 87544"/>
                <a:gd name="connsiteX1" fmla="*/ 56045 w 107370"/>
                <a:gd name="connsiteY1" fmla="*/ 58457 h 87544"/>
                <a:gd name="connsiteX2" fmla="*/ 53212 w 107370"/>
                <a:gd name="connsiteY2" fmla="*/ 39959 h 87544"/>
                <a:gd name="connsiteX3" fmla="*/ 45880 w 107370"/>
                <a:gd name="connsiteY3" fmla="*/ 38042 h 87544"/>
                <a:gd name="connsiteX4" fmla="*/ 15466 w 107370"/>
                <a:gd name="connsiteY4" fmla="*/ 42125 h 87544"/>
                <a:gd name="connsiteX5" fmla="*/ 20215 w 107370"/>
                <a:gd name="connsiteY5" fmla="*/ 5545 h 87544"/>
                <a:gd name="connsiteX6" fmla="*/ 13716 w 107370"/>
                <a:gd name="connsiteY6" fmla="*/ 1796 h 87544"/>
                <a:gd name="connsiteX7" fmla="*/ 8632 w 107370"/>
                <a:gd name="connsiteY7" fmla="*/ 53541 h 87544"/>
                <a:gd name="connsiteX8" fmla="*/ 41797 w 107370"/>
                <a:gd name="connsiteY8" fmla="*/ 55124 h 87544"/>
                <a:gd name="connsiteX9" fmla="*/ 45379 w 107370"/>
                <a:gd name="connsiteY9" fmla="*/ 67373 h 87544"/>
                <a:gd name="connsiteX10" fmla="*/ 63211 w 107370"/>
                <a:gd name="connsiteY10" fmla="*/ 85871 h 87544"/>
                <a:gd name="connsiteX11" fmla="*/ 107291 w 107370"/>
                <a:gd name="connsiteY11" fmla="*/ 55791 h 87544"/>
                <a:gd name="connsiteX12" fmla="*/ 91958 w 107370"/>
                <a:gd name="connsiteY12" fmla="*/ 53791 h 87544"/>
                <a:gd name="connsiteX13" fmla="*/ 91958 w 107370"/>
                <a:gd name="connsiteY13" fmla="*/ 53791 h 87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7370" h="87544">
                  <a:moveTo>
                    <a:pt x="91958" y="53791"/>
                  </a:moveTo>
                  <a:cubicBezTo>
                    <a:pt x="86543" y="70623"/>
                    <a:pt x="64294" y="79122"/>
                    <a:pt x="56045" y="58457"/>
                  </a:cubicBezTo>
                  <a:cubicBezTo>
                    <a:pt x="53628" y="52458"/>
                    <a:pt x="56379" y="45292"/>
                    <a:pt x="53212" y="39959"/>
                  </a:cubicBezTo>
                  <a:cubicBezTo>
                    <a:pt x="51796" y="37626"/>
                    <a:pt x="48295" y="36459"/>
                    <a:pt x="45880" y="38042"/>
                  </a:cubicBezTo>
                  <a:cubicBezTo>
                    <a:pt x="37380" y="43792"/>
                    <a:pt x="24548" y="49625"/>
                    <a:pt x="15466" y="42125"/>
                  </a:cubicBezTo>
                  <a:cubicBezTo>
                    <a:pt x="3466" y="32293"/>
                    <a:pt x="14382" y="15794"/>
                    <a:pt x="20215" y="5545"/>
                  </a:cubicBezTo>
                  <a:cubicBezTo>
                    <a:pt x="22631" y="1296"/>
                    <a:pt x="16382" y="-2287"/>
                    <a:pt x="13716" y="1796"/>
                  </a:cubicBezTo>
                  <a:cubicBezTo>
                    <a:pt x="3800" y="17211"/>
                    <a:pt x="-8699" y="38042"/>
                    <a:pt x="8632" y="53541"/>
                  </a:cubicBezTo>
                  <a:cubicBezTo>
                    <a:pt x="17882" y="61874"/>
                    <a:pt x="31298" y="60874"/>
                    <a:pt x="41797" y="55124"/>
                  </a:cubicBezTo>
                  <a:cubicBezTo>
                    <a:pt x="42296" y="59374"/>
                    <a:pt x="43880" y="63540"/>
                    <a:pt x="45379" y="67373"/>
                  </a:cubicBezTo>
                  <a:cubicBezTo>
                    <a:pt x="48796" y="75789"/>
                    <a:pt x="54296" y="83038"/>
                    <a:pt x="63211" y="85871"/>
                  </a:cubicBezTo>
                  <a:cubicBezTo>
                    <a:pt x="85209" y="92871"/>
                    <a:pt x="104624" y="76955"/>
                    <a:pt x="107291" y="55791"/>
                  </a:cubicBezTo>
                  <a:cubicBezTo>
                    <a:pt x="108541" y="46791"/>
                    <a:pt x="94625" y="45792"/>
                    <a:pt x="91958" y="53791"/>
                  </a:cubicBezTo>
                  <a:lnTo>
                    <a:pt x="91958" y="53791"/>
                  </a:lnTo>
                  <a:close/>
                </a:path>
              </a:pathLst>
            </a:custGeom>
            <a:grpFill/>
            <a:ln w="8332" cap="flat">
              <a:noFill/>
              <a:prstDash val="solid"/>
              <a:miter/>
            </a:ln>
          </p:spPr>
          <p:txBody>
            <a:bodyPr rtlCol="0" anchor="ctr"/>
            <a:lstStyle/>
            <a:p>
              <a:endParaRPr lang="en-US"/>
            </a:p>
          </p:txBody>
        </p:sp>
        <p:sp>
          <p:nvSpPr>
            <p:cNvPr id="1955" name="Freeform: Shape 1954"/>
            <p:cNvSpPr/>
            <p:nvPr/>
          </p:nvSpPr>
          <p:spPr>
            <a:xfrm>
              <a:off x="11415809" y="164245"/>
              <a:ext cx="58778" cy="110278"/>
            </a:xfrm>
            <a:custGeom>
              <a:avLst/>
              <a:gdLst>
                <a:gd name="connsiteX0" fmla="*/ 58679 w 58778"/>
                <a:gd name="connsiteY0" fmla="*/ 66411 h 110278"/>
                <a:gd name="connsiteX1" fmla="*/ 47429 w 58778"/>
                <a:gd name="connsiteY1" fmla="*/ 49746 h 110278"/>
                <a:gd name="connsiteX2" fmla="*/ 47180 w 58778"/>
                <a:gd name="connsiteY2" fmla="*/ 9166 h 110278"/>
                <a:gd name="connsiteX3" fmla="*/ 11183 w 58778"/>
                <a:gd name="connsiteY3" fmla="*/ 3583 h 110278"/>
                <a:gd name="connsiteX4" fmla="*/ 12683 w 58778"/>
                <a:gd name="connsiteY4" fmla="*/ 8916 h 110278"/>
                <a:gd name="connsiteX5" fmla="*/ 37764 w 58778"/>
                <a:gd name="connsiteY5" fmla="*/ 18665 h 110278"/>
                <a:gd name="connsiteX6" fmla="*/ 33264 w 58778"/>
                <a:gd name="connsiteY6" fmla="*/ 32581 h 110278"/>
                <a:gd name="connsiteX7" fmla="*/ 29181 w 58778"/>
                <a:gd name="connsiteY7" fmla="*/ 50329 h 110278"/>
                <a:gd name="connsiteX8" fmla="*/ 35431 w 58778"/>
                <a:gd name="connsiteY8" fmla="*/ 57578 h 110278"/>
                <a:gd name="connsiteX9" fmla="*/ 33931 w 58778"/>
                <a:gd name="connsiteY9" fmla="*/ 78743 h 110278"/>
                <a:gd name="connsiteX10" fmla="*/ 2518 w 58778"/>
                <a:gd name="connsiteY10" fmla="*/ 100241 h 110278"/>
                <a:gd name="connsiteX11" fmla="*/ 6684 w 58778"/>
                <a:gd name="connsiteY11" fmla="*/ 110157 h 110278"/>
                <a:gd name="connsiteX12" fmla="*/ 52846 w 58778"/>
                <a:gd name="connsiteY12" fmla="*/ 83243 h 110278"/>
                <a:gd name="connsiteX13" fmla="*/ 58679 w 58778"/>
                <a:gd name="connsiteY13" fmla="*/ 66411 h 110278"/>
                <a:gd name="connsiteX14" fmla="*/ 58679 w 58778"/>
                <a:gd name="connsiteY14" fmla="*/ 66411 h 110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8778" h="110278">
                  <a:moveTo>
                    <a:pt x="58679" y="66411"/>
                  </a:moveTo>
                  <a:cubicBezTo>
                    <a:pt x="57679" y="57745"/>
                    <a:pt x="51846" y="56245"/>
                    <a:pt x="47429" y="49746"/>
                  </a:cubicBezTo>
                  <a:cubicBezTo>
                    <a:pt x="39347" y="37913"/>
                    <a:pt x="53513" y="22915"/>
                    <a:pt x="47180" y="9166"/>
                  </a:cubicBezTo>
                  <a:cubicBezTo>
                    <a:pt x="40764" y="-4999"/>
                    <a:pt x="22598" y="750"/>
                    <a:pt x="11183" y="3583"/>
                  </a:cubicBezTo>
                  <a:cubicBezTo>
                    <a:pt x="7684" y="4416"/>
                    <a:pt x="9183" y="9583"/>
                    <a:pt x="12683" y="8916"/>
                  </a:cubicBezTo>
                  <a:cubicBezTo>
                    <a:pt x="21932" y="7083"/>
                    <a:pt x="37431" y="4833"/>
                    <a:pt x="37764" y="18665"/>
                  </a:cubicBezTo>
                  <a:cubicBezTo>
                    <a:pt x="37931" y="24081"/>
                    <a:pt x="35765" y="27914"/>
                    <a:pt x="33264" y="32581"/>
                  </a:cubicBezTo>
                  <a:cubicBezTo>
                    <a:pt x="30181" y="38413"/>
                    <a:pt x="26514" y="43580"/>
                    <a:pt x="29181" y="50329"/>
                  </a:cubicBezTo>
                  <a:cubicBezTo>
                    <a:pt x="30598" y="53829"/>
                    <a:pt x="33598" y="54745"/>
                    <a:pt x="35431" y="57578"/>
                  </a:cubicBezTo>
                  <a:cubicBezTo>
                    <a:pt x="40847" y="66328"/>
                    <a:pt x="41764" y="71910"/>
                    <a:pt x="33931" y="78743"/>
                  </a:cubicBezTo>
                  <a:cubicBezTo>
                    <a:pt x="24349" y="87159"/>
                    <a:pt x="12850" y="92825"/>
                    <a:pt x="2518" y="100241"/>
                  </a:cubicBezTo>
                  <a:cubicBezTo>
                    <a:pt x="-2483" y="103824"/>
                    <a:pt x="517" y="111323"/>
                    <a:pt x="6684" y="110157"/>
                  </a:cubicBezTo>
                  <a:cubicBezTo>
                    <a:pt x="24099" y="106824"/>
                    <a:pt x="42014" y="97741"/>
                    <a:pt x="52846" y="83243"/>
                  </a:cubicBezTo>
                  <a:cubicBezTo>
                    <a:pt x="56596" y="78243"/>
                    <a:pt x="59345" y="72744"/>
                    <a:pt x="58679" y="66411"/>
                  </a:cubicBezTo>
                  <a:lnTo>
                    <a:pt x="58679" y="66411"/>
                  </a:lnTo>
                  <a:close/>
                </a:path>
              </a:pathLst>
            </a:custGeom>
            <a:grpFill/>
            <a:ln w="8332" cap="flat">
              <a:noFill/>
              <a:prstDash val="solid"/>
              <a:miter/>
            </a:ln>
          </p:spPr>
          <p:txBody>
            <a:bodyPr rtlCol="0" anchor="ctr"/>
            <a:lstStyle/>
            <a:p>
              <a:endParaRPr lang="en-US"/>
            </a:p>
          </p:txBody>
        </p:sp>
        <p:sp>
          <p:nvSpPr>
            <p:cNvPr id="1956" name="Freeform: Shape 1955"/>
            <p:cNvSpPr/>
            <p:nvPr/>
          </p:nvSpPr>
          <p:spPr>
            <a:xfrm>
              <a:off x="8716509" y="2330622"/>
              <a:ext cx="369137" cy="558127"/>
            </a:xfrm>
            <a:custGeom>
              <a:avLst/>
              <a:gdLst>
                <a:gd name="connsiteX0" fmla="*/ 313698 w 369137"/>
                <a:gd name="connsiteY0" fmla="*/ 121751 h 558127"/>
                <a:gd name="connsiteX1" fmla="*/ 262036 w 369137"/>
                <a:gd name="connsiteY1" fmla="*/ 98336 h 558127"/>
                <a:gd name="connsiteX2" fmla="*/ 199042 w 369137"/>
                <a:gd name="connsiteY2" fmla="*/ 98670 h 558127"/>
                <a:gd name="connsiteX3" fmla="*/ 180128 w 369137"/>
                <a:gd name="connsiteY3" fmla="*/ 102003 h 558127"/>
                <a:gd name="connsiteX4" fmla="*/ 171712 w 369137"/>
                <a:gd name="connsiteY4" fmla="*/ 90671 h 558127"/>
                <a:gd name="connsiteX5" fmla="*/ 162296 w 369137"/>
                <a:gd name="connsiteY5" fmla="*/ 50757 h 558127"/>
                <a:gd name="connsiteX6" fmla="*/ 157213 w 369137"/>
                <a:gd name="connsiteY6" fmla="*/ 16927 h 558127"/>
                <a:gd name="connsiteX7" fmla="*/ 150880 w 369137"/>
                <a:gd name="connsiteY7" fmla="*/ 1512 h 558127"/>
                <a:gd name="connsiteX8" fmla="*/ 115632 w 369137"/>
                <a:gd name="connsiteY8" fmla="*/ 19427 h 558127"/>
                <a:gd name="connsiteX9" fmla="*/ 107467 w 369137"/>
                <a:gd name="connsiteY9" fmla="*/ 59756 h 558127"/>
                <a:gd name="connsiteX10" fmla="*/ 118216 w 369137"/>
                <a:gd name="connsiteY10" fmla="*/ 91504 h 558127"/>
                <a:gd name="connsiteX11" fmla="*/ 127298 w 369137"/>
                <a:gd name="connsiteY11" fmla="*/ 115918 h 558127"/>
                <a:gd name="connsiteX12" fmla="*/ 117966 w 369137"/>
                <a:gd name="connsiteY12" fmla="*/ 116085 h 558127"/>
                <a:gd name="connsiteX13" fmla="*/ 106300 w 369137"/>
                <a:gd name="connsiteY13" fmla="*/ 121418 h 558127"/>
                <a:gd name="connsiteX14" fmla="*/ 93552 w 369137"/>
                <a:gd name="connsiteY14" fmla="*/ 129334 h 558127"/>
                <a:gd name="connsiteX15" fmla="*/ 76136 w 369137"/>
                <a:gd name="connsiteY15" fmla="*/ 142416 h 558127"/>
                <a:gd name="connsiteX16" fmla="*/ 69471 w 369137"/>
                <a:gd name="connsiteY16" fmla="*/ 147915 h 558127"/>
                <a:gd name="connsiteX17" fmla="*/ 53056 w 369137"/>
                <a:gd name="connsiteY17" fmla="*/ 163497 h 558127"/>
                <a:gd name="connsiteX18" fmla="*/ 2309 w 369137"/>
                <a:gd name="connsiteY18" fmla="*/ 254072 h 558127"/>
                <a:gd name="connsiteX19" fmla="*/ 5143 w 369137"/>
                <a:gd name="connsiteY19" fmla="*/ 275321 h 558127"/>
                <a:gd name="connsiteX20" fmla="*/ 16808 w 369137"/>
                <a:gd name="connsiteY20" fmla="*/ 272237 h 558127"/>
                <a:gd name="connsiteX21" fmla="*/ 18142 w 369137"/>
                <a:gd name="connsiteY21" fmla="*/ 323483 h 558127"/>
                <a:gd name="connsiteX22" fmla="*/ 49973 w 369137"/>
                <a:gd name="connsiteY22" fmla="*/ 401392 h 558127"/>
                <a:gd name="connsiteX23" fmla="*/ 181627 w 369137"/>
                <a:gd name="connsiteY23" fmla="*/ 529214 h 558127"/>
                <a:gd name="connsiteX24" fmla="*/ 260536 w 369137"/>
                <a:gd name="connsiteY24" fmla="*/ 557962 h 558127"/>
                <a:gd name="connsiteX25" fmla="*/ 323448 w 369137"/>
                <a:gd name="connsiteY25" fmla="*/ 515382 h 558127"/>
                <a:gd name="connsiteX26" fmla="*/ 369110 w 369137"/>
                <a:gd name="connsiteY26" fmla="*/ 349314 h 558127"/>
                <a:gd name="connsiteX27" fmla="*/ 359111 w 369137"/>
                <a:gd name="connsiteY27" fmla="*/ 244240 h 558127"/>
                <a:gd name="connsiteX28" fmla="*/ 328530 w 369137"/>
                <a:gd name="connsiteY28" fmla="*/ 161997 h 558127"/>
                <a:gd name="connsiteX29" fmla="*/ 337113 w 369137"/>
                <a:gd name="connsiteY29" fmla="*/ 163331 h 558127"/>
                <a:gd name="connsiteX30" fmla="*/ 342029 w 369137"/>
                <a:gd name="connsiteY30" fmla="*/ 156998 h 558127"/>
                <a:gd name="connsiteX31" fmla="*/ 313698 w 369137"/>
                <a:gd name="connsiteY31" fmla="*/ 121751 h 558127"/>
                <a:gd name="connsiteX32" fmla="*/ 313698 w 369137"/>
                <a:gd name="connsiteY32" fmla="*/ 121751 h 558127"/>
                <a:gd name="connsiteX33" fmla="*/ 352528 w 369137"/>
                <a:gd name="connsiteY33" fmla="*/ 309567 h 558127"/>
                <a:gd name="connsiteX34" fmla="*/ 332530 w 369137"/>
                <a:gd name="connsiteY34" fmla="*/ 464303 h 558127"/>
                <a:gd name="connsiteX35" fmla="*/ 285701 w 369137"/>
                <a:gd name="connsiteY35" fmla="*/ 530464 h 558127"/>
                <a:gd name="connsiteX36" fmla="*/ 243372 w 369137"/>
                <a:gd name="connsiteY36" fmla="*/ 540047 h 558127"/>
                <a:gd name="connsiteX37" fmla="*/ 208208 w 369137"/>
                <a:gd name="connsiteY37" fmla="*/ 525881 h 558127"/>
                <a:gd name="connsiteX38" fmla="*/ 140047 w 369137"/>
                <a:gd name="connsiteY38" fmla="*/ 484302 h 558127"/>
                <a:gd name="connsiteX39" fmla="*/ 82053 w 369137"/>
                <a:gd name="connsiteY39" fmla="*/ 425474 h 558127"/>
                <a:gd name="connsiteX40" fmla="*/ 35807 w 369137"/>
                <a:gd name="connsiteY40" fmla="*/ 343064 h 558127"/>
                <a:gd name="connsiteX41" fmla="*/ 26474 w 369137"/>
                <a:gd name="connsiteY41" fmla="*/ 298735 h 558127"/>
                <a:gd name="connsiteX42" fmla="*/ 25057 w 369137"/>
                <a:gd name="connsiteY42" fmla="*/ 263988 h 558127"/>
                <a:gd name="connsiteX43" fmla="*/ 66388 w 369137"/>
                <a:gd name="connsiteY43" fmla="*/ 219992 h 558127"/>
                <a:gd name="connsiteX44" fmla="*/ 88302 w 369137"/>
                <a:gd name="connsiteY44" fmla="*/ 202910 h 558127"/>
                <a:gd name="connsiteX45" fmla="*/ 82636 w 369137"/>
                <a:gd name="connsiteY45" fmla="*/ 223325 h 558127"/>
                <a:gd name="connsiteX46" fmla="*/ 80553 w 369137"/>
                <a:gd name="connsiteY46" fmla="*/ 276737 h 558127"/>
                <a:gd name="connsiteX47" fmla="*/ 90635 w 369137"/>
                <a:gd name="connsiteY47" fmla="*/ 278070 h 558127"/>
                <a:gd name="connsiteX48" fmla="*/ 122883 w 369137"/>
                <a:gd name="connsiteY48" fmla="*/ 229908 h 558127"/>
                <a:gd name="connsiteX49" fmla="*/ 137964 w 369137"/>
                <a:gd name="connsiteY49" fmla="*/ 200910 h 558127"/>
                <a:gd name="connsiteX50" fmla="*/ 143297 w 369137"/>
                <a:gd name="connsiteY50" fmla="*/ 190662 h 558127"/>
                <a:gd name="connsiteX51" fmla="*/ 146714 w 369137"/>
                <a:gd name="connsiteY51" fmla="*/ 220909 h 558127"/>
                <a:gd name="connsiteX52" fmla="*/ 156879 w 369137"/>
                <a:gd name="connsiteY52" fmla="*/ 261072 h 558127"/>
                <a:gd name="connsiteX53" fmla="*/ 167961 w 369137"/>
                <a:gd name="connsiteY53" fmla="*/ 261072 h 558127"/>
                <a:gd name="connsiteX54" fmla="*/ 176961 w 369137"/>
                <a:gd name="connsiteY54" fmla="*/ 221742 h 558127"/>
                <a:gd name="connsiteX55" fmla="*/ 176878 w 369137"/>
                <a:gd name="connsiteY55" fmla="*/ 174496 h 558127"/>
                <a:gd name="connsiteX56" fmla="*/ 194209 w 369137"/>
                <a:gd name="connsiteY56" fmla="*/ 189578 h 558127"/>
                <a:gd name="connsiteX57" fmla="*/ 213874 w 369137"/>
                <a:gd name="connsiteY57" fmla="*/ 210076 h 558127"/>
                <a:gd name="connsiteX58" fmla="*/ 241038 w 369137"/>
                <a:gd name="connsiteY58" fmla="*/ 238074 h 558127"/>
                <a:gd name="connsiteX59" fmla="*/ 249704 w 369137"/>
                <a:gd name="connsiteY59" fmla="*/ 231408 h 558127"/>
                <a:gd name="connsiteX60" fmla="*/ 234539 w 369137"/>
                <a:gd name="connsiteY60" fmla="*/ 187245 h 558127"/>
                <a:gd name="connsiteX61" fmla="*/ 224790 w 369137"/>
                <a:gd name="connsiteY61" fmla="*/ 163497 h 558127"/>
                <a:gd name="connsiteX62" fmla="*/ 219873 w 369137"/>
                <a:gd name="connsiteY62" fmla="*/ 152998 h 558127"/>
                <a:gd name="connsiteX63" fmla="*/ 257121 w 369137"/>
                <a:gd name="connsiteY63" fmla="*/ 172497 h 558127"/>
                <a:gd name="connsiteX64" fmla="*/ 300450 w 369137"/>
                <a:gd name="connsiteY64" fmla="*/ 199411 h 558127"/>
                <a:gd name="connsiteX65" fmla="*/ 308449 w 369137"/>
                <a:gd name="connsiteY65" fmla="*/ 191411 h 558127"/>
                <a:gd name="connsiteX66" fmla="*/ 283868 w 369137"/>
                <a:gd name="connsiteY66" fmla="*/ 155081 h 558127"/>
                <a:gd name="connsiteX67" fmla="*/ 262619 w 369137"/>
                <a:gd name="connsiteY67" fmla="*/ 131417 h 558127"/>
                <a:gd name="connsiteX68" fmla="*/ 300950 w 369137"/>
                <a:gd name="connsiteY68" fmla="*/ 147499 h 558127"/>
                <a:gd name="connsiteX69" fmla="*/ 312366 w 369137"/>
                <a:gd name="connsiteY69" fmla="*/ 153998 h 558127"/>
                <a:gd name="connsiteX70" fmla="*/ 352528 w 369137"/>
                <a:gd name="connsiteY70" fmla="*/ 309567 h 558127"/>
                <a:gd name="connsiteX71" fmla="*/ 352528 w 369137"/>
                <a:gd name="connsiteY71" fmla="*/ 309567 h 558127"/>
                <a:gd name="connsiteX72" fmla="*/ 314115 w 369137"/>
                <a:gd name="connsiteY72" fmla="*/ 142999 h 558127"/>
                <a:gd name="connsiteX73" fmla="*/ 287451 w 369137"/>
                <a:gd name="connsiteY73" fmla="*/ 130250 h 558127"/>
                <a:gd name="connsiteX74" fmla="*/ 251788 w 369137"/>
                <a:gd name="connsiteY74" fmla="*/ 120918 h 558127"/>
                <a:gd name="connsiteX75" fmla="*/ 247454 w 369137"/>
                <a:gd name="connsiteY75" fmla="*/ 128334 h 558127"/>
                <a:gd name="connsiteX76" fmla="*/ 268869 w 369137"/>
                <a:gd name="connsiteY76" fmla="*/ 155748 h 558127"/>
                <a:gd name="connsiteX77" fmla="*/ 284617 w 369137"/>
                <a:gd name="connsiteY77" fmla="*/ 177163 h 558127"/>
                <a:gd name="connsiteX78" fmla="*/ 261120 w 369137"/>
                <a:gd name="connsiteY78" fmla="*/ 162581 h 558127"/>
                <a:gd name="connsiteX79" fmla="*/ 212957 w 369137"/>
                <a:gd name="connsiteY79" fmla="*/ 138416 h 558127"/>
                <a:gd name="connsiteX80" fmla="*/ 205458 w 369137"/>
                <a:gd name="connsiteY80" fmla="*/ 144166 h 558127"/>
                <a:gd name="connsiteX81" fmla="*/ 218873 w 369137"/>
                <a:gd name="connsiteY81" fmla="*/ 181246 h 558127"/>
                <a:gd name="connsiteX82" fmla="*/ 231123 w 369137"/>
                <a:gd name="connsiteY82" fmla="*/ 211660 h 558127"/>
                <a:gd name="connsiteX83" fmla="*/ 226957 w 369137"/>
                <a:gd name="connsiteY83" fmla="*/ 206910 h 558127"/>
                <a:gd name="connsiteX84" fmla="*/ 204625 w 369137"/>
                <a:gd name="connsiteY84" fmla="*/ 184745 h 558127"/>
                <a:gd name="connsiteX85" fmla="*/ 169211 w 369137"/>
                <a:gd name="connsiteY85" fmla="*/ 162747 h 558127"/>
                <a:gd name="connsiteX86" fmla="*/ 165962 w 369137"/>
                <a:gd name="connsiteY86" fmla="*/ 166914 h 558127"/>
                <a:gd name="connsiteX87" fmla="*/ 164546 w 369137"/>
                <a:gd name="connsiteY87" fmla="*/ 209076 h 558127"/>
                <a:gd name="connsiteX88" fmla="*/ 162296 w 369137"/>
                <a:gd name="connsiteY88" fmla="*/ 240074 h 558127"/>
                <a:gd name="connsiteX89" fmla="*/ 158962 w 369137"/>
                <a:gd name="connsiteY89" fmla="*/ 214076 h 558127"/>
                <a:gd name="connsiteX90" fmla="*/ 154880 w 369137"/>
                <a:gd name="connsiteY90" fmla="*/ 173080 h 558127"/>
                <a:gd name="connsiteX91" fmla="*/ 147797 w 369137"/>
                <a:gd name="connsiteY91" fmla="*/ 165997 h 558127"/>
                <a:gd name="connsiteX92" fmla="*/ 138465 w 369137"/>
                <a:gd name="connsiteY92" fmla="*/ 173246 h 558127"/>
                <a:gd name="connsiteX93" fmla="*/ 122799 w 369137"/>
                <a:gd name="connsiteY93" fmla="*/ 201494 h 558127"/>
                <a:gd name="connsiteX94" fmla="*/ 89386 w 369137"/>
                <a:gd name="connsiteY94" fmla="*/ 260489 h 558127"/>
                <a:gd name="connsiteX95" fmla="*/ 96635 w 369137"/>
                <a:gd name="connsiteY95" fmla="*/ 222159 h 558127"/>
                <a:gd name="connsiteX96" fmla="*/ 113633 w 369137"/>
                <a:gd name="connsiteY96" fmla="*/ 184079 h 558127"/>
                <a:gd name="connsiteX97" fmla="*/ 106051 w 369137"/>
                <a:gd name="connsiteY97" fmla="*/ 174246 h 558127"/>
                <a:gd name="connsiteX98" fmla="*/ 44056 w 369137"/>
                <a:gd name="connsiteY98" fmla="*/ 224742 h 558127"/>
                <a:gd name="connsiteX99" fmla="*/ 20308 w 369137"/>
                <a:gd name="connsiteY99" fmla="*/ 251573 h 558127"/>
                <a:gd name="connsiteX100" fmla="*/ 15309 w 369137"/>
                <a:gd name="connsiteY100" fmla="*/ 258572 h 558127"/>
                <a:gd name="connsiteX101" fmla="*/ 13309 w 369137"/>
                <a:gd name="connsiteY101" fmla="*/ 258739 h 558127"/>
                <a:gd name="connsiteX102" fmla="*/ 18308 w 369137"/>
                <a:gd name="connsiteY102" fmla="*/ 242073 h 558127"/>
                <a:gd name="connsiteX103" fmla="*/ 58222 w 369137"/>
                <a:gd name="connsiteY103" fmla="*/ 174329 h 558127"/>
                <a:gd name="connsiteX104" fmla="*/ 78386 w 369137"/>
                <a:gd name="connsiteY104" fmla="*/ 153248 h 558127"/>
                <a:gd name="connsiteX105" fmla="*/ 101301 w 369137"/>
                <a:gd name="connsiteY105" fmla="*/ 139833 h 558127"/>
                <a:gd name="connsiteX106" fmla="*/ 128965 w 369137"/>
                <a:gd name="connsiteY106" fmla="*/ 129250 h 558127"/>
                <a:gd name="connsiteX107" fmla="*/ 139047 w 369137"/>
                <a:gd name="connsiteY107" fmla="*/ 126917 h 558127"/>
                <a:gd name="connsiteX108" fmla="*/ 141713 w 369137"/>
                <a:gd name="connsiteY108" fmla="*/ 120584 h 558127"/>
                <a:gd name="connsiteX109" fmla="*/ 125465 w 369137"/>
                <a:gd name="connsiteY109" fmla="*/ 77172 h 558127"/>
                <a:gd name="connsiteX110" fmla="*/ 115966 w 369137"/>
                <a:gd name="connsiteY110" fmla="*/ 48174 h 558127"/>
                <a:gd name="connsiteX111" fmla="*/ 128382 w 369137"/>
                <a:gd name="connsiteY111" fmla="*/ 21843 h 558127"/>
                <a:gd name="connsiteX112" fmla="*/ 146963 w 369137"/>
                <a:gd name="connsiteY112" fmla="*/ 16427 h 558127"/>
                <a:gd name="connsiteX113" fmla="*/ 150380 w 369137"/>
                <a:gd name="connsiteY113" fmla="*/ 43925 h 558127"/>
                <a:gd name="connsiteX114" fmla="*/ 161879 w 369137"/>
                <a:gd name="connsiteY114" fmla="*/ 101003 h 558127"/>
                <a:gd name="connsiteX115" fmla="*/ 178711 w 369137"/>
                <a:gd name="connsiteY115" fmla="*/ 115002 h 558127"/>
                <a:gd name="connsiteX116" fmla="*/ 238788 w 369137"/>
                <a:gd name="connsiteY116" fmla="*/ 108086 h 558127"/>
                <a:gd name="connsiteX117" fmla="*/ 290950 w 369137"/>
                <a:gd name="connsiteY117" fmla="*/ 122251 h 558127"/>
                <a:gd name="connsiteX118" fmla="*/ 313615 w 369137"/>
                <a:gd name="connsiteY118" fmla="*/ 138166 h 558127"/>
                <a:gd name="connsiteX119" fmla="*/ 324781 w 369137"/>
                <a:gd name="connsiteY119" fmla="*/ 149165 h 558127"/>
                <a:gd name="connsiteX120" fmla="*/ 314115 w 369137"/>
                <a:gd name="connsiteY120" fmla="*/ 142999 h 558127"/>
                <a:gd name="connsiteX121" fmla="*/ 314115 w 369137"/>
                <a:gd name="connsiteY121" fmla="*/ 142999 h 558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369137" h="558127">
                  <a:moveTo>
                    <a:pt x="313698" y="121751"/>
                  </a:moveTo>
                  <a:cubicBezTo>
                    <a:pt x="298783" y="110002"/>
                    <a:pt x="280701" y="101670"/>
                    <a:pt x="262036" y="98336"/>
                  </a:cubicBezTo>
                  <a:cubicBezTo>
                    <a:pt x="240539" y="94503"/>
                    <a:pt x="220624" y="94587"/>
                    <a:pt x="199042" y="98670"/>
                  </a:cubicBezTo>
                  <a:cubicBezTo>
                    <a:pt x="193710" y="99670"/>
                    <a:pt x="185543" y="103086"/>
                    <a:pt x="180128" y="102003"/>
                  </a:cubicBezTo>
                  <a:cubicBezTo>
                    <a:pt x="173795" y="100753"/>
                    <a:pt x="173378" y="96670"/>
                    <a:pt x="171712" y="90671"/>
                  </a:cubicBezTo>
                  <a:cubicBezTo>
                    <a:pt x="168128" y="77505"/>
                    <a:pt x="164795" y="64256"/>
                    <a:pt x="162296" y="50757"/>
                  </a:cubicBezTo>
                  <a:cubicBezTo>
                    <a:pt x="160296" y="39508"/>
                    <a:pt x="159129" y="28176"/>
                    <a:pt x="157213" y="16927"/>
                  </a:cubicBezTo>
                  <a:cubicBezTo>
                    <a:pt x="156295" y="11428"/>
                    <a:pt x="156130" y="4928"/>
                    <a:pt x="150880" y="1512"/>
                  </a:cubicBezTo>
                  <a:cubicBezTo>
                    <a:pt x="140381" y="-5321"/>
                    <a:pt x="122299" y="12844"/>
                    <a:pt x="115632" y="19427"/>
                  </a:cubicBezTo>
                  <a:cubicBezTo>
                    <a:pt x="103884" y="31009"/>
                    <a:pt x="103717" y="44508"/>
                    <a:pt x="107467" y="59756"/>
                  </a:cubicBezTo>
                  <a:cubicBezTo>
                    <a:pt x="110134" y="70589"/>
                    <a:pt x="114383" y="81005"/>
                    <a:pt x="118216" y="91504"/>
                  </a:cubicBezTo>
                  <a:cubicBezTo>
                    <a:pt x="120882" y="98670"/>
                    <a:pt x="125382" y="107752"/>
                    <a:pt x="127298" y="115918"/>
                  </a:cubicBezTo>
                  <a:cubicBezTo>
                    <a:pt x="124132" y="115835"/>
                    <a:pt x="119882" y="115585"/>
                    <a:pt x="117966" y="116085"/>
                  </a:cubicBezTo>
                  <a:cubicBezTo>
                    <a:pt x="113716" y="117168"/>
                    <a:pt x="109883" y="119085"/>
                    <a:pt x="106300" y="121418"/>
                  </a:cubicBezTo>
                  <a:cubicBezTo>
                    <a:pt x="102134" y="123418"/>
                    <a:pt x="98051" y="126084"/>
                    <a:pt x="93552" y="129334"/>
                  </a:cubicBezTo>
                  <a:cubicBezTo>
                    <a:pt x="87635" y="133583"/>
                    <a:pt x="81803" y="137916"/>
                    <a:pt x="76136" y="142416"/>
                  </a:cubicBezTo>
                  <a:cubicBezTo>
                    <a:pt x="73804" y="144166"/>
                    <a:pt x="71637" y="145999"/>
                    <a:pt x="69471" y="147915"/>
                  </a:cubicBezTo>
                  <a:cubicBezTo>
                    <a:pt x="63721" y="152832"/>
                    <a:pt x="58222" y="157915"/>
                    <a:pt x="53056" y="163497"/>
                  </a:cubicBezTo>
                  <a:cubicBezTo>
                    <a:pt x="29390" y="188995"/>
                    <a:pt x="11559" y="220742"/>
                    <a:pt x="2309" y="254072"/>
                  </a:cubicBezTo>
                  <a:cubicBezTo>
                    <a:pt x="643" y="260155"/>
                    <a:pt x="-3107" y="271904"/>
                    <a:pt x="5143" y="275321"/>
                  </a:cubicBezTo>
                  <a:cubicBezTo>
                    <a:pt x="8893" y="276904"/>
                    <a:pt x="13142" y="274987"/>
                    <a:pt x="16808" y="272237"/>
                  </a:cubicBezTo>
                  <a:cubicBezTo>
                    <a:pt x="13975" y="289319"/>
                    <a:pt x="15892" y="308901"/>
                    <a:pt x="18142" y="323483"/>
                  </a:cubicBezTo>
                  <a:cubicBezTo>
                    <a:pt x="22558" y="351397"/>
                    <a:pt x="35973" y="377228"/>
                    <a:pt x="49973" y="401392"/>
                  </a:cubicBezTo>
                  <a:cubicBezTo>
                    <a:pt x="81469" y="456054"/>
                    <a:pt x="126465" y="498967"/>
                    <a:pt x="181627" y="529214"/>
                  </a:cubicBezTo>
                  <a:cubicBezTo>
                    <a:pt x="205042" y="542046"/>
                    <a:pt x="232706" y="560045"/>
                    <a:pt x="260536" y="557962"/>
                  </a:cubicBezTo>
                  <a:cubicBezTo>
                    <a:pt x="286201" y="555962"/>
                    <a:pt x="308949" y="535214"/>
                    <a:pt x="323448" y="515382"/>
                  </a:cubicBezTo>
                  <a:cubicBezTo>
                    <a:pt x="357861" y="468470"/>
                    <a:pt x="368611" y="406142"/>
                    <a:pt x="369110" y="349314"/>
                  </a:cubicBezTo>
                  <a:cubicBezTo>
                    <a:pt x="369444" y="313650"/>
                    <a:pt x="366777" y="279070"/>
                    <a:pt x="359111" y="244240"/>
                  </a:cubicBezTo>
                  <a:cubicBezTo>
                    <a:pt x="352862" y="215576"/>
                    <a:pt x="343945" y="186828"/>
                    <a:pt x="328530" y="161997"/>
                  </a:cubicBezTo>
                  <a:cubicBezTo>
                    <a:pt x="331363" y="162831"/>
                    <a:pt x="334197" y="163331"/>
                    <a:pt x="337113" y="163331"/>
                  </a:cubicBezTo>
                  <a:cubicBezTo>
                    <a:pt x="340196" y="163331"/>
                    <a:pt x="342363" y="159747"/>
                    <a:pt x="342029" y="156998"/>
                  </a:cubicBezTo>
                  <a:cubicBezTo>
                    <a:pt x="340530" y="143666"/>
                    <a:pt x="323281" y="129334"/>
                    <a:pt x="313698" y="121751"/>
                  </a:cubicBezTo>
                  <a:lnTo>
                    <a:pt x="313698" y="121751"/>
                  </a:lnTo>
                  <a:close/>
                  <a:moveTo>
                    <a:pt x="352528" y="309567"/>
                  </a:moveTo>
                  <a:cubicBezTo>
                    <a:pt x="355444" y="361313"/>
                    <a:pt x="353029" y="416141"/>
                    <a:pt x="332530" y="464303"/>
                  </a:cubicBezTo>
                  <a:cubicBezTo>
                    <a:pt x="321615" y="489968"/>
                    <a:pt x="309116" y="514049"/>
                    <a:pt x="285701" y="530464"/>
                  </a:cubicBezTo>
                  <a:cubicBezTo>
                    <a:pt x="272369" y="539880"/>
                    <a:pt x="259703" y="544546"/>
                    <a:pt x="243372" y="540047"/>
                  </a:cubicBezTo>
                  <a:cubicBezTo>
                    <a:pt x="231289" y="536714"/>
                    <a:pt x="219374" y="531547"/>
                    <a:pt x="208208" y="525881"/>
                  </a:cubicBezTo>
                  <a:cubicBezTo>
                    <a:pt x="184460" y="513799"/>
                    <a:pt x="160712" y="501300"/>
                    <a:pt x="140047" y="484302"/>
                  </a:cubicBezTo>
                  <a:cubicBezTo>
                    <a:pt x="118550" y="466553"/>
                    <a:pt x="99051" y="447805"/>
                    <a:pt x="82053" y="425474"/>
                  </a:cubicBezTo>
                  <a:cubicBezTo>
                    <a:pt x="63221" y="400892"/>
                    <a:pt x="46473" y="372062"/>
                    <a:pt x="35807" y="343064"/>
                  </a:cubicBezTo>
                  <a:cubicBezTo>
                    <a:pt x="30557" y="328649"/>
                    <a:pt x="27557" y="314067"/>
                    <a:pt x="26474" y="298735"/>
                  </a:cubicBezTo>
                  <a:cubicBezTo>
                    <a:pt x="25725" y="288403"/>
                    <a:pt x="24141" y="275487"/>
                    <a:pt x="25057" y="263988"/>
                  </a:cubicBezTo>
                  <a:cubicBezTo>
                    <a:pt x="38307" y="248490"/>
                    <a:pt x="50389" y="233074"/>
                    <a:pt x="66388" y="219992"/>
                  </a:cubicBezTo>
                  <a:cubicBezTo>
                    <a:pt x="73553" y="214159"/>
                    <a:pt x="80886" y="208493"/>
                    <a:pt x="88302" y="202910"/>
                  </a:cubicBezTo>
                  <a:cubicBezTo>
                    <a:pt x="86052" y="209826"/>
                    <a:pt x="84303" y="216909"/>
                    <a:pt x="82636" y="223325"/>
                  </a:cubicBezTo>
                  <a:cubicBezTo>
                    <a:pt x="78803" y="238157"/>
                    <a:pt x="69803" y="263072"/>
                    <a:pt x="80553" y="276737"/>
                  </a:cubicBezTo>
                  <a:cubicBezTo>
                    <a:pt x="83053" y="279987"/>
                    <a:pt x="87386" y="280237"/>
                    <a:pt x="90635" y="278070"/>
                  </a:cubicBezTo>
                  <a:cubicBezTo>
                    <a:pt x="106550" y="267571"/>
                    <a:pt x="114550" y="246323"/>
                    <a:pt x="122883" y="229908"/>
                  </a:cubicBezTo>
                  <a:cubicBezTo>
                    <a:pt x="127799" y="220159"/>
                    <a:pt x="132715" y="210493"/>
                    <a:pt x="137964" y="200910"/>
                  </a:cubicBezTo>
                  <a:cubicBezTo>
                    <a:pt x="138881" y="199327"/>
                    <a:pt x="141047" y="195078"/>
                    <a:pt x="143297" y="190662"/>
                  </a:cubicBezTo>
                  <a:cubicBezTo>
                    <a:pt x="144130" y="200744"/>
                    <a:pt x="145547" y="210910"/>
                    <a:pt x="146714" y="220909"/>
                  </a:cubicBezTo>
                  <a:cubicBezTo>
                    <a:pt x="148213" y="234574"/>
                    <a:pt x="148213" y="249823"/>
                    <a:pt x="156879" y="261072"/>
                  </a:cubicBezTo>
                  <a:cubicBezTo>
                    <a:pt x="159796" y="264905"/>
                    <a:pt x="164962" y="264322"/>
                    <a:pt x="167961" y="261072"/>
                  </a:cubicBezTo>
                  <a:cubicBezTo>
                    <a:pt x="176711" y="251489"/>
                    <a:pt x="176127" y="233824"/>
                    <a:pt x="176961" y="221742"/>
                  </a:cubicBezTo>
                  <a:cubicBezTo>
                    <a:pt x="177377" y="216076"/>
                    <a:pt x="174628" y="175413"/>
                    <a:pt x="176878" y="174496"/>
                  </a:cubicBezTo>
                  <a:cubicBezTo>
                    <a:pt x="179544" y="173413"/>
                    <a:pt x="192209" y="187662"/>
                    <a:pt x="194209" y="189578"/>
                  </a:cubicBezTo>
                  <a:cubicBezTo>
                    <a:pt x="200959" y="196244"/>
                    <a:pt x="207458" y="203160"/>
                    <a:pt x="213874" y="210076"/>
                  </a:cubicBezTo>
                  <a:cubicBezTo>
                    <a:pt x="221873" y="218659"/>
                    <a:pt x="230539" y="232574"/>
                    <a:pt x="241038" y="238074"/>
                  </a:cubicBezTo>
                  <a:cubicBezTo>
                    <a:pt x="245204" y="240240"/>
                    <a:pt x="250454" y="235824"/>
                    <a:pt x="249704" y="231408"/>
                  </a:cubicBezTo>
                  <a:cubicBezTo>
                    <a:pt x="246954" y="215992"/>
                    <a:pt x="240372" y="201661"/>
                    <a:pt x="234539" y="187245"/>
                  </a:cubicBezTo>
                  <a:cubicBezTo>
                    <a:pt x="231372" y="179329"/>
                    <a:pt x="227956" y="171413"/>
                    <a:pt x="224790" y="163497"/>
                  </a:cubicBezTo>
                  <a:cubicBezTo>
                    <a:pt x="223457" y="160164"/>
                    <a:pt x="221540" y="156581"/>
                    <a:pt x="219873" y="152998"/>
                  </a:cubicBezTo>
                  <a:cubicBezTo>
                    <a:pt x="232622" y="158748"/>
                    <a:pt x="244871" y="165830"/>
                    <a:pt x="257121" y="172497"/>
                  </a:cubicBezTo>
                  <a:cubicBezTo>
                    <a:pt x="271952" y="180579"/>
                    <a:pt x="285034" y="192828"/>
                    <a:pt x="300450" y="199411"/>
                  </a:cubicBezTo>
                  <a:cubicBezTo>
                    <a:pt x="305033" y="201327"/>
                    <a:pt x="310865" y="196244"/>
                    <a:pt x="308449" y="191411"/>
                  </a:cubicBezTo>
                  <a:cubicBezTo>
                    <a:pt x="301950" y="178496"/>
                    <a:pt x="292367" y="166747"/>
                    <a:pt x="283868" y="155081"/>
                  </a:cubicBezTo>
                  <a:cubicBezTo>
                    <a:pt x="278035" y="146999"/>
                    <a:pt x="269119" y="139583"/>
                    <a:pt x="262619" y="131417"/>
                  </a:cubicBezTo>
                  <a:cubicBezTo>
                    <a:pt x="275619" y="133417"/>
                    <a:pt x="291534" y="142832"/>
                    <a:pt x="300950" y="147499"/>
                  </a:cubicBezTo>
                  <a:cubicBezTo>
                    <a:pt x="304699" y="149332"/>
                    <a:pt x="308449" y="151665"/>
                    <a:pt x="312366" y="153998"/>
                  </a:cubicBezTo>
                  <a:cubicBezTo>
                    <a:pt x="334696" y="202327"/>
                    <a:pt x="349612" y="256489"/>
                    <a:pt x="352528" y="309567"/>
                  </a:cubicBezTo>
                  <a:lnTo>
                    <a:pt x="352528" y="309567"/>
                  </a:lnTo>
                  <a:close/>
                  <a:moveTo>
                    <a:pt x="314115" y="142999"/>
                  </a:moveTo>
                  <a:cubicBezTo>
                    <a:pt x="305282" y="138583"/>
                    <a:pt x="296533" y="134083"/>
                    <a:pt x="287451" y="130250"/>
                  </a:cubicBezTo>
                  <a:cubicBezTo>
                    <a:pt x="277036" y="125834"/>
                    <a:pt x="263370" y="118668"/>
                    <a:pt x="251788" y="120918"/>
                  </a:cubicBezTo>
                  <a:cubicBezTo>
                    <a:pt x="248538" y="121584"/>
                    <a:pt x="245788" y="125001"/>
                    <a:pt x="247454" y="128334"/>
                  </a:cubicBezTo>
                  <a:cubicBezTo>
                    <a:pt x="252287" y="138416"/>
                    <a:pt x="262287" y="146665"/>
                    <a:pt x="268869" y="155748"/>
                  </a:cubicBezTo>
                  <a:cubicBezTo>
                    <a:pt x="273869" y="162664"/>
                    <a:pt x="279368" y="169830"/>
                    <a:pt x="284617" y="177163"/>
                  </a:cubicBezTo>
                  <a:cubicBezTo>
                    <a:pt x="276785" y="172080"/>
                    <a:pt x="269119" y="166747"/>
                    <a:pt x="261120" y="162581"/>
                  </a:cubicBezTo>
                  <a:cubicBezTo>
                    <a:pt x="245288" y="154415"/>
                    <a:pt x="229372" y="145249"/>
                    <a:pt x="212957" y="138416"/>
                  </a:cubicBezTo>
                  <a:cubicBezTo>
                    <a:pt x="209041" y="136833"/>
                    <a:pt x="205042" y="140166"/>
                    <a:pt x="205458" y="144166"/>
                  </a:cubicBezTo>
                  <a:cubicBezTo>
                    <a:pt x="206708" y="156331"/>
                    <a:pt x="214374" y="169913"/>
                    <a:pt x="218873" y="181246"/>
                  </a:cubicBezTo>
                  <a:cubicBezTo>
                    <a:pt x="222790" y="191161"/>
                    <a:pt x="227456" y="201327"/>
                    <a:pt x="231123" y="211660"/>
                  </a:cubicBezTo>
                  <a:cubicBezTo>
                    <a:pt x="229623" y="209826"/>
                    <a:pt x="228206" y="208160"/>
                    <a:pt x="226957" y="206910"/>
                  </a:cubicBezTo>
                  <a:cubicBezTo>
                    <a:pt x="219624" y="199411"/>
                    <a:pt x="212291" y="191911"/>
                    <a:pt x="204625" y="184745"/>
                  </a:cubicBezTo>
                  <a:cubicBezTo>
                    <a:pt x="196626" y="177163"/>
                    <a:pt x="181794" y="158998"/>
                    <a:pt x="169211" y="162747"/>
                  </a:cubicBezTo>
                  <a:cubicBezTo>
                    <a:pt x="167378" y="163331"/>
                    <a:pt x="166379" y="165164"/>
                    <a:pt x="165962" y="166914"/>
                  </a:cubicBezTo>
                  <a:cubicBezTo>
                    <a:pt x="162879" y="180162"/>
                    <a:pt x="165212" y="195494"/>
                    <a:pt x="164546" y="209076"/>
                  </a:cubicBezTo>
                  <a:cubicBezTo>
                    <a:pt x="164212" y="216743"/>
                    <a:pt x="164462" y="229658"/>
                    <a:pt x="162296" y="240074"/>
                  </a:cubicBezTo>
                  <a:cubicBezTo>
                    <a:pt x="160296" y="231491"/>
                    <a:pt x="160046" y="221825"/>
                    <a:pt x="158962" y="214076"/>
                  </a:cubicBezTo>
                  <a:cubicBezTo>
                    <a:pt x="157130" y="200577"/>
                    <a:pt x="154463" y="186828"/>
                    <a:pt x="154880" y="173080"/>
                  </a:cubicBezTo>
                  <a:cubicBezTo>
                    <a:pt x="155046" y="168830"/>
                    <a:pt x="152213" y="165747"/>
                    <a:pt x="147797" y="165997"/>
                  </a:cubicBezTo>
                  <a:cubicBezTo>
                    <a:pt x="142797" y="166247"/>
                    <a:pt x="141047" y="169247"/>
                    <a:pt x="138465" y="173246"/>
                  </a:cubicBezTo>
                  <a:cubicBezTo>
                    <a:pt x="132715" y="182079"/>
                    <a:pt x="127965" y="192161"/>
                    <a:pt x="122799" y="201494"/>
                  </a:cubicBezTo>
                  <a:cubicBezTo>
                    <a:pt x="113217" y="218826"/>
                    <a:pt x="104384" y="245407"/>
                    <a:pt x="89386" y="260489"/>
                  </a:cubicBezTo>
                  <a:cubicBezTo>
                    <a:pt x="88552" y="248490"/>
                    <a:pt x="94801" y="229575"/>
                    <a:pt x="96635" y="222159"/>
                  </a:cubicBezTo>
                  <a:cubicBezTo>
                    <a:pt x="99718" y="209826"/>
                    <a:pt x="103134" y="192245"/>
                    <a:pt x="113633" y="184079"/>
                  </a:cubicBezTo>
                  <a:cubicBezTo>
                    <a:pt x="119966" y="179163"/>
                    <a:pt x="112384" y="169330"/>
                    <a:pt x="106051" y="174246"/>
                  </a:cubicBezTo>
                  <a:cubicBezTo>
                    <a:pt x="85052" y="190328"/>
                    <a:pt x="62804" y="205910"/>
                    <a:pt x="44056" y="224742"/>
                  </a:cubicBezTo>
                  <a:cubicBezTo>
                    <a:pt x="35640" y="233241"/>
                    <a:pt x="27474" y="242073"/>
                    <a:pt x="20308" y="251573"/>
                  </a:cubicBezTo>
                  <a:cubicBezTo>
                    <a:pt x="18725" y="253989"/>
                    <a:pt x="17058" y="256322"/>
                    <a:pt x="15309" y="258572"/>
                  </a:cubicBezTo>
                  <a:cubicBezTo>
                    <a:pt x="8976" y="265155"/>
                    <a:pt x="8310" y="265155"/>
                    <a:pt x="13309" y="258739"/>
                  </a:cubicBezTo>
                  <a:cubicBezTo>
                    <a:pt x="14559" y="253156"/>
                    <a:pt x="16392" y="247490"/>
                    <a:pt x="18308" y="242073"/>
                  </a:cubicBezTo>
                  <a:cubicBezTo>
                    <a:pt x="26975" y="217576"/>
                    <a:pt x="42056" y="194494"/>
                    <a:pt x="58222" y="174329"/>
                  </a:cubicBezTo>
                  <a:cubicBezTo>
                    <a:pt x="64388" y="166664"/>
                    <a:pt x="71220" y="159831"/>
                    <a:pt x="78386" y="153248"/>
                  </a:cubicBezTo>
                  <a:cubicBezTo>
                    <a:pt x="85802" y="148499"/>
                    <a:pt x="93552" y="144249"/>
                    <a:pt x="101301" y="139833"/>
                  </a:cubicBezTo>
                  <a:cubicBezTo>
                    <a:pt x="110967" y="134333"/>
                    <a:pt x="117633" y="130083"/>
                    <a:pt x="128965" y="129250"/>
                  </a:cubicBezTo>
                  <a:cubicBezTo>
                    <a:pt x="133548" y="128917"/>
                    <a:pt x="134965" y="129334"/>
                    <a:pt x="139047" y="126917"/>
                  </a:cubicBezTo>
                  <a:cubicBezTo>
                    <a:pt x="141131" y="125751"/>
                    <a:pt x="141880" y="122751"/>
                    <a:pt x="141713" y="120584"/>
                  </a:cubicBezTo>
                  <a:cubicBezTo>
                    <a:pt x="140298" y="106336"/>
                    <a:pt x="130882" y="90337"/>
                    <a:pt x="125465" y="77172"/>
                  </a:cubicBezTo>
                  <a:cubicBezTo>
                    <a:pt x="121716" y="68006"/>
                    <a:pt x="117133" y="58090"/>
                    <a:pt x="115966" y="48174"/>
                  </a:cubicBezTo>
                  <a:cubicBezTo>
                    <a:pt x="114467" y="35675"/>
                    <a:pt x="119383" y="29593"/>
                    <a:pt x="128382" y="21843"/>
                  </a:cubicBezTo>
                  <a:cubicBezTo>
                    <a:pt x="133965" y="17011"/>
                    <a:pt x="142713" y="6345"/>
                    <a:pt x="146963" y="16427"/>
                  </a:cubicBezTo>
                  <a:cubicBezTo>
                    <a:pt x="150213" y="24093"/>
                    <a:pt x="149296" y="35675"/>
                    <a:pt x="150380" y="43925"/>
                  </a:cubicBezTo>
                  <a:cubicBezTo>
                    <a:pt x="152963" y="63173"/>
                    <a:pt x="157379" y="82171"/>
                    <a:pt x="161879" y="101003"/>
                  </a:cubicBezTo>
                  <a:cubicBezTo>
                    <a:pt x="164379" y="111669"/>
                    <a:pt x="167629" y="115168"/>
                    <a:pt x="178711" y="115002"/>
                  </a:cubicBezTo>
                  <a:cubicBezTo>
                    <a:pt x="198958" y="114668"/>
                    <a:pt x="218207" y="106336"/>
                    <a:pt x="238788" y="108086"/>
                  </a:cubicBezTo>
                  <a:cubicBezTo>
                    <a:pt x="256954" y="109669"/>
                    <a:pt x="274702" y="113835"/>
                    <a:pt x="290950" y="122251"/>
                  </a:cubicBezTo>
                  <a:cubicBezTo>
                    <a:pt x="299116" y="126501"/>
                    <a:pt x="306866" y="131834"/>
                    <a:pt x="313615" y="138166"/>
                  </a:cubicBezTo>
                  <a:cubicBezTo>
                    <a:pt x="315781" y="140166"/>
                    <a:pt x="320782" y="144665"/>
                    <a:pt x="324781" y="149165"/>
                  </a:cubicBezTo>
                  <a:cubicBezTo>
                    <a:pt x="321114" y="146999"/>
                    <a:pt x="317282" y="144582"/>
                    <a:pt x="314115" y="142999"/>
                  </a:cubicBezTo>
                  <a:lnTo>
                    <a:pt x="314115" y="142999"/>
                  </a:lnTo>
                  <a:close/>
                </a:path>
              </a:pathLst>
            </a:custGeom>
            <a:grpFill/>
            <a:ln w="8332" cap="flat">
              <a:noFill/>
              <a:prstDash val="solid"/>
              <a:miter/>
            </a:ln>
          </p:spPr>
          <p:txBody>
            <a:bodyPr rtlCol="0" anchor="ctr"/>
            <a:lstStyle/>
            <a:p>
              <a:endParaRPr lang="en-US"/>
            </a:p>
          </p:txBody>
        </p:sp>
        <p:sp>
          <p:nvSpPr>
            <p:cNvPr id="1957" name="Freeform: Shape 1956"/>
            <p:cNvSpPr/>
            <p:nvPr/>
          </p:nvSpPr>
          <p:spPr>
            <a:xfrm>
              <a:off x="8804154" y="2646748"/>
              <a:ext cx="20591" cy="26448"/>
            </a:xfrm>
            <a:custGeom>
              <a:avLst/>
              <a:gdLst>
                <a:gd name="connsiteX0" fmla="*/ 15990 w 20591"/>
                <a:gd name="connsiteY0" fmla="*/ 1940 h 26448"/>
                <a:gd name="connsiteX1" fmla="*/ 8991 w 20591"/>
                <a:gd name="connsiteY1" fmla="*/ 108 h 26448"/>
                <a:gd name="connsiteX2" fmla="*/ 2574 w 20591"/>
                <a:gd name="connsiteY2" fmla="*/ 3857 h 26448"/>
                <a:gd name="connsiteX3" fmla="*/ 575 w 20591"/>
                <a:gd name="connsiteY3" fmla="*/ 14106 h 26448"/>
                <a:gd name="connsiteX4" fmla="*/ 2824 w 20591"/>
                <a:gd name="connsiteY4" fmla="*/ 22855 h 26448"/>
                <a:gd name="connsiteX5" fmla="*/ 17572 w 20591"/>
                <a:gd name="connsiteY5" fmla="*/ 22855 h 26448"/>
                <a:gd name="connsiteX6" fmla="*/ 20573 w 20591"/>
                <a:gd name="connsiteY6" fmla="*/ 14273 h 26448"/>
                <a:gd name="connsiteX7" fmla="*/ 15990 w 20591"/>
                <a:gd name="connsiteY7" fmla="*/ 1940 h 26448"/>
                <a:gd name="connsiteX8" fmla="*/ 15990 w 20591"/>
                <a:gd name="connsiteY8" fmla="*/ 1940 h 26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591" h="26448">
                  <a:moveTo>
                    <a:pt x="15990" y="1940"/>
                  </a:moveTo>
                  <a:cubicBezTo>
                    <a:pt x="14240" y="524"/>
                    <a:pt x="11240" y="-309"/>
                    <a:pt x="8991" y="108"/>
                  </a:cubicBezTo>
                  <a:cubicBezTo>
                    <a:pt x="6324" y="524"/>
                    <a:pt x="4407" y="1857"/>
                    <a:pt x="2574" y="3857"/>
                  </a:cubicBezTo>
                  <a:cubicBezTo>
                    <a:pt x="-9" y="6607"/>
                    <a:pt x="-592" y="10690"/>
                    <a:pt x="575" y="14106"/>
                  </a:cubicBezTo>
                  <a:cubicBezTo>
                    <a:pt x="157" y="17189"/>
                    <a:pt x="907" y="20522"/>
                    <a:pt x="2824" y="22855"/>
                  </a:cubicBezTo>
                  <a:cubicBezTo>
                    <a:pt x="6657" y="27605"/>
                    <a:pt x="13823" y="27688"/>
                    <a:pt x="17572" y="22855"/>
                  </a:cubicBezTo>
                  <a:cubicBezTo>
                    <a:pt x="19490" y="20439"/>
                    <a:pt x="20490" y="17356"/>
                    <a:pt x="20573" y="14273"/>
                  </a:cubicBezTo>
                  <a:cubicBezTo>
                    <a:pt x="20739" y="9523"/>
                    <a:pt x="19822" y="5024"/>
                    <a:pt x="15990" y="1940"/>
                  </a:cubicBezTo>
                  <a:lnTo>
                    <a:pt x="15990" y="1940"/>
                  </a:lnTo>
                  <a:close/>
                </a:path>
              </a:pathLst>
            </a:custGeom>
            <a:grpFill/>
            <a:ln w="8332" cap="flat">
              <a:noFill/>
              <a:prstDash val="solid"/>
              <a:miter/>
            </a:ln>
          </p:spPr>
          <p:txBody>
            <a:bodyPr rtlCol="0" anchor="ctr"/>
            <a:lstStyle/>
            <a:p>
              <a:endParaRPr lang="en-US"/>
            </a:p>
          </p:txBody>
        </p:sp>
        <p:sp>
          <p:nvSpPr>
            <p:cNvPr id="1958" name="Freeform: Shape 1957"/>
            <p:cNvSpPr/>
            <p:nvPr/>
          </p:nvSpPr>
          <p:spPr>
            <a:xfrm>
              <a:off x="8859253" y="2646904"/>
              <a:ext cx="21642" cy="25586"/>
            </a:xfrm>
            <a:custGeom>
              <a:avLst/>
              <a:gdLst>
                <a:gd name="connsiteX0" fmla="*/ 11303 w 21642"/>
                <a:gd name="connsiteY0" fmla="*/ 35 h 25586"/>
                <a:gd name="connsiteX1" fmla="*/ 1053 w 21642"/>
                <a:gd name="connsiteY1" fmla="*/ 5951 h 25586"/>
                <a:gd name="connsiteX2" fmla="*/ 2887 w 21642"/>
                <a:gd name="connsiteY2" fmla="*/ 19950 h 25586"/>
                <a:gd name="connsiteX3" fmla="*/ 14635 w 21642"/>
                <a:gd name="connsiteY3" fmla="*/ 25366 h 25586"/>
                <a:gd name="connsiteX4" fmla="*/ 21468 w 21642"/>
                <a:gd name="connsiteY4" fmla="*/ 18533 h 25586"/>
                <a:gd name="connsiteX5" fmla="*/ 21552 w 21642"/>
                <a:gd name="connsiteY5" fmla="*/ 15616 h 25586"/>
                <a:gd name="connsiteX6" fmla="*/ 21135 w 21642"/>
                <a:gd name="connsiteY6" fmla="*/ 13950 h 25586"/>
                <a:gd name="connsiteX7" fmla="*/ 21385 w 21642"/>
                <a:gd name="connsiteY7" fmla="*/ 10200 h 25586"/>
                <a:gd name="connsiteX8" fmla="*/ 11303 w 21642"/>
                <a:gd name="connsiteY8" fmla="*/ 35 h 25586"/>
                <a:gd name="connsiteX9" fmla="*/ 11303 w 21642"/>
                <a:gd name="connsiteY9" fmla="*/ 35 h 25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642" h="25586">
                  <a:moveTo>
                    <a:pt x="11303" y="35"/>
                  </a:moveTo>
                  <a:cubicBezTo>
                    <a:pt x="7053" y="-299"/>
                    <a:pt x="2720" y="1784"/>
                    <a:pt x="1053" y="5951"/>
                  </a:cubicBezTo>
                  <a:cubicBezTo>
                    <a:pt x="-863" y="10784"/>
                    <a:pt x="-113" y="15783"/>
                    <a:pt x="2887" y="19950"/>
                  </a:cubicBezTo>
                  <a:cubicBezTo>
                    <a:pt x="5303" y="23366"/>
                    <a:pt x="10303" y="26449"/>
                    <a:pt x="14635" y="25366"/>
                  </a:cubicBezTo>
                  <a:cubicBezTo>
                    <a:pt x="18302" y="24449"/>
                    <a:pt x="20719" y="22366"/>
                    <a:pt x="21468" y="18533"/>
                  </a:cubicBezTo>
                  <a:cubicBezTo>
                    <a:pt x="21635" y="17533"/>
                    <a:pt x="21719" y="16783"/>
                    <a:pt x="21552" y="15616"/>
                  </a:cubicBezTo>
                  <a:cubicBezTo>
                    <a:pt x="21468" y="15033"/>
                    <a:pt x="21302" y="14450"/>
                    <a:pt x="21135" y="13950"/>
                  </a:cubicBezTo>
                  <a:cubicBezTo>
                    <a:pt x="21385" y="12700"/>
                    <a:pt x="21468" y="11367"/>
                    <a:pt x="21385" y="10200"/>
                  </a:cubicBezTo>
                  <a:cubicBezTo>
                    <a:pt x="20719" y="5034"/>
                    <a:pt x="16635" y="368"/>
                    <a:pt x="11303" y="35"/>
                  </a:cubicBezTo>
                  <a:lnTo>
                    <a:pt x="11303" y="35"/>
                  </a:lnTo>
                  <a:close/>
                </a:path>
              </a:pathLst>
            </a:custGeom>
            <a:grpFill/>
            <a:ln w="8332" cap="flat">
              <a:noFill/>
              <a:prstDash val="solid"/>
              <a:miter/>
            </a:ln>
          </p:spPr>
          <p:txBody>
            <a:bodyPr rtlCol="0" anchor="ctr"/>
            <a:lstStyle/>
            <a:p>
              <a:endParaRPr lang="en-US"/>
            </a:p>
          </p:txBody>
        </p:sp>
        <p:sp>
          <p:nvSpPr>
            <p:cNvPr id="1959" name="Freeform: Shape 1958"/>
            <p:cNvSpPr/>
            <p:nvPr/>
          </p:nvSpPr>
          <p:spPr>
            <a:xfrm>
              <a:off x="8920962" y="2637153"/>
              <a:ext cx="21523" cy="24290"/>
            </a:xfrm>
            <a:custGeom>
              <a:avLst/>
              <a:gdLst>
                <a:gd name="connsiteX0" fmla="*/ 14504 w 21523"/>
                <a:gd name="connsiteY0" fmla="*/ 703 h 24290"/>
                <a:gd name="connsiteX1" fmla="*/ 1839 w 21523"/>
                <a:gd name="connsiteY1" fmla="*/ 10452 h 24290"/>
                <a:gd name="connsiteX2" fmla="*/ 2005 w 21523"/>
                <a:gd name="connsiteY2" fmla="*/ 11285 h 24290"/>
                <a:gd name="connsiteX3" fmla="*/ 1589 w 21523"/>
                <a:gd name="connsiteY3" fmla="*/ 20618 h 24290"/>
                <a:gd name="connsiteX4" fmla="*/ 12089 w 21523"/>
                <a:gd name="connsiteY4" fmla="*/ 24201 h 24290"/>
                <a:gd name="connsiteX5" fmla="*/ 21504 w 21523"/>
                <a:gd name="connsiteY5" fmla="*/ 13535 h 24290"/>
                <a:gd name="connsiteX6" fmla="*/ 14504 w 21523"/>
                <a:gd name="connsiteY6" fmla="*/ 703 h 24290"/>
                <a:gd name="connsiteX7" fmla="*/ 14504 w 21523"/>
                <a:gd name="connsiteY7" fmla="*/ 703 h 24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523" h="24290">
                  <a:moveTo>
                    <a:pt x="14504" y="703"/>
                  </a:moveTo>
                  <a:cubicBezTo>
                    <a:pt x="8505" y="-2047"/>
                    <a:pt x="423" y="3703"/>
                    <a:pt x="1839" y="10452"/>
                  </a:cubicBezTo>
                  <a:cubicBezTo>
                    <a:pt x="1922" y="10702"/>
                    <a:pt x="2005" y="10952"/>
                    <a:pt x="2005" y="11285"/>
                  </a:cubicBezTo>
                  <a:cubicBezTo>
                    <a:pt x="-327" y="13869"/>
                    <a:pt x="-827" y="17618"/>
                    <a:pt x="1589" y="20618"/>
                  </a:cubicBezTo>
                  <a:cubicBezTo>
                    <a:pt x="4005" y="23617"/>
                    <a:pt x="8422" y="24617"/>
                    <a:pt x="12089" y="24201"/>
                  </a:cubicBezTo>
                  <a:cubicBezTo>
                    <a:pt x="17504" y="23534"/>
                    <a:pt x="21254" y="18868"/>
                    <a:pt x="21504" y="13535"/>
                  </a:cubicBezTo>
                  <a:cubicBezTo>
                    <a:pt x="21754" y="8202"/>
                    <a:pt x="19587" y="3036"/>
                    <a:pt x="14504" y="703"/>
                  </a:cubicBezTo>
                  <a:lnTo>
                    <a:pt x="14504" y="703"/>
                  </a:lnTo>
                  <a:close/>
                </a:path>
              </a:pathLst>
            </a:custGeom>
            <a:grpFill/>
            <a:ln w="8332" cap="flat">
              <a:noFill/>
              <a:prstDash val="solid"/>
              <a:miter/>
            </a:ln>
          </p:spPr>
          <p:txBody>
            <a:bodyPr rtlCol="0" anchor="ctr"/>
            <a:lstStyle/>
            <a:p>
              <a:endParaRPr lang="en-US"/>
            </a:p>
          </p:txBody>
        </p:sp>
        <p:sp>
          <p:nvSpPr>
            <p:cNvPr id="1960" name="Freeform: Shape 1959"/>
            <p:cNvSpPr/>
            <p:nvPr/>
          </p:nvSpPr>
          <p:spPr>
            <a:xfrm>
              <a:off x="8985462" y="2602264"/>
              <a:ext cx="22177" cy="22905"/>
            </a:xfrm>
            <a:custGeom>
              <a:avLst/>
              <a:gdLst>
                <a:gd name="connsiteX0" fmla="*/ 16914 w 22177"/>
                <a:gd name="connsiteY0" fmla="*/ 2012 h 22905"/>
                <a:gd name="connsiteX1" fmla="*/ 12165 w 22177"/>
                <a:gd name="connsiteY1" fmla="*/ 95 h 22905"/>
                <a:gd name="connsiteX2" fmla="*/ 7081 w 22177"/>
                <a:gd name="connsiteY2" fmla="*/ 762 h 22905"/>
                <a:gd name="connsiteX3" fmla="*/ 915 w 22177"/>
                <a:gd name="connsiteY3" fmla="*/ 8761 h 22905"/>
                <a:gd name="connsiteX4" fmla="*/ 999 w 22177"/>
                <a:gd name="connsiteY4" fmla="*/ 11011 h 22905"/>
                <a:gd name="connsiteX5" fmla="*/ 82 w 22177"/>
                <a:gd name="connsiteY5" fmla="*/ 13344 h 22905"/>
                <a:gd name="connsiteX6" fmla="*/ 11748 w 22177"/>
                <a:gd name="connsiteY6" fmla="*/ 22843 h 22905"/>
                <a:gd name="connsiteX7" fmla="*/ 21414 w 22177"/>
                <a:gd name="connsiteY7" fmla="*/ 15927 h 22905"/>
                <a:gd name="connsiteX8" fmla="*/ 21247 w 22177"/>
                <a:gd name="connsiteY8" fmla="*/ 7345 h 22905"/>
                <a:gd name="connsiteX9" fmla="*/ 16914 w 22177"/>
                <a:gd name="connsiteY9" fmla="*/ 2012 h 22905"/>
                <a:gd name="connsiteX10" fmla="*/ 16914 w 22177"/>
                <a:gd name="connsiteY10" fmla="*/ 2012 h 229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177" h="22905">
                  <a:moveTo>
                    <a:pt x="16914" y="2012"/>
                  </a:moveTo>
                  <a:cubicBezTo>
                    <a:pt x="15497" y="928"/>
                    <a:pt x="13915" y="345"/>
                    <a:pt x="12165" y="95"/>
                  </a:cubicBezTo>
                  <a:cubicBezTo>
                    <a:pt x="10415" y="-155"/>
                    <a:pt x="8749" y="95"/>
                    <a:pt x="7081" y="762"/>
                  </a:cubicBezTo>
                  <a:cubicBezTo>
                    <a:pt x="3916" y="2012"/>
                    <a:pt x="1166" y="5261"/>
                    <a:pt x="915" y="8761"/>
                  </a:cubicBezTo>
                  <a:cubicBezTo>
                    <a:pt x="832" y="9511"/>
                    <a:pt x="915" y="10261"/>
                    <a:pt x="999" y="11011"/>
                  </a:cubicBezTo>
                  <a:cubicBezTo>
                    <a:pt x="583" y="11677"/>
                    <a:pt x="249" y="12427"/>
                    <a:pt x="82" y="13344"/>
                  </a:cubicBezTo>
                  <a:cubicBezTo>
                    <a:pt x="-834" y="19927"/>
                    <a:pt x="6082" y="23426"/>
                    <a:pt x="11748" y="22843"/>
                  </a:cubicBezTo>
                  <a:cubicBezTo>
                    <a:pt x="15831" y="22427"/>
                    <a:pt x="19831" y="19844"/>
                    <a:pt x="21414" y="15927"/>
                  </a:cubicBezTo>
                  <a:cubicBezTo>
                    <a:pt x="22498" y="13261"/>
                    <a:pt x="22414" y="10011"/>
                    <a:pt x="21247" y="7345"/>
                  </a:cubicBezTo>
                  <a:cubicBezTo>
                    <a:pt x="20414" y="5261"/>
                    <a:pt x="18831" y="3178"/>
                    <a:pt x="16914" y="2012"/>
                  </a:cubicBezTo>
                  <a:lnTo>
                    <a:pt x="16914" y="2012"/>
                  </a:lnTo>
                  <a:close/>
                </a:path>
              </a:pathLst>
            </a:custGeom>
            <a:grpFill/>
            <a:ln w="8332" cap="flat">
              <a:noFill/>
              <a:prstDash val="solid"/>
              <a:miter/>
            </a:ln>
          </p:spPr>
          <p:txBody>
            <a:bodyPr rtlCol="0" anchor="ctr"/>
            <a:lstStyle/>
            <a:p>
              <a:endParaRPr lang="en-US"/>
            </a:p>
          </p:txBody>
        </p:sp>
        <p:sp>
          <p:nvSpPr>
            <p:cNvPr id="1961" name="Freeform: Shape 1960"/>
            <p:cNvSpPr/>
            <p:nvPr/>
          </p:nvSpPr>
          <p:spPr>
            <a:xfrm>
              <a:off x="8971016" y="2660948"/>
              <a:ext cx="23596" cy="27153"/>
            </a:xfrm>
            <a:custGeom>
              <a:avLst/>
              <a:gdLst>
                <a:gd name="connsiteX0" fmla="*/ 18612 w 23596"/>
                <a:gd name="connsiteY0" fmla="*/ 4656 h 27153"/>
                <a:gd name="connsiteX1" fmla="*/ 14779 w 23596"/>
                <a:gd name="connsiteY1" fmla="*/ 1322 h 27153"/>
                <a:gd name="connsiteX2" fmla="*/ 5946 w 23596"/>
                <a:gd name="connsiteY2" fmla="*/ 656 h 27153"/>
                <a:gd name="connsiteX3" fmla="*/ 30 w 23596"/>
                <a:gd name="connsiteY3" fmla="*/ 8322 h 27153"/>
                <a:gd name="connsiteX4" fmla="*/ 696 w 23596"/>
                <a:gd name="connsiteY4" fmla="*/ 5906 h 27153"/>
                <a:gd name="connsiteX5" fmla="*/ 30 w 23596"/>
                <a:gd name="connsiteY5" fmla="*/ 8322 h 27153"/>
                <a:gd name="connsiteX6" fmla="*/ 364 w 23596"/>
                <a:gd name="connsiteY6" fmla="*/ 12155 h 27153"/>
                <a:gd name="connsiteX7" fmla="*/ 4030 w 23596"/>
                <a:gd name="connsiteY7" fmla="*/ 17821 h 27153"/>
                <a:gd name="connsiteX8" fmla="*/ 4030 w 23596"/>
                <a:gd name="connsiteY8" fmla="*/ 17821 h 27153"/>
                <a:gd name="connsiteX9" fmla="*/ 4030 w 23596"/>
                <a:gd name="connsiteY9" fmla="*/ 18238 h 27153"/>
                <a:gd name="connsiteX10" fmla="*/ 4530 w 23596"/>
                <a:gd name="connsiteY10" fmla="*/ 20738 h 27153"/>
                <a:gd name="connsiteX11" fmla="*/ 19528 w 23596"/>
                <a:gd name="connsiteY11" fmla="*/ 25070 h 27153"/>
                <a:gd name="connsiteX12" fmla="*/ 22195 w 23596"/>
                <a:gd name="connsiteY12" fmla="*/ 9655 h 27153"/>
                <a:gd name="connsiteX13" fmla="*/ 18612 w 23596"/>
                <a:gd name="connsiteY13" fmla="*/ 4656 h 27153"/>
                <a:gd name="connsiteX14" fmla="*/ 18612 w 23596"/>
                <a:gd name="connsiteY14" fmla="*/ 4656 h 27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3596" h="27153">
                  <a:moveTo>
                    <a:pt x="18612" y="4656"/>
                  </a:moveTo>
                  <a:cubicBezTo>
                    <a:pt x="17361" y="3322"/>
                    <a:pt x="16279" y="2239"/>
                    <a:pt x="14779" y="1322"/>
                  </a:cubicBezTo>
                  <a:cubicBezTo>
                    <a:pt x="11946" y="-261"/>
                    <a:pt x="9029" y="-344"/>
                    <a:pt x="5946" y="656"/>
                  </a:cubicBezTo>
                  <a:cubicBezTo>
                    <a:pt x="2863" y="1656"/>
                    <a:pt x="364" y="5072"/>
                    <a:pt x="30" y="8322"/>
                  </a:cubicBezTo>
                  <a:cubicBezTo>
                    <a:pt x="280" y="7489"/>
                    <a:pt x="447" y="6739"/>
                    <a:pt x="696" y="5906"/>
                  </a:cubicBezTo>
                  <a:cubicBezTo>
                    <a:pt x="364" y="6655"/>
                    <a:pt x="113" y="7489"/>
                    <a:pt x="30" y="8322"/>
                  </a:cubicBezTo>
                  <a:cubicBezTo>
                    <a:pt x="-53" y="9655"/>
                    <a:pt x="30" y="10822"/>
                    <a:pt x="364" y="12155"/>
                  </a:cubicBezTo>
                  <a:cubicBezTo>
                    <a:pt x="947" y="14571"/>
                    <a:pt x="2280" y="16071"/>
                    <a:pt x="4030" y="17821"/>
                  </a:cubicBezTo>
                  <a:lnTo>
                    <a:pt x="4030" y="17821"/>
                  </a:lnTo>
                  <a:cubicBezTo>
                    <a:pt x="1697" y="15488"/>
                    <a:pt x="3030" y="17071"/>
                    <a:pt x="4030" y="18238"/>
                  </a:cubicBezTo>
                  <a:cubicBezTo>
                    <a:pt x="4113" y="19071"/>
                    <a:pt x="4196" y="19904"/>
                    <a:pt x="4530" y="20738"/>
                  </a:cubicBezTo>
                  <a:cubicBezTo>
                    <a:pt x="6530" y="26987"/>
                    <a:pt x="14445" y="29153"/>
                    <a:pt x="19528" y="25070"/>
                  </a:cubicBezTo>
                  <a:cubicBezTo>
                    <a:pt x="24278" y="21237"/>
                    <a:pt x="24445" y="14905"/>
                    <a:pt x="22195" y="9655"/>
                  </a:cubicBezTo>
                  <a:cubicBezTo>
                    <a:pt x="21279" y="7822"/>
                    <a:pt x="20028" y="6156"/>
                    <a:pt x="18612" y="4656"/>
                  </a:cubicBezTo>
                  <a:lnTo>
                    <a:pt x="18612" y="4656"/>
                  </a:lnTo>
                  <a:close/>
                </a:path>
              </a:pathLst>
            </a:custGeom>
            <a:grpFill/>
            <a:ln w="8332" cap="flat">
              <a:noFill/>
              <a:prstDash val="solid"/>
              <a:miter/>
            </a:ln>
          </p:spPr>
          <p:txBody>
            <a:bodyPr rtlCol="0" anchor="ctr"/>
            <a:lstStyle/>
            <a:p>
              <a:endParaRPr lang="en-US"/>
            </a:p>
          </p:txBody>
        </p:sp>
        <p:sp>
          <p:nvSpPr>
            <p:cNvPr id="1962" name="Freeform: Shape 1961"/>
            <p:cNvSpPr/>
            <p:nvPr/>
          </p:nvSpPr>
          <p:spPr>
            <a:xfrm>
              <a:off x="8901777" y="2699195"/>
              <a:ext cx="26738" cy="26967"/>
            </a:xfrm>
            <a:custGeom>
              <a:avLst/>
              <a:gdLst>
                <a:gd name="connsiteX0" fmla="*/ 22273 w 26738"/>
                <a:gd name="connsiteY0" fmla="*/ 5905 h 26967"/>
                <a:gd name="connsiteX1" fmla="*/ 2441 w 26738"/>
                <a:gd name="connsiteY1" fmla="*/ 4072 h 26967"/>
                <a:gd name="connsiteX2" fmla="*/ 8524 w 26738"/>
                <a:gd name="connsiteY2" fmla="*/ 24903 h 26967"/>
                <a:gd name="connsiteX3" fmla="*/ 13774 w 26738"/>
                <a:gd name="connsiteY3" fmla="*/ 25153 h 26967"/>
                <a:gd name="connsiteX4" fmla="*/ 21190 w 26738"/>
                <a:gd name="connsiteY4" fmla="*/ 26403 h 26967"/>
                <a:gd name="connsiteX5" fmla="*/ 26606 w 26738"/>
                <a:gd name="connsiteY5" fmla="*/ 18904 h 26967"/>
                <a:gd name="connsiteX6" fmla="*/ 22273 w 26738"/>
                <a:gd name="connsiteY6" fmla="*/ 5905 h 26967"/>
                <a:gd name="connsiteX7" fmla="*/ 22273 w 26738"/>
                <a:gd name="connsiteY7" fmla="*/ 5905 h 26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738" h="26967">
                  <a:moveTo>
                    <a:pt x="22273" y="5905"/>
                  </a:moveTo>
                  <a:cubicBezTo>
                    <a:pt x="17190" y="155"/>
                    <a:pt x="8108" y="-3011"/>
                    <a:pt x="2441" y="4072"/>
                  </a:cubicBezTo>
                  <a:cubicBezTo>
                    <a:pt x="-2641" y="10404"/>
                    <a:pt x="609" y="22320"/>
                    <a:pt x="8524" y="24903"/>
                  </a:cubicBezTo>
                  <a:cubicBezTo>
                    <a:pt x="10358" y="25486"/>
                    <a:pt x="12191" y="25486"/>
                    <a:pt x="13774" y="25153"/>
                  </a:cubicBezTo>
                  <a:cubicBezTo>
                    <a:pt x="15857" y="26820"/>
                    <a:pt x="18274" y="27570"/>
                    <a:pt x="21190" y="26403"/>
                  </a:cubicBezTo>
                  <a:cubicBezTo>
                    <a:pt x="24356" y="25153"/>
                    <a:pt x="26189" y="22237"/>
                    <a:pt x="26606" y="18904"/>
                  </a:cubicBezTo>
                  <a:cubicBezTo>
                    <a:pt x="27272" y="14154"/>
                    <a:pt x="25356" y="9321"/>
                    <a:pt x="22273" y="5905"/>
                  </a:cubicBezTo>
                  <a:lnTo>
                    <a:pt x="22273" y="5905"/>
                  </a:lnTo>
                  <a:close/>
                </a:path>
              </a:pathLst>
            </a:custGeom>
            <a:grpFill/>
            <a:ln w="8332" cap="flat">
              <a:noFill/>
              <a:prstDash val="solid"/>
              <a:miter/>
            </a:ln>
          </p:spPr>
          <p:txBody>
            <a:bodyPr rtlCol="0" anchor="ctr"/>
            <a:lstStyle/>
            <a:p>
              <a:endParaRPr lang="en-US"/>
            </a:p>
          </p:txBody>
        </p:sp>
        <p:sp>
          <p:nvSpPr>
            <p:cNvPr id="1963" name="Freeform: Shape 1962"/>
            <p:cNvSpPr/>
            <p:nvPr/>
          </p:nvSpPr>
          <p:spPr>
            <a:xfrm>
              <a:off x="8827736" y="2707983"/>
              <a:ext cx="23581" cy="22416"/>
            </a:xfrm>
            <a:custGeom>
              <a:avLst/>
              <a:gdLst>
                <a:gd name="connsiteX0" fmla="*/ 8655 w 23581"/>
                <a:gd name="connsiteY0" fmla="*/ 200 h 22416"/>
                <a:gd name="connsiteX1" fmla="*/ 656 w 23581"/>
                <a:gd name="connsiteY1" fmla="*/ 13865 h 22416"/>
                <a:gd name="connsiteX2" fmla="*/ 1823 w 23581"/>
                <a:gd name="connsiteY2" fmla="*/ 15948 h 22416"/>
                <a:gd name="connsiteX3" fmla="*/ 7905 w 23581"/>
                <a:gd name="connsiteY3" fmla="*/ 21448 h 22416"/>
                <a:gd name="connsiteX4" fmla="*/ 10988 w 23581"/>
                <a:gd name="connsiteY4" fmla="*/ 22031 h 22416"/>
                <a:gd name="connsiteX5" fmla="*/ 12405 w 23581"/>
                <a:gd name="connsiteY5" fmla="*/ 22281 h 22416"/>
                <a:gd name="connsiteX6" fmla="*/ 21237 w 23581"/>
                <a:gd name="connsiteY6" fmla="*/ 18864 h 22416"/>
                <a:gd name="connsiteX7" fmla="*/ 21237 w 23581"/>
                <a:gd name="connsiteY7" fmla="*/ 5282 h 22416"/>
                <a:gd name="connsiteX8" fmla="*/ 8655 w 23581"/>
                <a:gd name="connsiteY8" fmla="*/ 200 h 22416"/>
                <a:gd name="connsiteX9" fmla="*/ 8655 w 23581"/>
                <a:gd name="connsiteY9" fmla="*/ 200 h 22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581" h="22416">
                  <a:moveTo>
                    <a:pt x="8655" y="200"/>
                  </a:moveTo>
                  <a:cubicBezTo>
                    <a:pt x="2156" y="1449"/>
                    <a:pt x="-1594" y="7532"/>
                    <a:pt x="656" y="13865"/>
                  </a:cubicBezTo>
                  <a:cubicBezTo>
                    <a:pt x="906" y="14615"/>
                    <a:pt x="1322" y="15282"/>
                    <a:pt x="1823" y="15948"/>
                  </a:cubicBezTo>
                  <a:cubicBezTo>
                    <a:pt x="3240" y="18365"/>
                    <a:pt x="5323" y="20115"/>
                    <a:pt x="7905" y="21448"/>
                  </a:cubicBezTo>
                  <a:cubicBezTo>
                    <a:pt x="8822" y="21948"/>
                    <a:pt x="9905" y="22114"/>
                    <a:pt x="10988" y="22031"/>
                  </a:cubicBezTo>
                  <a:cubicBezTo>
                    <a:pt x="11239" y="22114"/>
                    <a:pt x="11656" y="22198"/>
                    <a:pt x="12405" y="22281"/>
                  </a:cubicBezTo>
                  <a:cubicBezTo>
                    <a:pt x="15655" y="22864"/>
                    <a:pt x="19238" y="21531"/>
                    <a:pt x="21237" y="18864"/>
                  </a:cubicBezTo>
                  <a:cubicBezTo>
                    <a:pt x="24237" y="14948"/>
                    <a:pt x="24487" y="9116"/>
                    <a:pt x="21237" y="5282"/>
                  </a:cubicBezTo>
                  <a:cubicBezTo>
                    <a:pt x="18238" y="1616"/>
                    <a:pt x="13405" y="-717"/>
                    <a:pt x="8655" y="200"/>
                  </a:cubicBezTo>
                  <a:lnTo>
                    <a:pt x="8655" y="200"/>
                  </a:lnTo>
                  <a:close/>
                </a:path>
              </a:pathLst>
            </a:custGeom>
            <a:grpFill/>
            <a:ln w="8332" cap="flat">
              <a:noFill/>
              <a:prstDash val="solid"/>
              <a:miter/>
            </a:ln>
          </p:spPr>
          <p:txBody>
            <a:bodyPr rtlCol="0" anchor="ctr"/>
            <a:lstStyle/>
            <a:p>
              <a:endParaRPr lang="en-US"/>
            </a:p>
          </p:txBody>
        </p:sp>
        <p:sp>
          <p:nvSpPr>
            <p:cNvPr id="1964" name="Freeform: Shape 1963"/>
            <p:cNvSpPr/>
            <p:nvPr/>
          </p:nvSpPr>
          <p:spPr>
            <a:xfrm>
              <a:off x="8877449" y="2753948"/>
              <a:ext cx="24986" cy="26704"/>
            </a:xfrm>
            <a:custGeom>
              <a:avLst/>
              <a:gdLst>
                <a:gd name="connsiteX0" fmla="*/ 18938 w 24986"/>
                <a:gd name="connsiteY0" fmla="*/ 2147 h 26704"/>
                <a:gd name="connsiteX1" fmla="*/ 3106 w 24986"/>
                <a:gd name="connsiteY1" fmla="*/ 6314 h 26704"/>
                <a:gd name="connsiteX2" fmla="*/ 2440 w 24986"/>
                <a:gd name="connsiteY2" fmla="*/ 9647 h 26704"/>
                <a:gd name="connsiteX3" fmla="*/ 2440 w 24986"/>
                <a:gd name="connsiteY3" fmla="*/ 9647 h 26704"/>
                <a:gd name="connsiteX4" fmla="*/ 1273 w 24986"/>
                <a:gd name="connsiteY4" fmla="*/ 18646 h 26704"/>
                <a:gd name="connsiteX5" fmla="*/ 4022 w 24986"/>
                <a:gd name="connsiteY5" fmla="*/ 22312 h 26704"/>
                <a:gd name="connsiteX6" fmla="*/ 5189 w 24986"/>
                <a:gd name="connsiteY6" fmla="*/ 23479 h 26704"/>
                <a:gd name="connsiteX7" fmla="*/ 5356 w 24986"/>
                <a:gd name="connsiteY7" fmla="*/ 23562 h 26704"/>
                <a:gd name="connsiteX8" fmla="*/ 8606 w 24986"/>
                <a:gd name="connsiteY8" fmla="*/ 25812 h 26704"/>
                <a:gd name="connsiteX9" fmla="*/ 24021 w 24986"/>
                <a:gd name="connsiteY9" fmla="*/ 18979 h 26704"/>
                <a:gd name="connsiteX10" fmla="*/ 18938 w 24986"/>
                <a:gd name="connsiteY10" fmla="*/ 2147 h 26704"/>
                <a:gd name="connsiteX11" fmla="*/ 18938 w 24986"/>
                <a:gd name="connsiteY11" fmla="*/ 2147 h 26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986" h="26704">
                  <a:moveTo>
                    <a:pt x="18938" y="2147"/>
                  </a:moveTo>
                  <a:cubicBezTo>
                    <a:pt x="13772" y="-2019"/>
                    <a:pt x="5606" y="148"/>
                    <a:pt x="3106" y="6314"/>
                  </a:cubicBezTo>
                  <a:cubicBezTo>
                    <a:pt x="2689" y="7397"/>
                    <a:pt x="2523" y="8480"/>
                    <a:pt x="2440" y="9647"/>
                  </a:cubicBezTo>
                  <a:lnTo>
                    <a:pt x="2440" y="9647"/>
                  </a:lnTo>
                  <a:cubicBezTo>
                    <a:pt x="-394" y="12063"/>
                    <a:pt x="-727" y="15646"/>
                    <a:pt x="1273" y="18646"/>
                  </a:cubicBezTo>
                  <a:cubicBezTo>
                    <a:pt x="2106" y="19979"/>
                    <a:pt x="2856" y="21229"/>
                    <a:pt x="4022" y="22312"/>
                  </a:cubicBezTo>
                  <a:cubicBezTo>
                    <a:pt x="4439" y="22645"/>
                    <a:pt x="4772" y="23145"/>
                    <a:pt x="5189" y="23479"/>
                  </a:cubicBezTo>
                  <a:cubicBezTo>
                    <a:pt x="5523" y="23729"/>
                    <a:pt x="5523" y="23645"/>
                    <a:pt x="5356" y="23562"/>
                  </a:cubicBezTo>
                  <a:cubicBezTo>
                    <a:pt x="6356" y="24479"/>
                    <a:pt x="7189" y="25229"/>
                    <a:pt x="8606" y="25812"/>
                  </a:cubicBezTo>
                  <a:cubicBezTo>
                    <a:pt x="14855" y="28395"/>
                    <a:pt x="21521" y="25145"/>
                    <a:pt x="24021" y="18979"/>
                  </a:cubicBezTo>
                  <a:cubicBezTo>
                    <a:pt x="26521" y="12813"/>
                    <a:pt x="23937" y="6064"/>
                    <a:pt x="18938" y="2147"/>
                  </a:cubicBezTo>
                  <a:lnTo>
                    <a:pt x="18938" y="2147"/>
                  </a:lnTo>
                  <a:close/>
                </a:path>
              </a:pathLst>
            </a:custGeom>
            <a:grpFill/>
            <a:ln w="8332" cap="flat">
              <a:noFill/>
              <a:prstDash val="solid"/>
              <a:miter/>
            </a:ln>
          </p:spPr>
          <p:txBody>
            <a:bodyPr rtlCol="0" anchor="ctr"/>
            <a:lstStyle/>
            <a:p>
              <a:endParaRPr lang="en-US"/>
            </a:p>
          </p:txBody>
        </p:sp>
        <p:sp>
          <p:nvSpPr>
            <p:cNvPr id="1965" name="Freeform: Shape 1964"/>
            <p:cNvSpPr/>
            <p:nvPr/>
          </p:nvSpPr>
          <p:spPr>
            <a:xfrm>
              <a:off x="8950867" y="2750448"/>
              <a:ext cx="21031" cy="23205"/>
            </a:xfrm>
            <a:custGeom>
              <a:avLst/>
              <a:gdLst>
                <a:gd name="connsiteX0" fmla="*/ 8764 w 21031"/>
                <a:gd name="connsiteY0" fmla="*/ 314 h 23205"/>
                <a:gd name="connsiteX1" fmla="*/ 1598 w 21031"/>
                <a:gd name="connsiteY1" fmla="*/ 8313 h 23205"/>
                <a:gd name="connsiteX2" fmla="*/ 1514 w 21031"/>
                <a:gd name="connsiteY2" fmla="*/ 11396 h 23205"/>
                <a:gd name="connsiteX3" fmla="*/ 1598 w 21031"/>
                <a:gd name="connsiteY3" fmla="*/ 11813 h 23205"/>
                <a:gd name="connsiteX4" fmla="*/ 598 w 21031"/>
                <a:gd name="connsiteY4" fmla="*/ 12980 h 23205"/>
                <a:gd name="connsiteX5" fmla="*/ 1765 w 21031"/>
                <a:gd name="connsiteY5" fmla="*/ 18979 h 23205"/>
                <a:gd name="connsiteX6" fmla="*/ 3931 w 21031"/>
                <a:gd name="connsiteY6" fmla="*/ 20312 h 23205"/>
                <a:gd name="connsiteX7" fmla="*/ 13014 w 21031"/>
                <a:gd name="connsiteY7" fmla="*/ 22562 h 23205"/>
                <a:gd name="connsiteX8" fmla="*/ 19680 w 21031"/>
                <a:gd name="connsiteY8" fmla="*/ 14646 h 23205"/>
                <a:gd name="connsiteX9" fmla="*/ 20929 w 21031"/>
                <a:gd name="connsiteY9" fmla="*/ 8980 h 23205"/>
                <a:gd name="connsiteX10" fmla="*/ 18680 w 21031"/>
                <a:gd name="connsiteY10" fmla="*/ 3647 h 23205"/>
                <a:gd name="connsiteX11" fmla="*/ 8764 w 21031"/>
                <a:gd name="connsiteY11" fmla="*/ 314 h 23205"/>
                <a:gd name="connsiteX12" fmla="*/ 8764 w 21031"/>
                <a:gd name="connsiteY12" fmla="*/ 314 h 23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031" h="23205">
                  <a:moveTo>
                    <a:pt x="8764" y="314"/>
                  </a:moveTo>
                  <a:cubicBezTo>
                    <a:pt x="5264" y="1231"/>
                    <a:pt x="1765" y="4480"/>
                    <a:pt x="1598" y="8313"/>
                  </a:cubicBezTo>
                  <a:cubicBezTo>
                    <a:pt x="1514" y="9313"/>
                    <a:pt x="1514" y="10397"/>
                    <a:pt x="1514" y="11396"/>
                  </a:cubicBezTo>
                  <a:cubicBezTo>
                    <a:pt x="1514" y="11563"/>
                    <a:pt x="1598" y="11646"/>
                    <a:pt x="1598" y="11813"/>
                  </a:cubicBezTo>
                  <a:cubicBezTo>
                    <a:pt x="1264" y="12146"/>
                    <a:pt x="932" y="12563"/>
                    <a:pt x="598" y="12980"/>
                  </a:cubicBezTo>
                  <a:cubicBezTo>
                    <a:pt x="-402" y="14813"/>
                    <a:pt x="-235" y="17812"/>
                    <a:pt x="1765" y="18979"/>
                  </a:cubicBezTo>
                  <a:cubicBezTo>
                    <a:pt x="2514" y="19396"/>
                    <a:pt x="3264" y="19812"/>
                    <a:pt x="3931" y="20312"/>
                  </a:cubicBezTo>
                  <a:cubicBezTo>
                    <a:pt x="6014" y="22979"/>
                    <a:pt x="9597" y="23979"/>
                    <a:pt x="13014" y="22562"/>
                  </a:cubicBezTo>
                  <a:cubicBezTo>
                    <a:pt x="16180" y="21312"/>
                    <a:pt x="18430" y="18062"/>
                    <a:pt x="19680" y="14646"/>
                  </a:cubicBezTo>
                  <a:cubicBezTo>
                    <a:pt x="20763" y="12980"/>
                    <a:pt x="21263" y="10897"/>
                    <a:pt x="20929" y="8980"/>
                  </a:cubicBezTo>
                  <a:cubicBezTo>
                    <a:pt x="20513" y="6814"/>
                    <a:pt x="19846" y="5480"/>
                    <a:pt x="18680" y="3647"/>
                  </a:cubicBezTo>
                  <a:cubicBezTo>
                    <a:pt x="16930" y="481"/>
                    <a:pt x="12097" y="-602"/>
                    <a:pt x="8764" y="314"/>
                  </a:cubicBezTo>
                  <a:lnTo>
                    <a:pt x="8764" y="314"/>
                  </a:lnTo>
                  <a:close/>
                </a:path>
              </a:pathLst>
            </a:custGeom>
            <a:grpFill/>
            <a:ln w="8332" cap="flat">
              <a:noFill/>
              <a:prstDash val="solid"/>
              <a:miter/>
            </a:ln>
          </p:spPr>
          <p:txBody>
            <a:bodyPr rtlCol="0" anchor="ctr"/>
            <a:lstStyle/>
            <a:p>
              <a:endParaRPr lang="en-US"/>
            </a:p>
          </p:txBody>
        </p:sp>
        <p:sp>
          <p:nvSpPr>
            <p:cNvPr id="1966" name="Freeform: Shape 1965"/>
            <p:cNvSpPr/>
            <p:nvPr/>
          </p:nvSpPr>
          <p:spPr>
            <a:xfrm>
              <a:off x="9006733" y="2703304"/>
              <a:ext cx="24278" cy="25533"/>
            </a:xfrm>
            <a:custGeom>
              <a:avLst/>
              <a:gdLst>
                <a:gd name="connsiteX0" fmla="*/ 12058 w 24278"/>
                <a:gd name="connsiteY0" fmla="*/ 46 h 25533"/>
                <a:gd name="connsiteX1" fmla="*/ 643 w 24278"/>
                <a:gd name="connsiteY1" fmla="*/ 8045 h 25533"/>
                <a:gd name="connsiteX2" fmla="*/ 4559 w 24278"/>
                <a:gd name="connsiteY2" fmla="*/ 19294 h 25533"/>
                <a:gd name="connsiteX3" fmla="*/ 5310 w 24278"/>
                <a:gd name="connsiteY3" fmla="*/ 19627 h 25533"/>
                <a:gd name="connsiteX4" fmla="*/ 6309 w 24278"/>
                <a:gd name="connsiteY4" fmla="*/ 22044 h 25533"/>
                <a:gd name="connsiteX5" fmla="*/ 13475 w 24278"/>
                <a:gd name="connsiteY5" fmla="*/ 25460 h 25533"/>
                <a:gd name="connsiteX6" fmla="*/ 18475 w 24278"/>
                <a:gd name="connsiteY6" fmla="*/ 24877 h 25533"/>
                <a:gd name="connsiteX7" fmla="*/ 24141 w 24278"/>
                <a:gd name="connsiteY7" fmla="*/ 17544 h 25533"/>
                <a:gd name="connsiteX8" fmla="*/ 23141 w 24278"/>
                <a:gd name="connsiteY8" fmla="*/ 10045 h 25533"/>
                <a:gd name="connsiteX9" fmla="*/ 20224 w 24278"/>
                <a:gd name="connsiteY9" fmla="*/ 4712 h 25533"/>
                <a:gd name="connsiteX10" fmla="*/ 12058 w 24278"/>
                <a:gd name="connsiteY10" fmla="*/ 46 h 25533"/>
                <a:gd name="connsiteX11" fmla="*/ 12058 w 24278"/>
                <a:gd name="connsiteY11" fmla="*/ 46 h 25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278" h="25533">
                  <a:moveTo>
                    <a:pt x="12058" y="46"/>
                  </a:moveTo>
                  <a:cubicBezTo>
                    <a:pt x="6560" y="-454"/>
                    <a:pt x="2559" y="3212"/>
                    <a:pt x="643" y="8045"/>
                  </a:cubicBezTo>
                  <a:cubicBezTo>
                    <a:pt x="-1023" y="12295"/>
                    <a:pt x="643" y="17044"/>
                    <a:pt x="4559" y="19294"/>
                  </a:cubicBezTo>
                  <a:cubicBezTo>
                    <a:pt x="4809" y="19461"/>
                    <a:pt x="5059" y="19544"/>
                    <a:pt x="5310" y="19627"/>
                  </a:cubicBezTo>
                  <a:cubicBezTo>
                    <a:pt x="5560" y="20460"/>
                    <a:pt x="5809" y="21210"/>
                    <a:pt x="6309" y="22044"/>
                  </a:cubicBezTo>
                  <a:cubicBezTo>
                    <a:pt x="7892" y="24710"/>
                    <a:pt x="10726" y="25627"/>
                    <a:pt x="13475" y="25460"/>
                  </a:cubicBezTo>
                  <a:cubicBezTo>
                    <a:pt x="15058" y="25627"/>
                    <a:pt x="16642" y="25543"/>
                    <a:pt x="18475" y="24877"/>
                  </a:cubicBezTo>
                  <a:cubicBezTo>
                    <a:pt x="21474" y="23877"/>
                    <a:pt x="23808" y="20627"/>
                    <a:pt x="24141" y="17544"/>
                  </a:cubicBezTo>
                  <a:cubicBezTo>
                    <a:pt x="24474" y="14878"/>
                    <a:pt x="24225" y="12545"/>
                    <a:pt x="23141" y="10045"/>
                  </a:cubicBezTo>
                  <a:cubicBezTo>
                    <a:pt x="22391" y="8211"/>
                    <a:pt x="21391" y="6295"/>
                    <a:pt x="20224" y="4712"/>
                  </a:cubicBezTo>
                  <a:cubicBezTo>
                    <a:pt x="18475" y="2379"/>
                    <a:pt x="15225" y="379"/>
                    <a:pt x="12058" y="46"/>
                  </a:cubicBezTo>
                  <a:lnTo>
                    <a:pt x="12058" y="46"/>
                  </a:lnTo>
                  <a:close/>
                </a:path>
              </a:pathLst>
            </a:custGeom>
            <a:grpFill/>
            <a:ln w="8332" cap="flat">
              <a:noFill/>
              <a:prstDash val="solid"/>
              <a:miter/>
            </a:ln>
          </p:spPr>
          <p:txBody>
            <a:bodyPr rtlCol="0" anchor="ctr"/>
            <a:lstStyle/>
            <a:p>
              <a:endParaRPr lang="en-US"/>
            </a:p>
          </p:txBody>
        </p:sp>
        <p:sp>
          <p:nvSpPr>
            <p:cNvPr id="1967" name="Freeform: Shape 1966"/>
            <p:cNvSpPr/>
            <p:nvPr/>
          </p:nvSpPr>
          <p:spPr>
            <a:xfrm>
              <a:off x="8934907" y="2806892"/>
              <a:ext cx="21258" cy="21810"/>
            </a:xfrm>
            <a:custGeom>
              <a:avLst/>
              <a:gdLst>
                <a:gd name="connsiteX0" fmla="*/ 17058 w 21258"/>
                <a:gd name="connsiteY0" fmla="*/ 1782 h 21810"/>
                <a:gd name="connsiteX1" fmla="*/ 6226 w 21258"/>
                <a:gd name="connsiteY1" fmla="*/ 1782 h 21810"/>
                <a:gd name="connsiteX2" fmla="*/ 3559 w 21258"/>
                <a:gd name="connsiteY2" fmla="*/ 5365 h 21810"/>
                <a:gd name="connsiteX3" fmla="*/ 1642 w 21258"/>
                <a:gd name="connsiteY3" fmla="*/ 6615 h 21810"/>
                <a:gd name="connsiteX4" fmla="*/ 1143 w 21258"/>
                <a:gd name="connsiteY4" fmla="*/ 13948 h 21810"/>
                <a:gd name="connsiteX5" fmla="*/ 4809 w 21258"/>
                <a:gd name="connsiteY5" fmla="*/ 17781 h 21810"/>
                <a:gd name="connsiteX6" fmla="*/ 5059 w 21258"/>
                <a:gd name="connsiteY6" fmla="*/ 17947 h 21810"/>
                <a:gd name="connsiteX7" fmla="*/ 5309 w 21258"/>
                <a:gd name="connsiteY7" fmla="*/ 18197 h 21810"/>
                <a:gd name="connsiteX8" fmla="*/ 7892 w 21258"/>
                <a:gd name="connsiteY8" fmla="*/ 20447 h 21810"/>
                <a:gd name="connsiteX9" fmla="*/ 18725 w 21258"/>
                <a:gd name="connsiteY9" fmla="*/ 17947 h 21810"/>
                <a:gd name="connsiteX10" fmla="*/ 18891 w 21258"/>
                <a:gd name="connsiteY10" fmla="*/ 17781 h 21810"/>
                <a:gd name="connsiteX11" fmla="*/ 20141 w 21258"/>
                <a:gd name="connsiteY11" fmla="*/ 15698 h 21810"/>
                <a:gd name="connsiteX12" fmla="*/ 21141 w 21258"/>
                <a:gd name="connsiteY12" fmla="*/ 12281 h 21810"/>
                <a:gd name="connsiteX13" fmla="*/ 20808 w 21258"/>
                <a:gd name="connsiteY13" fmla="*/ 7782 h 21810"/>
                <a:gd name="connsiteX14" fmla="*/ 17058 w 21258"/>
                <a:gd name="connsiteY14" fmla="*/ 1782 h 21810"/>
                <a:gd name="connsiteX15" fmla="*/ 17058 w 21258"/>
                <a:gd name="connsiteY15" fmla="*/ 1782 h 21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1258" h="21810">
                  <a:moveTo>
                    <a:pt x="17058" y="1782"/>
                  </a:moveTo>
                  <a:cubicBezTo>
                    <a:pt x="14308" y="-717"/>
                    <a:pt x="9059" y="-467"/>
                    <a:pt x="6226" y="1782"/>
                  </a:cubicBezTo>
                  <a:cubicBezTo>
                    <a:pt x="5059" y="2782"/>
                    <a:pt x="4143" y="4032"/>
                    <a:pt x="3559" y="5365"/>
                  </a:cubicBezTo>
                  <a:cubicBezTo>
                    <a:pt x="2809" y="5615"/>
                    <a:pt x="2226" y="6032"/>
                    <a:pt x="1642" y="6615"/>
                  </a:cubicBezTo>
                  <a:cubicBezTo>
                    <a:pt x="-274" y="8532"/>
                    <a:pt x="-608" y="11781"/>
                    <a:pt x="1143" y="13948"/>
                  </a:cubicBezTo>
                  <a:cubicBezTo>
                    <a:pt x="2226" y="15281"/>
                    <a:pt x="3475" y="16614"/>
                    <a:pt x="4809" y="17781"/>
                  </a:cubicBezTo>
                  <a:cubicBezTo>
                    <a:pt x="5059" y="17947"/>
                    <a:pt x="5559" y="18614"/>
                    <a:pt x="5059" y="17947"/>
                  </a:cubicBezTo>
                  <a:cubicBezTo>
                    <a:pt x="4476" y="17198"/>
                    <a:pt x="5142" y="18031"/>
                    <a:pt x="5309" y="18197"/>
                  </a:cubicBezTo>
                  <a:cubicBezTo>
                    <a:pt x="6142" y="19031"/>
                    <a:pt x="6892" y="19864"/>
                    <a:pt x="7892" y="20447"/>
                  </a:cubicBezTo>
                  <a:cubicBezTo>
                    <a:pt x="11975" y="22947"/>
                    <a:pt x="16308" y="21947"/>
                    <a:pt x="18725" y="17947"/>
                  </a:cubicBezTo>
                  <a:cubicBezTo>
                    <a:pt x="18725" y="17947"/>
                    <a:pt x="18808" y="17864"/>
                    <a:pt x="18891" y="17781"/>
                  </a:cubicBezTo>
                  <a:cubicBezTo>
                    <a:pt x="19391" y="17281"/>
                    <a:pt x="19808" y="16364"/>
                    <a:pt x="20141" y="15698"/>
                  </a:cubicBezTo>
                  <a:cubicBezTo>
                    <a:pt x="20641" y="14614"/>
                    <a:pt x="20975" y="13448"/>
                    <a:pt x="21141" y="12281"/>
                  </a:cubicBezTo>
                  <a:cubicBezTo>
                    <a:pt x="21391" y="10782"/>
                    <a:pt x="21224" y="9282"/>
                    <a:pt x="20808" y="7782"/>
                  </a:cubicBezTo>
                  <a:cubicBezTo>
                    <a:pt x="20307" y="5115"/>
                    <a:pt x="18975" y="3449"/>
                    <a:pt x="17058" y="1782"/>
                  </a:cubicBezTo>
                  <a:lnTo>
                    <a:pt x="17058" y="1782"/>
                  </a:lnTo>
                  <a:close/>
                </a:path>
              </a:pathLst>
            </a:custGeom>
            <a:grpFill/>
            <a:ln w="8332" cap="flat">
              <a:noFill/>
              <a:prstDash val="solid"/>
              <a:miter/>
            </a:ln>
          </p:spPr>
          <p:txBody>
            <a:bodyPr rtlCol="0" anchor="ctr"/>
            <a:lstStyle/>
            <a:p>
              <a:endParaRPr lang="en-US"/>
            </a:p>
          </p:txBody>
        </p:sp>
        <p:sp>
          <p:nvSpPr>
            <p:cNvPr id="1968" name="Freeform: Shape 1967"/>
            <p:cNvSpPr/>
            <p:nvPr/>
          </p:nvSpPr>
          <p:spPr>
            <a:xfrm>
              <a:off x="8993938" y="2775666"/>
              <a:ext cx="26264" cy="25572"/>
            </a:xfrm>
            <a:custGeom>
              <a:avLst/>
              <a:gdLst>
                <a:gd name="connsiteX0" fmla="*/ 18937 w 26264"/>
                <a:gd name="connsiteY0" fmla="*/ 760 h 25572"/>
                <a:gd name="connsiteX1" fmla="*/ 8689 w 26264"/>
                <a:gd name="connsiteY1" fmla="*/ 2927 h 25572"/>
                <a:gd name="connsiteX2" fmla="*/ 5856 w 26264"/>
                <a:gd name="connsiteY2" fmla="*/ 9426 h 25572"/>
                <a:gd name="connsiteX3" fmla="*/ 523 w 26264"/>
                <a:gd name="connsiteY3" fmla="*/ 13843 h 25572"/>
                <a:gd name="connsiteX4" fmla="*/ 4689 w 26264"/>
                <a:gd name="connsiteY4" fmla="*/ 23758 h 25572"/>
                <a:gd name="connsiteX5" fmla="*/ 20354 w 26264"/>
                <a:gd name="connsiteY5" fmla="*/ 22675 h 25572"/>
                <a:gd name="connsiteX6" fmla="*/ 25521 w 26264"/>
                <a:gd name="connsiteY6" fmla="*/ 15509 h 25572"/>
                <a:gd name="connsiteX7" fmla="*/ 24853 w 26264"/>
                <a:gd name="connsiteY7" fmla="*/ 5927 h 25572"/>
                <a:gd name="connsiteX8" fmla="*/ 18937 w 26264"/>
                <a:gd name="connsiteY8" fmla="*/ 760 h 25572"/>
                <a:gd name="connsiteX9" fmla="*/ 18937 w 26264"/>
                <a:gd name="connsiteY9" fmla="*/ 760 h 25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264" h="25572">
                  <a:moveTo>
                    <a:pt x="18937" y="760"/>
                  </a:moveTo>
                  <a:cubicBezTo>
                    <a:pt x="15604" y="-989"/>
                    <a:pt x="11104" y="510"/>
                    <a:pt x="8689" y="2927"/>
                  </a:cubicBezTo>
                  <a:cubicBezTo>
                    <a:pt x="7105" y="4510"/>
                    <a:pt x="5938" y="7010"/>
                    <a:pt x="5856" y="9426"/>
                  </a:cubicBezTo>
                  <a:cubicBezTo>
                    <a:pt x="3522" y="9926"/>
                    <a:pt x="1439" y="11510"/>
                    <a:pt x="523" y="13843"/>
                  </a:cubicBezTo>
                  <a:cubicBezTo>
                    <a:pt x="-978" y="17926"/>
                    <a:pt x="855" y="21842"/>
                    <a:pt x="4689" y="23758"/>
                  </a:cubicBezTo>
                  <a:cubicBezTo>
                    <a:pt x="9855" y="26258"/>
                    <a:pt x="15688" y="26425"/>
                    <a:pt x="20354" y="22675"/>
                  </a:cubicBezTo>
                  <a:cubicBezTo>
                    <a:pt x="22687" y="20759"/>
                    <a:pt x="24604" y="18342"/>
                    <a:pt x="25521" y="15509"/>
                  </a:cubicBezTo>
                  <a:cubicBezTo>
                    <a:pt x="26604" y="12259"/>
                    <a:pt x="26604" y="8926"/>
                    <a:pt x="24853" y="5927"/>
                  </a:cubicBezTo>
                  <a:cubicBezTo>
                    <a:pt x="23437" y="3427"/>
                    <a:pt x="21438" y="2094"/>
                    <a:pt x="18937" y="760"/>
                  </a:cubicBezTo>
                  <a:lnTo>
                    <a:pt x="18937" y="760"/>
                  </a:lnTo>
                  <a:close/>
                </a:path>
              </a:pathLst>
            </a:custGeom>
            <a:grpFill/>
            <a:ln w="8332" cap="flat">
              <a:noFill/>
              <a:prstDash val="solid"/>
              <a:miter/>
            </a:ln>
          </p:spPr>
          <p:txBody>
            <a:bodyPr rtlCol="0" anchor="ctr"/>
            <a:lstStyle/>
            <a:p>
              <a:endParaRPr lang="en-US"/>
            </a:p>
          </p:txBody>
        </p:sp>
        <p:sp>
          <p:nvSpPr>
            <p:cNvPr id="1969" name="Freeform: Shape 1968"/>
            <p:cNvSpPr/>
            <p:nvPr/>
          </p:nvSpPr>
          <p:spPr>
            <a:xfrm>
              <a:off x="8937216" y="2588471"/>
              <a:ext cx="20341" cy="21027"/>
            </a:xfrm>
            <a:custGeom>
              <a:avLst/>
              <a:gdLst>
                <a:gd name="connsiteX0" fmla="*/ 2916 w 20341"/>
                <a:gd name="connsiteY0" fmla="*/ 2972 h 21027"/>
                <a:gd name="connsiteX1" fmla="*/ 0 w 20341"/>
                <a:gd name="connsiteY1" fmla="*/ 9972 h 21027"/>
                <a:gd name="connsiteX2" fmla="*/ 3916 w 20341"/>
                <a:gd name="connsiteY2" fmla="*/ 18054 h 21027"/>
                <a:gd name="connsiteX3" fmla="*/ 6083 w 20341"/>
                <a:gd name="connsiteY3" fmla="*/ 19304 h 21027"/>
                <a:gd name="connsiteX4" fmla="*/ 18248 w 20341"/>
                <a:gd name="connsiteY4" fmla="*/ 17638 h 21027"/>
                <a:gd name="connsiteX5" fmla="*/ 17998 w 20341"/>
                <a:gd name="connsiteY5" fmla="*/ 3805 h 21027"/>
                <a:gd name="connsiteX6" fmla="*/ 2916 w 20341"/>
                <a:gd name="connsiteY6" fmla="*/ 2972 h 21027"/>
                <a:gd name="connsiteX7" fmla="*/ 2916 w 20341"/>
                <a:gd name="connsiteY7" fmla="*/ 2972 h 21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341" h="21027">
                  <a:moveTo>
                    <a:pt x="2916" y="2972"/>
                  </a:moveTo>
                  <a:cubicBezTo>
                    <a:pt x="1000" y="4972"/>
                    <a:pt x="0" y="7222"/>
                    <a:pt x="0" y="9972"/>
                  </a:cubicBezTo>
                  <a:cubicBezTo>
                    <a:pt x="0" y="13471"/>
                    <a:pt x="1499" y="15721"/>
                    <a:pt x="3916" y="18054"/>
                  </a:cubicBezTo>
                  <a:cubicBezTo>
                    <a:pt x="4582" y="18721"/>
                    <a:pt x="5332" y="19054"/>
                    <a:pt x="6083" y="19304"/>
                  </a:cubicBezTo>
                  <a:cubicBezTo>
                    <a:pt x="9748" y="21970"/>
                    <a:pt x="15831" y="21637"/>
                    <a:pt x="18248" y="17638"/>
                  </a:cubicBezTo>
                  <a:cubicBezTo>
                    <a:pt x="20915" y="13305"/>
                    <a:pt x="21247" y="7972"/>
                    <a:pt x="17998" y="3805"/>
                  </a:cubicBezTo>
                  <a:cubicBezTo>
                    <a:pt x="14332" y="-944"/>
                    <a:pt x="7166" y="-1277"/>
                    <a:pt x="2916" y="2972"/>
                  </a:cubicBezTo>
                  <a:lnTo>
                    <a:pt x="2916" y="2972"/>
                  </a:lnTo>
                  <a:close/>
                </a:path>
              </a:pathLst>
            </a:custGeom>
            <a:grpFill/>
            <a:ln w="8332" cap="flat">
              <a:noFill/>
              <a:prstDash val="solid"/>
              <a:miter/>
            </a:ln>
          </p:spPr>
          <p:txBody>
            <a:bodyPr rtlCol="0" anchor="ctr"/>
            <a:lstStyle/>
            <a:p>
              <a:endParaRPr lang="en-US"/>
            </a:p>
          </p:txBody>
        </p:sp>
        <p:sp>
          <p:nvSpPr>
            <p:cNvPr id="1970" name="Freeform: Shape 1969"/>
            <p:cNvSpPr/>
            <p:nvPr/>
          </p:nvSpPr>
          <p:spPr>
            <a:xfrm>
              <a:off x="8850023" y="2604821"/>
              <a:ext cx="21853" cy="25259"/>
            </a:xfrm>
            <a:custGeom>
              <a:avLst/>
              <a:gdLst>
                <a:gd name="connsiteX0" fmla="*/ 5367 w 21853"/>
                <a:gd name="connsiteY0" fmla="*/ 1371 h 25259"/>
                <a:gd name="connsiteX1" fmla="*/ 867 w 21853"/>
                <a:gd name="connsiteY1" fmla="*/ 14203 h 25259"/>
                <a:gd name="connsiteX2" fmla="*/ 2534 w 21853"/>
                <a:gd name="connsiteY2" fmla="*/ 17453 h 25259"/>
                <a:gd name="connsiteX3" fmla="*/ 2534 w 21853"/>
                <a:gd name="connsiteY3" fmla="*/ 17536 h 25259"/>
                <a:gd name="connsiteX4" fmla="*/ 1785 w 21853"/>
                <a:gd name="connsiteY4" fmla="*/ 16286 h 25259"/>
                <a:gd name="connsiteX5" fmla="*/ 2785 w 21853"/>
                <a:gd name="connsiteY5" fmla="*/ 18619 h 25259"/>
                <a:gd name="connsiteX6" fmla="*/ 2618 w 21853"/>
                <a:gd name="connsiteY6" fmla="*/ 17869 h 25259"/>
                <a:gd name="connsiteX7" fmla="*/ 4284 w 21853"/>
                <a:gd name="connsiteY7" fmla="*/ 21452 h 25259"/>
                <a:gd name="connsiteX8" fmla="*/ 4784 w 21853"/>
                <a:gd name="connsiteY8" fmla="*/ 22035 h 25259"/>
                <a:gd name="connsiteX9" fmla="*/ 4367 w 21853"/>
                <a:gd name="connsiteY9" fmla="*/ 21286 h 25259"/>
                <a:gd name="connsiteX10" fmla="*/ 14700 w 21853"/>
                <a:gd name="connsiteY10" fmla="*/ 24785 h 25259"/>
                <a:gd name="connsiteX11" fmla="*/ 18699 w 21853"/>
                <a:gd name="connsiteY11" fmla="*/ 3954 h 25259"/>
                <a:gd name="connsiteX12" fmla="*/ 5367 w 21853"/>
                <a:gd name="connsiteY12" fmla="*/ 1371 h 25259"/>
                <a:gd name="connsiteX13" fmla="*/ 5367 w 21853"/>
                <a:gd name="connsiteY13" fmla="*/ 1371 h 25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853" h="25259">
                  <a:moveTo>
                    <a:pt x="5367" y="1371"/>
                  </a:moveTo>
                  <a:cubicBezTo>
                    <a:pt x="1201" y="3787"/>
                    <a:pt x="-1465" y="9620"/>
                    <a:pt x="867" y="14203"/>
                  </a:cubicBezTo>
                  <a:cubicBezTo>
                    <a:pt x="1451" y="15286"/>
                    <a:pt x="1950" y="16369"/>
                    <a:pt x="2534" y="17453"/>
                  </a:cubicBezTo>
                  <a:cubicBezTo>
                    <a:pt x="2534" y="17453"/>
                    <a:pt x="2534" y="17453"/>
                    <a:pt x="2534" y="17536"/>
                  </a:cubicBezTo>
                  <a:cubicBezTo>
                    <a:pt x="2284" y="17119"/>
                    <a:pt x="2034" y="16703"/>
                    <a:pt x="1785" y="16286"/>
                  </a:cubicBezTo>
                  <a:cubicBezTo>
                    <a:pt x="2201" y="17036"/>
                    <a:pt x="2534" y="17786"/>
                    <a:pt x="2785" y="18619"/>
                  </a:cubicBezTo>
                  <a:cubicBezTo>
                    <a:pt x="2701" y="18369"/>
                    <a:pt x="2618" y="18119"/>
                    <a:pt x="2618" y="17869"/>
                  </a:cubicBezTo>
                  <a:cubicBezTo>
                    <a:pt x="2950" y="19119"/>
                    <a:pt x="3367" y="20202"/>
                    <a:pt x="4284" y="21452"/>
                  </a:cubicBezTo>
                  <a:cubicBezTo>
                    <a:pt x="4451" y="21702"/>
                    <a:pt x="4617" y="21869"/>
                    <a:pt x="4784" y="22035"/>
                  </a:cubicBezTo>
                  <a:cubicBezTo>
                    <a:pt x="4617" y="21785"/>
                    <a:pt x="4534" y="21536"/>
                    <a:pt x="4367" y="21286"/>
                  </a:cubicBezTo>
                  <a:cubicBezTo>
                    <a:pt x="6617" y="25035"/>
                    <a:pt x="10617" y="25952"/>
                    <a:pt x="14700" y="24785"/>
                  </a:cubicBezTo>
                  <a:cubicBezTo>
                    <a:pt x="23032" y="22452"/>
                    <a:pt x="23699" y="9620"/>
                    <a:pt x="18699" y="3954"/>
                  </a:cubicBezTo>
                  <a:cubicBezTo>
                    <a:pt x="15283" y="121"/>
                    <a:pt x="10034" y="-1296"/>
                    <a:pt x="5367" y="1371"/>
                  </a:cubicBezTo>
                  <a:lnTo>
                    <a:pt x="5367" y="1371"/>
                  </a:lnTo>
                  <a:close/>
                </a:path>
              </a:pathLst>
            </a:custGeom>
            <a:grpFill/>
            <a:ln w="8332" cap="flat">
              <a:noFill/>
              <a:prstDash val="solid"/>
              <a:miter/>
            </a:ln>
          </p:spPr>
          <p:txBody>
            <a:bodyPr rtlCol="0" anchor="ctr"/>
            <a:lstStyle/>
            <a:p>
              <a:endParaRPr lang="en-US"/>
            </a:p>
          </p:txBody>
        </p:sp>
        <p:sp>
          <p:nvSpPr>
            <p:cNvPr id="1971" name="Freeform: Shape 1970"/>
            <p:cNvSpPr/>
            <p:nvPr/>
          </p:nvSpPr>
          <p:spPr>
            <a:xfrm>
              <a:off x="6795725" y="1706812"/>
              <a:ext cx="496144" cy="397916"/>
            </a:xfrm>
            <a:custGeom>
              <a:avLst/>
              <a:gdLst>
                <a:gd name="connsiteX0" fmla="*/ 60762 w 496144"/>
                <a:gd name="connsiteY0" fmla="*/ 146614 h 397916"/>
                <a:gd name="connsiteX1" fmla="*/ 55512 w 496144"/>
                <a:gd name="connsiteY1" fmla="*/ 203026 h 397916"/>
                <a:gd name="connsiteX2" fmla="*/ 76427 w 496144"/>
                <a:gd name="connsiteY2" fmla="*/ 262437 h 397916"/>
                <a:gd name="connsiteX3" fmla="*/ 85760 w 496144"/>
                <a:gd name="connsiteY3" fmla="*/ 279185 h 397916"/>
                <a:gd name="connsiteX4" fmla="*/ 77760 w 496144"/>
                <a:gd name="connsiteY4" fmla="*/ 290851 h 397916"/>
                <a:gd name="connsiteX5" fmla="*/ 43096 w 496144"/>
                <a:gd name="connsiteY5" fmla="*/ 312766 h 397916"/>
                <a:gd name="connsiteX6" fmla="*/ 12766 w 496144"/>
                <a:gd name="connsiteY6" fmla="*/ 328598 h 397916"/>
                <a:gd name="connsiteX7" fmla="*/ 267 w 496144"/>
                <a:gd name="connsiteY7" fmla="*/ 339597 h 397916"/>
                <a:gd name="connsiteX8" fmla="*/ 28681 w 496144"/>
                <a:gd name="connsiteY8" fmla="*/ 367094 h 397916"/>
                <a:gd name="connsiteX9" fmla="*/ 69511 w 496144"/>
                <a:gd name="connsiteY9" fmla="*/ 361678 h 397916"/>
                <a:gd name="connsiteX10" fmla="*/ 95925 w 496144"/>
                <a:gd name="connsiteY10" fmla="*/ 341180 h 397916"/>
                <a:gd name="connsiteX11" fmla="*/ 116006 w 496144"/>
                <a:gd name="connsiteY11" fmla="*/ 324598 h 397916"/>
                <a:gd name="connsiteX12" fmla="*/ 119173 w 496144"/>
                <a:gd name="connsiteY12" fmla="*/ 333347 h 397916"/>
                <a:gd name="connsiteX13" fmla="*/ 128005 w 496144"/>
                <a:gd name="connsiteY13" fmla="*/ 342680 h 397916"/>
                <a:gd name="connsiteX14" fmla="*/ 139588 w 496144"/>
                <a:gd name="connsiteY14" fmla="*/ 352096 h 397916"/>
                <a:gd name="connsiteX15" fmla="*/ 157669 w 496144"/>
                <a:gd name="connsiteY15" fmla="*/ 364261 h 397916"/>
                <a:gd name="connsiteX16" fmla="*/ 165085 w 496144"/>
                <a:gd name="connsiteY16" fmla="*/ 368761 h 397916"/>
                <a:gd name="connsiteX17" fmla="*/ 185167 w 496144"/>
                <a:gd name="connsiteY17" fmla="*/ 379176 h 397916"/>
                <a:gd name="connsiteX18" fmla="*/ 287491 w 496144"/>
                <a:gd name="connsiteY18" fmla="*/ 397508 h 397916"/>
                <a:gd name="connsiteX19" fmla="*/ 306656 w 496144"/>
                <a:gd name="connsiteY19" fmla="*/ 387926 h 397916"/>
                <a:gd name="connsiteX20" fmla="*/ 299907 w 496144"/>
                <a:gd name="connsiteY20" fmla="*/ 377927 h 397916"/>
                <a:gd name="connsiteX21" fmla="*/ 347902 w 496144"/>
                <a:gd name="connsiteY21" fmla="*/ 359928 h 397916"/>
                <a:gd name="connsiteX22" fmla="*/ 411230 w 496144"/>
                <a:gd name="connsiteY22" fmla="*/ 304350 h 397916"/>
                <a:gd name="connsiteX23" fmla="*/ 489140 w 496144"/>
                <a:gd name="connsiteY23" fmla="*/ 138282 h 397916"/>
                <a:gd name="connsiteX24" fmla="*/ 490473 w 496144"/>
                <a:gd name="connsiteY24" fmla="*/ 54373 h 397916"/>
                <a:gd name="connsiteX25" fmla="*/ 429645 w 496144"/>
                <a:gd name="connsiteY25" fmla="*/ 8793 h 397916"/>
                <a:gd name="connsiteX26" fmla="*/ 257577 w 496144"/>
                <a:gd name="connsiteY26" fmla="*/ 19959 h 397916"/>
                <a:gd name="connsiteX27" fmla="*/ 161336 w 496144"/>
                <a:gd name="connsiteY27" fmla="*/ 63788 h 397916"/>
                <a:gd name="connsiteX28" fmla="*/ 93509 w 496144"/>
                <a:gd name="connsiteY28" fmla="*/ 119617 h 397916"/>
                <a:gd name="connsiteX29" fmla="*/ 91926 w 496144"/>
                <a:gd name="connsiteY29" fmla="*/ 111117 h 397916"/>
                <a:gd name="connsiteX30" fmla="*/ 84343 w 496144"/>
                <a:gd name="connsiteY30" fmla="*/ 108534 h 397916"/>
                <a:gd name="connsiteX31" fmla="*/ 60762 w 496144"/>
                <a:gd name="connsiteY31" fmla="*/ 146614 h 397916"/>
                <a:gd name="connsiteX32" fmla="*/ 60762 w 496144"/>
                <a:gd name="connsiteY32" fmla="*/ 146614 h 397916"/>
                <a:gd name="connsiteX33" fmla="*/ 225830 w 496144"/>
                <a:gd name="connsiteY33" fmla="*/ 48540 h 397916"/>
                <a:gd name="connsiteX34" fmla="*/ 378816 w 496144"/>
                <a:gd name="connsiteY34" fmla="*/ 16876 h 397916"/>
                <a:gd name="connsiteX35" fmla="*/ 456726 w 496144"/>
                <a:gd name="connsiteY35" fmla="*/ 39457 h 397916"/>
                <a:gd name="connsiteX36" fmla="*/ 479557 w 496144"/>
                <a:gd name="connsiteY36" fmla="*/ 76370 h 397916"/>
                <a:gd name="connsiteX37" fmla="*/ 477641 w 496144"/>
                <a:gd name="connsiteY37" fmla="*/ 114200 h 397916"/>
                <a:gd name="connsiteX38" fmla="*/ 460559 w 496144"/>
                <a:gd name="connsiteY38" fmla="*/ 192110 h 397916"/>
                <a:gd name="connsiteX39" fmla="*/ 423979 w 496144"/>
                <a:gd name="connsiteY39" fmla="*/ 266020 h 397916"/>
                <a:gd name="connsiteX40" fmla="*/ 361151 w 496144"/>
                <a:gd name="connsiteY40" fmla="*/ 336597 h 397916"/>
                <a:gd name="connsiteX41" fmla="*/ 322321 w 496144"/>
                <a:gd name="connsiteY41" fmla="*/ 359845 h 397916"/>
                <a:gd name="connsiteX42" fmla="*/ 289908 w 496144"/>
                <a:gd name="connsiteY42" fmla="*/ 372594 h 397916"/>
                <a:gd name="connsiteX43" fmla="*/ 234746 w 496144"/>
                <a:gd name="connsiteY43" fmla="*/ 347929 h 397916"/>
                <a:gd name="connsiteX44" fmla="*/ 211415 w 496144"/>
                <a:gd name="connsiteY44" fmla="*/ 332847 h 397916"/>
                <a:gd name="connsiteX45" fmla="*/ 232580 w 496144"/>
                <a:gd name="connsiteY45" fmla="*/ 331514 h 397916"/>
                <a:gd name="connsiteX46" fmla="*/ 283741 w 496144"/>
                <a:gd name="connsiteY46" fmla="*/ 316016 h 397916"/>
                <a:gd name="connsiteX47" fmla="*/ 281742 w 496144"/>
                <a:gd name="connsiteY47" fmla="*/ 306016 h 397916"/>
                <a:gd name="connsiteX48" fmla="*/ 225663 w 496144"/>
                <a:gd name="connsiteY48" fmla="*/ 291268 h 397916"/>
                <a:gd name="connsiteX49" fmla="*/ 193333 w 496144"/>
                <a:gd name="connsiteY49" fmla="*/ 286518 h 397916"/>
                <a:gd name="connsiteX50" fmla="*/ 181917 w 496144"/>
                <a:gd name="connsiteY50" fmla="*/ 284768 h 397916"/>
                <a:gd name="connsiteX51" fmla="*/ 209415 w 496144"/>
                <a:gd name="connsiteY51" fmla="*/ 271686 h 397916"/>
                <a:gd name="connsiteX52" fmla="*/ 243995 w 496144"/>
                <a:gd name="connsiteY52" fmla="*/ 248938 h 397916"/>
                <a:gd name="connsiteX53" fmla="*/ 240329 w 496144"/>
                <a:gd name="connsiteY53" fmla="*/ 238523 h 397916"/>
                <a:gd name="connsiteX54" fmla="*/ 200166 w 496144"/>
                <a:gd name="connsiteY54" fmla="*/ 242856 h 397916"/>
                <a:gd name="connsiteX55" fmla="*/ 155503 w 496144"/>
                <a:gd name="connsiteY55" fmla="*/ 258354 h 397916"/>
                <a:gd name="connsiteX56" fmla="*/ 164086 w 496144"/>
                <a:gd name="connsiteY56" fmla="*/ 237106 h 397916"/>
                <a:gd name="connsiteX57" fmla="*/ 177001 w 496144"/>
                <a:gd name="connsiteY57" fmla="*/ 211775 h 397916"/>
                <a:gd name="connsiteX58" fmla="*/ 194583 w 496144"/>
                <a:gd name="connsiteY58" fmla="*/ 176945 h 397916"/>
                <a:gd name="connsiteX59" fmla="*/ 185500 w 496144"/>
                <a:gd name="connsiteY59" fmla="*/ 170945 h 397916"/>
                <a:gd name="connsiteX60" fmla="*/ 148670 w 496144"/>
                <a:gd name="connsiteY60" fmla="*/ 199693 h 397916"/>
                <a:gd name="connsiteX61" fmla="*/ 129422 w 496144"/>
                <a:gd name="connsiteY61" fmla="*/ 216691 h 397916"/>
                <a:gd name="connsiteX62" fmla="*/ 121090 w 496144"/>
                <a:gd name="connsiteY62" fmla="*/ 224774 h 397916"/>
                <a:gd name="connsiteX63" fmla="*/ 127422 w 496144"/>
                <a:gd name="connsiteY63" fmla="*/ 183194 h 397916"/>
                <a:gd name="connsiteX64" fmla="*/ 138671 w 496144"/>
                <a:gd name="connsiteY64" fmla="*/ 133449 h 397916"/>
                <a:gd name="connsiteX65" fmla="*/ 128505 w 496144"/>
                <a:gd name="connsiteY65" fmla="*/ 128532 h 397916"/>
                <a:gd name="connsiteX66" fmla="*/ 102174 w 496144"/>
                <a:gd name="connsiteY66" fmla="*/ 163613 h 397916"/>
                <a:gd name="connsiteX67" fmla="*/ 86759 w 496144"/>
                <a:gd name="connsiteY67" fmla="*/ 191360 h 397916"/>
                <a:gd name="connsiteX68" fmla="*/ 89426 w 496144"/>
                <a:gd name="connsiteY68" fmla="*/ 149947 h 397916"/>
                <a:gd name="connsiteX69" fmla="*/ 91759 w 496144"/>
                <a:gd name="connsiteY69" fmla="*/ 137032 h 397916"/>
                <a:gd name="connsiteX70" fmla="*/ 225830 w 496144"/>
                <a:gd name="connsiteY70" fmla="*/ 48540 h 397916"/>
                <a:gd name="connsiteX71" fmla="*/ 225830 w 496144"/>
                <a:gd name="connsiteY71" fmla="*/ 48540 h 397916"/>
                <a:gd name="connsiteX72" fmla="*/ 80676 w 496144"/>
                <a:gd name="connsiteY72" fmla="*/ 139282 h 397916"/>
                <a:gd name="connsiteX73" fmla="*/ 77344 w 496144"/>
                <a:gd name="connsiteY73" fmla="*/ 168612 h 397916"/>
                <a:gd name="connsiteX74" fmla="*/ 80260 w 496144"/>
                <a:gd name="connsiteY74" fmla="*/ 205359 h 397916"/>
                <a:gd name="connsiteX75" fmla="*/ 88759 w 496144"/>
                <a:gd name="connsiteY75" fmla="*/ 207026 h 397916"/>
                <a:gd name="connsiteX76" fmla="*/ 107674 w 496144"/>
                <a:gd name="connsiteY76" fmla="*/ 177861 h 397916"/>
                <a:gd name="connsiteX77" fmla="*/ 122756 w 496144"/>
                <a:gd name="connsiteY77" fmla="*/ 155947 h 397916"/>
                <a:gd name="connsiteX78" fmla="*/ 116673 w 496144"/>
                <a:gd name="connsiteY78" fmla="*/ 182944 h 397916"/>
                <a:gd name="connsiteX79" fmla="*/ 109591 w 496144"/>
                <a:gd name="connsiteY79" fmla="*/ 236356 h 397916"/>
                <a:gd name="connsiteX80" fmla="*/ 117507 w 496144"/>
                <a:gd name="connsiteY80" fmla="*/ 241606 h 397916"/>
                <a:gd name="connsiteX81" fmla="*/ 148171 w 496144"/>
                <a:gd name="connsiteY81" fmla="*/ 216775 h 397916"/>
                <a:gd name="connsiteX82" fmla="*/ 172835 w 496144"/>
                <a:gd name="connsiteY82" fmla="*/ 195277 h 397916"/>
                <a:gd name="connsiteX83" fmla="*/ 169668 w 496144"/>
                <a:gd name="connsiteY83" fmla="*/ 200693 h 397916"/>
                <a:gd name="connsiteX84" fmla="*/ 156003 w 496144"/>
                <a:gd name="connsiteY84" fmla="*/ 229023 h 397916"/>
                <a:gd name="connsiteX85" fmla="*/ 146754 w 496144"/>
                <a:gd name="connsiteY85" fmla="*/ 269686 h 397916"/>
                <a:gd name="connsiteX86" fmla="*/ 151753 w 496144"/>
                <a:gd name="connsiteY86" fmla="*/ 271353 h 397916"/>
                <a:gd name="connsiteX87" fmla="*/ 192083 w 496144"/>
                <a:gd name="connsiteY87" fmla="*/ 258854 h 397916"/>
                <a:gd name="connsiteX88" fmla="*/ 222080 w 496144"/>
                <a:gd name="connsiteY88" fmla="*/ 250855 h 397916"/>
                <a:gd name="connsiteX89" fmla="*/ 198583 w 496144"/>
                <a:gd name="connsiteY89" fmla="*/ 262520 h 397916"/>
                <a:gd name="connsiteX90" fmla="*/ 161169 w 496144"/>
                <a:gd name="connsiteY90" fmla="*/ 279769 h 397916"/>
                <a:gd name="connsiteX91" fmla="*/ 156753 w 496144"/>
                <a:gd name="connsiteY91" fmla="*/ 288768 h 397916"/>
                <a:gd name="connsiteX92" fmla="*/ 166585 w 496144"/>
                <a:gd name="connsiteY92" fmla="*/ 295268 h 397916"/>
                <a:gd name="connsiteX93" fmla="*/ 198416 w 496144"/>
                <a:gd name="connsiteY93" fmla="*/ 300850 h 397916"/>
                <a:gd name="connsiteX94" fmla="*/ 265160 w 496144"/>
                <a:gd name="connsiteY94" fmla="*/ 313099 h 397916"/>
                <a:gd name="connsiteX95" fmla="*/ 226496 w 496144"/>
                <a:gd name="connsiteY95" fmla="*/ 318765 h 397916"/>
                <a:gd name="connsiteX96" fmla="*/ 185000 w 496144"/>
                <a:gd name="connsiteY96" fmla="*/ 315099 h 397916"/>
                <a:gd name="connsiteX97" fmla="*/ 178168 w 496144"/>
                <a:gd name="connsiteY97" fmla="*/ 325515 h 397916"/>
                <a:gd name="connsiteX98" fmla="*/ 246162 w 496144"/>
                <a:gd name="connsiteY98" fmla="*/ 367594 h 397916"/>
                <a:gd name="connsiteX99" fmla="*/ 279325 w 496144"/>
                <a:gd name="connsiteY99" fmla="*/ 381260 h 397916"/>
                <a:gd name="connsiteX100" fmla="*/ 287574 w 496144"/>
                <a:gd name="connsiteY100" fmla="*/ 383760 h 397916"/>
                <a:gd name="connsiteX101" fmla="*/ 288325 w 496144"/>
                <a:gd name="connsiteY101" fmla="*/ 385593 h 397916"/>
                <a:gd name="connsiteX102" fmla="*/ 270909 w 496144"/>
                <a:gd name="connsiteY102" fmla="*/ 386259 h 397916"/>
                <a:gd name="connsiteX103" fmla="*/ 193750 w 496144"/>
                <a:gd name="connsiteY103" fmla="*/ 370677 h 397916"/>
                <a:gd name="connsiteX104" fmla="*/ 167252 w 496144"/>
                <a:gd name="connsiteY104" fmla="*/ 358428 h 397916"/>
                <a:gd name="connsiteX105" fmla="*/ 147087 w 496144"/>
                <a:gd name="connsiteY105" fmla="*/ 341097 h 397916"/>
                <a:gd name="connsiteX106" fmla="*/ 128005 w 496144"/>
                <a:gd name="connsiteY106" fmla="*/ 318432 h 397916"/>
                <a:gd name="connsiteX107" fmla="*/ 122506 w 496144"/>
                <a:gd name="connsiteY107" fmla="*/ 309683 h 397916"/>
                <a:gd name="connsiteX108" fmla="*/ 115590 w 496144"/>
                <a:gd name="connsiteY108" fmla="*/ 309266 h 397916"/>
                <a:gd name="connsiteX109" fmla="*/ 79927 w 496144"/>
                <a:gd name="connsiteY109" fmla="*/ 338847 h 397916"/>
                <a:gd name="connsiteX110" fmla="*/ 55679 w 496144"/>
                <a:gd name="connsiteY110" fmla="*/ 357345 h 397916"/>
                <a:gd name="connsiteX111" fmla="*/ 26681 w 496144"/>
                <a:gd name="connsiteY111" fmla="*/ 354179 h 397916"/>
                <a:gd name="connsiteX112" fmla="*/ 15433 w 496144"/>
                <a:gd name="connsiteY112" fmla="*/ 338347 h 397916"/>
                <a:gd name="connsiteX113" fmla="*/ 40263 w 496144"/>
                <a:gd name="connsiteY113" fmla="*/ 326181 h 397916"/>
                <a:gd name="connsiteX114" fmla="*/ 90509 w 496144"/>
                <a:gd name="connsiteY114" fmla="*/ 296684 h 397916"/>
                <a:gd name="connsiteX115" fmla="*/ 98175 w 496144"/>
                <a:gd name="connsiteY115" fmla="*/ 276269 h 397916"/>
                <a:gd name="connsiteX116" fmla="*/ 72011 w 496144"/>
                <a:gd name="connsiteY116" fmla="*/ 221774 h 397916"/>
                <a:gd name="connsiteX117" fmla="*/ 68344 w 496144"/>
                <a:gd name="connsiteY117" fmla="*/ 167862 h 397916"/>
                <a:gd name="connsiteX118" fmla="*/ 75927 w 496144"/>
                <a:gd name="connsiteY118" fmla="*/ 141281 h 397916"/>
                <a:gd name="connsiteX119" fmla="*/ 82676 w 496144"/>
                <a:gd name="connsiteY119" fmla="*/ 127116 h 397916"/>
                <a:gd name="connsiteX120" fmla="*/ 80676 w 496144"/>
                <a:gd name="connsiteY120" fmla="*/ 139282 h 397916"/>
                <a:gd name="connsiteX121" fmla="*/ 80676 w 496144"/>
                <a:gd name="connsiteY121" fmla="*/ 139282 h 3979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496144" h="397916">
                  <a:moveTo>
                    <a:pt x="60762" y="146614"/>
                  </a:moveTo>
                  <a:cubicBezTo>
                    <a:pt x="54512" y="164529"/>
                    <a:pt x="52596" y="184361"/>
                    <a:pt x="55512" y="203026"/>
                  </a:cubicBezTo>
                  <a:cubicBezTo>
                    <a:pt x="58928" y="224607"/>
                    <a:pt x="65594" y="243439"/>
                    <a:pt x="76427" y="262437"/>
                  </a:cubicBezTo>
                  <a:cubicBezTo>
                    <a:pt x="79093" y="267103"/>
                    <a:pt x="85009" y="273769"/>
                    <a:pt x="85760" y="279185"/>
                  </a:cubicBezTo>
                  <a:cubicBezTo>
                    <a:pt x="86676" y="285518"/>
                    <a:pt x="82926" y="287352"/>
                    <a:pt x="77760" y="290851"/>
                  </a:cubicBezTo>
                  <a:cubicBezTo>
                    <a:pt x="66428" y="298601"/>
                    <a:pt x="55012" y="306016"/>
                    <a:pt x="43096" y="312766"/>
                  </a:cubicBezTo>
                  <a:cubicBezTo>
                    <a:pt x="33181" y="318349"/>
                    <a:pt x="22848" y="323182"/>
                    <a:pt x="12766" y="328598"/>
                  </a:cubicBezTo>
                  <a:cubicBezTo>
                    <a:pt x="7850" y="331264"/>
                    <a:pt x="1767" y="333514"/>
                    <a:pt x="267" y="339597"/>
                  </a:cubicBezTo>
                  <a:cubicBezTo>
                    <a:pt x="-2733" y="351762"/>
                    <a:pt x="20348" y="362928"/>
                    <a:pt x="28681" y="367094"/>
                  </a:cubicBezTo>
                  <a:cubicBezTo>
                    <a:pt x="43430" y="374427"/>
                    <a:pt x="56345" y="370094"/>
                    <a:pt x="69511" y="361678"/>
                  </a:cubicBezTo>
                  <a:cubicBezTo>
                    <a:pt x="78927" y="355595"/>
                    <a:pt x="87343" y="348179"/>
                    <a:pt x="95925" y="341180"/>
                  </a:cubicBezTo>
                  <a:cubicBezTo>
                    <a:pt x="101841" y="336347"/>
                    <a:pt x="108924" y="329098"/>
                    <a:pt x="116006" y="324598"/>
                  </a:cubicBezTo>
                  <a:cubicBezTo>
                    <a:pt x="116923" y="327598"/>
                    <a:pt x="118173" y="331764"/>
                    <a:pt x="119173" y="333347"/>
                  </a:cubicBezTo>
                  <a:cubicBezTo>
                    <a:pt x="121590" y="337014"/>
                    <a:pt x="124673" y="340013"/>
                    <a:pt x="128005" y="342680"/>
                  </a:cubicBezTo>
                  <a:cubicBezTo>
                    <a:pt x="131255" y="346013"/>
                    <a:pt x="135172" y="348929"/>
                    <a:pt x="139588" y="352096"/>
                  </a:cubicBezTo>
                  <a:cubicBezTo>
                    <a:pt x="145504" y="356345"/>
                    <a:pt x="151503" y="360428"/>
                    <a:pt x="157669" y="364261"/>
                  </a:cubicBezTo>
                  <a:cubicBezTo>
                    <a:pt x="160086" y="365845"/>
                    <a:pt x="162586" y="367344"/>
                    <a:pt x="165085" y="368761"/>
                  </a:cubicBezTo>
                  <a:cubicBezTo>
                    <a:pt x="171585" y="372594"/>
                    <a:pt x="178251" y="376093"/>
                    <a:pt x="185167" y="379176"/>
                  </a:cubicBezTo>
                  <a:cubicBezTo>
                    <a:pt x="216914" y="393175"/>
                    <a:pt x="252828" y="399675"/>
                    <a:pt x="287491" y="397508"/>
                  </a:cubicBezTo>
                  <a:cubicBezTo>
                    <a:pt x="293824" y="397092"/>
                    <a:pt x="306073" y="396842"/>
                    <a:pt x="306656" y="387926"/>
                  </a:cubicBezTo>
                  <a:cubicBezTo>
                    <a:pt x="306906" y="383843"/>
                    <a:pt x="303740" y="380510"/>
                    <a:pt x="299907" y="377927"/>
                  </a:cubicBezTo>
                  <a:cubicBezTo>
                    <a:pt x="316989" y="375010"/>
                    <a:pt x="334903" y="366844"/>
                    <a:pt x="347902" y="359928"/>
                  </a:cubicBezTo>
                  <a:cubicBezTo>
                    <a:pt x="372817" y="346679"/>
                    <a:pt x="392898" y="325431"/>
                    <a:pt x="411230" y="304350"/>
                  </a:cubicBezTo>
                  <a:cubicBezTo>
                    <a:pt x="452560" y="256688"/>
                    <a:pt x="478557" y="200276"/>
                    <a:pt x="489140" y="138282"/>
                  </a:cubicBezTo>
                  <a:cubicBezTo>
                    <a:pt x="493639" y="111951"/>
                    <a:pt x="501639" y="79954"/>
                    <a:pt x="490473" y="54373"/>
                  </a:cubicBezTo>
                  <a:cubicBezTo>
                    <a:pt x="480224" y="30708"/>
                    <a:pt x="453143" y="16043"/>
                    <a:pt x="429645" y="8793"/>
                  </a:cubicBezTo>
                  <a:cubicBezTo>
                    <a:pt x="374067" y="-8372"/>
                    <a:pt x="311489" y="1877"/>
                    <a:pt x="257577" y="19959"/>
                  </a:cubicBezTo>
                  <a:cubicBezTo>
                    <a:pt x="223747" y="31291"/>
                    <a:pt x="191917" y="45123"/>
                    <a:pt x="161336" y="63788"/>
                  </a:cubicBezTo>
                  <a:cubicBezTo>
                    <a:pt x="136338" y="79120"/>
                    <a:pt x="112090" y="96869"/>
                    <a:pt x="93509" y="119617"/>
                  </a:cubicBezTo>
                  <a:cubicBezTo>
                    <a:pt x="93342" y="116700"/>
                    <a:pt x="92925" y="113784"/>
                    <a:pt x="91926" y="111117"/>
                  </a:cubicBezTo>
                  <a:cubicBezTo>
                    <a:pt x="90926" y="108201"/>
                    <a:pt x="86842" y="107285"/>
                    <a:pt x="84343" y="108534"/>
                  </a:cubicBezTo>
                  <a:cubicBezTo>
                    <a:pt x="72677" y="114034"/>
                    <a:pt x="64845" y="135032"/>
                    <a:pt x="60762" y="146614"/>
                  </a:cubicBezTo>
                  <a:lnTo>
                    <a:pt x="60762" y="146614"/>
                  </a:lnTo>
                  <a:close/>
                  <a:moveTo>
                    <a:pt x="225830" y="48540"/>
                  </a:moveTo>
                  <a:cubicBezTo>
                    <a:pt x="273743" y="28875"/>
                    <a:pt x="326487" y="13210"/>
                    <a:pt x="378816" y="16876"/>
                  </a:cubicBezTo>
                  <a:cubicBezTo>
                    <a:pt x="406647" y="18792"/>
                    <a:pt x="433478" y="22792"/>
                    <a:pt x="456726" y="39457"/>
                  </a:cubicBezTo>
                  <a:cubicBezTo>
                    <a:pt x="469975" y="48956"/>
                    <a:pt x="478557" y="59455"/>
                    <a:pt x="479557" y="76370"/>
                  </a:cubicBezTo>
                  <a:cubicBezTo>
                    <a:pt x="480307" y="88869"/>
                    <a:pt x="479391" y="101785"/>
                    <a:pt x="477641" y="114200"/>
                  </a:cubicBezTo>
                  <a:cubicBezTo>
                    <a:pt x="473974" y="140615"/>
                    <a:pt x="469975" y="167112"/>
                    <a:pt x="460559" y="192110"/>
                  </a:cubicBezTo>
                  <a:cubicBezTo>
                    <a:pt x="450810" y="218274"/>
                    <a:pt x="439394" y="242772"/>
                    <a:pt x="423979" y="266020"/>
                  </a:cubicBezTo>
                  <a:cubicBezTo>
                    <a:pt x="406897" y="291851"/>
                    <a:pt x="385149" y="317099"/>
                    <a:pt x="361151" y="336597"/>
                  </a:cubicBezTo>
                  <a:cubicBezTo>
                    <a:pt x="349236" y="346346"/>
                    <a:pt x="336403" y="353846"/>
                    <a:pt x="322321" y="359845"/>
                  </a:cubicBezTo>
                  <a:cubicBezTo>
                    <a:pt x="312822" y="363928"/>
                    <a:pt x="301073" y="369594"/>
                    <a:pt x="289908" y="372594"/>
                  </a:cubicBezTo>
                  <a:cubicBezTo>
                    <a:pt x="270909" y="365095"/>
                    <a:pt x="252411" y="358762"/>
                    <a:pt x="234746" y="347929"/>
                  </a:cubicBezTo>
                  <a:cubicBezTo>
                    <a:pt x="226830" y="343096"/>
                    <a:pt x="219081" y="338014"/>
                    <a:pt x="211415" y="332847"/>
                  </a:cubicBezTo>
                  <a:cubicBezTo>
                    <a:pt x="218747" y="332764"/>
                    <a:pt x="225997" y="332014"/>
                    <a:pt x="232580" y="331514"/>
                  </a:cubicBezTo>
                  <a:cubicBezTo>
                    <a:pt x="247911" y="330348"/>
                    <a:pt x="274409" y="330681"/>
                    <a:pt x="283741" y="316016"/>
                  </a:cubicBezTo>
                  <a:cubicBezTo>
                    <a:pt x="285991" y="312599"/>
                    <a:pt x="284825" y="308433"/>
                    <a:pt x="281742" y="306016"/>
                  </a:cubicBezTo>
                  <a:cubicBezTo>
                    <a:pt x="266576" y="294434"/>
                    <a:pt x="243912" y="293767"/>
                    <a:pt x="225663" y="291268"/>
                  </a:cubicBezTo>
                  <a:cubicBezTo>
                    <a:pt x="214831" y="289851"/>
                    <a:pt x="204082" y="288351"/>
                    <a:pt x="193333" y="286518"/>
                  </a:cubicBezTo>
                  <a:cubicBezTo>
                    <a:pt x="191500" y="286185"/>
                    <a:pt x="186750" y="285518"/>
                    <a:pt x="181917" y="284768"/>
                  </a:cubicBezTo>
                  <a:cubicBezTo>
                    <a:pt x="191166" y="280686"/>
                    <a:pt x="200249" y="276019"/>
                    <a:pt x="209415" y="271686"/>
                  </a:cubicBezTo>
                  <a:cubicBezTo>
                    <a:pt x="221830" y="265770"/>
                    <a:pt x="236246" y="260854"/>
                    <a:pt x="243995" y="248938"/>
                  </a:cubicBezTo>
                  <a:cubicBezTo>
                    <a:pt x="246662" y="244939"/>
                    <a:pt x="244495" y="240272"/>
                    <a:pt x="240329" y="238523"/>
                  </a:cubicBezTo>
                  <a:cubicBezTo>
                    <a:pt x="228413" y="233440"/>
                    <a:pt x="211914" y="239689"/>
                    <a:pt x="200166" y="242856"/>
                  </a:cubicBezTo>
                  <a:cubicBezTo>
                    <a:pt x="194666" y="244355"/>
                    <a:pt x="157169" y="260187"/>
                    <a:pt x="155503" y="258354"/>
                  </a:cubicBezTo>
                  <a:cubicBezTo>
                    <a:pt x="153586" y="256271"/>
                    <a:pt x="162919" y="239606"/>
                    <a:pt x="164086" y="237106"/>
                  </a:cubicBezTo>
                  <a:cubicBezTo>
                    <a:pt x="168168" y="228523"/>
                    <a:pt x="172585" y="220191"/>
                    <a:pt x="177001" y="211775"/>
                  </a:cubicBezTo>
                  <a:cubicBezTo>
                    <a:pt x="182501" y="201443"/>
                    <a:pt x="192833" y="188694"/>
                    <a:pt x="194583" y="176945"/>
                  </a:cubicBezTo>
                  <a:cubicBezTo>
                    <a:pt x="195333" y="172279"/>
                    <a:pt x="189417" y="168779"/>
                    <a:pt x="185500" y="170945"/>
                  </a:cubicBezTo>
                  <a:cubicBezTo>
                    <a:pt x="171835" y="178528"/>
                    <a:pt x="160419" y="189527"/>
                    <a:pt x="148670" y="199693"/>
                  </a:cubicBezTo>
                  <a:cubicBezTo>
                    <a:pt x="142254" y="205276"/>
                    <a:pt x="135921" y="211025"/>
                    <a:pt x="129422" y="216691"/>
                  </a:cubicBezTo>
                  <a:cubicBezTo>
                    <a:pt x="126756" y="219024"/>
                    <a:pt x="124006" y="222024"/>
                    <a:pt x="121090" y="224774"/>
                  </a:cubicBezTo>
                  <a:cubicBezTo>
                    <a:pt x="122339" y="210858"/>
                    <a:pt x="125089" y="196943"/>
                    <a:pt x="127422" y="183194"/>
                  </a:cubicBezTo>
                  <a:cubicBezTo>
                    <a:pt x="130255" y="166529"/>
                    <a:pt x="137588" y="150197"/>
                    <a:pt x="138671" y="133449"/>
                  </a:cubicBezTo>
                  <a:cubicBezTo>
                    <a:pt x="139004" y="128449"/>
                    <a:pt x="132255" y="124616"/>
                    <a:pt x="128505" y="128532"/>
                  </a:cubicBezTo>
                  <a:cubicBezTo>
                    <a:pt x="118423" y="138865"/>
                    <a:pt x="110507" y="151780"/>
                    <a:pt x="102174" y="163613"/>
                  </a:cubicBezTo>
                  <a:cubicBezTo>
                    <a:pt x="96425" y="171695"/>
                    <a:pt x="92342" y="182611"/>
                    <a:pt x="86759" y="191360"/>
                  </a:cubicBezTo>
                  <a:cubicBezTo>
                    <a:pt x="84426" y="178445"/>
                    <a:pt x="88092" y="160280"/>
                    <a:pt x="89426" y="149947"/>
                  </a:cubicBezTo>
                  <a:cubicBezTo>
                    <a:pt x="89926" y="145864"/>
                    <a:pt x="90926" y="141448"/>
                    <a:pt x="91759" y="137032"/>
                  </a:cubicBezTo>
                  <a:cubicBezTo>
                    <a:pt x="130088" y="100368"/>
                    <a:pt x="176501" y="68705"/>
                    <a:pt x="225830" y="48540"/>
                  </a:cubicBezTo>
                  <a:lnTo>
                    <a:pt x="225830" y="48540"/>
                  </a:lnTo>
                  <a:close/>
                  <a:moveTo>
                    <a:pt x="80676" y="139282"/>
                  </a:moveTo>
                  <a:cubicBezTo>
                    <a:pt x="79427" y="149031"/>
                    <a:pt x="78010" y="158780"/>
                    <a:pt x="77344" y="168612"/>
                  </a:cubicBezTo>
                  <a:cubicBezTo>
                    <a:pt x="76593" y="179861"/>
                    <a:pt x="74261" y="195110"/>
                    <a:pt x="80260" y="205359"/>
                  </a:cubicBezTo>
                  <a:cubicBezTo>
                    <a:pt x="81926" y="208192"/>
                    <a:pt x="86093" y="209692"/>
                    <a:pt x="88759" y="207026"/>
                  </a:cubicBezTo>
                  <a:cubicBezTo>
                    <a:pt x="96758" y="199193"/>
                    <a:pt x="101258" y="187027"/>
                    <a:pt x="107674" y="177861"/>
                  </a:cubicBezTo>
                  <a:cubicBezTo>
                    <a:pt x="112590" y="170862"/>
                    <a:pt x="117507" y="163279"/>
                    <a:pt x="122756" y="155947"/>
                  </a:cubicBezTo>
                  <a:cubicBezTo>
                    <a:pt x="120506" y="164946"/>
                    <a:pt x="117923" y="174028"/>
                    <a:pt x="116673" y="182944"/>
                  </a:cubicBezTo>
                  <a:cubicBezTo>
                    <a:pt x="114173" y="200609"/>
                    <a:pt x="110674" y="218608"/>
                    <a:pt x="109591" y="236356"/>
                  </a:cubicBezTo>
                  <a:cubicBezTo>
                    <a:pt x="109340" y="240522"/>
                    <a:pt x="113840" y="243272"/>
                    <a:pt x="117507" y="241606"/>
                  </a:cubicBezTo>
                  <a:cubicBezTo>
                    <a:pt x="128589" y="236440"/>
                    <a:pt x="138921" y="224774"/>
                    <a:pt x="148171" y="216775"/>
                  </a:cubicBezTo>
                  <a:cubicBezTo>
                    <a:pt x="156253" y="209775"/>
                    <a:pt x="164336" y="202109"/>
                    <a:pt x="172835" y="195277"/>
                  </a:cubicBezTo>
                  <a:cubicBezTo>
                    <a:pt x="171585" y="197276"/>
                    <a:pt x="170502" y="199109"/>
                    <a:pt x="169668" y="200693"/>
                  </a:cubicBezTo>
                  <a:cubicBezTo>
                    <a:pt x="165002" y="210109"/>
                    <a:pt x="160336" y="219441"/>
                    <a:pt x="156003" y="229023"/>
                  </a:cubicBezTo>
                  <a:cubicBezTo>
                    <a:pt x="151503" y="239023"/>
                    <a:pt x="139171" y="259021"/>
                    <a:pt x="146754" y="269686"/>
                  </a:cubicBezTo>
                  <a:cubicBezTo>
                    <a:pt x="147920" y="271270"/>
                    <a:pt x="150003" y="271520"/>
                    <a:pt x="151753" y="271353"/>
                  </a:cubicBezTo>
                  <a:cubicBezTo>
                    <a:pt x="165252" y="269936"/>
                    <a:pt x="179001" y="262770"/>
                    <a:pt x="192083" y="258854"/>
                  </a:cubicBezTo>
                  <a:cubicBezTo>
                    <a:pt x="199416" y="256688"/>
                    <a:pt x="211498" y="252188"/>
                    <a:pt x="222080" y="250855"/>
                  </a:cubicBezTo>
                  <a:cubicBezTo>
                    <a:pt x="214581" y="255604"/>
                    <a:pt x="205582" y="258937"/>
                    <a:pt x="198583" y="262520"/>
                  </a:cubicBezTo>
                  <a:cubicBezTo>
                    <a:pt x="186417" y="268687"/>
                    <a:pt x="174252" y="275686"/>
                    <a:pt x="161169" y="279769"/>
                  </a:cubicBezTo>
                  <a:cubicBezTo>
                    <a:pt x="157086" y="281019"/>
                    <a:pt x="155086" y="284685"/>
                    <a:pt x="156753" y="288768"/>
                  </a:cubicBezTo>
                  <a:cubicBezTo>
                    <a:pt x="158670" y="293434"/>
                    <a:pt x="162086" y="294101"/>
                    <a:pt x="166585" y="295268"/>
                  </a:cubicBezTo>
                  <a:cubicBezTo>
                    <a:pt x="176835" y="297851"/>
                    <a:pt x="187917" y="299017"/>
                    <a:pt x="198416" y="300850"/>
                  </a:cubicBezTo>
                  <a:cubicBezTo>
                    <a:pt x="217914" y="304267"/>
                    <a:pt x="245912" y="303933"/>
                    <a:pt x="265160" y="313099"/>
                  </a:cubicBezTo>
                  <a:cubicBezTo>
                    <a:pt x="254077" y="317765"/>
                    <a:pt x="234163" y="318099"/>
                    <a:pt x="226496" y="318765"/>
                  </a:cubicBezTo>
                  <a:cubicBezTo>
                    <a:pt x="213831" y="319849"/>
                    <a:pt x="196083" y="322432"/>
                    <a:pt x="185000" y="315099"/>
                  </a:cubicBezTo>
                  <a:cubicBezTo>
                    <a:pt x="178334" y="310683"/>
                    <a:pt x="171502" y="321098"/>
                    <a:pt x="178168" y="325515"/>
                  </a:cubicBezTo>
                  <a:cubicBezTo>
                    <a:pt x="200249" y="340097"/>
                    <a:pt x="222247" y="356095"/>
                    <a:pt x="246162" y="367594"/>
                  </a:cubicBezTo>
                  <a:cubicBezTo>
                    <a:pt x="256911" y="372760"/>
                    <a:pt x="267910" y="377594"/>
                    <a:pt x="279325" y="381260"/>
                  </a:cubicBezTo>
                  <a:cubicBezTo>
                    <a:pt x="282075" y="382010"/>
                    <a:pt x="284908" y="382843"/>
                    <a:pt x="287574" y="383760"/>
                  </a:cubicBezTo>
                  <a:cubicBezTo>
                    <a:pt x="295824" y="387592"/>
                    <a:pt x="296074" y="388176"/>
                    <a:pt x="288325" y="385593"/>
                  </a:cubicBezTo>
                  <a:cubicBezTo>
                    <a:pt x="282575" y="386259"/>
                    <a:pt x="276659" y="386343"/>
                    <a:pt x="270909" y="386259"/>
                  </a:cubicBezTo>
                  <a:cubicBezTo>
                    <a:pt x="244912" y="386093"/>
                    <a:pt x="218164" y="379343"/>
                    <a:pt x="193750" y="370677"/>
                  </a:cubicBezTo>
                  <a:cubicBezTo>
                    <a:pt x="184500" y="367344"/>
                    <a:pt x="175751" y="363178"/>
                    <a:pt x="167252" y="358428"/>
                  </a:cubicBezTo>
                  <a:cubicBezTo>
                    <a:pt x="160336" y="352929"/>
                    <a:pt x="153837" y="347013"/>
                    <a:pt x="147087" y="341097"/>
                  </a:cubicBezTo>
                  <a:cubicBezTo>
                    <a:pt x="138755" y="333764"/>
                    <a:pt x="132589" y="328848"/>
                    <a:pt x="128005" y="318432"/>
                  </a:cubicBezTo>
                  <a:cubicBezTo>
                    <a:pt x="126172" y="314266"/>
                    <a:pt x="126089" y="312766"/>
                    <a:pt x="122506" y="309683"/>
                  </a:cubicBezTo>
                  <a:cubicBezTo>
                    <a:pt x="120673" y="308100"/>
                    <a:pt x="117673" y="308350"/>
                    <a:pt x="115590" y="309266"/>
                  </a:cubicBezTo>
                  <a:cubicBezTo>
                    <a:pt x="102591" y="315182"/>
                    <a:pt x="90592" y="329431"/>
                    <a:pt x="79927" y="338847"/>
                  </a:cubicBezTo>
                  <a:cubicBezTo>
                    <a:pt x="72511" y="345346"/>
                    <a:pt x="64594" y="352929"/>
                    <a:pt x="55679" y="357345"/>
                  </a:cubicBezTo>
                  <a:cubicBezTo>
                    <a:pt x="44346" y="362845"/>
                    <a:pt x="37014" y="360178"/>
                    <a:pt x="26681" y="354179"/>
                  </a:cubicBezTo>
                  <a:cubicBezTo>
                    <a:pt x="20265" y="350429"/>
                    <a:pt x="7350" y="345680"/>
                    <a:pt x="15433" y="338347"/>
                  </a:cubicBezTo>
                  <a:cubicBezTo>
                    <a:pt x="21599" y="332764"/>
                    <a:pt x="32847" y="329848"/>
                    <a:pt x="40263" y="326181"/>
                  </a:cubicBezTo>
                  <a:cubicBezTo>
                    <a:pt x="57595" y="317515"/>
                    <a:pt x="74094" y="307017"/>
                    <a:pt x="90509" y="296684"/>
                  </a:cubicBezTo>
                  <a:cubicBezTo>
                    <a:pt x="99758" y="290851"/>
                    <a:pt x="102008" y="286602"/>
                    <a:pt x="98175" y="276269"/>
                  </a:cubicBezTo>
                  <a:cubicBezTo>
                    <a:pt x="91259" y="257188"/>
                    <a:pt x="77093" y="241772"/>
                    <a:pt x="72011" y="221774"/>
                  </a:cubicBezTo>
                  <a:cubicBezTo>
                    <a:pt x="67511" y="204109"/>
                    <a:pt x="65678" y="185944"/>
                    <a:pt x="68344" y="167862"/>
                  </a:cubicBezTo>
                  <a:cubicBezTo>
                    <a:pt x="69677" y="158696"/>
                    <a:pt x="72177" y="149697"/>
                    <a:pt x="75927" y="141281"/>
                  </a:cubicBezTo>
                  <a:cubicBezTo>
                    <a:pt x="77177" y="138615"/>
                    <a:pt x="79676" y="132449"/>
                    <a:pt x="82676" y="127116"/>
                  </a:cubicBezTo>
                  <a:cubicBezTo>
                    <a:pt x="82176" y="131282"/>
                    <a:pt x="81176" y="135782"/>
                    <a:pt x="80676" y="139282"/>
                  </a:cubicBezTo>
                  <a:lnTo>
                    <a:pt x="80676" y="139282"/>
                  </a:lnTo>
                  <a:close/>
                </a:path>
              </a:pathLst>
            </a:custGeom>
            <a:grpFill/>
            <a:ln w="8332" cap="flat">
              <a:noFill/>
              <a:prstDash val="solid"/>
              <a:miter/>
            </a:ln>
          </p:spPr>
          <p:txBody>
            <a:bodyPr rtlCol="0" anchor="ctr"/>
            <a:lstStyle/>
            <a:p>
              <a:endParaRPr lang="en-US"/>
            </a:p>
          </p:txBody>
        </p:sp>
        <p:sp>
          <p:nvSpPr>
            <p:cNvPr id="1972" name="Freeform: Shape 1971"/>
            <p:cNvSpPr/>
            <p:nvPr/>
          </p:nvSpPr>
          <p:spPr>
            <a:xfrm>
              <a:off x="7110420" y="1978488"/>
              <a:ext cx="26018" cy="21955"/>
            </a:xfrm>
            <a:custGeom>
              <a:avLst/>
              <a:gdLst>
                <a:gd name="connsiteX0" fmla="*/ 460 w 26018"/>
                <a:gd name="connsiteY0" fmla="*/ 9093 h 21955"/>
                <a:gd name="connsiteX1" fmla="*/ 960 w 26018"/>
                <a:gd name="connsiteY1" fmla="*/ 16259 h 21955"/>
                <a:gd name="connsiteX2" fmla="*/ 6626 w 26018"/>
                <a:gd name="connsiteY2" fmla="*/ 21176 h 21955"/>
                <a:gd name="connsiteX3" fmla="*/ 16958 w 26018"/>
                <a:gd name="connsiteY3" fmla="*/ 19676 h 21955"/>
                <a:gd name="connsiteX4" fmla="*/ 24541 w 26018"/>
                <a:gd name="connsiteY4" fmla="*/ 14760 h 21955"/>
                <a:gd name="connsiteX5" fmla="*/ 19708 w 26018"/>
                <a:gd name="connsiteY5" fmla="*/ 761 h 21955"/>
                <a:gd name="connsiteX6" fmla="*/ 10626 w 26018"/>
                <a:gd name="connsiteY6" fmla="*/ 677 h 21955"/>
                <a:gd name="connsiteX7" fmla="*/ 460 w 26018"/>
                <a:gd name="connsiteY7" fmla="*/ 9093 h 21955"/>
                <a:gd name="connsiteX8" fmla="*/ 460 w 26018"/>
                <a:gd name="connsiteY8" fmla="*/ 9093 h 21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18" h="21955">
                  <a:moveTo>
                    <a:pt x="460" y="9093"/>
                  </a:moveTo>
                  <a:cubicBezTo>
                    <a:pt x="-290" y="11260"/>
                    <a:pt x="-123" y="14343"/>
                    <a:pt x="960" y="16259"/>
                  </a:cubicBezTo>
                  <a:cubicBezTo>
                    <a:pt x="2294" y="18676"/>
                    <a:pt x="4126" y="20092"/>
                    <a:pt x="6626" y="21176"/>
                  </a:cubicBezTo>
                  <a:cubicBezTo>
                    <a:pt x="10126" y="22675"/>
                    <a:pt x="14042" y="21925"/>
                    <a:pt x="16958" y="19676"/>
                  </a:cubicBezTo>
                  <a:cubicBezTo>
                    <a:pt x="19959" y="19092"/>
                    <a:pt x="22875" y="17259"/>
                    <a:pt x="24541" y="14760"/>
                  </a:cubicBezTo>
                  <a:cubicBezTo>
                    <a:pt x="27791" y="9593"/>
                    <a:pt x="25458" y="2844"/>
                    <a:pt x="19708" y="761"/>
                  </a:cubicBezTo>
                  <a:cubicBezTo>
                    <a:pt x="16792" y="-239"/>
                    <a:pt x="13542" y="-239"/>
                    <a:pt x="10626" y="677"/>
                  </a:cubicBezTo>
                  <a:cubicBezTo>
                    <a:pt x="6126" y="2177"/>
                    <a:pt x="2210" y="4427"/>
                    <a:pt x="460" y="9093"/>
                  </a:cubicBezTo>
                  <a:lnTo>
                    <a:pt x="460" y="9093"/>
                  </a:lnTo>
                  <a:close/>
                </a:path>
              </a:pathLst>
            </a:custGeom>
            <a:grpFill/>
            <a:ln w="8332" cap="flat">
              <a:noFill/>
              <a:prstDash val="solid"/>
              <a:miter/>
            </a:ln>
          </p:spPr>
          <p:txBody>
            <a:bodyPr rtlCol="0" anchor="ctr"/>
            <a:lstStyle/>
            <a:p>
              <a:endParaRPr lang="en-US"/>
            </a:p>
          </p:txBody>
        </p:sp>
        <p:sp>
          <p:nvSpPr>
            <p:cNvPr id="1973" name="Freeform: Shape 1972"/>
            <p:cNvSpPr/>
            <p:nvPr/>
          </p:nvSpPr>
          <p:spPr>
            <a:xfrm>
              <a:off x="7092447" y="1924829"/>
              <a:ext cx="24487" cy="23440"/>
            </a:xfrm>
            <a:custGeom>
              <a:avLst/>
              <a:gdLst>
                <a:gd name="connsiteX0" fmla="*/ 352 w 24487"/>
                <a:gd name="connsiteY0" fmla="*/ 15673 h 23440"/>
                <a:gd name="connsiteX1" fmla="*/ 9268 w 24487"/>
                <a:gd name="connsiteY1" fmla="*/ 23422 h 23440"/>
                <a:gd name="connsiteX2" fmla="*/ 21933 w 24487"/>
                <a:gd name="connsiteY2" fmla="*/ 17173 h 23440"/>
                <a:gd name="connsiteX3" fmla="*/ 23183 w 24487"/>
                <a:gd name="connsiteY3" fmla="*/ 4341 h 23440"/>
                <a:gd name="connsiteX4" fmla="*/ 14518 w 24487"/>
                <a:gd name="connsiteY4" fmla="*/ 91 h 23440"/>
                <a:gd name="connsiteX5" fmla="*/ 11768 w 24487"/>
                <a:gd name="connsiteY5" fmla="*/ 924 h 23440"/>
                <a:gd name="connsiteX6" fmla="*/ 10351 w 24487"/>
                <a:gd name="connsiteY6" fmla="*/ 1924 h 23440"/>
                <a:gd name="connsiteX7" fmla="*/ 6768 w 24487"/>
                <a:gd name="connsiteY7" fmla="*/ 2924 h 23440"/>
                <a:gd name="connsiteX8" fmla="*/ 352 w 24487"/>
                <a:gd name="connsiteY8" fmla="*/ 15673 h 23440"/>
                <a:gd name="connsiteX9" fmla="*/ 352 w 24487"/>
                <a:gd name="connsiteY9" fmla="*/ 15673 h 23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487" h="23440">
                  <a:moveTo>
                    <a:pt x="352" y="15673"/>
                  </a:moveTo>
                  <a:cubicBezTo>
                    <a:pt x="1435" y="19839"/>
                    <a:pt x="4852" y="23172"/>
                    <a:pt x="9268" y="23422"/>
                  </a:cubicBezTo>
                  <a:cubicBezTo>
                    <a:pt x="14434" y="23672"/>
                    <a:pt x="18934" y="21339"/>
                    <a:pt x="21933" y="17173"/>
                  </a:cubicBezTo>
                  <a:cubicBezTo>
                    <a:pt x="24350" y="13756"/>
                    <a:pt x="25600" y="8007"/>
                    <a:pt x="23183" y="4341"/>
                  </a:cubicBezTo>
                  <a:cubicBezTo>
                    <a:pt x="21100" y="1174"/>
                    <a:pt x="18350" y="-409"/>
                    <a:pt x="14518" y="91"/>
                  </a:cubicBezTo>
                  <a:cubicBezTo>
                    <a:pt x="13518" y="257"/>
                    <a:pt x="12768" y="424"/>
                    <a:pt x="11768" y="924"/>
                  </a:cubicBezTo>
                  <a:cubicBezTo>
                    <a:pt x="11268" y="1174"/>
                    <a:pt x="10768" y="1508"/>
                    <a:pt x="10351" y="1924"/>
                  </a:cubicBezTo>
                  <a:cubicBezTo>
                    <a:pt x="9101" y="2091"/>
                    <a:pt x="7851" y="2424"/>
                    <a:pt x="6768" y="2924"/>
                  </a:cubicBezTo>
                  <a:cubicBezTo>
                    <a:pt x="1935" y="5174"/>
                    <a:pt x="-1064" y="10507"/>
                    <a:pt x="352" y="15673"/>
                  </a:cubicBezTo>
                  <a:lnTo>
                    <a:pt x="352" y="15673"/>
                  </a:lnTo>
                  <a:close/>
                </a:path>
              </a:pathLst>
            </a:custGeom>
            <a:grpFill/>
            <a:ln w="8332" cap="flat">
              <a:noFill/>
              <a:prstDash val="solid"/>
              <a:miter/>
            </a:ln>
          </p:spPr>
          <p:txBody>
            <a:bodyPr rtlCol="0" anchor="ctr"/>
            <a:lstStyle/>
            <a:p>
              <a:endParaRPr lang="en-US"/>
            </a:p>
          </p:txBody>
        </p:sp>
        <p:sp>
          <p:nvSpPr>
            <p:cNvPr id="1974" name="Freeform: Shape 1973"/>
            <p:cNvSpPr/>
            <p:nvPr/>
          </p:nvSpPr>
          <p:spPr>
            <a:xfrm>
              <a:off x="7063013" y="1870937"/>
              <a:ext cx="24326" cy="21128"/>
            </a:xfrm>
            <a:custGeom>
              <a:avLst/>
              <a:gdLst>
                <a:gd name="connsiteX0" fmla="*/ 39 w 24326"/>
                <a:gd name="connsiteY0" fmla="*/ 11237 h 21128"/>
                <a:gd name="connsiteX1" fmla="*/ 13371 w 24326"/>
                <a:gd name="connsiteY1" fmla="*/ 20070 h 21128"/>
                <a:gd name="connsiteX2" fmla="*/ 14037 w 24326"/>
                <a:gd name="connsiteY2" fmla="*/ 19653 h 21128"/>
                <a:gd name="connsiteX3" fmla="*/ 22953 w 24326"/>
                <a:gd name="connsiteY3" fmla="*/ 16987 h 21128"/>
                <a:gd name="connsiteX4" fmla="*/ 22870 w 24326"/>
                <a:gd name="connsiteY4" fmla="*/ 5904 h 21128"/>
                <a:gd name="connsiteX5" fmla="*/ 9704 w 24326"/>
                <a:gd name="connsiteY5" fmla="*/ 488 h 21128"/>
                <a:gd name="connsiteX6" fmla="*/ 39 w 24326"/>
                <a:gd name="connsiteY6" fmla="*/ 11237 h 21128"/>
                <a:gd name="connsiteX7" fmla="*/ 39 w 24326"/>
                <a:gd name="connsiteY7" fmla="*/ 11237 h 21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26" h="21128">
                  <a:moveTo>
                    <a:pt x="39" y="11237"/>
                  </a:moveTo>
                  <a:cubicBezTo>
                    <a:pt x="-628" y="17820"/>
                    <a:pt x="7455" y="23569"/>
                    <a:pt x="13371" y="20070"/>
                  </a:cubicBezTo>
                  <a:cubicBezTo>
                    <a:pt x="13621" y="19903"/>
                    <a:pt x="13871" y="19736"/>
                    <a:pt x="14037" y="19653"/>
                  </a:cubicBezTo>
                  <a:cubicBezTo>
                    <a:pt x="17287" y="20986"/>
                    <a:pt x="20954" y="20236"/>
                    <a:pt x="22953" y="16987"/>
                  </a:cubicBezTo>
                  <a:cubicBezTo>
                    <a:pt x="25036" y="13737"/>
                    <a:pt x="24537" y="9237"/>
                    <a:pt x="22870" y="5904"/>
                  </a:cubicBezTo>
                  <a:cubicBezTo>
                    <a:pt x="20454" y="988"/>
                    <a:pt x="14870" y="-1012"/>
                    <a:pt x="9704" y="488"/>
                  </a:cubicBezTo>
                  <a:cubicBezTo>
                    <a:pt x="4705" y="2071"/>
                    <a:pt x="539" y="5738"/>
                    <a:pt x="39" y="11237"/>
                  </a:cubicBezTo>
                  <a:lnTo>
                    <a:pt x="39" y="11237"/>
                  </a:lnTo>
                  <a:close/>
                </a:path>
              </a:pathLst>
            </a:custGeom>
            <a:grpFill/>
            <a:ln w="8332" cap="flat">
              <a:noFill/>
              <a:prstDash val="solid"/>
              <a:miter/>
            </a:ln>
          </p:spPr>
          <p:txBody>
            <a:bodyPr rtlCol="0" anchor="ctr"/>
            <a:lstStyle/>
            <a:p>
              <a:endParaRPr lang="en-US"/>
            </a:p>
          </p:txBody>
        </p:sp>
        <p:sp>
          <p:nvSpPr>
            <p:cNvPr id="1975" name="Freeform: Shape 1974"/>
            <p:cNvSpPr/>
            <p:nvPr/>
          </p:nvSpPr>
          <p:spPr>
            <a:xfrm>
              <a:off x="7008820" y="1821164"/>
              <a:ext cx="22999" cy="22018"/>
            </a:xfrm>
            <a:custGeom>
              <a:avLst/>
              <a:gdLst>
                <a:gd name="connsiteX0" fmla="*/ 486 w 22999"/>
                <a:gd name="connsiteY0" fmla="*/ 8848 h 22018"/>
                <a:gd name="connsiteX1" fmla="*/ 236 w 22999"/>
                <a:gd name="connsiteY1" fmla="*/ 13931 h 22018"/>
                <a:gd name="connsiteX2" fmla="*/ 2486 w 22999"/>
                <a:gd name="connsiteY2" fmla="*/ 18514 h 22018"/>
                <a:gd name="connsiteX3" fmla="*/ 12069 w 22999"/>
                <a:gd name="connsiteY3" fmla="*/ 21764 h 22018"/>
                <a:gd name="connsiteX4" fmla="*/ 14235 w 22999"/>
                <a:gd name="connsiteY4" fmla="*/ 21014 h 22018"/>
                <a:gd name="connsiteX5" fmla="*/ 16651 w 22999"/>
                <a:gd name="connsiteY5" fmla="*/ 21097 h 22018"/>
                <a:gd name="connsiteX6" fmla="*/ 21817 w 22999"/>
                <a:gd name="connsiteY6" fmla="*/ 6932 h 22018"/>
                <a:gd name="connsiteX7" fmla="*/ 12152 w 22999"/>
                <a:gd name="connsiteY7" fmla="*/ 16 h 22018"/>
                <a:gd name="connsiteX8" fmla="*/ 4069 w 22999"/>
                <a:gd name="connsiteY8" fmla="*/ 2932 h 22018"/>
                <a:gd name="connsiteX9" fmla="*/ 486 w 22999"/>
                <a:gd name="connsiteY9" fmla="*/ 8848 h 22018"/>
                <a:gd name="connsiteX10" fmla="*/ 486 w 22999"/>
                <a:gd name="connsiteY10" fmla="*/ 8848 h 22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999" h="22018">
                  <a:moveTo>
                    <a:pt x="486" y="8848"/>
                  </a:moveTo>
                  <a:cubicBezTo>
                    <a:pt x="-14" y="10515"/>
                    <a:pt x="-181" y="12265"/>
                    <a:pt x="236" y="13931"/>
                  </a:cubicBezTo>
                  <a:cubicBezTo>
                    <a:pt x="570" y="15681"/>
                    <a:pt x="1320" y="17181"/>
                    <a:pt x="2486" y="18514"/>
                  </a:cubicBezTo>
                  <a:cubicBezTo>
                    <a:pt x="4736" y="21014"/>
                    <a:pt x="8652" y="22680"/>
                    <a:pt x="12069" y="21764"/>
                  </a:cubicBezTo>
                  <a:cubicBezTo>
                    <a:pt x="12818" y="21514"/>
                    <a:pt x="13568" y="21264"/>
                    <a:pt x="14235" y="21014"/>
                  </a:cubicBezTo>
                  <a:cubicBezTo>
                    <a:pt x="14985" y="21181"/>
                    <a:pt x="15818" y="21264"/>
                    <a:pt x="16651" y="21097"/>
                  </a:cubicBezTo>
                  <a:cubicBezTo>
                    <a:pt x="23151" y="19764"/>
                    <a:pt x="24234" y="12098"/>
                    <a:pt x="21817" y="6932"/>
                  </a:cubicBezTo>
                  <a:cubicBezTo>
                    <a:pt x="20068" y="3182"/>
                    <a:pt x="16318" y="266"/>
                    <a:pt x="12152" y="16"/>
                  </a:cubicBezTo>
                  <a:cubicBezTo>
                    <a:pt x="9319" y="-151"/>
                    <a:pt x="6236" y="1016"/>
                    <a:pt x="4069" y="2932"/>
                  </a:cubicBezTo>
                  <a:cubicBezTo>
                    <a:pt x="2402" y="4515"/>
                    <a:pt x="903" y="6682"/>
                    <a:pt x="486" y="8848"/>
                  </a:cubicBezTo>
                  <a:lnTo>
                    <a:pt x="486" y="8848"/>
                  </a:lnTo>
                  <a:close/>
                </a:path>
              </a:pathLst>
            </a:custGeom>
            <a:grpFill/>
            <a:ln w="8332" cap="flat">
              <a:noFill/>
              <a:prstDash val="solid"/>
              <a:miter/>
            </a:ln>
          </p:spPr>
          <p:txBody>
            <a:bodyPr rtlCol="0" anchor="ctr"/>
            <a:lstStyle/>
            <a:p>
              <a:endParaRPr lang="en-US"/>
            </a:p>
          </p:txBody>
        </p:sp>
        <p:sp>
          <p:nvSpPr>
            <p:cNvPr id="1976" name="Freeform: Shape 1975"/>
            <p:cNvSpPr/>
            <p:nvPr/>
          </p:nvSpPr>
          <p:spPr>
            <a:xfrm>
              <a:off x="7069543" y="1812967"/>
              <a:ext cx="25416" cy="25676"/>
            </a:xfrm>
            <a:custGeom>
              <a:avLst/>
              <a:gdLst>
                <a:gd name="connsiteX0" fmla="*/ 2007 w 25416"/>
                <a:gd name="connsiteY0" fmla="*/ 9045 h 25676"/>
                <a:gd name="connsiteX1" fmla="*/ 174 w 25416"/>
                <a:gd name="connsiteY1" fmla="*/ 13795 h 25676"/>
                <a:gd name="connsiteX2" fmla="*/ 2424 w 25416"/>
                <a:gd name="connsiteY2" fmla="*/ 22378 h 25676"/>
                <a:gd name="connsiteX3" fmla="*/ 11590 w 25416"/>
                <a:gd name="connsiteY3" fmla="*/ 25461 h 25676"/>
                <a:gd name="connsiteX4" fmla="*/ 9090 w 25416"/>
                <a:gd name="connsiteY4" fmla="*/ 25627 h 25676"/>
                <a:gd name="connsiteX5" fmla="*/ 11590 w 25416"/>
                <a:gd name="connsiteY5" fmla="*/ 25461 h 25676"/>
                <a:gd name="connsiteX6" fmla="*/ 15089 w 25416"/>
                <a:gd name="connsiteY6" fmla="*/ 23961 h 25676"/>
                <a:gd name="connsiteX7" fmla="*/ 19255 w 25416"/>
                <a:gd name="connsiteY7" fmla="*/ 18628 h 25676"/>
                <a:gd name="connsiteX8" fmla="*/ 19255 w 25416"/>
                <a:gd name="connsiteY8" fmla="*/ 18628 h 25676"/>
                <a:gd name="connsiteX9" fmla="*/ 19589 w 25416"/>
                <a:gd name="connsiteY9" fmla="*/ 18461 h 25676"/>
                <a:gd name="connsiteX10" fmla="*/ 21756 w 25416"/>
                <a:gd name="connsiteY10" fmla="*/ 17211 h 25676"/>
                <a:gd name="connsiteX11" fmla="*/ 20922 w 25416"/>
                <a:gd name="connsiteY11" fmla="*/ 1630 h 25676"/>
                <a:gd name="connsiteX12" fmla="*/ 5507 w 25416"/>
                <a:gd name="connsiteY12" fmla="*/ 4213 h 25676"/>
                <a:gd name="connsiteX13" fmla="*/ 2007 w 25416"/>
                <a:gd name="connsiteY13" fmla="*/ 9045 h 25676"/>
                <a:gd name="connsiteX14" fmla="*/ 2007 w 25416"/>
                <a:gd name="connsiteY14" fmla="*/ 9045 h 2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416" h="25676">
                  <a:moveTo>
                    <a:pt x="2007" y="9045"/>
                  </a:moveTo>
                  <a:cubicBezTo>
                    <a:pt x="1174" y="10629"/>
                    <a:pt x="424" y="12045"/>
                    <a:pt x="174" y="13795"/>
                  </a:cubicBezTo>
                  <a:cubicBezTo>
                    <a:pt x="-409" y="16962"/>
                    <a:pt x="507" y="19795"/>
                    <a:pt x="2424" y="22378"/>
                  </a:cubicBezTo>
                  <a:cubicBezTo>
                    <a:pt x="4424" y="24961"/>
                    <a:pt x="8507" y="26211"/>
                    <a:pt x="11590" y="25461"/>
                  </a:cubicBezTo>
                  <a:cubicBezTo>
                    <a:pt x="10757" y="25544"/>
                    <a:pt x="9923" y="25544"/>
                    <a:pt x="9090" y="25627"/>
                  </a:cubicBezTo>
                  <a:cubicBezTo>
                    <a:pt x="9923" y="25711"/>
                    <a:pt x="10757" y="25627"/>
                    <a:pt x="11590" y="25461"/>
                  </a:cubicBezTo>
                  <a:cubicBezTo>
                    <a:pt x="12840" y="25127"/>
                    <a:pt x="14006" y="24627"/>
                    <a:pt x="15089" y="23961"/>
                  </a:cubicBezTo>
                  <a:cubicBezTo>
                    <a:pt x="17172" y="22628"/>
                    <a:pt x="18173" y="20794"/>
                    <a:pt x="19255" y="18628"/>
                  </a:cubicBezTo>
                  <a:lnTo>
                    <a:pt x="19255" y="18628"/>
                  </a:lnTo>
                  <a:cubicBezTo>
                    <a:pt x="17839" y="21628"/>
                    <a:pt x="18839" y="19795"/>
                    <a:pt x="19589" y="18461"/>
                  </a:cubicBezTo>
                  <a:cubicBezTo>
                    <a:pt x="20339" y="18128"/>
                    <a:pt x="21089" y="17711"/>
                    <a:pt x="21756" y="17211"/>
                  </a:cubicBezTo>
                  <a:cubicBezTo>
                    <a:pt x="27005" y="13212"/>
                    <a:pt x="26505" y="5129"/>
                    <a:pt x="20922" y="1630"/>
                  </a:cubicBezTo>
                  <a:cubicBezTo>
                    <a:pt x="15756" y="-1620"/>
                    <a:pt x="9673" y="379"/>
                    <a:pt x="5507" y="4213"/>
                  </a:cubicBezTo>
                  <a:cubicBezTo>
                    <a:pt x="4091" y="5546"/>
                    <a:pt x="2924" y="7296"/>
                    <a:pt x="2007" y="9045"/>
                  </a:cubicBezTo>
                  <a:lnTo>
                    <a:pt x="2007" y="9045"/>
                  </a:lnTo>
                  <a:close/>
                </a:path>
              </a:pathLst>
            </a:custGeom>
            <a:grpFill/>
            <a:ln w="8332" cap="flat">
              <a:noFill/>
              <a:prstDash val="solid"/>
              <a:miter/>
            </a:ln>
          </p:spPr>
          <p:txBody>
            <a:bodyPr rtlCol="0" anchor="ctr"/>
            <a:lstStyle/>
            <a:p>
              <a:endParaRPr lang="en-US"/>
            </a:p>
          </p:txBody>
        </p:sp>
        <p:sp>
          <p:nvSpPr>
            <p:cNvPr id="1977" name="Freeform: Shape 1976"/>
            <p:cNvSpPr/>
            <p:nvPr/>
          </p:nvSpPr>
          <p:spPr>
            <a:xfrm>
              <a:off x="7127876" y="1862529"/>
              <a:ext cx="24836" cy="28474"/>
            </a:xfrm>
            <a:custGeom>
              <a:avLst/>
              <a:gdLst>
                <a:gd name="connsiteX0" fmla="*/ 2420 w 24836"/>
                <a:gd name="connsiteY0" fmla="*/ 8563 h 28474"/>
                <a:gd name="connsiteX1" fmla="*/ 7170 w 24836"/>
                <a:gd name="connsiteY1" fmla="*/ 27894 h 28474"/>
                <a:gd name="connsiteX2" fmla="*/ 24835 w 24836"/>
                <a:gd name="connsiteY2" fmla="*/ 15312 h 28474"/>
                <a:gd name="connsiteX3" fmla="*/ 23335 w 24836"/>
                <a:gd name="connsiteY3" fmla="*/ 10313 h 28474"/>
                <a:gd name="connsiteX4" fmla="*/ 22085 w 24836"/>
                <a:gd name="connsiteY4" fmla="*/ 2896 h 28474"/>
                <a:gd name="connsiteX5" fmla="*/ 13252 w 24836"/>
                <a:gd name="connsiteY5" fmla="*/ 230 h 28474"/>
                <a:gd name="connsiteX6" fmla="*/ 2420 w 24836"/>
                <a:gd name="connsiteY6" fmla="*/ 8563 h 28474"/>
                <a:gd name="connsiteX7" fmla="*/ 2420 w 24836"/>
                <a:gd name="connsiteY7" fmla="*/ 8563 h 28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836" h="28474">
                  <a:moveTo>
                    <a:pt x="2420" y="8563"/>
                  </a:moveTo>
                  <a:cubicBezTo>
                    <a:pt x="-1330" y="15229"/>
                    <a:pt x="-1413" y="24895"/>
                    <a:pt x="7170" y="27894"/>
                  </a:cubicBezTo>
                  <a:cubicBezTo>
                    <a:pt x="14835" y="30561"/>
                    <a:pt x="25001" y="23645"/>
                    <a:pt x="24835" y="15312"/>
                  </a:cubicBezTo>
                  <a:cubicBezTo>
                    <a:pt x="24751" y="13312"/>
                    <a:pt x="24251" y="11646"/>
                    <a:pt x="23335" y="10313"/>
                  </a:cubicBezTo>
                  <a:cubicBezTo>
                    <a:pt x="24168" y="7813"/>
                    <a:pt x="24168" y="5230"/>
                    <a:pt x="22085" y="2896"/>
                  </a:cubicBezTo>
                  <a:cubicBezTo>
                    <a:pt x="19835" y="313"/>
                    <a:pt x="16502" y="-437"/>
                    <a:pt x="13252" y="230"/>
                  </a:cubicBezTo>
                  <a:cubicBezTo>
                    <a:pt x="8586" y="1147"/>
                    <a:pt x="4669" y="4480"/>
                    <a:pt x="2420" y="8563"/>
                  </a:cubicBezTo>
                  <a:lnTo>
                    <a:pt x="2420" y="8563"/>
                  </a:lnTo>
                  <a:close/>
                </a:path>
              </a:pathLst>
            </a:custGeom>
            <a:grpFill/>
            <a:ln w="8332" cap="flat">
              <a:noFill/>
              <a:prstDash val="solid"/>
              <a:miter/>
            </a:ln>
          </p:spPr>
          <p:txBody>
            <a:bodyPr rtlCol="0" anchor="ctr"/>
            <a:lstStyle/>
            <a:p>
              <a:endParaRPr lang="en-US"/>
            </a:p>
          </p:txBody>
        </p:sp>
        <p:sp>
          <p:nvSpPr>
            <p:cNvPr id="1978" name="Freeform: Shape 1977"/>
            <p:cNvSpPr/>
            <p:nvPr/>
          </p:nvSpPr>
          <p:spPr>
            <a:xfrm>
              <a:off x="7160279" y="1934249"/>
              <a:ext cx="21896" cy="24041"/>
            </a:xfrm>
            <a:custGeom>
              <a:avLst/>
              <a:gdLst>
                <a:gd name="connsiteX0" fmla="*/ 1513 w 21896"/>
                <a:gd name="connsiteY0" fmla="*/ 18586 h 24041"/>
                <a:gd name="connsiteX1" fmla="*/ 17012 w 21896"/>
                <a:gd name="connsiteY1" fmla="*/ 21669 h 24041"/>
                <a:gd name="connsiteX2" fmla="*/ 18595 w 21896"/>
                <a:gd name="connsiteY2" fmla="*/ 19919 h 24041"/>
                <a:gd name="connsiteX3" fmla="*/ 21844 w 21896"/>
                <a:gd name="connsiteY3" fmla="*/ 12419 h 24041"/>
                <a:gd name="connsiteX4" fmla="*/ 21344 w 21896"/>
                <a:gd name="connsiteY4" fmla="*/ 9253 h 24041"/>
                <a:gd name="connsiteX5" fmla="*/ 21178 w 21896"/>
                <a:gd name="connsiteY5" fmla="*/ 7836 h 24041"/>
                <a:gd name="connsiteX6" fmla="*/ 15095 w 21896"/>
                <a:gd name="connsiteY6" fmla="*/ 587 h 24041"/>
                <a:gd name="connsiteX7" fmla="*/ 2180 w 21896"/>
                <a:gd name="connsiteY7" fmla="*/ 5003 h 24041"/>
                <a:gd name="connsiteX8" fmla="*/ 1513 w 21896"/>
                <a:gd name="connsiteY8" fmla="*/ 18586 h 24041"/>
                <a:gd name="connsiteX9" fmla="*/ 1513 w 21896"/>
                <a:gd name="connsiteY9" fmla="*/ 18586 h 24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896" h="24041">
                  <a:moveTo>
                    <a:pt x="1513" y="18586"/>
                  </a:moveTo>
                  <a:cubicBezTo>
                    <a:pt x="4846" y="24335"/>
                    <a:pt x="11762" y="25835"/>
                    <a:pt x="17012" y="21669"/>
                  </a:cubicBezTo>
                  <a:cubicBezTo>
                    <a:pt x="17595" y="21169"/>
                    <a:pt x="18178" y="20585"/>
                    <a:pt x="18595" y="19919"/>
                  </a:cubicBezTo>
                  <a:cubicBezTo>
                    <a:pt x="20428" y="17836"/>
                    <a:pt x="21428" y="15253"/>
                    <a:pt x="21844" y="12419"/>
                  </a:cubicBezTo>
                  <a:cubicBezTo>
                    <a:pt x="22011" y="11336"/>
                    <a:pt x="21761" y="10253"/>
                    <a:pt x="21344" y="9253"/>
                  </a:cubicBezTo>
                  <a:cubicBezTo>
                    <a:pt x="21344" y="9003"/>
                    <a:pt x="21261" y="8586"/>
                    <a:pt x="21178" y="7836"/>
                  </a:cubicBezTo>
                  <a:cubicBezTo>
                    <a:pt x="20678" y="4587"/>
                    <a:pt x="18261" y="1670"/>
                    <a:pt x="15095" y="587"/>
                  </a:cubicBezTo>
                  <a:cubicBezTo>
                    <a:pt x="10429" y="-996"/>
                    <a:pt x="4846" y="671"/>
                    <a:pt x="2180" y="5003"/>
                  </a:cubicBezTo>
                  <a:cubicBezTo>
                    <a:pt x="-237" y="9003"/>
                    <a:pt x="-903" y="14336"/>
                    <a:pt x="1513" y="18586"/>
                  </a:cubicBezTo>
                  <a:lnTo>
                    <a:pt x="1513" y="18586"/>
                  </a:lnTo>
                  <a:close/>
                </a:path>
              </a:pathLst>
            </a:custGeom>
            <a:grpFill/>
            <a:ln w="8332" cap="flat">
              <a:noFill/>
              <a:prstDash val="solid"/>
              <a:miter/>
            </a:ln>
          </p:spPr>
          <p:txBody>
            <a:bodyPr rtlCol="0" anchor="ctr"/>
            <a:lstStyle/>
            <a:p>
              <a:endParaRPr lang="en-US"/>
            </a:p>
          </p:txBody>
        </p:sp>
        <p:sp>
          <p:nvSpPr>
            <p:cNvPr id="1979" name="Freeform: Shape 1978"/>
            <p:cNvSpPr/>
            <p:nvPr/>
          </p:nvSpPr>
          <p:spPr>
            <a:xfrm>
              <a:off x="7187058" y="1870082"/>
              <a:ext cx="26253" cy="24434"/>
            </a:xfrm>
            <a:custGeom>
              <a:avLst/>
              <a:gdLst>
                <a:gd name="connsiteX0" fmla="*/ 566 w 26253"/>
                <a:gd name="connsiteY0" fmla="*/ 10342 h 24434"/>
                <a:gd name="connsiteX1" fmla="*/ 9648 w 26253"/>
                <a:gd name="connsiteY1" fmla="*/ 23924 h 24434"/>
                <a:gd name="connsiteX2" fmla="*/ 12982 w 26253"/>
                <a:gd name="connsiteY2" fmla="*/ 23424 h 24434"/>
                <a:gd name="connsiteX3" fmla="*/ 12982 w 26253"/>
                <a:gd name="connsiteY3" fmla="*/ 23424 h 24434"/>
                <a:gd name="connsiteX4" fmla="*/ 21897 w 26253"/>
                <a:gd name="connsiteY4" fmla="*/ 21591 h 24434"/>
                <a:gd name="connsiteX5" fmla="*/ 24481 w 26253"/>
                <a:gd name="connsiteY5" fmla="*/ 17841 h 24434"/>
                <a:gd name="connsiteX6" fmla="*/ 25147 w 26253"/>
                <a:gd name="connsiteY6" fmla="*/ 16341 h 24434"/>
                <a:gd name="connsiteX7" fmla="*/ 25147 w 26253"/>
                <a:gd name="connsiteY7" fmla="*/ 16174 h 24434"/>
                <a:gd name="connsiteX8" fmla="*/ 26230 w 26253"/>
                <a:gd name="connsiteY8" fmla="*/ 12341 h 24434"/>
                <a:gd name="connsiteX9" fmla="*/ 14732 w 26253"/>
                <a:gd name="connsiteY9" fmla="*/ 9 h 24434"/>
                <a:gd name="connsiteX10" fmla="*/ 566 w 26253"/>
                <a:gd name="connsiteY10" fmla="*/ 10342 h 24434"/>
                <a:gd name="connsiteX11" fmla="*/ 566 w 26253"/>
                <a:gd name="connsiteY11" fmla="*/ 10342 h 24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253" h="24434">
                  <a:moveTo>
                    <a:pt x="566" y="10342"/>
                  </a:moveTo>
                  <a:cubicBezTo>
                    <a:pt x="-1684" y="16591"/>
                    <a:pt x="3066" y="23591"/>
                    <a:pt x="9648" y="23924"/>
                  </a:cubicBezTo>
                  <a:cubicBezTo>
                    <a:pt x="10815" y="24007"/>
                    <a:pt x="11898" y="23757"/>
                    <a:pt x="12982" y="23424"/>
                  </a:cubicBezTo>
                  <a:lnTo>
                    <a:pt x="12982" y="23424"/>
                  </a:lnTo>
                  <a:cubicBezTo>
                    <a:pt x="16148" y="25340"/>
                    <a:pt x="19647" y="24424"/>
                    <a:pt x="21897" y="21591"/>
                  </a:cubicBezTo>
                  <a:cubicBezTo>
                    <a:pt x="22897" y="20341"/>
                    <a:pt x="23814" y="19258"/>
                    <a:pt x="24481" y="17841"/>
                  </a:cubicBezTo>
                  <a:cubicBezTo>
                    <a:pt x="24730" y="17341"/>
                    <a:pt x="24980" y="16841"/>
                    <a:pt x="25147" y="16341"/>
                  </a:cubicBezTo>
                  <a:cubicBezTo>
                    <a:pt x="25314" y="15924"/>
                    <a:pt x="25230" y="16008"/>
                    <a:pt x="25147" y="16174"/>
                  </a:cubicBezTo>
                  <a:cubicBezTo>
                    <a:pt x="25730" y="14925"/>
                    <a:pt x="26064" y="13925"/>
                    <a:pt x="26230" y="12341"/>
                  </a:cubicBezTo>
                  <a:cubicBezTo>
                    <a:pt x="26647" y="5592"/>
                    <a:pt x="21398" y="343"/>
                    <a:pt x="14732" y="9"/>
                  </a:cubicBezTo>
                  <a:cubicBezTo>
                    <a:pt x="8232" y="-241"/>
                    <a:pt x="2733" y="4509"/>
                    <a:pt x="566" y="10342"/>
                  </a:cubicBezTo>
                  <a:lnTo>
                    <a:pt x="566" y="10342"/>
                  </a:lnTo>
                  <a:close/>
                </a:path>
              </a:pathLst>
            </a:custGeom>
            <a:grpFill/>
            <a:ln w="8332" cap="flat">
              <a:noFill/>
              <a:prstDash val="solid"/>
              <a:miter/>
            </a:ln>
          </p:spPr>
          <p:txBody>
            <a:bodyPr rtlCol="0" anchor="ctr"/>
            <a:lstStyle/>
            <a:p>
              <a:endParaRPr lang="en-US"/>
            </a:p>
          </p:txBody>
        </p:sp>
        <p:sp>
          <p:nvSpPr>
            <p:cNvPr id="1980" name="Freeform: Shape 1979"/>
            <p:cNvSpPr/>
            <p:nvPr/>
          </p:nvSpPr>
          <p:spPr>
            <a:xfrm>
              <a:off x="7160187" y="1807111"/>
              <a:ext cx="23306" cy="19843"/>
            </a:xfrm>
            <a:custGeom>
              <a:avLst/>
              <a:gdLst>
                <a:gd name="connsiteX0" fmla="*/ 1689 w 23306"/>
                <a:gd name="connsiteY0" fmla="*/ 15401 h 19843"/>
                <a:gd name="connsiteX1" fmla="*/ 11605 w 23306"/>
                <a:gd name="connsiteY1" fmla="*/ 19568 h 19843"/>
                <a:gd name="connsiteX2" fmla="*/ 14522 w 23306"/>
                <a:gd name="connsiteY2" fmla="*/ 18568 h 19843"/>
                <a:gd name="connsiteX3" fmla="*/ 14855 w 23306"/>
                <a:gd name="connsiteY3" fmla="*/ 18318 h 19843"/>
                <a:gd name="connsiteX4" fmla="*/ 16271 w 23306"/>
                <a:gd name="connsiteY4" fmla="*/ 18818 h 19843"/>
                <a:gd name="connsiteX5" fmla="*/ 21604 w 23306"/>
                <a:gd name="connsiteY5" fmla="*/ 15735 h 19843"/>
                <a:gd name="connsiteX6" fmla="*/ 22104 w 23306"/>
                <a:gd name="connsiteY6" fmla="*/ 13235 h 19843"/>
                <a:gd name="connsiteX7" fmla="*/ 21271 w 23306"/>
                <a:gd name="connsiteY7" fmla="*/ 3902 h 19843"/>
                <a:gd name="connsiteX8" fmla="*/ 11605 w 23306"/>
                <a:gd name="connsiteY8" fmla="*/ 236 h 19843"/>
                <a:gd name="connsiteX9" fmla="*/ 5855 w 23306"/>
                <a:gd name="connsiteY9" fmla="*/ 903 h 19843"/>
                <a:gd name="connsiteX10" fmla="*/ 1522 w 23306"/>
                <a:gd name="connsiteY10" fmla="*/ 4736 h 19843"/>
                <a:gd name="connsiteX11" fmla="*/ 1689 w 23306"/>
                <a:gd name="connsiteY11" fmla="*/ 15401 h 19843"/>
                <a:gd name="connsiteX12" fmla="*/ 1689 w 23306"/>
                <a:gd name="connsiteY12" fmla="*/ 15401 h 19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06" h="19843">
                  <a:moveTo>
                    <a:pt x="1689" y="15401"/>
                  </a:moveTo>
                  <a:cubicBezTo>
                    <a:pt x="3689" y="18401"/>
                    <a:pt x="7939" y="20651"/>
                    <a:pt x="11605" y="19568"/>
                  </a:cubicBezTo>
                  <a:cubicBezTo>
                    <a:pt x="12605" y="19318"/>
                    <a:pt x="13605" y="18985"/>
                    <a:pt x="14522" y="18568"/>
                  </a:cubicBezTo>
                  <a:cubicBezTo>
                    <a:pt x="14688" y="18484"/>
                    <a:pt x="14771" y="18401"/>
                    <a:pt x="14855" y="18318"/>
                  </a:cubicBezTo>
                  <a:cubicBezTo>
                    <a:pt x="15271" y="18568"/>
                    <a:pt x="15771" y="18734"/>
                    <a:pt x="16271" y="18818"/>
                  </a:cubicBezTo>
                  <a:cubicBezTo>
                    <a:pt x="18354" y="19151"/>
                    <a:pt x="21104" y="18068"/>
                    <a:pt x="21604" y="15735"/>
                  </a:cubicBezTo>
                  <a:cubicBezTo>
                    <a:pt x="21771" y="14901"/>
                    <a:pt x="21937" y="14068"/>
                    <a:pt x="22104" y="13235"/>
                  </a:cubicBezTo>
                  <a:cubicBezTo>
                    <a:pt x="23937" y="10319"/>
                    <a:pt x="23687" y="6652"/>
                    <a:pt x="21271" y="3902"/>
                  </a:cubicBezTo>
                  <a:cubicBezTo>
                    <a:pt x="19021" y="1319"/>
                    <a:pt x="15271" y="236"/>
                    <a:pt x="11605" y="236"/>
                  </a:cubicBezTo>
                  <a:cubicBezTo>
                    <a:pt x="9689" y="-181"/>
                    <a:pt x="7522" y="-97"/>
                    <a:pt x="5855" y="903"/>
                  </a:cubicBezTo>
                  <a:cubicBezTo>
                    <a:pt x="3939" y="1986"/>
                    <a:pt x="2939" y="3069"/>
                    <a:pt x="1522" y="4736"/>
                  </a:cubicBezTo>
                  <a:cubicBezTo>
                    <a:pt x="-811" y="7652"/>
                    <a:pt x="-227" y="12568"/>
                    <a:pt x="1689" y="15401"/>
                  </a:cubicBezTo>
                  <a:lnTo>
                    <a:pt x="1689" y="15401"/>
                  </a:lnTo>
                  <a:close/>
                </a:path>
              </a:pathLst>
            </a:custGeom>
            <a:grpFill/>
            <a:ln w="8332" cap="flat">
              <a:noFill/>
              <a:prstDash val="solid"/>
              <a:miter/>
            </a:ln>
          </p:spPr>
          <p:txBody>
            <a:bodyPr rtlCol="0" anchor="ctr"/>
            <a:lstStyle/>
            <a:p>
              <a:endParaRPr lang="en-US"/>
            </a:p>
          </p:txBody>
        </p:sp>
        <p:sp>
          <p:nvSpPr>
            <p:cNvPr id="1981" name="Freeform: Shape 1980"/>
            <p:cNvSpPr/>
            <p:nvPr/>
          </p:nvSpPr>
          <p:spPr>
            <a:xfrm>
              <a:off x="7097402" y="1764710"/>
              <a:ext cx="24534" cy="25562"/>
            </a:xfrm>
            <a:custGeom>
              <a:avLst/>
              <a:gdLst>
                <a:gd name="connsiteX0" fmla="*/ 313 w 24534"/>
                <a:gd name="connsiteY0" fmla="*/ 17390 h 25562"/>
                <a:gd name="connsiteX1" fmla="*/ 11562 w 24534"/>
                <a:gd name="connsiteY1" fmla="*/ 25556 h 25562"/>
                <a:gd name="connsiteX2" fmla="*/ 20894 w 24534"/>
                <a:gd name="connsiteY2" fmla="*/ 18140 h 25562"/>
                <a:gd name="connsiteX3" fmla="*/ 20978 w 24534"/>
                <a:gd name="connsiteY3" fmla="*/ 17307 h 25562"/>
                <a:gd name="connsiteX4" fmla="*/ 22894 w 24534"/>
                <a:gd name="connsiteY4" fmla="*/ 15557 h 25562"/>
                <a:gd name="connsiteX5" fmla="*/ 23811 w 24534"/>
                <a:gd name="connsiteY5" fmla="*/ 7641 h 25562"/>
                <a:gd name="connsiteX6" fmla="*/ 21644 w 24534"/>
                <a:gd name="connsiteY6" fmla="*/ 3141 h 25562"/>
                <a:gd name="connsiteX7" fmla="*/ 12895 w 24534"/>
                <a:gd name="connsiteY7" fmla="*/ 225 h 25562"/>
                <a:gd name="connsiteX8" fmla="*/ 6145 w 24534"/>
                <a:gd name="connsiteY8" fmla="*/ 3558 h 25562"/>
                <a:gd name="connsiteX9" fmla="*/ 2063 w 24534"/>
                <a:gd name="connsiteY9" fmla="*/ 8057 h 25562"/>
                <a:gd name="connsiteX10" fmla="*/ 313 w 24534"/>
                <a:gd name="connsiteY10" fmla="*/ 17390 h 25562"/>
                <a:gd name="connsiteX11" fmla="*/ 313 w 24534"/>
                <a:gd name="connsiteY11" fmla="*/ 17390 h 25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534" h="25562">
                  <a:moveTo>
                    <a:pt x="313" y="17390"/>
                  </a:moveTo>
                  <a:cubicBezTo>
                    <a:pt x="1646" y="22723"/>
                    <a:pt x="6396" y="25306"/>
                    <a:pt x="11562" y="25556"/>
                  </a:cubicBezTo>
                  <a:cubicBezTo>
                    <a:pt x="16061" y="25722"/>
                    <a:pt x="20061" y="22556"/>
                    <a:pt x="20894" y="18140"/>
                  </a:cubicBezTo>
                  <a:cubicBezTo>
                    <a:pt x="20978" y="17890"/>
                    <a:pt x="20978" y="17557"/>
                    <a:pt x="20978" y="17307"/>
                  </a:cubicBezTo>
                  <a:cubicBezTo>
                    <a:pt x="21644" y="16807"/>
                    <a:pt x="22311" y="16307"/>
                    <a:pt x="22894" y="15557"/>
                  </a:cubicBezTo>
                  <a:cubicBezTo>
                    <a:pt x="24894" y="13140"/>
                    <a:pt x="24894" y="10224"/>
                    <a:pt x="23811" y="7641"/>
                  </a:cubicBezTo>
                  <a:cubicBezTo>
                    <a:pt x="23477" y="6058"/>
                    <a:pt x="22811" y="4641"/>
                    <a:pt x="21644" y="3141"/>
                  </a:cubicBezTo>
                  <a:cubicBezTo>
                    <a:pt x="19728" y="641"/>
                    <a:pt x="15894" y="-525"/>
                    <a:pt x="12895" y="225"/>
                  </a:cubicBezTo>
                  <a:cubicBezTo>
                    <a:pt x="10312" y="808"/>
                    <a:pt x="8145" y="1808"/>
                    <a:pt x="6145" y="3558"/>
                  </a:cubicBezTo>
                  <a:cubicBezTo>
                    <a:pt x="4646" y="4891"/>
                    <a:pt x="3146" y="6391"/>
                    <a:pt x="2063" y="8057"/>
                  </a:cubicBezTo>
                  <a:cubicBezTo>
                    <a:pt x="396" y="10640"/>
                    <a:pt x="-520" y="14307"/>
                    <a:pt x="313" y="17390"/>
                  </a:cubicBezTo>
                  <a:lnTo>
                    <a:pt x="313" y="17390"/>
                  </a:lnTo>
                  <a:close/>
                </a:path>
              </a:pathLst>
            </a:custGeom>
            <a:grpFill/>
            <a:ln w="8332" cap="flat">
              <a:noFill/>
              <a:prstDash val="solid"/>
              <a:miter/>
            </a:ln>
          </p:spPr>
          <p:txBody>
            <a:bodyPr rtlCol="0" anchor="ctr"/>
            <a:lstStyle/>
            <a:p>
              <a:endParaRPr lang="en-US"/>
            </a:p>
          </p:txBody>
        </p:sp>
        <p:sp>
          <p:nvSpPr>
            <p:cNvPr id="1982" name="Freeform: Shape 1981"/>
            <p:cNvSpPr/>
            <p:nvPr/>
          </p:nvSpPr>
          <p:spPr>
            <a:xfrm>
              <a:off x="7218601" y="1803261"/>
              <a:ext cx="21246" cy="21060"/>
            </a:xfrm>
            <a:custGeom>
              <a:avLst/>
              <a:gdLst>
                <a:gd name="connsiteX0" fmla="*/ 520 w 21246"/>
                <a:gd name="connsiteY0" fmla="*/ 7586 h 21060"/>
                <a:gd name="connsiteX1" fmla="*/ 4103 w 21246"/>
                <a:gd name="connsiteY1" fmla="*/ 17752 h 21060"/>
                <a:gd name="connsiteX2" fmla="*/ 8352 w 21246"/>
                <a:gd name="connsiteY2" fmla="*/ 19085 h 21060"/>
                <a:gd name="connsiteX3" fmla="*/ 10102 w 21246"/>
                <a:gd name="connsiteY3" fmla="*/ 20501 h 21060"/>
                <a:gd name="connsiteX4" fmla="*/ 17185 w 21246"/>
                <a:gd name="connsiteY4" fmla="*/ 18585 h 21060"/>
                <a:gd name="connsiteX5" fmla="*/ 19601 w 21246"/>
                <a:gd name="connsiteY5" fmla="*/ 13835 h 21060"/>
                <a:gd name="connsiteX6" fmla="*/ 19601 w 21246"/>
                <a:gd name="connsiteY6" fmla="*/ 13585 h 21060"/>
                <a:gd name="connsiteX7" fmla="*/ 19768 w 21246"/>
                <a:gd name="connsiteY7" fmla="*/ 13252 h 21060"/>
                <a:gd name="connsiteX8" fmla="*/ 21018 w 21246"/>
                <a:gd name="connsiteY8" fmla="*/ 10086 h 21060"/>
                <a:gd name="connsiteX9" fmla="*/ 15102 w 21246"/>
                <a:gd name="connsiteY9" fmla="*/ 670 h 21060"/>
                <a:gd name="connsiteX10" fmla="*/ 14935 w 21246"/>
                <a:gd name="connsiteY10" fmla="*/ 587 h 21060"/>
                <a:gd name="connsiteX11" fmla="*/ 12518 w 21246"/>
                <a:gd name="connsiteY11" fmla="*/ 87 h 21060"/>
                <a:gd name="connsiteX12" fmla="*/ 8936 w 21246"/>
                <a:gd name="connsiteY12" fmla="*/ 253 h 21060"/>
                <a:gd name="connsiteX13" fmla="*/ 4769 w 21246"/>
                <a:gd name="connsiteY13" fmla="*/ 2003 h 21060"/>
                <a:gd name="connsiteX14" fmla="*/ 520 w 21246"/>
                <a:gd name="connsiteY14" fmla="*/ 7586 h 21060"/>
                <a:gd name="connsiteX15" fmla="*/ 520 w 21246"/>
                <a:gd name="connsiteY15" fmla="*/ 7586 h 21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1246" h="21060">
                  <a:moveTo>
                    <a:pt x="520" y="7586"/>
                  </a:moveTo>
                  <a:cubicBezTo>
                    <a:pt x="-980" y="11002"/>
                    <a:pt x="936" y="15919"/>
                    <a:pt x="4103" y="17752"/>
                  </a:cubicBezTo>
                  <a:cubicBezTo>
                    <a:pt x="5436" y="18585"/>
                    <a:pt x="6852" y="19002"/>
                    <a:pt x="8352" y="19085"/>
                  </a:cubicBezTo>
                  <a:cubicBezTo>
                    <a:pt x="8852" y="19668"/>
                    <a:pt x="9435" y="20168"/>
                    <a:pt x="10102" y="20501"/>
                  </a:cubicBezTo>
                  <a:cubicBezTo>
                    <a:pt x="12518" y="21668"/>
                    <a:pt x="15685" y="21002"/>
                    <a:pt x="17185" y="18585"/>
                  </a:cubicBezTo>
                  <a:cubicBezTo>
                    <a:pt x="18101" y="17085"/>
                    <a:pt x="18935" y="15502"/>
                    <a:pt x="19601" y="13835"/>
                  </a:cubicBezTo>
                  <a:cubicBezTo>
                    <a:pt x="19684" y="13585"/>
                    <a:pt x="20101" y="12919"/>
                    <a:pt x="19601" y="13585"/>
                  </a:cubicBezTo>
                  <a:cubicBezTo>
                    <a:pt x="19018" y="14335"/>
                    <a:pt x="19684" y="13502"/>
                    <a:pt x="19768" y="13252"/>
                  </a:cubicBezTo>
                  <a:cubicBezTo>
                    <a:pt x="20268" y="12252"/>
                    <a:pt x="20768" y="11252"/>
                    <a:pt x="21018" y="10086"/>
                  </a:cubicBezTo>
                  <a:cubicBezTo>
                    <a:pt x="22018" y="5419"/>
                    <a:pt x="19684" y="1670"/>
                    <a:pt x="15102" y="670"/>
                  </a:cubicBezTo>
                  <a:cubicBezTo>
                    <a:pt x="15102" y="670"/>
                    <a:pt x="15018" y="587"/>
                    <a:pt x="14935" y="587"/>
                  </a:cubicBezTo>
                  <a:cubicBezTo>
                    <a:pt x="14269" y="253"/>
                    <a:pt x="13269" y="170"/>
                    <a:pt x="12518" y="87"/>
                  </a:cubicBezTo>
                  <a:cubicBezTo>
                    <a:pt x="11352" y="-80"/>
                    <a:pt x="10102" y="3"/>
                    <a:pt x="8936" y="253"/>
                  </a:cubicBezTo>
                  <a:cubicBezTo>
                    <a:pt x="7436" y="587"/>
                    <a:pt x="6019" y="1170"/>
                    <a:pt x="4769" y="2003"/>
                  </a:cubicBezTo>
                  <a:cubicBezTo>
                    <a:pt x="2686" y="3420"/>
                    <a:pt x="1519" y="5253"/>
                    <a:pt x="520" y="7586"/>
                  </a:cubicBezTo>
                  <a:lnTo>
                    <a:pt x="520" y="7586"/>
                  </a:lnTo>
                  <a:close/>
                </a:path>
              </a:pathLst>
            </a:custGeom>
            <a:grpFill/>
            <a:ln w="8332" cap="flat">
              <a:noFill/>
              <a:prstDash val="solid"/>
              <a:miter/>
            </a:ln>
          </p:spPr>
          <p:txBody>
            <a:bodyPr rtlCol="0" anchor="ctr"/>
            <a:lstStyle/>
            <a:p>
              <a:endParaRPr lang="en-US"/>
            </a:p>
          </p:txBody>
        </p:sp>
        <p:sp>
          <p:nvSpPr>
            <p:cNvPr id="1983" name="Freeform: Shape 1982"/>
            <p:cNvSpPr/>
            <p:nvPr/>
          </p:nvSpPr>
          <p:spPr>
            <a:xfrm>
              <a:off x="7168634" y="1752769"/>
              <a:ext cx="26624" cy="24166"/>
            </a:xfrm>
            <a:custGeom>
              <a:avLst/>
              <a:gdLst>
                <a:gd name="connsiteX0" fmla="*/ 75 w 26624"/>
                <a:gd name="connsiteY0" fmla="*/ 10999 h 24166"/>
                <a:gd name="connsiteX1" fmla="*/ 5491 w 26624"/>
                <a:gd name="connsiteY1" fmla="*/ 19998 h 24166"/>
                <a:gd name="connsiteX2" fmla="*/ 12574 w 26624"/>
                <a:gd name="connsiteY2" fmla="*/ 20581 h 24166"/>
                <a:gd name="connsiteX3" fmla="*/ 18490 w 26624"/>
                <a:gd name="connsiteY3" fmla="*/ 24164 h 24166"/>
                <a:gd name="connsiteX4" fmla="*/ 26489 w 26624"/>
                <a:gd name="connsiteY4" fmla="*/ 16999 h 24166"/>
                <a:gd name="connsiteX5" fmla="*/ 20323 w 26624"/>
                <a:gd name="connsiteY5" fmla="*/ 2583 h 24166"/>
                <a:gd name="connsiteX6" fmla="*/ 11824 w 26624"/>
                <a:gd name="connsiteY6" fmla="*/ 0 h 24166"/>
                <a:gd name="connsiteX7" fmla="*/ 2991 w 26624"/>
                <a:gd name="connsiteY7" fmla="*/ 3750 h 24166"/>
                <a:gd name="connsiteX8" fmla="*/ 75 w 26624"/>
                <a:gd name="connsiteY8" fmla="*/ 10999 h 24166"/>
                <a:gd name="connsiteX9" fmla="*/ 75 w 26624"/>
                <a:gd name="connsiteY9" fmla="*/ 10999 h 24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624" h="24166">
                  <a:moveTo>
                    <a:pt x="75" y="10999"/>
                  </a:moveTo>
                  <a:cubicBezTo>
                    <a:pt x="-508" y="14665"/>
                    <a:pt x="2408" y="18498"/>
                    <a:pt x="5491" y="19998"/>
                  </a:cubicBezTo>
                  <a:cubicBezTo>
                    <a:pt x="7574" y="20998"/>
                    <a:pt x="10241" y="21248"/>
                    <a:pt x="12574" y="20581"/>
                  </a:cubicBezTo>
                  <a:cubicBezTo>
                    <a:pt x="13824" y="22665"/>
                    <a:pt x="15990" y="24081"/>
                    <a:pt x="18490" y="24164"/>
                  </a:cubicBezTo>
                  <a:cubicBezTo>
                    <a:pt x="22823" y="24248"/>
                    <a:pt x="25989" y="21248"/>
                    <a:pt x="26489" y="16999"/>
                  </a:cubicBezTo>
                  <a:cubicBezTo>
                    <a:pt x="27156" y="11332"/>
                    <a:pt x="25406" y="5750"/>
                    <a:pt x="20323" y="2583"/>
                  </a:cubicBezTo>
                  <a:cubicBezTo>
                    <a:pt x="17823" y="1000"/>
                    <a:pt x="14824" y="0"/>
                    <a:pt x="11824" y="0"/>
                  </a:cubicBezTo>
                  <a:cubicBezTo>
                    <a:pt x="8408" y="0"/>
                    <a:pt x="5241" y="1083"/>
                    <a:pt x="2991" y="3750"/>
                  </a:cubicBezTo>
                  <a:cubicBezTo>
                    <a:pt x="1158" y="5916"/>
                    <a:pt x="491" y="8249"/>
                    <a:pt x="75" y="10999"/>
                  </a:cubicBezTo>
                  <a:lnTo>
                    <a:pt x="75" y="10999"/>
                  </a:lnTo>
                  <a:close/>
                </a:path>
              </a:pathLst>
            </a:custGeom>
            <a:grpFill/>
            <a:ln w="8332" cap="flat">
              <a:noFill/>
              <a:prstDash val="solid"/>
              <a:miter/>
            </a:ln>
          </p:spPr>
          <p:txBody>
            <a:bodyPr rtlCol="0" anchor="ctr"/>
            <a:lstStyle/>
            <a:p>
              <a:endParaRPr lang="en-US"/>
            </a:p>
          </p:txBody>
        </p:sp>
        <p:sp>
          <p:nvSpPr>
            <p:cNvPr id="1984" name="Freeform: Shape 1983"/>
            <p:cNvSpPr/>
            <p:nvPr/>
          </p:nvSpPr>
          <p:spPr>
            <a:xfrm>
              <a:off x="7011821" y="1873328"/>
              <a:ext cx="20529" cy="20683"/>
            </a:xfrm>
            <a:custGeom>
              <a:avLst/>
              <a:gdLst>
                <a:gd name="connsiteX0" fmla="*/ 5734 w 20529"/>
                <a:gd name="connsiteY0" fmla="*/ 19679 h 20683"/>
                <a:gd name="connsiteX1" fmla="*/ 13317 w 20529"/>
                <a:gd name="connsiteY1" fmla="*/ 20095 h 20683"/>
                <a:gd name="connsiteX2" fmla="*/ 19650 w 20529"/>
                <a:gd name="connsiteY2" fmla="*/ 13762 h 20683"/>
                <a:gd name="connsiteX3" fmla="*/ 20150 w 20529"/>
                <a:gd name="connsiteY3" fmla="*/ 11346 h 20683"/>
                <a:gd name="connsiteX4" fmla="*/ 14567 w 20529"/>
                <a:gd name="connsiteY4" fmla="*/ 347 h 20683"/>
                <a:gd name="connsiteX5" fmla="*/ 1568 w 20529"/>
                <a:gd name="connsiteY5" fmla="*/ 5097 h 20683"/>
                <a:gd name="connsiteX6" fmla="*/ 5734 w 20529"/>
                <a:gd name="connsiteY6" fmla="*/ 19679 h 20683"/>
                <a:gd name="connsiteX7" fmla="*/ 5734 w 20529"/>
                <a:gd name="connsiteY7" fmla="*/ 19679 h 20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529" h="20683">
                  <a:moveTo>
                    <a:pt x="5734" y="19679"/>
                  </a:moveTo>
                  <a:cubicBezTo>
                    <a:pt x="8234" y="20845"/>
                    <a:pt x="10734" y="21012"/>
                    <a:pt x="13317" y="20095"/>
                  </a:cubicBezTo>
                  <a:cubicBezTo>
                    <a:pt x="16566" y="19012"/>
                    <a:pt x="18233" y="16762"/>
                    <a:pt x="19650" y="13762"/>
                  </a:cubicBezTo>
                  <a:cubicBezTo>
                    <a:pt x="20066" y="12846"/>
                    <a:pt x="20150" y="12096"/>
                    <a:pt x="20150" y="11346"/>
                  </a:cubicBezTo>
                  <a:cubicBezTo>
                    <a:pt x="21483" y="7013"/>
                    <a:pt x="19233" y="1430"/>
                    <a:pt x="14567" y="347"/>
                  </a:cubicBezTo>
                  <a:cubicBezTo>
                    <a:pt x="9651" y="-736"/>
                    <a:pt x="4485" y="681"/>
                    <a:pt x="1568" y="5097"/>
                  </a:cubicBezTo>
                  <a:cubicBezTo>
                    <a:pt x="-1681" y="10180"/>
                    <a:pt x="318" y="17012"/>
                    <a:pt x="5734" y="19679"/>
                  </a:cubicBezTo>
                  <a:lnTo>
                    <a:pt x="5734" y="19679"/>
                  </a:lnTo>
                  <a:close/>
                </a:path>
              </a:pathLst>
            </a:custGeom>
            <a:grpFill/>
            <a:ln w="8332" cap="flat">
              <a:noFill/>
              <a:prstDash val="solid"/>
              <a:miter/>
            </a:ln>
          </p:spPr>
          <p:txBody>
            <a:bodyPr rtlCol="0" anchor="ctr"/>
            <a:lstStyle/>
            <a:p>
              <a:endParaRPr lang="en-US"/>
            </a:p>
          </p:txBody>
        </p:sp>
        <p:sp>
          <p:nvSpPr>
            <p:cNvPr id="1985" name="Freeform: Shape 1984"/>
            <p:cNvSpPr/>
            <p:nvPr/>
          </p:nvSpPr>
          <p:spPr>
            <a:xfrm>
              <a:off x="7055600" y="1947765"/>
              <a:ext cx="24558" cy="23011"/>
            </a:xfrm>
            <a:custGeom>
              <a:avLst/>
              <a:gdLst>
                <a:gd name="connsiteX0" fmla="*/ 3535 w 24558"/>
                <a:gd name="connsiteY0" fmla="*/ 20402 h 23011"/>
                <a:gd name="connsiteX1" fmla="*/ 17200 w 24558"/>
                <a:gd name="connsiteY1" fmla="*/ 20485 h 23011"/>
                <a:gd name="connsiteX2" fmla="*/ 19700 w 24558"/>
                <a:gd name="connsiteY2" fmla="*/ 17818 h 23011"/>
                <a:gd name="connsiteX3" fmla="*/ 19784 w 24558"/>
                <a:gd name="connsiteY3" fmla="*/ 17818 h 23011"/>
                <a:gd name="connsiteX4" fmla="*/ 18784 w 24558"/>
                <a:gd name="connsiteY4" fmla="*/ 18902 h 23011"/>
                <a:gd name="connsiteX5" fmla="*/ 20617 w 24558"/>
                <a:gd name="connsiteY5" fmla="*/ 17152 h 23011"/>
                <a:gd name="connsiteX6" fmla="*/ 19950 w 24558"/>
                <a:gd name="connsiteY6" fmla="*/ 17569 h 23011"/>
                <a:gd name="connsiteX7" fmla="*/ 22783 w 24558"/>
                <a:gd name="connsiteY7" fmla="*/ 14819 h 23011"/>
                <a:gd name="connsiteX8" fmla="*/ 23200 w 24558"/>
                <a:gd name="connsiteY8" fmla="*/ 14152 h 23011"/>
                <a:gd name="connsiteX9" fmla="*/ 22617 w 24558"/>
                <a:gd name="connsiteY9" fmla="*/ 14819 h 23011"/>
                <a:gd name="connsiteX10" fmla="*/ 22617 w 24558"/>
                <a:gd name="connsiteY10" fmla="*/ 3903 h 23011"/>
                <a:gd name="connsiteX11" fmla="*/ 1619 w 24558"/>
                <a:gd name="connsiteY11" fmla="*/ 6903 h 23011"/>
                <a:gd name="connsiteX12" fmla="*/ 3535 w 24558"/>
                <a:gd name="connsiteY12" fmla="*/ 20402 h 23011"/>
                <a:gd name="connsiteX13" fmla="*/ 3535 w 24558"/>
                <a:gd name="connsiteY13" fmla="*/ 20402 h 23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558" h="23011">
                  <a:moveTo>
                    <a:pt x="3535" y="20402"/>
                  </a:moveTo>
                  <a:cubicBezTo>
                    <a:pt x="7118" y="23568"/>
                    <a:pt x="13534" y="24151"/>
                    <a:pt x="17200" y="20485"/>
                  </a:cubicBezTo>
                  <a:cubicBezTo>
                    <a:pt x="18034" y="19568"/>
                    <a:pt x="18867" y="18735"/>
                    <a:pt x="19700" y="17818"/>
                  </a:cubicBezTo>
                  <a:cubicBezTo>
                    <a:pt x="19700" y="17818"/>
                    <a:pt x="19700" y="17818"/>
                    <a:pt x="19784" y="17818"/>
                  </a:cubicBezTo>
                  <a:cubicBezTo>
                    <a:pt x="19450" y="18152"/>
                    <a:pt x="19117" y="18568"/>
                    <a:pt x="18784" y="18902"/>
                  </a:cubicBezTo>
                  <a:cubicBezTo>
                    <a:pt x="19367" y="18235"/>
                    <a:pt x="19950" y="17652"/>
                    <a:pt x="20617" y="17152"/>
                  </a:cubicBezTo>
                  <a:cubicBezTo>
                    <a:pt x="20367" y="17319"/>
                    <a:pt x="20200" y="17402"/>
                    <a:pt x="19950" y="17569"/>
                  </a:cubicBezTo>
                  <a:cubicBezTo>
                    <a:pt x="21034" y="16819"/>
                    <a:pt x="21950" y="16069"/>
                    <a:pt x="22783" y="14819"/>
                  </a:cubicBezTo>
                  <a:cubicBezTo>
                    <a:pt x="22950" y="14569"/>
                    <a:pt x="23033" y="14319"/>
                    <a:pt x="23200" y="14152"/>
                  </a:cubicBezTo>
                  <a:cubicBezTo>
                    <a:pt x="23033" y="14402"/>
                    <a:pt x="22867" y="14569"/>
                    <a:pt x="22617" y="14819"/>
                  </a:cubicBezTo>
                  <a:cubicBezTo>
                    <a:pt x="25450" y="11486"/>
                    <a:pt x="24950" y="7403"/>
                    <a:pt x="22617" y="3903"/>
                  </a:cubicBezTo>
                  <a:cubicBezTo>
                    <a:pt x="17617" y="-3180"/>
                    <a:pt x="5368" y="320"/>
                    <a:pt x="1619" y="6903"/>
                  </a:cubicBezTo>
                  <a:cubicBezTo>
                    <a:pt x="-965" y="11486"/>
                    <a:pt x="-548" y="16902"/>
                    <a:pt x="3535" y="20402"/>
                  </a:cubicBezTo>
                  <a:lnTo>
                    <a:pt x="3535" y="20402"/>
                  </a:lnTo>
                  <a:close/>
                </a:path>
              </a:pathLst>
            </a:custGeom>
            <a:grpFill/>
            <a:ln w="8332" cap="flat">
              <a:noFill/>
              <a:prstDash val="solid"/>
              <a:miter/>
            </a:ln>
          </p:spPr>
          <p:txBody>
            <a:bodyPr rtlCol="0" anchor="ctr"/>
            <a:lstStyle/>
            <a:p>
              <a:endParaRPr lang="en-US"/>
            </a:p>
          </p:txBody>
        </p:sp>
        <p:sp>
          <p:nvSpPr>
            <p:cNvPr id="1986" name="Freeform: Shape 1985"/>
            <p:cNvSpPr/>
            <p:nvPr/>
          </p:nvSpPr>
          <p:spPr>
            <a:xfrm>
              <a:off x="7770887" y="3826455"/>
              <a:ext cx="496144" cy="397916"/>
            </a:xfrm>
            <a:custGeom>
              <a:avLst/>
              <a:gdLst>
                <a:gd name="connsiteX0" fmla="*/ 60762 w 496144"/>
                <a:gd name="connsiteY0" fmla="*/ 146697 h 397916"/>
                <a:gd name="connsiteX1" fmla="*/ 55512 w 496144"/>
                <a:gd name="connsiteY1" fmla="*/ 203109 h 397916"/>
                <a:gd name="connsiteX2" fmla="*/ 76427 w 496144"/>
                <a:gd name="connsiteY2" fmla="*/ 262521 h 397916"/>
                <a:gd name="connsiteX3" fmla="*/ 85759 w 496144"/>
                <a:gd name="connsiteY3" fmla="*/ 279269 h 397916"/>
                <a:gd name="connsiteX4" fmla="*/ 77761 w 496144"/>
                <a:gd name="connsiteY4" fmla="*/ 290934 h 397916"/>
                <a:gd name="connsiteX5" fmla="*/ 43097 w 496144"/>
                <a:gd name="connsiteY5" fmla="*/ 312849 h 397916"/>
                <a:gd name="connsiteX6" fmla="*/ 12766 w 496144"/>
                <a:gd name="connsiteY6" fmla="*/ 328681 h 397916"/>
                <a:gd name="connsiteX7" fmla="*/ 267 w 496144"/>
                <a:gd name="connsiteY7" fmla="*/ 339680 h 397916"/>
                <a:gd name="connsiteX8" fmla="*/ 28681 w 496144"/>
                <a:gd name="connsiteY8" fmla="*/ 367178 h 397916"/>
                <a:gd name="connsiteX9" fmla="*/ 69511 w 496144"/>
                <a:gd name="connsiteY9" fmla="*/ 361678 h 397916"/>
                <a:gd name="connsiteX10" fmla="*/ 95925 w 496144"/>
                <a:gd name="connsiteY10" fmla="*/ 341180 h 397916"/>
                <a:gd name="connsiteX11" fmla="*/ 116007 w 496144"/>
                <a:gd name="connsiteY11" fmla="*/ 324598 h 397916"/>
                <a:gd name="connsiteX12" fmla="*/ 119173 w 496144"/>
                <a:gd name="connsiteY12" fmla="*/ 333348 h 397916"/>
                <a:gd name="connsiteX13" fmla="*/ 128005 w 496144"/>
                <a:gd name="connsiteY13" fmla="*/ 342680 h 397916"/>
                <a:gd name="connsiteX14" fmla="*/ 139588 w 496144"/>
                <a:gd name="connsiteY14" fmla="*/ 352096 h 397916"/>
                <a:gd name="connsiteX15" fmla="*/ 157670 w 496144"/>
                <a:gd name="connsiteY15" fmla="*/ 364261 h 397916"/>
                <a:gd name="connsiteX16" fmla="*/ 165086 w 496144"/>
                <a:gd name="connsiteY16" fmla="*/ 368761 h 397916"/>
                <a:gd name="connsiteX17" fmla="*/ 185168 w 496144"/>
                <a:gd name="connsiteY17" fmla="*/ 379177 h 397916"/>
                <a:gd name="connsiteX18" fmla="*/ 287491 w 496144"/>
                <a:gd name="connsiteY18" fmla="*/ 397508 h 397916"/>
                <a:gd name="connsiteX19" fmla="*/ 306656 w 496144"/>
                <a:gd name="connsiteY19" fmla="*/ 387926 h 397916"/>
                <a:gd name="connsiteX20" fmla="*/ 299906 w 496144"/>
                <a:gd name="connsiteY20" fmla="*/ 377927 h 397916"/>
                <a:gd name="connsiteX21" fmla="*/ 347902 w 496144"/>
                <a:gd name="connsiteY21" fmla="*/ 359929 h 397916"/>
                <a:gd name="connsiteX22" fmla="*/ 411231 w 496144"/>
                <a:gd name="connsiteY22" fmla="*/ 304350 h 397916"/>
                <a:gd name="connsiteX23" fmla="*/ 489140 w 496144"/>
                <a:gd name="connsiteY23" fmla="*/ 138282 h 397916"/>
                <a:gd name="connsiteX24" fmla="*/ 490473 w 496144"/>
                <a:gd name="connsiteY24" fmla="*/ 54372 h 397916"/>
                <a:gd name="connsiteX25" fmla="*/ 429645 w 496144"/>
                <a:gd name="connsiteY25" fmla="*/ 8793 h 397916"/>
                <a:gd name="connsiteX26" fmla="*/ 257577 w 496144"/>
                <a:gd name="connsiteY26" fmla="*/ 19959 h 397916"/>
                <a:gd name="connsiteX27" fmla="*/ 161336 w 496144"/>
                <a:gd name="connsiteY27" fmla="*/ 63788 h 397916"/>
                <a:gd name="connsiteX28" fmla="*/ 93509 w 496144"/>
                <a:gd name="connsiteY28" fmla="*/ 119617 h 397916"/>
                <a:gd name="connsiteX29" fmla="*/ 91925 w 496144"/>
                <a:gd name="connsiteY29" fmla="*/ 111117 h 397916"/>
                <a:gd name="connsiteX30" fmla="*/ 84343 w 496144"/>
                <a:gd name="connsiteY30" fmla="*/ 108534 h 397916"/>
                <a:gd name="connsiteX31" fmla="*/ 60762 w 496144"/>
                <a:gd name="connsiteY31" fmla="*/ 146697 h 397916"/>
                <a:gd name="connsiteX32" fmla="*/ 60762 w 496144"/>
                <a:gd name="connsiteY32" fmla="*/ 146697 h 397916"/>
                <a:gd name="connsiteX33" fmla="*/ 225831 w 496144"/>
                <a:gd name="connsiteY33" fmla="*/ 48623 h 397916"/>
                <a:gd name="connsiteX34" fmla="*/ 378817 w 496144"/>
                <a:gd name="connsiteY34" fmla="*/ 16959 h 397916"/>
                <a:gd name="connsiteX35" fmla="*/ 456726 w 496144"/>
                <a:gd name="connsiteY35" fmla="*/ 39541 h 397916"/>
                <a:gd name="connsiteX36" fmla="*/ 479557 w 496144"/>
                <a:gd name="connsiteY36" fmla="*/ 76454 h 397916"/>
                <a:gd name="connsiteX37" fmla="*/ 477641 w 496144"/>
                <a:gd name="connsiteY37" fmla="*/ 114284 h 397916"/>
                <a:gd name="connsiteX38" fmla="*/ 460559 w 496144"/>
                <a:gd name="connsiteY38" fmla="*/ 192194 h 397916"/>
                <a:gd name="connsiteX39" fmla="*/ 423979 w 496144"/>
                <a:gd name="connsiteY39" fmla="*/ 266104 h 397916"/>
                <a:gd name="connsiteX40" fmla="*/ 361152 w 496144"/>
                <a:gd name="connsiteY40" fmla="*/ 336680 h 397916"/>
                <a:gd name="connsiteX41" fmla="*/ 322322 w 496144"/>
                <a:gd name="connsiteY41" fmla="*/ 359929 h 397916"/>
                <a:gd name="connsiteX42" fmla="*/ 289908 w 496144"/>
                <a:gd name="connsiteY42" fmla="*/ 372677 h 397916"/>
                <a:gd name="connsiteX43" fmla="*/ 234746 w 496144"/>
                <a:gd name="connsiteY43" fmla="*/ 348012 h 397916"/>
                <a:gd name="connsiteX44" fmla="*/ 211414 w 496144"/>
                <a:gd name="connsiteY44" fmla="*/ 332931 h 397916"/>
                <a:gd name="connsiteX45" fmla="*/ 232580 w 496144"/>
                <a:gd name="connsiteY45" fmla="*/ 331598 h 397916"/>
                <a:gd name="connsiteX46" fmla="*/ 283742 w 496144"/>
                <a:gd name="connsiteY46" fmla="*/ 316099 h 397916"/>
                <a:gd name="connsiteX47" fmla="*/ 281742 w 496144"/>
                <a:gd name="connsiteY47" fmla="*/ 306100 h 397916"/>
                <a:gd name="connsiteX48" fmla="*/ 225664 w 496144"/>
                <a:gd name="connsiteY48" fmla="*/ 291351 h 397916"/>
                <a:gd name="connsiteX49" fmla="*/ 193333 w 496144"/>
                <a:gd name="connsiteY49" fmla="*/ 286601 h 397916"/>
                <a:gd name="connsiteX50" fmla="*/ 181918 w 496144"/>
                <a:gd name="connsiteY50" fmla="*/ 284852 h 397916"/>
                <a:gd name="connsiteX51" fmla="*/ 209415 w 496144"/>
                <a:gd name="connsiteY51" fmla="*/ 271770 h 397916"/>
                <a:gd name="connsiteX52" fmla="*/ 243995 w 496144"/>
                <a:gd name="connsiteY52" fmla="*/ 249022 h 397916"/>
                <a:gd name="connsiteX53" fmla="*/ 240329 w 496144"/>
                <a:gd name="connsiteY53" fmla="*/ 238606 h 397916"/>
                <a:gd name="connsiteX54" fmla="*/ 200166 w 496144"/>
                <a:gd name="connsiteY54" fmla="*/ 242939 h 397916"/>
                <a:gd name="connsiteX55" fmla="*/ 155503 w 496144"/>
                <a:gd name="connsiteY55" fmla="*/ 258437 h 397916"/>
                <a:gd name="connsiteX56" fmla="*/ 164086 w 496144"/>
                <a:gd name="connsiteY56" fmla="*/ 237189 h 397916"/>
                <a:gd name="connsiteX57" fmla="*/ 177001 w 496144"/>
                <a:gd name="connsiteY57" fmla="*/ 211858 h 397916"/>
                <a:gd name="connsiteX58" fmla="*/ 194583 w 496144"/>
                <a:gd name="connsiteY58" fmla="*/ 177028 h 397916"/>
                <a:gd name="connsiteX59" fmla="*/ 185500 w 496144"/>
                <a:gd name="connsiteY59" fmla="*/ 171028 h 397916"/>
                <a:gd name="connsiteX60" fmla="*/ 148671 w 496144"/>
                <a:gd name="connsiteY60" fmla="*/ 199776 h 397916"/>
                <a:gd name="connsiteX61" fmla="*/ 129422 w 496144"/>
                <a:gd name="connsiteY61" fmla="*/ 216774 h 397916"/>
                <a:gd name="connsiteX62" fmla="*/ 121090 w 496144"/>
                <a:gd name="connsiteY62" fmla="*/ 224857 h 397916"/>
                <a:gd name="connsiteX63" fmla="*/ 127422 w 496144"/>
                <a:gd name="connsiteY63" fmla="*/ 183278 h 397916"/>
                <a:gd name="connsiteX64" fmla="*/ 138671 w 496144"/>
                <a:gd name="connsiteY64" fmla="*/ 133532 h 397916"/>
                <a:gd name="connsiteX65" fmla="*/ 128506 w 496144"/>
                <a:gd name="connsiteY65" fmla="*/ 128616 h 397916"/>
                <a:gd name="connsiteX66" fmla="*/ 102174 w 496144"/>
                <a:gd name="connsiteY66" fmla="*/ 163696 h 397916"/>
                <a:gd name="connsiteX67" fmla="*/ 86759 w 496144"/>
                <a:gd name="connsiteY67" fmla="*/ 191527 h 397916"/>
                <a:gd name="connsiteX68" fmla="*/ 89426 w 496144"/>
                <a:gd name="connsiteY68" fmla="*/ 150114 h 397916"/>
                <a:gd name="connsiteX69" fmla="*/ 91759 w 496144"/>
                <a:gd name="connsiteY69" fmla="*/ 137198 h 397916"/>
                <a:gd name="connsiteX70" fmla="*/ 225831 w 496144"/>
                <a:gd name="connsiteY70" fmla="*/ 48623 h 397916"/>
                <a:gd name="connsiteX71" fmla="*/ 225831 w 496144"/>
                <a:gd name="connsiteY71" fmla="*/ 48623 h 397916"/>
                <a:gd name="connsiteX72" fmla="*/ 80677 w 496144"/>
                <a:gd name="connsiteY72" fmla="*/ 139365 h 397916"/>
                <a:gd name="connsiteX73" fmla="*/ 77343 w 496144"/>
                <a:gd name="connsiteY73" fmla="*/ 168696 h 397916"/>
                <a:gd name="connsiteX74" fmla="*/ 80260 w 496144"/>
                <a:gd name="connsiteY74" fmla="*/ 205442 h 397916"/>
                <a:gd name="connsiteX75" fmla="*/ 88759 w 496144"/>
                <a:gd name="connsiteY75" fmla="*/ 207109 h 397916"/>
                <a:gd name="connsiteX76" fmla="*/ 107674 w 496144"/>
                <a:gd name="connsiteY76" fmla="*/ 177945 h 397916"/>
                <a:gd name="connsiteX77" fmla="*/ 122757 w 496144"/>
                <a:gd name="connsiteY77" fmla="*/ 156030 h 397916"/>
                <a:gd name="connsiteX78" fmla="*/ 116673 w 496144"/>
                <a:gd name="connsiteY78" fmla="*/ 183027 h 397916"/>
                <a:gd name="connsiteX79" fmla="*/ 109591 w 496144"/>
                <a:gd name="connsiteY79" fmla="*/ 236440 h 397916"/>
                <a:gd name="connsiteX80" fmla="*/ 117507 w 496144"/>
                <a:gd name="connsiteY80" fmla="*/ 241689 h 397916"/>
                <a:gd name="connsiteX81" fmla="*/ 148170 w 496144"/>
                <a:gd name="connsiteY81" fmla="*/ 216858 h 397916"/>
                <a:gd name="connsiteX82" fmla="*/ 172835 w 496144"/>
                <a:gd name="connsiteY82" fmla="*/ 195360 h 397916"/>
                <a:gd name="connsiteX83" fmla="*/ 169668 w 496144"/>
                <a:gd name="connsiteY83" fmla="*/ 200776 h 397916"/>
                <a:gd name="connsiteX84" fmla="*/ 156004 w 496144"/>
                <a:gd name="connsiteY84" fmla="*/ 229107 h 397916"/>
                <a:gd name="connsiteX85" fmla="*/ 146754 w 496144"/>
                <a:gd name="connsiteY85" fmla="*/ 269770 h 397916"/>
                <a:gd name="connsiteX86" fmla="*/ 151754 w 496144"/>
                <a:gd name="connsiteY86" fmla="*/ 271437 h 397916"/>
                <a:gd name="connsiteX87" fmla="*/ 192083 w 496144"/>
                <a:gd name="connsiteY87" fmla="*/ 258938 h 397916"/>
                <a:gd name="connsiteX88" fmla="*/ 222080 w 496144"/>
                <a:gd name="connsiteY88" fmla="*/ 250938 h 397916"/>
                <a:gd name="connsiteX89" fmla="*/ 198583 w 496144"/>
                <a:gd name="connsiteY89" fmla="*/ 262603 h 397916"/>
                <a:gd name="connsiteX90" fmla="*/ 161170 w 496144"/>
                <a:gd name="connsiteY90" fmla="*/ 279852 h 397916"/>
                <a:gd name="connsiteX91" fmla="*/ 156753 w 496144"/>
                <a:gd name="connsiteY91" fmla="*/ 288851 h 397916"/>
                <a:gd name="connsiteX92" fmla="*/ 166585 w 496144"/>
                <a:gd name="connsiteY92" fmla="*/ 295351 h 397916"/>
                <a:gd name="connsiteX93" fmla="*/ 198416 w 496144"/>
                <a:gd name="connsiteY93" fmla="*/ 300934 h 397916"/>
                <a:gd name="connsiteX94" fmla="*/ 265160 w 496144"/>
                <a:gd name="connsiteY94" fmla="*/ 313182 h 397916"/>
                <a:gd name="connsiteX95" fmla="*/ 226497 w 496144"/>
                <a:gd name="connsiteY95" fmla="*/ 318848 h 397916"/>
                <a:gd name="connsiteX96" fmla="*/ 185001 w 496144"/>
                <a:gd name="connsiteY96" fmla="*/ 315183 h 397916"/>
                <a:gd name="connsiteX97" fmla="*/ 178168 w 496144"/>
                <a:gd name="connsiteY97" fmla="*/ 325598 h 397916"/>
                <a:gd name="connsiteX98" fmla="*/ 246162 w 496144"/>
                <a:gd name="connsiteY98" fmla="*/ 367678 h 397916"/>
                <a:gd name="connsiteX99" fmla="*/ 279325 w 496144"/>
                <a:gd name="connsiteY99" fmla="*/ 381343 h 397916"/>
                <a:gd name="connsiteX100" fmla="*/ 287574 w 496144"/>
                <a:gd name="connsiteY100" fmla="*/ 383843 h 397916"/>
                <a:gd name="connsiteX101" fmla="*/ 288325 w 496144"/>
                <a:gd name="connsiteY101" fmla="*/ 385676 h 397916"/>
                <a:gd name="connsiteX102" fmla="*/ 270909 w 496144"/>
                <a:gd name="connsiteY102" fmla="*/ 386343 h 397916"/>
                <a:gd name="connsiteX103" fmla="*/ 193749 w 496144"/>
                <a:gd name="connsiteY103" fmla="*/ 370761 h 397916"/>
                <a:gd name="connsiteX104" fmla="*/ 167252 w 496144"/>
                <a:gd name="connsiteY104" fmla="*/ 358512 h 397916"/>
                <a:gd name="connsiteX105" fmla="*/ 147087 w 496144"/>
                <a:gd name="connsiteY105" fmla="*/ 341180 h 397916"/>
                <a:gd name="connsiteX106" fmla="*/ 128005 w 496144"/>
                <a:gd name="connsiteY106" fmla="*/ 318515 h 397916"/>
                <a:gd name="connsiteX107" fmla="*/ 122506 w 496144"/>
                <a:gd name="connsiteY107" fmla="*/ 309766 h 397916"/>
                <a:gd name="connsiteX108" fmla="*/ 115590 w 496144"/>
                <a:gd name="connsiteY108" fmla="*/ 309350 h 397916"/>
                <a:gd name="connsiteX109" fmla="*/ 79927 w 496144"/>
                <a:gd name="connsiteY109" fmla="*/ 338930 h 397916"/>
                <a:gd name="connsiteX110" fmla="*/ 55679 w 496144"/>
                <a:gd name="connsiteY110" fmla="*/ 357428 h 397916"/>
                <a:gd name="connsiteX111" fmla="*/ 26682 w 496144"/>
                <a:gd name="connsiteY111" fmla="*/ 354262 h 397916"/>
                <a:gd name="connsiteX112" fmla="*/ 15433 w 496144"/>
                <a:gd name="connsiteY112" fmla="*/ 338430 h 397916"/>
                <a:gd name="connsiteX113" fmla="*/ 40264 w 496144"/>
                <a:gd name="connsiteY113" fmla="*/ 326265 h 397916"/>
                <a:gd name="connsiteX114" fmla="*/ 90509 w 496144"/>
                <a:gd name="connsiteY114" fmla="*/ 296767 h 397916"/>
                <a:gd name="connsiteX115" fmla="*/ 98175 w 496144"/>
                <a:gd name="connsiteY115" fmla="*/ 276352 h 397916"/>
                <a:gd name="connsiteX116" fmla="*/ 72011 w 496144"/>
                <a:gd name="connsiteY116" fmla="*/ 221858 h 397916"/>
                <a:gd name="connsiteX117" fmla="*/ 68345 w 496144"/>
                <a:gd name="connsiteY117" fmla="*/ 167945 h 397916"/>
                <a:gd name="connsiteX118" fmla="*/ 75927 w 496144"/>
                <a:gd name="connsiteY118" fmla="*/ 141365 h 397916"/>
                <a:gd name="connsiteX119" fmla="*/ 82676 w 496144"/>
                <a:gd name="connsiteY119" fmla="*/ 127199 h 397916"/>
                <a:gd name="connsiteX120" fmla="*/ 80677 w 496144"/>
                <a:gd name="connsiteY120" fmla="*/ 139365 h 397916"/>
                <a:gd name="connsiteX121" fmla="*/ 80677 w 496144"/>
                <a:gd name="connsiteY121" fmla="*/ 139365 h 3979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496144" h="397916">
                  <a:moveTo>
                    <a:pt x="60762" y="146697"/>
                  </a:moveTo>
                  <a:cubicBezTo>
                    <a:pt x="54512" y="164613"/>
                    <a:pt x="52596" y="184444"/>
                    <a:pt x="55512" y="203109"/>
                  </a:cubicBezTo>
                  <a:cubicBezTo>
                    <a:pt x="58929" y="224690"/>
                    <a:pt x="65594" y="243522"/>
                    <a:pt x="76427" y="262521"/>
                  </a:cubicBezTo>
                  <a:cubicBezTo>
                    <a:pt x="79093" y="267187"/>
                    <a:pt x="85010" y="273853"/>
                    <a:pt x="85759" y="279269"/>
                  </a:cubicBezTo>
                  <a:cubicBezTo>
                    <a:pt x="86676" y="285602"/>
                    <a:pt x="82927" y="287435"/>
                    <a:pt x="77761" y="290934"/>
                  </a:cubicBezTo>
                  <a:cubicBezTo>
                    <a:pt x="66428" y="298684"/>
                    <a:pt x="55013" y="306100"/>
                    <a:pt x="43097" y="312849"/>
                  </a:cubicBezTo>
                  <a:cubicBezTo>
                    <a:pt x="33181" y="318432"/>
                    <a:pt x="22848" y="323265"/>
                    <a:pt x="12766" y="328681"/>
                  </a:cubicBezTo>
                  <a:cubicBezTo>
                    <a:pt x="7850" y="331347"/>
                    <a:pt x="1767" y="333597"/>
                    <a:pt x="267" y="339680"/>
                  </a:cubicBezTo>
                  <a:cubicBezTo>
                    <a:pt x="-2733" y="351846"/>
                    <a:pt x="20349" y="363012"/>
                    <a:pt x="28681" y="367178"/>
                  </a:cubicBezTo>
                  <a:cubicBezTo>
                    <a:pt x="43430" y="374511"/>
                    <a:pt x="56345" y="370177"/>
                    <a:pt x="69511" y="361678"/>
                  </a:cubicBezTo>
                  <a:cubicBezTo>
                    <a:pt x="78927" y="355595"/>
                    <a:pt x="87343" y="348179"/>
                    <a:pt x="95925" y="341180"/>
                  </a:cubicBezTo>
                  <a:cubicBezTo>
                    <a:pt x="101842" y="336347"/>
                    <a:pt x="108924" y="329098"/>
                    <a:pt x="116007" y="324598"/>
                  </a:cubicBezTo>
                  <a:cubicBezTo>
                    <a:pt x="116923" y="327598"/>
                    <a:pt x="118173" y="331764"/>
                    <a:pt x="119173" y="333348"/>
                  </a:cubicBezTo>
                  <a:cubicBezTo>
                    <a:pt x="121590" y="337014"/>
                    <a:pt x="124673" y="340014"/>
                    <a:pt x="128005" y="342680"/>
                  </a:cubicBezTo>
                  <a:cubicBezTo>
                    <a:pt x="131255" y="346013"/>
                    <a:pt x="135172" y="348929"/>
                    <a:pt x="139588" y="352096"/>
                  </a:cubicBezTo>
                  <a:cubicBezTo>
                    <a:pt x="145504" y="356345"/>
                    <a:pt x="151504" y="360428"/>
                    <a:pt x="157670" y="364261"/>
                  </a:cubicBezTo>
                  <a:cubicBezTo>
                    <a:pt x="160086" y="365844"/>
                    <a:pt x="162586" y="367344"/>
                    <a:pt x="165086" y="368761"/>
                  </a:cubicBezTo>
                  <a:cubicBezTo>
                    <a:pt x="171585" y="372594"/>
                    <a:pt x="178251" y="376094"/>
                    <a:pt x="185168" y="379177"/>
                  </a:cubicBezTo>
                  <a:cubicBezTo>
                    <a:pt x="216998" y="393175"/>
                    <a:pt x="252828" y="399675"/>
                    <a:pt x="287491" y="397508"/>
                  </a:cubicBezTo>
                  <a:cubicBezTo>
                    <a:pt x="293824" y="397091"/>
                    <a:pt x="306073" y="396842"/>
                    <a:pt x="306656" y="387926"/>
                  </a:cubicBezTo>
                  <a:cubicBezTo>
                    <a:pt x="306907" y="383843"/>
                    <a:pt x="303740" y="380510"/>
                    <a:pt x="299906" y="377927"/>
                  </a:cubicBezTo>
                  <a:cubicBezTo>
                    <a:pt x="316989" y="375010"/>
                    <a:pt x="334904" y="366844"/>
                    <a:pt x="347902" y="359929"/>
                  </a:cubicBezTo>
                  <a:cubicBezTo>
                    <a:pt x="372817" y="346679"/>
                    <a:pt x="392898" y="325515"/>
                    <a:pt x="411231" y="304350"/>
                  </a:cubicBezTo>
                  <a:cubicBezTo>
                    <a:pt x="452560" y="256688"/>
                    <a:pt x="478558" y="200276"/>
                    <a:pt x="489140" y="138282"/>
                  </a:cubicBezTo>
                  <a:cubicBezTo>
                    <a:pt x="493639" y="111951"/>
                    <a:pt x="501639" y="79953"/>
                    <a:pt x="490473" y="54372"/>
                  </a:cubicBezTo>
                  <a:cubicBezTo>
                    <a:pt x="480224" y="30708"/>
                    <a:pt x="453143" y="16043"/>
                    <a:pt x="429645" y="8793"/>
                  </a:cubicBezTo>
                  <a:cubicBezTo>
                    <a:pt x="374067" y="-8372"/>
                    <a:pt x="311489" y="1877"/>
                    <a:pt x="257577" y="19959"/>
                  </a:cubicBezTo>
                  <a:cubicBezTo>
                    <a:pt x="223748" y="31291"/>
                    <a:pt x="191916" y="45123"/>
                    <a:pt x="161336" y="63788"/>
                  </a:cubicBezTo>
                  <a:cubicBezTo>
                    <a:pt x="136338" y="79120"/>
                    <a:pt x="112091" y="96869"/>
                    <a:pt x="93509" y="119617"/>
                  </a:cubicBezTo>
                  <a:cubicBezTo>
                    <a:pt x="93342" y="116700"/>
                    <a:pt x="92925" y="113784"/>
                    <a:pt x="91925" y="111117"/>
                  </a:cubicBezTo>
                  <a:cubicBezTo>
                    <a:pt x="90926" y="108201"/>
                    <a:pt x="86843" y="107285"/>
                    <a:pt x="84343" y="108534"/>
                  </a:cubicBezTo>
                  <a:cubicBezTo>
                    <a:pt x="72678" y="114200"/>
                    <a:pt x="64845" y="135115"/>
                    <a:pt x="60762" y="146697"/>
                  </a:cubicBezTo>
                  <a:lnTo>
                    <a:pt x="60762" y="146697"/>
                  </a:lnTo>
                  <a:close/>
                  <a:moveTo>
                    <a:pt x="225831" y="48623"/>
                  </a:moveTo>
                  <a:cubicBezTo>
                    <a:pt x="273743" y="28958"/>
                    <a:pt x="326488" y="13293"/>
                    <a:pt x="378817" y="16959"/>
                  </a:cubicBezTo>
                  <a:cubicBezTo>
                    <a:pt x="406647" y="18876"/>
                    <a:pt x="433478" y="22875"/>
                    <a:pt x="456726" y="39541"/>
                  </a:cubicBezTo>
                  <a:cubicBezTo>
                    <a:pt x="469975" y="49040"/>
                    <a:pt x="478558" y="59539"/>
                    <a:pt x="479557" y="76454"/>
                  </a:cubicBezTo>
                  <a:cubicBezTo>
                    <a:pt x="480307" y="88953"/>
                    <a:pt x="479391" y="101868"/>
                    <a:pt x="477641" y="114284"/>
                  </a:cubicBezTo>
                  <a:cubicBezTo>
                    <a:pt x="473974" y="140698"/>
                    <a:pt x="469975" y="167196"/>
                    <a:pt x="460559" y="192194"/>
                  </a:cubicBezTo>
                  <a:cubicBezTo>
                    <a:pt x="450810" y="218358"/>
                    <a:pt x="439395" y="242855"/>
                    <a:pt x="423979" y="266104"/>
                  </a:cubicBezTo>
                  <a:cubicBezTo>
                    <a:pt x="406898" y="291934"/>
                    <a:pt x="385150" y="317182"/>
                    <a:pt x="361152" y="336680"/>
                  </a:cubicBezTo>
                  <a:cubicBezTo>
                    <a:pt x="349236" y="346430"/>
                    <a:pt x="336403" y="353929"/>
                    <a:pt x="322322" y="359929"/>
                  </a:cubicBezTo>
                  <a:cubicBezTo>
                    <a:pt x="312822" y="364011"/>
                    <a:pt x="301073" y="369677"/>
                    <a:pt x="289908" y="372677"/>
                  </a:cubicBezTo>
                  <a:cubicBezTo>
                    <a:pt x="270909" y="365178"/>
                    <a:pt x="252411" y="358845"/>
                    <a:pt x="234746" y="348012"/>
                  </a:cubicBezTo>
                  <a:cubicBezTo>
                    <a:pt x="226831" y="343180"/>
                    <a:pt x="219081" y="338097"/>
                    <a:pt x="211414" y="332931"/>
                  </a:cubicBezTo>
                  <a:cubicBezTo>
                    <a:pt x="218747" y="332848"/>
                    <a:pt x="225996" y="332097"/>
                    <a:pt x="232580" y="331598"/>
                  </a:cubicBezTo>
                  <a:cubicBezTo>
                    <a:pt x="247911" y="330431"/>
                    <a:pt x="274409" y="330764"/>
                    <a:pt x="283742" y="316099"/>
                  </a:cubicBezTo>
                  <a:cubicBezTo>
                    <a:pt x="285908" y="312682"/>
                    <a:pt x="284825" y="308516"/>
                    <a:pt x="281742" y="306100"/>
                  </a:cubicBezTo>
                  <a:cubicBezTo>
                    <a:pt x="266576" y="294517"/>
                    <a:pt x="243912" y="293851"/>
                    <a:pt x="225664" y="291351"/>
                  </a:cubicBezTo>
                  <a:cubicBezTo>
                    <a:pt x="214831" y="289935"/>
                    <a:pt x="204082" y="288435"/>
                    <a:pt x="193333" y="286601"/>
                  </a:cubicBezTo>
                  <a:cubicBezTo>
                    <a:pt x="191500" y="286268"/>
                    <a:pt x="186750" y="285602"/>
                    <a:pt x="181918" y="284852"/>
                  </a:cubicBezTo>
                  <a:cubicBezTo>
                    <a:pt x="191167" y="280769"/>
                    <a:pt x="200249" y="276103"/>
                    <a:pt x="209415" y="271770"/>
                  </a:cubicBezTo>
                  <a:cubicBezTo>
                    <a:pt x="221830" y="265853"/>
                    <a:pt x="236246" y="260937"/>
                    <a:pt x="243995" y="249022"/>
                  </a:cubicBezTo>
                  <a:cubicBezTo>
                    <a:pt x="246662" y="245022"/>
                    <a:pt x="244496" y="240356"/>
                    <a:pt x="240329" y="238606"/>
                  </a:cubicBezTo>
                  <a:cubicBezTo>
                    <a:pt x="228413" y="233523"/>
                    <a:pt x="211915" y="239772"/>
                    <a:pt x="200166" y="242939"/>
                  </a:cubicBezTo>
                  <a:cubicBezTo>
                    <a:pt x="194666" y="244439"/>
                    <a:pt x="157169" y="260271"/>
                    <a:pt x="155503" y="258437"/>
                  </a:cubicBezTo>
                  <a:cubicBezTo>
                    <a:pt x="153587" y="256354"/>
                    <a:pt x="162919" y="239689"/>
                    <a:pt x="164086" y="237189"/>
                  </a:cubicBezTo>
                  <a:cubicBezTo>
                    <a:pt x="168169" y="228607"/>
                    <a:pt x="172585" y="220274"/>
                    <a:pt x="177001" y="211858"/>
                  </a:cubicBezTo>
                  <a:cubicBezTo>
                    <a:pt x="182501" y="201526"/>
                    <a:pt x="192833" y="188777"/>
                    <a:pt x="194583" y="177028"/>
                  </a:cubicBezTo>
                  <a:cubicBezTo>
                    <a:pt x="195333" y="172362"/>
                    <a:pt x="189417" y="168862"/>
                    <a:pt x="185500" y="171028"/>
                  </a:cubicBezTo>
                  <a:cubicBezTo>
                    <a:pt x="171835" y="178611"/>
                    <a:pt x="160419" y="189610"/>
                    <a:pt x="148671" y="199776"/>
                  </a:cubicBezTo>
                  <a:cubicBezTo>
                    <a:pt x="142255" y="205359"/>
                    <a:pt x="135922" y="211108"/>
                    <a:pt x="129422" y="216774"/>
                  </a:cubicBezTo>
                  <a:cubicBezTo>
                    <a:pt x="126756" y="219108"/>
                    <a:pt x="124006" y="222107"/>
                    <a:pt x="121090" y="224857"/>
                  </a:cubicBezTo>
                  <a:cubicBezTo>
                    <a:pt x="122340" y="210942"/>
                    <a:pt x="125089" y="197026"/>
                    <a:pt x="127422" y="183278"/>
                  </a:cubicBezTo>
                  <a:cubicBezTo>
                    <a:pt x="130255" y="166612"/>
                    <a:pt x="137588" y="150280"/>
                    <a:pt x="138671" y="133532"/>
                  </a:cubicBezTo>
                  <a:cubicBezTo>
                    <a:pt x="139005" y="128533"/>
                    <a:pt x="132255" y="124699"/>
                    <a:pt x="128506" y="128616"/>
                  </a:cubicBezTo>
                  <a:cubicBezTo>
                    <a:pt x="118424" y="138948"/>
                    <a:pt x="110507" y="151864"/>
                    <a:pt x="102174" y="163696"/>
                  </a:cubicBezTo>
                  <a:cubicBezTo>
                    <a:pt x="96425" y="171779"/>
                    <a:pt x="92343" y="182694"/>
                    <a:pt x="86759" y="191527"/>
                  </a:cubicBezTo>
                  <a:cubicBezTo>
                    <a:pt x="84426" y="178611"/>
                    <a:pt x="88093" y="160446"/>
                    <a:pt x="89426" y="150114"/>
                  </a:cubicBezTo>
                  <a:cubicBezTo>
                    <a:pt x="89926" y="146031"/>
                    <a:pt x="90926" y="141615"/>
                    <a:pt x="91759" y="137198"/>
                  </a:cubicBezTo>
                  <a:cubicBezTo>
                    <a:pt x="130172" y="100535"/>
                    <a:pt x="176585" y="68788"/>
                    <a:pt x="225831" y="48623"/>
                  </a:cubicBezTo>
                  <a:lnTo>
                    <a:pt x="225831" y="48623"/>
                  </a:lnTo>
                  <a:close/>
                  <a:moveTo>
                    <a:pt x="80677" y="139365"/>
                  </a:moveTo>
                  <a:cubicBezTo>
                    <a:pt x="79427" y="149114"/>
                    <a:pt x="78010" y="158863"/>
                    <a:pt x="77343" y="168696"/>
                  </a:cubicBezTo>
                  <a:cubicBezTo>
                    <a:pt x="76594" y="179944"/>
                    <a:pt x="74260" y="195193"/>
                    <a:pt x="80260" y="205442"/>
                  </a:cubicBezTo>
                  <a:cubicBezTo>
                    <a:pt x="81927" y="208275"/>
                    <a:pt x="86093" y="209775"/>
                    <a:pt x="88759" y="207109"/>
                  </a:cubicBezTo>
                  <a:cubicBezTo>
                    <a:pt x="96758" y="199276"/>
                    <a:pt x="101258" y="187110"/>
                    <a:pt x="107674" y="177945"/>
                  </a:cubicBezTo>
                  <a:cubicBezTo>
                    <a:pt x="112590" y="170945"/>
                    <a:pt x="117507" y="163363"/>
                    <a:pt x="122757" y="156030"/>
                  </a:cubicBezTo>
                  <a:cubicBezTo>
                    <a:pt x="120507" y="165029"/>
                    <a:pt x="117923" y="174112"/>
                    <a:pt x="116673" y="183027"/>
                  </a:cubicBezTo>
                  <a:cubicBezTo>
                    <a:pt x="114174" y="200692"/>
                    <a:pt x="110674" y="218691"/>
                    <a:pt x="109591" y="236440"/>
                  </a:cubicBezTo>
                  <a:cubicBezTo>
                    <a:pt x="109340" y="240606"/>
                    <a:pt x="113840" y="243355"/>
                    <a:pt x="117507" y="241689"/>
                  </a:cubicBezTo>
                  <a:cubicBezTo>
                    <a:pt x="128589" y="236523"/>
                    <a:pt x="138921" y="224857"/>
                    <a:pt x="148170" y="216858"/>
                  </a:cubicBezTo>
                  <a:cubicBezTo>
                    <a:pt x="156253" y="209859"/>
                    <a:pt x="164336" y="202192"/>
                    <a:pt x="172835" y="195360"/>
                  </a:cubicBezTo>
                  <a:cubicBezTo>
                    <a:pt x="171585" y="197360"/>
                    <a:pt x="170502" y="199193"/>
                    <a:pt x="169668" y="200776"/>
                  </a:cubicBezTo>
                  <a:cubicBezTo>
                    <a:pt x="165002" y="210192"/>
                    <a:pt x="160336" y="219524"/>
                    <a:pt x="156004" y="229107"/>
                  </a:cubicBezTo>
                  <a:cubicBezTo>
                    <a:pt x="151504" y="239106"/>
                    <a:pt x="139172" y="259104"/>
                    <a:pt x="146754" y="269770"/>
                  </a:cubicBezTo>
                  <a:cubicBezTo>
                    <a:pt x="147920" y="271353"/>
                    <a:pt x="150003" y="271686"/>
                    <a:pt x="151754" y="271437"/>
                  </a:cubicBezTo>
                  <a:cubicBezTo>
                    <a:pt x="165253" y="270020"/>
                    <a:pt x="179002" y="262854"/>
                    <a:pt x="192083" y="258938"/>
                  </a:cubicBezTo>
                  <a:cubicBezTo>
                    <a:pt x="199416" y="256771"/>
                    <a:pt x="211498" y="252271"/>
                    <a:pt x="222080" y="250938"/>
                  </a:cubicBezTo>
                  <a:cubicBezTo>
                    <a:pt x="214581" y="255688"/>
                    <a:pt x="205582" y="259021"/>
                    <a:pt x="198583" y="262603"/>
                  </a:cubicBezTo>
                  <a:cubicBezTo>
                    <a:pt x="186417" y="268770"/>
                    <a:pt x="174251" y="275769"/>
                    <a:pt x="161170" y="279852"/>
                  </a:cubicBezTo>
                  <a:cubicBezTo>
                    <a:pt x="157087" y="281102"/>
                    <a:pt x="155170" y="284768"/>
                    <a:pt x="156753" y="288851"/>
                  </a:cubicBezTo>
                  <a:cubicBezTo>
                    <a:pt x="158670" y="293518"/>
                    <a:pt x="162086" y="294184"/>
                    <a:pt x="166585" y="295351"/>
                  </a:cubicBezTo>
                  <a:cubicBezTo>
                    <a:pt x="176835" y="297934"/>
                    <a:pt x="187917" y="299100"/>
                    <a:pt x="198416" y="300934"/>
                  </a:cubicBezTo>
                  <a:cubicBezTo>
                    <a:pt x="217914" y="304350"/>
                    <a:pt x="245911" y="304017"/>
                    <a:pt x="265160" y="313182"/>
                  </a:cubicBezTo>
                  <a:cubicBezTo>
                    <a:pt x="254077" y="317849"/>
                    <a:pt x="234163" y="318182"/>
                    <a:pt x="226497" y="318848"/>
                  </a:cubicBezTo>
                  <a:cubicBezTo>
                    <a:pt x="213831" y="319932"/>
                    <a:pt x="196083" y="322515"/>
                    <a:pt x="185001" y="315183"/>
                  </a:cubicBezTo>
                  <a:cubicBezTo>
                    <a:pt x="178334" y="310766"/>
                    <a:pt x="171502" y="321182"/>
                    <a:pt x="178168" y="325598"/>
                  </a:cubicBezTo>
                  <a:cubicBezTo>
                    <a:pt x="200249" y="340180"/>
                    <a:pt x="222247" y="356179"/>
                    <a:pt x="246162" y="367678"/>
                  </a:cubicBezTo>
                  <a:cubicBezTo>
                    <a:pt x="256911" y="372844"/>
                    <a:pt x="267910" y="377677"/>
                    <a:pt x="279325" y="381343"/>
                  </a:cubicBezTo>
                  <a:cubicBezTo>
                    <a:pt x="282076" y="382093"/>
                    <a:pt x="284908" y="382926"/>
                    <a:pt x="287574" y="383843"/>
                  </a:cubicBezTo>
                  <a:cubicBezTo>
                    <a:pt x="295824" y="387676"/>
                    <a:pt x="296074" y="388259"/>
                    <a:pt x="288325" y="385676"/>
                  </a:cubicBezTo>
                  <a:cubicBezTo>
                    <a:pt x="282575" y="386343"/>
                    <a:pt x="276659" y="386426"/>
                    <a:pt x="270909" y="386343"/>
                  </a:cubicBezTo>
                  <a:cubicBezTo>
                    <a:pt x="244912" y="386176"/>
                    <a:pt x="218164" y="379426"/>
                    <a:pt x="193749" y="370761"/>
                  </a:cubicBezTo>
                  <a:cubicBezTo>
                    <a:pt x="184500" y="367428"/>
                    <a:pt x="175752" y="363261"/>
                    <a:pt x="167252" y="358512"/>
                  </a:cubicBezTo>
                  <a:cubicBezTo>
                    <a:pt x="160336" y="353012"/>
                    <a:pt x="153837" y="347096"/>
                    <a:pt x="147087" y="341180"/>
                  </a:cubicBezTo>
                  <a:cubicBezTo>
                    <a:pt x="138755" y="333847"/>
                    <a:pt x="132589" y="328931"/>
                    <a:pt x="128005" y="318515"/>
                  </a:cubicBezTo>
                  <a:cubicBezTo>
                    <a:pt x="126172" y="314349"/>
                    <a:pt x="126089" y="312849"/>
                    <a:pt x="122506" y="309766"/>
                  </a:cubicBezTo>
                  <a:cubicBezTo>
                    <a:pt x="120674" y="308183"/>
                    <a:pt x="117673" y="308433"/>
                    <a:pt x="115590" y="309350"/>
                  </a:cubicBezTo>
                  <a:cubicBezTo>
                    <a:pt x="102591" y="315265"/>
                    <a:pt x="90592" y="329514"/>
                    <a:pt x="79927" y="338930"/>
                  </a:cubicBezTo>
                  <a:cubicBezTo>
                    <a:pt x="72511" y="345429"/>
                    <a:pt x="64594" y="353012"/>
                    <a:pt x="55679" y="357428"/>
                  </a:cubicBezTo>
                  <a:cubicBezTo>
                    <a:pt x="44347" y="362928"/>
                    <a:pt x="37014" y="360262"/>
                    <a:pt x="26682" y="354262"/>
                  </a:cubicBezTo>
                  <a:cubicBezTo>
                    <a:pt x="20265" y="350513"/>
                    <a:pt x="7350" y="345763"/>
                    <a:pt x="15433" y="338430"/>
                  </a:cubicBezTo>
                  <a:cubicBezTo>
                    <a:pt x="21599" y="332848"/>
                    <a:pt x="32848" y="329931"/>
                    <a:pt x="40264" y="326265"/>
                  </a:cubicBezTo>
                  <a:cubicBezTo>
                    <a:pt x="57595" y="317599"/>
                    <a:pt x="74094" y="307100"/>
                    <a:pt x="90509" y="296767"/>
                  </a:cubicBezTo>
                  <a:cubicBezTo>
                    <a:pt x="99759" y="290934"/>
                    <a:pt x="102008" y="286685"/>
                    <a:pt x="98175" y="276352"/>
                  </a:cubicBezTo>
                  <a:cubicBezTo>
                    <a:pt x="91259" y="257271"/>
                    <a:pt x="77093" y="241855"/>
                    <a:pt x="72011" y="221858"/>
                  </a:cubicBezTo>
                  <a:cubicBezTo>
                    <a:pt x="67512" y="204193"/>
                    <a:pt x="65678" y="186028"/>
                    <a:pt x="68345" y="167945"/>
                  </a:cubicBezTo>
                  <a:cubicBezTo>
                    <a:pt x="69677" y="158780"/>
                    <a:pt x="72177" y="149781"/>
                    <a:pt x="75927" y="141365"/>
                  </a:cubicBezTo>
                  <a:cubicBezTo>
                    <a:pt x="77177" y="138698"/>
                    <a:pt x="79677" y="132532"/>
                    <a:pt x="82676" y="127199"/>
                  </a:cubicBezTo>
                  <a:cubicBezTo>
                    <a:pt x="82176" y="131365"/>
                    <a:pt x="81094" y="135782"/>
                    <a:pt x="80677" y="139365"/>
                  </a:cubicBezTo>
                  <a:lnTo>
                    <a:pt x="80677" y="139365"/>
                  </a:lnTo>
                  <a:close/>
                </a:path>
              </a:pathLst>
            </a:custGeom>
            <a:grpFill/>
            <a:ln w="8332" cap="flat">
              <a:noFill/>
              <a:prstDash val="solid"/>
              <a:miter/>
            </a:ln>
          </p:spPr>
          <p:txBody>
            <a:bodyPr rtlCol="0" anchor="ctr"/>
            <a:lstStyle/>
            <a:p>
              <a:endParaRPr lang="en-US"/>
            </a:p>
          </p:txBody>
        </p:sp>
        <p:sp>
          <p:nvSpPr>
            <p:cNvPr id="1987" name="Freeform: Shape 1986"/>
            <p:cNvSpPr/>
            <p:nvPr/>
          </p:nvSpPr>
          <p:spPr>
            <a:xfrm>
              <a:off x="8085666" y="4098213"/>
              <a:ext cx="26018" cy="21955"/>
            </a:xfrm>
            <a:custGeom>
              <a:avLst/>
              <a:gdLst>
                <a:gd name="connsiteX0" fmla="*/ 461 w 26018"/>
                <a:gd name="connsiteY0" fmla="*/ 9093 h 21955"/>
                <a:gd name="connsiteX1" fmla="*/ 960 w 26018"/>
                <a:gd name="connsiteY1" fmla="*/ 16260 h 21955"/>
                <a:gd name="connsiteX2" fmla="*/ 6627 w 26018"/>
                <a:gd name="connsiteY2" fmla="*/ 21176 h 21955"/>
                <a:gd name="connsiteX3" fmla="*/ 16959 w 26018"/>
                <a:gd name="connsiteY3" fmla="*/ 19676 h 21955"/>
                <a:gd name="connsiteX4" fmla="*/ 24542 w 26018"/>
                <a:gd name="connsiteY4" fmla="*/ 14760 h 21955"/>
                <a:gd name="connsiteX5" fmla="*/ 19708 w 26018"/>
                <a:gd name="connsiteY5" fmla="*/ 761 h 21955"/>
                <a:gd name="connsiteX6" fmla="*/ 10626 w 26018"/>
                <a:gd name="connsiteY6" fmla="*/ 678 h 21955"/>
                <a:gd name="connsiteX7" fmla="*/ 461 w 26018"/>
                <a:gd name="connsiteY7" fmla="*/ 9093 h 21955"/>
                <a:gd name="connsiteX8" fmla="*/ 461 w 26018"/>
                <a:gd name="connsiteY8" fmla="*/ 9093 h 21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18" h="21955">
                  <a:moveTo>
                    <a:pt x="461" y="9093"/>
                  </a:moveTo>
                  <a:cubicBezTo>
                    <a:pt x="-290" y="11260"/>
                    <a:pt x="-123" y="14343"/>
                    <a:pt x="960" y="16260"/>
                  </a:cubicBezTo>
                  <a:cubicBezTo>
                    <a:pt x="2294" y="18676"/>
                    <a:pt x="4127" y="20092"/>
                    <a:pt x="6627" y="21176"/>
                  </a:cubicBezTo>
                  <a:cubicBezTo>
                    <a:pt x="10126" y="22675"/>
                    <a:pt x="14043" y="21926"/>
                    <a:pt x="16959" y="19676"/>
                  </a:cubicBezTo>
                  <a:cubicBezTo>
                    <a:pt x="19959" y="19092"/>
                    <a:pt x="22875" y="17259"/>
                    <a:pt x="24542" y="14760"/>
                  </a:cubicBezTo>
                  <a:cubicBezTo>
                    <a:pt x="27791" y="9593"/>
                    <a:pt x="25458" y="2844"/>
                    <a:pt x="19708" y="761"/>
                  </a:cubicBezTo>
                  <a:cubicBezTo>
                    <a:pt x="16792" y="-239"/>
                    <a:pt x="13542" y="-239"/>
                    <a:pt x="10626" y="678"/>
                  </a:cubicBezTo>
                  <a:cubicBezTo>
                    <a:pt x="6126" y="2094"/>
                    <a:pt x="2127" y="4427"/>
                    <a:pt x="461" y="9093"/>
                  </a:cubicBezTo>
                  <a:lnTo>
                    <a:pt x="461" y="9093"/>
                  </a:lnTo>
                  <a:close/>
                </a:path>
              </a:pathLst>
            </a:custGeom>
            <a:grpFill/>
            <a:ln w="8332" cap="flat">
              <a:noFill/>
              <a:prstDash val="solid"/>
              <a:miter/>
            </a:ln>
          </p:spPr>
          <p:txBody>
            <a:bodyPr rtlCol="0" anchor="ctr"/>
            <a:lstStyle/>
            <a:p>
              <a:endParaRPr lang="en-US"/>
            </a:p>
          </p:txBody>
        </p:sp>
        <p:sp>
          <p:nvSpPr>
            <p:cNvPr id="1988" name="Freeform: Shape 1987"/>
            <p:cNvSpPr/>
            <p:nvPr/>
          </p:nvSpPr>
          <p:spPr>
            <a:xfrm>
              <a:off x="8067614" y="4044638"/>
              <a:ext cx="24481" cy="23440"/>
            </a:xfrm>
            <a:custGeom>
              <a:avLst/>
              <a:gdLst>
                <a:gd name="connsiteX0" fmla="*/ 347 w 24481"/>
                <a:gd name="connsiteY0" fmla="*/ 15673 h 23440"/>
                <a:gd name="connsiteX1" fmla="*/ 9263 w 24481"/>
                <a:gd name="connsiteY1" fmla="*/ 23422 h 23440"/>
                <a:gd name="connsiteX2" fmla="*/ 21928 w 24481"/>
                <a:gd name="connsiteY2" fmla="*/ 17173 h 23440"/>
                <a:gd name="connsiteX3" fmla="*/ 23178 w 24481"/>
                <a:gd name="connsiteY3" fmla="*/ 4340 h 23440"/>
                <a:gd name="connsiteX4" fmla="*/ 14513 w 24481"/>
                <a:gd name="connsiteY4" fmla="*/ 91 h 23440"/>
                <a:gd name="connsiteX5" fmla="*/ 11762 w 24481"/>
                <a:gd name="connsiteY5" fmla="*/ 924 h 23440"/>
                <a:gd name="connsiteX6" fmla="*/ 10346 w 24481"/>
                <a:gd name="connsiteY6" fmla="*/ 1924 h 23440"/>
                <a:gd name="connsiteX7" fmla="*/ 6679 w 24481"/>
                <a:gd name="connsiteY7" fmla="*/ 2924 h 23440"/>
                <a:gd name="connsiteX8" fmla="*/ 347 w 24481"/>
                <a:gd name="connsiteY8" fmla="*/ 15673 h 23440"/>
                <a:gd name="connsiteX9" fmla="*/ 347 w 24481"/>
                <a:gd name="connsiteY9" fmla="*/ 15673 h 23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481" h="23440">
                  <a:moveTo>
                    <a:pt x="347" y="15673"/>
                  </a:moveTo>
                  <a:cubicBezTo>
                    <a:pt x="1430" y="19839"/>
                    <a:pt x="4846" y="23172"/>
                    <a:pt x="9263" y="23422"/>
                  </a:cubicBezTo>
                  <a:cubicBezTo>
                    <a:pt x="14429" y="23672"/>
                    <a:pt x="18928" y="21339"/>
                    <a:pt x="21928" y="17173"/>
                  </a:cubicBezTo>
                  <a:cubicBezTo>
                    <a:pt x="24344" y="13756"/>
                    <a:pt x="25595" y="8006"/>
                    <a:pt x="23178" y="4340"/>
                  </a:cubicBezTo>
                  <a:cubicBezTo>
                    <a:pt x="21095" y="1174"/>
                    <a:pt x="18345" y="-409"/>
                    <a:pt x="14513" y="91"/>
                  </a:cubicBezTo>
                  <a:cubicBezTo>
                    <a:pt x="13513" y="257"/>
                    <a:pt x="12762" y="424"/>
                    <a:pt x="11762" y="924"/>
                  </a:cubicBezTo>
                  <a:cubicBezTo>
                    <a:pt x="11263" y="1174"/>
                    <a:pt x="10762" y="1507"/>
                    <a:pt x="10346" y="1924"/>
                  </a:cubicBezTo>
                  <a:cubicBezTo>
                    <a:pt x="9096" y="2091"/>
                    <a:pt x="7846" y="2424"/>
                    <a:pt x="6679" y="2924"/>
                  </a:cubicBezTo>
                  <a:cubicBezTo>
                    <a:pt x="2014" y="5090"/>
                    <a:pt x="-1069" y="10423"/>
                    <a:pt x="347" y="15673"/>
                  </a:cubicBezTo>
                  <a:lnTo>
                    <a:pt x="347" y="15673"/>
                  </a:lnTo>
                  <a:close/>
                </a:path>
              </a:pathLst>
            </a:custGeom>
            <a:grpFill/>
            <a:ln w="8332" cap="flat">
              <a:noFill/>
              <a:prstDash val="solid"/>
              <a:miter/>
            </a:ln>
          </p:spPr>
          <p:txBody>
            <a:bodyPr rtlCol="0" anchor="ctr"/>
            <a:lstStyle/>
            <a:p>
              <a:endParaRPr lang="en-US"/>
            </a:p>
          </p:txBody>
        </p:sp>
        <p:sp>
          <p:nvSpPr>
            <p:cNvPr id="1989" name="Freeform: Shape 1988"/>
            <p:cNvSpPr/>
            <p:nvPr/>
          </p:nvSpPr>
          <p:spPr>
            <a:xfrm>
              <a:off x="8038258" y="3990746"/>
              <a:ext cx="24326" cy="21128"/>
            </a:xfrm>
            <a:custGeom>
              <a:avLst/>
              <a:gdLst>
                <a:gd name="connsiteX0" fmla="*/ 39 w 24326"/>
                <a:gd name="connsiteY0" fmla="*/ 11237 h 21128"/>
                <a:gd name="connsiteX1" fmla="*/ 13371 w 24326"/>
                <a:gd name="connsiteY1" fmla="*/ 20070 h 21128"/>
                <a:gd name="connsiteX2" fmla="*/ 14037 w 24326"/>
                <a:gd name="connsiteY2" fmla="*/ 19653 h 21128"/>
                <a:gd name="connsiteX3" fmla="*/ 22953 w 24326"/>
                <a:gd name="connsiteY3" fmla="*/ 16987 h 21128"/>
                <a:gd name="connsiteX4" fmla="*/ 22870 w 24326"/>
                <a:gd name="connsiteY4" fmla="*/ 5904 h 21128"/>
                <a:gd name="connsiteX5" fmla="*/ 9704 w 24326"/>
                <a:gd name="connsiteY5" fmla="*/ 488 h 21128"/>
                <a:gd name="connsiteX6" fmla="*/ 39 w 24326"/>
                <a:gd name="connsiteY6" fmla="*/ 11237 h 21128"/>
                <a:gd name="connsiteX7" fmla="*/ 39 w 24326"/>
                <a:gd name="connsiteY7" fmla="*/ 11237 h 21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26" h="21128">
                  <a:moveTo>
                    <a:pt x="39" y="11237"/>
                  </a:moveTo>
                  <a:cubicBezTo>
                    <a:pt x="-628" y="17820"/>
                    <a:pt x="7455" y="23569"/>
                    <a:pt x="13371" y="20070"/>
                  </a:cubicBezTo>
                  <a:cubicBezTo>
                    <a:pt x="13621" y="19903"/>
                    <a:pt x="13870" y="19736"/>
                    <a:pt x="14037" y="19653"/>
                  </a:cubicBezTo>
                  <a:cubicBezTo>
                    <a:pt x="17287" y="20986"/>
                    <a:pt x="20954" y="20236"/>
                    <a:pt x="22953" y="16987"/>
                  </a:cubicBezTo>
                  <a:cubicBezTo>
                    <a:pt x="25037" y="13737"/>
                    <a:pt x="24536" y="9238"/>
                    <a:pt x="22870" y="5904"/>
                  </a:cubicBezTo>
                  <a:cubicBezTo>
                    <a:pt x="20453" y="988"/>
                    <a:pt x="14870" y="-1012"/>
                    <a:pt x="9704" y="488"/>
                  </a:cubicBezTo>
                  <a:cubicBezTo>
                    <a:pt x="4705" y="1988"/>
                    <a:pt x="538" y="5654"/>
                    <a:pt x="39" y="11237"/>
                  </a:cubicBezTo>
                  <a:lnTo>
                    <a:pt x="39" y="11237"/>
                  </a:lnTo>
                  <a:close/>
                </a:path>
              </a:pathLst>
            </a:custGeom>
            <a:grpFill/>
            <a:ln w="8332" cap="flat">
              <a:noFill/>
              <a:prstDash val="solid"/>
              <a:miter/>
            </a:ln>
          </p:spPr>
          <p:txBody>
            <a:bodyPr rtlCol="0" anchor="ctr"/>
            <a:lstStyle/>
            <a:p>
              <a:endParaRPr lang="en-US"/>
            </a:p>
          </p:txBody>
        </p:sp>
        <p:sp>
          <p:nvSpPr>
            <p:cNvPr id="1990" name="Freeform: Shape 1989"/>
            <p:cNvSpPr/>
            <p:nvPr/>
          </p:nvSpPr>
          <p:spPr>
            <a:xfrm>
              <a:off x="7983982" y="3940973"/>
              <a:ext cx="22999" cy="22018"/>
            </a:xfrm>
            <a:custGeom>
              <a:avLst/>
              <a:gdLst>
                <a:gd name="connsiteX0" fmla="*/ 486 w 22999"/>
                <a:gd name="connsiteY0" fmla="*/ 8848 h 22018"/>
                <a:gd name="connsiteX1" fmla="*/ 236 w 22999"/>
                <a:gd name="connsiteY1" fmla="*/ 13931 h 22018"/>
                <a:gd name="connsiteX2" fmla="*/ 2485 w 22999"/>
                <a:gd name="connsiteY2" fmla="*/ 18514 h 22018"/>
                <a:gd name="connsiteX3" fmla="*/ 12068 w 22999"/>
                <a:gd name="connsiteY3" fmla="*/ 21764 h 22018"/>
                <a:gd name="connsiteX4" fmla="*/ 14235 w 22999"/>
                <a:gd name="connsiteY4" fmla="*/ 21014 h 22018"/>
                <a:gd name="connsiteX5" fmla="*/ 16651 w 22999"/>
                <a:gd name="connsiteY5" fmla="*/ 21097 h 22018"/>
                <a:gd name="connsiteX6" fmla="*/ 21818 w 22999"/>
                <a:gd name="connsiteY6" fmla="*/ 6932 h 22018"/>
                <a:gd name="connsiteX7" fmla="*/ 12151 w 22999"/>
                <a:gd name="connsiteY7" fmla="*/ 16 h 22018"/>
                <a:gd name="connsiteX8" fmla="*/ 4069 w 22999"/>
                <a:gd name="connsiteY8" fmla="*/ 2932 h 22018"/>
                <a:gd name="connsiteX9" fmla="*/ 486 w 22999"/>
                <a:gd name="connsiteY9" fmla="*/ 8848 h 22018"/>
                <a:gd name="connsiteX10" fmla="*/ 486 w 22999"/>
                <a:gd name="connsiteY10" fmla="*/ 8848 h 22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999" h="22018">
                  <a:moveTo>
                    <a:pt x="486" y="8848"/>
                  </a:moveTo>
                  <a:cubicBezTo>
                    <a:pt x="-14" y="10515"/>
                    <a:pt x="-181" y="12264"/>
                    <a:pt x="236" y="13931"/>
                  </a:cubicBezTo>
                  <a:cubicBezTo>
                    <a:pt x="569" y="15681"/>
                    <a:pt x="1320" y="17181"/>
                    <a:pt x="2485" y="18514"/>
                  </a:cubicBezTo>
                  <a:cubicBezTo>
                    <a:pt x="4735" y="21014"/>
                    <a:pt x="8651" y="22680"/>
                    <a:pt x="12068" y="21764"/>
                  </a:cubicBezTo>
                  <a:cubicBezTo>
                    <a:pt x="12818" y="21514"/>
                    <a:pt x="13568" y="21264"/>
                    <a:pt x="14235" y="21014"/>
                  </a:cubicBezTo>
                  <a:cubicBezTo>
                    <a:pt x="14984" y="21180"/>
                    <a:pt x="15818" y="21264"/>
                    <a:pt x="16651" y="21097"/>
                  </a:cubicBezTo>
                  <a:cubicBezTo>
                    <a:pt x="23151" y="19764"/>
                    <a:pt x="24234" y="12098"/>
                    <a:pt x="21818" y="6932"/>
                  </a:cubicBezTo>
                  <a:cubicBezTo>
                    <a:pt x="20068" y="3182"/>
                    <a:pt x="16318" y="266"/>
                    <a:pt x="12151" y="16"/>
                  </a:cubicBezTo>
                  <a:cubicBezTo>
                    <a:pt x="9319" y="-151"/>
                    <a:pt x="6236" y="1016"/>
                    <a:pt x="4069" y="2932"/>
                  </a:cubicBezTo>
                  <a:cubicBezTo>
                    <a:pt x="2402" y="4432"/>
                    <a:pt x="903" y="6598"/>
                    <a:pt x="486" y="8848"/>
                  </a:cubicBezTo>
                  <a:lnTo>
                    <a:pt x="486" y="8848"/>
                  </a:lnTo>
                  <a:close/>
                </a:path>
              </a:pathLst>
            </a:custGeom>
            <a:grpFill/>
            <a:ln w="8332" cap="flat">
              <a:noFill/>
              <a:prstDash val="solid"/>
              <a:miter/>
            </a:ln>
          </p:spPr>
          <p:txBody>
            <a:bodyPr rtlCol="0" anchor="ctr"/>
            <a:lstStyle/>
            <a:p>
              <a:endParaRPr lang="en-US"/>
            </a:p>
          </p:txBody>
        </p:sp>
        <p:sp>
          <p:nvSpPr>
            <p:cNvPr id="1991" name="Freeform: Shape 1990"/>
            <p:cNvSpPr/>
            <p:nvPr/>
          </p:nvSpPr>
          <p:spPr>
            <a:xfrm>
              <a:off x="8044789" y="3932776"/>
              <a:ext cx="25416" cy="25676"/>
            </a:xfrm>
            <a:custGeom>
              <a:avLst/>
              <a:gdLst>
                <a:gd name="connsiteX0" fmla="*/ 2007 w 25416"/>
                <a:gd name="connsiteY0" fmla="*/ 9045 h 25676"/>
                <a:gd name="connsiteX1" fmla="*/ 174 w 25416"/>
                <a:gd name="connsiteY1" fmla="*/ 13795 h 25676"/>
                <a:gd name="connsiteX2" fmla="*/ 2424 w 25416"/>
                <a:gd name="connsiteY2" fmla="*/ 22378 h 25676"/>
                <a:gd name="connsiteX3" fmla="*/ 11589 w 25416"/>
                <a:gd name="connsiteY3" fmla="*/ 25461 h 25676"/>
                <a:gd name="connsiteX4" fmla="*/ 9090 w 25416"/>
                <a:gd name="connsiteY4" fmla="*/ 25627 h 25676"/>
                <a:gd name="connsiteX5" fmla="*/ 11589 w 25416"/>
                <a:gd name="connsiteY5" fmla="*/ 25461 h 25676"/>
                <a:gd name="connsiteX6" fmla="*/ 15089 w 25416"/>
                <a:gd name="connsiteY6" fmla="*/ 23961 h 25676"/>
                <a:gd name="connsiteX7" fmla="*/ 19256 w 25416"/>
                <a:gd name="connsiteY7" fmla="*/ 18628 h 25676"/>
                <a:gd name="connsiteX8" fmla="*/ 19256 w 25416"/>
                <a:gd name="connsiteY8" fmla="*/ 18628 h 25676"/>
                <a:gd name="connsiteX9" fmla="*/ 19589 w 25416"/>
                <a:gd name="connsiteY9" fmla="*/ 18461 h 25676"/>
                <a:gd name="connsiteX10" fmla="*/ 21756 w 25416"/>
                <a:gd name="connsiteY10" fmla="*/ 17212 h 25676"/>
                <a:gd name="connsiteX11" fmla="*/ 20922 w 25416"/>
                <a:gd name="connsiteY11" fmla="*/ 1629 h 25676"/>
                <a:gd name="connsiteX12" fmla="*/ 5507 w 25416"/>
                <a:gd name="connsiteY12" fmla="*/ 4212 h 25676"/>
                <a:gd name="connsiteX13" fmla="*/ 2007 w 25416"/>
                <a:gd name="connsiteY13" fmla="*/ 9045 h 25676"/>
                <a:gd name="connsiteX14" fmla="*/ 2007 w 25416"/>
                <a:gd name="connsiteY14" fmla="*/ 9045 h 2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416" h="25676">
                  <a:moveTo>
                    <a:pt x="2007" y="9045"/>
                  </a:moveTo>
                  <a:cubicBezTo>
                    <a:pt x="1174" y="10629"/>
                    <a:pt x="424" y="12045"/>
                    <a:pt x="174" y="13795"/>
                  </a:cubicBezTo>
                  <a:cubicBezTo>
                    <a:pt x="-409" y="16961"/>
                    <a:pt x="507" y="19795"/>
                    <a:pt x="2424" y="22378"/>
                  </a:cubicBezTo>
                  <a:cubicBezTo>
                    <a:pt x="4423" y="24961"/>
                    <a:pt x="8506" y="26210"/>
                    <a:pt x="11589" y="25461"/>
                  </a:cubicBezTo>
                  <a:cubicBezTo>
                    <a:pt x="10756" y="25544"/>
                    <a:pt x="9923" y="25544"/>
                    <a:pt x="9090" y="25627"/>
                  </a:cubicBezTo>
                  <a:cubicBezTo>
                    <a:pt x="9923" y="25711"/>
                    <a:pt x="10756" y="25627"/>
                    <a:pt x="11589" y="25461"/>
                  </a:cubicBezTo>
                  <a:cubicBezTo>
                    <a:pt x="12839" y="25127"/>
                    <a:pt x="14006" y="24627"/>
                    <a:pt x="15089" y="23961"/>
                  </a:cubicBezTo>
                  <a:cubicBezTo>
                    <a:pt x="17173" y="22628"/>
                    <a:pt x="18172" y="20795"/>
                    <a:pt x="19256" y="18628"/>
                  </a:cubicBezTo>
                  <a:lnTo>
                    <a:pt x="19256" y="18628"/>
                  </a:lnTo>
                  <a:cubicBezTo>
                    <a:pt x="17839" y="21628"/>
                    <a:pt x="18839" y="19795"/>
                    <a:pt x="19589" y="18461"/>
                  </a:cubicBezTo>
                  <a:cubicBezTo>
                    <a:pt x="20339" y="18128"/>
                    <a:pt x="21089" y="17712"/>
                    <a:pt x="21756" y="17212"/>
                  </a:cubicBezTo>
                  <a:cubicBezTo>
                    <a:pt x="27004" y="13212"/>
                    <a:pt x="26505" y="5129"/>
                    <a:pt x="20922" y="1629"/>
                  </a:cubicBezTo>
                  <a:cubicBezTo>
                    <a:pt x="15756" y="-1620"/>
                    <a:pt x="9673" y="380"/>
                    <a:pt x="5507" y="4212"/>
                  </a:cubicBezTo>
                  <a:cubicBezTo>
                    <a:pt x="4007" y="5462"/>
                    <a:pt x="2924" y="7212"/>
                    <a:pt x="2007" y="9045"/>
                  </a:cubicBezTo>
                  <a:lnTo>
                    <a:pt x="2007" y="9045"/>
                  </a:lnTo>
                  <a:close/>
                </a:path>
              </a:pathLst>
            </a:custGeom>
            <a:grpFill/>
            <a:ln w="8332" cap="flat">
              <a:noFill/>
              <a:prstDash val="solid"/>
              <a:miter/>
            </a:ln>
          </p:spPr>
          <p:txBody>
            <a:bodyPr rtlCol="0" anchor="ctr"/>
            <a:lstStyle/>
            <a:p>
              <a:endParaRPr lang="en-US"/>
            </a:p>
          </p:txBody>
        </p:sp>
        <p:sp>
          <p:nvSpPr>
            <p:cNvPr id="1992" name="Freeform: Shape 1991"/>
            <p:cNvSpPr/>
            <p:nvPr/>
          </p:nvSpPr>
          <p:spPr>
            <a:xfrm>
              <a:off x="8103038" y="3982171"/>
              <a:ext cx="24836" cy="28474"/>
            </a:xfrm>
            <a:custGeom>
              <a:avLst/>
              <a:gdLst>
                <a:gd name="connsiteX0" fmla="*/ 2420 w 24836"/>
                <a:gd name="connsiteY0" fmla="*/ 8563 h 28474"/>
                <a:gd name="connsiteX1" fmla="*/ 7170 w 24836"/>
                <a:gd name="connsiteY1" fmla="*/ 27894 h 28474"/>
                <a:gd name="connsiteX2" fmla="*/ 24835 w 24836"/>
                <a:gd name="connsiteY2" fmla="*/ 15312 h 28474"/>
                <a:gd name="connsiteX3" fmla="*/ 23334 w 24836"/>
                <a:gd name="connsiteY3" fmla="*/ 10313 h 28474"/>
                <a:gd name="connsiteX4" fmla="*/ 22084 w 24836"/>
                <a:gd name="connsiteY4" fmla="*/ 2896 h 28474"/>
                <a:gd name="connsiteX5" fmla="*/ 13252 w 24836"/>
                <a:gd name="connsiteY5" fmla="*/ 230 h 28474"/>
                <a:gd name="connsiteX6" fmla="*/ 2420 w 24836"/>
                <a:gd name="connsiteY6" fmla="*/ 8563 h 28474"/>
                <a:gd name="connsiteX7" fmla="*/ 2420 w 24836"/>
                <a:gd name="connsiteY7" fmla="*/ 8563 h 28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836" h="28474">
                  <a:moveTo>
                    <a:pt x="2420" y="8563"/>
                  </a:moveTo>
                  <a:cubicBezTo>
                    <a:pt x="-1330" y="15228"/>
                    <a:pt x="-1413" y="24895"/>
                    <a:pt x="7170" y="27894"/>
                  </a:cubicBezTo>
                  <a:cubicBezTo>
                    <a:pt x="14835" y="30561"/>
                    <a:pt x="25000" y="23644"/>
                    <a:pt x="24835" y="15312"/>
                  </a:cubicBezTo>
                  <a:cubicBezTo>
                    <a:pt x="24751" y="13312"/>
                    <a:pt x="24251" y="11646"/>
                    <a:pt x="23334" y="10313"/>
                  </a:cubicBezTo>
                  <a:cubicBezTo>
                    <a:pt x="24167" y="7813"/>
                    <a:pt x="24167" y="5230"/>
                    <a:pt x="22084" y="2896"/>
                  </a:cubicBezTo>
                  <a:cubicBezTo>
                    <a:pt x="19834" y="313"/>
                    <a:pt x="16502" y="-436"/>
                    <a:pt x="13252" y="230"/>
                  </a:cubicBezTo>
                  <a:cubicBezTo>
                    <a:pt x="8669" y="1147"/>
                    <a:pt x="4753" y="4563"/>
                    <a:pt x="2420" y="8563"/>
                  </a:cubicBezTo>
                  <a:lnTo>
                    <a:pt x="2420" y="8563"/>
                  </a:lnTo>
                  <a:close/>
                </a:path>
              </a:pathLst>
            </a:custGeom>
            <a:grpFill/>
            <a:ln w="8332" cap="flat">
              <a:noFill/>
              <a:prstDash val="solid"/>
              <a:miter/>
            </a:ln>
          </p:spPr>
          <p:txBody>
            <a:bodyPr rtlCol="0" anchor="ctr"/>
            <a:lstStyle/>
            <a:p>
              <a:endParaRPr lang="en-US"/>
            </a:p>
          </p:txBody>
        </p:sp>
        <p:sp>
          <p:nvSpPr>
            <p:cNvPr id="1993" name="Freeform: Shape 1992"/>
            <p:cNvSpPr/>
            <p:nvPr/>
          </p:nvSpPr>
          <p:spPr>
            <a:xfrm>
              <a:off x="8135525" y="4053974"/>
              <a:ext cx="21896" cy="24041"/>
            </a:xfrm>
            <a:custGeom>
              <a:avLst/>
              <a:gdLst>
                <a:gd name="connsiteX0" fmla="*/ 1513 w 21896"/>
                <a:gd name="connsiteY0" fmla="*/ 18585 h 24041"/>
                <a:gd name="connsiteX1" fmla="*/ 17012 w 21896"/>
                <a:gd name="connsiteY1" fmla="*/ 21668 h 24041"/>
                <a:gd name="connsiteX2" fmla="*/ 18594 w 21896"/>
                <a:gd name="connsiteY2" fmla="*/ 19919 h 24041"/>
                <a:gd name="connsiteX3" fmla="*/ 21844 w 21896"/>
                <a:gd name="connsiteY3" fmla="*/ 12419 h 24041"/>
                <a:gd name="connsiteX4" fmla="*/ 21345 w 21896"/>
                <a:gd name="connsiteY4" fmla="*/ 9253 h 24041"/>
                <a:gd name="connsiteX5" fmla="*/ 21178 w 21896"/>
                <a:gd name="connsiteY5" fmla="*/ 7837 h 24041"/>
                <a:gd name="connsiteX6" fmla="*/ 15095 w 21896"/>
                <a:gd name="connsiteY6" fmla="*/ 587 h 24041"/>
                <a:gd name="connsiteX7" fmla="*/ 2179 w 21896"/>
                <a:gd name="connsiteY7" fmla="*/ 5003 h 24041"/>
                <a:gd name="connsiteX8" fmla="*/ 1513 w 21896"/>
                <a:gd name="connsiteY8" fmla="*/ 18585 h 24041"/>
                <a:gd name="connsiteX9" fmla="*/ 1513 w 21896"/>
                <a:gd name="connsiteY9" fmla="*/ 18585 h 24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896" h="24041">
                  <a:moveTo>
                    <a:pt x="1513" y="18585"/>
                  </a:moveTo>
                  <a:cubicBezTo>
                    <a:pt x="4846" y="24335"/>
                    <a:pt x="11762" y="25835"/>
                    <a:pt x="17012" y="21668"/>
                  </a:cubicBezTo>
                  <a:cubicBezTo>
                    <a:pt x="17594" y="21168"/>
                    <a:pt x="18178" y="20585"/>
                    <a:pt x="18594" y="19919"/>
                  </a:cubicBezTo>
                  <a:cubicBezTo>
                    <a:pt x="20428" y="17836"/>
                    <a:pt x="21428" y="15253"/>
                    <a:pt x="21844" y="12419"/>
                  </a:cubicBezTo>
                  <a:cubicBezTo>
                    <a:pt x="22011" y="11336"/>
                    <a:pt x="21761" y="10253"/>
                    <a:pt x="21345" y="9253"/>
                  </a:cubicBezTo>
                  <a:cubicBezTo>
                    <a:pt x="21345" y="9003"/>
                    <a:pt x="21261" y="8586"/>
                    <a:pt x="21178" y="7837"/>
                  </a:cubicBezTo>
                  <a:cubicBezTo>
                    <a:pt x="20677" y="4587"/>
                    <a:pt x="18262" y="1670"/>
                    <a:pt x="15095" y="587"/>
                  </a:cubicBezTo>
                  <a:cubicBezTo>
                    <a:pt x="10429" y="-996"/>
                    <a:pt x="4846" y="671"/>
                    <a:pt x="2179" y="5003"/>
                  </a:cubicBezTo>
                  <a:cubicBezTo>
                    <a:pt x="-236" y="9086"/>
                    <a:pt x="-904" y="14419"/>
                    <a:pt x="1513" y="18585"/>
                  </a:cubicBezTo>
                  <a:lnTo>
                    <a:pt x="1513" y="18585"/>
                  </a:lnTo>
                  <a:close/>
                </a:path>
              </a:pathLst>
            </a:custGeom>
            <a:grpFill/>
            <a:ln w="8332" cap="flat">
              <a:noFill/>
              <a:prstDash val="solid"/>
              <a:miter/>
            </a:ln>
          </p:spPr>
          <p:txBody>
            <a:bodyPr rtlCol="0" anchor="ctr"/>
            <a:lstStyle/>
            <a:p>
              <a:endParaRPr lang="en-US"/>
            </a:p>
          </p:txBody>
        </p:sp>
        <p:sp>
          <p:nvSpPr>
            <p:cNvPr id="1994" name="Freeform: Shape 1993"/>
            <p:cNvSpPr/>
            <p:nvPr/>
          </p:nvSpPr>
          <p:spPr>
            <a:xfrm>
              <a:off x="8162220" y="3989884"/>
              <a:ext cx="26253" cy="24442"/>
            </a:xfrm>
            <a:custGeom>
              <a:avLst/>
              <a:gdLst>
                <a:gd name="connsiteX0" fmla="*/ 566 w 26253"/>
                <a:gd name="connsiteY0" fmla="*/ 10349 h 24442"/>
                <a:gd name="connsiteX1" fmla="*/ 9648 w 26253"/>
                <a:gd name="connsiteY1" fmla="*/ 23931 h 24442"/>
                <a:gd name="connsiteX2" fmla="*/ 12981 w 26253"/>
                <a:gd name="connsiteY2" fmla="*/ 23431 h 24442"/>
                <a:gd name="connsiteX3" fmla="*/ 12981 w 26253"/>
                <a:gd name="connsiteY3" fmla="*/ 23431 h 24442"/>
                <a:gd name="connsiteX4" fmla="*/ 21898 w 26253"/>
                <a:gd name="connsiteY4" fmla="*/ 21598 h 24442"/>
                <a:gd name="connsiteX5" fmla="*/ 24480 w 26253"/>
                <a:gd name="connsiteY5" fmla="*/ 17849 h 24442"/>
                <a:gd name="connsiteX6" fmla="*/ 25148 w 26253"/>
                <a:gd name="connsiteY6" fmla="*/ 16349 h 24442"/>
                <a:gd name="connsiteX7" fmla="*/ 25148 w 26253"/>
                <a:gd name="connsiteY7" fmla="*/ 16182 h 24442"/>
                <a:gd name="connsiteX8" fmla="*/ 26230 w 26253"/>
                <a:gd name="connsiteY8" fmla="*/ 12349 h 24442"/>
                <a:gd name="connsiteX9" fmla="*/ 14732 w 26253"/>
                <a:gd name="connsiteY9" fmla="*/ 17 h 24442"/>
                <a:gd name="connsiteX10" fmla="*/ 566 w 26253"/>
                <a:gd name="connsiteY10" fmla="*/ 10349 h 24442"/>
                <a:gd name="connsiteX11" fmla="*/ 566 w 26253"/>
                <a:gd name="connsiteY11" fmla="*/ 10349 h 24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253" h="24442">
                  <a:moveTo>
                    <a:pt x="566" y="10349"/>
                  </a:moveTo>
                  <a:cubicBezTo>
                    <a:pt x="-1684" y="16599"/>
                    <a:pt x="3066" y="23598"/>
                    <a:pt x="9648" y="23931"/>
                  </a:cubicBezTo>
                  <a:cubicBezTo>
                    <a:pt x="10815" y="24015"/>
                    <a:pt x="11898" y="23764"/>
                    <a:pt x="12981" y="23431"/>
                  </a:cubicBezTo>
                  <a:lnTo>
                    <a:pt x="12981" y="23431"/>
                  </a:lnTo>
                  <a:cubicBezTo>
                    <a:pt x="16148" y="25348"/>
                    <a:pt x="19648" y="24431"/>
                    <a:pt x="21898" y="21598"/>
                  </a:cubicBezTo>
                  <a:cubicBezTo>
                    <a:pt x="22898" y="20348"/>
                    <a:pt x="23814" y="19265"/>
                    <a:pt x="24480" y="17849"/>
                  </a:cubicBezTo>
                  <a:cubicBezTo>
                    <a:pt x="24731" y="17349"/>
                    <a:pt x="24981" y="16849"/>
                    <a:pt x="25148" y="16349"/>
                  </a:cubicBezTo>
                  <a:cubicBezTo>
                    <a:pt x="25314" y="15932"/>
                    <a:pt x="25230" y="16015"/>
                    <a:pt x="25148" y="16182"/>
                  </a:cubicBezTo>
                  <a:cubicBezTo>
                    <a:pt x="25731" y="14932"/>
                    <a:pt x="26148" y="13932"/>
                    <a:pt x="26230" y="12349"/>
                  </a:cubicBezTo>
                  <a:cubicBezTo>
                    <a:pt x="26647" y="5599"/>
                    <a:pt x="21397" y="350"/>
                    <a:pt x="14732" y="17"/>
                  </a:cubicBezTo>
                  <a:cubicBezTo>
                    <a:pt x="8232" y="-316"/>
                    <a:pt x="2733" y="4350"/>
                    <a:pt x="566" y="10349"/>
                  </a:cubicBezTo>
                  <a:lnTo>
                    <a:pt x="566" y="10349"/>
                  </a:lnTo>
                  <a:close/>
                </a:path>
              </a:pathLst>
            </a:custGeom>
            <a:grpFill/>
            <a:ln w="8332" cap="flat">
              <a:noFill/>
              <a:prstDash val="solid"/>
              <a:miter/>
            </a:ln>
          </p:spPr>
          <p:txBody>
            <a:bodyPr rtlCol="0" anchor="ctr"/>
            <a:lstStyle/>
            <a:p>
              <a:endParaRPr lang="en-US"/>
            </a:p>
          </p:txBody>
        </p:sp>
        <p:sp>
          <p:nvSpPr>
            <p:cNvPr id="1995" name="Freeform: Shape 1994"/>
            <p:cNvSpPr/>
            <p:nvPr/>
          </p:nvSpPr>
          <p:spPr>
            <a:xfrm>
              <a:off x="8135398" y="3926837"/>
              <a:ext cx="23340" cy="19843"/>
            </a:xfrm>
            <a:custGeom>
              <a:avLst/>
              <a:gdLst>
                <a:gd name="connsiteX0" fmla="*/ 1723 w 23340"/>
                <a:gd name="connsiteY0" fmla="*/ 15401 h 19843"/>
                <a:gd name="connsiteX1" fmla="*/ 11638 w 23340"/>
                <a:gd name="connsiteY1" fmla="*/ 19568 h 19843"/>
                <a:gd name="connsiteX2" fmla="*/ 14555 w 23340"/>
                <a:gd name="connsiteY2" fmla="*/ 18568 h 19843"/>
                <a:gd name="connsiteX3" fmla="*/ 14888 w 23340"/>
                <a:gd name="connsiteY3" fmla="*/ 18318 h 19843"/>
                <a:gd name="connsiteX4" fmla="*/ 16305 w 23340"/>
                <a:gd name="connsiteY4" fmla="*/ 18818 h 19843"/>
                <a:gd name="connsiteX5" fmla="*/ 21638 w 23340"/>
                <a:gd name="connsiteY5" fmla="*/ 15735 h 19843"/>
                <a:gd name="connsiteX6" fmla="*/ 22138 w 23340"/>
                <a:gd name="connsiteY6" fmla="*/ 13235 h 19843"/>
                <a:gd name="connsiteX7" fmla="*/ 21305 w 23340"/>
                <a:gd name="connsiteY7" fmla="*/ 3902 h 19843"/>
                <a:gd name="connsiteX8" fmla="*/ 11638 w 23340"/>
                <a:gd name="connsiteY8" fmla="*/ 236 h 19843"/>
                <a:gd name="connsiteX9" fmla="*/ 5889 w 23340"/>
                <a:gd name="connsiteY9" fmla="*/ 903 h 19843"/>
                <a:gd name="connsiteX10" fmla="*/ 1556 w 23340"/>
                <a:gd name="connsiteY10" fmla="*/ 4736 h 19843"/>
                <a:gd name="connsiteX11" fmla="*/ 1723 w 23340"/>
                <a:gd name="connsiteY11" fmla="*/ 15401 h 19843"/>
                <a:gd name="connsiteX12" fmla="*/ 1723 w 23340"/>
                <a:gd name="connsiteY12" fmla="*/ 15401 h 19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40" h="19843">
                  <a:moveTo>
                    <a:pt x="1723" y="15401"/>
                  </a:moveTo>
                  <a:cubicBezTo>
                    <a:pt x="3723" y="18401"/>
                    <a:pt x="7973" y="20651"/>
                    <a:pt x="11638" y="19568"/>
                  </a:cubicBezTo>
                  <a:cubicBezTo>
                    <a:pt x="12638" y="19318"/>
                    <a:pt x="13638" y="18985"/>
                    <a:pt x="14555" y="18568"/>
                  </a:cubicBezTo>
                  <a:cubicBezTo>
                    <a:pt x="14721" y="18484"/>
                    <a:pt x="14805" y="18401"/>
                    <a:pt x="14888" y="18318"/>
                  </a:cubicBezTo>
                  <a:cubicBezTo>
                    <a:pt x="15305" y="18568"/>
                    <a:pt x="15805" y="18735"/>
                    <a:pt x="16305" y="18818"/>
                  </a:cubicBezTo>
                  <a:cubicBezTo>
                    <a:pt x="18388" y="19151"/>
                    <a:pt x="21138" y="18068"/>
                    <a:pt x="21638" y="15735"/>
                  </a:cubicBezTo>
                  <a:cubicBezTo>
                    <a:pt x="21804" y="14901"/>
                    <a:pt x="21971" y="14068"/>
                    <a:pt x="22138" y="13235"/>
                  </a:cubicBezTo>
                  <a:cubicBezTo>
                    <a:pt x="23971" y="10319"/>
                    <a:pt x="23721" y="6652"/>
                    <a:pt x="21305" y="3902"/>
                  </a:cubicBezTo>
                  <a:cubicBezTo>
                    <a:pt x="19055" y="1319"/>
                    <a:pt x="15305" y="236"/>
                    <a:pt x="11638" y="236"/>
                  </a:cubicBezTo>
                  <a:cubicBezTo>
                    <a:pt x="9722" y="-181"/>
                    <a:pt x="7556" y="-97"/>
                    <a:pt x="5889" y="903"/>
                  </a:cubicBezTo>
                  <a:cubicBezTo>
                    <a:pt x="3973" y="1986"/>
                    <a:pt x="2973" y="3069"/>
                    <a:pt x="1556" y="4736"/>
                  </a:cubicBezTo>
                  <a:cubicBezTo>
                    <a:pt x="-860" y="7652"/>
                    <a:pt x="-193" y="12568"/>
                    <a:pt x="1723" y="15401"/>
                  </a:cubicBezTo>
                  <a:lnTo>
                    <a:pt x="1723" y="15401"/>
                  </a:lnTo>
                  <a:close/>
                </a:path>
              </a:pathLst>
            </a:custGeom>
            <a:grpFill/>
            <a:ln w="8332" cap="flat">
              <a:noFill/>
              <a:prstDash val="solid"/>
              <a:miter/>
            </a:ln>
          </p:spPr>
          <p:txBody>
            <a:bodyPr rtlCol="0" anchor="ctr"/>
            <a:lstStyle/>
            <a:p>
              <a:endParaRPr lang="en-US"/>
            </a:p>
          </p:txBody>
        </p:sp>
        <p:sp>
          <p:nvSpPr>
            <p:cNvPr id="1996" name="Freeform: Shape 1995"/>
            <p:cNvSpPr/>
            <p:nvPr/>
          </p:nvSpPr>
          <p:spPr>
            <a:xfrm>
              <a:off x="8072599" y="3884435"/>
              <a:ext cx="24499" cy="25561"/>
            </a:xfrm>
            <a:custGeom>
              <a:avLst/>
              <a:gdLst>
                <a:gd name="connsiteX0" fmla="*/ 277 w 24499"/>
                <a:gd name="connsiteY0" fmla="*/ 17390 h 25561"/>
                <a:gd name="connsiteX1" fmla="*/ 11527 w 24499"/>
                <a:gd name="connsiteY1" fmla="*/ 25556 h 25561"/>
                <a:gd name="connsiteX2" fmla="*/ 20859 w 24499"/>
                <a:gd name="connsiteY2" fmla="*/ 18140 h 25561"/>
                <a:gd name="connsiteX3" fmla="*/ 20943 w 24499"/>
                <a:gd name="connsiteY3" fmla="*/ 17306 h 25561"/>
                <a:gd name="connsiteX4" fmla="*/ 22859 w 24499"/>
                <a:gd name="connsiteY4" fmla="*/ 15557 h 25561"/>
                <a:gd name="connsiteX5" fmla="*/ 23776 w 24499"/>
                <a:gd name="connsiteY5" fmla="*/ 7641 h 25561"/>
                <a:gd name="connsiteX6" fmla="*/ 21609 w 24499"/>
                <a:gd name="connsiteY6" fmla="*/ 3141 h 25561"/>
                <a:gd name="connsiteX7" fmla="*/ 12859 w 24499"/>
                <a:gd name="connsiteY7" fmla="*/ 225 h 25561"/>
                <a:gd name="connsiteX8" fmla="*/ 6111 w 24499"/>
                <a:gd name="connsiteY8" fmla="*/ 3558 h 25561"/>
                <a:gd name="connsiteX9" fmla="*/ 2028 w 24499"/>
                <a:gd name="connsiteY9" fmla="*/ 8057 h 25561"/>
                <a:gd name="connsiteX10" fmla="*/ 277 w 24499"/>
                <a:gd name="connsiteY10" fmla="*/ 17390 h 25561"/>
                <a:gd name="connsiteX11" fmla="*/ 277 w 24499"/>
                <a:gd name="connsiteY11" fmla="*/ 17390 h 25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499" h="25561">
                  <a:moveTo>
                    <a:pt x="277" y="17390"/>
                  </a:moveTo>
                  <a:cubicBezTo>
                    <a:pt x="1611" y="22723"/>
                    <a:pt x="6361" y="25306"/>
                    <a:pt x="11527" y="25556"/>
                  </a:cubicBezTo>
                  <a:cubicBezTo>
                    <a:pt x="16026" y="25722"/>
                    <a:pt x="20025" y="22556"/>
                    <a:pt x="20859" y="18140"/>
                  </a:cubicBezTo>
                  <a:cubicBezTo>
                    <a:pt x="20943" y="17890"/>
                    <a:pt x="20943" y="17557"/>
                    <a:pt x="20943" y="17306"/>
                  </a:cubicBezTo>
                  <a:cubicBezTo>
                    <a:pt x="21609" y="16807"/>
                    <a:pt x="22275" y="16307"/>
                    <a:pt x="22859" y="15557"/>
                  </a:cubicBezTo>
                  <a:cubicBezTo>
                    <a:pt x="24859" y="13140"/>
                    <a:pt x="24859" y="10224"/>
                    <a:pt x="23776" y="7641"/>
                  </a:cubicBezTo>
                  <a:cubicBezTo>
                    <a:pt x="23442" y="6058"/>
                    <a:pt x="22776" y="4641"/>
                    <a:pt x="21609" y="3141"/>
                  </a:cubicBezTo>
                  <a:cubicBezTo>
                    <a:pt x="19693" y="641"/>
                    <a:pt x="15859" y="-525"/>
                    <a:pt x="12859" y="225"/>
                  </a:cubicBezTo>
                  <a:cubicBezTo>
                    <a:pt x="10277" y="808"/>
                    <a:pt x="8110" y="1808"/>
                    <a:pt x="6111" y="3558"/>
                  </a:cubicBezTo>
                  <a:cubicBezTo>
                    <a:pt x="4610" y="4891"/>
                    <a:pt x="3111" y="6391"/>
                    <a:pt x="2028" y="8057"/>
                  </a:cubicBezTo>
                  <a:cubicBezTo>
                    <a:pt x="361" y="10640"/>
                    <a:pt x="-472" y="14390"/>
                    <a:pt x="277" y="17390"/>
                  </a:cubicBezTo>
                  <a:lnTo>
                    <a:pt x="277" y="17390"/>
                  </a:lnTo>
                  <a:close/>
                </a:path>
              </a:pathLst>
            </a:custGeom>
            <a:grpFill/>
            <a:ln w="8332" cap="flat">
              <a:noFill/>
              <a:prstDash val="solid"/>
              <a:miter/>
            </a:ln>
          </p:spPr>
          <p:txBody>
            <a:bodyPr rtlCol="0" anchor="ctr"/>
            <a:lstStyle/>
            <a:p>
              <a:endParaRPr lang="en-US"/>
            </a:p>
          </p:txBody>
        </p:sp>
        <p:sp>
          <p:nvSpPr>
            <p:cNvPr id="1997" name="Freeform: Shape 1996"/>
            <p:cNvSpPr/>
            <p:nvPr/>
          </p:nvSpPr>
          <p:spPr>
            <a:xfrm>
              <a:off x="8193763" y="3922987"/>
              <a:ext cx="21246" cy="21061"/>
            </a:xfrm>
            <a:custGeom>
              <a:avLst/>
              <a:gdLst>
                <a:gd name="connsiteX0" fmla="*/ 520 w 21246"/>
                <a:gd name="connsiteY0" fmla="*/ 7586 h 21061"/>
                <a:gd name="connsiteX1" fmla="*/ 4102 w 21246"/>
                <a:gd name="connsiteY1" fmla="*/ 17752 h 21061"/>
                <a:gd name="connsiteX2" fmla="*/ 8352 w 21246"/>
                <a:gd name="connsiteY2" fmla="*/ 19085 h 21061"/>
                <a:gd name="connsiteX3" fmla="*/ 10103 w 21246"/>
                <a:gd name="connsiteY3" fmla="*/ 20501 h 21061"/>
                <a:gd name="connsiteX4" fmla="*/ 17185 w 21246"/>
                <a:gd name="connsiteY4" fmla="*/ 18585 h 21061"/>
                <a:gd name="connsiteX5" fmla="*/ 19602 w 21246"/>
                <a:gd name="connsiteY5" fmla="*/ 13836 h 21061"/>
                <a:gd name="connsiteX6" fmla="*/ 19602 w 21246"/>
                <a:gd name="connsiteY6" fmla="*/ 13585 h 21061"/>
                <a:gd name="connsiteX7" fmla="*/ 19768 w 21246"/>
                <a:gd name="connsiteY7" fmla="*/ 13252 h 21061"/>
                <a:gd name="connsiteX8" fmla="*/ 21018 w 21246"/>
                <a:gd name="connsiteY8" fmla="*/ 10086 h 21061"/>
                <a:gd name="connsiteX9" fmla="*/ 15102 w 21246"/>
                <a:gd name="connsiteY9" fmla="*/ 670 h 21061"/>
                <a:gd name="connsiteX10" fmla="*/ 14935 w 21246"/>
                <a:gd name="connsiteY10" fmla="*/ 586 h 21061"/>
                <a:gd name="connsiteX11" fmla="*/ 12518 w 21246"/>
                <a:gd name="connsiteY11" fmla="*/ 87 h 21061"/>
                <a:gd name="connsiteX12" fmla="*/ 8936 w 21246"/>
                <a:gd name="connsiteY12" fmla="*/ 253 h 21061"/>
                <a:gd name="connsiteX13" fmla="*/ 4770 w 21246"/>
                <a:gd name="connsiteY13" fmla="*/ 2003 h 21061"/>
                <a:gd name="connsiteX14" fmla="*/ 520 w 21246"/>
                <a:gd name="connsiteY14" fmla="*/ 7586 h 21061"/>
                <a:gd name="connsiteX15" fmla="*/ 520 w 21246"/>
                <a:gd name="connsiteY15" fmla="*/ 7586 h 21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1246" h="21061">
                  <a:moveTo>
                    <a:pt x="520" y="7586"/>
                  </a:moveTo>
                  <a:cubicBezTo>
                    <a:pt x="-980" y="11002"/>
                    <a:pt x="936" y="15919"/>
                    <a:pt x="4102" y="17752"/>
                  </a:cubicBezTo>
                  <a:cubicBezTo>
                    <a:pt x="5436" y="18585"/>
                    <a:pt x="6853" y="19002"/>
                    <a:pt x="8352" y="19085"/>
                  </a:cubicBezTo>
                  <a:cubicBezTo>
                    <a:pt x="8852" y="19668"/>
                    <a:pt x="9435" y="20168"/>
                    <a:pt x="10103" y="20501"/>
                  </a:cubicBezTo>
                  <a:cubicBezTo>
                    <a:pt x="12518" y="21668"/>
                    <a:pt x="15685" y="21001"/>
                    <a:pt x="17185" y="18585"/>
                  </a:cubicBezTo>
                  <a:cubicBezTo>
                    <a:pt x="18101" y="17085"/>
                    <a:pt x="18935" y="15502"/>
                    <a:pt x="19602" y="13836"/>
                  </a:cubicBezTo>
                  <a:cubicBezTo>
                    <a:pt x="19684" y="13585"/>
                    <a:pt x="20101" y="12919"/>
                    <a:pt x="19602" y="13585"/>
                  </a:cubicBezTo>
                  <a:cubicBezTo>
                    <a:pt x="19018" y="14335"/>
                    <a:pt x="19684" y="13502"/>
                    <a:pt x="19768" y="13252"/>
                  </a:cubicBezTo>
                  <a:cubicBezTo>
                    <a:pt x="20268" y="12252"/>
                    <a:pt x="20767" y="11252"/>
                    <a:pt x="21018" y="10086"/>
                  </a:cubicBezTo>
                  <a:cubicBezTo>
                    <a:pt x="22018" y="5420"/>
                    <a:pt x="19684" y="1670"/>
                    <a:pt x="15102" y="670"/>
                  </a:cubicBezTo>
                  <a:cubicBezTo>
                    <a:pt x="15102" y="670"/>
                    <a:pt x="15018" y="586"/>
                    <a:pt x="14935" y="586"/>
                  </a:cubicBezTo>
                  <a:cubicBezTo>
                    <a:pt x="14269" y="253"/>
                    <a:pt x="13269" y="170"/>
                    <a:pt x="12518" y="87"/>
                  </a:cubicBezTo>
                  <a:cubicBezTo>
                    <a:pt x="11352" y="-80"/>
                    <a:pt x="10103" y="3"/>
                    <a:pt x="8936" y="253"/>
                  </a:cubicBezTo>
                  <a:cubicBezTo>
                    <a:pt x="7436" y="586"/>
                    <a:pt x="6020" y="1170"/>
                    <a:pt x="4770" y="2003"/>
                  </a:cubicBezTo>
                  <a:cubicBezTo>
                    <a:pt x="2686" y="3420"/>
                    <a:pt x="1520" y="5253"/>
                    <a:pt x="520" y="7586"/>
                  </a:cubicBezTo>
                  <a:lnTo>
                    <a:pt x="520" y="7586"/>
                  </a:lnTo>
                  <a:close/>
                </a:path>
              </a:pathLst>
            </a:custGeom>
            <a:grpFill/>
            <a:ln w="8332" cap="flat">
              <a:noFill/>
              <a:prstDash val="solid"/>
              <a:miter/>
            </a:ln>
          </p:spPr>
          <p:txBody>
            <a:bodyPr rtlCol="0" anchor="ctr"/>
            <a:lstStyle/>
            <a:p>
              <a:endParaRPr lang="en-US"/>
            </a:p>
          </p:txBody>
        </p:sp>
        <p:sp>
          <p:nvSpPr>
            <p:cNvPr id="1998" name="Freeform: Shape 1997"/>
            <p:cNvSpPr/>
            <p:nvPr/>
          </p:nvSpPr>
          <p:spPr>
            <a:xfrm>
              <a:off x="8143879" y="3872578"/>
              <a:ext cx="26625" cy="24166"/>
            </a:xfrm>
            <a:custGeom>
              <a:avLst/>
              <a:gdLst>
                <a:gd name="connsiteX0" fmla="*/ 75 w 26625"/>
                <a:gd name="connsiteY0" fmla="*/ 10999 h 24166"/>
                <a:gd name="connsiteX1" fmla="*/ 5491 w 26625"/>
                <a:gd name="connsiteY1" fmla="*/ 19998 h 24166"/>
                <a:gd name="connsiteX2" fmla="*/ 12574 w 26625"/>
                <a:gd name="connsiteY2" fmla="*/ 20582 h 24166"/>
                <a:gd name="connsiteX3" fmla="*/ 18491 w 26625"/>
                <a:gd name="connsiteY3" fmla="*/ 24165 h 24166"/>
                <a:gd name="connsiteX4" fmla="*/ 26490 w 26625"/>
                <a:gd name="connsiteY4" fmla="*/ 16999 h 24166"/>
                <a:gd name="connsiteX5" fmla="*/ 20323 w 26625"/>
                <a:gd name="connsiteY5" fmla="*/ 2583 h 24166"/>
                <a:gd name="connsiteX6" fmla="*/ 11824 w 26625"/>
                <a:gd name="connsiteY6" fmla="*/ 0 h 24166"/>
                <a:gd name="connsiteX7" fmla="*/ 2991 w 26625"/>
                <a:gd name="connsiteY7" fmla="*/ 3750 h 24166"/>
                <a:gd name="connsiteX8" fmla="*/ 75 w 26625"/>
                <a:gd name="connsiteY8" fmla="*/ 10999 h 24166"/>
                <a:gd name="connsiteX9" fmla="*/ 75 w 26625"/>
                <a:gd name="connsiteY9" fmla="*/ 10999 h 24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625" h="24166">
                  <a:moveTo>
                    <a:pt x="75" y="10999"/>
                  </a:moveTo>
                  <a:cubicBezTo>
                    <a:pt x="-508" y="14665"/>
                    <a:pt x="2408" y="18499"/>
                    <a:pt x="5491" y="19998"/>
                  </a:cubicBezTo>
                  <a:cubicBezTo>
                    <a:pt x="7574" y="20998"/>
                    <a:pt x="10240" y="21248"/>
                    <a:pt x="12574" y="20582"/>
                  </a:cubicBezTo>
                  <a:cubicBezTo>
                    <a:pt x="13824" y="22665"/>
                    <a:pt x="15990" y="24081"/>
                    <a:pt x="18491" y="24165"/>
                  </a:cubicBezTo>
                  <a:cubicBezTo>
                    <a:pt x="22823" y="24248"/>
                    <a:pt x="25989" y="21248"/>
                    <a:pt x="26490" y="16999"/>
                  </a:cubicBezTo>
                  <a:cubicBezTo>
                    <a:pt x="27156" y="11332"/>
                    <a:pt x="25406" y="5750"/>
                    <a:pt x="20323" y="2583"/>
                  </a:cubicBezTo>
                  <a:cubicBezTo>
                    <a:pt x="17823" y="1000"/>
                    <a:pt x="14824" y="0"/>
                    <a:pt x="11824" y="0"/>
                  </a:cubicBezTo>
                  <a:cubicBezTo>
                    <a:pt x="8407" y="0"/>
                    <a:pt x="5241" y="1083"/>
                    <a:pt x="2991" y="3750"/>
                  </a:cubicBezTo>
                  <a:cubicBezTo>
                    <a:pt x="1158" y="5833"/>
                    <a:pt x="492" y="8166"/>
                    <a:pt x="75" y="10999"/>
                  </a:cubicBezTo>
                  <a:lnTo>
                    <a:pt x="75" y="10999"/>
                  </a:lnTo>
                  <a:close/>
                </a:path>
              </a:pathLst>
            </a:custGeom>
            <a:grpFill/>
            <a:ln w="8332" cap="flat">
              <a:noFill/>
              <a:prstDash val="solid"/>
              <a:miter/>
            </a:ln>
          </p:spPr>
          <p:txBody>
            <a:bodyPr rtlCol="0" anchor="ctr"/>
            <a:lstStyle/>
            <a:p>
              <a:endParaRPr lang="en-US"/>
            </a:p>
          </p:txBody>
        </p:sp>
        <p:sp>
          <p:nvSpPr>
            <p:cNvPr id="1999" name="Freeform: Shape 1998"/>
            <p:cNvSpPr/>
            <p:nvPr/>
          </p:nvSpPr>
          <p:spPr>
            <a:xfrm>
              <a:off x="7986946" y="3993053"/>
              <a:ext cx="20566" cy="20683"/>
            </a:xfrm>
            <a:custGeom>
              <a:avLst/>
              <a:gdLst>
                <a:gd name="connsiteX0" fmla="*/ 5771 w 20566"/>
                <a:gd name="connsiteY0" fmla="*/ 19679 h 20683"/>
                <a:gd name="connsiteX1" fmla="*/ 13354 w 20566"/>
                <a:gd name="connsiteY1" fmla="*/ 20095 h 20683"/>
                <a:gd name="connsiteX2" fmla="*/ 19687 w 20566"/>
                <a:gd name="connsiteY2" fmla="*/ 13762 h 20683"/>
                <a:gd name="connsiteX3" fmla="*/ 20187 w 20566"/>
                <a:gd name="connsiteY3" fmla="*/ 11346 h 20683"/>
                <a:gd name="connsiteX4" fmla="*/ 14604 w 20566"/>
                <a:gd name="connsiteY4" fmla="*/ 347 h 20683"/>
                <a:gd name="connsiteX5" fmla="*/ 1605 w 20566"/>
                <a:gd name="connsiteY5" fmla="*/ 5097 h 20683"/>
                <a:gd name="connsiteX6" fmla="*/ 5771 w 20566"/>
                <a:gd name="connsiteY6" fmla="*/ 19679 h 20683"/>
                <a:gd name="connsiteX7" fmla="*/ 5771 w 20566"/>
                <a:gd name="connsiteY7" fmla="*/ 19679 h 20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566" h="20683">
                  <a:moveTo>
                    <a:pt x="5771" y="19679"/>
                  </a:moveTo>
                  <a:cubicBezTo>
                    <a:pt x="8271" y="20845"/>
                    <a:pt x="10771" y="21012"/>
                    <a:pt x="13354" y="20095"/>
                  </a:cubicBezTo>
                  <a:cubicBezTo>
                    <a:pt x="16604" y="19012"/>
                    <a:pt x="18270" y="16763"/>
                    <a:pt x="19687" y="13762"/>
                  </a:cubicBezTo>
                  <a:cubicBezTo>
                    <a:pt x="20104" y="12846"/>
                    <a:pt x="20187" y="12096"/>
                    <a:pt x="20187" y="11346"/>
                  </a:cubicBezTo>
                  <a:cubicBezTo>
                    <a:pt x="21520" y="7013"/>
                    <a:pt x="19270" y="1347"/>
                    <a:pt x="14604" y="347"/>
                  </a:cubicBezTo>
                  <a:cubicBezTo>
                    <a:pt x="9688" y="-736"/>
                    <a:pt x="4522" y="681"/>
                    <a:pt x="1605" y="5097"/>
                  </a:cubicBezTo>
                  <a:cubicBezTo>
                    <a:pt x="-1728" y="10179"/>
                    <a:pt x="356" y="17096"/>
                    <a:pt x="5771" y="19679"/>
                  </a:cubicBezTo>
                  <a:lnTo>
                    <a:pt x="5771" y="19679"/>
                  </a:lnTo>
                  <a:close/>
                </a:path>
              </a:pathLst>
            </a:custGeom>
            <a:grpFill/>
            <a:ln w="8332" cap="flat">
              <a:noFill/>
              <a:prstDash val="solid"/>
              <a:miter/>
            </a:ln>
          </p:spPr>
          <p:txBody>
            <a:bodyPr rtlCol="0" anchor="ctr"/>
            <a:lstStyle/>
            <a:p>
              <a:endParaRPr lang="en-US"/>
            </a:p>
          </p:txBody>
        </p:sp>
        <p:sp>
          <p:nvSpPr>
            <p:cNvPr id="2000" name="Freeform: Shape 1999"/>
            <p:cNvSpPr/>
            <p:nvPr/>
          </p:nvSpPr>
          <p:spPr>
            <a:xfrm>
              <a:off x="8030762" y="4067490"/>
              <a:ext cx="24558" cy="23011"/>
            </a:xfrm>
            <a:custGeom>
              <a:avLst/>
              <a:gdLst>
                <a:gd name="connsiteX0" fmla="*/ 3535 w 24558"/>
                <a:gd name="connsiteY0" fmla="*/ 20402 h 23011"/>
                <a:gd name="connsiteX1" fmla="*/ 17200 w 24558"/>
                <a:gd name="connsiteY1" fmla="*/ 20485 h 23011"/>
                <a:gd name="connsiteX2" fmla="*/ 19700 w 24558"/>
                <a:gd name="connsiteY2" fmla="*/ 17819 h 23011"/>
                <a:gd name="connsiteX3" fmla="*/ 19784 w 24558"/>
                <a:gd name="connsiteY3" fmla="*/ 17819 h 23011"/>
                <a:gd name="connsiteX4" fmla="*/ 18784 w 24558"/>
                <a:gd name="connsiteY4" fmla="*/ 18902 h 23011"/>
                <a:gd name="connsiteX5" fmla="*/ 20617 w 24558"/>
                <a:gd name="connsiteY5" fmla="*/ 17152 h 23011"/>
                <a:gd name="connsiteX6" fmla="*/ 19951 w 24558"/>
                <a:gd name="connsiteY6" fmla="*/ 17568 h 23011"/>
                <a:gd name="connsiteX7" fmla="*/ 22783 w 24558"/>
                <a:gd name="connsiteY7" fmla="*/ 14818 h 23011"/>
                <a:gd name="connsiteX8" fmla="*/ 23200 w 24558"/>
                <a:gd name="connsiteY8" fmla="*/ 14152 h 23011"/>
                <a:gd name="connsiteX9" fmla="*/ 22617 w 24558"/>
                <a:gd name="connsiteY9" fmla="*/ 14818 h 23011"/>
                <a:gd name="connsiteX10" fmla="*/ 22617 w 24558"/>
                <a:gd name="connsiteY10" fmla="*/ 3903 h 23011"/>
                <a:gd name="connsiteX11" fmla="*/ 1618 w 24558"/>
                <a:gd name="connsiteY11" fmla="*/ 6903 h 23011"/>
                <a:gd name="connsiteX12" fmla="*/ 3535 w 24558"/>
                <a:gd name="connsiteY12" fmla="*/ 20402 h 23011"/>
                <a:gd name="connsiteX13" fmla="*/ 3535 w 24558"/>
                <a:gd name="connsiteY13" fmla="*/ 20402 h 23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558" h="23011">
                  <a:moveTo>
                    <a:pt x="3535" y="20402"/>
                  </a:moveTo>
                  <a:cubicBezTo>
                    <a:pt x="7118" y="23568"/>
                    <a:pt x="13534" y="24151"/>
                    <a:pt x="17200" y="20485"/>
                  </a:cubicBezTo>
                  <a:cubicBezTo>
                    <a:pt x="18034" y="19568"/>
                    <a:pt x="18867" y="18735"/>
                    <a:pt x="19700" y="17819"/>
                  </a:cubicBezTo>
                  <a:cubicBezTo>
                    <a:pt x="19700" y="17819"/>
                    <a:pt x="19700" y="17819"/>
                    <a:pt x="19784" y="17819"/>
                  </a:cubicBezTo>
                  <a:cubicBezTo>
                    <a:pt x="19450" y="18152"/>
                    <a:pt x="19118" y="18568"/>
                    <a:pt x="18784" y="18902"/>
                  </a:cubicBezTo>
                  <a:cubicBezTo>
                    <a:pt x="19367" y="18235"/>
                    <a:pt x="19951" y="17652"/>
                    <a:pt x="20617" y="17152"/>
                  </a:cubicBezTo>
                  <a:cubicBezTo>
                    <a:pt x="20367" y="17319"/>
                    <a:pt x="20200" y="17402"/>
                    <a:pt x="19951" y="17568"/>
                  </a:cubicBezTo>
                  <a:cubicBezTo>
                    <a:pt x="21034" y="16819"/>
                    <a:pt x="21950" y="16069"/>
                    <a:pt x="22783" y="14818"/>
                  </a:cubicBezTo>
                  <a:cubicBezTo>
                    <a:pt x="22950" y="14569"/>
                    <a:pt x="23034" y="14319"/>
                    <a:pt x="23200" y="14152"/>
                  </a:cubicBezTo>
                  <a:cubicBezTo>
                    <a:pt x="23034" y="14402"/>
                    <a:pt x="22867" y="14569"/>
                    <a:pt x="22617" y="14818"/>
                  </a:cubicBezTo>
                  <a:cubicBezTo>
                    <a:pt x="25449" y="11486"/>
                    <a:pt x="24950" y="7403"/>
                    <a:pt x="22617" y="3903"/>
                  </a:cubicBezTo>
                  <a:cubicBezTo>
                    <a:pt x="17617" y="-3180"/>
                    <a:pt x="5369" y="320"/>
                    <a:pt x="1618" y="6903"/>
                  </a:cubicBezTo>
                  <a:cubicBezTo>
                    <a:pt x="-964" y="11402"/>
                    <a:pt x="-548" y="16819"/>
                    <a:pt x="3535" y="20402"/>
                  </a:cubicBezTo>
                  <a:lnTo>
                    <a:pt x="3535" y="20402"/>
                  </a:lnTo>
                  <a:close/>
                </a:path>
              </a:pathLst>
            </a:custGeom>
            <a:grpFill/>
            <a:ln w="8332" cap="flat">
              <a:noFill/>
              <a:prstDash val="solid"/>
              <a:miter/>
            </a:ln>
          </p:spPr>
          <p:txBody>
            <a:bodyPr rtlCol="0" anchor="ctr"/>
            <a:lstStyle/>
            <a:p>
              <a:endParaRPr lang="en-US"/>
            </a:p>
          </p:txBody>
        </p:sp>
        <p:sp>
          <p:nvSpPr>
            <p:cNvPr id="2001" name="Freeform: Shape 2000"/>
            <p:cNvSpPr/>
            <p:nvPr/>
          </p:nvSpPr>
          <p:spPr>
            <a:xfrm>
              <a:off x="8433654" y="1678735"/>
              <a:ext cx="460196" cy="701351"/>
            </a:xfrm>
            <a:custGeom>
              <a:avLst/>
              <a:gdLst>
                <a:gd name="connsiteX0" fmla="*/ 404237 w 460196"/>
                <a:gd name="connsiteY0" fmla="*/ 290348 h 701351"/>
                <a:gd name="connsiteX1" fmla="*/ 347076 w 460196"/>
                <a:gd name="connsiteY1" fmla="*/ 259017 h 701351"/>
                <a:gd name="connsiteX2" fmla="*/ 308830 w 460196"/>
                <a:gd name="connsiteY2" fmla="*/ 258434 h 701351"/>
                <a:gd name="connsiteX3" fmla="*/ 298914 w 460196"/>
                <a:gd name="connsiteY3" fmla="*/ 259267 h 701351"/>
                <a:gd name="connsiteX4" fmla="*/ 326078 w 460196"/>
                <a:gd name="connsiteY4" fmla="*/ 197773 h 701351"/>
                <a:gd name="connsiteX5" fmla="*/ 336160 w 460196"/>
                <a:gd name="connsiteY5" fmla="*/ 103115 h 701351"/>
                <a:gd name="connsiteX6" fmla="*/ 331744 w 460196"/>
                <a:gd name="connsiteY6" fmla="*/ 49620 h 701351"/>
                <a:gd name="connsiteX7" fmla="*/ 328495 w 460196"/>
                <a:gd name="connsiteY7" fmla="*/ 5124 h 701351"/>
                <a:gd name="connsiteX8" fmla="*/ 318829 w 460196"/>
                <a:gd name="connsiteY8" fmla="*/ 957 h 701351"/>
                <a:gd name="connsiteX9" fmla="*/ 240836 w 460196"/>
                <a:gd name="connsiteY9" fmla="*/ 68701 h 701351"/>
                <a:gd name="connsiteX10" fmla="*/ 187590 w 460196"/>
                <a:gd name="connsiteY10" fmla="*/ 149027 h 701351"/>
                <a:gd name="connsiteX11" fmla="*/ 185090 w 460196"/>
                <a:gd name="connsiteY11" fmla="*/ 246102 h 701351"/>
                <a:gd name="connsiteX12" fmla="*/ 191506 w 460196"/>
                <a:gd name="connsiteY12" fmla="*/ 281682 h 701351"/>
                <a:gd name="connsiteX13" fmla="*/ 158093 w 460196"/>
                <a:gd name="connsiteY13" fmla="*/ 228437 h 701351"/>
                <a:gd name="connsiteX14" fmla="*/ 92348 w 460196"/>
                <a:gd name="connsiteY14" fmla="*/ 236436 h 701351"/>
                <a:gd name="connsiteX15" fmla="*/ 92265 w 460196"/>
                <a:gd name="connsiteY15" fmla="*/ 241852 h 701351"/>
                <a:gd name="connsiteX16" fmla="*/ 114180 w 460196"/>
                <a:gd name="connsiteY16" fmla="*/ 264934 h 701351"/>
                <a:gd name="connsiteX17" fmla="*/ 148428 w 460196"/>
                <a:gd name="connsiteY17" fmla="*/ 299764 h 701351"/>
                <a:gd name="connsiteX18" fmla="*/ 156677 w 460196"/>
                <a:gd name="connsiteY18" fmla="*/ 309180 h 701351"/>
                <a:gd name="connsiteX19" fmla="*/ 151010 w 460196"/>
                <a:gd name="connsiteY19" fmla="*/ 307596 h 701351"/>
                <a:gd name="connsiteX20" fmla="*/ 118680 w 460196"/>
                <a:gd name="connsiteY20" fmla="*/ 308346 h 701351"/>
                <a:gd name="connsiteX21" fmla="*/ 54768 w 460196"/>
                <a:gd name="connsiteY21" fmla="*/ 334344 h 701351"/>
                <a:gd name="connsiteX22" fmla="*/ 24 w 460196"/>
                <a:gd name="connsiteY22" fmla="*/ 436085 h 701351"/>
                <a:gd name="connsiteX23" fmla="*/ 39687 w 460196"/>
                <a:gd name="connsiteY23" fmla="*/ 570656 h 701351"/>
                <a:gd name="connsiteX24" fmla="*/ 131262 w 460196"/>
                <a:gd name="connsiteY24" fmla="*/ 673147 h 701351"/>
                <a:gd name="connsiteX25" fmla="*/ 242169 w 460196"/>
                <a:gd name="connsiteY25" fmla="*/ 689062 h 701351"/>
                <a:gd name="connsiteX26" fmla="*/ 264667 w 460196"/>
                <a:gd name="connsiteY26" fmla="*/ 669814 h 701351"/>
                <a:gd name="connsiteX27" fmla="*/ 283998 w 460196"/>
                <a:gd name="connsiteY27" fmla="*/ 656315 h 701351"/>
                <a:gd name="connsiteX28" fmla="*/ 301997 w 460196"/>
                <a:gd name="connsiteY28" fmla="*/ 659231 h 701351"/>
                <a:gd name="connsiteX29" fmla="*/ 365324 w 460196"/>
                <a:gd name="connsiteY29" fmla="*/ 662648 h 701351"/>
                <a:gd name="connsiteX30" fmla="*/ 443234 w 460196"/>
                <a:gd name="connsiteY30" fmla="*/ 573156 h 701351"/>
                <a:gd name="connsiteX31" fmla="*/ 459816 w 460196"/>
                <a:gd name="connsiteY31" fmla="*/ 429419 h 701351"/>
                <a:gd name="connsiteX32" fmla="*/ 404237 w 460196"/>
                <a:gd name="connsiteY32" fmla="*/ 290348 h 701351"/>
                <a:gd name="connsiteX33" fmla="*/ 404237 w 460196"/>
                <a:gd name="connsiteY33" fmla="*/ 290348 h 701351"/>
                <a:gd name="connsiteX34" fmla="*/ 195589 w 460196"/>
                <a:gd name="connsiteY34" fmla="*/ 243519 h 701351"/>
                <a:gd name="connsiteX35" fmla="*/ 199756 w 460196"/>
                <a:gd name="connsiteY35" fmla="*/ 149694 h 701351"/>
                <a:gd name="connsiteX36" fmla="*/ 256334 w 460196"/>
                <a:gd name="connsiteY36" fmla="*/ 72201 h 701351"/>
                <a:gd name="connsiteX37" fmla="*/ 317245 w 460196"/>
                <a:gd name="connsiteY37" fmla="*/ 19122 h 701351"/>
                <a:gd name="connsiteX38" fmla="*/ 318578 w 460196"/>
                <a:gd name="connsiteY38" fmla="*/ 43703 h 701351"/>
                <a:gd name="connsiteX39" fmla="*/ 323661 w 460196"/>
                <a:gd name="connsiteY39" fmla="*/ 99782 h 701351"/>
                <a:gd name="connsiteX40" fmla="*/ 313829 w 460196"/>
                <a:gd name="connsiteY40" fmla="*/ 194023 h 701351"/>
                <a:gd name="connsiteX41" fmla="*/ 272916 w 460196"/>
                <a:gd name="connsiteY41" fmla="*/ 273849 h 701351"/>
                <a:gd name="connsiteX42" fmla="*/ 225504 w 460196"/>
                <a:gd name="connsiteY42" fmla="*/ 322595 h 701351"/>
                <a:gd name="connsiteX43" fmla="*/ 237836 w 460196"/>
                <a:gd name="connsiteY43" fmla="*/ 196856 h 701351"/>
                <a:gd name="connsiteX44" fmla="*/ 286581 w 460196"/>
                <a:gd name="connsiteY44" fmla="*/ 79617 h 701351"/>
                <a:gd name="connsiteX45" fmla="*/ 284749 w 460196"/>
                <a:gd name="connsiteY45" fmla="*/ 78784 h 701351"/>
                <a:gd name="connsiteX46" fmla="*/ 228420 w 460196"/>
                <a:gd name="connsiteY46" fmla="*/ 196940 h 701351"/>
                <a:gd name="connsiteX47" fmla="*/ 213505 w 460196"/>
                <a:gd name="connsiteY47" fmla="*/ 318179 h 701351"/>
                <a:gd name="connsiteX48" fmla="*/ 206088 w 460196"/>
                <a:gd name="connsiteY48" fmla="*/ 293431 h 701351"/>
                <a:gd name="connsiteX49" fmla="*/ 195589 w 460196"/>
                <a:gd name="connsiteY49" fmla="*/ 243519 h 701351"/>
                <a:gd name="connsiteX50" fmla="*/ 195589 w 460196"/>
                <a:gd name="connsiteY50" fmla="*/ 243519 h 701351"/>
                <a:gd name="connsiteX51" fmla="*/ 131012 w 460196"/>
                <a:gd name="connsiteY51" fmla="*/ 263517 h 701351"/>
                <a:gd name="connsiteX52" fmla="*/ 103682 w 460196"/>
                <a:gd name="connsiteY52" fmla="*/ 238603 h 701351"/>
                <a:gd name="connsiteX53" fmla="*/ 136929 w 460196"/>
                <a:gd name="connsiteY53" fmla="*/ 226604 h 701351"/>
                <a:gd name="connsiteX54" fmla="*/ 156760 w 460196"/>
                <a:gd name="connsiteY54" fmla="*/ 244185 h 701351"/>
                <a:gd name="connsiteX55" fmla="*/ 169842 w 460196"/>
                <a:gd name="connsiteY55" fmla="*/ 266100 h 701351"/>
                <a:gd name="connsiteX56" fmla="*/ 212338 w 460196"/>
                <a:gd name="connsiteY56" fmla="*/ 345426 h 701351"/>
                <a:gd name="connsiteX57" fmla="*/ 209255 w 460196"/>
                <a:gd name="connsiteY57" fmla="*/ 346676 h 701351"/>
                <a:gd name="connsiteX58" fmla="*/ 202339 w 460196"/>
                <a:gd name="connsiteY58" fmla="*/ 348843 h 701351"/>
                <a:gd name="connsiteX59" fmla="*/ 191506 w 460196"/>
                <a:gd name="connsiteY59" fmla="*/ 332594 h 701351"/>
                <a:gd name="connsiteX60" fmla="*/ 163342 w 460196"/>
                <a:gd name="connsiteY60" fmla="*/ 296264 h 701351"/>
                <a:gd name="connsiteX61" fmla="*/ 131012 w 460196"/>
                <a:gd name="connsiteY61" fmla="*/ 263517 h 701351"/>
                <a:gd name="connsiteX62" fmla="*/ 131012 w 460196"/>
                <a:gd name="connsiteY62" fmla="*/ 263517 h 701351"/>
                <a:gd name="connsiteX63" fmla="*/ 445400 w 460196"/>
                <a:gd name="connsiteY63" fmla="*/ 428919 h 701351"/>
                <a:gd name="connsiteX64" fmla="*/ 433735 w 460196"/>
                <a:gd name="connsiteY64" fmla="*/ 553907 h 701351"/>
                <a:gd name="connsiteX65" fmla="*/ 363825 w 460196"/>
                <a:gd name="connsiteY65" fmla="*/ 646483 h 701351"/>
                <a:gd name="connsiteX66" fmla="*/ 304246 w 460196"/>
                <a:gd name="connsiteY66" fmla="*/ 642483 h 701351"/>
                <a:gd name="connsiteX67" fmla="*/ 263583 w 460196"/>
                <a:gd name="connsiteY67" fmla="*/ 647482 h 701351"/>
                <a:gd name="connsiteX68" fmla="*/ 221670 w 460196"/>
                <a:gd name="connsiteY68" fmla="*/ 681313 h 701351"/>
                <a:gd name="connsiteX69" fmla="*/ 160176 w 460196"/>
                <a:gd name="connsiteY69" fmla="*/ 673897 h 701351"/>
                <a:gd name="connsiteX70" fmla="*/ 73101 w 460196"/>
                <a:gd name="connsiteY70" fmla="*/ 593487 h 701351"/>
                <a:gd name="connsiteX71" fmla="*/ 20605 w 460196"/>
                <a:gd name="connsiteY71" fmla="*/ 476748 h 701351"/>
                <a:gd name="connsiteX72" fmla="*/ 17605 w 460196"/>
                <a:gd name="connsiteY72" fmla="*/ 407837 h 701351"/>
                <a:gd name="connsiteX73" fmla="*/ 53852 w 460196"/>
                <a:gd name="connsiteY73" fmla="*/ 353759 h 701351"/>
                <a:gd name="connsiteX74" fmla="*/ 116181 w 460196"/>
                <a:gd name="connsiteY74" fmla="*/ 322678 h 701351"/>
                <a:gd name="connsiteX75" fmla="*/ 154926 w 460196"/>
                <a:gd name="connsiteY75" fmla="*/ 320179 h 701351"/>
                <a:gd name="connsiteX76" fmla="*/ 166592 w 460196"/>
                <a:gd name="connsiteY76" fmla="*/ 321178 h 701351"/>
                <a:gd name="connsiteX77" fmla="*/ 180258 w 460196"/>
                <a:gd name="connsiteY77" fmla="*/ 339177 h 701351"/>
                <a:gd name="connsiteX78" fmla="*/ 189757 w 460196"/>
                <a:gd name="connsiteY78" fmla="*/ 352092 h 701351"/>
                <a:gd name="connsiteX79" fmla="*/ 161092 w 460196"/>
                <a:gd name="connsiteY79" fmla="*/ 355425 h 701351"/>
                <a:gd name="connsiteX80" fmla="*/ 160926 w 460196"/>
                <a:gd name="connsiteY80" fmla="*/ 360258 h 701351"/>
                <a:gd name="connsiteX81" fmla="*/ 201755 w 460196"/>
                <a:gd name="connsiteY81" fmla="*/ 360592 h 701351"/>
                <a:gd name="connsiteX82" fmla="*/ 204339 w 460196"/>
                <a:gd name="connsiteY82" fmla="*/ 360258 h 701351"/>
                <a:gd name="connsiteX83" fmla="*/ 256334 w 460196"/>
                <a:gd name="connsiteY83" fmla="*/ 328011 h 701351"/>
                <a:gd name="connsiteX84" fmla="*/ 249751 w 460196"/>
                <a:gd name="connsiteY84" fmla="*/ 321178 h 701351"/>
                <a:gd name="connsiteX85" fmla="*/ 224087 w 460196"/>
                <a:gd name="connsiteY85" fmla="*/ 339593 h 701351"/>
                <a:gd name="connsiteX86" fmla="*/ 224421 w 460196"/>
                <a:gd name="connsiteY86" fmla="*/ 338760 h 701351"/>
                <a:gd name="connsiteX87" fmla="*/ 250168 w 460196"/>
                <a:gd name="connsiteY87" fmla="*/ 311929 h 701351"/>
                <a:gd name="connsiteX88" fmla="*/ 283332 w 460196"/>
                <a:gd name="connsiteY88" fmla="*/ 281182 h 701351"/>
                <a:gd name="connsiteX89" fmla="*/ 287248 w 460196"/>
                <a:gd name="connsiteY89" fmla="*/ 276099 h 701351"/>
                <a:gd name="connsiteX90" fmla="*/ 293747 w 460196"/>
                <a:gd name="connsiteY90" fmla="*/ 274766 h 701351"/>
                <a:gd name="connsiteX91" fmla="*/ 323911 w 460196"/>
                <a:gd name="connsiteY91" fmla="*/ 272266 h 701351"/>
                <a:gd name="connsiteX92" fmla="*/ 352576 w 460196"/>
                <a:gd name="connsiteY92" fmla="*/ 275933 h 701351"/>
                <a:gd name="connsiteX93" fmla="*/ 404237 w 460196"/>
                <a:gd name="connsiteY93" fmla="*/ 311346 h 701351"/>
                <a:gd name="connsiteX94" fmla="*/ 445400 w 460196"/>
                <a:gd name="connsiteY94" fmla="*/ 428919 h 701351"/>
                <a:gd name="connsiteX95" fmla="*/ 445400 w 460196"/>
                <a:gd name="connsiteY95" fmla="*/ 428919 h 701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460196" h="701351">
                  <a:moveTo>
                    <a:pt x="404237" y="290348"/>
                  </a:moveTo>
                  <a:cubicBezTo>
                    <a:pt x="387989" y="275266"/>
                    <a:pt x="369241" y="263350"/>
                    <a:pt x="347076" y="259017"/>
                  </a:cubicBezTo>
                  <a:cubicBezTo>
                    <a:pt x="334410" y="256518"/>
                    <a:pt x="321578" y="257101"/>
                    <a:pt x="308830" y="258434"/>
                  </a:cubicBezTo>
                  <a:cubicBezTo>
                    <a:pt x="305663" y="258767"/>
                    <a:pt x="302247" y="258851"/>
                    <a:pt x="298914" y="259267"/>
                  </a:cubicBezTo>
                  <a:cubicBezTo>
                    <a:pt x="311079" y="240186"/>
                    <a:pt x="320995" y="218854"/>
                    <a:pt x="326078" y="197773"/>
                  </a:cubicBezTo>
                  <a:cubicBezTo>
                    <a:pt x="333577" y="166859"/>
                    <a:pt x="336243" y="134862"/>
                    <a:pt x="336160" y="103115"/>
                  </a:cubicBezTo>
                  <a:cubicBezTo>
                    <a:pt x="336077" y="85117"/>
                    <a:pt x="333910" y="67451"/>
                    <a:pt x="331744" y="49620"/>
                  </a:cubicBezTo>
                  <a:cubicBezTo>
                    <a:pt x="329994" y="35038"/>
                    <a:pt x="330994" y="19289"/>
                    <a:pt x="328495" y="5124"/>
                  </a:cubicBezTo>
                  <a:cubicBezTo>
                    <a:pt x="327827" y="1207"/>
                    <a:pt x="322245" y="-1542"/>
                    <a:pt x="318829" y="957"/>
                  </a:cubicBezTo>
                  <a:cubicBezTo>
                    <a:pt x="291331" y="21039"/>
                    <a:pt x="264917" y="44703"/>
                    <a:pt x="240836" y="68701"/>
                  </a:cubicBezTo>
                  <a:cubicBezTo>
                    <a:pt x="217088" y="92449"/>
                    <a:pt x="197423" y="116197"/>
                    <a:pt x="187590" y="149027"/>
                  </a:cubicBezTo>
                  <a:cubicBezTo>
                    <a:pt x="178425" y="179441"/>
                    <a:pt x="181840" y="214855"/>
                    <a:pt x="185090" y="246102"/>
                  </a:cubicBezTo>
                  <a:cubicBezTo>
                    <a:pt x="186340" y="258184"/>
                    <a:pt x="188173" y="270100"/>
                    <a:pt x="191506" y="281682"/>
                  </a:cubicBezTo>
                  <a:cubicBezTo>
                    <a:pt x="181091" y="263600"/>
                    <a:pt x="170842" y="244935"/>
                    <a:pt x="158093" y="228437"/>
                  </a:cubicBezTo>
                  <a:cubicBezTo>
                    <a:pt x="143844" y="209938"/>
                    <a:pt x="103431" y="216855"/>
                    <a:pt x="92348" y="236436"/>
                  </a:cubicBezTo>
                  <a:cubicBezTo>
                    <a:pt x="91432" y="238019"/>
                    <a:pt x="91183" y="240269"/>
                    <a:pt x="92265" y="241852"/>
                  </a:cubicBezTo>
                  <a:cubicBezTo>
                    <a:pt x="97848" y="250435"/>
                    <a:pt x="107097" y="257601"/>
                    <a:pt x="114180" y="264934"/>
                  </a:cubicBezTo>
                  <a:cubicBezTo>
                    <a:pt x="125513" y="276599"/>
                    <a:pt x="137428" y="287765"/>
                    <a:pt x="148428" y="299764"/>
                  </a:cubicBezTo>
                  <a:cubicBezTo>
                    <a:pt x="151260" y="302847"/>
                    <a:pt x="154010" y="306013"/>
                    <a:pt x="156677" y="309180"/>
                  </a:cubicBezTo>
                  <a:cubicBezTo>
                    <a:pt x="154843" y="308513"/>
                    <a:pt x="153010" y="307930"/>
                    <a:pt x="151010" y="307596"/>
                  </a:cubicBezTo>
                  <a:cubicBezTo>
                    <a:pt x="140095" y="305597"/>
                    <a:pt x="129512" y="306430"/>
                    <a:pt x="118680" y="308346"/>
                  </a:cubicBezTo>
                  <a:cubicBezTo>
                    <a:pt x="96349" y="312179"/>
                    <a:pt x="73684" y="321762"/>
                    <a:pt x="54768" y="334344"/>
                  </a:cubicBezTo>
                  <a:cubicBezTo>
                    <a:pt x="20272" y="357342"/>
                    <a:pt x="-809" y="394588"/>
                    <a:pt x="24" y="436085"/>
                  </a:cubicBezTo>
                  <a:cubicBezTo>
                    <a:pt x="940" y="481414"/>
                    <a:pt x="18022" y="531160"/>
                    <a:pt x="39687" y="570656"/>
                  </a:cubicBezTo>
                  <a:cubicBezTo>
                    <a:pt x="61351" y="610069"/>
                    <a:pt x="95431" y="646233"/>
                    <a:pt x="131262" y="673147"/>
                  </a:cubicBezTo>
                  <a:cubicBezTo>
                    <a:pt x="163843" y="697561"/>
                    <a:pt x="204673" y="713726"/>
                    <a:pt x="242169" y="689062"/>
                  </a:cubicBezTo>
                  <a:cubicBezTo>
                    <a:pt x="250418" y="683646"/>
                    <a:pt x="257584" y="676730"/>
                    <a:pt x="264667" y="669814"/>
                  </a:cubicBezTo>
                  <a:cubicBezTo>
                    <a:pt x="270083" y="664564"/>
                    <a:pt x="276166" y="657398"/>
                    <a:pt x="283998" y="656315"/>
                  </a:cubicBezTo>
                  <a:cubicBezTo>
                    <a:pt x="289581" y="655565"/>
                    <a:pt x="296580" y="657982"/>
                    <a:pt x="301997" y="659231"/>
                  </a:cubicBezTo>
                  <a:cubicBezTo>
                    <a:pt x="323328" y="663898"/>
                    <a:pt x="343659" y="667481"/>
                    <a:pt x="365324" y="662648"/>
                  </a:cubicBezTo>
                  <a:cubicBezTo>
                    <a:pt x="409986" y="652649"/>
                    <a:pt x="431068" y="613735"/>
                    <a:pt x="443234" y="573156"/>
                  </a:cubicBezTo>
                  <a:cubicBezTo>
                    <a:pt x="456982" y="527077"/>
                    <a:pt x="461649" y="477414"/>
                    <a:pt x="459816" y="429419"/>
                  </a:cubicBezTo>
                  <a:cubicBezTo>
                    <a:pt x="457816" y="377757"/>
                    <a:pt x="442984" y="326095"/>
                    <a:pt x="404237" y="290348"/>
                  </a:cubicBezTo>
                  <a:lnTo>
                    <a:pt x="404237" y="290348"/>
                  </a:lnTo>
                  <a:close/>
                  <a:moveTo>
                    <a:pt x="195589" y="243519"/>
                  </a:moveTo>
                  <a:cubicBezTo>
                    <a:pt x="192923" y="213188"/>
                    <a:pt x="189757" y="178858"/>
                    <a:pt x="199756" y="149694"/>
                  </a:cubicBezTo>
                  <a:cubicBezTo>
                    <a:pt x="210922" y="117280"/>
                    <a:pt x="232003" y="95199"/>
                    <a:pt x="256334" y="72201"/>
                  </a:cubicBezTo>
                  <a:cubicBezTo>
                    <a:pt x="275749" y="53786"/>
                    <a:pt x="296580" y="36287"/>
                    <a:pt x="317245" y="19122"/>
                  </a:cubicBezTo>
                  <a:cubicBezTo>
                    <a:pt x="317912" y="27288"/>
                    <a:pt x="317745" y="35954"/>
                    <a:pt x="318578" y="43703"/>
                  </a:cubicBezTo>
                  <a:cubicBezTo>
                    <a:pt x="320578" y="62452"/>
                    <a:pt x="323412" y="80867"/>
                    <a:pt x="323661" y="99782"/>
                  </a:cubicBezTo>
                  <a:cubicBezTo>
                    <a:pt x="323995" y="131362"/>
                    <a:pt x="321494" y="163276"/>
                    <a:pt x="313829" y="194023"/>
                  </a:cubicBezTo>
                  <a:cubicBezTo>
                    <a:pt x="306747" y="222521"/>
                    <a:pt x="290414" y="250518"/>
                    <a:pt x="272916" y="273849"/>
                  </a:cubicBezTo>
                  <a:cubicBezTo>
                    <a:pt x="259334" y="292181"/>
                    <a:pt x="240502" y="305680"/>
                    <a:pt x="225504" y="322595"/>
                  </a:cubicBezTo>
                  <a:cubicBezTo>
                    <a:pt x="228170" y="280599"/>
                    <a:pt x="229503" y="238103"/>
                    <a:pt x="237836" y="196856"/>
                  </a:cubicBezTo>
                  <a:cubicBezTo>
                    <a:pt x="246169" y="155693"/>
                    <a:pt x="271833" y="118780"/>
                    <a:pt x="286581" y="79617"/>
                  </a:cubicBezTo>
                  <a:cubicBezTo>
                    <a:pt x="286998" y="78534"/>
                    <a:pt x="285248" y="77784"/>
                    <a:pt x="284749" y="78784"/>
                  </a:cubicBezTo>
                  <a:cubicBezTo>
                    <a:pt x="265166" y="117197"/>
                    <a:pt x="237836" y="154277"/>
                    <a:pt x="228420" y="196940"/>
                  </a:cubicBezTo>
                  <a:cubicBezTo>
                    <a:pt x="219671" y="236769"/>
                    <a:pt x="216504" y="277516"/>
                    <a:pt x="213505" y="318179"/>
                  </a:cubicBezTo>
                  <a:cubicBezTo>
                    <a:pt x="211004" y="309846"/>
                    <a:pt x="208672" y="301347"/>
                    <a:pt x="206088" y="293431"/>
                  </a:cubicBezTo>
                  <a:cubicBezTo>
                    <a:pt x="200672" y="277182"/>
                    <a:pt x="197090" y="260767"/>
                    <a:pt x="195589" y="243519"/>
                  </a:cubicBezTo>
                  <a:lnTo>
                    <a:pt x="195589" y="243519"/>
                  </a:lnTo>
                  <a:close/>
                  <a:moveTo>
                    <a:pt x="131012" y="263517"/>
                  </a:moveTo>
                  <a:cubicBezTo>
                    <a:pt x="122347" y="255601"/>
                    <a:pt x="111681" y="247602"/>
                    <a:pt x="103682" y="238603"/>
                  </a:cubicBezTo>
                  <a:cubicBezTo>
                    <a:pt x="110514" y="230687"/>
                    <a:pt x="127513" y="226020"/>
                    <a:pt x="136929" y="226604"/>
                  </a:cubicBezTo>
                  <a:cubicBezTo>
                    <a:pt x="147594" y="227270"/>
                    <a:pt x="151760" y="235603"/>
                    <a:pt x="156760" y="244185"/>
                  </a:cubicBezTo>
                  <a:cubicBezTo>
                    <a:pt x="161009" y="251518"/>
                    <a:pt x="165425" y="258851"/>
                    <a:pt x="169842" y="266100"/>
                  </a:cubicBezTo>
                  <a:cubicBezTo>
                    <a:pt x="185340" y="291848"/>
                    <a:pt x="197256" y="319595"/>
                    <a:pt x="212338" y="345426"/>
                  </a:cubicBezTo>
                  <a:cubicBezTo>
                    <a:pt x="211338" y="345843"/>
                    <a:pt x="210338" y="346343"/>
                    <a:pt x="209255" y="346676"/>
                  </a:cubicBezTo>
                  <a:cubicBezTo>
                    <a:pt x="206921" y="347509"/>
                    <a:pt x="204673" y="348176"/>
                    <a:pt x="202339" y="348843"/>
                  </a:cubicBezTo>
                  <a:cubicBezTo>
                    <a:pt x="199423" y="342926"/>
                    <a:pt x="194923" y="337510"/>
                    <a:pt x="191506" y="332594"/>
                  </a:cubicBezTo>
                  <a:cubicBezTo>
                    <a:pt x="182841" y="320012"/>
                    <a:pt x="173259" y="307846"/>
                    <a:pt x="163342" y="296264"/>
                  </a:cubicBezTo>
                  <a:cubicBezTo>
                    <a:pt x="153427" y="284682"/>
                    <a:pt x="142427" y="273933"/>
                    <a:pt x="131012" y="263517"/>
                  </a:cubicBezTo>
                  <a:lnTo>
                    <a:pt x="131012" y="263517"/>
                  </a:lnTo>
                  <a:close/>
                  <a:moveTo>
                    <a:pt x="445400" y="428919"/>
                  </a:moveTo>
                  <a:cubicBezTo>
                    <a:pt x="446984" y="470332"/>
                    <a:pt x="443984" y="513661"/>
                    <a:pt x="433735" y="553907"/>
                  </a:cubicBezTo>
                  <a:cubicBezTo>
                    <a:pt x="423652" y="593404"/>
                    <a:pt x="407821" y="635983"/>
                    <a:pt x="363825" y="646483"/>
                  </a:cubicBezTo>
                  <a:cubicBezTo>
                    <a:pt x="343077" y="651399"/>
                    <a:pt x="324495" y="646982"/>
                    <a:pt x="304246" y="642483"/>
                  </a:cubicBezTo>
                  <a:cubicBezTo>
                    <a:pt x="288915" y="639150"/>
                    <a:pt x="276749" y="637650"/>
                    <a:pt x="263583" y="647482"/>
                  </a:cubicBezTo>
                  <a:cubicBezTo>
                    <a:pt x="248918" y="658481"/>
                    <a:pt x="239086" y="673980"/>
                    <a:pt x="221670" y="681313"/>
                  </a:cubicBezTo>
                  <a:cubicBezTo>
                    <a:pt x="200839" y="690062"/>
                    <a:pt x="179174" y="684479"/>
                    <a:pt x="160176" y="673897"/>
                  </a:cubicBezTo>
                  <a:cubicBezTo>
                    <a:pt x="125263" y="654398"/>
                    <a:pt x="97848" y="624068"/>
                    <a:pt x="73101" y="593487"/>
                  </a:cubicBezTo>
                  <a:cubicBezTo>
                    <a:pt x="45603" y="559324"/>
                    <a:pt x="31021" y="518911"/>
                    <a:pt x="20605" y="476748"/>
                  </a:cubicBezTo>
                  <a:cubicBezTo>
                    <a:pt x="15106" y="454250"/>
                    <a:pt x="12356" y="430585"/>
                    <a:pt x="17605" y="407837"/>
                  </a:cubicBezTo>
                  <a:cubicBezTo>
                    <a:pt x="22521" y="386422"/>
                    <a:pt x="37687" y="368091"/>
                    <a:pt x="53852" y="353759"/>
                  </a:cubicBezTo>
                  <a:cubicBezTo>
                    <a:pt x="70517" y="339010"/>
                    <a:pt x="94515" y="327678"/>
                    <a:pt x="116181" y="322678"/>
                  </a:cubicBezTo>
                  <a:cubicBezTo>
                    <a:pt x="129262" y="319679"/>
                    <a:pt x="141678" y="318595"/>
                    <a:pt x="154926" y="320179"/>
                  </a:cubicBezTo>
                  <a:cubicBezTo>
                    <a:pt x="158677" y="320595"/>
                    <a:pt x="162676" y="321178"/>
                    <a:pt x="166592" y="321178"/>
                  </a:cubicBezTo>
                  <a:cubicBezTo>
                    <a:pt x="171259" y="327095"/>
                    <a:pt x="175841" y="333094"/>
                    <a:pt x="180258" y="339177"/>
                  </a:cubicBezTo>
                  <a:cubicBezTo>
                    <a:pt x="183257" y="343177"/>
                    <a:pt x="186257" y="348259"/>
                    <a:pt x="189757" y="352092"/>
                  </a:cubicBezTo>
                  <a:cubicBezTo>
                    <a:pt x="180341" y="353925"/>
                    <a:pt x="170842" y="354842"/>
                    <a:pt x="161092" y="355425"/>
                  </a:cubicBezTo>
                  <a:cubicBezTo>
                    <a:pt x="158009" y="355592"/>
                    <a:pt x="157843" y="359925"/>
                    <a:pt x="160926" y="360258"/>
                  </a:cubicBezTo>
                  <a:cubicBezTo>
                    <a:pt x="173425" y="361675"/>
                    <a:pt x="187757" y="362258"/>
                    <a:pt x="201755" y="360592"/>
                  </a:cubicBezTo>
                  <a:cubicBezTo>
                    <a:pt x="202589" y="360925"/>
                    <a:pt x="203589" y="360842"/>
                    <a:pt x="204339" y="360258"/>
                  </a:cubicBezTo>
                  <a:cubicBezTo>
                    <a:pt x="226087" y="357258"/>
                    <a:pt x="246418" y="348426"/>
                    <a:pt x="256334" y="328011"/>
                  </a:cubicBezTo>
                  <a:cubicBezTo>
                    <a:pt x="258250" y="324095"/>
                    <a:pt x="254168" y="318179"/>
                    <a:pt x="249751" y="321178"/>
                  </a:cubicBezTo>
                  <a:cubicBezTo>
                    <a:pt x="240919" y="327178"/>
                    <a:pt x="232919" y="334011"/>
                    <a:pt x="224087" y="339593"/>
                  </a:cubicBezTo>
                  <a:cubicBezTo>
                    <a:pt x="224170" y="339343"/>
                    <a:pt x="224337" y="339093"/>
                    <a:pt x="224421" y="338760"/>
                  </a:cubicBezTo>
                  <a:cubicBezTo>
                    <a:pt x="233586" y="330594"/>
                    <a:pt x="241086" y="320262"/>
                    <a:pt x="250168" y="311929"/>
                  </a:cubicBezTo>
                  <a:cubicBezTo>
                    <a:pt x="261500" y="301680"/>
                    <a:pt x="273749" y="293348"/>
                    <a:pt x="283332" y="281182"/>
                  </a:cubicBezTo>
                  <a:cubicBezTo>
                    <a:pt x="284665" y="279516"/>
                    <a:pt x="285915" y="277849"/>
                    <a:pt x="287248" y="276099"/>
                  </a:cubicBezTo>
                  <a:cubicBezTo>
                    <a:pt x="289331" y="276682"/>
                    <a:pt x="291664" y="276433"/>
                    <a:pt x="293747" y="274766"/>
                  </a:cubicBezTo>
                  <a:cubicBezTo>
                    <a:pt x="298247" y="271266"/>
                    <a:pt x="318912" y="272350"/>
                    <a:pt x="323911" y="272266"/>
                  </a:cubicBezTo>
                  <a:cubicBezTo>
                    <a:pt x="333661" y="272099"/>
                    <a:pt x="343243" y="272933"/>
                    <a:pt x="352576" y="275933"/>
                  </a:cubicBezTo>
                  <a:cubicBezTo>
                    <a:pt x="373324" y="282599"/>
                    <a:pt x="389822" y="295181"/>
                    <a:pt x="404237" y="311346"/>
                  </a:cubicBezTo>
                  <a:cubicBezTo>
                    <a:pt x="433068" y="343260"/>
                    <a:pt x="443817" y="386672"/>
                    <a:pt x="445400" y="428919"/>
                  </a:cubicBezTo>
                  <a:lnTo>
                    <a:pt x="445400" y="428919"/>
                  </a:lnTo>
                  <a:close/>
                </a:path>
              </a:pathLst>
            </a:custGeom>
            <a:grpFill/>
            <a:ln w="8332" cap="flat">
              <a:noFill/>
              <a:prstDash val="solid"/>
              <a:miter/>
            </a:ln>
          </p:spPr>
          <p:txBody>
            <a:bodyPr rtlCol="0" anchor="ctr"/>
            <a:lstStyle/>
            <a:p>
              <a:endParaRPr lang="en-US"/>
            </a:p>
          </p:txBody>
        </p:sp>
        <p:sp>
          <p:nvSpPr>
            <p:cNvPr id="2002" name="Freeform: Shape 2001"/>
            <p:cNvSpPr/>
            <p:nvPr/>
          </p:nvSpPr>
          <p:spPr>
            <a:xfrm>
              <a:off x="11035569" y="1759161"/>
              <a:ext cx="755289" cy="500931"/>
            </a:xfrm>
            <a:custGeom>
              <a:avLst/>
              <a:gdLst>
                <a:gd name="connsiteX0" fmla="*/ 703810 w 755289"/>
                <a:gd name="connsiteY0" fmla="*/ 167009 h 500931"/>
                <a:gd name="connsiteX1" fmla="*/ 666981 w 755289"/>
                <a:gd name="connsiteY1" fmla="*/ 129013 h 500931"/>
                <a:gd name="connsiteX2" fmla="*/ 676813 w 755289"/>
                <a:gd name="connsiteY2" fmla="*/ 73851 h 500931"/>
                <a:gd name="connsiteX3" fmla="*/ 672314 w 755289"/>
                <a:gd name="connsiteY3" fmla="*/ 358 h 500931"/>
                <a:gd name="connsiteX4" fmla="*/ 664898 w 755289"/>
                <a:gd name="connsiteY4" fmla="*/ 2524 h 500931"/>
                <a:gd name="connsiteX5" fmla="*/ 647150 w 755289"/>
                <a:gd name="connsiteY5" fmla="*/ 36188 h 500931"/>
                <a:gd name="connsiteX6" fmla="*/ 620818 w 755289"/>
                <a:gd name="connsiteY6" fmla="*/ 70685 h 500931"/>
                <a:gd name="connsiteX7" fmla="*/ 542992 w 755289"/>
                <a:gd name="connsiteY7" fmla="*/ 122930 h 500931"/>
                <a:gd name="connsiteX8" fmla="*/ 518327 w 755289"/>
                <a:gd name="connsiteY8" fmla="*/ 118097 h 500931"/>
                <a:gd name="connsiteX9" fmla="*/ 490497 w 755289"/>
                <a:gd name="connsiteY9" fmla="*/ 112264 h 500931"/>
                <a:gd name="connsiteX10" fmla="*/ 484831 w 755289"/>
                <a:gd name="connsiteY10" fmla="*/ 99515 h 500931"/>
                <a:gd name="connsiteX11" fmla="*/ 467083 w 755289"/>
                <a:gd name="connsiteY11" fmla="*/ 94016 h 500931"/>
                <a:gd name="connsiteX12" fmla="*/ 444417 w 755289"/>
                <a:gd name="connsiteY12" fmla="*/ 78101 h 500931"/>
                <a:gd name="connsiteX13" fmla="*/ 424003 w 755289"/>
                <a:gd name="connsiteY13" fmla="*/ 76184 h 500931"/>
                <a:gd name="connsiteX14" fmla="*/ 392089 w 755289"/>
                <a:gd name="connsiteY14" fmla="*/ 67685 h 500931"/>
                <a:gd name="connsiteX15" fmla="*/ 352343 w 755289"/>
                <a:gd name="connsiteY15" fmla="*/ 70435 h 500931"/>
                <a:gd name="connsiteX16" fmla="*/ 317262 w 755289"/>
                <a:gd name="connsiteY16" fmla="*/ 70351 h 500931"/>
                <a:gd name="connsiteX17" fmla="*/ 294431 w 755289"/>
                <a:gd name="connsiteY17" fmla="*/ 69268 h 500931"/>
                <a:gd name="connsiteX18" fmla="*/ 268350 w 755289"/>
                <a:gd name="connsiteY18" fmla="*/ 80934 h 500931"/>
                <a:gd name="connsiteX19" fmla="*/ 236186 w 755289"/>
                <a:gd name="connsiteY19" fmla="*/ 93683 h 500931"/>
                <a:gd name="connsiteX20" fmla="*/ 223937 w 755289"/>
                <a:gd name="connsiteY20" fmla="*/ 86267 h 500931"/>
                <a:gd name="connsiteX21" fmla="*/ 204523 w 755289"/>
                <a:gd name="connsiteY21" fmla="*/ 100432 h 500931"/>
                <a:gd name="connsiteX22" fmla="*/ 162776 w 755289"/>
                <a:gd name="connsiteY22" fmla="*/ 150011 h 500931"/>
                <a:gd name="connsiteX23" fmla="*/ 119030 w 755289"/>
                <a:gd name="connsiteY23" fmla="*/ 210505 h 500931"/>
                <a:gd name="connsiteX24" fmla="*/ 102532 w 755289"/>
                <a:gd name="connsiteY24" fmla="*/ 239086 h 500931"/>
                <a:gd name="connsiteX25" fmla="*/ 48870 w 755289"/>
                <a:gd name="connsiteY25" fmla="*/ 315913 h 500931"/>
                <a:gd name="connsiteX26" fmla="*/ 13540 w 755289"/>
                <a:gd name="connsiteY26" fmla="*/ 406738 h 500931"/>
                <a:gd name="connsiteX27" fmla="*/ 1041 w 755289"/>
                <a:gd name="connsiteY27" fmla="*/ 444734 h 500931"/>
                <a:gd name="connsiteX28" fmla="*/ 6541 w 755289"/>
                <a:gd name="connsiteY28" fmla="*/ 460900 h 500931"/>
                <a:gd name="connsiteX29" fmla="*/ 40120 w 755289"/>
                <a:gd name="connsiteY29" fmla="*/ 472815 h 500931"/>
                <a:gd name="connsiteX30" fmla="*/ 80284 w 755289"/>
                <a:gd name="connsiteY30" fmla="*/ 481064 h 500931"/>
                <a:gd name="connsiteX31" fmla="*/ 174359 w 755289"/>
                <a:gd name="connsiteY31" fmla="*/ 477648 h 500931"/>
                <a:gd name="connsiteX32" fmla="*/ 253934 w 755289"/>
                <a:gd name="connsiteY32" fmla="*/ 461066 h 500931"/>
                <a:gd name="connsiteX33" fmla="*/ 259267 w 755289"/>
                <a:gd name="connsiteY33" fmla="*/ 466816 h 500931"/>
                <a:gd name="connsiteX34" fmla="*/ 273183 w 755289"/>
                <a:gd name="connsiteY34" fmla="*/ 478981 h 500931"/>
                <a:gd name="connsiteX35" fmla="*/ 298597 w 755289"/>
                <a:gd name="connsiteY35" fmla="*/ 497230 h 500931"/>
                <a:gd name="connsiteX36" fmla="*/ 318429 w 755289"/>
                <a:gd name="connsiteY36" fmla="*/ 498146 h 500931"/>
                <a:gd name="connsiteX37" fmla="*/ 330761 w 755289"/>
                <a:gd name="connsiteY37" fmla="*/ 476065 h 500931"/>
                <a:gd name="connsiteX38" fmla="*/ 367174 w 755289"/>
                <a:gd name="connsiteY38" fmla="*/ 476398 h 500931"/>
                <a:gd name="connsiteX39" fmla="*/ 376507 w 755289"/>
                <a:gd name="connsiteY39" fmla="*/ 457066 h 500931"/>
                <a:gd name="connsiteX40" fmla="*/ 384506 w 755289"/>
                <a:gd name="connsiteY40" fmla="*/ 440818 h 500931"/>
                <a:gd name="connsiteX41" fmla="*/ 365675 w 755289"/>
                <a:gd name="connsiteY41" fmla="*/ 421820 h 500931"/>
                <a:gd name="connsiteX42" fmla="*/ 368841 w 755289"/>
                <a:gd name="connsiteY42" fmla="*/ 420487 h 500931"/>
                <a:gd name="connsiteX43" fmla="*/ 515327 w 755289"/>
                <a:gd name="connsiteY43" fmla="*/ 320162 h 500931"/>
                <a:gd name="connsiteX44" fmla="*/ 574739 w 755289"/>
                <a:gd name="connsiteY44" fmla="*/ 310163 h 500931"/>
                <a:gd name="connsiteX45" fmla="*/ 564573 w 755289"/>
                <a:gd name="connsiteY45" fmla="*/ 259501 h 500931"/>
                <a:gd name="connsiteX46" fmla="*/ 577989 w 755289"/>
                <a:gd name="connsiteY46" fmla="*/ 239086 h 500931"/>
                <a:gd name="connsiteX47" fmla="*/ 626651 w 755289"/>
                <a:gd name="connsiteY47" fmla="*/ 230004 h 500931"/>
                <a:gd name="connsiteX48" fmla="*/ 679313 w 755289"/>
                <a:gd name="connsiteY48" fmla="*/ 231087 h 500931"/>
                <a:gd name="connsiteX49" fmla="*/ 730725 w 755289"/>
                <a:gd name="connsiteY49" fmla="*/ 232337 h 500931"/>
                <a:gd name="connsiteX50" fmla="*/ 755139 w 755289"/>
                <a:gd name="connsiteY50" fmla="*/ 223004 h 500931"/>
                <a:gd name="connsiteX51" fmla="*/ 739141 w 755289"/>
                <a:gd name="connsiteY51" fmla="*/ 194757 h 500931"/>
                <a:gd name="connsiteX52" fmla="*/ 703810 w 755289"/>
                <a:gd name="connsiteY52" fmla="*/ 167009 h 500931"/>
                <a:gd name="connsiteX53" fmla="*/ 703810 w 755289"/>
                <a:gd name="connsiteY53" fmla="*/ 167009 h 500931"/>
                <a:gd name="connsiteX54" fmla="*/ 433252 w 755289"/>
                <a:gd name="connsiteY54" fmla="*/ 89600 h 500931"/>
                <a:gd name="connsiteX55" fmla="*/ 445334 w 755289"/>
                <a:gd name="connsiteY55" fmla="*/ 95349 h 500931"/>
                <a:gd name="connsiteX56" fmla="*/ 466665 w 755289"/>
                <a:gd name="connsiteY56" fmla="*/ 108431 h 500931"/>
                <a:gd name="connsiteX57" fmla="*/ 476165 w 755289"/>
                <a:gd name="connsiteY57" fmla="*/ 108765 h 500931"/>
                <a:gd name="connsiteX58" fmla="*/ 476498 w 755289"/>
                <a:gd name="connsiteY58" fmla="*/ 109931 h 500931"/>
                <a:gd name="connsiteX59" fmla="*/ 446417 w 755289"/>
                <a:gd name="connsiteY59" fmla="*/ 106432 h 500931"/>
                <a:gd name="connsiteX60" fmla="*/ 410004 w 755289"/>
                <a:gd name="connsiteY60" fmla="*/ 103765 h 500931"/>
                <a:gd name="connsiteX61" fmla="*/ 433252 w 755289"/>
                <a:gd name="connsiteY61" fmla="*/ 89600 h 500931"/>
                <a:gd name="connsiteX62" fmla="*/ 433252 w 755289"/>
                <a:gd name="connsiteY62" fmla="*/ 89600 h 500931"/>
                <a:gd name="connsiteX63" fmla="*/ 419503 w 755289"/>
                <a:gd name="connsiteY63" fmla="*/ 89100 h 500931"/>
                <a:gd name="connsiteX64" fmla="*/ 402921 w 755289"/>
                <a:gd name="connsiteY64" fmla="*/ 103598 h 500931"/>
                <a:gd name="connsiteX65" fmla="*/ 362258 w 755289"/>
                <a:gd name="connsiteY65" fmla="*/ 105015 h 500931"/>
                <a:gd name="connsiteX66" fmla="*/ 393006 w 755289"/>
                <a:gd name="connsiteY66" fmla="*/ 85017 h 500931"/>
                <a:gd name="connsiteX67" fmla="*/ 419503 w 755289"/>
                <a:gd name="connsiteY67" fmla="*/ 89100 h 500931"/>
                <a:gd name="connsiteX68" fmla="*/ 419503 w 755289"/>
                <a:gd name="connsiteY68" fmla="*/ 89100 h 500931"/>
                <a:gd name="connsiteX69" fmla="*/ 356676 w 755289"/>
                <a:gd name="connsiteY69" fmla="*/ 80267 h 500931"/>
                <a:gd name="connsiteX70" fmla="*/ 384089 w 755289"/>
                <a:gd name="connsiteY70" fmla="*/ 76184 h 500931"/>
                <a:gd name="connsiteX71" fmla="*/ 387423 w 755289"/>
                <a:gd name="connsiteY71" fmla="*/ 79517 h 500931"/>
                <a:gd name="connsiteX72" fmla="*/ 379090 w 755289"/>
                <a:gd name="connsiteY72" fmla="*/ 85100 h 500931"/>
                <a:gd name="connsiteX73" fmla="*/ 355593 w 755289"/>
                <a:gd name="connsiteY73" fmla="*/ 105932 h 500931"/>
                <a:gd name="connsiteX74" fmla="*/ 350759 w 755289"/>
                <a:gd name="connsiteY74" fmla="*/ 106598 h 500931"/>
                <a:gd name="connsiteX75" fmla="*/ 296514 w 755289"/>
                <a:gd name="connsiteY75" fmla="*/ 120430 h 500931"/>
                <a:gd name="connsiteX76" fmla="*/ 349343 w 755289"/>
                <a:gd name="connsiteY76" fmla="*/ 82850 h 500931"/>
                <a:gd name="connsiteX77" fmla="*/ 356676 w 755289"/>
                <a:gd name="connsiteY77" fmla="*/ 80267 h 500931"/>
                <a:gd name="connsiteX78" fmla="*/ 356676 w 755289"/>
                <a:gd name="connsiteY78" fmla="*/ 80267 h 500931"/>
                <a:gd name="connsiteX79" fmla="*/ 308346 w 755289"/>
                <a:gd name="connsiteY79" fmla="*/ 84100 h 500931"/>
                <a:gd name="connsiteX80" fmla="*/ 309179 w 755289"/>
                <a:gd name="connsiteY80" fmla="*/ 82684 h 500931"/>
                <a:gd name="connsiteX81" fmla="*/ 329011 w 755289"/>
                <a:gd name="connsiteY81" fmla="*/ 85517 h 500931"/>
                <a:gd name="connsiteX82" fmla="*/ 287682 w 755289"/>
                <a:gd name="connsiteY82" fmla="*/ 123513 h 500931"/>
                <a:gd name="connsiteX83" fmla="*/ 237519 w 755289"/>
                <a:gd name="connsiteY83" fmla="*/ 144928 h 500931"/>
                <a:gd name="connsiteX84" fmla="*/ 261184 w 755289"/>
                <a:gd name="connsiteY84" fmla="*/ 122180 h 500931"/>
                <a:gd name="connsiteX85" fmla="*/ 308346 w 755289"/>
                <a:gd name="connsiteY85" fmla="*/ 84100 h 500931"/>
                <a:gd name="connsiteX86" fmla="*/ 308346 w 755289"/>
                <a:gd name="connsiteY86" fmla="*/ 84100 h 500931"/>
                <a:gd name="connsiteX87" fmla="*/ 244602 w 755289"/>
                <a:gd name="connsiteY87" fmla="*/ 111098 h 500931"/>
                <a:gd name="connsiteX88" fmla="*/ 264183 w 755289"/>
                <a:gd name="connsiteY88" fmla="*/ 101265 h 500931"/>
                <a:gd name="connsiteX89" fmla="*/ 289098 w 755289"/>
                <a:gd name="connsiteY89" fmla="*/ 87516 h 500931"/>
                <a:gd name="connsiteX90" fmla="*/ 259184 w 755289"/>
                <a:gd name="connsiteY90" fmla="*/ 115431 h 500931"/>
                <a:gd name="connsiteX91" fmla="*/ 226687 w 755289"/>
                <a:gd name="connsiteY91" fmla="*/ 150428 h 500931"/>
                <a:gd name="connsiteX92" fmla="*/ 172192 w 755289"/>
                <a:gd name="connsiteY92" fmla="*/ 182091 h 500931"/>
                <a:gd name="connsiteX93" fmla="*/ 169692 w 755289"/>
                <a:gd name="connsiteY93" fmla="*/ 183758 h 500931"/>
                <a:gd name="connsiteX94" fmla="*/ 201606 w 755289"/>
                <a:gd name="connsiteY94" fmla="*/ 150094 h 500931"/>
                <a:gd name="connsiteX95" fmla="*/ 244602 w 755289"/>
                <a:gd name="connsiteY95" fmla="*/ 111098 h 500931"/>
                <a:gd name="connsiteX96" fmla="*/ 244602 w 755289"/>
                <a:gd name="connsiteY96" fmla="*/ 111098 h 500931"/>
                <a:gd name="connsiteX97" fmla="*/ 126196 w 755289"/>
                <a:gd name="connsiteY97" fmla="*/ 215588 h 500931"/>
                <a:gd name="connsiteX98" fmla="*/ 170525 w 755289"/>
                <a:gd name="connsiteY98" fmla="*/ 159010 h 500931"/>
                <a:gd name="connsiteX99" fmla="*/ 196023 w 755289"/>
                <a:gd name="connsiteY99" fmla="*/ 129263 h 500931"/>
                <a:gd name="connsiteX100" fmla="*/ 213105 w 755289"/>
                <a:gd name="connsiteY100" fmla="*/ 110931 h 500931"/>
                <a:gd name="connsiteX101" fmla="*/ 223604 w 755289"/>
                <a:gd name="connsiteY101" fmla="*/ 101182 h 500931"/>
                <a:gd name="connsiteX102" fmla="*/ 231520 w 755289"/>
                <a:gd name="connsiteY102" fmla="*/ 109765 h 500931"/>
                <a:gd name="connsiteX103" fmla="*/ 233437 w 755289"/>
                <a:gd name="connsiteY103" fmla="*/ 110598 h 500931"/>
                <a:gd name="connsiteX104" fmla="*/ 229437 w 755289"/>
                <a:gd name="connsiteY104" fmla="*/ 114181 h 500931"/>
                <a:gd name="connsiteX105" fmla="*/ 202523 w 755289"/>
                <a:gd name="connsiteY105" fmla="*/ 138929 h 500931"/>
                <a:gd name="connsiteX106" fmla="*/ 159360 w 755289"/>
                <a:gd name="connsiteY106" fmla="*/ 190591 h 500931"/>
                <a:gd name="connsiteX107" fmla="*/ 125280 w 755289"/>
                <a:gd name="connsiteY107" fmla="*/ 217088 h 500931"/>
                <a:gd name="connsiteX108" fmla="*/ 126196 w 755289"/>
                <a:gd name="connsiteY108" fmla="*/ 215588 h 500931"/>
                <a:gd name="connsiteX109" fmla="*/ 126196 w 755289"/>
                <a:gd name="connsiteY109" fmla="*/ 215588 h 500931"/>
                <a:gd name="connsiteX110" fmla="*/ 306430 w 755289"/>
                <a:gd name="connsiteY110" fmla="*/ 488064 h 500931"/>
                <a:gd name="connsiteX111" fmla="*/ 282015 w 755289"/>
                <a:gd name="connsiteY111" fmla="*/ 473482 h 500931"/>
                <a:gd name="connsiteX112" fmla="*/ 261768 w 755289"/>
                <a:gd name="connsiteY112" fmla="*/ 458483 h 500931"/>
                <a:gd name="connsiteX113" fmla="*/ 269600 w 755289"/>
                <a:gd name="connsiteY113" fmla="*/ 456233 h 500931"/>
                <a:gd name="connsiteX114" fmla="*/ 283182 w 755289"/>
                <a:gd name="connsiteY114" fmla="*/ 461816 h 500931"/>
                <a:gd name="connsiteX115" fmla="*/ 317013 w 755289"/>
                <a:gd name="connsiteY115" fmla="*/ 471399 h 500931"/>
                <a:gd name="connsiteX116" fmla="*/ 320929 w 755289"/>
                <a:gd name="connsiteY116" fmla="*/ 472648 h 500931"/>
                <a:gd name="connsiteX117" fmla="*/ 306430 w 755289"/>
                <a:gd name="connsiteY117" fmla="*/ 488064 h 500931"/>
                <a:gd name="connsiteX118" fmla="*/ 306430 w 755289"/>
                <a:gd name="connsiteY118" fmla="*/ 488064 h 500931"/>
                <a:gd name="connsiteX119" fmla="*/ 368257 w 755289"/>
                <a:gd name="connsiteY119" fmla="*/ 450984 h 500931"/>
                <a:gd name="connsiteX120" fmla="*/ 362758 w 755289"/>
                <a:gd name="connsiteY120" fmla="*/ 462233 h 500931"/>
                <a:gd name="connsiteX121" fmla="*/ 338844 w 755289"/>
                <a:gd name="connsiteY121" fmla="*/ 467566 h 500931"/>
                <a:gd name="connsiteX122" fmla="*/ 279516 w 755289"/>
                <a:gd name="connsiteY122" fmla="*/ 453317 h 500931"/>
                <a:gd name="connsiteX123" fmla="*/ 350842 w 755289"/>
                <a:gd name="connsiteY123" fmla="*/ 427736 h 500931"/>
                <a:gd name="connsiteX124" fmla="*/ 351926 w 755289"/>
                <a:gd name="connsiteY124" fmla="*/ 428236 h 500931"/>
                <a:gd name="connsiteX125" fmla="*/ 366841 w 755289"/>
                <a:gd name="connsiteY125" fmla="*/ 436568 h 500931"/>
                <a:gd name="connsiteX126" fmla="*/ 368257 w 755289"/>
                <a:gd name="connsiteY126" fmla="*/ 450984 h 500931"/>
                <a:gd name="connsiteX127" fmla="*/ 368257 w 755289"/>
                <a:gd name="connsiteY127" fmla="*/ 450984 h 500931"/>
                <a:gd name="connsiteX128" fmla="*/ 555991 w 755289"/>
                <a:gd name="connsiteY128" fmla="*/ 311080 h 500931"/>
                <a:gd name="connsiteX129" fmla="*/ 527410 w 755289"/>
                <a:gd name="connsiteY129" fmla="*/ 313913 h 500931"/>
                <a:gd name="connsiteX130" fmla="*/ 521994 w 755289"/>
                <a:gd name="connsiteY130" fmla="*/ 313413 h 500931"/>
                <a:gd name="connsiteX131" fmla="*/ 551824 w 755289"/>
                <a:gd name="connsiteY131" fmla="*/ 279416 h 500931"/>
                <a:gd name="connsiteX132" fmla="*/ 557491 w 755289"/>
                <a:gd name="connsiteY132" fmla="*/ 271167 h 500931"/>
                <a:gd name="connsiteX133" fmla="*/ 565657 w 755289"/>
                <a:gd name="connsiteY133" fmla="*/ 285165 h 500931"/>
                <a:gd name="connsiteX134" fmla="*/ 555991 w 755289"/>
                <a:gd name="connsiteY134" fmla="*/ 311080 h 500931"/>
                <a:gd name="connsiteX135" fmla="*/ 555991 w 755289"/>
                <a:gd name="connsiteY135" fmla="*/ 311080 h 500931"/>
                <a:gd name="connsiteX136" fmla="*/ 729559 w 755289"/>
                <a:gd name="connsiteY136" fmla="*/ 217672 h 500931"/>
                <a:gd name="connsiteX137" fmla="*/ 681063 w 755289"/>
                <a:gd name="connsiteY137" fmla="*/ 216255 h 500931"/>
                <a:gd name="connsiteX138" fmla="*/ 597487 w 755289"/>
                <a:gd name="connsiteY138" fmla="*/ 214755 h 500931"/>
                <a:gd name="connsiteX139" fmla="*/ 572572 w 755289"/>
                <a:gd name="connsiteY139" fmla="*/ 220921 h 500931"/>
                <a:gd name="connsiteX140" fmla="*/ 548741 w 755289"/>
                <a:gd name="connsiteY140" fmla="*/ 257001 h 500931"/>
                <a:gd name="connsiteX141" fmla="*/ 419503 w 755289"/>
                <a:gd name="connsiteY141" fmla="*/ 376574 h 500931"/>
                <a:gd name="connsiteX142" fmla="*/ 249601 w 755289"/>
                <a:gd name="connsiteY142" fmla="*/ 446068 h 500931"/>
                <a:gd name="connsiteX143" fmla="*/ 230354 w 755289"/>
                <a:gd name="connsiteY143" fmla="*/ 451234 h 500931"/>
                <a:gd name="connsiteX144" fmla="*/ 231769 w 755289"/>
                <a:gd name="connsiteY144" fmla="*/ 401155 h 500931"/>
                <a:gd name="connsiteX145" fmla="*/ 241103 w 755289"/>
                <a:gd name="connsiteY145" fmla="*/ 400238 h 500931"/>
                <a:gd name="connsiteX146" fmla="*/ 267350 w 755289"/>
                <a:gd name="connsiteY146" fmla="*/ 398988 h 500931"/>
                <a:gd name="connsiteX147" fmla="*/ 320512 w 755289"/>
                <a:gd name="connsiteY147" fmla="*/ 387906 h 500931"/>
                <a:gd name="connsiteX148" fmla="*/ 373341 w 755289"/>
                <a:gd name="connsiteY148" fmla="*/ 370074 h 500931"/>
                <a:gd name="connsiteX149" fmla="*/ 391839 w 755289"/>
                <a:gd name="connsiteY149" fmla="*/ 351243 h 500931"/>
                <a:gd name="connsiteX150" fmla="*/ 388256 w 755289"/>
                <a:gd name="connsiteY150" fmla="*/ 337244 h 500931"/>
                <a:gd name="connsiteX151" fmla="*/ 390839 w 755289"/>
                <a:gd name="connsiteY151" fmla="*/ 305747 h 500931"/>
                <a:gd name="connsiteX152" fmla="*/ 381173 w 755289"/>
                <a:gd name="connsiteY152" fmla="*/ 275916 h 500931"/>
                <a:gd name="connsiteX153" fmla="*/ 379590 w 755289"/>
                <a:gd name="connsiteY153" fmla="*/ 251252 h 500931"/>
                <a:gd name="connsiteX154" fmla="*/ 374341 w 755289"/>
                <a:gd name="connsiteY154" fmla="*/ 244169 h 500931"/>
                <a:gd name="connsiteX155" fmla="*/ 367424 w 755289"/>
                <a:gd name="connsiteY155" fmla="*/ 241753 h 500931"/>
                <a:gd name="connsiteX156" fmla="*/ 360592 w 755289"/>
                <a:gd name="connsiteY156" fmla="*/ 223338 h 500931"/>
                <a:gd name="connsiteX157" fmla="*/ 367424 w 755289"/>
                <a:gd name="connsiteY157" fmla="*/ 200173 h 500931"/>
                <a:gd name="connsiteX158" fmla="*/ 360342 w 755289"/>
                <a:gd name="connsiteY158" fmla="*/ 193257 h 500931"/>
                <a:gd name="connsiteX159" fmla="*/ 322678 w 755289"/>
                <a:gd name="connsiteY159" fmla="*/ 223588 h 500931"/>
                <a:gd name="connsiteX160" fmla="*/ 282932 w 755289"/>
                <a:gd name="connsiteY160" fmla="*/ 264667 h 500931"/>
                <a:gd name="connsiteX161" fmla="*/ 216022 w 755289"/>
                <a:gd name="connsiteY161" fmla="*/ 344743 h 500931"/>
                <a:gd name="connsiteX162" fmla="*/ 214605 w 755289"/>
                <a:gd name="connsiteY162" fmla="*/ 341994 h 500931"/>
                <a:gd name="connsiteX163" fmla="*/ 179275 w 755289"/>
                <a:gd name="connsiteY163" fmla="*/ 299664 h 500931"/>
                <a:gd name="connsiteX164" fmla="*/ 135945 w 755289"/>
                <a:gd name="connsiteY164" fmla="*/ 285665 h 500931"/>
                <a:gd name="connsiteX165" fmla="*/ 135362 w 755289"/>
                <a:gd name="connsiteY165" fmla="*/ 287915 h 500931"/>
                <a:gd name="connsiteX166" fmla="*/ 174525 w 755289"/>
                <a:gd name="connsiteY166" fmla="*/ 306164 h 500931"/>
                <a:gd name="connsiteX167" fmla="*/ 207022 w 755289"/>
                <a:gd name="connsiteY167" fmla="*/ 352493 h 500931"/>
                <a:gd name="connsiteX168" fmla="*/ 218521 w 755289"/>
                <a:gd name="connsiteY168" fmla="*/ 407488 h 500931"/>
                <a:gd name="connsiteX169" fmla="*/ 218105 w 755289"/>
                <a:gd name="connsiteY169" fmla="*/ 437235 h 500931"/>
                <a:gd name="connsiteX170" fmla="*/ 216022 w 755289"/>
                <a:gd name="connsiteY170" fmla="*/ 454567 h 500931"/>
                <a:gd name="connsiteX171" fmla="*/ 70035 w 755289"/>
                <a:gd name="connsiteY171" fmla="*/ 463733 h 500931"/>
                <a:gd name="connsiteX172" fmla="*/ 32538 w 755289"/>
                <a:gd name="connsiteY172" fmla="*/ 454067 h 500931"/>
                <a:gd name="connsiteX173" fmla="*/ 23455 w 755289"/>
                <a:gd name="connsiteY173" fmla="*/ 450567 h 500931"/>
                <a:gd name="connsiteX174" fmla="*/ 84367 w 755289"/>
                <a:gd name="connsiteY174" fmla="*/ 448067 h 500931"/>
                <a:gd name="connsiteX175" fmla="*/ 129196 w 755289"/>
                <a:gd name="connsiteY175" fmla="*/ 439985 h 500931"/>
                <a:gd name="connsiteX176" fmla="*/ 164192 w 755289"/>
                <a:gd name="connsiteY176" fmla="*/ 427486 h 500931"/>
                <a:gd name="connsiteX177" fmla="*/ 160526 w 755289"/>
                <a:gd name="connsiteY177" fmla="*/ 419070 h 500931"/>
                <a:gd name="connsiteX178" fmla="*/ 77201 w 755289"/>
                <a:gd name="connsiteY178" fmla="*/ 437652 h 500931"/>
                <a:gd name="connsiteX179" fmla="*/ 35204 w 755289"/>
                <a:gd name="connsiteY179" fmla="*/ 441318 h 500931"/>
                <a:gd name="connsiteX180" fmla="*/ 16623 w 755289"/>
                <a:gd name="connsiteY180" fmla="*/ 444568 h 500931"/>
                <a:gd name="connsiteX181" fmla="*/ 17123 w 755289"/>
                <a:gd name="connsiteY181" fmla="*/ 443234 h 500931"/>
                <a:gd name="connsiteX182" fmla="*/ 45536 w 755289"/>
                <a:gd name="connsiteY182" fmla="*/ 360242 h 500931"/>
                <a:gd name="connsiteX183" fmla="*/ 146028 w 755289"/>
                <a:gd name="connsiteY183" fmla="*/ 218088 h 500931"/>
                <a:gd name="connsiteX184" fmla="*/ 239686 w 755289"/>
                <a:gd name="connsiteY184" fmla="*/ 160677 h 500931"/>
                <a:gd name="connsiteX185" fmla="*/ 338260 w 755289"/>
                <a:gd name="connsiteY185" fmla="*/ 122847 h 500931"/>
                <a:gd name="connsiteX186" fmla="*/ 368257 w 755289"/>
                <a:gd name="connsiteY186" fmla="*/ 118597 h 500931"/>
                <a:gd name="connsiteX187" fmla="*/ 396922 w 755289"/>
                <a:gd name="connsiteY187" fmla="*/ 118930 h 500931"/>
                <a:gd name="connsiteX188" fmla="*/ 441835 w 755289"/>
                <a:gd name="connsiteY188" fmla="*/ 117847 h 500931"/>
                <a:gd name="connsiteX189" fmla="*/ 462583 w 755289"/>
                <a:gd name="connsiteY189" fmla="*/ 119430 h 500931"/>
                <a:gd name="connsiteX190" fmla="*/ 472165 w 755289"/>
                <a:gd name="connsiteY190" fmla="*/ 120680 h 500931"/>
                <a:gd name="connsiteX191" fmla="*/ 519244 w 755289"/>
                <a:gd name="connsiteY191" fmla="*/ 130096 h 500931"/>
                <a:gd name="connsiteX192" fmla="*/ 563323 w 755289"/>
                <a:gd name="connsiteY192" fmla="*/ 136679 h 500931"/>
                <a:gd name="connsiteX193" fmla="*/ 624734 w 755289"/>
                <a:gd name="connsiteY193" fmla="*/ 85350 h 500931"/>
                <a:gd name="connsiteX194" fmla="*/ 654065 w 755289"/>
                <a:gd name="connsiteY194" fmla="*/ 47187 h 500931"/>
                <a:gd name="connsiteX195" fmla="*/ 668564 w 755289"/>
                <a:gd name="connsiteY195" fmla="*/ 21106 h 500931"/>
                <a:gd name="connsiteX196" fmla="*/ 665648 w 755289"/>
                <a:gd name="connsiteY196" fmla="*/ 51020 h 500931"/>
                <a:gd name="connsiteX197" fmla="*/ 664481 w 755289"/>
                <a:gd name="connsiteY197" fmla="*/ 61186 h 500931"/>
                <a:gd name="connsiteX198" fmla="*/ 662398 w 755289"/>
                <a:gd name="connsiteY198" fmla="*/ 61769 h 500931"/>
                <a:gd name="connsiteX199" fmla="*/ 613652 w 755289"/>
                <a:gd name="connsiteY199" fmla="*/ 120014 h 500931"/>
                <a:gd name="connsiteX200" fmla="*/ 614819 w 755289"/>
                <a:gd name="connsiteY200" fmla="*/ 121180 h 500931"/>
                <a:gd name="connsiteX201" fmla="*/ 644150 w 755289"/>
                <a:gd name="connsiteY201" fmla="*/ 91933 h 500931"/>
                <a:gd name="connsiteX202" fmla="*/ 659898 w 755289"/>
                <a:gd name="connsiteY202" fmla="*/ 73185 h 500931"/>
                <a:gd name="connsiteX203" fmla="*/ 663064 w 755289"/>
                <a:gd name="connsiteY203" fmla="*/ 70685 h 500931"/>
                <a:gd name="connsiteX204" fmla="*/ 659898 w 755289"/>
                <a:gd name="connsiteY204" fmla="*/ 89266 h 500931"/>
                <a:gd name="connsiteX205" fmla="*/ 656981 w 755289"/>
                <a:gd name="connsiteY205" fmla="*/ 104432 h 500931"/>
                <a:gd name="connsiteX206" fmla="*/ 652065 w 755289"/>
                <a:gd name="connsiteY206" fmla="*/ 106931 h 500931"/>
                <a:gd name="connsiteX207" fmla="*/ 636983 w 755289"/>
                <a:gd name="connsiteY207" fmla="*/ 121014 h 500931"/>
                <a:gd name="connsiteX208" fmla="*/ 613903 w 755289"/>
                <a:gd name="connsiteY208" fmla="*/ 146678 h 500931"/>
                <a:gd name="connsiteX209" fmla="*/ 617819 w 755289"/>
                <a:gd name="connsiteY209" fmla="*/ 149511 h 500931"/>
                <a:gd name="connsiteX210" fmla="*/ 642983 w 755289"/>
                <a:gd name="connsiteY210" fmla="*/ 125180 h 500931"/>
                <a:gd name="connsiteX211" fmla="*/ 655065 w 755289"/>
                <a:gd name="connsiteY211" fmla="*/ 115347 h 500931"/>
                <a:gd name="connsiteX212" fmla="*/ 652565 w 755289"/>
                <a:gd name="connsiteY212" fmla="*/ 134512 h 500931"/>
                <a:gd name="connsiteX213" fmla="*/ 652899 w 755289"/>
                <a:gd name="connsiteY213" fmla="*/ 143511 h 500931"/>
                <a:gd name="connsiteX214" fmla="*/ 642566 w 755289"/>
                <a:gd name="connsiteY214" fmla="*/ 147844 h 500931"/>
                <a:gd name="connsiteX215" fmla="*/ 612569 w 755289"/>
                <a:gd name="connsiteY215" fmla="*/ 168009 h 500931"/>
                <a:gd name="connsiteX216" fmla="*/ 614319 w 755289"/>
                <a:gd name="connsiteY216" fmla="*/ 170259 h 500931"/>
                <a:gd name="connsiteX217" fmla="*/ 646983 w 755289"/>
                <a:gd name="connsiteY217" fmla="*/ 154844 h 500931"/>
                <a:gd name="connsiteX218" fmla="*/ 656565 w 755289"/>
                <a:gd name="connsiteY218" fmla="*/ 152344 h 500931"/>
                <a:gd name="connsiteX219" fmla="*/ 661315 w 755289"/>
                <a:gd name="connsiteY219" fmla="*/ 157343 h 500931"/>
                <a:gd name="connsiteX220" fmla="*/ 672730 w 755289"/>
                <a:gd name="connsiteY220" fmla="*/ 164926 h 500931"/>
                <a:gd name="connsiteX221" fmla="*/ 649316 w 755289"/>
                <a:gd name="connsiteY221" fmla="*/ 172092 h 500931"/>
                <a:gd name="connsiteX222" fmla="*/ 623152 w 755289"/>
                <a:gd name="connsiteY222" fmla="*/ 182091 h 500931"/>
                <a:gd name="connsiteX223" fmla="*/ 625901 w 755289"/>
                <a:gd name="connsiteY223" fmla="*/ 184758 h 500931"/>
                <a:gd name="connsiteX224" fmla="*/ 656065 w 755289"/>
                <a:gd name="connsiteY224" fmla="*/ 178342 h 500931"/>
                <a:gd name="connsiteX225" fmla="*/ 671897 w 755289"/>
                <a:gd name="connsiteY225" fmla="*/ 174009 h 500931"/>
                <a:gd name="connsiteX226" fmla="*/ 681313 w 755289"/>
                <a:gd name="connsiteY226" fmla="*/ 171509 h 500931"/>
                <a:gd name="connsiteX227" fmla="*/ 684146 w 755289"/>
                <a:gd name="connsiteY227" fmla="*/ 171176 h 500931"/>
                <a:gd name="connsiteX228" fmla="*/ 693812 w 755289"/>
                <a:gd name="connsiteY228" fmla="*/ 176842 h 500931"/>
                <a:gd name="connsiteX229" fmla="*/ 704977 w 755289"/>
                <a:gd name="connsiteY229" fmla="*/ 184341 h 500931"/>
                <a:gd name="connsiteX230" fmla="*/ 685895 w 755289"/>
                <a:gd name="connsiteY230" fmla="*/ 188091 h 500931"/>
                <a:gd name="connsiteX231" fmla="*/ 641900 w 755289"/>
                <a:gd name="connsiteY231" fmla="*/ 196173 h 500931"/>
                <a:gd name="connsiteX232" fmla="*/ 643316 w 755289"/>
                <a:gd name="connsiteY232" fmla="*/ 201090 h 500931"/>
                <a:gd name="connsiteX233" fmla="*/ 689562 w 755289"/>
                <a:gd name="connsiteY233" fmla="*/ 197090 h 500931"/>
                <a:gd name="connsiteX234" fmla="*/ 717976 w 755289"/>
                <a:gd name="connsiteY234" fmla="*/ 194090 h 500931"/>
                <a:gd name="connsiteX235" fmla="*/ 728142 w 755289"/>
                <a:gd name="connsiteY235" fmla="*/ 203923 h 500931"/>
                <a:gd name="connsiteX236" fmla="*/ 736725 w 755289"/>
                <a:gd name="connsiteY236" fmla="*/ 217172 h 500931"/>
                <a:gd name="connsiteX237" fmla="*/ 729559 w 755289"/>
                <a:gd name="connsiteY237" fmla="*/ 217672 h 500931"/>
                <a:gd name="connsiteX238" fmla="*/ 729559 w 755289"/>
                <a:gd name="connsiteY238" fmla="*/ 217672 h 500931"/>
                <a:gd name="connsiteX239" fmla="*/ 294848 w 755289"/>
                <a:gd name="connsiteY239" fmla="*/ 364242 h 500931"/>
                <a:gd name="connsiteX240" fmla="*/ 260184 w 755289"/>
                <a:gd name="connsiteY240" fmla="*/ 375241 h 500931"/>
                <a:gd name="connsiteX241" fmla="*/ 228270 w 755289"/>
                <a:gd name="connsiteY241" fmla="*/ 381073 h 500931"/>
                <a:gd name="connsiteX242" fmla="*/ 226687 w 755289"/>
                <a:gd name="connsiteY242" fmla="*/ 373991 h 500931"/>
                <a:gd name="connsiteX243" fmla="*/ 266266 w 755289"/>
                <a:gd name="connsiteY243" fmla="*/ 358576 h 500931"/>
                <a:gd name="connsiteX244" fmla="*/ 313346 w 755289"/>
                <a:gd name="connsiteY244" fmla="*/ 334328 h 500931"/>
                <a:gd name="connsiteX245" fmla="*/ 311429 w 755289"/>
                <a:gd name="connsiteY245" fmla="*/ 329911 h 500931"/>
                <a:gd name="connsiteX246" fmla="*/ 266684 w 755289"/>
                <a:gd name="connsiteY246" fmla="*/ 349243 h 500931"/>
                <a:gd name="connsiteX247" fmla="*/ 246019 w 755289"/>
                <a:gd name="connsiteY247" fmla="*/ 357742 h 500931"/>
                <a:gd name="connsiteX248" fmla="*/ 224520 w 755289"/>
                <a:gd name="connsiteY248" fmla="*/ 366158 h 500931"/>
                <a:gd name="connsiteX249" fmla="*/ 224188 w 755289"/>
                <a:gd name="connsiteY249" fmla="*/ 365158 h 500931"/>
                <a:gd name="connsiteX250" fmla="*/ 240769 w 755289"/>
                <a:gd name="connsiteY250" fmla="*/ 353743 h 500931"/>
                <a:gd name="connsiteX251" fmla="*/ 261851 w 755289"/>
                <a:gd name="connsiteY251" fmla="*/ 335744 h 500931"/>
                <a:gd name="connsiteX252" fmla="*/ 301597 w 755289"/>
                <a:gd name="connsiteY252" fmla="*/ 296748 h 500931"/>
                <a:gd name="connsiteX253" fmla="*/ 300431 w 755289"/>
                <a:gd name="connsiteY253" fmla="*/ 295581 h 500931"/>
                <a:gd name="connsiteX254" fmla="*/ 256184 w 755289"/>
                <a:gd name="connsiteY254" fmla="*/ 332828 h 500931"/>
                <a:gd name="connsiteX255" fmla="*/ 222355 w 755289"/>
                <a:gd name="connsiteY255" fmla="*/ 359909 h 500931"/>
                <a:gd name="connsiteX256" fmla="*/ 219105 w 755289"/>
                <a:gd name="connsiteY256" fmla="*/ 351826 h 500931"/>
                <a:gd name="connsiteX257" fmla="*/ 244769 w 755289"/>
                <a:gd name="connsiteY257" fmla="*/ 326078 h 500931"/>
                <a:gd name="connsiteX258" fmla="*/ 281932 w 755289"/>
                <a:gd name="connsiteY258" fmla="*/ 285999 h 500931"/>
                <a:gd name="connsiteX259" fmla="*/ 323012 w 755289"/>
                <a:gd name="connsiteY259" fmla="*/ 243086 h 500931"/>
                <a:gd name="connsiteX260" fmla="*/ 343343 w 755289"/>
                <a:gd name="connsiteY260" fmla="*/ 222838 h 500931"/>
                <a:gd name="connsiteX261" fmla="*/ 352842 w 755289"/>
                <a:gd name="connsiteY261" fmla="*/ 212589 h 500931"/>
                <a:gd name="connsiteX262" fmla="*/ 348343 w 755289"/>
                <a:gd name="connsiteY262" fmla="*/ 235587 h 500931"/>
                <a:gd name="connsiteX263" fmla="*/ 360592 w 755289"/>
                <a:gd name="connsiteY263" fmla="*/ 250502 h 500931"/>
                <a:gd name="connsiteX264" fmla="*/ 369257 w 755289"/>
                <a:gd name="connsiteY264" fmla="*/ 262417 h 500931"/>
                <a:gd name="connsiteX265" fmla="*/ 368257 w 755289"/>
                <a:gd name="connsiteY265" fmla="*/ 271000 h 500931"/>
                <a:gd name="connsiteX266" fmla="*/ 371091 w 755289"/>
                <a:gd name="connsiteY266" fmla="*/ 284082 h 500931"/>
                <a:gd name="connsiteX267" fmla="*/ 379507 w 755289"/>
                <a:gd name="connsiteY267" fmla="*/ 301664 h 500931"/>
                <a:gd name="connsiteX268" fmla="*/ 373507 w 755289"/>
                <a:gd name="connsiteY268" fmla="*/ 318162 h 500931"/>
                <a:gd name="connsiteX269" fmla="*/ 372590 w 755289"/>
                <a:gd name="connsiteY269" fmla="*/ 357575 h 500931"/>
                <a:gd name="connsiteX270" fmla="*/ 321595 w 755289"/>
                <a:gd name="connsiteY270" fmla="*/ 376907 h 500931"/>
                <a:gd name="connsiteX271" fmla="*/ 271183 w 755289"/>
                <a:gd name="connsiteY271" fmla="*/ 387740 h 500931"/>
                <a:gd name="connsiteX272" fmla="*/ 245602 w 755289"/>
                <a:gd name="connsiteY272" fmla="*/ 389823 h 500931"/>
                <a:gd name="connsiteX273" fmla="*/ 230187 w 755289"/>
                <a:gd name="connsiteY273" fmla="*/ 391656 h 500931"/>
                <a:gd name="connsiteX274" fmla="*/ 229354 w 755289"/>
                <a:gd name="connsiteY274" fmla="*/ 386989 h 500931"/>
                <a:gd name="connsiteX275" fmla="*/ 262767 w 755289"/>
                <a:gd name="connsiteY275" fmla="*/ 381573 h 500931"/>
                <a:gd name="connsiteX276" fmla="*/ 295347 w 755289"/>
                <a:gd name="connsiteY276" fmla="*/ 365408 h 500931"/>
                <a:gd name="connsiteX277" fmla="*/ 294848 w 755289"/>
                <a:gd name="connsiteY277" fmla="*/ 364242 h 500931"/>
                <a:gd name="connsiteX278" fmla="*/ 294848 w 755289"/>
                <a:gd name="connsiteY278" fmla="*/ 364242 h 500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Lst>
              <a:rect l="l" t="t" r="r" b="b"/>
              <a:pathLst>
                <a:path w="755289" h="500931">
                  <a:moveTo>
                    <a:pt x="703810" y="167009"/>
                  </a:moveTo>
                  <a:cubicBezTo>
                    <a:pt x="688979" y="157260"/>
                    <a:pt x="663898" y="150178"/>
                    <a:pt x="666981" y="129013"/>
                  </a:cubicBezTo>
                  <a:cubicBezTo>
                    <a:pt x="669647" y="110514"/>
                    <a:pt x="673980" y="92266"/>
                    <a:pt x="676813" y="73851"/>
                  </a:cubicBezTo>
                  <a:cubicBezTo>
                    <a:pt x="678896" y="60352"/>
                    <a:pt x="690645" y="6441"/>
                    <a:pt x="672314" y="358"/>
                  </a:cubicBezTo>
                  <a:cubicBezTo>
                    <a:pt x="669731" y="-476"/>
                    <a:pt x="666481" y="108"/>
                    <a:pt x="664898" y="2524"/>
                  </a:cubicBezTo>
                  <a:cubicBezTo>
                    <a:pt x="657898" y="13023"/>
                    <a:pt x="654232" y="25605"/>
                    <a:pt x="647150" y="36188"/>
                  </a:cubicBezTo>
                  <a:cubicBezTo>
                    <a:pt x="639066" y="48270"/>
                    <a:pt x="630067" y="59519"/>
                    <a:pt x="620818" y="70685"/>
                  </a:cubicBezTo>
                  <a:cubicBezTo>
                    <a:pt x="600987" y="94599"/>
                    <a:pt x="579239" y="130013"/>
                    <a:pt x="542992" y="122930"/>
                  </a:cubicBezTo>
                  <a:cubicBezTo>
                    <a:pt x="534743" y="121347"/>
                    <a:pt x="526494" y="119680"/>
                    <a:pt x="518327" y="118097"/>
                  </a:cubicBezTo>
                  <a:cubicBezTo>
                    <a:pt x="509078" y="115847"/>
                    <a:pt x="499829" y="113931"/>
                    <a:pt x="490497" y="112264"/>
                  </a:cubicBezTo>
                  <a:cubicBezTo>
                    <a:pt x="491080" y="107515"/>
                    <a:pt x="488997" y="102432"/>
                    <a:pt x="484831" y="99515"/>
                  </a:cubicBezTo>
                  <a:cubicBezTo>
                    <a:pt x="479914" y="96099"/>
                    <a:pt x="472498" y="96266"/>
                    <a:pt x="467083" y="94016"/>
                  </a:cubicBezTo>
                  <a:cubicBezTo>
                    <a:pt x="458250" y="90350"/>
                    <a:pt x="452917" y="82184"/>
                    <a:pt x="444417" y="78101"/>
                  </a:cubicBezTo>
                  <a:cubicBezTo>
                    <a:pt x="437835" y="74934"/>
                    <a:pt x="431085" y="75518"/>
                    <a:pt x="424003" y="76184"/>
                  </a:cubicBezTo>
                  <a:cubicBezTo>
                    <a:pt x="409838" y="77517"/>
                    <a:pt x="403421" y="76934"/>
                    <a:pt x="392089" y="67685"/>
                  </a:cubicBezTo>
                  <a:cubicBezTo>
                    <a:pt x="378424" y="56519"/>
                    <a:pt x="367008" y="64269"/>
                    <a:pt x="352343" y="70435"/>
                  </a:cubicBezTo>
                  <a:cubicBezTo>
                    <a:pt x="339011" y="76018"/>
                    <a:pt x="330345" y="75434"/>
                    <a:pt x="317262" y="70351"/>
                  </a:cubicBezTo>
                  <a:cubicBezTo>
                    <a:pt x="309929" y="67518"/>
                    <a:pt x="302097" y="67518"/>
                    <a:pt x="294431" y="69268"/>
                  </a:cubicBezTo>
                  <a:cubicBezTo>
                    <a:pt x="285098" y="71351"/>
                    <a:pt x="276516" y="76268"/>
                    <a:pt x="268350" y="80934"/>
                  </a:cubicBezTo>
                  <a:cubicBezTo>
                    <a:pt x="260601" y="85350"/>
                    <a:pt x="244852" y="99932"/>
                    <a:pt x="236186" y="93683"/>
                  </a:cubicBezTo>
                  <a:cubicBezTo>
                    <a:pt x="231604" y="90350"/>
                    <a:pt x="230853" y="85850"/>
                    <a:pt x="223937" y="86267"/>
                  </a:cubicBezTo>
                  <a:cubicBezTo>
                    <a:pt x="216022" y="86767"/>
                    <a:pt x="209606" y="95432"/>
                    <a:pt x="204523" y="100432"/>
                  </a:cubicBezTo>
                  <a:cubicBezTo>
                    <a:pt x="189190" y="115431"/>
                    <a:pt x="175275" y="132596"/>
                    <a:pt x="162776" y="150011"/>
                  </a:cubicBezTo>
                  <a:cubicBezTo>
                    <a:pt x="148278" y="170092"/>
                    <a:pt x="132362" y="189757"/>
                    <a:pt x="119030" y="210505"/>
                  </a:cubicBezTo>
                  <a:cubicBezTo>
                    <a:pt x="113030" y="219921"/>
                    <a:pt x="107615" y="229421"/>
                    <a:pt x="102532" y="239086"/>
                  </a:cubicBezTo>
                  <a:cubicBezTo>
                    <a:pt x="81200" y="261584"/>
                    <a:pt x="63035" y="286998"/>
                    <a:pt x="48870" y="315913"/>
                  </a:cubicBezTo>
                  <a:cubicBezTo>
                    <a:pt x="34538" y="345327"/>
                    <a:pt x="24122" y="375991"/>
                    <a:pt x="13540" y="406738"/>
                  </a:cubicBezTo>
                  <a:cubicBezTo>
                    <a:pt x="9206" y="419320"/>
                    <a:pt x="4707" y="431986"/>
                    <a:pt x="1041" y="444734"/>
                  </a:cubicBezTo>
                  <a:cubicBezTo>
                    <a:pt x="-1042" y="451984"/>
                    <a:pt x="-376" y="456483"/>
                    <a:pt x="6541" y="460900"/>
                  </a:cubicBezTo>
                  <a:cubicBezTo>
                    <a:pt x="15790" y="466816"/>
                    <a:pt x="29622" y="469899"/>
                    <a:pt x="40120" y="472815"/>
                  </a:cubicBezTo>
                  <a:cubicBezTo>
                    <a:pt x="53286" y="476482"/>
                    <a:pt x="66618" y="479648"/>
                    <a:pt x="80284" y="481064"/>
                  </a:cubicBezTo>
                  <a:cubicBezTo>
                    <a:pt x="111614" y="484231"/>
                    <a:pt x="143195" y="481814"/>
                    <a:pt x="174359" y="477648"/>
                  </a:cubicBezTo>
                  <a:cubicBezTo>
                    <a:pt x="201273" y="474065"/>
                    <a:pt x="227770" y="468316"/>
                    <a:pt x="253934" y="461066"/>
                  </a:cubicBezTo>
                  <a:cubicBezTo>
                    <a:pt x="255934" y="462983"/>
                    <a:pt x="257850" y="465566"/>
                    <a:pt x="259267" y="466816"/>
                  </a:cubicBezTo>
                  <a:cubicBezTo>
                    <a:pt x="263851" y="470899"/>
                    <a:pt x="268683" y="474815"/>
                    <a:pt x="273183" y="478981"/>
                  </a:cubicBezTo>
                  <a:cubicBezTo>
                    <a:pt x="281432" y="486647"/>
                    <a:pt x="288348" y="492480"/>
                    <a:pt x="298597" y="497230"/>
                  </a:cubicBezTo>
                  <a:cubicBezTo>
                    <a:pt x="305430" y="500396"/>
                    <a:pt x="311846" y="503229"/>
                    <a:pt x="318429" y="498146"/>
                  </a:cubicBezTo>
                  <a:cubicBezTo>
                    <a:pt x="325095" y="493063"/>
                    <a:pt x="328261" y="483897"/>
                    <a:pt x="330761" y="476065"/>
                  </a:cubicBezTo>
                  <a:cubicBezTo>
                    <a:pt x="343343" y="479898"/>
                    <a:pt x="358592" y="483231"/>
                    <a:pt x="367174" y="476398"/>
                  </a:cubicBezTo>
                  <a:cubicBezTo>
                    <a:pt x="372924" y="471815"/>
                    <a:pt x="372757" y="462816"/>
                    <a:pt x="376507" y="457066"/>
                  </a:cubicBezTo>
                  <a:cubicBezTo>
                    <a:pt x="380006" y="451734"/>
                    <a:pt x="386172" y="448401"/>
                    <a:pt x="384506" y="440818"/>
                  </a:cubicBezTo>
                  <a:cubicBezTo>
                    <a:pt x="383006" y="434152"/>
                    <a:pt x="374174" y="426486"/>
                    <a:pt x="365675" y="421820"/>
                  </a:cubicBezTo>
                  <a:cubicBezTo>
                    <a:pt x="366758" y="421403"/>
                    <a:pt x="367841" y="420987"/>
                    <a:pt x="368841" y="420487"/>
                  </a:cubicBezTo>
                  <a:cubicBezTo>
                    <a:pt x="423253" y="398072"/>
                    <a:pt x="473748" y="361825"/>
                    <a:pt x="515327" y="320162"/>
                  </a:cubicBezTo>
                  <a:cubicBezTo>
                    <a:pt x="536409" y="324578"/>
                    <a:pt x="559324" y="329328"/>
                    <a:pt x="574739" y="310163"/>
                  </a:cubicBezTo>
                  <a:cubicBezTo>
                    <a:pt x="587571" y="294165"/>
                    <a:pt x="575406" y="274333"/>
                    <a:pt x="564573" y="259501"/>
                  </a:cubicBezTo>
                  <a:cubicBezTo>
                    <a:pt x="568740" y="252335"/>
                    <a:pt x="572823" y="245252"/>
                    <a:pt x="577989" y="239086"/>
                  </a:cubicBezTo>
                  <a:cubicBezTo>
                    <a:pt x="589237" y="225671"/>
                    <a:pt x="610736" y="230087"/>
                    <a:pt x="626651" y="230004"/>
                  </a:cubicBezTo>
                  <a:cubicBezTo>
                    <a:pt x="644150" y="229920"/>
                    <a:pt x="661732" y="230837"/>
                    <a:pt x="679313" y="231087"/>
                  </a:cubicBezTo>
                  <a:cubicBezTo>
                    <a:pt x="696478" y="231253"/>
                    <a:pt x="713560" y="232587"/>
                    <a:pt x="730725" y="232337"/>
                  </a:cubicBezTo>
                  <a:cubicBezTo>
                    <a:pt x="738808" y="232254"/>
                    <a:pt x="753056" y="233837"/>
                    <a:pt x="755139" y="223004"/>
                  </a:cubicBezTo>
                  <a:cubicBezTo>
                    <a:pt x="756806" y="214172"/>
                    <a:pt x="744141" y="200423"/>
                    <a:pt x="739141" y="194757"/>
                  </a:cubicBezTo>
                  <a:cubicBezTo>
                    <a:pt x="729392" y="183591"/>
                    <a:pt x="716060" y="175092"/>
                    <a:pt x="703810" y="167009"/>
                  </a:cubicBezTo>
                  <a:lnTo>
                    <a:pt x="703810" y="167009"/>
                  </a:lnTo>
                  <a:close/>
                  <a:moveTo>
                    <a:pt x="433252" y="89600"/>
                  </a:moveTo>
                  <a:cubicBezTo>
                    <a:pt x="437585" y="90350"/>
                    <a:pt x="441668" y="92016"/>
                    <a:pt x="445334" y="95349"/>
                  </a:cubicBezTo>
                  <a:cubicBezTo>
                    <a:pt x="451666" y="101015"/>
                    <a:pt x="458500" y="105765"/>
                    <a:pt x="466665" y="108431"/>
                  </a:cubicBezTo>
                  <a:cubicBezTo>
                    <a:pt x="468166" y="108931"/>
                    <a:pt x="476081" y="109265"/>
                    <a:pt x="476165" y="108765"/>
                  </a:cubicBezTo>
                  <a:cubicBezTo>
                    <a:pt x="476332" y="109015"/>
                    <a:pt x="476415" y="109431"/>
                    <a:pt x="476498" y="109931"/>
                  </a:cubicBezTo>
                  <a:cubicBezTo>
                    <a:pt x="466499" y="108515"/>
                    <a:pt x="456500" y="107348"/>
                    <a:pt x="446417" y="106432"/>
                  </a:cubicBezTo>
                  <a:cubicBezTo>
                    <a:pt x="434252" y="105348"/>
                    <a:pt x="422086" y="104348"/>
                    <a:pt x="410004" y="103765"/>
                  </a:cubicBezTo>
                  <a:cubicBezTo>
                    <a:pt x="417503" y="98849"/>
                    <a:pt x="424919" y="93433"/>
                    <a:pt x="433252" y="89600"/>
                  </a:cubicBezTo>
                  <a:lnTo>
                    <a:pt x="433252" y="89600"/>
                  </a:lnTo>
                  <a:close/>
                  <a:moveTo>
                    <a:pt x="419503" y="89100"/>
                  </a:moveTo>
                  <a:cubicBezTo>
                    <a:pt x="413587" y="93183"/>
                    <a:pt x="408504" y="98682"/>
                    <a:pt x="402921" y="103598"/>
                  </a:cubicBezTo>
                  <a:cubicBezTo>
                    <a:pt x="389339" y="103182"/>
                    <a:pt x="375840" y="103432"/>
                    <a:pt x="362258" y="105015"/>
                  </a:cubicBezTo>
                  <a:cubicBezTo>
                    <a:pt x="371924" y="97516"/>
                    <a:pt x="381923" y="90266"/>
                    <a:pt x="393006" y="85017"/>
                  </a:cubicBezTo>
                  <a:cubicBezTo>
                    <a:pt x="401172" y="90183"/>
                    <a:pt x="410421" y="89516"/>
                    <a:pt x="419503" y="89100"/>
                  </a:cubicBezTo>
                  <a:lnTo>
                    <a:pt x="419503" y="89100"/>
                  </a:lnTo>
                  <a:close/>
                  <a:moveTo>
                    <a:pt x="356676" y="80267"/>
                  </a:moveTo>
                  <a:cubicBezTo>
                    <a:pt x="365091" y="77018"/>
                    <a:pt x="374341" y="69768"/>
                    <a:pt x="384089" y="76184"/>
                  </a:cubicBezTo>
                  <a:cubicBezTo>
                    <a:pt x="385339" y="77018"/>
                    <a:pt x="386423" y="78184"/>
                    <a:pt x="387423" y="79517"/>
                  </a:cubicBezTo>
                  <a:cubicBezTo>
                    <a:pt x="384256" y="81267"/>
                    <a:pt x="381340" y="83517"/>
                    <a:pt x="379090" y="85100"/>
                  </a:cubicBezTo>
                  <a:cubicBezTo>
                    <a:pt x="370591" y="91350"/>
                    <a:pt x="363091" y="98599"/>
                    <a:pt x="355593" y="105932"/>
                  </a:cubicBezTo>
                  <a:cubicBezTo>
                    <a:pt x="354009" y="106182"/>
                    <a:pt x="352343" y="106348"/>
                    <a:pt x="350759" y="106598"/>
                  </a:cubicBezTo>
                  <a:cubicBezTo>
                    <a:pt x="332428" y="109681"/>
                    <a:pt x="314346" y="114514"/>
                    <a:pt x="296514" y="120430"/>
                  </a:cubicBezTo>
                  <a:cubicBezTo>
                    <a:pt x="313262" y="106765"/>
                    <a:pt x="330844" y="95099"/>
                    <a:pt x="349343" y="82850"/>
                  </a:cubicBezTo>
                  <a:cubicBezTo>
                    <a:pt x="351842" y="82100"/>
                    <a:pt x="354259" y="81184"/>
                    <a:pt x="356676" y="80267"/>
                  </a:cubicBezTo>
                  <a:lnTo>
                    <a:pt x="356676" y="80267"/>
                  </a:lnTo>
                  <a:close/>
                  <a:moveTo>
                    <a:pt x="308346" y="84100"/>
                  </a:moveTo>
                  <a:cubicBezTo>
                    <a:pt x="308763" y="83767"/>
                    <a:pt x="309096" y="83267"/>
                    <a:pt x="309179" y="82684"/>
                  </a:cubicBezTo>
                  <a:cubicBezTo>
                    <a:pt x="315763" y="83017"/>
                    <a:pt x="321929" y="84850"/>
                    <a:pt x="329011" y="85517"/>
                  </a:cubicBezTo>
                  <a:cubicBezTo>
                    <a:pt x="313346" y="95432"/>
                    <a:pt x="299847" y="109848"/>
                    <a:pt x="287682" y="123513"/>
                  </a:cubicBezTo>
                  <a:cubicBezTo>
                    <a:pt x="270600" y="129680"/>
                    <a:pt x="253851" y="136845"/>
                    <a:pt x="237519" y="144928"/>
                  </a:cubicBezTo>
                  <a:cubicBezTo>
                    <a:pt x="245352" y="137262"/>
                    <a:pt x="253185" y="129596"/>
                    <a:pt x="261184" y="122180"/>
                  </a:cubicBezTo>
                  <a:cubicBezTo>
                    <a:pt x="276183" y="108181"/>
                    <a:pt x="292514" y="96932"/>
                    <a:pt x="308346" y="84100"/>
                  </a:cubicBezTo>
                  <a:lnTo>
                    <a:pt x="308346" y="84100"/>
                  </a:lnTo>
                  <a:close/>
                  <a:moveTo>
                    <a:pt x="244602" y="111098"/>
                  </a:moveTo>
                  <a:cubicBezTo>
                    <a:pt x="251684" y="109348"/>
                    <a:pt x="258434" y="104598"/>
                    <a:pt x="264183" y="101265"/>
                  </a:cubicBezTo>
                  <a:cubicBezTo>
                    <a:pt x="272350" y="96516"/>
                    <a:pt x="280432" y="91433"/>
                    <a:pt x="289098" y="87516"/>
                  </a:cubicBezTo>
                  <a:cubicBezTo>
                    <a:pt x="277932" y="95349"/>
                    <a:pt x="268017" y="106848"/>
                    <a:pt x="259184" y="115431"/>
                  </a:cubicBezTo>
                  <a:cubicBezTo>
                    <a:pt x="247685" y="126596"/>
                    <a:pt x="237353" y="138595"/>
                    <a:pt x="226687" y="150428"/>
                  </a:cubicBezTo>
                  <a:cubicBezTo>
                    <a:pt x="207855" y="160177"/>
                    <a:pt x="189691" y="170926"/>
                    <a:pt x="172192" y="182091"/>
                  </a:cubicBezTo>
                  <a:cubicBezTo>
                    <a:pt x="171358" y="182675"/>
                    <a:pt x="170525" y="183175"/>
                    <a:pt x="169692" y="183758"/>
                  </a:cubicBezTo>
                  <a:cubicBezTo>
                    <a:pt x="180441" y="172675"/>
                    <a:pt x="190857" y="161260"/>
                    <a:pt x="201606" y="150094"/>
                  </a:cubicBezTo>
                  <a:cubicBezTo>
                    <a:pt x="215104" y="135846"/>
                    <a:pt x="230020" y="123763"/>
                    <a:pt x="244602" y="111098"/>
                  </a:cubicBezTo>
                  <a:lnTo>
                    <a:pt x="244602" y="111098"/>
                  </a:lnTo>
                  <a:close/>
                  <a:moveTo>
                    <a:pt x="126196" y="215588"/>
                  </a:moveTo>
                  <a:cubicBezTo>
                    <a:pt x="139778" y="196090"/>
                    <a:pt x="155860" y="177758"/>
                    <a:pt x="170525" y="159010"/>
                  </a:cubicBezTo>
                  <a:cubicBezTo>
                    <a:pt x="178609" y="148678"/>
                    <a:pt x="187107" y="138929"/>
                    <a:pt x="196023" y="129263"/>
                  </a:cubicBezTo>
                  <a:cubicBezTo>
                    <a:pt x="201689" y="123097"/>
                    <a:pt x="207022" y="116764"/>
                    <a:pt x="213105" y="110931"/>
                  </a:cubicBezTo>
                  <a:cubicBezTo>
                    <a:pt x="214188" y="109931"/>
                    <a:pt x="222104" y="100849"/>
                    <a:pt x="223604" y="101182"/>
                  </a:cubicBezTo>
                  <a:cubicBezTo>
                    <a:pt x="225770" y="101598"/>
                    <a:pt x="228604" y="108181"/>
                    <a:pt x="231520" y="109765"/>
                  </a:cubicBezTo>
                  <a:cubicBezTo>
                    <a:pt x="232103" y="110098"/>
                    <a:pt x="232770" y="110348"/>
                    <a:pt x="233437" y="110598"/>
                  </a:cubicBezTo>
                  <a:cubicBezTo>
                    <a:pt x="232103" y="111848"/>
                    <a:pt x="230770" y="113097"/>
                    <a:pt x="229437" y="114181"/>
                  </a:cubicBezTo>
                  <a:cubicBezTo>
                    <a:pt x="220021" y="122013"/>
                    <a:pt x="210938" y="130096"/>
                    <a:pt x="202523" y="138929"/>
                  </a:cubicBezTo>
                  <a:cubicBezTo>
                    <a:pt x="187024" y="155260"/>
                    <a:pt x="173775" y="173342"/>
                    <a:pt x="159360" y="190591"/>
                  </a:cubicBezTo>
                  <a:cubicBezTo>
                    <a:pt x="147444" y="198840"/>
                    <a:pt x="136028" y="207672"/>
                    <a:pt x="125280" y="217088"/>
                  </a:cubicBezTo>
                  <a:cubicBezTo>
                    <a:pt x="125529" y="216505"/>
                    <a:pt x="125863" y="216088"/>
                    <a:pt x="126196" y="215588"/>
                  </a:cubicBezTo>
                  <a:lnTo>
                    <a:pt x="126196" y="215588"/>
                  </a:lnTo>
                  <a:close/>
                  <a:moveTo>
                    <a:pt x="306430" y="488064"/>
                  </a:moveTo>
                  <a:cubicBezTo>
                    <a:pt x="298098" y="487647"/>
                    <a:pt x="288181" y="478315"/>
                    <a:pt x="282015" y="473482"/>
                  </a:cubicBezTo>
                  <a:cubicBezTo>
                    <a:pt x="278349" y="470565"/>
                    <a:pt x="269683" y="462649"/>
                    <a:pt x="261768" y="458483"/>
                  </a:cubicBezTo>
                  <a:cubicBezTo>
                    <a:pt x="264350" y="457733"/>
                    <a:pt x="267017" y="456983"/>
                    <a:pt x="269600" y="456233"/>
                  </a:cubicBezTo>
                  <a:cubicBezTo>
                    <a:pt x="274016" y="458316"/>
                    <a:pt x="278433" y="460316"/>
                    <a:pt x="283182" y="461816"/>
                  </a:cubicBezTo>
                  <a:cubicBezTo>
                    <a:pt x="294347" y="465399"/>
                    <a:pt x="305846" y="467982"/>
                    <a:pt x="317013" y="471399"/>
                  </a:cubicBezTo>
                  <a:cubicBezTo>
                    <a:pt x="318179" y="471732"/>
                    <a:pt x="319512" y="472232"/>
                    <a:pt x="320929" y="472648"/>
                  </a:cubicBezTo>
                  <a:cubicBezTo>
                    <a:pt x="316929" y="479065"/>
                    <a:pt x="314596" y="488564"/>
                    <a:pt x="306430" y="488064"/>
                  </a:cubicBezTo>
                  <a:lnTo>
                    <a:pt x="306430" y="488064"/>
                  </a:lnTo>
                  <a:close/>
                  <a:moveTo>
                    <a:pt x="368257" y="450984"/>
                  </a:moveTo>
                  <a:cubicBezTo>
                    <a:pt x="366341" y="454483"/>
                    <a:pt x="364842" y="458900"/>
                    <a:pt x="362758" y="462233"/>
                  </a:cubicBezTo>
                  <a:cubicBezTo>
                    <a:pt x="357259" y="471065"/>
                    <a:pt x="347759" y="469149"/>
                    <a:pt x="338844" y="467566"/>
                  </a:cubicBezTo>
                  <a:cubicBezTo>
                    <a:pt x="318846" y="464066"/>
                    <a:pt x="299264" y="458316"/>
                    <a:pt x="279516" y="453317"/>
                  </a:cubicBezTo>
                  <a:cubicBezTo>
                    <a:pt x="303597" y="445734"/>
                    <a:pt x="327428" y="437068"/>
                    <a:pt x="350842" y="427736"/>
                  </a:cubicBezTo>
                  <a:cubicBezTo>
                    <a:pt x="351176" y="427902"/>
                    <a:pt x="351510" y="428069"/>
                    <a:pt x="351926" y="428236"/>
                  </a:cubicBezTo>
                  <a:cubicBezTo>
                    <a:pt x="356676" y="429736"/>
                    <a:pt x="363341" y="433152"/>
                    <a:pt x="366841" y="436568"/>
                  </a:cubicBezTo>
                  <a:cubicBezTo>
                    <a:pt x="372757" y="442151"/>
                    <a:pt x="371841" y="444318"/>
                    <a:pt x="368257" y="450984"/>
                  </a:cubicBezTo>
                  <a:lnTo>
                    <a:pt x="368257" y="450984"/>
                  </a:lnTo>
                  <a:close/>
                  <a:moveTo>
                    <a:pt x="555991" y="311080"/>
                  </a:moveTo>
                  <a:cubicBezTo>
                    <a:pt x="547075" y="315163"/>
                    <a:pt x="536910" y="314829"/>
                    <a:pt x="527410" y="313913"/>
                  </a:cubicBezTo>
                  <a:cubicBezTo>
                    <a:pt x="525493" y="313746"/>
                    <a:pt x="523743" y="313579"/>
                    <a:pt x="521994" y="313413"/>
                  </a:cubicBezTo>
                  <a:cubicBezTo>
                    <a:pt x="532410" y="302581"/>
                    <a:pt x="542659" y="291415"/>
                    <a:pt x="551824" y="279416"/>
                  </a:cubicBezTo>
                  <a:cubicBezTo>
                    <a:pt x="553824" y="276750"/>
                    <a:pt x="555740" y="274000"/>
                    <a:pt x="557491" y="271167"/>
                  </a:cubicBezTo>
                  <a:cubicBezTo>
                    <a:pt x="560407" y="275750"/>
                    <a:pt x="563240" y="280499"/>
                    <a:pt x="565657" y="285165"/>
                  </a:cubicBezTo>
                  <a:cubicBezTo>
                    <a:pt x="571406" y="296331"/>
                    <a:pt x="567573" y="305830"/>
                    <a:pt x="555991" y="311080"/>
                  </a:cubicBezTo>
                  <a:lnTo>
                    <a:pt x="555991" y="311080"/>
                  </a:lnTo>
                  <a:close/>
                  <a:moveTo>
                    <a:pt x="729559" y="217672"/>
                  </a:moveTo>
                  <a:cubicBezTo>
                    <a:pt x="713393" y="217838"/>
                    <a:pt x="697228" y="216505"/>
                    <a:pt x="681063" y="216255"/>
                  </a:cubicBezTo>
                  <a:cubicBezTo>
                    <a:pt x="653232" y="215838"/>
                    <a:pt x="625402" y="214505"/>
                    <a:pt x="597487" y="214755"/>
                  </a:cubicBezTo>
                  <a:cubicBezTo>
                    <a:pt x="587238" y="214839"/>
                    <a:pt x="580239" y="213505"/>
                    <a:pt x="572572" y="220921"/>
                  </a:cubicBezTo>
                  <a:cubicBezTo>
                    <a:pt x="562240" y="230920"/>
                    <a:pt x="556658" y="245169"/>
                    <a:pt x="548741" y="257001"/>
                  </a:cubicBezTo>
                  <a:cubicBezTo>
                    <a:pt x="516327" y="305747"/>
                    <a:pt x="468415" y="345160"/>
                    <a:pt x="419503" y="376574"/>
                  </a:cubicBezTo>
                  <a:cubicBezTo>
                    <a:pt x="368341" y="409488"/>
                    <a:pt x="307764" y="429819"/>
                    <a:pt x="249601" y="446068"/>
                  </a:cubicBezTo>
                  <a:cubicBezTo>
                    <a:pt x="243268" y="447817"/>
                    <a:pt x="236853" y="449567"/>
                    <a:pt x="230354" y="451234"/>
                  </a:cubicBezTo>
                  <a:cubicBezTo>
                    <a:pt x="231853" y="434235"/>
                    <a:pt x="234103" y="418653"/>
                    <a:pt x="231769" y="401155"/>
                  </a:cubicBezTo>
                  <a:cubicBezTo>
                    <a:pt x="234853" y="400988"/>
                    <a:pt x="237937" y="400488"/>
                    <a:pt x="241103" y="400238"/>
                  </a:cubicBezTo>
                  <a:cubicBezTo>
                    <a:pt x="249852" y="399572"/>
                    <a:pt x="258601" y="399905"/>
                    <a:pt x="267350" y="398988"/>
                  </a:cubicBezTo>
                  <a:cubicBezTo>
                    <a:pt x="285432" y="397072"/>
                    <a:pt x="302930" y="392489"/>
                    <a:pt x="320512" y="387906"/>
                  </a:cubicBezTo>
                  <a:cubicBezTo>
                    <a:pt x="338677" y="383240"/>
                    <a:pt x="356676" y="379240"/>
                    <a:pt x="373341" y="370074"/>
                  </a:cubicBezTo>
                  <a:cubicBezTo>
                    <a:pt x="380839" y="365908"/>
                    <a:pt x="390506" y="360575"/>
                    <a:pt x="391839" y="351243"/>
                  </a:cubicBezTo>
                  <a:cubicBezTo>
                    <a:pt x="392589" y="346077"/>
                    <a:pt x="390089" y="341910"/>
                    <a:pt x="388256" y="337244"/>
                  </a:cubicBezTo>
                  <a:cubicBezTo>
                    <a:pt x="382923" y="323995"/>
                    <a:pt x="386756" y="317913"/>
                    <a:pt x="390839" y="305747"/>
                  </a:cubicBezTo>
                  <a:cubicBezTo>
                    <a:pt x="395672" y="291332"/>
                    <a:pt x="386923" y="287749"/>
                    <a:pt x="381173" y="275916"/>
                  </a:cubicBezTo>
                  <a:cubicBezTo>
                    <a:pt x="376840" y="266834"/>
                    <a:pt x="382507" y="260168"/>
                    <a:pt x="379590" y="251252"/>
                  </a:cubicBezTo>
                  <a:cubicBezTo>
                    <a:pt x="378673" y="248335"/>
                    <a:pt x="376840" y="245919"/>
                    <a:pt x="374341" y="244169"/>
                  </a:cubicBezTo>
                  <a:cubicBezTo>
                    <a:pt x="372174" y="242669"/>
                    <a:pt x="369424" y="242919"/>
                    <a:pt x="367424" y="241753"/>
                  </a:cubicBezTo>
                  <a:cubicBezTo>
                    <a:pt x="358008" y="236503"/>
                    <a:pt x="358342" y="231920"/>
                    <a:pt x="360592" y="223338"/>
                  </a:cubicBezTo>
                  <a:cubicBezTo>
                    <a:pt x="362592" y="215588"/>
                    <a:pt x="365341" y="208006"/>
                    <a:pt x="367424" y="200173"/>
                  </a:cubicBezTo>
                  <a:cubicBezTo>
                    <a:pt x="368674" y="195507"/>
                    <a:pt x="364925" y="191840"/>
                    <a:pt x="360342" y="193257"/>
                  </a:cubicBezTo>
                  <a:cubicBezTo>
                    <a:pt x="345593" y="197923"/>
                    <a:pt x="333344" y="213005"/>
                    <a:pt x="322678" y="223588"/>
                  </a:cubicBezTo>
                  <a:cubicBezTo>
                    <a:pt x="309179" y="237086"/>
                    <a:pt x="296014" y="250835"/>
                    <a:pt x="282932" y="264667"/>
                  </a:cubicBezTo>
                  <a:cubicBezTo>
                    <a:pt x="258768" y="290248"/>
                    <a:pt x="237269" y="316996"/>
                    <a:pt x="216022" y="344743"/>
                  </a:cubicBezTo>
                  <a:cubicBezTo>
                    <a:pt x="215521" y="343827"/>
                    <a:pt x="215104" y="342910"/>
                    <a:pt x="214605" y="341994"/>
                  </a:cubicBezTo>
                  <a:cubicBezTo>
                    <a:pt x="205189" y="326078"/>
                    <a:pt x="194523" y="310496"/>
                    <a:pt x="179275" y="299664"/>
                  </a:cubicBezTo>
                  <a:cubicBezTo>
                    <a:pt x="165276" y="289665"/>
                    <a:pt x="152361" y="287999"/>
                    <a:pt x="135945" y="285665"/>
                  </a:cubicBezTo>
                  <a:cubicBezTo>
                    <a:pt x="134612" y="285499"/>
                    <a:pt x="134195" y="287415"/>
                    <a:pt x="135362" y="287915"/>
                  </a:cubicBezTo>
                  <a:cubicBezTo>
                    <a:pt x="149278" y="293581"/>
                    <a:pt x="162610" y="296331"/>
                    <a:pt x="174525" y="306164"/>
                  </a:cubicBezTo>
                  <a:cubicBezTo>
                    <a:pt x="188941" y="317996"/>
                    <a:pt x="199773" y="335411"/>
                    <a:pt x="207022" y="352493"/>
                  </a:cubicBezTo>
                  <a:cubicBezTo>
                    <a:pt x="214104" y="369324"/>
                    <a:pt x="216771" y="389406"/>
                    <a:pt x="218521" y="407488"/>
                  </a:cubicBezTo>
                  <a:cubicBezTo>
                    <a:pt x="219521" y="417404"/>
                    <a:pt x="219021" y="427236"/>
                    <a:pt x="218105" y="437235"/>
                  </a:cubicBezTo>
                  <a:cubicBezTo>
                    <a:pt x="217604" y="443151"/>
                    <a:pt x="215438" y="448734"/>
                    <a:pt x="216022" y="454567"/>
                  </a:cubicBezTo>
                  <a:cubicBezTo>
                    <a:pt x="168442" y="465566"/>
                    <a:pt x="117114" y="471815"/>
                    <a:pt x="70035" y="463733"/>
                  </a:cubicBezTo>
                  <a:cubicBezTo>
                    <a:pt x="57369" y="461566"/>
                    <a:pt x="44620" y="458316"/>
                    <a:pt x="32538" y="454067"/>
                  </a:cubicBezTo>
                  <a:cubicBezTo>
                    <a:pt x="29455" y="452984"/>
                    <a:pt x="26456" y="451734"/>
                    <a:pt x="23455" y="450567"/>
                  </a:cubicBezTo>
                  <a:cubicBezTo>
                    <a:pt x="43121" y="453983"/>
                    <a:pt x="65451" y="451067"/>
                    <a:pt x="84367" y="448067"/>
                  </a:cubicBezTo>
                  <a:cubicBezTo>
                    <a:pt x="99282" y="445651"/>
                    <a:pt x="114697" y="444151"/>
                    <a:pt x="129196" y="439985"/>
                  </a:cubicBezTo>
                  <a:cubicBezTo>
                    <a:pt x="141194" y="436568"/>
                    <a:pt x="152528" y="431652"/>
                    <a:pt x="164192" y="427486"/>
                  </a:cubicBezTo>
                  <a:cubicBezTo>
                    <a:pt x="169859" y="425486"/>
                    <a:pt x="166026" y="417404"/>
                    <a:pt x="160526" y="419070"/>
                  </a:cubicBezTo>
                  <a:cubicBezTo>
                    <a:pt x="132862" y="427486"/>
                    <a:pt x="105948" y="433819"/>
                    <a:pt x="77201" y="437652"/>
                  </a:cubicBezTo>
                  <a:cubicBezTo>
                    <a:pt x="63619" y="439485"/>
                    <a:pt x="48870" y="440985"/>
                    <a:pt x="35204" y="441318"/>
                  </a:cubicBezTo>
                  <a:cubicBezTo>
                    <a:pt x="28788" y="441485"/>
                    <a:pt x="22289" y="441901"/>
                    <a:pt x="16623" y="444568"/>
                  </a:cubicBezTo>
                  <a:cubicBezTo>
                    <a:pt x="16789" y="444068"/>
                    <a:pt x="16956" y="443568"/>
                    <a:pt x="17123" y="443234"/>
                  </a:cubicBezTo>
                  <a:cubicBezTo>
                    <a:pt x="25538" y="415404"/>
                    <a:pt x="34538" y="386989"/>
                    <a:pt x="45536" y="360242"/>
                  </a:cubicBezTo>
                  <a:cubicBezTo>
                    <a:pt x="68118" y="304997"/>
                    <a:pt x="98615" y="255501"/>
                    <a:pt x="146028" y="218088"/>
                  </a:cubicBezTo>
                  <a:cubicBezTo>
                    <a:pt x="174525" y="195507"/>
                    <a:pt x="207022" y="176675"/>
                    <a:pt x="239686" y="160677"/>
                  </a:cubicBezTo>
                  <a:cubicBezTo>
                    <a:pt x="271183" y="145261"/>
                    <a:pt x="303763" y="130429"/>
                    <a:pt x="338260" y="122847"/>
                  </a:cubicBezTo>
                  <a:cubicBezTo>
                    <a:pt x="348260" y="120680"/>
                    <a:pt x="358425" y="120430"/>
                    <a:pt x="368257" y="118597"/>
                  </a:cubicBezTo>
                  <a:cubicBezTo>
                    <a:pt x="380423" y="116347"/>
                    <a:pt x="385506" y="117181"/>
                    <a:pt x="396922" y="118930"/>
                  </a:cubicBezTo>
                  <a:cubicBezTo>
                    <a:pt x="410838" y="121097"/>
                    <a:pt x="427585" y="117264"/>
                    <a:pt x="441835" y="117847"/>
                  </a:cubicBezTo>
                  <a:cubicBezTo>
                    <a:pt x="448750" y="118347"/>
                    <a:pt x="455667" y="118847"/>
                    <a:pt x="462583" y="119430"/>
                  </a:cubicBezTo>
                  <a:cubicBezTo>
                    <a:pt x="465749" y="119847"/>
                    <a:pt x="468999" y="120180"/>
                    <a:pt x="472165" y="120680"/>
                  </a:cubicBezTo>
                  <a:cubicBezTo>
                    <a:pt x="487996" y="123263"/>
                    <a:pt x="503662" y="126180"/>
                    <a:pt x="519244" y="130096"/>
                  </a:cubicBezTo>
                  <a:cubicBezTo>
                    <a:pt x="533076" y="133596"/>
                    <a:pt x="548908" y="139845"/>
                    <a:pt x="563323" y="136679"/>
                  </a:cubicBezTo>
                  <a:cubicBezTo>
                    <a:pt x="591738" y="130513"/>
                    <a:pt x="608653" y="107015"/>
                    <a:pt x="624734" y="85350"/>
                  </a:cubicBezTo>
                  <a:cubicBezTo>
                    <a:pt x="634317" y="72434"/>
                    <a:pt x="644649" y="60269"/>
                    <a:pt x="654065" y="47187"/>
                  </a:cubicBezTo>
                  <a:cubicBezTo>
                    <a:pt x="659898" y="39021"/>
                    <a:pt x="663982" y="29855"/>
                    <a:pt x="668564" y="21106"/>
                  </a:cubicBezTo>
                  <a:cubicBezTo>
                    <a:pt x="667981" y="31688"/>
                    <a:pt x="665981" y="47937"/>
                    <a:pt x="665648" y="51020"/>
                  </a:cubicBezTo>
                  <a:cubicBezTo>
                    <a:pt x="665314" y="54436"/>
                    <a:pt x="664898" y="57769"/>
                    <a:pt x="664481" y="61186"/>
                  </a:cubicBezTo>
                  <a:cubicBezTo>
                    <a:pt x="663815" y="61186"/>
                    <a:pt x="663064" y="61352"/>
                    <a:pt x="662398" y="61769"/>
                  </a:cubicBezTo>
                  <a:cubicBezTo>
                    <a:pt x="640650" y="75101"/>
                    <a:pt x="630401" y="101848"/>
                    <a:pt x="613652" y="120014"/>
                  </a:cubicBezTo>
                  <a:cubicBezTo>
                    <a:pt x="612985" y="120764"/>
                    <a:pt x="614152" y="121680"/>
                    <a:pt x="614819" y="121180"/>
                  </a:cubicBezTo>
                  <a:cubicBezTo>
                    <a:pt x="625651" y="113347"/>
                    <a:pt x="635651" y="102182"/>
                    <a:pt x="644150" y="91933"/>
                  </a:cubicBezTo>
                  <a:cubicBezTo>
                    <a:pt x="649316" y="85767"/>
                    <a:pt x="653815" y="78517"/>
                    <a:pt x="659898" y="73185"/>
                  </a:cubicBezTo>
                  <a:cubicBezTo>
                    <a:pt x="660981" y="72184"/>
                    <a:pt x="662064" y="71435"/>
                    <a:pt x="663064" y="70685"/>
                  </a:cubicBezTo>
                  <a:cubicBezTo>
                    <a:pt x="662148" y="76851"/>
                    <a:pt x="661148" y="83017"/>
                    <a:pt x="659898" y="89266"/>
                  </a:cubicBezTo>
                  <a:cubicBezTo>
                    <a:pt x="658898" y="94266"/>
                    <a:pt x="657898" y="99349"/>
                    <a:pt x="656981" y="104432"/>
                  </a:cubicBezTo>
                  <a:cubicBezTo>
                    <a:pt x="655982" y="104348"/>
                    <a:pt x="653316" y="106098"/>
                    <a:pt x="652065" y="106931"/>
                  </a:cubicBezTo>
                  <a:cubicBezTo>
                    <a:pt x="646482" y="110681"/>
                    <a:pt x="641733" y="116264"/>
                    <a:pt x="636983" y="121014"/>
                  </a:cubicBezTo>
                  <a:cubicBezTo>
                    <a:pt x="628650" y="129346"/>
                    <a:pt x="620485" y="136929"/>
                    <a:pt x="613903" y="146678"/>
                  </a:cubicBezTo>
                  <a:cubicBezTo>
                    <a:pt x="612152" y="149261"/>
                    <a:pt x="615819" y="151927"/>
                    <a:pt x="617819" y="149511"/>
                  </a:cubicBezTo>
                  <a:cubicBezTo>
                    <a:pt x="625235" y="140428"/>
                    <a:pt x="634234" y="132929"/>
                    <a:pt x="642983" y="125180"/>
                  </a:cubicBezTo>
                  <a:cubicBezTo>
                    <a:pt x="646816" y="121763"/>
                    <a:pt x="651149" y="118764"/>
                    <a:pt x="655065" y="115347"/>
                  </a:cubicBezTo>
                  <a:cubicBezTo>
                    <a:pt x="653982" y="121763"/>
                    <a:pt x="653065" y="128096"/>
                    <a:pt x="652565" y="134512"/>
                  </a:cubicBezTo>
                  <a:cubicBezTo>
                    <a:pt x="652232" y="137762"/>
                    <a:pt x="652399" y="140762"/>
                    <a:pt x="652899" y="143511"/>
                  </a:cubicBezTo>
                  <a:cubicBezTo>
                    <a:pt x="649316" y="144595"/>
                    <a:pt x="645733" y="146345"/>
                    <a:pt x="642566" y="147844"/>
                  </a:cubicBezTo>
                  <a:cubicBezTo>
                    <a:pt x="630651" y="153594"/>
                    <a:pt x="622068" y="158677"/>
                    <a:pt x="612569" y="168009"/>
                  </a:cubicBezTo>
                  <a:cubicBezTo>
                    <a:pt x="611236" y="169259"/>
                    <a:pt x="612819" y="171259"/>
                    <a:pt x="614319" y="170259"/>
                  </a:cubicBezTo>
                  <a:cubicBezTo>
                    <a:pt x="624402" y="163593"/>
                    <a:pt x="635484" y="158677"/>
                    <a:pt x="646983" y="154844"/>
                  </a:cubicBezTo>
                  <a:cubicBezTo>
                    <a:pt x="650066" y="153761"/>
                    <a:pt x="653399" y="153177"/>
                    <a:pt x="656565" y="152344"/>
                  </a:cubicBezTo>
                  <a:cubicBezTo>
                    <a:pt x="657814" y="154094"/>
                    <a:pt x="659398" y="155760"/>
                    <a:pt x="661315" y="157343"/>
                  </a:cubicBezTo>
                  <a:cubicBezTo>
                    <a:pt x="664815" y="160260"/>
                    <a:pt x="668731" y="162676"/>
                    <a:pt x="672730" y="164926"/>
                  </a:cubicBezTo>
                  <a:cubicBezTo>
                    <a:pt x="664731" y="166176"/>
                    <a:pt x="657148" y="169426"/>
                    <a:pt x="649316" y="172092"/>
                  </a:cubicBezTo>
                  <a:cubicBezTo>
                    <a:pt x="641233" y="174842"/>
                    <a:pt x="629151" y="175592"/>
                    <a:pt x="623152" y="182091"/>
                  </a:cubicBezTo>
                  <a:cubicBezTo>
                    <a:pt x="621651" y="183674"/>
                    <a:pt x="624318" y="186174"/>
                    <a:pt x="625901" y="184758"/>
                  </a:cubicBezTo>
                  <a:cubicBezTo>
                    <a:pt x="632401" y="178925"/>
                    <a:pt x="647983" y="180258"/>
                    <a:pt x="656065" y="178342"/>
                  </a:cubicBezTo>
                  <a:cubicBezTo>
                    <a:pt x="661398" y="177009"/>
                    <a:pt x="666481" y="175092"/>
                    <a:pt x="671897" y="174009"/>
                  </a:cubicBezTo>
                  <a:cubicBezTo>
                    <a:pt x="672980" y="173842"/>
                    <a:pt x="680812" y="171426"/>
                    <a:pt x="681313" y="171509"/>
                  </a:cubicBezTo>
                  <a:cubicBezTo>
                    <a:pt x="682229" y="171759"/>
                    <a:pt x="683313" y="171676"/>
                    <a:pt x="684146" y="171176"/>
                  </a:cubicBezTo>
                  <a:cubicBezTo>
                    <a:pt x="687479" y="172925"/>
                    <a:pt x="690729" y="174759"/>
                    <a:pt x="693812" y="176842"/>
                  </a:cubicBezTo>
                  <a:cubicBezTo>
                    <a:pt x="697478" y="179258"/>
                    <a:pt x="701228" y="181758"/>
                    <a:pt x="704977" y="184341"/>
                  </a:cubicBezTo>
                  <a:cubicBezTo>
                    <a:pt x="698644" y="185174"/>
                    <a:pt x="692311" y="186674"/>
                    <a:pt x="685895" y="188091"/>
                  </a:cubicBezTo>
                  <a:cubicBezTo>
                    <a:pt x="671313" y="191257"/>
                    <a:pt x="656148" y="191591"/>
                    <a:pt x="641900" y="196173"/>
                  </a:cubicBezTo>
                  <a:cubicBezTo>
                    <a:pt x="639150" y="197090"/>
                    <a:pt x="640483" y="201756"/>
                    <a:pt x="643316" y="201090"/>
                  </a:cubicBezTo>
                  <a:cubicBezTo>
                    <a:pt x="658482" y="197757"/>
                    <a:pt x="674230" y="199923"/>
                    <a:pt x="689562" y="197090"/>
                  </a:cubicBezTo>
                  <a:cubicBezTo>
                    <a:pt x="698145" y="195507"/>
                    <a:pt x="709143" y="196507"/>
                    <a:pt x="717976" y="194090"/>
                  </a:cubicBezTo>
                  <a:cubicBezTo>
                    <a:pt x="721642" y="197173"/>
                    <a:pt x="725142" y="200423"/>
                    <a:pt x="728142" y="203923"/>
                  </a:cubicBezTo>
                  <a:cubicBezTo>
                    <a:pt x="731142" y="207422"/>
                    <a:pt x="733558" y="213255"/>
                    <a:pt x="736725" y="217172"/>
                  </a:cubicBezTo>
                  <a:cubicBezTo>
                    <a:pt x="733725" y="217255"/>
                    <a:pt x="730392" y="217672"/>
                    <a:pt x="729559" y="217672"/>
                  </a:cubicBezTo>
                  <a:lnTo>
                    <a:pt x="729559" y="217672"/>
                  </a:lnTo>
                  <a:close/>
                  <a:moveTo>
                    <a:pt x="294848" y="364242"/>
                  </a:moveTo>
                  <a:cubicBezTo>
                    <a:pt x="285599" y="369574"/>
                    <a:pt x="270516" y="372741"/>
                    <a:pt x="260184" y="375241"/>
                  </a:cubicBezTo>
                  <a:cubicBezTo>
                    <a:pt x="251102" y="377407"/>
                    <a:pt x="236103" y="375407"/>
                    <a:pt x="228270" y="381073"/>
                  </a:cubicBezTo>
                  <a:cubicBezTo>
                    <a:pt x="227770" y="378740"/>
                    <a:pt x="227271" y="376324"/>
                    <a:pt x="226687" y="373991"/>
                  </a:cubicBezTo>
                  <a:cubicBezTo>
                    <a:pt x="240602" y="370991"/>
                    <a:pt x="253268" y="364325"/>
                    <a:pt x="266266" y="358576"/>
                  </a:cubicBezTo>
                  <a:cubicBezTo>
                    <a:pt x="282265" y="351493"/>
                    <a:pt x="297514" y="341910"/>
                    <a:pt x="313346" y="334328"/>
                  </a:cubicBezTo>
                  <a:cubicBezTo>
                    <a:pt x="316179" y="332994"/>
                    <a:pt x="314346" y="328745"/>
                    <a:pt x="311429" y="329911"/>
                  </a:cubicBezTo>
                  <a:cubicBezTo>
                    <a:pt x="296098" y="335911"/>
                    <a:pt x="281266" y="341577"/>
                    <a:pt x="266684" y="349243"/>
                  </a:cubicBezTo>
                  <a:cubicBezTo>
                    <a:pt x="260017" y="352743"/>
                    <a:pt x="252684" y="354326"/>
                    <a:pt x="246019" y="357742"/>
                  </a:cubicBezTo>
                  <a:cubicBezTo>
                    <a:pt x="238686" y="361409"/>
                    <a:pt x="232604" y="364408"/>
                    <a:pt x="224520" y="366158"/>
                  </a:cubicBezTo>
                  <a:cubicBezTo>
                    <a:pt x="224438" y="365825"/>
                    <a:pt x="224354" y="365491"/>
                    <a:pt x="224188" y="365158"/>
                  </a:cubicBezTo>
                  <a:cubicBezTo>
                    <a:pt x="227687" y="361325"/>
                    <a:pt x="237353" y="356659"/>
                    <a:pt x="240769" y="353743"/>
                  </a:cubicBezTo>
                  <a:cubicBezTo>
                    <a:pt x="247768" y="347743"/>
                    <a:pt x="254684" y="341577"/>
                    <a:pt x="261851" y="335744"/>
                  </a:cubicBezTo>
                  <a:cubicBezTo>
                    <a:pt x="276016" y="324162"/>
                    <a:pt x="289264" y="310330"/>
                    <a:pt x="301597" y="296748"/>
                  </a:cubicBezTo>
                  <a:cubicBezTo>
                    <a:pt x="302264" y="296081"/>
                    <a:pt x="301097" y="294998"/>
                    <a:pt x="300431" y="295581"/>
                  </a:cubicBezTo>
                  <a:cubicBezTo>
                    <a:pt x="286515" y="308580"/>
                    <a:pt x="271516" y="321495"/>
                    <a:pt x="256184" y="332828"/>
                  </a:cubicBezTo>
                  <a:cubicBezTo>
                    <a:pt x="244519" y="341494"/>
                    <a:pt x="234103" y="351326"/>
                    <a:pt x="222355" y="359909"/>
                  </a:cubicBezTo>
                  <a:cubicBezTo>
                    <a:pt x="221354" y="357159"/>
                    <a:pt x="220271" y="354409"/>
                    <a:pt x="219105" y="351826"/>
                  </a:cubicBezTo>
                  <a:cubicBezTo>
                    <a:pt x="229020" y="345493"/>
                    <a:pt x="237353" y="334411"/>
                    <a:pt x="244769" y="326078"/>
                  </a:cubicBezTo>
                  <a:cubicBezTo>
                    <a:pt x="256934" y="312496"/>
                    <a:pt x="269433" y="299247"/>
                    <a:pt x="281932" y="285999"/>
                  </a:cubicBezTo>
                  <a:cubicBezTo>
                    <a:pt x="295514" y="271583"/>
                    <a:pt x="309096" y="257168"/>
                    <a:pt x="323012" y="243086"/>
                  </a:cubicBezTo>
                  <a:cubicBezTo>
                    <a:pt x="329761" y="236253"/>
                    <a:pt x="336594" y="229587"/>
                    <a:pt x="343343" y="222838"/>
                  </a:cubicBezTo>
                  <a:cubicBezTo>
                    <a:pt x="346260" y="219838"/>
                    <a:pt x="349509" y="216171"/>
                    <a:pt x="352842" y="212589"/>
                  </a:cubicBezTo>
                  <a:cubicBezTo>
                    <a:pt x="350426" y="220255"/>
                    <a:pt x="348010" y="227920"/>
                    <a:pt x="348343" y="235587"/>
                  </a:cubicBezTo>
                  <a:cubicBezTo>
                    <a:pt x="348759" y="245835"/>
                    <a:pt x="353009" y="246002"/>
                    <a:pt x="360592" y="250502"/>
                  </a:cubicBezTo>
                  <a:cubicBezTo>
                    <a:pt x="365341" y="253335"/>
                    <a:pt x="369091" y="254918"/>
                    <a:pt x="369257" y="262417"/>
                  </a:cubicBezTo>
                  <a:cubicBezTo>
                    <a:pt x="369340" y="265167"/>
                    <a:pt x="368257" y="268167"/>
                    <a:pt x="368257" y="271000"/>
                  </a:cubicBezTo>
                  <a:cubicBezTo>
                    <a:pt x="368175" y="275666"/>
                    <a:pt x="368758" y="279916"/>
                    <a:pt x="371091" y="284082"/>
                  </a:cubicBezTo>
                  <a:cubicBezTo>
                    <a:pt x="374840" y="290832"/>
                    <a:pt x="380839" y="292665"/>
                    <a:pt x="379507" y="301664"/>
                  </a:cubicBezTo>
                  <a:cubicBezTo>
                    <a:pt x="378673" y="307330"/>
                    <a:pt x="374673" y="312496"/>
                    <a:pt x="373507" y="318162"/>
                  </a:cubicBezTo>
                  <a:cubicBezTo>
                    <a:pt x="370674" y="331661"/>
                    <a:pt x="383673" y="347077"/>
                    <a:pt x="372590" y="357575"/>
                  </a:cubicBezTo>
                  <a:cubicBezTo>
                    <a:pt x="359759" y="369741"/>
                    <a:pt x="338010" y="372741"/>
                    <a:pt x="321595" y="376907"/>
                  </a:cubicBezTo>
                  <a:cubicBezTo>
                    <a:pt x="304846" y="381157"/>
                    <a:pt x="288348" y="385240"/>
                    <a:pt x="271183" y="387740"/>
                  </a:cubicBezTo>
                  <a:cubicBezTo>
                    <a:pt x="262684" y="388989"/>
                    <a:pt x="254101" y="389156"/>
                    <a:pt x="245602" y="389823"/>
                  </a:cubicBezTo>
                  <a:cubicBezTo>
                    <a:pt x="240686" y="390239"/>
                    <a:pt x="235270" y="391656"/>
                    <a:pt x="230187" y="391656"/>
                  </a:cubicBezTo>
                  <a:cubicBezTo>
                    <a:pt x="229937" y="390073"/>
                    <a:pt x="229604" y="388573"/>
                    <a:pt x="229354" y="386989"/>
                  </a:cubicBezTo>
                  <a:cubicBezTo>
                    <a:pt x="240269" y="387573"/>
                    <a:pt x="252601" y="385073"/>
                    <a:pt x="262767" y="381573"/>
                  </a:cubicBezTo>
                  <a:cubicBezTo>
                    <a:pt x="273599" y="377907"/>
                    <a:pt x="286599" y="372991"/>
                    <a:pt x="295347" y="365408"/>
                  </a:cubicBezTo>
                  <a:cubicBezTo>
                    <a:pt x="295931" y="364742"/>
                    <a:pt x="295514" y="363825"/>
                    <a:pt x="294848" y="364242"/>
                  </a:cubicBezTo>
                  <a:lnTo>
                    <a:pt x="294848" y="364242"/>
                  </a:lnTo>
                  <a:close/>
                </a:path>
              </a:pathLst>
            </a:custGeom>
            <a:grpFill/>
            <a:ln w="8332" cap="flat">
              <a:noFill/>
              <a:prstDash val="solid"/>
              <a:miter/>
            </a:ln>
          </p:spPr>
          <p:txBody>
            <a:bodyPr rtlCol="0" anchor="ctr"/>
            <a:lstStyle/>
            <a:p>
              <a:endParaRPr lang="en-US"/>
            </a:p>
          </p:txBody>
        </p:sp>
        <p:sp>
          <p:nvSpPr>
            <p:cNvPr id="2003" name="Freeform: Shape 2002"/>
            <p:cNvSpPr/>
            <p:nvPr/>
          </p:nvSpPr>
          <p:spPr>
            <a:xfrm>
              <a:off x="11113033" y="2120401"/>
              <a:ext cx="30452" cy="33887"/>
            </a:xfrm>
            <a:custGeom>
              <a:avLst/>
              <a:gdLst>
                <a:gd name="connsiteX0" fmla="*/ 24818 w 30452"/>
                <a:gd name="connsiteY0" fmla="*/ 3168 h 33887"/>
                <a:gd name="connsiteX1" fmla="*/ 1070 w 30452"/>
                <a:gd name="connsiteY1" fmla="*/ 11834 h 33887"/>
                <a:gd name="connsiteX2" fmla="*/ 2736 w 30452"/>
                <a:gd name="connsiteY2" fmla="*/ 26916 h 33887"/>
                <a:gd name="connsiteX3" fmla="*/ 3486 w 30452"/>
                <a:gd name="connsiteY3" fmla="*/ 27749 h 33887"/>
                <a:gd name="connsiteX4" fmla="*/ 16818 w 30452"/>
                <a:gd name="connsiteY4" fmla="*/ 33749 h 33887"/>
                <a:gd name="connsiteX5" fmla="*/ 24818 w 30452"/>
                <a:gd name="connsiteY5" fmla="*/ 3168 h 33887"/>
                <a:gd name="connsiteX6" fmla="*/ 24818 w 30452"/>
                <a:gd name="connsiteY6" fmla="*/ 3168 h 33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452" h="33887">
                  <a:moveTo>
                    <a:pt x="24818" y="3168"/>
                  </a:moveTo>
                  <a:cubicBezTo>
                    <a:pt x="16068" y="-4081"/>
                    <a:pt x="4402" y="2085"/>
                    <a:pt x="1070" y="11834"/>
                  </a:cubicBezTo>
                  <a:cubicBezTo>
                    <a:pt x="-597" y="16834"/>
                    <a:pt x="-514" y="22583"/>
                    <a:pt x="2736" y="26916"/>
                  </a:cubicBezTo>
                  <a:cubicBezTo>
                    <a:pt x="2987" y="27250"/>
                    <a:pt x="3237" y="27416"/>
                    <a:pt x="3486" y="27749"/>
                  </a:cubicBezTo>
                  <a:cubicBezTo>
                    <a:pt x="6236" y="32166"/>
                    <a:pt x="11652" y="34499"/>
                    <a:pt x="16818" y="33749"/>
                  </a:cubicBezTo>
                  <a:cubicBezTo>
                    <a:pt x="30567" y="31749"/>
                    <a:pt x="35150" y="11667"/>
                    <a:pt x="24818" y="3168"/>
                  </a:cubicBezTo>
                  <a:lnTo>
                    <a:pt x="24818" y="3168"/>
                  </a:lnTo>
                  <a:close/>
                </a:path>
              </a:pathLst>
            </a:custGeom>
            <a:grpFill/>
            <a:ln w="8332" cap="flat">
              <a:noFill/>
              <a:prstDash val="solid"/>
              <a:miter/>
            </a:ln>
          </p:spPr>
          <p:txBody>
            <a:bodyPr rtlCol="0" anchor="ctr"/>
            <a:lstStyle/>
            <a:p>
              <a:endParaRPr lang="en-US"/>
            </a:p>
          </p:txBody>
        </p:sp>
        <p:sp>
          <p:nvSpPr>
            <p:cNvPr id="2004" name="Freeform: Shape 2003"/>
            <p:cNvSpPr/>
            <p:nvPr/>
          </p:nvSpPr>
          <p:spPr>
            <a:xfrm>
              <a:off x="8870534" y="1443587"/>
              <a:ext cx="350318" cy="618151"/>
            </a:xfrm>
            <a:custGeom>
              <a:avLst/>
              <a:gdLst>
                <a:gd name="connsiteX0" fmla="*/ 328076 w 350318"/>
                <a:gd name="connsiteY0" fmla="*/ 294934 h 618151"/>
                <a:gd name="connsiteX1" fmla="*/ 345074 w 350318"/>
                <a:gd name="connsiteY1" fmla="*/ 198942 h 618151"/>
                <a:gd name="connsiteX2" fmla="*/ 349240 w 350318"/>
                <a:gd name="connsiteY2" fmla="*/ 114367 h 618151"/>
                <a:gd name="connsiteX3" fmla="*/ 260499 w 350318"/>
                <a:gd name="connsiteY3" fmla="*/ 1877 h 618151"/>
                <a:gd name="connsiteX4" fmla="*/ 121010 w 350318"/>
                <a:gd name="connsiteY4" fmla="*/ 60538 h 618151"/>
                <a:gd name="connsiteX5" fmla="*/ 77098 w 350318"/>
                <a:gd name="connsiteY5" fmla="*/ 132032 h 618151"/>
                <a:gd name="connsiteX6" fmla="*/ 58016 w 350318"/>
                <a:gd name="connsiteY6" fmla="*/ 175444 h 618151"/>
                <a:gd name="connsiteX7" fmla="*/ 28936 w 350318"/>
                <a:gd name="connsiteY7" fmla="*/ 262687 h 618151"/>
                <a:gd name="connsiteX8" fmla="*/ 9188 w 350318"/>
                <a:gd name="connsiteY8" fmla="*/ 355095 h 618151"/>
                <a:gd name="connsiteX9" fmla="*/ 1354 w 350318"/>
                <a:gd name="connsiteY9" fmla="*/ 432671 h 618151"/>
                <a:gd name="connsiteX10" fmla="*/ 41101 w 350318"/>
                <a:gd name="connsiteY10" fmla="*/ 478001 h 618151"/>
                <a:gd name="connsiteX11" fmla="*/ 98429 w 350318"/>
                <a:gd name="connsiteY11" fmla="*/ 494749 h 618151"/>
                <a:gd name="connsiteX12" fmla="*/ 76099 w 350318"/>
                <a:gd name="connsiteY12" fmla="*/ 574742 h 618151"/>
                <a:gd name="connsiteX13" fmla="*/ 117678 w 350318"/>
                <a:gd name="connsiteY13" fmla="*/ 617988 h 618151"/>
                <a:gd name="connsiteX14" fmla="*/ 149174 w 350318"/>
                <a:gd name="connsiteY14" fmla="*/ 608655 h 618151"/>
                <a:gd name="connsiteX15" fmla="*/ 163257 w 350318"/>
                <a:gd name="connsiteY15" fmla="*/ 574909 h 618151"/>
                <a:gd name="connsiteX16" fmla="*/ 171673 w 350318"/>
                <a:gd name="connsiteY16" fmla="*/ 525413 h 618151"/>
                <a:gd name="connsiteX17" fmla="*/ 174756 w 350318"/>
                <a:gd name="connsiteY17" fmla="*/ 506081 h 618151"/>
                <a:gd name="connsiteX18" fmla="*/ 274497 w 350318"/>
                <a:gd name="connsiteY18" fmla="*/ 469251 h 618151"/>
                <a:gd name="connsiteX19" fmla="*/ 328076 w 350318"/>
                <a:gd name="connsiteY19" fmla="*/ 294934 h 618151"/>
                <a:gd name="connsiteX20" fmla="*/ 328076 w 350318"/>
                <a:gd name="connsiteY20" fmla="*/ 294934 h 618151"/>
                <a:gd name="connsiteX21" fmla="*/ 150925 w 350318"/>
                <a:gd name="connsiteY21" fmla="*/ 564743 h 618151"/>
                <a:gd name="connsiteX22" fmla="*/ 142092 w 350318"/>
                <a:gd name="connsiteY22" fmla="*/ 595407 h 618151"/>
                <a:gd name="connsiteX23" fmla="*/ 102512 w 350318"/>
                <a:gd name="connsiteY23" fmla="*/ 597740 h 618151"/>
                <a:gd name="connsiteX24" fmla="*/ 89597 w 350318"/>
                <a:gd name="connsiteY24" fmla="*/ 573242 h 618151"/>
                <a:gd name="connsiteX25" fmla="*/ 94096 w 350318"/>
                <a:gd name="connsiteY25" fmla="*/ 542411 h 618151"/>
                <a:gd name="connsiteX26" fmla="*/ 108346 w 350318"/>
                <a:gd name="connsiteY26" fmla="*/ 496832 h 618151"/>
                <a:gd name="connsiteX27" fmla="*/ 131593 w 350318"/>
                <a:gd name="connsiteY27" fmla="*/ 501165 h 618151"/>
                <a:gd name="connsiteX28" fmla="*/ 160257 w 350318"/>
                <a:gd name="connsiteY28" fmla="*/ 505081 h 618151"/>
                <a:gd name="connsiteX29" fmla="*/ 150925 w 350318"/>
                <a:gd name="connsiteY29" fmla="*/ 564743 h 618151"/>
                <a:gd name="connsiteX30" fmla="*/ 150925 w 350318"/>
                <a:gd name="connsiteY30" fmla="*/ 564743 h 618151"/>
                <a:gd name="connsiteX31" fmla="*/ 251083 w 350318"/>
                <a:gd name="connsiteY31" fmla="*/ 475334 h 618151"/>
                <a:gd name="connsiteX32" fmla="*/ 173007 w 350318"/>
                <a:gd name="connsiteY32" fmla="*/ 491416 h 618151"/>
                <a:gd name="connsiteX33" fmla="*/ 90264 w 350318"/>
                <a:gd name="connsiteY33" fmla="*/ 476917 h 618151"/>
                <a:gd name="connsiteX34" fmla="*/ 20520 w 350318"/>
                <a:gd name="connsiteY34" fmla="*/ 443504 h 618151"/>
                <a:gd name="connsiteX35" fmla="*/ 16103 w 350318"/>
                <a:gd name="connsiteY35" fmla="*/ 398674 h 618151"/>
                <a:gd name="connsiteX36" fmla="*/ 19437 w 350318"/>
                <a:gd name="connsiteY36" fmla="*/ 374760 h 618151"/>
                <a:gd name="connsiteX37" fmla="*/ 54516 w 350318"/>
                <a:gd name="connsiteY37" fmla="*/ 387675 h 618151"/>
                <a:gd name="connsiteX38" fmla="*/ 138842 w 350318"/>
                <a:gd name="connsiteY38" fmla="*/ 413756 h 618151"/>
                <a:gd name="connsiteX39" fmla="*/ 279830 w 350318"/>
                <a:gd name="connsiteY39" fmla="*/ 429671 h 618151"/>
                <a:gd name="connsiteX40" fmla="*/ 251083 w 350318"/>
                <a:gd name="connsiteY40" fmla="*/ 475334 h 618151"/>
                <a:gd name="connsiteX41" fmla="*/ 251083 w 350318"/>
                <a:gd name="connsiteY41" fmla="*/ 475334 h 618151"/>
                <a:gd name="connsiteX42" fmla="*/ 287329 w 350318"/>
                <a:gd name="connsiteY42" fmla="*/ 407924 h 618151"/>
                <a:gd name="connsiteX43" fmla="*/ 284246 w 350318"/>
                <a:gd name="connsiteY43" fmla="*/ 417423 h 618151"/>
                <a:gd name="connsiteX44" fmla="*/ 255498 w 350318"/>
                <a:gd name="connsiteY44" fmla="*/ 418006 h 618151"/>
                <a:gd name="connsiteX45" fmla="*/ 216586 w 350318"/>
                <a:gd name="connsiteY45" fmla="*/ 414506 h 618151"/>
                <a:gd name="connsiteX46" fmla="*/ 146675 w 350318"/>
                <a:gd name="connsiteY46" fmla="*/ 402507 h 618151"/>
                <a:gd name="connsiteX47" fmla="*/ 72682 w 350318"/>
                <a:gd name="connsiteY47" fmla="*/ 382092 h 618151"/>
                <a:gd name="connsiteX48" fmla="*/ 21103 w 350318"/>
                <a:gd name="connsiteY48" fmla="*/ 366344 h 618151"/>
                <a:gd name="connsiteX49" fmla="*/ 24020 w 350318"/>
                <a:gd name="connsiteY49" fmla="*/ 352762 h 618151"/>
                <a:gd name="connsiteX50" fmla="*/ 41768 w 350318"/>
                <a:gd name="connsiteY50" fmla="*/ 275352 h 618151"/>
                <a:gd name="connsiteX51" fmla="*/ 94180 w 350318"/>
                <a:gd name="connsiteY51" fmla="*/ 127449 h 618151"/>
                <a:gd name="connsiteX52" fmla="*/ 201837 w 350318"/>
                <a:gd name="connsiteY52" fmla="*/ 19875 h 618151"/>
                <a:gd name="connsiteX53" fmla="*/ 283746 w 350318"/>
                <a:gd name="connsiteY53" fmla="*/ 23125 h 618151"/>
                <a:gd name="connsiteX54" fmla="*/ 333491 w 350318"/>
                <a:gd name="connsiteY54" fmla="*/ 86786 h 618151"/>
                <a:gd name="connsiteX55" fmla="*/ 325242 w 350318"/>
                <a:gd name="connsiteY55" fmla="*/ 248105 h 618151"/>
                <a:gd name="connsiteX56" fmla="*/ 306994 w 350318"/>
                <a:gd name="connsiteY56" fmla="*/ 329930 h 618151"/>
                <a:gd name="connsiteX57" fmla="*/ 287329 w 350318"/>
                <a:gd name="connsiteY57" fmla="*/ 407924 h 618151"/>
                <a:gd name="connsiteX58" fmla="*/ 287329 w 350318"/>
                <a:gd name="connsiteY58" fmla="*/ 407924 h 618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350318" h="618151">
                  <a:moveTo>
                    <a:pt x="328076" y="294934"/>
                  </a:moveTo>
                  <a:cubicBezTo>
                    <a:pt x="335242" y="263103"/>
                    <a:pt x="340491" y="231189"/>
                    <a:pt x="345074" y="198942"/>
                  </a:cubicBezTo>
                  <a:cubicBezTo>
                    <a:pt x="349073" y="170945"/>
                    <a:pt x="351990" y="142531"/>
                    <a:pt x="349240" y="114367"/>
                  </a:cubicBezTo>
                  <a:cubicBezTo>
                    <a:pt x="344157" y="62955"/>
                    <a:pt x="315410" y="12293"/>
                    <a:pt x="260499" y="1877"/>
                  </a:cubicBezTo>
                  <a:cubicBezTo>
                    <a:pt x="208669" y="-7956"/>
                    <a:pt x="153674" y="22208"/>
                    <a:pt x="121010" y="60538"/>
                  </a:cubicBezTo>
                  <a:cubicBezTo>
                    <a:pt x="102929" y="81870"/>
                    <a:pt x="88680" y="106284"/>
                    <a:pt x="77098" y="132032"/>
                  </a:cubicBezTo>
                  <a:cubicBezTo>
                    <a:pt x="69849" y="146114"/>
                    <a:pt x="63516" y="160862"/>
                    <a:pt x="58016" y="175444"/>
                  </a:cubicBezTo>
                  <a:cubicBezTo>
                    <a:pt x="47184" y="203942"/>
                    <a:pt x="36768" y="233356"/>
                    <a:pt x="28936" y="262687"/>
                  </a:cubicBezTo>
                  <a:cubicBezTo>
                    <a:pt x="20853" y="293017"/>
                    <a:pt x="15853" y="324514"/>
                    <a:pt x="9188" y="355095"/>
                  </a:cubicBezTo>
                  <a:cubicBezTo>
                    <a:pt x="4021" y="378759"/>
                    <a:pt x="-2979" y="408507"/>
                    <a:pt x="1354" y="432671"/>
                  </a:cubicBezTo>
                  <a:cubicBezTo>
                    <a:pt x="5272" y="454669"/>
                    <a:pt x="20770" y="470251"/>
                    <a:pt x="41101" y="478001"/>
                  </a:cubicBezTo>
                  <a:cubicBezTo>
                    <a:pt x="59516" y="485000"/>
                    <a:pt x="78931" y="490416"/>
                    <a:pt x="98429" y="494749"/>
                  </a:cubicBezTo>
                  <a:cubicBezTo>
                    <a:pt x="88597" y="520997"/>
                    <a:pt x="79098" y="546494"/>
                    <a:pt x="76099" y="574742"/>
                  </a:cubicBezTo>
                  <a:cubicBezTo>
                    <a:pt x="73849" y="596073"/>
                    <a:pt x="97596" y="616321"/>
                    <a:pt x="117678" y="617988"/>
                  </a:cubicBezTo>
                  <a:cubicBezTo>
                    <a:pt x="128760" y="618905"/>
                    <a:pt x="140593" y="615988"/>
                    <a:pt x="149174" y="608655"/>
                  </a:cubicBezTo>
                  <a:cubicBezTo>
                    <a:pt x="159840" y="599490"/>
                    <a:pt x="160673" y="587991"/>
                    <a:pt x="163257" y="574909"/>
                  </a:cubicBezTo>
                  <a:cubicBezTo>
                    <a:pt x="166507" y="558410"/>
                    <a:pt x="169757" y="542078"/>
                    <a:pt x="171673" y="525413"/>
                  </a:cubicBezTo>
                  <a:cubicBezTo>
                    <a:pt x="172256" y="520497"/>
                    <a:pt x="174422" y="512997"/>
                    <a:pt x="174756" y="506081"/>
                  </a:cubicBezTo>
                  <a:cubicBezTo>
                    <a:pt x="212919" y="507998"/>
                    <a:pt x="252582" y="501582"/>
                    <a:pt x="274497" y="469251"/>
                  </a:cubicBezTo>
                  <a:cubicBezTo>
                    <a:pt x="308161" y="419506"/>
                    <a:pt x="315160" y="352428"/>
                    <a:pt x="328076" y="294934"/>
                  </a:cubicBezTo>
                  <a:lnTo>
                    <a:pt x="328076" y="294934"/>
                  </a:lnTo>
                  <a:close/>
                  <a:moveTo>
                    <a:pt x="150925" y="564743"/>
                  </a:moveTo>
                  <a:cubicBezTo>
                    <a:pt x="148925" y="574575"/>
                    <a:pt x="149009" y="587741"/>
                    <a:pt x="142092" y="595407"/>
                  </a:cubicBezTo>
                  <a:cubicBezTo>
                    <a:pt x="132426" y="606072"/>
                    <a:pt x="113428" y="606322"/>
                    <a:pt x="102512" y="597740"/>
                  </a:cubicBezTo>
                  <a:cubicBezTo>
                    <a:pt x="94263" y="591324"/>
                    <a:pt x="88514" y="583324"/>
                    <a:pt x="89597" y="573242"/>
                  </a:cubicBezTo>
                  <a:cubicBezTo>
                    <a:pt x="90597" y="563076"/>
                    <a:pt x="92096" y="552494"/>
                    <a:pt x="94096" y="542411"/>
                  </a:cubicBezTo>
                  <a:cubicBezTo>
                    <a:pt x="97179" y="526829"/>
                    <a:pt x="104012" y="512164"/>
                    <a:pt x="108346" y="496832"/>
                  </a:cubicBezTo>
                  <a:cubicBezTo>
                    <a:pt x="116094" y="498415"/>
                    <a:pt x="123844" y="499832"/>
                    <a:pt x="131593" y="501165"/>
                  </a:cubicBezTo>
                  <a:cubicBezTo>
                    <a:pt x="140593" y="502665"/>
                    <a:pt x="150258" y="504082"/>
                    <a:pt x="160257" y="505081"/>
                  </a:cubicBezTo>
                  <a:cubicBezTo>
                    <a:pt x="158924" y="525163"/>
                    <a:pt x="154841" y="545328"/>
                    <a:pt x="150925" y="564743"/>
                  </a:cubicBezTo>
                  <a:lnTo>
                    <a:pt x="150925" y="564743"/>
                  </a:lnTo>
                  <a:close/>
                  <a:moveTo>
                    <a:pt x="251083" y="475334"/>
                  </a:moveTo>
                  <a:cubicBezTo>
                    <a:pt x="231834" y="492333"/>
                    <a:pt x="197337" y="492749"/>
                    <a:pt x="173007" y="491416"/>
                  </a:cubicBezTo>
                  <a:cubicBezTo>
                    <a:pt x="144925" y="489916"/>
                    <a:pt x="117428" y="483583"/>
                    <a:pt x="90264" y="476917"/>
                  </a:cubicBezTo>
                  <a:cubicBezTo>
                    <a:pt x="66015" y="471001"/>
                    <a:pt x="34685" y="466418"/>
                    <a:pt x="20520" y="443504"/>
                  </a:cubicBezTo>
                  <a:cubicBezTo>
                    <a:pt x="11854" y="429505"/>
                    <a:pt x="14187" y="414090"/>
                    <a:pt x="16103" y="398674"/>
                  </a:cubicBezTo>
                  <a:cubicBezTo>
                    <a:pt x="17103" y="390675"/>
                    <a:pt x="18103" y="382676"/>
                    <a:pt x="19437" y="374760"/>
                  </a:cubicBezTo>
                  <a:cubicBezTo>
                    <a:pt x="29435" y="381509"/>
                    <a:pt x="45851" y="384509"/>
                    <a:pt x="54516" y="387675"/>
                  </a:cubicBezTo>
                  <a:cubicBezTo>
                    <a:pt x="82348" y="397674"/>
                    <a:pt x="110345" y="405924"/>
                    <a:pt x="138842" y="413756"/>
                  </a:cubicBezTo>
                  <a:cubicBezTo>
                    <a:pt x="182922" y="425922"/>
                    <a:pt x="233667" y="434921"/>
                    <a:pt x="279830" y="429671"/>
                  </a:cubicBezTo>
                  <a:cubicBezTo>
                    <a:pt x="272998" y="446837"/>
                    <a:pt x="263998" y="464002"/>
                    <a:pt x="251083" y="475334"/>
                  </a:cubicBezTo>
                  <a:lnTo>
                    <a:pt x="251083" y="475334"/>
                  </a:lnTo>
                  <a:close/>
                  <a:moveTo>
                    <a:pt x="287329" y="407924"/>
                  </a:moveTo>
                  <a:cubicBezTo>
                    <a:pt x="286329" y="411007"/>
                    <a:pt x="285330" y="414173"/>
                    <a:pt x="284246" y="417423"/>
                  </a:cubicBezTo>
                  <a:cubicBezTo>
                    <a:pt x="274664" y="417173"/>
                    <a:pt x="265081" y="418506"/>
                    <a:pt x="255498" y="418006"/>
                  </a:cubicBezTo>
                  <a:cubicBezTo>
                    <a:pt x="242417" y="417256"/>
                    <a:pt x="229501" y="416090"/>
                    <a:pt x="216586" y="414506"/>
                  </a:cubicBezTo>
                  <a:cubicBezTo>
                    <a:pt x="193338" y="411590"/>
                    <a:pt x="169423" y="408257"/>
                    <a:pt x="146675" y="402507"/>
                  </a:cubicBezTo>
                  <a:cubicBezTo>
                    <a:pt x="121761" y="396258"/>
                    <a:pt x="97179" y="389759"/>
                    <a:pt x="72682" y="382092"/>
                  </a:cubicBezTo>
                  <a:cubicBezTo>
                    <a:pt x="55767" y="376760"/>
                    <a:pt x="38519" y="370427"/>
                    <a:pt x="21103" y="366344"/>
                  </a:cubicBezTo>
                  <a:cubicBezTo>
                    <a:pt x="22103" y="361761"/>
                    <a:pt x="23020" y="357261"/>
                    <a:pt x="24020" y="352762"/>
                  </a:cubicBezTo>
                  <a:cubicBezTo>
                    <a:pt x="29435" y="326931"/>
                    <a:pt x="34768" y="300766"/>
                    <a:pt x="41768" y="275352"/>
                  </a:cubicBezTo>
                  <a:cubicBezTo>
                    <a:pt x="55349" y="225607"/>
                    <a:pt x="71599" y="173778"/>
                    <a:pt x="94180" y="127449"/>
                  </a:cubicBezTo>
                  <a:cubicBezTo>
                    <a:pt x="116762" y="81120"/>
                    <a:pt x="151174" y="36707"/>
                    <a:pt x="201837" y="19875"/>
                  </a:cubicBezTo>
                  <a:cubicBezTo>
                    <a:pt x="228834" y="10959"/>
                    <a:pt x="258165" y="9293"/>
                    <a:pt x="283746" y="23125"/>
                  </a:cubicBezTo>
                  <a:cubicBezTo>
                    <a:pt x="309244" y="36957"/>
                    <a:pt x="326325" y="58788"/>
                    <a:pt x="333491" y="86786"/>
                  </a:cubicBezTo>
                  <a:cubicBezTo>
                    <a:pt x="346824" y="139198"/>
                    <a:pt x="334741" y="196026"/>
                    <a:pt x="325242" y="248105"/>
                  </a:cubicBezTo>
                  <a:cubicBezTo>
                    <a:pt x="320243" y="275602"/>
                    <a:pt x="313410" y="302766"/>
                    <a:pt x="306994" y="329930"/>
                  </a:cubicBezTo>
                  <a:cubicBezTo>
                    <a:pt x="300661" y="356011"/>
                    <a:pt x="295328" y="382426"/>
                    <a:pt x="287329" y="407924"/>
                  </a:cubicBezTo>
                  <a:lnTo>
                    <a:pt x="287329" y="407924"/>
                  </a:lnTo>
                  <a:close/>
                </a:path>
              </a:pathLst>
            </a:custGeom>
            <a:grpFill/>
            <a:ln w="8332" cap="flat">
              <a:noFill/>
              <a:prstDash val="solid"/>
              <a:miter/>
            </a:ln>
          </p:spPr>
          <p:txBody>
            <a:bodyPr rtlCol="0" anchor="ctr"/>
            <a:lstStyle/>
            <a:p>
              <a:endParaRPr lang="en-US"/>
            </a:p>
          </p:txBody>
        </p:sp>
        <p:sp>
          <p:nvSpPr>
            <p:cNvPr id="2005" name="Freeform: Shape 2004"/>
            <p:cNvSpPr/>
            <p:nvPr/>
          </p:nvSpPr>
          <p:spPr>
            <a:xfrm>
              <a:off x="8941460" y="1501920"/>
              <a:ext cx="142289" cy="306679"/>
            </a:xfrm>
            <a:custGeom>
              <a:avLst/>
              <a:gdLst>
                <a:gd name="connsiteX0" fmla="*/ 138660 w 142289"/>
                <a:gd name="connsiteY0" fmla="*/ 36951 h 306679"/>
                <a:gd name="connsiteX1" fmla="*/ 139910 w 142289"/>
                <a:gd name="connsiteY1" fmla="*/ 8621 h 306679"/>
                <a:gd name="connsiteX2" fmla="*/ 137244 w 142289"/>
                <a:gd name="connsiteY2" fmla="*/ 5371 h 306679"/>
                <a:gd name="connsiteX3" fmla="*/ 135411 w 142289"/>
                <a:gd name="connsiteY3" fmla="*/ 2788 h 306679"/>
                <a:gd name="connsiteX4" fmla="*/ 131577 w 142289"/>
                <a:gd name="connsiteY4" fmla="*/ 1621 h 306679"/>
                <a:gd name="connsiteX5" fmla="*/ 113578 w 142289"/>
                <a:gd name="connsiteY5" fmla="*/ 1955 h 306679"/>
                <a:gd name="connsiteX6" fmla="*/ 72833 w 142289"/>
                <a:gd name="connsiteY6" fmla="*/ 47784 h 306679"/>
                <a:gd name="connsiteX7" fmla="*/ 45168 w 142289"/>
                <a:gd name="connsiteY7" fmla="*/ 106112 h 306679"/>
                <a:gd name="connsiteX8" fmla="*/ 14921 w 142289"/>
                <a:gd name="connsiteY8" fmla="*/ 195520 h 306679"/>
                <a:gd name="connsiteX9" fmla="*/ 1672 w 142289"/>
                <a:gd name="connsiteY9" fmla="*/ 280179 h 306679"/>
                <a:gd name="connsiteX10" fmla="*/ 42669 w 142289"/>
                <a:gd name="connsiteY10" fmla="*/ 304594 h 306679"/>
                <a:gd name="connsiteX11" fmla="*/ 79999 w 142289"/>
                <a:gd name="connsiteY11" fmla="*/ 236100 h 306679"/>
                <a:gd name="connsiteX12" fmla="*/ 111163 w 142289"/>
                <a:gd name="connsiteY12" fmla="*/ 134609 h 306679"/>
                <a:gd name="connsiteX13" fmla="*/ 138660 w 142289"/>
                <a:gd name="connsiteY13" fmla="*/ 36951 h 306679"/>
                <a:gd name="connsiteX14" fmla="*/ 138660 w 142289"/>
                <a:gd name="connsiteY14" fmla="*/ 36951 h 306679"/>
                <a:gd name="connsiteX15" fmla="*/ 109996 w 142289"/>
                <a:gd name="connsiteY15" fmla="*/ 105612 h 306679"/>
                <a:gd name="connsiteX16" fmla="*/ 81665 w 142289"/>
                <a:gd name="connsiteY16" fmla="*/ 195687 h 306679"/>
                <a:gd name="connsiteX17" fmla="*/ 49585 w 142289"/>
                <a:gd name="connsiteY17" fmla="*/ 280929 h 306679"/>
                <a:gd name="connsiteX18" fmla="*/ 24670 w 142289"/>
                <a:gd name="connsiteY18" fmla="*/ 292428 h 306679"/>
                <a:gd name="connsiteX19" fmla="*/ 12422 w 142289"/>
                <a:gd name="connsiteY19" fmla="*/ 272430 h 306679"/>
                <a:gd name="connsiteX20" fmla="*/ 17004 w 142289"/>
                <a:gd name="connsiteY20" fmla="*/ 227684 h 306679"/>
                <a:gd name="connsiteX21" fmla="*/ 40919 w 142289"/>
                <a:gd name="connsiteY21" fmla="*/ 142609 h 306679"/>
                <a:gd name="connsiteX22" fmla="*/ 77249 w 142289"/>
                <a:gd name="connsiteY22" fmla="*/ 59199 h 306679"/>
                <a:gd name="connsiteX23" fmla="*/ 117245 w 142289"/>
                <a:gd name="connsiteY23" fmla="*/ 9204 h 306679"/>
                <a:gd name="connsiteX24" fmla="*/ 133077 w 142289"/>
                <a:gd name="connsiteY24" fmla="*/ 20620 h 306679"/>
                <a:gd name="connsiteX25" fmla="*/ 128411 w 142289"/>
                <a:gd name="connsiteY25" fmla="*/ 39951 h 306679"/>
                <a:gd name="connsiteX26" fmla="*/ 123745 w 142289"/>
                <a:gd name="connsiteY26" fmla="*/ 62116 h 306679"/>
                <a:gd name="connsiteX27" fmla="*/ 109996 w 142289"/>
                <a:gd name="connsiteY27" fmla="*/ 105612 h 306679"/>
                <a:gd name="connsiteX28" fmla="*/ 109996 w 142289"/>
                <a:gd name="connsiteY28" fmla="*/ 105612 h 306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2289" h="306679">
                  <a:moveTo>
                    <a:pt x="138660" y="36951"/>
                  </a:moveTo>
                  <a:cubicBezTo>
                    <a:pt x="140327" y="28119"/>
                    <a:pt x="145159" y="17036"/>
                    <a:pt x="139910" y="8621"/>
                  </a:cubicBezTo>
                  <a:cubicBezTo>
                    <a:pt x="139160" y="7371"/>
                    <a:pt x="138244" y="6287"/>
                    <a:pt x="137244" y="5371"/>
                  </a:cubicBezTo>
                  <a:cubicBezTo>
                    <a:pt x="137244" y="4288"/>
                    <a:pt x="136743" y="3204"/>
                    <a:pt x="135411" y="2788"/>
                  </a:cubicBezTo>
                  <a:cubicBezTo>
                    <a:pt x="134077" y="2288"/>
                    <a:pt x="132827" y="1955"/>
                    <a:pt x="131577" y="1621"/>
                  </a:cubicBezTo>
                  <a:cubicBezTo>
                    <a:pt x="125995" y="-712"/>
                    <a:pt x="119245" y="-462"/>
                    <a:pt x="113578" y="1955"/>
                  </a:cubicBezTo>
                  <a:cubicBezTo>
                    <a:pt x="94247" y="10204"/>
                    <a:pt x="82249" y="28702"/>
                    <a:pt x="72833" y="47784"/>
                  </a:cubicBezTo>
                  <a:cubicBezTo>
                    <a:pt x="62000" y="66449"/>
                    <a:pt x="53251" y="86447"/>
                    <a:pt x="45168" y="106112"/>
                  </a:cubicBezTo>
                  <a:cubicBezTo>
                    <a:pt x="33170" y="135276"/>
                    <a:pt x="23754" y="165273"/>
                    <a:pt x="14921" y="195520"/>
                  </a:cubicBezTo>
                  <a:cubicBezTo>
                    <a:pt x="7505" y="220935"/>
                    <a:pt x="-4410" y="253432"/>
                    <a:pt x="1672" y="280179"/>
                  </a:cubicBezTo>
                  <a:cubicBezTo>
                    <a:pt x="5588" y="297595"/>
                    <a:pt x="25004" y="312260"/>
                    <a:pt x="42669" y="304594"/>
                  </a:cubicBezTo>
                  <a:cubicBezTo>
                    <a:pt x="65833" y="294595"/>
                    <a:pt x="72999" y="257182"/>
                    <a:pt x="79999" y="236100"/>
                  </a:cubicBezTo>
                  <a:cubicBezTo>
                    <a:pt x="91164" y="202436"/>
                    <a:pt x="100914" y="168606"/>
                    <a:pt x="111163" y="134609"/>
                  </a:cubicBezTo>
                  <a:cubicBezTo>
                    <a:pt x="120995" y="102029"/>
                    <a:pt x="132410" y="70698"/>
                    <a:pt x="138660" y="36951"/>
                  </a:cubicBezTo>
                  <a:lnTo>
                    <a:pt x="138660" y="36951"/>
                  </a:lnTo>
                  <a:close/>
                  <a:moveTo>
                    <a:pt x="109996" y="105612"/>
                  </a:moveTo>
                  <a:cubicBezTo>
                    <a:pt x="99664" y="135443"/>
                    <a:pt x="91331" y="165690"/>
                    <a:pt x="81665" y="195687"/>
                  </a:cubicBezTo>
                  <a:cubicBezTo>
                    <a:pt x="72666" y="223601"/>
                    <a:pt x="65333" y="256098"/>
                    <a:pt x="49585" y="280929"/>
                  </a:cubicBezTo>
                  <a:cubicBezTo>
                    <a:pt x="43669" y="290345"/>
                    <a:pt x="36420" y="297845"/>
                    <a:pt x="24670" y="292428"/>
                  </a:cubicBezTo>
                  <a:cubicBezTo>
                    <a:pt x="16754" y="288762"/>
                    <a:pt x="13088" y="280596"/>
                    <a:pt x="12422" y="272430"/>
                  </a:cubicBezTo>
                  <a:cubicBezTo>
                    <a:pt x="11255" y="257515"/>
                    <a:pt x="13838" y="242183"/>
                    <a:pt x="17004" y="227684"/>
                  </a:cubicBezTo>
                  <a:cubicBezTo>
                    <a:pt x="23254" y="198937"/>
                    <a:pt x="31419" y="170356"/>
                    <a:pt x="40919" y="142609"/>
                  </a:cubicBezTo>
                  <a:cubicBezTo>
                    <a:pt x="50668" y="113944"/>
                    <a:pt x="62666" y="85697"/>
                    <a:pt x="77249" y="59199"/>
                  </a:cubicBezTo>
                  <a:cubicBezTo>
                    <a:pt x="85498" y="44117"/>
                    <a:pt x="98664" y="17036"/>
                    <a:pt x="117245" y="9204"/>
                  </a:cubicBezTo>
                  <a:cubicBezTo>
                    <a:pt x="122411" y="9370"/>
                    <a:pt x="127661" y="13204"/>
                    <a:pt x="133077" y="20620"/>
                  </a:cubicBezTo>
                  <a:cubicBezTo>
                    <a:pt x="133660" y="25869"/>
                    <a:pt x="129577" y="34618"/>
                    <a:pt x="128411" y="39951"/>
                  </a:cubicBezTo>
                  <a:cubicBezTo>
                    <a:pt x="126911" y="47367"/>
                    <a:pt x="125578" y="54783"/>
                    <a:pt x="123745" y="62116"/>
                  </a:cubicBezTo>
                  <a:cubicBezTo>
                    <a:pt x="119911" y="76781"/>
                    <a:pt x="114995" y="91280"/>
                    <a:pt x="109996" y="105612"/>
                  </a:cubicBezTo>
                  <a:lnTo>
                    <a:pt x="109996" y="105612"/>
                  </a:lnTo>
                  <a:close/>
                </a:path>
              </a:pathLst>
            </a:custGeom>
            <a:grpFill/>
            <a:ln w="8332" cap="flat">
              <a:noFill/>
              <a:prstDash val="solid"/>
              <a:miter/>
            </a:ln>
          </p:spPr>
          <p:txBody>
            <a:bodyPr rtlCol="0" anchor="ctr"/>
            <a:lstStyle/>
            <a:p>
              <a:endParaRPr lang="en-US"/>
            </a:p>
          </p:txBody>
        </p:sp>
        <p:sp>
          <p:nvSpPr>
            <p:cNvPr id="2006" name="Freeform: Shape 2005"/>
            <p:cNvSpPr/>
            <p:nvPr/>
          </p:nvSpPr>
          <p:spPr>
            <a:xfrm>
              <a:off x="9040534" y="1528251"/>
              <a:ext cx="142289" cy="306679"/>
            </a:xfrm>
            <a:custGeom>
              <a:avLst/>
              <a:gdLst>
                <a:gd name="connsiteX0" fmla="*/ 138660 w 142289"/>
                <a:gd name="connsiteY0" fmla="*/ 36951 h 306679"/>
                <a:gd name="connsiteX1" fmla="*/ 139910 w 142289"/>
                <a:gd name="connsiteY1" fmla="*/ 8620 h 306679"/>
                <a:gd name="connsiteX2" fmla="*/ 137244 w 142289"/>
                <a:gd name="connsiteY2" fmla="*/ 5371 h 306679"/>
                <a:gd name="connsiteX3" fmla="*/ 135410 w 142289"/>
                <a:gd name="connsiteY3" fmla="*/ 2788 h 306679"/>
                <a:gd name="connsiteX4" fmla="*/ 131577 w 142289"/>
                <a:gd name="connsiteY4" fmla="*/ 1621 h 306679"/>
                <a:gd name="connsiteX5" fmla="*/ 113578 w 142289"/>
                <a:gd name="connsiteY5" fmla="*/ 1955 h 306679"/>
                <a:gd name="connsiteX6" fmla="*/ 72832 w 142289"/>
                <a:gd name="connsiteY6" fmla="*/ 47784 h 306679"/>
                <a:gd name="connsiteX7" fmla="*/ 45168 w 142289"/>
                <a:gd name="connsiteY7" fmla="*/ 106112 h 306679"/>
                <a:gd name="connsiteX8" fmla="*/ 14921 w 142289"/>
                <a:gd name="connsiteY8" fmla="*/ 195520 h 306679"/>
                <a:gd name="connsiteX9" fmla="*/ 1672 w 142289"/>
                <a:gd name="connsiteY9" fmla="*/ 280179 h 306679"/>
                <a:gd name="connsiteX10" fmla="*/ 42668 w 142289"/>
                <a:gd name="connsiteY10" fmla="*/ 304594 h 306679"/>
                <a:gd name="connsiteX11" fmla="*/ 79999 w 142289"/>
                <a:gd name="connsiteY11" fmla="*/ 236100 h 306679"/>
                <a:gd name="connsiteX12" fmla="*/ 111163 w 142289"/>
                <a:gd name="connsiteY12" fmla="*/ 134609 h 306679"/>
                <a:gd name="connsiteX13" fmla="*/ 138660 w 142289"/>
                <a:gd name="connsiteY13" fmla="*/ 36951 h 306679"/>
                <a:gd name="connsiteX14" fmla="*/ 138660 w 142289"/>
                <a:gd name="connsiteY14" fmla="*/ 36951 h 306679"/>
                <a:gd name="connsiteX15" fmla="*/ 110079 w 142289"/>
                <a:gd name="connsiteY15" fmla="*/ 105612 h 306679"/>
                <a:gd name="connsiteX16" fmla="*/ 81748 w 142289"/>
                <a:gd name="connsiteY16" fmla="*/ 195687 h 306679"/>
                <a:gd name="connsiteX17" fmla="*/ 49668 w 142289"/>
                <a:gd name="connsiteY17" fmla="*/ 280929 h 306679"/>
                <a:gd name="connsiteX18" fmla="*/ 24754 w 142289"/>
                <a:gd name="connsiteY18" fmla="*/ 292428 h 306679"/>
                <a:gd name="connsiteX19" fmla="*/ 12504 w 142289"/>
                <a:gd name="connsiteY19" fmla="*/ 272430 h 306679"/>
                <a:gd name="connsiteX20" fmla="*/ 17087 w 142289"/>
                <a:gd name="connsiteY20" fmla="*/ 227684 h 306679"/>
                <a:gd name="connsiteX21" fmla="*/ 41002 w 142289"/>
                <a:gd name="connsiteY21" fmla="*/ 142608 h 306679"/>
                <a:gd name="connsiteX22" fmla="*/ 77332 w 142289"/>
                <a:gd name="connsiteY22" fmla="*/ 59199 h 306679"/>
                <a:gd name="connsiteX23" fmla="*/ 117329 w 142289"/>
                <a:gd name="connsiteY23" fmla="*/ 9204 h 306679"/>
                <a:gd name="connsiteX24" fmla="*/ 133161 w 142289"/>
                <a:gd name="connsiteY24" fmla="*/ 20619 h 306679"/>
                <a:gd name="connsiteX25" fmla="*/ 128494 w 142289"/>
                <a:gd name="connsiteY25" fmla="*/ 39951 h 306679"/>
                <a:gd name="connsiteX26" fmla="*/ 123828 w 142289"/>
                <a:gd name="connsiteY26" fmla="*/ 62116 h 306679"/>
                <a:gd name="connsiteX27" fmla="*/ 110079 w 142289"/>
                <a:gd name="connsiteY27" fmla="*/ 105612 h 306679"/>
                <a:gd name="connsiteX28" fmla="*/ 110079 w 142289"/>
                <a:gd name="connsiteY28" fmla="*/ 105612 h 306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2289" h="306679">
                  <a:moveTo>
                    <a:pt x="138660" y="36951"/>
                  </a:moveTo>
                  <a:cubicBezTo>
                    <a:pt x="140327" y="28119"/>
                    <a:pt x="145159" y="17036"/>
                    <a:pt x="139910" y="8620"/>
                  </a:cubicBezTo>
                  <a:cubicBezTo>
                    <a:pt x="139160" y="7371"/>
                    <a:pt x="138244" y="6287"/>
                    <a:pt x="137244" y="5371"/>
                  </a:cubicBezTo>
                  <a:cubicBezTo>
                    <a:pt x="137244" y="4288"/>
                    <a:pt x="136743" y="3204"/>
                    <a:pt x="135410" y="2788"/>
                  </a:cubicBezTo>
                  <a:cubicBezTo>
                    <a:pt x="134077" y="2288"/>
                    <a:pt x="132827" y="1955"/>
                    <a:pt x="131577" y="1621"/>
                  </a:cubicBezTo>
                  <a:cubicBezTo>
                    <a:pt x="125994" y="-712"/>
                    <a:pt x="119245" y="-462"/>
                    <a:pt x="113578" y="1955"/>
                  </a:cubicBezTo>
                  <a:cubicBezTo>
                    <a:pt x="94247" y="10204"/>
                    <a:pt x="82248" y="28702"/>
                    <a:pt x="72832" y="47784"/>
                  </a:cubicBezTo>
                  <a:cubicBezTo>
                    <a:pt x="62000" y="66449"/>
                    <a:pt x="53251" y="86447"/>
                    <a:pt x="45168" y="106112"/>
                  </a:cubicBezTo>
                  <a:cubicBezTo>
                    <a:pt x="33170" y="135276"/>
                    <a:pt x="23754" y="165273"/>
                    <a:pt x="14921" y="195520"/>
                  </a:cubicBezTo>
                  <a:cubicBezTo>
                    <a:pt x="7505" y="220935"/>
                    <a:pt x="-4410" y="253432"/>
                    <a:pt x="1672" y="280179"/>
                  </a:cubicBezTo>
                  <a:cubicBezTo>
                    <a:pt x="5588" y="297594"/>
                    <a:pt x="25003" y="312260"/>
                    <a:pt x="42668" y="304594"/>
                  </a:cubicBezTo>
                  <a:cubicBezTo>
                    <a:pt x="65833" y="294595"/>
                    <a:pt x="72999" y="257182"/>
                    <a:pt x="79999" y="236100"/>
                  </a:cubicBezTo>
                  <a:cubicBezTo>
                    <a:pt x="91164" y="202436"/>
                    <a:pt x="100914" y="168606"/>
                    <a:pt x="111163" y="134609"/>
                  </a:cubicBezTo>
                  <a:cubicBezTo>
                    <a:pt x="121078" y="102029"/>
                    <a:pt x="132410" y="70698"/>
                    <a:pt x="138660" y="36951"/>
                  </a:cubicBezTo>
                  <a:lnTo>
                    <a:pt x="138660" y="36951"/>
                  </a:lnTo>
                  <a:close/>
                  <a:moveTo>
                    <a:pt x="110079" y="105612"/>
                  </a:moveTo>
                  <a:cubicBezTo>
                    <a:pt x="99747" y="135359"/>
                    <a:pt x="91415" y="165773"/>
                    <a:pt x="81748" y="195687"/>
                  </a:cubicBezTo>
                  <a:cubicBezTo>
                    <a:pt x="72750" y="223601"/>
                    <a:pt x="65417" y="256098"/>
                    <a:pt x="49668" y="280929"/>
                  </a:cubicBezTo>
                  <a:cubicBezTo>
                    <a:pt x="43751" y="290345"/>
                    <a:pt x="36502" y="297845"/>
                    <a:pt x="24754" y="292428"/>
                  </a:cubicBezTo>
                  <a:cubicBezTo>
                    <a:pt x="16837" y="288762"/>
                    <a:pt x="13171" y="280596"/>
                    <a:pt x="12504" y="272430"/>
                  </a:cubicBezTo>
                  <a:cubicBezTo>
                    <a:pt x="11339" y="257515"/>
                    <a:pt x="13921" y="242183"/>
                    <a:pt x="17087" y="227684"/>
                  </a:cubicBezTo>
                  <a:cubicBezTo>
                    <a:pt x="23337" y="198937"/>
                    <a:pt x="31503" y="170356"/>
                    <a:pt x="41002" y="142608"/>
                  </a:cubicBezTo>
                  <a:cubicBezTo>
                    <a:pt x="50751" y="113944"/>
                    <a:pt x="62750" y="85697"/>
                    <a:pt x="77332" y="59199"/>
                  </a:cubicBezTo>
                  <a:cubicBezTo>
                    <a:pt x="85581" y="44117"/>
                    <a:pt x="98747" y="17036"/>
                    <a:pt x="117329" y="9204"/>
                  </a:cubicBezTo>
                  <a:cubicBezTo>
                    <a:pt x="122495" y="9370"/>
                    <a:pt x="127744" y="13203"/>
                    <a:pt x="133161" y="20619"/>
                  </a:cubicBezTo>
                  <a:cubicBezTo>
                    <a:pt x="133744" y="25869"/>
                    <a:pt x="129661" y="34618"/>
                    <a:pt x="128494" y="39951"/>
                  </a:cubicBezTo>
                  <a:cubicBezTo>
                    <a:pt x="126994" y="47367"/>
                    <a:pt x="125661" y="54783"/>
                    <a:pt x="123828" y="62116"/>
                  </a:cubicBezTo>
                  <a:cubicBezTo>
                    <a:pt x="119995" y="76781"/>
                    <a:pt x="115079" y="91280"/>
                    <a:pt x="110079" y="105612"/>
                  </a:cubicBezTo>
                  <a:lnTo>
                    <a:pt x="110079" y="105612"/>
                  </a:lnTo>
                  <a:close/>
                </a:path>
              </a:pathLst>
            </a:custGeom>
            <a:grpFill/>
            <a:ln w="8332" cap="flat">
              <a:noFill/>
              <a:prstDash val="solid"/>
              <a:miter/>
            </a:ln>
          </p:spPr>
          <p:txBody>
            <a:bodyPr rtlCol="0" anchor="ctr"/>
            <a:lstStyle/>
            <a:p>
              <a:endParaRPr lang="en-US"/>
            </a:p>
          </p:txBody>
        </p:sp>
        <p:sp>
          <p:nvSpPr>
            <p:cNvPr id="2007" name="Freeform: Shape 2006"/>
            <p:cNvSpPr/>
            <p:nvPr/>
          </p:nvSpPr>
          <p:spPr>
            <a:xfrm>
              <a:off x="7378337" y="1254622"/>
              <a:ext cx="350424" cy="608909"/>
            </a:xfrm>
            <a:custGeom>
              <a:avLst/>
              <a:gdLst>
                <a:gd name="connsiteX0" fmla="*/ 302742 w 350424"/>
                <a:gd name="connsiteY0" fmla="*/ 218923 h 608909"/>
                <a:gd name="connsiteX1" fmla="*/ 265912 w 350424"/>
                <a:gd name="connsiteY1" fmla="*/ 128597 h 608909"/>
                <a:gd name="connsiteX2" fmla="*/ 224333 w 350424"/>
                <a:gd name="connsiteY2" fmla="*/ 54854 h 608909"/>
                <a:gd name="connsiteX3" fmla="*/ 89262 w 350424"/>
                <a:gd name="connsiteY3" fmla="*/ 6858 h 608909"/>
                <a:gd name="connsiteX4" fmla="*/ 2520 w 350424"/>
                <a:gd name="connsiteY4" fmla="*/ 130681 h 608909"/>
                <a:gd name="connsiteX5" fmla="*/ 3519 w 350424"/>
                <a:gd name="connsiteY5" fmla="*/ 214590 h 608909"/>
                <a:gd name="connsiteX6" fmla="*/ 10435 w 350424"/>
                <a:gd name="connsiteY6" fmla="*/ 261502 h 608909"/>
                <a:gd name="connsiteX7" fmla="*/ 32350 w 350424"/>
                <a:gd name="connsiteY7" fmla="*/ 350827 h 608909"/>
                <a:gd name="connsiteX8" fmla="*/ 64931 w 350424"/>
                <a:gd name="connsiteY8" fmla="*/ 439569 h 608909"/>
                <a:gd name="connsiteX9" fmla="*/ 99677 w 350424"/>
                <a:gd name="connsiteY9" fmla="*/ 509396 h 608909"/>
                <a:gd name="connsiteX10" fmla="*/ 157505 w 350424"/>
                <a:gd name="connsiteY10" fmla="*/ 526562 h 608909"/>
                <a:gd name="connsiteX11" fmla="*/ 214917 w 350424"/>
                <a:gd name="connsiteY11" fmla="*/ 510230 h 608909"/>
                <a:gd name="connsiteX12" fmla="*/ 238748 w 350424"/>
                <a:gd name="connsiteY12" fmla="*/ 589806 h 608909"/>
                <a:gd name="connsiteX13" fmla="*/ 296993 w 350424"/>
                <a:gd name="connsiteY13" fmla="*/ 604221 h 608909"/>
                <a:gd name="connsiteX14" fmla="*/ 318657 w 350424"/>
                <a:gd name="connsiteY14" fmla="*/ 579557 h 608909"/>
                <a:gd name="connsiteX15" fmla="*/ 312575 w 350424"/>
                <a:gd name="connsiteY15" fmla="*/ 543560 h 608909"/>
                <a:gd name="connsiteX16" fmla="*/ 293326 w 350424"/>
                <a:gd name="connsiteY16" fmla="*/ 497148 h 608909"/>
                <a:gd name="connsiteX17" fmla="*/ 285661 w 350424"/>
                <a:gd name="connsiteY17" fmla="*/ 479233 h 608909"/>
                <a:gd name="connsiteX18" fmla="*/ 350321 w 350424"/>
                <a:gd name="connsiteY18" fmla="*/ 395073 h 608909"/>
                <a:gd name="connsiteX19" fmla="*/ 302742 w 350424"/>
                <a:gd name="connsiteY19" fmla="*/ 218923 h 608909"/>
                <a:gd name="connsiteX20" fmla="*/ 302742 w 350424"/>
                <a:gd name="connsiteY20" fmla="*/ 218923 h 608909"/>
                <a:gd name="connsiteX21" fmla="*/ 296743 w 350424"/>
                <a:gd name="connsiteY21" fmla="*/ 541560 h 608909"/>
                <a:gd name="connsiteX22" fmla="*/ 305659 w 350424"/>
                <a:gd name="connsiteY22" fmla="*/ 572224 h 608909"/>
                <a:gd name="connsiteX23" fmla="*/ 273412 w 350424"/>
                <a:gd name="connsiteY23" fmla="*/ 595305 h 608909"/>
                <a:gd name="connsiteX24" fmla="*/ 249414 w 350424"/>
                <a:gd name="connsiteY24" fmla="*/ 581473 h 608909"/>
                <a:gd name="connsiteX25" fmla="*/ 236748 w 350424"/>
                <a:gd name="connsiteY25" fmla="*/ 552976 h 608909"/>
                <a:gd name="connsiteX26" fmla="*/ 224583 w 350424"/>
                <a:gd name="connsiteY26" fmla="*/ 506813 h 608909"/>
                <a:gd name="connsiteX27" fmla="*/ 246581 w 350424"/>
                <a:gd name="connsiteY27" fmla="*/ 498064 h 608909"/>
                <a:gd name="connsiteX28" fmla="*/ 272911 w 350424"/>
                <a:gd name="connsiteY28" fmla="*/ 486148 h 608909"/>
                <a:gd name="connsiteX29" fmla="*/ 296743 w 350424"/>
                <a:gd name="connsiteY29" fmla="*/ 541560 h 608909"/>
                <a:gd name="connsiteX30" fmla="*/ 296743 w 350424"/>
                <a:gd name="connsiteY30" fmla="*/ 541560 h 608909"/>
                <a:gd name="connsiteX31" fmla="*/ 333823 w 350424"/>
                <a:gd name="connsiteY31" fmla="*/ 412655 h 608909"/>
                <a:gd name="connsiteX32" fmla="*/ 276328 w 350424"/>
                <a:gd name="connsiteY32" fmla="*/ 467900 h 608909"/>
                <a:gd name="connsiteX33" fmla="*/ 198585 w 350424"/>
                <a:gd name="connsiteY33" fmla="*/ 499731 h 608909"/>
                <a:gd name="connsiteX34" fmla="*/ 121842 w 350424"/>
                <a:gd name="connsiteY34" fmla="*/ 508647 h 608909"/>
                <a:gd name="connsiteX35" fmla="*/ 94178 w 350424"/>
                <a:gd name="connsiteY35" fmla="*/ 473066 h 608909"/>
                <a:gd name="connsiteX36" fmla="*/ 84262 w 350424"/>
                <a:gd name="connsiteY36" fmla="*/ 451068 h 608909"/>
                <a:gd name="connsiteX37" fmla="*/ 120759 w 350424"/>
                <a:gd name="connsiteY37" fmla="*/ 443319 h 608909"/>
                <a:gd name="connsiteX38" fmla="*/ 206001 w 350424"/>
                <a:gd name="connsiteY38" fmla="*/ 420488 h 608909"/>
                <a:gd name="connsiteX39" fmla="*/ 333740 w 350424"/>
                <a:gd name="connsiteY39" fmla="*/ 358827 h 608909"/>
                <a:gd name="connsiteX40" fmla="*/ 333823 w 350424"/>
                <a:gd name="connsiteY40" fmla="*/ 412655 h 608909"/>
                <a:gd name="connsiteX41" fmla="*/ 333823 w 350424"/>
                <a:gd name="connsiteY41" fmla="*/ 412655 h 608909"/>
                <a:gd name="connsiteX42" fmla="*/ 328490 w 350424"/>
                <a:gd name="connsiteY42" fmla="*/ 336245 h 608909"/>
                <a:gd name="connsiteX43" fmla="*/ 330907 w 350424"/>
                <a:gd name="connsiteY43" fmla="*/ 345995 h 608909"/>
                <a:gd name="connsiteX44" fmla="*/ 306825 w 350424"/>
                <a:gd name="connsiteY44" fmla="*/ 361826 h 608909"/>
                <a:gd name="connsiteX45" fmla="*/ 271995 w 350424"/>
                <a:gd name="connsiteY45" fmla="*/ 379575 h 608909"/>
                <a:gd name="connsiteX46" fmla="*/ 206501 w 350424"/>
                <a:gd name="connsiteY46" fmla="*/ 406739 h 608909"/>
                <a:gd name="connsiteX47" fmla="*/ 133008 w 350424"/>
                <a:gd name="connsiteY47" fmla="*/ 428904 h 608909"/>
                <a:gd name="connsiteX48" fmla="*/ 80929 w 350424"/>
                <a:gd name="connsiteY48" fmla="*/ 443069 h 608909"/>
                <a:gd name="connsiteX49" fmla="*/ 76096 w 350424"/>
                <a:gd name="connsiteY49" fmla="*/ 430070 h 608909"/>
                <a:gd name="connsiteX50" fmla="*/ 49849 w 350424"/>
                <a:gd name="connsiteY50" fmla="*/ 355160 h 608909"/>
                <a:gd name="connsiteX51" fmla="*/ 15352 w 350424"/>
                <a:gd name="connsiteY51" fmla="*/ 202091 h 608909"/>
                <a:gd name="connsiteX52" fmla="*/ 49015 w 350424"/>
                <a:gd name="connsiteY52" fmla="*/ 53771 h 608909"/>
                <a:gd name="connsiteX53" fmla="*/ 120009 w 350424"/>
                <a:gd name="connsiteY53" fmla="*/ 12858 h 608909"/>
                <a:gd name="connsiteX54" fmla="*/ 196085 w 350424"/>
                <a:gd name="connsiteY54" fmla="*/ 40272 h 608909"/>
                <a:gd name="connsiteX55" fmla="*/ 275161 w 350424"/>
                <a:gd name="connsiteY55" fmla="*/ 181176 h 608909"/>
                <a:gd name="connsiteX56" fmla="*/ 303409 w 350424"/>
                <a:gd name="connsiteY56" fmla="*/ 260086 h 608909"/>
                <a:gd name="connsiteX57" fmla="*/ 328490 w 350424"/>
                <a:gd name="connsiteY57" fmla="*/ 336245 h 608909"/>
                <a:gd name="connsiteX58" fmla="*/ 328490 w 350424"/>
                <a:gd name="connsiteY58" fmla="*/ 336245 h 608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350424" h="608909">
                  <a:moveTo>
                    <a:pt x="302742" y="218923"/>
                  </a:moveTo>
                  <a:cubicBezTo>
                    <a:pt x="291827" y="188175"/>
                    <a:pt x="279244" y="158345"/>
                    <a:pt x="265912" y="128597"/>
                  </a:cubicBezTo>
                  <a:cubicBezTo>
                    <a:pt x="254330" y="102766"/>
                    <a:pt x="241748" y="77185"/>
                    <a:pt x="224333" y="54854"/>
                  </a:cubicBezTo>
                  <a:cubicBezTo>
                    <a:pt x="192669" y="14024"/>
                    <a:pt x="141340" y="-13473"/>
                    <a:pt x="89262" y="6858"/>
                  </a:cubicBezTo>
                  <a:cubicBezTo>
                    <a:pt x="40100" y="26190"/>
                    <a:pt x="9769" y="80852"/>
                    <a:pt x="2520" y="130681"/>
                  </a:cubicBezTo>
                  <a:cubicBezTo>
                    <a:pt x="-1480" y="158345"/>
                    <a:pt x="-397" y="186592"/>
                    <a:pt x="3519" y="214590"/>
                  </a:cubicBezTo>
                  <a:cubicBezTo>
                    <a:pt x="4852" y="230422"/>
                    <a:pt x="7435" y="246170"/>
                    <a:pt x="10435" y="261502"/>
                  </a:cubicBezTo>
                  <a:cubicBezTo>
                    <a:pt x="16435" y="291333"/>
                    <a:pt x="23351" y="321747"/>
                    <a:pt x="32350" y="350827"/>
                  </a:cubicBezTo>
                  <a:cubicBezTo>
                    <a:pt x="41682" y="380825"/>
                    <a:pt x="54181" y="409989"/>
                    <a:pt x="64931" y="439569"/>
                  </a:cubicBezTo>
                  <a:cubicBezTo>
                    <a:pt x="73180" y="462317"/>
                    <a:pt x="83095" y="491315"/>
                    <a:pt x="99677" y="509396"/>
                  </a:cubicBezTo>
                  <a:cubicBezTo>
                    <a:pt x="114759" y="525895"/>
                    <a:pt x="136091" y="530894"/>
                    <a:pt x="157505" y="526562"/>
                  </a:cubicBezTo>
                  <a:cubicBezTo>
                    <a:pt x="176837" y="522645"/>
                    <a:pt x="196085" y="516896"/>
                    <a:pt x="214917" y="510230"/>
                  </a:cubicBezTo>
                  <a:cubicBezTo>
                    <a:pt x="220583" y="537644"/>
                    <a:pt x="226166" y="564308"/>
                    <a:pt x="238748" y="589806"/>
                  </a:cubicBezTo>
                  <a:cubicBezTo>
                    <a:pt x="248247" y="609054"/>
                    <a:pt x="279078" y="613554"/>
                    <a:pt x="296993" y="604221"/>
                  </a:cubicBezTo>
                  <a:cubicBezTo>
                    <a:pt x="306909" y="599138"/>
                    <a:pt x="315325" y="590306"/>
                    <a:pt x="318657" y="579557"/>
                  </a:cubicBezTo>
                  <a:cubicBezTo>
                    <a:pt x="322824" y="566058"/>
                    <a:pt x="317408" y="555976"/>
                    <a:pt x="312575" y="543560"/>
                  </a:cubicBezTo>
                  <a:cubicBezTo>
                    <a:pt x="306492" y="527895"/>
                    <a:pt x="300576" y="512313"/>
                    <a:pt x="293326" y="497148"/>
                  </a:cubicBezTo>
                  <a:cubicBezTo>
                    <a:pt x="291160" y="492731"/>
                    <a:pt x="288994" y="485232"/>
                    <a:pt x="285661" y="479233"/>
                  </a:cubicBezTo>
                  <a:cubicBezTo>
                    <a:pt x="318907" y="460568"/>
                    <a:pt x="349071" y="433987"/>
                    <a:pt x="350321" y="395073"/>
                  </a:cubicBezTo>
                  <a:cubicBezTo>
                    <a:pt x="352405" y="334912"/>
                    <a:pt x="322491" y="274501"/>
                    <a:pt x="302742" y="218923"/>
                  </a:cubicBezTo>
                  <a:lnTo>
                    <a:pt x="302742" y="218923"/>
                  </a:lnTo>
                  <a:close/>
                  <a:moveTo>
                    <a:pt x="296743" y="541560"/>
                  </a:moveTo>
                  <a:cubicBezTo>
                    <a:pt x="300326" y="550976"/>
                    <a:pt x="307408" y="561975"/>
                    <a:pt x="305659" y="572224"/>
                  </a:cubicBezTo>
                  <a:cubicBezTo>
                    <a:pt x="303159" y="586389"/>
                    <a:pt x="287244" y="596722"/>
                    <a:pt x="273412" y="595305"/>
                  </a:cubicBezTo>
                  <a:cubicBezTo>
                    <a:pt x="262996" y="594222"/>
                    <a:pt x="253913" y="590556"/>
                    <a:pt x="249414" y="581473"/>
                  </a:cubicBezTo>
                  <a:cubicBezTo>
                    <a:pt x="244831" y="572307"/>
                    <a:pt x="240498" y="562558"/>
                    <a:pt x="236748" y="552976"/>
                  </a:cubicBezTo>
                  <a:cubicBezTo>
                    <a:pt x="230999" y="538144"/>
                    <a:pt x="229082" y="522062"/>
                    <a:pt x="224583" y="506813"/>
                  </a:cubicBezTo>
                  <a:cubicBezTo>
                    <a:pt x="231999" y="503980"/>
                    <a:pt x="239331" y="501064"/>
                    <a:pt x="246581" y="498064"/>
                  </a:cubicBezTo>
                  <a:cubicBezTo>
                    <a:pt x="254997" y="494564"/>
                    <a:pt x="263996" y="490565"/>
                    <a:pt x="272911" y="486148"/>
                  </a:cubicBezTo>
                  <a:cubicBezTo>
                    <a:pt x="282411" y="503730"/>
                    <a:pt x="289660" y="522979"/>
                    <a:pt x="296743" y="541560"/>
                  </a:cubicBezTo>
                  <a:lnTo>
                    <a:pt x="296743" y="541560"/>
                  </a:lnTo>
                  <a:close/>
                  <a:moveTo>
                    <a:pt x="333823" y="412655"/>
                  </a:moveTo>
                  <a:cubicBezTo>
                    <a:pt x="326574" y="437320"/>
                    <a:pt x="297576" y="456068"/>
                    <a:pt x="276328" y="467900"/>
                  </a:cubicBezTo>
                  <a:cubicBezTo>
                    <a:pt x="251830" y="481566"/>
                    <a:pt x="225166" y="490898"/>
                    <a:pt x="198585" y="499731"/>
                  </a:cubicBezTo>
                  <a:cubicBezTo>
                    <a:pt x="174921" y="507647"/>
                    <a:pt x="145923" y="520479"/>
                    <a:pt x="121842" y="508647"/>
                  </a:cubicBezTo>
                  <a:cubicBezTo>
                    <a:pt x="107093" y="501397"/>
                    <a:pt x="100761" y="487148"/>
                    <a:pt x="94178" y="473066"/>
                  </a:cubicBezTo>
                  <a:cubicBezTo>
                    <a:pt x="90761" y="465734"/>
                    <a:pt x="87345" y="458484"/>
                    <a:pt x="84262" y="451068"/>
                  </a:cubicBezTo>
                  <a:cubicBezTo>
                    <a:pt x="96261" y="451485"/>
                    <a:pt x="111843" y="445236"/>
                    <a:pt x="120759" y="443319"/>
                  </a:cubicBezTo>
                  <a:cubicBezTo>
                    <a:pt x="149673" y="436903"/>
                    <a:pt x="177670" y="428987"/>
                    <a:pt x="206001" y="420488"/>
                  </a:cubicBezTo>
                  <a:cubicBezTo>
                    <a:pt x="249747" y="407322"/>
                    <a:pt x="297493" y="387907"/>
                    <a:pt x="333740" y="358827"/>
                  </a:cubicBezTo>
                  <a:cubicBezTo>
                    <a:pt x="337156" y="376908"/>
                    <a:pt x="338656" y="396157"/>
                    <a:pt x="333823" y="412655"/>
                  </a:cubicBezTo>
                  <a:lnTo>
                    <a:pt x="333823" y="412655"/>
                  </a:lnTo>
                  <a:close/>
                  <a:moveTo>
                    <a:pt x="328490" y="336245"/>
                  </a:moveTo>
                  <a:cubicBezTo>
                    <a:pt x="329323" y="339412"/>
                    <a:pt x="330156" y="342661"/>
                    <a:pt x="330907" y="345995"/>
                  </a:cubicBezTo>
                  <a:cubicBezTo>
                    <a:pt x="322657" y="350911"/>
                    <a:pt x="315242" y="357160"/>
                    <a:pt x="306825" y="361826"/>
                  </a:cubicBezTo>
                  <a:cubicBezTo>
                    <a:pt x="295410" y="368159"/>
                    <a:pt x="283828" y="374075"/>
                    <a:pt x="271995" y="379575"/>
                  </a:cubicBezTo>
                  <a:cubicBezTo>
                    <a:pt x="250830" y="389491"/>
                    <a:pt x="228749" y="399406"/>
                    <a:pt x="206501" y="406739"/>
                  </a:cubicBezTo>
                  <a:cubicBezTo>
                    <a:pt x="182087" y="414738"/>
                    <a:pt x="157839" y="422321"/>
                    <a:pt x="133008" y="428904"/>
                  </a:cubicBezTo>
                  <a:cubicBezTo>
                    <a:pt x="115842" y="433487"/>
                    <a:pt x="97844" y="437236"/>
                    <a:pt x="80929" y="443069"/>
                  </a:cubicBezTo>
                  <a:cubicBezTo>
                    <a:pt x="79346" y="438736"/>
                    <a:pt x="77763" y="434320"/>
                    <a:pt x="76096" y="430070"/>
                  </a:cubicBezTo>
                  <a:cubicBezTo>
                    <a:pt x="66847" y="405322"/>
                    <a:pt x="57514" y="380325"/>
                    <a:pt x="49849" y="355160"/>
                  </a:cubicBezTo>
                  <a:cubicBezTo>
                    <a:pt x="34850" y="305831"/>
                    <a:pt x="20934" y="253336"/>
                    <a:pt x="15352" y="202091"/>
                  </a:cubicBezTo>
                  <a:cubicBezTo>
                    <a:pt x="9769" y="150845"/>
                    <a:pt x="15185" y="94934"/>
                    <a:pt x="49015" y="53771"/>
                  </a:cubicBezTo>
                  <a:cubicBezTo>
                    <a:pt x="67097" y="31856"/>
                    <a:pt x="91095" y="14774"/>
                    <a:pt x="120009" y="12858"/>
                  </a:cubicBezTo>
                  <a:cubicBezTo>
                    <a:pt x="148923" y="10941"/>
                    <a:pt x="175087" y="20274"/>
                    <a:pt x="196085" y="40272"/>
                  </a:cubicBezTo>
                  <a:cubicBezTo>
                    <a:pt x="235332" y="77519"/>
                    <a:pt x="255413" y="132014"/>
                    <a:pt x="275161" y="181176"/>
                  </a:cubicBezTo>
                  <a:cubicBezTo>
                    <a:pt x="285577" y="207090"/>
                    <a:pt x="294243" y="233755"/>
                    <a:pt x="303409" y="260086"/>
                  </a:cubicBezTo>
                  <a:cubicBezTo>
                    <a:pt x="312075" y="285250"/>
                    <a:pt x="321740" y="310414"/>
                    <a:pt x="328490" y="336245"/>
                  </a:cubicBezTo>
                  <a:lnTo>
                    <a:pt x="328490" y="336245"/>
                  </a:lnTo>
                  <a:close/>
                </a:path>
              </a:pathLst>
            </a:custGeom>
            <a:grpFill/>
            <a:ln w="8332" cap="flat">
              <a:noFill/>
              <a:prstDash val="solid"/>
              <a:miter/>
            </a:ln>
          </p:spPr>
          <p:txBody>
            <a:bodyPr rtlCol="0" anchor="ctr"/>
            <a:lstStyle/>
            <a:p>
              <a:endParaRPr lang="en-US"/>
            </a:p>
          </p:txBody>
        </p:sp>
        <p:sp>
          <p:nvSpPr>
            <p:cNvPr id="2008" name="Freeform: Shape 2007"/>
            <p:cNvSpPr/>
            <p:nvPr/>
          </p:nvSpPr>
          <p:spPr>
            <a:xfrm>
              <a:off x="7423251" y="1340552"/>
              <a:ext cx="118879" cy="316081"/>
            </a:xfrm>
            <a:custGeom>
              <a:avLst/>
              <a:gdLst>
                <a:gd name="connsiteX0" fmla="*/ 51013 w 118879"/>
                <a:gd name="connsiteY0" fmla="*/ 27251 h 316081"/>
                <a:gd name="connsiteX1" fmla="*/ 37015 w 118879"/>
                <a:gd name="connsiteY1" fmla="*/ 2670 h 316081"/>
                <a:gd name="connsiteX2" fmla="*/ 33015 w 118879"/>
                <a:gd name="connsiteY2" fmla="*/ 1337 h 316081"/>
                <a:gd name="connsiteX3" fmla="*/ 30098 w 118879"/>
                <a:gd name="connsiteY3" fmla="*/ 87 h 316081"/>
                <a:gd name="connsiteX4" fmla="*/ 26182 w 118879"/>
                <a:gd name="connsiteY4" fmla="*/ 1170 h 316081"/>
                <a:gd name="connsiteX5" fmla="*/ 11100 w 118879"/>
                <a:gd name="connsiteY5" fmla="*/ 11086 h 316081"/>
                <a:gd name="connsiteX6" fmla="*/ 1101 w 118879"/>
                <a:gd name="connsiteY6" fmla="*/ 71497 h 316081"/>
                <a:gd name="connsiteX7" fmla="*/ 8767 w 118879"/>
                <a:gd name="connsiteY7" fmla="*/ 135575 h 316081"/>
                <a:gd name="connsiteX8" fmla="*/ 30932 w 118879"/>
                <a:gd name="connsiteY8" fmla="*/ 227317 h 316081"/>
                <a:gd name="connsiteX9" fmla="*/ 64846 w 118879"/>
                <a:gd name="connsiteY9" fmla="*/ 305976 h 316081"/>
                <a:gd name="connsiteX10" fmla="*/ 112591 w 118879"/>
                <a:gd name="connsiteY10" fmla="*/ 304810 h 316081"/>
                <a:gd name="connsiteX11" fmla="*/ 107675 w 118879"/>
                <a:gd name="connsiteY11" fmla="*/ 226983 h 316081"/>
                <a:gd name="connsiteX12" fmla="*/ 79928 w 118879"/>
                <a:gd name="connsiteY12" fmla="*/ 124576 h 316081"/>
                <a:gd name="connsiteX13" fmla="*/ 51013 w 118879"/>
                <a:gd name="connsiteY13" fmla="*/ 27251 h 316081"/>
                <a:gd name="connsiteX14" fmla="*/ 51013 w 118879"/>
                <a:gd name="connsiteY14" fmla="*/ 27251 h 316081"/>
                <a:gd name="connsiteX15" fmla="*/ 63429 w 118879"/>
                <a:gd name="connsiteY15" fmla="*/ 100411 h 316081"/>
                <a:gd name="connsiteX16" fmla="*/ 87510 w 118879"/>
                <a:gd name="connsiteY16" fmla="*/ 191737 h 316081"/>
                <a:gd name="connsiteX17" fmla="*/ 105842 w 118879"/>
                <a:gd name="connsiteY17" fmla="*/ 280978 h 316081"/>
                <a:gd name="connsiteX18" fmla="*/ 90927 w 118879"/>
                <a:gd name="connsiteY18" fmla="*/ 303976 h 316081"/>
                <a:gd name="connsiteX19" fmla="*/ 69928 w 118879"/>
                <a:gd name="connsiteY19" fmla="*/ 293644 h 316081"/>
                <a:gd name="connsiteX20" fmla="*/ 49930 w 118879"/>
                <a:gd name="connsiteY20" fmla="*/ 253314 h 316081"/>
                <a:gd name="connsiteX21" fmla="*/ 24766 w 118879"/>
                <a:gd name="connsiteY21" fmla="*/ 168572 h 316081"/>
                <a:gd name="connsiteX22" fmla="*/ 11017 w 118879"/>
                <a:gd name="connsiteY22" fmla="*/ 78663 h 316081"/>
                <a:gd name="connsiteX23" fmla="*/ 18266 w 118879"/>
                <a:gd name="connsiteY23" fmla="*/ 15086 h 316081"/>
                <a:gd name="connsiteX24" fmla="*/ 37765 w 118879"/>
                <a:gd name="connsiteY24" fmla="*/ 16336 h 316081"/>
                <a:gd name="connsiteX25" fmla="*/ 44098 w 118879"/>
                <a:gd name="connsiteY25" fmla="*/ 35167 h 316081"/>
                <a:gd name="connsiteX26" fmla="*/ 51930 w 118879"/>
                <a:gd name="connsiteY26" fmla="*/ 56415 h 316081"/>
                <a:gd name="connsiteX27" fmla="*/ 63429 w 118879"/>
                <a:gd name="connsiteY27" fmla="*/ 100411 h 316081"/>
                <a:gd name="connsiteX28" fmla="*/ 63429 w 118879"/>
                <a:gd name="connsiteY28" fmla="*/ 100411 h 316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18879" h="316081">
                  <a:moveTo>
                    <a:pt x="51013" y="27251"/>
                  </a:moveTo>
                  <a:cubicBezTo>
                    <a:pt x="47681" y="18919"/>
                    <a:pt x="45931" y="6920"/>
                    <a:pt x="37015" y="2670"/>
                  </a:cubicBezTo>
                  <a:cubicBezTo>
                    <a:pt x="35682" y="2004"/>
                    <a:pt x="34348" y="1587"/>
                    <a:pt x="33015" y="1337"/>
                  </a:cubicBezTo>
                  <a:cubicBezTo>
                    <a:pt x="32432" y="420"/>
                    <a:pt x="31432" y="-246"/>
                    <a:pt x="30098" y="87"/>
                  </a:cubicBezTo>
                  <a:cubicBezTo>
                    <a:pt x="28765" y="420"/>
                    <a:pt x="27432" y="754"/>
                    <a:pt x="26182" y="1170"/>
                  </a:cubicBezTo>
                  <a:cubicBezTo>
                    <a:pt x="20183" y="2170"/>
                    <a:pt x="14600" y="6003"/>
                    <a:pt x="11100" y="11086"/>
                  </a:cubicBezTo>
                  <a:cubicBezTo>
                    <a:pt x="-899" y="28335"/>
                    <a:pt x="-1149" y="50416"/>
                    <a:pt x="1101" y="71497"/>
                  </a:cubicBezTo>
                  <a:cubicBezTo>
                    <a:pt x="1935" y="93079"/>
                    <a:pt x="5184" y="114660"/>
                    <a:pt x="8767" y="135575"/>
                  </a:cubicBezTo>
                  <a:cubicBezTo>
                    <a:pt x="14100" y="166655"/>
                    <a:pt x="22266" y="197069"/>
                    <a:pt x="30932" y="227317"/>
                  </a:cubicBezTo>
                  <a:cubicBezTo>
                    <a:pt x="38181" y="252731"/>
                    <a:pt x="45431" y="286561"/>
                    <a:pt x="64846" y="305976"/>
                  </a:cubicBezTo>
                  <a:cubicBezTo>
                    <a:pt x="77428" y="318642"/>
                    <a:pt x="101676" y="320642"/>
                    <a:pt x="112591" y="304810"/>
                  </a:cubicBezTo>
                  <a:cubicBezTo>
                    <a:pt x="126923" y="284062"/>
                    <a:pt x="113008" y="248565"/>
                    <a:pt x="107675" y="226983"/>
                  </a:cubicBezTo>
                  <a:cubicBezTo>
                    <a:pt x="99176" y="192570"/>
                    <a:pt x="89343" y="158740"/>
                    <a:pt x="79928" y="124576"/>
                  </a:cubicBezTo>
                  <a:cubicBezTo>
                    <a:pt x="70761" y="91579"/>
                    <a:pt x="63679" y="58998"/>
                    <a:pt x="51013" y="27251"/>
                  </a:cubicBezTo>
                  <a:lnTo>
                    <a:pt x="51013" y="27251"/>
                  </a:lnTo>
                  <a:close/>
                  <a:moveTo>
                    <a:pt x="63429" y="100411"/>
                  </a:moveTo>
                  <a:cubicBezTo>
                    <a:pt x="70595" y="131159"/>
                    <a:pt x="79761" y="161156"/>
                    <a:pt x="87510" y="191737"/>
                  </a:cubicBezTo>
                  <a:cubicBezTo>
                    <a:pt x="94759" y="220151"/>
                    <a:pt x="105925" y="251564"/>
                    <a:pt x="105842" y="280978"/>
                  </a:cubicBezTo>
                  <a:cubicBezTo>
                    <a:pt x="105842" y="292061"/>
                    <a:pt x="103675" y="302310"/>
                    <a:pt x="90927" y="303976"/>
                  </a:cubicBezTo>
                  <a:cubicBezTo>
                    <a:pt x="82260" y="305060"/>
                    <a:pt x="74761" y="300143"/>
                    <a:pt x="69928" y="293644"/>
                  </a:cubicBezTo>
                  <a:cubicBezTo>
                    <a:pt x="60929" y="281645"/>
                    <a:pt x="55013" y="267313"/>
                    <a:pt x="49930" y="253314"/>
                  </a:cubicBezTo>
                  <a:cubicBezTo>
                    <a:pt x="39931" y="225650"/>
                    <a:pt x="31599" y="197153"/>
                    <a:pt x="24766" y="168572"/>
                  </a:cubicBezTo>
                  <a:cubicBezTo>
                    <a:pt x="17766" y="139158"/>
                    <a:pt x="12850" y="108827"/>
                    <a:pt x="11017" y="78663"/>
                  </a:cubicBezTo>
                  <a:cubicBezTo>
                    <a:pt x="9934" y="61498"/>
                    <a:pt x="6684" y="31584"/>
                    <a:pt x="18266" y="15086"/>
                  </a:cubicBezTo>
                  <a:cubicBezTo>
                    <a:pt x="22683" y="12503"/>
                    <a:pt x="29182" y="12919"/>
                    <a:pt x="37765" y="16336"/>
                  </a:cubicBezTo>
                  <a:cubicBezTo>
                    <a:pt x="41097" y="20502"/>
                    <a:pt x="42264" y="30084"/>
                    <a:pt x="44098" y="35167"/>
                  </a:cubicBezTo>
                  <a:cubicBezTo>
                    <a:pt x="46764" y="42250"/>
                    <a:pt x="49597" y="49166"/>
                    <a:pt x="51930" y="56415"/>
                  </a:cubicBezTo>
                  <a:cubicBezTo>
                    <a:pt x="56430" y="70831"/>
                    <a:pt x="59929" y="85663"/>
                    <a:pt x="63429" y="100411"/>
                  </a:cubicBezTo>
                  <a:lnTo>
                    <a:pt x="63429" y="100411"/>
                  </a:lnTo>
                  <a:close/>
                </a:path>
              </a:pathLst>
            </a:custGeom>
            <a:grpFill/>
            <a:ln w="8332" cap="flat">
              <a:noFill/>
              <a:prstDash val="solid"/>
              <a:miter/>
            </a:ln>
          </p:spPr>
          <p:txBody>
            <a:bodyPr rtlCol="0" anchor="ctr"/>
            <a:lstStyle/>
            <a:p>
              <a:endParaRPr lang="en-US"/>
            </a:p>
          </p:txBody>
        </p:sp>
        <p:sp>
          <p:nvSpPr>
            <p:cNvPr id="2009" name="Freeform: Shape 2008"/>
            <p:cNvSpPr/>
            <p:nvPr/>
          </p:nvSpPr>
          <p:spPr>
            <a:xfrm>
              <a:off x="7521159" y="1310055"/>
              <a:ext cx="118879" cy="316081"/>
            </a:xfrm>
            <a:custGeom>
              <a:avLst/>
              <a:gdLst>
                <a:gd name="connsiteX0" fmla="*/ 51013 w 118879"/>
                <a:gd name="connsiteY0" fmla="*/ 27251 h 316081"/>
                <a:gd name="connsiteX1" fmla="*/ 37015 w 118879"/>
                <a:gd name="connsiteY1" fmla="*/ 2670 h 316081"/>
                <a:gd name="connsiteX2" fmla="*/ 33015 w 118879"/>
                <a:gd name="connsiteY2" fmla="*/ 1337 h 316081"/>
                <a:gd name="connsiteX3" fmla="*/ 30098 w 118879"/>
                <a:gd name="connsiteY3" fmla="*/ 87 h 316081"/>
                <a:gd name="connsiteX4" fmla="*/ 26182 w 118879"/>
                <a:gd name="connsiteY4" fmla="*/ 1170 h 316081"/>
                <a:gd name="connsiteX5" fmla="*/ 11100 w 118879"/>
                <a:gd name="connsiteY5" fmla="*/ 11086 h 316081"/>
                <a:gd name="connsiteX6" fmla="*/ 1101 w 118879"/>
                <a:gd name="connsiteY6" fmla="*/ 71497 h 316081"/>
                <a:gd name="connsiteX7" fmla="*/ 8767 w 118879"/>
                <a:gd name="connsiteY7" fmla="*/ 135575 h 316081"/>
                <a:gd name="connsiteX8" fmla="*/ 30932 w 118879"/>
                <a:gd name="connsiteY8" fmla="*/ 227317 h 316081"/>
                <a:gd name="connsiteX9" fmla="*/ 64846 w 118879"/>
                <a:gd name="connsiteY9" fmla="*/ 305976 h 316081"/>
                <a:gd name="connsiteX10" fmla="*/ 112591 w 118879"/>
                <a:gd name="connsiteY10" fmla="*/ 304810 h 316081"/>
                <a:gd name="connsiteX11" fmla="*/ 107675 w 118879"/>
                <a:gd name="connsiteY11" fmla="*/ 226983 h 316081"/>
                <a:gd name="connsiteX12" fmla="*/ 79928 w 118879"/>
                <a:gd name="connsiteY12" fmla="*/ 124576 h 316081"/>
                <a:gd name="connsiteX13" fmla="*/ 51013 w 118879"/>
                <a:gd name="connsiteY13" fmla="*/ 27251 h 316081"/>
                <a:gd name="connsiteX14" fmla="*/ 51013 w 118879"/>
                <a:gd name="connsiteY14" fmla="*/ 27251 h 316081"/>
                <a:gd name="connsiteX15" fmla="*/ 63429 w 118879"/>
                <a:gd name="connsiteY15" fmla="*/ 100495 h 316081"/>
                <a:gd name="connsiteX16" fmla="*/ 87510 w 118879"/>
                <a:gd name="connsiteY16" fmla="*/ 191820 h 316081"/>
                <a:gd name="connsiteX17" fmla="*/ 105842 w 118879"/>
                <a:gd name="connsiteY17" fmla="*/ 281062 h 316081"/>
                <a:gd name="connsiteX18" fmla="*/ 90927 w 118879"/>
                <a:gd name="connsiteY18" fmla="*/ 304060 h 316081"/>
                <a:gd name="connsiteX19" fmla="*/ 69928 w 118879"/>
                <a:gd name="connsiteY19" fmla="*/ 293727 h 316081"/>
                <a:gd name="connsiteX20" fmla="*/ 49930 w 118879"/>
                <a:gd name="connsiteY20" fmla="*/ 253398 h 316081"/>
                <a:gd name="connsiteX21" fmla="*/ 24766 w 118879"/>
                <a:gd name="connsiteY21" fmla="*/ 168655 h 316081"/>
                <a:gd name="connsiteX22" fmla="*/ 11017 w 118879"/>
                <a:gd name="connsiteY22" fmla="*/ 78747 h 316081"/>
                <a:gd name="connsiteX23" fmla="*/ 18266 w 118879"/>
                <a:gd name="connsiteY23" fmla="*/ 15169 h 316081"/>
                <a:gd name="connsiteX24" fmla="*/ 37765 w 118879"/>
                <a:gd name="connsiteY24" fmla="*/ 16419 h 316081"/>
                <a:gd name="connsiteX25" fmla="*/ 44098 w 118879"/>
                <a:gd name="connsiteY25" fmla="*/ 35251 h 316081"/>
                <a:gd name="connsiteX26" fmla="*/ 51930 w 118879"/>
                <a:gd name="connsiteY26" fmla="*/ 56499 h 316081"/>
                <a:gd name="connsiteX27" fmla="*/ 63429 w 118879"/>
                <a:gd name="connsiteY27" fmla="*/ 100495 h 316081"/>
                <a:gd name="connsiteX28" fmla="*/ 63429 w 118879"/>
                <a:gd name="connsiteY28" fmla="*/ 100495 h 316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18879" h="316081">
                  <a:moveTo>
                    <a:pt x="51013" y="27251"/>
                  </a:moveTo>
                  <a:cubicBezTo>
                    <a:pt x="47681" y="18919"/>
                    <a:pt x="45931" y="6920"/>
                    <a:pt x="37015" y="2670"/>
                  </a:cubicBezTo>
                  <a:cubicBezTo>
                    <a:pt x="35682" y="2004"/>
                    <a:pt x="34348" y="1587"/>
                    <a:pt x="33015" y="1337"/>
                  </a:cubicBezTo>
                  <a:cubicBezTo>
                    <a:pt x="32432" y="420"/>
                    <a:pt x="31432" y="-246"/>
                    <a:pt x="30098" y="87"/>
                  </a:cubicBezTo>
                  <a:cubicBezTo>
                    <a:pt x="28765" y="420"/>
                    <a:pt x="27432" y="754"/>
                    <a:pt x="26182" y="1170"/>
                  </a:cubicBezTo>
                  <a:cubicBezTo>
                    <a:pt x="20183" y="2170"/>
                    <a:pt x="14600" y="6003"/>
                    <a:pt x="11100" y="11086"/>
                  </a:cubicBezTo>
                  <a:cubicBezTo>
                    <a:pt x="-899" y="28335"/>
                    <a:pt x="-1149" y="50416"/>
                    <a:pt x="1101" y="71497"/>
                  </a:cubicBezTo>
                  <a:cubicBezTo>
                    <a:pt x="1935" y="93079"/>
                    <a:pt x="5184" y="114660"/>
                    <a:pt x="8767" y="135575"/>
                  </a:cubicBezTo>
                  <a:cubicBezTo>
                    <a:pt x="14100" y="166656"/>
                    <a:pt x="22266" y="197153"/>
                    <a:pt x="30932" y="227317"/>
                  </a:cubicBezTo>
                  <a:cubicBezTo>
                    <a:pt x="38181" y="252731"/>
                    <a:pt x="45431" y="286478"/>
                    <a:pt x="64846" y="305976"/>
                  </a:cubicBezTo>
                  <a:cubicBezTo>
                    <a:pt x="77428" y="318642"/>
                    <a:pt x="101676" y="320642"/>
                    <a:pt x="112591" y="304810"/>
                  </a:cubicBezTo>
                  <a:cubicBezTo>
                    <a:pt x="126923" y="284062"/>
                    <a:pt x="113008" y="248565"/>
                    <a:pt x="107675" y="226983"/>
                  </a:cubicBezTo>
                  <a:cubicBezTo>
                    <a:pt x="99176" y="192570"/>
                    <a:pt x="89343" y="158740"/>
                    <a:pt x="79928" y="124576"/>
                  </a:cubicBezTo>
                  <a:cubicBezTo>
                    <a:pt x="70845" y="91579"/>
                    <a:pt x="63762" y="59082"/>
                    <a:pt x="51013" y="27251"/>
                  </a:cubicBezTo>
                  <a:lnTo>
                    <a:pt x="51013" y="27251"/>
                  </a:lnTo>
                  <a:close/>
                  <a:moveTo>
                    <a:pt x="63429" y="100495"/>
                  </a:moveTo>
                  <a:cubicBezTo>
                    <a:pt x="70595" y="131242"/>
                    <a:pt x="79761" y="161239"/>
                    <a:pt x="87510" y="191820"/>
                  </a:cubicBezTo>
                  <a:cubicBezTo>
                    <a:pt x="94759" y="220234"/>
                    <a:pt x="105925" y="251564"/>
                    <a:pt x="105842" y="281062"/>
                  </a:cubicBezTo>
                  <a:cubicBezTo>
                    <a:pt x="105842" y="292144"/>
                    <a:pt x="103675" y="302393"/>
                    <a:pt x="90927" y="304060"/>
                  </a:cubicBezTo>
                  <a:cubicBezTo>
                    <a:pt x="82260" y="305143"/>
                    <a:pt x="74761" y="300227"/>
                    <a:pt x="69928" y="293727"/>
                  </a:cubicBezTo>
                  <a:cubicBezTo>
                    <a:pt x="60929" y="281729"/>
                    <a:pt x="55013" y="267396"/>
                    <a:pt x="49930" y="253398"/>
                  </a:cubicBezTo>
                  <a:cubicBezTo>
                    <a:pt x="39931" y="225734"/>
                    <a:pt x="31599" y="197236"/>
                    <a:pt x="24766" y="168655"/>
                  </a:cubicBezTo>
                  <a:cubicBezTo>
                    <a:pt x="17766" y="139241"/>
                    <a:pt x="12850" y="108911"/>
                    <a:pt x="11017" y="78747"/>
                  </a:cubicBezTo>
                  <a:cubicBezTo>
                    <a:pt x="9934" y="61582"/>
                    <a:pt x="6684" y="31668"/>
                    <a:pt x="18266" y="15169"/>
                  </a:cubicBezTo>
                  <a:cubicBezTo>
                    <a:pt x="22683" y="12586"/>
                    <a:pt x="29182" y="13003"/>
                    <a:pt x="37765" y="16419"/>
                  </a:cubicBezTo>
                  <a:cubicBezTo>
                    <a:pt x="41097" y="20585"/>
                    <a:pt x="42264" y="30168"/>
                    <a:pt x="44098" y="35251"/>
                  </a:cubicBezTo>
                  <a:cubicBezTo>
                    <a:pt x="46764" y="42333"/>
                    <a:pt x="49597" y="49249"/>
                    <a:pt x="51930" y="56499"/>
                  </a:cubicBezTo>
                  <a:cubicBezTo>
                    <a:pt x="56513" y="70914"/>
                    <a:pt x="60013" y="85663"/>
                    <a:pt x="63429" y="100495"/>
                  </a:cubicBezTo>
                  <a:lnTo>
                    <a:pt x="63429" y="100495"/>
                  </a:lnTo>
                  <a:close/>
                </a:path>
              </a:pathLst>
            </a:custGeom>
            <a:grpFill/>
            <a:ln w="8332" cap="flat">
              <a:noFill/>
              <a:prstDash val="solid"/>
              <a:miter/>
            </a:ln>
          </p:spPr>
          <p:txBody>
            <a:bodyPr rtlCol="0" anchor="ctr"/>
            <a:lstStyle/>
            <a:p>
              <a:endParaRPr lang="en-US"/>
            </a:p>
          </p:txBody>
        </p:sp>
        <p:sp>
          <p:nvSpPr>
            <p:cNvPr id="2010" name="Freeform: Shape 2009"/>
            <p:cNvSpPr/>
            <p:nvPr/>
          </p:nvSpPr>
          <p:spPr>
            <a:xfrm>
              <a:off x="10696788" y="3605576"/>
              <a:ext cx="350416" cy="608909"/>
            </a:xfrm>
            <a:custGeom>
              <a:avLst/>
              <a:gdLst>
                <a:gd name="connsiteX0" fmla="*/ 302742 w 350416"/>
                <a:gd name="connsiteY0" fmla="*/ 218923 h 608909"/>
                <a:gd name="connsiteX1" fmla="*/ 265912 w 350416"/>
                <a:gd name="connsiteY1" fmla="*/ 128598 h 608909"/>
                <a:gd name="connsiteX2" fmla="*/ 224332 w 350416"/>
                <a:gd name="connsiteY2" fmla="*/ 54854 h 608909"/>
                <a:gd name="connsiteX3" fmla="*/ 89262 w 350416"/>
                <a:gd name="connsiteY3" fmla="*/ 6858 h 608909"/>
                <a:gd name="connsiteX4" fmla="*/ 2519 w 350416"/>
                <a:gd name="connsiteY4" fmla="*/ 130681 h 608909"/>
                <a:gd name="connsiteX5" fmla="*/ 3519 w 350416"/>
                <a:gd name="connsiteY5" fmla="*/ 214590 h 608909"/>
                <a:gd name="connsiteX6" fmla="*/ 10435 w 350416"/>
                <a:gd name="connsiteY6" fmla="*/ 261502 h 608909"/>
                <a:gd name="connsiteX7" fmla="*/ 32349 w 350416"/>
                <a:gd name="connsiteY7" fmla="*/ 350827 h 608909"/>
                <a:gd name="connsiteX8" fmla="*/ 64930 w 350416"/>
                <a:gd name="connsiteY8" fmla="*/ 439570 h 608909"/>
                <a:gd name="connsiteX9" fmla="*/ 99677 w 350416"/>
                <a:gd name="connsiteY9" fmla="*/ 509397 h 608909"/>
                <a:gd name="connsiteX10" fmla="*/ 157505 w 350416"/>
                <a:gd name="connsiteY10" fmla="*/ 526562 h 608909"/>
                <a:gd name="connsiteX11" fmla="*/ 214917 w 350416"/>
                <a:gd name="connsiteY11" fmla="*/ 510230 h 608909"/>
                <a:gd name="connsiteX12" fmla="*/ 238748 w 350416"/>
                <a:gd name="connsiteY12" fmla="*/ 589806 h 608909"/>
                <a:gd name="connsiteX13" fmla="*/ 296992 w 350416"/>
                <a:gd name="connsiteY13" fmla="*/ 604222 h 608909"/>
                <a:gd name="connsiteX14" fmla="*/ 318657 w 350416"/>
                <a:gd name="connsiteY14" fmla="*/ 579557 h 608909"/>
                <a:gd name="connsiteX15" fmla="*/ 312574 w 350416"/>
                <a:gd name="connsiteY15" fmla="*/ 543560 h 608909"/>
                <a:gd name="connsiteX16" fmla="*/ 293327 w 350416"/>
                <a:gd name="connsiteY16" fmla="*/ 497148 h 608909"/>
                <a:gd name="connsiteX17" fmla="*/ 285660 w 350416"/>
                <a:gd name="connsiteY17" fmla="*/ 479233 h 608909"/>
                <a:gd name="connsiteX18" fmla="*/ 350321 w 350416"/>
                <a:gd name="connsiteY18" fmla="*/ 395073 h 608909"/>
                <a:gd name="connsiteX19" fmla="*/ 302742 w 350416"/>
                <a:gd name="connsiteY19" fmla="*/ 218923 h 608909"/>
                <a:gd name="connsiteX20" fmla="*/ 302742 w 350416"/>
                <a:gd name="connsiteY20" fmla="*/ 218923 h 608909"/>
                <a:gd name="connsiteX21" fmla="*/ 296742 w 350416"/>
                <a:gd name="connsiteY21" fmla="*/ 541560 h 608909"/>
                <a:gd name="connsiteX22" fmla="*/ 305659 w 350416"/>
                <a:gd name="connsiteY22" fmla="*/ 572224 h 608909"/>
                <a:gd name="connsiteX23" fmla="*/ 273412 w 350416"/>
                <a:gd name="connsiteY23" fmla="*/ 595306 h 608909"/>
                <a:gd name="connsiteX24" fmla="*/ 249414 w 350416"/>
                <a:gd name="connsiteY24" fmla="*/ 581473 h 608909"/>
                <a:gd name="connsiteX25" fmla="*/ 236748 w 350416"/>
                <a:gd name="connsiteY25" fmla="*/ 552976 h 608909"/>
                <a:gd name="connsiteX26" fmla="*/ 224583 w 350416"/>
                <a:gd name="connsiteY26" fmla="*/ 506814 h 608909"/>
                <a:gd name="connsiteX27" fmla="*/ 246581 w 350416"/>
                <a:gd name="connsiteY27" fmla="*/ 498064 h 608909"/>
                <a:gd name="connsiteX28" fmla="*/ 272911 w 350416"/>
                <a:gd name="connsiteY28" fmla="*/ 486148 h 608909"/>
                <a:gd name="connsiteX29" fmla="*/ 296742 w 350416"/>
                <a:gd name="connsiteY29" fmla="*/ 541560 h 608909"/>
                <a:gd name="connsiteX30" fmla="*/ 296742 w 350416"/>
                <a:gd name="connsiteY30" fmla="*/ 541560 h 608909"/>
                <a:gd name="connsiteX31" fmla="*/ 333739 w 350416"/>
                <a:gd name="connsiteY31" fmla="*/ 412572 h 608909"/>
                <a:gd name="connsiteX32" fmla="*/ 276244 w 350416"/>
                <a:gd name="connsiteY32" fmla="*/ 467817 h 608909"/>
                <a:gd name="connsiteX33" fmla="*/ 198502 w 350416"/>
                <a:gd name="connsiteY33" fmla="*/ 499647 h 608909"/>
                <a:gd name="connsiteX34" fmla="*/ 121758 w 350416"/>
                <a:gd name="connsiteY34" fmla="*/ 508563 h 608909"/>
                <a:gd name="connsiteX35" fmla="*/ 94094 w 350416"/>
                <a:gd name="connsiteY35" fmla="*/ 472983 h 608909"/>
                <a:gd name="connsiteX36" fmla="*/ 84178 w 350416"/>
                <a:gd name="connsiteY36" fmla="*/ 450985 h 608909"/>
                <a:gd name="connsiteX37" fmla="*/ 120675 w 350416"/>
                <a:gd name="connsiteY37" fmla="*/ 443236 h 608909"/>
                <a:gd name="connsiteX38" fmla="*/ 205918 w 350416"/>
                <a:gd name="connsiteY38" fmla="*/ 420405 h 608909"/>
                <a:gd name="connsiteX39" fmla="*/ 333656 w 350416"/>
                <a:gd name="connsiteY39" fmla="*/ 358743 h 608909"/>
                <a:gd name="connsiteX40" fmla="*/ 333739 w 350416"/>
                <a:gd name="connsiteY40" fmla="*/ 412572 h 608909"/>
                <a:gd name="connsiteX41" fmla="*/ 333739 w 350416"/>
                <a:gd name="connsiteY41" fmla="*/ 412572 h 608909"/>
                <a:gd name="connsiteX42" fmla="*/ 328406 w 350416"/>
                <a:gd name="connsiteY42" fmla="*/ 336245 h 608909"/>
                <a:gd name="connsiteX43" fmla="*/ 330823 w 350416"/>
                <a:gd name="connsiteY43" fmla="*/ 345994 h 608909"/>
                <a:gd name="connsiteX44" fmla="*/ 306742 w 350416"/>
                <a:gd name="connsiteY44" fmla="*/ 361826 h 608909"/>
                <a:gd name="connsiteX45" fmla="*/ 271911 w 350416"/>
                <a:gd name="connsiteY45" fmla="*/ 379575 h 608909"/>
                <a:gd name="connsiteX46" fmla="*/ 206417 w 350416"/>
                <a:gd name="connsiteY46" fmla="*/ 406739 h 608909"/>
                <a:gd name="connsiteX47" fmla="*/ 132924 w 350416"/>
                <a:gd name="connsiteY47" fmla="*/ 428904 h 608909"/>
                <a:gd name="connsiteX48" fmla="*/ 80846 w 350416"/>
                <a:gd name="connsiteY48" fmla="*/ 443069 h 608909"/>
                <a:gd name="connsiteX49" fmla="*/ 76012 w 350416"/>
                <a:gd name="connsiteY49" fmla="*/ 430070 h 608909"/>
                <a:gd name="connsiteX50" fmla="*/ 49764 w 350416"/>
                <a:gd name="connsiteY50" fmla="*/ 355161 h 608909"/>
                <a:gd name="connsiteX51" fmla="*/ 15268 w 350416"/>
                <a:gd name="connsiteY51" fmla="*/ 202091 h 608909"/>
                <a:gd name="connsiteX52" fmla="*/ 48931 w 350416"/>
                <a:gd name="connsiteY52" fmla="*/ 53771 h 608909"/>
                <a:gd name="connsiteX53" fmla="*/ 119925 w 350416"/>
                <a:gd name="connsiteY53" fmla="*/ 12858 h 608909"/>
                <a:gd name="connsiteX54" fmla="*/ 196001 w 350416"/>
                <a:gd name="connsiteY54" fmla="*/ 40272 h 608909"/>
                <a:gd name="connsiteX55" fmla="*/ 275078 w 350416"/>
                <a:gd name="connsiteY55" fmla="*/ 181176 h 608909"/>
                <a:gd name="connsiteX56" fmla="*/ 303325 w 350416"/>
                <a:gd name="connsiteY56" fmla="*/ 260085 h 608909"/>
                <a:gd name="connsiteX57" fmla="*/ 328406 w 350416"/>
                <a:gd name="connsiteY57" fmla="*/ 336245 h 608909"/>
                <a:gd name="connsiteX58" fmla="*/ 328406 w 350416"/>
                <a:gd name="connsiteY58" fmla="*/ 336245 h 608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350416" h="608909">
                  <a:moveTo>
                    <a:pt x="302742" y="218923"/>
                  </a:moveTo>
                  <a:cubicBezTo>
                    <a:pt x="291826" y="188176"/>
                    <a:pt x="279244" y="158345"/>
                    <a:pt x="265912" y="128598"/>
                  </a:cubicBezTo>
                  <a:cubicBezTo>
                    <a:pt x="254330" y="102767"/>
                    <a:pt x="241747" y="77185"/>
                    <a:pt x="224332" y="54854"/>
                  </a:cubicBezTo>
                  <a:cubicBezTo>
                    <a:pt x="192668" y="14025"/>
                    <a:pt x="141340" y="-13473"/>
                    <a:pt x="89262" y="6858"/>
                  </a:cubicBezTo>
                  <a:cubicBezTo>
                    <a:pt x="40099" y="26190"/>
                    <a:pt x="9768" y="80852"/>
                    <a:pt x="2519" y="130681"/>
                  </a:cubicBezTo>
                  <a:cubicBezTo>
                    <a:pt x="-1480" y="158345"/>
                    <a:pt x="-397" y="186592"/>
                    <a:pt x="3519" y="214590"/>
                  </a:cubicBezTo>
                  <a:cubicBezTo>
                    <a:pt x="4853" y="230422"/>
                    <a:pt x="7435" y="246170"/>
                    <a:pt x="10435" y="261502"/>
                  </a:cubicBezTo>
                  <a:cubicBezTo>
                    <a:pt x="16434" y="291333"/>
                    <a:pt x="23351" y="321747"/>
                    <a:pt x="32349" y="350827"/>
                  </a:cubicBezTo>
                  <a:cubicBezTo>
                    <a:pt x="41682" y="380825"/>
                    <a:pt x="54181" y="409989"/>
                    <a:pt x="64930" y="439570"/>
                  </a:cubicBezTo>
                  <a:cubicBezTo>
                    <a:pt x="73179" y="462317"/>
                    <a:pt x="83095" y="491315"/>
                    <a:pt x="99677" y="509397"/>
                  </a:cubicBezTo>
                  <a:cubicBezTo>
                    <a:pt x="114759" y="525978"/>
                    <a:pt x="136091" y="530894"/>
                    <a:pt x="157505" y="526562"/>
                  </a:cubicBezTo>
                  <a:cubicBezTo>
                    <a:pt x="176836" y="522645"/>
                    <a:pt x="196085" y="516896"/>
                    <a:pt x="214917" y="510230"/>
                  </a:cubicBezTo>
                  <a:cubicBezTo>
                    <a:pt x="220582" y="537644"/>
                    <a:pt x="226165" y="564308"/>
                    <a:pt x="238748" y="589806"/>
                  </a:cubicBezTo>
                  <a:cubicBezTo>
                    <a:pt x="248247" y="609054"/>
                    <a:pt x="279077" y="613554"/>
                    <a:pt x="296992" y="604222"/>
                  </a:cubicBezTo>
                  <a:cubicBezTo>
                    <a:pt x="306909" y="599138"/>
                    <a:pt x="315325" y="590306"/>
                    <a:pt x="318657" y="579557"/>
                  </a:cubicBezTo>
                  <a:cubicBezTo>
                    <a:pt x="322823" y="566058"/>
                    <a:pt x="317408" y="555976"/>
                    <a:pt x="312574" y="543560"/>
                  </a:cubicBezTo>
                  <a:cubicBezTo>
                    <a:pt x="306492" y="527895"/>
                    <a:pt x="300576" y="512313"/>
                    <a:pt x="293327" y="497148"/>
                  </a:cubicBezTo>
                  <a:cubicBezTo>
                    <a:pt x="291160" y="492732"/>
                    <a:pt x="288993" y="485232"/>
                    <a:pt x="285660" y="479233"/>
                  </a:cubicBezTo>
                  <a:cubicBezTo>
                    <a:pt x="318907" y="460567"/>
                    <a:pt x="349071" y="433987"/>
                    <a:pt x="350321" y="395073"/>
                  </a:cubicBezTo>
                  <a:cubicBezTo>
                    <a:pt x="352321" y="334912"/>
                    <a:pt x="322407" y="274501"/>
                    <a:pt x="302742" y="218923"/>
                  </a:cubicBezTo>
                  <a:lnTo>
                    <a:pt x="302742" y="218923"/>
                  </a:lnTo>
                  <a:close/>
                  <a:moveTo>
                    <a:pt x="296742" y="541560"/>
                  </a:moveTo>
                  <a:cubicBezTo>
                    <a:pt x="300326" y="550976"/>
                    <a:pt x="307408" y="561975"/>
                    <a:pt x="305659" y="572224"/>
                  </a:cubicBezTo>
                  <a:cubicBezTo>
                    <a:pt x="303158" y="586390"/>
                    <a:pt x="287243" y="596722"/>
                    <a:pt x="273412" y="595306"/>
                  </a:cubicBezTo>
                  <a:cubicBezTo>
                    <a:pt x="262996" y="594222"/>
                    <a:pt x="253913" y="590556"/>
                    <a:pt x="249414" y="581473"/>
                  </a:cubicBezTo>
                  <a:cubicBezTo>
                    <a:pt x="244830" y="572308"/>
                    <a:pt x="240497" y="562559"/>
                    <a:pt x="236748" y="552976"/>
                  </a:cubicBezTo>
                  <a:cubicBezTo>
                    <a:pt x="230998" y="538144"/>
                    <a:pt x="229082" y="522062"/>
                    <a:pt x="224583" y="506814"/>
                  </a:cubicBezTo>
                  <a:cubicBezTo>
                    <a:pt x="231999" y="503980"/>
                    <a:pt x="239331" y="501064"/>
                    <a:pt x="246581" y="498064"/>
                  </a:cubicBezTo>
                  <a:cubicBezTo>
                    <a:pt x="254996" y="494564"/>
                    <a:pt x="263996" y="490565"/>
                    <a:pt x="272911" y="486148"/>
                  </a:cubicBezTo>
                  <a:cubicBezTo>
                    <a:pt x="282410" y="503731"/>
                    <a:pt x="289660" y="522979"/>
                    <a:pt x="296742" y="541560"/>
                  </a:cubicBezTo>
                  <a:lnTo>
                    <a:pt x="296742" y="541560"/>
                  </a:lnTo>
                  <a:close/>
                  <a:moveTo>
                    <a:pt x="333739" y="412572"/>
                  </a:moveTo>
                  <a:cubicBezTo>
                    <a:pt x="326490" y="437236"/>
                    <a:pt x="297493" y="455985"/>
                    <a:pt x="276244" y="467817"/>
                  </a:cubicBezTo>
                  <a:cubicBezTo>
                    <a:pt x="251747" y="481482"/>
                    <a:pt x="225082" y="490815"/>
                    <a:pt x="198502" y="499647"/>
                  </a:cubicBezTo>
                  <a:cubicBezTo>
                    <a:pt x="174836" y="507563"/>
                    <a:pt x="145839" y="520396"/>
                    <a:pt x="121758" y="508563"/>
                  </a:cubicBezTo>
                  <a:cubicBezTo>
                    <a:pt x="107010" y="501314"/>
                    <a:pt x="100677" y="487065"/>
                    <a:pt x="94094" y="472983"/>
                  </a:cubicBezTo>
                  <a:cubicBezTo>
                    <a:pt x="90678" y="465651"/>
                    <a:pt x="87261" y="458401"/>
                    <a:pt x="84178" y="450985"/>
                  </a:cubicBezTo>
                  <a:cubicBezTo>
                    <a:pt x="96177" y="451402"/>
                    <a:pt x="111759" y="445152"/>
                    <a:pt x="120675" y="443236"/>
                  </a:cubicBezTo>
                  <a:cubicBezTo>
                    <a:pt x="149589" y="436820"/>
                    <a:pt x="177587" y="428904"/>
                    <a:pt x="205918" y="420405"/>
                  </a:cubicBezTo>
                  <a:cubicBezTo>
                    <a:pt x="249664" y="407239"/>
                    <a:pt x="297409" y="387824"/>
                    <a:pt x="333656" y="358743"/>
                  </a:cubicBezTo>
                  <a:cubicBezTo>
                    <a:pt x="337073" y="376825"/>
                    <a:pt x="338655" y="396073"/>
                    <a:pt x="333739" y="412572"/>
                  </a:cubicBezTo>
                  <a:lnTo>
                    <a:pt x="333739" y="412572"/>
                  </a:lnTo>
                  <a:close/>
                  <a:moveTo>
                    <a:pt x="328406" y="336245"/>
                  </a:moveTo>
                  <a:cubicBezTo>
                    <a:pt x="329239" y="339412"/>
                    <a:pt x="330072" y="342662"/>
                    <a:pt x="330823" y="345994"/>
                  </a:cubicBezTo>
                  <a:cubicBezTo>
                    <a:pt x="322574" y="350911"/>
                    <a:pt x="315158" y="357160"/>
                    <a:pt x="306742" y="361826"/>
                  </a:cubicBezTo>
                  <a:cubicBezTo>
                    <a:pt x="295326" y="368159"/>
                    <a:pt x="283744" y="374076"/>
                    <a:pt x="271911" y="379575"/>
                  </a:cubicBezTo>
                  <a:cubicBezTo>
                    <a:pt x="250747" y="389491"/>
                    <a:pt x="228666" y="399407"/>
                    <a:pt x="206417" y="406739"/>
                  </a:cubicBezTo>
                  <a:cubicBezTo>
                    <a:pt x="182003" y="414738"/>
                    <a:pt x="157755" y="422321"/>
                    <a:pt x="132924" y="428904"/>
                  </a:cubicBezTo>
                  <a:cubicBezTo>
                    <a:pt x="115759" y="433486"/>
                    <a:pt x="97760" y="437236"/>
                    <a:pt x="80846" y="443069"/>
                  </a:cubicBezTo>
                  <a:cubicBezTo>
                    <a:pt x="79262" y="438736"/>
                    <a:pt x="77679" y="434320"/>
                    <a:pt x="76012" y="430070"/>
                  </a:cubicBezTo>
                  <a:cubicBezTo>
                    <a:pt x="66763" y="405323"/>
                    <a:pt x="57431" y="380325"/>
                    <a:pt x="49764" y="355161"/>
                  </a:cubicBezTo>
                  <a:cubicBezTo>
                    <a:pt x="34766" y="305832"/>
                    <a:pt x="20850" y="253336"/>
                    <a:pt x="15268" y="202091"/>
                  </a:cubicBezTo>
                  <a:cubicBezTo>
                    <a:pt x="9685" y="150845"/>
                    <a:pt x="15101" y="94934"/>
                    <a:pt x="48931" y="53771"/>
                  </a:cubicBezTo>
                  <a:cubicBezTo>
                    <a:pt x="67013" y="31856"/>
                    <a:pt x="91011" y="14774"/>
                    <a:pt x="119925" y="12858"/>
                  </a:cubicBezTo>
                  <a:cubicBezTo>
                    <a:pt x="148839" y="10942"/>
                    <a:pt x="175003" y="20274"/>
                    <a:pt x="196001" y="40272"/>
                  </a:cubicBezTo>
                  <a:cubicBezTo>
                    <a:pt x="235248" y="77519"/>
                    <a:pt x="255329" y="132014"/>
                    <a:pt x="275078" y="181176"/>
                  </a:cubicBezTo>
                  <a:cubicBezTo>
                    <a:pt x="285493" y="207090"/>
                    <a:pt x="294160" y="233755"/>
                    <a:pt x="303325" y="260085"/>
                  </a:cubicBezTo>
                  <a:cubicBezTo>
                    <a:pt x="312075" y="285250"/>
                    <a:pt x="321656" y="310415"/>
                    <a:pt x="328406" y="336245"/>
                  </a:cubicBezTo>
                  <a:lnTo>
                    <a:pt x="328406" y="336245"/>
                  </a:lnTo>
                  <a:close/>
                </a:path>
              </a:pathLst>
            </a:custGeom>
            <a:grpFill/>
            <a:ln w="8332" cap="flat">
              <a:noFill/>
              <a:prstDash val="solid"/>
              <a:miter/>
            </a:ln>
          </p:spPr>
          <p:txBody>
            <a:bodyPr rtlCol="0" anchor="ctr"/>
            <a:lstStyle/>
            <a:p>
              <a:endParaRPr lang="en-US"/>
            </a:p>
          </p:txBody>
        </p:sp>
        <p:sp>
          <p:nvSpPr>
            <p:cNvPr id="2011" name="Freeform: Shape 2010"/>
            <p:cNvSpPr/>
            <p:nvPr/>
          </p:nvSpPr>
          <p:spPr>
            <a:xfrm>
              <a:off x="10741702" y="3691424"/>
              <a:ext cx="118879" cy="316081"/>
            </a:xfrm>
            <a:custGeom>
              <a:avLst/>
              <a:gdLst>
                <a:gd name="connsiteX0" fmla="*/ 51013 w 118879"/>
                <a:gd name="connsiteY0" fmla="*/ 27251 h 316081"/>
                <a:gd name="connsiteX1" fmla="*/ 37015 w 118879"/>
                <a:gd name="connsiteY1" fmla="*/ 2670 h 316081"/>
                <a:gd name="connsiteX2" fmla="*/ 33015 w 118879"/>
                <a:gd name="connsiteY2" fmla="*/ 1337 h 316081"/>
                <a:gd name="connsiteX3" fmla="*/ 30098 w 118879"/>
                <a:gd name="connsiteY3" fmla="*/ 87 h 316081"/>
                <a:gd name="connsiteX4" fmla="*/ 26182 w 118879"/>
                <a:gd name="connsiteY4" fmla="*/ 1170 h 316081"/>
                <a:gd name="connsiteX5" fmla="*/ 11100 w 118879"/>
                <a:gd name="connsiteY5" fmla="*/ 11086 h 316081"/>
                <a:gd name="connsiteX6" fmla="*/ 1101 w 118879"/>
                <a:gd name="connsiteY6" fmla="*/ 71497 h 316081"/>
                <a:gd name="connsiteX7" fmla="*/ 8768 w 118879"/>
                <a:gd name="connsiteY7" fmla="*/ 135575 h 316081"/>
                <a:gd name="connsiteX8" fmla="*/ 30931 w 118879"/>
                <a:gd name="connsiteY8" fmla="*/ 227317 h 316081"/>
                <a:gd name="connsiteX9" fmla="*/ 64846 w 118879"/>
                <a:gd name="connsiteY9" fmla="*/ 305976 h 316081"/>
                <a:gd name="connsiteX10" fmla="*/ 112591 w 118879"/>
                <a:gd name="connsiteY10" fmla="*/ 304810 h 316081"/>
                <a:gd name="connsiteX11" fmla="*/ 107675 w 118879"/>
                <a:gd name="connsiteY11" fmla="*/ 226983 h 316081"/>
                <a:gd name="connsiteX12" fmla="*/ 79927 w 118879"/>
                <a:gd name="connsiteY12" fmla="*/ 124576 h 316081"/>
                <a:gd name="connsiteX13" fmla="*/ 51013 w 118879"/>
                <a:gd name="connsiteY13" fmla="*/ 27251 h 316081"/>
                <a:gd name="connsiteX14" fmla="*/ 51013 w 118879"/>
                <a:gd name="connsiteY14" fmla="*/ 27251 h 316081"/>
                <a:gd name="connsiteX15" fmla="*/ 63429 w 118879"/>
                <a:gd name="connsiteY15" fmla="*/ 100495 h 316081"/>
                <a:gd name="connsiteX16" fmla="*/ 87510 w 118879"/>
                <a:gd name="connsiteY16" fmla="*/ 191820 h 316081"/>
                <a:gd name="connsiteX17" fmla="*/ 105842 w 118879"/>
                <a:gd name="connsiteY17" fmla="*/ 281062 h 316081"/>
                <a:gd name="connsiteX18" fmla="*/ 90927 w 118879"/>
                <a:gd name="connsiteY18" fmla="*/ 304060 h 316081"/>
                <a:gd name="connsiteX19" fmla="*/ 69928 w 118879"/>
                <a:gd name="connsiteY19" fmla="*/ 293727 h 316081"/>
                <a:gd name="connsiteX20" fmla="*/ 49930 w 118879"/>
                <a:gd name="connsiteY20" fmla="*/ 253397 h 316081"/>
                <a:gd name="connsiteX21" fmla="*/ 24765 w 118879"/>
                <a:gd name="connsiteY21" fmla="*/ 168655 h 316081"/>
                <a:gd name="connsiteX22" fmla="*/ 11017 w 118879"/>
                <a:gd name="connsiteY22" fmla="*/ 78747 h 316081"/>
                <a:gd name="connsiteX23" fmla="*/ 18267 w 118879"/>
                <a:gd name="connsiteY23" fmla="*/ 15169 h 316081"/>
                <a:gd name="connsiteX24" fmla="*/ 37765 w 118879"/>
                <a:gd name="connsiteY24" fmla="*/ 16419 h 316081"/>
                <a:gd name="connsiteX25" fmla="*/ 44098 w 118879"/>
                <a:gd name="connsiteY25" fmla="*/ 35251 h 316081"/>
                <a:gd name="connsiteX26" fmla="*/ 51930 w 118879"/>
                <a:gd name="connsiteY26" fmla="*/ 56499 h 316081"/>
                <a:gd name="connsiteX27" fmla="*/ 63429 w 118879"/>
                <a:gd name="connsiteY27" fmla="*/ 100495 h 316081"/>
                <a:gd name="connsiteX28" fmla="*/ 63429 w 118879"/>
                <a:gd name="connsiteY28" fmla="*/ 100495 h 316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18879" h="316081">
                  <a:moveTo>
                    <a:pt x="51013" y="27251"/>
                  </a:moveTo>
                  <a:cubicBezTo>
                    <a:pt x="47680" y="18919"/>
                    <a:pt x="45931" y="6920"/>
                    <a:pt x="37015" y="2670"/>
                  </a:cubicBezTo>
                  <a:cubicBezTo>
                    <a:pt x="35682" y="2004"/>
                    <a:pt x="34348" y="1587"/>
                    <a:pt x="33015" y="1337"/>
                  </a:cubicBezTo>
                  <a:cubicBezTo>
                    <a:pt x="32432" y="420"/>
                    <a:pt x="31432" y="-246"/>
                    <a:pt x="30098" y="87"/>
                  </a:cubicBezTo>
                  <a:cubicBezTo>
                    <a:pt x="28766" y="420"/>
                    <a:pt x="27432" y="754"/>
                    <a:pt x="26182" y="1170"/>
                  </a:cubicBezTo>
                  <a:cubicBezTo>
                    <a:pt x="20183" y="2170"/>
                    <a:pt x="14600" y="6003"/>
                    <a:pt x="11100" y="11086"/>
                  </a:cubicBezTo>
                  <a:cubicBezTo>
                    <a:pt x="-899" y="28335"/>
                    <a:pt x="-1149" y="50416"/>
                    <a:pt x="1101" y="71497"/>
                  </a:cubicBezTo>
                  <a:cubicBezTo>
                    <a:pt x="1934" y="93079"/>
                    <a:pt x="5184" y="114660"/>
                    <a:pt x="8768" y="135575"/>
                  </a:cubicBezTo>
                  <a:cubicBezTo>
                    <a:pt x="14101" y="166655"/>
                    <a:pt x="22266" y="197152"/>
                    <a:pt x="30931" y="227317"/>
                  </a:cubicBezTo>
                  <a:cubicBezTo>
                    <a:pt x="38181" y="252731"/>
                    <a:pt x="45431" y="286478"/>
                    <a:pt x="64846" y="305976"/>
                  </a:cubicBezTo>
                  <a:cubicBezTo>
                    <a:pt x="77428" y="318642"/>
                    <a:pt x="101676" y="320641"/>
                    <a:pt x="112591" y="304810"/>
                  </a:cubicBezTo>
                  <a:cubicBezTo>
                    <a:pt x="126923" y="284062"/>
                    <a:pt x="113008" y="248565"/>
                    <a:pt x="107675" y="226983"/>
                  </a:cubicBezTo>
                  <a:cubicBezTo>
                    <a:pt x="99176" y="192570"/>
                    <a:pt x="89343" y="158739"/>
                    <a:pt x="79927" y="124576"/>
                  </a:cubicBezTo>
                  <a:cubicBezTo>
                    <a:pt x="70761" y="91662"/>
                    <a:pt x="63679" y="59082"/>
                    <a:pt x="51013" y="27251"/>
                  </a:cubicBezTo>
                  <a:lnTo>
                    <a:pt x="51013" y="27251"/>
                  </a:lnTo>
                  <a:close/>
                  <a:moveTo>
                    <a:pt x="63429" y="100495"/>
                  </a:moveTo>
                  <a:cubicBezTo>
                    <a:pt x="70595" y="131242"/>
                    <a:pt x="79761" y="161239"/>
                    <a:pt x="87510" y="191820"/>
                  </a:cubicBezTo>
                  <a:cubicBezTo>
                    <a:pt x="94759" y="220234"/>
                    <a:pt x="105925" y="251648"/>
                    <a:pt x="105842" y="281062"/>
                  </a:cubicBezTo>
                  <a:cubicBezTo>
                    <a:pt x="105842" y="292144"/>
                    <a:pt x="103676" y="302393"/>
                    <a:pt x="90927" y="304060"/>
                  </a:cubicBezTo>
                  <a:cubicBezTo>
                    <a:pt x="82260" y="305143"/>
                    <a:pt x="74761" y="300227"/>
                    <a:pt x="69928" y="293727"/>
                  </a:cubicBezTo>
                  <a:cubicBezTo>
                    <a:pt x="60930" y="281728"/>
                    <a:pt x="55013" y="267397"/>
                    <a:pt x="49930" y="253397"/>
                  </a:cubicBezTo>
                  <a:cubicBezTo>
                    <a:pt x="39931" y="225734"/>
                    <a:pt x="31599" y="197236"/>
                    <a:pt x="24765" y="168655"/>
                  </a:cubicBezTo>
                  <a:cubicBezTo>
                    <a:pt x="17766" y="139241"/>
                    <a:pt x="12850" y="108911"/>
                    <a:pt x="11017" y="78747"/>
                  </a:cubicBezTo>
                  <a:cubicBezTo>
                    <a:pt x="9934" y="61582"/>
                    <a:pt x="6684" y="31668"/>
                    <a:pt x="18267" y="15169"/>
                  </a:cubicBezTo>
                  <a:cubicBezTo>
                    <a:pt x="22682" y="12586"/>
                    <a:pt x="29182" y="13003"/>
                    <a:pt x="37765" y="16419"/>
                  </a:cubicBezTo>
                  <a:cubicBezTo>
                    <a:pt x="41098" y="20585"/>
                    <a:pt x="42265" y="30168"/>
                    <a:pt x="44098" y="35251"/>
                  </a:cubicBezTo>
                  <a:cubicBezTo>
                    <a:pt x="46764" y="42333"/>
                    <a:pt x="49597" y="49249"/>
                    <a:pt x="51930" y="56499"/>
                  </a:cubicBezTo>
                  <a:cubicBezTo>
                    <a:pt x="56430" y="70831"/>
                    <a:pt x="59930" y="85746"/>
                    <a:pt x="63429" y="100495"/>
                  </a:cubicBezTo>
                  <a:lnTo>
                    <a:pt x="63429" y="100495"/>
                  </a:lnTo>
                  <a:close/>
                </a:path>
              </a:pathLst>
            </a:custGeom>
            <a:grpFill/>
            <a:ln w="8332" cap="flat">
              <a:noFill/>
              <a:prstDash val="solid"/>
              <a:miter/>
            </a:ln>
          </p:spPr>
          <p:txBody>
            <a:bodyPr rtlCol="0" anchor="ctr"/>
            <a:lstStyle/>
            <a:p>
              <a:endParaRPr lang="en-US"/>
            </a:p>
          </p:txBody>
        </p:sp>
        <p:sp>
          <p:nvSpPr>
            <p:cNvPr id="2012" name="Freeform: Shape 2011"/>
            <p:cNvSpPr/>
            <p:nvPr/>
          </p:nvSpPr>
          <p:spPr>
            <a:xfrm>
              <a:off x="10839610" y="3661010"/>
              <a:ext cx="118879" cy="316165"/>
            </a:xfrm>
            <a:custGeom>
              <a:avLst/>
              <a:gdLst>
                <a:gd name="connsiteX0" fmla="*/ 50930 w 118879"/>
                <a:gd name="connsiteY0" fmla="*/ 27251 h 316165"/>
                <a:gd name="connsiteX1" fmla="*/ 36932 w 118879"/>
                <a:gd name="connsiteY1" fmla="*/ 2670 h 316165"/>
                <a:gd name="connsiteX2" fmla="*/ 33015 w 118879"/>
                <a:gd name="connsiteY2" fmla="*/ 1337 h 316165"/>
                <a:gd name="connsiteX3" fmla="*/ 30098 w 118879"/>
                <a:gd name="connsiteY3" fmla="*/ 87 h 316165"/>
                <a:gd name="connsiteX4" fmla="*/ 26182 w 118879"/>
                <a:gd name="connsiteY4" fmla="*/ 1170 h 316165"/>
                <a:gd name="connsiteX5" fmla="*/ 11100 w 118879"/>
                <a:gd name="connsiteY5" fmla="*/ 11086 h 316165"/>
                <a:gd name="connsiteX6" fmla="*/ 1101 w 118879"/>
                <a:gd name="connsiteY6" fmla="*/ 71581 h 316165"/>
                <a:gd name="connsiteX7" fmla="*/ 8768 w 118879"/>
                <a:gd name="connsiteY7" fmla="*/ 135658 h 316165"/>
                <a:gd name="connsiteX8" fmla="*/ 30931 w 118879"/>
                <a:gd name="connsiteY8" fmla="*/ 227400 h 316165"/>
                <a:gd name="connsiteX9" fmla="*/ 64846 w 118879"/>
                <a:gd name="connsiteY9" fmla="*/ 306060 h 316165"/>
                <a:gd name="connsiteX10" fmla="*/ 112591 w 118879"/>
                <a:gd name="connsiteY10" fmla="*/ 304893 h 316165"/>
                <a:gd name="connsiteX11" fmla="*/ 107675 w 118879"/>
                <a:gd name="connsiteY11" fmla="*/ 227067 h 316165"/>
                <a:gd name="connsiteX12" fmla="*/ 79927 w 118879"/>
                <a:gd name="connsiteY12" fmla="*/ 124659 h 316165"/>
                <a:gd name="connsiteX13" fmla="*/ 50930 w 118879"/>
                <a:gd name="connsiteY13" fmla="*/ 27251 h 316165"/>
                <a:gd name="connsiteX14" fmla="*/ 50930 w 118879"/>
                <a:gd name="connsiteY14" fmla="*/ 27251 h 316165"/>
                <a:gd name="connsiteX15" fmla="*/ 63345 w 118879"/>
                <a:gd name="connsiteY15" fmla="*/ 100411 h 316165"/>
                <a:gd name="connsiteX16" fmla="*/ 87427 w 118879"/>
                <a:gd name="connsiteY16" fmla="*/ 191736 h 316165"/>
                <a:gd name="connsiteX17" fmla="*/ 105759 w 118879"/>
                <a:gd name="connsiteY17" fmla="*/ 280979 h 316165"/>
                <a:gd name="connsiteX18" fmla="*/ 90843 w 118879"/>
                <a:gd name="connsiteY18" fmla="*/ 303977 h 316165"/>
                <a:gd name="connsiteX19" fmla="*/ 69845 w 118879"/>
                <a:gd name="connsiteY19" fmla="*/ 293644 h 316165"/>
                <a:gd name="connsiteX20" fmla="*/ 49847 w 118879"/>
                <a:gd name="connsiteY20" fmla="*/ 253314 h 316165"/>
                <a:gd name="connsiteX21" fmla="*/ 24682 w 118879"/>
                <a:gd name="connsiteY21" fmla="*/ 168572 h 316165"/>
                <a:gd name="connsiteX22" fmla="*/ 10934 w 118879"/>
                <a:gd name="connsiteY22" fmla="*/ 78664 h 316165"/>
                <a:gd name="connsiteX23" fmla="*/ 18183 w 118879"/>
                <a:gd name="connsiteY23" fmla="*/ 15086 h 316165"/>
                <a:gd name="connsiteX24" fmla="*/ 37681 w 118879"/>
                <a:gd name="connsiteY24" fmla="*/ 16336 h 316165"/>
                <a:gd name="connsiteX25" fmla="*/ 44014 w 118879"/>
                <a:gd name="connsiteY25" fmla="*/ 35167 h 316165"/>
                <a:gd name="connsiteX26" fmla="*/ 51846 w 118879"/>
                <a:gd name="connsiteY26" fmla="*/ 56415 h 316165"/>
                <a:gd name="connsiteX27" fmla="*/ 63345 w 118879"/>
                <a:gd name="connsiteY27" fmla="*/ 100411 h 316165"/>
                <a:gd name="connsiteX28" fmla="*/ 63345 w 118879"/>
                <a:gd name="connsiteY28" fmla="*/ 100411 h 3161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18879" h="316165">
                  <a:moveTo>
                    <a:pt x="50930" y="27251"/>
                  </a:moveTo>
                  <a:cubicBezTo>
                    <a:pt x="47597" y="18919"/>
                    <a:pt x="45847" y="6920"/>
                    <a:pt x="36932" y="2670"/>
                  </a:cubicBezTo>
                  <a:cubicBezTo>
                    <a:pt x="35598" y="2004"/>
                    <a:pt x="34265" y="1587"/>
                    <a:pt x="33015" y="1337"/>
                  </a:cubicBezTo>
                  <a:cubicBezTo>
                    <a:pt x="32432" y="420"/>
                    <a:pt x="31432" y="-246"/>
                    <a:pt x="30098" y="87"/>
                  </a:cubicBezTo>
                  <a:cubicBezTo>
                    <a:pt x="28766" y="420"/>
                    <a:pt x="27432" y="754"/>
                    <a:pt x="26182" y="1170"/>
                  </a:cubicBezTo>
                  <a:cubicBezTo>
                    <a:pt x="20183" y="2170"/>
                    <a:pt x="14600" y="6003"/>
                    <a:pt x="11100" y="11086"/>
                  </a:cubicBezTo>
                  <a:cubicBezTo>
                    <a:pt x="-899" y="28335"/>
                    <a:pt x="-1149" y="50416"/>
                    <a:pt x="1101" y="71581"/>
                  </a:cubicBezTo>
                  <a:cubicBezTo>
                    <a:pt x="1934" y="93162"/>
                    <a:pt x="5184" y="114744"/>
                    <a:pt x="8768" y="135658"/>
                  </a:cubicBezTo>
                  <a:cubicBezTo>
                    <a:pt x="14101" y="166739"/>
                    <a:pt x="22266" y="197153"/>
                    <a:pt x="30931" y="227400"/>
                  </a:cubicBezTo>
                  <a:cubicBezTo>
                    <a:pt x="38181" y="252814"/>
                    <a:pt x="45431" y="286561"/>
                    <a:pt x="64846" y="306060"/>
                  </a:cubicBezTo>
                  <a:cubicBezTo>
                    <a:pt x="77428" y="318725"/>
                    <a:pt x="101676" y="320725"/>
                    <a:pt x="112591" y="304893"/>
                  </a:cubicBezTo>
                  <a:cubicBezTo>
                    <a:pt x="126923" y="284145"/>
                    <a:pt x="113008" y="248648"/>
                    <a:pt x="107675" y="227067"/>
                  </a:cubicBezTo>
                  <a:cubicBezTo>
                    <a:pt x="99176" y="192653"/>
                    <a:pt x="89426" y="158823"/>
                    <a:pt x="79927" y="124659"/>
                  </a:cubicBezTo>
                  <a:cubicBezTo>
                    <a:pt x="70761" y="91579"/>
                    <a:pt x="63679" y="58999"/>
                    <a:pt x="50930" y="27251"/>
                  </a:cubicBezTo>
                  <a:lnTo>
                    <a:pt x="50930" y="27251"/>
                  </a:lnTo>
                  <a:close/>
                  <a:moveTo>
                    <a:pt x="63345" y="100411"/>
                  </a:moveTo>
                  <a:cubicBezTo>
                    <a:pt x="70511" y="131159"/>
                    <a:pt x="79678" y="161239"/>
                    <a:pt x="87427" y="191736"/>
                  </a:cubicBezTo>
                  <a:cubicBezTo>
                    <a:pt x="94676" y="220151"/>
                    <a:pt x="105842" y="251481"/>
                    <a:pt x="105759" y="280979"/>
                  </a:cubicBezTo>
                  <a:cubicBezTo>
                    <a:pt x="105759" y="292061"/>
                    <a:pt x="103592" y="302310"/>
                    <a:pt x="90843" y="303977"/>
                  </a:cubicBezTo>
                  <a:cubicBezTo>
                    <a:pt x="82177" y="305060"/>
                    <a:pt x="74678" y="300143"/>
                    <a:pt x="69845" y="293644"/>
                  </a:cubicBezTo>
                  <a:cubicBezTo>
                    <a:pt x="60846" y="281645"/>
                    <a:pt x="54929" y="267313"/>
                    <a:pt x="49847" y="253314"/>
                  </a:cubicBezTo>
                  <a:cubicBezTo>
                    <a:pt x="39848" y="225650"/>
                    <a:pt x="31515" y="197153"/>
                    <a:pt x="24682" y="168572"/>
                  </a:cubicBezTo>
                  <a:cubicBezTo>
                    <a:pt x="17683" y="139158"/>
                    <a:pt x="12767" y="108827"/>
                    <a:pt x="10934" y="78664"/>
                  </a:cubicBezTo>
                  <a:cubicBezTo>
                    <a:pt x="9851" y="61498"/>
                    <a:pt x="6601" y="31585"/>
                    <a:pt x="18183" y="15086"/>
                  </a:cubicBezTo>
                  <a:cubicBezTo>
                    <a:pt x="22599" y="12503"/>
                    <a:pt x="29099" y="12919"/>
                    <a:pt x="37681" y="16336"/>
                  </a:cubicBezTo>
                  <a:cubicBezTo>
                    <a:pt x="41015" y="20502"/>
                    <a:pt x="42181" y="30084"/>
                    <a:pt x="44014" y="35167"/>
                  </a:cubicBezTo>
                  <a:cubicBezTo>
                    <a:pt x="46680" y="42250"/>
                    <a:pt x="49514" y="49166"/>
                    <a:pt x="51846" y="56415"/>
                  </a:cubicBezTo>
                  <a:cubicBezTo>
                    <a:pt x="56430" y="70747"/>
                    <a:pt x="59930" y="85663"/>
                    <a:pt x="63345" y="100411"/>
                  </a:cubicBezTo>
                  <a:lnTo>
                    <a:pt x="63345" y="100411"/>
                  </a:lnTo>
                  <a:close/>
                </a:path>
              </a:pathLst>
            </a:custGeom>
            <a:grpFill/>
            <a:ln w="8332" cap="flat">
              <a:noFill/>
              <a:prstDash val="solid"/>
              <a:miter/>
            </a:ln>
          </p:spPr>
          <p:txBody>
            <a:bodyPr rtlCol="0" anchor="ctr"/>
            <a:lstStyle/>
            <a:p>
              <a:endParaRPr lang="en-US"/>
            </a:p>
          </p:txBody>
        </p:sp>
        <p:sp>
          <p:nvSpPr>
            <p:cNvPr id="2013" name="Freeform: Shape 2012"/>
            <p:cNvSpPr/>
            <p:nvPr/>
          </p:nvSpPr>
          <p:spPr>
            <a:xfrm>
              <a:off x="11043924" y="1052819"/>
              <a:ext cx="389055" cy="752592"/>
            </a:xfrm>
            <a:custGeom>
              <a:avLst/>
              <a:gdLst>
                <a:gd name="connsiteX0" fmla="*/ 226748 w 389055"/>
                <a:gd name="connsiteY0" fmla="*/ 677119 h 752592"/>
                <a:gd name="connsiteX1" fmla="*/ 211916 w 389055"/>
                <a:gd name="connsiteY1" fmla="*/ 657038 h 752592"/>
                <a:gd name="connsiteX2" fmla="*/ 207416 w 389055"/>
                <a:gd name="connsiteY2" fmla="*/ 633040 h 752592"/>
                <a:gd name="connsiteX3" fmla="*/ 213082 w 389055"/>
                <a:gd name="connsiteY3" fmla="*/ 568879 h 752592"/>
                <a:gd name="connsiteX4" fmla="*/ 246663 w 389055"/>
                <a:gd name="connsiteY4" fmla="*/ 440807 h 752592"/>
                <a:gd name="connsiteX5" fmla="*/ 247246 w 389055"/>
                <a:gd name="connsiteY5" fmla="*/ 440724 h 752592"/>
                <a:gd name="connsiteX6" fmla="*/ 251162 w 389055"/>
                <a:gd name="connsiteY6" fmla="*/ 440141 h 752592"/>
                <a:gd name="connsiteX7" fmla="*/ 251413 w 389055"/>
                <a:gd name="connsiteY7" fmla="*/ 440057 h 752592"/>
                <a:gd name="connsiteX8" fmla="*/ 260829 w 389055"/>
                <a:gd name="connsiteY8" fmla="*/ 437308 h 752592"/>
                <a:gd name="connsiteX9" fmla="*/ 263495 w 389055"/>
                <a:gd name="connsiteY9" fmla="*/ 435224 h 752592"/>
                <a:gd name="connsiteX10" fmla="*/ 303158 w 389055"/>
                <a:gd name="connsiteY10" fmla="*/ 412643 h 752592"/>
                <a:gd name="connsiteX11" fmla="*/ 316740 w 389055"/>
                <a:gd name="connsiteY11" fmla="*/ 362564 h 752592"/>
                <a:gd name="connsiteX12" fmla="*/ 355236 w 389055"/>
                <a:gd name="connsiteY12" fmla="*/ 309402 h 752592"/>
                <a:gd name="connsiteX13" fmla="*/ 356736 w 389055"/>
                <a:gd name="connsiteY13" fmla="*/ 283155 h 752592"/>
                <a:gd name="connsiteX14" fmla="*/ 354986 w 389055"/>
                <a:gd name="connsiteY14" fmla="*/ 265740 h 752592"/>
                <a:gd name="connsiteX15" fmla="*/ 367318 w 389055"/>
                <a:gd name="connsiteY15" fmla="*/ 247241 h 752592"/>
                <a:gd name="connsiteX16" fmla="*/ 388984 w 389055"/>
                <a:gd name="connsiteY16" fmla="*/ 199579 h 752592"/>
                <a:gd name="connsiteX17" fmla="*/ 366485 w 389055"/>
                <a:gd name="connsiteY17" fmla="*/ 143584 h 752592"/>
                <a:gd name="connsiteX18" fmla="*/ 361569 w 389055"/>
                <a:gd name="connsiteY18" fmla="*/ 84089 h 752592"/>
                <a:gd name="connsiteX19" fmla="*/ 324323 w 389055"/>
                <a:gd name="connsiteY19" fmla="*/ 53759 h 752592"/>
                <a:gd name="connsiteX20" fmla="*/ 289492 w 389055"/>
                <a:gd name="connsiteY20" fmla="*/ 37427 h 752592"/>
                <a:gd name="connsiteX21" fmla="*/ 273660 w 389055"/>
                <a:gd name="connsiteY21" fmla="*/ 17512 h 752592"/>
                <a:gd name="connsiteX22" fmla="*/ 221082 w 389055"/>
                <a:gd name="connsiteY22" fmla="*/ 97 h 752592"/>
                <a:gd name="connsiteX23" fmla="*/ 162504 w 389055"/>
                <a:gd name="connsiteY23" fmla="*/ 12096 h 752592"/>
                <a:gd name="connsiteX24" fmla="*/ 106592 w 389055"/>
                <a:gd name="connsiteY24" fmla="*/ 23012 h 752592"/>
                <a:gd name="connsiteX25" fmla="*/ 65596 w 389055"/>
                <a:gd name="connsiteY25" fmla="*/ 60425 h 752592"/>
                <a:gd name="connsiteX26" fmla="*/ 23766 w 389055"/>
                <a:gd name="connsiteY26" fmla="*/ 88839 h 752592"/>
                <a:gd name="connsiteX27" fmla="*/ 9768 w 389055"/>
                <a:gd name="connsiteY27" fmla="*/ 137585 h 752592"/>
                <a:gd name="connsiteX28" fmla="*/ 11267 w 389055"/>
                <a:gd name="connsiteY28" fmla="*/ 152083 h 752592"/>
                <a:gd name="connsiteX29" fmla="*/ 5685 w 389055"/>
                <a:gd name="connsiteY29" fmla="*/ 169748 h 752592"/>
                <a:gd name="connsiteX30" fmla="*/ 18 w 389055"/>
                <a:gd name="connsiteY30" fmla="*/ 195246 h 752592"/>
                <a:gd name="connsiteX31" fmla="*/ 21933 w 389055"/>
                <a:gd name="connsiteY31" fmla="*/ 249741 h 752592"/>
                <a:gd name="connsiteX32" fmla="*/ 28516 w 389055"/>
                <a:gd name="connsiteY32" fmla="*/ 284655 h 752592"/>
                <a:gd name="connsiteX33" fmla="*/ 23849 w 389055"/>
                <a:gd name="connsiteY33" fmla="*/ 312402 h 752592"/>
                <a:gd name="connsiteX34" fmla="*/ 99592 w 389055"/>
                <a:gd name="connsiteY34" fmla="*/ 409060 h 752592"/>
                <a:gd name="connsiteX35" fmla="*/ 113008 w 389055"/>
                <a:gd name="connsiteY35" fmla="*/ 433475 h 752592"/>
                <a:gd name="connsiteX36" fmla="*/ 132256 w 389055"/>
                <a:gd name="connsiteY36" fmla="*/ 470305 h 752592"/>
                <a:gd name="connsiteX37" fmla="*/ 134423 w 389055"/>
                <a:gd name="connsiteY37" fmla="*/ 472221 h 752592"/>
                <a:gd name="connsiteX38" fmla="*/ 141172 w 389055"/>
                <a:gd name="connsiteY38" fmla="*/ 556463 h 752592"/>
                <a:gd name="connsiteX39" fmla="*/ 142756 w 389055"/>
                <a:gd name="connsiteY39" fmla="*/ 612292 h 752592"/>
                <a:gd name="connsiteX40" fmla="*/ 112508 w 389055"/>
                <a:gd name="connsiteY40" fmla="*/ 655288 h 752592"/>
                <a:gd name="connsiteX41" fmla="*/ 96260 w 389055"/>
                <a:gd name="connsiteY41" fmla="*/ 730114 h 752592"/>
                <a:gd name="connsiteX42" fmla="*/ 137923 w 389055"/>
                <a:gd name="connsiteY42" fmla="*/ 732531 h 752592"/>
                <a:gd name="connsiteX43" fmla="*/ 161254 w 389055"/>
                <a:gd name="connsiteY43" fmla="*/ 717616 h 752592"/>
                <a:gd name="connsiteX44" fmla="*/ 212999 w 389055"/>
                <a:gd name="connsiteY44" fmla="*/ 750779 h 752592"/>
                <a:gd name="connsiteX45" fmla="*/ 226748 w 389055"/>
                <a:gd name="connsiteY45" fmla="*/ 677119 h 752592"/>
                <a:gd name="connsiteX46" fmla="*/ 226748 w 389055"/>
                <a:gd name="connsiteY46" fmla="*/ 677119 h 752592"/>
                <a:gd name="connsiteX47" fmla="*/ 118424 w 389055"/>
                <a:gd name="connsiteY47" fmla="*/ 419726 h 752592"/>
                <a:gd name="connsiteX48" fmla="*/ 105175 w 389055"/>
                <a:gd name="connsiteY48" fmla="*/ 404560 h 752592"/>
                <a:gd name="connsiteX49" fmla="*/ 105175 w 389055"/>
                <a:gd name="connsiteY49" fmla="*/ 404560 h 752592"/>
                <a:gd name="connsiteX50" fmla="*/ 40932 w 389055"/>
                <a:gd name="connsiteY50" fmla="*/ 314069 h 752592"/>
                <a:gd name="connsiteX51" fmla="*/ 50597 w 389055"/>
                <a:gd name="connsiteY51" fmla="*/ 268073 h 752592"/>
                <a:gd name="connsiteX52" fmla="*/ 32099 w 389055"/>
                <a:gd name="connsiteY52" fmla="*/ 230659 h 752592"/>
                <a:gd name="connsiteX53" fmla="*/ 20933 w 389055"/>
                <a:gd name="connsiteY53" fmla="*/ 178497 h 752592"/>
                <a:gd name="connsiteX54" fmla="*/ 28516 w 389055"/>
                <a:gd name="connsiteY54" fmla="*/ 157416 h 752592"/>
                <a:gd name="connsiteX55" fmla="*/ 26516 w 389055"/>
                <a:gd name="connsiteY55" fmla="*/ 130752 h 752592"/>
                <a:gd name="connsiteX56" fmla="*/ 50763 w 389055"/>
                <a:gd name="connsiteY56" fmla="*/ 83006 h 752592"/>
                <a:gd name="connsiteX57" fmla="*/ 89427 w 389055"/>
                <a:gd name="connsiteY57" fmla="*/ 58675 h 752592"/>
                <a:gd name="connsiteX58" fmla="*/ 136339 w 389055"/>
                <a:gd name="connsiteY58" fmla="*/ 29844 h 752592"/>
                <a:gd name="connsiteX59" fmla="*/ 185585 w 389055"/>
                <a:gd name="connsiteY59" fmla="*/ 20928 h 752592"/>
                <a:gd name="connsiteX60" fmla="*/ 238997 w 389055"/>
                <a:gd name="connsiteY60" fmla="*/ 17762 h 752592"/>
                <a:gd name="connsiteX61" fmla="*/ 266661 w 389055"/>
                <a:gd name="connsiteY61" fmla="*/ 30761 h 752592"/>
                <a:gd name="connsiteX62" fmla="*/ 282660 w 389055"/>
                <a:gd name="connsiteY62" fmla="*/ 53675 h 752592"/>
                <a:gd name="connsiteX63" fmla="*/ 302325 w 389055"/>
                <a:gd name="connsiteY63" fmla="*/ 61091 h 752592"/>
                <a:gd name="connsiteX64" fmla="*/ 332238 w 389055"/>
                <a:gd name="connsiteY64" fmla="*/ 75673 h 752592"/>
                <a:gd name="connsiteX65" fmla="*/ 348154 w 389055"/>
                <a:gd name="connsiteY65" fmla="*/ 94838 h 752592"/>
                <a:gd name="connsiteX66" fmla="*/ 345821 w 389055"/>
                <a:gd name="connsiteY66" fmla="*/ 128252 h 752592"/>
                <a:gd name="connsiteX67" fmla="*/ 362069 w 389055"/>
                <a:gd name="connsiteY67" fmla="*/ 170165 h 752592"/>
                <a:gd name="connsiteX68" fmla="*/ 358653 w 389055"/>
                <a:gd name="connsiteY68" fmla="*/ 230160 h 752592"/>
                <a:gd name="connsiteX69" fmla="*/ 337822 w 389055"/>
                <a:gd name="connsiteY69" fmla="*/ 275239 h 752592"/>
                <a:gd name="connsiteX70" fmla="*/ 333405 w 389055"/>
                <a:gd name="connsiteY70" fmla="*/ 314652 h 752592"/>
                <a:gd name="connsiteX71" fmla="*/ 312824 w 389055"/>
                <a:gd name="connsiteY71" fmla="*/ 337733 h 752592"/>
                <a:gd name="connsiteX72" fmla="*/ 296741 w 389055"/>
                <a:gd name="connsiteY72" fmla="*/ 382979 h 752592"/>
                <a:gd name="connsiteX73" fmla="*/ 277910 w 389055"/>
                <a:gd name="connsiteY73" fmla="*/ 409560 h 752592"/>
                <a:gd name="connsiteX74" fmla="*/ 245496 w 389055"/>
                <a:gd name="connsiteY74" fmla="*/ 425975 h 752592"/>
                <a:gd name="connsiteX75" fmla="*/ 244996 w 389055"/>
                <a:gd name="connsiteY75" fmla="*/ 426308 h 752592"/>
                <a:gd name="connsiteX76" fmla="*/ 219082 w 389055"/>
                <a:gd name="connsiteY76" fmla="*/ 431725 h 752592"/>
                <a:gd name="connsiteX77" fmla="*/ 200251 w 389055"/>
                <a:gd name="connsiteY77" fmla="*/ 443890 h 752592"/>
                <a:gd name="connsiteX78" fmla="*/ 160838 w 389055"/>
                <a:gd name="connsiteY78" fmla="*/ 419476 h 752592"/>
                <a:gd name="connsiteX79" fmla="*/ 138005 w 389055"/>
                <a:gd name="connsiteY79" fmla="*/ 449390 h 752592"/>
                <a:gd name="connsiteX80" fmla="*/ 133506 w 389055"/>
                <a:gd name="connsiteY80" fmla="*/ 439891 h 752592"/>
                <a:gd name="connsiteX81" fmla="*/ 118424 w 389055"/>
                <a:gd name="connsiteY81" fmla="*/ 419726 h 752592"/>
                <a:gd name="connsiteX82" fmla="*/ 118424 w 389055"/>
                <a:gd name="connsiteY82" fmla="*/ 419726 h 752592"/>
                <a:gd name="connsiteX83" fmla="*/ 213332 w 389055"/>
                <a:gd name="connsiteY83" fmla="*/ 730864 h 752592"/>
                <a:gd name="connsiteX84" fmla="*/ 188918 w 389055"/>
                <a:gd name="connsiteY84" fmla="*/ 731114 h 752592"/>
                <a:gd name="connsiteX85" fmla="*/ 172836 w 389055"/>
                <a:gd name="connsiteY85" fmla="*/ 699784 h 752592"/>
                <a:gd name="connsiteX86" fmla="*/ 159920 w 389055"/>
                <a:gd name="connsiteY86" fmla="*/ 696368 h 752592"/>
                <a:gd name="connsiteX87" fmla="*/ 138339 w 389055"/>
                <a:gd name="connsiteY87" fmla="*/ 716032 h 752592"/>
                <a:gd name="connsiteX88" fmla="*/ 108425 w 389055"/>
                <a:gd name="connsiteY88" fmla="*/ 717949 h 752592"/>
                <a:gd name="connsiteX89" fmla="*/ 119591 w 389055"/>
                <a:gd name="connsiteY89" fmla="*/ 672036 h 752592"/>
                <a:gd name="connsiteX90" fmla="*/ 158254 w 389055"/>
                <a:gd name="connsiteY90" fmla="*/ 613792 h 752592"/>
                <a:gd name="connsiteX91" fmla="*/ 152587 w 389055"/>
                <a:gd name="connsiteY91" fmla="*/ 528716 h 752592"/>
                <a:gd name="connsiteX92" fmla="*/ 144839 w 389055"/>
                <a:gd name="connsiteY92" fmla="*/ 485220 h 752592"/>
                <a:gd name="connsiteX93" fmla="*/ 143089 w 389055"/>
                <a:gd name="connsiteY93" fmla="*/ 470388 h 752592"/>
                <a:gd name="connsiteX94" fmla="*/ 143589 w 389055"/>
                <a:gd name="connsiteY94" fmla="*/ 469888 h 752592"/>
                <a:gd name="connsiteX95" fmla="*/ 160587 w 389055"/>
                <a:gd name="connsiteY95" fmla="*/ 435474 h 752592"/>
                <a:gd name="connsiteX96" fmla="*/ 178668 w 389055"/>
                <a:gd name="connsiteY96" fmla="*/ 439557 h 752592"/>
                <a:gd name="connsiteX97" fmla="*/ 184752 w 389055"/>
                <a:gd name="connsiteY97" fmla="*/ 446890 h 752592"/>
                <a:gd name="connsiteX98" fmla="*/ 195001 w 389055"/>
                <a:gd name="connsiteY98" fmla="*/ 458056 h 752592"/>
                <a:gd name="connsiteX99" fmla="*/ 202250 w 389055"/>
                <a:gd name="connsiteY99" fmla="*/ 459055 h 752592"/>
                <a:gd name="connsiteX100" fmla="*/ 224498 w 389055"/>
                <a:gd name="connsiteY100" fmla="*/ 444974 h 752592"/>
                <a:gd name="connsiteX101" fmla="*/ 227831 w 389055"/>
                <a:gd name="connsiteY101" fmla="*/ 443807 h 752592"/>
                <a:gd name="connsiteX102" fmla="*/ 203000 w 389055"/>
                <a:gd name="connsiteY102" fmla="*/ 515050 h 752592"/>
                <a:gd name="connsiteX103" fmla="*/ 197584 w 389055"/>
                <a:gd name="connsiteY103" fmla="*/ 561630 h 752592"/>
                <a:gd name="connsiteX104" fmla="*/ 194250 w 389055"/>
                <a:gd name="connsiteY104" fmla="*/ 616708 h 752592"/>
                <a:gd name="connsiteX105" fmla="*/ 190084 w 389055"/>
                <a:gd name="connsiteY105" fmla="*/ 654621 h 752592"/>
                <a:gd name="connsiteX106" fmla="*/ 212666 w 389055"/>
                <a:gd name="connsiteY106" fmla="*/ 682369 h 752592"/>
                <a:gd name="connsiteX107" fmla="*/ 213332 w 389055"/>
                <a:gd name="connsiteY107" fmla="*/ 730864 h 752592"/>
                <a:gd name="connsiteX108" fmla="*/ 213332 w 389055"/>
                <a:gd name="connsiteY108" fmla="*/ 730864 h 752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389055" h="752592">
                  <a:moveTo>
                    <a:pt x="226748" y="677119"/>
                  </a:moveTo>
                  <a:cubicBezTo>
                    <a:pt x="222498" y="669870"/>
                    <a:pt x="217248" y="663454"/>
                    <a:pt x="211916" y="657038"/>
                  </a:cubicBezTo>
                  <a:cubicBezTo>
                    <a:pt x="205000" y="648705"/>
                    <a:pt x="205417" y="643372"/>
                    <a:pt x="207416" y="633040"/>
                  </a:cubicBezTo>
                  <a:cubicBezTo>
                    <a:pt x="211666" y="611375"/>
                    <a:pt x="211249" y="590627"/>
                    <a:pt x="213082" y="568879"/>
                  </a:cubicBezTo>
                  <a:cubicBezTo>
                    <a:pt x="216582" y="527466"/>
                    <a:pt x="218415" y="473971"/>
                    <a:pt x="246663" y="440807"/>
                  </a:cubicBezTo>
                  <a:cubicBezTo>
                    <a:pt x="246829" y="440807"/>
                    <a:pt x="247080" y="440724"/>
                    <a:pt x="247246" y="440724"/>
                  </a:cubicBezTo>
                  <a:cubicBezTo>
                    <a:pt x="248412" y="440891"/>
                    <a:pt x="249746" y="440724"/>
                    <a:pt x="251162" y="440141"/>
                  </a:cubicBezTo>
                  <a:cubicBezTo>
                    <a:pt x="251246" y="440141"/>
                    <a:pt x="251329" y="440057"/>
                    <a:pt x="251413" y="440057"/>
                  </a:cubicBezTo>
                  <a:cubicBezTo>
                    <a:pt x="254579" y="439474"/>
                    <a:pt x="257746" y="438641"/>
                    <a:pt x="260829" y="437308"/>
                  </a:cubicBezTo>
                  <a:cubicBezTo>
                    <a:pt x="261994" y="436808"/>
                    <a:pt x="262912" y="436058"/>
                    <a:pt x="263495" y="435224"/>
                  </a:cubicBezTo>
                  <a:cubicBezTo>
                    <a:pt x="277743" y="429558"/>
                    <a:pt x="292992" y="422976"/>
                    <a:pt x="303158" y="412643"/>
                  </a:cubicBezTo>
                  <a:cubicBezTo>
                    <a:pt x="317074" y="398644"/>
                    <a:pt x="309657" y="379063"/>
                    <a:pt x="316740" y="362564"/>
                  </a:cubicBezTo>
                  <a:cubicBezTo>
                    <a:pt x="325572" y="341983"/>
                    <a:pt x="348653" y="331900"/>
                    <a:pt x="355236" y="309402"/>
                  </a:cubicBezTo>
                  <a:cubicBezTo>
                    <a:pt x="357737" y="301070"/>
                    <a:pt x="357486" y="291737"/>
                    <a:pt x="356736" y="283155"/>
                  </a:cubicBezTo>
                  <a:cubicBezTo>
                    <a:pt x="356236" y="277655"/>
                    <a:pt x="354070" y="271239"/>
                    <a:pt x="354986" y="265740"/>
                  </a:cubicBezTo>
                  <a:cubicBezTo>
                    <a:pt x="356236" y="258324"/>
                    <a:pt x="362653" y="252658"/>
                    <a:pt x="367318" y="247241"/>
                  </a:cubicBezTo>
                  <a:cubicBezTo>
                    <a:pt x="378650" y="234076"/>
                    <a:pt x="390066" y="217827"/>
                    <a:pt x="388984" y="199579"/>
                  </a:cubicBezTo>
                  <a:cubicBezTo>
                    <a:pt x="387817" y="178664"/>
                    <a:pt x="375151" y="161832"/>
                    <a:pt x="366485" y="143584"/>
                  </a:cubicBezTo>
                  <a:cubicBezTo>
                    <a:pt x="357570" y="124669"/>
                    <a:pt x="370568" y="103671"/>
                    <a:pt x="361569" y="84089"/>
                  </a:cubicBezTo>
                  <a:cubicBezTo>
                    <a:pt x="354653" y="69091"/>
                    <a:pt x="338571" y="60508"/>
                    <a:pt x="324323" y="53759"/>
                  </a:cubicBezTo>
                  <a:cubicBezTo>
                    <a:pt x="313323" y="48593"/>
                    <a:pt x="297825" y="47093"/>
                    <a:pt x="289492" y="37427"/>
                  </a:cubicBezTo>
                  <a:cubicBezTo>
                    <a:pt x="283826" y="30678"/>
                    <a:pt x="281076" y="23178"/>
                    <a:pt x="273660" y="17512"/>
                  </a:cubicBezTo>
                  <a:cubicBezTo>
                    <a:pt x="258995" y="6180"/>
                    <a:pt x="239330" y="1014"/>
                    <a:pt x="221082" y="97"/>
                  </a:cubicBezTo>
                  <a:cubicBezTo>
                    <a:pt x="200417" y="-986"/>
                    <a:pt x="182168" y="7263"/>
                    <a:pt x="162504" y="12096"/>
                  </a:cubicBezTo>
                  <a:cubicBezTo>
                    <a:pt x="143755" y="16679"/>
                    <a:pt x="124007" y="13512"/>
                    <a:pt x="106592" y="23012"/>
                  </a:cubicBezTo>
                  <a:cubicBezTo>
                    <a:pt x="89677" y="32261"/>
                    <a:pt x="82678" y="52676"/>
                    <a:pt x="65596" y="60425"/>
                  </a:cubicBezTo>
                  <a:cubicBezTo>
                    <a:pt x="49348" y="67841"/>
                    <a:pt x="34098" y="72924"/>
                    <a:pt x="23766" y="88839"/>
                  </a:cubicBezTo>
                  <a:cubicBezTo>
                    <a:pt x="15600" y="101421"/>
                    <a:pt x="8685" y="122253"/>
                    <a:pt x="9768" y="137585"/>
                  </a:cubicBezTo>
                  <a:cubicBezTo>
                    <a:pt x="10100" y="142417"/>
                    <a:pt x="11517" y="147167"/>
                    <a:pt x="11267" y="152083"/>
                  </a:cubicBezTo>
                  <a:cubicBezTo>
                    <a:pt x="10933" y="158499"/>
                    <a:pt x="8268" y="163915"/>
                    <a:pt x="5685" y="169748"/>
                  </a:cubicBezTo>
                  <a:cubicBezTo>
                    <a:pt x="2101" y="178081"/>
                    <a:pt x="-232" y="185997"/>
                    <a:pt x="18" y="195246"/>
                  </a:cubicBezTo>
                  <a:cubicBezTo>
                    <a:pt x="601" y="215578"/>
                    <a:pt x="11768" y="232826"/>
                    <a:pt x="21933" y="249741"/>
                  </a:cubicBezTo>
                  <a:cubicBezTo>
                    <a:pt x="29932" y="263073"/>
                    <a:pt x="32766" y="269239"/>
                    <a:pt x="28516" y="284655"/>
                  </a:cubicBezTo>
                  <a:cubicBezTo>
                    <a:pt x="25933" y="293820"/>
                    <a:pt x="23432" y="302736"/>
                    <a:pt x="23849" y="312402"/>
                  </a:cubicBezTo>
                  <a:cubicBezTo>
                    <a:pt x="25682" y="357815"/>
                    <a:pt x="65345" y="386229"/>
                    <a:pt x="99592" y="409060"/>
                  </a:cubicBezTo>
                  <a:cubicBezTo>
                    <a:pt x="104176" y="417059"/>
                    <a:pt x="107592" y="425559"/>
                    <a:pt x="113008" y="433475"/>
                  </a:cubicBezTo>
                  <a:cubicBezTo>
                    <a:pt x="121008" y="445223"/>
                    <a:pt x="124924" y="458389"/>
                    <a:pt x="132256" y="470305"/>
                  </a:cubicBezTo>
                  <a:cubicBezTo>
                    <a:pt x="132757" y="471138"/>
                    <a:pt x="133506" y="471804"/>
                    <a:pt x="134423" y="472221"/>
                  </a:cubicBezTo>
                  <a:cubicBezTo>
                    <a:pt x="138089" y="500052"/>
                    <a:pt x="141172" y="528716"/>
                    <a:pt x="141172" y="556463"/>
                  </a:cubicBezTo>
                  <a:cubicBezTo>
                    <a:pt x="141172" y="575045"/>
                    <a:pt x="142839" y="593710"/>
                    <a:pt x="142756" y="612292"/>
                  </a:cubicBezTo>
                  <a:cubicBezTo>
                    <a:pt x="142672" y="631373"/>
                    <a:pt x="124424" y="642039"/>
                    <a:pt x="112508" y="655288"/>
                  </a:cubicBezTo>
                  <a:cubicBezTo>
                    <a:pt x="97260" y="672453"/>
                    <a:pt x="67762" y="711116"/>
                    <a:pt x="96260" y="730114"/>
                  </a:cubicBezTo>
                  <a:cubicBezTo>
                    <a:pt x="107925" y="737864"/>
                    <a:pt x="125090" y="735947"/>
                    <a:pt x="137923" y="732531"/>
                  </a:cubicBezTo>
                  <a:cubicBezTo>
                    <a:pt x="146838" y="730114"/>
                    <a:pt x="154837" y="724532"/>
                    <a:pt x="161254" y="717616"/>
                  </a:cubicBezTo>
                  <a:cubicBezTo>
                    <a:pt x="167670" y="739864"/>
                    <a:pt x="188001" y="758612"/>
                    <a:pt x="212999" y="750779"/>
                  </a:cubicBezTo>
                  <a:cubicBezTo>
                    <a:pt x="243080" y="741030"/>
                    <a:pt x="238914" y="697951"/>
                    <a:pt x="226748" y="677119"/>
                  </a:cubicBezTo>
                  <a:lnTo>
                    <a:pt x="226748" y="677119"/>
                  </a:lnTo>
                  <a:close/>
                  <a:moveTo>
                    <a:pt x="118424" y="419726"/>
                  </a:moveTo>
                  <a:cubicBezTo>
                    <a:pt x="114341" y="414393"/>
                    <a:pt x="110924" y="407643"/>
                    <a:pt x="105175" y="404560"/>
                  </a:cubicBezTo>
                  <a:lnTo>
                    <a:pt x="105175" y="404560"/>
                  </a:lnTo>
                  <a:cubicBezTo>
                    <a:pt x="77761" y="384562"/>
                    <a:pt x="42514" y="350315"/>
                    <a:pt x="40932" y="314069"/>
                  </a:cubicBezTo>
                  <a:cubicBezTo>
                    <a:pt x="40264" y="298070"/>
                    <a:pt x="51847" y="283988"/>
                    <a:pt x="50597" y="268073"/>
                  </a:cubicBezTo>
                  <a:cubicBezTo>
                    <a:pt x="49513" y="254407"/>
                    <a:pt x="38765" y="242075"/>
                    <a:pt x="32099" y="230659"/>
                  </a:cubicBezTo>
                  <a:cubicBezTo>
                    <a:pt x="22183" y="213828"/>
                    <a:pt x="13851" y="198162"/>
                    <a:pt x="20933" y="178497"/>
                  </a:cubicBezTo>
                  <a:cubicBezTo>
                    <a:pt x="23432" y="171498"/>
                    <a:pt x="27516" y="164999"/>
                    <a:pt x="28516" y="157416"/>
                  </a:cubicBezTo>
                  <a:cubicBezTo>
                    <a:pt x="29682" y="148334"/>
                    <a:pt x="25933" y="139751"/>
                    <a:pt x="26516" y="130752"/>
                  </a:cubicBezTo>
                  <a:cubicBezTo>
                    <a:pt x="27765" y="113170"/>
                    <a:pt x="36265" y="93172"/>
                    <a:pt x="50763" y="83006"/>
                  </a:cubicBezTo>
                  <a:cubicBezTo>
                    <a:pt x="64262" y="73507"/>
                    <a:pt x="78844" y="72257"/>
                    <a:pt x="89427" y="58675"/>
                  </a:cubicBezTo>
                  <a:cubicBezTo>
                    <a:pt x="102343" y="42093"/>
                    <a:pt x="114009" y="30344"/>
                    <a:pt x="136339" y="29844"/>
                  </a:cubicBezTo>
                  <a:cubicBezTo>
                    <a:pt x="153421" y="29511"/>
                    <a:pt x="169253" y="25678"/>
                    <a:pt x="185585" y="20928"/>
                  </a:cubicBezTo>
                  <a:cubicBezTo>
                    <a:pt x="203584" y="15679"/>
                    <a:pt x="220498" y="13262"/>
                    <a:pt x="238997" y="17762"/>
                  </a:cubicBezTo>
                  <a:cubicBezTo>
                    <a:pt x="248662" y="20178"/>
                    <a:pt x="258995" y="24178"/>
                    <a:pt x="266661" y="30761"/>
                  </a:cubicBezTo>
                  <a:cubicBezTo>
                    <a:pt x="274161" y="37260"/>
                    <a:pt x="275493" y="47343"/>
                    <a:pt x="282660" y="53675"/>
                  </a:cubicBezTo>
                  <a:cubicBezTo>
                    <a:pt x="288075" y="58425"/>
                    <a:pt x="295825" y="59008"/>
                    <a:pt x="302325" y="61091"/>
                  </a:cubicBezTo>
                  <a:cubicBezTo>
                    <a:pt x="312824" y="64425"/>
                    <a:pt x="323073" y="69591"/>
                    <a:pt x="332238" y="75673"/>
                  </a:cubicBezTo>
                  <a:cubicBezTo>
                    <a:pt x="339654" y="80590"/>
                    <a:pt x="345821" y="85922"/>
                    <a:pt x="348154" y="94838"/>
                  </a:cubicBezTo>
                  <a:cubicBezTo>
                    <a:pt x="350987" y="106004"/>
                    <a:pt x="346154" y="117086"/>
                    <a:pt x="345821" y="128252"/>
                  </a:cubicBezTo>
                  <a:cubicBezTo>
                    <a:pt x="345320" y="143917"/>
                    <a:pt x="355070" y="156916"/>
                    <a:pt x="362069" y="170165"/>
                  </a:cubicBezTo>
                  <a:cubicBezTo>
                    <a:pt x="373818" y="192496"/>
                    <a:pt x="374985" y="210078"/>
                    <a:pt x="358653" y="230160"/>
                  </a:cubicBezTo>
                  <a:cubicBezTo>
                    <a:pt x="346654" y="244908"/>
                    <a:pt x="335488" y="254991"/>
                    <a:pt x="337822" y="275239"/>
                  </a:cubicBezTo>
                  <a:cubicBezTo>
                    <a:pt x="339404" y="289238"/>
                    <a:pt x="341654" y="301986"/>
                    <a:pt x="333405" y="314652"/>
                  </a:cubicBezTo>
                  <a:cubicBezTo>
                    <a:pt x="327738" y="323318"/>
                    <a:pt x="319573" y="329984"/>
                    <a:pt x="312824" y="337733"/>
                  </a:cubicBezTo>
                  <a:cubicBezTo>
                    <a:pt x="300991" y="351315"/>
                    <a:pt x="297491" y="365397"/>
                    <a:pt x="296741" y="382979"/>
                  </a:cubicBezTo>
                  <a:cubicBezTo>
                    <a:pt x="296075" y="397311"/>
                    <a:pt x="289993" y="402894"/>
                    <a:pt x="277910" y="409560"/>
                  </a:cubicBezTo>
                  <a:cubicBezTo>
                    <a:pt x="267327" y="415393"/>
                    <a:pt x="256329" y="420642"/>
                    <a:pt x="245496" y="425975"/>
                  </a:cubicBezTo>
                  <a:cubicBezTo>
                    <a:pt x="245329" y="426059"/>
                    <a:pt x="245163" y="426225"/>
                    <a:pt x="244996" y="426308"/>
                  </a:cubicBezTo>
                  <a:cubicBezTo>
                    <a:pt x="236247" y="427058"/>
                    <a:pt x="227664" y="428308"/>
                    <a:pt x="219082" y="431725"/>
                  </a:cubicBezTo>
                  <a:cubicBezTo>
                    <a:pt x="211583" y="434724"/>
                    <a:pt x="206583" y="439891"/>
                    <a:pt x="200251" y="443890"/>
                  </a:cubicBezTo>
                  <a:cubicBezTo>
                    <a:pt x="187752" y="433225"/>
                    <a:pt x="180752" y="416226"/>
                    <a:pt x="160838" y="419476"/>
                  </a:cubicBezTo>
                  <a:cubicBezTo>
                    <a:pt x="143755" y="422309"/>
                    <a:pt x="142172" y="436308"/>
                    <a:pt x="138005" y="449390"/>
                  </a:cubicBezTo>
                  <a:cubicBezTo>
                    <a:pt x="136673" y="446140"/>
                    <a:pt x="135339" y="442890"/>
                    <a:pt x="133506" y="439891"/>
                  </a:cubicBezTo>
                  <a:cubicBezTo>
                    <a:pt x="129090" y="432725"/>
                    <a:pt x="123423" y="426308"/>
                    <a:pt x="118424" y="419726"/>
                  </a:cubicBezTo>
                  <a:lnTo>
                    <a:pt x="118424" y="419726"/>
                  </a:lnTo>
                  <a:close/>
                  <a:moveTo>
                    <a:pt x="213332" y="730864"/>
                  </a:moveTo>
                  <a:cubicBezTo>
                    <a:pt x="206250" y="738030"/>
                    <a:pt x="196667" y="735447"/>
                    <a:pt x="188918" y="731114"/>
                  </a:cubicBezTo>
                  <a:cubicBezTo>
                    <a:pt x="177336" y="724615"/>
                    <a:pt x="172337" y="713033"/>
                    <a:pt x="172836" y="699784"/>
                  </a:cubicBezTo>
                  <a:cubicBezTo>
                    <a:pt x="173170" y="691951"/>
                    <a:pt x="163587" y="689701"/>
                    <a:pt x="159920" y="696368"/>
                  </a:cubicBezTo>
                  <a:cubicBezTo>
                    <a:pt x="155171" y="704867"/>
                    <a:pt x="147339" y="712283"/>
                    <a:pt x="138339" y="716032"/>
                  </a:cubicBezTo>
                  <a:cubicBezTo>
                    <a:pt x="131173" y="718949"/>
                    <a:pt x="115675" y="721865"/>
                    <a:pt x="108425" y="717949"/>
                  </a:cubicBezTo>
                  <a:cubicBezTo>
                    <a:pt x="90093" y="708200"/>
                    <a:pt x="111508" y="681119"/>
                    <a:pt x="119591" y="672036"/>
                  </a:cubicBezTo>
                  <a:cubicBezTo>
                    <a:pt x="135922" y="653788"/>
                    <a:pt x="158754" y="640373"/>
                    <a:pt x="158254" y="613792"/>
                  </a:cubicBezTo>
                  <a:cubicBezTo>
                    <a:pt x="157671" y="585877"/>
                    <a:pt x="156754" y="556213"/>
                    <a:pt x="152587" y="528716"/>
                  </a:cubicBezTo>
                  <a:cubicBezTo>
                    <a:pt x="150422" y="514134"/>
                    <a:pt x="147671" y="499719"/>
                    <a:pt x="144839" y="485220"/>
                  </a:cubicBezTo>
                  <a:cubicBezTo>
                    <a:pt x="143922" y="480387"/>
                    <a:pt x="143672" y="475304"/>
                    <a:pt x="143089" y="470388"/>
                  </a:cubicBezTo>
                  <a:cubicBezTo>
                    <a:pt x="143255" y="470221"/>
                    <a:pt x="143422" y="470055"/>
                    <a:pt x="143589" y="469888"/>
                  </a:cubicBezTo>
                  <a:cubicBezTo>
                    <a:pt x="151588" y="459055"/>
                    <a:pt x="149172" y="442974"/>
                    <a:pt x="160587" y="435474"/>
                  </a:cubicBezTo>
                  <a:cubicBezTo>
                    <a:pt x="168503" y="430225"/>
                    <a:pt x="172086" y="433058"/>
                    <a:pt x="178668" y="439557"/>
                  </a:cubicBezTo>
                  <a:cubicBezTo>
                    <a:pt x="180835" y="441724"/>
                    <a:pt x="182752" y="444557"/>
                    <a:pt x="184752" y="446890"/>
                  </a:cubicBezTo>
                  <a:cubicBezTo>
                    <a:pt x="188001" y="450723"/>
                    <a:pt x="190918" y="455139"/>
                    <a:pt x="195001" y="458056"/>
                  </a:cubicBezTo>
                  <a:cubicBezTo>
                    <a:pt x="197084" y="459556"/>
                    <a:pt x="199917" y="460139"/>
                    <a:pt x="202250" y="459055"/>
                  </a:cubicBezTo>
                  <a:cubicBezTo>
                    <a:pt x="210333" y="455223"/>
                    <a:pt x="216083" y="448473"/>
                    <a:pt x="224498" y="444974"/>
                  </a:cubicBezTo>
                  <a:cubicBezTo>
                    <a:pt x="225581" y="444557"/>
                    <a:pt x="226664" y="444140"/>
                    <a:pt x="227831" y="443807"/>
                  </a:cubicBezTo>
                  <a:cubicBezTo>
                    <a:pt x="213332" y="463888"/>
                    <a:pt x="206166" y="492386"/>
                    <a:pt x="203000" y="515050"/>
                  </a:cubicBezTo>
                  <a:cubicBezTo>
                    <a:pt x="200833" y="530549"/>
                    <a:pt x="199334" y="546048"/>
                    <a:pt x="197584" y="561630"/>
                  </a:cubicBezTo>
                  <a:cubicBezTo>
                    <a:pt x="195584" y="579961"/>
                    <a:pt x="197084" y="598460"/>
                    <a:pt x="194250" y="616708"/>
                  </a:cubicBezTo>
                  <a:cubicBezTo>
                    <a:pt x="192501" y="627874"/>
                    <a:pt x="186085" y="643456"/>
                    <a:pt x="190084" y="654621"/>
                  </a:cubicBezTo>
                  <a:cubicBezTo>
                    <a:pt x="193918" y="665204"/>
                    <a:pt x="206749" y="672453"/>
                    <a:pt x="212666" y="682369"/>
                  </a:cubicBezTo>
                  <a:cubicBezTo>
                    <a:pt x="220832" y="695951"/>
                    <a:pt x="225915" y="718115"/>
                    <a:pt x="213332" y="730864"/>
                  </a:cubicBezTo>
                  <a:lnTo>
                    <a:pt x="213332" y="730864"/>
                  </a:lnTo>
                  <a:close/>
                </a:path>
              </a:pathLst>
            </a:custGeom>
            <a:grpFill/>
            <a:ln w="8332" cap="flat">
              <a:noFill/>
              <a:prstDash val="solid"/>
              <a:miter/>
            </a:ln>
          </p:spPr>
          <p:txBody>
            <a:bodyPr rtlCol="0" anchor="ctr"/>
            <a:lstStyle/>
            <a:p>
              <a:endParaRPr lang="en-US"/>
            </a:p>
          </p:txBody>
        </p:sp>
        <p:sp>
          <p:nvSpPr>
            <p:cNvPr id="2014" name="Freeform: Shape 2013"/>
            <p:cNvSpPr/>
            <p:nvPr/>
          </p:nvSpPr>
          <p:spPr>
            <a:xfrm>
              <a:off x="11112618" y="1148389"/>
              <a:ext cx="74983" cy="242579"/>
            </a:xfrm>
            <a:custGeom>
              <a:avLst/>
              <a:gdLst>
                <a:gd name="connsiteX0" fmla="*/ 61897 w 74983"/>
                <a:gd name="connsiteY0" fmla="*/ 234913 h 242579"/>
                <a:gd name="connsiteX1" fmla="*/ 31899 w 74983"/>
                <a:gd name="connsiteY1" fmla="*/ 209082 h 242579"/>
                <a:gd name="connsiteX2" fmla="*/ 43898 w 74983"/>
                <a:gd name="connsiteY2" fmla="*/ 176085 h 242579"/>
                <a:gd name="connsiteX3" fmla="*/ 18817 w 74983"/>
                <a:gd name="connsiteY3" fmla="*/ 127673 h 242579"/>
                <a:gd name="connsiteX4" fmla="*/ 24983 w 74983"/>
                <a:gd name="connsiteY4" fmla="*/ 89510 h 242579"/>
                <a:gd name="connsiteX5" fmla="*/ 17233 w 74983"/>
                <a:gd name="connsiteY5" fmla="*/ 67928 h 242579"/>
                <a:gd name="connsiteX6" fmla="*/ 25900 w 74983"/>
                <a:gd name="connsiteY6" fmla="*/ 19933 h 242579"/>
                <a:gd name="connsiteX7" fmla="*/ 73728 w 74983"/>
                <a:gd name="connsiteY7" fmla="*/ 4767 h 242579"/>
                <a:gd name="connsiteX8" fmla="*/ 74396 w 74983"/>
                <a:gd name="connsiteY8" fmla="*/ 3101 h 242579"/>
                <a:gd name="connsiteX9" fmla="*/ 5818 w 74983"/>
                <a:gd name="connsiteY9" fmla="*/ 28932 h 242579"/>
                <a:gd name="connsiteX10" fmla="*/ 3818 w 74983"/>
                <a:gd name="connsiteY10" fmla="*/ 65845 h 242579"/>
                <a:gd name="connsiteX11" fmla="*/ 9568 w 74983"/>
                <a:gd name="connsiteY11" fmla="*/ 94259 h 242579"/>
                <a:gd name="connsiteX12" fmla="*/ 1902 w 74983"/>
                <a:gd name="connsiteY12" fmla="*/ 116924 h 242579"/>
                <a:gd name="connsiteX13" fmla="*/ 14567 w 74983"/>
                <a:gd name="connsiteY13" fmla="*/ 153671 h 242579"/>
                <a:gd name="connsiteX14" fmla="*/ 29566 w 74983"/>
                <a:gd name="connsiteY14" fmla="*/ 170253 h 242579"/>
                <a:gd name="connsiteX15" fmla="*/ 21317 w 74983"/>
                <a:gd name="connsiteY15" fmla="*/ 188251 h 242579"/>
                <a:gd name="connsiteX16" fmla="*/ 23067 w 74983"/>
                <a:gd name="connsiteY16" fmla="*/ 226581 h 242579"/>
                <a:gd name="connsiteX17" fmla="*/ 58647 w 74983"/>
                <a:gd name="connsiteY17" fmla="*/ 242579 h 242579"/>
                <a:gd name="connsiteX18" fmla="*/ 61897 w 74983"/>
                <a:gd name="connsiteY18" fmla="*/ 234913 h 242579"/>
                <a:gd name="connsiteX19" fmla="*/ 61897 w 74983"/>
                <a:gd name="connsiteY19" fmla="*/ 234913 h 242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4983" h="242579">
                  <a:moveTo>
                    <a:pt x="61897" y="234913"/>
                  </a:moveTo>
                  <a:cubicBezTo>
                    <a:pt x="49897" y="227581"/>
                    <a:pt x="33982" y="226164"/>
                    <a:pt x="31899" y="209082"/>
                  </a:cubicBezTo>
                  <a:cubicBezTo>
                    <a:pt x="30233" y="195584"/>
                    <a:pt x="38649" y="187084"/>
                    <a:pt x="43898" y="176085"/>
                  </a:cubicBezTo>
                  <a:cubicBezTo>
                    <a:pt x="53147" y="156670"/>
                    <a:pt x="23983" y="145171"/>
                    <a:pt x="18817" y="127673"/>
                  </a:cubicBezTo>
                  <a:cubicBezTo>
                    <a:pt x="14651" y="113591"/>
                    <a:pt x="24233" y="103009"/>
                    <a:pt x="24983" y="89510"/>
                  </a:cubicBezTo>
                  <a:cubicBezTo>
                    <a:pt x="25483" y="80927"/>
                    <a:pt x="21650" y="74928"/>
                    <a:pt x="17233" y="67928"/>
                  </a:cubicBezTo>
                  <a:cubicBezTo>
                    <a:pt x="5652" y="49347"/>
                    <a:pt x="8401" y="33432"/>
                    <a:pt x="25900" y="19933"/>
                  </a:cubicBezTo>
                  <a:cubicBezTo>
                    <a:pt x="39565" y="9350"/>
                    <a:pt x="56147" y="-232"/>
                    <a:pt x="73728" y="4767"/>
                  </a:cubicBezTo>
                  <a:cubicBezTo>
                    <a:pt x="74812" y="5101"/>
                    <a:pt x="75561" y="3601"/>
                    <a:pt x="74396" y="3101"/>
                  </a:cubicBezTo>
                  <a:cubicBezTo>
                    <a:pt x="51647" y="-6898"/>
                    <a:pt x="18734" y="8767"/>
                    <a:pt x="5818" y="28932"/>
                  </a:cubicBezTo>
                  <a:cubicBezTo>
                    <a:pt x="-1432" y="40264"/>
                    <a:pt x="-1681" y="53846"/>
                    <a:pt x="3818" y="65845"/>
                  </a:cubicBezTo>
                  <a:cubicBezTo>
                    <a:pt x="8568" y="76094"/>
                    <a:pt x="13317" y="82594"/>
                    <a:pt x="9568" y="94259"/>
                  </a:cubicBezTo>
                  <a:cubicBezTo>
                    <a:pt x="6984" y="102092"/>
                    <a:pt x="2818" y="108425"/>
                    <a:pt x="1902" y="116924"/>
                  </a:cubicBezTo>
                  <a:cubicBezTo>
                    <a:pt x="319" y="131006"/>
                    <a:pt x="6068" y="142922"/>
                    <a:pt x="14567" y="153671"/>
                  </a:cubicBezTo>
                  <a:cubicBezTo>
                    <a:pt x="17650" y="157504"/>
                    <a:pt x="28732" y="166086"/>
                    <a:pt x="29566" y="170253"/>
                  </a:cubicBezTo>
                  <a:cubicBezTo>
                    <a:pt x="30316" y="174085"/>
                    <a:pt x="22650" y="184251"/>
                    <a:pt x="21317" y="188251"/>
                  </a:cubicBezTo>
                  <a:cubicBezTo>
                    <a:pt x="16817" y="201083"/>
                    <a:pt x="16068" y="214499"/>
                    <a:pt x="23067" y="226581"/>
                  </a:cubicBezTo>
                  <a:cubicBezTo>
                    <a:pt x="30899" y="240163"/>
                    <a:pt x="43815" y="242579"/>
                    <a:pt x="58647" y="242579"/>
                  </a:cubicBezTo>
                  <a:cubicBezTo>
                    <a:pt x="62313" y="242413"/>
                    <a:pt x="65896" y="237330"/>
                    <a:pt x="61897" y="234913"/>
                  </a:cubicBezTo>
                  <a:lnTo>
                    <a:pt x="61897" y="234913"/>
                  </a:lnTo>
                  <a:close/>
                </a:path>
              </a:pathLst>
            </a:custGeom>
            <a:grpFill/>
            <a:ln w="8332" cap="flat">
              <a:noFill/>
              <a:prstDash val="solid"/>
              <a:miter/>
            </a:ln>
          </p:spPr>
          <p:txBody>
            <a:bodyPr rtlCol="0" anchor="ctr"/>
            <a:lstStyle/>
            <a:p>
              <a:endParaRPr lang="en-US"/>
            </a:p>
          </p:txBody>
        </p:sp>
        <p:sp>
          <p:nvSpPr>
            <p:cNvPr id="2015" name="Freeform: Shape 2014"/>
            <p:cNvSpPr/>
            <p:nvPr/>
          </p:nvSpPr>
          <p:spPr>
            <a:xfrm>
              <a:off x="11180196" y="1353735"/>
              <a:ext cx="71008" cy="80183"/>
            </a:xfrm>
            <a:custGeom>
              <a:avLst/>
              <a:gdLst>
                <a:gd name="connsiteX0" fmla="*/ 66979 w 71008"/>
                <a:gd name="connsiteY0" fmla="*/ 66064 h 80183"/>
                <a:gd name="connsiteX1" fmla="*/ 24732 w 71008"/>
                <a:gd name="connsiteY1" fmla="*/ 51732 h 80183"/>
                <a:gd name="connsiteX2" fmla="*/ 16234 w 71008"/>
                <a:gd name="connsiteY2" fmla="*/ 37566 h 80183"/>
                <a:gd name="connsiteX3" fmla="*/ 17983 w 71008"/>
                <a:gd name="connsiteY3" fmla="*/ 5319 h 80183"/>
                <a:gd name="connsiteX4" fmla="*/ 11317 w 71008"/>
                <a:gd name="connsiteY4" fmla="*/ 1403 h 80183"/>
                <a:gd name="connsiteX5" fmla="*/ 151 w 71008"/>
                <a:gd name="connsiteY5" fmla="*/ 30234 h 80183"/>
                <a:gd name="connsiteX6" fmla="*/ 5735 w 71008"/>
                <a:gd name="connsiteY6" fmla="*/ 45482 h 80183"/>
                <a:gd name="connsiteX7" fmla="*/ 14567 w 71008"/>
                <a:gd name="connsiteY7" fmla="*/ 62647 h 80183"/>
                <a:gd name="connsiteX8" fmla="*/ 69229 w 71008"/>
                <a:gd name="connsiteY8" fmla="*/ 74396 h 80183"/>
                <a:gd name="connsiteX9" fmla="*/ 66979 w 71008"/>
                <a:gd name="connsiteY9" fmla="*/ 66064 h 80183"/>
                <a:gd name="connsiteX10" fmla="*/ 66979 w 71008"/>
                <a:gd name="connsiteY10" fmla="*/ 66064 h 80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1008" h="80183">
                  <a:moveTo>
                    <a:pt x="66979" y="66064"/>
                  </a:moveTo>
                  <a:cubicBezTo>
                    <a:pt x="51813" y="62064"/>
                    <a:pt x="34148" y="69230"/>
                    <a:pt x="24732" y="51732"/>
                  </a:cubicBezTo>
                  <a:cubicBezTo>
                    <a:pt x="22066" y="46732"/>
                    <a:pt x="19233" y="42399"/>
                    <a:pt x="16234" y="37566"/>
                  </a:cubicBezTo>
                  <a:cubicBezTo>
                    <a:pt x="9317" y="26317"/>
                    <a:pt x="11817" y="16235"/>
                    <a:pt x="17983" y="5319"/>
                  </a:cubicBezTo>
                  <a:cubicBezTo>
                    <a:pt x="20150" y="1403"/>
                    <a:pt x="13900" y="-2013"/>
                    <a:pt x="11317" y="1403"/>
                  </a:cubicBezTo>
                  <a:cubicBezTo>
                    <a:pt x="4735" y="10069"/>
                    <a:pt x="-1015" y="18901"/>
                    <a:pt x="151" y="30234"/>
                  </a:cubicBezTo>
                  <a:cubicBezTo>
                    <a:pt x="734" y="35983"/>
                    <a:pt x="2735" y="40649"/>
                    <a:pt x="5735" y="45482"/>
                  </a:cubicBezTo>
                  <a:cubicBezTo>
                    <a:pt x="9150" y="51065"/>
                    <a:pt x="11233" y="57148"/>
                    <a:pt x="14567" y="62647"/>
                  </a:cubicBezTo>
                  <a:cubicBezTo>
                    <a:pt x="24233" y="78563"/>
                    <a:pt x="54313" y="86312"/>
                    <a:pt x="69229" y="74396"/>
                  </a:cubicBezTo>
                  <a:cubicBezTo>
                    <a:pt x="72645" y="71647"/>
                    <a:pt x="70728" y="67064"/>
                    <a:pt x="66979" y="66064"/>
                  </a:cubicBezTo>
                  <a:lnTo>
                    <a:pt x="66979" y="66064"/>
                  </a:lnTo>
                  <a:close/>
                </a:path>
              </a:pathLst>
            </a:custGeom>
            <a:grpFill/>
            <a:ln w="8332" cap="flat">
              <a:noFill/>
              <a:prstDash val="solid"/>
              <a:miter/>
            </a:ln>
          </p:spPr>
          <p:txBody>
            <a:bodyPr rtlCol="0" anchor="ctr"/>
            <a:lstStyle/>
            <a:p>
              <a:endParaRPr lang="en-US"/>
            </a:p>
          </p:txBody>
        </p:sp>
        <p:sp>
          <p:nvSpPr>
            <p:cNvPr id="2016" name="Freeform: Shape 2015"/>
            <p:cNvSpPr/>
            <p:nvPr/>
          </p:nvSpPr>
          <p:spPr>
            <a:xfrm>
              <a:off x="11158575" y="1253709"/>
              <a:ext cx="81742" cy="95315"/>
            </a:xfrm>
            <a:custGeom>
              <a:avLst/>
              <a:gdLst>
                <a:gd name="connsiteX0" fmla="*/ 75433 w 81742"/>
                <a:gd name="connsiteY0" fmla="*/ 80515 h 95315"/>
                <a:gd name="connsiteX1" fmla="*/ 54519 w 81742"/>
                <a:gd name="connsiteY1" fmla="*/ 68349 h 95315"/>
                <a:gd name="connsiteX2" fmla="*/ 66768 w 81742"/>
                <a:gd name="connsiteY2" fmla="*/ 47934 h 95315"/>
                <a:gd name="connsiteX3" fmla="*/ 58352 w 81742"/>
                <a:gd name="connsiteY3" fmla="*/ 41352 h 95315"/>
                <a:gd name="connsiteX4" fmla="*/ 41353 w 81742"/>
                <a:gd name="connsiteY4" fmla="*/ 68433 h 95315"/>
                <a:gd name="connsiteX5" fmla="*/ 14272 w 81742"/>
                <a:gd name="connsiteY5" fmla="*/ 47851 h 95315"/>
                <a:gd name="connsiteX6" fmla="*/ 30771 w 81742"/>
                <a:gd name="connsiteY6" fmla="*/ 6355 h 95315"/>
                <a:gd name="connsiteX7" fmla="*/ 26439 w 81742"/>
                <a:gd name="connsiteY7" fmla="*/ 605 h 95315"/>
                <a:gd name="connsiteX8" fmla="*/ 1857 w 81742"/>
                <a:gd name="connsiteY8" fmla="*/ 53517 h 95315"/>
                <a:gd name="connsiteX9" fmla="*/ 43020 w 81742"/>
                <a:gd name="connsiteY9" fmla="*/ 79515 h 95315"/>
                <a:gd name="connsiteX10" fmla="*/ 57436 w 81742"/>
                <a:gd name="connsiteY10" fmla="*/ 93847 h 95315"/>
                <a:gd name="connsiteX11" fmla="*/ 79350 w 81742"/>
                <a:gd name="connsiteY11" fmla="*/ 90264 h 95315"/>
                <a:gd name="connsiteX12" fmla="*/ 75433 w 81742"/>
                <a:gd name="connsiteY12" fmla="*/ 80515 h 95315"/>
                <a:gd name="connsiteX13" fmla="*/ 75433 w 81742"/>
                <a:gd name="connsiteY13" fmla="*/ 80515 h 95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1742" h="95315">
                  <a:moveTo>
                    <a:pt x="75433" y="80515"/>
                  </a:moveTo>
                  <a:cubicBezTo>
                    <a:pt x="67268" y="81348"/>
                    <a:pt x="54186" y="79681"/>
                    <a:pt x="54519" y="68349"/>
                  </a:cubicBezTo>
                  <a:cubicBezTo>
                    <a:pt x="54769" y="60517"/>
                    <a:pt x="62352" y="53684"/>
                    <a:pt x="66768" y="47934"/>
                  </a:cubicBezTo>
                  <a:cubicBezTo>
                    <a:pt x="71018" y="42518"/>
                    <a:pt x="62602" y="35935"/>
                    <a:pt x="58352" y="41352"/>
                  </a:cubicBezTo>
                  <a:cubicBezTo>
                    <a:pt x="51936" y="49601"/>
                    <a:pt x="42687" y="58100"/>
                    <a:pt x="41353" y="68433"/>
                  </a:cubicBezTo>
                  <a:cubicBezTo>
                    <a:pt x="29688" y="65349"/>
                    <a:pt x="18106" y="60683"/>
                    <a:pt x="14272" y="47851"/>
                  </a:cubicBezTo>
                  <a:cubicBezTo>
                    <a:pt x="9106" y="30519"/>
                    <a:pt x="17023" y="16604"/>
                    <a:pt x="30771" y="6355"/>
                  </a:cubicBezTo>
                  <a:cubicBezTo>
                    <a:pt x="34521" y="3605"/>
                    <a:pt x="30271" y="-1811"/>
                    <a:pt x="26439" y="605"/>
                  </a:cubicBezTo>
                  <a:cubicBezTo>
                    <a:pt x="8273" y="12188"/>
                    <a:pt x="-5059" y="31102"/>
                    <a:pt x="1857" y="53517"/>
                  </a:cubicBezTo>
                  <a:cubicBezTo>
                    <a:pt x="7023" y="70099"/>
                    <a:pt x="25438" y="84181"/>
                    <a:pt x="43020" y="79515"/>
                  </a:cubicBezTo>
                  <a:cubicBezTo>
                    <a:pt x="45770" y="85681"/>
                    <a:pt x="51353" y="91180"/>
                    <a:pt x="57436" y="93847"/>
                  </a:cubicBezTo>
                  <a:cubicBezTo>
                    <a:pt x="65351" y="97180"/>
                    <a:pt x="72601" y="94347"/>
                    <a:pt x="79350" y="90264"/>
                  </a:cubicBezTo>
                  <a:cubicBezTo>
                    <a:pt x="84517" y="87347"/>
                    <a:pt x="80434" y="80015"/>
                    <a:pt x="75433" y="80515"/>
                  </a:cubicBezTo>
                  <a:lnTo>
                    <a:pt x="75433" y="80515"/>
                  </a:lnTo>
                  <a:close/>
                </a:path>
              </a:pathLst>
            </a:custGeom>
            <a:grpFill/>
            <a:ln w="8332" cap="flat">
              <a:noFill/>
              <a:prstDash val="solid"/>
              <a:miter/>
            </a:ln>
          </p:spPr>
          <p:txBody>
            <a:bodyPr rtlCol="0" anchor="ctr"/>
            <a:lstStyle/>
            <a:p>
              <a:endParaRPr lang="en-US"/>
            </a:p>
          </p:txBody>
        </p:sp>
        <p:sp>
          <p:nvSpPr>
            <p:cNvPr id="2017" name="Freeform: Shape 2016"/>
            <p:cNvSpPr/>
            <p:nvPr/>
          </p:nvSpPr>
          <p:spPr>
            <a:xfrm>
              <a:off x="11176620" y="1188242"/>
              <a:ext cx="32767" cy="47806"/>
            </a:xfrm>
            <a:custGeom>
              <a:avLst/>
              <a:gdLst>
                <a:gd name="connsiteX0" fmla="*/ 27725 w 32767"/>
                <a:gd name="connsiteY0" fmla="*/ 35492 h 47806"/>
                <a:gd name="connsiteX1" fmla="*/ 13477 w 32767"/>
                <a:gd name="connsiteY1" fmla="*/ 24826 h 47806"/>
                <a:gd name="connsiteX2" fmla="*/ 21142 w 32767"/>
                <a:gd name="connsiteY2" fmla="*/ 8161 h 47806"/>
                <a:gd name="connsiteX3" fmla="*/ 11143 w 32767"/>
                <a:gd name="connsiteY3" fmla="*/ 2328 h 47806"/>
                <a:gd name="connsiteX4" fmla="*/ 144 w 32767"/>
                <a:gd name="connsiteY4" fmla="*/ 30492 h 47806"/>
                <a:gd name="connsiteX5" fmla="*/ 27808 w 32767"/>
                <a:gd name="connsiteY5" fmla="*/ 47240 h 47806"/>
                <a:gd name="connsiteX6" fmla="*/ 27725 w 32767"/>
                <a:gd name="connsiteY6" fmla="*/ 35492 h 47806"/>
                <a:gd name="connsiteX7" fmla="*/ 27725 w 32767"/>
                <a:gd name="connsiteY7" fmla="*/ 35492 h 47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767" h="47806">
                  <a:moveTo>
                    <a:pt x="27725" y="35492"/>
                  </a:moveTo>
                  <a:cubicBezTo>
                    <a:pt x="21059" y="34908"/>
                    <a:pt x="12310" y="33492"/>
                    <a:pt x="13477" y="24826"/>
                  </a:cubicBezTo>
                  <a:cubicBezTo>
                    <a:pt x="14310" y="18826"/>
                    <a:pt x="18309" y="13327"/>
                    <a:pt x="21142" y="8161"/>
                  </a:cubicBezTo>
                  <a:cubicBezTo>
                    <a:pt x="24225" y="2411"/>
                    <a:pt x="14560" y="-3338"/>
                    <a:pt x="11143" y="2328"/>
                  </a:cubicBezTo>
                  <a:cubicBezTo>
                    <a:pt x="6061" y="10744"/>
                    <a:pt x="-1105" y="20076"/>
                    <a:pt x="144" y="30492"/>
                  </a:cubicBezTo>
                  <a:cubicBezTo>
                    <a:pt x="1727" y="44824"/>
                    <a:pt x="15226" y="49573"/>
                    <a:pt x="27808" y="47240"/>
                  </a:cubicBezTo>
                  <a:cubicBezTo>
                    <a:pt x="34141" y="46074"/>
                    <a:pt x="34724" y="36158"/>
                    <a:pt x="27725" y="35492"/>
                  </a:cubicBezTo>
                  <a:lnTo>
                    <a:pt x="27725" y="35492"/>
                  </a:lnTo>
                  <a:close/>
                </a:path>
              </a:pathLst>
            </a:custGeom>
            <a:grpFill/>
            <a:ln w="8332" cap="flat">
              <a:noFill/>
              <a:prstDash val="solid"/>
              <a:miter/>
            </a:ln>
          </p:spPr>
          <p:txBody>
            <a:bodyPr rtlCol="0" anchor="ctr"/>
            <a:lstStyle/>
            <a:p>
              <a:endParaRPr lang="en-US"/>
            </a:p>
          </p:txBody>
        </p:sp>
        <p:sp>
          <p:nvSpPr>
            <p:cNvPr id="2018" name="Freeform: Shape 2017"/>
            <p:cNvSpPr/>
            <p:nvPr/>
          </p:nvSpPr>
          <p:spPr>
            <a:xfrm>
              <a:off x="11211645" y="1103044"/>
              <a:ext cx="110100" cy="58638"/>
            </a:xfrm>
            <a:custGeom>
              <a:avLst/>
              <a:gdLst>
                <a:gd name="connsiteX0" fmla="*/ 109773 w 110100"/>
                <a:gd name="connsiteY0" fmla="*/ 36697 h 58638"/>
                <a:gd name="connsiteX1" fmla="*/ 77359 w 110100"/>
                <a:gd name="connsiteY1" fmla="*/ 2200 h 58638"/>
                <a:gd name="connsiteX2" fmla="*/ 35196 w 110100"/>
                <a:gd name="connsiteY2" fmla="*/ 10699 h 58638"/>
                <a:gd name="connsiteX3" fmla="*/ 32946 w 110100"/>
                <a:gd name="connsiteY3" fmla="*/ 12199 h 58638"/>
                <a:gd name="connsiteX4" fmla="*/ 27530 w 110100"/>
                <a:gd name="connsiteY4" fmla="*/ 11199 h 58638"/>
                <a:gd name="connsiteX5" fmla="*/ 9532 w 110100"/>
                <a:gd name="connsiteY5" fmla="*/ 20031 h 58638"/>
                <a:gd name="connsiteX6" fmla="*/ 3532 w 110100"/>
                <a:gd name="connsiteY6" fmla="*/ 55945 h 58638"/>
                <a:gd name="connsiteX7" fmla="*/ 12031 w 110100"/>
                <a:gd name="connsiteY7" fmla="*/ 52445 h 58638"/>
                <a:gd name="connsiteX8" fmla="*/ 33780 w 110100"/>
                <a:gd name="connsiteY8" fmla="*/ 23781 h 58638"/>
                <a:gd name="connsiteX9" fmla="*/ 39278 w 110100"/>
                <a:gd name="connsiteY9" fmla="*/ 23114 h 58638"/>
                <a:gd name="connsiteX10" fmla="*/ 50111 w 110100"/>
                <a:gd name="connsiteY10" fmla="*/ 16865 h 58638"/>
                <a:gd name="connsiteX11" fmla="*/ 83692 w 110100"/>
                <a:gd name="connsiteY11" fmla="*/ 24448 h 58638"/>
                <a:gd name="connsiteX12" fmla="*/ 105356 w 110100"/>
                <a:gd name="connsiteY12" fmla="*/ 42446 h 58638"/>
                <a:gd name="connsiteX13" fmla="*/ 109773 w 110100"/>
                <a:gd name="connsiteY13" fmla="*/ 36697 h 58638"/>
                <a:gd name="connsiteX14" fmla="*/ 109773 w 110100"/>
                <a:gd name="connsiteY14" fmla="*/ 36697 h 58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0100" h="58638">
                  <a:moveTo>
                    <a:pt x="109773" y="36697"/>
                  </a:moveTo>
                  <a:cubicBezTo>
                    <a:pt x="104440" y="24531"/>
                    <a:pt x="89524" y="7699"/>
                    <a:pt x="77359" y="2200"/>
                  </a:cubicBezTo>
                  <a:cubicBezTo>
                    <a:pt x="63944" y="-3883"/>
                    <a:pt x="46778" y="3866"/>
                    <a:pt x="35196" y="10699"/>
                  </a:cubicBezTo>
                  <a:cubicBezTo>
                    <a:pt x="33862" y="11449"/>
                    <a:pt x="33029" y="11949"/>
                    <a:pt x="32946" y="12199"/>
                  </a:cubicBezTo>
                  <a:cubicBezTo>
                    <a:pt x="31196" y="11949"/>
                    <a:pt x="29280" y="11199"/>
                    <a:pt x="27530" y="11199"/>
                  </a:cubicBezTo>
                  <a:cubicBezTo>
                    <a:pt x="20614" y="11282"/>
                    <a:pt x="14281" y="15282"/>
                    <a:pt x="9532" y="20031"/>
                  </a:cubicBezTo>
                  <a:cubicBezTo>
                    <a:pt x="-1051" y="30614"/>
                    <a:pt x="-2468" y="42863"/>
                    <a:pt x="3532" y="55945"/>
                  </a:cubicBezTo>
                  <a:cubicBezTo>
                    <a:pt x="6032" y="61278"/>
                    <a:pt x="14197" y="57945"/>
                    <a:pt x="12031" y="52445"/>
                  </a:cubicBezTo>
                  <a:cubicBezTo>
                    <a:pt x="6699" y="38863"/>
                    <a:pt x="16697" y="17948"/>
                    <a:pt x="33780" y="23781"/>
                  </a:cubicBezTo>
                  <a:cubicBezTo>
                    <a:pt x="35446" y="24364"/>
                    <a:pt x="37863" y="24448"/>
                    <a:pt x="39278" y="23114"/>
                  </a:cubicBezTo>
                  <a:cubicBezTo>
                    <a:pt x="42528" y="19948"/>
                    <a:pt x="45862" y="18531"/>
                    <a:pt x="50111" y="16865"/>
                  </a:cubicBezTo>
                  <a:cubicBezTo>
                    <a:pt x="63693" y="11782"/>
                    <a:pt x="73442" y="13365"/>
                    <a:pt x="83692" y="24448"/>
                  </a:cubicBezTo>
                  <a:cubicBezTo>
                    <a:pt x="90025" y="31280"/>
                    <a:pt x="95857" y="40363"/>
                    <a:pt x="105356" y="42446"/>
                  </a:cubicBezTo>
                  <a:cubicBezTo>
                    <a:pt x="108523" y="43196"/>
                    <a:pt x="111022" y="39446"/>
                    <a:pt x="109773" y="36697"/>
                  </a:cubicBezTo>
                  <a:lnTo>
                    <a:pt x="109773" y="36697"/>
                  </a:lnTo>
                  <a:close/>
                </a:path>
              </a:pathLst>
            </a:custGeom>
            <a:grpFill/>
            <a:ln w="8332" cap="flat">
              <a:noFill/>
              <a:prstDash val="solid"/>
              <a:miter/>
            </a:ln>
          </p:spPr>
          <p:txBody>
            <a:bodyPr rtlCol="0" anchor="ctr"/>
            <a:lstStyle/>
            <a:p>
              <a:endParaRPr lang="en-US"/>
            </a:p>
          </p:txBody>
        </p:sp>
        <p:sp>
          <p:nvSpPr>
            <p:cNvPr id="2019" name="Freeform: Shape 2018"/>
            <p:cNvSpPr/>
            <p:nvPr/>
          </p:nvSpPr>
          <p:spPr>
            <a:xfrm>
              <a:off x="11335949" y="1200554"/>
              <a:ext cx="40113" cy="116369"/>
            </a:xfrm>
            <a:custGeom>
              <a:avLst/>
              <a:gdLst>
                <a:gd name="connsiteX0" fmla="*/ 32964 w 40113"/>
                <a:gd name="connsiteY0" fmla="*/ 54094 h 116369"/>
                <a:gd name="connsiteX1" fmla="*/ 34381 w 40113"/>
                <a:gd name="connsiteY1" fmla="*/ 12264 h 116369"/>
                <a:gd name="connsiteX2" fmla="*/ 3800 w 40113"/>
                <a:gd name="connsiteY2" fmla="*/ 432 h 116369"/>
                <a:gd name="connsiteX3" fmla="*/ 3800 w 40113"/>
                <a:gd name="connsiteY3" fmla="*/ 7681 h 116369"/>
                <a:gd name="connsiteX4" fmla="*/ 20048 w 40113"/>
                <a:gd name="connsiteY4" fmla="*/ 55427 h 116369"/>
                <a:gd name="connsiteX5" fmla="*/ 21299 w 40113"/>
                <a:gd name="connsiteY5" fmla="*/ 88841 h 116369"/>
                <a:gd name="connsiteX6" fmla="*/ 1467 w 40113"/>
                <a:gd name="connsiteY6" fmla="*/ 107089 h 116369"/>
                <a:gd name="connsiteX7" fmla="*/ 8300 w 40113"/>
                <a:gd name="connsiteY7" fmla="*/ 116088 h 116369"/>
                <a:gd name="connsiteX8" fmla="*/ 37797 w 40113"/>
                <a:gd name="connsiteY8" fmla="*/ 87674 h 116369"/>
                <a:gd name="connsiteX9" fmla="*/ 32964 w 40113"/>
                <a:gd name="connsiteY9" fmla="*/ 54094 h 116369"/>
                <a:gd name="connsiteX10" fmla="*/ 32964 w 40113"/>
                <a:gd name="connsiteY10" fmla="*/ 54094 h 11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113" h="116369">
                  <a:moveTo>
                    <a:pt x="32964" y="54094"/>
                  </a:moveTo>
                  <a:cubicBezTo>
                    <a:pt x="27298" y="41512"/>
                    <a:pt x="40880" y="27013"/>
                    <a:pt x="34381" y="12264"/>
                  </a:cubicBezTo>
                  <a:cubicBezTo>
                    <a:pt x="28631" y="-651"/>
                    <a:pt x="15966" y="-651"/>
                    <a:pt x="3800" y="432"/>
                  </a:cubicBezTo>
                  <a:cubicBezTo>
                    <a:pt x="-283" y="849"/>
                    <a:pt x="-366" y="7598"/>
                    <a:pt x="3800" y="7681"/>
                  </a:cubicBezTo>
                  <a:cubicBezTo>
                    <a:pt x="37464" y="8514"/>
                    <a:pt x="12550" y="38678"/>
                    <a:pt x="20048" y="55427"/>
                  </a:cubicBezTo>
                  <a:cubicBezTo>
                    <a:pt x="25632" y="68009"/>
                    <a:pt x="31131" y="75592"/>
                    <a:pt x="21299" y="88841"/>
                  </a:cubicBezTo>
                  <a:cubicBezTo>
                    <a:pt x="15882" y="96090"/>
                    <a:pt x="7633" y="100590"/>
                    <a:pt x="1467" y="107089"/>
                  </a:cubicBezTo>
                  <a:cubicBezTo>
                    <a:pt x="-2866" y="111672"/>
                    <a:pt x="3300" y="117755"/>
                    <a:pt x="8300" y="116088"/>
                  </a:cubicBezTo>
                  <a:cubicBezTo>
                    <a:pt x="21882" y="111505"/>
                    <a:pt x="32547" y="101006"/>
                    <a:pt x="37797" y="87674"/>
                  </a:cubicBezTo>
                  <a:cubicBezTo>
                    <a:pt x="43130" y="73925"/>
                    <a:pt x="38297" y="65926"/>
                    <a:pt x="32964" y="54094"/>
                  </a:cubicBezTo>
                  <a:lnTo>
                    <a:pt x="32964" y="54094"/>
                  </a:lnTo>
                  <a:close/>
                </a:path>
              </a:pathLst>
            </a:custGeom>
            <a:grpFill/>
            <a:ln w="8332" cap="flat">
              <a:noFill/>
              <a:prstDash val="solid"/>
              <a:miter/>
            </a:ln>
          </p:spPr>
          <p:txBody>
            <a:bodyPr rtlCol="0" anchor="ctr"/>
            <a:lstStyle/>
            <a:p>
              <a:endParaRPr lang="en-US"/>
            </a:p>
          </p:txBody>
        </p:sp>
        <p:sp>
          <p:nvSpPr>
            <p:cNvPr id="2020" name="Freeform: Shape 2019"/>
            <p:cNvSpPr/>
            <p:nvPr/>
          </p:nvSpPr>
          <p:spPr>
            <a:xfrm>
              <a:off x="11301539" y="1312357"/>
              <a:ext cx="21162" cy="55822"/>
            </a:xfrm>
            <a:custGeom>
              <a:avLst/>
              <a:gdLst>
                <a:gd name="connsiteX0" fmla="*/ 16129 w 21162"/>
                <a:gd name="connsiteY0" fmla="*/ 2701 h 55822"/>
                <a:gd name="connsiteX1" fmla="*/ 8130 w 21162"/>
                <a:gd name="connsiteY1" fmla="*/ 6034 h 55822"/>
                <a:gd name="connsiteX2" fmla="*/ 10547 w 21162"/>
                <a:gd name="connsiteY2" fmla="*/ 29532 h 55822"/>
                <a:gd name="connsiteX3" fmla="*/ 297 w 21162"/>
                <a:gd name="connsiteY3" fmla="*/ 50447 h 55822"/>
                <a:gd name="connsiteX4" fmla="*/ 5297 w 21162"/>
                <a:gd name="connsiteY4" fmla="*/ 55447 h 55822"/>
                <a:gd name="connsiteX5" fmla="*/ 16129 w 21162"/>
                <a:gd name="connsiteY5" fmla="*/ 2701 h 55822"/>
                <a:gd name="connsiteX6" fmla="*/ 16129 w 21162"/>
                <a:gd name="connsiteY6" fmla="*/ 2701 h 55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162" h="55822">
                  <a:moveTo>
                    <a:pt x="16129" y="2701"/>
                  </a:moveTo>
                  <a:cubicBezTo>
                    <a:pt x="14380" y="-2631"/>
                    <a:pt x="6463" y="702"/>
                    <a:pt x="8130" y="6034"/>
                  </a:cubicBezTo>
                  <a:cubicBezTo>
                    <a:pt x="10547" y="13700"/>
                    <a:pt x="12796" y="21616"/>
                    <a:pt x="10547" y="29532"/>
                  </a:cubicBezTo>
                  <a:cubicBezTo>
                    <a:pt x="8546" y="36782"/>
                    <a:pt x="3547" y="43614"/>
                    <a:pt x="297" y="50447"/>
                  </a:cubicBezTo>
                  <a:cubicBezTo>
                    <a:pt x="-1036" y="53280"/>
                    <a:pt x="2380" y="57030"/>
                    <a:pt x="5297" y="55447"/>
                  </a:cubicBezTo>
                  <a:cubicBezTo>
                    <a:pt x="26378" y="44281"/>
                    <a:pt x="22462" y="21533"/>
                    <a:pt x="16129" y="2701"/>
                  </a:cubicBezTo>
                  <a:lnTo>
                    <a:pt x="16129" y="2701"/>
                  </a:lnTo>
                  <a:close/>
                </a:path>
              </a:pathLst>
            </a:custGeom>
            <a:grpFill/>
            <a:ln w="8332" cap="flat">
              <a:noFill/>
              <a:prstDash val="solid"/>
              <a:miter/>
            </a:ln>
          </p:spPr>
          <p:txBody>
            <a:bodyPr rtlCol="0" anchor="ctr"/>
            <a:lstStyle/>
            <a:p>
              <a:endParaRPr lang="en-US"/>
            </a:p>
          </p:txBody>
        </p:sp>
        <p:sp>
          <p:nvSpPr>
            <p:cNvPr id="2021" name="Freeform: Shape 2020"/>
            <p:cNvSpPr/>
            <p:nvPr/>
          </p:nvSpPr>
          <p:spPr>
            <a:xfrm>
              <a:off x="8582575" y="351717"/>
              <a:ext cx="682643" cy="534136"/>
            </a:xfrm>
            <a:custGeom>
              <a:avLst/>
              <a:gdLst>
                <a:gd name="connsiteX0" fmla="*/ 592703 w 682643"/>
                <a:gd name="connsiteY0" fmla="*/ 72338 h 534136"/>
                <a:gd name="connsiteX1" fmla="*/ 583454 w 682643"/>
                <a:gd name="connsiteY1" fmla="*/ 44008 h 534136"/>
                <a:gd name="connsiteX2" fmla="*/ 556373 w 682643"/>
                <a:gd name="connsiteY2" fmla="*/ 21676 h 534136"/>
                <a:gd name="connsiteX3" fmla="*/ 513460 w 682643"/>
                <a:gd name="connsiteY3" fmla="*/ 6011 h 534136"/>
                <a:gd name="connsiteX4" fmla="*/ 481630 w 682643"/>
                <a:gd name="connsiteY4" fmla="*/ 595 h 534136"/>
                <a:gd name="connsiteX5" fmla="*/ 396470 w 682643"/>
                <a:gd name="connsiteY5" fmla="*/ 7261 h 534136"/>
                <a:gd name="connsiteX6" fmla="*/ 229986 w 682643"/>
                <a:gd name="connsiteY6" fmla="*/ 61423 h 534136"/>
                <a:gd name="connsiteX7" fmla="*/ 85499 w 682643"/>
                <a:gd name="connsiteY7" fmla="*/ 155581 h 534136"/>
                <a:gd name="connsiteX8" fmla="*/ 41920 w 682643"/>
                <a:gd name="connsiteY8" fmla="*/ 216825 h 534136"/>
                <a:gd name="connsiteX9" fmla="*/ 28338 w 682643"/>
                <a:gd name="connsiteY9" fmla="*/ 281569 h 534136"/>
                <a:gd name="connsiteX10" fmla="*/ 43419 w 682643"/>
                <a:gd name="connsiteY10" fmla="*/ 303734 h 534136"/>
                <a:gd name="connsiteX11" fmla="*/ 33420 w 682643"/>
                <a:gd name="connsiteY11" fmla="*/ 312983 h 534136"/>
                <a:gd name="connsiteX12" fmla="*/ 1923 w 682643"/>
                <a:gd name="connsiteY12" fmla="*/ 348563 h 534136"/>
                <a:gd name="connsiteX13" fmla="*/ 7673 w 682643"/>
                <a:gd name="connsiteY13" fmla="*/ 370478 h 534136"/>
                <a:gd name="connsiteX14" fmla="*/ 43336 w 682643"/>
                <a:gd name="connsiteY14" fmla="*/ 364812 h 534136"/>
                <a:gd name="connsiteX15" fmla="*/ 68417 w 682643"/>
                <a:gd name="connsiteY15" fmla="*/ 354813 h 534136"/>
                <a:gd name="connsiteX16" fmla="*/ 68168 w 682643"/>
                <a:gd name="connsiteY16" fmla="*/ 397059 h 534136"/>
                <a:gd name="connsiteX17" fmla="*/ 88749 w 682643"/>
                <a:gd name="connsiteY17" fmla="*/ 412641 h 534136"/>
                <a:gd name="connsiteX18" fmla="*/ 95414 w 682643"/>
                <a:gd name="connsiteY18" fmla="*/ 452554 h 534136"/>
                <a:gd name="connsiteX19" fmla="*/ 91832 w 682643"/>
                <a:gd name="connsiteY19" fmla="*/ 462303 h 534136"/>
                <a:gd name="connsiteX20" fmla="*/ 99164 w 682643"/>
                <a:gd name="connsiteY20" fmla="*/ 493300 h 534136"/>
                <a:gd name="connsiteX21" fmla="*/ 150243 w 682643"/>
                <a:gd name="connsiteY21" fmla="*/ 533963 h 534136"/>
                <a:gd name="connsiteX22" fmla="*/ 232653 w 682643"/>
                <a:gd name="connsiteY22" fmla="*/ 521714 h 534136"/>
                <a:gd name="connsiteX23" fmla="*/ 322228 w 682643"/>
                <a:gd name="connsiteY23" fmla="*/ 495967 h 534136"/>
                <a:gd name="connsiteX24" fmla="*/ 411803 w 682643"/>
                <a:gd name="connsiteY24" fmla="*/ 468219 h 534136"/>
                <a:gd name="connsiteX25" fmla="*/ 501711 w 682643"/>
                <a:gd name="connsiteY25" fmla="*/ 431389 h 534136"/>
                <a:gd name="connsiteX26" fmla="*/ 656448 w 682643"/>
                <a:gd name="connsiteY26" fmla="*/ 331232 h 534136"/>
                <a:gd name="connsiteX27" fmla="*/ 679696 w 682643"/>
                <a:gd name="connsiteY27" fmla="*/ 298401 h 534136"/>
                <a:gd name="connsiteX28" fmla="*/ 680529 w 682643"/>
                <a:gd name="connsiteY28" fmla="*/ 255572 h 534136"/>
                <a:gd name="connsiteX29" fmla="*/ 640449 w 682643"/>
                <a:gd name="connsiteY29" fmla="*/ 202077 h 534136"/>
                <a:gd name="connsiteX30" fmla="*/ 644865 w 682643"/>
                <a:gd name="connsiteY30" fmla="*/ 189578 h 534136"/>
                <a:gd name="connsiteX31" fmla="*/ 645282 w 682643"/>
                <a:gd name="connsiteY31" fmla="*/ 156497 h 534136"/>
                <a:gd name="connsiteX32" fmla="*/ 629950 w 682643"/>
                <a:gd name="connsiteY32" fmla="*/ 132250 h 534136"/>
                <a:gd name="connsiteX33" fmla="*/ 650115 w 682643"/>
                <a:gd name="connsiteY33" fmla="*/ 103335 h 534136"/>
                <a:gd name="connsiteX34" fmla="*/ 592703 w 682643"/>
                <a:gd name="connsiteY34" fmla="*/ 72338 h 534136"/>
                <a:gd name="connsiteX35" fmla="*/ 592703 w 682643"/>
                <a:gd name="connsiteY35" fmla="*/ 72338 h 534136"/>
                <a:gd name="connsiteX36" fmla="*/ 55585 w 682643"/>
                <a:gd name="connsiteY36" fmla="*/ 225574 h 534136"/>
                <a:gd name="connsiteX37" fmla="*/ 95831 w 682643"/>
                <a:gd name="connsiteY37" fmla="*/ 167330 h 534136"/>
                <a:gd name="connsiteX38" fmla="*/ 224653 w 682643"/>
                <a:gd name="connsiteY38" fmla="*/ 80088 h 534136"/>
                <a:gd name="connsiteX39" fmla="*/ 384472 w 682643"/>
                <a:gd name="connsiteY39" fmla="*/ 23259 h 534136"/>
                <a:gd name="connsiteX40" fmla="*/ 404387 w 682643"/>
                <a:gd name="connsiteY40" fmla="*/ 19010 h 534136"/>
                <a:gd name="connsiteX41" fmla="*/ 443883 w 682643"/>
                <a:gd name="connsiteY41" fmla="*/ 16343 h 534136"/>
                <a:gd name="connsiteX42" fmla="*/ 513293 w 682643"/>
                <a:gd name="connsiteY42" fmla="*/ 20676 h 534136"/>
                <a:gd name="connsiteX43" fmla="*/ 546707 w 682643"/>
                <a:gd name="connsiteY43" fmla="*/ 33842 h 534136"/>
                <a:gd name="connsiteX44" fmla="*/ 573038 w 682643"/>
                <a:gd name="connsiteY44" fmla="*/ 58590 h 534136"/>
                <a:gd name="connsiteX45" fmla="*/ 568622 w 682643"/>
                <a:gd name="connsiteY45" fmla="*/ 94586 h 534136"/>
                <a:gd name="connsiteX46" fmla="*/ 540042 w 682643"/>
                <a:gd name="connsiteY46" fmla="*/ 122750 h 534136"/>
                <a:gd name="connsiteX47" fmla="*/ 476797 w 682643"/>
                <a:gd name="connsiteY47" fmla="*/ 159664 h 534136"/>
                <a:gd name="connsiteX48" fmla="*/ 341893 w 682643"/>
                <a:gd name="connsiteY48" fmla="*/ 219075 h 534136"/>
                <a:gd name="connsiteX49" fmla="*/ 201155 w 682643"/>
                <a:gd name="connsiteY49" fmla="*/ 274320 h 534136"/>
                <a:gd name="connsiteX50" fmla="*/ 130994 w 682643"/>
                <a:gd name="connsiteY50" fmla="*/ 293818 h 534136"/>
                <a:gd name="connsiteX51" fmla="*/ 91082 w 682643"/>
                <a:gd name="connsiteY51" fmla="*/ 296818 h 534136"/>
                <a:gd name="connsiteX52" fmla="*/ 55669 w 682643"/>
                <a:gd name="connsiteY52" fmla="*/ 292652 h 534136"/>
                <a:gd name="connsiteX53" fmla="*/ 55585 w 682643"/>
                <a:gd name="connsiteY53" fmla="*/ 225574 h 534136"/>
                <a:gd name="connsiteX54" fmla="*/ 55585 w 682643"/>
                <a:gd name="connsiteY54" fmla="*/ 225574 h 534136"/>
                <a:gd name="connsiteX55" fmla="*/ 154493 w 682643"/>
                <a:gd name="connsiteY55" fmla="*/ 439055 h 534136"/>
                <a:gd name="connsiteX56" fmla="*/ 200406 w 682643"/>
                <a:gd name="connsiteY56" fmla="*/ 411641 h 534136"/>
                <a:gd name="connsiteX57" fmla="*/ 216904 w 682643"/>
                <a:gd name="connsiteY57" fmla="*/ 394309 h 534136"/>
                <a:gd name="connsiteX58" fmla="*/ 240401 w 682643"/>
                <a:gd name="connsiteY58" fmla="*/ 392476 h 534136"/>
                <a:gd name="connsiteX59" fmla="*/ 241985 w 682643"/>
                <a:gd name="connsiteY59" fmla="*/ 392059 h 534136"/>
                <a:gd name="connsiteX60" fmla="*/ 222404 w 682643"/>
                <a:gd name="connsiteY60" fmla="*/ 417890 h 534136"/>
                <a:gd name="connsiteX61" fmla="*/ 171824 w 682643"/>
                <a:gd name="connsiteY61" fmla="*/ 444055 h 534136"/>
                <a:gd name="connsiteX62" fmla="*/ 121662 w 682643"/>
                <a:gd name="connsiteY62" fmla="*/ 452471 h 534136"/>
                <a:gd name="connsiteX63" fmla="*/ 99664 w 682643"/>
                <a:gd name="connsiteY63" fmla="*/ 425806 h 534136"/>
                <a:gd name="connsiteX64" fmla="*/ 99831 w 682643"/>
                <a:gd name="connsiteY64" fmla="*/ 413141 h 534136"/>
                <a:gd name="connsiteX65" fmla="*/ 106581 w 682643"/>
                <a:gd name="connsiteY65" fmla="*/ 411891 h 534136"/>
                <a:gd name="connsiteX66" fmla="*/ 119163 w 682643"/>
                <a:gd name="connsiteY66" fmla="*/ 407641 h 534136"/>
                <a:gd name="connsiteX67" fmla="*/ 154493 w 682643"/>
                <a:gd name="connsiteY67" fmla="*/ 439055 h 534136"/>
                <a:gd name="connsiteX68" fmla="*/ 154493 w 682643"/>
                <a:gd name="connsiteY68" fmla="*/ 439055 h 534136"/>
                <a:gd name="connsiteX69" fmla="*/ 122495 w 682643"/>
                <a:gd name="connsiteY69" fmla="*/ 406808 h 534136"/>
                <a:gd name="connsiteX70" fmla="*/ 133745 w 682643"/>
                <a:gd name="connsiteY70" fmla="*/ 407725 h 534136"/>
                <a:gd name="connsiteX71" fmla="*/ 154076 w 682643"/>
                <a:gd name="connsiteY71" fmla="*/ 415224 h 534136"/>
                <a:gd name="connsiteX72" fmla="*/ 179074 w 682643"/>
                <a:gd name="connsiteY72" fmla="*/ 405892 h 534136"/>
                <a:gd name="connsiteX73" fmla="*/ 189990 w 682643"/>
                <a:gd name="connsiteY73" fmla="*/ 396559 h 534136"/>
                <a:gd name="connsiteX74" fmla="*/ 197655 w 682643"/>
                <a:gd name="connsiteY74" fmla="*/ 385893 h 534136"/>
                <a:gd name="connsiteX75" fmla="*/ 205988 w 682643"/>
                <a:gd name="connsiteY75" fmla="*/ 390893 h 534136"/>
                <a:gd name="connsiteX76" fmla="*/ 200822 w 682643"/>
                <a:gd name="connsiteY76" fmla="*/ 396309 h 534136"/>
                <a:gd name="connsiteX77" fmla="*/ 175657 w 682643"/>
                <a:gd name="connsiteY77" fmla="*/ 417224 h 534136"/>
                <a:gd name="connsiteX78" fmla="*/ 122495 w 682643"/>
                <a:gd name="connsiteY78" fmla="*/ 406808 h 534136"/>
                <a:gd name="connsiteX79" fmla="*/ 122495 w 682643"/>
                <a:gd name="connsiteY79" fmla="*/ 406808 h 534136"/>
                <a:gd name="connsiteX80" fmla="*/ 665530 w 682643"/>
                <a:gd name="connsiteY80" fmla="*/ 270904 h 534136"/>
                <a:gd name="connsiteX81" fmla="*/ 657698 w 682643"/>
                <a:gd name="connsiteY81" fmla="*/ 305401 h 534136"/>
                <a:gd name="connsiteX82" fmla="*/ 635199 w 682643"/>
                <a:gd name="connsiteY82" fmla="*/ 332315 h 534136"/>
                <a:gd name="connsiteX83" fmla="*/ 504461 w 682643"/>
                <a:gd name="connsiteY83" fmla="*/ 415641 h 534136"/>
                <a:gd name="connsiteX84" fmla="*/ 369973 w 682643"/>
                <a:gd name="connsiteY84" fmla="*/ 470469 h 534136"/>
                <a:gd name="connsiteX85" fmla="*/ 299480 w 682643"/>
                <a:gd name="connsiteY85" fmla="*/ 490884 h 534136"/>
                <a:gd name="connsiteX86" fmla="*/ 232319 w 682643"/>
                <a:gd name="connsiteY86" fmla="*/ 511299 h 534136"/>
                <a:gd name="connsiteX87" fmla="*/ 189323 w 682643"/>
                <a:gd name="connsiteY87" fmla="*/ 519215 h 534136"/>
                <a:gd name="connsiteX88" fmla="*/ 150826 w 682643"/>
                <a:gd name="connsiteY88" fmla="*/ 522381 h 534136"/>
                <a:gd name="connsiteX89" fmla="*/ 104497 w 682643"/>
                <a:gd name="connsiteY89" fmla="*/ 459720 h 534136"/>
                <a:gd name="connsiteX90" fmla="*/ 151826 w 682643"/>
                <a:gd name="connsiteY90" fmla="*/ 462803 h 534136"/>
                <a:gd name="connsiteX91" fmla="*/ 257817 w 682643"/>
                <a:gd name="connsiteY91" fmla="*/ 387726 h 534136"/>
                <a:gd name="connsiteX92" fmla="*/ 361391 w 682643"/>
                <a:gd name="connsiteY92" fmla="*/ 398726 h 534136"/>
                <a:gd name="connsiteX93" fmla="*/ 423968 w 682643"/>
                <a:gd name="connsiteY93" fmla="*/ 335981 h 534136"/>
                <a:gd name="connsiteX94" fmla="*/ 522459 w 682643"/>
                <a:gd name="connsiteY94" fmla="*/ 332731 h 534136"/>
                <a:gd name="connsiteX95" fmla="*/ 559206 w 682643"/>
                <a:gd name="connsiteY95" fmla="*/ 297568 h 534136"/>
                <a:gd name="connsiteX96" fmla="*/ 565706 w 682643"/>
                <a:gd name="connsiteY96" fmla="*/ 267071 h 534136"/>
                <a:gd name="connsiteX97" fmla="*/ 618367 w 682643"/>
                <a:gd name="connsiteY97" fmla="*/ 259738 h 534136"/>
                <a:gd name="connsiteX98" fmla="*/ 639115 w 682643"/>
                <a:gd name="connsiteY98" fmla="*/ 218825 h 534136"/>
                <a:gd name="connsiteX99" fmla="*/ 654281 w 682643"/>
                <a:gd name="connsiteY99" fmla="*/ 232241 h 534136"/>
                <a:gd name="connsiteX100" fmla="*/ 665530 w 682643"/>
                <a:gd name="connsiteY100" fmla="*/ 270904 h 534136"/>
                <a:gd name="connsiteX101" fmla="*/ 665530 w 682643"/>
                <a:gd name="connsiteY101" fmla="*/ 270904 h 534136"/>
                <a:gd name="connsiteX102" fmla="*/ 325561 w 682643"/>
                <a:gd name="connsiteY102" fmla="*/ 376228 h 534136"/>
                <a:gd name="connsiteX103" fmla="*/ 359057 w 682643"/>
                <a:gd name="connsiteY103" fmla="*/ 372978 h 534136"/>
                <a:gd name="connsiteX104" fmla="*/ 391471 w 682643"/>
                <a:gd name="connsiteY104" fmla="*/ 338648 h 534136"/>
                <a:gd name="connsiteX105" fmla="*/ 412219 w 682643"/>
                <a:gd name="connsiteY105" fmla="*/ 329148 h 534136"/>
                <a:gd name="connsiteX106" fmla="*/ 405554 w 682643"/>
                <a:gd name="connsiteY106" fmla="*/ 350063 h 534136"/>
                <a:gd name="connsiteX107" fmla="*/ 389221 w 682643"/>
                <a:gd name="connsiteY107" fmla="*/ 366478 h 534136"/>
                <a:gd name="connsiteX108" fmla="*/ 349309 w 682643"/>
                <a:gd name="connsiteY108" fmla="*/ 389726 h 534136"/>
                <a:gd name="connsiteX109" fmla="*/ 258567 w 682643"/>
                <a:gd name="connsiteY109" fmla="*/ 384560 h 534136"/>
                <a:gd name="connsiteX110" fmla="*/ 258567 w 682643"/>
                <a:gd name="connsiteY110" fmla="*/ 384477 h 534136"/>
                <a:gd name="connsiteX111" fmla="*/ 265399 w 682643"/>
                <a:gd name="connsiteY111" fmla="*/ 379144 h 534136"/>
                <a:gd name="connsiteX112" fmla="*/ 274065 w 682643"/>
                <a:gd name="connsiteY112" fmla="*/ 368895 h 534136"/>
                <a:gd name="connsiteX113" fmla="*/ 285231 w 682643"/>
                <a:gd name="connsiteY113" fmla="*/ 363145 h 534136"/>
                <a:gd name="connsiteX114" fmla="*/ 307813 w 682643"/>
                <a:gd name="connsiteY114" fmla="*/ 365978 h 534136"/>
                <a:gd name="connsiteX115" fmla="*/ 325561 w 682643"/>
                <a:gd name="connsiteY115" fmla="*/ 376228 h 534136"/>
                <a:gd name="connsiteX116" fmla="*/ 325561 w 682643"/>
                <a:gd name="connsiteY116" fmla="*/ 376228 h 534136"/>
                <a:gd name="connsiteX117" fmla="*/ 316812 w 682643"/>
                <a:gd name="connsiteY117" fmla="*/ 364479 h 534136"/>
                <a:gd name="connsiteX118" fmla="*/ 339810 w 682643"/>
                <a:gd name="connsiteY118" fmla="*/ 354063 h 534136"/>
                <a:gd name="connsiteX119" fmla="*/ 363474 w 682643"/>
                <a:gd name="connsiteY119" fmla="*/ 338148 h 534136"/>
                <a:gd name="connsiteX120" fmla="*/ 380972 w 682643"/>
                <a:gd name="connsiteY120" fmla="*/ 339731 h 534136"/>
                <a:gd name="connsiteX121" fmla="*/ 378306 w 682643"/>
                <a:gd name="connsiteY121" fmla="*/ 345064 h 534136"/>
                <a:gd name="connsiteX122" fmla="*/ 350725 w 682643"/>
                <a:gd name="connsiteY122" fmla="*/ 366728 h 534136"/>
                <a:gd name="connsiteX123" fmla="*/ 331394 w 682643"/>
                <a:gd name="connsiteY123" fmla="*/ 368645 h 534136"/>
                <a:gd name="connsiteX124" fmla="*/ 316812 w 682643"/>
                <a:gd name="connsiteY124" fmla="*/ 364479 h 534136"/>
                <a:gd name="connsiteX125" fmla="*/ 316812 w 682643"/>
                <a:gd name="connsiteY125" fmla="*/ 364479 h 534136"/>
                <a:gd name="connsiteX126" fmla="*/ 420802 w 682643"/>
                <a:gd name="connsiteY126" fmla="*/ 321399 h 534136"/>
                <a:gd name="connsiteX127" fmla="*/ 427468 w 682643"/>
                <a:gd name="connsiteY127" fmla="*/ 312483 h 534136"/>
                <a:gd name="connsiteX128" fmla="*/ 434885 w 682643"/>
                <a:gd name="connsiteY128" fmla="*/ 306234 h 534136"/>
                <a:gd name="connsiteX129" fmla="*/ 464631 w 682643"/>
                <a:gd name="connsiteY129" fmla="*/ 320066 h 534136"/>
                <a:gd name="connsiteX130" fmla="*/ 497129 w 682643"/>
                <a:gd name="connsiteY130" fmla="*/ 312983 h 534136"/>
                <a:gd name="connsiteX131" fmla="*/ 524959 w 682643"/>
                <a:gd name="connsiteY131" fmla="*/ 296651 h 534136"/>
                <a:gd name="connsiteX132" fmla="*/ 530209 w 682643"/>
                <a:gd name="connsiteY132" fmla="*/ 286736 h 534136"/>
                <a:gd name="connsiteX133" fmla="*/ 530376 w 682643"/>
                <a:gd name="connsiteY133" fmla="*/ 277653 h 534136"/>
                <a:gd name="connsiteX134" fmla="*/ 546707 w 682643"/>
                <a:gd name="connsiteY134" fmla="*/ 271987 h 534136"/>
                <a:gd name="connsiteX135" fmla="*/ 554457 w 682643"/>
                <a:gd name="connsiteY135" fmla="*/ 267404 h 534136"/>
                <a:gd name="connsiteX136" fmla="*/ 553624 w 682643"/>
                <a:gd name="connsiteY136" fmla="*/ 280736 h 534136"/>
                <a:gd name="connsiteX137" fmla="*/ 540791 w 682643"/>
                <a:gd name="connsiteY137" fmla="*/ 304067 h 534136"/>
                <a:gd name="connsiteX138" fmla="*/ 506461 w 682643"/>
                <a:gd name="connsiteY138" fmla="*/ 327565 h 534136"/>
                <a:gd name="connsiteX139" fmla="*/ 423386 w 682643"/>
                <a:gd name="connsiteY139" fmla="*/ 329815 h 534136"/>
                <a:gd name="connsiteX140" fmla="*/ 421219 w 682643"/>
                <a:gd name="connsiteY140" fmla="*/ 322066 h 534136"/>
                <a:gd name="connsiteX141" fmla="*/ 420802 w 682643"/>
                <a:gd name="connsiteY141" fmla="*/ 321399 h 534136"/>
                <a:gd name="connsiteX142" fmla="*/ 420802 w 682643"/>
                <a:gd name="connsiteY142" fmla="*/ 321399 h 534136"/>
                <a:gd name="connsiteX143" fmla="*/ 445549 w 682643"/>
                <a:gd name="connsiteY143" fmla="*/ 307567 h 534136"/>
                <a:gd name="connsiteX144" fmla="*/ 490212 w 682643"/>
                <a:gd name="connsiteY144" fmla="*/ 294068 h 534136"/>
                <a:gd name="connsiteX145" fmla="*/ 517211 w 682643"/>
                <a:gd name="connsiteY145" fmla="*/ 278570 h 534136"/>
                <a:gd name="connsiteX146" fmla="*/ 521543 w 682643"/>
                <a:gd name="connsiteY146" fmla="*/ 278653 h 534136"/>
                <a:gd name="connsiteX147" fmla="*/ 521459 w 682643"/>
                <a:gd name="connsiteY147" fmla="*/ 280570 h 534136"/>
                <a:gd name="connsiteX148" fmla="*/ 503462 w 682643"/>
                <a:gd name="connsiteY148" fmla="*/ 299234 h 534136"/>
                <a:gd name="connsiteX149" fmla="*/ 471631 w 682643"/>
                <a:gd name="connsiteY149" fmla="*/ 310650 h 534136"/>
                <a:gd name="connsiteX150" fmla="*/ 445549 w 682643"/>
                <a:gd name="connsiteY150" fmla="*/ 307567 h 534136"/>
                <a:gd name="connsiteX151" fmla="*/ 445549 w 682643"/>
                <a:gd name="connsiteY151" fmla="*/ 307567 h 534136"/>
                <a:gd name="connsiteX152" fmla="*/ 564539 w 682643"/>
                <a:gd name="connsiteY152" fmla="*/ 262654 h 534136"/>
                <a:gd name="connsiteX153" fmla="*/ 563623 w 682643"/>
                <a:gd name="connsiteY153" fmla="*/ 260071 h 534136"/>
                <a:gd name="connsiteX154" fmla="*/ 568539 w 682643"/>
                <a:gd name="connsiteY154" fmla="*/ 254738 h 534136"/>
                <a:gd name="connsiteX155" fmla="*/ 585621 w 682643"/>
                <a:gd name="connsiteY155" fmla="*/ 236823 h 534136"/>
                <a:gd name="connsiteX156" fmla="*/ 602202 w 682643"/>
                <a:gd name="connsiteY156" fmla="*/ 235157 h 534136"/>
                <a:gd name="connsiteX157" fmla="*/ 627200 w 682643"/>
                <a:gd name="connsiteY157" fmla="*/ 221408 h 534136"/>
                <a:gd name="connsiteX158" fmla="*/ 602036 w 682643"/>
                <a:gd name="connsiteY158" fmla="*/ 258321 h 534136"/>
                <a:gd name="connsiteX159" fmla="*/ 564539 w 682643"/>
                <a:gd name="connsiteY159" fmla="*/ 262654 h 534136"/>
                <a:gd name="connsiteX160" fmla="*/ 564539 w 682643"/>
                <a:gd name="connsiteY160" fmla="*/ 262654 h 534136"/>
                <a:gd name="connsiteX161" fmla="*/ 633033 w 682643"/>
                <a:gd name="connsiteY161" fmla="*/ 167330 h 534136"/>
                <a:gd name="connsiteX162" fmla="*/ 619285 w 682643"/>
                <a:gd name="connsiteY162" fmla="*/ 208826 h 534136"/>
                <a:gd name="connsiteX163" fmla="*/ 578455 w 682643"/>
                <a:gd name="connsiteY163" fmla="*/ 224908 h 534136"/>
                <a:gd name="connsiteX164" fmla="*/ 557956 w 682643"/>
                <a:gd name="connsiteY164" fmla="*/ 243240 h 534136"/>
                <a:gd name="connsiteX165" fmla="*/ 520210 w 682643"/>
                <a:gd name="connsiteY165" fmla="*/ 264404 h 534136"/>
                <a:gd name="connsiteX166" fmla="*/ 491295 w 682643"/>
                <a:gd name="connsiteY166" fmla="*/ 268987 h 534136"/>
                <a:gd name="connsiteX167" fmla="*/ 455716 w 682643"/>
                <a:gd name="connsiteY167" fmla="*/ 292818 h 534136"/>
                <a:gd name="connsiteX168" fmla="*/ 426634 w 682643"/>
                <a:gd name="connsiteY168" fmla="*/ 289402 h 534136"/>
                <a:gd name="connsiteX169" fmla="*/ 402387 w 682643"/>
                <a:gd name="connsiteY169" fmla="*/ 315983 h 534136"/>
                <a:gd name="connsiteX170" fmla="*/ 361974 w 682643"/>
                <a:gd name="connsiteY170" fmla="*/ 322732 h 534136"/>
                <a:gd name="connsiteX171" fmla="*/ 344725 w 682643"/>
                <a:gd name="connsiteY171" fmla="*/ 329648 h 534136"/>
                <a:gd name="connsiteX172" fmla="*/ 308479 w 682643"/>
                <a:gd name="connsiteY172" fmla="*/ 353230 h 534136"/>
                <a:gd name="connsiteX173" fmla="*/ 285731 w 682643"/>
                <a:gd name="connsiteY173" fmla="*/ 351396 h 534136"/>
                <a:gd name="connsiteX174" fmla="*/ 276731 w 682643"/>
                <a:gd name="connsiteY174" fmla="*/ 350313 h 534136"/>
                <a:gd name="connsiteX175" fmla="*/ 258483 w 682643"/>
                <a:gd name="connsiteY175" fmla="*/ 367062 h 534136"/>
                <a:gd name="connsiteX176" fmla="*/ 220987 w 682643"/>
                <a:gd name="connsiteY176" fmla="*/ 380644 h 534136"/>
                <a:gd name="connsiteX177" fmla="*/ 215737 w 682643"/>
                <a:gd name="connsiteY177" fmla="*/ 380227 h 534136"/>
                <a:gd name="connsiteX178" fmla="*/ 194906 w 682643"/>
                <a:gd name="connsiteY178" fmla="*/ 371811 h 534136"/>
                <a:gd name="connsiteX179" fmla="*/ 168408 w 682643"/>
                <a:gd name="connsiteY179" fmla="*/ 395476 h 534136"/>
                <a:gd name="connsiteX180" fmla="*/ 141660 w 682643"/>
                <a:gd name="connsiteY180" fmla="*/ 397142 h 534136"/>
                <a:gd name="connsiteX181" fmla="*/ 129328 w 682643"/>
                <a:gd name="connsiteY181" fmla="*/ 392559 h 534136"/>
                <a:gd name="connsiteX182" fmla="*/ 100831 w 682643"/>
                <a:gd name="connsiteY182" fmla="*/ 399559 h 534136"/>
                <a:gd name="connsiteX183" fmla="*/ 74916 w 682643"/>
                <a:gd name="connsiteY183" fmla="*/ 381560 h 534136"/>
                <a:gd name="connsiteX184" fmla="*/ 76250 w 682643"/>
                <a:gd name="connsiteY184" fmla="*/ 355229 h 534136"/>
                <a:gd name="connsiteX185" fmla="*/ 94748 w 682643"/>
                <a:gd name="connsiteY185" fmla="*/ 366312 h 534136"/>
                <a:gd name="connsiteX186" fmla="*/ 129911 w 682643"/>
                <a:gd name="connsiteY186" fmla="*/ 368145 h 534136"/>
                <a:gd name="connsiteX187" fmla="*/ 163909 w 682643"/>
                <a:gd name="connsiteY187" fmla="*/ 343564 h 534136"/>
                <a:gd name="connsiteX188" fmla="*/ 182741 w 682643"/>
                <a:gd name="connsiteY188" fmla="*/ 327565 h 534136"/>
                <a:gd name="connsiteX189" fmla="*/ 219403 w 682643"/>
                <a:gd name="connsiteY189" fmla="*/ 326565 h 534136"/>
                <a:gd name="connsiteX190" fmla="*/ 257067 w 682643"/>
                <a:gd name="connsiteY190" fmla="*/ 318566 h 534136"/>
                <a:gd name="connsiteX191" fmla="*/ 305895 w 682643"/>
                <a:gd name="connsiteY191" fmla="*/ 285319 h 534136"/>
                <a:gd name="connsiteX192" fmla="*/ 350142 w 682643"/>
                <a:gd name="connsiteY192" fmla="*/ 281153 h 534136"/>
                <a:gd name="connsiteX193" fmla="*/ 394387 w 682643"/>
                <a:gd name="connsiteY193" fmla="*/ 254988 h 534136"/>
                <a:gd name="connsiteX194" fmla="*/ 415386 w 682643"/>
                <a:gd name="connsiteY194" fmla="*/ 239407 h 534136"/>
                <a:gd name="connsiteX195" fmla="*/ 446466 w 682643"/>
                <a:gd name="connsiteY195" fmla="*/ 231574 h 534136"/>
                <a:gd name="connsiteX196" fmla="*/ 490379 w 682643"/>
                <a:gd name="connsiteY196" fmla="*/ 217242 h 534136"/>
                <a:gd name="connsiteX197" fmla="*/ 532542 w 682643"/>
                <a:gd name="connsiteY197" fmla="*/ 185078 h 534136"/>
                <a:gd name="connsiteX198" fmla="*/ 555956 w 682643"/>
                <a:gd name="connsiteY198" fmla="*/ 180328 h 534136"/>
                <a:gd name="connsiteX199" fmla="*/ 574788 w 682643"/>
                <a:gd name="connsiteY199" fmla="*/ 167330 h 534136"/>
                <a:gd name="connsiteX200" fmla="*/ 602536 w 682643"/>
                <a:gd name="connsiteY200" fmla="*/ 146165 h 534136"/>
                <a:gd name="connsiteX201" fmla="*/ 618951 w 682643"/>
                <a:gd name="connsiteY201" fmla="*/ 138582 h 534136"/>
                <a:gd name="connsiteX202" fmla="*/ 633033 w 682643"/>
                <a:gd name="connsiteY202" fmla="*/ 167330 h 534136"/>
                <a:gd name="connsiteX203" fmla="*/ 633033 w 682643"/>
                <a:gd name="connsiteY203" fmla="*/ 167330 h 534136"/>
                <a:gd name="connsiteX204" fmla="*/ 616784 w 682643"/>
                <a:gd name="connsiteY204" fmla="*/ 123834 h 534136"/>
                <a:gd name="connsiteX205" fmla="*/ 578787 w 682643"/>
                <a:gd name="connsiteY205" fmla="*/ 142999 h 534136"/>
                <a:gd name="connsiteX206" fmla="*/ 544457 w 682643"/>
                <a:gd name="connsiteY206" fmla="*/ 166580 h 534136"/>
                <a:gd name="connsiteX207" fmla="*/ 511711 w 682643"/>
                <a:gd name="connsiteY207" fmla="*/ 179162 h 534136"/>
                <a:gd name="connsiteX208" fmla="*/ 481213 w 682643"/>
                <a:gd name="connsiteY208" fmla="*/ 204993 h 534136"/>
                <a:gd name="connsiteX209" fmla="*/ 399054 w 682643"/>
                <a:gd name="connsiteY209" fmla="*/ 234240 h 534136"/>
                <a:gd name="connsiteX210" fmla="*/ 371723 w 682643"/>
                <a:gd name="connsiteY210" fmla="*/ 256822 h 534136"/>
                <a:gd name="connsiteX211" fmla="*/ 325227 w 682643"/>
                <a:gd name="connsiteY211" fmla="*/ 269904 h 534136"/>
                <a:gd name="connsiteX212" fmla="*/ 292147 w 682643"/>
                <a:gd name="connsiteY212" fmla="*/ 274153 h 534136"/>
                <a:gd name="connsiteX213" fmla="*/ 257484 w 682643"/>
                <a:gd name="connsiteY213" fmla="*/ 298735 h 534136"/>
                <a:gd name="connsiteX214" fmla="*/ 217154 w 682643"/>
                <a:gd name="connsiteY214" fmla="*/ 311150 h 534136"/>
                <a:gd name="connsiteX215" fmla="*/ 182490 w 682643"/>
                <a:gd name="connsiteY215" fmla="*/ 311817 h 534136"/>
                <a:gd name="connsiteX216" fmla="*/ 117663 w 682643"/>
                <a:gd name="connsiteY216" fmla="*/ 358729 h 534136"/>
                <a:gd name="connsiteX217" fmla="*/ 80083 w 682643"/>
                <a:gd name="connsiteY217" fmla="*/ 342897 h 534136"/>
                <a:gd name="connsiteX218" fmla="*/ 47086 w 682643"/>
                <a:gd name="connsiteY218" fmla="*/ 349897 h 534136"/>
                <a:gd name="connsiteX219" fmla="*/ 22171 w 682643"/>
                <a:gd name="connsiteY219" fmla="*/ 357813 h 534136"/>
                <a:gd name="connsiteX220" fmla="*/ 17672 w 682643"/>
                <a:gd name="connsiteY220" fmla="*/ 348563 h 534136"/>
                <a:gd name="connsiteX221" fmla="*/ 25088 w 682643"/>
                <a:gd name="connsiteY221" fmla="*/ 339564 h 534136"/>
                <a:gd name="connsiteX222" fmla="*/ 38920 w 682643"/>
                <a:gd name="connsiteY222" fmla="*/ 323232 h 534136"/>
                <a:gd name="connsiteX223" fmla="*/ 53335 w 682643"/>
                <a:gd name="connsiteY223" fmla="*/ 308400 h 534136"/>
                <a:gd name="connsiteX224" fmla="*/ 74417 w 682643"/>
                <a:gd name="connsiteY224" fmla="*/ 311817 h 534136"/>
                <a:gd name="connsiteX225" fmla="*/ 155576 w 682643"/>
                <a:gd name="connsiteY225" fmla="*/ 305151 h 534136"/>
                <a:gd name="connsiteX226" fmla="*/ 316895 w 682643"/>
                <a:gd name="connsiteY226" fmla="*/ 245573 h 534136"/>
                <a:gd name="connsiteX227" fmla="*/ 484296 w 682643"/>
                <a:gd name="connsiteY227" fmla="*/ 170996 h 534136"/>
                <a:gd name="connsiteX228" fmla="*/ 553290 w 682643"/>
                <a:gd name="connsiteY228" fmla="*/ 131250 h 534136"/>
                <a:gd name="connsiteX229" fmla="*/ 591203 w 682643"/>
                <a:gd name="connsiteY229" fmla="*/ 86504 h 534136"/>
                <a:gd name="connsiteX230" fmla="*/ 623533 w 682643"/>
                <a:gd name="connsiteY230" fmla="*/ 88087 h 534136"/>
                <a:gd name="connsiteX231" fmla="*/ 616784 w 682643"/>
                <a:gd name="connsiteY231" fmla="*/ 123834 h 534136"/>
                <a:gd name="connsiteX232" fmla="*/ 616784 w 682643"/>
                <a:gd name="connsiteY232" fmla="*/ 123834 h 534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682643" h="534136">
                  <a:moveTo>
                    <a:pt x="592703" y="72338"/>
                  </a:moveTo>
                  <a:cubicBezTo>
                    <a:pt x="592286" y="62423"/>
                    <a:pt x="588454" y="52257"/>
                    <a:pt x="583454" y="44008"/>
                  </a:cubicBezTo>
                  <a:cubicBezTo>
                    <a:pt x="577121" y="33508"/>
                    <a:pt x="566205" y="28342"/>
                    <a:pt x="556373" y="21676"/>
                  </a:cubicBezTo>
                  <a:cubicBezTo>
                    <a:pt x="543541" y="13010"/>
                    <a:pt x="528709" y="8344"/>
                    <a:pt x="513460" y="6011"/>
                  </a:cubicBezTo>
                  <a:cubicBezTo>
                    <a:pt x="503378" y="3261"/>
                    <a:pt x="492879" y="1428"/>
                    <a:pt x="481630" y="595"/>
                  </a:cubicBezTo>
                  <a:cubicBezTo>
                    <a:pt x="452799" y="-1405"/>
                    <a:pt x="424718" y="1845"/>
                    <a:pt x="396470" y="7261"/>
                  </a:cubicBezTo>
                  <a:cubicBezTo>
                    <a:pt x="338726" y="18343"/>
                    <a:pt x="283231" y="36591"/>
                    <a:pt x="229986" y="61423"/>
                  </a:cubicBezTo>
                  <a:cubicBezTo>
                    <a:pt x="176991" y="86170"/>
                    <a:pt x="126912" y="113585"/>
                    <a:pt x="85499" y="155581"/>
                  </a:cubicBezTo>
                  <a:cubicBezTo>
                    <a:pt x="67834" y="173579"/>
                    <a:pt x="52669" y="193994"/>
                    <a:pt x="41920" y="216825"/>
                  </a:cubicBezTo>
                  <a:cubicBezTo>
                    <a:pt x="32920" y="236073"/>
                    <a:pt x="23422" y="260071"/>
                    <a:pt x="28338" y="281569"/>
                  </a:cubicBezTo>
                  <a:cubicBezTo>
                    <a:pt x="30837" y="292652"/>
                    <a:pt x="36253" y="299401"/>
                    <a:pt x="43419" y="303734"/>
                  </a:cubicBezTo>
                  <a:cubicBezTo>
                    <a:pt x="39670" y="306401"/>
                    <a:pt x="36336" y="310067"/>
                    <a:pt x="33420" y="312983"/>
                  </a:cubicBezTo>
                  <a:cubicBezTo>
                    <a:pt x="23338" y="323149"/>
                    <a:pt x="7840" y="335398"/>
                    <a:pt x="1923" y="348563"/>
                  </a:cubicBezTo>
                  <a:cubicBezTo>
                    <a:pt x="-1576" y="356479"/>
                    <a:pt x="-660" y="366395"/>
                    <a:pt x="7673" y="370478"/>
                  </a:cubicBezTo>
                  <a:cubicBezTo>
                    <a:pt x="17505" y="375311"/>
                    <a:pt x="34003" y="368145"/>
                    <a:pt x="43336" y="364812"/>
                  </a:cubicBezTo>
                  <a:cubicBezTo>
                    <a:pt x="51752" y="361812"/>
                    <a:pt x="59418" y="356229"/>
                    <a:pt x="68417" y="354813"/>
                  </a:cubicBezTo>
                  <a:cubicBezTo>
                    <a:pt x="62084" y="366145"/>
                    <a:pt x="63584" y="387227"/>
                    <a:pt x="68168" y="397059"/>
                  </a:cubicBezTo>
                  <a:cubicBezTo>
                    <a:pt x="72500" y="406308"/>
                    <a:pt x="80083" y="411141"/>
                    <a:pt x="88749" y="412641"/>
                  </a:cubicBezTo>
                  <a:cubicBezTo>
                    <a:pt x="85165" y="425806"/>
                    <a:pt x="86666" y="442722"/>
                    <a:pt x="95414" y="452554"/>
                  </a:cubicBezTo>
                  <a:cubicBezTo>
                    <a:pt x="93165" y="455054"/>
                    <a:pt x="92331" y="459053"/>
                    <a:pt x="91832" y="462303"/>
                  </a:cubicBezTo>
                  <a:cubicBezTo>
                    <a:pt x="90248" y="472386"/>
                    <a:pt x="94165" y="484718"/>
                    <a:pt x="99164" y="493300"/>
                  </a:cubicBezTo>
                  <a:cubicBezTo>
                    <a:pt x="110163" y="512299"/>
                    <a:pt x="126661" y="532630"/>
                    <a:pt x="150243" y="533963"/>
                  </a:cubicBezTo>
                  <a:cubicBezTo>
                    <a:pt x="176907" y="535380"/>
                    <a:pt x="206822" y="527797"/>
                    <a:pt x="232653" y="521714"/>
                  </a:cubicBezTo>
                  <a:cubicBezTo>
                    <a:pt x="262900" y="514465"/>
                    <a:pt x="292480" y="505299"/>
                    <a:pt x="322228" y="495967"/>
                  </a:cubicBezTo>
                  <a:cubicBezTo>
                    <a:pt x="352308" y="486551"/>
                    <a:pt x="382139" y="479635"/>
                    <a:pt x="411803" y="468219"/>
                  </a:cubicBezTo>
                  <a:cubicBezTo>
                    <a:pt x="441967" y="456554"/>
                    <a:pt x="472048" y="444555"/>
                    <a:pt x="501711" y="431389"/>
                  </a:cubicBezTo>
                  <a:cubicBezTo>
                    <a:pt x="557540" y="406641"/>
                    <a:pt x="614701" y="376728"/>
                    <a:pt x="656448" y="331232"/>
                  </a:cubicBezTo>
                  <a:cubicBezTo>
                    <a:pt x="665030" y="321816"/>
                    <a:pt x="675612" y="310733"/>
                    <a:pt x="679696" y="298401"/>
                  </a:cubicBezTo>
                  <a:cubicBezTo>
                    <a:pt x="684028" y="285319"/>
                    <a:pt x="682945" y="268904"/>
                    <a:pt x="680529" y="255572"/>
                  </a:cubicBezTo>
                  <a:cubicBezTo>
                    <a:pt x="675862" y="229907"/>
                    <a:pt x="664031" y="210076"/>
                    <a:pt x="640449" y="202077"/>
                  </a:cubicBezTo>
                  <a:cubicBezTo>
                    <a:pt x="642282" y="198077"/>
                    <a:pt x="643782" y="193911"/>
                    <a:pt x="644865" y="189578"/>
                  </a:cubicBezTo>
                  <a:cubicBezTo>
                    <a:pt x="647615" y="179079"/>
                    <a:pt x="648365" y="166996"/>
                    <a:pt x="645282" y="156497"/>
                  </a:cubicBezTo>
                  <a:cubicBezTo>
                    <a:pt x="642448" y="146915"/>
                    <a:pt x="635950" y="139749"/>
                    <a:pt x="629950" y="132250"/>
                  </a:cubicBezTo>
                  <a:cubicBezTo>
                    <a:pt x="640033" y="125333"/>
                    <a:pt x="648865" y="116084"/>
                    <a:pt x="650115" y="103335"/>
                  </a:cubicBezTo>
                  <a:cubicBezTo>
                    <a:pt x="653448" y="69838"/>
                    <a:pt x="617784" y="71172"/>
                    <a:pt x="592703" y="72338"/>
                  </a:cubicBezTo>
                  <a:lnTo>
                    <a:pt x="592703" y="72338"/>
                  </a:lnTo>
                  <a:close/>
                  <a:moveTo>
                    <a:pt x="55585" y="225574"/>
                  </a:moveTo>
                  <a:cubicBezTo>
                    <a:pt x="65417" y="203826"/>
                    <a:pt x="79333" y="184495"/>
                    <a:pt x="95831" y="167330"/>
                  </a:cubicBezTo>
                  <a:cubicBezTo>
                    <a:pt x="132495" y="129000"/>
                    <a:pt x="177241" y="103002"/>
                    <a:pt x="224653" y="80088"/>
                  </a:cubicBezTo>
                  <a:cubicBezTo>
                    <a:pt x="276065" y="55173"/>
                    <a:pt x="328810" y="36341"/>
                    <a:pt x="384472" y="23259"/>
                  </a:cubicBezTo>
                  <a:cubicBezTo>
                    <a:pt x="391139" y="21676"/>
                    <a:pt x="397721" y="20260"/>
                    <a:pt x="404387" y="19010"/>
                  </a:cubicBezTo>
                  <a:cubicBezTo>
                    <a:pt x="417385" y="17343"/>
                    <a:pt x="430551" y="16343"/>
                    <a:pt x="443883" y="16343"/>
                  </a:cubicBezTo>
                  <a:cubicBezTo>
                    <a:pt x="466881" y="16343"/>
                    <a:pt x="490629" y="16093"/>
                    <a:pt x="513293" y="20676"/>
                  </a:cubicBezTo>
                  <a:cubicBezTo>
                    <a:pt x="525126" y="23093"/>
                    <a:pt x="536708" y="26926"/>
                    <a:pt x="546707" y="33842"/>
                  </a:cubicBezTo>
                  <a:cubicBezTo>
                    <a:pt x="556956" y="40924"/>
                    <a:pt x="567789" y="46674"/>
                    <a:pt x="573038" y="58590"/>
                  </a:cubicBezTo>
                  <a:cubicBezTo>
                    <a:pt x="579121" y="72422"/>
                    <a:pt x="577372" y="82587"/>
                    <a:pt x="568622" y="94586"/>
                  </a:cubicBezTo>
                  <a:cubicBezTo>
                    <a:pt x="560706" y="105335"/>
                    <a:pt x="550707" y="114918"/>
                    <a:pt x="540042" y="122750"/>
                  </a:cubicBezTo>
                  <a:cubicBezTo>
                    <a:pt x="520294" y="137166"/>
                    <a:pt x="498379" y="148331"/>
                    <a:pt x="476797" y="159664"/>
                  </a:cubicBezTo>
                  <a:cubicBezTo>
                    <a:pt x="433217" y="182412"/>
                    <a:pt x="387805" y="201493"/>
                    <a:pt x="341893" y="219075"/>
                  </a:cubicBezTo>
                  <a:cubicBezTo>
                    <a:pt x="294813" y="237073"/>
                    <a:pt x="248651" y="257238"/>
                    <a:pt x="201155" y="274320"/>
                  </a:cubicBezTo>
                  <a:cubicBezTo>
                    <a:pt x="178157" y="282569"/>
                    <a:pt x="154992" y="289319"/>
                    <a:pt x="130994" y="293818"/>
                  </a:cubicBezTo>
                  <a:cubicBezTo>
                    <a:pt x="117746" y="296318"/>
                    <a:pt x="104664" y="297485"/>
                    <a:pt x="91082" y="296818"/>
                  </a:cubicBezTo>
                  <a:cubicBezTo>
                    <a:pt x="80249" y="296235"/>
                    <a:pt x="65667" y="297235"/>
                    <a:pt x="55669" y="292652"/>
                  </a:cubicBezTo>
                  <a:cubicBezTo>
                    <a:pt x="31421" y="281653"/>
                    <a:pt x="47669" y="243073"/>
                    <a:pt x="55585" y="225574"/>
                  </a:cubicBezTo>
                  <a:lnTo>
                    <a:pt x="55585" y="225574"/>
                  </a:lnTo>
                  <a:close/>
                  <a:moveTo>
                    <a:pt x="154493" y="439055"/>
                  </a:moveTo>
                  <a:cubicBezTo>
                    <a:pt x="172075" y="434889"/>
                    <a:pt x="187073" y="423307"/>
                    <a:pt x="200406" y="411641"/>
                  </a:cubicBezTo>
                  <a:cubicBezTo>
                    <a:pt x="207321" y="405642"/>
                    <a:pt x="212904" y="400809"/>
                    <a:pt x="216904" y="394309"/>
                  </a:cubicBezTo>
                  <a:cubicBezTo>
                    <a:pt x="223736" y="395392"/>
                    <a:pt x="231152" y="394726"/>
                    <a:pt x="240401" y="392476"/>
                  </a:cubicBezTo>
                  <a:cubicBezTo>
                    <a:pt x="240985" y="392309"/>
                    <a:pt x="241485" y="392143"/>
                    <a:pt x="241985" y="392059"/>
                  </a:cubicBezTo>
                  <a:cubicBezTo>
                    <a:pt x="236402" y="401392"/>
                    <a:pt x="230486" y="410475"/>
                    <a:pt x="222404" y="417890"/>
                  </a:cubicBezTo>
                  <a:cubicBezTo>
                    <a:pt x="208571" y="430473"/>
                    <a:pt x="189573" y="438639"/>
                    <a:pt x="171824" y="444055"/>
                  </a:cubicBezTo>
                  <a:cubicBezTo>
                    <a:pt x="155660" y="448888"/>
                    <a:pt x="138744" y="456554"/>
                    <a:pt x="121662" y="452471"/>
                  </a:cubicBezTo>
                  <a:cubicBezTo>
                    <a:pt x="107913" y="449221"/>
                    <a:pt x="99331" y="440638"/>
                    <a:pt x="99664" y="425806"/>
                  </a:cubicBezTo>
                  <a:cubicBezTo>
                    <a:pt x="99747" y="421557"/>
                    <a:pt x="99998" y="417390"/>
                    <a:pt x="99831" y="413141"/>
                  </a:cubicBezTo>
                  <a:cubicBezTo>
                    <a:pt x="102081" y="412891"/>
                    <a:pt x="104331" y="412474"/>
                    <a:pt x="106581" y="411891"/>
                  </a:cubicBezTo>
                  <a:cubicBezTo>
                    <a:pt x="110914" y="410808"/>
                    <a:pt x="114997" y="408891"/>
                    <a:pt x="119163" y="407641"/>
                  </a:cubicBezTo>
                  <a:cubicBezTo>
                    <a:pt x="114913" y="429639"/>
                    <a:pt x="130828" y="444638"/>
                    <a:pt x="154493" y="439055"/>
                  </a:cubicBezTo>
                  <a:lnTo>
                    <a:pt x="154493" y="439055"/>
                  </a:lnTo>
                  <a:close/>
                  <a:moveTo>
                    <a:pt x="122495" y="406808"/>
                  </a:moveTo>
                  <a:cubicBezTo>
                    <a:pt x="126162" y="406058"/>
                    <a:pt x="129828" y="406058"/>
                    <a:pt x="133745" y="407725"/>
                  </a:cubicBezTo>
                  <a:cubicBezTo>
                    <a:pt x="141078" y="410891"/>
                    <a:pt x="145577" y="415224"/>
                    <a:pt x="154076" y="415224"/>
                  </a:cubicBezTo>
                  <a:cubicBezTo>
                    <a:pt x="163325" y="415224"/>
                    <a:pt x="171741" y="411308"/>
                    <a:pt x="179074" y="405892"/>
                  </a:cubicBezTo>
                  <a:cubicBezTo>
                    <a:pt x="182824" y="403142"/>
                    <a:pt x="186657" y="399975"/>
                    <a:pt x="189990" y="396559"/>
                  </a:cubicBezTo>
                  <a:cubicBezTo>
                    <a:pt x="192322" y="394143"/>
                    <a:pt x="194739" y="388810"/>
                    <a:pt x="197655" y="385893"/>
                  </a:cubicBezTo>
                  <a:cubicBezTo>
                    <a:pt x="200489" y="387893"/>
                    <a:pt x="203238" y="389560"/>
                    <a:pt x="205988" y="390893"/>
                  </a:cubicBezTo>
                  <a:cubicBezTo>
                    <a:pt x="204405" y="392726"/>
                    <a:pt x="202738" y="394559"/>
                    <a:pt x="200822" y="396309"/>
                  </a:cubicBezTo>
                  <a:cubicBezTo>
                    <a:pt x="192739" y="403725"/>
                    <a:pt x="184490" y="410724"/>
                    <a:pt x="175657" y="417224"/>
                  </a:cubicBezTo>
                  <a:cubicBezTo>
                    <a:pt x="157743" y="430639"/>
                    <a:pt x="119412" y="441638"/>
                    <a:pt x="122495" y="406808"/>
                  </a:cubicBezTo>
                  <a:lnTo>
                    <a:pt x="122495" y="406808"/>
                  </a:lnTo>
                  <a:close/>
                  <a:moveTo>
                    <a:pt x="665530" y="270904"/>
                  </a:moveTo>
                  <a:cubicBezTo>
                    <a:pt x="666613" y="284236"/>
                    <a:pt x="665530" y="294402"/>
                    <a:pt x="657698" y="305401"/>
                  </a:cubicBezTo>
                  <a:cubicBezTo>
                    <a:pt x="650864" y="314983"/>
                    <a:pt x="643365" y="323982"/>
                    <a:pt x="635199" y="332315"/>
                  </a:cubicBezTo>
                  <a:cubicBezTo>
                    <a:pt x="599370" y="368978"/>
                    <a:pt x="550790" y="394809"/>
                    <a:pt x="504461" y="415641"/>
                  </a:cubicBezTo>
                  <a:cubicBezTo>
                    <a:pt x="460715" y="435472"/>
                    <a:pt x="415719" y="455720"/>
                    <a:pt x="369973" y="470469"/>
                  </a:cubicBezTo>
                  <a:cubicBezTo>
                    <a:pt x="346642" y="477968"/>
                    <a:pt x="322727" y="482885"/>
                    <a:pt x="299480" y="490884"/>
                  </a:cubicBezTo>
                  <a:cubicBezTo>
                    <a:pt x="277399" y="498467"/>
                    <a:pt x="254983" y="505549"/>
                    <a:pt x="232319" y="511299"/>
                  </a:cubicBezTo>
                  <a:cubicBezTo>
                    <a:pt x="217987" y="514965"/>
                    <a:pt x="203905" y="517131"/>
                    <a:pt x="189323" y="519215"/>
                  </a:cubicBezTo>
                  <a:cubicBezTo>
                    <a:pt x="176991" y="520964"/>
                    <a:pt x="163325" y="524381"/>
                    <a:pt x="150826" y="522381"/>
                  </a:cubicBezTo>
                  <a:cubicBezTo>
                    <a:pt x="132078" y="519298"/>
                    <a:pt x="96081" y="481885"/>
                    <a:pt x="104497" y="459720"/>
                  </a:cubicBezTo>
                  <a:cubicBezTo>
                    <a:pt x="118662" y="467803"/>
                    <a:pt x="136661" y="467219"/>
                    <a:pt x="151826" y="462803"/>
                  </a:cubicBezTo>
                  <a:cubicBezTo>
                    <a:pt x="191656" y="451221"/>
                    <a:pt x="242985" y="429639"/>
                    <a:pt x="257817" y="387726"/>
                  </a:cubicBezTo>
                  <a:cubicBezTo>
                    <a:pt x="279981" y="416474"/>
                    <a:pt x="331811" y="410808"/>
                    <a:pt x="361391" y="398726"/>
                  </a:cubicBezTo>
                  <a:cubicBezTo>
                    <a:pt x="383389" y="389726"/>
                    <a:pt x="422718" y="364312"/>
                    <a:pt x="423968" y="335981"/>
                  </a:cubicBezTo>
                  <a:cubicBezTo>
                    <a:pt x="451632" y="357563"/>
                    <a:pt x="492295" y="347397"/>
                    <a:pt x="522459" y="332731"/>
                  </a:cubicBezTo>
                  <a:cubicBezTo>
                    <a:pt x="537458" y="325399"/>
                    <a:pt x="551291" y="312400"/>
                    <a:pt x="559206" y="297568"/>
                  </a:cubicBezTo>
                  <a:cubicBezTo>
                    <a:pt x="563289" y="289819"/>
                    <a:pt x="567039" y="277403"/>
                    <a:pt x="565706" y="267071"/>
                  </a:cubicBezTo>
                  <a:cubicBezTo>
                    <a:pt x="584704" y="270987"/>
                    <a:pt x="599619" y="272737"/>
                    <a:pt x="618367" y="259738"/>
                  </a:cubicBezTo>
                  <a:cubicBezTo>
                    <a:pt x="633116" y="249572"/>
                    <a:pt x="645949" y="236407"/>
                    <a:pt x="639115" y="218825"/>
                  </a:cubicBezTo>
                  <a:cubicBezTo>
                    <a:pt x="644949" y="222241"/>
                    <a:pt x="650282" y="226158"/>
                    <a:pt x="654281" y="232241"/>
                  </a:cubicBezTo>
                  <a:cubicBezTo>
                    <a:pt x="661447" y="243406"/>
                    <a:pt x="664447" y="257738"/>
                    <a:pt x="665530" y="270904"/>
                  </a:cubicBezTo>
                  <a:lnTo>
                    <a:pt x="665530" y="270904"/>
                  </a:lnTo>
                  <a:close/>
                  <a:moveTo>
                    <a:pt x="325561" y="376228"/>
                  </a:moveTo>
                  <a:cubicBezTo>
                    <a:pt x="336977" y="378811"/>
                    <a:pt x="348476" y="378144"/>
                    <a:pt x="359057" y="372978"/>
                  </a:cubicBezTo>
                  <a:cubicBezTo>
                    <a:pt x="372973" y="366312"/>
                    <a:pt x="388138" y="353979"/>
                    <a:pt x="391471" y="338648"/>
                  </a:cubicBezTo>
                  <a:cubicBezTo>
                    <a:pt x="398887" y="336814"/>
                    <a:pt x="406053" y="333648"/>
                    <a:pt x="412219" y="329148"/>
                  </a:cubicBezTo>
                  <a:cubicBezTo>
                    <a:pt x="411887" y="336898"/>
                    <a:pt x="410636" y="342981"/>
                    <a:pt x="405554" y="350063"/>
                  </a:cubicBezTo>
                  <a:cubicBezTo>
                    <a:pt x="400970" y="356396"/>
                    <a:pt x="395387" y="361646"/>
                    <a:pt x="389221" y="366478"/>
                  </a:cubicBezTo>
                  <a:cubicBezTo>
                    <a:pt x="376889" y="376228"/>
                    <a:pt x="364058" y="384310"/>
                    <a:pt x="349309" y="389726"/>
                  </a:cubicBezTo>
                  <a:cubicBezTo>
                    <a:pt x="322311" y="399559"/>
                    <a:pt x="283898" y="399559"/>
                    <a:pt x="258567" y="384560"/>
                  </a:cubicBezTo>
                  <a:cubicBezTo>
                    <a:pt x="258567" y="384560"/>
                    <a:pt x="258567" y="384560"/>
                    <a:pt x="258567" y="384477"/>
                  </a:cubicBezTo>
                  <a:cubicBezTo>
                    <a:pt x="260984" y="382894"/>
                    <a:pt x="263233" y="381060"/>
                    <a:pt x="265399" y="379144"/>
                  </a:cubicBezTo>
                  <a:cubicBezTo>
                    <a:pt x="268983" y="375894"/>
                    <a:pt x="271149" y="372645"/>
                    <a:pt x="274065" y="368895"/>
                  </a:cubicBezTo>
                  <a:cubicBezTo>
                    <a:pt x="278065" y="363812"/>
                    <a:pt x="278482" y="362146"/>
                    <a:pt x="285231" y="363145"/>
                  </a:cubicBezTo>
                  <a:cubicBezTo>
                    <a:pt x="293147" y="364312"/>
                    <a:pt x="299813" y="366478"/>
                    <a:pt x="307813" y="365978"/>
                  </a:cubicBezTo>
                  <a:cubicBezTo>
                    <a:pt x="313562" y="369645"/>
                    <a:pt x="317895" y="374478"/>
                    <a:pt x="325561" y="376228"/>
                  </a:cubicBezTo>
                  <a:lnTo>
                    <a:pt x="325561" y="376228"/>
                  </a:lnTo>
                  <a:close/>
                  <a:moveTo>
                    <a:pt x="316812" y="364479"/>
                  </a:moveTo>
                  <a:cubicBezTo>
                    <a:pt x="325061" y="362479"/>
                    <a:pt x="332976" y="358896"/>
                    <a:pt x="339810" y="354063"/>
                  </a:cubicBezTo>
                  <a:cubicBezTo>
                    <a:pt x="347975" y="348313"/>
                    <a:pt x="352808" y="337731"/>
                    <a:pt x="363474" y="338148"/>
                  </a:cubicBezTo>
                  <a:cubicBezTo>
                    <a:pt x="369973" y="338398"/>
                    <a:pt x="375306" y="339648"/>
                    <a:pt x="380972" y="339731"/>
                  </a:cubicBezTo>
                  <a:cubicBezTo>
                    <a:pt x="380306" y="341564"/>
                    <a:pt x="379473" y="343397"/>
                    <a:pt x="378306" y="345064"/>
                  </a:cubicBezTo>
                  <a:cubicBezTo>
                    <a:pt x="372057" y="353896"/>
                    <a:pt x="360975" y="363145"/>
                    <a:pt x="350725" y="366728"/>
                  </a:cubicBezTo>
                  <a:cubicBezTo>
                    <a:pt x="344559" y="368895"/>
                    <a:pt x="337810" y="369145"/>
                    <a:pt x="331394" y="368645"/>
                  </a:cubicBezTo>
                  <a:cubicBezTo>
                    <a:pt x="325644" y="368312"/>
                    <a:pt x="321311" y="366312"/>
                    <a:pt x="316812" y="364479"/>
                  </a:cubicBezTo>
                  <a:lnTo>
                    <a:pt x="316812" y="364479"/>
                  </a:lnTo>
                  <a:close/>
                  <a:moveTo>
                    <a:pt x="420802" y="321399"/>
                  </a:moveTo>
                  <a:cubicBezTo>
                    <a:pt x="423219" y="318649"/>
                    <a:pt x="425469" y="315650"/>
                    <a:pt x="427468" y="312483"/>
                  </a:cubicBezTo>
                  <a:cubicBezTo>
                    <a:pt x="430468" y="307567"/>
                    <a:pt x="430468" y="305817"/>
                    <a:pt x="434885" y="306234"/>
                  </a:cubicBezTo>
                  <a:cubicBezTo>
                    <a:pt x="444633" y="311567"/>
                    <a:pt x="453132" y="318983"/>
                    <a:pt x="464631" y="320066"/>
                  </a:cubicBezTo>
                  <a:cubicBezTo>
                    <a:pt x="475548" y="321066"/>
                    <a:pt x="487212" y="316983"/>
                    <a:pt x="497129" y="312983"/>
                  </a:cubicBezTo>
                  <a:cubicBezTo>
                    <a:pt x="506545" y="309234"/>
                    <a:pt x="518044" y="304484"/>
                    <a:pt x="524959" y="296651"/>
                  </a:cubicBezTo>
                  <a:cubicBezTo>
                    <a:pt x="527543" y="293652"/>
                    <a:pt x="529376" y="290569"/>
                    <a:pt x="530209" y="286736"/>
                  </a:cubicBezTo>
                  <a:cubicBezTo>
                    <a:pt x="530792" y="283902"/>
                    <a:pt x="530209" y="280653"/>
                    <a:pt x="530376" y="277653"/>
                  </a:cubicBezTo>
                  <a:cubicBezTo>
                    <a:pt x="536041" y="276570"/>
                    <a:pt x="541458" y="274653"/>
                    <a:pt x="546707" y="271987"/>
                  </a:cubicBezTo>
                  <a:cubicBezTo>
                    <a:pt x="549374" y="270654"/>
                    <a:pt x="551957" y="269071"/>
                    <a:pt x="554457" y="267404"/>
                  </a:cubicBezTo>
                  <a:cubicBezTo>
                    <a:pt x="554040" y="272820"/>
                    <a:pt x="553540" y="281069"/>
                    <a:pt x="553624" y="280736"/>
                  </a:cubicBezTo>
                  <a:cubicBezTo>
                    <a:pt x="552040" y="289985"/>
                    <a:pt x="546791" y="297151"/>
                    <a:pt x="540791" y="304067"/>
                  </a:cubicBezTo>
                  <a:cubicBezTo>
                    <a:pt x="531376" y="314983"/>
                    <a:pt x="520210" y="322816"/>
                    <a:pt x="506461" y="327565"/>
                  </a:cubicBezTo>
                  <a:cubicBezTo>
                    <a:pt x="478963" y="337148"/>
                    <a:pt x="449549" y="344980"/>
                    <a:pt x="423386" y="329815"/>
                  </a:cubicBezTo>
                  <a:cubicBezTo>
                    <a:pt x="422969" y="327232"/>
                    <a:pt x="422302" y="324649"/>
                    <a:pt x="421219" y="322066"/>
                  </a:cubicBezTo>
                  <a:cubicBezTo>
                    <a:pt x="421136" y="321732"/>
                    <a:pt x="420885" y="321566"/>
                    <a:pt x="420802" y="321399"/>
                  </a:cubicBezTo>
                  <a:lnTo>
                    <a:pt x="420802" y="321399"/>
                  </a:lnTo>
                  <a:close/>
                  <a:moveTo>
                    <a:pt x="445549" y="307567"/>
                  </a:moveTo>
                  <a:cubicBezTo>
                    <a:pt x="461799" y="308817"/>
                    <a:pt x="476880" y="306067"/>
                    <a:pt x="490212" y="294068"/>
                  </a:cubicBezTo>
                  <a:cubicBezTo>
                    <a:pt x="499628" y="285569"/>
                    <a:pt x="503045" y="277736"/>
                    <a:pt x="517211" y="278570"/>
                  </a:cubicBezTo>
                  <a:cubicBezTo>
                    <a:pt x="518626" y="278653"/>
                    <a:pt x="520127" y="278653"/>
                    <a:pt x="521543" y="278653"/>
                  </a:cubicBezTo>
                  <a:cubicBezTo>
                    <a:pt x="521543" y="279320"/>
                    <a:pt x="521543" y="279903"/>
                    <a:pt x="521459" y="280570"/>
                  </a:cubicBezTo>
                  <a:cubicBezTo>
                    <a:pt x="519793" y="291902"/>
                    <a:pt x="512961" y="294652"/>
                    <a:pt x="503462" y="299234"/>
                  </a:cubicBezTo>
                  <a:cubicBezTo>
                    <a:pt x="493629" y="303984"/>
                    <a:pt x="482630" y="309400"/>
                    <a:pt x="471631" y="310650"/>
                  </a:cubicBezTo>
                  <a:cubicBezTo>
                    <a:pt x="464381" y="311483"/>
                    <a:pt x="454383" y="309734"/>
                    <a:pt x="445549" y="307567"/>
                  </a:cubicBezTo>
                  <a:lnTo>
                    <a:pt x="445549" y="307567"/>
                  </a:lnTo>
                  <a:close/>
                  <a:moveTo>
                    <a:pt x="564539" y="262654"/>
                  </a:moveTo>
                  <a:cubicBezTo>
                    <a:pt x="564289" y="261738"/>
                    <a:pt x="563956" y="260905"/>
                    <a:pt x="563623" y="260071"/>
                  </a:cubicBezTo>
                  <a:cubicBezTo>
                    <a:pt x="565372" y="258405"/>
                    <a:pt x="567039" y="256572"/>
                    <a:pt x="568539" y="254738"/>
                  </a:cubicBezTo>
                  <a:cubicBezTo>
                    <a:pt x="573621" y="248656"/>
                    <a:pt x="576871" y="239157"/>
                    <a:pt x="585621" y="236823"/>
                  </a:cubicBezTo>
                  <a:cubicBezTo>
                    <a:pt x="590787" y="235490"/>
                    <a:pt x="596786" y="236490"/>
                    <a:pt x="602202" y="235157"/>
                  </a:cubicBezTo>
                  <a:cubicBezTo>
                    <a:pt x="612201" y="232740"/>
                    <a:pt x="620450" y="227908"/>
                    <a:pt x="627200" y="221408"/>
                  </a:cubicBezTo>
                  <a:cubicBezTo>
                    <a:pt x="629367" y="238990"/>
                    <a:pt x="617367" y="250406"/>
                    <a:pt x="602036" y="258321"/>
                  </a:cubicBezTo>
                  <a:cubicBezTo>
                    <a:pt x="589704" y="264571"/>
                    <a:pt x="577372" y="263238"/>
                    <a:pt x="564539" y="262654"/>
                  </a:cubicBezTo>
                  <a:lnTo>
                    <a:pt x="564539" y="262654"/>
                  </a:lnTo>
                  <a:close/>
                  <a:moveTo>
                    <a:pt x="633033" y="167330"/>
                  </a:moveTo>
                  <a:cubicBezTo>
                    <a:pt x="634366" y="181745"/>
                    <a:pt x="627950" y="197660"/>
                    <a:pt x="619285" y="208826"/>
                  </a:cubicBezTo>
                  <a:cubicBezTo>
                    <a:pt x="607868" y="223491"/>
                    <a:pt x="594204" y="221242"/>
                    <a:pt x="578455" y="224908"/>
                  </a:cubicBezTo>
                  <a:cubicBezTo>
                    <a:pt x="568288" y="227241"/>
                    <a:pt x="564372" y="235824"/>
                    <a:pt x="557956" y="243240"/>
                  </a:cubicBezTo>
                  <a:cubicBezTo>
                    <a:pt x="548374" y="254239"/>
                    <a:pt x="535292" y="263821"/>
                    <a:pt x="520210" y="264404"/>
                  </a:cubicBezTo>
                  <a:cubicBezTo>
                    <a:pt x="508127" y="264904"/>
                    <a:pt x="500295" y="258738"/>
                    <a:pt x="491295" y="268987"/>
                  </a:cubicBezTo>
                  <a:cubicBezTo>
                    <a:pt x="481046" y="280736"/>
                    <a:pt x="472547" y="290735"/>
                    <a:pt x="455716" y="292818"/>
                  </a:cubicBezTo>
                  <a:cubicBezTo>
                    <a:pt x="445883" y="294068"/>
                    <a:pt x="435884" y="286402"/>
                    <a:pt x="426634" y="289402"/>
                  </a:cubicBezTo>
                  <a:cubicBezTo>
                    <a:pt x="415886" y="292902"/>
                    <a:pt x="411219" y="309317"/>
                    <a:pt x="402387" y="315983"/>
                  </a:cubicBezTo>
                  <a:cubicBezTo>
                    <a:pt x="389055" y="325982"/>
                    <a:pt x="377223" y="325232"/>
                    <a:pt x="361974" y="322732"/>
                  </a:cubicBezTo>
                  <a:cubicBezTo>
                    <a:pt x="353808" y="321399"/>
                    <a:pt x="349892" y="323482"/>
                    <a:pt x="344725" y="329648"/>
                  </a:cubicBezTo>
                  <a:cubicBezTo>
                    <a:pt x="334976" y="341397"/>
                    <a:pt x="323894" y="350147"/>
                    <a:pt x="308479" y="353230"/>
                  </a:cubicBezTo>
                  <a:cubicBezTo>
                    <a:pt x="299562" y="354979"/>
                    <a:pt x="294064" y="353480"/>
                    <a:pt x="285731" y="351396"/>
                  </a:cubicBezTo>
                  <a:cubicBezTo>
                    <a:pt x="282815" y="350646"/>
                    <a:pt x="279814" y="349730"/>
                    <a:pt x="276731" y="350313"/>
                  </a:cubicBezTo>
                  <a:cubicBezTo>
                    <a:pt x="267899" y="351980"/>
                    <a:pt x="264733" y="361896"/>
                    <a:pt x="258483" y="367062"/>
                  </a:cubicBezTo>
                  <a:cubicBezTo>
                    <a:pt x="248734" y="375144"/>
                    <a:pt x="233985" y="380560"/>
                    <a:pt x="220987" y="380644"/>
                  </a:cubicBezTo>
                  <a:cubicBezTo>
                    <a:pt x="219737" y="379394"/>
                    <a:pt x="217403" y="379227"/>
                    <a:pt x="215737" y="380227"/>
                  </a:cubicBezTo>
                  <a:cubicBezTo>
                    <a:pt x="208071" y="378144"/>
                    <a:pt x="203155" y="369811"/>
                    <a:pt x="194906" y="371811"/>
                  </a:cubicBezTo>
                  <a:cubicBezTo>
                    <a:pt x="184240" y="374311"/>
                    <a:pt x="177324" y="389560"/>
                    <a:pt x="168408" y="395476"/>
                  </a:cubicBezTo>
                  <a:cubicBezTo>
                    <a:pt x="158826" y="401809"/>
                    <a:pt x="151577" y="401392"/>
                    <a:pt x="141660" y="397142"/>
                  </a:cubicBezTo>
                  <a:cubicBezTo>
                    <a:pt x="137494" y="395309"/>
                    <a:pt x="133994" y="392893"/>
                    <a:pt x="129328" y="392559"/>
                  </a:cubicBezTo>
                  <a:cubicBezTo>
                    <a:pt x="119330" y="391893"/>
                    <a:pt x="110246" y="397642"/>
                    <a:pt x="100831" y="399559"/>
                  </a:cubicBezTo>
                  <a:cubicBezTo>
                    <a:pt x="87415" y="402308"/>
                    <a:pt x="77667" y="395559"/>
                    <a:pt x="74916" y="381560"/>
                  </a:cubicBezTo>
                  <a:cubicBezTo>
                    <a:pt x="73583" y="374728"/>
                    <a:pt x="71750" y="361229"/>
                    <a:pt x="76250" y="355229"/>
                  </a:cubicBezTo>
                  <a:cubicBezTo>
                    <a:pt x="83499" y="356813"/>
                    <a:pt x="87916" y="362312"/>
                    <a:pt x="94748" y="366312"/>
                  </a:cubicBezTo>
                  <a:cubicBezTo>
                    <a:pt x="106581" y="373394"/>
                    <a:pt x="117247" y="373228"/>
                    <a:pt x="129911" y="368145"/>
                  </a:cubicBezTo>
                  <a:cubicBezTo>
                    <a:pt x="143493" y="362645"/>
                    <a:pt x="153326" y="353480"/>
                    <a:pt x="163909" y="343564"/>
                  </a:cubicBezTo>
                  <a:cubicBezTo>
                    <a:pt x="169908" y="337898"/>
                    <a:pt x="175824" y="332148"/>
                    <a:pt x="182741" y="327565"/>
                  </a:cubicBezTo>
                  <a:cubicBezTo>
                    <a:pt x="196406" y="318649"/>
                    <a:pt x="205572" y="325066"/>
                    <a:pt x="219403" y="326565"/>
                  </a:cubicBezTo>
                  <a:cubicBezTo>
                    <a:pt x="232319" y="327982"/>
                    <a:pt x="245985" y="325066"/>
                    <a:pt x="257067" y="318566"/>
                  </a:cubicBezTo>
                  <a:cubicBezTo>
                    <a:pt x="273815" y="308817"/>
                    <a:pt x="286981" y="290319"/>
                    <a:pt x="305895" y="285319"/>
                  </a:cubicBezTo>
                  <a:cubicBezTo>
                    <a:pt x="320394" y="281486"/>
                    <a:pt x="335643" y="284652"/>
                    <a:pt x="350142" y="281153"/>
                  </a:cubicBezTo>
                  <a:cubicBezTo>
                    <a:pt x="367224" y="276987"/>
                    <a:pt x="381639" y="266654"/>
                    <a:pt x="394387" y="254988"/>
                  </a:cubicBezTo>
                  <a:cubicBezTo>
                    <a:pt x="400887" y="248989"/>
                    <a:pt x="407136" y="242906"/>
                    <a:pt x="415386" y="239407"/>
                  </a:cubicBezTo>
                  <a:cubicBezTo>
                    <a:pt x="425052" y="235240"/>
                    <a:pt x="436217" y="233907"/>
                    <a:pt x="446466" y="231574"/>
                  </a:cubicBezTo>
                  <a:cubicBezTo>
                    <a:pt x="461632" y="228158"/>
                    <a:pt x="477047" y="225658"/>
                    <a:pt x="490379" y="217242"/>
                  </a:cubicBezTo>
                  <a:cubicBezTo>
                    <a:pt x="505211" y="207909"/>
                    <a:pt x="516210" y="191911"/>
                    <a:pt x="532542" y="185078"/>
                  </a:cubicBezTo>
                  <a:cubicBezTo>
                    <a:pt x="540125" y="181912"/>
                    <a:pt x="548291" y="182828"/>
                    <a:pt x="555956" y="180328"/>
                  </a:cubicBezTo>
                  <a:cubicBezTo>
                    <a:pt x="563372" y="177829"/>
                    <a:pt x="569372" y="172746"/>
                    <a:pt x="574788" y="167330"/>
                  </a:cubicBezTo>
                  <a:cubicBezTo>
                    <a:pt x="583538" y="158747"/>
                    <a:pt x="591286" y="151581"/>
                    <a:pt x="602536" y="146165"/>
                  </a:cubicBezTo>
                  <a:cubicBezTo>
                    <a:pt x="607951" y="143582"/>
                    <a:pt x="613535" y="141249"/>
                    <a:pt x="618951" y="138582"/>
                  </a:cubicBezTo>
                  <a:cubicBezTo>
                    <a:pt x="624451" y="147998"/>
                    <a:pt x="631866" y="155664"/>
                    <a:pt x="633033" y="167330"/>
                  </a:cubicBezTo>
                  <a:lnTo>
                    <a:pt x="633033" y="167330"/>
                  </a:lnTo>
                  <a:close/>
                  <a:moveTo>
                    <a:pt x="616784" y="123834"/>
                  </a:moveTo>
                  <a:cubicBezTo>
                    <a:pt x="604619" y="131333"/>
                    <a:pt x="590453" y="134666"/>
                    <a:pt x="578787" y="142999"/>
                  </a:cubicBezTo>
                  <a:cubicBezTo>
                    <a:pt x="566789" y="151498"/>
                    <a:pt x="559873" y="163747"/>
                    <a:pt x="544457" y="166580"/>
                  </a:cubicBezTo>
                  <a:cubicBezTo>
                    <a:pt x="531793" y="168913"/>
                    <a:pt x="522377" y="171413"/>
                    <a:pt x="511711" y="179162"/>
                  </a:cubicBezTo>
                  <a:cubicBezTo>
                    <a:pt x="500878" y="186995"/>
                    <a:pt x="492295" y="197577"/>
                    <a:pt x="481213" y="204993"/>
                  </a:cubicBezTo>
                  <a:cubicBezTo>
                    <a:pt x="456716" y="221325"/>
                    <a:pt x="423302" y="217159"/>
                    <a:pt x="399054" y="234240"/>
                  </a:cubicBezTo>
                  <a:cubicBezTo>
                    <a:pt x="389388" y="241073"/>
                    <a:pt x="381639" y="250239"/>
                    <a:pt x="371723" y="256822"/>
                  </a:cubicBezTo>
                  <a:cubicBezTo>
                    <a:pt x="357141" y="266571"/>
                    <a:pt x="342642" y="269904"/>
                    <a:pt x="325227" y="269904"/>
                  </a:cubicBezTo>
                  <a:cubicBezTo>
                    <a:pt x="313979" y="269904"/>
                    <a:pt x="302729" y="269654"/>
                    <a:pt x="292147" y="274153"/>
                  </a:cubicBezTo>
                  <a:cubicBezTo>
                    <a:pt x="279148" y="279736"/>
                    <a:pt x="268649" y="290319"/>
                    <a:pt x="257484" y="298735"/>
                  </a:cubicBezTo>
                  <a:cubicBezTo>
                    <a:pt x="245651" y="307567"/>
                    <a:pt x="232402" y="313150"/>
                    <a:pt x="217154" y="311150"/>
                  </a:cubicBezTo>
                  <a:cubicBezTo>
                    <a:pt x="204238" y="309400"/>
                    <a:pt x="195156" y="305651"/>
                    <a:pt x="182490" y="311817"/>
                  </a:cubicBezTo>
                  <a:cubicBezTo>
                    <a:pt x="158659" y="323399"/>
                    <a:pt x="144577" y="353396"/>
                    <a:pt x="117663" y="358729"/>
                  </a:cubicBezTo>
                  <a:cubicBezTo>
                    <a:pt x="101414" y="361979"/>
                    <a:pt x="94414" y="346230"/>
                    <a:pt x="80083" y="342897"/>
                  </a:cubicBezTo>
                  <a:cubicBezTo>
                    <a:pt x="68417" y="340231"/>
                    <a:pt x="57418" y="345230"/>
                    <a:pt x="47086" y="349897"/>
                  </a:cubicBezTo>
                  <a:cubicBezTo>
                    <a:pt x="40253" y="352980"/>
                    <a:pt x="29920" y="357729"/>
                    <a:pt x="22171" y="357813"/>
                  </a:cubicBezTo>
                  <a:cubicBezTo>
                    <a:pt x="17338" y="357813"/>
                    <a:pt x="11506" y="365312"/>
                    <a:pt x="17672" y="348563"/>
                  </a:cubicBezTo>
                  <a:cubicBezTo>
                    <a:pt x="18838" y="345480"/>
                    <a:pt x="23005" y="342147"/>
                    <a:pt x="25088" y="339564"/>
                  </a:cubicBezTo>
                  <a:cubicBezTo>
                    <a:pt x="29588" y="334065"/>
                    <a:pt x="34170" y="328565"/>
                    <a:pt x="38920" y="323232"/>
                  </a:cubicBezTo>
                  <a:cubicBezTo>
                    <a:pt x="42003" y="319816"/>
                    <a:pt x="48002" y="311567"/>
                    <a:pt x="53335" y="308400"/>
                  </a:cubicBezTo>
                  <a:cubicBezTo>
                    <a:pt x="59752" y="310317"/>
                    <a:pt x="66917" y="311233"/>
                    <a:pt x="74417" y="311817"/>
                  </a:cubicBezTo>
                  <a:cubicBezTo>
                    <a:pt x="102498" y="314066"/>
                    <a:pt x="128078" y="311567"/>
                    <a:pt x="155576" y="305151"/>
                  </a:cubicBezTo>
                  <a:cubicBezTo>
                    <a:pt x="210905" y="292235"/>
                    <a:pt x="264983" y="268237"/>
                    <a:pt x="316895" y="245573"/>
                  </a:cubicBezTo>
                  <a:cubicBezTo>
                    <a:pt x="372890" y="221158"/>
                    <a:pt x="430051" y="199410"/>
                    <a:pt x="484296" y="170996"/>
                  </a:cubicBezTo>
                  <a:cubicBezTo>
                    <a:pt x="507628" y="158747"/>
                    <a:pt x="532209" y="147165"/>
                    <a:pt x="553290" y="131250"/>
                  </a:cubicBezTo>
                  <a:cubicBezTo>
                    <a:pt x="567288" y="120667"/>
                    <a:pt x="585287" y="104585"/>
                    <a:pt x="591203" y="86504"/>
                  </a:cubicBezTo>
                  <a:cubicBezTo>
                    <a:pt x="601952" y="86587"/>
                    <a:pt x="613284" y="85420"/>
                    <a:pt x="623533" y="88087"/>
                  </a:cubicBezTo>
                  <a:cubicBezTo>
                    <a:pt x="648032" y="94420"/>
                    <a:pt x="628866" y="116418"/>
                    <a:pt x="616784" y="123834"/>
                  </a:cubicBezTo>
                  <a:lnTo>
                    <a:pt x="616784" y="123834"/>
                  </a:lnTo>
                  <a:close/>
                </a:path>
              </a:pathLst>
            </a:custGeom>
            <a:grpFill/>
            <a:ln w="8332" cap="flat">
              <a:noFill/>
              <a:prstDash val="solid"/>
              <a:miter/>
            </a:ln>
          </p:spPr>
          <p:txBody>
            <a:bodyPr rtlCol="0" anchor="ctr"/>
            <a:lstStyle/>
            <a:p>
              <a:endParaRPr lang="en-US"/>
            </a:p>
          </p:txBody>
        </p:sp>
        <p:sp>
          <p:nvSpPr>
            <p:cNvPr id="2022" name="Freeform: Shape 2021"/>
            <p:cNvSpPr/>
            <p:nvPr/>
          </p:nvSpPr>
          <p:spPr>
            <a:xfrm>
              <a:off x="8722031" y="681684"/>
              <a:ext cx="121291" cy="46266"/>
            </a:xfrm>
            <a:custGeom>
              <a:avLst/>
              <a:gdLst>
                <a:gd name="connsiteX0" fmla="*/ 116028 w 121291"/>
                <a:gd name="connsiteY0" fmla="*/ 181 h 46266"/>
                <a:gd name="connsiteX1" fmla="*/ 84113 w 121291"/>
                <a:gd name="connsiteY1" fmla="*/ 17346 h 46266"/>
                <a:gd name="connsiteX2" fmla="*/ 68698 w 121291"/>
                <a:gd name="connsiteY2" fmla="*/ 17846 h 46266"/>
                <a:gd name="connsiteX3" fmla="*/ 66949 w 121291"/>
                <a:gd name="connsiteY3" fmla="*/ 13513 h 46266"/>
                <a:gd name="connsiteX4" fmla="*/ 62199 w 121291"/>
                <a:gd name="connsiteY4" fmla="*/ 8847 h 46266"/>
                <a:gd name="connsiteX5" fmla="*/ 50534 w 121291"/>
                <a:gd name="connsiteY5" fmla="*/ 17096 h 46266"/>
                <a:gd name="connsiteX6" fmla="*/ 2954 w 121291"/>
                <a:gd name="connsiteY6" fmla="*/ 36011 h 46266"/>
                <a:gd name="connsiteX7" fmla="*/ 788 w 121291"/>
                <a:gd name="connsiteY7" fmla="*/ 39511 h 46266"/>
                <a:gd name="connsiteX8" fmla="*/ 34869 w 121291"/>
                <a:gd name="connsiteY8" fmla="*/ 43844 h 46266"/>
                <a:gd name="connsiteX9" fmla="*/ 50367 w 121291"/>
                <a:gd name="connsiteY9" fmla="*/ 34761 h 46266"/>
                <a:gd name="connsiteX10" fmla="*/ 59366 w 121291"/>
                <a:gd name="connsiteY10" fmla="*/ 24429 h 46266"/>
                <a:gd name="connsiteX11" fmla="*/ 79781 w 121291"/>
                <a:gd name="connsiteY11" fmla="*/ 31678 h 46266"/>
                <a:gd name="connsiteX12" fmla="*/ 120444 w 121291"/>
                <a:gd name="connsiteY12" fmla="*/ 6097 h 46266"/>
                <a:gd name="connsiteX13" fmla="*/ 116028 w 121291"/>
                <a:gd name="connsiteY13" fmla="*/ 181 h 46266"/>
                <a:gd name="connsiteX14" fmla="*/ 116028 w 121291"/>
                <a:gd name="connsiteY14" fmla="*/ 181 h 46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1291" h="46266">
                  <a:moveTo>
                    <a:pt x="116028" y="181"/>
                  </a:moveTo>
                  <a:cubicBezTo>
                    <a:pt x="104279" y="3931"/>
                    <a:pt x="95529" y="13180"/>
                    <a:pt x="84113" y="17346"/>
                  </a:cubicBezTo>
                  <a:cubicBezTo>
                    <a:pt x="80364" y="18680"/>
                    <a:pt x="72032" y="20929"/>
                    <a:pt x="68698" y="17846"/>
                  </a:cubicBezTo>
                  <a:cubicBezTo>
                    <a:pt x="67698" y="16930"/>
                    <a:pt x="67949" y="14513"/>
                    <a:pt x="66949" y="13513"/>
                  </a:cubicBezTo>
                  <a:cubicBezTo>
                    <a:pt x="65199" y="11764"/>
                    <a:pt x="64866" y="9764"/>
                    <a:pt x="62199" y="8847"/>
                  </a:cubicBezTo>
                  <a:cubicBezTo>
                    <a:pt x="56033" y="6681"/>
                    <a:pt x="53283" y="12847"/>
                    <a:pt x="50534" y="17096"/>
                  </a:cubicBezTo>
                  <a:cubicBezTo>
                    <a:pt x="41035" y="31429"/>
                    <a:pt x="20453" y="43761"/>
                    <a:pt x="2954" y="36011"/>
                  </a:cubicBezTo>
                  <a:cubicBezTo>
                    <a:pt x="788" y="35095"/>
                    <a:pt x="-1129" y="38094"/>
                    <a:pt x="788" y="39511"/>
                  </a:cubicBezTo>
                  <a:cubicBezTo>
                    <a:pt x="11287" y="47594"/>
                    <a:pt x="22120" y="47594"/>
                    <a:pt x="34869" y="43844"/>
                  </a:cubicBezTo>
                  <a:cubicBezTo>
                    <a:pt x="40784" y="42094"/>
                    <a:pt x="45867" y="38928"/>
                    <a:pt x="50367" y="34761"/>
                  </a:cubicBezTo>
                  <a:cubicBezTo>
                    <a:pt x="53116" y="32178"/>
                    <a:pt x="57450" y="28095"/>
                    <a:pt x="59366" y="24429"/>
                  </a:cubicBezTo>
                  <a:cubicBezTo>
                    <a:pt x="62532" y="31762"/>
                    <a:pt x="72948" y="33012"/>
                    <a:pt x="79781" y="31678"/>
                  </a:cubicBezTo>
                  <a:cubicBezTo>
                    <a:pt x="95447" y="28679"/>
                    <a:pt x="110361" y="18013"/>
                    <a:pt x="120444" y="6097"/>
                  </a:cubicBezTo>
                  <a:cubicBezTo>
                    <a:pt x="122944" y="3098"/>
                    <a:pt x="119445" y="-902"/>
                    <a:pt x="116028" y="181"/>
                  </a:cubicBezTo>
                  <a:lnTo>
                    <a:pt x="116028" y="181"/>
                  </a:lnTo>
                  <a:close/>
                </a:path>
              </a:pathLst>
            </a:custGeom>
            <a:grpFill/>
            <a:ln w="8332" cap="flat">
              <a:noFill/>
              <a:prstDash val="solid"/>
              <a:miter/>
            </a:ln>
          </p:spPr>
          <p:txBody>
            <a:bodyPr rtlCol="0" anchor="ctr"/>
            <a:lstStyle/>
            <a:p>
              <a:endParaRPr lang="en-US"/>
            </a:p>
          </p:txBody>
        </p:sp>
        <p:sp>
          <p:nvSpPr>
            <p:cNvPr id="2023" name="Freeform: Shape 2022"/>
            <p:cNvSpPr/>
            <p:nvPr/>
          </p:nvSpPr>
          <p:spPr>
            <a:xfrm>
              <a:off x="8876133" y="631533"/>
              <a:ext cx="95423" cy="45421"/>
            </a:xfrm>
            <a:custGeom>
              <a:avLst/>
              <a:gdLst>
                <a:gd name="connsiteX0" fmla="*/ 89663 w 95423"/>
                <a:gd name="connsiteY0" fmla="*/ 1170 h 45421"/>
                <a:gd name="connsiteX1" fmla="*/ 70082 w 95423"/>
                <a:gd name="connsiteY1" fmla="*/ 25335 h 45421"/>
                <a:gd name="connsiteX2" fmla="*/ 48917 w 95423"/>
                <a:gd name="connsiteY2" fmla="*/ 26251 h 45421"/>
                <a:gd name="connsiteX3" fmla="*/ 42500 w 95423"/>
                <a:gd name="connsiteY3" fmla="*/ 22169 h 45421"/>
                <a:gd name="connsiteX4" fmla="*/ 36668 w 95423"/>
                <a:gd name="connsiteY4" fmla="*/ 22918 h 45421"/>
                <a:gd name="connsiteX5" fmla="*/ 27252 w 95423"/>
                <a:gd name="connsiteY5" fmla="*/ 32834 h 45421"/>
                <a:gd name="connsiteX6" fmla="*/ 2505 w 95423"/>
                <a:gd name="connsiteY6" fmla="*/ 36584 h 45421"/>
                <a:gd name="connsiteX7" fmla="*/ 672 w 95423"/>
                <a:gd name="connsiteY7" fmla="*/ 39584 h 45421"/>
                <a:gd name="connsiteX8" fmla="*/ 28002 w 95423"/>
                <a:gd name="connsiteY8" fmla="*/ 42583 h 45421"/>
                <a:gd name="connsiteX9" fmla="*/ 36918 w 95423"/>
                <a:gd name="connsiteY9" fmla="*/ 33417 h 45421"/>
                <a:gd name="connsiteX10" fmla="*/ 45917 w 95423"/>
                <a:gd name="connsiteY10" fmla="*/ 32001 h 45421"/>
                <a:gd name="connsiteX11" fmla="*/ 49334 w 95423"/>
                <a:gd name="connsiteY11" fmla="*/ 34917 h 45421"/>
                <a:gd name="connsiteX12" fmla="*/ 95413 w 95423"/>
                <a:gd name="connsiteY12" fmla="*/ 3004 h 45421"/>
                <a:gd name="connsiteX13" fmla="*/ 89663 w 95423"/>
                <a:gd name="connsiteY13" fmla="*/ 1170 h 45421"/>
                <a:gd name="connsiteX14" fmla="*/ 89663 w 95423"/>
                <a:gd name="connsiteY14" fmla="*/ 1170 h 45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5423" h="45421">
                  <a:moveTo>
                    <a:pt x="89663" y="1170"/>
                  </a:moveTo>
                  <a:cubicBezTo>
                    <a:pt x="83330" y="8586"/>
                    <a:pt x="78914" y="20335"/>
                    <a:pt x="70082" y="25335"/>
                  </a:cubicBezTo>
                  <a:cubicBezTo>
                    <a:pt x="62415" y="29668"/>
                    <a:pt x="56583" y="30334"/>
                    <a:pt x="48917" y="26251"/>
                  </a:cubicBezTo>
                  <a:cubicBezTo>
                    <a:pt x="46667" y="25085"/>
                    <a:pt x="45167" y="22668"/>
                    <a:pt x="42500" y="22169"/>
                  </a:cubicBezTo>
                  <a:cubicBezTo>
                    <a:pt x="39501" y="21585"/>
                    <a:pt x="39668" y="21752"/>
                    <a:pt x="36668" y="22918"/>
                  </a:cubicBezTo>
                  <a:cubicBezTo>
                    <a:pt x="35918" y="23168"/>
                    <a:pt x="25753" y="33751"/>
                    <a:pt x="27252" y="32834"/>
                  </a:cubicBezTo>
                  <a:cubicBezTo>
                    <a:pt x="19586" y="38834"/>
                    <a:pt x="12087" y="40833"/>
                    <a:pt x="2505" y="36584"/>
                  </a:cubicBezTo>
                  <a:cubicBezTo>
                    <a:pt x="755" y="35834"/>
                    <a:pt x="-995" y="38417"/>
                    <a:pt x="672" y="39584"/>
                  </a:cubicBezTo>
                  <a:cubicBezTo>
                    <a:pt x="9088" y="45333"/>
                    <a:pt x="18503" y="47749"/>
                    <a:pt x="28002" y="42583"/>
                  </a:cubicBezTo>
                  <a:cubicBezTo>
                    <a:pt x="32752" y="39917"/>
                    <a:pt x="33502" y="37250"/>
                    <a:pt x="36918" y="33417"/>
                  </a:cubicBezTo>
                  <a:cubicBezTo>
                    <a:pt x="41001" y="28918"/>
                    <a:pt x="36418" y="26168"/>
                    <a:pt x="45917" y="32001"/>
                  </a:cubicBezTo>
                  <a:cubicBezTo>
                    <a:pt x="47167" y="32751"/>
                    <a:pt x="47917" y="34334"/>
                    <a:pt x="49334" y="34917"/>
                  </a:cubicBezTo>
                  <a:cubicBezTo>
                    <a:pt x="70249" y="44250"/>
                    <a:pt x="95413" y="24918"/>
                    <a:pt x="95413" y="3004"/>
                  </a:cubicBezTo>
                  <a:cubicBezTo>
                    <a:pt x="95662" y="-163"/>
                    <a:pt x="91413" y="-913"/>
                    <a:pt x="89663" y="1170"/>
                  </a:cubicBezTo>
                  <a:lnTo>
                    <a:pt x="89663" y="1170"/>
                  </a:lnTo>
                  <a:close/>
                </a:path>
              </a:pathLst>
            </a:custGeom>
            <a:grpFill/>
            <a:ln w="8332" cap="flat">
              <a:noFill/>
              <a:prstDash val="solid"/>
              <a:miter/>
            </a:ln>
          </p:spPr>
          <p:txBody>
            <a:bodyPr rtlCol="0" anchor="ctr"/>
            <a:lstStyle/>
            <a:p>
              <a:endParaRPr lang="en-US"/>
            </a:p>
          </p:txBody>
        </p:sp>
        <p:sp>
          <p:nvSpPr>
            <p:cNvPr id="2024" name="Freeform: Shape 2023"/>
            <p:cNvSpPr/>
            <p:nvPr/>
          </p:nvSpPr>
          <p:spPr>
            <a:xfrm>
              <a:off x="9023982" y="573092"/>
              <a:ext cx="75009" cy="45300"/>
            </a:xfrm>
            <a:custGeom>
              <a:avLst/>
              <a:gdLst>
                <a:gd name="connsiteX0" fmla="*/ 65803 w 75009"/>
                <a:gd name="connsiteY0" fmla="*/ 2700 h 45300"/>
                <a:gd name="connsiteX1" fmla="*/ 38389 w 75009"/>
                <a:gd name="connsiteY1" fmla="*/ 19865 h 45300"/>
                <a:gd name="connsiteX2" fmla="*/ 4642 w 75009"/>
                <a:gd name="connsiteY2" fmla="*/ 33030 h 45300"/>
                <a:gd name="connsiteX3" fmla="*/ 560 w 75009"/>
                <a:gd name="connsiteY3" fmla="*/ 36947 h 45300"/>
                <a:gd name="connsiteX4" fmla="*/ 39056 w 75009"/>
                <a:gd name="connsiteY4" fmla="*/ 32780 h 45300"/>
                <a:gd name="connsiteX5" fmla="*/ 56221 w 75009"/>
                <a:gd name="connsiteY5" fmla="*/ 21032 h 45300"/>
                <a:gd name="connsiteX6" fmla="*/ 68220 w 75009"/>
                <a:gd name="connsiteY6" fmla="*/ 17532 h 45300"/>
                <a:gd name="connsiteX7" fmla="*/ 74386 w 75009"/>
                <a:gd name="connsiteY7" fmla="*/ 2867 h 45300"/>
                <a:gd name="connsiteX8" fmla="*/ 65803 w 75009"/>
                <a:gd name="connsiteY8" fmla="*/ 2700 h 45300"/>
                <a:gd name="connsiteX9" fmla="*/ 65803 w 75009"/>
                <a:gd name="connsiteY9" fmla="*/ 2700 h 4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009" h="45300">
                  <a:moveTo>
                    <a:pt x="65803" y="2700"/>
                  </a:moveTo>
                  <a:cubicBezTo>
                    <a:pt x="61054" y="12532"/>
                    <a:pt x="46639" y="13032"/>
                    <a:pt x="38389" y="19865"/>
                  </a:cubicBezTo>
                  <a:cubicBezTo>
                    <a:pt x="29557" y="27281"/>
                    <a:pt x="16974" y="45279"/>
                    <a:pt x="4642" y="33030"/>
                  </a:cubicBezTo>
                  <a:cubicBezTo>
                    <a:pt x="2392" y="30781"/>
                    <a:pt x="-1440" y="34447"/>
                    <a:pt x="560" y="36947"/>
                  </a:cubicBezTo>
                  <a:cubicBezTo>
                    <a:pt x="12475" y="51279"/>
                    <a:pt x="27891" y="45363"/>
                    <a:pt x="39056" y="32780"/>
                  </a:cubicBezTo>
                  <a:cubicBezTo>
                    <a:pt x="44638" y="26448"/>
                    <a:pt x="47055" y="22865"/>
                    <a:pt x="56221" y="21032"/>
                  </a:cubicBezTo>
                  <a:cubicBezTo>
                    <a:pt x="60721" y="20115"/>
                    <a:pt x="64137" y="20282"/>
                    <a:pt x="68220" y="17532"/>
                  </a:cubicBezTo>
                  <a:cubicBezTo>
                    <a:pt x="73969" y="13699"/>
                    <a:pt x="76219" y="9366"/>
                    <a:pt x="74386" y="2867"/>
                  </a:cubicBezTo>
                  <a:cubicBezTo>
                    <a:pt x="73303" y="-1216"/>
                    <a:pt x="67470" y="-633"/>
                    <a:pt x="65803" y="2700"/>
                  </a:cubicBezTo>
                  <a:lnTo>
                    <a:pt x="65803" y="2700"/>
                  </a:lnTo>
                  <a:close/>
                </a:path>
              </a:pathLst>
            </a:custGeom>
            <a:grpFill/>
            <a:ln w="8332" cap="flat">
              <a:noFill/>
              <a:prstDash val="solid"/>
              <a:miter/>
            </a:ln>
          </p:spPr>
          <p:txBody>
            <a:bodyPr rtlCol="0" anchor="ctr"/>
            <a:lstStyle/>
            <a:p>
              <a:endParaRPr lang="en-US"/>
            </a:p>
          </p:txBody>
        </p:sp>
        <p:sp>
          <p:nvSpPr>
            <p:cNvPr id="2025" name="Freeform: Shape 2024"/>
            <p:cNvSpPr/>
            <p:nvPr/>
          </p:nvSpPr>
          <p:spPr>
            <a:xfrm>
              <a:off x="7222077" y="1972341"/>
              <a:ext cx="683631" cy="513138"/>
            </a:xfrm>
            <a:custGeom>
              <a:avLst/>
              <a:gdLst>
                <a:gd name="connsiteX0" fmla="*/ 651652 w 683631"/>
                <a:gd name="connsiteY0" fmla="*/ 276217 h 513138"/>
                <a:gd name="connsiteX1" fmla="*/ 663650 w 683631"/>
                <a:gd name="connsiteY1" fmla="*/ 248970 h 513138"/>
                <a:gd name="connsiteX2" fmla="*/ 658317 w 683631"/>
                <a:gd name="connsiteY2" fmla="*/ 214223 h 513138"/>
                <a:gd name="connsiteX3" fmla="*/ 636820 w 683631"/>
                <a:gd name="connsiteY3" fmla="*/ 173976 h 513138"/>
                <a:gd name="connsiteX4" fmla="*/ 616654 w 683631"/>
                <a:gd name="connsiteY4" fmla="*/ 148729 h 513138"/>
                <a:gd name="connsiteX5" fmla="*/ 548661 w 683631"/>
                <a:gd name="connsiteY5" fmla="*/ 96983 h 513138"/>
                <a:gd name="connsiteX6" fmla="*/ 388425 w 683631"/>
                <a:gd name="connsiteY6" fmla="*/ 26573 h 513138"/>
                <a:gd name="connsiteX7" fmla="*/ 217857 w 683631"/>
                <a:gd name="connsiteY7" fmla="*/ 658 h 513138"/>
                <a:gd name="connsiteX8" fmla="*/ 144530 w 683631"/>
                <a:gd name="connsiteY8" fmla="*/ 17324 h 513138"/>
                <a:gd name="connsiteX9" fmla="*/ 91202 w 683631"/>
                <a:gd name="connsiteY9" fmla="*/ 56570 h 513138"/>
                <a:gd name="connsiteX10" fmla="*/ 87702 w 683631"/>
                <a:gd name="connsiteY10" fmla="*/ 83151 h 513138"/>
                <a:gd name="connsiteX11" fmla="*/ 74120 w 683631"/>
                <a:gd name="connsiteY11" fmla="*/ 83401 h 513138"/>
                <a:gd name="connsiteX12" fmla="*/ 26874 w 683631"/>
                <a:gd name="connsiteY12" fmla="*/ 88984 h 513138"/>
                <a:gd name="connsiteX13" fmla="*/ 16542 w 683631"/>
                <a:gd name="connsiteY13" fmla="*/ 109149 h 513138"/>
                <a:gd name="connsiteX14" fmla="*/ 46873 w 683631"/>
                <a:gd name="connsiteY14" fmla="*/ 128730 h 513138"/>
                <a:gd name="connsiteX15" fmla="*/ 72204 w 683631"/>
                <a:gd name="connsiteY15" fmla="*/ 137980 h 513138"/>
                <a:gd name="connsiteX16" fmla="*/ 43873 w 683631"/>
                <a:gd name="connsiteY16" fmla="*/ 169310 h 513138"/>
                <a:gd name="connsiteX17" fmla="*/ 48789 w 683631"/>
                <a:gd name="connsiteY17" fmla="*/ 194641 h 513138"/>
                <a:gd name="connsiteX18" fmla="*/ 27208 w 683631"/>
                <a:gd name="connsiteY18" fmla="*/ 228805 h 513138"/>
                <a:gd name="connsiteX19" fmla="*/ 18125 w 683631"/>
                <a:gd name="connsiteY19" fmla="*/ 233721 h 513138"/>
                <a:gd name="connsiteX20" fmla="*/ 2877 w 683631"/>
                <a:gd name="connsiteY20" fmla="*/ 261718 h 513138"/>
                <a:gd name="connsiteX21" fmla="*/ 13876 w 683631"/>
                <a:gd name="connsiteY21" fmla="*/ 325963 h 513138"/>
                <a:gd name="connsiteX22" fmla="*/ 83453 w 683631"/>
                <a:gd name="connsiteY22" fmla="*/ 371708 h 513138"/>
                <a:gd name="connsiteX23" fmla="*/ 167362 w 683631"/>
                <a:gd name="connsiteY23" fmla="*/ 412121 h 513138"/>
                <a:gd name="connsiteX24" fmla="*/ 252604 w 683631"/>
                <a:gd name="connsiteY24" fmla="*/ 451035 h 513138"/>
                <a:gd name="connsiteX25" fmla="*/ 344263 w 683631"/>
                <a:gd name="connsiteY25" fmla="*/ 483448 h 513138"/>
                <a:gd name="connsiteX26" fmla="*/ 526413 w 683631"/>
                <a:gd name="connsiteY26" fmla="*/ 511779 h 513138"/>
                <a:gd name="connsiteX27" fmla="*/ 565576 w 683631"/>
                <a:gd name="connsiteY27" fmla="*/ 502780 h 513138"/>
                <a:gd name="connsiteX28" fmla="*/ 594740 w 683631"/>
                <a:gd name="connsiteY28" fmla="*/ 471449 h 513138"/>
                <a:gd name="connsiteX29" fmla="*/ 600490 w 683631"/>
                <a:gd name="connsiteY29" fmla="*/ 404872 h 513138"/>
                <a:gd name="connsiteX30" fmla="*/ 612156 w 683631"/>
                <a:gd name="connsiteY30" fmla="*/ 398539 h 513138"/>
                <a:gd name="connsiteX31" fmla="*/ 634570 w 683631"/>
                <a:gd name="connsiteY31" fmla="*/ 374125 h 513138"/>
                <a:gd name="connsiteX32" fmla="*/ 639319 w 683631"/>
                <a:gd name="connsiteY32" fmla="*/ 345794 h 513138"/>
                <a:gd name="connsiteX33" fmla="*/ 673650 w 683631"/>
                <a:gd name="connsiteY33" fmla="*/ 337712 h 513138"/>
                <a:gd name="connsiteX34" fmla="*/ 651652 w 683631"/>
                <a:gd name="connsiteY34" fmla="*/ 276217 h 513138"/>
                <a:gd name="connsiteX35" fmla="*/ 651652 w 683631"/>
                <a:gd name="connsiteY35" fmla="*/ 276217 h 513138"/>
                <a:gd name="connsiteX36" fmla="*/ 148947 w 683631"/>
                <a:gd name="connsiteY36" fmla="*/ 32906 h 513138"/>
                <a:gd name="connsiteX37" fmla="*/ 217774 w 683631"/>
                <a:gd name="connsiteY37" fmla="*/ 16241 h 513138"/>
                <a:gd name="connsiteX38" fmla="*/ 372010 w 683631"/>
                <a:gd name="connsiteY38" fmla="*/ 36905 h 513138"/>
                <a:gd name="connsiteX39" fmla="*/ 528995 w 683631"/>
                <a:gd name="connsiteY39" fmla="*/ 100983 h 513138"/>
                <a:gd name="connsiteX40" fmla="*/ 546661 w 683631"/>
                <a:gd name="connsiteY40" fmla="*/ 111065 h 513138"/>
                <a:gd name="connsiteX41" fmla="*/ 577825 w 683631"/>
                <a:gd name="connsiteY41" fmla="*/ 135396 h 513138"/>
                <a:gd name="connsiteX42" fmla="*/ 626654 w 683631"/>
                <a:gd name="connsiteY42" fmla="*/ 184892 h 513138"/>
                <a:gd name="connsiteX43" fmla="*/ 642819 w 683631"/>
                <a:gd name="connsiteY43" fmla="*/ 216972 h 513138"/>
                <a:gd name="connsiteX44" fmla="*/ 645902 w 683631"/>
                <a:gd name="connsiteY44" fmla="*/ 252969 h 513138"/>
                <a:gd name="connsiteX45" fmla="*/ 618571 w 683631"/>
                <a:gd name="connsiteY45" fmla="*/ 276884 h 513138"/>
                <a:gd name="connsiteX46" fmla="*/ 578492 w 683631"/>
                <a:gd name="connsiteY46" fmla="*/ 278800 h 513138"/>
                <a:gd name="connsiteX47" fmla="*/ 506748 w 683631"/>
                <a:gd name="connsiteY47" fmla="*/ 264135 h 513138"/>
                <a:gd name="connsiteX48" fmla="*/ 366594 w 683631"/>
                <a:gd name="connsiteY48" fmla="*/ 218556 h 513138"/>
                <a:gd name="connsiteX49" fmla="*/ 224857 w 683631"/>
                <a:gd name="connsiteY49" fmla="*/ 165977 h 513138"/>
                <a:gd name="connsiteX50" fmla="*/ 159612 w 683631"/>
                <a:gd name="connsiteY50" fmla="*/ 133813 h 513138"/>
                <a:gd name="connsiteX51" fmla="*/ 127865 w 683631"/>
                <a:gd name="connsiteY51" fmla="*/ 109482 h 513138"/>
                <a:gd name="connsiteX52" fmla="*/ 104284 w 683631"/>
                <a:gd name="connsiteY52" fmla="*/ 82818 h 513138"/>
                <a:gd name="connsiteX53" fmla="*/ 148947 w 683631"/>
                <a:gd name="connsiteY53" fmla="*/ 32906 h 513138"/>
                <a:gd name="connsiteX54" fmla="*/ 148947 w 683631"/>
                <a:gd name="connsiteY54" fmla="*/ 32906 h 513138"/>
                <a:gd name="connsiteX55" fmla="*/ 80203 w 683631"/>
                <a:gd name="connsiteY55" fmla="*/ 257969 h 513138"/>
                <a:gd name="connsiteX56" fmla="*/ 132698 w 683631"/>
                <a:gd name="connsiteY56" fmla="*/ 268134 h 513138"/>
                <a:gd name="connsiteX57" fmla="*/ 156529 w 683631"/>
                <a:gd name="connsiteY57" fmla="*/ 266218 h 513138"/>
                <a:gd name="connsiteX58" fmla="*/ 175278 w 683631"/>
                <a:gd name="connsiteY58" fmla="*/ 280550 h 513138"/>
                <a:gd name="connsiteX59" fmla="*/ 176778 w 683631"/>
                <a:gd name="connsiteY59" fmla="*/ 281300 h 513138"/>
                <a:gd name="connsiteX60" fmla="*/ 144947 w 683631"/>
                <a:gd name="connsiteY60" fmla="*/ 287466 h 513138"/>
                <a:gd name="connsiteX61" fmla="*/ 89785 w 683631"/>
                <a:gd name="connsiteY61" fmla="*/ 273217 h 513138"/>
                <a:gd name="connsiteX62" fmla="*/ 46789 w 683631"/>
                <a:gd name="connsiteY62" fmla="*/ 246053 h 513138"/>
                <a:gd name="connsiteX63" fmla="*/ 48206 w 683631"/>
                <a:gd name="connsiteY63" fmla="*/ 211473 h 513138"/>
                <a:gd name="connsiteX64" fmla="*/ 56789 w 683631"/>
                <a:gd name="connsiteY64" fmla="*/ 202140 h 513138"/>
                <a:gd name="connsiteX65" fmla="*/ 62621 w 683631"/>
                <a:gd name="connsiteY65" fmla="*/ 205723 h 513138"/>
                <a:gd name="connsiteX66" fmla="*/ 74787 w 683631"/>
                <a:gd name="connsiteY66" fmla="*/ 210890 h 513138"/>
                <a:gd name="connsiteX67" fmla="*/ 80203 w 683631"/>
                <a:gd name="connsiteY67" fmla="*/ 257969 h 513138"/>
                <a:gd name="connsiteX68" fmla="*/ 80203 w 683631"/>
                <a:gd name="connsiteY68" fmla="*/ 257969 h 513138"/>
                <a:gd name="connsiteX69" fmla="*/ 77953 w 683631"/>
                <a:gd name="connsiteY69" fmla="*/ 212639 h 513138"/>
                <a:gd name="connsiteX70" fmla="*/ 85702 w 683631"/>
                <a:gd name="connsiteY70" fmla="*/ 220805 h 513138"/>
                <a:gd name="connsiteX71" fmla="*/ 95868 w 683631"/>
                <a:gd name="connsiteY71" fmla="*/ 239970 h 513138"/>
                <a:gd name="connsiteX72" fmla="*/ 120699 w 683631"/>
                <a:gd name="connsiteY72" fmla="*/ 249636 h 513138"/>
                <a:gd name="connsiteX73" fmla="*/ 135031 w 683631"/>
                <a:gd name="connsiteY73" fmla="*/ 249969 h 513138"/>
                <a:gd name="connsiteX74" fmla="*/ 147864 w 683631"/>
                <a:gd name="connsiteY74" fmla="*/ 247136 h 513138"/>
                <a:gd name="connsiteX75" fmla="*/ 150780 w 683631"/>
                <a:gd name="connsiteY75" fmla="*/ 256385 h 513138"/>
                <a:gd name="connsiteX76" fmla="*/ 143364 w 683631"/>
                <a:gd name="connsiteY76" fmla="*/ 256969 h 513138"/>
                <a:gd name="connsiteX77" fmla="*/ 110617 w 683631"/>
                <a:gd name="connsiteY77" fmla="*/ 255802 h 513138"/>
                <a:gd name="connsiteX78" fmla="*/ 77953 w 683631"/>
                <a:gd name="connsiteY78" fmla="*/ 212639 h 513138"/>
                <a:gd name="connsiteX79" fmla="*/ 77953 w 683631"/>
                <a:gd name="connsiteY79" fmla="*/ 212639 h 513138"/>
                <a:gd name="connsiteX80" fmla="*/ 573409 w 683631"/>
                <a:gd name="connsiteY80" fmla="*/ 472699 h 513138"/>
                <a:gd name="connsiteX81" fmla="*/ 544577 w 683631"/>
                <a:gd name="connsiteY81" fmla="*/ 493198 h 513138"/>
                <a:gd name="connsiteX82" fmla="*/ 509831 w 683631"/>
                <a:gd name="connsiteY82" fmla="*/ 498280 h 513138"/>
                <a:gd name="connsiteX83" fmla="*/ 356678 w 683631"/>
                <a:gd name="connsiteY83" fmla="*/ 473449 h 513138"/>
                <a:gd name="connsiteX84" fmla="*/ 219857 w 683631"/>
                <a:gd name="connsiteY84" fmla="*/ 424704 h 513138"/>
                <a:gd name="connsiteX85" fmla="*/ 153696 w 683631"/>
                <a:gd name="connsiteY85" fmla="*/ 392957 h 513138"/>
                <a:gd name="connsiteX86" fmla="*/ 90036 w 683631"/>
                <a:gd name="connsiteY86" fmla="*/ 363459 h 513138"/>
                <a:gd name="connsiteX87" fmla="*/ 52705 w 683631"/>
                <a:gd name="connsiteY87" fmla="*/ 340711 h 513138"/>
                <a:gd name="connsiteX88" fmla="*/ 21875 w 683631"/>
                <a:gd name="connsiteY88" fmla="*/ 317380 h 513138"/>
                <a:gd name="connsiteX89" fmla="*/ 29124 w 683631"/>
                <a:gd name="connsiteY89" fmla="*/ 239804 h 513138"/>
                <a:gd name="connsiteX90" fmla="*/ 62371 w 683631"/>
                <a:gd name="connsiteY90" fmla="*/ 273634 h 513138"/>
                <a:gd name="connsiteX91" fmla="*/ 191526 w 683631"/>
                <a:gd name="connsiteY91" fmla="*/ 288133 h 513138"/>
                <a:gd name="connsiteX92" fmla="*/ 261353 w 683631"/>
                <a:gd name="connsiteY92" fmla="*/ 365209 h 513138"/>
                <a:gd name="connsiteX93" fmla="*/ 349929 w 683631"/>
                <a:gd name="connsiteY93" fmla="*/ 360043 h 513138"/>
                <a:gd name="connsiteX94" fmla="*/ 425422 w 683631"/>
                <a:gd name="connsiteY94" fmla="*/ 423120 h 513138"/>
                <a:gd name="connsiteX95" fmla="*/ 476251 w 683631"/>
                <a:gd name="connsiteY95" fmla="*/ 421371 h 513138"/>
                <a:gd name="connsiteX96" fmla="*/ 501415 w 683631"/>
                <a:gd name="connsiteY96" fmla="*/ 402956 h 513138"/>
                <a:gd name="connsiteX97" fmla="*/ 545577 w 683631"/>
                <a:gd name="connsiteY97" fmla="*/ 432619 h 513138"/>
                <a:gd name="connsiteX98" fmla="*/ 588323 w 683631"/>
                <a:gd name="connsiteY98" fmla="*/ 415954 h 513138"/>
                <a:gd name="connsiteX99" fmla="*/ 590657 w 683631"/>
                <a:gd name="connsiteY99" fmla="*/ 436036 h 513138"/>
                <a:gd name="connsiteX100" fmla="*/ 573409 w 683631"/>
                <a:gd name="connsiteY100" fmla="*/ 472699 h 513138"/>
                <a:gd name="connsiteX101" fmla="*/ 573409 w 683631"/>
                <a:gd name="connsiteY101" fmla="*/ 472699 h 513138"/>
                <a:gd name="connsiteX102" fmla="*/ 249688 w 683631"/>
                <a:gd name="connsiteY102" fmla="*/ 324879 h 513138"/>
                <a:gd name="connsiteX103" fmla="*/ 276852 w 683631"/>
                <a:gd name="connsiteY103" fmla="*/ 344794 h 513138"/>
                <a:gd name="connsiteX104" fmla="*/ 323848 w 683631"/>
                <a:gd name="connsiteY104" fmla="*/ 340795 h 513138"/>
                <a:gd name="connsiteX105" fmla="*/ 345679 w 683631"/>
                <a:gd name="connsiteY105" fmla="*/ 347544 h 513138"/>
                <a:gd name="connsiteX106" fmla="*/ 326764 w 683631"/>
                <a:gd name="connsiteY106" fmla="*/ 358710 h 513138"/>
                <a:gd name="connsiteX107" fmla="*/ 303600 w 683631"/>
                <a:gd name="connsiteY107" fmla="*/ 360126 h 513138"/>
                <a:gd name="connsiteX108" fmla="*/ 258353 w 683631"/>
                <a:gd name="connsiteY108" fmla="*/ 350794 h 513138"/>
                <a:gd name="connsiteX109" fmla="*/ 194276 w 683631"/>
                <a:gd name="connsiteY109" fmla="*/ 286549 h 513138"/>
                <a:gd name="connsiteX110" fmla="*/ 194359 w 683631"/>
                <a:gd name="connsiteY110" fmla="*/ 286549 h 513138"/>
                <a:gd name="connsiteX111" fmla="*/ 203025 w 683631"/>
                <a:gd name="connsiteY111" fmla="*/ 287133 h 513138"/>
                <a:gd name="connsiteX112" fmla="*/ 216357 w 683631"/>
                <a:gd name="connsiteY112" fmla="*/ 285300 h 513138"/>
                <a:gd name="connsiteX113" fmla="*/ 228523 w 683631"/>
                <a:gd name="connsiteY113" fmla="*/ 288383 h 513138"/>
                <a:gd name="connsiteX114" fmla="*/ 243522 w 683631"/>
                <a:gd name="connsiteY114" fmla="*/ 305548 h 513138"/>
                <a:gd name="connsiteX115" fmla="*/ 249688 w 683631"/>
                <a:gd name="connsiteY115" fmla="*/ 324879 h 513138"/>
                <a:gd name="connsiteX116" fmla="*/ 249688 w 683631"/>
                <a:gd name="connsiteY116" fmla="*/ 324879 h 513138"/>
                <a:gd name="connsiteX117" fmla="*/ 251021 w 683631"/>
                <a:gd name="connsiteY117" fmla="*/ 310297 h 513138"/>
                <a:gd name="connsiteX118" fmla="*/ 275102 w 683631"/>
                <a:gd name="connsiteY118" fmla="*/ 317880 h 513138"/>
                <a:gd name="connsiteX119" fmla="*/ 303350 w 683631"/>
                <a:gd name="connsiteY119" fmla="*/ 321796 h 513138"/>
                <a:gd name="connsiteX120" fmla="*/ 315348 w 683631"/>
                <a:gd name="connsiteY120" fmla="*/ 334712 h 513138"/>
                <a:gd name="connsiteX121" fmla="*/ 309766 w 683631"/>
                <a:gd name="connsiteY121" fmla="*/ 336878 h 513138"/>
                <a:gd name="connsiteX122" fmla="*/ 274685 w 683631"/>
                <a:gd name="connsiteY122" fmla="*/ 334629 h 513138"/>
                <a:gd name="connsiteX123" fmla="*/ 259020 w 683631"/>
                <a:gd name="connsiteY123" fmla="*/ 323213 h 513138"/>
                <a:gd name="connsiteX124" fmla="*/ 251021 w 683631"/>
                <a:gd name="connsiteY124" fmla="*/ 310297 h 513138"/>
                <a:gd name="connsiteX125" fmla="*/ 251021 w 683631"/>
                <a:gd name="connsiteY125" fmla="*/ 310297 h 513138"/>
                <a:gd name="connsiteX126" fmla="*/ 357344 w 683631"/>
                <a:gd name="connsiteY126" fmla="*/ 347461 h 513138"/>
                <a:gd name="connsiteX127" fmla="*/ 368260 w 683631"/>
                <a:gd name="connsiteY127" fmla="*/ 345211 h 513138"/>
                <a:gd name="connsiteX128" fmla="*/ 377926 w 683631"/>
                <a:gd name="connsiteY128" fmla="*/ 345544 h 513138"/>
                <a:gd name="connsiteX129" fmla="*/ 390925 w 683631"/>
                <a:gd name="connsiteY129" fmla="*/ 375625 h 513138"/>
                <a:gd name="connsiteX130" fmla="*/ 419839 w 683631"/>
                <a:gd name="connsiteY130" fmla="*/ 392040 h 513138"/>
                <a:gd name="connsiteX131" fmla="*/ 451420 w 683631"/>
                <a:gd name="connsiteY131" fmla="*/ 398373 h 513138"/>
                <a:gd name="connsiteX132" fmla="*/ 461919 w 683631"/>
                <a:gd name="connsiteY132" fmla="*/ 394456 h 513138"/>
                <a:gd name="connsiteX133" fmla="*/ 468085 w 683631"/>
                <a:gd name="connsiteY133" fmla="*/ 387790 h 513138"/>
                <a:gd name="connsiteX134" fmla="*/ 484000 w 683631"/>
                <a:gd name="connsiteY134" fmla="*/ 394456 h 513138"/>
                <a:gd name="connsiteX135" fmla="*/ 492832 w 683631"/>
                <a:gd name="connsiteY135" fmla="*/ 396206 h 513138"/>
                <a:gd name="connsiteX136" fmla="*/ 483333 w 683631"/>
                <a:gd name="connsiteY136" fmla="*/ 405622 h 513138"/>
                <a:gd name="connsiteX137" fmla="*/ 458252 w 683631"/>
                <a:gd name="connsiteY137" fmla="*/ 414538 h 513138"/>
                <a:gd name="connsiteX138" fmla="*/ 417006 w 683631"/>
                <a:gd name="connsiteY138" fmla="*/ 409205 h 513138"/>
                <a:gd name="connsiteX139" fmla="*/ 353595 w 683631"/>
                <a:gd name="connsiteY139" fmla="*/ 355460 h 513138"/>
                <a:gd name="connsiteX140" fmla="*/ 357178 w 683631"/>
                <a:gd name="connsiteY140" fmla="*/ 348211 h 513138"/>
                <a:gd name="connsiteX141" fmla="*/ 357344 w 683631"/>
                <a:gd name="connsiteY141" fmla="*/ 347461 h 513138"/>
                <a:gd name="connsiteX142" fmla="*/ 357344 w 683631"/>
                <a:gd name="connsiteY142" fmla="*/ 347461 h 513138"/>
                <a:gd name="connsiteX143" fmla="*/ 385009 w 683631"/>
                <a:gd name="connsiteY143" fmla="*/ 353627 h 513138"/>
                <a:gd name="connsiteX144" fmla="*/ 427338 w 683631"/>
                <a:gd name="connsiteY144" fmla="*/ 373292 h 513138"/>
                <a:gd name="connsiteX145" fmla="*/ 457835 w 683631"/>
                <a:gd name="connsiteY145" fmla="*/ 379791 h 513138"/>
                <a:gd name="connsiteX146" fmla="*/ 461002 w 683631"/>
                <a:gd name="connsiteY146" fmla="*/ 382707 h 513138"/>
                <a:gd name="connsiteX147" fmla="*/ 459669 w 683631"/>
                <a:gd name="connsiteY147" fmla="*/ 384124 h 513138"/>
                <a:gd name="connsiteX148" fmla="*/ 433838 w 683631"/>
                <a:gd name="connsiteY148" fmla="*/ 386040 h 513138"/>
                <a:gd name="connsiteX149" fmla="*/ 402507 w 683631"/>
                <a:gd name="connsiteY149" fmla="*/ 373375 h 513138"/>
                <a:gd name="connsiteX150" fmla="*/ 385009 w 683631"/>
                <a:gd name="connsiteY150" fmla="*/ 353627 h 513138"/>
                <a:gd name="connsiteX151" fmla="*/ 385009 w 683631"/>
                <a:gd name="connsiteY151" fmla="*/ 353627 h 513138"/>
                <a:gd name="connsiteX152" fmla="*/ 503665 w 683631"/>
                <a:gd name="connsiteY152" fmla="*/ 399289 h 513138"/>
                <a:gd name="connsiteX153" fmla="*/ 504665 w 683631"/>
                <a:gd name="connsiteY153" fmla="*/ 396706 h 513138"/>
                <a:gd name="connsiteX154" fmla="*/ 511914 w 683631"/>
                <a:gd name="connsiteY154" fmla="*/ 396040 h 513138"/>
                <a:gd name="connsiteX155" fmla="*/ 536578 w 683631"/>
                <a:gd name="connsiteY155" fmla="*/ 394040 h 513138"/>
                <a:gd name="connsiteX156" fmla="*/ 550077 w 683631"/>
                <a:gd name="connsiteY156" fmla="*/ 403789 h 513138"/>
                <a:gd name="connsiteX157" fmla="*/ 577908 w 683631"/>
                <a:gd name="connsiteY157" fmla="*/ 410205 h 513138"/>
                <a:gd name="connsiteX158" fmla="*/ 534579 w 683631"/>
                <a:gd name="connsiteY158" fmla="*/ 420954 h 513138"/>
                <a:gd name="connsiteX159" fmla="*/ 503665 w 683631"/>
                <a:gd name="connsiteY159" fmla="*/ 399289 h 513138"/>
                <a:gd name="connsiteX160" fmla="*/ 503665 w 683631"/>
                <a:gd name="connsiteY160" fmla="*/ 399289 h 513138"/>
                <a:gd name="connsiteX161" fmla="*/ 618322 w 683631"/>
                <a:gd name="connsiteY161" fmla="*/ 373875 h 513138"/>
                <a:gd name="connsiteX162" fmla="*/ 580408 w 683631"/>
                <a:gd name="connsiteY162" fmla="*/ 395623 h 513138"/>
                <a:gd name="connsiteX163" fmla="*/ 539245 w 683631"/>
                <a:gd name="connsiteY163" fmla="*/ 380374 h 513138"/>
                <a:gd name="connsiteX164" fmla="*/ 511747 w 683631"/>
                <a:gd name="connsiteY164" fmla="*/ 380374 h 513138"/>
                <a:gd name="connsiteX165" fmla="*/ 469502 w 683631"/>
                <a:gd name="connsiteY165" fmla="*/ 371042 h 513138"/>
                <a:gd name="connsiteX166" fmla="*/ 444920 w 683631"/>
                <a:gd name="connsiteY166" fmla="*/ 355210 h 513138"/>
                <a:gd name="connsiteX167" fmla="*/ 402507 w 683631"/>
                <a:gd name="connsiteY167" fmla="*/ 349294 h 513138"/>
                <a:gd name="connsiteX168" fmla="*/ 383092 w 683631"/>
                <a:gd name="connsiteY168" fmla="*/ 327379 h 513138"/>
                <a:gd name="connsiteX169" fmla="*/ 347346 w 683631"/>
                <a:gd name="connsiteY169" fmla="*/ 331046 h 513138"/>
                <a:gd name="connsiteX170" fmla="*/ 312682 w 683631"/>
                <a:gd name="connsiteY170" fmla="*/ 309131 h 513138"/>
                <a:gd name="connsiteX171" fmla="*/ 295184 w 683631"/>
                <a:gd name="connsiteY171" fmla="*/ 302798 h 513138"/>
                <a:gd name="connsiteX172" fmla="*/ 252438 w 683631"/>
                <a:gd name="connsiteY172" fmla="*/ 296215 h 513138"/>
                <a:gd name="connsiteX173" fmla="*/ 236689 w 683631"/>
                <a:gd name="connsiteY173" fmla="*/ 279717 h 513138"/>
                <a:gd name="connsiteX174" fmla="*/ 230690 w 683631"/>
                <a:gd name="connsiteY174" fmla="*/ 272884 h 513138"/>
                <a:gd name="connsiteX175" fmla="*/ 205858 w 683631"/>
                <a:gd name="connsiteY175" fmla="*/ 273217 h 513138"/>
                <a:gd name="connsiteX176" fmla="*/ 168861 w 683631"/>
                <a:gd name="connsiteY176" fmla="*/ 258385 h 513138"/>
                <a:gd name="connsiteX177" fmla="*/ 165279 w 683631"/>
                <a:gd name="connsiteY177" fmla="*/ 254552 h 513138"/>
                <a:gd name="connsiteX178" fmla="*/ 155363 w 683631"/>
                <a:gd name="connsiteY178" fmla="*/ 234388 h 513138"/>
                <a:gd name="connsiteX179" fmla="*/ 119866 w 683631"/>
                <a:gd name="connsiteY179" fmla="*/ 234388 h 513138"/>
                <a:gd name="connsiteX180" fmla="*/ 98868 w 683631"/>
                <a:gd name="connsiteY180" fmla="*/ 217806 h 513138"/>
                <a:gd name="connsiteX181" fmla="*/ 92702 w 683631"/>
                <a:gd name="connsiteY181" fmla="*/ 206223 h 513138"/>
                <a:gd name="connsiteX182" fmla="*/ 66787 w 683631"/>
                <a:gd name="connsiteY182" fmla="*/ 192475 h 513138"/>
                <a:gd name="connsiteX183" fmla="*/ 59455 w 683631"/>
                <a:gd name="connsiteY183" fmla="*/ 161811 h 513138"/>
                <a:gd name="connsiteX184" fmla="*/ 77953 w 683631"/>
                <a:gd name="connsiteY184" fmla="*/ 142979 h 513138"/>
                <a:gd name="connsiteX185" fmla="*/ 84286 w 683631"/>
                <a:gd name="connsiteY185" fmla="*/ 163561 h 513138"/>
                <a:gd name="connsiteX186" fmla="*/ 109284 w 683631"/>
                <a:gd name="connsiteY186" fmla="*/ 188308 h 513138"/>
                <a:gd name="connsiteX187" fmla="*/ 150947 w 683631"/>
                <a:gd name="connsiteY187" fmla="*/ 192641 h 513138"/>
                <a:gd name="connsiteX188" fmla="*/ 175611 w 683631"/>
                <a:gd name="connsiteY188" fmla="*/ 193308 h 513138"/>
                <a:gd name="connsiteX189" fmla="*/ 203609 w 683631"/>
                <a:gd name="connsiteY189" fmla="*/ 216972 h 513138"/>
                <a:gd name="connsiteX190" fmla="*/ 237022 w 683631"/>
                <a:gd name="connsiteY190" fmla="*/ 236137 h 513138"/>
                <a:gd name="connsiteX191" fmla="*/ 295600 w 683631"/>
                <a:gd name="connsiteY191" fmla="*/ 243887 h 513138"/>
                <a:gd name="connsiteX192" fmla="*/ 331430 w 683631"/>
                <a:gd name="connsiteY192" fmla="*/ 270301 h 513138"/>
                <a:gd name="connsiteX193" fmla="*/ 381842 w 683631"/>
                <a:gd name="connsiteY193" fmla="*/ 280300 h 513138"/>
                <a:gd name="connsiteX194" fmla="*/ 407923 w 683631"/>
                <a:gd name="connsiteY194" fmla="*/ 282716 h 513138"/>
                <a:gd name="connsiteX195" fmla="*/ 436254 w 683631"/>
                <a:gd name="connsiteY195" fmla="*/ 297548 h 513138"/>
                <a:gd name="connsiteX196" fmla="*/ 478584 w 683631"/>
                <a:gd name="connsiteY196" fmla="*/ 316130 h 513138"/>
                <a:gd name="connsiteX197" fmla="*/ 531496 w 683631"/>
                <a:gd name="connsiteY197" fmla="*/ 320213 h 513138"/>
                <a:gd name="connsiteX198" fmla="*/ 552160 w 683631"/>
                <a:gd name="connsiteY198" fmla="*/ 332212 h 513138"/>
                <a:gd name="connsiteX199" fmla="*/ 574825 w 683631"/>
                <a:gd name="connsiteY199" fmla="*/ 335128 h 513138"/>
                <a:gd name="connsiteX200" fmla="*/ 609655 w 683631"/>
                <a:gd name="connsiteY200" fmla="*/ 337878 h 513138"/>
                <a:gd name="connsiteX201" fmla="*/ 626903 w 683631"/>
                <a:gd name="connsiteY201" fmla="*/ 343128 h 513138"/>
                <a:gd name="connsiteX202" fmla="*/ 618322 w 683631"/>
                <a:gd name="connsiteY202" fmla="*/ 373875 h 513138"/>
                <a:gd name="connsiteX203" fmla="*/ 618322 w 683631"/>
                <a:gd name="connsiteY203" fmla="*/ 373875 h 513138"/>
                <a:gd name="connsiteX204" fmla="*/ 635319 w 683631"/>
                <a:gd name="connsiteY204" fmla="*/ 330629 h 513138"/>
                <a:gd name="connsiteX205" fmla="*/ 594157 w 683631"/>
                <a:gd name="connsiteY205" fmla="*/ 319547 h 513138"/>
                <a:gd name="connsiteX206" fmla="*/ 552828 w 683631"/>
                <a:gd name="connsiteY206" fmla="*/ 314214 h 513138"/>
                <a:gd name="connsiteX207" fmla="*/ 519997 w 683631"/>
                <a:gd name="connsiteY207" fmla="*/ 301715 h 513138"/>
                <a:gd name="connsiteX208" fmla="*/ 480083 w 683631"/>
                <a:gd name="connsiteY208" fmla="*/ 300631 h 513138"/>
                <a:gd name="connsiteX209" fmla="*/ 399341 w 683631"/>
                <a:gd name="connsiteY209" fmla="*/ 267634 h 513138"/>
                <a:gd name="connsiteX210" fmla="*/ 363928 w 683631"/>
                <a:gd name="connsiteY210" fmla="*/ 266218 h 513138"/>
                <a:gd name="connsiteX211" fmla="*/ 320598 w 683631"/>
                <a:gd name="connsiteY211" fmla="*/ 244970 h 513138"/>
                <a:gd name="connsiteX212" fmla="*/ 293101 w 683631"/>
                <a:gd name="connsiteY212" fmla="*/ 226138 h 513138"/>
                <a:gd name="connsiteX213" fmla="*/ 250854 w 683631"/>
                <a:gd name="connsiteY213" fmla="*/ 221305 h 513138"/>
                <a:gd name="connsiteX214" fmla="*/ 212524 w 683631"/>
                <a:gd name="connsiteY214" fmla="*/ 203724 h 513138"/>
                <a:gd name="connsiteX215" fmla="*/ 186193 w 683631"/>
                <a:gd name="connsiteY215" fmla="*/ 181142 h 513138"/>
                <a:gd name="connsiteX216" fmla="*/ 106617 w 683631"/>
                <a:gd name="connsiteY216" fmla="*/ 172893 h 513138"/>
                <a:gd name="connsiteX217" fmla="*/ 89202 w 683631"/>
                <a:gd name="connsiteY217" fmla="*/ 136063 h 513138"/>
                <a:gd name="connsiteX218" fmla="*/ 59955 w 683631"/>
                <a:gd name="connsiteY218" fmla="*/ 119231 h 513138"/>
                <a:gd name="connsiteX219" fmla="*/ 36124 w 683631"/>
                <a:gd name="connsiteY219" fmla="*/ 108482 h 513138"/>
                <a:gd name="connsiteX220" fmla="*/ 38957 w 683631"/>
                <a:gd name="connsiteY220" fmla="*/ 98566 h 513138"/>
                <a:gd name="connsiteX221" fmla="*/ 50456 w 683631"/>
                <a:gd name="connsiteY221" fmla="*/ 96733 h 513138"/>
                <a:gd name="connsiteX222" fmla="*/ 71620 w 683631"/>
                <a:gd name="connsiteY222" fmla="*/ 93817 h 513138"/>
                <a:gd name="connsiteX223" fmla="*/ 92285 w 683631"/>
                <a:gd name="connsiteY223" fmla="*/ 92317 h 513138"/>
                <a:gd name="connsiteX224" fmla="*/ 105701 w 683631"/>
                <a:gd name="connsiteY224" fmla="*/ 108899 h 513138"/>
                <a:gd name="connsiteX225" fmla="*/ 170612 w 683631"/>
                <a:gd name="connsiteY225" fmla="*/ 157978 h 513138"/>
                <a:gd name="connsiteX226" fmla="*/ 330597 w 683631"/>
                <a:gd name="connsiteY226" fmla="*/ 220972 h 513138"/>
                <a:gd name="connsiteX227" fmla="*/ 505164 w 683631"/>
                <a:gd name="connsiteY227" fmla="*/ 276800 h 513138"/>
                <a:gd name="connsiteX228" fmla="*/ 583074 w 683631"/>
                <a:gd name="connsiteY228" fmla="*/ 293132 h 513138"/>
                <a:gd name="connsiteX229" fmla="*/ 641153 w 683631"/>
                <a:gd name="connsiteY229" fmla="*/ 285050 h 513138"/>
                <a:gd name="connsiteX230" fmla="*/ 664234 w 683631"/>
                <a:gd name="connsiteY230" fmla="*/ 307714 h 513138"/>
                <a:gd name="connsiteX231" fmla="*/ 635319 w 683631"/>
                <a:gd name="connsiteY231" fmla="*/ 330629 h 513138"/>
                <a:gd name="connsiteX232" fmla="*/ 635319 w 683631"/>
                <a:gd name="connsiteY232" fmla="*/ 330629 h 513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683631" h="513138">
                  <a:moveTo>
                    <a:pt x="651652" y="276217"/>
                  </a:moveTo>
                  <a:cubicBezTo>
                    <a:pt x="657901" y="268551"/>
                    <a:pt x="661901" y="258385"/>
                    <a:pt x="663650" y="248970"/>
                  </a:cubicBezTo>
                  <a:cubicBezTo>
                    <a:pt x="665900" y="236887"/>
                    <a:pt x="661234" y="225805"/>
                    <a:pt x="658317" y="214223"/>
                  </a:cubicBezTo>
                  <a:cubicBezTo>
                    <a:pt x="654568" y="199224"/>
                    <a:pt x="646569" y="185892"/>
                    <a:pt x="636820" y="173976"/>
                  </a:cubicBezTo>
                  <a:cubicBezTo>
                    <a:pt x="631153" y="165144"/>
                    <a:pt x="624571" y="156811"/>
                    <a:pt x="616654" y="148729"/>
                  </a:cubicBezTo>
                  <a:cubicBezTo>
                    <a:pt x="596490" y="128064"/>
                    <a:pt x="573409" y="111732"/>
                    <a:pt x="548661" y="96983"/>
                  </a:cubicBezTo>
                  <a:cubicBezTo>
                    <a:pt x="498249" y="66819"/>
                    <a:pt x="444670" y="43488"/>
                    <a:pt x="388425" y="26573"/>
                  </a:cubicBezTo>
                  <a:cubicBezTo>
                    <a:pt x="332430" y="9658"/>
                    <a:pt x="276769" y="-3091"/>
                    <a:pt x="217857" y="658"/>
                  </a:cubicBezTo>
                  <a:cubicBezTo>
                    <a:pt x="192693" y="2242"/>
                    <a:pt x="167778" y="7408"/>
                    <a:pt x="144530" y="17324"/>
                  </a:cubicBezTo>
                  <a:cubicBezTo>
                    <a:pt x="125032" y="25656"/>
                    <a:pt x="101951" y="37239"/>
                    <a:pt x="91202" y="56570"/>
                  </a:cubicBezTo>
                  <a:cubicBezTo>
                    <a:pt x="85702" y="66486"/>
                    <a:pt x="85203" y="75152"/>
                    <a:pt x="87702" y="83151"/>
                  </a:cubicBezTo>
                  <a:cubicBezTo>
                    <a:pt x="83119" y="82651"/>
                    <a:pt x="78203" y="83151"/>
                    <a:pt x="74120" y="83401"/>
                  </a:cubicBezTo>
                  <a:cubicBezTo>
                    <a:pt x="59788" y="84234"/>
                    <a:pt x="40123" y="82984"/>
                    <a:pt x="26874" y="88984"/>
                  </a:cubicBezTo>
                  <a:cubicBezTo>
                    <a:pt x="18958" y="92567"/>
                    <a:pt x="13043" y="100566"/>
                    <a:pt x="16542" y="109149"/>
                  </a:cubicBezTo>
                  <a:cubicBezTo>
                    <a:pt x="20625" y="119315"/>
                    <a:pt x="37707" y="124981"/>
                    <a:pt x="46873" y="128730"/>
                  </a:cubicBezTo>
                  <a:cubicBezTo>
                    <a:pt x="55122" y="132147"/>
                    <a:pt x="64621" y="133063"/>
                    <a:pt x="72204" y="137980"/>
                  </a:cubicBezTo>
                  <a:cubicBezTo>
                    <a:pt x="59955" y="142229"/>
                    <a:pt x="47039" y="158978"/>
                    <a:pt x="43873" y="169310"/>
                  </a:cubicBezTo>
                  <a:cubicBezTo>
                    <a:pt x="40957" y="179142"/>
                    <a:pt x="43373" y="187725"/>
                    <a:pt x="48789" y="194641"/>
                  </a:cubicBezTo>
                  <a:cubicBezTo>
                    <a:pt x="37290" y="202057"/>
                    <a:pt x="27208" y="215722"/>
                    <a:pt x="27208" y="228805"/>
                  </a:cubicBezTo>
                  <a:cubicBezTo>
                    <a:pt x="23875" y="229221"/>
                    <a:pt x="20625" y="231638"/>
                    <a:pt x="18125" y="233721"/>
                  </a:cubicBezTo>
                  <a:cubicBezTo>
                    <a:pt x="10209" y="240220"/>
                    <a:pt x="4876" y="251969"/>
                    <a:pt x="2877" y="261718"/>
                  </a:cubicBezTo>
                  <a:cubicBezTo>
                    <a:pt x="-1539" y="283216"/>
                    <a:pt x="-2873" y="309381"/>
                    <a:pt x="13876" y="325963"/>
                  </a:cubicBezTo>
                  <a:cubicBezTo>
                    <a:pt x="32791" y="344794"/>
                    <a:pt x="60121" y="359126"/>
                    <a:pt x="83453" y="371708"/>
                  </a:cubicBezTo>
                  <a:cubicBezTo>
                    <a:pt x="110784" y="386457"/>
                    <a:pt x="139031" y="399289"/>
                    <a:pt x="167362" y="412121"/>
                  </a:cubicBezTo>
                  <a:cubicBezTo>
                    <a:pt x="196109" y="425120"/>
                    <a:pt x="222940" y="439869"/>
                    <a:pt x="252604" y="451035"/>
                  </a:cubicBezTo>
                  <a:cubicBezTo>
                    <a:pt x="282935" y="462450"/>
                    <a:pt x="313349" y="473533"/>
                    <a:pt x="344263" y="483448"/>
                  </a:cubicBezTo>
                  <a:cubicBezTo>
                    <a:pt x="402424" y="502197"/>
                    <a:pt x="465002" y="517945"/>
                    <a:pt x="526413" y="511779"/>
                  </a:cubicBezTo>
                  <a:cubicBezTo>
                    <a:pt x="539079" y="510529"/>
                    <a:pt x="554327" y="509196"/>
                    <a:pt x="565576" y="502780"/>
                  </a:cubicBezTo>
                  <a:cubicBezTo>
                    <a:pt x="577575" y="495947"/>
                    <a:pt x="587657" y="482948"/>
                    <a:pt x="594740" y="471449"/>
                  </a:cubicBezTo>
                  <a:cubicBezTo>
                    <a:pt x="608405" y="449202"/>
                    <a:pt x="612738" y="426537"/>
                    <a:pt x="600490" y="404872"/>
                  </a:cubicBezTo>
                  <a:cubicBezTo>
                    <a:pt x="604489" y="403122"/>
                    <a:pt x="608405" y="400956"/>
                    <a:pt x="612156" y="398539"/>
                  </a:cubicBezTo>
                  <a:cubicBezTo>
                    <a:pt x="621154" y="392540"/>
                    <a:pt x="629821" y="384041"/>
                    <a:pt x="634570" y="374125"/>
                  </a:cubicBezTo>
                  <a:cubicBezTo>
                    <a:pt x="638903" y="365126"/>
                    <a:pt x="638819" y="355460"/>
                    <a:pt x="639319" y="345794"/>
                  </a:cubicBezTo>
                  <a:cubicBezTo>
                    <a:pt x="651485" y="347377"/>
                    <a:pt x="664151" y="346377"/>
                    <a:pt x="673650" y="337712"/>
                  </a:cubicBezTo>
                  <a:cubicBezTo>
                    <a:pt x="698648" y="314797"/>
                    <a:pt x="671150" y="292049"/>
                    <a:pt x="651652" y="276217"/>
                  </a:cubicBezTo>
                  <a:lnTo>
                    <a:pt x="651652" y="276217"/>
                  </a:lnTo>
                  <a:close/>
                  <a:moveTo>
                    <a:pt x="148947" y="32906"/>
                  </a:moveTo>
                  <a:cubicBezTo>
                    <a:pt x="170778" y="23240"/>
                    <a:pt x="194026" y="18074"/>
                    <a:pt x="217774" y="16241"/>
                  </a:cubicBezTo>
                  <a:cubicBezTo>
                    <a:pt x="270686" y="12074"/>
                    <a:pt x="321431" y="22490"/>
                    <a:pt x="372010" y="36905"/>
                  </a:cubicBezTo>
                  <a:cubicBezTo>
                    <a:pt x="426922" y="52654"/>
                    <a:pt x="478834" y="73652"/>
                    <a:pt x="528995" y="100983"/>
                  </a:cubicBezTo>
                  <a:cubicBezTo>
                    <a:pt x="534996" y="104233"/>
                    <a:pt x="540912" y="107566"/>
                    <a:pt x="546661" y="111065"/>
                  </a:cubicBezTo>
                  <a:cubicBezTo>
                    <a:pt x="557493" y="118481"/>
                    <a:pt x="567909" y="126481"/>
                    <a:pt x="577825" y="135396"/>
                  </a:cubicBezTo>
                  <a:cubicBezTo>
                    <a:pt x="594990" y="150728"/>
                    <a:pt x="612822" y="166394"/>
                    <a:pt x="626654" y="184892"/>
                  </a:cubicBezTo>
                  <a:cubicBezTo>
                    <a:pt x="633903" y="194558"/>
                    <a:pt x="639986" y="205140"/>
                    <a:pt x="642819" y="216972"/>
                  </a:cubicBezTo>
                  <a:cubicBezTo>
                    <a:pt x="645735" y="229055"/>
                    <a:pt x="649985" y="240637"/>
                    <a:pt x="645902" y="252969"/>
                  </a:cubicBezTo>
                  <a:cubicBezTo>
                    <a:pt x="641236" y="267301"/>
                    <a:pt x="633153" y="273801"/>
                    <a:pt x="618571" y="276884"/>
                  </a:cubicBezTo>
                  <a:cubicBezTo>
                    <a:pt x="605572" y="279633"/>
                    <a:pt x="591657" y="280133"/>
                    <a:pt x="578492" y="278800"/>
                  </a:cubicBezTo>
                  <a:cubicBezTo>
                    <a:pt x="554160" y="276467"/>
                    <a:pt x="530329" y="270134"/>
                    <a:pt x="506748" y="264135"/>
                  </a:cubicBezTo>
                  <a:cubicBezTo>
                    <a:pt x="459085" y="252053"/>
                    <a:pt x="412506" y="236054"/>
                    <a:pt x="366594" y="218556"/>
                  </a:cubicBezTo>
                  <a:cubicBezTo>
                    <a:pt x="319515" y="200640"/>
                    <a:pt x="271602" y="184892"/>
                    <a:pt x="224857" y="165977"/>
                  </a:cubicBezTo>
                  <a:cubicBezTo>
                    <a:pt x="202275" y="156811"/>
                    <a:pt x="180444" y="146395"/>
                    <a:pt x="159612" y="133813"/>
                  </a:cubicBezTo>
                  <a:cubicBezTo>
                    <a:pt x="148030" y="126814"/>
                    <a:pt x="137531" y="118981"/>
                    <a:pt x="127865" y="109482"/>
                  </a:cubicBezTo>
                  <a:cubicBezTo>
                    <a:pt x="120116" y="101816"/>
                    <a:pt x="108617" y="92817"/>
                    <a:pt x="104284" y="82818"/>
                  </a:cubicBezTo>
                  <a:cubicBezTo>
                    <a:pt x="93535" y="58570"/>
                    <a:pt x="131448" y="40655"/>
                    <a:pt x="148947" y="32906"/>
                  </a:cubicBezTo>
                  <a:lnTo>
                    <a:pt x="148947" y="32906"/>
                  </a:lnTo>
                  <a:close/>
                  <a:moveTo>
                    <a:pt x="80203" y="257969"/>
                  </a:moveTo>
                  <a:cubicBezTo>
                    <a:pt x="96118" y="266635"/>
                    <a:pt x="114950" y="267884"/>
                    <a:pt x="132698" y="268134"/>
                  </a:cubicBezTo>
                  <a:cubicBezTo>
                    <a:pt x="141864" y="268301"/>
                    <a:pt x="149197" y="268384"/>
                    <a:pt x="156529" y="266218"/>
                  </a:cubicBezTo>
                  <a:cubicBezTo>
                    <a:pt x="160863" y="271634"/>
                    <a:pt x="166862" y="276050"/>
                    <a:pt x="175278" y="280550"/>
                  </a:cubicBezTo>
                  <a:cubicBezTo>
                    <a:pt x="175778" y="280800"/>
                    <a:pt x="176278" y="281050"/>
                    <a:pt x="176778" y="281300"/>
                  </a:cubicBezTo>
                  <a:cubicBezTo>
                    <a:pt x="166445" y="284550"/>
                    <a:pt x="155946" y="287383"/>
                    <a:pt x="144947" y="287466"/>
                  </a:cubicBezTo>
                  <a:cubicBezTo>
                    <a:pt x="126199" y="287633"/>
                    <a:pt x="106617" y="281133"/>
                    <a:pt x="89785" y="273217"/>
                  </a:cubicBezTo>
                  <a:cubicBezTo>
                    <a:pt x="74454" y="266051"/>
                    <a:pt x="56789" y="260469"/>
                    <a:pt x="46789" y="246053"/>
                  </a:cubicBezTo>
                  <a:cubicBezTo>
                    <a:pt x="38707" y="234471"/>
                    <a:pt x="38040" y="222389"/>
                    <a:pt x="48206" y="211473"/>
                  </a:cubicBezTo>
                  <a:cubicBezTo>
                    <a:pt x="51122" y="208390"/>
                    <a:pt x="54039" y="205390"/>
                    <a:pt x="56789" y="202140"/>
                  </a:cubicBezTo>
                  <a:cubicBezTo>
                    <a:pt x="58622" y="203473"/>
                    <a:pt x="60621" y="204640"/>
                    <a:pt x="62621" y="205723"/>
                  </a:cubicBezTo>
                  <a:cubicBezTo>
                    <a:pt x="66621" y="207807"/>
                    <a:pt x="70870" y="209140"/>
                    <a:pt x="74787" y="210890"/>
                  </a:cubicBezTo>
                  <a:cubicBezTo>
                    <a:pt x="57038" y="224638"/>
                    <a:pt x="58872" y="246386"/>
                    <a:pt x="80203" y="257969"/>
                  </a:cubicBezTo>
                  <a:lnTo>
                    <a:pt x="80203" y="257969"/>
                  </a:lnTo>
                  <a:close/>
                  <a:moveTo>
                    <a:pt x="77953" y="212639"/>
                  </a:moveTo>
                  <a:cubicBezTo>
                    <a:pt x="81203" y="214473"/>
                    <a:pt x="83952" y="216972"/>
                    <a:pt x="85702" y="220805"/>
                  </a:cubicBezTo>
                  <a:cubicBezTo>
                    <a:pt x="89036" y="228055"/>
                    <a:pt x="89536" y="234221"/>
                    <a:pt x="95868" y="239970"/>
                  </a:cubicBezTo>
                  <a:cubicBezTo>
                    <a:pt x="102784" y="246137"/>
                    <a:pt x="111617" y="248803"/>
                    <a:pt x="120699" y="249636"/>
                  </a:cubicBezTo>
                  <a:cubicBezTo>
                    <a:pt x="125366" y="250053"/>
                    <a:pt x="130282" y="250303"/>
                    <a:pt x="135031" y="249969"/>
                  </a:cubicBezTo>
                  <a:cubicBezTo>
                    <a:pt x="138448" y="249719"/>
                    <a:pt x="143780" y="247386"/>
                    <a:pt x="147864" y="247136"/>
                  </a:cubicBezTo>
                  <a:cubicBezTo>
                    <a:pt x="148613" y="250553"/>
                    <a:pt x="149613" y="253636"/>
                    <a:pt x="150780" y="256385"/>
                  </a:cubicBezTo>
                  <a:cubicBezTo>
                    <a:pt x="148364" y="256719"/>
                    <a:pt x="145863" y="256969"/>
                    <a:pt x="143364" y="256969"/>
                  </a:cubicBezTo>
                  <a:cubicBezTo>
                    <a:pt x="132448" y="257052"/>
                    <a:pt x="121532" y="256802"/>
                    <a:pt x="110617" y="255802"/>
                  </a:cubicBezTo>
                  <a:cubicBezTo>
                    <a:pt x="88286" y="253802"/>
                    <a:pt x="52372" y="236554"/>
                    <a:pt x="77953" y="212639"/>
                  </a:cubicBezTo>
                  <a:lnTo>
                    <a:pt x="77953" y="212639"/>
                  </a:lnTo>
                  <a:close/>
                  <a:moveTo>
                    <a:pt x="573409" y="472699"/>
                  </a:moveTo>
                  <a:cubicBezTo>
                    <a:pt x="565326" y="483365"/>
                    <a:pt x="557744" y="490198"/>
                    <a:pt x="544577" y="493198"/>
                  </a:cubicBezTo>
                  <a:cubicBezTo>
                    <a:pt x="533162" y="495781"/>
                    <a:pt x="521580" y="497530"/>
                    <a:pt x="509831" y="498280"/>
                  </a:cubicBezTo>
                  <a:cubicBezTo>
                    <a:pt x="458669" y="501780"/>
                    <a:pt x="405174" y="488614"/>
                    <a:pt x="356678" y="473449"/>
                  </a:cubicBezTo>
                  <a:cubicBezTo>
                    <a:pt x="310849" y="459117"/>
                    <a:pt x="263770" y="444285"/>
                    <a:pt x="219857" y="424704"/>
                  </a:cubicBezTo>
                  <a:cubicBezTo>
                    <a:pt x="197442" y="414788"/>
                    <a:pt x="176361" y="402539"/>
                    <a:pt x="153696" y="392957"/>
                  </a:cubicBezTo>
                  <a:cubicBezTo>
                    <a:pt x="132198" y="383874"/>
                    <a:pt x="110700" y="374208"/>
                    <a:pt x="90036" y="363459"/>
                  </a:cubicBezTo>
                  <a:cubicBezTo>
                    <a:pt x="76870" y="356626"/>
                    <a:pt x="64954" y="348877"/>
                    <a:pt x="52705" y="340711"/>
                  </a:cubicBezTo>
                  <a:cubicBezTo>
                    <a:pt x="42290" y="333795"/>
                    <a:pt x="29874" y="327296"/>
                    <a:pt x="21875" y="317380"/>
                  </a:cubicBezTo>
                  <a:cubicBezTo>
                    <a:pt x="9959" y="302631"/>
                    <a:pt x="8043" y="250803"/>
                    <a:pt x="29124" y="239804"/>
                  </a:cubicBezTo>
                  <a:cubicBezTo>
                    <a:pt x="34291" y="255302"/>
                    <a:pt x="48122" y="266801"/>
                    <a:pt x="62371" y="273634"/>
                  </a:cubicBezTo>
                  <a:cubicBezTo>
                    <a:pt x="99785" y="291549"/>
                    <a:pt x="152530" y="309631"/>
                    <a:pt x="191526" y="288133"/>
                  </a:cubicBezTo>
                  <a:cubicBezTo>
                    <a:pt x="188943" y="324296"/>
                    <a:pt x="231272" y="354543"/>
                    <a:pt x="261353" y="365209"/>
                  </a:cubicBezTo>
                  <a:cubicBezTo>
                    <a:pt x="283768" y="373208"/>
                    <a:pt x="330014" y="380458"/>
                    <a:pt x="349929" y="360043"/>
                  </a:cubicBezTo>
                  <a:cubicBezTo>
                    <a:pt x="356178" y="394540"/>
                    <a:pt x="393258" y="414121"/>
                    <a:pt x="425422" y="423120"/>
                  </a:cubicBezTo>
                  <a:cubicBezTo>
                    <a:pt x="441504" y="427703"/>
                    <a:pt x="460502" y="427203"/>
                    <a:pt x="476251" y="421371"/>
                  </a:cubicBezTo>
                  <a:cubicBezTo>
                    <a:pt x="484500" y="418371"/>
                    <a:pt x="495499" y="411538"/>
                    <a:pt x="501415" y="402956"/>
                  </a:cubicBezTo>
                  <a:cubicBezTo>
                    <a:pt x="512914" y="418538"/>
                    <a:pt x="522913" y="429703"/>
                    <a:pt x="545577" y="432619"/>
                  </a:cubicBezTo>
                  <a:cubicBezTo>
                    <a:pt x="563326" y="434869"/>
                    <a:pt x="581658" y="433620"/>
                    <a:pt x="588323" y="415954"/>
                  </a:cubicBezTo>
                  <a:cubicBezTo>
                    <a:pt x="590407" y="422371"/>
                    <a:pt x="591740" y="428870"/>
                    <a:pt x="590657" y="436036"/>
                  </a:cubicBezTo>
                  <a:cubicBezTo>
                    <a:pt x="588740" y="449368"/>
                    <a:pt x="581408" y="462117"/>
                    <a:pt x="573409" y="472699"/>
                  </a:cubicBezTo>
                  <a:lnTo>
                    <a:pt x="573409" y="472699"/>
                  </a:lnTo>
                  <a:close/>
                  <a:moveTo>
                    <a:pt x="249688" y="324879"/>
                  </a:moveTo>
                  <a:cubicBezTo>
                    <a:pt x="256520" y="334379"/>
                    <a:pt x="265520" y="341544"/>
                    <a:pt x="276852" y="344794"/>
                  </a:cubicBezTo>
                  <a:cubicBezTo>
                    <a:pt x="291684" y="349044"/>
                    <a:pt x="311182" y="350044"/>
                    <a:pt x="323848" y="340795"/>
                  </a:cubicBezTo>
                  <a:cubicBezTo>
                    <a:pt x="330597" y="344377"/>
                    <a:pt x="338013" y="346711"/>
                    <a:pt x="345679" y="347544"/>
                  </a:cubicBezTo>
                  <a:cubicBezTo>
                    <a:pt x="340263" y="353127"/>
                    <a:pt x="335347" y="356793"/>
                    <a:pt x="326764" y="358710"/>
                  </a:cubicBezTo>
                  <a:cubicBezTo>
                    <a:pt x="319098" y="360376"/>
                    <a:pt x="311432" y="360543"/>
                    <a:pt x="303600" y="360126"/>
                  </a:cubicBezTo>
                  <a:cubicBezTo>
                    <a:pt x="287934" y="359126"/>
                    <a:pt x="272935" y="356710"/>
                    <a:pt x="258353" y="350794"/>
                  </a:cubicBezTo>
                  <a:cubicBezTo>
                    <a:pt x="231689" y="340128"/>
                    <a:pt x="203025" y="314547"/>
                    <a:pt x="194276" y="286549"/>
                  </a:cubicBezTo>
                  <a:cubicBezTo>
                    <a:pt x="194276" y="286549"/>
                    <a:pt x="194276" y="286549"/>
                    <a:pt x="194359" y="286549"/>
                  </a:cubicBezTo>
                  <a:cubicBezTo>
                    <a:pt x="197192" y="286966"/>
                    <a:pt x="200109" y="287133"/>
                    <a:pt x="203025" y="287133"/>
                  </a:cubicBezTo>
                  <a:cubicBezTo>
                    <a:pt x="207858" y="287133"/>
                    <a:pt x="211691" y="286133"/>
                    <a:pt x="216357" y="285300"/>
                  </a:cubicBezTo>
                  <a:cubicBezTo>
                    <a:pt x="222690" y="284216"/>
                    <a:pt x="224107" y="283216"/>
                    <a:pt x="228523" y="288383"/>
                  </a:cubicBezTo>
                  <a:cubicBezTo>
                    <a:pt x="233606" y="294465"/>
                    <a:pt x="237189" y="300631"/>
                    <a:pt x="243522" y="305548"/>
                  </a:cubicBezTo>
                  <a:cubicBezTo>
                    <a:pt x="245188" y="311964"/>
                    <a:pt x="245105" y="318547"/>
                    <a:pt x="249688" y="324879"/>
                  </a:cubicBezTo>
                  <a:lnTo>
                    <a:pt x="249688" y="324879"/>
                  </a:lnTo>
                  <a:close/>
                  <a:moveTo>
                    <a:pt x="251021" y="310297"/>
                  </a:moveTo>
                  <a:cubicBezTo>
                    <a:pt x="258437" y="314297"/>
                    <a:pt x="266769" y="316880"/>
                    <a:pt x="275102" y="317880"/>
                  </a:cubicBezTo>
                  <a:cubicBezTo>
                    <a:pt x="285018" y="318963"/>
                    <a:pt x="295684" y="314380"/>
                    <a:pt x="303350" y="321796"/>
                  </a:cubicBezTo>
                  <a:cubicBezTo>
                    <a:pt x="308016" y="326296"/>
                    <a:pt x="311182" y="330712"/>
                    <a:pt x="315348" y="334712"/>
                  </a:cubicBezTo>
                  <a:cubicBezTo>
                    <a:pt x="313598" y="335628"/>
                    <a:pt x="311765" y="336378"/>
                    <a:pt x="309766" y="336878"/>
                  </a:cubicBezTo>
                  <a:cubicBezTo>
                    <a:pt x="299267" y="339295"/>
                    <a:pt x="284768" y="338795"/>
                    <a:pt x="274685" y="334629"/>
                  </a:cubicBezTo>
                  <a:cubicBezTo>
                    <a:pt x="268686" y="332129"/>
                    <a:pt x="263437" y="327796"/>
                    <a:pt x="259020" y="323213"/>
                  </a:cubicBezTo>
                  <a:cubicBezTo>
                    <a:pt x="255021" y="319047"/>
                    <a:pt x="253104" y="314714"/>
                    <a:pt x="251021" y="310297"/>
                  </a:cubicBezTo>
                  <a:lnTo>
                    <a:pt x="251021" y="310297"/>
                  </a:lnTo>
                  <a:close/>
                  <a:moveTo>
                    <a:pt x="357344" y="347461"/>
                  </a:moveTo>
                  <a:cubicBezTo>
                    <a:pt x="361011" y="347044"/>
                    <a:pt x="364677" y="346294"/>
                    <a:pt x="368260" y="345211"/>
                  </a:cubicBezTo>
                  <a:cubicBezTo>
                    <a:pt x="373760" y="343628"/>
                    <a:pt x="374927" y="342211"/>
                    <a:pt x="377926" y="345544"/>
                  </a:cubicBezTo>
                  <a:cubicBezTo>
                    <a:pt x="381593" y="355960"/>
                    <a:pt x="383009" y="367209"/>
                    <a:pt x="390925" y="375625"/>
                  </a:cubicBezTo>
                  <a:cubicBezTo>
                    <a:pt x="398425" y="383624"/>
                    <a:pt x="409840" y="388374"/>
                    <a:pt x="419839" y="392040"/>
                  </a:cubicBezTo>
                  <a:cubicBezTo>
                    <a:pt x="429338" y="395540"/>
                    <a:pt x="441087" y="399706"/>
                    <a:pt x="451420" y="398373"/>
                  </a:cubicBezTo>
                  <a:cubicBezTo>
                    <a:pt x="455336" y="397873"/>
                    <a:pt x="458752" y="396789"/>
                    <a:pt x="461919" y="394456"/>
                  </a:cubicBezTo>
                  <a:cubicBezTo>
                    <a:pt x="464252" y="392707"/>
                    <a:pt x="466002" y="389874"/>
                    <a:pt x="468085" y="387790"/>
                  </a:cubicBezTo>
                  <a:cubicBezTo>
                    <a:pt x="473001" y="390790"/>
                    <a:pt x="478334" y="392957"/>
                    <a:pt x="484000" y="394456"/>
                  </a:cubicBezTo>
                  <a:cubicBezTo>
                    <a:pt x="486917" y="395206"/>
                    <a:pt x="489833" y="395790"/>
                    <a:pt x="492832" y="396206"/>
                  </a:cubicBezTo>
                  <a:cubicBezTo>
                    <a:pt x="488916" y="399956"/>
                    <a:pt x="483083" y="405789"/>
                    <a:pt x="483333" y="405622"/>
                  </a:cubicBezTo>
                  <a:cubicBezTo>
                    <a:pt x="476000" y="411372"/>
                    <a:pt x="467252" y="413371"/>
                    <a:pt x="458252" y="414538"/>
                  </a:cubicBezTo>
                  <a:cubicBezTo>
                    <a:pt x="443920" y="416371"/>
                    <a:pt x="430421" y="414788"/>
                    <a:pt x="417006" y="409205"/>
                  </a:cubicBezTo>
                  <a:cubicBezTo>
                    <a:pt x="390092" y="398039"/>
                    <a:pt x="363011" y="384291"/>
                    <a:pt x="353595" y="355460"/>
                  </a:cubicBezTo>
                  <a:cubicBezTo>
                    <a:pt x="355012" y="353293"/>
                    <a:pt x="356261" y="350877"/>
                    <a:pt x="357178" y="348211"/>
                  </a:cubicBezTo>
                  <a:cubicBezTo>
                    <a:pt x="357262" y="347961"/>
                    <a:pt x="357262" y="347711"/>
                    <a:pt x="357344" y="347461"/>
                  </a:cubicBezTo>
                  <a:lnTo>
                    <a:pt x="357344" y="347461"/>
                  </a:lnTo>
                  <a:close/>
                  <a:moveTo>
                    <a:pt x="385009" y="353627"/>
                  </a:moveTo>
                  <a:cubicBezTo>
                    <a:pt x="396258" y="365459"/>
                    <a:pt x="409340" y="373375"/>
                    <a:pt x="427338" y="373292"/>
                  </a:cubicBezTo>
                  <a:cubicBezTo>
                    <a:pt x="440004" y="373208"/>
                    <a:pt x="447753" y="369625"/>
                    <a:pt x="457835" y="379791"/>
                  </a:cubicBezTo>
                  <a:cubicBezTo>
                    <a:pt x="458836" y="380791"/>
                    <a:pt x="459919" y="381791"/>
                    <a:pt x="461002" y="382707"/>
                  </a:cubicBezTo>
                  <a:cubicBezTo>
                    <a:pt x="460585" y="383207"/>
                    <a:pt x="460169" y="383707"/>
                    <a:pt x="459669" y="384124"/>
                  </a:cubicBezTo>
                  <a:cubicBezTo>
                    <a:pt x="450836" y="391457"/>
                    <a:pt x="443920" y="388957"/>
                    <a:pt x="433838" y="386040"/>
                  </a:cubicBezTo>
                  <a:cubicBezTo>
                    <a:pt x="423339" y="383041"/>
                    <a:pt x="411506" y="379708"/>
                    <a:pt x="402507" y="373375"/>
                  </a:cubicBezTo>
                  <a:cubicBezTo>
                    <a:pt x="396424" y="369125"/>
                    <a:pt x="390175" y="361209"/>
                    <a:pt x="385009" y="353627"/>
                  </a:cubicBezTo>
                  <a:lnTo>
                    <a:pt x="385009" y="353627"/>
                  </a:lnTo>
                  <a:close/>
                  <a:moveTo>
                    <a:pt x="503665" y="399289"/>
                  </a:moveTo>
                  <a:cubicBezTo>
                    <a:pt x="504081" y="398456"/>
                    <a:pt x="504415" y="397623"/>
                    <a:pt x="504665" y="396706"/>
                  </a:cubicBezTo>
                  <a:cubicBezTo>
                    <a:pt x="507081" y="396623"/>
                    <a:pt x="509498" y="396373"/>
                    <a:pt x="511914" y="396040"/>
                  </a:cubicBezTo>
                  <a:cubicBezTo>
                    <a:pt x="519746" y="394873"/>
                    <a:pt x="528496" y="389957"/>
                    <a:pt x="536578" y="394040"/>
                  </a:cubicBezTo>
                  <a:cubicBezTo>
                    <a:pt x="541329" y="396456"/>
                    <a:pt x="545161" y="401206"/>
                    <a:pt x="550077" y="403789"/>
                  </a:cubicBezTo>
                  <a:cubicBezTo>
                    <a:pt x="559159" y="408622"/>
                    <a:pt x="568575" y="410538"/>
                    <a:pt x="577908" y="410205"/>
                  </a:cubicBezTo>
                  <a:cubicBezTo>
                    <a:pt x="567826" y="424787"/>
                    <a:pt x="551244" y="425204"/>
                    <a:pt x="534579" y="420954"/>
                  </a:cubicBezTo>
                  <a:cubicBezTo>
                    <a:pt x="521247" y="417538"/>
                    <a:pt x="512914" y="408288"/>
                    <a:pt x="503665" y="399289"/>
                  </a:cubicBezTo>
                  <a:lnTo>
                    <a:pt x="503665" y="399289"/>
                  </a:lnTo>
                  <a:close/>
                  <a:moveTo>
                    <a:pt x="618322" y="373875"/>
                  </a:moveTo>
                  <a:cubicBezTo>
                    <a:pt x="609739" y="385540"/>
                    <a:pt x="594324" y="393123"/>
                    <a:pt x="580408" y="395623"/>
                  </a:cubicBezTo>
                  <a:cubicBezTo>
                    <a:pt x="562077" y="398956"/>
                    <a:pt x="553494" y="388207"/>
                    <a:pt x="539245" y="380374"/>
                  </a:cubicBezTo>
                  <a:cubicBezTo>
                    <a:pt x="530162" y="375375"/>
                    <a:pt x="521497" y="379208"/>
                    <a:pt x="511747" y="380374"/>
                  </a:cubicBezTo>
                  <a:cubicBezTo>
                    <a:pt x="497332" y="382207"/>
                    <a:pt x="481167" y="380624"/>
                    <a:pt x="469502" y="371042"/>
                  </a:cubicBezTo>
                  <a:cubicBezTo>
                    <a:pt x="460169" y="363376"/>
                    <a:pt x="458419" y="353543"/>
                    <a:pt x="444920" y="355210"/>
                  </a:cubicBezTo>
                  <a:cubicBezTo>
                    <a:pt x="429422" y="357126"/>
                    <a:pt x="416423" y="358959"/>
                    <a:pt x="402507" y="349294"/>
                  </a:cubicBezTo>
                  <a:cubicBezTo>
                    <a:pt x="394341" y="343628"/>
                    <a:pt x="392008" y="331296"/>
                    <a:pt x="383092" y="327379"/>
                  </a:cubicBezTo>
                  <a:cubicBezTo>
                    <a:pt x="372760" y="322796"/>
                    <a:pt x="358344" y="331962"/>
                    <a:pt x="347346" y="331046"/>
                  </a:cubicBezTo>
                  <a:cubicBezTo>
                    <a:pt x="330764" y="329629"/>
                    <a:pt x="322431" y="321213"/>
                    <a:pt x="312682" y="309131"/>
                  </a:cubicBezTo>
                  <a:cubicBezTo>
                    <a:pt x="307516" y="302715"/>
                    <a:pt x="303183" y="301632"/>
                    <a:pt x="295184" y="302798"/>
                  </a:cubicBezTo>
                  <a:cubicBezTo>
                    <a:pt x="280102" y="305048"/>
                    <a:pt x="265936" y="304215"/>
                    <a:pt x="252438" y="296215"/>
                  </a:cubicBezTo>
                  <a:cubicBezTo>
                    <a:pt x="244605" y="291632"/>
                    <a:pt x="241522" y="286799"/>
                    <a:pt x="236689" y="279717"/>
                  </a:cubicBezTo>
                  <a:cubicBezTo>
                    <a:pt x="234939" y="277217"/>
                    <a:pt x="233439" y="274551"/>
                    <a:pt x="230690" y="272884"/>
                  </a:cubicBezTo>
                  <a:cubicBezTo>
                    <a:pt x="223023" y="268218"/>
                    <a:pt x="214107" y="273551"/>
                    <a:pt x="205858" y="273217"/>
                  </a:cubicBezTo>
                  <a:cubicBezTo>
                    <a:pt x="193193" y="272717"/>
                    <a:pt x="178611" y="266968"/>
                    <a:pt x="168861" y="258385"/>
                  </a:cubicBezTo>
                  <a:cubicBezTo>
                    <a:pt x="168695" y="256635"/>
                    <a:pt x="167112" y="254886"/>
                    <a:pt x="165279" y="254552"/>
                  </a:cubicBezTo>
                  <a:cubicBezTo>
                    <a:pt x="160946" y="247886"/>
                    <a:pt x="162862" y="238470"/>
                    <a:pt x="155363" y="234388"/>
                  </a:cubicBezTo>
                  <a:cubicBezTo>
                    <a:pt x="145781" y="229138"/>
                    <a:pt x="130448" y="235887"/>
                    <a:pt x="119866" y="234388"/>
                  </a:cubicBezTo>
                  <a:cubicBezTo>
                    <a:pt x="108534" y="232804"/>
                    <a:pt x="103368" y="227555"/>
                    <a:pt x="98868" y="217806"/>
                  </a:cubicBezTo>
                  <a:cubicBezTo>
                    <a:pt x="96951" y="213639"/>
                    <a:pt x="95951" y="209556"/>
                    <a:pt x="92702" y="206223"/>
                  </a:cubicBezTo>
                  <a:cubicBezTo>
                    <a:pt x="85702" y="199057"/>
                    <a:pt x="75120" y="197307"/>
                    <a:pt x="66787" y="192475"/>
                  </a:cubicBezTo>
                  <a:cubicBezTo>
                    <a:pt x="54955" y="185642"/>
                    <a:pt x="52205" y="173976"/>
                    <a:pt x="59455" y="161811"/>
                  </a:cubicBezTo>
                  <a:cubicBezTo>
                    <a:pt x="63038" y="155811"/>
                    <a:pt x="70621" y="144479"/>
                    <a:pt x="77953" y="142979"/>
                  </a:cubicBezTo>
                  <a:cubicBezTo>
                    <a:pt x="82286" y="148979"/>
                    <a:pt x="81953" y="156061"/>
                    <a:pt x="84286" y="163561"/>
                  </a:cubicBezTo>
                  <a:cubicBezTo>
                    <a:pt x="88452" y="176726"/>
                    <a:pt x="96451" y="183725"/>
                    <a:pt x="109284" y="188308"/>
                  </a:cubicBezTo>
                  <a:cubicBezTo>
                    <a:pt x="123032" y="193225"/>
                    <a:pt x="136531" y="192975"/>
                    <a:pt x="150947" y="192641"/>
                  </a:cubicBezTo>
                  <a:cubicBezTo>
                    <a:pt x="159196" y="192391"/>
                    <a:pt x="167445" y="192058"/>
                    <a:pt x="175611" y="193308"/>
                  </a:cubicBezTo>
                  <a:cubicBezTo>
                    <a:pt x="191693" y="195724"/>
                    <a:pt x="194276" y="206640"/>
                    <a:pt x="203609" y="216972"/>
                  </a:cubicBezTo>
                  <a:cubicBezTo>
                    <a:pt x="212274" y="226638"/>
                    <a:pt x="224357" y="233554"/>
                    <a:pt x="237022" y="236137"/>
                  </a:cubicBezTo>
                  <a:cubicBezTo>
                    <a:pt x="256020" y="239970"/>
                    <a:pt x="278102" y="235054"/>
                    <a:pt x="295600" y="243887"/>
                  </a:cubicBezTo>
                  <a:cubicBezTo>
                    <a:pt x="308932" y="250636"/>
                    <a:pt x="318182" y="263218"/>
                    <a:pt x="331430" y="270301"/>
                  </a:cubicBezTo>
                  <a:cubicBezTo>
                    <a:pt x="346929" y="278550"/>
                    <a:pt x="364594" y="280467"/>
                    <a:pt x="381842" y="280300"/>
                  </a:cubicBezTo>
                  <a:cubicBezTo>
                    <a:pt x="390675" y="280217"/>
                    <a:pt x="399341" y="279800"/>
                    <a:pt x="407923" y="282716"/>
                  </a:cubicBezTo>
                  <a:cubicBezTo>
                    <a:pt x="417923" y="286049"/>
                    <a:pt x="427172" y="292466"/>
                    <a:pt x="436254" y="297548"/>
                  </a:cubicBezTo>
                  <a:cubicBezTo>
                    <a:pt x="449836" y="305131"/>
                    <a:pt x="463002" y="313464"/>
                    <a:pt x="478584" y="316130"/>
                  </a:cubicBezTo>
                  <a:cubicBezTo>
                    <a:pt x="495832" y="319047"/>
                    <a:pt x="514747" y="314464"/>
                    <a:pt x="531496" y="320213"/>
                  </a:cubicBezTo>
                  <a:cubicBezTo>
                    <a:pt x="539245" y="322880"/>
                    <a:pt x="544661" y="329046"/>
                    <a:pt x="552160" y="332212"/>
                  </a:cubicBezTo>
                  <a:cubicBezTo>
                    <a:pt x="559326" y="335295"/>
                    <a:pt x="567159" y="335462"/>
                    <a:pt x="574825" y="335128"/>
                  </a:cubicBezTo>
                  <a:cubicBezTo>
                    <a:pt x="587074" y="334545"/>
                    <a:pt x="597656" y="334379"/>
                    <a:pt x="609655" y="337878"/>
                  </a:cubicBezTo>
                  <a:cubicBezTo>
                    <a:pt x="615488" y="339545"/>
                    <a:pt x="621154" y="341544"/>
                    <a:pt x="626903" y="343128"/>
                  </a:cubicBezTo>
                  <a:cubicBezTo>
                    <a:pt x="624820" y="353710"/>
                    <a:pt x="625321" y="364376"/>
                    <a:pt x="618322" y="373875"/>
                  </a:cubicBezTo>
                  <a:lnTo>
                    <a:pt x="618322" y="373875"/>
                  </a:lnTo>
                  <a:close/>
                  <a:moveTo>
                    <a:pt x="635319" y="330629"/>
                  </a:moveTo>
                  <a:cubicBezTo>
                    <a:pt x="621238" y="328129"/>
                    <a:pt x="608489" y="321213"/>
                    <a:pt x="594157" y="319547"/>
                  </a:cubicBezTo>
                  <a:cubicBezTo>
                    <a:pt x="579575" y="317880"/>
                    <a:pt x="566243" y="322380"/>
                    <a:pt x="552828" y="314214"/>
                  </a:cubicBezTo>
                  <a:cubicBezTo>
                    <a:pt x="541828" y="307548"/>
                    <a:pt x="533162" y="303131"/>
                    <a:pt x="519997" y="301715"/>
                  </a:cubicBezTo>
                  <a:cubicBezTo>
                    <a:pt x="506748" y="300381"/>
                    <a:pt x="493249" y="302465"/>
                    <a:pt x="480083" y="300631"/>
                  </a:cubicBezTo>
                  <a:cubicBezTo>
                    <a:pt x="450920" y="296465"/>
                    <a:pt x="428755" y="271134"/>
                    <a:pt x="399341" y="267634"/>
                  </a:cubicBezTo>
                  <a:cubicBezTo>
                    <a:pt x="387592" y="266218"/>
                    <a:pt x="375676" y="267968"/>
                    <a:pt x="363928" y="266218"/>
                  </a:cubicBezTo>
                  <a:cubicBezTo>
                    <a:pt x="346596" y="263718"/>
                    <a:pt x="333513" y="256552"/>
                    <a:pt x="320598" y="244970"/>
                  </a:cubicBezTo>
                  <a:cubicBezTo>
                    <a:pt x="312182" y="237471"/>
                    <a:pt x="304016" y="229804"/>
                    <a:pt x="293101" y="226138"/>
                  </a:cubicBezTo>
                  <a:cubicBezTo>
                    <a:pt x="279685" y="221639"/>
                    <a:pt x="264770" y="222555"/>
                    <a:pt x="250854" y="221305"/>
                  </a:cubicBezTo>
                  <a:cubicBezTo>
                    <a:pt x="236105" y="220055"/>
                    <a:pt x="222523" y="215306"/>
                    <a:pt x="212524" y="203724"/>
                  </a:cubicBezTo>
                  <a:cubicBezTo>
                    <a:pt x="204025" y="193808"/>
                    <a:pt x="199776" y="184975"/>
                    <a:pt x="186193" y="181142"/>
                  </a:cubicBezTo>
                  <a:cubicBezTo>
                    <a:pt x="160696" y="173893"/>
                    <a:pt x="130282" y="186892"/>
                    <a:pt x="106617" y="172893"/>
                  </a:cubicBezTo>
                  <a:cubicBezTo>
                    <a:pt x="92368" y="164477"/>
                    <a:pt x="97618" y="148062"/>
                    <a:pt x="89202" y="136063"/>
                  </a:cubicBezTo>
                  <a:cubicBezTo>
                    <a:pt x="82286" y="126314"/>
                    <a:pt x="70787" y="122648"/>
                    <a:pt x="59955" y="119231"/>
                  </a:cubicBezTo>
                  <a:cubicBezTo>
                    <a:pt x="52789" y="116981"/>
                    <a:pt x="41956" y="113648"/>
                    <a:pt x="36124" y="108482"/>
                  </a:cubicBezTo>
                  <a:cubicBezTo>
                    <a:pt x="32541" y="105233"/>
                    <a:pt x="23208" y="106982"/>
                    <a:pt x="38957" y="98566"/>
                  </a:cubicBezTo>
                  <a:cubicBezTo>
                    <a:pt x="41873" y="96983"/>
                    <a:pt x="47206" y="97316"/>
                    <a:pt x="50456" y="96733"/>
                  </a:cubicBezTo>
                  <a:cubicBezTo>
                    <a:pt x="57455" y="95567"/>
                    <a:pt x="64538" y="94567"/>
                    <a:pt x="71620" y="93817"/>
                  </a:cubicBezTo>
                  <a:cubicBezTo>
                    <a:pt x="76203" y="93317"/>
                    <a:pt x="86202" y="91150"/>
                    <a:pt x="92285" y="92317"/>
                  </a:cubicBezTo>
                  <a:cubicBezTo>
                    <a:pt x="95785" y="98066"/>
                    <a:pt x="100535" y="103482"/>
                    <a:pt x="105701" y="108899"/>
                  </a:cubicBezTo>
                  <a:cubicBezTo>
                    <a:pt x="125115" y="129314"/>
                    <a:pt x="145863" y="144479"/>
                    <a:pt x="170612" y="157978"/>
                  </a:cubicBezTo>
                  <a:cubicBezTo>
                    <a:pt x="220524" y="185225"/>
                    <a:pt x="276769" y="203307"/>
                    <a:pt x="330597" y="220972"/>
                  </a:cubicBezTo>
                  <a:cubicBezTo>
                    <a:pt x="388675" y="240054"/>
                    <a:pt x="445754" y="261885"/>
                    <a:pt x="505164" y="276800"/>
                  </a:cubicBezTo>
                  <a:cubicBezTo>
                    <a:pt x="530663" y="283216"/>
                    <a:pt x="556744" y="290966"/>
                    <a:pt x="583074" y="293132"/>
                  </a:cubicBezTo>
                  <a:cubicBezTo>
                    <a:pt x="600573" y="294549"/>
                    <a:pt x="624737" y="294549"/>
                    <a:pt x="641153" y="285050"/>
                  </a:cubicBezTo>
                  <a:cubicBezTo>
                    <a:pt x="649068" y="292299"/>
                    <a:pt x="658317" y="298882"/>
                    <a:pt x="664234" y="307714"/>
                  </a:cubicBezTo>
                  <a:cubicBezTo>
                    <a:pt x="678232" y="329545"/>
                    <a:pt x="649235" y="333129"/>
                    <a:pt x="635319" y="330629"/>
                  </a:cubicBezTo>
                  <a:lnTo>
                    <a:pt x="635319" y="330629"/>
                  </a:lnTo>
                  <a:close/>
                </a:path>
              </a:pathLst>
            </a:custGeom>
            <a:grpFill/>
            <a:ln w="8332" cap="flat">
              <a:noFill/>
              <a:prstDash val="solid"/>
              <a:miter/>
            </a:ln>
          </p:spPr>
          <p:txBody>
            <a:bodyPr rtlCol="0" anchor="ctr"/>
            <a:lstStyle/>
            <a:p>
              <a:endParaRPr lang="en-US"/>
            </a:p>
          </p:txBody>
        </p:sp>
        <p:sp>
          <p:nvSpPr>
            <p:cNvPr id="2026" name="Freeform: Shape 2025"/>
            <p:cNvSpPr/>
            <p:nvPr/>
          </p:nvSpPr>
          <p:spPr>
            <a:xfrm>
              <a:off x="7338060" y="2166371"/>
              <a:ext cx="114565" cy="58155"/>
            </a:xfrm>
            <a:custGeom>
              <a:avLst/>
              <a:gdLst>
                <a:gd name="connsiteX0" fmla="*/ 112206 w 114565"/>
                <a:gd name="connsiteY0" fmla="*/ 49940 h 58155"/>
                <a:gd name="connsiteX1" fmla="*/ 76959 w 114565"/>
                <a:gd name="connsiteY1" fmla="*/ 41441 h 58155"/>
                <a:gd name="connsiteX2" fmla="*/ 65127 w 114565"/>
                <a:gd name="connsiteY2" fmla="*/ 31525 h 58155"/>
                <a:gd name="connsiteX3" fmla="*/ 66710 w 114565"/>
                <a:gd name="connsiteY3" fmla="*/ 27109 h 58155"/>
                <a:gd name="connsiteX4" fmla="*/ 66294 w 114565"/>
                <a:gd name="connsiteY4" fmla="*/ 20442 h 58155"/>
                <a:gd name="connsiteX5" fmla="*/ 52128 w 114565"/>
                <a:gd name="connsiteY5" fmla="*/ 18776 h 58155"/>
                <a:gd name="connsiteX6" fmla="*/ 3966 w 114565"/>
                <a:gd name="connsiteY6" fmla="*/ 1194 h 58155"/>
                <a:gd name="connsiteX7" fmla="*/ 50 w 114565"/>
                <a:gd name="connsiteY7" fmla="*/ 2444 h 58155"/>
                <a:gd name="connsiteX8" fmla="*/ 22548 w 114565"/>
                <a:gd name="connsiteY8" fmla="*/ 28358 h 58155"/>
                <a:gd name="connsiteX9" fmla="*/ 40129 w 114565"/>
                <a:gd name="connsiteY9" fmla="*/ 31941 h 58155"/>
                <a:gd name="connsiteX10" fmla="*/ 53795 w 114565"/>
                <a:gd name="connsiteY10" fmla="*/ 30275 h 58155"/>
                <a:gd name="connsiteX11" fmla="*/ 64211 w 114565"/>
                <a:gd name="connsiteY11" fmla="*/ 49273 h 58155"/>
                <a:gd name="connsiteX12" fmla="*/ 111540 w 114565"/>
                <a:gd name="connsiteY12" fmla="*/ 57356 h 58155"/>
                <a:gd name="connsiteX13" fmla="*/ 112206 w 114565"/>
                <a:gd name="connsiteY13" fmla="*/ 49940 h 58155"/>
                <a:gd name="connsiteX14" fmla="*/ 112206 w 114565"/>
                <a:gd name="connsiteY14" fmla="*/ 49940 h 58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4565" h="58155">
                  <a:moveTo>
                    <a:pt x="112206" y="49940"/>
                  </a:moveTo>
                  <a:cubicBezTo>
                    <a:pt x="100957" y="44857"/>
                    <a:pt x="88208" y="45940"/>
                    <a:pt x="76959" y="41441"/>
                  </a:cubicBezTo>
                  <a:cubicBezTo>
                    <a:pt x="73209" y="39941"/>
                    <a:pt x="65544" y="36108"/>
                    <a:pt x="65127" y="31525"/>
                  </a:cubicBezTo>
                  <a:cubicBezTo>
                    <a:pt x="64960" y="30192"/>
                    <a:pt x="66794" y="28608"/>
                    <a:pt x="66710" y="27109"/>
                  </a:cubicBezTo>
                  <a:cubicBezTo>
                    <a:pt x="66544" y="24609"/>
                    <a:pt x="67710" y="22942"/>
                    <a:pt x="66294" y="20442"/>
                  </a:cubicBezTo>
                  <a:cubicBezTo>
                    <a:pt x="63127" y="14693"/>
                    <a:pt x="57044" y="17526"/>
                    <a:pt x="52128" y="18776"/>
                  </a:cubicBezTo>
                  <a:cubicBezTo>
                    <a:pt x="35547" y="23109"/>
                    <a:pt x="11965" y="18609"/>
                    <a:pt x="3966" y="1194"/>
                  </a:cubicBezTo>
                  <a:cubicBezTo>
                    <a:pt x="2966" y="-972"/>
                    <a:pt x="-450" y="28"/>
                    <a:pt x="50" y="2444"/>
                  </a:cubicBezTo>
                  <a:cubicBezTo>
                    <a:pt x="2466" y="15443"/>
                    <a:pt x="10549" y="22692"/>
                    <a:pt x="22548" y="28358"/>
                  </a:cubicBezTo>
                  <a:cubicBezTo>
                    <a:pt x="28130" y="31025"/>
                    <a:pt x="34046" y="32025"/>
                    <a:pt x="40129" y="31941"/>
                  </a:cubicBezTo>
                  <a:cubicBezTo>
                    <a:pt x="43879" y="31858"/>
                    <a:pt x="49878" y="31691"/>
                    <a:pt x="53795" y="30275"/>
                  </a:cubicBezTo>
                  <a:cubicBezTo>
                    <a:pt x="51295" y="37857"/>
                    <a:pt x="58211" y="45690"/>
                    <a:pt x="64211" y="49273"/>
                  </a:cubicBezTo>
                  <a:cubicBezTo>
                    <a:pt x="77876" y="57439"/>
                    <a:pt x="96124" y="59522"/>
                    <a:pt x="111540" y="57356"/>
                  </a:cubicBezTo>
                  <a:cubicBezTo>
                    <a:pt x="115456" y="56773"/>
                    <a:pt x="115456" y="51440"/>
                    <a:pt x="112206" y="49940"/>
                  </a:cubicBezTo>
                  <a:lnTo>
                    <a:pt x="112206" y="49940"/>
                  </a:lnTo>
                  <a:close/>
                </a:path>
              </a:pathLst>
            </a:custGeom>
            <a:grpFill/>
            <a:ln w="8332" cap="flat">
              <a:noFill/>
              <a:prstDash val="solid"/>
              <a:miter/>
            </a:ln>
          </p:spPr>
          <p:txBody>
            <a:bodyPr rtlCol="0" anchor="ctr"/>
            <a:lstStyle/>
            <a:p>
              <a:endParaRPr lang="en-US"/>
            </a:p>
          </p:txBody>
        </p:sp>
        <p:sp>
          <p:nvSpPr>
            <p:cNvPr id="2027" name="Freeform: Shape 2026"/>
            <p:cNvSpPr/>
            <p:nvPr/>
          </p:nvSpPr>
          <p:spPr>
            <a:xfrm>
              <a:off x="7486624" y="2232078"/>
              <a:ext cx="95829" cy="48592"/>
            </a:xfrm>
            <a:custGeom>
              <a:avLst/>
              <a:gdLst>
                <a:gd name="connsiteX0" fmla="*/ 91798 w 95829"/>
                <a:gd name="connsiteY0" fmla="*/ 32561 h 48592"/>
                <a:gd name="connsiteX1" fmla="*/ 61134 w 95829"/>
                <a:gd name="connsiteY1" fmla="*/ 37561 h 48592"/>
                <a:gd name="connsiteX2" fmla="*/ 44719 w 95829"/>
                <a:gd name="connsiteY2" fmla="*/ 24146 h 48592"/>
                <a:gd name="connsiteX3" fmla="*/ 42719 w 95829"/>
                <a:gd name="connsiteY3" fmla="*/ 16813 h 48592"/>
                <a:gd name="connsiteX4" fmla="*/ 37886 w 95829"/>
                <a:gd name="connsiteY4" fmla="*/ 13480 h 48592"/>
                <a:gd name="connsiteX5" fmla="*/ 24304 w 95829"/>
                <a:gd name="connsiteY5" fmla="*/ 14646 h 48592"/>
                <a:gd name="connsiteX6" fmla="*/ 3389 w 95829"/>
                <a:gd name="connsiteY6" fmla="*/ 981 h 48592"/>
                <a:gd name="connsiteX7" fmla="*/ 56 w 95829"/>
                <a:gd name="connsiteY7" fmla="*/ 1981 h 48592"/>
                <a:gd name="connsiteX8" fmla="*/ 18471 w 95829"/>
                <a:gd name="connsiteY8" fmla="*/ 22396 h 48592"/>
                <a:gd name="connsiteX9" fmla="*/ 31220 w 95829"/>
                <a:gd name="connsiteY9" fmla="*/ 21562 h 48592"/>
                <a:gd name="connsiteX10" fmla="*/ 38886 w 95829"/>
                <a:gd name="connsiteY10" fmla="*/ 26479 h 48592"/>
                <a:gd name="connsiteX11" fmla="*/ 39469 w 95829"/>
                <a:gd name="connsiteY11" fmla="*/ 30978 h 48592"/>
                <a:gd name="connsiteX12" fmla="*/ 95131 w 95829"/>
                <a:gd name="connsiteY12" fmla="*/ 37894 h 48592"/>
                <a:gd name="connsiteX13" fmla="*/ 91798 w 95829"/>
                <a:gd name="connsiteY13" fmla="*/ 32561 h 48592"/>
                <a:gd name="connsiteX14" fmla="*/ 91798 w 95829"/>
                <a:gd name="connsiteY14" fmla="*/ 32561 h 48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5829" h="48592">
                  <a:moveTo>
                    <a:pt x="91798" y="32561"/>
                  </a:moveTo>
                  <a:cubicBezTo>
                    <a:pt x="82132" y="33895"/>
                    <a:pt x="71050" y="39644"/>
                    <a:pt x="61134" y="37561"/>
                  </a:cubicBezTo>
                  <a:cubicBezTo>
                    <a:pt x="52468" y="35728"/>
                    <a:pt x="47718" y="32228"/>
                    <a:pt x="44719" y="24146"/>
                  </a:cubicBezTo>
                  <a:cubicBezTo>
                    <a:pt x="43802" y="21812"/>
                    <a:pt x="44302" y="18979"/>
                    <a:pt x="42719" y="16813"/>
                  </a:cubicBezTo>
                  <a:cubicBezTo>
                    <a:pt x="40886" y="14396"/>
                    <a:pt x="40886" y="14646"/>
                    <a:pt x="37886" y="13480"/>
                  </a:cubicBezTo>
                  <a:cubicBezTo>
                    <a:pt x="37136" y="13146"/>
                    <a:pt x="22554" y="14313"/>
                    <a:pt x="24304" y="14646"/>
                  </a:cubicBezTo>
                  <a:cubicBezTo>
                    <a:pt x="14555" y="14063"/>
                    <a:pt x="7722" y="10563"/>
                    <a:pt x="3389" y="981"/>
                  </a:cubicBezTo>
                  <a:cubicBezTo>
                    <a:pt x="2556" y="-769"/>
                    <a:pt x="-444" y="-19"/>
                    <a:pt x="56" y="1981"/>
                  </a:cubicBezTo>
                  <a:cubicBezTo>
                    <a:pt x="2556" y="11897"/>
                    <a:pt x="7888" y="19979"/>
                    <a:pt x="18471" y="22396"/>
                  </a:cubicBezTo>
                  <a:cubicBezTo>
                    <a:pt x="23804" y="23646"/>
                    <a:pt x="26137" y="22062"/>
                    <a:pt x="31220" y="21562"/>
                  </a:cubicBezTo>
                  <a:cubicBezTo>
                    <a:pt x="37219" y="20896"/>
                    <a:pt x="35720" y="15813"/>
                    <a:pt x="38886" y="26479"/>
                  </a:cubicBezTo>
                  <a:cubicBezTo>
                    <a:pt x="39302" y="27895"/>
                    <a:pt x="38803" y="29562"/>
                    <a:pt x="39469" y="30978"/>
                  </a:cubicBezTo>
                  <a:cubicBezTo>
                    <a:pt x="48885" y="51810"/>
                    <a:pt x="80465" y="54226"/>
                    <a:pt x="95131" y="37894"/>
                  </a:cubicBezTo>
                  <a:cubicBezTo>
                    <a:pt x="97131" y="35478"/>
                    <a:pt x="94464" y="32145"/>
                    <a:pt x="91798" y="32561"/>
                  </a:cubicBezTo>
                  <a:lnTo>
                    <a:pt x="91798" y="32561"/>
                  </a:lnTo>
                  <a:close/>
                </a:path>
              </a:pathLst>
            </a:custGeom>
            <a:grpFill/>
            <a:ln w="8332" cap="flat">
              <a:noFill/>
              <a:prstDash val="solid"/>
              <a:miter/>
            </a:ln>
          </p:spPr>
          <p:txBody>
            <a:bodyPr rtlCol="0" anchor="ctr"/>
            <a:lstStyle/>
            <a:p>
              <a:endParaRPr lang="en-US"/>
            </a:p>
          </p:txBody>
        </p:sp>
        <p:sp>
          <p:nvSpPr>
            <p:cNvPr id="2028" name="Freeform: Shape 2027"/>
            <p:cNvSpPr/>
            <p:nvPr/>
          </p:nvSpPr>
          <p:spPr>
            <a:xfrm>
              <a:off x="7637312" y="2284354"/>
              <a:ext cx="78254" cy="33348"/>
            </a:xfrm>
            <a:custGeom>
              <a:avLst/>
              <a:gdLst>
                <a:gd name="connsiteX0" fmla="*/ 71515 w 78254"/>
                <a:gd name="connsiteY0" fmla="*/ 20365 h 33348"/>
                <a:gd name="connsiteX1" fmla="*/ 39601 w 78254"/>
                <a:gd name="connsiteY1" fmla="*/ 14949 h 33348"/>
                <a:gd name="connsiteX2" fmla="*/ 5604 w 78254"/>
                <a:gd name="connsiteY2" fmla="*/ 2284 h 33348"/>
                <a:gd name="connsiteX3" fmla="*/ 21 w 78254"/>
                <a:gd name="connsiteY3" fmla="*/ 2534 h 33348"/>
                <a:gd name="connsiteX4" fmla="*/ 31518 w 78254"/>
                <a:gd name="connsiteY4" fmla="*/ 25032 h 33348"/>
                <a:gd name="connsiteX5" fmla="*/ 52183 w 78254"/>
                <a:gd name="connsiteY5" fmla="*/ 27698 h 33348"/>
                <a:gd name="connsiteX6" fmla="*/ 63432 w 78254"/>
                <a:gd name="connsiteY6" fmla="*/ 33114 h 33348"/>
                <a:gd name="connsiteX7" fmla="*/ 77847 w 78254"/>
                <a:gd name="connsiteY7" fmla="*/ 26282 h 33348"/>
                <a:gd name="connsiteX8" fmla="*/ 71515 w 78254"/>
                <a:gd name="connsiteY8" fmla="*/ 20365 h 33348"/>
                <a:gd name="connsiteX9" fmla="*/ 71515 w 78254"/>
                <a:gd name="connsiteY9" fmla="*/ 20365 h 33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254" h="33348">
                  <a:moveTo>
                    <a:pt x="71515" y="20365"/>
                  </a:moveTo>
                  <a:cubicBezTo>
                    <a:pt x="61432" y="24531"/>
                    <a:pt x="50350" y="15282"/>
                    <a:pt x="39601" y="14949"/>
                  </a:cubicBezTo>
                  <a:cubicBezTo>
                    <a:pt x="28018" y="14533"/>
                    <a:pt x="6687" y="19615"/>
                    <a:pt x="5604" y="2284"/>
                  </a:cubicBezTo>
                  <a:cubicBezTo>
                    <a:pt x="5437" y="-883"/>
                    <a:pt x="104" y="-716"/>
                    <a:pt x="21" y="2534"/>
                  </a:cubicBezTo>
                  <a:cubicBezTo>
                    <a:pt x="-646" y="21199"/>
                    <a:pt x="14770" y="27031"/>
                    <a:pt x="31518" y="25032"/>
                  </a:cubicBezTo>
                  <a:cubicBezTo>
                    <a:pt x="39934" y="24032"/>
                    <a:pt x="44101" y="23032"/>
                    <a:pt x="52183" y="27698"/>
                  </a:cubicBezTo>
                  <a:cubicBezTo>
                    <a:pt x="56183" y="30031"/>
                    <a:pt x="58599" y="32364"/>
                    <a:pt x="63432" y="33114"/>
                  </a:cubicBezTo>
                  <a:cubicBezTo>
                    <a:pt x="70264" y="34031"/>
                    <a:pt x="74764" y="32364"/>
                    <a:pt x="77847" y="26282"/>
                  </a:cubicBezTo>
                  <a:cubicBezTo>
                    <a:pt x="79680" y="22448"/>
                    <a:pt x="74931" y="18949"/>
                    <a:pt x="71515" y="20365"/>
                  </a:cubicBezTo>
                  <a:lnTo>
                    <a:pt x="71515" y="20365"/>
                  </a:lnTo>
                  <a:close/>
                </a:path>
              </a:pathLst>
            </a:custGeom>
            <a:grpFill/>
            <a:ln w="8332" cap="flat">
              <a:noFill/>
              <a:prstDash val="solid"/>
              <a:miter/>
            </a:ln>
          </p:spPr>
          <p:txBody>
            <a:bodyPr rtlCol="0" anchor="ctr"/>
            <a:lstStyle/>
            <a:p>
              <a:endParaRPr lang="en-US"/>
            </a:p>
          </p:txBody>
        </p:sp>
        <p:sp>
          <p:nvSpPr>
            <p:cNvPr id="2029" name="Freeform: Shape 2028"/>
            <p:cNvSpPr/>
            <p:nvPr/>
          </p:nvSpPr>
          <p:spPr>
            <a:xfrm>
              <a:off x="9936615" y="3551352"/>
              <a:ext cx="699485" cy="450669"/>
            </a:xfrm>
            <a:custGeom>
              <a:avLst/>
              <a:gdLst>
                <a:gd name="connsiteX0" fmla="*/ 650786 w 699485"/>
                <a:gd name="connsiteY0" fmla="*/ 123077 h 450669"/>
                <a:gd name="connsiteX1" fmla="*/ 650203 w 699485"/>
                <a:gd name="connsiteY1" fmla="*/ 93330 h 450669"/>
                <a:gd name="connsiteX2" fmla="*/ 630787 w 699485"/>
                <a:gd name="connsiteY2" fmla="*/ 64082 h 450669"/>
                <a:gd name="connsiteX3" fmla="*/ 594292 w 699485"/>
                <a:gd name="connsiteY3" fmla="*/ 36585 h 450669"/>
                <a:gd name="connsiteX4" fmla="*/ 565377 w 699485"/>
                <a:gd name="connsiteY4" fmla="*/ 22170 h 450669"/>
                <a:gd name="connsiteX5" fmla="*/ 481884 w 699485"/>
                <a:gd name="connsiteY5" fmla="*/ 3838 h 450669"/>
                <a:gd name="connsiteX6" fmla="*/ 306900 w 699485"/>
                <a:gd name="connsiteY6" fmla="*/ 7338 h 450669"/>
                <a:gd name="connsiteX7" fmla="*/ 141248 w 699485"/>
                <a:gd name="connsiteY7" fmla="*/ 55583 h 450669"/>
                <a:gd name="connsiteX8" fmla="*/ 81754 w 699485"/>
                <a:gd name="connsiteY8" fmla="*/ 101579 h 450669"/>
                <a:gd name="connsiteX9" fmla="*/ 49923 w 699485"/>
                <a:gd name="connsiteY9" fmla="*/ 159657 h 450669"/>
                <a:gd name="connsiteX10" fmla="*/ 57922 w 699485"/>
                <a:gd name="connsiteY10" fmla="*/ 185238 h 450669"/>
                <a:gd name="connsiteX11" fmla="*/ 45674 w 699485"/>
                <a:gd name="connsiteY11" fmla="*/ 191154 h 450669"/>
                <a:gd name="connsiteX12" fmla="*/ 5177 w 699485"/>
                <a:gd name="connsiteY12" fmla="*/ 216069 h 450669"/>
                <a:gd name="connsiteX13" fmla="*/ 4261 w 699485"/>
                <a:gd name="connsiteY13" fmla="*/ 238733 h 450669"/>
                <a:gd name="connsiteX14" fmla="*/ 40008 w 699485"/>
                <a:gd name="connsiteY14" fmla="*/ 243733 h 450669"/>
                <a:gd name="connsiteX15" fmla="*/ 66839 w 699485"/>
                <a:gd name="connsiteY15" fmla="*/ 241483 h 450669"/>
                <a:gd name="connsiteX16" fmla="*/ 54340 w 699485"/>
                <a:gd name="connsiteY16" fmla="*/ 281813 h 450669"/>
                <a:gd name="connsiteX17" fmla="*/ 69505 w 699485"/>
                <a:gd name="connsiteY17" fmla="*/ 302728 h 450669"/>
                <a:gd name="connsiteX18" fmla="*/ 64338 w 699485"/>
                <a:gd name="connsiteY18" fmla="*/ 342807 h 450669"/>
                <a:gd name="connsiteX19" fmla="*/ 58089 w 699485"/>
                <a:gd name="connsiteY19" fmla="*/ 351057 h 450669"/>
                <a:gd name="connsiteX20" fmla="*/ 56089 w 699485"/>
                <a:gd name="connsiteY20" fmla="*/ 382887 h 450669"/>
                <a:gd name="connsiteX21" fmla="*/ 93170 w 699485"/>
                <a:gd name="connsiteY21" fmla="*/ 436632 h 450669"/>
                <a:gd name="connsiteX22" fmla="*/ 175579 w 699485"/>
                <a:gd name="connsiteY22" fmla="*/ 448798 h 450669"/>
                <a:gd name="connsiteX23" fmla="*/ 268820 w 699485"/>
                <a:gd name="connsiteY23" fmla="*/ 450131 h 450669"/>
                <a:gd name="connsiteX24" fmla="*/ 362562 w 699485"/>
                <a:gd name="connsiteY24" fmla="*/ 449548 h 450669"/>
                <a:gd name="connsiteX25" fmla="*/ 459303 w 699485"/>
                <a:gd name="connsiteY25" fmla="*/ 440465 h 450669"/>
                <a:gd name="connsiteX26" fmla="*/ 636454 w 699485"/>
                <a:gd name="connsiteY26" fmla="*/ 389470 h 450669"/>
                <a:gd name="connsiteX27" fmla="*/ 668201 w 699485"/>
                <a:gd name="connsiteY27" fmla="*/ 364805 h 450669"/>
                <a:gd name="connsiteX28" fmla="*/ 681450 w 699485"/>
                <a:gd name="connsiteY28" fmla="*/ 324059 h 450669"/>
                <a:gd name="connsiteX29" fmla="*/ 658619 w 699485"/>
                <a:gd name="connsiteY29" fmla="*/ 261231 h 450669"/>
                <a:gd name="connsiteX30" fmla="*/ 666534 w 699485"/>
                <a:gd name="connsiteY30" fmla="*/ 250566 h 450669"/>
                <a:gd name="connsiteX31" fmla="*/ 676534 w 699485"/>
                <a:gd name="connsiteY31" fmla="*/ 218985 h 450669"/>
                <a:gd name="connsiteX32" fmla="*/ 668951 w 699485"/>
                <a:gd name="connsiteY32" fmla="*/ 191321 h 450669"/>
                <a:gd name="connsiteX33" fmla="*/ 696615 w 699485"/>
                <a:gd name="connsiteY33" fmla="*/ 169490 h 450669"/>
                <a:gd name="connsiteX34" fmla="*/ 650786 w 699485"/>
                <a:gd name="connsiteY34" fmla="*/ 123077 h 450669"/>
                <a:gd name="connsiteX35" fmla="*/ 650786 w 699485"/>
                <a:gd name="connsiteY35" fmla="*/ 123077 h 450669"/>
                <a:gd name="connsiteX36" fmla="*/ 92253 w 699485"/>
                <a:gd name="connsiteY36" fmla="*/ 113828 h 450669"/>
                <a:gd name="connsiteX37" fmla="*/ 147664 w 699485"/>
                <a:gd name="connsiteY37" fmla="*/ 69749 h 450669"/>
                <a:gd name="connsiteX38" fmla="*/ 296235 w 699485"/>
                <a:gd name="connsiteY38" fmla="*/ 23586 h 450669"/>
                <a:gd name="connsiteX39" fmla="*/ 465636 w 699485"/>
                <a:gd name="connsiteY39" fmla="*/ 15670 h 450669"/>
                <a:gd name="connsiteX40" fmla="*/ 485885 w 699485"/>
                <a:gd name="connsiteY40" fmla="*/ 17337 h 450669"/>
                <a:gd name="connsiteX41" fmla="*/ 524464 w 699485"/>
                <a:gd name="connsiteY41" fmla="*/ 26252 h 450669"/>
                <a:gd name="connsiteX42" fmla="*/ 589625 w 699485"/>
                <a:gd name="connsiteY42" fmla="*/ 50584 h 450669"/>
                <a:gd name="connsiteX43" fmla="*/ 617789 w 699485"/>
                <a:gd name="connsiteY43" fmla="*/ 72915 h 450669"/>
                <a:gd name="connsiteX44" fmla="*/ 635788 w 699485"/>
                <a:gd name="connsiteY44" fmla="*/ 104246 h 450669"/>
                <a:gd name="connsiteX45" fmla="*/ 621039 w 699485"/>
                <a:gd name="connsiteY45" fmla="*/ 137409 h 450669"/>
                <a:gd name="connsiteX46" fmla="*/ 585542 w 699485"/>
                <a:gd name="connsiteY46" fmla="*/ 155991 h 450669"/>
                <a:gd name="connsiteX47" fmla="*/ 514298 w 699485"/>
                <a:gd name="connsiteY47" fmla="*/ 172906 h 450669"/>
                <a:gd name="connsiteX48" fmla="*/ 367978 w 699485"/>
                <a:gd name="connsiteY48" fmla="*/ 190571 h 450669"/>
                <a:gd name="connsiteX49" fmla="*/ 217325 w 699485"/>
                <a:gd name="connsiteY49" fmla="*/ 202570 h 450669"/>
                <a:gd name="connsiteX50" fmla="*/ 144581 w 699485"/>
                <a:gd name="connsiteY50" fmla="*/ 200820 h 450669"/>
                <a:gd name="connsiteX51" fmla="*/ 105585 w 699485"/>
                <a:gd name="connsiteY51" fmla="*/ 192071 h 450669"/>
                <a:gd name="connsiteX52" fmla="*/ 72921 w 699485"/>
                <a:gd name="connsiteY52" fmla="*/ 177822 h 450669"/>
                <a:gd name="connsiteX53" fmla="*/ 92253 w 699485"/>
                <a:gd name="connsiteY53" fmla="*/ 113828 h 450669"/>
                <a:gd name="connsiteX54" fmla="*/ 92253 w 699485"/>
                <a:gd name="connsiteY54" fmla="*/ 113828 h 450669"/>
                <a:gd name="connsiteX55" fmla="*/ 124750 w 699485"/>
                <a:gd name="connsiteY55" fmla="*/ 346724 h 450669"/>
                <a:gd name="connsiteX56" fmla="*/ 176661 w 699485"/>
                <a:gd name="connsiteY56" fmla="*/ 333892 h 450669"/>
                <a:gd name="connsiteX57" fmla="*/ 197493 w 699485"/>
                <a:gd name="connsiteY57" fmla="*/ 322059 h 450669"/>
                <a:gd name="connsiteX58" fmla="*/ 220574 w 699485"/>
                <a:gd name="connsiteY58" fmla="*/ 327142 h 450669"/>
                <a:gd name="connsiteX59" fmla="*/ 222241 w 699485"/>
                <a:gd name="connsiteY59" fmla="*/ 327142 h 450669"/>
                <a:gd name="connsiteX60" fmla="*/ 195994 w 699485"/>
                <a:gd name="connsiteY60" fmla="*/ 346140 h 450669"/>
                <a:gd name="connsiteX61" fmla="*/ 139999 w 699485"/>
                <a:gd name="connsiteY61" fmla="*/ 356473 h 450669"/>
                <a:gd name="connsiteX62" fmla="*/ 89586 w 699485"/>
                <a:gd name="connsiteY62" fmla="*/ 349973 h 450669"/>
                <a:gd name="connsiteX63" fmla="*/ 76254 w 699485"/>
                <a:gd name="connsiteY63" fmla="*/ 318059 h 450669"/>
                <a:gd name="connsiteX64" fmla="*/ 80087 w 699485"/>
                <a:gd name="connsiteY64" fmla="*/ 305977 h 450669"/>
                <a:gd name="connsiteX65" fmla="*/ 86920 w 699485"/>
                <a:gd name="connsiteY65" fmla="*/ 306727 h 450669"/>
                <a:gd name="connsiteX66" fmla="*/ 100169 w 699485"/>
                <a:gd name="connsiteY66" fmla="*/ 306311 h 450669"/>
                <a:gd name="connsiteX67" fmla="*/ 124750 w 699485"/>
                <a:gd name="connsiteY67" fmla="*/ 346724 h 450669"/>
                <a:gd name="connsiteX68" fmla="*/ 124750 w 699485"/>
                <a:gd name="connsiteY68" fmla="*/ 346724 h 450669"/>
                <a:gd name="connsiteX69" fmla="*/ 103669 w 699485"/>
                <a:gd name="connsiteY69" fmla="*/ 306561 h 450669"/>
                <a:gd name="connsiteX70" fmla="*/ 114167 w 699485"/>
                <a:gd name="connsiteY70" fmla="*/ 310644 h 450669"/>
                <a:gd name="connsiteX71" fmla="*/ 131500 w 699485"/>
                <a:gd name="connsiteY71" fmla="*/ 323726 h 450669"/>
                <a:gd name="connsiteX72" fmla="*/ 158080 w 699485"/>
                <a:gd name="connsiteY72" fmla="*/ 322059 h 450669"/>
                <a:gd name="connsiteX73" fmla="*/ 171163 w 699485"/>
                <a:gd name="connsiteY73" fmla="*/ 316310 h 450669"/>
                <a:gd name="connsiteX74" fmla="*/ 181662 w 699485"/>
                <a:gd name="connsiteY74" fmla="*/ 308310 h 450669"/>
                <a:gd name="connsiteX75" fmla="*/ 188160 w 699485"/>
                <a:gd name="connsiteY75" fmla="*/ 315476 h 450669"/>
                <a:gd name="connsiteX76" fmla="*/ 181662 w 699485"/>
                <a:gd name="connsiteY76" fmla="*/ 319143 h 450669"/>
                <a:gd name="connsiteX77" fmla="*/ 151498 w 699485"/>
                <a:gd name="connsiteY77" fmla="*/ 331892 h 450669"/>
                <a:gd name="connsiteX78" fmla="*/ 103669 w 699485"/>
                <a:gd name="connsiteY78" fmla="*/ 306561 h 450669"/>
                <a:gd name="connsiteX79" fmla="*/ 103669 w 699485"/>
                <a:gd name="connsiteY79" fmla="*/ 306561 h 450669"/>
                <a:gd name="connsiteX80" fmla="*/ 662618 w 699485"/>
                <a:gd name="connsiteY80" fmla="*/ 334058 h 450669"/>
                <a:gd name="connsiteX81" fmla="*/ 645120 w 699485"/>
                <a:gd name="connsiteY81" fmla="*/ 364805 h 450669"/>
                <a:gd name="connsiteX82" fmla="*/ 615706 w 699485"/>
                <a:gd name="connsiteY82" fmla="*/ 384054 h 450669"/>
                <a:gd name="connsiteX83" fmla="*/ 466302 w 699485"/>
                <a:gd name="connsiteY83" fmla="*/ 425966 h 450669"/>
                <a:gd name="connsiteX84" fmla="*/ 321649 w 699485"/>
                <a:gd name="connsiteY84" fmla="*/ 439298 h 450669"/>
                <a:gd name="connsiteX85" fmla="*/ 248239 w 699485"/>
                <a:gd name="connsiteY85" fmla="*/ 438382 h 450669"/>
                <a:gd name="connsiteX86" fmla="*/ 178078 w 699485"/>
                <a:gd name="connsiteY86" fmla="*/ 438382 h 450669"/>
                <a:gd name="connsiteX87" fmla="*/ 134666 w 699485"/>
                <a:gd name="connsiteY87" fmla="*/ 433466 h 450669"/>
                <a:gd name="connsiteX88" fmla="*/ 96919 w 699485"/>
                <a:gd name="connsiteY88" fmla="*/ 425300 h 450669"/>
                <a:gd name="connsiteX89" fmla="*/ 70755 w 699485"/>
                <a:gd name="connsiteY89" fmla="*/ 351890 h 450669"/>
                <a:gd name="connsiteX90" fmla="*/ 115168 w 699485"/>
                <a:gd name="connsiteY90" fmla="*/ 368555 h 450669"/>
                <a:gd name="connsiteX91" fmla="*/ 238406 w 699485"/>
                <a:gd name="connsiteY91" fmla="*/ 327392 h 450669"/>
                <a:gd name="connsiteX92" fmla="*/ 334314 w 699485"/>
                <a:gd name="connsiteY92" fmla="*/ 367972 h 450669"/>
                <a:gd name="connsiteX93" fmla="*/ 412474 w 699485"/>
                <a:gd name="connsiteY93" fmla="*/ 325975 h 450669"/>
                <a:gd name="connsiteX94" fmla="*/ 507632 w 699485"/>
                <a:gd name="connsiteY94" fmla="*/ 351473 h 450669"/>
                <a:gd name="connsiteX95" fmla="*/ 553045 w 699485"/>
                <a:gd name="connsiteY95" fmla="*/ 328475 h 450669"/>
                <a:gd name="connsiteX96" fmla="*/ 568127 w 699485"/>
                <a:gd name="connsiteY96" fmla="*/ 301228 h 450669"/>
                <a:gd name="connsiteX97" fmla="*/ 620622 w 699485"/>
                <a:gd name="connsiteY97" fmla="*/ 309560 h 450669"/>
                <a:gd name="connsiteX98" fmla="*/ 652369 w 699485"/>
                <a:gd name="connsiteY98" fmla="*/ 276397 h 450669"/>
                <a:gd name="connsiteX99" fmla="*/ 662952 w 699485"/>
                <a:gd name="connsiteY99" fmla="*/ 293645 h 450669"/>
                <a:gd name="connsiteX100" fmla="*/ 662618 w 699485"/>
                <a:gd name="connsiteY100" fmla="*/ 334058 h 450669"/>
                <a:gd name="connsiteX101" fmla="*/ 662618 w 699485"/>
                <a:gd name="connsiteY101" fmla="*/ 334058 h 450669"/>
                <a:gd name="connsiteX102" fmla="*/ 306734 w 699485"/>
                <a:gd name="connsiteY102" fmla="*/ 336224 h 450669"/>
                <a:gd name="connsiteX103" fmla="*/ 339731 w 699485"/>
                <a:gd name="connsiteY103" fmla="*/ 342891 h 450669"/>
                <a:gd name="connsiteX104" fmla="*/ 380727 w 699485"/>
                <a:gd name="connsiteY104" fmla="*/ 319476 h 450669"/>
                <a:gd name="connsiteX105" fmla="*/ 403308 w 699485"/>
                <a:gd name="connsiteY105" fmla="*/ 316393 h 450669"/>
                <a:gd name="connsiteX106" fmla="*/ 390893 w 699485"/>
                <a:gd name="connsiteY106" fmla="*/ 334475 h 450669"/>
                <a:gd name="connsiteX107" fmla="*/ 370477 w 699485"/>
                <a:gd name="connsiteY107" fmla="*/ 345474 h 450669"/>
                <a:gd name="connsiteX108" fmla="*/ 325482 w 699485"/>
                <a:gd name="connsiteY108" fmla="*/ 356056 h 450669"/>
                <a:gd name="connsiteX109" fmla="*/ 240239 w 699485"/>
                <a:gd name="connsiteY109" fmla="*/ 324725 h 450669"/>
                <a:gd name="connsiteX110" fmla="*/ 240239 w 699485"/>
                <a:gd name="connsiteY110" fmla="*/ 324643 h 450669"/>
                <a:gd name="connsiteX111" fmla="*/ 248323 w 699485"/>
                <a:gd name="connsiteY111" fmla="*/ 321559 h 450669"/>
                <a:gd name="connsiteX112" fmla="*/ 259571 w 699485"/>
                <a:gd name="connsiteY112" fmla="*/ 314310 h 450669"/>
                <a:gd name="connsiteX113" fmla="*/ 271903 w 699485"/>
                <a:gd name="connsiteY113" fmla="*/ 311977 h 450669"/>
                <a:gd name="connsiteX114" fmla="*/ 292651 w 699485"/>
                <a:gd name="connsiteY114" fmla="*/ 321226 h 450669"/>
                <a:gd name="connsiteX115" fmla="*/ 306734 w 699485"/>
                <a:gd name="connsiteY115" fmla="*/ 336224 h 450669"/>
                <a:gd name="connsiteX116" fmla="*/ 306734 w 699485"/>
                <a:gd name="connsiteY116" fmla="*/ 336224 h 450669"/>
                <a:gd name="connsiteX117" fmla="*/ 301817 w 699485"/>
                <a:gd name="connsiteY117" fmla="*/ 322476 h 450669"/>
                <a:gd name="connsiteX118" fmla="*/ 326815 w 699485"/>
                <a:gd name="connsiteY118" fmla="*/ 319226 h 450669"/>
                <a:gd name="connsiteX119" fmla="*/ 354063 w 699485"/>
                <a:gd name="connsiteY119" fmla="*/ 310894 h 450669"/>
                <a:gd name="connsiteX120" fmla="*/ 370394 w 699485"/>
                <a:gd name="connsiteY120" fmla="*/ 317560 h 450669"/>
                <a:gd name="connsiteX121" fmla="*/ 366228 w 699485"/>
                <a:gd name="connsiteY121" fmla="*/ 321893 h 450669"/>
                <a:gd name="connsiteX122" fmla="*/ 333481 w 699485"/>
                <a:gd name="connsiteY122" fmla="*/ 334641 h 450669"/>
                <a:gd name="connsiteX123" fmla="*/ 314483 w 699485"/>
                <a:gd name="connsiteY123" fmla="*/ 330892 h 450669"/>
                <a:gd name="connsiteX124" fmla="*/ 301817 w 699485"/>
                <a:gd name="connsiteY124" fmla="*/ 322476 h 450669"/>
                <a:gd name="connsiteX125" fmla="*/ 301817 w 699485"/>
                <a:gd name="connsiteY125" fmla="*/ 322476 h 450669"/>
                <a:gd name="connsiteX126" fmla="*/ 413891 w 699485"/>
                <a:gd name="connsiteY126" fmla="*/ 311393 h 450669"/>
                <a:gd name="connsiteX127" fmla="*/ 422806 w 699485"/>
                <a:gd name="connsiteY127" fmla="*/ 304811 h 450669"/>
                <a:gd name="connsiteX128" fmla="*/ 431723 w 699485"/>
                <a:gd name="connsiteY128" fmla="*/ 301061 h 450669"/>
                <a:gd name="connsiteX129" fmla="*/ 456137 w 699485"/>
                <a:gd name="connsiteY129" fmla="*/ 322892 h 450669"/>
                <a:gd name="connsiteX130" fmla="*/ 489300 w 699485"/>
                <a:gd name="connsiteY130" fmla="*/ 325559 h 450669"/>
                <a:gd name="connsiteX131" fmla="*/ 520631 w 699485"/>
                <a:gd name="connsiteY131" fmla="*/ 318059 h 450669"/>
                <a:gd name="connsiteX132" fmla="*/ 528547 w 699485"/>
                <a:gd name="connsiteY132" fmla="*/ 310060 h 450669"/>
                <a:gd name="connsiteX133" fmla="*/ 531297 w 699485"/>
                <a:gd name="connsiteY133" fmla="*/ 301394 h 450669"/>
                <a:gd name="connsiteX134" fmla="*/ 548545 w 699485"/>
                <a:gd name="connsiteY134" fmla="*/ 300728 h 450669"/>
                <a:gd name="connsiteX135" fmla="*/ 557294 w 699485"/>
                <a:gd name="connsiteY135" fmla="*/ 298561 h 450669"/>
                <a:gd name="connsiteX136" fmla="*/ 552629 w 699485"/>
                <a:gd name="connsiteY136" fmla="*/ 311060 h 450669"/>
                <a:gd name="connsiteX137" fmla="*/ 533630 w 699485"/>
                <a:gd name="connsiteY137" fmla="*/ 329642 h 450669"/>
                <a:gd name="connsiteX138" fmla="*/ 493967 w 699485"/>
                <a:gd name="connsiteY138" fmla="*/ 342141 h 450669"/>
                <a:gd name="connsiteX139" fmla="*/ 413807 w 699485"/>
                <a:gd name="connsiteY139" fmla="*/ 320143 h 450669"/>
                <a:gd name="connsiteX140" fmla="*/ 413974 w 699485"/>
                <a:gd name="connsiteY140" fmla="*/ 312060 h 450669"/>
                <a:gd name="connsiteX141" fmla="*/ 413891 w 699485"/>
                <a:gd name="connsiteY141" fmla="*/ 311393 h 450669"/>
                <a:gd name="connsiteX142" fmla="*/ 413891 w 699485"/>
                <a:gd name="connsiteY142" fmla="*/ 311393 h 450669"/>
                <a:gd name="connsiteX143" fmla="*/ 441555 w 699485"/>
                <a:gd name="connsiteY143" fmla="*/ 305311 h 450669"/>
                <a:gd name="connsiteX144" fmla="*/ 488217 w 699485"/>
                <a:gd name="connsiteY144" fmla="*/ 305311 h 450669"/>
                <a:gd name="connsiteX145" fmla="*/ 518548 w 699485"/>
                <a:gd name="connsiteY145" fmla="*/ 298395 h 450669"/>
                <a:gd name="connsiteX146" fmla="*/ 522714 w 699485"/>
                <a:gd name="connsiteY146" fmla="*/ 299728 h 450669"/>
                <a:gd name="connsiteX147" fmla="*/ 522048 w 699485"/>
                <a:gd name="connsiteY147" fmla="*/ 301561 h 450669"/>
                <a:gd name="connsiteX148" fmla="*/ 499467 w 699485"/>
                <a:gd name="connsiteY148" fmla="*/ 314143 h 450669"/>
                <a:gd name="connsiteX149" fmla="*/ 465719 w 699485"/>
                <a:gd name="connsiteY149" fmla="*/ 315893 h 450669"/>
                <a:gd name="connsiteX150" fmla="*/ 441555 w 699485"/>
                <a:gd name="connsiteY150" fmla="*/ 305311 h 450669"/>
                <a:gd name="connsiteX151" fmla="*/ 441555 w 699485"/>
                <a:gd name="connsiteY151" fmla="*/ 305311 h 450669"/>
                <a:gd name="connsiteX152" fmla="*/ 568460 w 699485"/>
                <a:gd name="connsiteY152" fmla="*/ 296895 h 450669"/>
                <a:gd name="connsiteX153" fmla="*/ 568293 w 699485"/>
                <a:gd name="connsiteY153" fmla="*/ 294145 h 450669"/>
                <a:gd name="connsiteX154" fmla="*/ 574542 w 699485"/>
                <a:gd name="connsiteY154" fmla="*/ 290479 h 450669"/>
                <a:gd name="connsiteX155" fmla="*/ 596124 w 699485"/>
                <a:gd name="connsiteY155" fmla="*/ 278313 h 450669"/>
                <a:gd name="connsiteX156" fmla="*/ 612456 w 699485"/>
                <a:gd name="connsiteY156" fmla="*/ 281480 h 450669"/>
                <a:gd name="connsiteX157" fmla="*/ 640370 w 699485"/>
                <a:gd name="connsiteY157" fmla="*/ 275563 h 450669"/>
                <a:gd name="connsiteX158" fmla="*/ 605540 w 699485"/>
                <a:gd name="connsiteY158" fmla="*/ 303561 h 450669"/>
                <a:gd name="connsiteX159" fmla="*/ 568460 w 699485"/>
                <a:gd name="connsiteY159" fmla="*/ 296895 h 450669"/>
                <a:gd name="connsiteX160" fmla="*/ 568460 w 699485"/>
                <a:gd name="connsiteY160" fmla="*/ 296895 h 450669"/>
                <a:gd name="connsiteX161" fmla="*/ 661702 w 699485"/>
                <a:gd name="connsiteY161" fmla="*/ 225568 h 450669"/>
                <a:gd name="connsiteX162" fmla="*/ 636454 w 699485"/>
                <a:gd name="connsiteY162" fmla="*/ 261231 h 450669"/>
                <a:gd name="connsiteX163" fmla="*/ 592708 w 699485"/>
                <a:gd name="connsiteY163" fmla="*/ 264731 h 450669"/>
                <a:gd name="connsiteX164" fmla="*/ 567710 w 699485"/>
                <a:gd name="connsiteY164" fmla="*/ 276313 h 450669"/>
                <a:gd name="connsiteX165" fmla="*/ 525464 w 699485"/>
                <a:gd name="connsiteY165" fmla="*/ 285562 h 450669"/>
                <a:gd name="connsiteX166" fmla="*/ 496466 w 699485"/>
                <a:gd name="connsiteY166" fmla="*/ 281563 h 450669"/>
                <a:gd name="connsiteX167" fmla="*/ 455470 w 699485"/>
                <a:gd name="connsiteY167" fmla="*/ 294062 h 450669"/>
                <a:gd name="connsiteX168" fmla="*/ 428640 w 699485"/>
                <a:gd name="connsiteY168" fmla="*/ 282313 h 450669"/>
                <a:gd name="connsiteX169" fmla="*/ 397725 w 699485"/>
                <a:gd name="connsiteY169" fmla="*/ 300644 h 450669"/>
                <a:gd name="connsiteX170" fmla="*/ 357062 w 699485"/>
                <a:gd name="connsiteY170" fmla="*/ 295395 h 450669"/>
                <a:gd name="connsiteX171" fmla="*/ 338481 w 699485"/>
                <a:gd name="connsiteY171" fmla="*/ 297061 h 450669"/>
                <a:gd name="connsiteX172" fmla="*/ 296985 w 699485"/>
                <a:gd name="connsiteY172" fmla="*/ 309060 h 450669"/>
                <a:gd name="connsiteX173" fmla="*/ 275819 w 699485"/>
                <a:gd name="connsiteY173" fmla="*/ 300728 h 450669"/>
                <a:gd name="connsiteX174" fmla="*/ 267487 w 699485"/>
                <a:gd name="connsiteY174" fmla="*/ 297061 h 450669"/>
                <a:gd name="connsiteX175" fmla="*/ 245073 w 699485"/>
                <a:gd name="connsiteY175" fmla="*/ 307811 h 450669"/>
                <a:gd name="connsiteX176" fmla="*/ 205243 w 699485"/>
                <a:gd name="connsiteY176" fmla="*/ 309977 h 450669"/>
                <a:gd name="connsiteX177" fmla="*/ 200327 w 699485"/>
                <a:gd name="connsiteY177" fmla="*/ 308060 h 450669"/>
                <a:gd name="connsiteX178" fmla="*/ 182829 w 699485"/>
                <a:gd name="connsiteY178" fmla="*/ 293895 h 450669"/>
                <a:gd name="connsiteX179" fmla="*/ 150664 w 699485"/>
                <a:gd name="connsiteY179" fmla="*/ 308810 h 450669"/>
                <a:gd name="connsiteX180" fmla="*/ 124583 w 699485"/>
                <a:gd name="connsiteY180" fmla="*/ 302644 h 450669"/>
                <a:gd name="connsiteX181" fmla="*/ 114085 w 699485"/>
                <a:gd name="connsiteY181" fmla="*/ 294728 h 450669"/>
                <a:gd name="connsiteX182" fmla="*/ 84754 w 699485"/>
                <a:gd name="connsiteY182" fmla="*/ 293145 h 450669"/>
                <a:gd name="connsiteX183" fmla="*/ 65173 w 699485"/>
                <a:gd name="connsiteY183" fmla="*/ 268397 h 450669"/>
                <a:gd name="connsiteX184" fmla="*/ 74088 w 699485"/>
                <a:gd name="connsiteY184" fmla="*/ 243566 h 450669"/>
                <a:gd name="connsiteX185" fmla="*/ 88503 w 699485"/>
                <a:gd name="connsiteY185" fmla="*/ 259565 h 450669"/>
                <a:gd name="connsiteX186" fmla="*/ 121583 w 699485"/>
                <a:gd name="connsiteY186" fmla="*/ 271480 h 450669"/>
                <a:gd name="connsiteX187" fmla="*/ 161246 w 699485"/>
                <a:gd name="connsiteY187" fmla="*/ 257815 h 450669"/>
                <a:gd name="connsiteX188" fmla="*/ 183912 w 699485"/>
                <a:gd name="connsiteY188" fmla="*/ 247983 h 450669"/>
                <a:gd name="connsiteX189" fmla="*/ 219242 w 699485"/>
                <a:gd name="connsiteY189" fmla="*/ 257648 h 450669"/>
                <a:gd name="connsiteX190" fmla="*/ 257572 w 699485"/>
                <a:gd name="connsiteY190" fmla="*/ 260981 h 450669"/>
                <a:gd name="connsiteX191" fmla="*/ 313983 w 699485"/>
                <a:gd name="connsiteY191" fmla="*/ 243316 h 450669"/>
                <a:gd name="connsiteX192" fmla="*/ 357563 w 699485"/>
                <a:gd name="connsiteY192" fmla="*/ 252149 h 450669"/>
                <a:gd name="connsiteX193" fmla="*/ 407475 w 699485"/>
                <a:gd name="connsiteY193" fmla="*/ 239983 h 450669"/>
                <a:gd name="connsiteX194" fmla="*/ 432139 w 699485"/>
                <a:gd name="connsiteY194" fmla="*/ 231151 h 450669"/>
                <a:gd name="connsiteX195" fmla="*/ 464136 w 699485"/>
                <a:gd name="connsiteY195" fmla="*/ 232650 h 450669"/>
                <a:gd name="connsiteX196" fmla="*/ 510298 w 699485"/>
                <a:gd name="connsiteY196" fmla="*/ 231651 h 450669"/>
                <a:gd name="connsiteX197" fmla="*/ 559960 w 699485"/>
                <a:gd name="connsiteY197" fmla="*/ 213069 h 450669"/>
                <a:gd name="connsiteX198" fmla="*/ 583709 w 699485"/>
                <a:gd name="connsiteY198" fmla="*/ 215319 h 450669"/>
                <a:gd name="connsiteX199" fmla="*/ 605540 w 699485"/>
                <a:gd name="connsiteY199" fmla="*/ 208403 h 450669"/>
                <a:gd name="connsiteX200" fmla="*/ 638287 w 699485"/>
                <a:gd name="connsiteY200" fmla="*/ 196237 h 450669"/>
                <a:gd name="connsiteX201" fmla="*/ 656202 w 699485"/>
                <a:gd name="connsiteY201" fmla="*/ 193737 h 450669"/>
                <a:gd name="connsiteX202" fmla="*/ 661702 w 699485"/>
                <a:gd name="connsiteY202" fmla="*/ 225568 h 450669"/>
                <a:gd name="connsiteX203" fmla="*/ 661702 w 699485"/>
                <a:gd name="connsiteY203" fmla="*/ 225568 h 450669"/>
                <a:gd name="connsiteX204" fmla="*/ 658869 w 699485"/>
                <a:gd name="connsiteY204" fmla="*/ 179239 h 450669"/>
                <a:gd name="connsiteX205" fmla="*/ 616872 w 699485"/>
                <a:gd name="connsiteY205" fmla="*/ 186488 h 450669"/>
                <a:gd name="connsiteX206" fmla="*/ 577126 w 699485"/>
                <a:gd name="connsiteY206" fmla="*/ 199070 h 450669"/>
                <a:gd name="connsiteX207" fmla="*/ 542129 w 699485"/>
                <a:gd name="connsiteY207" fmla="*/ 201570 h 450669"/>
                <a:gd name="connsiteX208" fmla="*/ 505382 w 699485"/>
                <a:gd name="connsiteY208" fmla="*/ 217402 h 450669"/>
                <a:gd name="connsiteX209" fmla="*/ 418141 w 699485"/>
                <a:gd name="connsiteY209" fmla="*/ 221485 h 450669"/>
                <a:gd name="connsiteX210" fmla="*/ 385393 w 699485"/>
                <a:gd name="connsiteY210" fmla="*/ 235150 h 450669"/>
                <a:gd name="connsiteX211" fmla="*/ 337147 w 699485"/>
                <a:gd name="connsiteY211" fmla="*/ 234151 h 450669"/>
                <a:gd name="connsiteX212" fmla="*/ 304234 w 699485"/>
                <a:gd name="connsiteY212" fmla="*/ 228651 h 450669"/>
                <a:gd name="connsiteX213" fmla="*/ 263904 w 699485"/>
                <a:gd name="connsiteY213" fmla="*/ 242066 h 450669"/>
                <a:gd name="connsiteX214" fmla="*/ 221741 w 699485"/>
                <a:gd name="connsiteY214" fmla="*/ 242233 h 450669"/>
                <a:gd name="connsiteX215" fmla="*/ 188327 w 699485"/>
                <a:gd name="connsiteY215" fmla="*/ 232817 h 450669"/>
                <a:gd name="connsiteX216" fmla="*/ 112751 w 699485"/>
                <a:gd name="connsiteY216" fmla="*/ 258898 h 450669"/>
                <a:gd name="connsiteX217" fmla="*/ 81421 w 699485"/>
                <a:gd name="connsiteY217" fmla="*/ 232817 h 450669"/>
                <a:gd name="connsiteX218" fmla="*/ 47840 w 699485"/>
                <a:gd name="connsiteY218" fmla="*/ 229901 h 450669"/>
                <a:gd name="connsiteX219" fmla="*/ 21676 w 699485"/>
                <a:gd name="connsiteY219" fmla="*/ 230234 h 450669"/>
                <a:gd name="connsiteX220" fmla="*/ 20093 w 699485"/>
                <a:gd name="connsiteY220" fmla="*/ 220068 h 450669"/>
                <a:gd name="connsiteX221" fmla="*/ 29759 w 699485"/>
                <a:gd name="connsiteY221" fmla="*/ 213569 h 450669"/>
                <a:gd name="connsiteX222" fmla="*/ 47673 w 699485"/>
                <a:gd name="connsiteY222" fmla="*/ 201987 h 450669"/>
                <a:gd name="connsiteX223" fmla="*/ 65755 w 699485"/>
                <a:gd name="connsiteY223" fmla="*/ 191988 h 450669"/>
                <a:gd name="connsiteX224" fmla="*/ 84921 w 699485"/>
                <a:gd name="connsiteY224" fmla="*/ 201403 h 450669"/>
                <a:gd name="connsiteX225" fmla="*/ 164496 w 699485"/>
                <a:gd name="connsiteY225" fmla="*/ 218569 h 450669"/>
                <a:gd name="connsiteX226" fmla="*/ 336147 w 699485"/>
                <a:gd name="connsiteY226" fmla="*/ 208403 h 450669"/>
                <a:gd name="connsiteX227" fmla="*/ 517965 w 699485"/>
                <a:gd name="connsiteY227" fmla="*/ 185571 h 450669"/>
                <a:gd name="connsiteX228" fmla="*/ 595541 w 699485"/>
                <a:gd name="connsiteY228" fmla="*/ 167573 h 450669"/>
                <a:gd name="connsiteX229" fmla="*/ 644786 w 699485"/>
                <a:gd name="connsiteY229" fmla="*/ 135826 h 450669"/>
                <a:gd name="connsiteX230" fmla="*/ 675284 w 699485"/>
                <a:gd name="connsiteY230" fmla="*/ 146658 h 450669"/>
                <a:gd name="connsiteX231" fmla="*/ 658869 w 699485"/>
                <a:gd name="connsiteY231" fmla="*/ 179239 h 450669"/>
                <a:gd name="connsiteX232" fmla="*/ 658869 w 699485"/>
                <a:gd name="connsiteY232" fmla="*/ 179239 h 450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699485" h="450669">
                  <a:moveTo>
                    <a:pt x="650786" y="123077"/>
                  </a:moveTo>
                  <a:cubicBezTo>
                    <a:pt x="653286" y="113495"/>
                    <a:pt x="652536" y="102579"/>
                    <a:pt x="650203" y="93330"/>
                  </a:cubicBezTo>
                  <a:cubicBezTo>
                    <a:pt x="647203" y="81414"/>
                    <a:pt x="638287" y="73332"/>
                    <a:pt x="630787" y="64082"/>
                  </a:cubicBezTo>
                  <a:cubicBezTo>
                    <a:pt x="621039" y="52084"/>
                    <a:pt x="608206" y="43334"/>
                    <a:pt x="594292" y="36585"/>
                  </a:cubicBezTo>
                  <a:cubicBezTo>
                    <a:pt x="585375" y="31002"/>
                    <a:pt x="575959" y="26169"/>
                    <a:pt x="565377" y="22170"/>
                  </a:cubicBezTo>
                  <a:cubicBezTo>
                    <a:pt x="538379" y="11920"/>
                    <a:pt x="510549" y="6838"/>
                    <a:pt x="481884" y="3838"/>
                  </a:cubicBezTo>
                  <a:cubicBezTo>
                    <a:pt x="423474" y="-2328"/>
                    <a:pt x="364979" y="-995"/>
                    <a:pt x="306900" y="7338"/>
                  </a:cubicBezTo>
                  <a:cubicBezTo>
                    <a:pt x="248989" y="15587"/>
                    <a:pt x="193161" y="27336"/>
                    <a:pt x="141248" y="55583"/>
                  </a:cubicBezTo>
                  <a:cubicBezTo>
                    <a:pt x="119084" y="67665"/>
                    <a:pt x="98669" y="82831"/>
                    <a:pt x="81754" y="101579"/>
                  </a:cubicBezTo>
                  <a:cubicBezTo>
                    <a:pt x="67588" y="117328"/>
                    <a:pt x="51507" y="137576"/>
                    <a:pt x="49923" y="159657"/>
                  </a:cubicBezTo>
                  <a:cubicBezTo>
                    <a:pt x="49090" y="170989"/>
                    <a:pt x="52340" y="179072"/>
                    <a:pt x="57922" y="185238"/>
                  </a:cubicBezTo>
                  <a:cubicBezTo>
                    <a:pt x="53590" y="186738"/>
                    <a:pt x="49257" y="189238"/>
                    <a:pt x="45674" y="191154"/>
                  </a:cubicBezTo>
                  <a:cubicBezTo>
                    <a:pt x="33091" y="197987"/>
                    <a:pt x="14677" y="205153"/>
                    <a:pt x="5177" y="216069"/>
                  </a:cubicBezTo>
                  <a:cubicBezTo>
                    <a:pt x="-488" y="222652"/>
                    <a:pt x="-2489" y="232401"/>
                    <a:pt x="4261" y="238733"/>
                  </a:cubicBezTo>
                  <a:cubicBezTo>
                    <a:pt x="12260" y="246233"/>
                    <a:pt x="30175" y="244149"/>
                    <a:pt x="40008" y="243733"/>
                  </a:cubicBezTo>
                  <a:cubicBezTo>
                    <a:pt x="48923" y="243316"/>
                    <a:pt x="57922" y="240150"/>
                    <a:pt x="66839" y="241483"/>
                  </a:cubicBezTo>
                  <a:cubicBezTo>
                    <a:pt x="57506" y="250482"/>
                    <a:pt x="52839" y="271147"/>
                    <a:pt x="54340" y="281813"/>
                  </a:cubicBezTo>
                  <a:cubicBezTo>
                    <a:pt x="55839" y="291979"/>
                    <a:pt x="61672" y="298728"/>
                    <a:pt x="69505" y="302728"/>
                  </a:cubicBezTo>
                  <a:cubicBezTo>
                    <a:pt x="62255" y="314227"/>
                    <a:pt x="58840" y="330892"/>
                    <a:pt x="64338" y="342807"/>
                  </a:cubicBezTo>
                  <a:cubicBezTo>
                    <a:pt x="61422" y="344557"/>
                    <a:pt x="59506" y="348140"/>
                    <a:pt x="58089" y="351057"/>
                  </a:cubicBezTo>
                  <a:cubicBezTo>
                    <a:pt x="53673" y="360222"/>
                    <a:pt x="53756" y="373221"/>
                    <a:pt x="56089" y="382887"/>
                  </a:cubicBezTo>
                  <a:cubicBezTo>
                    <a:pt x="61089" y="404302"/>
                    <a:pt x="71005" y="428550"/>
                    <a:pt x="93170" y="436632"/>
                  </a:cubicBezTo>
                  <a:cubicBezTo>
                    <a:pt x="118251" y="445715"/>
                    <a:pt x="149081" y="447214"/>
                    <a:pt x="175579" y="448798"/>
                  </a:cubicBezTo>
                  <a:cubicBezTo>
                    <a:pt x="206660" y="450715"/>
                    <a:pt x="237657" y="450464"/>
                    <a:pt x="268820" y="450131"/>
                  </a:cubicBezTo>
                  <a:cubicBezTo>
                    <a:pt x="300318" y="449798"/>
                    <a:pt x="330898" y="451881"/>
                    <a:pt x="362562" y="449548"/>
                  </a:cubicBezTo>
                  <a:cubicBezTo>
                    <a:pt x="394892" y="447131"/>
                    <a:pt x="427056" y="444382"/>
                    <a:pt x="459303" y="440465"/>
                  </a:cubicBezTo>
                  <a:cubicBezTo>
                    <a:pt x="519881" y="432966"/>
                    <a:pt x="583292" y="420967"/>
                    <a:pt x="636454" y="389470"/>
                  </a:cubicBezTo>
                  <a:cubicBezTo>
                    <a:pt x="647370" y="382971"/>
                    <a:pt x="660702" y="375388"/>
                    <a:pt x="668201" y="364805"/>
                  </a:cubicBezTo>
                  <a:cubicBezTo>
                    <a:pt x="676200" y="353556"/>
                    <a:pt x="679866" y="337558"/>
                    <a:pt x="681450" y="324059"/>
                  </a:cubicBezTo>
                  <a:cubicBezTo>
                    <a:pt x="684450" y="298145"/>
                    <a:pt x="678866" y="275730"/>
                    <a:pt x="658619" y="261231"/>
                  </a:cubicBezTo>
                  <a:cubicBezTo>
                    <a:pt x="661535" y="257982"/>
                    <a:pt x="664118" y="254399"/>
                    <a:pt x="666534" y="250566"/>
                  </a:cubicBezTo>
                  <a:cubicBezTo>
                    <a:pt x="672201" y="241316"/>
                    <a:pt x="676451" y="229901"/>
                    <a:pt x="676534" y="218985"/>
                  </a:cubicBezTo>
                  <a:cubicBezTo>
                    <a:pt x="676616" y="208986"/>
                    <a:pt x="672534" y="200237"/>
                    <a:pt x="668951" y="191321"/>
                  </a:cubicBezTo>
                  <a:cubicBezTo>
                    <a:pt x="680617" y="187655"/>
                    <a:pt x="691699" y="181405"/>
                    <a:pt x="696615" y="169490"/>
                  </a:cubicBezTo>
                  <a:cubicBezTo>
                    <a:pt x="709698" y="138242"/>
                    <a:pt x="675201" y="129243"/>
                    <a:pt x="650786" y="123077"/>
                  </a:cubicBezTo>
                  <a:lnTo>
                    <a:pt x="650786" y="123077"/>
                  </a:lnTo>
                  <a:close/>
                  <a:moveTo>
                    <a:pt x="92253" y="113828"/>
                  </a:moveTo>
                  <a:cubicBezTo>
                    <a:pt x="108001" y="95913"/>
                    <a:pt x="126916" y="81414"/>
                    <a:pt x="147664" y="69749"/>
                  </a:cubicBezTo>
                  <a:cubicBezTo>
                    <a:pt x="193911" y="43668"/>
                    <a:pt x="244323" y="31752"/>
                    <a:pt x="296235" y="23586"/>
                  </a:cubicBezTo>
                  <a:cubicBezTo>
                    <a:pt x="352729" y="14753"/>
                    <a:pt x="408558" y="12004"/>
                    <a:pt x="465636" y="15670"/>
                  </a:cubicBezTo>
                  <a:cubicBezTo>
                    <a:pt x="472468" y="16087"/>
                    <a:pt x="479218" y="16670"/>
                    <a:pt x="485885" y="17337"/>
                  </a:cubicBezTo>
                  <a:cubicBezTo>
                    <a:pt x="498799" y="19503"/>
                    <a:pt x="511632" y="22420"/>
                    <a:pt x="524464" y="26252"/>
                  </a:cubicBezTo>
                  <a:cubicBezTo>
                    <a:pt x="546462" y="33002"/>
                    <a:pt x="569294" y="39585"/>
                    <a:pt x="589625" y="50584"/>
                  </a:cubicBezTo>
                  <a:cubicBezTo>
                    <a:pt x="600207" y="56333"/>
                    <a:pt x="610206" y="63416"/>
                    <a:pt x="617789" y="72915"/>
                  </a:cubicBezTo>
                  <a:cubicBezTo>
                    <a:pt x="625539" y="82664"/>
                    <a:pt x="634204" y="91330"/>
                    <a:pt x="635788" y="104246"/>
                  </a:cubicBezTo>
                  <a:cubicBezTo>
                    <a:pt x="637537" y="119161"/>
                    <a:pt x="632954" y="128493"/>
                    <a:pt x="621039" y="137409"/>
                  </a:cubicBezTo>
                  <a:cubicBezTo>
                    <a:pt x="610373" y="145409"/>
                    <a:pt x="598041" y="151658"/>
                    <a:pt x="585542" y="155991"/>
                  </a:cubicBezTo>
                  <a:cubicBezTo>
                    <a:pt x="562460" y="164073"/>
                    <a:pt x="538212" y="168406"/>
                    <a:pt x="514298" y="172906"/>
                  </a:cubicBezTo>
                  <a:cubicBezTo>
                    <a:pt x="465970" y="182072"/>
                    <a:pt x="416974" y="187071"/>
                    <a:pt x="367978" y="190571"/>
                  </a:cubicBezTo>
                  <a:cubicBezTo>
                    <a:pt x="317733" y="194154"/>
                    <a:pt x="267654" y="199987"/>
                    <a:pt x="217325" y="202570"/>
                  </a:cubicBezTo>
                  <a:cubicBezTo>
                    <a:pt x="192994" y="203820"/>
                    <a:pt x="168829" y="203486"/>
                    <a:pt x="144581" y="200820"/>
                  </a:cubicBezTo>
                  <a:cubicBezTo>
                    <a:pt x="131166" y="199404"/>
                    <a:pt x="118251" y="196654"/>
                    <a:pt x="105585" y="192071"/>
                  </a:cubicBezTo>
                  <a:cubicBezTo>
                    <a:pt x="95336" y="188404"/>
                    <a:pt x="81170" y="185071"/>
                    <a:pt x="72921" y="177822"/>
                  </a:cubicBezTo>
                  <a:cubicBezTo>
                    <a:pt x="52839" y="160324"/>
                    <a:pt x="79588" y="128243"/>
                    <a:pt x="92253" y="113828"/>
                  </a:cubicBezTo>
                  <a:lnTo>
                    <a:pt x="92253" y="113828"/>
                  </a:lnTo>
                  <a:close/>
                  <a:moveTo>
                    <a:pt x="124750" y="346724"/>
                  </a:moveTo>
                  <a:cubicBezTo>
                    <a:pt x="142832" y="347890"/>
                    <a:pt x="160497" y="341057"/>
                    <a:pt x="176661" y="333892"/>
                  </a:cubicBezTo>
                  <a:cubicBezTo>
                    <a:pt x="185077" y="330142"/>
                    <a:pt x="191744" y="327142"/>
                    <a:pt x="197493" y="322059"/>
                  </a:cubicBezTo>
                  <a:cubicBezTo>
                    <a:pt x="203742" y="325142"/>
                    <a:pt x="211075" y="326559"/>
                    <a:pt x="220574" y="327142"/>
                  </a:cubicBezTo>
                  <a:cubicBezTo>
                    <a:pt x="221158" y="327142"/>
                    <a:pt x="221658" y="327142"/>
                    <a:pt x="222241" y="327142"/>
                  </a:cubicBezTo>
                  <a:cubicBezTo>
                    <a:pt x="214158" y="334475"/>
                    <a:pt x="205909" y="341474"/>
                    <a:pt x="195994" y="346140"/>
                  </a:cubicBezTo>
                  <a:cubicBezTo>
                    <a:pt x="179078" y="354140"/>
                    <a:pt x="158580" y="356473"/>
                    <a:pt x="139999" y="356473"/>
                  </a:cubicBezTo>
                  <a:cubicBezTo>
                    <a:pt x="123084" y="356390"/>
                    <a:pt x="104752" y="358806"/>
                    <a:pt x="89586" y="349973"/>
                  </a:cubicBezTo>
                  <a:cubicBezTo>
                    <a:pt x="77421" y="342891"/>
                    <a:pt x="71671" y="332142"/>
                    <a:pt x="76254" y="318059"/>
                  </a:cubicBezTo>
                  <a:cubicBezTo>
                    <a:pt x="77588" y="314060"/>
                    <a:pt x="79004" y="310060"/>
                    <a:pt x="80087" y="305977"/>
                  </a:cubicBezTo>
                  <a:cubicBezTo>
                    <a:pt x="82337" y="306394"/>
                    <a:pt x="84587" y="306644"/>
                    <a:pt x="86920" y="306727"/>
                  </a:cubicBezTo>
                  <a:cubicBezTo>
                    <a:pt x="91336" y="306894"/>
                    <a:pt x="95836" y="306311"/>
                    <a:pt x="100169" y="306311"/>
                  </a:cubicBezTo>
                  <a:cubicBezTo>
                    <a:pt x="89753" y="326309"/>
                    <a:pt x="100586" y="345224"/>
                    <a:pt x="124750" y="346724"/>
                  </a:cubicBezTo>
                  <a:lnTo>
                    <a:pt x="124750" y="346724"/>
                  </a:lnTo>
                  <a:close/>
                  <a:moveTo>
                    <a:pt x="103669" y="306561"/>
                  </a:moveTo>
                  <a:cubicBezTo>
                    <a:pt x="107335" y="306894"/>
                    <a:pt x="110918" y="307977"/>
                    <a:pt x="114167" y="310644"/>
                  </a:cubicBezTo>
                  <a:cubicBezTo>
                    <a:pt x="120251" y="315810"/>
                    <a:pt x="123334" y="321226"/>
                    <a:pt x="131500" y="323726"/>
                  </a:cubicBezTo>
                  <a:cubicBezTo>
                    <a:pt x="140332" y="326475"/>
                    <a:pt x="149498" y="325142"/>
                    <a:pt x="158080" y="322059"/>
                  </a:cubicBezTo>
                  <a:cubicBezTo>
                    <a:pt x="162497" y="320476"/>
                    <a:pt x="167080" y="318643"/>
                    <a:pt x="171163" y="316310"/>
                  </a:cubicBezTo>
                  <a:cubicBezTo>
                    <a:pt x="174162" y="314643"/>
                    <a:pt x="177995" y="310310"/>
                    <a:pt x="181662" y="308310"/>
                  </a:cubicBezTo>
                  <a:cubicBezTo>
                    <a:pt x="183828" y="311060"/>
                    <a:pt x="185912" y="313477"/>
                    <a:pt x="188160" y="315476"/>
                  </a:cubicBezTo>
                  <a:cubicBezTo>
                    <a:pt x="186077" y="316810"/>
                    <a:pt x="183994" y="318059"/>
                    <a:pt x="181662" y="319143"/>
                  </a:cubicBezTo>
                  <a:cubicBezTo>
                    <a:pt x="171829" y="323892"/>
                    <a:pt x="161830" y="328225"/>
                    <a:pt x="151498" y="331892"/>
                  </a:cubicBezTo>
                  <a:cubicBezTo>
                    <a:pt x="130333" y="339641"/>
                    <a:pt x="90586" y="339058"/>
                    <a:pt x="103669" y="306561"/>
                  </a:cubicBezTo>
                  <a:lnTo>
                    <a:pt x="103669" y="306561"/>
                  </a:lnTo>
                  <a:close/>
                  <a:moveTo>
                    <a:pt x="662618" y="334058"/>
                  </a:moveTo>
                  <a:cubicBezTo>
                    <a:pt x="659786" y="347140"/>
                    <a:pt x="655785" y="356556"/>
                    <a:pt x="645120" y="364805"/>
                  </a:cubicBezTo>
                  <a:cubicBezTo>
                    <a:pt x="635871" y="371972"/>
                    <a:pt x="626038" y="378387"/>
                    <a:pt x="615706" y="384054"/>
                  </a:cubicBezTo>
                  <a:cubicBezTo>
                    <a:pt x="570793" y="408718"/>
                    <a:pt x="516715" y="419301"/>
                    <a:pt x="466302" y="425966"/>
                  </a:cubicBezTo>
                  <a:cubicBezTo>
                    <a:pt x="418640" y="432216"/>
                    <a:pt x="369728" y="438549"/>
                    <a:pt x="321649" y="439298"/>
                  </a:cubicBezTo>
                  <a:cubicBezTo>
                    <a:pt x="297151" y="439715"/>
                    <a:pt x="272820" y="437465"/>
                    <a:pt x="248239" y="438382"/>
                  </a:cubicBezTo>
                  <a:cubicBezTo>
                    <a:pt x="224907" y="439216"/>
                    <a:pt x="201410" y="439465"/>
                    <a:pt x="178078" y="438382"/>
                  </a:cubicBezTo>
                  <a:cubicBezTo>
                    <a:pt x="163246" y="437715"/>
                    <a:pt x="149248" y="435715"/>
                    <a:pt x="134666" y="433466"/>
                  </a:cubicBezTo>
                  <a:cubicBezTo>
                    <a:pt x="122334" y="431549"/>
                    <a:pt x="108335" y="430883"/>
                    <a:pt x="96919" y="425300"/>
                  </a:cubicBezTo>
                  <a:cubicBezTo>
                    <a:pt x="79837" y="416967"/>
                    <a:pt x="56256" y="370638"/>
                    <a:pt x="70755" y="351890"/>
                  </a:cubicBezTo>
                  <a:cubicBezTo>
                    <a:pt x="81920" y="363805"/>
                    <a:pt x="99336" y="368389"/>
                    <a:pt x="115168" y="368555"/>
                  </a:cubicBezTo>
                  <a:cubicBezTo>
                    <a:pt x="156664" y="369055"/>
                    <a:pt x="212075" y="363305"/>
                    <a:pt x="238406" y="327392"/>
                  </a:cubicBezTo>
                  <a:cubicBezTo>
                    <a:pt x="251322" y="361306"/>
                    <a:pt x="302484" y="370972"/>
                    <a:pt x="334314" y="367972"/>
                  </a:cubicBezTo>
                  <a:cubicBezTo>
                    <a:pt x="357979" y="365722"/>
                    <a:pt x="402975" y="352890"/>
                    <a:pt x="412474" y="325975"/>
                  </a:cubicBezTo>
                  <a:cubicBezTo>
                    <a:pt x="432639" y="354723"/>
                    <a:pt x="474551" y="356806"/>
                    <a:pt x="507632" y="351473"/>
                  </a:cubicBezTo>
                  <a:cubicBezTo>
                    <a:pt x="524131" y="348807"/>
                    <a:pt x="541130" y="340474"/>
                    <a:pt x="553045" y="328475"/>
                  </a:cubicBezTo>
                  <a:cubicBezTo>
                    <a:pt x="559211" y="322226"/>
                    <a:pt x="566377" y="311477"/>
                    <a:pt x="568127" y="301228"/>
                  </a:cubicBezTo>
                  <a:cubicBezTo>
                    <a:pt x="585125" y="310560"/>
                    <a:pt x="598874" y="316476"/>
                    <a:pt x="620622" y="309560"/>
                  </a:cubicBezTo>
                  <a:cubicBezTo>
                    <a:pt x="637704" y="304144"/>
                    <a:pt x="653785" y="295312"/>
                    <a:pt x="652369" y="276397"/>
                  </a:cubicBezTo>
                  <a:cubicBezTo>
                    <a:pt x="656952" y="281396"/>
                    <a:pt x="660869" y="286646"/>
                    <a:pt x="662952" y="293645"/>
                  </a:cubicBezTo>
                  <a:cubicBezTo>
                    <a:pt x="666701" y="306561"/>
                    <a:pt x="665451" y="321142"/>
                    <a:pt x="662618" y="334058"/>
                  </a:cubicBezTo>
                  <a:lnTo>
                    <a:pt x="662618" y="334058"/>
                  </a:lnTo>
                  <a:close/>
                  <a:moveTo>
                    <a:pt x="306734" y="336224"/>
                  </a:moveTo>
                  <a:cubicBezTo>
                    <a:pt x="316900" y="341974"/>
                    <a:pt x="328065" y="344640"/>
                    <a:pt x="339731" y="342891"/>
                  </a:cubicBezTo>
                  <a:cubicBezTo>
                    <a:pt x="355062" y="340558"/>
                    <a:pt x="373061" y="333225"/>
                    <a:pt x="380727" y="319476"/>
                  </a:cubicBezTo>
                  <a:cubicBezTo>
                    <a:pt x="388309" y="319893"/>
                    <a:pt x="396142" y="318893"/>
                    <a:pt x="403308" y="316393"/>
                  </a:cubicBezTo>
                  <a:cubicBezTo>
                    <a:pt x="400725" y="323726"/>
                    <a:pt x="397809" y="329142"/>
                    <a:pt x="390893" y="334475"/>
                  </a:cubicBezTo>
                  <a:cubicBezTo>
                    <a:pt x="384643" y="339225"/>
                    <a:pt x="377727" y="342641"/>
                    <a:pt x="370477" y="345474"/>
                  </a:cubicBezTo>
                  <a:cubicBezTo>
                    <a:pt x="355812" y="351223"/>
                    <a:pt x="341230" y="355223"/>
                    <a:pt x="325482" y="356056"/>
                  </a:cubicBezTo>
                  <a:cubicBezTo>
                    <a:pt x="296818" y="357639"/>
                    <a:pt x="259987" y="346474"/>
                    <a:pt x="240239" y="324725"/>
                  </a:cubicBezTo>
                  <a:cubicBezTo>
                    <a:pt x="240239" y="324725"/>
                    <a:pt x="240239" y="324725"/>
                    <a:pt x="240239" y="324643"/>
                  </a:cubicBezTo>
                  <a:cubicBezTo>
                    <a:pt x="242990" y="323809"/>
                    <a:pt x="245739" y="322809"/>
                    <a:pt x="248323" y="321559"/>
                  </a:cubicBezTo>
                  <a:cubicBezTo>
                    <a:pt x="252738" y="319476"/>
                    <a:pt x="255739" y="316976"/>
                    <a:pt x="259571" y="314310"/>
                  </a:cubicBezTo>
                  <a:cubicBezTo>
                    <a:pt x="264821" y="310644"/>
                    <a:pt x="265737" y="309144"/>
                    <a:pt x="271903" y="311977"/>
                  </a:cubicBezTo>
                  <a:cubicBezTo>
                    <a:pt x="279069" y="315393"/>
                    <a:pt x="284903" y="319393"/>
                    <a:pt x="292651" y="321226"/>
                  </a:cubicBezTo>
                  <a:cubicBezTo>
                    <a:pt x="297151" y="326392"/>
                    <a:pt x="299901" y="332392"/>
                    <a:pt x="306734" y="336224"/>
                  </a:cubicBezTo>
                  <a:lnTo>
                    <a:pt x="306734" y="336224"/>
                  </a:lnTo>
                  <a:close/>
                  <a:moveTo>
                    <a:pt x="301817" y="322476"/>
                  </a:moveTo>
                  <a:cubicBezTo>
                    <a:pt x="310233" y="322976"/>
                    <a:pt x="318899" y="321809"/>
                    <a:pt x="326815" y="319226"/>
                  </a:cubicBezTo>
                  <a:cubicBezTo>
                    <a:pt x="336314" y="316060"/>
                    <a:pt x="344064" y="307394"/>
                    <a:pt x="354063" y="310894"/>
                  </a:cubicBezTo>
                  <a:cubicBezTo>
                    <a:pt x="360229" y="313060"/>
                    <a:pt x="364895" y="315727"/>
                    <a:pt x="370394" y="317560"/>
                  </a:cubicBezTo>
                  <a:cubicBezTo>
                    <a:pt x="369145" y="319143"/>
                    <a:pt x="367895" y="320643"/>
                    <a:pt x="366228" y="321893"/>
                  </a:cubicBezTo>
                  <a:cubicBezTo>
                    <a:pt x="357729" y="328475"/>
                    <a:pt x="344396" y="334141"/>
                    <a:pt x="333481" y="334641"/>
                  </a:cubicBezTo>
                  <a:cubicBezTo>
                    <a:pt x="326982" y="334891"/>
                    <a:pt x="320399" y="333141"/>
                    <a:pt x="314483" y="330892"/>
                  </a:cubicBezTo>
                  <a:cubicBezTo>
                    <a:pt x="309066" y="328642"/>
                    <a:pt x="305567" y="325559"/>
                    <a:pt x="301817" y="322476"/>
                  </a:cubicBezTo>
                  <a:lnTo>
                    <a:pt x="301817" y="322476"/>
                  </a:lnTo>
                  <a:close/>
                  <a:moveTo>
                    <a:pt x="413891" y="311393"/>
                  </a:moveTo>
                  <a:cubicBezTo>
                    <a:pt x="417057" y="309477"/>
                    <a:pt x="420057" y="307227"/>
                    <a:pt x="422806" y="304811"/>
                  </a:cubicBezTo>
                  <a:cubicBezTo>
                    <a:pt x="427139" y="301061"/>
                    <a:pt x="427556" y="299311"/>
                    <a:pt x="431723" y="301061"/>
                  </a:cubicBezTo>
                  <a:cubicBezTo>
                    <a:pt x="439471" y="308977"/>
                    <a:pt x="445471" y="318559"/>
                    <a:pt x="456137" y="322892"/>
                  </a:cubicBezTo>
                  <a:cubicBezTo>
                    <a:pt x="466302" y="326975"/>
                    <a:pt x="478635" y="326475"/>
                    <a:pt x="489300" y="325559"/>
                  </a:cubicBezTo>
                  <a:cubicBezTo>
                    <a:pt x="499383" y="324725"/>
                    <a:pt x="511799" y="323559"/>
                    <a:pt x="520631" y="318059"/>
                  </a:cubicBezTo>
                  <a:cubicBezTo>
                    <a:pt x="523964" y="315976"/>
                    <a:pt x="526630" y="313477"/>
                    <a:pt x="528547" y="310060"/>
                  </a:cubicBezTo>
                  <a:cubicBezTo>
                    <a:pt x="529963" y="307477"/>
                    <a:pt x="530297" y="304228"/>
                    <a:pt x="531297" y="301394"/>
                  </a:cubicBezTo>
                  <a:cubicBezTo>
                    <a:pt x="536963" y="301978"/>
                    <a:pt x="542796" y="301728"/>
                    <a:pt x="548545" y="300728"/>
                  </a:cubicBezTo>
                  <a:cubicBezTo>
                    <a:pt x="551545" y="300228"/>
                    <a:pt x="554462" y="299478"/>
                    <a:pt x="557294" y="298561"/>
                  </a:cubicBezTo>
                  <a:cubicBezTo>
                    <a:pt x="555378" y="303644"/>
                    <a:pt x="552462" y="311393"/>
                    <a:pt x="552629" y="311060"/>
                  </a:cubicBezTo>
                  <a:cubicBezTo>
                    <a:pt x="548379" y="319393"/>
                    <a:pt x="541295" y="324809"/>
                    <a:pt x="533630" y="329642"/>
                  </a:cubicBezTo>
                  <a:cubicBezTo>
                    <a:pt x="521464" y="337308"/>
                    <a:pt x="508466" y="341557"/>
                    <a:pt x="493967" y="342141"/>
                  </a:cubicBezTo>
                  <a:cubicBezTo>
                    <a:pt x="464886" y="343307"/>
                    <a:pt x="434472" y="342224"/>
                    <a:pt x="413807" y="320143"/>
                  </a:cubicBezTo>
                  <a:cubicBezTo>
                    <a:pt x="414224" y="317560"/>
                    <a:pt x="414307" y="314893"/>
                    <a:pt x="413974" y="312060"/>
                  </a:cubicBezTo>
                  <a:cubicBezTo>
                    <a:pt x="414058" y="311893"/>
                    <a:pt x="413974" y="311644"/>
                    <a:pt x="413891" y="311393"/>
                  </a:cubicBezTo>
                  <a:lnTo>
                    <a:pt x="413891" y="311393"/>
                  </a:lnTo>
                  <a:close/>
                  <a:moveTo>
                    <a:pt x="441555" y="305311"/>
                  </a:moveTo>
                  <a:cubicBezTo>
                    <a:pt x="456720" y="311310"/>
                    <a:pt x="471969" y="312977"/>
                    <a:pt x="488217" y="305311"/>
                  </a:cubicBezTo>
                  <a:cubicBezTo>
                    <a:pt x="499716" y="299894"/>
                    <a:pt x="505216" y="293395"/>
                    <a:pt x="518548" y="298395"/>
                  </a:cubicBezTo>
                  <a:cubicBezTo>
                    <a:pt x="519881" y="298895"/>
                    <a:pt x="521298" y="299311"/>
                    <a:pt x="522714" y="299728"/>
                  </a:cubicBezTo>
                  <a:cubicBezTo>
                    <a:pt x="522547" y="300311"/>
                    <a:pt x="522381" y="300978"/>
                    <a:pt x="522048" y="301561"/>
                  </a:cubicBezTo>
                  <a:cubicBezTo>
                    <a:pt x="517132" y="311977"/>
                    <a:pt x="509799" y="312560"/>
                    <a:pt x="499467" y="314143"/>
                  </a:cubicBezTo>
                  <a:cubicBezTo>
                    <a:pt x="488717" y="315810"/>
                    <a:pt x="476552" y="317810"/>
                    <a:pt x="465719" y="315893"/>
                  </a:cubicBezTo>
                  <a:cubicBezTo>
                    <a:pt x="458470" y="314560"/>
                    <a:pt x="449388" y="310060"/>
                    <a:pt x="441555" y="305311"/>
                  </a:cubicBezTo>
                  <a:lnTo>
                    <a:pt x="441555" y="305311"/>
                  </a:lnTo>
                  <a:close/>
                  <a:moveTo>
                    <a:pt x="568460" y="296895"/>
                  </a:moveTo>
                  <a:cubicBezTo>
                    <a:pt x="568460" y="295978"/>
                    <a:pt x="568460" y="295062"/>
                    <a:pt x="568293" y="294145"/>
                  </a:cubicBezTo>
                  <a:cubicBezTo>
                    <a:pt x="570459" y="293062"/>
                    <a:pt x="572543" y="291812"/>
                    <a:pt x="574542" y="290479"/>
                  </a:cubicBezTo>
                  <a:cubicBezTo>
                    <a:pt x="581209" y="286062"/>
                    <a:pt x="587041" y="277980"/>
                    <a:pt x="596124" y="278313"/>
                  </a:cubicBezTo>
                  <a:cubicBezTo>
                    <a:pt x="601457" y="278480"/>
                    <a:pt x="606956" y="281230"/>
                    <a:pt x="612456" y="281480"/>
                  </a:cubicBezTo>
                  <a:cubicBezTo>
                    <a:pt x="622705" y="282063"/>
                    <a:pt x="632037" y="279813"/>
                    <a:pt x="640370" y="275563"/>
                  </a:cubicBezTo>
                  <a:cubicBezTo>
                    <a:pt x="637370" y="293062"/>
                    <a:pt x="622538" y="300394"/>
                    <a:pt x="605540" y="303561"/>
                  </a:cubicBezTo>
                  <a:cubicBezTo>
                    <a:pt x="592042" y="306061"/>
                    <a:pt x="580626" y="301144"/>
                    <a:pt x="568460" y="296895"/>
                  </a:cubicBezTo>
                  <a:lnTo>
                    <a:pt x="568460" y="296895"/>
                  </a:lnTo>
                  <a:close/>
                  <a:moveTo>
                    <a:pt x="661702" y="225568"/>
                  </a:moveTo>
                  <a:cubicBezTo>
                    <a:pt x="658869" y="239733"/>
                    <a:pt x="648036" y="253065"/>
                    <a:pt x="636454" y="261231"/>
                  </a:cubicBezTo>
                  <a:cubicBezTo>
                    <a:pt x="621206" y="271980"/>
                    <a:pt x="608874" y="265814"/>
                    <a:pt x="592708" y="264731"/>
                  </a:cubicBezTo>
                  <a:cubicBezTo>
                    <a:pt x="582292" y="264064"/>
                    <a:pt x="576126" y="271147"/>
                    <a:pt x="567710" y="276313"/>
                  </a:cubicBezTo>
                  <a:cubicBezTo>
                    <a:pt x="555378" y="284063"/>
                    <a:pt x="540046" y="289396"/>
                    <a:pt x="525464" y="285562"/>
                  </a:cubicBezTo>
                  <a:cubicBezTo>
                    <a:pt x="513798" y="282479"/>
                    <a:pt x="508048" y="274313"/>
                    <a:pt x="496466" y="281563"/>
                  </a:cubicBezTo>
                  <a:cubicBezTo>
                    <a:pt x="483218" y="289812"/>
                    <a:pt x="472219" y="296978"/>
                    <a:pt x="455470" y="294062"/>
                  </a:cubicBezTo>
                  <a:cubicBezTo>
                    <a:pt x="445721" y="292395"/>
                    <a:pt x="438305" y="282146"/>
                    <a:pt x="428640" y="282313"/>
                  </a:cubicBezTo>
                  <a:cubicBezTo>
                    <a:pt x="417390" y="282563"/>
                    <a:pt x="408141" y="296895"/>
                    <a:pt x="397725" y="300644"/>
                  </a:cubicBezTo>
                  <a:cubicBezTo>
                    <a:pt x="382060" y="306311"/>
                    <a:pt x="370978" y="302228"/>
                    <a:pt x="357062" y="295395"/>
                  </a:cubicBezTo>
                  <a:cubicBezTo>
                    <a:pt x="349646" y="291729"/>
                    <a:pt x="345314" y="292562"/>
                    <a:pt x="338481" y="297061"/>
                  </a:cubicBezTo>
                  <a:cubicBezTo>
                    <a:pt x="325732" y="305394"/>
                    <a:pt x="312566" y="310644"/>
                    <a:pt x="296985" y="309060"/>
                  </a:cubicBezTo>
                  <a:cubicBezTo>
                    <a:pt x="287986" y="308144"/>
                    <a:pt x="283152" y="305061"/>
                    <a:pt x="275819" y="300728"/>
                  </a:cubicBezTo>
                  <a:cubicBezTo>
                    <a:pt x="273237" y="299145"/>
                    <a:pt x="270653" y="297395"/>
                    <a:pt x="267487" y="297061"/>
                  </a:cubicBezTo>
                  <a:cubicBezTo>
                    <a:pt x="258571" y="296062"/>
                    <a:pt x="252656" y="304644"/>
                    <a:pt x="245073" y="307811"/>
                  </a:cubicBezTo>
                  <a:cubicBezTo>
                    <a:pt x="233323" y="312726"/>
                    <a:pt x="217742" y="313560"/>
                    <a:pt x="205243" y="309977"/>
                  </a:cubicBezTo>
                  <a:cubicBezTo>
                    <a:pt x="204326" y="308477"/>
                    <a:pt x="202160" y="307561"/>
                    <a:pt x="200327" y="308060"/>
                  </a:cubicBezTo>
                  <a:cubicBezTo>
                    <a:pt x="193577" y="303811"/>
                    <a:pt x="191327" y="294478"/>
                    <a:pt x="182829" y="293895"/>
                  </a:cubicBezTo>
                  <a:cubicBezTo>
                    <a:pt x="171912" y="293229"/>
                    <a:pt x="160830" y="305727"/>
                    <a:pt x="150664" y="308810"/>
                  </a:cubicBezTo>
                  <a:cubicBezTo>
                    <a:pt x="139665" y="312144"/>
                    <a:pt x="132833" y="309560"/>
                    <a:pt x="124583" y="302644"/>
                  </a:cubicBezTo>
                  <a:cubicBezTo>
                    <a:pt x="121084" y="299728"/>
                    <a:pt x="118417" y="296395"/>
                    <a:pt x="114085" y="294728"/>
                  </a:cubicBezTo>
                  <a:cubicBezTo>
                    <a:pt x="104752" y="291145"/>
                    <a:pt x="94419" y="294062"/>
                    <a:pt x="84754" y="293145"/>
                  </a:cubicBezTo>
                  <a:cubicBezTo>
                    <a:pt x="71088" y="291895"/>
                    <a:pt x="63756" y="282563"/>
                    <a:pt x="65173" y="268397"/>
                  </a:cubicBezTo>
                  <a:cubicBezTo>
                    <a:pt x="65839" y="261481"/>
                    <a:pt x="68005" y="247983"/>
                    <a:pt x="74088" y="243566"/>
                  </a:cubicBezTo>
                  <a:cubicBezTo>
                    <a:pt x="80504" y="247149"/>
                    <a:pt x="83254" y="253732"/>
                    <a:pt x="88503" y="259565"/>
                  </a:cubicBezTo>
                  <a:cubicBezTo>
                    <a:pt x="97836" y="269814"/>
                    <a:pt x="108084" y="272730"/>
                    <a:pt x="121583" y="271480"/>
                  </a:cubicBezTo>
                  <a:cubicBezTo>
                    <a:pt x="136165" y="270147"/>
                    <a:pt x="148248" y="264231"/>
                    <a:pt x="161246" y="257815"/>
                  </a:cubicBezTo>
                  <a:cubicBezTo>
                    <a:pt x="168579" y="254149"/>
                    <a:pt x="175995" y="250316"/>
                    <a:pt x="183912" y="247983"/>
                  </a:cubicBezTo>
                  <a:cubicBezTo>
                    <a:pt x="199494" y="243400"/>
                    <a:pt x="206493" y="252232"/>
                    <a:pt x="219242" y="257648"/>
                  </a:cubicBezTo>
                  <a:cubicBezTo>
                    <a:pt x="231157" y="262731"/>
                    <a:pt x="245073" y="263981"/>
                    <a:pt x="257572" y="260981"/>
                  </a:cubicBezTo>
                  <a:cubicBezTo>
                    <a:pt x="276403" y="256482"/>
                    <a:pt x="294401" y="242650"/>
                    <a:pt x="313983" y="243316"/>
                  </a:cubicBezTo>
                  <a:cubicBezTo>
                    <a:pt x="328898" y="243816"/>
                    <a:pt x="342563" y="251316"/>
                    <a:pt x="357563" y="252149"/>
                  </a:cubicBezTo>
                  <a:cubicBezTo>
                    <a:pt x="375061" y="253149"/>
                    <a:pt x="391893" y="247399"/>
                    <a:pt x="407475" y="239983"/>
                  </a:cubicBezTo>
                  <a:cubicBezTo>
                    <a:pt x="415474" y="236150"/>
                    <a:pt x="423140" y="232151"/>
                    <a:pt x="432139" y="231151"/>
                  </a:cubicBezTo>
                  <a:cubicBezTo>
                    <a:pt x="442638" y="229984"/>
                    <a:pt x="453720" y="231901"/>
                    <a:pt x="464136" y="232650"/>
                  </a:cubicBezTo>
                  <a:cubicBezTo>
                    <a:pt x="479635" y="233817"/>
                    <a:pt x="495134" y="235817"/>
                    <a:pt x="510298" y="231651"/>
                  </a:cubicBezTo>
                  <a:cubicBezTo>
                    <a:pt x="527214" y="227068"/>
                    <a:pt x="542379" y="214902"/>
                    <a:pt x="559960" y="213069"/>
                  </a:cubicBezTo>
                  <a:cubicBezTo>
                    <a:pt x="568127" y="212236"/>
                    <a:pt x="575626" y="215485"/>
                    <a:pt x="583709" y="215319"/>
                  </a:cubicBezTo>
                  <a:cubicBezTo>
                    <a:pt x="591541" y="215069"/>
                    <a:pt x="598707" y="211986"/>
                    <a:pt x="605540" y="208403"/>
                  </a:cubicBezTo>
                  <a:cubicBezTo>
                    <a:pt x="616455" y="202737"/>
                    <a:pt x="625955" y="198154"/>
                    <a:pt x="638287" y="196237"/>
                  </a:cubicBezTo>
                  <a:cubicBezTo>
                    <a:pt x="644287" y="195321"/>
                    <a:pt x="650203" y="194737"/>
                    <a:pt x="656202" y="193737"/>
                  </a:cubicBezTo>
                  <a:cubicBezTo>
                    <a:pt x="659118" y="204570"/>
                    <a:pt x="664035" y="214069"/>
                    <a:pt x="661702" y="225568"/>
                  </a:cubicBezTo>
                  <a:lnTo>
                    <a:pt x="661702" y="225568"/>
                  </a:lnTo>
                  <a:close/>
                  <a:moveTo>
                    <a:pt x="658869" y="179239"/>
                  </a:moveTo>
                  <a:cubicBezTo>
                    <a:pt x="645037" y="182905"/>
                    <a:pt x="630538" y="181988"/>
                    <a:pt x="616872" y="186488"/>
                  </a:cubicBezTo>
                  <a:cubicBezTo>
                    <a:pt x="602873" y="191154"/>
                    <a:pt x="592708" y="200820"/>
                    <a:pt x="577126" y="199070"/>
                  </a:cubicBezTo>
                  <a:cubicBezTo>
                    <a:pt x="564377" y="197654"/>
                    <a:pt x="554545" y="197320"/>
                    <a:pt x="542129" y="201570"/>
                  </a:cubicBezTo>
                  <a:cubicBezTo>
                    <a:pt x="529547" y="205903"/>
                    <a:pt x="518215" y="213569"/>
                    <a:pt x="505382" y="217402"/>
                  </a:cubicBezTo>
                  <a:cubicBezTo>
                    <a:pt x="477218" y="225901"/>
                    <a:pt x="446471" y="212236"/>
                    <a:pt x="418141" y="221485"/>
                  </a:cubicBezTo>
                  <a:cubicBezTo>
                    <a:pt x="406891" y="225151"/>
                    <a:pt x="396809" y="231734"/>
                    <a:pt x="385393" y="235150"/>
                  </a:cubicBezTo>
                  <a:cubicBezTo>
                    <a:pt x="368561" y="240233"/>
                    <a:pt x="353729" y="239233"/>
                    <a:pt x="337147" y="234151"/>
                  </a:cubicBezTo>
                  <a:cubicBezTo>
                    <a:pt x="326399" y="230818"/>
                    <a:pt x="315649" y="227401"/>
                    <a:pt x="304234" y="228651"/>
                  </a:cubicBezTo>
                  <a:cubicBezTo>
                    <a:pt x="290152" y="230234"/>
                    <a:pt x="277070" y="237317"/>
                    <a:pt x="263904" y="242066"/>
                  </a:cubicBezTo>
                  <a:cubicBezTo>
                    <a:pt x="249989" y="247066"/>
                    <a:pt x="235740" y="248566"/>
                    <a:pt x="221741" y="242233"/>
                  </a:cubicBezTo>
                  <a:cubicBezTo>
                    <a:pt x="209826" y="236817"/>
                    <a:pt x="202243" y="230567"/>
                    <a:pt x="188327" y="232817"/>
                  </a:cubicBezTo>
                  <a:cubicBezTo>
                    <a:pt x="162163" y="236984"/>
                    <a:pt x="139999" y="261565"/>
                    <a:pt x="112751" y="258898"/>
                  </a:cubicBezTo>
                  <a:cubicBezTo>
                    <a:pt x="96253" y="257232"/>
                    <a:pt x="94086" y="240150"/>
                    <a:pt x="81421" y="232817"/>
                  </a:cubicBezTo>
                  <a:cubicBezTo>
                    <a:pt x="71088" y="226818"/>
                    <a:pt x="59089" y="228401"/>
                    <a:pt x="47840" y="229901"/>
                  </a:cubicBezTo>
                  <a:cubicBezTo>
                    <a:pt x="40424" y="230901"/>
                    <a:pt x="29175" y="232484"/>
                    <a:pt x="21676" y="230234"/>
                  </a:cubicBezTo>
                  <a:cubicBezTo>
                    <a:pt x="17010" y="228818"/>
                    <a:pt x="9260" y="234317"/>
                    <a:pt x="20093" y="220068"/>
                  </a:cubicBezTo>
                  <a:cubicBezTo>
                    <a:pt x="22093" y="217402"/>
                    <a:pt x="27009" y="215485"/>
                    <a:pt x="29759" y="213569"/>
                  </a:cubicBezTo>
                  <a:cubicBezTo>
                    <a:pt x="35675" y="209569"/>
                    <a:pt x="41591" y="205653"/>
                    <a:pt x="47673" y="201987"/>
                  </a:cubicBezTo>
                  <a:cubicBezTo>
                    <a:pt x="51590" y="199570"/>
                    <a:pt x="59756" y="193404"/>
                    <a:pt x="65755" y="191988"/>
                  </a:cubicBezTo>
                  <a:cubicBezTo>
                    <a:pt x="71339" y="195737"/>
                    <a:pt x="77921" y="198654"/>
                    <a:pt x="84921" y="201403"/>
                  </a:cubicBezTo>
                  <a:cubicBezTo>
                    <a:pt x="111168" y="211736"/>
                    <a:pt x="136332" y="216735"/>
                    <a:pt x="164496" y="218569"/>
                  </a:cubicBezTo>
                  <a:cubicBezTo>
                    <a:pt x="221158" y="222235"/>
                    <a:pt x="279902" y="214985"/>
                    <a:pt x="336147" y="208403"/>
                  </a:cubicBezTo>
                  <a:cubicBezTo>
                    <a:pt x="396892" y="201320"/>
                    <a:pt x="457804" y="197070"/>
                    <a:pt x="517965" y="185571"/>
                  </a:cubicBezTo>
                  <a:cubicBezTo>
                    <a:pt x="543796" y="180655"/>
                    <a:pt x="570710" y="176739"/>
                    <a:pt x="595541" y="167573"/>
                  </a:cubicBezTo>
                  <a:cubicBezTo>
                    <a:pt x="612039" y="161490"/>
                    <a:pt x="633871" y="151325"/>
                    <a:pt x="644786" y="135826"/>
                  </a:cubicBezTo>
                  <a:cubicBezTo>
                    <a:pt x="655035" y="139076"/>
                    <a:pt x="666201" y="141159"/>
                    <a:pt x="675284" y="146658"/>
                  </a:cubicBezTo>
                  <a:cubicBezTo>
                    <a:pt x="697448" y="160157"/>
                    <a:pt x="672617" y="175572"/>
                    <a:pt x="658869" y="179239"/>
                  </a:cubicBezTo>
                  <a:lnTo>
                    <a:pt x="658869" y="179239"/>
                  </a:lnTo>
                  <a:close/>
                </a:path>
              </a:pathLst>
            </a:custGeom>
            <a:grpFill/>
            <a:ln w="8332" cap="flat">
              <a:noFill/>
              <a:prstDash val="solid"/>
              <a:miter/>
            </a:ln>
          </p:spPr>
          <p:txBody>
            <a:bodyPr rtlCol="0" anchor="ctr"/>
            <a:lstStyle/>
            <a:p>
              <a:endParaRPr lang="en-US"/>
            </a:p>
          </p:txBody>
        </p:sp>
        <p:sp>
          <p:nvSpPr>
            <p:cNvPr id="2030" name="Freeform: Shape 2029"/>
            <p:cNvSpPr/>
            <p:nvPr/>
          </p:nvSpPr>
          <p:spPr>
            <a:xfrm>
              <a:off x="10067472" y="3814462"/>
              <a:ext cx="126378" cy="28737"/>
            </a:xfrm>
            <a:custGeom>
              <a:avLst/>
              <a:gdLst>
                <a:gd name="connsiteX0" fmla="*/ 122214 w 126378"/>
                <a:gd name="connsiteY0" fmla="*/ 8787 h 28737"/>
                <a:gd name="connsiteX1" fmla="*/ 86634 w 126378"/>
                <a:gd name="connsiteY1" fmla="*/ 15870 h 28737"/>
                <a:gd name="connsiteX2" fmla="*/ 71719 w 126378"/>
                <a:gd name="connsiteY2" fmla="*/ 11870 h 28737"/>
                <a:gd name="connsiteX3" fmla="*/ 71302 w 126378"/>
                <a:gd name="connsiteY3" fmla="*/ 7204 h 28737"/>
                <a:gd name="connsiteX4" fmla="*/ 68136 w 126378"/>
                <a:gd name="connsiteY4" fmla="*/ 1371 h 28737"/>
                <a:gd name="connsiteX5" fmla="*/ 54554 w 126378"/>
                <a:gd name="connsiteY5" fmla="*/ 5871 h 28737"/>
                <a:gd name="connsiteX6" fmla="*/ 3475 w 126378"/>
                <a:gd name="connsiteY6" fmla="*/ 10204 h 28737"/>
                <a:gd name="connsiteX7" fmla="*/ 392 w 126378"/>
                <a:gd name="connsiteY7" fmla="*/ 12954 h 28737"/>
                <a:gd name="connsiteX8" fmla="*/ 31722 w 126378"/>
                <a:gd name="connsiteY8" fmla="*/ 26952 h 28737"/>
                <a:gd name="connsiteX9" fmla="*/ 49221 w 126378"/>
                <a:gd name="connsiteY9" fmla="*/ 22786 h 28737"/>
                <a:gd name="connsiteX10" fmla="*/ 60886 w 126378"/>
                <a:gd name="connsiteY10" fmla="*/ 15537 h 28737"/>
                <a:gd name="connsiteX11" fmla="*/ 78301 w 126378"/>
                <a:gd name="connsiteY11" fmla="*/ 28452 h 28737"/>
                <a:gd name="connsiteX12" fmla="*/ 124631 w 126378"/>
                <a:gd name="connsiteY12" fmla="*/ 15870 h 28737"/>
                <a:gd name="connsiteX13" fmla="*/ 122214 w 126378"/>
                <a:gd name="connsiteY13" fmla="*/ 8787 h 28737"/>
                <a:gd name="connsiteX14" fmla="*/ 122214 w 126378"/>
                <a:gd name="connsiteY14" fmla="*/ 8787 h 28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6378" h="28737">
                  <a:moveTo>
                    <a:pt x="122214" y="8787"/>
                  </a:moveTo>
                  <a:cubicBezTo>
                    <a:pt x="109882" y="8954"/>
                    <a:pt x="98800" y="15287"/>
                    <a:pt x="86634" y="15870"/>
                  </a:cubicBezTo>
                  <a:cubicBezTo>
                    <a:pt x="82634" y="16120"/>
                    <a:pt x="74052" y="15787"/>
                    <a:pt x="71719" y="11870"/>
                  </a:cubicBezTo>
                  <a:cubicBezTo>
                    <a:pt x="71052" y="10704"/>
                    <a:pt x="71968" y="8454"/>
                    <a:pt x="71302" y="7204"/>
                  </a:cubicBezTo>
                  <a:cubicBezTo>
                    <a:pt x="70136" y="4954"/>
                    <a:pt x="70386" y="3038"/>
                    <a:pt x="68136" y="1371"/>
                  </a:cubicBezTo>
                  <a:cubicBezTo>
                    <a:pt x="62803" y="-2462"/>
                    <a:pt x="58470" y="2621"/>
                    <a:pt x="54554" y="5871"/>
                  </a:cubicBezTo>
                  <a:cubicBezTo>
                    <a:pt x="41305" y="16787"/>
                    <a:pt x="18057" y="22619"/>
                    <a:pt x="3475" y="10204"/>
                  </a:cubicBezTo>
                  <a:cubicBezTo>
                    <a:pt x="1725" y="8704"/>
                    <a:pt x="-1025" y="11037"/>
                    <a:pt x="392" y="12954"/>
                  </a:cubicBezTo>
                  <a:cubicBezTo>
                    <a:pt x="8058" y="23702"/>
                    <a:pt x="18391" y="26869"/>
                    <a:pt x="31722" y="26952"/>
                  </a:cubicBezTo>
                  <a:cubicBezTo>
                    <a:pt x="37888" y="27036"/>
                    <a:pt x="43638" y="25452"/>
                    <a:pt x="49221" y="22786"/>
                  </a:cubicBezTo>
                  <a:cubicBezTo>
                    <a:pt x="52637" y="21119"/>
                    <a:pt x="57887" y="18453"/>
                    <a:pt x="60886" y="15537"/>
                  </a:cubicBezTo>
                  <a:cubicBezTo>
                    <a:pt x="61803" y="23453"/>
                    <a:pt x="71386" y="27702"/>
                    <a:pt x="78301" y="28452"/>
                  </a:cubicBezTo>
                  <a:cubicBezTo>
                    <a:pt x="94133" y="30119"/>
                    <a:pt x="111548" y="24286"/>
                    <a:pt x="124631" y="15870"/>
                  </a:cubicBezTo>
                  <a:cubicBezTo>
                    <a:pt x="128130" y="13620"/>
                    <a:pt x="125881" y="8704"/>
                    <a:pt x="122214" y="8787"/>
                  </a:cubicBezTo>
                  <a:lnTo>
                    <a:pt x="122214" y="8787"/>
                  </a:lnTo>
                  <a:close/>
                </a:path>
              </a:pathLst>
            </a:custGeom>
            <a:grpFill/>
            <a:ln w="8332" cap="flat">
              <a:noFill/>
              <a:prstDash val="solid"/>
              <a:miter/>
            </a:ln>
          </p:spPr>
          <p:txBody>
            <a:bodyPr rtlCol="0" anchor="ctr"/>
            <a:lstStyle/>
            <a:p>
              <a:endParaRPr lang="en-US"/>
            </a:p>
          </p:txBody>
        </p:sp>
        <p:sp>
          <p:nvSpPr>
            <p:cNvPr id="2031" name="Freeform: Shape 2030"/>
            <p:cNvSpPr/>
            <p:nvPr/>
          </p:nvSpPr>
          <p:spPr>
            <a:xfrm>
              <a:off x="10229911" y="3812690"/>
              <a:ext cx="101676" cy="27937"/>
            </a:xfrm>
            <a:custGeom>
              <a:avLst/>
              <a:gdLst>
                <a:gd name="connsiteX0" fmla="*/ 96430 w 101676"/>
                <a:gd name="connsiteY0" fmla="*/ 477 h 27937"/>
                <a:gd name="connsiteX1" fmla="*/ 70683 w 101676"/>
                <a:gd name="connsiteY1" fmla="*/ 17892 h 27937"/>
                <a:gd name="connsiteX2" fmla="*/ 50184 w 101676"/>
                <a:gd name="connsiteY2" fmla="*/ 12643 h 27937"/>
                <a:gd name="connsiteX3" fmla="*/ 45268 w 101676"/>
                <a:gd name="connsiteY3" fmla="*/ 6893 h 27937"/>
                <a:gd name="connsiteX4" fmla="*/ 39519 w 101676"/>
                <a:gd name="connsiteY4" fmla="*/ 5893 h 27937"/>
                <a:gd name="connsiteX5" fmla="*/ 27686 w 101676"/>
                <a:gd name="connsiteY5" fmla="*/ 12643 h 27937"/>
                <a:gd name="connsiteX6" fmla="*/ 2939 w 101676"/>
                <a:gd name="connsiteY6" fmla="*/ 9060 h 27937"/>
                <a:gd name="connsiteX7" fmla="*/ 355 w 101676"/>
                <a:gd name="connsiteY7" fmla="*/ 11393 h 27937"/>
                <a:gd name="connsiteX8" fmla="*/ 25603 w 101676"/>
                <a:gd name="connsiteY8" fmla="*/ 22142 h 27937"/>
                <a:gd name="connsiteX9" fmla="*/ 36769 w 101676"/>
                <a:gd name="connsiteY9" fmla="*/ 15976 h 27937"/>
                <a:gd name="connsiteX10" fmla="*/ 45769 w 101676"/>
                <a:gd name="connsiteY10" fmla="*/ 17225 h 27937"/>
                <a:gd name="connsiteX11" fmla="*/ 48184 w 101676"/>
                <a:gd name="connsiteY11" fmla="*/ 21058 h 27937"/>
                <a:gd name="connsiteX12" fmla="*/ 101513 w 101676"/>
                <a:gd name="connsiteY12" fmla="*/ 3893 h 27937"/>
                <a:gd name="connsiteX13" fmla="*/ 96430 w 101676"/>
                <a:gd name="connsiteY13" fmla="*/ 477 h 27937"/>
                <a:gd name="connsiteX14" fmla="*/ 96430 w 101676"/>
                <a:gd name="connsiteY14" fmla="*/ 477 h 27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1676" h="27937">
                  <a:moveTo>
                    <a:pt x="96430" y="477"/>
                  </a:moveTo>
                  <a:cubicBezTo>
                    <a:pt x="88181" y="5810"/>
                    <a:pt x="80598" y="15642"/>
                    <a:pt x="70683" y="17892"/>
                  </a:cubicBezTo>
                  <a:cubicBezTo>
                    <a:pt x="62017" y="19808"/>
                    <a:pt x="56350" y="18725"/>
                    <a:pt x="50184" y="12643"/>
                  </a:cubicBezTo>
                  <a:cubicBezTo>
                    <a:pt x="48435" y="10892"/>
                    <a:pt x="47601" y="8143"/>
                    <a:pt x="45268" y="6893"/>
                  </a:cubicBezTo>
                  <a:cubicBezTo>
                    <a:pt x="42519" y="5476"/>
                    <a:pt x="42686" y="5726"/>
                    <a:pt x="39519" y="5893"/>
                  </a:cubicBezTo>
                  <a:cubicBezTo>
                    <a:pt x="38685" y="5976"/>
                    <a:pt x="25937" y="13142"/>
                    <a:pt x="27686" y="12643"/>
                  </a:cubicBezTo>
                  <a:cubicBezTo>
                    <a:pt x="18604" y="16225"/>
                    <a:pt x="10855" y="15892"/>
                    <a:pt x="2939" y="9060"/>
                  </a:cubicBezTo>
                  <a:cubicBezTo>
                    <a:pt x="1439" y="7809"/>
                    <a:pt x="-895" y="9809"/>
                    <a:pt x="355" y="11393"/>
                  </a:cubicBezTo>
                  <a:cubicBezTo>
                    <a:pt x="6772" y="19308"/>
                    <a:pt x="15021" y="24391"/>
                    <a:pt x="25603" y="22142"/>
                  </a:cubicBezTo>
                  <a:cubicBezTo>
                    <a:pt x="30936" y="20975"/>
                    <a:pt x="32436" y="18642"/>
                    <a:pt x="36769" y="15976"/>
                  </a:cubicBezTo>
                  <a:cubicBezTo>
                    <a:pt x="41935" y="12892"/>
                    <a:pt x="38436" y="8893"/>
                    <a:pt x="45769" y="17225"/>
                  </a:cubicBezTo>
                  <a:cubicBezTo>
                    <a:pt x="46768" y="18309"/>
                    <a:pt x="47018" y="20058"/>
                    <a:pt x="48184" y="21058"/>
                  </a:cubicBezTo>
                  <a:cubicBezTo>
                    <a:pt x="65433" y="36057"/>
                    <a:pt x="95180" y="24808"/>
                    <a:pt x="101513" y="3893"/>
                  </a:cubicBezTo>
                  <a:cubicBezTo>
                    <a:pt x="102513" y="977"/>
                    <a:pt x="98680" y="-940"/>
                    <a:pt x="96430" y="477"/>
                  </a:cubicBezTo>
                  <a:lnTo>
                    <a:pt x="96430" y="477"/>
                  </a:lnTo>
                  <a:close/>
                </a:path>
              </a:pathLst>
            </a:custGeom>
            <a:grpFill/>
            <a:ln w="8332" cap="flat">
              <a:noFill/>
              <a:prstDash val="solid"/>
              <a:miter/>
            </a:ln>
          </p:spPr>
          <p:txBody>
            <a:bodyPr rtlCol="0" anchor="ctr"/>
            <a:lstStyle/>
            <a:p>
              <a:endParaRPr lang="en-US"/>
            </a:p>
          </p:txBody>
        </p:sp>
        <p:sp>
          <p:nvSpPr>
            <p:cNvPr id="2032" name="Freeform: Shape 2031"/>
            <p:cNvSpPr/>
            <p:nvPr/>
          </p:nvSpPr>
          <p:spPr>
            <a:xfrm>
              <a:off x="10388961" y="3793269"/>
              <a:ext cx="80702" cy="28888"/>
            </a:xfrm>
            <a:custGeom>
              <a:avLst/>
              <a:gdLst>
                <a:gd name="connsiteX0" fmla="*/ 72534 w 80702"/>
                <a:gd name="connsiteY0" fmla="*/ 1482 h 28888"/>
                <a:gd name="connsiteX1" fmla="*/ 41370 w 80702"/>
                <a:gd name="connsiteY1" fmla="*/ 9982 h 28888"/>
                <a:gd name="connsiteX2" fmla="*/ 5207 w 80702"/>
                <a:gd name="connsiteY2" fmla="*/ 12815 h 28888"/>
                <a:gd name="connsiteX3" fmla="*/ 207 w 80702"/>
                <a:gd name="connsiteY3" fmla="*/ 15398 h 28888"/>
                <a:gd name="connsiteX4" fmla="*/ 38203 w 80702"/>
                <a:gd name="connsiteY4" fmla="*/ 22564 h 28888"/>
                <a:gd name="connsiteX5" fmla="*/ 58035 w 80702"/>
                <a:gd name="connsiteY5" fmla="*/ 16314 h 28888"/>
                <a:gd name="connsiteX6" fmla="*/ 70534 w 80702"/>
                <a:gd name="connsiteY6" fmla="*/ 16481 h 28888"/>
                <a:gd name="connsiteX7" fmla="*/ 80699 w 80702"/>
                <a:gd name="connsiteY7" fmla="*/ 4232 h 28888"/>
                <a:gd name="connsiteX8" fmla="*/ 72534 w 80702"/>
                <a:gd name="connsiteY8" fmla="*/ 1482 h 28888"/>
                <a:gd name="connsiteX9" fmla="*/ 72534 w 80702"/>
                <a:gd name="connsiteY9" fmla="*/ 1482 h 28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02" h="28888">
                  <a:moveTo>
                    <a:pt x="72534" y="1482"/>
                  </a:moveTo>
                  <a:cubicBezTo>
                    <a:pt x="65117" y="9481"/>
                    <a:pt x="51203" y="5815"/>
                    <a:pt x="41370" y="9982"/>
                  </a:cubicBezTo>
                  <a:cubicBezTo>
                    <a:pt x="30704" y="14481"/>
                    <a:pt x="13456" y="28063"/>
                    <a:pt x="5207" y="12815"/>
                  </a:cubicBezTo>
                  <a:cubicBezTo>
                    <a:pt x="3706" y="9982"/>
                    <a:pt x="-1043" y="12398"/>
                    <a:pt x="207" y="15398"/>
                  </a:cubicBezTo>
                  <a:cubicBezTo>
                    <a:pt x="7457" y="32646"/>
                    <a:pt x="23955" y="31396"/>
                    <a:pt x="38203" y="22564"/>
                  </a:cubicBezTo>
                  <a:cubicBezTo>
                    <a:pt x="45453" y="18147"/>
                    <a:pt x="48786" y="15398"/>
                    <a:pt x="58035" y="16314"/>
                  </a:cubicBezTo>
                  <a:cubicBezTo>
                    <a:pt x="62618" y="16731"/>
                    <a:pt x="65785" y="17897"/>
                    <a:pt x="70534" y="16481"/>
                  </a:cubicBezTo>
                  <a:cubicBezTo>
                    <a:pt x="77200" y="14481"/>
                    <a:pt x="80533" y="10981"/>
                    <a:pt x="80699" y="4232"/>
                  </a:cubicBezTo>
                  <a:cubicBezTo>
                    <a:pt x="80866" y="-101"/>
                    <a:pt x="75034" y="-1267"/>
                    <a:pt x="72534" y="1482"/>
                  </a:cubicBezTo>
                  <a:lnTo>
                    <a:pt x="72534" y="1482"/>
                  </a:lnTo>
                  <a:close/>
                </a:path>
              </a:pathLst>
            </a:custGeom>
            <a:grpFill/>
            <a:ln w="8332" cap="flat">
              <a:noFill/>
              <a:prstDash val="solid"/>
              <a:miter/>
            </a:ln>
          </p:spPr>
          <p:txBody>
            <a:bodyPr rtlCol="0" anchor="ctr"/>
            <a:lstStyle/>
            <a:p>
              <a:endParaRPr lang="en-US"/>
            </a:p>
          </p:txBody>
        </p:sp>
        <p:sp>
          <p:nvSpPr>
            <p:cNvPr id="2033" name="Freeform: Shape 2032"/>
            <p:cNvSpPr/>
            <p:nvPr/>
          </p:nvSpPr>
          <p:spPr>
            <a:xfrm>
              <a:off x="8618613" y="977244"/>
              <a:ext cx="375970" cy="724319"/>
            </a:xfrm>
            <a:custGeom>
              <a:avLst/>
              <a:gdLst>
                <a:gd name="connsiteX0" fmla="*/ 375514 w 375970"/>
                <a:gd name="connsiteY0" fmla="*/ 135166 h 724319"/>
                <a:gd name="connsiteX1" fmla="*/ 351266 w 375970"/>
                <a:gd name="connsiteY1" fmla="*/ 120084 h 724319"/>
                <a:gd name="connsiteX2" fmla="*/ 358016 w 375970"/>
                <a:gd name="connsiteY2" fmla="*/ 93254 h 724319"/>
                <a:gd name="connsiteX3" fmla="*/ 350350 w 375970"/>
                <a:gd name="connsiteY3" fmla="*/ 88004 h 724319"/>
                <a:gd name="connsiteX4" fmla="*/ 331435 w 375970"/>
                <a:gd name="connsiteY4" fmla="*/ 83088 h 724319"/>
                <a:gd name="connsiteX5" fmla="*/ 339934 w 375970"/>
                <a:gd name="connsiteY5" fmla="*/ 63256 h 724319"/>
                <a:gd name="connsiteX6" fmla="*/ 344850 w 375970"/>
                <a:gd name="connsiteY6" fmla="*/ 51507 h 724319"/>
                <a:gd name="connsiteX7" fmla="*/ 311520 w 375970"/>
                <a:gd name="connsiteY7" fmla="*/ 37842 h 724319"/>
                <a:gd name="connsiteX8" fmla="*/ 275523 w 375970"/>
                <a:gd name="connsiteY8" fmla="*/ 38008 h 724319"/>
                <a:gd name="connsiteX9" fmla="*/ 268191 w 375970"/>
                <a:gd name="connsiteY9" fmla="*/ 60923 h 724319"/>
                <a:gd name="connsiteX10" fmla="*/ 261358 w 375970"/>
                <a:gd name="connsiteY10" fmla="*/ 84421 h 724319"/>
                <a:gd name="connsiteX11" fmla="*/ 247359 w 375970"/>
                <a:gd name="connsiteY11" fmla="*/ 86087 h 724319"/>
                <a:gd name="connsiteX12" fmla="*/ 252942 w 375970"/>
                <a:gd name="connsiteY12" fmla="*/ 61173 h 724319"/>
                <a:gd name="connsiteX13" fmla="*/ 259691 w 375970"/>
                <a:gd name="connsiteY13" fmla="*/ 39758 h 724319"/>
                <a:gd name="connsiteX14" fmla="*/ 240360 w 375970"/>
                <a:gd name="connsiteY14" fmla="*/ 26010 h 724319"/>
                <a:gd name="connsiteX15" fmla="*/ 216695 w 375970"/>
                <a:gd name="connsiteY15" fmla="*/ 22510 h 724319"/>
                <a:gd name="connsiteX16" fmla="*/ 206362 w 375970"/>
                <a:gd name="connsiteY16" fmla="*/ 25593 h 724319"/>
                <a:gd name="connsiteX17" fmla="*/ 202613 w 375970"/>
                <a:gd name="connsiteY17" fmla="*/ 42425 h 724319"/>
                <a:gd name="connsiteX18" fmla="*/ 200697 w 375970"/>
                <a:gd name="connsiteY18" fmla="*/ 59673 h 724319"/>
                <a:gd name="connsiteX19" fmla="*/ 200697 w 375970"/>
                <a:gd name="connsiteY19" fmla="*/ 59756 h 724319"/>
                <a:gd name="connsiteX20" fmla="*/ 197030 w 375970"/>
                <a:gd name="connsiteY20" fmla="*/ 59756 h 724319"/>
                <a:gd name="connsiteX21" fmla="*/ 177198 w 375970"/>
                <a:gd name="connsiteY21" fmla="*/ 56423 h 724319"/>
                <a:gd name="connsiteX22" fmla="*/ 182365 w 375970"/>
                <a:gd name="connsiteY22" fmla="*/ 33426 h 724319"/>
                <a:gd name="connsiteX23" fmla="*/ 185448 w 375970"/>
                <a:gd name="connsiteY23" fmla="*/ 13594 h 724319"/>
                <a:gd name="connsiteX24" fmla="*/ 149868 w 375970"/>
                <a:gd name="connsiteY24" fmla="*/ 3345 h 724319"/>
                <a:gd name="connsiteX25" fmla="*/ 125620 w 375970"/>
                <a:gd name="connsiteY25" fmla="*/ 12 h 724319"/>
                <a:gd name="connsiteX26" fmla="*/ 115620 w 375970"/>
                <a:gd name="connsiteY26" fmla="*/ 4845 h 724319"/>
                <a:gd name="connsiteX27" fmla="*/ 111871 w 375970"/>
                <a:gd name="connsiteY27" fmla="*/ 25176 h 724319"/>
                <a:gd name="connsiteX28" fmla="*/ 111788 w 375970"/>
                <a:gd name="connsiteY28" fmla="*/ 40508 h 724319"/>
                <a:gd name="connsiteX29" fmla="*/ 91123 w 375970"/>
                <a:gd name="connsiteY29" fmla="*/ 38758 h 724319"/>
                <a:gd name="connsiteX30" fmla="*/ 92706 w 375970"/>
                <a:gd name="connsiteY30" fmla="*/ 16094 h 724319"/>
                <a:gd name="connsiteX31" fmla="*/ 87957 w 375970"/>
                <a:gd name="connsiteY31" fmla="*/ 10678 h 724319"/>
                <a:gd name="connsiteX32" fmla="*/ 63792 w 375970"/>
                <a:gd name="connsiteY32" fmla="*/ 12594 h 724319"/>
                <a:gd name="connsiteX33" fmla="*/ 36461 w 375970"/>
                <a:gd name="connsiteY33" fmla="*/ 16260 h 724319"/>
                <a:gd name="connsiteX34" fmla="*/ 27879 w 375970"/>
                <a:gd name="connsiteY34" fmla="*/ 53174 h 724319"/>
                <a:gd name="connsiteX35" fmla="*/ 28462 w 375970"/>
                <a:gd name="connsiteY35" fmla="*/ 62923 h 724319"/>
                <a:gd name="connsiteX36" fmla="*/ 4881 w 375970"/>
                <a:gd name="connsiteY36" fmla="*/ 81921 h 724319"/>
                <a:gd name="connsiteX37" fmla="*/ 13464 w 375970"/>
                <a:gd name="connsiteY37" fmla="*/ 123084 h 724319"/>
                <a:gd name="connsiteX38" fmla="*/ 17130 w 375970"/>
                <a:gd name="connsiteY38" fmla="*/ 142499 h 724319"/>
                <a:gd name="connsiteX39" fmla="*/ 13713 w 375970"/>
                <a:gd name="connsiteY39" fmla="*/ 149165 h 724319"/>
                <a:gd name="connsiteX40" fmla="*/ 10714 w 375970"/>
                <a:gd name="connsiteY40" fmla="*/ 262488 h 724319"/>
                <a:gd name="connsiteX41" fmla="*/ 12381 w 375970"/>
                <a:gd name="connsiteY41" fmla="*/ 313317 h 724319"/>
                <a:gd name="connsiteX42" fmla="*/ 13546 w 375970"/>
                <a:gd name="connsiteY42" fmla="*/ 323566 h 724319"/>
                <a:gd name="connsiteX43" fmla="*/ 8630 w 375970"/>
                <a:gd name="connsiteY43" fmla="*/ 406225 h 724319"/>
                <a:gd name="connsiteX44" fmla="*/ 1381 w 375970"/>
                <a:gd name="connsiteY44" fmla="*/ 634621 h 724319"/>
                <a:gd name="connsiteX45" fmla="*/ 631 w 375970"/>
                <a:gd name="connsiteY45" fmla="*/ 685367 h 724319"/>
                <a:gd name="connsiteX46" fmla="*/ 12630 w 375970"/>
                <a:gd name="connsiteY46" fmla="*/ 721697 h 724319"/>
                <a:gd name="connsiteX47" fmla="*/ 38045 w 375970"/>
                <a:gd name="connsiteY47" fmla="*/ 713864 h 724319"/>
                <a:gd name="connsiteX48" fmla="*/ 72208 w 375970"/>
                <a:gd name="connsiteY48" fmla="*/ 664619 h 724319"/>
                <a:gd name="connsiteX49" fmla="*/ 201530 w 375970"/>
                <a:gd name="connsiteY49" fmla="*/ 457554 h 724319"/>
                <a:gd name="connsiteX50" fmla="*/ 269940 w 375970"/>
                <a:gd name="connsiteY50" fmla="*/ 340981 h 724319"/>
                <a:gd name="connsiteX51" fmla="*/ 304270 w 375970"/>
                <a:gd name="connsiteY51" fmla="*/ 282320 h 724319"/>
                <a:gd name="connsiteX52" fmla="*/ 332518 w 375970"/>
                <a:gd name="connsiteY52" fmla="*/ 229241 h 724319"/>
                <a:gd name="connsiteX53" fmla="*/ 329185 w 375970"/>
                <a:gd name="connsiteY53" fmla="*/ 221575 h 724319"/>
                <a:gd name="connsiteX54" fmla="*/ 340434 w 375970"/>
                <a:gd name="connsiteY54" fmla="*/ 203660 h 724319"/>
                <a:gd name="connsiteX55" fmla="*/ 365681 w 375970"/>
                <a:gd name="connsiteY55" fmla="*/ 161747 h 724319"/>
                <a:gd name="connsiteX56" fmla="*/ 375514 w 375970"/>
                <a:gd name="connsiteY56" fmla="*/ 135166 h 724319"/>
                <a:gd name="connsiteX57" fmla="*/ 375514 w 375970"/>
                <a:gd name="connsiteY57" fmla="*/ 135166 h 724319"/>
                <a:gd name="connsiteX58" fmla="*/ 331268 w 375970"/>
                <a:gd name="connsiteY58" fmla="*/ 96503 h 724319"/>
                <a:gd name="connsiteX59" fmla="*/ 341184 w 375970"/>
                <a:gd name="connsiteY59" fmla="*/ 98920 h 724319"/>
                <a:gd name="connsiteX60" fmla="*/ 344434 w 375970"/>
                <a:gd name="connsiteY60" fmla="*/ 104336 h 724319"/>
                <a:gd name="connsiteX61" fmla="*/ 329435 w 375970"/>
                <a:gd name="connsiteY61" fmla="*/ 140916 h 724319"/>
                <a:gd name="connsiteX62" fmla="*/ 286438 w 375970"/>
                <a:gd name="connsiteY62" fmla="*/ 231824 h 724319"/>
                <a:gd name="connsiteX63" fmla="*/ 247776 w 375970"/>
                <a:gd name="connsiteY63" fmla="*/ 241657 h 724319"/>
                <a:gd name="connsiteX64" fmla="*/ 247609 w 375970"/>
                <a:gd name="connsiteY64" fmla="*/ 241657 h 724319"/>
                <a:gd name="connsiteX65" fmla="*/ 247693 w 375970"/>
                <a:gd name="connsiteY65" fmla="*/ 241323 h 724319"/>
                <a:gd name="connsiteX66" fmla="*/ 284190 w 375970"/>
                <a:gd name="connsiteY66" fmla="*/ 157248 h 724319"/>
                <a:gd name="connsiteX67" fmla="*/ 300271 w 375970"/>
                <a:gd name="connsiteY67" fmla="*/ 115501 h 724319"/>
                <a:gd name="connsiteX68" fmla="*/ 308854 w 375970"/>
                <a:gd name="connsiteY68" fmla="*/ 97253 h 724319"/>
                <a:gd name="connsiteX69" fmla="*/ 312937 w 375970"/>
                <a:gd name="connsiteY69" fmla="*/ 88921 h 724319"/>
                <a:gd name="connsiteX70" fmla="*/ 317270 w 375970"/>
                <a:gd name="connsiteY70" fmla="*/ 89670 h 724319"/>
                <a:gd name="connsiteX71" fmla="*/ 318103 w 375970"/>
                <a:gd name="connsiteY71" fmla="*/ 90087 h 724319"/>
                <a:gd name="connsiteX72" fmla="*/ 324436 w 375970"/>
                <a:gd name="connsiteY72" fmla="*/ 93337 h 724319"/>
                <a:gd name="connsiteX73" fmla="*/ 331268 w 375970"/>
                <a:gd name="connsiteY73" fmla="*/ 96503 h 724319"/>
                <a:gd name="connsiteX74" fmla="*/ 331268 w 375970"/>
                <a:gd name="connsiteY74" fmla="*/ 96503 h 724319"/>
                <a:gd name="connsiteX75" fmla="*/ 284273 w 375970"/>
                <a:gd name="connsiteY75" fmla="*/ 43258 h 724319"/>
                <a:gd name="connsiteX76" fmla="*/ 306937 w 375970"/>
                <a:gd name="connsiteY76" fmla="*/ 48091 h 724319"/>
                <a:gd name="connsiteX77" fmla="*/ 328769 w 375970"/>
                <a:gd name="connsiteY77" fmla="*/ 52840 h 724319"/>
                <a:gd name="connsiteX78" fmla="*/ 332518 w 375970"/>
                <a:gd name="connsiteY78" fmla="*/ 52757 h 724319"/>
                <a:gd name="connsiteX79" fmla="*/ 330019 w 375970"/>
                <a:gd name="connsiteY79" fmla="*/ 56507 h 724319"/>
                <a:gd name="connsiteX80" fmla="*/ 320186 w 375970"/>
                <a:gd name="connsiteY80" fmla="*/ 77921 h 724319"/>
                <a:gd name="connsiteX81" fmla="*/ 304187 w 375970"/>
                <a:gd name="connsiteY81" fmla="*/ 80338 h 724319"/>
                <a:gd name="connsiteX82" fmla="*/ 283023 w 375970"/>
                <a:gd name="connsiteY82" fmla="*/ 127167 h 724319"/>
                <a:gd name="connsiteX83" fmla="*/ 253859 w 375970"/>
                <a:gd name="connsiteY83" fmla="*/ 207910 h 724319"/>
                <a:gd name="connsiteX84" fmla="*/ 270024 w 375970"/>
                <a:gd name="connsiteY84" fmla="*/ 130500 h 724319"/>
                <a:gd name="connsiteX85" fmla="*/ 277523 w 375970"/>
                <a:gd name="connsiteY85" fmla="*/ 90337 h 724319"/>
                <a:gd name="connsiteX86" fmla="*/ 270441 w 375970"/>
                <a:gd name="connsiteY86" fmla="*/ 85254 h 724319"/>
                <a:gd name="connsiteX87" fmla="*/ 278523 w 375970"/>
                <a:gd name="connsiteY87" fmla="*/ 68172 h 724319"/>
                <a:gd name="connsiteX88" fmla="*/ 284273 w 375970"/>
                <a:gd name="connsiteY88" fmla="*/ 43258 h 724319"/>
                <a:gd name="connsiteX89" fmla="*/ 284273 w 375970"/>
                <a:gd name="connsiteY89" fmla="*/ 43258 h 724319"/>
                <a:gd name="connsiteX90" fmla="*/ 255525 w 375970"/>
                <a:gd name="connsiteY90" fmla="*/ 96920 h 724319"/>
                <a:gd name="connsiteX91" fmla="*/ 265358 w 375970"/>
                <a:gd name="connsiteY91" fmla="*/ 105086 h 724319"/>
                <a:gd name="connsiteX92" fmla="*/ 254109 w 375970"/>
                <a:gd name="connsiteY92" fmla="*/ 149832 h 724319"/>
                <a:gd name="connsiteX93" fmla="*/ 235860 w 375970"/>
                <a:gd name="connsiteY93" fmla="*/ 243323 h 724319"/>
                <a:gd name="connsiteX94" fmla="*/ 204947 w 375970"/>
                <a:gd name="connsiteY94" fmla="*/ 245656 h 724319"/>
                <a:gd name="connsiteX95" fmla="*/ 213029 w 375970"/>
                <a:gd name="connsiteY95" fmla="*/ 208993 h 724319"/>
                <a:gd name="connsiteX96" fmla="*/ 220528 w 375970"/>
                <a:gd name="connsiteY96" fmla="*/ 159747 h 724319"/>
                <a:gd name="connsiteX97" fmla="*/ 223278 w 375970"/>
                <a:gd name="connsiteY97" fmla="*/ 119501 h 724319"/>
                <a:gd name="connsiteX98" fmla="*/ 223778 w 375970"/>
                <a:gd name="connsiteY98" fmla="*/ 96586 h 724319"/>
                <a:gd name="connsiteX99" fmla="*/ 237860 w 375970"/>
                <a:gd name="connsiteY99" fmla="*/ 97836 h 724319"/>
                <a:gd name="connsiteX100" fmla="*/ 255525 w 375970"/>
                <a:gd name="connsiteY100" fmla="*/ 96920 h 724319"/>
                <a:gd name="connsiteX101" fmla="*/ 255525 w 375970"/>
                <a:gd name="connsiteY101" fmla="*/ 96920 h 724319"/>
                <a:gd name="connsiteX102" fmla="*/ 213695 w 375970"/>
                <a:gd name="connsiteY102" fmla="*/ 72339 h 724319"/>
                <a:gd name="connsiteX103" fmla="*/ 206446 w 375970"/>
                <a:gd name="connsiteY103" fmla="*/ 60423 h 724319"/>
                <a:gd name="connsiteX104" fmla="*/ 212779 w 375970"/>
                <a:gd name="connsiteY104" fmla="*/ 44341 h 724319"/>
                <a:gd name="connsiteX105" fmla="*/ 214778 w 375970"/>
                <a:gd name="connsiteY105" fmla="*/ 33342 h 724319"/>
                <a:gd name="connsiteX106" fmla="*/ 232111 w 375970"/>
                <a:gd name="connsiteY106" fmla="*/ 36175 h 724319"/>
                <a:gd name="connsiteX107" fmla="*/ 246859 w 375970"/>
                <a:gd name="connsiteY107" fmla="*/ 37175 h 724319"/>
                <a:gd name="connsiteX108" fmla="*/ 248359 w 375970"/>
                <a:gd name="connsiteY108" fmla="*/ 41925 h 724319"/>
                <a:gd name="connsiteX109" fmla="*/ 245276 w 375970"/>
                <a:gd name="connsiteY109" fmla="*/ 49424 h 724319"/>
                <a:gd name="connsiteX110" fmla="*/ 235693 w 375970"/>
                <a:gd name="connsiteY110" fmla="*/ 85838 h 724319"/>
                <a:gd name="connsiteX111" fmla="*/ 213363 w 375970"/>
                <a:gd name="connsiteY111" fmla="*/ 89670 h 724319"/>
                <a:gd name="connsiteX112" fmla="*/ 210612 w 375970"/>
                <a:gd name="connsiteY112" fmla="*/ 105836 h 724319"/>
                <a:gd name="connsiteX113" fmla="*/ 209696 w 375970"/>
                <a:gd name="connsiteY113" fmla="*/ 133000 h 724319"/>
                <a:gd name="connsiteX114" fmla="*/ 198197 w 375970"/>
                <a:gd name="connsiteY114" fmla="*/ 245740 h 724319"/>
                <a:gd name="connsiteX115" fmla="*/ 166116 w 375970"/>
                <a:gd name="connsiteY115" fmla="*/ 243490 h 724319"/>
                <a:gd name="connsiteX116" fmla="*/ 171366 w 375970"/>
                <a:gd name="connsiteY116" fmla="*/ 226158 h 724319"/>
                <a:gd name="connsiteX117" fmla="*/ 180448 w 375970"/>
                <a:gd name="connsiteY117" fmla="*/ 189828 h 724319"/>
                <a:gd name="connsiteX118" fmla="*/ 199530 w 375970"/>
                <a:gd name="connsiteY118" fmla="*/ 121751 h 724319"/>
                <a:gd name="connsiteX119" fmla="*/ 213695 w 375970"/>
                <a:gd name="connsiteY119" fmla="*/ 72339 h 724319"/>
                <a:gd name="connsiteX120" fmla="*/ 213695 w 375970"/>
                <a:gd name="connsiteY120" fmla="*/ 72339 h 724319"/>
                <a:gd name="connsiteX121" fmla="*/ 166783 w 375970"/>
                <a:gd name="connsiteY121" fmla="*/ 76338 h 724319"/>
                <a:gd name="connsiteX122" fmla="*/ 168366 w 375970"/>
                <a:gd name="connsiteY122" fmla="*/ 65506 h 724319"/>
                <a:gd name="connsiteX123" fmla="*/ 176365 w 375970"/>
                <a:gd name="connsiteY123" fmla="*/ 68756 h 724319"/>
                <a:gd name="connsiteX124" fmla="*/ 194114 w 375970"/>
                <a:gd name="connsiteY124" fmla="*/ 70755 h 724319"/>
                <a:gd name="connsiteX125" fmla="*/ 200030 w 375970"/>
                <a:gd name="connsiteY125" fmla="*/ 81088 h 724319"/>
                <a:gd name="connsiteX126" fmla="*/ 193780 w 375970"/>
                <a:gd name="connsiteY126" fmla="*/ 101169 h 724319"/>
                <a:gd name="connsiteX127" fmla="*/ 177782 w 375970"/>
                <a:gd name="connsiteY127" fmla="*/ 156081 h 724319"/>
                <a:gd name="connsiteX128" fmla="*/ 162200 w 375970"/>
                <a:gd name="connsiteY128" fmla="*/ 215076 h 724319"/>
                <a:gd name="connsiteX129" fmla="*/ 154951 w 375970"/>
                <a:gd name="connsiteY129" fmla="*/ 241490 h 724319"/>
                <a:gd name="connsiteX130" fmla="*/ 123037 w 375970"/>
                <a:gd name="connsiteY130" fmla="*/ 229741 h 724319"/>
                <a:gd name="connsiteX131" fmla="*/ 130536 w 375970"/>
                <a:gd name="connsiteY131" fmla="*/ 211243 h 724319"/>
                <a:gd name="connsiteX132" fmla="*/ 137036 w 375970"/>
                <a:gd name="connsiteY132" fmla="*/ 187828 h 724319"/>
                <a:gd name="connsiteX133" fmla="*/ 153117 w 375970"/>
                <a:gd name="connsiteY133" fmla="*/ 132167 h 724319"/>
                <a:gd name="connsiteX134" fmla="*/ 166783 w 375970"/>
                <a:gd name="connsiteY134" fmla="*/ 76338 h 724319"/>
                <a:gd name="connsiteX135" fmla="*/ 166783 w 375970"/>
                <a:gd name="connsiteY135" fmla="*/ 76338 h 724319"/>
                <a:gd name="connsiteX136" fmla="*/ 126537 w 375970"/>
                <a:gd name="connsiteY136" fmla="*/ 10844 h 724319"/>
                <a:gd name="connsiteX137" fmla="*/ 140702 w 375970"/>
                <a:gd name="connsiteY137" fmla="*/ 12594 h 724319"/>
                <a:gd name="connsiteX138" fmla="*/ 166949 w 375970"/>
                <a:gd name="connsiteY138" fmla="*/ 14844 h 724319"/>
                <a:gd name="connsiteX139" fmla="*/ 171700 w 375970"/>
                <a:gd name="connsiteY139" fmla="*/ 31092 h 724319"/>
                <a:gd name="connsiteX140" fmla="*/ 165866 w 375970"/>
                <a:gd name="connsiteY140" fmla="*/ 53424 h 724319"/>
                <a:gd name="connsiteX141" fmla="*/ 165783 w 375970"/>
                <a:gd name="connsiteY141" fmla="*/ 54507 h 724319"/>
                <a:gd name="connsiteX142" fmla="*/ 159867 w 375970"/>
                <a:gd name="connsiteY142" fmla="*/ 57423 h 724319"/>
                <a:gd name="connsiteX143" fmla="*/ 154868 w 375970"/>
                <a:gd name="connsiteY143" fmla="*/ 77005 h 724319"/>
                <a:gd name="connsiteX144" fmla="*/ 147034 w 375970"/>
                <a:gd name="connsiteY144" fmla="*/ 111002 h 724319"/>
                <a:gd name="connsiteX145" fmla="*/ 127370 w 375970"/>
                <a:gd name="connsiteY145" fmla="*/ 174330 h 724319"/>
                <a:gd name="connsiteX146" fmla="*/ 125954 w 375970"/>
                <a:gd name="connsiteY146" fmla="*/ 180996 h 724319"/>
                <a:gd name="connsiteX147" fmla="*/ 131953 w 375970"/>
                <a:gd name="connsiteY147" fmla="*/ 109919 h 724319"/>
                <a:gd name="connsiteX148" fmla="*/ 137369 w 375970"/>
                <a:gd name="connsiteY148" fmla="*/ 52341 h 724319"/>
                <a:gd name="connsiteX149" fmla="*/ 121788 w 375970"/>
                <a:gd name="connsiteY149" fmla="*/ 41008 h 724319"/>
                <a:gd name="connsiteX150" fmla="*/ 124370 w 375970"/>
                <a:gd name="connsiteY150" fmla="*/ 34425 h 724319"/>
                <a:gd name="connsiteX151" fmla="*/ 126537 w 375970"/>
                <a:gd name="connsiteY151" fmla="*/ 10844 h 724319"/>
                <a:gd name="connsiteX152" fmla="*/ 126537 w 375970"/>
                <a:gd name="connsiteY152" fmla="*/ 10844 h 724319"/>
                <a:gd name="connsiteX153" fmla="*/ 85540 w 375970"/>
                <a:gd name="connsiteY153" fmla="*/ 51757 h 724319"/>
                <a:gd name="connsiteX154" fmla="*/ 122454 w 375970"/>
                <a:gd name="connsiteY154" fmla="*/ 53007 h 724319"/>
                <a:gd name="connsiteX155" fmla="*/ 127203 w 375970"/>
                <a:gd name="connsiteY155" fmla="*/ 56007 h 724319"/>
                <a:gd name="connsiteX156" fmla="*/ 126120 w 375970"/>
                <a:gd name="connsiteY156" fmla="*/ 82504 h 724319"/>
                <a:gd name="connsiteX157" fmla="*/ 118121 w 375970"/>
                <a:gd name="connsiteY157" fmla="*/ 135333 h 724319"/>
                <a:gd name="connsiteX158" fmla="*/ 111454 w 375970"/>
                <a:gd name="connsiteY158" fmla="*/ 223075 h 724319"/>
                <a:gd name="connsiteX159" fmla="*/ 77458 w 375970"/>
                <a:gd name="connsiteY159" fmla="*/ 196744 h 724319"/>
                <a:gd name="connsiteX160" fmla="*/ 78958 w 375970"/>
                <a:gd name="connsiteY160" fmla="*/ 181662 h 724319"/>
                <a:gd name="connsiteX161" fmla="*/ 79457 w 375970"/>
                <a:gd name="connsiteY161" fmla="*/ 155664 h 724319"/>
                <a:gd name="connsiteX162" fmla="*/ 79457 w 375970"/>
                <a:gd name="connsiteY162" fmla="*/ 105919 h 724319"/>
                <a:gd name="connsiteX163" fmla="*/ 85540 w 375970"/>
                <a:gd name="connsiteY163" fmla="*/ 51757 h 724319"/>
                <a:gd name="connsiteX164" fmla="*/ 85540 w 375970"/>
                <a:gd name="connsiteY164" fmla="*/ 51757 h 724319"/>
                <a:gd name="connsiteX165" fmla="*/ 47960 w 375970"/>
                <a:gd name="connsiteY165" fmla="*/ 26343 h 724319"/>
                <a:gd name="connsiteX166" fmla="*/ 64459 w 375970"/>
                <a:gd name="connsiteY166" fmla="*/ 24593 h 724319"/>
                <a:gd name="connsiteX167" fmla="*/ 80958 w 375970"/>
                <a:gd name="connsiteY167" fmla="*/ 20843 h 724319"/>
                <a:gd name="connsiteX168" fmla="*/ 79708 w 375970"/>
                <a:gd name="connsiteY168" fmla="*/ 39842 h 724319"/>
                <a:gd name="connsiteX169" fmla="*/ 77124 w 375970"/>
                <a:gd name="connsiteY169" fmla="*/ 40508 h 724319"/>
                <a:gd name="connsiteX170" fmla="*/ 64792 w 375970"/>
                <a:gd name="connsiteY170" fmla="*/ 70089 h 724319"/>
                <a:gd name="connsiteX171" fmla="*/ 67209 w 375970"/>
                <a:gd name="connsiteY171" fmla="*/ 132917 h 724319"/>
                <a:gd name="connsiteX172" fmla="*/ 68875 w 375970"/>
                <a:gd name="connsiteY172" fmla="*/ 188745 h 724319"/>
                <a:gd name="connsiteX173" fmla="*/ 43960 w 375970"/>
                <a:gd name="connsiteY173" fmla="*/ 162414 h 724319"/>
                <a:gd name="connsiteX174" fmla="*/ 44044 w 375970"/>
                <a:gd name="connsiteY174" fmla="*/ 149498 h 724319"/>
                <a:gd name="connsiteX175" fmla="*/ 41044 w 375970"/>
                <a:gd name="connsiteY175" fmla="*/ 118251 h 724319"/>
                <a:gd name="connsiteX176" fmla="*/ 40044 w 375970"/>
                <a:gd name="connsiteY176" fmla="*/ 57340 h 724319"/>
                <a:gd name="connsiteX177" fmla="*/ 39627 w 375970"/>
                <a:gd name="connsiteY177" fmla="*/ 33342 h 724319"/>
                <a:gd name="connsiteX178" fmla="*/ 47960 w 375970"/>
                <a:gd name="connsiteY178" fmla="*/ 26343 h 724319"/>
                <a:gd name="connsiteX179" fmla="*/ 47960 w 375970"/>
                <a:gd name="connsiteY179" fmla="*/ 26343 h 724319"/>
                <a:gd name="connsiteX180" fmla="*/ 16796 w 375970"/>
                <a:gd name="connsiteY180" fmla="*/ 87254 h 724319"/>
                <a:gd name="connsiteX181" fmla="*/ 28712 w 375970"/>
                <a:gd name="connsiteY181" fmla="*/ 74588 h 724319"/>
                <a:gd name="connsiteX182" fmla="*/ 30795 w 375970"/>
                <a:gd name="connsiteY182" fmla="*/ 124584 h 724319"/>
                <a:gd name="connsiteX183" fmla="*/ 34545 w 375970"/>
                <a:gd name="connsiteY183" fmla="*/ 151832 h 724319"/>
                <a:gd name="connsiteX184" fmla="*/ 26963 w 375970"/>
                <a:gd name="connsiteY184" fmla="*/ 143416 h 724319"/>
                <a:gd name="connsiteX185" fmla="*/ 21296 w 375970"/>
                <a:gd name="connsiteY185" fmla="*/ 107252 h 724319"/>
                <a:gd name="connsiteX186" fmla="*/ 16796 w 375970"/>
                <a:gd name="connsiteY186" fmla="*/ 87254 h 724319"/>
                <a:gd name="connsiteX187" fmla="*/ 16796 w 375970"/>
                <a:gd name="connsiteY187" fmla="*/ 87254 h 724319"/>
                <a:gd name="connsiteX188" fmla="*/ 89457 w 375970"/>
                <a:gd name="connsiteY188" fmla="*/ 606541 h 724319"/>
                <a:gd name="connsiteX189" fmla="*/ 26462 w 375970"/>
                <a:gd name="connsiteY189" fmla="*/ 699532 h 724319"/>
                <a:gd name="connsiteX190" fmla="*/ 19879 w 375970"/>
                <a:gd name="connsiteY190" fmla="*/ 695032 h 724319"/>
                <a:gd name="connsiteX191" fmla="*/ 17380 w 375970"/>
                <a:gd name="connsiteY191" fmla="*/ 668368 h 724319"/>
                <a:gd name="connsiteX192" fmla="*/ 18213 w 375970"/>
                <a:gd name="connsiteY192" fmla="*/ 619623 h 724319"/>
                <a:gd name="connsiteX193" fmla="*/ 20630 w 375970"/>
                <a:gd name="connsiteY193" fmla="*/ 410225 h 724319"/>
                <a:gd name="connsiteX194" fmla="*/ 22046 w 375970"/>
                <a:gd name="connsiteY194" fmla="*/ 371145 h 724319"/>
                <a:gd name="connsiteX195" fmla="*/ 23046 w 375970"/>
                <a:gd name="connsiteY195" fmla="*/ 368979 h 724319"/>
                <a:gd name="connsiteX196" fmla="*/ 22713 w 375970"/>
                <a:gd name="connsiteY196" fmla="*/ 350564 h 724319"/>
                <a:gd name="connsiteX197" fmla="*/ 25879 w 375970"/>
                <a:gd name="connsiteY197" fmla="*/ 210076 h 724319"/>
                <a:gd name="connsiteX198" fmla="*/ 28879 w 375970"/>
                <a:gd name="connsiteY198" fmla="*/ 168413 h 724319"/>
                <a:gd name="connsiteX199" fmla="*/ 37878 w 375970"/>
                <a:gd name="connsiteY199" fmla="*/ 178496 h 724319"/>
                <a:gd name="connsiteX200" fmla="*/ 40128 w 375970"/>
                <a:gd name="connsiteY200" fmla="*/ 202910 h 724319"/>
                <a:gd name="connsiteX201" fmla="*/ 48460 w 375970"/>
                <a:gd name="connsiteY201" fmla="*/ 241323 h 724319"/>
                <a:gd name="connsiteX202" fmla="*/ 78374 w 375970"/>
                <a:gd name="connsiteY202" fmla="*/ 342398 h 724319"/>
                <a:gd name="connsiteX203" fmla="*/ 118371 w 375970"/>
                <a:gd name="connsiteY203" fmla="*/ 425057 h 724319"/>
                <a:gd name="connsiteX204" fmla="*/ 143619 w 375970"/>
                <a:gd name="connsiteY204" fmla="*/ 458554 h 724319"/>
                <a:gd name="connsiteX205" fmla="*/ 167367 w 375970"/>
                <a:gd name="connsiteY205" fmla="*/ 486051 h 724319"/>
                <a:gd name="connsiteX206" fmla="*/ 89457 w 375970"/>
                <a:gd name="connsiteY206" fmla="*/ 606541 h 724319"/>
                <a:gd name="connsiteX207" fmla="*/ 89457 w 375970"/>
                <a:gd name="connsiteY207" fmla="*/ 606541 h 724319"/>
                <a:gd name="connsiteX208" fmla="*/ 294105 w 375970"/>
                <a:gd name="connsiteY208" fmla="*/ 270487 h 724319"/>
                <a:gd name="connsiteX209" fmla="*/ 266191 w 375970"/>
                <a:gd name="connsiteY209" fmla="*/ 319566 h 724319"/>
                <a:gd name="connsiteX210" fmla="*/ 210196 w 375970"/>
                <a:gd name="connsiteY210" fmla="*/ 415808 h 724319"/>
                <a:gd name="connsiteX211" fmla="*/ 173949 w 375970"/>
                <a:gd name="connsiteY211" fmla="*/ 475886 h 724319"/>
                <a:gd name="connsiteX212" fmla="*/ 127954 w 375970"/>
                <a:gd name="connsiteY212" fmla="*/ 419057 h 724319"/>
                <a:gd name="connsiteX213" fmla="*/ 87291 w 375970"/>
                <a:gd name="connsiteY213" fmla="*/ 328232 h 724319"/>
                <a:gd name="connsiteX214" fmla="*/ 56876 w 375970"/>
                <a:gd name="connsiteY214" fmla="*/ 234574 h 724319"/>
                <a:gd name="connsiteX215" fmla="*/ 46210 w 375970"/>
                <a:gd name="connsiteY215" fmla="*/ 190745 h 724319"/>
                <a:gd name="connsiteX216" fmla="*/ 45628 w 375970"/>
                <a:gd name="connsiteY216" fmla="*/ 186912 h 724319"/>
                <a:gd name="connsiteX217" fmla="*/ 159950 w 375970"/>
                <a:gd name="connsiteY217" fmla="*/ 258405 h 724319"/>
                <a:gd name="connsiteX218" fmla="*/ 246109 w 375970"/>
                <a:gd name="connsiteY218" fmla="*/ 256989 h 724319"/>
                <a:gd name="connsiteX219" fmla="*/ 311853 w 375970"/>
                <a:gd name="connsiteY219" fmla="*/ 239407 h 724319"/>
                <a:gd name="connsiteX220" fmla="*/ 294105 w 375970"/>
                <a:gd name="connsiteY220" fmla="*/ 270487 h 724319"/>
                <a:gd name="connsiteX221" fmla="*/ 294105 w 375970"/>
                <a:gd name="connsiteY221" fmla="*/ 270487 h 724319"/>
                <a:gd name="connsiteX222" fmla="*/ 342601 w 375970"/>
                <a:gd name="connsiteY222" fmla="*/ 176079 h 724319"/>
                <a:gd name="connsiteX223" fmla="*/ 319186 w 375970"/>
                <a:gd name="connsiteY223" fmla="*/ 212826 h 724319"/>
                <a:gd name="connsiteX224" fmla="*/ 314020 w 375970"/>
                <a:gd name="connsiteY224" fmla="*/ 222825 h 724319"/>
                <a:gd name="connsiteX225" fmla="*/ 301104 w 375970"/>
                <a:gd name="connsiteY225" fmla="*/ 226991 h 724319"/>
                <a:gd name="connsiteX226" fmla="*/ 322769 w 375970"/>
                <a:gd name="connsiteY226" fmla="*/ 183995 h 724319"/>
                <a:gd name="connsiteX227" fmla="*/ 346017 w 375970"/>
                <a:gd name="connsiteY227" fmla="*/ 129750 h 724319"/>
                <a:gd name="connsiteX228" fmla="*/ 347600 w 375970"/>
                <a:gd name="connsiteY228" fmla="*/ 126667 h 724319"/>
                <a:gd name="connsiteX229" fmla="*/ 352266 w 375970"/>
                <a:gd name="connsiteY229" fmla="*/ 130833 h 724319"/>
                <a:gd name="connsiteX230" fmla="*/ 361849 w 375970"/>
                <a:gd name="connsiteY230" fmla="*/ 143666 h 724319"/>
                <a:gd name="connsiteX231" fmla="*/ 342601 w 375970"/>
                <a:gd name="connsiteY231" fmla="*/ 176079 h 724319"/>
                <a:gd name="connsiteX232" fmla="*/ 342601 w 375970"/>
                <a:gd name="connsiteY232" fmla="*/ 176079 h 724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375970" h="724319">
                  <a:moveTo>
                    <a:pt x="375514" y="135166"/>
                  </a:moveTo>
                  <a:cubicBezTo>
                    <a:pt x="372931" y="125834"/>
                    <a:pt x="360266" y="122751"/>
                    <a:pt x="351266" y="120084"/>
                  </a:cubicBezTo>
                  <a:cubicBezTo>
                    <a:pt x="356183" y="111169"/>
                    <a:pt x="361682" y="100169"/>
                    <a:pt x="358016" y="93254"/>
                  </a:cubicBezTo>
                  <a:cubicBezTo>
                    <a:pt x="356266" y="89837"/>
                    <a:pt x="353850" y="89087"/>
                    <a:pt x="350350" y="88004"/>
                  </a:cubicBezTo>
                  <a:cubicBezTo>
                    <a:pt x="343850" y="86004"/>
                    <a:pt x="337601" y="85087"/>
                    <a:pt x="331435" y="83088"/>
                  </a:cubicBezTo>
                  <a:cubicBezTo>
                    <a:pt x="333935" y="76338"/>
                    <a:pt x="336851" y="69506"/>
                    <a:pt x="339934" y="63256"/>
                  </a:cubicBezTo>
                  <a:cubicBezTo>
                    <a:pt x="341767" y="59590"/>
                    <a:pt x="345184" y="55840"/>
                    <a:pt x="344850" y="51507"/>
                  </a:cubicBezTo>
                  <a:cubicBezTo>
                    <a:pt x="343850" y="38842"/>
                    <a:pt x="319520" y="39258"/>
                    <a:pt x="311520" y="37842"/>
                  </a:cubicBezTo>
                  <a:cubicBezTo>
                    <a:pt x="300938" y="35925"/>
                    <a:pt x="283439" y="27759"/>
                    <a:pt x="275523" y="38008"/>
                  </a:cubicBezTo>
                  <a:cubicBezTo>
                    <a:pt x="270607" y="44341"/>
                    <a:pt x="270024" y="53424"/>
                    <a:pt x="268191" y="60923"/>
                  </a:cubicBezTo>
                  <a:cubicBezTo>
                    <a:pt x="266191" y="68839"/>
                    <a:pt x="263691" y="76588"/>
                    <a:pt x="261358" y="84421"/>
                  </a:cubicBezTo>
                  <a:cubicBezTo>
                    <a:pt x="256441" y="84671"/>
                    <a:pt x="251275" y="85504"/>
                    <a:pt x="247359" y="86087"/>
                  </a:cubicBezTo>
                  <a:cubicBezTo>
                    <a:pt x="249025" y="77672"/>
                    <a:pt x="250943" y="69422"/>
                    <a:pt x="252942" y="61173"/>
                  </a:cubicBezTo>
                  <a:cubicBezTo>
                    <a:pt x="254692" y="54007"/>
                    <a:pt x="258524" y="47008"/>
                    <a:pt x="259691" y="39758"/>
                  </a:cubicBezTo>
                  <a:cubicBezTo>
                    <a:pt x="261691" y="27843"/>
                    <a:pt x="249275" y="26759"/>
                    <a:pt x="240360" y="26010"/>
                  </a:cubicBezTo>
                  <a:cubicBezTo>
                    <a:pt x="232277" y="25343"/>
                    <a:pt x="224695" y="23676"/>
                    <a:pt x="216695" y="22510"/>
                  </a:cubicBezTo>
                  <a:cubicBezTo>
                    <a:pt x="212612" y="21927"/>
                    <a:pt x="209029" y="21760"/>
                    <a:pt x="206362" y="25593"/>
                  </a:cubicBezTo>
                  <a:cubicBezTo>
                    <a:pt x="203446" y="29676"/>
                    <a:pt x="203613" y="37758"/>
                    <a:pt x="202613" y="42425"/>
                  </a:cubicBezTo>
                  <a:cubicBezTo>
                    <a:pt x="201613" y="47091"/>
                    <a:pt x="202697" y="55673"/>
                    <a:pt x="200697" y="59673"/>
                  </a:cubicBezTo>
                  <a:lnTo>
                    <a:pt x="200697" y="59756"/>
                  </a:lnTo>
                  <a:cubicBezTo>
                    <a:pt x="199530" y="59673"/>
                    <a:pt x="198280" y="59673"/>
                    <a:pt x="197030" y="59756"/>
                  </a:cubicBezTo>
                  <a:cubicBezTo>
                    <a:pt x="189948" y="59840"/>
                    <a:pt x="183698" y="57923"/>
                    <a:pt x="177198" y="56423"/>
                  </a:cubicBezTo>
                  <a:cubicBezTo>
                    <a:pt x="177033" y="49091"/>
                    <a:pt x="180532" y="40258"/>
                    <a:pt x="182365" y="33426"/>
                  </a:cubicBezTo>
                  <a:cubicBezTo>
                    <a:pt x="183781" y="27926"/>
                    <a:pt x="188281" y="19427"/>
                    <a:pt x="185448" y="13594"/>
                  </a:cubicBezTo>
                  <a:cubicBezTo>
                    <a:pt x="180615" y="3512"/>
                    <a:pt x="159367" y="3845"/>
                    <a:pt x="149868" y="3345"/>
                  </a:cubicBezTo>
                  <a:cubicBezTo>
                    <a:pt x="141702" y="2928"/>
                    <a:pt x="133619" y="345"/>
                    <a:pt x="125620" y="12"/>
                  </a:cubicBezTo>
                  <a:cubicBezTo>
                    <a:pt x="121454" y="-155"/>
                    <a:pt x="118121" y="1428"/>
                    <a:pt x="115620" y="4845"/>
                  </a:cubicBezTo>
                  <a:cubicBezTo>
                    <a:pt x="111454" y="10594"/>
                    <a:pt x="112121" y="18510"/>
                    <a:pt x="111871" y="25176"/>
                  </a:cubicBezTo>
                  <a:cubicBezTo>
                    <a:pt x="111704" y="30342"/>
                    <a:pt x="110705" y="35592"/>
                    <a:pt x="111788" y="40508"/>
                  </a:cubicBezTo>
                  <a:cubicBezTo>
                    <a:pt x="105455" y="39842"/>
                    <a:pt x="98122" y="38842"/>
                    <a:pt x="91123" y="38758"/>
                  </a:cubicBezTo>
                  <a:cubicBezTo>
                    <a:pt x="91290" y="31259"/>
                    <a:pt x="94123" y="23426"/>
                    <a:pt x="92706" y="16094"/>
                  </a:cubicBezTo>
                  <a:cubicBezTo>
                    <a:pt x="92123" y="13177"/>
                    <a:pt x="90706" y="11594"/>
                    <a:pt x="87957" y="10678"/>
                  </a:cubicBezTo>
                  <a:cubicBezTo>
                    <a:pt x="80791" y="8261"/>
                    <a:pt x="70958" y="11677"/>
                    <a:pt x="63792" y="12594"/>
                  </a:cubicBezTo>
                  <a:cubicBezTo>
                    <a:pt x="54877" y="13677"/>
                    <a:pt x="45044" y="13511"/>
                    <a:pt x="36461" y="16260"/>
                  </a:cubicBezTo>
                  <a:cubicBezTo>
                    <a:pt x="22546" y="20760"/>
                    <a:pt x="27046" y="41591"/>
                    <a:pt x="27879" y="53174"/>
                  </a:cubicBezTo>
                  <a:cubicBezTo>
                    <a:pt x="28128" y="56423"/>
                    <a:pt x="28295" y="59673"/>
                    <a:pt x="28462" y="62923"/>
                  </a:cubicBezTo>
                  <a:cubicBezTo>
                    <a:pt x="16297" y="60506"/>
                    <a:pt x="3714" y="68089"/>
                    <a:pt x="4881" y="81921"/>
                  </a:cubicBezTo>
                  <a:cubicBezTo>
                    <a:pt x="6048" y="95587"/>
                    <a:pt x="10964" y="109585"/>
                    <a:pt x="13464" y="123084"/>
                  </a:cubicBezTo>
                  <a:cubicBezTo>
                    <a:pt x="14630" y="129333"/>
                    <a:pt x="15213" y="136250"/>
                    <a:pt x="17130" y="142499"/>
                  </a:cubicBezTo>
                  <a:cubicBezTo>
                    <a:pt x="14963" y="143999"/>
                    <a:pt x="13464" y="146499"/>
                    <a:pt x="13713" y="149165"/>
                  </a:cubicBezTo>
                  <a:cubicBezTo>
                    <a:pt x="16796" y="187162"/>
                    <a:pt x="9881" y="224408"/>
                    <a:pt x="10714" y="262488"/>
                  </a:cubicBezTo>
                  <a:cubicBezTo>
                    <a:pt x="11131" y="279570"/>
                    <a:pt x="10630" y="296319"/>
                    <a:pt x="12381" y="313317"/>
                  </a:cubicBezTo>
                  <a:cubicBezTo>
                    <a:pt x="12713" y="316733"/>
                    <a:pt x="13130" y="320150"/>
                    <a:pt x="13546" y="323566"/>
                  </a:cubicBezTo>
                  <a:cubicBezTo>
                    <a:pt x="11797" y="351147"/>
                    <a:pt x="10131" y="378728"/>
                    <a:pt x="8630" y="406225"/>
                  </a:cubicBezTo>
                  <a:cubicBezTo>
                    <a:pt x="4548" y="482302"/>
                    <a:pt x="3548" y="558461"/>
                    <a:pt x="1381" y="634621"/>
                  </a:cubicBezTo>
                  <a:cubicBezTo>
                    <a:pt x="882" y="651703"/>
                    <a:pt x="-952" y="668285"/>
                    <a:pt x="631" y="685367"/>
                  </a:cubicBezTo>
                  <a:cubicBezTo>
                    <a:pt x="1631" y="696532"/>
                    <a:pt x="1798" y="714697"/>
                    <a:pt x="12630" y="721697"/>
                  </a:cubicBezTo>
                  <a:cubicBezTo>
                    <a:pt x="22546" y="728113"/>
                    <a:pt x="31795" y="721697"/>
                    <a:pt x="38045" y="713864"/>
                  </a:cubicBezTo>
                  <a:cubicBezTo>
                    <a:pt x="50377" y="698449"/>
                    <a:pt x="61459" y="681201"/>
                    <a:pt x="72208" y="664619"/>
                  </a:cubicBezTo>
                  <a:cubicBezTo>
                    <a:pt x="116455" y="596375"/>
                    <a:pt x="159617" y="527464"/>
                    <a:pt x="201530" y="457554"/>
                  </a:cubicBezTo>
                  <a:cubicBezTo>
                    <a:pt x="224611" y="418891"/>
                    <a:pt x="248109" y="380394"/>
                    <a:pt x="269940" y="340981"/>
                  </a:cubicBezTo>
                  <a:cubicBezTo>
                    <a:pt x="280940" y="321150"/>
                    <a:pt x="293355" y="302151"/>
                    <a:pt x="304270" y="282320"/>
                  </a:cubicBezTo>
                  <a:cubicBezTo>
                    <a:pt x="313686" y="265238"/>
                    <a:pt x="326185" y="247656"/>
                    <a:pt x="332518" y="229241"/>
                  </a:cubicBezTo>
                  <a:cubicBezTo>
                    <a:pt x="333685" y="225908"/>
                    <a:pt x="331852" y="223158"/>
                    <a:pt x="329185" y="221575"/>
                  </a:cubicBezTo>
                  <a:cubicBezTo>
                    <a:pt x="333601" y="215992"/>
                    <a:pt x="337101" y="209326"/>
                    <a:pt x="340434" y="203660"/>
                  </a:cubicBezTo>
                  <a:cubicBezTo>
                    <a:pt x="348767" y="189578"/>
                    <a:pt x="357349" y="175746"/>
                    <a:pt x="365681" y="161747"/>
                  </a:cubicBezTo>
                  <a:cubicBezTo>
                    <a:pt x="369598" y="154498"/>
                    <a:pt x="378014" y="144082"/>
                    <a:pt x="375514" y="135166"/>
                  </a:cubicBezTo>
                  <a:lnTo>
                    <a:pt x="375514" y="135166"/>
                  </a:lnTo>
                  <a:close/>
                  <a:moveTo>
                    <a:pt x="331268" y="96503"/>
                  </a:moveTo>
                  <a:cubicBezTo>
                    <a:pt x="334434" y="97503"/>
                    <a:pt x="338184" y="97670"/>
                    <a:pt x="341184" y="98920"/>
                  </a:cubicBezTo>
                  <a:cubicBezTo>
                    <a:pt x="347267" y="101503"/>
                    <a:pt x="345434" y="98420"/>
                    <a:pt x="344434" y="104336"/>
                  </a:cubicBezTo>
                  <a:cubicBezTo>
                    <a:pt x="342518" y="116085"/>
                    <a:pt x="333434" y="129417"/>
                    <a:pt x="329435" y="140916"/>
                  </a:cubicBezTo>
                  <a:cubicBezTo>
                    <a:pt x="318353" y="172746"/>
                    <a:pt x="300604" y="201327"/>
                    <a:pt x="286438" y="231824"/>
                  </a:cubicBezTo>
                  <a:cubicBezTo>
                    <a:pt x="273857" y="235824"/>
                    <a:pt x="261275" y="239490"/>
                    <a:pt x="247776" y="241657"/>
                  </a:cubicBezTo>
                  <a:cubicBezTo>
                    <a:pt x="247693" y="241657"/>
                    <a:pt x="247693" y="241657"/>
                    <a:pt x="247609" y="241657"/>
                  </a:cubicBezTo>
                  <a:cubicBezTo>
                    <a:pt x="247609" y="241573"/>
                    <a:pt x="247693" y="241407"/>
                    <a:pt x="247693" y="241323"/>
                  </a:cubicBezTo>
                  <a:cubicBezTo>
                    <a:pt x="259192" y="212993"/>
                    <a:pt x="274023" y="186078"/>
                    <a:pt x="284190" y="157248"/>
                  </a:cubicBezTo>
                  <a:cubicBezTo>
                    <a:pt x="289189" y="143082"/>
                    <a:pt x="294438" y="129250"/>
                    <a:pt x="300271" y="115501"/>
                  </a:cubicBezTo>
                  <a:cubicBezTo>
                    <a:pt x="302938" y="109252"/>
                    <a:pt x="305771" y="103253"/>
                    <a:pt x="308854" y="97253"/>
                  </a:cubicBezTo>
                  <a:cubicBezTo>
                    <a:pt x="309770" y="95503"/>
                    <a:pt x="311520" y="89920"/>
                    <a:pt x="312937" y="88921"/>
                  </a:cubicBezTo>
                  <a:cubicBezTo>
                    <a:pt x="316270" y="86504"/>
                    <a:pt x="313187" y="88004"/>
                    <a:pt x="317270" y="89670"/>
                  </a:cubicBezTo>
                  <a:cubicBezTo>
                    <a:pt x="317603" y="89754"/>
                    <a:pt x="317852" y="89920"/>
                    <a:pt x="318103" y="90087"/>
                  </a:cubicBezTo>
                  <a:cubicBezTo>
                    <a:pt x="318769" y="93087"/>
                    <a:pt x="321686" y="94003"/>
                    <a:pt x="324436" y="93337"/>
                  </a:cubicBezTo>
                  <a:cubicBezTo>
                    <a:pt x="326685" y="94587"/>
                    <a:pt x="328935" y="95670"/>
                    <a:pt x="331268" y="96503"/>
                  </a:cubicBezTo>
                  <a:lnTo>
                    <a:pt x="331268" y="96503"/>
                  </a:lnTo>
                  <a:close/>
                  <a:moveTo>
                    <a:pt x="284273" y="43258"/>
                  </a:moveTo>
                  <a:cubicBezTo>
                    <a:pt x="287189" y="41258"/>
                    <a:pt x="303104" y="47174"/>
                    <a:pt x="306937" y="48091"/>
                  </a:cubicBezTo>
                  <a:cubicBezTo>
                    <a:pt x="314103" y="49757"/>
                    <a:pt x="321436" y="52091"/>
                    <a:pt x="328769" y="52840"/>
                  </a:cubicBezTo>
                  <a:cubicBezTo>
                    <a:pt x="329268" y="52924"/>
                    <a:pt x="331351" y="53257"/>
                    <a:pt x="332518" y="52757"/>
                  </a:cubicBezTo>
                  <a:cubicBezTo>
                    <a:pt x="331685" y="54174"/>
                    <a:pt x="330268" y="56007"/>
                    <a:pt x="330019" y="56507"/>
                  </a:cubicBezTo>
                  <a:cubicBezTo>
                    <a:pt x="326685" y="62840"/>
                    <a:pt x="322603" y="70339"/>
                    <a:pt x="320186" y="77921"/>
                  </a:cubicBezTo>
                  <a:cubicBezTo>
                    <a:pt x="313936" y="74422"/>
                    <a:pt x="309187" y="73005"/>
                    <a:pt x="304187" y="80338"/>
                  </a:cubicBezTo>
                  <a:cubicBezTo>
                    <a:pt x="295021" y="93837"/>
                    <a:pt x="288855" y="112002"/>
                    <a:pt x="283023" y="127167"/>
                  </a:cubicBezTo>
                  <a:cubicBezTo>
                    <a:pt x="272774" y="153915"/>
                    <a:pt x="263524" y="180996"/>
                    <a:pt x="253859" y="207910"/>
                  </a:cubicBezTo>
                  <a:cubicBezTo>
                    <a:pt x="258441" y="181995"/>
                    <a:pt x="262941" y="156081"/>
                    <a:pt x="270024" y="130500"/>
                  </a:cubicBezTo>
                  <a:cubicBezTo>
                    <a:pt x="272774" y="120501"/>
                    <a:pt x="282939" y="100586"/>
                    <a:pt x="277523" y="90337"/>
                  </a:cubicBezTo>
                  <a:cubicBezTo>
                    <a:pt x="276106" y="87587"/>
                    <a:pt x="273524" y="86004"/>
                    <a:pt x="270441" y="85254"/>
                  </a:cubicBezTo>
                  <a:cubicBezTo>
                    <a:pt x="274440" y="80421"/>
                    <a:pt x="276940" y="74172"/>
                    <a:pt x="278523" y="68172"/>
                  </a:cubicBezTo>
                  <a:cubicBezTo>
                    <a:pt x="279690" y="63173"/>
                    <a:pt x="279690" y="46341"/>
                    <a:pt x="284273" y="43258"/>
                  </a:cubicBezTo>
                  <a:lnTo>
                    <a:pt x="284273" y="43258"/>
                  </a:lnTo>
                  <a:close/>
                  <a:moveTo>
                    <a:pt x="255525" y="96920"/>
                  </a:moveTo>
                  <a:cubicBezTo>
                    <a:pt x="265108" y="96420"/>
                    <a:pt x="267191" y="95420"/>
                    <a:pt x="265358" y="105086"/>
                  </a:cubicBezTo>
                  <a:cubicBezTo>
                    <a:pt x="262442" y="120168"/>
                    <a:pt x="257942" y="135000"/>
                    <a:pt x="254109" y="149832"/>
                  </a:cubicBezTo>
                  <a:cubicBezTo>
                    <a:pt x="246192" y="180829"/>
                    <a:pt x="242527" y="212159"/>
                    <a:pt x="235860" y="243323"/>
                  </a:cubicBezTo>
                  <a:cubicBezTo>
                    <a:pt x="225778" y="244573"/>
                    <a:pt x="215362" y="245406"/>
                    <a:pt x="204947" y="245656"/>
                  </a:cubicBezTo>
                  <a:cubicBezTo>
                    <a:pt x="207613" y="238407"/>
                    <a:pt x="212446" y="212576"/>
                    <a:pt x="213029" y="208993"/>
                  </a:cubicBezTo>
                  <a:cubicBezTo>
                    <a:pt x="215611" y="192578"/>
                    <a:pt x="218445" y="176246"/>
                    <a:pt x="220528" y="159747"/>
                  </a:cubicBezTo>
                  <a:cubicBezTo>
                    <a:pt x="222195" y="146415"/>
                    <a:pt x="223028" y="132917"/>
                    <a:pt x="223278" y="119501"/>
                  </a:cubicBezTo>
                  <a:cubicBezTo>
                    <a:pt x="223361" y="115168"/>
                    <a:pt x="220612" y="98670"/>
                    <a:pt x="223778" y="96586"/>
                  </a:cubicBezTo>
                  <a:cubicBezTo>
                    <a:pt x="225278" y="95587"/>
                    <a:pt x="235194" y="97836"/>
                    <a:pt x="237860" y="97836"/>
                  </a:cubicBezTo>
                  <a:cubicBezTo>
                    <a:pt x="243776" y="98086"/>
                    <a:pt x="249609" y="97253"/>
                    <a:pt x="255525" y="96920"/>
                  </a:cubicBezTo>
                  <a:lnTo>
                    <a:pt x="255525" y="96920"/>
                  </a:lnTo>
                  <a:close/>
                  <a:moveTo>
                    <a:pt x="213695" y="72339"/>
                  </a:moveTo>
                  <a:cubicBezTo>
                    <a:pt x="213945" y="64839"/>
                    <a:pt x="211113" y="61673"/>
                    <a:pt x="206446" y="60423"/>
                  </a:cubicBezTo>
                  <a:cubicBezTo>
                    <a:pt x="210029" y="56090"/>
                    <a:pt x="211113" y="49424"/>
                    <a:pt x="212779" y="44341"/>
                  </a:cubicBezTo>
                  <a:cubicBezTo>
                    <a:pt x="213196" y="43091"/>
                    <a:pt x="216446" y="33509"/>
                    <a:pt x="214778" y="33342"/>
                  </a:cubicBezTo>
                  <a:cubicBezTo>
                    <a:pt x="217612" y="33009"/>
                    <a:pt x="230360" y="36009"/>
                    <a:pt x="232111" y="36175"/>
                  </a:cubicBezTo>
                  <a:cubicBezTo>
                    <a:pt x="236277" y="36509"/>
                    <a:pt x="243276" y="35509"/>
                    <a:pt x="246859" y="37175"/>
                  </a:cubicBezTo>
                  <a:cubicBezTo>
                    <a:pt x="250442" y="38842"/>
                    <a:pt x="250442" y="35009"/>
                    <a:pt x="248359" y="41925"/>
                  </a:cubicBezTo>
                  <a:cubicBezTo>
                    <a:pt x="247609" y="44508"/>
                    <a:pt x="246192" y="46924"/>
                    <a:pt x="245276" y="49424"/>
                  </a:cubicBezTo>
                  <a:cubicBezTo>
                    <a:pt x="241026" y="61173"/>
                    <a:pt x="238193" y="73589"/>
                    <a:pt x="235693" y="85838"/>
                  </a:cubicBezTo>
                  <a:cubicBezTo>
                    <a:pt x="227361" y="84504"/>
                    <a:pt x="218445" y="82421"/>
                    <a:pt x="213363" y="89670"/>
                  </a:cubicBezTo>
                  <a:cubicBezTo>
                    <a:pt x="210363" y="94003"/>
                    <a:pt x="210696" y="100836"/>
                    <a:pt x="210612" y="105836"/>
                  </a:cubicBezTo>
                  <a:cubicBezTo>
                    <a:pt x="210445" y="114918"/>
                    <a:pt x="210196" y="123917"/>
                    <a:pt x="209696" y="133000"/>
                  </a:cubicBezTo>
                  <a:cubicBezTo>
                    <a:pt x="207446" y="170413"/>
                    <a:pt x="196863" y="208076"/>
                    <a:pt x="198197" y="245740"/>
                  </a:cubicBezTo>
                  <a:cubicBezTo>
                    <a:pt x="187365" y="245740"/>
                    <a:pt x="176532" y="245073"/>
                    <a:pt x="166116" y="243490"/>
                  </a:cubicBezTo>
                  <a:cubicBezTo>
                    <a:pt x="167367" y="237490"/>
                    <a:pt x="170450" y="229991"/>
                    <a:pt x="171366" y="226158"/>
                  </a:cubicBezTo>
                  <a:cubicBezTo>
                    <a:pt x="174366" y="213993"/>
                    <a:pt x="177615" y="201994"/>
                    <a:pt x="180448" y="189828"/>
                  </a:cubicBezTo>
                  <a:cubicBezTo>
                    <a:pt x="185865" y="166914"/>
                    <a:pt x="192864" y="144249"/>
                    <a:pt x="199530" y="121751"/>
                  </a:cubicBezTo>
                  <a:cubicBezTo>
                    <a:pt x="204114" y="106336"/>
                    <a:pt x="213196" y="88504"/>
                    <a:pt x="213695" y="72339"/>
                  </a:cubicBezTo>
                  <a:lnTo>
                    <a:pt x="213695" y="72339"/>
                  </a:lnTo>
                  <a:close/>
                  <a:moveTo>
                    <a:pt x="166783" y="76338"/>
                  </a:moveTo>
                  <a:cubicBezTo>
                    <a:pt x="167116" y="74505"/>
                    <a:pt x="167283" y="67756"/>
                    <a:pt x="168366" y="65506"/>
                  </a:cubicBezTo>
                  <a:cubicBezTo>
                    <a:pt x="168200" y="67422"/>
                    <a:pt x="180032" y="69672"/>
                    <a:pt x="176365" y="68756"/>
                  </a:cubicBezTo>
                  <a:cubicBezTo>
                    <a:pt x="182365" y="70172"/>
                    <a:pt x="187948" y="70589"/>
                    <a:pt x="194114" y="70755"/>
                  </a:cubicBezTo>
                  <a:cubicBezTo>
                    <a:pt x="202697" y="71005"/>
                    <a:pt x="202363" y="73339"/>
                    <a:pt x="200030" y="81088"/>
                  </a:cubicBezTo>
                  <a:cubicBezTo>
                    <a:pt x="198030" y="87837"/>
                    <a:pt x="195781" y="94420"/>
                    <a:pt x="193780" y="101169"/>
                  </a:cubicBezTo>
                  <a:cubicBezTo>
                    <a:pt x="188198" y="119418"/>
                    <a:pt x="182948" y="137749"/>
                    <a:pt x="177782" y="156081"/>
                  </a:cubicBezTo>
                  <a:cubicBezTo>
                    <a:pt x="172282" y="175663"/>
                    <a:pt x="167783" y="195494"/>
                    <a:pt x="162200" y="215076"/>
                  </a:cubicBezTo>
                  <a:cubicBezTo>
                    <a:pt x="160201" y="222158"/>
                    <a:pt x="156118" y="232241"/>
                    <a:pt x="154951" y="241490"/>
                  </a:cubicBezTo>
                  <a:cubicBezTo>
                    <a:pt x="143619" y="238824"/>
                    <a:pt x="133036" y="234824"/>
                    <a:pt x="123037" y="229741"/>
                  </a:cubicBezTo>
                  <a:cubicBezTo>
                    <a:pt x="124787" y="223408"/>
                    <a:pt x="128536" y="217326"/>
                    <a:pt x="130536" y="211243"/>
                  </a:cubicBezTo>
                  <a:cubicBezTo>
                    <a:pt x="133036" y="203577"/>
                    <a:pt x="135203" y="195661"/>
                    <a:pt x="137036" y="187828"/>
                  </a:cubicBezTo>
                  <a:cubicBezTo>
                    <a:pt x="141286" y="168830"/>
                    <a:pt x="147201" y="150665"/>
                    <a:pt x="153117" y="132167"/>
                  </a:cubicBezTo>
                  <a:cubicBezTo>
                    <a:pt x="158951" y="113752"/>
                    <a:pt x="163117" y="95253"/>
                    <a:pt x="166783" y="76338"/>
                  </a:cubicBezTo>
                  <a:lnTo>
                    <a:pt x="166783" y="76338"/>
                  </a:lnTo>
                  <a:close/>
                  <a:moveTo>
                    <a:pt x="126537" y="10844"/>
                  </a:moveTo>
                  <a:cubicBezTo>
                    <a:pt x="128536" y="9428"/>
                    <a:pt x="137619" y="12427"/>
                    <a:pt x="140702" y="12594"/>
                  </a:cubicBezTo>
                  <a:cubicBezTo>
                    <a:pt x="149618" y="13011"/>
                    <a:pt x="158034" y="13261"/>
                    <a:pt x="166949" y="14844"/>
                  </a:cubicBezTo>
                  <a:cubicBezTo>
                    <a:pt x="178032" y="16844"/>
                    <a:pt x="174282" y="22427"/>
                    <a:pt x="171700" y="31092"/>
                  </a:cubicBezTo>
                  <a:cubicBezTo>
                    <a:pt x="169533" y="38342"/>
                    <a:pt x="166866" y="45924"/>
                    <a:pt x="165866" y="53424"/>
                  </a:cubicBezTo>
                  <a:cubicBezTo>
                    <a:pt x="165783" y="53757"/>
                    <a:pt x="165783" y="54090"/>
                    <a:pt x="165783" y="54507"/>
                  </a:cubicBezTo>
                  <a:cubicBezTo>
                    <a:pt x="163616" y="54424"/>
                    <a:pt x="161950" y="55007"/>
                    <a:pt x="159867" y="57423"/>
                  </a:cubicBezTo>
                  <a:cubicBezTo>
                    <a:pt x="156118" y="61840"/>
                    <a:pt x="156034" y="71672"/>
                    <a:pt x="154868" y="77005"/>
                  </a:cubicBezTo>
                  <a:cubicBezTo>
                    <a:pt x="152451" y="88421"/>
                    <a:pt x="150034" y="99753"/>
                    <a:pt x="147034" y="111002"/>
                  </a:cubicBezTo>
                  <a:cubicBezTo>
                    <a:pt x="141202" y="132250"/>
                    <a:pt x="132120" y="152831"/>
                    <a:pt x="127370" y="174330"/>
                  </a:cubicBezTo>
                  <a:cubicBezTo>
                    <a:pt x="126870" y="176579"/>
                    <a:pt x="126453" y="178746"/>
                    <a:pt x="125954" y="180996"/>
                  </a:cubicBezTo>
                  <a:cubicBezTo>
                    <a:pt x="127119" y="157248"/>
                    <a:pt x="128286" y="133416"/>
                    <a:pt x="131953" y="109919"/>
                  </a:cubicBezTo>
                  <a:cubicBezTo>
                    <a:pt x="134786" y="91670"/>
                    <a:pt x="139453" y="70922"/>
                    <a:pt x="137369" y="52341"/>
                  </a:cubicBezTo>
                  <a:cubicBezTo>
                    <a:pt x="136203" y="42425"/>
                    <a:pt x="129786" y="41508"/>
                    <a:pt x="121788" y="41008"/>
                  </a:cubicBezTo>
                  <a:cubicBezTo>
                    <a:pt x="122953" y="39092"/>
                    <a:pt x="123704" y="36842"/>
                    <a:pt x="124370" y="34425"/>
                  </a:cubicBezTo>
                  <a:cubicBezTo>
                    <a:pt x="125120" y="30759"/>
                    <a:pt x="124537" y="12344"/>
                    <a:pt x="126537" y="10844"/>
                  </a:cubicBezTo>
                  <a:lnTo>
                    <a:pt x="126537" y="10844"/>
                  </a:lnTo>
                  <a:close/>
                  <a:moveTo>
                    <a:pt x="85540" y="51757"/>
                  </a:moveTo>
                  <a:cubicBezTo>
                    <a:pt x="95790" y="48424"/>
                    <a:pt x="111955" y="52757"/>
                    <a:pt x="122454" y="53007"/>
                  </a:cubicBezTo>
                  <a:cubicBezTo>
                    <a:pt x="128953" y="53174"/>
                    <a:pt x="126286" y="51674"/>
                    <a:pt x="127203" y="56007"/>
                  </a:cubicBezTo>
                  <a:cubicBezTo>
                    <a:pt x="128620" y="63423"/>
                    <a:pt x="126787" y="75338"/>
                    <a:pt x="126120" y="82504"/>
                  </a:cubicBezTo>
                  <a:cubicBezTo>
                    <a:pt x="124454" y="100253"/>
                    <a:pt x="120371" y="117668"/>
                    <a:pt x="118121" y="135333"/>
                  </a:cubicBezTo>
                  <a:cubicBezTo>
                    <a:pt x="114455" y="164414"/>
                    <a:pt x="114621" y="193994"/>
                    <a:pt x="111454" y="223075"/>
                  </a:cubicBezTo>
                  <a:cubicBezTo>
                    <a:pt x="99289" y="215576"/>
                    <a:pt x="88124" y="206577"/>
                    <a:pt x="77458" y="196744"/>
                  </a:cubicBezTo>
                  <a:cubicBezTo>
                    <a:pt x="78291" y="190411"/>
                    <a:pt x="78958" y="181995"/>
                    <a:pt x="78958" y="181662"/>
                  </a:cubicBezTo>
                  <a:cubicBezTo>
                    <a:pt x="79291" y="172996"/>
                    <a:pt x="79125" y="164330"/>
                    <a:pt x="79457" y="155664"/>
                  </a:cubicBezTo>
                  <a:cubicBezTo>
                    <a:pt x="79958" y="139166"/>
                    <a:pt x="80457" y="122418"/>
                    <a:pt x="79457" y="105919"/>
                  </a:cubicBezTo>
                  <a:cubicBezTo>
                    <a:pt x="78708" y="94337"/>
                    <a:pt x="71208" y="56340"/>
                    <a:pt x="85540" y="51757"/>
                  </a:cubicBezTo>
                  <a:lnTo>
                    <a:pt x="85540" y="51757"/>
                  </a:lnTo>
                  <a:close/>
                  <a:moveTo>
                    <a:pt x="47960" y="26343"/>
                  </a:moveTo>
                  <a:cubicBezTo>
                    <a:pt x="53376" y="25260"/>
                    <a:pt x="58960" y="25176"/>
                    <a:pt x="64459" y="24593"/>
                  </a:cubicBezTo>
                  <a:cubicBezTo>
                    <a:pt x="66459" y="24343"/>
                    <a:pt x="82290" y="22176"/>
                    <a:pt x="80958" y="20843"/>
                  </a:cubicBezTo>
                  <a:cubicBezTo>
                    <a:pt x="83373" y="23343"/>
                    <a:pt x="79791" y="34259"/>
                    <a:pt x="79708" y="39842"/>
                  </a:cubicBezTo>
                  <a:cubicBezTo>
                    <a:pt x="78875" y="40092"/>
                    <a:pt x="77958" y="40258"/>
                    <a:pt x="77124" y="40508"/>
                  </a:cubicBezTo>
                  <a:cubicBezTo>
                    <a:pt x="64625" y="45091"/>
                    <a:pt x="64959" y="58673"/>
                    <a:pt x="64792" y="70089"/>
                  </a:cubicBezTo>
                  <a:cubicBezTo>
                    <a:pt x="64543" y="91087"/>
                    <a:pt x="66792" y="112002"/>
                    <a:pt x="67209" y="132917"/>
                  </a:cubicBezTo>
                  <a:cubicBezTo>
                    <a:pt x="67542" y="151331"/>
                    <a:pt x="67042" y="170246"/>
                    <a:pt x="68875" y="188745"/>
                  </a:cubicBezTo>
                  <a:cubicBezTo>
                    <a:pt x="60293" y="180246"/>
                    <a:pt x="52044" y="171330"/>
                    <a:pt x="43960" y="162414"/>
                  </a:cubicBezTo>
                  <a:cubicBezTo>
                    <a:pt x="44127" y="158164"/>
                    <a:pt x="44461" y="153831"/>
                    <a:pt x="44044" y="149498"/>
                  </a:cubicBezTo>
                  <a:cubicBezTo>
                    <a:pt x="43044" y="139083"/>
                    <a:pt x="41545" y="128750"/>
                    <a:pt x="41044" y="118251"/>
                  </a:cubicBezTo>
                  <a:cubicBezTo>
                    <a:pt x="40128" y="97836"/>
                    <a:pt x="41794" y="77672"/>
                    <a:pt x="40044" y="57340"/>
                  </a:cubicBezTo>
                  <a:cubicBezTo>
                    <a:pt x="39462" y="50007"/>
                    <a:pt x="37961" y="40592"/>
                    <a:pt x="39627" y="33342"/>
                  </a:cubicBezTo>
                  <a:cubicBezTo>
                    <a:pt x="41295" y="26593"/>
                    <a:pt x="40128" y="27926"/>
                    <a:pt x="47960" y="26343"/>
                  </a:cubicBezTo>
                  <a:lnTo>
                    <a:pt x="47960" y="26343"/>
                  </a:lnTo>
                  <a:close/>
                  <a:moveTo>
                    <a:pt x="16796" y="87254"/>
                  </a:moveTo>
                  <a:cubicBezTo>
                    <a:pt x="15047" y="74672"/>
                    <a:pt x="19796" y="74255"/>
                    <a:pt x="28712" y="74588"/>
                  </a:cubicBezTo>
                  <a:cubicBezTo>
                    <a:pt x="29129" y="91337"/>
                    <a:pt x="29129" y="108086"/>
                    <a:pt x="30795" y="124584"/>
                  </a:cubicBezTo>
                  <a:cubicBezTo>
                    <a:pt x="31712" y="133666"/>
                    <a:pt x="33129" y="142749"/>
                    <a:pt x="34545" y="151832"/>
                  </a:cubicBezTo>
                  <a:cubicBezTo>
                    <a:pt x="32045" y="148998"/>
                    <a:pt x="29462" y="146165"/>
                    <a:pt x="26963" y="143416"/>
                  </a:cubicBezTo>
                  <a:cubicBezTo>
                    <a:pt x="27295" y="131667"/>
                    <a:pt x="23129" y="117918"/>
                    <a:pt x="21296" y="107252"/>
                  </a:cubicBezTo>
                  <a:cubicBezTo>
                    <a:pt x="20046" y="100503"/>
                    <a:pt x="17713" y="93920"/>
                    <a:pt x="16796" y="87254"/>
                  </a:cubicBezTo>
                  <a:lnTo>
                    <a:pt x="16796" y="87254"/>
                  </a:lnTo>
                  <a:close/>
                  <a:moveTo>
                    <a:pt x="89457" y="606541"/>
                  </a:moveTo>
                  <a:cubicBezTo>
                    <a:pt x="68626" y="637621"/>
                    <a:pt x="49127" y="669618"/>
                    <a:pt x="26462" y="699532"/>
                  </a:cubicBezTo>
                  <a:cubicBezTo>
                    <a:pt x="20463" y="707448"/>
                    <a:pt x="21296" y="703199"/>
                    <a:pt x="19879" y="695032"/>
                  </a:cubicBezTo>
                  <a:cubicBezTo>
                    <a:pt x="18380" y="686367"/>
                    <a:pt x="17630" y="677201"/>
                    <a:pt x="17380" y="668368"/>
                  </a:cubicBezTo>
                  <a:cubicBezTo>
                    <a:pt x="16963" y="652120"/>
                    <a:pt x="18630" y="635871"/>
                    <a:pt x="18213" y="619623"/>
                  </a:cubicBezTo>
                  <a:cubicBezTo>
                    <a:pt x="16297" y="550046"/>
                    <a:pt x="18046" y="479719"/>
                    <a:pt x="20630" y="410225"/>
                  </a:cubicBezTo>
                  <a:cubicBezTo>
                    <a:pt x="21129" y="397226"/>
                    <a:pt x="21630" y="384144"/>
                    <a:pt x="22046" y="371145"/>
                  </a:cubicBezTo>
                  <a:cubicBezTo>
                    <a:pt x="22630" y="370645"/>
                    <a:pt x="23046" y="369979"/>
                    <a:pt x="23046" y="368979"/>
                  </a:cubicBezTo>
                  <a:cubicBezTo>
                    <a:pt x="23129" y="362812"/>
                    <a:pt x="22962" y="356646"/>
                    <a:pt x="22713" y="350564"/>
                  </a:cubicBezTo>
                  <a:cubicBezTo>
                    <a:pt x="24296" y="303735"/>
                    <a:pt x="25462" y="256905"/>
                    <a:pt x="25879" y="210076"/>
                  </a:cubicBezTo>
                  <a:cubicBezTo>
                    <a:pt x="27212" y="196161"/>
                    <a:pt x="28545" y="182329"/>
                    <a:pt x="28879" y="168413"/>
                  </a:cubicBezTo>
                  <a:cubicBezTo>
                    <a:pt x="31879" y="171746"/>
                    <a:pt x="34878" y="175163"/>
                    <a:pt x="37878" y="178496"/>
                  </a:cubicBezTo>
                  <a:cubicBezTo>
                    <a:pt x="38628" y="186578"/>
                    <a:pt x="39045" y="194744"/>
                    <a:pt x="40128" y="202910"/>
                  </a:cubicBezTo>
                  <a:cubicBezTo>
                    <a:pt x="41877" y="216159"/>
                    <a:pt x="45294" y="228408"/>
                    <a:pt x="48460" y="241323"/>
                  </a:cubicBezTo>
                  <a:cubicBezTo>
                    <a:pt x="56960" y="275654"/>
                    <a:pt x="65792" y="309151"/>
                    <a:pt x="78374" y="342398"/>
                  </a:cubicBezTo>
                  <a:cubicBezTo>
                    <a:pt x="89123" y="370895"/>
                    <a:pt x="99873" y="400559"/>
                    <a:pt x="118371" y="425057"/>
                  </a:cubicBezTo>
                  <a:cubicBezTo>
                    <a:pt x="126787" y="436223"/>
                    <a:pt x="135036" y="447555"/>
                    <a:pt x="143619" y="458554"/>
                  </a:cubicBezTo>
                  <a:cubicBezTo>
                    <a:pt x="151117" y="468220"/>
                    <a:pt x="159284" y="476886"/>
                    <a:pt x="167367" y="486051"/>
                  </a:cubicBezTo>
                  <a:cubicBezTo>
                    <a:pt x="142202" y="526714"/>
                    <a:pt x="116204" y="566794"/>
                    <a:pt x="89457" y="606541"/>
                  </a:cubicBezTo>
                  <a:lnTo>
                    <a:pt x="89457" y="606541"/>
                  </a:lnTo>
                  <a:close/>
                  <a:moveTo>
                    <a:pt x="294105" y="270487"/>
                  </a:moveTo>
                  <a:cubicBezTo>
                    <a:pt x="285273" y="287153"/>
                    <a:pt x="275607" y="303235"/>
                    <a:pt x="266191" y="319566"/>
                  </a:cubicBezTo>
                  <a:cubicBezTo>
                    <a:pt x="247609" y="351814"/>
                    <a:pt x="229111" y="383811"/>
                    <a:pt x="210196" y="415808"/>
                  </a:cubicBezTo>
                  <a:cubicBezTo>
                    <a:pt x="198280" y="435973"/>
                    <a:pt x="186198" y="455971"/>
                    <a:pt x="173949" y="475886"/>
                  </a:cubicBezTo>
                  <a:cubicBezTo>
                    <a:pt x="157450" y="457721"/>
                    <a:pt x="141702" y="439889"/>
                    <a:pt x="127954" y="419057"/>
                  </a:cubicBezTo>
                  <a:cubicBezTo>
                    <a:pt x="109872" y="391643"/>
                    <a:pt x="99289" y="358646"/>
                    <a:pt x="87291" y="328232"/>
                  </a:cubicBezTo>
                  <a:cubicBezTo>
                    <a:pt x="75208" y="297485"/>
                    <a:pt x="67209" y="265821"/>
                    <a:pt x="56876" y="234574"/>
                  </a:cubicBezTo>
                  <a:cubicBezTo>
                    <a:pt x="52126" y="220159"/>
                    <a:pt x="48711" y="205743"/>
                    <a:pt x="46210" y="190745"/>
                  </a:cubicBezTo>
                  <a:cubicBezTo>
                    <a:pt x="45960" y="189411"/>
                    <a:pt x="45794" y="188162"/>
                    <a:pt x="45628" y="186912"/>
                  </a:cubicBezTo>
                  <a:cubicBezTo>
                    <a:pt x="76958" y="220742"/>
                    <a:pt x="111621" y="250823"/>
                    <a:pt x="159950" y="258405"/>
                  </a:cubicBezTo>
                  <a:cubicBezTo>
                    <a:pt x="187948" y="262821"/>
                    <a:pt x="218278" y="261405"/>
                    <a:pt x="246109" y="256989"/>
                  </a:cubicBezTo>
                  <a:cubicBezTo>
                    <a:pt x="269190" y="253239"/>
                    <a:pt x="290105" y="246323"/>
                    <a:pt x="311853" y="239407"/>
                  </a:cubicBezTo>
                  <a:cubicBezTo>
                    <a:pt x="306270" y="250073"/>
                    <a:pt x="299354" y="260488"/>
                    <a:pt x="294105" y="270487"/>
                  </a:cubicBezTo>
                  <a:lnTo>
                    <a:pt x="294105" y="270487"/>
                  </a:lnTo>
                  <a:close/>
                  <a:moveTo>
                    <a:pt x="342601" y="176079"/>
                  </a:moveTo>
                  <a:cubicBezTo>
                    <a:pt x="334851" y="188412"/>
                    <a:pt x="327268" y="200660"/>
                    <a:pt x="319186" y="212826"/>
                  </a:cubicBezTo>
                  <a:cubicBezTo>
                    <a:pt x="316853" y="216409"/>
                    <a:pt x="314603" y="219242"/>
                    <a:pt x="314020" y="222825"/>
                  </a:cubicBezTo>
                  <a:cubicBezTo>
                    <a:pt x="309687" y="224158"/>
                    <a:pt x="305354" y="225575"/>
                    <a:pt x="301104" y="226991"/>
                  </a:cubicBezTo>
                  <a:cubicBezTo>
                    <a:pt x="308187" y="212576"/>
                    <a:pt x="315936" y="198494"/>
                    <a:pt x="322769" y="183995"/>
                  </a:cubicBezTo>
                  <a:cubicBezTo>
                    <a:pt x="331268" y="166164"/>
                    <a:pt x="337934" y="147749"/>
                    <a:pt x="346017" y="129750"/>
                  </a:cubicBezTo>
                  <a:cubicBezTo>
                    <a:pt x="346434" y="128834"/>
                    <a:pt x="346933" y="127750"/>
                    <a:pt x="347600" y="126667"/>
                  </a:cubicBezTo>
                  <a:cubicBezTo>
                    <a:pt x="348850" y="128167"/>
                    <a:pt x="350266" y="129417"/>
                    <a:pt x="352266" y="130833"/>
                  </a:cubicBezTo>
                  <a:cubicBezTo>
                    <a:pt x="358432" y="135166"/>
                    <a:pt x="363266" y="135250"/>
                    <a:pt x="361849" y="143666"/>
                  </a:cubicBezTo>
                  <a:cubicBezTo>
                    <a:pt x="360016" y="154248"/>
                    <a:pt x="348350" y="167163"/>
                    <a:pt x="342601" y="176079"/>
                  </a:cubicBezTo>
                  <a:lnTo>
                    <a:pt x="342601" y="176079"/>
                  </a:lnTo>
                  <a:close/>
                </a:path>
              </a:pathLst>
            </a:custGeom>
            <a:grpFill/>
            <a:ln w="8332" cap="flat">
              <a:noFill/>
              <a:prstDash val="solid"/>
              <a:miter/>
            </a:ln>
          </p:spPr>
          <p:txBody>
            <a:bodyPr rtlCol="0" anchor="ctr"/>
            <a:lstStyle/>
            <a:p>
              <a:endParaRPr lang="en-US"/>
            </a:p>
          </p:txBody>
        </p:sp>
        <p:sp>
          <p:nvSpPr>
            <p:cNvPr id="2034" name="Freeform: Shape 2033"/>
            <p:cNvSpPr/>
            <p:nvPr/>
          </p:nvSpPr>
          <p:spPr>
            <a:xfrm>
              <a:off x="11384420" y="450687"/>
              <a:ext cx="423759" cy="526990"/>
            </a:xfrm>
            <a:custGeom>
              <a:avLst/>
              <a:gdLst>
                <a:gd name="connsiteX0" fmla="*/ 423121 w 423759"/>
                <a:gd name="connsiteY0" fmla="*/ 248343 h 526990"/>
                <a:gd name="connsiteX1" fmla="*/ 410539 w 423759"/>
                <a:gd name="connsiteY1" fmla="*/ 222429 h 526990"/>
                <a:gd name="connsiteX2" fmla="*/ 403206 w 423759"/>
                <a:gd name="connsiteY2" fmla="*/ 202931 h 526990"/>
                <a:gd name="connsiteX3" fmla="*/ 411205 w 423759"/>
                <a:gd name="connsiteY3" fmla="*/ 180266 h 526990"/>
                <a:gd name="connsiteX4" fmla="*/ 406289 w 423759"/>
                <a:gd name="connsiteY4" fmla="*/ 125271 h 526990"/>
                <a:gd name="connsiteX5" fmla="*/ 376875 w 423759"/>
                <a:gd name="connsiteY5" fmla="*/ 107189 h 526990"/>
                <a:gd name="connsiteX6" fmla="*/ 383124 w 423759"/>
                <a:gd name="connsiteY6" fmla="*/ 71943 h 526990"/>
                <a:gd name="connsiteX7" fmla="*/ 358210 w 423759"/>
                <a:gd name="connsiteY7" fmla="*/ 25780 h 526990"/>
                <a:gd name="connsiteX8" fmla="*/ 329129 w 423759"/>
                <a:gd name="connsiteY8" fmla="*/ 21697 h 526990"/>
                <a:gd name="connsiteX9" fmla="*/ 308881 w 423759"/>
                <a:gd name="connsiteY9" fmla="*/ 31280 h 526990"/>
                <a:gd name="connsiteX10" fmla="*/ 308548 w 423759"/>
                <a:gd name="connsiteY10" fmla="*/ 30946 h 526990"/>
                <a:gd name="connsiteX11" fmla="*/ 253636 w 423759"/>
                <a:gd name="connsiteY11" fmla="*/ 1449 h 526990"/>
                <a:gd name="connsiteX12" fmla="*/ 192641 w 423759"/>
                <a:gd name="connsiteY12" fmla="*/ 10031 h 526990"/>
                <a:gd name="connsiteX13" fmla="*/ 135146 w 423759"/>
                <a:gd name="connsiteY13" fmla="*/ 40779 h 526990"/>
                <a:gd name="connsiteX14" fmla="*/ 74652 w 423759"/>
                <a:gd name="connsiteY14" fmla="*/ 58610 h 526990"/>
                <a:gd name="connsiteX15" fmla="*/ 38989 w 423759"/>
                <a:gd name="connsiteY15" fmla="*/ 107773 h 526990"/>
                <a:gd name="connsiteX16" fmla="*/ 38989 w 423759"/>
                <a:gd name="connsiteY16" fmla="*/ 141853 h 526990"/>
                <a:gd name="connsiteX17" fmla="*/ 14324 w 423759"/>
                <a:gd name="connsiteY17" fmla="*/ 168601 h 526990"/>
                <a:gd name="connsiteX18" fmla="*/ 2659 w 423759"/>
                <a:gd name="connsiteY18" fmla="*/ 224429 h 526990"/>
                <a:gd name="connsiteX19" fmla="*/ 40989 w 423759"/>
                <a:gd name="connsiteY19" fmla="*/ 258759 h 526990"/>
                <a:gd name="connsiteX20" fmla="*/ 41488 w 423759"/>
                <a:gd name="connsiteY20" fmla="*/ 264759 h 526990"/>
                <a:gd name="connsiteX21" fmla="*/ 37405 w 423759"/>
                <a:gd name="connsiteY21" fmla="*/ 302089 h 526990"/>
                <a:gd name="connsiteX22" fmla="*/ 34906 w 423759"/>
                <a:gd name="connsiteY22" fmla="*/ 372499 h 526990"/>
                <a:gd name="connsiteX23" fmla="*/ 40156 w 423759"/>
                <a:gd name="connsiteY23" fmla="*/ 440909 h 526990"/>
                <a:gd name="connsiteX24" fmla="*/ 72319 w 423759"/>
                <a:gd name="connsiteY24" fmla="*/ 478656 h 526990"/>
                <a:gd name="connsiteX25" fmla="*/ 206807 w 423759"/>
                <a:gd name="connsiteY25" fmla="*/ 525902 h 526990"/>
                <a:gd name="connsiteX26" fmla="*/ 264468 w 423759"/>
                <a:gd name="connsiteY26" fmla="*/ 520986 h 526990"/>
                <a:gd name="connsiteX27" fmla="*/ 295382 w 423759"/>
                <a:gd name="connsiteY27" fmla="*/ 477739 h 526990"/>
                <a:gd name="connsiteX28" fmla="*/ 325879 w 423759"/>
                <a:gd name="connsiteY28" fmla="*/ 401330 h 526990"/>
                <a:gd name="connsiteX29" fmla="*/ 353877 w 423759"/>
                <a:gd name="connsiteY29" fmla="*/ 327836 h 526990"/>
                <a:gd name="connsiteX30" fmla="*/ 353877 w 423759"/>
                <a:gd name="connsiteY30" fmla="*/ 327669 h 526990"/>
                <a:gd name="connsiteX31" fmla="*/ 401956 w 423759"/>
                <a:gd name="connsiteY31" fmla="*/ 300755 h 526990"/>
                <a:gd name="connsiteX32" fmla="*/ 423121 w 423759"/>
                <a:gd name="connsiteY32" fmla="*/ 248343 h 526990"/>
                <a:gd name="connsiteX33" fmla="*/ 423121 w 423759"/>
                <a:gd name="connsiteY33" fmla="*/ 248343 h 526990"/>
                <a:gd name="connsiteX34" fmla="*/ 73069 w 423759"/>
                <a:gd name="connsiteY34" fmla="*/ 462074 h 526990"/>
                <a:gd name="connsiteX35" fmla="*/ 51654 w 423759"/>
                <a:gd name="connsiteY35" fmla="*/ 431494 h 526990"/>
                <a:gd name="connsiteX36" fmla="*/ 48238 w 423759"/>
                <a:gd name="connsiteY36" fmla="*/ 387914 h 526990"/>
                <a:gd name="connsiteX37" fmla="*/ 47238 w 423759"/>
                <a:gd name="connsiteY37" fmla="*/ 312421 h 526990"/>
                <a:gd name="connsiteX38" fmla="*/ 49987 w 423759"/>
                <a:gd name="connsiteY38" fmla="*/ 276008 h 526990"/>
                <a:gd name="connsiteX39" fmla="*/ 49570 w 423759"/>
                <a:gd name="connsiteY39" fmla="*/ 261592 h 526990"/>
                <a:gd name="connsiteX40" fmla="*/ 84485 w 423759"/>
                <a:gd name="connsiteY40" fmla="*/ 268508 h 526990"/>
                <a:gd name="connsiteX41" fmla="*/ 88984 w 423759"/>
                <a:gd name="connsiteY41" fmla="*/ 269841 h 526990"/>
                <a:gd name="connsiteX42" fmla="*/ 84568 w 423759"/>
                <a:gd name="connsiteY42" fmla="*/ 308588 h 526990"/>
                <a:gd name="connsiteX43" fmla="*/ 79901 w 423759"/>
                <a:gd name="connsiteY43" fmla="*/ 358667 h 526990"/>
                <a:gd name="connsiteX44" fmla="*/ 76235 w 423759"/>
                <a:gd name="connsiteY44" fmla="*/ 411412 h 526990"/>
                <a:gd name="connsiteX45" fmla="*/ 75486 w 423759"/>
                <a:gd name="connsiteY45" fmla="*/ 464074 h 526990"/>
                <a:gd name="connsiteX46" fmla="*/ 73069 w 423759"/>
                <a:gd name="connsiteY46" fmla="*/ 462074 h 526990"/>
                <a:gd name="connsiteX47" fmla="*/ 73069 w 423759"/>
                <a:gd name="connsiteY47" fmla="*/ 462074 h 526990"/>
                <a:gd name="connsiteX48" fmla="*/ 82735 w 423759"/>
                <a:gd name="connsiteY48" fmla="*/ 469157 h 526990"/>
                <a:gd name="connsiteX49" fmla="*/ 81485 w 423759"/>
                <a:gd name="connsiteY49" fmla="*/ 464074 h 526990"/>
                <a:gd name="connsiteX50" fmla="*/ 84234 w 423759"/>
                <a:gd name="connsiteY50" fmla="*/ 448742 h 526990"/>
                <a:gd name="connsiteX51" fmla="*/ 84151 w 423759"/>
                <a:gd name="connsiteY51" fmla="*/ 422328 h 526990"/>
                <a:gd name="connsiteX52" fmla="*/ 87651 w 423759"/>
                <a:gd name="connsiteY52" fmla="*/ 367833 h 526990"/>
                <a:gd name="connsiteX53" fmla="*/ 91901 w 423759"/>
                <a:gd name="connsiteY53" fmla="*/ 313838 h 526990"/>
                <a:gd name="connsiteX54" fmla="*/ 95150 w 423759"/>
                <a:gd name="connsiteY54" fmla="*/ 272925 h 526990"/>
                <a:gd name="connsiteX55" fmla="*/ 101400 w 423759"/>
                <a:gd name="connsiteY55" fmla="*/ 281507 h 526990"/>
                <a:gd name="connsiteX56" fmla="*/ 108065 w 423759"/>
                <a:gd name="connsiteY56" fmla="*/ 295006 h 526990"/>
                <a:gd name="connsiteX57" fmla="*/ 133147 w 423759"/>
                <a:gd name="connsiteY57" fmla="*/ 315421 h 526990"/>
                <a:gd name="connsiteX58" fmla="*/ 116231 w 423759"/>
                <a:gd name="connsiteY58" fmla="*/ 487322 h 526990"/>
                <a:gd name="connsiteX59" fmla="*/ 82735 w 423759"/>
                <a:gd name="connsiteY59" fmla="*/ 469157 h 526990"/>
                <a:gd name="connsiteX60" fmla="*/ 82735 w 423759"/>
                <a:gd name="connsiteY60" fmla="*/ 469157 h 526990"/>
                <a:gd name="connsiteX61" fmla="*/ 194142 w 423759"/>
                <a:gd name="connsiteY61" fmla="*/ 320754 h 526990"/>
                <a:gd name="connsiteX62" fmla="*/ 180393 w 423759"/>
                <a:gd name="connsiteY62" fmla="*/ 365833 h 526990"/>
                <a:gd name="connsiteX63" fmla="*/ 168393 w 423759"/>
                <a:gd name="connsiteY63" fmla="*/ 420745 h 526990"/>
                <a:gd name="connsiteX64" fmla="*/ 158728 w 423759"/>
                <a:gd name="connsiteY64" fmla="*/ 464741 h 526990"/>
                <a:gd name="connsiteX65" fmla="*/ 151479 w 423759"/>
                <a:gd name="connsiteY65" fmla="*/ 500487 h 526990"/>
                <a:gd name="connsiteX66" fmla="*/ 143063 w 423759"/>
                <a:gd name="connsiteY66" fmla="*/ 497821 h 526990"/>
                <a:gd name="connsiteX67" fmla="*/ 124148 w 423759"/>
                <a:gd name="connsiteY67" fmla="*/ 490905 h 526990"/>
                <a:gd name="connsiteX68" fmla="*/ 129980 w 423759"/>
                <a:gd name="connsiteY68" fmla="*/ 400080 h 526990"/>
                <a:gd name="connsiteX69" fmla="*/ 137730 w 423759"/>
                <a:gd name="connsiteY69" fmla="*/ 317587 h 526990"/>
                <a:gd name="connsiteX70" fmla="*/ 159977 w 423759"/>
                <a:gd name="connsiteY70" fmla="*/ 322087 h 526990"/>
                <a:gd name="connsiteX71" fmla="*/ 192891 w 423759"/>
                <a:gd name="connsiteY71" fmla="*/ 321087 h 526990"/>
                <a:gd name="connsiteX72" fmla="*/ 194308 w 423759"/>
                <a:gd name="connsiteY72" fmla="*/ 320837 h 526990"/>
                <a:gd name="connsiteX73" fmla="*/ 194142 w 423759"/>
                <a:gd name="connsiteY73" fmla="*/ 320754 h 526990"/>
                <a:gd name="connsiteX74" fmla="*/ 194142 w 423759"/>
                <a:gd name="connsiteY74" fmla="*/ 320754 h 526990"/>
                <a:gd name="connsiteX75" fmla="*/ 204140 w 423759"/>
                <a:gd name="connsiteY75" fmla="*/ 473240 h 526990"/>
                <a:gd name="connsiteX76" fmla="*/ 195474 w 423759"/>
                <a:gd name="connsiteY76" fmla="*/ 510153 h 526990"/>
                <a:gd name="connsiteX77" fmla="*/ 161728 w 423759"/>
                <a:gd name="connsiteY77" fmla="*/ 503237 h 526990"/>
                <a:gd name="connsiteX78" fmla="*/ 176226 w 423759"/>
                <a:gd name="connsiteY78" fmla="*/ 422328 h 526990"/>
                <a:gd name="connsiteX79" fmla="*/ 185225 w 423759"/>
                <a:gd name="connsiteY79" fmla="*/ 372832 h 526990"/>
                <a:gd name="connsiteX80" fmla="*/ 197557 w 423759"/>
                <a:gd name="connsiteY80" fmla="*/ 321753 h 526990"/>
                <a:gd name="connsiteX81" fmla="*/ 196808 w 423759"/>
                <a:gd name="connsiteY81" fmla="*/ 319920 h 526990"/>
                <a:gd name="connsiteX82" fmla="*/ 213556 w 423759"/>
                <a:gd name="connsiteY82" fmla="*/ 322003 h 526990"/>
                <a:gd name="connsiteX83" fmla="*/ 226222 w 423759"/>
                <a:gd name="connsiteY83" fmla="*/ 333002 h 526990"/>
                <a:gd name="connsiteX84" fmla="*/ 244220 w 423759"/>
                <a:gd name="connsiteY84" fmla="*/ 342918 h 526990"/>
                <a:gd name="connsiteX85" fmla="*/ 217056 w 423759"/>
                <a:gd name="connsiteY85" fmla="*/ 429910 h 526990"/>
                <a:gd name="connsiteX86" fmla="*/ 204140 w 423759"/>
                <a:gd name="connsiteY86" fmla="*/ 473240 h 526990"/>
                <a:gd name="connsiteX87" fmla="*/ 204140 w 423759"/>
                <a:gd name="connsiteY87" fmla="*/ 473240 h 526990"/>
                <a:gd name="connsiteX88" fmla="*/ 204641 w 423759"/>
                <a:gd name="connsiteY88" fmla="*/ 511153 h 526990"/>
                <a:gd name="connsiteX89" fmla="*/ 213139 w 423759"/>
                <a:gd name="connsiteY89" fmla="*/ 477573 h 526990"/>
                <a:gd name="connsiteX90" fmla="*/ 225139 w 423759"/>
                <a:gd name="connsiteY90" fmla="*/ 431993 h 526990"/>
                <a:gd name="connsiteX91" fmla="*/ 248137 w 423759"/>
                <a:gd name="connsiteY91" fmla="*/ 344751 h 526990"/>
                <a:gd name="connsiteX92" fmla="*/ 288966 w 423759"/>
                <a:gd name="connsiteY92" fmla="*/ 350251 h 526990"/>
                <a:gd name="connsiteX93" fmla="*/ 291466 w 423759"/>
                <a:gd name="connsiteY93" fmla="*/ 349918 h 526990"/>
                <a:gd name="connsiteX94" fmla="*/ 255885 w 423759"/>
                <a:gd name="connsiteY94" fmla="*/ 439659 h 526990"/>
                <a:gd name="connsiteX95" fmla="*/ 238888 w 423759"/>
                <a:gd name="connsiteY95" fmla="*/ 483739 h 526990"/>
                <a:gd name="connsiteX96" fmla="*/ 227472 w 423759"/>
                <a:gd name="connsiteY96" fmla="*/ 511736 h 526990"/>
                <a:gd name="connsiteX97" fmla="*/ 222389 w 423759"/>
                <a:gd name="connsiteY97" fmla="*/ 511820 h 526990"/>
                <a:gd name="connsiteX98" fmla="*/ 204641 w 423759"/>
                <a:gd name="connsiteY98" fmla="*/ 511153 h 526990"/>
                <a:gd name="connsiteX99" fmla="*/ 204641 w 423759"/>
                <a:gd name="connsiteY99" fmla="*/ 511153 h 526990"/>
                <a:gd name="connsiteX100" fmla="*/ 310631 w 423759"/>
                <a:gd name="connsiteY100" fmla="*/ 399413 h 526990"/>
                <a:gd name="connsiteX101" fmla="*/ 281883 w 423759"/>
                <a:gd name="connsiteY101" fmla="*/ 470740 h 526990"/>
                <a:gd name="connsiteX102" fmla="*/ 257803 w 423759"/>
                <a:gd name="connsiteY102" fmla="*/ 507487 h 526990"/>
                <a:gd name="connsiteX103" fmla="*/ 240720 w 423759"/>
                <a:gd name="connsiteY103" fmla="*/ 511320 h 526990"/>
                <a:gd name="connsiteX104" fmla="*/ 294216 w 423759"/>
                <a:gd name="connsiteY104" fmla="*/ 349501 h 526990"/>
                <a:gd name="connsiteX105" fmla="*/ 337128 w 423759"/>
                <a:gd name="connsiteY105" fmla="*/ 331919 h 526990"/>
                <a:gd name="connsiteX106" fmla="*/ 310631 w 423759"/>
                <a:gd name="connsiteY106" fmla="*/ 399413 h 526990"/>
                <a:gd name="connsiteX107" fmla="*/ 310631 w 423759"/>
                <a:gd name="connsiteY107" fmla="*/ 399413 h 526990"/>
                <a:gd name="connsiteX108" fmla="*/ 400456 w 423759"/>
                <a:gd name="connsiteY108" fmla="*/ 277924 h 526990"/>
                <a:gd name="connsiteX109" fmla="*/ 348211 w 423759"/>
                <a:gd name="connsiteY109" fmla="*/ 314671 h 526990"/>
                <a:gd name="connsiteX110" fmla="*/ 328962 w 423759"/>
                <a:gd name="connsiteY110" fmla="*/ 318337 h 526990"/>
                <a:gd name="connsiteX111" fmla="*/ 302798 w 423759"/>
                <a:gd name="connsiteY111" fmla="*/ 331003 h 526990"/>
                <a:gd name="connsiteX112" fmla="*/ 242137 w 423759"/>
                <a:gd name="connsiteY112" fmla="*/ 325086 h 526990"/>
                <a:gd name="connsiteX113" fmla="*/ 218639 w 423759"/>
                <a:gd name="connsiteY113" fmla="*/ 306588 h 526990"/>
                <a:gd name="connsiteX114" fmla="*/ 197807 w 423759"/>
                <a:gd name="connsiteY114" fmla="*/ 303672 h 526990"/>
                <a:gd name="connsiteX115" fmla="*/ 135480 w 423759"/>
                <a:gd name="connsiteY115" fmla="*/ 299255 h 526990"/>
                <a:gd name="connsiteX116" fmla="*/ 115149 w 423759"/>
                <a:gd name="connsiteY116" fmla="*/ 272425 h 526990"/>
                <a:gd name="connsiteX117" fmla="*/ 105650 w 423759"/>
                <a:gd name="connsiteY117" fmla="*/ 256676 h 526990"/>
                <a:gd name="connsiteX118" fmla="*/ 82568 w 423759"/>
                <a:gd name="connsiteY118" fmla="*/ 251510 h 526990"/>
                <a:gd name="connsiteX119" fmla="*/ 53488 w 423759"/>
                <a:gd name="connsiteY119" fmla="*/ 245677 h 526990"/>
                <a:gd name="connsiteX120" fmla="*/ 21324 w 423759"/>
                <a:gd name="connsiteY120" fmla="*/ 226929 h 526990"/>
                <a:gd name="connsiteX121" fmla="*/ 21573 w 423759"/>
                <a:gd name="connsiteY121" fmla="*/ 185099 h 526990"/>
                <a:gd name="connsiteX122" fmla="*/ 55320 w 423759"/>
                <a:gd name="connsiteY122" fmla="*/ 148102 h 526990"/>
                <a:gd name="connsiteX123" fmla="*/ 56320 w 423759"/>
                <a:gd name="connsiteY123" fmla="*/ 132937 h 526990"/>
                <a:gd name="connsiteX124" fmla="*/ 64403 w 423759"/>
                <a:gd name="connsiteY124" fmla="*/ 90274 h 526990"/>
                <a:gd name="connsiteX125" fmla="*/ 124148 w 423759"/>
                <a:gd name="connsiteY125" fmla="*/ 58610 h 526990"/>
                <a:gd name="connsiteX126" fmla="*/ 169893 w 423759"/>
                <a:gd name="connsiteY126" fmla="*/ 42445 h 526990"/>
                <a:gd name="connsiteX127" fmla="*/ 231638 w 423759"/>
                <a:gd name="connsiteY127" fmla="*/ 11948 h 526990"/>
                <a:gd name="connsiteX128" fmla="*/ 300798 w 423759"/>
                <a:gd name="connsiteY128" fmla="*/ 35196 h 526990"/>
                <a:gd name="connsiteX129" fmla="*/ 308381 w 423759"/>
                <a:gd name="connsiteY129" fmla="*/ 45695 h 526990"/>
                <a:gd name="connsiteX130" fmla="*/ 325963 w 423759"/>
                <a:gd name="connsiteY130" fmla="*/ 36696 h 526990"/>
                <a:gd name="connsiteX131" fmla="*/ 354711 w 423759"/>
                <a:gd name="connsiteY131" fmla="*/ 40945 h 526990"/>
                <a:gd name="connsiteX132" fmla="*/ 356544 w 423759"/>
                <a:gd name="connsiteY132" fmla="*/ 98024 h 526990"/>
                <a:gd name="connsiteX133" fmla="*/ 372792 w 423759"/>
                <a:gd name="connsiteY133" fmla="*/ 123771 h 526990"/>
                <a:gd name="connsiteX134" fmla="*/ 398290 w 423759"/>
                <a:gd name="connsiteY134" fmla="*/ 141103 h 526990"/>
                <a:gd name="connsiteX135" fmla="*/ 396207 w 423759"/>
                <a:gd name="connsiteY135" fmla="*/ 175017 h 526990"/>
                <a:gd name="connsiteX136" fmla="*/ 390874 w 423759"/>
                <a:gd name="connsiteY136" fmla="*/ 218679 h 526990"/>
                <a:gd name="connsiteX137" fmla="*/ 402039 w 423759"/>
                <a:gd name="connsiteY137" fmla="*/ 238261 h 526990"/>
                <a:gd name="connsiteX138" fmla="*/ 400456 w 423759"/>
                <a:gd name="connsiteY138" fmla="*/ 277924 h 526990"/>
                <a:gd name="connsiteX139" fmla="*/ 400456 w 423759"/>
                <a:gd name="connsiteY139" fmla="*/ 277924 h 526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Lst>
              <a:rect l="l" t="t" r="r" b="b"/>
              <a:pathLst>
                <a:path w="423759" h="526990">
                  <a:moveTo>
                    <a:pt x="423121" y="248343"/>
                  </a:moveTo>
                  <a:cubicBezTo>
                    <a:pt x="421288" y="238928"/>
                    <a:pt x="415288" y="230512"/>
                    <a:pt x="410539" y="222429"/>
                  </a:cubicBezTo>
                  <a:cubicBezTo>
                    <a:pt x="406872" y="216180"/>
                    <a:pt x="403122" y="210513"/>
                    <a:pt x="403206" y="202931"/>
                  </a:cubicBezTo>
                  <a:cubicBezTo>
                    <a:pt x="403289" y="194432"/>
                    <a:pt x="407706" y="187849"/>
                    <a:pt x="411205" y="180266"/>
                  </a:cubicBezTo>
                  <a:cubicBezTo>
                    <a:pt x="419621" y="162184"/>
                    <a:pt x="421121" y="140520"/>
                    <a:pt x="406289" y="125271"/>
                  </a:cubicBezTo>
                  <a:cubicBezTo>
                    <a:pt x="397873" y="116689"/>
                    <a:pt x="385624" y="114522"/>
                    <a:pt x="376875" y="107189"/>
                  </a:cubicBezTo>
                  <a:cubicBezTo>
                    <a:pt x="369293" y="100773"/>
                    <a:pt x="381625" y="81025"/>
                    <a:pt x="383124" y="71943"/>
                  </a:cubicBezTo>
                  <a:cubicBezTo>
                    <a:pt x="386374" y="51861"/>
                    <a:pt x="376791" y="34113"/>
                    <a:pt x="358210" y="25780"/>
                  </a:cubicBezTo>
                  <a:cubicBezTo>
                    <a:pt x="349127" y="21697"/>
                    <a:pt x="338879" y="20197"/>
                    <a:pt x="329129" y="21697"/>
                  </a:cubicBezTo>
                  <a:cubicBezTo>
                    <a:pt x="321047" y="22864"/>
                    <a:pt x="315630" y="28197"/>
                    <a:pt x="308881" y="31280"/>
                  </a:cubicBezTo>
                  <a:cubicBezTo>
                    <a:pt x="308798" y="31196"/>
                    <a:pt x="308715" y="31030"/>
                    <a:pt x="308548" y="30946"/>
                  </a:cubicBezTo>
                  <a:cubicBezTo>
                    <a:pt x="291799" y="16614"/>
                    <a:pt x="275633" y="5615"/>
                    <a:pt x="253636" y="1449"/>
                  </a:cubicBezTo>
                  <a:cubicBezTo>
                    <a:pt x="233221" y="-2384"/>
                    <a:pt x="211390" y="1699"/>
                    <a:pt x="192641" y="10031"/>
                  </a:cubicBezTo>
                  <a:cubicBezTo>
                    <a:pt x="172310" y="19114"/>
                    <a:pt x="157894" y="38862"/>
                    <a:pt x="135146" y="40779"/>
                  </a:cubicBezTo>
                  <a:cubicBezTo>
                    <a:pt x="112732" y="42695"/>
                    <a:pt x="93483" y="45445"/>
                    <a:pt x="74652" y="58610"/>
                  </a:cubicBezTo>
                  <a:cubicBezTo>
                    <a:pt x="57487" y="70693"/>
                    <a:pt x="41738" y="85941"/>
                    <a:pt x="38989" y="107773"/>
                  </a:cubicBezTo>
                  <a:cubicBezTo>
                    <a:pt x="37572" y="118855"/>
                    <a:pt x="42488" y="131521"/>
                    <a:pt x="38989" y="141853"/>
                  </a:cubicBezTo>
                  <a:cubicBezTo>
                    <a:pt x="35405" y="152602"/>
                    <a:pt x="21573" y="159768"/>
                    <a:pt x="14324" y="168601"/>
                  </a:cubicBezTo>
                  <a:cubicBezTo>
                    <a:pt x="2159" y="183433"/>
                    <a:pt x="-3841" y="206014"/>
                    <a:pt x="2659" y="224429"/>
                  </a:cubicBezTo>
                  <a:cubicBezTo>
                    <a:pt x="8908" y="242261"/>
                    <a:pt x="23906" y="252510"/>
                    <a:pt x="40989" y="258759"/>
                  </a:cubicBezTo>
                  <a:cubicBezTo>
                    <a:pt x="41238" y="260759"/>
                    <a:pt x="41405" y="262675"/>
                    <a:pt x="41488" y="264759"/>
                  </a:cubicBezTo>
                  <a:cubicBezTo>
                    <a:pt x="41905" y="277257"/>
                    <a:pt x="38488" y="289756"/>
                    <a:pt x="37405" y="302089"/>
                  </a:cubicBezTo>
                  <a:cubicBezTo>
                    <a:pt x="35239" y="325503"/>
                    <a:pt x="34823" y="349084"/>
                    <a:pt x="34906" y="372499"/>
                  </a:cubicBezTo>
                  <a:cubicBezTo>
                    <a:pt x="34988" y="395080"/>
                    <a:pt x="34239" y="418995"/>
                    <a:pt x="40156" y="440909"/>
                  </a:cubicBezTo>
                  <a:cubicBezTo>
                    <a:pt x="44655" y="457408"/>
                    <a:pt x="58403" y="469323"/>
                    <a:pt x="72319" y="478656"/>
                  </a:cubicBezTo>
                  <a:cubicBezTo>
                    <a:pt x="112232" y="505403"/>
                    <a:pt x="159061" y="521402"/>
                    <a:pt x="206807" y="525902"/>
                  </a:cubicBezTo>
                  <a:cubicBezTo>
                    <a:pt x="224805" y="527568"/>
                    <a:pt x="247469" y="528235"/>
                    <a:pt x="264468" y="520986"/>
                  </a:cubicBezTo>
                  <a:cubicBezTo>
                    <a:pt x="280217" y="514319"/>
                    <a:pt x="288883" y="492238"/>
                    <a:pt x="295382" y="477739"/>
                  </a:cubicBezTo>
                  <a:cubicBezTo>
                    <a:pt x="306798" y="452575"/>
                    <a:pt x="315797" y="426911"/>
                    <a:pt x="325879" y="401330"/>
                  </a:cubicBezTo>
                  <a:cubicBezTo>
                    <a:pt x="335545" y="376748"/>
                    <a:pt x="346211" y="353084"/>
                    <a:pt x="353877" y="327836"/>
                  </a:cubicBezTo>
                  <a:cubicBezTo>
                    <a:pt x="353877" y="327753"/>
                    <a:pt x="353877" y="327753"/>
                    <a:pt x="353877" y="327669"/>
                  </a:cubicBezTo>
                  <a:cubicBezTo>
                    <a:pt x="371209" y="323587"/>
                    <a:pt x="389373" y="312421"/>
                    <a:pt x="401956" y="300755"/>
                  </a:cubicBezTo>
                  <a:cubicBezTo>
                    <a:pt x="414621" y="289006"/>
                    <a:pt x="426703" y="266592"/>
                    <a:pt x="423121" y="248343"/>
                  </a:cubicBezTo>
                  <a:lnTo>
                    <a:pt x="423121" y="248343"/>
                  </a:lnTo>
                  <a:close/>
                  <a:moveTo>
                    <a:pt x="73069" y="462074"/>
                  </a:moveTo>
                  <a:cubicBezTo>
                    <a:pt x="62320" y="453408"/>
                    <a:pt x="54654" y="445242"/>
                    <a:pt x="51654" y="431494"/>
                  </a:cubicBezTo>
                  <a:cubicBezTo>
                    <a:pt x="48571" y="417161"/>
                    <a:pt x="48821" y="402496"/>
                    <a:pt x="48238" y="387914"/>
                  </a:cubicBezTo>
                  <a:cubicBezTo>
                    <a:pt x="47238" y="362666"/>
                    <a:pt x="46571" y="337502"/>
                    <a:pt x="47238" y="312421"/>
                  </a:cubicBezTo>
                  <a:cubicBezTo>
                    <a:pt x="47571" y="300255"/>
                    <a:pt x="49488" y="288173"/>
                    <a:pt x="49987" y="276008"/>
                  </a:cubicBezTo>
                  <a:cubicBezTo>
                    <a:pt x="50154" y="271341"/>
                    <a:pt x="50321" y="266258"/>
                    <a:pt x="49570" y="261592"/>
                  </a:cubicBezTo>
                  <a:cubicBezTo>
                    <a:pt x="61069" y="264675"/>
                    <a:pt x="72902" y="265758"/>
                    <a:pt x="84485" y="268508"/>
                  </a:cubicBezTo>
                  <a:cubicBezTo>
                    <a:pt x="86151" y="268925"/>
                    <a:pt x="87568" y="269341"/>
                    <a:pt x="88984" y="269841"/>
                  </a:cubicBezTo>
                  <a:cubicBezTo>
                    <a:pt x="85651" y="282174"/>
                    <a:pt x="85568" y="296006"/>
                    <a:pt x="84568" y="308588"/>
                  </a:cubicBezTo>
                  <a:cubicBezTo>
                    <a:pt x="83151" y="325336"/>
                    <a:pt x="80818" y="341918"/>
                    <a:pt x="79901" y="358667"/>
                  </a:cubicBezTo>
                  <a:cubicBezTo>
                    <a:pt x="78901" y="376248"/>
                    <a:pt x="77235" y="393830"/>
                    <a:pt x="76235" y="411412"/>
                  </a:cubicBezTo>
                  <a:cubicBezTo>
                    <a:pt x="75235" y="428910"/>
                    <a:pt x="77152" y="446659"/>
                    <a:pt x="75486" y="464074"/>
                  </a:cubicBezTo>
                  <a:cubicBezTo>
                    <a:pt x="74735" y="463241"/>
                    <a:pt x="73819" y="462657"/>
                    <a:pt x="73069" y="462074"/>
                  </a:cubicBezTo>
                  <a:lnTo>
                    <a:pt x="73069" y="462074"/>
                  </a:lnTo>
                  <a:close/>
                  <a:moveTo>
                    <a:pt x="82735" y="469157"/>
                  </a:moveTo>
                  <a:cubicBezTo>
                    <a:pt x="83818" y="467574"/>
                    <a:pt x="83818" y="465324"/>
                    <a:pt x="81485" y="464074"/>
                  </a:cubicBezTo>
                  <a:cubicBezTo>
                    <a:pt x="86401" y="466657"/>
                    <a:pt x="84318" y="452825"/>
                    <a:pt x="84234" y="448742"/>
                  </a:cubicBezTo>
                  <a:cubicBezTo>
                    <a:pt x="84067" y="439909"/>
                    <a:pt x="83984" y="431160"/>
                    <a:pt x="84151" y="422328"/>
                  </a:cubicBezTo>
                  <a:cubicBezTo>
                    <a:pt x="84485" y="404163"/>
                    <a:pt x="86818" y="386081"/>
                    <a:pt x="87651" y="367833"/>
                  </a:cubicBezTo>
                  <a:cubicBezTo>
                    <a:pt x="88484" y="349751"/>
                    <a:pt x="90317" y="331836"/>
                    <a:pt x="91901" y="313838"/>
                  </a:cubicBezTo>
                  <a:cubicBezTo>
                    <a:pt x="93067" y="300339"/>
                    <a:pt x="95150" y="286590"/>
                    <a:pt x="95150" y="272925"/>
                  </a:cubicBezTo>
                  <a:cubicBezTo>
                    <a:pt x="97566" y="274924"/>
                    <a:pt x="99566" y="277591"/>
                    <a:pt x="101400" y="281507"/>
                  </a:cubicBezTo>
                  <a:cubicBezTo>
                    <a:pt x="103650" y="286173"/>
                    <a:pt x="105066" y="290590"/>
                    <a:pt x="108065" y="295006"/>
                  </a:cubicBezTo>
                  <a:cubicBezTo>
                    <a:pt x="114648" y="304588"/>
                    <a:pt x="123315" y="311171"/>
                    <a:pt x="133147" y="315421"/>
                  </a:cubicBezTo>
                  <a:cubicBezTo>
                    <a:pt x="124148" y="371832"/>
                    <a:pt x="117398" y="430160"/>
                    <a:pt x="116231" y="487322"/>
                  </a:cubicBezTo>
                  <a:cubicBezTo>
                    <a:pt x="104650" y="482239"/>
                    <a:pt x="93234" y="476239"/>
                    <a:pt x="82735" y="469157"/>
                  </a:cubicBezTo>
                  <a:lnTo>
                    <a:pt x="82735" y="469157"/>
                  </a:lnTo>
                  <a:close/>
                  <a:moveTo>
                    <a:pt x="194142" y="320754"/>
                  </a:moveTo>
                  <a:cubicBezTo>
                    <a:pt x="187225" y="334502"/>
                    <a:pt x="184726" y="351084"/>
                    <a:pt x="180393" y="365833"/>
                  </a:cubicBezTo>
                  <a:cubicBezTo>
                    <a:pt x="175060" y="383998"/>
                    <a:pt x="172476" y="402329"/>
                    <a:pt x="168393" y="420745"/>
                  </a:cubicBezTo>
                  <a:cubicBezTo>
                    <a:pt x="165144" y="435410"/>
                    <a:pt x="161728" y="450075"/>
                    <a:pt x="158728" y="464741"/>
                  </a:cubicBezTo>
                  <a:cubicBezTo>
                    <a:pt x="156478" y="475906"/>
                    <a:pt x="152312" y="488488"/>
                    <a:pt x="151479" y="500487"/>
                  </a:cubicBezTo>
                  <a:cubicBezTo>
                    <a:pt x="148645" y="499654"/>
                    <a:pt x="145812" y="498737"/>
                    <a:pt x="143063" y="497821"/>
                  </a:cubicBezTo>
                  <a:cubicBezTo>
                    <a:pt x="136813" y="495738"/>
                    <a:pt x="130397" y="493405"/>
                    <a:pt x="124148" y="490905"/>
                  </a:cubicBezTo>
                  <a:cubicBezTo>
                    <a:pt x="127648" y="460908"/>
                    <a:pt x="127897" y="430160"/>
                    <a:pt x="129980" y="400080"/>
                  </a:cubicBezTo>
                  <a:cubicBezTo>
                    <a:pt x="131814" y="372999"/>
                    <a:pt x="137813" y="344751"/>
                    <a:pt x="137730" y="317587"/>
                  </a:cubicBezTo>
                  <a:cubicBezTo>
                    <a:pt x="144729" y="320087"/>
                    <a:pt x="152228" y="321503"/>
                    <a:pt x="159977" y="322087"/>
                  </a:cubicBezTo>
                  <a:cubicBezTo>
                    <a:pt x="170893" y="322920"/>
                    <a:pt x="182059" y="322920"/>
                    <a:pt x="192891" y="321087"/>
                  </a:cubicBezTo>
                  <a:cubicBezTo>
                    <a:pt x="193391" y="321004"/>
                    <a:pt x="193808" y="320920"/>
                    <a:pt x="194308" y="320837"/>
                  </a:cubicBezTo>
                  <a:cubicBezTo>
                    <a:pt x="194225" y="320670"/>
                    <a:pt x="194142" y="320670"/>
                    <a:pt x="194142" y="320754"/>
                  </a:cubicBezTo>
                  <a:lnTo>
                    <a:pt x="194142" y="320754"/>
                  </a:lnTo>
                  <a:close/>
                  <a:moveTo>
                    <a:pt x="204140" y="473240"/>
                  </a:moveTo>
                  <a:cubicBezTo>
                    <a:pt x="200807" y="484572"/>
                    <a:pt x="196308" y="498237"/>
                    <a:pt x="195474" y="510153"/>
                  </a:cubicBezTo>
                  <a:cubicBezTo>
                    <a:pt x="184058" y="508653"/>
                    <a:pt x="172726" y="506237"/>
                    <a:pt x="161728" y="503237"/>
                  </a:cubicBezTo>
                  <a:cubicBezTo>
                    <a:pt x="168227" y="476823"/>
                    <a:pt x="171144" y="448909"/>
                    <a:pt x="176226" y="422328"/>
                  </a:cubicBezTo>
                  <a:cubicBezTo>
                    <a:pt x="179393" y="405746"/>
                    <a:pt x="181142" y="389247"/>
                    <a:pt x="185225" y="372832"/>
                  </a:cubicBezTo>
                  <a:cubicBezTo>
                    <a:pt x="189391" y="356250"/>
                    <a:pt x="191725" y="337669"/>
                    <a:pt x="197557" y="321753"/>
                  </a:cubicBezTo>
                  <a:cubicBezTo>
                    <a:pt x="197891" y="320920"/>
                    <a:pt x="197391" y="320254"/>
                    <a:pt x="196808" y="319920"/>
                  </a:cubicBezTo>
                  <a:cubicBezTo>
                    <a:pt x="202474" y="318670"/>
                    <a:pt x="206724" y="317587"/>
                    <a:pt x="213556" y="322003"/>
                  </a:cubicBezTo>
                  <a:cubicBezTo>
                    <a:pt x="218056" y="324920"/>
                    <a:pt x="221722" y="329836"/>
                    <a:pt x="226222" y="333002"/>
                  </a:cubicBezTo>
                  <a:cubicBezTo>
                    <a:pt x="231805" y="336919"/>
                    <a:pt x="237888" y="340252"/>
                    <a:pt x="244220" y="342918"/>
                  </a:cubicBezTo>
                  <a:cubicBezTo>
                    <a:pt x="236221" y="372082"/>
                    <a:pt x="225972" y="401163"/>
                    <a:pt x="217056" y="429910"/>
                  </a:cubicBezTo>
                  <a:cubicBezTo>
                    <a:pt x="212389" y="444492"/>
                    <a:pt x="208390" y="458908"/>
                    <a:pt x="204140" y="473240"/>
                  </a:cubicBezTo>
                  <a:lnTo>
                    <a:pt x="204140" y="473240"/>
                  </a:lnTo>
                  <a:close/>
                  <a:moveTo>
                    <a:pt x="204641" y="511153"/>
                  </a:moveTo>
                  <a:cubicBezTo>
                    <a:pt x="209390" y="500571"/>
                    <a:pt x="210306" y="488822"/>
                    <a:pt x="213139" y="477573"/>
                  </a:cubicBezTo>
                  <a:cubicBezTo>
                    <a:pt x="217056" y="462407"/>
                    <a:pt x="221139" y="447159"/>
                    <a:pt x="225139" y="431993"/>
                  </a:cubicBezTo>
                  <a:cubicBezTo>
                    <a:pt x="232805" y="403079"/>
                    <a:pt x="241720" y="373915"/>
                    <a:pt x="248137" y="344751"/>
                  </a:cubicBezTo>
                  <a:cubicBezTo>
                    <a:pt x="261135" y="349501"/>
                    <a:pt x="275134" y="351501"/>
                    <a:pt x="288966" y="350251"/>
                  </a:cubicBezTo>
                  <a:cubicBezTo>
                    <a:pt x="289799" y="350168"/>
                    <a:pt x="290633" y="350084"/>
                    <a:pt x="291466" y="349918"/>
                  </a:cubicBezTo>
                  <a:cubicBezTo>
                    <a:pt x="280133" y="379998"/>
                    <a:pt x="267718" y="409829"/>
                    <a:pt x="255885" y="439659"/>
                  </a:cubicBezTo>
                  <a:cubicBezTo>
                    <a:pt x="250136" y="454325"/>
                    <a:pt x="244887" y="469157"/>
                    <a:pt x="238888" y="483739"/>
                  </a:cubicBezTo>
                  <a:cubicBezTo>
                    <a:pt x="235137" y="492905"/>
                    <a:pt x="230555" y="502154"/>
                    <a:pt x="227472" y="511736"/>
                  </a:cubicBezTo>
                  <a:cubicBezTo>
                    <a:pt x="225721" y="511736"/>
                    <a:pt x="223972" y="511736"/>
                    <a:pt x="222389" y="511820"/>
                  </a:cubicBezTo>
                  <a:cubicBezTo>
                    <a:pt x="216556" y="511903"/>
                    <a:pt x="210640" y="511653"/>
                    <a:pt x="204641" y="511153"/>
                  </a:cubicBezTo>
                  <a:lnTo>
                    <a:pt x="204641" y="511153"/>
                  </a:lnTo>
                  <a:close/>
                  <a:moveTo>
                    <a:pt x="310631" y="399413"/>
                  </a:moveTo>
                  <a:cubicBezTo>
                    <a:pt x="301465" y="423494"/>
                    <a:pt x="292632" y="447325"/>
                    <a:pt x="281883" y="470740"/>
                  </a:cubicBezTo>
                  <a:cubicBezTo>
                    <a:pt x="276717" y="482072"/>
                    <a:pt x="269718" y="501737"/>
                    <a:pt x="257803" y="507487"/>
                  </a:cubicBezTo>
                  <a:cubicBezTo>
                    <a:pt x="252886" y="509903"/>
                    <a:pt x="246803" y="510903"/>
                    <a:pt x="240720" y="511320"/>
                  </a:cubicBezTo>
                  <a:cubicBezTo>
                    <a:pt x="260969" y="458574"/>
                    <a:pt x="280050" y="404246"/>
                    <a:pt x="294216" y="349501"/>
                  </a:cubicBezTo>
                  <a:cubicBezTo>
                    <a:pt x="309881" y="346584"/>
                    <a:pt x="322629" y="337252"/>
                    <a:pt x="337128" y="331919"/>
                  </a:cubicBezTo>
                  <a:cubicBezTo>
                    <a:pt x="329296" y="354917"/>
                    <a:pt x="319214" y="376748"/>
                    <a:pt x="310631" y="399413"/>
                  </a:cubicBezTo>
                  <a:lnTo>
                    <a:pt x="310631" y="399413"/>
                  </a:lnTo>
                  <a:close/>
                  <a:moveTo>
                    <a:pt x="400456" y="277924"/>
                  </a:moveTo>
                  <a:cubicBezTo>
                    <a:pt x="391041" y="293756"/>
                    <a:pt x="366542" y="311671"/>
                    <a:pt x="348211" y="314671"/>
                  </a:cubicBezTo>
                  <a:cubicBezTo>
                    <a:pt x="340878" y="315837"/>
                    <a:pt x="335962" y="315254"/>
                    <a:pt x="328962" y="318337"/>
                  </a:cubicBezTo>
                  <a:cubicBezTo>
                    <a:pt x="320047" y="322253"/>
                    <a:pt x="311964" y="327836"/>
                    <a:pt x="302798" y="331003"/>
                  </a:cubicBezTo>
                  <a:cubicBezTo>
                    <a:pt x="282883" y="337835"/>
                    <a:pt x="260469" y="334919"/>
                    <a:pt x="242137" y="325086"/>
                  </a:cubicBezTo>
                  <a:cubicBezTo>
                    <a:pt x="232887" y="320087"/>
                    <a:pt x="226971" y="312504"/>
                    <a:pt x="218639" y="306588"/>
                  </a:cubicBezTo>
                  <a:cubicBezTo>
                    <a:pt x="211723" y="301755"/>
                    <a:pt x="205806" y="302588"/>
                    <a:pt x="197807" y="303672"/>
                  </a:cubicBezTo>
                  <a:cubicBezTo>
                    <a:pt x="177809" y="306338"/>
                    <a:pt x="153978" y="309421"/>
                    <a:pt x="135480" y="299255"/>
                  </a:cubicBezTo>
                  <a:cubicBezTo>
                    <a:pt x="124231" y="293089"/>
                    <a:pt x="119398" y="283840"/>
                    <a:pt x="115149" y="272425"/>
                  </a:cubicBezTo>
                  <a:cubicBezTo>
                    <a:pt x="112815" y="266258"/>
                    <a:pt x="111482" y="260509"/>
                    <a:pt x="105650" y="256676"/>
                  </a:cubicBezTo>
                  <a:cubicBezTo>
                    <a:pt x="99150" y="252343"/>
                    <a:pt x="89984" y="252593"/>
                    <a:pt x="82568" y="251510"/>
                  </a:cubicBezTo>
                  <a:cubicBezTo>
                    <a:pt x="72819" y="250093"/>
                    <a:pt x="62987" y="248427"/>
                    <a:pt x="53488" y="245677"/>
                  </a:cubicBezTo>
                  <a:cubicBezTo>
                    <a:pt x="42239" y="242427"/>
                    <a:pt x="28156" y="237178"/>
                    <a:pt x="21324" y="226929"/>
                  </a:cubicBezTo>
                  <a:cubicBezTo>
                    <a:pt x="13075" y="214596"/>
                    <a:pt x="14741" y="197681"/>
                    <a:pt x="21573" y="185099"/>
                  </a:cubicBezTo>
                  <a:cubicBezTo>
                    <a:pt x="29573" y="170350"/>
                    <a:pt x="48737" y="163184"/>
                    <a:pt x="55320" y="148102"/>
                  </a:cubicBezTo>
                  <a:cubicBezTo>
                    <a:pt x="57487" y="143103"/>
                    <a:pt x="56737" y="138187"/>
                    <a:pt x="56320" y="132937"/>
                  </a:cubicBezTo>
                  <a:cubicBezTo>
                    <a:pt x="54903" y="117355"/>
                    <a:pt x="53904" y="103356"/>
                    <a:pt x="64403" y="90274"/>
                  </a:cubicBezTo>
                  <a:cubicBezTo>
                    <a:pt x="79152" y="71859"/>
                    <a:pt x="101066" y="61027"/>
                    <a:pt x="124148" y="58610"/>
                  </a:cubicBezTo>
                  <a:cubicBezTo>
                    <a:pt x="142813" y="56611"/>
                    <a:pt x="156645" y="56444"/>
                    <a:pt x="169893" y="42445"/>
                  </a:cubicBezTo>
                  <a:cubicBezTo>
                    <a:pt x="186058" y="25363"/>
                    <a:pt x="208390" y="14698"/>
                    <a:pt x="231638" y="11948"/>
                  </a:cubicBezTo>
                  <a:cubicBezTo>
                    <a:pt x="258719" y="8698"/>
                    <a:pt x="280133" y="19114"/>
                    <a:pt x="300798" y="35196"/>
                  </a:cubicBezTo>
                  <a:cubicBezTo>
                    <a:pt x="297715" y="39362"/>
                    <a:pt x="301631" y="47195"/>
                    <a:pt x="308381" y="45695"/>
                  </a:cubicBezTo>
                  <a:cubicBezTo>
                    <a:pt x="314964" y="44278"/>
                    <a:pt x="319797" y="38946"/>
                    <a:pt x="325963" y="36696"/>
                  </a:cubicBezTo>
                  <a:cubicBezTo>
                    <a:pt x="334961" y="33446"/>
                    <a:pt x="346877" y="36029"/>
                    <a:pt x="354711" y="40945"/>
                  </a:cubicBezTo>
                  <a:cubicBezTo>
                    <a:pt x="378542" y="55777"/>
                    <a:pt x="361293" y="78192"/>
                    <a:pt x="356544" y="98024"/>
                  </a:cubicBezTo>
                  <a:cubicBezTo>
                    <a:pt x="353294" y="111606"/>
                    <a:pt x="361626" y="118105"/>
                    <a:pt x="372792" y="123771"/>
                  </a:cubicBezTo>
                  <a:cubicBezTo>
                    <a:pt x="381708" y="128354"/>
                    <a:pt x="392790" y="132021"/>
                    <a:pt x="398290" y="141103"/>
                  </a:cubicBezTo>
                  <a:cubicBezTo>
                    <a:pt x="405039" y="152185"/>
                    <a:pt x="400956" y="164351"/>
                    <a:pt x="396207" y="175017"/>
                  </a:cubicBezTo>
                  <a:cubicBezTo>
                    <a:pt x="389457" y="190182"/>
                    <a:pt x="383708" y="202431"/>
                    <a:pt x="390874" y="218679"/>
                  </a:cubicBezTo>
                  <a:cubicBezTo>
                    <a:pt x="393873" y="225595"/>
                    <a:pt x="398373" y="231678"/>
                    <a:pt x="402039" y="238261"/>
                  </a:cubicBezTo>
                  <a:cubicBezTo>
                    <a:pt x="408955" y="251010"/>
                    <a:pt x="407955" y="265175"/>
                    <a:pt x="400456" y="277924"/>
                  </a:cubicBezTo>
                  <a:lnTo>
                    <a:pt x="400456" y="277924"/>
                  </a:lnTo>
                  <a:close/>
                </a:path>
              </a:pathLst>
            </a:custGeom>
            <a:grpFill/>
            <a:ln w="8332" cap="flat">
              <a:noFill/>
              <a:prstDash val="solid"/>
              <a:miter/>
            </a:ln>
          </p:spPr>
          <p:txBody>
            <a:bodyPr rtlCol="0" anchor="ctr"/>
            <a:lstStyle/>
            <a:p>
              <a:endParaRPr lang="en-US"/>
            </a:p>
          </p:txBody>
        </p:sp>
        <p:sp>
          <p:nvSpPr>
            <p:cNvPr id="2035" name="Freeform: Shape 2034"/>
            <p:cNvSpPr/>
            <p:nvPr/>
          </p:nvSpPr>
          <p:spPr>
            <a:xfrm>
              <a:off x="11468509" y="557283"/>
              <a:ext cx="134026" cy="164176"/>
            </a:xfrm>
            <a:custGeom>
              <a:avLst/>
              <a:gdLst>
                <a:gd name="connsiteX0" fmla="*/ 129300 w 134026"/>
                <a:gd name="connsiteY0" fmla="*/ 146330 h 164176"/>
                <a:gd name="connsiteX1" fmla="*/ 81305 w 134026"/>
                <a:gd name="connsiteY1" fmla="*/ 137498 h 164176"/>
                <a:gd name="connsiteX2" fmla="*/ 80889 w 134026"/>
                <a:gd name="connsiteY2" fmla="*/ 113084 h 164176"/>
                <a:gd name="connsiteX3" fmla="*/ 78472 w 134026"/>
                <a:gd name="connsiteY3" fmla="*/ 106834 h 164176"/>
                <a:gd name="connsiteX4" fmla="*/ 67722 w 134026"/>
                <a:gd name="connsiteY4" fmla="*/ 104668 h 164176"/>
                <a:gd name="connsiteX5" fmla="*/ 43142 w 134026"/>
                <a:gd name="connsiteY5" fmla="*/ 100501 h 164176"/>
                <a:gd name="connsiteX6" fmla="*/ 22060 w 134026"/>
                <a:gd name="connsiteY6" fmla="*/ 77087 h 164176"/>
                <a:gd name="connsiteX7" fmla="*/ 33809 w 134026"/>
                <a:gd name="connsiteY7" fmla="*/ 54755 h 164176"/>
                <a:gd name="connsiteX8" fmla="*/ 33559 w 134026"/>
                <a:gd name="connsiteY8" fmla="*/ 48173 h 164176"/>
                <a:gd name="connsiteX9" fmla="*/ 15477 w 134026"/>
                <a:gd name="connsiteY9" fmla="*/ 22175 h 164176"/>
                <a:gd name="connsiteX10" fmla="*/ 54224 w 134026"/>
                <a:gd name="connsiteY10" fmla="*/ 4593 h 164176"/>
                <a:gd name="connsiteX11" fmla="*/ 53391 w 134026"/>
                <a:gd name="connsiteY11" fmla="*/ 10 h 164176"/>
                <a:gd name="connsiteX12" fmla="*/ 3228 w 134026"/>
                <a:gd name="connsiteY12" fmla="*/ 19842 h 164176"/>
                <a:gd name="connsiteX13" fmla="*/ 2729 w 134026"/>
                <a:gd name="connsiteY13" fmla="*/ 38674 h 164176"/>
                <a:gd name="connsiteX14" fmla="*/ 12312 w 134026"/>
                <a:gd name="connsiteY14" fmla="*/ 48923 h 164176"/>
                <a:gd name="connsiteX15" fmla="*/ 19144 w 134026"/>
                <a:gd name="connsiteY15" fmla="*/ 52756 h 164176"/>
                <a:gd name="connsiteX16" fmla="*/ 7478 w 134026"/>
                <a:gd name="connsiteY16" fmla="*/ 75837 h 164176"/>
                <a:gd name="connsiteX17" fmla="*/ 14644 w 134026"/>
                <a:gd name="connsiteY17" fmla="*/ 99835 h 164176"/>
                <a:gd name="connsiteX18" fmla="*/ 34642 w 134026"/>
                <a:gd name="connsiteY18" fmla="*/ 113250 h 164176"/>
                <a:gd name="connsiteX19" fmla="*/ 52224 w 134026"/>
                <a:gd name="connsiteY19" fmla="*/ 116666 h 164176"/>
                <a:gd name="connsiteX20" fmla="*/ 69639 w 134026"/>
                <a:gd name="connsiteY20" fmla="*/ 115750 h 164176"/>
                <a:gd name="connsiteX21" fmla="*/ 70223 w 134026"/>
                <a:gd name="connsiteY21" fmla="*/ 118000 h 164176"/>
                <a:gd name="connsiteX22" fmla="*/ 68473 w 134026"/>
                <a:gd name="connsiteY22" fmla="*/ 126916 h 164176"/>
                <a:gd name="connsiteX23" fmla="*/ 68473 w 134026"/>
                <a:gd name="connsiteY23" fmla="*/ 138165 h 164176"/>
                <a:gd name="connsiteX24" fmla="*/ 80138 w 134026"/>
                <a:gd name="connsiteY24" fmla="*/ 155080 h 164176"/>
                <a:gd name="connsiteX25" fmla="*/ 132800 w 134026"/>
                <a:gd name="connsiteY25" fmla="*/ 154247 h 164176"/>
                <a:gd name="connsiteX26" fmla="*/ 129300 w 134026"/>
                <a:gd name="connsiteY26" fmla="*/ 146330 h 164176"/>
                <a:gd name="connsiteX27" fmla="*/ 129300 w 134026"/>
                <a:gd name="connsiteY27" fmla="*/ 146330 h 164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34026" h="164176">
                  <a:moveTo>
                    <a:pt x="129300" y="146330"/>
                  </a:moveTo>
                  <a:cubicBezTo>
                    <a:pt x="112802" y="148580"/>
                    <a:pt x="90971" y="157246"/>
                    <a:pt x="81305" y="137498"/>
                  </a:cubicBezTo>
                  <a:cubicBezTo>
                    <a:pt x="76889" y="128415"/>
                    <a:pt x="81888" y="122083"/>
                    <a:pt x="80889" y="113084"/>
                  </a:cubicBezTo>
                  <a:cubicBezTo>
                    <a:pt x="80638" y="110750"/>
                    <a:pt x="80388" y="108667"/>
                    <a:pt x="78472" y="106834"/>
                  </a:cubicBezTo>
                  <a:cubicBezTo>
                    <a:pt x="75806" y="104418"/>
                    <a:pt x="71056" y="104918"/>
                    <a:pt x="67722" y="104668"/>
                  </a:cubicBezTo>
                  <a:cubicBezTo>
                    <a:pt x="59390" y="103918"/>
                    <a:pt x="51141" y="103168"/>
                    <a:pt x="43142" y="100501"/>
                  </a:cubicBezTo>
                  <a:cubicBezTo>
                    <a:pt x="32226" y="96918"/>
                    <a:pt x="21893" y="89836"/>
                    <a:pt x="22060" y="77087"/>
                  </a:cubicBezTo>
                  <a:cubicBezTo>
                    <a:pt x="22227" y="67754"/>
                    <a:pt x="29393" y="62005"/>
                    <a:pt x="33809" y="54755"/>
                  </a:cubicBezTo>
                  <a:cubicBezTo>
                    <a:pt x="34976" y="52839"/>
                    <a:pt x="34809" y="49923"/>
                    <a:pt x="33559" y="48173"/>
                  </a:cubicBezTo>
                  <a:cubicBezTo>
                    <a:pt x="27310" y="39340"/>
                    <a:pt x="6395" y="37174"/>
                    <a:pt x="15477" y="22175"/>
                  </a:cubicBezTo>
                  <a:cubicBezTo>
                    <a:pt x="23060" y="9843"/>
                    <a:pt x="41309" y="7176"/>
                    <a:pt x="54224" y="4593"/>
                  </a:cubicBezTo>
                  <a:cubicBezTo>
                    <a:pt x="56807" y="4093"/>
                    <a:pt x="56058" y="-240"/>
                    <a:pt x="53391" y="10"/>
                  </a:cubicBezTo>
                  <a:cubicBezTo>
                    <a:pt x="36226" y="1677"/>
                    <a:pt x="13561" y="3593"/>
                    <a:pt x="3228" y="19842"/>
                  </a:cubicBezTo>
                  <a:cubicBezTo>
                    <a:pt x="-771" y="26175"/>
                    <a:pt x="-1188" y="32257"/>
                    <a:pt x="2729" y="38674"/>
                  </a:cubicBezTo>
                  <a:cubicBezTo>
                    <a:pt x="4979" y="42340"/>
                    <a:pt x="9062" y="46256"/>
                    <a:pt x="12312" y="48923"/>
                  </a:cubicBezTo>
                  <a:cubicBezTo>
                    <a:pt x="13811" y="50173"/>
                    <a:pt x="16727" y="51422"/>
                    <a:pt x="19144" y="52756"/>
                  </a:cubicBezTo>
                  <a:cubicBezTo>
                    <a:pt x="13727" y="59922"/>
                    <a:pt x="8395" y="65588"/>
                    <a:pt x="7478" y="75837"/>
                  </a:cubicBezTo>
                  <a:cubicBezTo>
                    <a:pt x="6728" y="84586"/>
                    <a:pt x="9062" y="93002"/>
                    <a:pt x="14644" y="99835"/>
                  </a:cubicBezTo>
                  <a:cubicBezTo>
                    <a:pt x="19727" y="106084"/>
                    <a:pt x="27143" y="110500"/>
                    <a:pt x="34642" y="113250"/>
                  </a:cubicBezTo>
                  <a:cubicBezTo>
                    <a:pt x="40392" y="115333"/>
                    <a:pt x="46058" y="116333"/>
                    <a:pt x="52224" y="116666"/>
                  </a:cubicBezTo>
                  <a:cubicBezTo>
                    <a:pt x="57724" y="117000"/>
                    <a:pt x="64390" y="115000"/>
                    <a:pt x="69639" y="115750"/>
                  </a:cubicBezTo>
                  <a:cubicBezTo>
                    <a:pt x="71889" y="112167"/>
                    <a:pt x="72139" y="112917"/>
                    <a:pt x="70223" y="118000"/>
                  </a:cubicBezTo>
                  <a:cubicBezTo>
                    <a:pt x="69556" y="120916"/>
                    <a:pt x="68889" y="123916"/>
                    <a:pt x="68473" y="126916"/>
                  </a:cubicBezTo>
                  <a:cubicBezTo>
                    <a:pt x="68056" y="130749"/>
                    <a:pt x="67639" y="134332"/>
                    <a:pt x="68473" y="138165"/>
                  </a:cubicBezTo>
                  <a:cubicBezTo>
                    <a:pt x="69889" y="145164"/>
                    <a:pt x="74556" y="150913"/>
                    <a:pt x="80138" y="155080"/>
                  </a:cubicBezTo>
                  <a:cubicBezTo>
                    <a:pt x="94803" y="165912"/>
                    <a:pt x="119718" y="168745"/>
                    <a:pt x="132800" y="154247"/>
                  </a:cubicBezTo>
                  <a:cubicBezTo>
                    <a:pt x="135466" y="151413"/>
                    <a:pt x="133550" y="145747"/>
                    <a:pt x="129300" y="146330"/>
                  </a:cubicBezTo>
                  <a:lnTo>
                    <a:pt x="129300" y="146330"/>
                  </a:lnTo>
                  <a:close/>
                </a:path>
              </a:pathLst>
            </a:custGeom>
            <a:grpFill/>
            <a:ln w="8332" cap="flat">
              <a:noFill/>
              <a:prstDash val="solid"/>
              <a:miter/>
            </a:ln>
          </p:spPr>
          <p:txBody>
            <a:bodyPr rtlCol="0" anchor="ctr"/>
            <a:lstStyle/>
            <a:p>
              <a:endParaRPr lang="en-US"/>
            </a:p>
          </p:txBody>
        </p:sp>
        <p:sp>
          <p:nvSpPr>
            <p:cNvPr id="2036" name="Freeform: Shape 2035"/>
            <p:cNvSpPr/>
            <p:nvPr/>
          </p:nvSpPr>
          <p:spPr>
            <a:xfrm>
              <a:off x="11646688" y="693664"/>
              <a:ext cx="95184" cy="45710"/>
            </a:xfrm>
            <a:custGeom>
              <a:avLst/>
              <a:gdLst>
                <a:gd name="connsiteX0" fmla="*/ 90858 w 95184"/>
                <a:gd name="connsiteY0" fmla="*/ 2117 h 45710"/>
                <a:gd name="connsiteX1" fmla="*/ 82526 w 95184"/>
                <a:gd name="connsiteY1" fmla="*/ 3534 h 45710"/>
                <a:gd name="connsiteX2" fmla="*/ 80693 w 95184"/>
                <a:gd name="connsiteY2" fmla="*/ 17699 h 45710"/>
                <a:gd name="connsiteX3" fmla="*/ 64944 w 95184"/>
                <a:gd name="connsiteY3" fmla="*/ 28865 h 45710"/>
                <a:gd name="connsiteX4" fmla="*/ 45779 w 95184"/>
                <a:gd name="connsiteY4" fmla="*/ 23282 h 45710"/>
                <a:gd name="connsiteX5" fmla="*/ 42863 w 95184"/>
                <a:gd name="connsiteY5" fmla="*/ 21032 h 45710"/>
                <a:gd name="connsiteX6" fmla="*/ 34614 w 95184"/>
                <a:gd name="connsiteY6" fmla="*/ 22032 h 45710"/>
                <a:gd name="connsiteX7" fmla="*/ 31197 w 95184"/>
                <a:gd name="connsiteY7" fmla="*/ 25115 h 45710"/>
                <a:gd name="connsiteX8" fmla="*/ 28781 w 95184"/>
                <a:gd name="connsiteY8" fmla="*/ 27865 h 45710"/>
                <a:gd name="connsiteX9" fmla="*/ 8866 w 95184"/>
                <a:gd name="connsiteY9" fmla="*/ 19616 h 45710"/>
                <a:gd name="connsiteX10" fmla="*/ 1866 w 95184"/>
                <a:gd name="connsiteY10" fmla="*/ 17033 h 45710"/>
                <a:gd name="connsiteX11" fmla="*/ 14615 w 95184"/>
                <a:gd name="connsiteY11" fmla="*/ 44530 h 45710"/>
                <a:gd name="connsiteX12" fmla="*/ 30948 w 95184"/>
                <a:gd name="connsiteY12" fmla="*/ 42280 h 45710"/>
                <a:gd name="connsiteX13" fmla="*/ 37446 w 95184"/>
                <a:gd name="connsiteY13" fmla="*/ 36031 h 45710"/>
                <a:gd name="connsiteX14" fmla="*/ 39529 w 95184"/>
                <a:gd name="connsiteY14" fmla="*/ 34281 h 45710"/>
                <a:gd name="connsiteX15" fmla="*/ 39863 w 95184"/>
                <a:gd name="connsiteY15" fmla="*/ 34614 h 45710"/>
                <a:gd name="connsiteX16" fmla="*/ 80943 w 95184"/>
                <a:gd name="connsiteY16" fmla="*/ 39864 h 45710"/>
                <a:gd name="connsiteX17" fmla="*/ 90858 w 95184"/>
                <a:gd name="connsiteY17" fmla="*/ 2117 h 45710"/>
                <a:gd name="connsiteX18" fmla="*/ 90858 w 95184"/>
                <a:gd name="connsiteY18" fmla="*/ 2117 h 45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5184" h="45710">
                  <a:moveTo>
                    <a:pt x="90858" y="2117"/>
                  </a:moveTo>
                  <a:cubicBezTo>
                    <a:pt x="88942" y="-1549"/>
                    <a:pt x="83359" y="-49"/>
                    <a:pt x="82526" y="3534"/>
                  </a:cubicBezTo>
                  <a:cubicBezTo>
                    <a:pt x="82276" y="4450"/>
                    <a:pt x="80109" y="19032"/>
                    <a:pt x="80693" y="17699"/>
                  </a:cubicBezTo>
                  <a:cubicBezTo>
                    <a:pt x="77860" y="23615"/>
                    <a:pt x="71194" y="28032"/>
                    <a:pt x="64944" y="28865"/>
                  </a:cubicBezTo>
                  <a:cubicBezTo>
                    <a:pt x="55445" y="30115"/>
                    <a:pt x="54862" y="27698"/>
                    <a:pt x="45779" y="23282"/>
                  </a:cubicBezTo>
                  <a:cubicBezTo>
                    <a:pt x="44696" y="22782"/>
                    <a:pt x="44280" y="21366"/>
                    <a:pt x="42863" y="21032"/>
                  </a:cubicBezTo>
                  <a:cubicBezTo>
                    <a:pt x="39613" y="20199"/>
                    <a:pt x="37446" y="20449"/>
                    <a:pt x="34614" y="22032"/>
                  </a:cubicBezTo>
                  <a:cubicBezTo>
                    <a:pt x="33197" y="22782"/>
                    <a:pt x="32364" y="24115"/>
                    <a:pt x="31197" y="25115"/>
                  </a:cubicBezTo>
                  <a:cubicBezTo>
                    <a:pt x="30364" y="26032"/>
                    <a:pt x="29531" y="26948"/>
                    <a:pt x="28781" y="27865"/>
                  </a:cubicBezTo>
                  <a:cubicBezTo>
                    <a:pt x="23365" y="35281"/>
                    <a:pt x="16698" y="32531"/>
                    <a:pt x="8866" y="19616"/>
                  </a:cubicBezTo>
                  <a:cubicBezTo>
                    <a:pt x="10199" y="15616"/>
                    <a:pt x="3700" y="13283"/>
                    <a:pt x="1866" y="17033"/>
                  </a:cubicBezTo>
                  <a:cubicBezTo>
                    <a:pt x="-3466" y="28032"/>
                    <a:pt x="3200" y="40197"/>
                    <a:pt x="14615" y="44530"/>
                  </a:cubicBezTo>
                  <a:cubicBezTo>
                    <a:pt x="20532" y="46780"/>
                    <a:pt x="25864" y="45697"/>
                    <a:pt x="30948" y="42280"/>
                  </a:cubicBezTo>
                  <a:cubicBezTo>
                    <a:pt x="32864" y="40947"/>
                    <a:pt x="36446" y="37947"/>
                    <a:pt x="37446" y="36031"/>
                  </a:cubicBezTo>
                  <a:cubicBezTo>
                    <a:pt x="38530" y="35364"/>
                    <a:pt x="39197" y="34781"/>
                    <a:pt x="39529" y="34281"/>
                  </a:cubicBezTo>
                  <a:cubicBezTo>
                    <a:pt x="39613" y="34364"/>
                    <a:pt x="39696" y="34531"/>
                    <a:pt x="39863" y="34614"/>
                  </a:cubicBezTo>
                  <a:cubicBezTo>
                    <a:pt x="48945" y="45030"/>
                    <a:pt x="69277" y="44780"/>
                    <a:pt x="80943" y="39864"/>
                  </a:cubicBezTo>
                  <a:cubicBezTo>
                    <a:pt x="97025" y="33198"/>
                    <a:pt x="98191" y="16116"/>
                    <a:pt x="90858" y="2117"/>
                  </a:cubicBezTo>
                  <a:lnTo>
                    <a:pt x="90858" y="2117"/>
                  </a:lnTo>
                  <a:close/>
                </a:path>
              </a:pathLst>
            </a:custGeom>
            <a:grpFill/>
            <a:ln w="8332" cap="flat">
              <a:noFill/>
              <a:prstDash val="solid"/>
              <a:miter/>
            </a:ln>
          </p:spPr>
          <p:txBody>
            <a:bodyPr rtlCol="0" anchor="ctr"/>
            <a:lstStyle/>
            <a:p>
              <a:endParaRPr lang="en-US"/>
            </a:p>
          </p:txBody>
        </p:sp>
        <p:sp>
          <p:nvSpPr>
            <p:cNvPr id="2037" name="Freeform: Shape 2036"/>
            <p:cNvSpPr/>
            <p:nvPr/>
          </p:nvSpPr>
          <p:spPr>
            <a:xfrm>
              <a:off x="11563561" y="496548"/>
              <a:ext cx="122042" cy="72194"/>
            </a:xfrm>
            <a:custGeom>
              <a:avLst/>
              <a:gdLst>
                <a:gd name="connsiteX0" fmla="*/ 121907 w 122042"/>
                <a:gd name="connsiteY0" fmla="*/ 25498 h 72194"/>
                <a:gd name="connsiteX1" fmla="*/ 74412 w 122042"/>
                <a:gd name="connsiteY1" fmla="*/ 1 h 72194"/>
                <a:gd name="connsiteX2" fmla="*/ 43081 w 122042"/>
                <a:gd name="connsiteY2" fmla="*/ 23415 h 72194"/>
                <a:gd name="connsiteX3" fmla="*/ 27166 w 122042"/>
                <a:gd name="connsiteY3" fmla="*/ 17916 h 72194"/>
                <a:gd name="connsiteX4" fmla="*/ 8334 w 122042"/>
                <a:gd name="connsiteY4" fmla="*/ 28081 h 72194"/>
                <a:gd name="connsiteX5" fmla="*/ 6501 w 122042"/>
                <a:gd name="connsiteY5" fmla="*/ 71244 h 72194"/>
                <a:gd name="connsiteX6" fmla="*/ 10417 w 122042"/>
                <a:gd name="connsiteY6" fmla="*/ 69411 h 72194"/>
                <a:gd name="connsiteX7" fmla="*/ 13584 w 122042"/>
                <a:gd name="connsiteY7" fmla="*/ 37914 h 72194"/>
                <a:gd name="connsiteX8" fmla="*/ 38915 w 122042"/>
                <a:gd name="connsiteY8" fmla="*/ 34247 h 72194"/>
                <a:gd name="connsiteX9" fmla="*/ 43914 w 122042"/>
                <a:gd name="connsiteY9" fmla="*/ 37914 h 72194"/>
                <a:gd name="connsiteX10" fmla="*/ 52580 w 122042"/>
                <a:gd name="connsiteY10" fmla="*/ 33914 h 72194"/>
                <a:gd name="connsiteX11" fmla="*/ 63996 w 122042"/>
                <a:gd name="connsiteY11" fmla="*/ 14249 h 72194"/>
                <a:gd name="connsiteX12" fmla="*/ 81994 w 122042"/>
                <a:gd name="connsiteY12" fmla="*/ 13666 h 72194"/>
                <a:gd name="connsiteX13" fmla="*/ 114991 w 122042"/>
                <a:gd name="connsiteY13" fmla="*/ 29914 h 72194"/>
                <a:gd name="connsiteX14" fmla="*/ 121907 w 122042"/>
                <a:gd name="connsiteY14" fmla="*/ 25498 h 72194"/>
                <a:gd name="connsiteX15" fmla="*/ 121907 w 122042"/>
                <a:gd name="connsiteY15" fmla="*/ 25498 h 7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2042" h="72194">
                  <a:moveTo>
                    <a:pt x="121907" y="25498"/>
                  </a:moveTo>
                  <a:cubicBezTo>
                    <a:pt x="116991" y="6250"/>
                    <a:pt x="92160" y="1"/>
                    <a:pt x="74412" y="1"/>
                  </a:cubicBezTo>
                  <a:cubicBezTo>
                    <a:pt x="56079" y="-83"/>
                    <a:pt x="47830" y="9166"/>
                    <a:pt x="43081" y="23415"/>
                  </a:cubicBezTo>
                  <a:cubicBezTo>
                    <a:pt x="38331" y="20249"/>
                    <a:pt x="34081" y="17416"/>
                    <a:pt x="27166" y="17916"/>
                  </a:cubicBezTo>
                  <a:cubicBezTo>
                    <a:pt x="20000" y="18416"/>
                    <a:pt x="12917" y="22748"/>
                    <a:pt x="8334" y="28081"/>
                  </a:cubicBezTo>
                  <a:cubicBezTo>
                    <a:pt x="-2581" y="40997"/>
                    <a:pt x="-2332" y="57912"/>
                    <a:pt x="6501" y="71244"/>
                  </a:cubicBezTo>
                  <a:cubicBezTo>
                    <a:pt x="7835" y="73244"/>
                    <a:pt x="11250" y="71827"/>
                    <a:pt x="10417" y="69411"/>
                  </a:cubicBezTo>
                  <a:cubicBezTo>
                    <a:pt x="6751" y="59412"/>
                    <a:pt x="6167" y="46663"/>
                    <a:pt x="13584" y="37914"/>
                  </a:cubicBezTo>
                  <a:cubicBezTo>
                    <a:pt x="21083" y="28998"/>
                    <a:pt x="28666" y="28165"/>
                    <a:pt x="38915" y="34247"/>
                  </a:cubicBezTo>
                  <a:cubicBezTo>
                    <a:pt x="40664" y="35331"/>
                    <a:pt x="41915" y="36831"/>
                    <a:pt x="43914" y="37914"/>
                  </a:cubicBezTo>
                  <a:cubicBezTo>
                    <a:pt x="47497" y="39830"/>
                    <a:pt x="51581" y="37664"/>
                    <a:pt x="52580" y="33914"/>
                  </a:cubicBezTo>
                  <a:cubicBezTo>
                    <a:pt x="54747" y="25748"/>
                    <a:pt x="53913" y="18832"/>
                    <a:pt x="63996" y="14249"/>
                  </a:cubicBezTo>
                  <a:cubicBezTo>
                    <a:pt x="69578" y="11749"/>
                    <a:pt x="76328" y="12749"/>
                    <a:pt x="81994" y="13666"/>
                  </a:cubicBezTo>
                  <a:cubicBezTo>
                    <a:pt x="95409" y="15916"/>
                    <a:pt x="104908" y="20915"/>
                    <a:pt x="114991" y="29914"/>
                  </a:cubicBezTo>
                  <a:cubicBezTo>
                    <a:pt x="118158" y="32831"/>
                    <a:pt x="122907" y="29581"/>
                    <a:pt x="121907" y="25498"/>
                  </a:cubicBezTo>
                  <a:lnTo>
                    <a:pt x="121907" y="25498"/>
                  </a:lnTo>
                  <a:close/>
                </a:path>
              </a:pathLst>
            </a:custGeom>
            <a:grpFill/>
            <a:ln w="8332" cap="flat">
              <a:noFill/>
              <a:prstDash val="solid"/>
              <a:miter/>
            </a:ln>
          </p:spPr>
          <p:txBody>
            <a:bodyPr rtlCol="0" anchor="ctr"/>
            <a:lstStyle/>
            <a:p>
              <a:endParaRPr lang="en-US"/>
            </a:p>
          </p:txBody>
        </p:sp>
        <p:sp>
          <p:nvSpPr>
            <p:cNvPr id="2038" name="Freeform: Shape 2037"/>
            <p:cNvSpPr/>
            <p:nvPr/>
          </p:nvSpPr>
          <p:spPr>
            <a:xfrm>
              <a:off x="11642542" y="568987"/>
              <a:ext cx="79386" cy="72137"/>
            </a:xfrm>
            <a:custGeom>
              <a:avLst/>
              <a:gdLst>
                <a:gd name="connsiteX0" fmla="*/ 79173 w 79386"/>
                <a:gd name="connsiteY0" fmla="*/ 36969 h 72137"/>
                <a:gd name="connsiteX1" fmla="*/ 52175 w 79386"/>
                <a:gd name="connsiteY1" fmla="*/ 17554 h 72137"/>
                <a:gd name="connsiteX2" fmla="*/ 42926 w 79386"/>
                <a:gd name="connsiteY2" fmla="*/ 19387 h 72137"/>
                <a:gd name="connsiteX3" fmla="*/ 40760 w 79386"/>
                <a:gd name="connsiteY3" fmla="*/ 19803 h 72137"/>
                <a:gd name="connsiteX4" fmla="*/ 40260 w 79386"/>
                <a:gd name="connsiteY4" fmla="*/ 18804 h 72137"/>
                <a:gd name="connsiteX5" fmla="*/ 34344 w 79386"/>
                <a:gd name="connsiteY5" fmla="*/ 3805 h 72137"/>
                <a:gd name="connsiteX6" fmla="*/ 1347 w 79386"/>
                <a:gd name="connsiteY6" fmla="*/ 9888 h 72137"/>
                <a:gd name="connsiteX7" fmla="*/ 4347 w 79386"/>
                <a:gd name="connsiteY7" fmla="*/ 14721 h 72137"/>
                <a:gd name="connsiteX8" fmla="*/ 22429 w 79386"/>
                <a:gd name="connsiteY8" fmla="*/ 7638 h 72137"/>
                <a:gd name="connsiteX9" fmla="*/ 29428 w 79386"/>
                <a:gd name="connsiteY9" fmla="*/ 22720 h 72137"/>
                <a:gd name="connsiteX10" fmla="*/ 34594 w 79386"/>
                <a:gd name="connsiteY10" fmla="*/ 31386 h 72137"/>
                <a:gd name="connsiteX11" fmla="*/ 54509 w 79386"/>
                <a:gd name="connsiteY11" fmla="*/ 30719 h 72137"/>
                <a:gd name="connsiteX12" fmla="*/ 51842 w 79386"/>
                <a:gd name="connsiteY12" fmla="*/ 62966 h 72137"/>
                <a:gd name="connsiteX13" fmla="*/ 57508 w 79386"/>
                <a:gd name="connsiteY13" fmla="*/ 71965 h 72137"/>
                <a:gd name="connsiteX14" fmla="*/ 79173 w 79386"/>
                <a:gd name="connsiteY14" fmla="*/ 36969 h 72137"/>
                <a:gd name="connsiteX15" fmla="*/ 79173 w 79386"/>
                <a:gd name="connsiteY15" fmla="*/ 36969 h 72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9386" h="72137">
                  <a:moveTo>
                    <a:pt x="79173" y="36969"/>
                  </a:moveTo>
                  <a:cubicBezTo>
                    <a:pt x="77423" y="22970"/>
                    <a:pt x="65342" y="16637"/>
                    <a:pt x="52175" y="17554"/>
                  </a:cubicBezTo>
                  <a:cubicBezTo>
                    <a:pt x="49009" y="17804"/>
                    <a:pt x="46009" y="18970"/>
                    <a:pt x="42926" y="19387"/>
                  </a:cubicBezTo>
                  <a:cubicBezTo>
                    <a:pt x="41927" y="19554"/>
                    <a:pt x="41260" y="19637"/>
                    <a:pt x="40760" y="19803"/>
                  </a:cubicBezTo>
                  <a:cubicBezTo>
                    <a:pt x="40676" y="19554"/>
                    <a:pt x="40593" y="19220"/>
                    <a:pt x="40260" y="18804"/>
                  </a:cubicBezTo>
                  <a:cubicBezTo>
                    <a:pt x="37343" y="14304"/>
                    <a:pt x="38927" y="8055"/>
                    <a:pt x="34344" y="3805"/>
                  </a:cubicBezTo>
                  <a:cubicBezTo>
                    <a:pt x="24178" y="-5444"/>
                    <a:pt x="10429" y="4388"/>
                    <a:pt x="1347" y="9888"/>
                  </a:cubicBezTo>
                  <a:cubicBezTo>
                    <a:pt x="-1819" y="11804"/>
                    <a:pt x="1180" y="16304"/>
                    <a:pt x="4347" y="14721"/>
                  </a:cubicBezTo>
                  <a:cubicBezTo>
                    <a:pt x="9346" y="12221"/>
                    <a:pt x="16679" y="6721"/>
                    <a:pt x="22429" y="7638"/>
                  </a:cubicBezTo>
                  <a:cubicBezTo>
                    <a:pt x="33677" y="9388"/>
                    <a:pt x="28845" y="17220"/>
                    <a:pt x="29428" y="22720"/>
                  </a:cubicBezTo>
                  <a:cubicBezTo>
                    <a:pt x="29845" y="26803"/>
                    <a:pt x="30678" y="29469"/>
                    <a:pt x="34594" y="31386"/>
                  </a:cubicBezTo>
                  <a:cubicBezTo>
                    <a:pt x="40676" y="34219"/>
                    <a:pt x="48093" y="30136"/>
                    <a:pt x="54509" y="30719"/>
                  </a:cubicBezTo>
                  <a:cubicBezTo>
                    <a:pt x="76090" y="32636"/>
                    <a:pt x="57759" y="54884"/>
                    <a:pt x="51842" y="62966"/>
                  </a:cubicBezTo>
                  <a:cubicBezTo>
                    <a:pt x="48593" y="67383"/>
                    <a:pt x="51925" y="73215"/>
                    <a:pt x="57508" y="71965"/>
                  </a:cubicBezTo>
                  <a:cubicBezTo>
                    <a:pt x="71757" y="68716"/>
                    <a:pt x="80924" y="50884"/>
                    <a:pt x="79173" y="36969"/>
                  </a:cubicBezTo>
                  <a:lnTo>
                    <a:pt x="79173" y="36969"/>
                  </a:lnTo>
                  <a:close/>
                </a:path>
              </a:pathLst>
            </a:custGeom>
            <a:grpFill/>
            <a:ln w="8332" cap="flat">
              <a:noFill/>
              <a:prstDash val="solid"/>
              <a:miter/>
            </a:ln>
          </p:spPr>
          <p:txBody>
            <a:bodyPr rtlCol="0" anchor="ctr"/>
            <a:lstStyle/>
            <a:p>
              <a:endParaRPr lang="en-US"/>
            </a:p>
          </p:txBody>
        </p:sp>
        <p:sp>
          <p:nvSpPr>
            <p:cNvPr id="2039" name="Freeform: Shape 2038"/>
            <p:cNvSpPr/>
            <p:nvPr/>
          </p:nvSpPr>
          <p:spPr>
            <a:xfrm>
              <a:off x="11571465" y="593939"/>
              <a:ext cx="34667" cy="47931"/>
            </a:xfrm>
            <a:custGeom>
              <a:avLst/>
              <a:gdLst>
                <a:gd name="connsiteX0" fmla="*/ 31677 w 34667"/>
                <a:gd name="connsiteY0" fmla="*/ 36514 h 47931"/>
                <a:gd name="connsiteX1" fmla="*/ 11762 w 34667"/>
                <a:gd name="connsiteY1" fmla="*/ 30765 h 47931"/>
                <a:gd name="connsiteX2" fmla="*/ 32178 w 34667"/>
                <a:gd name="connsiteY2" fmla="*/ 3684 h 47931"/>
                <a:gd name="connsiteX3" fmla="*/ 32927 w 34667"/>
                <a:gd name="connsiteY3" fmla="*/ 268 h 47931"/>
                <a:gd name="connsiteX4" fmla="*/ 15012 w 34667"/>
                <a:gd name="connsiteY4" fmla="*/ 7517 h 47931"/>
                <a:gd name="connsiteX5" fmla="*/ 13 w 34667"/>
                <a:gd name="connsiteY5" fmla="*/ 30348 h 47931"/>
                <a:gd name="connsiteX6" fmla="*/ 29095 w 34667"/>
                <a:gd name="connsiteY6" fmla="*/ 47680 h 47931"/>
                <a:gd name="connsiteX7" fmla="*/ 31677 w 34667"/>
                <a:gd name="connsiteY7" fmla="*/ 36514 h 47931"/>
                <a:gd name="connsiteX8" fmla="*/ 31677 w 34667"/>
                <a:gd name="connsiteY8" fmla="*/ 36514 h 47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667" h="47931">
                  <a:moveTo>
                    <a:pt x="31677" y="36514"/>
                  </a:moveTo>
                  <a:cubicBezTo>
                    <a:pt x="27177" y="33598"/>
                    <a:pt x="14595" y="35514"/>
                    <a:pt x="11762" y="30765"/>
                  </a:cubicBezTo>
                  <a:cubicBezTo>
                    <a:pt x="8180" y="24765"/>
                    <a:pt x="24928" y="2517"/>
                    <a:pt x="32178" y="3684"/>
                  </a:cubicBezTo>
                  <a:cubicBezTo>
                    <a:pt x="34427" y="4017"/>
                    <a:pt x="35177" y="601"/>
                    <a:pt x="32927" y="268"/>
                  </a:cubicBezTo>
                  <a:cubicBezTo>
                    <a:pt x="25011" y="-982"/>
                    <a:pt x="20762" y="2267"/>
                    <a:pt x="15012" y="7517"/>
                  </a:cubicBezTo>
                  <a:cubicBezTo>
                    <a:pt x="8763" y="13350"/>
                    <a:pt x="430" y="21182"/>
                    <a:pt x="13" y="30348"/>
                  </a:cubicBezTo>
                  <a:cubicBezTo>
                    <a:pt x="-570" y="43347"/>
                    <a:pt x="18596" y="49263"/>
                    <a:pt x="29095" y="47680"/>
                  </a:cubicBezTo>
                  <a:cubicBezTo>
                    <a:pt x="35010" y="46680"/>
                    <a:pt x="36760" y="39764"/>
                    <a:pt x="31677" y="36514"/>
                  </a:cubicBezTo>
                  <a:lnTo>
                    <a:pt x="31677" y="36514"/>
                  </a:lnTo>
                  <a:close/>
                </a:path>
              </a:pathLst>
            </a:custGeom>
            <a:grpFill/>
            <a:ln w="8332" cap="flat">
              <a:noFill/>
              <a:prstDash val="solid"/>
              <a:miter/>
            </a:ln>
          </p:spPr>
          <p:txBody>
            <a:bodyPr rtlCol="0" anchor="ctr"/>
            <a:lstStyle/>
            <a:p>
              <a:endParaRPr lang="en-US"/>
            </a:p>
          </p:txBody>
        </p:sp>
        <p:sp>
          <p:nvSpPr>
            <p:cNvPr id="2040" name="Freeform: Shape 2039"/>
            <p:cNvSpPr/>
            <p:nvPr/>
          </p:nvSpPr>
          <p:spPr>
            <a:xfrm>
              <a:off x="6623599" y="3314679"/>
              <a:ext cx="423736" cy="526990"/>
            </a:xfrm>
            <a:custGeom>
              <a:avLst/>
              <a:gdLst>
                <a:gd name="connsiteX0" fmla="*/ 423121 w 423736"/>
                <a:gd name="connsiteY0" fmla="*/ 248343 h 526990"/>
                <a:gd name="connsiteX1" fmla="*/ 410538 w 423736"/>
                <a:gd name="connsiteY1" fmla="*/ 222429 h 526990"/>
                <a:gd name="connsiteX2" fmla="*/ 403206 w 423736"/>
                <a:gd name="connsiteY2" fmla="*/ 202931 h 526990"/>
                <a:gd name="connsiteX3" fmla="*/ 411205 w 423736"/>
                <a:gd name="connsiteY3" fmla="*/ 180266 h 526990"/>
                <a:gd name="connsiteX4" fmla="*/ 406289 w 423736"/>
                <a:gd name="connsiteY4" fmla="*/ 125271 h 526990"/>
                <a:gd name="connsiteX5" fmla="*/ 376875 w 423736"/>
                <a:gd name="connsiteY5" fmla="*/ 107189 h 526990"/>
                <a:gd name="connsiteX6" fmla="*/ 383124 w 423736"/>
                <a:gd name="connsiteY6" fmla="*/ 71943 h 526990"/>
                <a:gd name="connsiteX7" fmla="*/ 358210 w 423736"/>
                <a:gd name="connsiteY7" fmla="*/ 25780 h 526990"/>
                <a:gd name="connsiteX8" fmla="*/ 329129 w 423736"/>
                <a:gd name="connsiteY8" fmla="*/ 21697 h 526990"/>
                <a:gd name="connsiteX9" fmla="*/ 308881 w 423736"/>
                <a:gd name="connsiteY9" fmla="*/ 31280 h 526990"/>
                <a:gd name="connsiteX10" fmla="*/ 308548 w 423736"/>
                <a:gd name="connsiteY10" fmla="*/ 30946 h 526990"/>
                <a:gd name="connsiteX11" fmla="*/ 253636 w 423736"/>
                <a:gd name="connsiteY11" fmla="*/ 1449 h 526990"/>
                <a:gd name="connsiteX12" fmla="*/ 192642 w 423736"/>
                <a:gd name="connsiteY12" fmla="*/ 10031 h 526990"/>
                <a:gd name="connsiteX13" fmla="*/ 135147 w 423736"/>
                <a:gd name="connsiteY13" fmla="*/ 40779 h 526990"/>
                <a:gd name="connsiteX14" fmla="*/ 74652 w 423736"/>
                <a:gd name="connsiteY14" fmla="*/ 58611 h 526990"/>
                <a:gd name="connsiteX15" fmla="*/ 38989 w 423736"/>
                <a:gd name="connsiteY15" fmla="*/ 107773 h 526990"/>
                <a:gd name="connsiteX16" fmla="*/ 38989 w 423736"/>
                <a:gd name="connsiteY16" fmla="*/ 141853 h 526990"/>
                <a:gd name="connsiteX17" fmla="*/ 14324 w 423736"/>
                <a:gd name="connsiteY17" fmla="*/ 168601 h 526990"/>
                <a:gd name="connsiteX18" fmla="*/ 2659 w 423736"/>
                <a:gd name="connsiteY18" fmla="*/ 224429 h 526990"/>
                <a:gd name="connsiteX19" fmla="*/ 40989 w 423736"/>
                <a:gd name="connsiteY19" fmla="*/ 258759 h 526990"/>
                <a:gd name="connsiteX20" fmla="*/ 41489 w 423736"/>
                <a:gd name="connsiteY20" fmla="*/ 264759 h 526990"/>
                <a:gd name="connsiteX21" fmla="*/ 37406 w 423736"/>
                <a:gd name="connsiteY21" fmla="*/ 302089 h 526990"/>
                <a:gd name="connsiteX22" fmla="*/ 34906 w 423736"/>
                <a:gd name="connsiteY22" fmla="*/ 372499 h 526990"/>
                <a:gd name="connsiteX23" fmla="*/ 40156 w 423736"/>
                <a:gd name="connsiteY23" fmla="*/ 440909 h 526990"/>
                <a:gd name="connsiteX24" fmla="*/ 72319 w 423736"/>
                <a:gd name="connsiteY24" fmla="*/ 478656 h 526990"/>
                <a:gd name="connsiteX25" fmla="*/ 206807 w 423736"/>
                <a:gd name="connsiteY25" fmla="*/ 525902 h 526990"/>
                <a:gd name="connsiteX26" fmla="*/ 264469 w 423736"/>
                <a:gd name="connsiteY26" fmla="*/ 520985 h 526990"/>
                <a:gd name="connsiteX27" fmla="*/ 295383 w 423736"/>
                <a:gd name="connsiteY27" fmla="*/ 477739 h 526990"/>
                <a:gd name="connsiteX28" fmla="*/ 325880 w 423736"/>
                <a:gd name="connsiteY28" fmla="*/ 401330 h 526990"/>
                <a:gd name="connsiteX29" fmla="*/ 353877 w 423736"/>
                <a:gd name="connsiteY29" fmla="*/ 327836 h 526990"/>
                <a:gd name="connsiteX30" fmla="*/ 353877 w 423736"/>
                <a:gd name="connsiteY30" fmla="*/ 327669 h 526990"/>
                <a:gd name="connsiteX31" fmla="*/ 401956 w 423736"/>
                <a:gd name="connsiteY31" fmla="*/ 300755 h 526990"/>
                <a:gd name="connsiteX32" fmla="*/ 423121 w 423736"/>
                <a:gd name="connsiteY32" fmla="*/ 248343 h 526990"/>
                <a:gd name="connsiteX33" fmla="*/ 423121 w 423736"/>
                <a:gd name="connsiteY33" fmla="*/ 248343 h 526990"/>
                <a:gd name="connsiteX34" fmla="*/ 73069 w 423736"/>
                <a:gd name="connsiteY34" fmla="*/ 461991 h 526990"/>
                <a:gd name="connsiteX35" fmla="*/ 51655 w 423736"/>
                <a:gd name="connsiteY35" fmla="*/ 431410 h 526990"/>
                <a:gd name="connsiteX36" fmla="*/ 48238 w 423736"/>
                <a:gd name="connsiteY36" fmla="*/ 387831 h 526990"/>
                <a:gd name="connsiteX37" fmla="*/ 47238 w 423736"/>
                <a:gd name="connsiteY37" fmla="*/ 312338 h 526990"/>
                <a:gd name="connsiteX38" fmla="*/ 49988 w 423736"/>
                <a:gd name="connsiteY38" fmla="*/ 275924 h 526990"/>
                <a:gd name="connsiteX39" fmla="*/ 49571 w 423736"/>
                <a:gd name="connsiteY39" fmla="*/ 261509 h 526990"/>
                <a:gd name="connsiteX40" fmla="*/ 84485 w 423736"/>
                <a:gd name="connsiteY40" fmla="*/ 268425 h 526990"/>
                <a:gd name="connsiteX41" fmla="*/ 88984 w 423736"/>
                <a:gd name="connsiteY41" fmla="*/ 269758 h 526990"/>
                <a:gd name="connsiteX42" fmla="*/ 84568 w 423736"/>
                <a:gd name="connsiteY42" fmla="*/ 308505 h 526990"/>
                <a:gd name="connsiteX43" fmla="*/ 79902 w 423736"/>
                <a:gd name="connsiteY43" fmla="*/ 358584 h 526990"/>
                <a:gd name="connsiteX44" fmla="*/ 76235 w 423736"/>
                <a:gd name="connsiteY44" fmla="*/ 411329 h 526990"/>
                <a:gd name="connsiteX45" fmla="*/ 75486 w 423736"/>
                <a:gd name="connsiteY45" fmla="*/ 463991 h 526990"/>
                <a:gd name="connsiteX46" fmla="*/ 73069 w 423736"/>
                <a:gd name="connsiteY46" fmla="*/ 461991 h 526990"/>
                <a:gd name="connsiteX47" fmla="*/ 73069 w 423736"/>
                <a:gd name="connsiteY47" fmla="*/ 461991 h 526990"/>
                <a:gd name="connsiteX48" fmla="*/ 82735 w 423736"/>
                <a:gd name="connsiteY48" fmla="*/ 469073 h 526990"/>
                <a:gd name="connsiteX49" fmla="*/ 81485 w 423736"/>
                <a:gd name="connsiteY49" fmla="*/ 463991 h 526990"/>
                <a:gd name="connsiteX50" fmla="*/ 84235 w 423736"/>
                <a:gd name="connsiteY50" fmla="*/ 448659 h 526990"/>
                <a:gd name="connsiteX51" fmla="*/ 84151 w 423736"/>
                <a:gd name="connsiteY51" fmla="*/ 422244 h 526990"/>
                <a:gd name="connsiteX52" fmla="*/ 87651 w 423736"/>
                <a:gd name="connsiteY52" fmla="*/ 367749 h 526990"/>
                <a:gd name="connsiteX53" fmla="*/ 91901 w 423736"/>
                <a:gd name="connsiteY53" fmla="*/ 313754 h 526990"/>
                <a:gd name="connsiteX54" fmla="*/ 95150 w 423736"/>
                <a:gd name="connsiteY54" fmla="*/ 272841 h 526990"/>
                <a:gd name="connsiteX55" fmla="*/ 101483 w 423736"/>
                <a:gd name="connsiteY55" fmla="*/ 281424 h 526990"/>
                <a:gd name="connsiteX56" fmla="*/ 108149 w 423736"/>
                <a:gd name="connsiteY56" fmla="*/ 294922 h 526990"/>
                <a:gd name="connsiteX57" fmla="*/ 133230 w 423736"/>
                <a:gd name="connsiteY57" fmla="*/ 315337 h 526990"/>
                <a:gd name="connsiteX58" fmla="*/ 116315 w 423736"/>
                <a:gd name="connsiteY58" fmla="*/ 487239 h 526990"/>
                <a:gd name="connsiteX59" fmla="*/ 82735 w 423736"/>
                <a:gd name="connsiteY59" fmla="*/ 469073 h 526990"/>
                <a:gd name="connsiteX60" fmla="*/ 82735 w 423736"/>
                <a:gd name="connsiteY60" fmla="*/ 469073 h 526990"/>
                <a:gd name="connsiteX61" fmla="*/ 194058 w 423736"/>
                <a:gd name="connsiteY61" fmla="*/ 320587 h 526990"/>
                <a:gd name="connsiteX62" fmla="*/ 180310 w 423736"/>
                <a:gd name="connsiteY62" fmla="*/ 365666 h 526990"/>
                <a:gd name="connsiteX63" fmla="*/ 168311 w 423736"/>
                <a:gd name="connsiteY63" fmla="*/ 420578 h 526990"/>
                <a:gd name="connsiteX64" fmla="*/ 158645 w 423736"/>
                <a:gd name="connsiteY64" fmla="*/ 464574 h 526990"/>
                <a:gd name="connsiteX65" fmla="*/ 151395 w 423736"/>
                <a:gd name="connsiteY65" fmla="*/ 500321 h 526990"/>
                <a:gd name="connsiteX66" fmla="*/ 142979 w 423736"/>
                <a:gd name="connsiteY66" fmla="*/ 497654 h 526990"/>
                <a:gd name="connsiteX67" fmla="*/ 124065 w 423736"/>
                <a:gd name="connsiteY67" fmla="*/ 490738 h 526990"/>
                <a:gd name="connsiteX68" fmla="*/ 129897 w 423736"/>
                <a:gd name="connsiteY68" fmla="*/ 399913 h 526990"/>
                <a:gd name="connsiteX69" fmla="*/ 137646 w 423736"/>
                <a:gd name="connsiteY69" fmla="*/ 317421 h 526990"/>
                <a:gd name="connsiteX70" fmla="*/ 159895 w 423736"/>
                <a:gd name="connsiteY70" fmla="*/ 321920 h 526990"/>
                <a:gd name="connsiteX71" fmla="*/ 192809 w 423736"/>
                <a:gd name="connsiteY71" fmla="*/ 320920 h 526990"/>
                <a:gd name="connsiteX72" fmla="*/ 194225 w 423736"/>
                <a:gd name="connsiteY72" fmla="*/ 320670 h 526990"/>
                <a:gd name="connsiteX73" fmla="*/ 194058 w 423736"/>
                <a:gd name="connsiteY73" fmla="*/ 320587 h 526990"/>
                <a:gd name="connsiteX74" fmla="*/ 194058 w 423736"/>
                <a:gd name="connsiteY74" fmla="*/ 320587 h 526990"/>
                <a:gd name="connsiteX75" fmla="*/ 204057 w 423736"/>
                <a:gd name="connsiteY75" fmla="*/ 473240 h 526990"/>
                <a:gd name="connsiteX76" fmla="*/ 195392 w 423736"/>
                <a:gd name="connsiteY76" fmla="*/ 510153 h 526990"/>
                <a:gd name="connsiteX77" fmla="*/ 161644 w 423736"/>
                <a:gd name="connsiteY77" fmla="*/ 503237 h 526990"/>
                <a:gd name="connsiteX78" fmla="*/ 176143 w 423736"/>
                <a:gd name="connsiteY78" fmla="*/ 422328 h 526990"/>
                <a:gd name="connsiteX79" fmla="*/ 185142 w 423736"/>
                <a:gd name="connsiteY79" fmla="*/ 372832 h 526990"/>
                <a:gd name="connsiteX80" fmla="*/ 197475 w 423736"/>
                <a:gd name="connsiteY80" fmla="*/ 321753 h 526990"/>
                <a:gd name="connsiteX81" fmla="*/ 196725 w 423736"/>
                <a:gd name="connsiteY81" fmla="*/ 319920 h 526990"/>
                <a:gd name="connsiteX82" fmla="*/ 213473 w 423736"/>
                <a:gd name="connsiteY82" fmla="*/ 322003 h 526990"/>
                <a:gd name="connsiteX83" fmla="*/ 226139 w 423736"/>
                <a:gd name="connsiteY83" fmla="*/ 333002 h 526990"/>
                <a:gd name="connsiteX84" fmla="*/ 244137 w 423736"/>
                <a:gd name="connsiteY84" fmla="*/ 342918 h 526990"/>
                <a:gd name="connsiteX85" fmla="*/ 216973 w 423736"/>
                <a:gd name="connsiteY85" fmla="*/ 429910 h 526990"/>
                <a:gd name="connsiteX86" fmla="*/ 204057 w 423736"/>
                <a:gd name="connsiteY86" fmla="*/ 473240 h 526990"/>
                <a:gd name="connsiteX87" fmla="*/ 204057 w 423736"/>
                <a:gd name="connsiteY87" fmla="*/ 473240 h 526990"/>
                <a:gd name="connsiteX88" fmla="*/ 204557 w 423736"/>
                <a:gd name="connsiteY88" fmla="*/ 511153 h 526990"/>
                <a:gd name="connsiteX89" fmla="*/ 213057 w 423736"/>
                <a:gd name="connsiteY89" fmla="*/ 477573 h 526990"/>
                <a:gd name="connsiteX90" fmla="*/ 225056 w 423736"/>
                <a:gd name="connsiteY90" fmla="*/ 431994 h 526990"/>
                <a:gd name="connsiteX91" fmla="*/ 248053 w 423736"/>
                <a:gd name="connsiteY91" fmla="*/ 344751 h 526990"/>
                <a:gd name="connsiteX92" fmla="*/ 288883 w 423736"/>
                <a:gd name="connsiteY92" fmla="*/ 350251 h 526990"/>
                <a:gd name="connsiteX93" fmla="*/ 291383 w 423736"/>
                <a:gd name="connsiteY93" fmla="*/ 349918 h 526990"/>
                <a:gd name="connsiteX94" fmla="*/ 255803 w 423736"/>
                <a:gd name="connsiteY94" fmla="*/ 439659 h 526990"/>
                <a:gd name="connsiteX95" fmla="*/ 238804 w 423736"/>
                <a:gd name="connsiteY95" fmla="*/ 483739 h 526990"/>
                <a:gd name="connsiteX96" fmla="*/ 227388 w 423736"/>
                <a:gd name="connsiteY96" fmla="*/ 511736 h 526990"/>
                <a:gd name="connsiteX97" fmla="*/ 222306 w 423736"/>
                <a:gd name="connsiteY97" fmla="*/ 511820 h 526990"/>
                <a:gd name="connsiteX98" fmla="*/ 204557 w 423736"/>
                <a:gd name="connsiteY98" fmla="*/ 511153 h 526990"/>
                <a:gd name="connsiteX99" fmla="*/ 204557 w 423736"/>
                <a:gd name="connsiteY99" fmla="*/ 511153 h 526990"/>
                <a:gd name="connsiteX100" fmla="*/ 310547 w 423736"/>
                <a:gd name="connsiteY100" fmla="*/ 399330 h 526990"/>
                <a:gd name="connsiteX101" fmla="*/ 281800 w 423736"/>
                <a:gd name="connsiteY101" fmla="*/ 470657 h 526990"/>
                <a:gd name="connsiteX102" fmla="*/ 257719 w 423736"/>
                <a:gd name="connsiteY102" fmla="*/ 507403 h 526990"/>
                <a:gd name="connsiteX103" fmla="*/ 240637 w 423736"/>
                <a:gd name="connsiteY103" fmla="*/ 511236 h 526990"/>
                <a:gd name="connsiteX104" fmla="*/ 294132 w 423736"/>
                <a:gd name="connsiteY104" fmla="*/ 349418 h 526990"/>
                <a:gd name="connsiteX105" fmla="*/ 337045 w 423736"/>
                <a:gd name="connsiteY105" fmla="*/ 331836 h 526990"/>
                <a:gd name="connsiteX106" fmla="*/ 310547 w 423736"/>
                <a:gd name="connsiteY106" fmla="*/ 399330 h 526990"/>
                <a:gd name="connsiteX107" fmla="*/ 310547 w 423736"/>
                <a:gd name="connsiteY107" fmla="*/ 399330 h 526990"/>
                <a:gd name="connsiteX108" fmla="*/ 400456 w 423736"/>
                <a:gd name="connsiteY108" fmla="*/ 277757 h 526990"/>
                <a:gd name="connsiteX109" fmla="*/ 348211 w 423736"/>
                <a:gd name="connsiteY109" fmla="*/ 314504 h 526990"/>
                <a:gd name="connsiteX110" fmla="*/ 328963 w 423736"/>
                <a:gd name="connsiteY110" fmla="*/ 318170 h 526990"/>
                <a:gd name="connsiteX111" fmla="*/ 302798 w 423736"/>
                <a:gd name="connsiteY111" fmla="*/ 330836 h 526990"/>
                <a:gd name="connsiteX112" fmla="*/ 242137 w 423736"/>
                <a:gd name="connsiteY112" fmla="*/ 324920 h 526990"/>
                <a:gd name="connsiteX113" fmla="*/ 218639 w 423736"/>
                <a:gd name="connsiteY113" fmla="*/ 306421 h 526990"/>
                <a:gd name="connsiteX114" fmla="*/ 197808 w 423736"/>
                <a:gd name="connsiteY114" fmla="*/ 303505 h 526990"/>
                <a:gd name="connsiteX115" fmla="*/ 135480 w 423736"/>
                <a:gd name="connsiteY115" fmla="*/ 299089 h 526990"/>
                <a:gd name="connsiteX116" fmla="*/ 115149 w 423736"/>
                <a:gd name="connsiteY116" fmla="*/ 272258 h 526990"/>
                <a:gd name="connsiteX117" fmla="*/ 105650 w 423736"/>
                <a:gd name="connsiteY117" fmla="*/ 256509 h 526990"/>
                <a:gd name="connsiteX118" fmla="*/ 82568 w 423736"/>
                <a:gd name="connsiteY118" fmla="*/ 251343 h 526990"/>
                <a:gd name="connsiteX119" fmla="*/ 53487 w 423736"/>
                <a:gd name="connsiteY119" fmla="*/ 245510 h 526990"/>
                <a:gd name="connsiteX120" fmla="*/ 21324 w 423736"/>
                <a:gd name="connsiteY120" fmla="*/ 226762 h 526990"/>
                <a:gd name="connsiteX121" fmla="*/ 21574 w 423736"/>
                <a:gd name="connsiteY121" fmla="*/ 184933 h 526990"/>
                <a:gd name="connsiteX122" fmla="*/ 55321 w 423736"/>
                <a:gd name="connsiteY122" fmla="*/ 147936 h 526990"/>
                <a:gd name="connsiteX123" fmla="*/ 56321 w 423736"/>
                <a:gd name="connsiteY123" fmla="*/ 132771 h 526990"/>
                <a:gd name="connsiteX124" fmla="*/ 64403 w 423736"/>
                <a:gd name="connsiteY124" fmla="*/ 90108 h 526990"/>
                <a:gd name="connsiteX125" fmla="*/ 124148 w 423736"/>
                <a:gd name="connsiteY125" fmla="*/ 58444 h 526990"/>
                <a:gd name="connsiteX126" fmla="*/ 169894 w 423736"/>
                <a:gd name="connsiteY126" fmla="*/ 42195 h 526990"/>
                <a:gd name="connsiteX127" fmla="*/ 231638 w 423736"/>
                <a:gd name="connsiteY127" fmla="*/ 11698 h 526990"/>
                <a:gd name="connsiteX128" fmla="*/ 300798 w 423736"/>
                <a:gd name="connsiteY128" fmla="*/ 34946 h 526990"/>
                <a:gd name="connsiteX129" fmla="*/ 308381 w 423736"/>
                <a:gd name="connsiteY129" fmla="*/ 45445 h 526990"/>
                <a:gd name="connsiteX130" fmla="*/ 325963 w 423736"/>
                <a:gd name="connsiteY130" fmla="*/ 36446 h 526990"/>
                <a:gd name="connsiteX131" fmla="*/ 354711 w 423736"/>
                <a:gd name="connsiteY131" fmla="*/ 40696 h 526990"/>
                <a:gd name="connsiteX132" fmla="*/ 356543 w 423736"/>
                <a:gd name="connsiteY132" fmla="*/ 97857 h 526990"/>
                <a:gd name="connsiteX133" fmla="*/ 372792 w 423736"/>
                <a:gd name="connsiteY133" fmla="*/ 123605 h 526990"/>
                <a:gd name="connsiteX134" fmla="*/ 398290 w 423736"/>
                <a:gd name="connsiteY134" fmla="*/ 140937 h 526990"/>
                <a:gd name="connsiteX135" fmla="*/ 396207 w 423736"/>
                <a:gd name="connsiteY135" fmla="*/ 174850 h 526990"/>
                <a:gd name="connsiteX136" fmla="*/ 390874 w 423736"/>
                <a:gd name="connsiteY136" fmla="*/ 218513 h 526990"/>
                <a:gd name="connsiteX137" fmla="*/ 402040 w 423736"/>
                <a:gd name="connsiteY137" fmla="*/ 238094 h 526990"/>
                <a:gd name="connsiteX138" fmla="*/ 400456 w 423736"/>
                <a:gd name="connsiteY138" fmla="*/ 277757 h 526990"/>
                <a:gd name="connsiteX139" fmla="*/ 400456 w 423736"/>
                <a:gd name="connsiteY139" fmla="*/ 277757 h 526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Lst>
              <a:rect l="l" t="t" r="r" b="b"/>
              <a:pathLst>
                <a:path w="423736" h="526990">
                  <a:moveTo>
                    <a:pt x="423121" y="248343"/>
                  </a:moveTo>
                  <a:cubicBezTo>
                    <a:pt x="421288" y="238928"/>
                    <a:pt x="415288" y="230512"/>
                    <a:pt x="410538" y="222429"/>
                  </a:cubicBezTo>
                  <a:cubicBezTo>
                    <a:pt x="406872" y="216180"/>
                    <a:pt x="403123" y="210513"/>
                    <a:pt x="403206" y="202931"/>
                  </a:cubicBezTo>
                  <a:cubicBezTo>
                    <a:pt x="403289" y="194432"/>
                    <a:pt x="407622" y="187849"/>
                    <a:pt x="411205" y="180266"/>
                  </a:cubicBezTo>
                  <a:cubicBezTo>
                    <a:pt x="419621" y="162185"/>
                    <a:pt x="421121" y="140520"/>
                    <a:pt x="406289" y="125271"/>
                  </a:cubicBezTo>
                  <a:cubicBezTo>
                    <a:pt x="397873" y="116689"/>
                    <a:pt x="385624" y="114522"/>
                    <a:pt x="376875" y="107189"/>
                  </a:cubicBezTo>
                  <a:cubicBezTo>
                    <a:pt x="369293" y="100773"/>
                    <a:pt x="381625" y="81025"/>
                    <a:pt x="383124" y="71943"/>
                  </a:cubicBezTo>
                  <a:cubicBezTo>
                    <a:pt x="386374" y="51861"/>
                    <a:pt x="376792" y="34113"/>
                    <a:pt x="358210" y="25780"/>
                  </a:cubicBezTo>
                  <a:cubicBezTo>
                    <a:pt x="349127" y="21697"/>
                    <a:pt x="338878" y="20197"/>
                    <a:pt x="329129" y="21697"/>
                  </a:cubicBezTo>
                  <a:cubicBezTo>
                    <a:pt x="321047" y="22864"/>
                    <a:pt x="315631" y="28197"/>
                    <a:pt x="308881" y="31280"/>
                  </a:cubicBezTo>
                  <a:cubicBezTo>
                    <a:pt x="308798" y="31196"/>
                    <a:pt x="308715" y="31030"/>
                    <a:pt x="308548" y="30946"/>
                  </a:cubicBezTo>
                  <a:cubicBezTo>
                    <a:pt x="291799" y="16614"/>
                    <a:pt x="275634" y="5615"/>
                    <a:pt x="253636" y="1449"/>
                  </a:cubicBezTo>
                  <a:cubicBezTo>
                    <a:pt x="233221" y="-2384"/>
                    <a:pt x="211390" y="1699"/>
                    <a:pt x="192642" y="10031"/>
                  </a:cubicBezTo>
                  <a:cubicBezTo>
                    <a:pt x="172310" y="19114"/>
                    <a:pt x="157895" y="38862"/>
                    <a:pt x="135147" y="40779"/>
                  </a:cubicBezTo>
                  <a:cubicBezTo>
                    <a:pt x="112732" y="42695"/>
                    <a:pt x="93484" y="45445"/>
                    <a:pt x="74652" y="58611"/>
                  </a:cubicBezTo>
                  <a:cubicBezTo>
                    <a:pt x="57487" y="70693"/>
                    <a:pt x="41739" y="85941"/>
                    <a:pt x="38989" y="107773"/>
                  </a:cubicBezTo>
                  <a:cubicBezTo>
                    <a:pt x="37572" y="118855"/>
                    <a:pt x="42488" y="131521"/>
                    <a:pt x="38989" y="141853"/>
                  </a:cubicBezTo>
                  <a:cubicBezTo>
                    <a:pt x="35406" y="152602"/>
                    <a:pt x="21574" y="159768"/>
                    <a:pt x="14324" y="168601"/>
                  </a:cubicBezTo>
                  <a:cubicBezTo>
                    <a:pt x="2159" y="183432"/>
                    <a:pt x="-3841" y="206014"/>
                    <a:pt x="2659" y="224429"/>
                  </a:cubicBezTo>
                  <a:cubicBezTo>
                    <a:pt x="8908" y="242260"/>
                    <a:pt x="23907" y="252510"/>
                    <a:pt x="40989" y="258759"/>
                  </a:cubicBezTo>
                  <a:cubicBezTo>
                    <a:pt x="41239" y="260759"/>
                    <a:pt x="41405" y="262675"/>
                    <a:pt x="41489" y="264759"/>
                  </a:cubicBezTo>
                  <a:cubicBezTo>
                    <a:pt x="41905" y="277257"/>
                    <a:pt x="38489" y="289756"/>
                    <a:pt x="37406" y="302089"/>
                  </a:cubicBezTo>
                  <a:cubicBezTo>
                    <a:pt x="35239" y="325503"/>
                    <a:pt x="34823" y="349084"/>
                    <a:pt x="34906" y="372499"/>
                  </a:cubicBezTo>
                  <a:cubicBezTo>
                    <a:pt x="34989" y="395080"/>
                    <a:pt x="34239" y="418995"/>
                    <a:pt x="40156" y="440909"/>
                  </a:cubicBezTo>
                  <a:cubicBezTo>
                    <a:pt x="44572" y="457408"/>
                    <a:pt x="58404" y="469323"/>
                    <a:pt x="72319" y="478656"/>
                  </a:cubicBezTo>
                  <a:cubicBezTo>
                    <a:pt x="112232" y="505404"/>
                    <a:pt x="159061" y="521402"/>
                    <a:pt x="206807" y="525902"/>
                  </a:cubicBezTo>
                  <a:cubicBezTo>
                    <a:pt x="224805" y="527568"/>
                    <a:pt x="247470" y="528235"/>
                    <a:pt x="264469" y="520985"/>
                  </a:cubicBezTo>
                  <a:cubicBezTo>
                    <a:pt x="280217" y="514320"/>
                    <a:pt x="288883" y="492238"/>
                    <a:pt x="295383" y="477739"/>
                  </a:cubicBezTo>
                  <a:cubicBezTo>
                    <a:pt x="306798" y="452575"/>
                    <a:pt x="315797" y="426911"/>
                    <a:pt x="325880" y="401330"/>
                  </a:cubicBezTo>
                  <a:cubicBezTo>
                    <a:pt x="335545" y="376749"/>
                    <a:pt x="346211" y="353084"/>
                    <a:pt x="353877" y="327836"/>
                  </a:cubicBezTo>
                  <a:cubicBezTo>
                    <a:pt x="353877" y="327753"/>
                    <a:pt x="353877" y="327753"/>
                    <a:pt x="353877" y="327669"/>
                  </a:cubicBezTo>
                  <a:cubicBezTo>
                    <a:pt x="371209" y="323587"/>
                    <a:pt x="389374" y="312421"/>
                    <a:pt x="401956" y="300755"/>
                  </a:cubicBezTo>
                  <a:cubicBezTo>
                    <a:pt x="414622" y="288840"/>
                    <a:pt x="426621" y="266508"/>
                    <a:pt x="423121" y="248343"/>
                  </a:cubicBezTo>
                  <a:lnTo>
                    <a:pt x="423121" y="248343"/>
                  </a:lnTo>
                  <a:close/>
                  <a:moveTo>
                    <a:pt x="73069" y="461991"/>
                  </a:moveTo>
                  <a:cubicBezTo>
                    <a:pt x="62320" y="453325"/>
                    <a:pt x="54654" y="445159"/>
                    <a:pt x="51655" y="431410"/>
                  </a:cubicBezTo>
                  <a:cubicBezTo>
                    <a:pt x="48571" y="417162"/>
                    <a:pt x="48821" y="402413"/>
                    <a:pt x="48238" y="387831"/>
                  </a:cubicBezTo>
                  <a:cubicBezTo>
                    <a:pt x="47238" y="362583"/>
                    <a:pt x="46571" y="337419"/>
                    <a:pt x="47238" y="312338"/>
                  </a:cubicBezTo>
                  <a:cubicBezTo>
                    <a:pt x="47571" y="300172"/>
                    <a:pt x="49488" y="288090"/>
                    <a:pt x="49988" y="275924"/>
                  </a:cubicBezTo>
                  <a:cubicBezTo>
                    <a:pt x="50154" y="271258"/>
                    <a:pt x="50321" y="266175"/>
                    <a:pt x="49571" y="261509"/>
                  </a:cubicBezTo>
                  <a:cubicBezTo>
                    <a:pt x="61070" y="264592"/>
                    <a:pt x="72903" y="265675"/>
                    <a:pt x="84485" y="268425"/>
                  </a:cubicBezTo>
                  <a:cubicBezTo>
                    <a:pt x="86151" y="268841"/>
                    <a:pt x="87568" y="269258"/>
                    <a:pt x="88984" y="269758"/>
                  </a:cubicBezTo>
                  <a:cubicBezTo>
                    <a:pt x="85651" y="282090"/>
                    <a:pt x="85568" y="295922"/>
                    <a:pt x="84568" y="308505"/>
                  </a:cubicBezTo>
                  <a:cubicBezTo>
                    <a:pt x="83151" y="325253"/>
                    <a:pt x="80819" y="341835"/>
                    <a:pt x="79902" y="358584"/>
                  </a:cubicBezTo>
                  <a:cubicBezTo>
                    <a:pt x="78902" y="376165"/>
                    <a:pt x="77235" y="393747"/>
                    <a:pt x="76235" y="411329"/>
                  </a:cubicBezTo>
                  <a:cubicBezTo>
                    <a:pt x="75235" y="428827"/>
                    <a:pt x="77152" y="446576"/>
                    <a:pt x="75486" y="463991"/>
                  </a:cubicBezTo>
                  <a:cubicBezTo>
                    <a:pt x="74735" y="463241"/>
                    <a:pt x="73819" y="462657"/>
                    <a:pt x="73069" y="461991"/>
                  </a:cubicBezTo>
                  <a:lnTo>
                    <a:pt x="73069" y="461991"/>
                  </a:lnTo>
                  <a:close/>
                  <a:moveTo>
                    <a:pt x="82735" y="469073"/>
                  </a:moveTo>
                  <a:cubicBezTo>
                    <a:pt x="83818" y="467490"/>
                    <a:pt x="83818" y="465240"/>
                    <a:pt x="81485" y="463991"/>
                  </a:cubicBezTo>
                  <a:cubicBezTo>
                    <a:pt x="86401" y="466574"/>
                    <a:pt x="84318" y="452742"/>
                    <a:pt x="84235" y="448659"/>
                  </a:cubicBezTo>
                  <a:cubicBezTo>
                    <a:pt x="84068" y="439826"/>
                    <a:pt x="83984" y="431077"/>
                    <a:pt x="84151" y="422244"/>
                  </a:cubicBezTo>
                  <a:cubicBezTo>
                    <a:pt x="84485" y="404079"/>
                    <a:pt x="86818" y="385998"/>
                    <a:pt x="87651" y="367749"/>
                  </a:cubicBezTo>
                  <a:cubicBezTo>
                    <a:pt x="88484" y="349668"/>
                    <a:pt x="90317" y="331753"/>
                    <a:pt x="91901" y="313754"/>
                  </a:cubicBezTo>
                  <a:cubicBezTo>
                    <a:pt x="93067" y="300255"/>
                    <a:pt x="95150" y="286507"/>
                    <a:pt x="95150" y="272841"/>
                  </a:cubicBezTo>
                  <a:cubicBezTo>
                    <a:pt x="97567" y="274841"/>
                    <a:pt x="99567" y="277507"/>
                    <a:pt x="101483" y="281424"/>
                  </a:cubicBezTo>
                  <a:cubicBezTo>
                    <a:pt x="103733" y="286090"/>
                    <a:pt x="105150" y="290506"/>
                    <a:pt x="108149" y="294922"/>
                  </a:cubicBezTo>
                  <a:cubicBezTo>
                    <a:pt x="114732" y="304505"/>
                    <a:pt x="123398" y="311088"/>
                    <a:pt x="133230" y="315337"/>
                  </a:cubicBezTo>
                  <a:cubicBezTo>
                    <a:pt x="124231" y="371749"/>
                    <a:pt x="117482" y="430077"/>
                    <a:pt x="116315" y="487239"/>
                  </a:cubicBezTo>
                  <a:cubicBezTo>
                    <a:pt x="104566" y="482156"/>
                    <a:pt x="93151" y="476156"/>
                    <a:pt x="82735" y="469073"/>
                  </a:cubicBezTo>
                  <a:lnTo>
                    <a:pt x="82735" y="469073"/>
                  </a:lnTo>
                  <a:close/>
                  <a:moveTo>
                    <a:pt x="194058" y="320587"/>
                  </a:moveTo>
                  <a:cubicBezTo>
                    <a:pt x="187142" y="334336"/>
                    <a:pt x="184642" y="350917"/>
                    <a:pt x="180310" y="365666"/>
                  </a:cubicBezTo>
                  <a:cubicBezTo>
                    <a:pt x="174977" y="383831"/>
                    <a:pt x="172394" y="402163"/>
                    <a:pt x="168311" y="420578"/>
                  </a:cubicBezTo>
                  <a:cubicBezTo>
                    <a:pt x="165061" y="435243"/>
                    <a:pt x="161644" y="449909"/>
                    <a:pt x="158645" y="464574"/>
                  </a:cubicBezTo>
                  <a:cubicBezTo>
                    <a:pt x="156395" y="475740"/>
                    <a:pt x="152228" y="488322"/>
                    <a:pt x="151395" y="500321"/>
                  </a:cubicBezTo>
                  <a:cubicBezTo>
                    <a:pt x="148562" y="499488"/>
                    <a:pt x="145729" y="498571"/>
                    <a:pt x="142979" y="497654"/>
                  </a:cubicBezTo>
                  <a:cubicBezTo>
                    <a:pt x="136730" y="495571"/>
                    <a:pt x="130314" y="493238"/>
                    <a:pt x="124065" y="490738"/>
                  </a:cubicBezTo>
                  <a:cubicBezTo>
                    <a:pt x="127564" y="460741"/>
                    <a:pt x="127814" y="429994"/>
                    <a:pt x="129897" y="399913"/>
                  </a:cubicBezTo>
                  <a:cubicBezTo>
                    <a:pt x="131731" y="372832"/>
                    <a:pt x="137730" y="344585"/>
                    <a:pt x="137646" y="317421"/>
                  </a:cubicBezTo>
                  <a:cubicBezTo>
                    <a:pt x="144646" y="319920"/>
                    <a:pt x="152145" y="321337"/>
                    <a:pt x="159895" y="321920"/>
                  </a:cubicBezTo>
                  <a:cubicBezTo>
                    <a:pt x="170810" y="322753"/>
                    <a:pt x="181976" y="322753"/>
                    <a:pt x="192809" y="320920"/>
                  </a:cubicBezTo>
                  <a:cubicBezTo>
                    <a:pt x="193308" y="320837"/>
                    <a:pt x="193725" y="320754"/>
                    <a:pt x="194225" y="320670"/>
                  </a:cubicBezTo>
                  <a:cubicBezTo>
                    <a:pt x="194141" y="320504"/>
                    <a:pt x="194058" y="320504"/>
                    <a:pt x="194058" y="320587"/>
                  </a:cubicBezTo>
                  <a:lnTo>
                    <a:pt x="194058" y="320587"/>
                  </a:lnTo>
                  <a:close/>
                  <a:moveTo>
                    <a:pt x="204057" y="473240"/>
                  </a:moveTo>
                  <a:cubicBezTo>
                    <a:pt x="200724" y="484572"/>
                    <a:pt x="196225" y="498237"/>
                    <a:pt x="195392" y="510153"/>
                  </a:cubicBezTo>
                  <a:cubicBezTo>
                    <a:pt x="183975" y="508653"/>
                    <a:pt x="172643" y="506237"/>
                    <a:pt x="161644" y="503237"/>
                  </a:cubicBezTo>
                  <a:cubicBezTo>
                    <a:pt x="168144" y="476823"/>
                    <a:pt x="171060" y="448909"/>
                    <a:pt x="176143" y="422328"/>
                  </a:cubicBezTo>
                  <a:cubicBezTo>
                    <a:pt x="179309" y="405746"/>
                    <a:pt x="181059" y="389247"/>
                    <a:pt x="185142" y="372832"/>
                  </a:cubicBezTo>
                  <a:cubicBezTo>
                    <a:pt x="189308" y="356250"/>
                    <a:pt x="191642" y="337669"/>
                    <a:pt x="197475" y="321753"/>
                  </a:cubicBezTo>
                  <a:cubicBezTo>
                    <a:pt x="197808" y="320920"/>
                    <a:pt x="197308" y="320254"/>
                    <a:pt x="196725" y="319920"/>
                  </a:cubicBezTo>
                  <a:cubicBezTo>
                    <a:pt x="202391" y="318670"/>
                    <a:pt x="206640" y="317587"/>
                    <a:pt x="213473" y="322003"/>
                  </a:cubicBezTo>
                  <a:cubicBezTo>
                    <a:pt x="217973" y="324920"/>
                    <a:pt x="221639" y="329836"/>
                    <a:pt x="226139" y="333002"/>
                  </a:cubicBezTo>
                  <a:cubicBezTo>
                    <a:pt x="231722" y="336919"/>
                    <a:pt x="237804" y="340252"/>
                    <a:pt x="244137" y="342918"/>
                  </a:cubicBezTo>
                  <a:cubicBezTo>
                    <a:pt x="236138" y="372082"/>
                    <a:pt x="225889" y="401163"/>
                    <a:pt x="216973" y="429910"/>
                  </a:cubicBezTo>
                  <a:cubicBezTo>
                    <a:pt x="212390" y="444409"/>
                    <a:pt x="208307" y="458824"/>
                    <a:pt x="204057" y="473240"/>
                  </a:cubicBezTo>
                  <a:lnTo>
                    <a:pt x="204057" y="473240"/>
                  </a:lnTo>
                  <a:close/>
                  <a:moveTo>
                    <a:pt x="204557" y="511153"/>
                  </a:moveTo>
                  <a:cubicBezTo>
                    <a:pt x="209307" y="500571"/>
                    <a:pt x="210223" y="488822"/>
                    <a:pt x="213057" y="477573"/>
                  </a:cubicBezTo>
                  <a:cubicBezTo>
                    <a:pt x="216973" y="462407"/>
                    <a:pt x="221056" y="447159"/>
                    <a:pt x="225056" y="431994"/>
                  </a:cubicBezTo>
                  <a:cubicBezTo>
                    <a:pt x="232721" y="403079"/>
                    <a:pt x="241637" y="373915"/>
                    <a:pt x="248053" y="344751"/>
                  </a:cubicBezTo>
                  <a:cubicBezTo>
                    <a:pt x="261052" y="349501"/>
                    <a:pt x="275051" y="351501"/>
                    <a:pt x="288883" y="350251"/>
                  </a:cubicBezTo>
                  <a:cubicBezTo>
                    <a:pt x="289716" y="350168"/>
                    <a:pt x="290550" y="350084"/>
                    <a:pt x="291383" y="349918"/>
                  </a:cubicBezTo>
                  <a:cubicBezTo>
                    <a:pt x="280050" y="379998"/>
                    <a:pt x="267635" y="409829"/>
                    <a:pt x="255803" y="439659"/>
                  </a:cubicBezTo>
                  <a:cubicBezTo>
                    <a:pt x="250053" y="454325"/>
                    <a:pt x="244804" y="469157"/>
                    <a:pt x="238804" y="483739"/>
                  </a:cubicBezTo>
                  <a:cubicBezTo>
                    <a:pt x="235054" y="492905"/>
                    <a:pt x="230471" y="502154"/>
                    <a:pt x="227388" y="511736"/>
                  </a:cubicBezTo>
                  <a:cubicBezTo>
                    <a:pt x="225638" y="511736"/>
                    <a:pt x="223889" y="511736"/>
                    <a:pt x="222306" y="511820"/>
                  </a:cubicBezTo>
                  <a:cubicBezTo>
                    <a:pt x="216556" y="511903"/>
                    <a:pt x="210556" y="511653"/>
                    <a:pt x="204557" y="511153"/>
                  </a:cubicBezTo>
                  <a:lnTo>
                    <a:pt x="204557" y="511153"/>
                  </a:lnTo>
                  <a:close/>
                  <a:moveTo>
                    <a:pt x="310547" y="399330"/>
                  </a:moveTo>
                  <a:cubicBezTo>
                    <a:pt x="301382" y="423411"/>
                    <a:pt x="292549" y="447242"/>
                    <a:pt x="281800" y="470657"/>
                  </a:cubicBezTo>
                  <a:cubicBezTo>
                    <a:pt x="276634" y="481989"/>
                    <a:pt x="269635" y="501654"/>
                    <a:pt x="257719" y="507403"/>
                  </a:cubicBezTo>
                  <a:cubicBezTo>
                    <a:pt x="252803" y="509820"/>
                    <a:pt x="246720" y="510820"/>
                    <a:pt x="240637" y="511236"/>
                  </a:cubicBezTo>
                  <a:cubicBezTo>
                    <a:pt x="260886" y="458491"/>
                    <a:pt x="279967" y="404163"/>
                    <a:pt x="294132" y="349418"/>
                  </a:cubicBezTo>
                  <a:cubicBezTo>
                    <a:pt x="309798" y="346501"/>
                    <a:pt x="322546" y="337169"/>
                    <a:pt x="337045" y="331836"/>
                  </a:cubicBezTo>
                  <a:cubicBezTo>
                    <a:pt x="329213" y="354917"/>
                    <a:pt x="319130" y="376665"/>
                    <a:pt x="310547" y="399330"/>
                  </a:cubicBezTo>
                  <a:lnTo>
                    <a:pt x="310547" y="399330"/>
                  </a:lnTo>
                  <a:close/>
                  <a:moveTo>
                    <a:pt x="400456" y="277757"/>
                  </a:moveTo>
                  <a:cubicBezTo>
                    <a:pt x="391040" y="293589"/>
                    <a:pt x="366543" y="311504"/>
                    <a:pt x="348211" y="314504"/>
                  </a:cubicBezTo>
                  <a:cubicBezTo>
                    <a:pt x="340878" y="315671"/>
                    <a:pt x="335962" y="315087"/>
                    <a:pt x="328963" y="318170"/>
                  </a:cubicBezTo>
                  <a:cubicBezTo>
                    <a:pt x="320047" y="322087"/>
                    <a:pt x="311964" y="327669"/>
                    <a:pt x="302798" y="330836"/>
                  </a:cubicBezTo>
                  <a:cubicBezTo>
                    <a:pt x="282884" y="337669"/>
                    <a:pt x="260469" y="334752"/>
                    <a:pt x="242137" y="324920"/>
                  </a:cubicBezTo>
                  <a:cubicBezTo>
                    <a:pt x="232888" y="319920"/>
                    <a:pt x="226972" y="312338"/>
                    <a:pt x="218639" y="306421"/>
                  </a:cubicBezTo>
                  <a:cubicBezTo>
                    <a:pt x="211723" y="301589"/>
                    <a:pt x="205807" y="302422"/>
                    <a:pt x="197808" y="303505"/>
                  </a:cubicBezTo>
                  <a:cubicBezTo>
                    <a:pt x="177809" y="306172"/>
                    <a:pt x="153978" y="309255"/>
                    <a:pt x="135480" y="299089"/>
                  </a:cubicBezTo>
                  <a:cubicBezTo>
                    <a:pt x="124231" y="292923"/>
                    <a:pt x="119398" y="283673"/>
                    <a:pt x="115149" y="272258"/>
                  </a:cubicBezTo>
                  <a:cubicBezTo>
                    <a:pt x="112815" y="266092"/>
                    <a:pt x="111482" y="260342"/>
                    <a:pt x="105650" y="256509"/>
                  </a:cubicBezTo>
                  <a:cubicBezTo>
                    <a:pt x="99150" y="252176"/>
                    <a:pt x="89984" y="252426"/>
                    <a:pt x="82568" y="251343"/>
                  </a:cubicBezTo>
                  <a:cubicBezTo>
                    <a:pt x="72819" y="249927"/>
                    <a:pt x="62987" y="248260"/>
                    <a:pt x="53487" y="245510"/>
                  </a:cubicBezTo>
                  <a:cubicBezTo>
                    <a:pt x="42239" y="242260"/>
                    <a:pt x="28157" y="237011"/>
                    <a:pt x="21324" y="226762"/>
                  </a:cubicBezTo>
                  <a:cubicBezTo>
                    <a:pt x="13075" y="214430"/>
                    <a:pt x="14741" y="197515"/>
                    <a:pt x="21574" y="184933"/>
                  </a:cubicBezTo>
                  <a:cubicBezTo>
                    <a:pt x="29573" y="170184"/>
                    <a:pt x="48738" y="163018"/>
                    <a:pt x="55321" y="147936"/>
                  </a:cubicBezTo>
                  <a:cubicBezTo>
                    <a:pt x="57487" y="142936"/>
                    <a:pt x="56737" y="138020"/>
                    <a:pt x="56321" y="132771"/>
                  </a:cubicBezTo>
                  <a:cubicBezTo>
                    <a:pt x="54904" y="117189"/>
                    <a:pt x="53904" y="103190"/>
                    <a:pt x="64403" y="90108"/>
                  </a:cubicBezTo>
                  <a:cubicBezTo>
                    <a:pt x="79152" y="71693"/>
                    <a:pt x="101067" y="60860"/>
                    <a:pt x="124148" y="58444"/>
                  </a:cubicBezTo>
                  <a:cubicBezTo>
                    <a:pt x="142813" y="56444"/>
                    <a:pt x="156645" y="56277"/>
                    <a:pt x="169894" y="42195"/>
                  </a:cubicBezTo>
                  <a:cubicBezTo>
                    <a:pt x="186059" y="25113"/>
                    <a:pt x="208390" y="14448"/>
                    <a:pt x="231638" y="11698"/>
                  </a:cubicBezTo>
                  <a:cubicBezTo>
                    <a:pt x="258719" y="8448"/>
                    <a:pt x="280134" y="18864"/>
                    <a:pt x="300798" y="34946"/>
                  </a:cubicBezTo>
                  <a:cubicBezTo>
                    <a:pt x="297715" y="39112"/>
                    <a:pt x="301632" y="46945"/>
                    <a:pt x="308381" y="45445"/>
                  </a:cubicBezTo>
                  <a:cubicBezTo>
                    <a:pt x="314964" y="44029"/>
                    <a:pt x="319797" y="38696"/>
                    <a:pt x="325963" y="36446"/>
                  </a:cubicBezTo>
                  <a:cubicBezTo>
                    <a:pt x="334962" y="33196"/>
                    <a:pt x="346878" y="35779"/>
                    <a:pt x="354711" y="40696"/>
                  </a:cubicBezTo>
                  <a:cubicBezTo>
                    <a:pt x="378542" y="55528"/>
                    <a:pt x="361293" y="77942"/>
                    <a:pt x="356543" y="97857"/>
                  </a:cubicBezTo>
                  <a:cubicBezTo>
                    <a:pt x="353294" y="111439"/>
                    <a:pt x="361626" y="117939"/>
                    <a:pt x="372792" y="123605"/>
                  </a:cubicBezTo>
                  <a:cubicBezTo>
                    <a:pt x="381708" y="128188"/>
                    <a:pt x="392790" y="131854"/>
                    <a:pt x="398290" y="140937"/>
                  </a:cubicBezTo>
                  <a:cubicBezTo>
                    <a:pt x="405039" y="152019"/>
                    <a:pt x="400956" y="164184"/>
                    <a:pt x="396207" y="174850"/>
                  </a:cubicBezTo>
                  <a:cubicBezTo>
                    <a:pt x="389457" y="190015"/>
                    <a:pt x="383708" y="202264"/>
                    <a:pt x="390874" y="218513"/>
                  </a:cubicBezTo>
                  <a:cubicBezTo>
                    <a:pt x="393873" y="225429"/>
                    <a:pt x="398373" y="231512"/>
                    <a:pt x="402040" y="238094"/>
                  </a:cubicBezTo>
                  <a:cubicBezTo>
                    <a:pt x="408955" y="251010"/>
                    <a:pt x="407955" y="265175"/>
                    <a:pt x="400456" y="277757"/>
                  </a:cubicBezTo>
                  <a:lnTo>
                    <a:pt x="400456" y="277757"/>
                  </a:lnTo>
                  <a:close/>
                </a:path>
              </a:pathLst>
            </a:custGeom>
            <a:grpFill/>
            <a:ln w="8332" cap="flat">
              <a:noFill/>
              <a:prstDash val="solid"/>
              <a:miter/>
            </a:ln>
          </p:spPr>
          <p:txBody>
            <a:bodyPr rtlCol="0" anchor="ctr"/>
            <a:lstStyle/>
            <a:p>
              <a:endParaRPr lang="en-US"/>
            </a:p>
          </p:txBody>
        </p:sp>
        <p:sp>
          <p:nvSpPr>
            <p:cNvPr id="2041" name="Freeform: Shape 2040"/>
            <p:cNvSpPr/>
            <p:nvPr/>
          </p:nvSpPr>
          <p:spPr>
            <a:xfrm>
              <a:off x="6707688" y="3421275"/>
              <a:ext cx="134025" cy="164177"/>
            </a:xfrm>
            <a:custGeom>
              <a:avLst/>
              <a:gdLst>
                <a:gd name="connsiteX0" fmla="*/ 129300 w 134025"/>
                <a:gd name="connsiteY0" fmla="*/ 146331 h 164177"/>
                <a:gd name="connsiteX1" fmla="*/ 81304 w 134025"/>
                <a:gd name="connsiteY1" fmla="*/ 137498 h 164177"/>
                <a:gd name="connsiteX2" fmla="*/ 80888 w 134025"/>
                <a:gd name="connsiteY2" fmla="*/ 113084 h 164177"/>
                <a:gd name="connsiteX3" fmla="*/ 78472 w 134025"/>
                <a:gd name="connsiteY3" fmla="*/ 106834 h 164177"/>
                <a:gd name="connsiteX4" fmla="*/ 67722 w 134025"/>
                <a:gd name="connsiteY4" fmla="*/ 104668 h 164177"/>
                <a:gd name="connsiteX5" fmla="*/ 43141 w 134025"/>
                <a:gd name="connsiteY5" fmla="*/ 100502 h 164177"/>
                <a:gd name="connsiteX6" fmla="*/ 22060 w 134025"/>
                <a:gd name="connsiteY6" fmla="*/ 77087 h 164177"/>
                <a:gd name="connsiteX7" fmla="*/ 33809 w 134025"/>
                <a:gd name="connsiteY7" fmla="*/ 54756 h 164177"/>
                <a:gd name="connsiteX8" fmla="*/ 33559 w 134025"/>
                <a:gd name="connsiteY8" fmla="*/ 48173 h 164177"/>
                <a:gd name="connsiteX9" fmla="*/ 15477 w 134025"/>
                <a:gd name="connsiteY9" fmla="*/ 22175 h 164177"/>
                <a:gd name="connsiteX10" fmla="*/ 54224 w 134025"/>
                <a:gd name="connsiteY10" fmla="*/ 4593 h 164177"/>
                <a:gd name="connsiteX11" fmla="*/ 53391 w 134025"/>
                <a:gd name="connsiteY11" fmla="*/ 10 h 164177"/>
                <a:gd name="connsiteX12" fmla="*/ 3228 w 134025"/>
                <a:gd name="connsiteY12" fmla="*/ 19842 h 164177"/>
                <a:gd name="connsiteX13" fmla="*/ 2728 w 134025"/>
                <a:gd name="connsiteY13" fmla="*/ 38674 h 164177"/>
                <a:gd name="connsiteX14" fmla="*/ 12311 w 134025"/>
                <a:gd name="connsiteY14" fmla="*/ 48923 h 164177"/>
                <a:gd name="connsiteX15" fmla="*/ 19144 w 134025"/>
                <a:gd name="connsiteY15" fmla="*/ 52756 h 164177"/>
                <a:gd name="connsiteX16" fmla="*/ 7478 w 134025"/>
                <a:gd name="connsiteY16" fmla="*/ 75837 h 164177"/>
                <a:gd name="connsiteX17" fmla="*/ 14644 w 134025"/>
                <a:gd name="connsiteY17" fmla="*/ 99835 h 164177"/>
                <a:gd name="connsiteX18" fmla="*/ 34642 w 134025"/>
                <a:gd name="connsiteY18" fmla="*/ 113250 h 164177"/>
                <a:gd name="connsiteX19" fmla="*/ 52224 w 134025"/>
                <a:gd name="connsiteY19" fmla="*/ 116667 h 164177"/>
                <a:gd name="connsiteX20" fmla="*/ 69639 w 134025"/>
                <a:gd name="connsiteY20" fmla="*/ 115750 h 164177"/>
                <a:gd name="connsiteX21" fmla="*/ 70222 w 134025"/>
                <a:gd name="connsiteY21" fmla="*/ 118000 h 164177"/>
                <a:gd name="connsiteX22" fmla="*/ 68472 w 134025"/>
                <a:gd name="connsiteY22" fmla="*/ 126916 h 164177"/>
                <a:gd name="connsiteX23" fmla="*/ 68472 w 134025"/>
                <a:gd name="connsiteY23" fmla="*/ 138165 h 164177"/>
                <a:gd name="connsiteX24" fmla="*/ 80138 w 134025"/>
                <a:gd name="connsiteY24" fmla="*/ 155080 h 164177"/>
                <a:gd name="connsiteX25" fmla="*/ 132800 w 134025"/>
                <a:gd name="connsiteY25" fmla="*/ 154247 h 164177"/>
                <a:gd name="connsiteX26" fmla="*/ 129300 w 134025"/>
                <a:gd name="connsiteY26" fmla="*/ 146331 h 164177"/>
                <a:gd name="connsiteX27" fmla="*/ 129300 w 134025"/>
                <a:gd name="connsiteY27" fmla="*/ 146331 h 164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34025" h="164177">
                  <a:moveTo>
                    <a:pt x="129300" y="146331"/>
                  </a:moveTo>
                  <a:cubicBezTo>
                    <a:pt x="112802" y="148580"/>
                    <a:pt x="90971" y="157246"/>
                    <a:pt x="81304" y="137498"/>
                  </a:cubicBezTo>
                  <a:cubicBezTo>
                    <a:pt x="76888" y="128416"/>
                    <a:pt x="81888" y="122083"/>
                    <a:pt x="80888" y="113084"/>
                  </a:cubicBezTo>
                  <a:cubicBezTo>
                    <a:pt x="80638" y="110750"/>
                    <a:pt x="80388" y="108667"/>
                    <a:pt x="78472" y="106834"/>
                  </a:cubicBezTo>
                  <a:cubicBezTo>
                    <a:pt x="75805" y="104418"/>
                    <a:pt x="71056" y="104918"/>
                    <a:pt x="67722" y="104668"/>
                  </a:cubicBezTo>
                  <a:cubicBezTo>
                    <a:pt x="59390" y="103918"/>
                    <a:pt x="51141" y="103168"/>
                    <a:pt x="43141" y="100502"/>
                  </a:cubicBezTo>
                  <a:cubicBezTo>
                    <a:pt x="32225" y="96918"/>
                    <a:pt x="21893" y="89836"/>
                    <a:pt x="22060" y="77087"/>
                  </a:cubicBezTo>
                  <a:cubicBezTo>
                    <a:pt x="22227" y="67754"/>
                    <a:pt x="29393" y="62005"/>
                    <a:pt x="33809" y="54756"/>
                  </a:cubicBezTo>
                  <a:cubicBezTo>
                    <a:pt x="34975" y="52839"/>
                    <a:pt x="34809" y="49923"/>
                    <a:pt x="33559" y="48173"/>
                  </a:cubicBezTo>
                  <a:cubicBezTo>
                    <a:pt x="27310" y="39340"/>
                    <a:pt x="6395" y="37174"/>
                    <a:pt x="15477" y="22175"/>
                  </a:cubicBezTo>
                  <a:cubicBezTo>
                    <a:pt x="23060" y="9843"/>
                    <a:pt x="41308" y="7177"/>
                    <a:pt x="54224" y="4593"/>
                  </a:cubicBezTo>
                  <a:cubicBezTo>
                    <a:pt x="56807" y="4094"/>
                    <a:pt x="56057" y="-240"/>
                    <a:pt x="53391" y="10"/>
                  </a:cubicBezTo>
                  <a:cubicBezTo>
                    <a:pt x="36225" y="1677"/>
                    <a:pt x="13561" y="3594"/>
                    <a:pt x="3228" y="19842"/>
                  </a:cubicBezTo>
                  <a:cubicBezTo>
                    <a:pt x="-771" y="26175"/>
                    <a:pt x="-1188" y="32258"/>
                    <a:pt x="2728" y="38674"/>
                  </a:cubicBezTo>
                  <a:cubicBezTo>
                    <a:pt x="4978" y="42340"/>
                    <a:pt x="9061" y="46256"/>
                    <a:pt x="12311" y="48923"/>
                  </a:cubicBezTo>
                  <a:cubicBezTo>
                    <a:pt x="13811" y="50173"/>
                    <a:pt x="16727" y="51423"/>
                    <a:pt x="19144" y="52756"/>
                  </a:cubicBezTo>
                  <a:cubicBezTo>
                    <a:pt x="13727" y="59922"/>
                    <a:pt x="8394" y="65588"/>
                    <a:pt x="7478" y="75837"/>
                  </a:cubicBezTo>
                  <a:cubicBezTo>
                    <a:pt x="6728" y="84586"/>
                    <a:pt x="9061" y="93002"/>
                    <a:pt x="14644" y="99835"/>
                  </a:cubicBezTo>
                  <a:cubicBezTo>
                    <a:pt x="19727" y="106084"/>
                    <a:pt x="27143" y="110501"/>
                    <a:pt x="34642" y="113250"/>
                  </a:cubicBezTo>
                  <a:cubicBezTo>
                    <a:pt x="40392" y="115334"/>
                    <a:pt x="46058" y="116333"/>
                    <a:pt x="52224" y="116667"/>
                  </a:cubicBezTo>
                  <a:cubicBezTo>
                    <a:pt x="57723" y="117000"/>
                    <a:pt x="64390" y="115000"/>
                    <a:pt x="69639" y="115750"/>
                  </a:cubicBezTo>
                  <a:cubicBezTo>
                    <a:pt x="71889" y="112167"/>
                    <a:pt x="72139" y="112917"/>
                    <a:pt x="70222" y="118000"/>
                  </a:cubicBezTo>
                  <a:cubicBezTo>
                    <a:pt x="69556" y="120916"/>
                    <a:pt x="68889" y="123916"/>
                    <a:pt x="68472" y="126916"/>
                  </a:cubicBezTo>
                  <a:cubicBezTo>
                    <a:pt x="68056" y="130749"/>
                    <a:pt x="67639" y="134332"/>
                    <a:pt x="68472" y="138165"/>
                  </a:cubicBezTo>
                  <a:cubicBezTo>
                    <a:pt x="69889" y="145164"/>
                    <a:pt x="74555" y="150914"/>
                    <a:pt x="80138" y="155080"/>
                  </a:cubicBezTo>
                  <a:cubicBezTo>
                    <a:pt x="94803" y="165912"/>
                    <a:pt x="119718" y="168745"/>
                    <a:pt x="132800" y="154247"/>
                  </a:cubicBezTo>
                  <a:cubicBezTo>
                    <a:pt x="135466" y="151330"/>
                    <a:pt x="133550" y="145747"/>
                    <a:pt x="129300" y="146331"/>
                  </a:cubicBezTo>
                  <a:lnTo>
                    <a:pt x="129300" y="146331"/>
                  </a:lnTo>
                  <a:close/>
                </a:path>
              </a:pathLst>
            </a:custGeom>
            <a:grpFill/>
            <a:ln w="8332" cap="flat">
              <a:noFill/>
              <a:prstDash val="solid"/>
              <a:miter/>
            </a:ln>
          </p:spPr>
          <p:txBody>
            <a:bodyPr rtlCol="0" anchor="ctr"/>
            <a:lstStyle/>
            <a:p>
              <a:endParaRPr lang="en-US"/>
            </a:p>
          </p:txBody>
        </p:sp>
        <p:sp>
          <p:nvSpPr>
            <p:cNvPr id="2042" name="Freeform: Shape 2041"/>
            <p:cNvSpPr/>
            <p:nvPr/>
          </p:nvSpPr>
          <p:spPr>
            <a:xfrm>
              <a:off x="6885784" y="3557656"/>
              <a:ext cx="95183" cy="45627"/>
            </a:xfrm>
            <a:custGeom>
              <a:avLst/>
              <a:gdLst>
                <a:gd name="connsiteX0" fmla="*/ 90858 w 95183"/>
                <a:gd name="connsiteY0" fmla="*/ 2117 h 45627"/>
                <a:gd name="connsiteX1" fmla="*/ 82526 w 95183"/>
                <a:gd name="connsiteY1" fmla="*/ 3534 h 45627"/>
                <a:gd name="connsiteX2" fmla="*/ 80692 w 95183"/>
                <a:gd name="connsiteY2" fmla="*/ 17699 h 45627"/>
                <a:gd name="connsiteX3" fmla="*/ 64944 w 95183"/>
                <a:gd name="connsiteY3" fmla="*/ 28865 h 45627"/>
                <a:gd name="connsiteX4" fmla="*/ 45779 w 95183"/>
                <a:gd name="connsiteY4" fmla="*/ 23282 h 45627"/>
                <a:gd name="connsiteX5" fmla="*/ 42863 w 95183"/>
                <a:gd name="connsiteY5" fmla="*/ 21032 h 45627"/>
                <a:gd name="connsiteX6" fmla="*/ 34614 w 95183"/>
                <a:gd name="connsiteY6" fmla="*/ 21949 h 45627"/>
                <a:gd name="connsiteX7" fmla="*/ 31197 w 95183"/>
                <a:gd name="connsiteY7" fmla="*/ 25032 h 45627"/>
                <a:gd name="connsiteX8" fmla="*/ 28781 w 95183"/>
                <a:gd name="connsiteY8" fmla="*/ 27782 h 45627"/>
                <a:gd name="connsiteX9" fmla="*/ 8866 w 95183"/>
                <a:gd name="connsiteY9" fmla="*/ 19532 h 45627"/>
                <a:gd name="connsiteX10" fmla="*/ 1867 w 95183"/>
                <a:gd name="connsiteY10" fmla="*/ 16949 h 45627"/>
                <a:gd name="connsiteX11" fmla="*/ 14615 w 95183"/>
                <a:gd name="connsiteY11" fmla="*/ 44447 h 45627"/>
                <a:gd name="connsiteX12" fmla="*/ 30947 w 95183"/>
                <a:gd name="connsiteY12" fmla="*/ 42197 h 45627"/>
                <a:gd name="connsiteX13" fmla="*/ 37446 w 95183"/>
                <a:gd name="connsiteY13" fmla="*/ 35948 h 45627"/>
                <a:gd name="connsiteX14" fmla="*/ 39529 w 95183"/>
                <a:gd name="connsiteY14" fmla="*/ 34198 h 45627"/>
                <a:gd name="connsiteX15" fmla="*/ 39863 w 95183"/>
                <a:gd name="connsiteY15" fmla="*/ 34531 h 45627"/>
                <a:gd name="connsiteX16" fmla="*/ 80943 w 95183"/>
                <a:gd name="connsiteY16" fmla="*/ 39781 h 45627"/>
                <a:gd name="connsiteX17" fmla="*/ 90858 w 95183"/>
                <a:gd name="connsiteY17" fmla="*/ 2117 h 45627"/>
                <a:gd name="connsiteX18" fmla="*/ 90858 w 95183"/>
                <a:gd name="connsiteY18" fmla="*/ 2117 h 45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5183" h="45627">
                  <a:moveTo>
                    <a:pt x="90858" y="2117"/>
                  </a:moveTo>
                  <a:cubicBezTo>
                    <a:pt x="88942" y="-1549"/>
                    <a:pt x="83359" y="-49"/>
                    <a:pt x="82526" y="3534"/>
                  </a:cubicBezTo>
                  <a:cubicBezTo>
                    <a:pt x="82276" y="4450"/>
                    <a:pt x="80109" y="19032"/>
                    <a:pt x="80692" y="17699"/>
                  </a:cubicBezTo>
                  <a:cubicBezTo>
                    <a:pt x="77860" y="23615"/>
                    <a:pt x="71194" y="28032"/>
                    <a:pt x="64944" y="28865"/>
                  </a:cubicBezTo>
                  <a:cubicBezTo>
                    <a:pt x="55445" y="30115"/>
                    <a:pt x="54862" y="27698"/>
                    <a:pt x="45779" y="23282"/>
                  </a:cubicBezTo>
                  <a:cubicBezTo>
                    <a:pt x="44696" y="22782"/>
                    <a:pt x="44279" y="21366"/>
                    <a:pt x="42863" y="21032"/>
                  </a:cubicBezTo>
                  <a:cubicBezTo>
                    <a:pt x="39613" y="20199"/>
                    <a:pt x="37446" y="20449"/>
                    <a:pt x="34614" y="21949"/>
                  </a:cubicBezTo>
                  <a:cubicBezTo>
                    <a:pt x="33197" y="22699"/>
                    <a:pt x="32364" y="24032"/>
                    <a:pt x="31197" y="25032"/>
                  </a:cubicBezTo>
                  <a:cubicBezTo>
                    <a:pt x="30364" y="25948"/>
                    <a:pt x="29531" y="26865"/>
                    <a:pt x="28781" y="27782"/>
                  </a:cubicBezTo>
                  <a:cubicBezTo>
                    <a:pt x="23364" y="35198"/>
                    <a:pt x="16698" y="32448"/>
                    <a:pt x="8866" y="19532"/>
                  </a:cubicBezTo>
                  <a:cubicBezTo>
                    <a:pt x="10199" y="15533"/>
                    <a:pt x="3699" y="13200"/>
                    <a:pt x="1867" y="16949"/>
                  </a:cubicBezTo>
                  <a:cubicBezTo>
                    <a:pt x="-3466" y="27948"/>
                    <a:pt x="3200" y="40114"/>
                    <a:pt x="14615" y="44447"/>
                  </a:cubicBezTo>
                  <a:cubicBezTo>
                    <a:pt x="20531" y="46696"/>
                    <a:pt x="25864" y="45613"/>
                    <a:pt x="30947" y="42197"/>
                  </a:cubicBezTo>
                  <a:cubicBezTo>
                    <a:pt x="32864" y="40864"/>
                    <a:pt x="36446" y="37864"/>
                    <a:pt x="37446" y="35948"/>
                  </a:cubicBezTo>
                  <a:cubicBezTo>
                    <a:pt x="38530" y="35281"/>
                    <a:pt x="39196" y="34697"/>
                    <a:pt x="39529" y="34198"/>
                  </a:cubicBezTo>
                  <a:cubicBezTo>
                    <a:pt x="39613" y="34281"/>
                    <a:pt x="39696" y="34448"/>
                    <a:pt x="39863" y="34531"/>
                  </a:cubicBezTo>
                  <a:cubicBezTo>
                    <a:pt x="48945" y="44947"/>
                    <a:pt x="69277" y="44697"/>
                    <a:pt x="80943" y="39781"/>
                  </a:cubicBezTo>
                  <a:cubicBezTo>
                    <a:pt x="97024" y="33031"/>
                    <a:pt x="98191" y="16033"/>
                    <a:pt x="90858" y="2117"/>
                  </a:cubicBezTo>
                  <a:lnTo>
                    <a:pt x="90858" y="2117"/>
                  </a:lnTo>
                  <a:close/>
                </a:path>
              </a:pathLst>
            </a:custGeom>
            <a:grpFill/>
            <a:ln w="8332" cap="flat">
              <a:noFill/>
              <a:prstDash val="solid"/>
              <a:miter/>
            </a:ln>
          </p:spPr>
          <p:txBody>
            <a:bodyPr rtlCol="0" anchor="ctr"/>
            <a:lstStyle/>
            <a:p>
              <a:endParaRPr lang="en-US"/>
            </a:p>
          </p:txBody>
        </p:sp>
        <p:sp>
          <p:nvSpPr>
            <p:cNvPr id="2043" name="Freeform: Shape 2042"/>
            <p:cNvSpPr/>
            <p:nvPr/>
          </p:nvSpPr>
          <p:spPr>
            <a:xfrm>
              <a:off x="6802657" y="3360373"/>
              <a:ext cx="122045" cy="72194"/>
            </a:xfrm>
            <a:custGeom>
              <a:avLst/>
              <a:gdLst>
                <a:gd name="connsiteX0" fmla="*/ 121907 w 122045"/>
                <a:gd name="connsiteY0" fmla="*/ 25498 h 72194"/>
                <a:gd name="connsiteX1" fmla="*/ 74412 w 122045"/>
                <a:gd name="connsiteY1" fmla="*/ 1 h 72194"/>
                <a:gd name="connsiteX2" fmla="*/ 43081 w 122045"/>
                <a:gd name="connsiteY2" fmla="*/ 23415 h 72194"/>
                <a:gd name="connsiteX3" fmla="*/ 27166 w 122045"/>
                <a:gd name="connsiteY3" fmla="*/ 17916 h 72194"/>
                <a:gd name="connsiteX4" fmla="*/ 8334 w 122045"/>
                <a:gd name="connsiteY4" fmla="*/ 28082 h 72194"/>
                <a:gd name="connsiteX5" fmla="*/ 6501 w 122045"/>
                <a:gd name="connsiteY5" fmla="*/ 71244 h 72194"/>
                <a:gd name="connsiteX6" fmla="*/ 10417 w 122045"/>
                <a:gd name="connsiteY6" fmla="*/ 69411 h 72194"/>
                <a:gd name="connsiteX7" fmla="*/ 13584 w 122045"/>
                <a:gd name="connsiteY7" fmla="*/ 37914 h 72194"/>
                <a:gd name="connsiteX8" fmla="*/ 38915 w 122045"/>
                <a:gd name="connsiteY8" fmla="*/ 34248 h 72194"/>
                <a:gd name="connsiteX9" fmla="*/ 43915 w 122045"/>
                <a:gd name="connsiteY9" fmla="*/ 37914 h 72194"/>
                <a:gd name="connsiteX10" fmla="*/ 52580 w 122045"/>
                <a:gd name="connsiteY10" fmla="*/ 33914 h 72194"/>
                <a:gd name="connsiteX11" fmla="*/ 63996 w 122045"/>
                <a:gd name="connsiteY11" fmla="*/ 14249 h 72194"/>
                <a:gd name="connsiteX12" fmla="*/ 81994 w 122045"/>
                <a:gd name="connsiteY12" fmla="*/ 13666 h 72194"/>
                <a:gd name="connsiteX13" fmla="*/ 114991 w 122045"/>
                <a:gd name="connsiteY13" fmla="*/ 29914 h 72194"/>
                <a:gd name="connsiteX14" fmla="*/ 121907 w 122045"/>
                <a:gd name="connsiteY14" fmla="*/ 25498 h 72194"/>
                <a:gd name="connsiteX15" fmla="*/ 121907 w 122045"/>
                <a:gd name="connsiteY15" fmla="*/ 25498 h 7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2045" h="72194">
                  <a:moveTo>
                    <a:pt x="121907" y="25498"/>
                  </a:moveTo>
                  <a:cubicBezTo>
                    <a:pt x="116991" y="6250"/>
                    <a:pt x="92160" y="1"/>
                    <a:pt x="74412" y="1"/>
                  </a:cubicBezTo>
                  <a:cubicBezTo>
                    <a:pt x="56080" y="-83"/>
                    <a:pt x="47831" y="9166"/>
                    <a:pt x="43081" y="23415"/>
                  </a:cubicBezTo>
                  <a:cubicBezTo>
                    <a:pt x="38331" y="20249"/>
                    <a:pt x="34082" y="17416"/>
                    <a:pt x="27166" y="17916"/>
                  </a:cubicBezTo>
                  <a:cubicBezTo>
                    <a:pt x="20000" y="18416"/>
                    <a:pt x="12917" y="22749"/>
                    <a:pt x="8334" y="28082"/>
                  </a:cubicBezTo>
                  <a:cubicBezTo>
                    <a:pt x="-2581" y="40997"/>
                    <a:pt x="-2332" y="57912"/>
                    <a:pt x="6501" y="71244"/>
                  </a:cubicBezTo>
                  <a:cubicBezTo>
                    <a:pt x="7834" y="73244"/>
                    <a:pt x="11250" y="71828"/>
                    <a:pt x="10417" y="69411"/>
                  </a:cubicBezTo>
                  <a:cubicBezTo>
                    <a:pt x="6751" y="59412"/>
                    <a:pt x="6168" y="46663"/>
                    <a:pt x="13584" y="37914"/>
                  </a:cubicBezTo>
                  <a:cubicBezTo>
                    <a:pt x="21083" y="28998"/>
                    <a:pt x="28666" y="28165"/>
                    <a:pt x="38915" y="34248"/>
                  </a:cubicBezTo>
                  <a:cubicBezTo>
                    <a:pt x="40665" y="35331"/>
                    <a:pt x="41914" y="36831"/>
                    <a:pt x="43915" y="37914"/>
                  </a:cubicBezTo>
                  <a:cubicBezTo>
                    <a:pt x="47497" y="39830"/>
                    <a:pt x="51580" y="37664"/>
                    <a:pt x="52580" y="33914"/>
                  </a:cubicBezTo>
                  <a:cubicBezTo>
                    <a:pt x="54747" y="25748"/>
                    <a:pt x="53913" y="18832"/>
                    <a:pt x="63996" y="14249"/>
                  </a:cubicBezTo>
                  <a:cubicBezTo>
                    <a:pt x="69578" y="11750"/>
                    <a:pt x="76328" y="12749"/>
                    <a:pt x="81994" y="13666"/>
                  </a:cubicBezTo>
                  <a:cubicBezTo>
                    <a:pt x="95410" y="15916"/>
                    <a:pt x="104909" y="20915"/>
                    <a:pt x="114991" y="29914"/>
                  </a:cubicBezTo>
                  <a:cubicBezTo>
                    <a:pt x="118241" y="32831"/>
                    <a:pt x="122907" y="29581"/>
                    <a:pt x="121907" y="25498"/>
                  </a:cubicBezTo>
                  <a:lnTo>
                    <a:pt x="121907" y="25498"/>
                  </a:lnTo>
                  <a:close/>
                </a:path>
              </a:pathLst>
            </a:custGeom>
            <a:grpFill/>
            <a:ln w="8332" cap="flat">
              <a:noFill/>
              <a:prstDash val="solid"/>
              <a:miter/>
            </a:ln>
          </p:spPr>
          <p:txBody>
            <a:bodyPr rtlCol="0" anchor="ctr"/>
            <a:lstStyle/>
            <a:p>
              <a:endParaRPr lang="en-US"/>
            </a:p>
          </p:txBody>
        </p:sp>
        <p:sp>
          <p:nvSpPr>
            <p:cNvPr id="2044" name="Freeform: Shape 2043"/>
            <p:cNvSpPr/>
            <p:nvPr/>
          </p:nvSpPr>
          <p:spPr>
            <a:xfrm>
              <a:off x="6881638" y="3432812"/>
              <a:ext cx="79386" cy="72137"/>
            </a:xfrm>
            <a:custGeom>
              <a:avLst/>
              <a:gdLst>
                <a:gd name="connsiteX0" fmla="*/ 79173 w 79386"/>
                <a:gd name="connsiteY0" fmla="*/ 36969 h 72137"/>
                <a:gd name="connsiteX1" fmla="*/ 52175 w 79386"/>
                <a:gd name="connsiteY1" fmla="*/ 17554 h 72137"/>
                <a:gd name="connsiteX2" fmla="*/ 42926 w 79386"/>
                <a:gd name="connsiteY2" fmla="*/ 19387 h 72137"/>
                <a:gd name="connsiteX3" fmla="*/ 40760 w 79386"/>
                <a:gd name="connsiteY3" fmla="*/ 19803 h 72137"/>
                <a:gd name="connsiteX4" fmla="*/ 40260 w 79386"/>
                <a:gd name="connsiteY4" fmla="*/ 18804 h 72137"/>
                <a:gd name="connsiteX5" fmla="*/ 34344 w 79386"/>
                <a:gd name="connsiteY5" fmla="*/ 3805 h 72137"/>
                <a:gd name="connsiteX6" fmla="*/ 1347 w 79386"/>
                <a:gd name="connsiteY6" fmla="*/ 9888 h 72137"/>
                <a:gd name="connsiteX7" fmla="*/ 4347 w 79386"/>
                <a:gd name="connsiteY7" fmla="*/ 14721 h 72137"/>
                <a:gd name="connsiteX8" fmla="*/ 22428 w 79386"/>
                <a:gd name="connsiteY8" fmla="*/ 7638 h 72137"/>
                <a:gd name="connsiteX9" fmla="*/ 29428 w 79386"/>
                <a:gd name="connsiteY9" fmla="*/ 22720 h 72137"/>
                <a:gd name="connsiteX10" fmla="*/ 34594 w 79386"/>
                <a:gd name="connsiteY10" fmla="*/ 31386 h 72137"/>
                <a:gd name="connsiteX11" fmla="*/ 54509 w 79386"/>
                <a:gd name="connsiteY11" fmla="*/ 30719 h 72137"/>
                <a:gd name="connsiteX12" fmla="*/ 51842 w 79386"/>
                <a:gd name="connsiteY12" fmla="*/ 62966 h 72137"/>
                <a:gd name="connsiteX13" fmla="*/ 57508 w 79386"/>
                <a:gd name="connsiteY13" fmla="*/ 71965 h 72137"/>
                <a:gd name="connsiteX14" fmla="*/ 79173 w 79386"/>
                <a:gd name="connsiteY14" fmla="*/ 36969 h 72137"/>
                <a:gd name="connsiteX15" fmla="*/ 79173 w 79386"/>
                <a:gd name="connsiteY15" fmla="*/ 36969 h 72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9386" h="72137">
                  <a:moveTo>
                    <a:pt x="79173" y="36969"/>
                  </a:moveTo>
                  <a:cubicBezTo>
                    <a:pt x="77423" y="22970"/>
                    <a:pt x="65341" y="16637"/>
                    <a:pt x="52175" y="17554"/>
                  </a:cubicBezTo>
                  <a:cubicBezTo>
                    <a:pt x="49009" y="17804"/>
                    <a:pt x="46009" y="18970"/>
                    <a:pt x="42926" y="19387"/>
                  </a:cubicBezTo>
                  <a:cubicBezTo>
                    <a:pt x="41927" y="19553"/>
                    <a:pt x="41260" y="19637"/>
                    <a:pt x="40760" y="19803"/>
                  </a:cubicBezTo>
                  <a:cubicBezTo>
                    <a:pt x="40676" y="19553"/>
                    <a:pt x="40593" y="19220"/>
                    <a:pt x="40260" y="18804"/>
                  </a:cubicBezTo>
                  <a:cubicBezTo>
                    <a:pt x="37344" y="14304"/>
                    <a:pt x="38927" y="8054"/>
                    <a:pt x="34344" y="3805"/>
                  </a:cubicBezTo>
                  <a:cubicBezTo>
                    <a:pt x="24262" y="-5444"/>
                    <a:pt x="10429" y="4388"/>
                    <a:pt x="1347" y="9888"/>
                  </a:cubicBezTo>
                  <a:cubicBezTo>
                    <a:pt x="-1819" y="11804"/>
                    <a:pt x="1180" y="16304"/>
                    <a:pt x="4347" y="14721"/>
                  </a:cubicBezTo>
                  <a:cubicBezTo>
                    <a:pt x="9346" y="12221"/>
                    <a:pt x="16679" y="6721"/>
                    <a:pt x="22428" y="7638"/>
                  </a:cubicBezTo>
                  <a:cubicBezTo>
                    <a:pt x="33677" y="9388"/>
                    <a:pt x="28844" y="17220"/>
                    <a:pt x="29428" y="22720"/>
                  </a:cubicBezTo>
                  <a:cubicBezTo>
                    <a:pt x="29844" y="26803"/>
                    <a:pt x="30677" y="29469"/>
                    <a:pt x="34594" y="31386"/>
                  </a:cubicBezTo>
                  <a:cubicBezTo>
                    <a:pt x="40676" y="34219"/>
                    <a:pt x="48093" y="30136"/>
                    <a:pt x="54509" y="30719"/>
                  </a:cubicBezTo>
                  <a:cubicBezTo>
                    <a:pt x="76090" y="32636"/>
                    <a:pt x="57758" y="54884"/>
                    <a:pt x="51842" y="62966"/>
                  </a:cubicBezTo>
                  <a:cubicBezTo>
                    <a:pt x="48593" y="67382"/>
                    <a:pt x="51926" y="73215"/>
                    <a:pt x="57508" y="71965"/>
                  </a:cubicBezTo>
                  <a:cubicBezTo>
                    <a:pt x="71757" y="68716"/>
                    <a:pt x="80923" y="50884"/>
                    <a:pt x="79173" y="36969"/>
                  </a:cubicBezTo>
                  <a:lnTo>
                    <a:pt x="79173" y="36969"/>
                  </a:lnTo>
                  <a:close/>
                </a:path>
              </a:pathLst>
            </a:custGeom>
            <a:grpFill/>
            <a:ln w="8332" cap="flat">
              <a:noFill/>
              <a:prstDash val="solid"/>
              <a:miter/>
            </a:ln>
          </p:spPr>
          <p:txBody>
            <a:bodyPr rtlCol="0" anchor="ctr"/>
            <a:lstStyle/>
            <a:p>
              <a:endParaRPr lang="en-US"/>
            </a:p>
          </p:txBody>
        </p:sp>
        <p:sp>
          <p:nvSpPr>
            <p:cNvPr id="2045" name="Freeform: Shape 2044"/>
            <p:cNvSpPr/>
            <p:nvPr/>
          </p:nvSpPr>
          <p:spPr>
            <a:xfrm>
              <a:off x="6810645" y="3457764"/>
              <a:ext cx="34667" cy="47931"/>
            </a:xfrm>
            <a:custGeom>
              <a:avLst/>
              <a:gdLst>
                <a:gd name="connsiteX0" fmla="*/ 31677 w 34667"/>
                <a:gd name="connsiteY0" fmla="*/ 36514 h 47931"/>
                <a:gd name="connsiteX1" fmla="*/ 11762 w 34667"/>
                <a:gd name="connsiteY1" fmla="*/ 30765 h 47931"/>
                <a:gd name="connsiteX2" fmla="*/ 32177 w 34667"/>
                <a:gd name="connsiteY2" fmla="*/ 3684 h 47931"/>
                <a:gd name="connsiteX3" fmla="*/ 32926 w 34667"/>
                <a:gd name="connsiteY3" fmla="*/ 267 h 47931"/>
                <a:gd name="connsiteX4" fmla="*/ 15012 w 34667"/>
                <a:gd name="connsiteY4" fmla="*/ 7517 h 47931"/>
                <a:gd name="connsiteX5" fmla="*/ 13 w 34667"/>
                <a:gd name="connsiteY5" fmla="*/ 30348 h 47931"/>
                <a:gd name="connsiteX6" fmla="*/ 29094 w 34667"/>
                <a:gd name="connsiteY6" fmla="*/ 47680 h 47931"/>
                <a:gd name="connsiteX7" fmla="*/ 31677 w 34667"/>
                <a:gd name="connsiteY7" fmla="*/ 36514 h 47931"/>
                <a:gd name="connsiteX8" fmla="*/ 31677 w 34667"/>
                <a:gd name="connsiteY8" fmla="*/ 36514 h 47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667" h="47931">
                  <a:moveTo>
                    <a:pt x="31677" y="36514"/>
                  </a:moveTo>
                  <a:cubicBezTo>
                    <a:pt x="27177" y="33598"/>
                    <a:pt x="14595" y="35514"/>
                    <a:pt x="11762" y="30765"/>
                  </a:cubicBezTo>
                  <a:cubicBezTo>
                    <a:pt x="8179" y="24765"/>
                    <a:pt x="24927" y="2517"/>
                    <a:pt x="32177" y="3684"/>
                  </a:cubicBezTo>
                  <a:cubicBezTo>
                    <a:pt x="34426" y="4017"/>
                    <a:pt x="35176" y="601"/>
                    <a:pt x="32926" y="267"/>
                  </a:cubicBezTo>
                  <a:cubicBezTo>
                    <a:pt x="25011" y="-982"/>
                    <a:pt x="20761" y="2267"/>
                    <a:pt x="15012" y="7517"/>
                  </a:cubicBezTo>
                  <a:cubicBezTo>
                    <a:pt x="8762" y="13350"/>
                    <a:pt x="430" y="21182"/>
                    <a:pt x="13" y="30348"/>
                  </a:cubicBezTo>
                  <a:cubicBezTo>
                    <a:pt x="-570" y="43347"/>
                    <a:pt x="18595" y="49263"/>
                    <a:pt x="29094" y="47680"/>
                  </a:cubicBezTo>
                  <a:cubicBezTo>
                    <a:pt x="35009" y="46763"/>
                    <a:pt x="36759" y="39847"/>
                    <a:pt x="31677" y="36514"/>
                  </a:cubicBezTo>
                  <a:lnTo>
                    <a:pt x="31677" y="36514"/>
                  </a:lnTo>
                  <a:close/>
                </a:path>
              </a:pathLst>
            </a:custGeom>
            <a:grpFill/>
            <a:ln w="8332" cap="flat">
              <a:noFill/>
              <a:prstDash val="solid"/>
              <a:miter/>
            </a:ln>
          </p:spPr>
          <p:txBody>
            <a:bodyPr rtlCol="0" anchor="ctr"/>
            <a:lstStyle/>
            <a:p>
              <a:endParaRPr lang="en-US"/>
            </a:p>
          </p:txBody>
        </p:sp>
        <p:sp>
          <p:nvSpPr>
            <p:cNvPr id="2046" name="Freeform: Shape 2045"/>
            <p:cNvSpPr/>
            <p:nvPr/>
          </p:nvSpPr>
          <p:spPr>
            <a:xfrm>
              <a:off x="7572755" y="3722258"/>
              <a:ext cx="83" cy="499"/>
            </a:xfrm>
            <a:custGeom>
              <a:avLst/>
              <a:gdLst>
                <a:gd name="connsiteX0" fmla="*/ 83 w 83"/>
                <a:gd name="connsiteY0" fmla="*/ 0 h 499"/>
                <a:gd name="connsiteX1" fmla="*/ 0 w 83"/>
                <a:gd name="connsiteY1" fmla="*/ 500 h 499"/>
                <a:gd name="connsiteX2" fmla="*/ 83 w 83"/>
                <a:gd name="connsiteY2" fmla="*/ 0 h 499"/>
                <a:gd name="connsiteX3" fmla="*/ 83 w 83"/>
                <a:gd name="connsiteY3" fmla="*/ 0 h 499"/>
              </a:gdLst>
              <a:ahLst/>
              <a:cxnLst>
                <a:cxn ang="0">
                  <a:pos x="connsiteX0" y="connsiteY0"/>
                </a:cxn>
                <a:cxn ang="0">
                  <a:pos x="connsiteX1" y="connsiteY1"/>
                </a:cxn>
                <a:cxn ang="0">
                  <a:pos x="connsiteX2" y="connsiteY2"/>
                </a:cxn>
                <a:cxn ang="0">
                  <a:pos x="connsiteX3" y="connsiteY3"/>
                </a:cxn>
              </a:cxnLst>
              <a:rect l="l" t="t" r="r" b="b"/>
              <a:pathLst>
                <a:path w="83" h="499">
                  <a:moveTo>
                    <a:pt x="83" y="0"/>
                  </a:moveTo>
                  <a:cubicBezTo>
                    <a:pt x="83" y="83"/>
                    <a:pt x="83" y="167"/>
                    <a:pt x="0" y="500"/>
                  </a:cubicBezTo>
                  <a:cubicBezTo>
                    <a:pt x="83" y="333"/>
                    <a:pt x="83" y="167"/>
                    <a:pt x="83" y="0"/>
                  </a:cubicBezTo>
                  <a:lnTo>
                    <a:pt x="83" y="0"/>
                  </a:lnTo>
                  <a:close/>
                </a:path>
              </a:pathLst>
            </a:custGeom>
            <a:grpFill/>
            <a:ln w="8332" cap="flat">
              <a:noFill/>
              <a:prstDash val="solid"/>
              <a:miter/>
            </a:ln>
          </p:spPr>
          <p:txBody>
            <a:bodyPr rtlCol="0" anchor="ctr"/>
            <a:lstStyle/>
            <a:p>
              <a:endParaRPr lang="en-US"/>
            </a:p>
          </p:txBody>
        </p:sp>
        <p:sp>
          <p:nvSpPr>
            <p:cNvPr id="2047" name="Freeform: Shape 2046"/>
            <p:cNvSpPr/>
            <p:nvPr/>
          </p:nvSpPr>
          <p:spPr>
            <a:xfrm>
              <a:off x="7031195" y="3499116"/>
              <a:ext cx="575923" cy="394876"/>
            </a:xfrm>
            <a:custGeom>
              <a:avLst/>
              <a:gdLst>
                <a:gd name="connsiteX0" fmla="*/ 35439 w 575923"/>
                <a:gd name="connsiteY0" fmla="*/ 345964 h 394876"/>
                <a:gd name="connsiteX1" fmla="*/ 209757 w 575923"/>
                <a:gd name="connsiteY1" fmla="*/ 394877 h 394876"/>
                <a:gd name="connsiteX2" fmla="*/ 416572 w 575923"/>
                <a:gd name="connsiteY2" fmla="*/ 378295 h 394876"/>
                <a:gd name="connsiteX3" fmla="*/ 516729 w 575923"/>
                <a:gd name="connsiteY3" fmla="*/ 351464 h 394876"/>
                <a:gd name="connsiteX4" fmla="*/ 553976 w 575923"/>
                <a:gd name="connsiteY4" fmla="*/ 323383 h 394876"/>
                <a:gd name="connsiteX5" fmla="*/ 561142 w 575923"/>
                <a:gd name="connsiteY5" fmla="*/ 313551 h 394876"/>
                <a:gd name="connsiteX6" fmla="*/ 575641 w 575923"/>
                <a:gd name="connsiteY6" fmla="*/ 275471 h 394876"/>
                <a:gd name="connsiteX7" fmla="*/ 569725 w 575923"/>
                <a:gd name="connsiteY7" fmla="*/ 209977 h 394876"/>
                <a:gd name="connsiteX8" fmla="*/ 554726 w 575923"/>
                <a:gd name="connsiteY8" fmla="*/ 155315 h 394876"/>
                <a:gd name="connsiteX9" fmla="*/ 479982 w 575923"/>
                <a:gd name="connsiteY9" fmla="*/ 48658 h 394876"/>
                <a:gd name="connsiteX10" fmla="*/ 372409 w 575923"/>
                <a:gd name="connsiteY10" fmla="*/ 3412 h 394876"/>
                <a:gd name="connsiteX11" fmla="*/ 142763 w 575923"/>
                <a:gd name="connsiteY11" fmla="*/ 71239 h 394876"/>
                <a:gd name="connsiteX12" fmla="*/ 140763 w 575923"/>
                <a:gd name="connsiteY12" fmla="*/ 74989 h 394876"/>
                <a:gd name="connsiteX13" fmla="*/ 128848 w 575923"/>
                <a:gd name="connsiteY13" fmla="*/ 78239 h 394876"/>
                <a:gd name="connsiteX14" fmla="*/ 81519 w 575923"/>
                <a:gd name="connsiteY14" fmla="*/ 101570 h 394876"/>
                <a:gd name="connsiteX15" fmla="*/ 15524 w 575923"/>
                <a:gd name="connsiteY15" fmla="*/ 178813 h 394876"/>
                <a:gd name="connsiteX16" fmla="*/ 35439 w 575923"/>
                <a:gd name="connsiteY16" fmla="*/ 345964 h 394876"/>
                <a:gd name="connsiteX17" fmla="*/ 35439 w 575923"/>
                <a:gd name="connsiteY17" fmla="*/ 345964 h 394876"/>
                <a:gd name="connsiteX18" fmla="*/ 565142 w 575923"/>
                <a:gd name="connsiteY18" fmla="*/ 259222 h 394876"/>
                <a:gd name="connsiteX19" fmla="*/ 546477 w 575923"/>
                <a:gd name="connsiteY19" fmla="*/ 236391 h 394876"/>
                <a:gd name="connsiteX20" fmla="*/ 538644 w 575923"/>
                <a:gd name="connsiteY20" fmla="*/ 231891 h 394876"/>
                <a:gd name="connsiteX21" fmla="*/ 541644 w 575923"/>
                <a:gd name="connsiteY21" fmla="*/ 223142 h 394876"/>
                <a:gd name="connsiteX22" fmla="*/ 539727 w 575923"/>
                <a:gd name="connsiteY22" fmla="*/ 203394 h 394876"/>
                <a:gd name="connsiteX23" fmla="*/ 514063 w 575923"/>
                <a:gd name="connsiteY23" fmla="*/ 176230 h 394876"/>
                <a:gd name="connsiteX24" fmla="*/ 496065 w 575923"/>
                <a:gd name="connsiteY24" fmla="*/ 170147 h 394876"/>
                <a:gd name="connsiteX25" fmla="*/ 496814 w 575923"/>
                <a:gd name="connsiteY25" fmla="*/ 168897 h 394876"/>
                <a:gd name="connsiteX26" fmla="*/ 448402 w 575923"/>
                <a:gd name="connsiteY26" fmla="*/ 109902 h 394876"/>
                <a:gd name="connsiteX27" fmla="*/ 435820 w 575923"/>
                <a:gd name="connsiteY27" fmla="*/ 74906 h 394876"/>
                <a:gd name="connsiteX28" fmla="*/ 407989 w 575923"/>
                <a:gd name="connsiteY28" fmla="*/ 77405 h 394876"/>
                <a:gd name="connsiteX29" fmla="*/ 403906 w 575923"/>
                <a:gd name="connsiteY29" fmla="*/ 81571 h 394876"/>
                <a:gd name="connsiteX30" fmla="*/ 400240 w 575923"/>
                <a:gd name="connsiteY30" fmla="*/ 66490 h 394876"/>
                <a:gd name="connsiteX31" fmla="*/ 379409 w 575923"/>
                <a:gd name="connsiteY31" fmla="*/ 57907 h 394876"/>
                <a:gd name="connsiteX32" fmla="*/ 378742 w 575923"/>
                <a:gd name="connsiteY32" fmla="*/ 58240 h 394876"/>
                <a:gd name="connsiteX33" fmla="*/ 360577 w 575923"/>
                <a:gd name="connsiteY33" fmla="*/ 42409 h 394876"/>
                <a:gd name="connsiteX34" fmla="*/ 341829 w 575923"/>
                <a:gd name="connsiteY34" fmla="*/ 51491 h 394876"/>
                <a:gd name="connsiteX35" fmla="*/ 339495 w 575923"/>
                <a:gd name="connsiteY35" fmla="*/ 54407 h 394876"/>
                <a:gd name="connsiteX36" fmla="*/ 319080 w 575923"/>
                <a:gd name="connsiteY36" fmla="*/ 43575 h 394876"/>
                <a:gd name="connsiteX37" fmla="*/ 295416 w 575923"/>
                <a:gd name="connsiteY37" fmla="*/ 46158 h 394876"/>
                <a:gd name="connsiteX38" fmla="*/ 271502 w 575923"/>
                <a:gd name="connsiteY38" fmla="*/ 39659 h 394876"/>
                <a:gd name="connsiteX39" fmla="*/ 251170 w 575923"/>
                <a:gd name="connsiteY39" fmla="*/ 43658 h 394876"/>
                <a:gd name="connsiteX40" fmla="*/ 234921 w 575923"/>
                <a:gd name="connsiteY40" fmla="*/ 59574 h 394876"/>
                <a:gd name="connsiteX41" fmla="*/ 216006 w 575923"/>
                <a:gd name="connsiteY41" fmla="*/ 70739 h 394876"/>
                <a:gd name="connsiteX42" fmla="*/ 173927 w 575923"/>
                <a:gd name="connsiteY42" fmla="*/ 72072 h 394876"/>
                <a:gd name="connsiteX43" fmla="*/ 163678 w 575923"/>
                <a:gd name="connsiteY43" fmla="*/ 72406 h 394876"/>
                <a:gd name="connsiteX44" fmla="*/ 274168 w 575923"/>
                <a:gd name="connsiteY44" fmla="*/ 20494 h 394876"/>
                <a:gd name="connsiteX45" fmla="*/ 409989 w 575923"/>
                <a:gd name="connsiteY45" fmla="*/ 23993 h 394876"/>
                <a:gd name="connsiteX46" fmla="*/ 562475 w 575923"/>
                <a:gd name="connsiteY46" fmla="*/ 215310 h 394876"/>
                <a:gd name="connsiteX47" fmla="*/ 565142 w 575923"/>
                <a:gd name="connsiteY47" fmla="*/ 259222 h 394876"/>
                <a:gd name="connsiteX48" fmla="*/ 565142 w 575923"/>
                <a:gd name="connsiteY48" fmla="*/ 259222 h 394876"/>
                <a:gd name="connsiteX49" fmla="*/ 488815 w 575923"/>
                <a:gd name="connsiteY49" fmla="*/ 166314 h 394876"/>
                <a:gd name="connsiteX50" fmla="*/ 469734 w 575923"/>
                <a:gd name="connsiteY50" fmla="*/ 159731 h 394876"/>
                <a:gd name="connsiteX51" fmla="*/ 431904 w 575923"/>
                <a:gd name="connsiteY51" fmla="*/ 175730 h 394876"/>
                <a:gd name="connsiteX52" fmla="*/ 397823 w 575923"/>
                <a:gd name="connsiteY52" fmla="*/ 185812 h 394876"/>
                <a:gd name="connsiteX53" fmla="*/ 380658 w 575923"/>
                <a:gd name="connsiteY53" fmla="*/ 196728 h 394876"/>
                <a:gd name="connsiteX54" fmla="*/ 374325 w 575923"/>
                <a:gd name="connsiteY54" fmla="*/ 211143 h 394876"/>
                <a:gd name="connsiteX55" fmla="*/ 366160 w 575923"/>
                <a:gd name="connsiteY55" fmla="*/ 189895 h 394876"/>
                <a:gd name="connsiteX56" fmla="*/ 426654 w 575923"/>
                <a:gd name="connsiteY56" fmla="*/ 141900 h 394876"/>
                <a:gd name="connsiteX57" fmla="*/ 447569 w 575923"/>
                <a:gd name="connsiteY57" fmla="*/ 116152 h 394876"/>
                <a:gd name="connsiteX58" fmla="*/ 479816 w 575923"/>
                <a:gd name="connsiteY58" fmla="*/ 131150 h 394876"/>
                <a:gd name="connsiteX59" fmla="*/ 488815 w 575923"/>
                <a:gd name="connsiteY59" fmla="*/ 166314 h 394876"/>
                <a:gd name="connsiteX60" fmla="*/ 488815 w 575923"/>
                <a:gd name="connsiteY60" fmla="*/ 166314 h 394876"/>
                <a:gd name="connsiteX61" fmla="*/ 415072 w 575923"/>
                <a:gd name="connsiteY61" fmla="*/ 105903 h 394876"/>
                <a:gd name="connsiteX62" fmla="*/ 403323 w 575923"/>
                <a:gd name="connsiteY62" fmla="*/ 99653 h 394876"/>
                <a:gd name="connsiteX63" fmla="*/ 407656 w 575923"/>
                <a:gd name="connsiteY63" fmla="*/ 92654 h 394876"/>
                <a:gd name="connsiteX64" fmla="*/ 412656 w 575923"/>
                <a:gd name="connsiteY64" fmla="*/ 83821 h 394876"/>
                <a:gd name="connsiteX65" fmla="*/ 428154 w 575923"/>
                <a:gd name="connsiteY65" fmla="*/ 80822 h 394876"/>
                <a:gd name="connsiteX66" fmla="*/ 443403 w 575923"/>
                <a:gd name="connsiteY66" fmla="*/ 100070 h 394876"/>
                <a:gd name="connsiteX67" fmla="*/ 439403 w 575923"/>
                <a:gd name="connsiteY67" fmla="*/ 114069 h 394876"/>
                <a:gd name="connsiteX68" fmla="*/ 439403 w 575923"/>
                <a:gd name="connsiteY68" fmla="*/ 114235 h 394876"/>
                <a:gd name="connsiteX69" fmla="*/ 416572 w 575923"/>
                <a:gd name="connsiteY69" fmla="*/ 143483 h 394876"/>
                <a:gd name="connsiteX70" fmla="*/ 415072 w 575923"/>
                <a:gd name="connsiteY70" fmla="*/ 105903 h 394876"/>
                <a:gd name="connsiteX71" fmla="*/ 415072 w 575923"/>
                <a:gd name="connsiteY71" fmla="*/ 105903 h 394876"/>
                <a:gd name="connsiteX72" fmla="*/ 362410 w 575923"/>
                <a:gd name="connsiteY72" fmla="*/ 181063 h 394876"/>
                <a:gd name="connsiteX73" fmla="*/ 359827 w 575923"/>
                <a:gd name="connsiteY73" fmla="*/ 175230 h 394876"/>
                <a:gd name="connsiteX74" fmla="*/ 351578 w 575923"/>
                <a:gd name="connsiteY74" fmla="*/ 159231 h 394876"/>
                <a:gd name="connsiteX75" fmla="*/ 356744 w 575923"/>
                <a:gd name="connsiteY75" fmla="*/ 154148 h 394876"/>
                <a:gd name="connsiteX76" fmla="*/ 382908 w 575923"/>
                <a:gd name="connsiteY76" fmla="*/ 118818 h 394876"/>
                <a:gd name="connsiteX77" fmla="*/ 400406 w 575923"/>
                <a:gd name="connsiteY77" fmla="*/ 109569 h 394876"/>
                <a:gd name="connsiteX78" fmla="*/ 411489 w 575923"/>
                <a:gd name="connsiteY78" fmla="*/ 125568 h 394876"/>
                <a:gd name="connsiteX79" fmla="*/ 396740 w 575923"/>
                <a:gd name="connsiteY79" fmla="*/ 154815 h 394876"/>
                <a:gd name="connsiteX80" fmla="*/ 377825 w 575923"/>
                <a:gd name="connsiteY80" fmla="*/ 173063 h 394876"/>
                <a:gd name="connsiteX81" fmla="*/ 362410 w 575923"/>
                <a:gd name="connsiteY81" fmla="*/ 181063 h 394876"/>
                <a:gd name="connsiteX82" fmla="*/ 362410 w 575923"/>
                <a:gd name="connsiteY82" fmla="*/ 181063 h 394876"/>
                <a:gd name="connsiteX83" fmla="*/ 345661 w 575923"/>
                <a:gd name="connsiteY83" fmla="*/ 149565 h 394876"/>
                <a:gd name="connsiteX84" fmla="*/ 334746 w 575923"/>
                <a:gd name="connsiteY84" fmla="*/ 134567 h 394876"/>
                <a:gd name="connsiteX85" fmla="*/ 365243 w 575923"/>
                <a:gd name="connsiteY85" fmla="*/ 103070 h 394876"/>
                <a:gd name="connsiteX86" fmla="*/ 374909 w 575923"/>
                <a:gd name="connsiteY86" fmla="*/ 75322 h 394876"/>
                <a:gd name="connsiteX87" fmla="*/ 378159 w 575923"/>
                <a:gd name="connsiteY87" fmla="*/ 68323 h 394876"/>
                <a:gd name="connsiteX88" fmla="*/ 395824 w 575923"/>
                <a:gd name="connsiteY88" fmla="*/ 78072 h 394876"/>
                <a:gd name="connsiteX89" fmla="*/ 395824 w 575923"/>
                <a:gd name="connsiteY89" fmla="*/ 94320 h 394876"/>
                <a:gd name="connsiteX90" fmla="*/ 393241 w 575923"/>
                <a:gd name="connsiteY90" fmla="*/ 99820 h 394876"/>
                <a:gd name="connsiteX91" fmla="*/ 393074 w 575923"/>
                <a:gd name="connsiteY91" fmla="*/ 100487 h 394876"/>
                <a:gd name="connsiteX92" fmla="*/ 345661 w 575923"/>
                <a:gd name="connsiteY92" fmla="*/ 149565 h 394876"/>
                <a:gd name="connsiteX93" fmla="*/ 345661 w 575923"/>
                <a:gd name="connsiteY93" fmla="*/ 149565 h 394876"/>
                <a:gd name="connsiteX94" fmla="*/ 349244 w 575923"/>
                <a:gd name="connsiteY94" fmla="*/ 61073 h 394876"/>
                <a:gd name="connsiteX95" fmla="*/ 346161 w 575923"/>
                <a:gd name="connsiteY95" fmla="*/ 59990 h 394876"/>
                <a:gd name="connsiteX96" fmla="*/ 360660 w 575923"/>
                <a:gd name="connsiteY96" fmla="*/ 52907 h 394876"/>
                <a:gd name="connsiteX97" fmla="*/ 372076 w 575923"/>
                <a:gd name="connsiteY97" fmla="*/ 64740 h 394876"/>
                <a:gd name="connsiteX98" fmla="*/ 360660 w 575923"/>
                <a:gd name="connsiteY98" fmla="*/ 94570 h 394876"/>
                <a:gd name="connsiteX99" fmla="*/ 345912 w 575923"/>
                <a:gd name="connsiteY99" fmla="*/ 115235 h 394876"/>
                <a:gd name="connsiteX100" fmla="*/ 349244 w 575923"/>
                <a:gd name="connsiteY100" fmla="*/ 61073 h 394876"/>
                <a:gd name="connsiteX101" fmla="*/ 349244 w 575923"/>
                <a:gd name="connsiteY101" fmla="*/ 61073 h 394876"/>
                <a:gd name="connsiteX102" fmla="*/ 328663 w 575923"/>
                <a:gd name="connsiteY102" fmla="*/ 127484 h 394876"/>
                <a:gd name="connsiteX103" fmla="*/ 315331 w 575923"/>
                <a:gd name="connsiteY103" fmla="*/ 113902 h 394876"/>
                <a:gd name="connsiteX104" fmla="*/ 317581 w 575923"/>
                <a:gd name="connsiteY104" fmla="*/ 107403 h 394876"/>
                <a:gd name="connsiteX105" fmla="*/ 328080 w 575923"/>
                <a:gd name="connsiteY105" fmla="*/ 79238 h 394876"/>
                <a:gd name="connsiteX106" fmla="*/ 337829 w 575923"/>
                <a:gd name="connsiteY106" fmla="*/ 68823 h 394876"/>
                <a:gd name="connsiteX107" fmla="*/ 349494 w 575923"/>
                <a:gd name="connsiteY107" fmla="*/ 85655 h 394876"/>
                <a:gd name="connsiteX108" fmla="*/ 346078 w 575923"/>
                <a:gd name="connsiteY108" fmla="*/ 97070 h 394876"/>
                <a:gd name="connsiteX109" fmla="*/ 332662 w 575923"/>
                <a:gd name="connsiteY109" fmla="*/ 124651 h 394876"/>
                <a:gd name="connsiteX110" fmla="*/ 328663 w 575923"/>
                <a:gd name="connsiteY110" fmla="*/ 127484 h 394876"/>
                <a:gd name="connsiteX111" fmla="*/ 328663 w 575923"/>
                <a:gd name="connsiteY111" fmla="*/ 127484 h 394876"/>
                <a:gd name="connsiteX112" fmla="*/ 307332 w 575923"/>
                <a:gd name="connsiteY112" fmla="*/ 107069 h 394876"/>
                <a:gd name="connsiteX113" fmla="*/ 297332 w 575923"/>
                <a:gd name="connsiteY113" fmla="*/ 99486 h 394876"/>
                <a:gd name="connsiteX114" fmla="*/ 230505 w 575923"/>
                <a:gd name="connsiteY114" fmla="*/ 72406 h 394876"/>
                <a:gd name="connsiteX115" fmla="*/ 248253 w 575923"/>
                <a:gd name="connsiteY115" fmla="*/ 68239 h 394876"/>
                <a:gd name="connsiteX116" fmla="*/ 273085 w 575923"/>
                <a:gd name="connsiteY116" fmla="*/ 54741 h 394876"/>
                <a:gd name="connsiteX117" fmla="*/ 292416 w 575923"/>
                <a:gd name="connsiteY117" fmla="*/ 58324 h 394876"/>
                <a:gd name="connsiteX118" fmla="*/ 308665 w 575923"/>
                <a:gd name="connsiteY118" fmla="*/ 53074 h 394876"/>
                <a:gd name="connsiteX119" fmla="*/ 334996 w 575923"/>
                <a:gd name="connsiteY119" fmla="*/ 61990 h 394876"/>
                <a:gd name="connsiteX120" fmla="*/ 323997 w 575923"/>
                <a:gd name="connsiteY120" fmla="*/ 72489 h 394876"/>
                <a:gd name="connsiteX121" fmla="*/ 312914 w 575923"/>
                <a:gd name="connsiteY121" fmla="*/ 91987 h 394876"/>
                <a:gd name="connsiteX122" fmla="*/ 307332 w 575923"/>
                <a:gd name="connsiteY122" fmla="*/ 107069 h 394876"/>
                <a:gd name="connsiteX123" fmla="*/ 307332 w 575923"/>
                <a:gd name="connsiteY123" fmla="*/ 107069 h 394876"/>
                <a:gd name="connsiteX124" fmla="*/ 412739 w 575923"/>
                <a:gd name="connsiteY124" fmla="*/ 285887 h 394876"/>
                <a:gd name="connsiteX125" fmla="*/ 382241 w 575923"/>
                <a:gd name="connsiteY125" fmla="*/ 231641 h 394876"/>
                <a:gd name="connsiteX126" fmla="*/ 387658 w 575923"/>
                <a:gd name="connsiteY126" fmla="*/ 223892 h 394876"/>
                <a:gd name="connsiteX127" fmla="*/ 402406 w 575923"/>
                <a:gd name="connsiteY127" fmla="*/ 193895 h 394876"/>
                <a:gd name="connsiteX128" fmla="*/ 426987 w 575923"/>
                <a:gd name="connsiteY128" fmla="*/ 188895 h 394876"/>
                <a:gd name="connsiteX129" fmla="*/ 441736 w 575923"/>
                <a:gd name="connsiteY129" fmla="*/ 181896 h 394876"/>
                <a:gd name="connsiteX130" fmla="*/ 466567 w 575923"/>
                <a:gd name="connsiteY130" fmla="*/ 173730 h 394876"/>
                <a:gd name="connsiteX131" fmla="*/ 487232 w 575923"/>
                <a:gd name="connsiteY131" fmla="*/ 184729 h 394876"/>
                <a:gd name="connsiteX132" fmla="*/ 509480 w 575923"/>
                <a:gd name="connsiteY132" fmla="*/ 191645 h 394876"/>
                <a:gd name="connsiteX133" fmla="*/ 529395 w 575923"/>
                <a:gd name="connsiteY133" fmla="*/ 227725 h 394876"/>
                <a:gd name="connsiteX134" fmla="*/ 533144 w 575923"/>
                <a:gd name="connsiteY134" fmla="*/ 239307 h 394876"/>
                <a:gd name="connsiteX135" fmla="*/ 550893 w 575923"/>
                <a:gd name="connsiteY135" fmla="*/ 252056 h 394876"/>
                <a:gd name="connsiteX136" fmla="*/ 559225 w 575923"/>
                <a:gd name="connsiteY136" fmla="*/ 278054 h 394876"/>
                <a:gd name="connsiteX137" fmla="*/ 554393 w 575923"/>
                <a:gd name="connsiteY137" fmla="*/ 300052 h 394876"/>
                <a:gd name="connsiteX138" fmla="*/ 526645 w 575923"/>
                <a:gd name="connsiteY138" fmla="*/ 318634 h 394876"/>
                <a:gd name="connsiteX139" fmla="*/ 412739 w 575923"/>
                <a:gd name="connsiteY139" fmla="*/ 285887 h 394876"/>
                <a:gd name="connsiteX140" fmla="*/ 412739 w 575923"/>
                <a:gd name="connsiteY140" fmla="*/ 285887 h 394876"/>
                <a:gd name="connsiteX141" fmla="*/ 40272 w 575923"/>
                <a:gd name="connsiteY141" fmla="*/ 169814 h 394876"/>
                <a:gd name="connsiteX142" fmla="*/ 160928 w 575923"/>
                <a:gd name="connsiteY142" fmla="*/ 82988 h 394876"/>
                <a:gd name="connsiteX143" fmla="*/ 247587 w 575923"/>
                <a:gd name="connsiteY143" fmla="*/ 90571 h 394876"/>
                <a:gd name="connsiteX144" fmla="*/ 347328 w 575923"/>
                <a:gd name="connsiteY144" fmla="*/ 185562 h 394876"/>
                <a:gd name="connsiteX145" fmla="*/ 372659 w 575923"/>
                <a:gd name="connsiteY145" fmla="*/ 253473 h 394876"/>
                <a:gd name="connsiteX146" fmla="*/ 404323 w 575923"/>
                <a:gd name="connsiteY146" fmla="*/ 302052 h 394876"/>
                <a:gd name="connsiteX147" fmla="*/ 509980 w 575923"/>
                <a:gd name="connsiteY147" fmla="*/ 338632 h 394876"/>
                <a:gd name="connsiteX148" fmla="*/ 511980 w 575923"/>
                <a:gd name="connsiteY148" fmla="*/ 338298 h 394876"/>
                <a:gd name="connsiteX149" fmla="*/ 499398 w 575923"/>
                <a:gd name="connsiteY149" fmla="*/ 343215 h 394876"/>
                <a:gd name="connsiteX150" fmla="*/ 398823 w 575923"/>
                <a:gd name="connsiteY150" fmla="*/ 364962 h 394876"/>
                <a:gd name="connsiteX151" fmla="*/ 218173 w 575923"/>
                <a:gd name="connsiteY151" fmla="*/ 377712 h 394876"/>
                <a:gd name="connsiteX152" fmla="*/ 52355 w 575923"/>
                <a:gd name="connsiteY152" fmla="*/ 336382 h 394876"/>
                <a:gd name="connsiteX153" fmla="*/ 40272 w 575923"/>
                <a:gd name="connsiteY153" fmla="*/ 169814 h 394876"/>
                <a:gd name="connsiteX154" fmla="*/ 40272 w 575923"/>
                <a:gd name="connsiteY154" fmla="*/ 169814 h 394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Lst>
              <a:rect l="l" t="t" r="r" b="b"/>
              <a:pathLst>
                <a:path w="575923" h="394876">
                  <a:moveTo>
                    <a:pt x="35439" y="345964"/>
                  </a:moveTo>
                  <a:cubicBezTo>
                    <a:pt x="82268" y="391877"/>
                    <a:pt x="148262" y="394877"/>
                    <a:pt x="209757" y="394877"/>
                  </a:cubicBezTo>
                  <a:cubicBezTo>
                    <a:pt x="278584" y="394877"/>
                    <a:pt x="348661" y="390210"/>
                    <a:pt x="416572" y="378295"/>
                  </a:cubicBezTo>
                  <a:cubicBezTo>
                    <a:pt x="449652" y="372462"/>
                    <a:pt x="486149" y="365963"/>
                    <a:pt x="516729" y="351464"/>
                  </a:cubicBezTo>
                  <a:cubicBezTo>
                    <a:pt x="530812" y="344798"/>
                    <a:pt x="543894" y="335382"/>
                    <a:pt x="553976" y="323383"/>
                  </a:cubicBezTo>
                  <a:cubicBezTo>
                    <a:pt x="556559" y="320300"/>
                    <a:pt x="558892" y="316967"/>
                    <a:pt x="561142" y="313551"/>
                  </a:cubicBezTo>
                  <a:cubicBezTo>
                    <a:pt x="569308" y="303718"/>
                    <a:pt x="574558" y="291053"/>
                    <a:pt x="575641" y="275471"/>
                  </a:cubicBezTo>
                  <a:cubicBezTo>
                    <a:pt x="577141" y="254056"/>
                    <a:pt x="572308" y="231058"/>
                    <a:pt x="569725" y="209977"/>
                  </a:cubicBezTo>
                  <a:cubicBezTo>
                    <a:pt x="567392" y="190978"/>
                    <a:pt x="561725" y="173063"/>
                    <a:pt x="554726" y="155315"/>
                  </a:cubicBezTo>
                  <a:cubicBezTo>
                    <a:pt x="538061" y="113152"/>
                    <a:pt x="515230" y="77739"/>
                    <a:pt x="479982" y="48658"/>
                  </a:cubicBezTo>
                  <a:cubicBezTo>
                    <a:pt x="448735" y="22827"/>
                    <a:pt x="411989" y="10078"/>
                    <a:pt x="372409" y="3412"/>
                  </a:cubicBezTo>
                  <a:cubicBezTo>
                    <a:pt x="296166" y="-9504"/>
                    <a:pt x="197258" y="14494"/>
                    <a:pt x="142763" y="71239"/>
                  </a:cubicBezTo>
                  <a:cubicBezTo>
                    <a:pt x="141596" y="72406"/>
                    <a:pt x="141013" y="73656"/>
                    <a:pt x="140763" y="74989"/>
                  </a:cubicBezTo>
                  <a:cubicBezTo>
                    <a:pt x="136763" y="75822"/>
                    <a:pt x="132847" y="76822"/>
                    <a:pt x="128848" y="78239"/>
                  </a:cubicBezTo>
                  <a:cubicBezTo>
                    <a:pt x="112349" y="84071"/>
                    <a:pt x="96017" y="91654"/>
                    <a:pt x="81519" y="101570"/>
                  </a:cubicBezTo>
                  <a:cubicBezTo>
                    <a:pt x="53688" y="120568"/>
                    <a:pt x="29357" y="147982"/>
                    <a:pt x="15524" y="178813"/>
                  </a:cubicBezTo>
                  <a:cubicBezTo>
                    <a:pt x="-7807" y="230642"/>
                    <a:pt x="-7640" y="303802"/>
                    <a:pt x="35439" y="345964"/>
                  </a:cubicBezTo>
                  <a:lnTo>
                    <a:pt x="35439" y="345964"/>
                  </a:lnTo>
                  <a:close/>
                  <a:moveTo>
                    <a:pt x="565142" y="259222"/>
                  </a:moveTo>
                  <a:cubicBezTo>
                    <a:pt x="562142" y="250306"/>
                    <a:pt x="556226" y="242390"/>
                    <a:pt x="546477" y="236391"/>
                  </a:cubicBezTo>
                  <a:cubicBezTo>
                    <a:pt x="544310" y="235058"/>
                    <a:pt x="539228" y="232808"/>
                    <a:pt x="538644" y="231891"/>
                  </a:cubicBezTo>
                  <a:cubicBezTo>
                    <a:pt x="539228" y="231725"/>
                    <a:pt x="541644" y="222392"/>
                    <a:pt x="541644" y="223142"/>
                  </a:cubicBezTo>
                  <a:cubicBezTo>
                    <a:pt x="542644" y="216809"/>
                    <a:pt x="541644" y="209477"/>
                    <a:pt x="539727" y="203394"/>
                  </a:cubicBezTo>
                  <a:cubicBezTo>
                    <a:pt x="535978" y="191312"/>
                    <a:pt x="526145" y="180229"/>
                    <a:pt x="514063" y="176230"/>
                  </a:cubicBezTo>
                  <a:cubicBezTo>
                    <a:pt x="507063" y="173897"/>
                    <a:pt x="502231" y="173147"/>
                    <a:pt x="496065" y="170147"/>
                  </a:cubicBezTo>
                  <a:cubicBezTo>
                    <a:pt x="496398" y="169814"/>
                    <a:pt x="496648" y="169397"/>
                    <a:pt x="496814" y="168897"/>
                  </a:cubicBezTo>
                  <a:cubicBezTo>
                    <a:pt x="504564" y="138816"/>
                    <a:pt x="483399" y="99903"/>
                    <a:pt x="448402" y="109902"/>
                  </a:cubicBezTo>
                  <a:cubicBezTo>
                    <a:pt x="455068" y="97237"/>
                    <a:pt x="450736" y="81072"/>
                    <a:pt x="435820" y="74906"/>
                  </a:cubicBezTo>
                  <a:cubicBezTo>
                    <a:pt x="426821" y="71156"/>
                    <a:pt x="415822" y="71239"/>
                    <a:pt x="407989" y="77405"/>
                  </a:cubicBezTo>
                  <a:cubicBezTo>
                    <a:pt x="406572" y="78488"/>
                    <a:pt x="405239" y="79905"/>
                    <a:pt x="403906" y="81571"/>
                  </a:cubicBezTo>
                  <a:cubicBezTo>
                    <a:pt x="403989" y="76489"/>
                    <a:pt x="402906" y="71406"/>
                    <a:pt x="400240" y="66490"/>
                  </a:cubicBezTo>
                  <a:cubicBezTo>
                    <a:pt x="396324" y="59157"/>
                    <a:pt x="387741" y="54157"/>
                    <a:pt x="379409" y="57907"/>
                  </a:cubicBezTo>
                  <a:cubicBezTo>
                    <a:pt x="379158" y="57990"/>
                    <a:pt x="378992" y="58157"/>
                    <a:pt x="378742" y="58240"/>
                  </a:cubicBezTo>
                  <a:cubicBezTo>
                    <a:pt x="375659" y="50908"/>
                    <a:pt x="365660" y="43325"/>
                    <a:pt x="360577" y="42409"/>
                  </a:cubicBezTo>
                  <a:cubicBezTo>
                    <a:pt x="352078" y="40908"/>
                    <a:pt x="346828" y="45325"/>
                    <a:pt x="341829" y="51491"/>
                  </a:cubicBezTo>
                  <a:cubicBezTo>
                    <a:pt x="341078" y="52407"/>
                    <a:pt x="340245" y="53407"/>
                    <a:pt x="339495" y="54407"/>
                  </a:cubicBezTo>
                  <a:cubicBezTo>
                    <a:pt x="335663" y="48241"/>
                    <a:pt x="326580" y="44908"/>
                    <a:pt x="319080" y="43575"/>
                  </a:cubicBezTo>
                  <a:cubicBezTo>
                    <a:pt x="310248" y="42075"/>
                    <a:pt x="303749" y="44992"/>
                    <a:pt x="295416" y="46158"/>
                  </a:cubicBezTo>
                  <a:cubicBezTo>
                    <a:pt x="286333" y="47491"/>
                    <a:pt x="279918" y="41242"/>
                    <a:pt x="271502" y="39659"/>
                  </a:cubicBezTo>
                  <a:cubicBezTo>
                    <a:pt x="264169" y="38242"/>
                    <a:pt x="257336" y="39409"/>
                    <a:pt x="251170" y="43658"/>
                  </a:cubicBezTo>
                  <a:cubicBezTo>
                    <a:pt x="244421" y="48325"/>
                    <a:pt x="242671" y="56907"/>
                    <a:pt x="234921" y="59574"/>
                  </a:cubicBezTo>
                  <a:cubicBezTo>
                    <a:pt x="227339" y="62157"/>
                    <a:pt x="218340" y="63407"/>
                    <a:pt x="216006" y="70739"/>
                  </a:cubicBezTo>
                  <a:cubicBezTo>
                    <a:pt x="202091" y="69656"/>
                    <a:pt x="188009" y="70156"/>
                    <a:pt x="173927" y="72072"/>
                  </a:cubicBezTo>
                  <a:cubicBezTo>
                    <a:pt x="170511" y="72156"/>
                    <a:pt x="167011" y="72239"/>
                    <a:pt x="163678" y="72406"/>
                  </a:cubicBezTo>
                  <a:cubicBezTo>
                    <a:pt x="193925" y="45408"/>
                    <a:pt x="235338" y="28576"/>
                    <a:pt x="274168" y="20494"/>
                  </a:cubicBezTo>
                  <a:cubicBezTo>
                    <a:pt x="320330" y="10828"/>
                    <a:pt x="364493" y="11911"/>
                    <a:pt x="409989" y="23993"/>
                  </a:cubicBezTo>
                  <a:cubicBezTo>
                    <a:pt x="491981" y="45741"/>
                    <a:pt x="553976" y="133234"/>
                    <a:pt x="562475" y="215310"/>
                  </a:cubicBezTo>
                  <a:cubicBezTo>
                    <a:pt x="563642" y="228808"/>
                    <a:pt x="565475" y="244307"/>
                    <a:pt x="565142" y="259222"/>
                  </a:cubicBezTo>
                  <a:lnTo>
                    <a:pt x="565142" y="259222"/>
                  </a:lnTo>
                  <a:close/>
                  <a:moveTo>
                    <a:pt x="488815" y="166314"/>
                  </a:moveTo>
                  <a:cubicBezTo>
                    <a:pt x="482816" y="163231"/>
                    <a:pt x="476316" y="160648"/>
                    <a:pt x="469734" y="159731"/>
                  </a:cubicBezTo>
                  <a:cubicBezTo>
                    <a:pt x="452902" y="157398"/>
                    <a:pt x="444403" y="167147"/>
                    <a:pt x="431904" y="175730"/>
                  </a:cubicBezTo>
                  <a:cubicBezTo>
                    <a:pt x="422904" y="181896"/>
                    <a:pt x="408239" y="181146"/>
                    <a:pt x="397823" y="185812"/>
                  </a:cubicBezTo>
                  <a:cubicBezTo>
                    <a:pt x="391824" y="188479"/>
                    <a:pt x="384991" y="191645"/>
                    <a:pt x="380658" y="196728"/>
                  </a:cubicBezTo>
                  <a:cubicBezTo>
                    <a:pt x="377992" y="199811"/>
                    <a:pt x="375659" y="205310"/>
                    <a:pt x="374325" y="211143"/>
                  </a:cubicBezTo>
                  <a:cubicBezTo>
                    <a:pt x="371659" y="204061"/>
                    <a:pt x="368993" y="196978"/>
                    <a:pt x="366160" y="189895"/>
                  </a:cubicBezTo>
                  <a:cubicBezTo>
                    <a:pt x="389658" y="183146"/>
                    <a:pt x="412822" y="160981"/>
                    <a:pt x="426654" y="141900"/>
                  </a:cubicBezTo>
                  <a:cubicBezTo>
                    <a:pt x="433153" y="132900"/>
                    <a:pt x="435237" y="119901"/>
                    <a:pt x="447569" y="116152"/>
                  </a:cubicBezTo>
                  <a:cubicBezTo>
                    <a:pt x="460401" y="112236"/>
                    <a:pt x="473400" y="120318"/>
                    <a:pt x="479816" y="131150"/>
                  </a:cubicBezTo>
                  <a:cubicBezTo>
                    <a:pt x="486232" y="142066"/>
                    <a:pt x="483732" y="155315"/>
                    <a:pt x="488815" y="166314"/>
                  </a:cubicBezTo>
                  <a:lnTo>
                    <a:pt x="488815" y="166314"/>
                  </a:lnTo>
                  <a:close/>
                  <a:moveTo>
                    <a:pt x="415072" y="105903"/>
                  </a:moveTo>
                  <a:cubicBezTo>
                    <a:pt x="411072" y="102320"/>
                    <a:pt x="407156" y="100403"/>
                    <a:pt x="403323" y="99653"/>
                  </a:cubicBezTo>
                  <a:cubicBezTo>
                    <a:pt x="404906" y="97487"/>
                    <a:pt x="406239" y="95070"/>
                    <a:pt x="407656" y="92654"/>
                  </a:cubicBezTo>
                  <a:cubicBezTo>
                    <a:pt x="409156" y="89987"/>
                    <a:pt x="410489" y="85905"/>
                    <a:pt x="412656" y="83821"/>
                  </a:cubicBezTo>
                  <a:cubicBezTo>
                    <a:pt x="416655" y="80072"/>
                    <a:pt x="423155" y="79738"/>
                    <a:pt x="428154" y="80822"/>
                  </a:cubicBezTo>
                  <a:cubicBezTo>
                    <a:pt x="437737" y="82905"/>
                    <a:pt x="443653" y="89987"/>
                    <a:pt x="443403" y="100070"/>
                  </a:cubicBezTo>
                  <a:cubicBezTo>
                    <a:pt x="443319" y="105236"/>
                    <a:pt x="440903" y="109319"/>
                    <a:pt x="439403" y="114069"/>
                  </a:cubicBezTo>
                  <a:cubicBezTo>
                    <a:pt x="439403" y="114152"/>
                    <a:pt x="439403" y="114152"/>
                    <a:pt x="439403" y="114235"/>
                  </a:cubicBezTo>
                  <a:cubicBezTo>
                    <a:pt x="429570" y="121485"/>
                    <a:pt x="425404" y="134233"/>
                    <a:pt x="416572" y="143483"/>
                  </a:cubicBezTo>
                  <a:cubicBezTo>
                    <a:pt x="422321" y="131650"/>
                    <a:pt x="425654" y="115235"/>
                    <a:pt x="415072" y="105903"/>
                  </a:cubicBezTo>
                  <a:lnTo>
                    <a:pt x="415072" y="105903"/>
                  </a:lnTo>
                  <a:close/>
                  <a:moveTo>
                    <a:pt x="362410" y="181063"/>
                  </a:moveTo>
                  <a:cubicBezTo>
                    <a:pt x="361577" y="179146"/>
                    <a:pt x="360743" y="177146"/>
                    <a:pt x="359827" y="175230"/>
                  </a:cubicBezTo>
                  <a:cubicBezTo>
                    <a:pt x="357327" y="169814"/>
                    <a:pt x="354577" y="164481"/>
                    <a:pt x="351578" y="159231"/>
                  </a:cubicBezTo>
                  <a:cubicBezTo>
                    <a:pt x="353411" y="158065"/>
                    <a:pt x="355077" y="156315"/>
                    <a:pt x="356744" y="154148"/>
                  </a:cubicBezTo>
                  <a:cubicBezTo>
                    <a:pt x="365743" y="142483"/>
                    <a:pt x="372576" y="129567"/>
                    <a:pt x="382908" y="118818"/>
                  </a:cubicBezTo>
                  <a:cubicBezTo>
                    <a:pt x="386241" y="115402"/>
                    <a:pt x="394407" y="107653"/>
                    <a:pt x="400406" y="109569"/>
                  </a:cubicBezTo>
                  <a:cubicBezTo>
                    <a:pt x="406656" y="111569"/>
                    <a:pt x="411322" y="119818"/>
                    <a:pt x="411489" y="125568"/>
                  </a:cubicBezTo>
                  <a:cubicBezTo>
                    <a:pt x="411739" y="135817"/>
                    <a:pt x="403156" y="147732"/>
                    <a:pt x="396740" y="154815"/>
                  </a:cubicBezTo>
                  <a:cubicBezTo>
                    <a:pt x="390824" y="161314"/>
                    <a:pt x="384241" y="167064"/>
                    <a:pt x="377825" y="173063"/>
                  </a:cubicBezTo>
                  <a:cubicBezTo>
                    <a:pt x="372826" y="176063"/>
                    <a:pt x="367659" y="178729"/>
                    <a:pt x="362410" y="181063"/>
                  </a:cubicBezTo>
                  <a:lnTo>
                    <a:pt x="362410" y="181063"/>
                  </a:lnTo>
                  <a:close/>
                  <a:moveTo>
                    <a:pt x="345661" y="149565"/>
                  </a:moveTo>
                  <a:cubicBezTo>
                    <a:pt x="342245" y="144399"/>
                    <a:pt x="338662" y="139400"/>
                    <a:pt x="334746" y="134567"/>
                  </a:cubicBezTo>
                  <a:cubicBezTo>
                    <a:pt x="348411" y="128067"/>
                    <a:pt x="358077" y="116735"/>
                    <a:pt x="365243" y="103070"/>
                  </a:cubicBezTo>
                  <a:cubicBezTo>
                    <a:pt x="369909" y="94237"/>
                    <a:pt x="371159" y="84488"/>
                    <a:pt x="374909" y="75322"/>
                  </a:cubicBezTo>
                  <a:cubicBezTo>
                    <a:pt x="375659" y="72822"/>
                    <a:pt x="376742" y="70489"/>
                    <a:pt x="378159" y="68323"/>
                  </a:cubicBezTo>
                  <a:cubicBezTo>
                    <a:pt x="389824" y="66906"/>
                    <a:pt x="395657" y="70156"/>
                    <a:pt x="395824" y="78072"/>
                  </a:cubicBezTo>
                  <a:cubicBezTo>
                    <a:pt x="397323" y="83155"/>
                    <a:pt x="396907" y="89071"/>
                    <a:pt x="395824" y="94320"/>
                  </a:cubicBezTo>
                  <a:cubicBezTo>
                    <a:pt x="394824" y="96320"/>
                    <a:pt x="393991" y="98153"/>
                    <a:pt x="393241" y="99820"/>
                  </a:cubicBezTo>
                  <a:cubicBezTo>
                    <a:pt x="393157" y="100070"/>
                    <a:pt x="393157" y="100237"/>
                    <a:pt x="393074" y="100487"/>
                  </a:cubicBezTo>
                  <a:cubicBezTo>
                    <a:pt x="375159" y="107069"/>
                    <a:pt x="359577" y="137150"/>
                    <a:pt x="345661" y="149565"/>
                  </a:cubicBezTo>
                  <a:lnTo>
                    <a:pt x="345661" y="149565"/>
                  </a:lnTo>
                  <a:close/>
                  <a:moveTo>
                    <a:pt x="349244" y="61073"/>
                  </a:moveTo>
                  <a:cubicBezTo>
                    <a:pt x="348244" y="60573"/>
                    <a:pt x="347161" y="60240"/>
                    <a:pt x="346161" y="59990"/>
                  </a:cubicBezTo>
                  <a:cubicBezTo>
                    <a:pt x="349994" y="54657"/>
                    <a:pt x="353828" y="49074"/>
                    <a:pt x="360660" y="52907"/>
                  </a:cubicBezTo>
                  <a:cubicBezTo>
                    <a:pt x="365327" y="55574"/>
                    <a:pt x="368910" y="60324"/>
                    <a:pt x="372076" y="64740"/>
                  </a:cubicBezTo>
                  <a:cubicBezTo>
                    <a:pt x="366326" y="73489"/>
                    <a:pt x="364076" y="87238"/>
                    <a:pt x="360660" y="94570"/>
                  </a:cubicBezTo>
                  <a:cubicBezTo>
                    <a:pt x="357160" y="101903"/>
                    <a:pt x="351994" y="109402"/>
                    <a:pt x="345912" y="115235"/>
                  </a:cubicBezTo>
                  <a:cubicBezTo>
                    <a:pt x="357494" y="96487"/>
                    <a:pt x="367910" y="70656"/>
                    <a:pt x="349244" y="61073"/>
                  </a:cubicBezTo>
                  <a:lnTo>
                    <a:pt x="349244" y="61073"/>
                  </a:lnTo>
                  <a:close/>
                  <a:moveTo>
                    <a:pt x="328663" y="127484"/>
                  </a:moveTo>
                  <a:cubicBezTo>
                    <a:pt x="324413" y="122734"/>
                    <a:pt x="319997" y="118235"/>
                    <a:pt x="315331" y="113902"/>
                  </a:cubicBezTo>
                  <a:cubicBezTo>
                    <a:pt x="316248" y="111985"/>
                    <a:pt x="316831" y="109819"/>
                    <a:pt x="317581" y="107403"/>
                  </a:cubicBezTo>
                  <a:cubicBezTo>
                    <a:pt x="320330" y="98070"/>
                    <a:pt x="322997" y="87571"/>
                    <a:pt x="328080" y="79238"/>
                  </a:cubicBezTo>
                  <a:cubicBezTo>
                    <a:pt x="330496" y="74989"/>
                    <a:pt x="333746" y="71489"/>
                    <a:pt x="337829" y="68823"/>
                  </a:cubicBezTo>
                  <a:cubicBezTo>
                    <a:pt x="348661" y="71573"/>
                    <a:pt x="352577" y="77239"/>
                    <a:pt x="349494" y="85655"/>
                  </a:cubicBezTo>
                  <a:cubicBezTo>
                    <a:pt x="348744" y="89571"/>
                    <a:pt x="347411" y="93404"/>
                    <a:pt x="346078" y="97070"/>
                  </a:cubicBezTo>
                  <a:cubicBezTo>
                    <a:pt x="342578" y="106486"/>
                    <a:pt x="337995" y="115985"/>
                    <a:pt x="332662" y="124651"/>
                  </a:cubicBezTo>
                  <a:cubicBezTo>
                    <a:pt x="331329" y="125568"/>
                    <a:pt x="329996" y="126484"/>
                    <a:pt x="328663" y="127484"/>
                  </a:cubicBezTo>
                  <a:lnTo>
                    <a:pt x="328663" y="127484"/>
                  </a:lnTo>
                  <a:close/>
                  <a:moveTo>
                    <a:pt x="307332" y="107069"/>
                  </a:moveTo>
                  <a:cubicBezTo>
                    <a:pt x="304082" y="104403"/>
                    <a:pt x="300749" y="101903"/>
                    <a:pt x="297332" y="99486"/>
                  </a:cubicBezTo>
                  <a:cubicBezTo>
                    <a:pt x="276084" y="84821"/>
                    <a:pt x="253586" y="76239"/>
                    <a:pt x="230505" y="72406"/>
                  </a:cubicBezTo>
                  <a:cubicBezTo>
                    <a:pt x="236088" y="70739"/>
                    <a:pt x="243504" y="71739"/>
                    <a:pt x="248253" y="68239"/>
                  </a:cubicBezTo>
                  <a:cubicBezTo>
                    <a:pt x="256503" y="62323"/>
                    <a:pt x="260836" y="51658"/>
                    <a:pt x="273085" y="54741"/>
                  </a:cubicBezTo>
                  <a:cubicBezTo>
                    <a:pt x="280334" y="56574"/>
                    <a:pt x="284834" y="59740"/>
                    <a:pt x="292416" y="58324"/>
                  </a:cubicBezTo>
                  <a:cubicBezTo>
                    <a:pt x="297999" y="57324"/>
                    <a:pt x="302749" y="53824"/>
                    <a:pt x="308665" y="53074"/>
                  </a:cubicBezTo>
                  <a:cubicBezTo>
                    <a:pt x="315914" y="52157"/>
                    <a:pt x="331329" y="53241"/>
                    <a:pt x="334996" y="61990"/>
                  </a:cubicBezTo>
                  <a:cubicBezTo>
                    <a:pt x="330746" y="64573"/>
                    <a:pt x="326913" y="68739"/>
                    <a:pt x="323997" y="72489"/>
                  </a:cubicBezTo>
                  <a:cubicBezTo>
                    <a:pt x="319247" y="78488"/>
                    <a:pt x="315997" y="84988"/>
                    <a:pt x="312914" y="91987"/>
                  </a:cubicBezTo>
                  <a:cubicBezTo>
                    <a:pt x="311248" y="96154"/>
                    <a:pt x="309664" y="102236"/>
                    <a:pt x="307332" y="107069"/>
                  </a:cubicBezTo>
                  <a:lnTo>
                    <a:pt x="307332" y="107069"/>
                  </a:lnTo>
                  <a:close/>
                  <a:moveTo>
                    <a:pt x="412739" y="285887"/>
                  </a:moveTo>
                  <a:cubicBezTo>
                    <a:pt x="398907" y="269221"/>
                    <a:pt x="389991" y="250806"/>
                    <a:pt x="382241" y="231641"/>
                  </a:cubicBezTo>
                  <a:cubicBezTo>
                    <a:pt x="385575" y="231225"/>
                    <a:pt x="388491" y="228308"/>
                    <a:pt x="387658" y="223892"/>
                  </a:cubicBezTo>
                  <a:cubicBezTo>
                    <a:pt x="385324" y="212143"/>
                    <a:pt x="392741" y="199477"/>
                    <a:pt x="402406" y="193895"/>
                  </a:cubicBezTo>
                  <a:cubicBezTo>
                    <a:pt x="410989" y="188895"/>
                    <a:pt x="417988" y="190812"/>
                    <a:pt x="426987" y="188895"/>
                  </a:cubicBezTo>
                  <a:cubicBezTo>
                    <a:pt x="432237" y="187729"/>
                    <a:pt x="437237" y="184645"/>
                    <a:pt x="441736" y="181896"/>
                  </a:cubicBezTo>
                  <a:cubicBezTo>
                    <a:pt x="449736" y="176896"/>
                    <a:pt x="456151" y="172147"/>
                    <a:pt x="466567" y="173730"/>
                  </a:cubicBezTo>
                  <a:cubicBezTo>
                    <a:pt x="474567" y="174980"/>
                    <a:pt x="480816" y="180479"/>
                    <a:pt x="487232" y="184729"/>
                  </a:cubicBezTo>
                  <a:cubicBezTo>
                    <a:pt x="494982" y="189895"/>
                    <a:pt x="500731" y="189312"/>
                    <a:pt x="509480" y="191645"/>
                  </a:cubicBezTo>
                  <a:cubicBezTo>
                    <a:pt x="526562" y="196228"/>
                    <a:pt x="529395" y="212893"/>
                    <a:pt x="529395" y="227725"/>
                  </a:cubicBezTo>
                  <a:cubicBezTo>
                    <a:pt x="529395" y="233641"/>
                    <a:pt x="528478" y="234808"/>
                    <a:pt x="533144" y="239307"/>
                  </a:cubicBezTo>
                  <a:cubicBezTo>
                    <a:pt x="538394" y="244390"/>
                    <a:pt x="545810" y="246140"/>
                    <a:pt x="550893" y="252056"/>
                  </a:cubicBezTo>
                  <a:cubicBezTo>
                    <a:pt x="557309" y="259556"/>
                    <a:pt x="559476" y="268388"/>
                    <a:pt x="559225" y="278054"/>
                  </a:cubicBezTo>
                  <a:cubicBezTo>
                    <a:pt x="558976" y="285720"/>
                    <a:pt x="556559" y="292886"/>
                    <a:pt x="554393" y="300052"/>
                  </a:cubicBezTo>
                  <a:cubicBezTo>
                    <a:pt x="548477" y="308551"/>
                    <a:pt x="539644" y="315217"/>
                    <a:pt x="526645" y="318634"/>
                  </a:cubicBezTo>
                  <a:cubicBezTo>
                    <a:pt x="484566" y="329799"/>
                    <a:pt x="440903" y="319717"/>
                    <a:pt x="412739" y="285887"/>
                  </a:cubicBezTo>
                  <a:lnTo>
                    <a:pt x="412739" y="285887"/>
                  </a:lnTo>
                  <a:close/>
                  <a:moveTo>
                    <a:pt x="40272" y="169814"/>
                  </a:moveTo>
                  <a:cubicBezTo>
                    <a:pt x="66520" y="126067"/>
                    <a:pt x="111766" y="95737"/>
                    <a:pt x="160928" y="82988"/>
                  </a:cubicBezTo>
                  <a:cubicBezTo>
                    <a:pt x="190259" y="78822"/>
                    <a:pt x="220173" y="80155"/>
                    <a:pt x="247587" y="90571"/>
                  </a:cubicBezTo>
                  <a:cubicBezTo>
                    <a:pt x="292916" y="107902"/>
                    <a:pt x="328163" y="140733"/>
                    <a:pt x="347328" y="185562"/>
                  </a:cubicBezTo>
                  <a:cubicBezTo>
                    <a:pt x="356744" y="207810"/>
                    <a:pt x="363160" y="231308"/>
                    <a:pt x="372659" y="253473"/>
                  </a:cubicBezTo>
                  <a:cubicBezTo>
                    <a:pt x="380075" y="271055"/>
                    <a:pt x="391741" y="287720"/>
                    <a:pt x="404323" y="302052"/>
                  </a:cubicBezTo>
                  <a:cubicBezTo>
                    <a:pt x="430904" y="332299"/>
                    <a:pt x="470567" y="343298"/>
                    <a:pt x="509980" y="338632"/>
                  </a:cubicBezTo>
                  <a:cubicBezTo>
                    <a:pt x="510647" y="338548"/>
                    <a:pt x="511313" y="338465"/>
                    <a:pt x="511980" y="338298"/>
                  </a:cubicBezTo>
                  <a:cubicBezTo>
                    <a:pt x="507814" y="340132"/>
                    <a:pt x="503564" y="341798"/>
                    <a:pt x="499398" y="343215"/>
                  </a:cubicBezTo>
                  <a:cubicBezTo>
                    <a:pt x="467317" y="353880"/>
                    <a:pt x="432320" y="360213"/>
                    <a:pt x="398823" y="364962"/>
                  </a:cubicBezTo>
                  <a:cubicBezTo>
                    <a:pt x="339079" y="373545"/>
                    <a:pt x="278501" y="377461"/>
                    <a:pt x="218173" y="377712"/>
                  </a:cubicBezTo>
                  <a:cubicBezTo>
                    <a:pt x="160595" y="377962"/>
                    <a:pt x="97767" y="377795"/>
                    <a:pt x="52355" y="336382"/>
                  </a:cubicBezTo>
                  <a:cubicBezTo>
                    <a:pt x="7859" y="295719"/>
                    <a:pt x="11275" y="217976"/>
                    <a:pt x="40272" y="169814"/>
                  </a:cubicBezTo>
                  <a:lnTo>
                    <a:pt x="40272" y="169814"/>
                  </a:lnTo>
                  <a:close/>
                </a:path>
              </a:pathLst>
            </a:custGeom>
            <a:grpFill/>
            <a:ln w="8332" cap="flat">
              <a:noFill/>
              <a:prstDash val="solid"/>
              <a:miter/>
            </a:ln>
          </p:spPr>
          <p:txBody>
            <a:bodyPr rtlCol="0" anchor="ctr"/>
            <a:lstStyle/>
            <a:p>
              <a:endParaRPr lang="en-US"/>
            </a:p>
          </p:txBody>
        </p:sp>
        <p:sp>
          <p:nvSpPr>
            <p:cNvPr id="2048" name="Freeform: Shape 2047"/>
            <p:cNvSpPr/>
            <p:nvPr/>
          </p:nvSpPr>
          <p:spPr>
            <a:xfrm>
              <a:off x="7261620" y="3600742"/>
              <a:ext cx="177906" cy="226583"/>
            </a:xfrm>
            <a:custGeom>
              <a:avLst/>
              <a:gdLst>
                <a:gd name="connsiteX0" fmla="*/ 3247 w 177906"/>
                <a:gd name="connsiteY0" fmla="*/ 194 h 226583"/>
                <a:gd name="connsiteX1" fmla="*/ 99905 w 177906"/>
                <a:gd name="connsiteY1" fmla="*/ 96852 h 226583"/>
                <a:gd name="connsiteX2" fmla="*/ 128902 w 177906"/>
                <a:gd name="connsiteY2" fmla="*/ 163763 h 226583"/>
                <a:gd name="connsiteX3" fmla="*/ 177731 w 177906"/>
                <a:gd name="connsiteY3" fmla="*/ 225590 h 226583"/>
                <a:gd name="connsiteX4" fmla="*/ 176981 w 177906"/>
                <a:gd name="connsiteY4" fmla="*/ 226507 h 226583"/>
                <a:gd name="connsiteX5" fmla="*/ 98405 w 177906"/>
                <a:gd name="connsiteY5" fmla="*/ 125599 h 226583"/>
                <a:gd name="connsiteX6" fmla="*/ 1164 w 177906"/>
                <a:gd name="connsiteY6" fmla="*/ 4777 h 226583"/>
                <a:gd name="connsiteX7" fmla="*/ 3247 w 177906"/>
                <a:gd name="connsiteY7" fmla="*/ 194 h 226583"/>
                <a:gd name="connsiteX8" fmla="*/ 3247 w 177906"/>
                <a:gd name="connsiteY8" fmla="*/ 194 h 226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7906" h="226583">
                  <a:moveTo>
                    <a:pt x="3247" y="194"/>
                  </a:moveTo>
                  <a:cubicBezTo>
                    <a:pt x="47743" y="19609"/>
                    <a:pt x="81573" y="51689"/>
                    <a:pt x="99905" y="96852"/>
                  </a:cubicBezTo>
                  <a:cubicBezTo>
                    <a:pt x="109154" y="119683"/>
                    <a:pt x="117320" y="142015"/>
                    <a:pt x="128902" y="163763"/>
                  </a:cubicBezTo>
                  <a:cubicBezTo>
                    <a:pt x="141651" y="187760"/>
                    <a:pt x="156900" y="208009"/>
                    <a:pt x="177731" y="225590"/>
                  </a:cubicBezTo>
                  <a:cubicBezTo>
                    <a:pt x="178231" y="226007"/>
                    <a:pt x="177565" y="226840"/>
                    <a:pt x="176981" y="226507"/>
                  </a:cubicBezTo>
                  <a:cubicBezTo>
                    <a:pt x="140818" y="202009"/>
                    <a:pt x="112904" y="166929"/>
                    <a:pt x="98405" y="125599"/>
                  </a:cubicBezTo>
                  <a:cubicBezTo>
                    <a:pt x="79990" y="72937"/>
                    <a:pt x="52659" y="30025"/>
                    <a:pt x="1164" y="4777"/>
                  </a:cubicBezTo>
                  <a:cubicBezTo>
                    <a:pt x="-1336" y="3444"/>
                    <a:pt x="581" y="-972"/>
                    <a:pt x="3247" y="194"/>
                  </a:cubicBezTo>
                  <a:lnTo>
                    <a:pt x="3247" y="194"/>
                  </a:lnTo>
                  <a:close/>
                </a:path>
              </a:pathLst>
            </a:custGeom>
            <a:grpFill/>
            <a:ln w="8332" cap="flat">
              <a:noFill/>
              <a:prstDash val="solid"/>
              <a:miter/>
            </a:ln>
          </p:spPr>
          <p:txBody>
            <a:bodyPr rtlCol="0" anchor="ctr"/>
            <a:lstStyle/>
            <a:p>
              <a:endParaRPr lang="en-US"/>
            </a:p>
          </p:txBody>
        </p:sp>
        <p:sp>
          <p:nvSpPr>
            <p:cNvPr id="2049" name="Freeform: Shape 2048"/>
            <p:cNvSpPr/>
            <p:nvPr/>
          </p:nvSpPr>
          <p:spPr>
            <a:xfrm>
              <a:off x="7332415" y="3519504"/>
              <a:ext cx="234499" cy="148780"/>
            </a:xfrm>
            <a:custGeom>
              <a:avLst/>
              <a:gdLst>
                <a:gd name="connsiteX0" fmla="*/ 1945 w 234499"/>
                <a:gd name="connsiteY0" fmla="*/ 2272 h 148780"/>
                <a:gd name="connsiteX1" fmla="*/ 139516 w 234499"/>
                <a:gd name="connsiteY1" fmla="*/ 31269 h 148780"/>
                <a:gd name="connsiteX2" fmla="*/ 197844 w 234499"/>
                <a:gd name="connsiteY2" fmla="*/ 81431 h 148780"/>
                <a:gd name="connsiteX3" fmla="*/ 222259 w 234499"/>
                <a:gd name="connsiteY3" fmla="*/ 112929 h 148780"/>
                <a:gd name="connsiteX4" fmla="*/ 234425 w 234499"/>
                <a:gd name="connsiteY4" fmla="*/ 146925 h 148780"/>
                <a:gd name="connsiteX5" fmla="*/ 231341 w 234499"/>
                <a:gd name="connsiteY5" fmla="*/ 147675 h 148780"/>
                <a:gd name="connsiteX6" fmla="*/ 2529 w 234499"/>
                <a:gd name="connsiteY6" fmla="*/ 7438 h 148780"/>
                <a:gd name="connsiteX7" fmla="*/ 1945 w 234499"/>
                <a:gd name="connsiteY7" fmla="*/ 2272 h 148780"/>
                <a:gd name="connsiteX8" fmla="*/ 1945 w 234499"/>
                <a:gd name="connsiteY8" fmla="*/ 2272 h 148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4499" h="148780">
                  <a:moveTo>
                    <a:pt x="1945" y="2272"/>
                  </a:moveTo>
                  <a:cubicBezTo>
                    <a:pt x="49107" y="-5394"/>
                    <a:pt x="98603" y="6855"/>
                    <a:pt x="139516" y="31269"/>
                  </a:cubicBezTo>
                  <a:cubicBezTo>
                    <a:pt x="161431" y="44351"/>
                    <a:pt x="180846" y="62516"/>
                    <a:pt x="197844" y="81431"/>
                  </a:cubicBezTo>
                  <a:cubicBezTo>
                    <a:pt x="206760" y="91347"/>
                    <a:pt x="215426" y="101430"/>
                    <a:pt x="222259" y="112929"/>
                  </a:cubicBezTo>
                  <a:cubicBezTo>
                    <a:pt x="228675" y="123761"/>
                    <a:pt x="231008" y="134926"/>
                    <a:pt x="234425" y="146925"/>
                  </a:cubicBezTo>
                  <a:cubicBezTo>
                    <a:pt x="235007" y="148925"/>
                    <a:pt x="232008" y="149508"/>
                    <a:pt x="231341" y="147675"/>
                  </a:cubicBezTo>
                  <a:cubicBezTo>
                    <a:pt x="198844" y="61100"/>
                    <a:pt x="93020" y="1938"/>
                    <a:pt x="2529" y="7438"/>
                  </a:cubicBezTo>
                  <a:cubicBezTo>
                    <a:pt x="-471" y="7521"/>
                    <a:pt x="-971" y="2772"/>
                    <a:pt x="1945" y="2272"/>
                  </a:cubicBezTo>
                  <a:lnTo>
                    <a:pt x="1945" y="2272"/>
                  </a:lnTo>
                  <a:close/>
                </a:path>
              </a:pathLst>
            </a:custGeom>
            <a:grpFill/>
            <a:ln w="8332" cap="flat">
              <a:noFill/>
              <a:prstDash val="solid"/>
              <a:miter/>
            </a:ln>
          </p:spPr>
          <p:txBody>
            <a:bodyPr rtlCol="0" anchor="ctr"/>
            <a:lstStyle/>
            <a:p>
              <a:endParaRPr lang="en-US"/>
            </a:p>
          </p:txBody>
        </p:sp>
        <p:sp>
          <p:nvSpPr>
            <p:cNvPr id="2050" name="Freeform: Shape 2049"/>
            <p:cNvSpPr/>
            <p:nvPr/>
          </p:nvSpPr>
          <p:spPr>
            <a:xfrm>
              <a:off x="7471285" y="3700755"/>
              <a:ext cx="93649" cy="103317"/>
            </a:xfrm>
            <a:custGeom>
              <a:avLst/>
              <a:gdLst>
                <a:gd name="connsiteX0" fmla="*/ 979 w 93649"/>
                <a:gd name="connsiteY0" fmla="*/ 6505 h 103317"/>
                <a:gd name="connsiteX1" fmla="*/ 47225 w 93649"/>
                <a:gd name="connsiteY1" fmla="*/ 11088 h 103317"/>
                <a:gd name="connsiteX2" fmla="*/ 59557 w 93649"/>
                <a:gd name="connsiteY2" fmla="*/ 29919 h 103317"/>
                <a:gd name="connsiteX3" fmla="*/ 59890 w 93649"/>
                <a:gd name="connsiteY3" fmla="*/ 39918 h 103317"/>
                <a:gd name="connsiteX4" fmla="*/ 58140 w 93649"/>
                <a:gd name="connsiteY4" fmla="*/ 46168 h 103317"/>
                <a:gd name="connsiteX5" fmla="*/ 60474 w 93649"/>
                <a:gd name="connsiteY5" fmla="*/ 47001 h 103317"/>
                <a:gd name="connsiteX6" fmla="*/ 85971 w 93649"/>
                <a:gd name="connsiteY6" fmla="*/ 60500 h 103317"/>
                <a:gd name="connsiteX7" fmla="*/ 93637 w 93649"/>
                <a:gd name="connsiteY7" fmla="*/ 81164 h 103317"/>
                <a:gd name="connsiteX8" fmla="*/ 62224 w 93649"/>
                <a:gd name="connsiteY8" fmla="*/ 101913 h 103317"/>
                <a:gd name="connsiteX9" fmla="*/ 63390 w 93649"/>
                <a:gd name="connsiteY9" fmla="*/ 94913 h 103317"/>
                <a:gd name="connsiteX10" fmla="*/ 81305 w 93649"/>
                <a:gd name="connsiteY10" fmla="*/ 69249 h 103317"/>
                <a:gd name="connsiteX11" fmla="*/ 60723 w 93649"/>
                <a:gd name="connsiteY11" fmla="*/ 55500 h 103317"/>
                <a:gd name="connsiteX12" fmla="*/ 48308 w 93649"/>
                <a:gd name="connsiteY12" fmla="*/ 49251 h 103317"/>
                <a:gd name="connsiteX13" fmla="*/ 49058 w 93649"/>
                <a:gd name="connsiteY13" fmla="*/ 45084 h 103317"/>
                <a:gd name="connsiteX14" fmla="*/ 47225 w 93649"/>
                <a:gd name="connsiteY14" fmla="*/ 22170 h 103317"/>
                <a:gd name="connsiteX15" fmla="*/ 3229 w 93649"/>
                <a:gd name="connsiteY15" fmla="*/ 10087 h 103317"/>
                <a:gd name="connsiteX16" fmla="*/ 979 w 93649"/>
                <a:gd name="connsiteY16" fmla="*/ 6505 h 103317"/>
                <a:gd name="connsiteX17" fmla="*/ 979 w 93649"/>
                <a:gd name="connsiteY17" fmla="*/ 6505 h 1033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3649" h="103317">
                  <a:moveTo>
                    <a:pt x="979" y="6505"/>
                  </a:moveTo>
                  <a:cubicBezTo>
                    <a:pt x="17394" y="-3661"/>
                    <a:pt x="32310" y="-1745"/>
                    <a:pt x="47225" y="11088"/>
                  </a:cubicBezTo>
                  <a:cubicBezTo>
                    <a:pt x="52974" y="16004"/>
                    <a:pt x="57891" y="22336"/>
                    <a:pt x="59557" y="29919"/>
                  </a:cubicBezTo>
                  <a:cubicBezTo>
                    <a:pt x="60307" y="33335"/>
                    <a:pt x="60390" y="36418"/>
                    <a:pt x="59890" y="39918"/>
                  </a:cubicBezTo>
                  <a:cubicBezTo>
                    <a:pt x="59474" y="42085"/>
                    <a:pt x="58891" y="44168"/>
                    <a:pt x="58140" y="46168"/>
                  </a:cubicBezTo>
                  <a:cubicBezTo>
                    <a:pt x="58640" y="45834"/>
                    <a:pt x="59391" y="46168"/>
                    <a:pt x="60474" y="47001"/>
                  </a:cubicBezTo>
                  <a:cubicBezTo>
                    <a:pt x="68973" y="52000"/>
                    <a:pt x="78806" y="52667"/>
                    <a:pt x="85971" y="60500"/>
                  </a:cubicBezTo>
                  <a:cubicBezTo>
                    <a:pt x="91138" y="66166"/>
                    <a:pt x="93471" y="73582"/>
                    <a:pt x="93637" y="81164"/>
                  </a:cubicBezTo>
                  <a:cubicBezTo>
                    <a:pt x="94137" y="101496"/>
                    <a:pt x="79305" y="106079"/>
                    <a:pt x="62224" y="101913"/>
                  </a:cubicBezTo>
                  <a:cubicBezTo>
                    <a:pt x="58307" y="100996"/>
                    <a:pt x="59307" y="94580"/>
                    <a:pt x="63390" y="94913"/>
                  </a:cubicBezTo>
                  <a:cubicBezTo>
                    <a:pt x="79222" y="96163"/>
                    <a:pt x="88805" y="82498"/>
                    <a:pt x="81305" y="69249"/>
                  </a:cubicBezTo>
                  <a:cubicBezTo>
                    <a:pt x="77806" y="63083"/>
                    <a:pt x="67390" y="57500"/>
                    <a:pt x="60723" y="55500"/>
                  </a:cubicBezTo>
                  <a:cubicBezTo>
                    <a:pt x="55391" y="53917"/>
                    <a:pt x="50058" y="55334"/>
                    <a:pt x="48308" y="49251"/>
                  </a:cubicBezTo>
                  <a:cubicBezTo>
                    <a:pt x="47808" y="47584"/>
                    <a:pt x="48975" y="46584"/>
                    <a:pt x="49058" y="45084"/>
                  </a:cubicBezTo>
                  <a:cubicBezTo>
                    <a:pt x="49308" y="36335"/>
                    <a:pt x="52808" y="30919"/>
                    <a:pt x="47225" y="22170"/>
                  </a:cubicBezTo>
                  <a:cubicBezTo>
                    <a:pt x="37226" y="6505"/>
                    <a:pt x="19394" y="1172"/>
                    <a:pt x="3229" y="10087"/>
                  </a:cubicBezTo>
                  <a:cubicBezTo>
                    <a:pt x="729" y="11338"/>
                    <a:pt x="-1271" y="7921"/>
                    <a:pt x="979" y="6505"/>
                  </a:cubicBezTo>
                  <a:lnTo>
                    <a:pt x="979" y="6505"/>
                  </a:lnTo>
                  <a:close/>
                </a:path>
              </a:pathLst>
            </a:custGeom>
            <a:grpFill/>
            <a:ln w="8332" cap="flat">
              <a:noFill/>
              <a:prstDash val="solid"/>
              <a:miter/>
            </a:ln>
          </p:spPr>
          <p:txBody>
            <a:bodyPr rtlCol="0" anchor="ctr"/>
            <a:lstStyle/>
            <a:p>
              <a:endParaRPr lang="en-US"/>
            </a:p>
          </p:txBody>
        </p:sp>
        <p:sp>
          <p:nvSpPr>
            <p:cNvPr id="2051" name="Freeform: Shape 2050"/>
            <p:cNvSpPr/>
            <p:nvPr/>
          </p:nvSpPr>
          <p:spPr>
            <a:xfrm>
              <a:off x="7487207" y="3745771"/>
              <a:ext cx="28190" cy="37937"/>
            </a:xfrm>
            <a:custGeom>
              <a:avLst/>
              <a:gdLst>
                <a:gd name="connsiteX0" fmla="*/ 3056 w 28190"/>
                <a:gd name="connsiteY0" fmla="*/ 29398 h 37937"/>
                <a:gd name="connsiteX1" fmla="*/ 18138 w 28190"/>
                <a:gd name="connsiteY1" fmla="*/ 24066 h 37937"/>
                <a:gd name="connsiteX2" fmla="*/ 13221 w 28190"/>
                <a:gd name="connsiteY2" fmla="*/ 12150 h 37937"/>
                <a:gd name="connsiteX3" fmla="*/ 3556 w 28190"/>
                <a:gd name="connsiteY3" fmla="*/ 3151 h 37937"/>
                <a:gd name="connsiteX4" fmla="*/ 5805 w 28190"/>
                <a:gd name="connsiteY4" fmla="*/ 318 h 37937"/>
                <a:gd name="connsiteX5" fmla="*/ 27720 w 28190"/>
                <a:gd name="connsiteY5" fmla="*/ 27649 h 37937"/>
                <a:gd name="connsiteX6" fmla="*/ 2889 w 28190"/>
                <a:gd name="connsiteY6" fmla="*/ 37231 h 37937"/>
                <a:gd name="connsiteX7" fmla="*/ 3056 w 28190"/>
                <a:gd name="connsiteY7" fmla="*/ 29398 h 37937"/>
                <a:gd name="connsiteX8" fmla="*/ 3056 w 28190"/>
                <a:gd name="connsiteY8" fmla="*/ 29398 h 37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190" h="37937">
                  <a:moveTo>
                    <a:pt x="3056" y="29398"/>
                  </a:moveTo>
                  <a:cubicBezTo>
                    <a:pt x="6972" y="28649"/>
                    <a:pt x="16055" y="27982"/>
                    <a:pt x="18138" y="24066"/>
                  </a:cubicBezTo>
                  <a:cubicBezTo>
                    <a:pt x="19971" y="20483"/>
                    <a:pt x="15305" y="14733"/>
                    <a:pt x="13221" y="12150"/>
                  </a:cubicBezTo>
                  <a:cubicBezTo>
                    <a:pt x="10389" y="8734"/>
                    <a:pt x="6889" y="6067"/>
                    <a:pt x="3556" y="3151"/>
                  </a:cubicBezTo>
                  <a:cubicBezTo>
                    <a:pt x="1973" y="1818"/>
                    <a:pt x="4139" y="-932"/>
                    <a:pt x="5805" y="318"/>
                  </a:cubicBezTo>
                  <a:cubicBezTo>
                    <a:pt x="13472" y="6067"/>
                    <a:pt x="31303" y="15650"/>
                    <a:pt x="27720" y="27649"/>
                  </a:cubicBezTo>
                  <a:cubicBezTo>
                    <a:pt x="24554" y="38314"/>
                    <a:pt x="11888" y="38898"/>
                    <a:pt x="2889" y="37231"/>
                  </a:cubicBezTo>
                  <a:cubicBezTo>
                    <a:pt x="-1194" y="36565"/>
                    <a:pt x="-777" y="30149"/>
                    <a:pt x="3056" y="29398"/>
                  </a:cubicBezTo>
                  <a:lnTo>
                    <a:pt x="3056" y="29398"/>
                  </a:lnTo>
                  <a:close/>
                </a:path>
              </a:pathLst>
            </a:custGeom>
            <a:grpFill/>
            <a:ln w="8332" cap="flat">
              <a:noFill/>
              <a:prstDash val="solid"/>
              <a:miter/>
            </a:ln>
          </p:spPr>
          <p:txBody>
            <a:bodyPr rtlCol="0" anchor="ctr"/>
            <a:lstStyle/>
            <a:p>
              <a:endParaRPr lang="en-US"/>
            </a:p>
          </p:txBody>
        </p:sp>
        <p:sp>
          <p:nvSpPr>
            <p:cNvPr id="2052" name="Freeform: Shape 2051"/>
            <p:cNvSpPr/>
            <p:nvPr/>
          </p:nvSpPr>
          <p:spPr>
            <a:xfrm>
              <a:off x="7452312" y="3716615"/>
              <a:ext cx="21304" cy="36868"/>
            </a:xfrm>
            <a:custGeom>
              <a:avLst/>
              <a:gdLst>
                <a:gd name="connsiteX0" fmla="*/ 1954 w 21304"/>
                <a:gd name="connsiteY0" fmla="*/ 29224 h 36868"/>
                <a:gd name="connsiteX1" fmla="*/ 11703 w 21304"/>
                <a:gd name="connsiteY1" fmla="*/ 20308 h 36868"/>
                <a:gd name="connsiteX2" fmla="*/ 4037 w 21304"/>
                <a:gd name="connsiteY2" fmla="*/ 4476 h 36868"/>
                <a:gd name="connsiteX3" fmla="*/ 8787 w 21304"/>
                <a:gd name="connsiteY3" fmla="*/ 893 h 36868"/>
                <a:gd name="connsiteX4" fmla="*/ 21203 w 21304"/>
                <a:gd name="connsiteY4" fmla="*/ 23724 h 36868"/>
                <a:gd name="connsiteX5" fmla="*/ 4954 w 21304"/>
                <a:gd name="connsiteY5" fmla="*/ 36723 h 36868"/>
                <a:gd name="connsiteX6" fmla="*/ 1954 w 21304"/>
                <a:gd name="connsiteY6" fmla="*/ 29224 h 36868"/>
                <a:gd name="connsiteX7" fmla="*/ 1954 w 21304"/>
                <a:gd name="connsiteY7" fmla="*/ 29224 h 36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304" h="36868">
                  <a:moveTo>
                    <a:pt x="1954" y="29224"/>
                  </a:moveTo>
                  <a:cubicBezTo>
                    <a:pt x="5454" y="26807"/>
                    <a:pt x="11120" y="25141"/>
                    <a:pt x="11703" y="20308"/>
                  </a:cubicBezTo>
                  <a:cubicBezTo>
                    <a:pt x="12370" y="14642"/>
                    <a:pt x="6870" y="8892"/>
                    <a:pt x="4037" y="4476"/>
                  </a:cubicBezTo>
                  <a:cubicBezTo>
                    <a:pt x="2204" y="1643"/>
                    <a:pt x="6537" y="-1607"/>
                    <a:pt x="8787" y="893"/>
                  </a:cubicBezTo>
                  <a:cubicBezTo>
                    <a:pt x="14537" y="7309"/>
                    <a:pt x="22286" y="14142"/>
                    <a:pt x="21203" y="23724"/>
                  </a:cubicBezTo>
                  <a:cubicBezTo>
                    <a:pt x="20203" y="32307"/>
                    <a:pt x="12203" y="34973"/>
                    <a:pt x="4954" y="36723"/>
                  </a:cubicBezTo>
                  <a:cubicBezTo>
                    <a:pt x="204" y="37890"/>
                    <a:pt x="-1795" y="31724"/>
                    <a:pt x="1954" y="29224"/>
                  </a:cubicBezTo>
                  <a:lnTo>
                    <a:pt x="1954" y="29224"/>
                  </a:lnTo>
                  <a:close/>
                </a:path>
              </a:pathLst>
            </a:custGeom>
            <a:grpFill/>
            <a:ln w="8332" cap="flat">
              <a:noFill/>
              <a:prstDash val="solid"/>
              <a:miter/>
            </a:ln>
          </p:spPr>
          <p:txBody>
            <a:bodyPr rtlCol="0" anchor="ctr"/>
            <a:lstStyle/>
            <a:p>
              <a:endParaRPr lang="en-US"/>
            </a:p>
          </p:txBody>
        </p:sp>
        <p:sp>
          <p:nvSpPr>
            <p:cNvPr id="2053" name="Freeform: Shape 2052"/>
            <p:cNvSpPr/>
            <p:nvPr/>
          </p:nvSpPr>
          <p:spPr>
            <a:xfrm>
              <a:off x="7814879" y="2384055"/>
              <a:ext cx="447108" cy="577230"/>
            </a:xfrm>
            <a:custGeom>
              <a:avLst/>
              <a:gdLst>
                <a:gd name="connsiteX0" fmla="*/ 30685 w 447108"/>
                <a:gd name="connsiteY0" fmla="*/ 438201 h 577230"/>
                <a:gd name="connsiteX1" fmla="*/ 62016 w 447108"/>
                <a:gd name="connsiteY1" fmla="*/ 511028 h 577230"/>
                <a:gd name="connsiteX2" fmla="*/ 130843 w 447108"/>
                <a:gd name="connsiteY2" fmla="*/ 533443 h 577230"/>
                <a:gd name="connsiteX3" fmla="*/ 131593 w 447108"/>
                <a:gd name="connsiteY3" fmla="*/ 533276 h 577230"/>
                <a:gd name="connsiteX4" fmla="*/ 143258 w 447108"/>
                <a:gd name="connsiteY4" fmla="*/ 549192 h 577230"/>
                <a:gd name="connsiteX5" fmla="*/ 229584 w 447108"/>
                <a:gd name="connsiteY5" fmla="*/ 575856 h 577230"/>
                <a:gd name="connsiteX6" fmla="*/ 287079 w 447108"/>
                <a:gd name="connsiteY6" fmla="*/ 540109 h 577230"/>
                <a:gd name="connsiteX7" fmla="*/ 291911 w 447108"/>
                <a:gd name="connsiteY7" fmla="*/ 545192 h 577230"/>
                <a:gd name="connsiteX8" fmla="*/ 422150 w 447108"/>
                <a:gd name="connsiteY8" fmla="*/ 453783 h 577230"/>
                <a:gd name="connsiteX9" fmla="*/ 421649 w 447108"/>
                <a:gd name="connsiteY9" fmla="*/ 439201 h 577230"/>
                <a:gd name="connsiteX10" fmla="*/ 423400 w 447108"/>
                <a:gd name="connsiteY10" fmla="*/ 437785 h 577230"/>
                <a:gd name="connsiteX11" fmla="*/ 370654 w 447108"/>
                <a:gd name="connsiteY11" fmla="*/ 242719 h 577230"/>
                <a:gd name="connsiteX12" fmla="*/ 258414 w 447108"/>
                <a:gd name="connsiteY12" fmla="*/ 173142 h 577230"/>
                <a:gd name="connsiteX13" fmla="*/ 247915 w 447108"/>
                <a:gd name="connsiteY13" fmla="*/ 57402 h 577230"/>
                <a:gd name="connsiteX14" fmla="*/ 254248 w 447108"/>
                <a:gd name="connsiteY14" fmla="*/ 16156 h 577230"/>
                <a:gd name="connsiteX15" fmla="*/ 200669 w 447108"/>
                <a:gd name="connsiteY15" fmla="*/ 491 h 577230"/>
                <a:gd name="connsiteX16" fmla="*/ 164173 w 447108"/>
                <a:gd name="connsiteY16" fmla="*/ 93233 h 577230"/>
                <a:gd name="connsiteX17" fmla="*/ 89763 w 447108"/>
                <a:gd name="connsiteY17" fmla="*/ 227804 h 577230"/>
                <a:gd name="connsiteX18" fmla="*/ 32935 w 447108"/>
                <a:gd name="connsiteY18" fmla="*/ 274883 h 577230"/>
                <a:gd name="connsiteX19" fmla="*/ 5854 w 447108"/>
                <a:gd name="connsiteY19" fmla="*/ 327295 h 577230"/>
                <a:gd name="connsiteX20" fmla="*/ 29685 w 447108"/>
                <a:gd name="connsiteY20" fmla="*/ 427869 h 577230"/>
                <a:gd name="connsiteX21" fmla="*/ 30769 w 447108"/>
                <a:gd name="connsiteY21" fmla="*/ 428286 h 577230"/>
                <a:gd name="connsiteX22" fmla="*/ 30685 w 447108"/>
                <a:gd name="connsiteY22" fmla="*/ 438201 h 577230"/>
                <a:gd name="connsiteX23" fmla="*/ 30685 w 447108"/>
                <a:gd name="connsiteY23" fmla="*/ 438201 h 577230"/>
                <a:gd name="connsiteX24" fmla="*/ 241166 w 447108"/>
                <a:gd name="connsiteY24" fmla="*/ 47237 h 577230"/>
                <a:gd name="connsiteX25" fmla="*/ 219751 w 447108"/>
                <a:gd name="connsiteY25" fmla="*/ 72818 h 577230"/>
                <a:gd name="connsiteX26" fmla="*/ 193587 w 447108"/>
                <a:gd name="connsiteY26" fmla="*/ 100732 h 577230"/>
                <a:gd name="connsiteX27" fmla="*/ 176255 w 447108"/>
                <a:gd name="connsiteY27" fmla="*/ 122980 h 577230"/>
                <a:gd name="connsiteX28" fmla="*/ 212418 w 447108"/>
                <a:gd name="connsiteY28" fmla="*/ 70818 h 577230"/>
                <a:gd name="connsiteX29" fmla="*/ 224834 w 447108"/>
                <a:gd name="connsiteY29" fmla="*/ 18739 h 577230"/>
                <a:gd name="connsiteX30" fmla="*/ 223001 w 447108"/>
                <a:gd name="connsiteY30" fmla="*/ 18906 h 577230"/>
                <a:gd name="connsiteX31" fmla="*/ 215335 w 447108"/>
                <a:gd name="connsiteY31" fmla="*/ 48737 h 577230"/>
                <a:gd name="connsiteX32" fmla="*/ 196920 w 447108"/>
                <a:gd name="connsiteY32" fmla="*/ 78901 h 577230"/>
                <a:gd name="connsiteX33" fmla="*/ 172839 w 447108"/>
                <a:gd name="connsiteY33" fmla="*/ 108481 h 577230"/>
                <a:gd name="connsiteX34" fmla="*/ 176339 w 447108"/>
                <a:gd name="connsiteY34" fmla="*/ 69735 h 577230"/>
                <a:gd name="connsiteX35" fmla="*/ 177338 w 447108"/>
                <a:gd name="connsiteY35" fmla="*/ 41154 h 577230"/>
                <a:gd name="connsiteX36" fmla="*/ 210335 w 447108"/>
                <a:gd name="connsiteY36" fmla="*/ 13323 h 577230"/>
                <a:gd name="connsiteX37" fmla="*/ 245498 w 447108"/>
                <a:gd name="connsiteY37" fmla="*/ 28738 h 577230"/>
                <a:gd name="connsiteX38" fmla="*/ 241166 w 447108"/>
                <a:gd name="connsiteY38" fmla="*/ 47237 h 577230"/>
                <a:gd name="connsiteX39" fmla="*/ 241166 w 447108"/>
                <a:gd name="connsiteY39" fmla="*/ 47237 h 577230"/>
                <a:gd name="connsiteX40" fmla="*/ 110012 w 447108"/>
                <a:gd name="connsiteY40" fmla="*/ 305463 h 577230"/>
                <a:gd name="connsiteX41" fmla="*/ 32602 w 447108"/>
                <a:gd name="connsiteY41" fmla="*/ 413370 h 577230"/>
                <a:gd name="connsiteX42" fmla="*/ 13020 w 447108"/>
                <a:gd name="connsiteY42" fmla="*/ 352959 h 577230"/>
                <a:gd name="connsiteX43" fmla="*/ 39934 w 447108"/>
                <a:gd name="connsiteY43" fmla="*/ 289798 h 577230"/>
                <a:gd name="connsiteX44" fmla="*/ 92763 w 447108"/>
                <a:gd name="connsiteY44" fmla="*/ 242802 h 577230"/>
                <a:gd name="connsiteX45" fmla="*/ 139925 w 447108"/>
                <a:gd name="connsiteY45" fmla="*/ 195223 h 577230"/>
                <a:gd name="connsiteX46" fmla="*/ 146091 w 447108"/>
                <a:gd name="connsiteY46" fmla="*/ 185558 h 577230"/>
                <a:gd name="connsiteX47" fmla="*/ 150591 w 447108"/>
                <a:gd name="connsiteY47" fmla="*/ 184308 h 577230"/>
                <a:gd name="connsiteX48" fmla="*/ 174671 w 447108"/>
                <a:gd name="connsiteY48" fmla="*/ 143145 h 577230"/>
                <a:gd name="connsiteX49" fmla="*/ 201170 w 447108"/>
                <a:gd name="connsiteY49" fmla="*/ 107981 h 577230"/>
                <a:gd name="connsiteX50" fmla="*/ 229751 w 447108"/>
                <a:gd name="connsiteY50" fmla="*/ 74401 h 577230"/>
                <a:gd name="connsiteX51" fmla="*/ 239499 w 447108"/>
                <a:gd name="connsiteY51" fmla="*/ 60819 h 577230"/>
                <a:gd name="connsiteX52" fmla="*/ 236416 w 447108"/>
                <a:gd name="connsiteY52" fmla="*/ 80317 h 577230"/>
                <a:gd name="connsiteX53" fmla="*/ 205503 w 447108"/>
                <a:gd name="connsiteY53" fmla="*/ 165809 h 577230"/>
                <a:gd name="connsiteX54" fmla="*/ 239416 w 447108"/>
                <a:gd name="connsiteY54" fmla="*/ 210305 h 577230"/>
                <a:gd name="connsiteX55" fmla="*/ 263914 w 447108"/>
                <a:gd name="connsiteY55" fmla="*/ 234220 h 577230"/>
                <a:gd name="connsiteX56" fmla="*/ 281496 w 447108"/>
                <a:gd name="connsiteY56" fmla="*/ 271550 h 577230"/>
                <a:gd name="connsiteX57" fmla="*/ 285412 w 447108"/>
                <a:gd name="connsiteY57" fmla="*/ 270633 h 577230"/>
                <a:gd name="connsiteX58" fmla="*/ 263831 w 447108"/>
                <a:gd name="connsiteY58" fmla="*/ 226887 h 577230"/>
                <a:gd name="connsiteX59" fmla="*/ 225167 w 447108"/>
                <a:gd name="connsiteY59" fmla="*/ 180808 h 577230"/>
                <a:gd name="connsiteX60" fmla="*/ 213418 w 447108"/>
                <a:gd name="connsiteY60" fmla="*/ 127313 h 577230"/>
                <a:gd name="connsiteX61" fmla="*/ 235416 w 447108"/>
                <a:gd name="connsiteY61" fmla="*/ 86900 h 577230"/>
                <a:gd name="connsiteX62" fmla="*/ 235833 w 447108"/>
                <a:gd name="connsiteY62" fmla="*/ 157977 h 577230"/>
                <a:gd name="connsiteX63" fmla="*/ 303910 w 447108"/>
                <a:gd name="connsiteY63" fmla="*/ 235136 h 577230"/>
                <a:gd name="connsiteX64" fmla="*/ 363571 w 447108"/>
                <a:gd name="connsiteY64" fmla="*/ 258384 h 577230"/>
                <a:gd name="connsiteX65" fmla="*/ 414067 w 447108"/>
                <a:gd name="connsiteY65" fmla="*/ 303630 h 577230"/>
                <a:gd name="connsiteX66" fmla="*/ 418400 w 447108"/>
                <a:gd name="connsiteY66" fmla="*/ 421703 h 577230"/>
                <a:gd name="connsiteX67" fmla="*/ 394402 w 447108"/>
                <a:gd name="connsiteY67" fmla="*/ 371791 h 577230"/>
                <a:gd name="connsiteX68" fmla="*/ 327741 w 447108"/>
                <a:gd name="connsiteY68" fmla="*/ 300297 h 577230"/>
                <a:gd name="connsiteX69" fmla="*/ 326075 w 447108"/>
                <a:gd name="connsiteY69" fmla="*/ 302380 h 577230"/>
                <a:gd name="connsiteX70" fmla="*/ 379487 w 447108"/>
                <a:gd name="connsiteY70" fmla="*/ 369124 h 577230"/>
                <a:gd name="connsiteX71" fmla="*/ 405068 w 447108"/>
                <a:gd name="connsiteY71" fmla="*/ 431452 h 577230"/>
                <a:gd name="connsiteX72" fmla="*/ 378654 w 447108"/>
                <a:gd name="connsiteY72" fmla="*/ 509862 h 577230"/>
                <a:gd name="connsiteX73" fmla="*/ 296328 w 447108"/>
                <a:gd name="connsiteY73" fmla="*/ 530526 h 577230"/>
                <a:gd name="connsiteX74" fmla="*/ 291162 w 447108"/>
                <a:gd name="connsiteY74" fmla="*/ 530860 h 577230"/>
                <a:gd name="connsiteX75" fmla="*/ 294161 w 447108"/>
                <a:gd name="connsiteY75" fmla="*/ 517528 h 577230"/>
                <a:gd name="connsiteX76" fmla="*/ 255748 w 447108"/>
                <a:gd name="connsiteY76" fmla="*/ 410454 h 577230"/>
                <a:gd name="connsiteX77" fmla="*/ 254498 w 447108"/>
                <a:gd name="connsiteY77" fmla="*/ 410954 h 577230"/>
                <a:gd name="connsiteX78" fmla="*/ 279079 w 447108"/>
                <a:gd name="connsiteY78" fmla="*/ 496696 h 577230"/>
                <a:gd name="connsiteX79" fmla="*/ 266330 w 447108"/>
                <a:gd name="connsiteY79" fmla="*/ 543109 h 577230"/>
                <a:gd name="connsiteX80" fmla="*/ 225917 w 447108"/>
                <a:gd name="connsiteY80" fmla="*/ 560774 h 577230"/>
                <a:gd name="connsiteX81" fmla="*/ 150924 w 447108"/>
                <a:gd name="connsiteY81" fmla="*/ 534693 h 577230"/>
                <a:gd name="connsiteX82" fmla="*/ 112761 w 447108"/>
                <a:gd name="connsiteY82" fmla="*/ 448534 h 577230"/>
                <a:gd name="connsiteX83" fmla="*/ 107511 w 447108"/>
                <a:gd name="connsiteY83" fmla="*/ 449117 h 577230"/>
                <a:gd name="connsiteX84" fmla="*/ 124427 w 447108"/>
                <a:gd name="connsiteY84" fmla="*/ 519861 h 577230"/>
                <a:gd name="connsiteX85" fmla="*/ 58683 w 447108"/>
                <a:gd name="connsiteY85" fmla="*/ 485114 h 577230"/>
                <a:gd name="connsiteX86" fmla="*/ 44600 w 447108"/>
                <a:gd name="connsiteY86" fmla="*/ 418536 h 577230"/>
                <a:gd name="connsiteX87" fmla="*/ 110511 w 447108"/>
                <a:gd name="connsiteY87" fmla="*/ 305963 h 577230"/>
                <a:gd name="connsiteX88" fmla="*/ 110012 w 447108"/>
                <a:gd name="connsiteY88" fmla="*/ 305463 h 577230"/>
                <a:gd name="connsiteX89" fmla="*/ 110012 w 447108"/>
                <a:gd name="connsiteY89" fmla="*/ 305463 h 577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447108" h="577230">
                  <a:moveTo>
                    <a:pt x="30685" y="438201"/>
                  </a:moveTo>
                  <a:cubicBezTo>
                    <a:pt x="31435" y="464949"/>
                    <a:pt x="40767" y="493863"/>
                    <a:pt x="62016" y="511028"/>
                  </a:cubicBezTo>
                  <a:cubicBezTo>
                    <a:pt x="79764" y="525527"/>
                    <a:pt x="107762" y="537609"/>
                    <a:pt x="130843" y="533443"/>
                  </a:cubicBezTo>
                  <a:cubicBezTo>
                    <a:pt x="131092" y="533359"/>
                    <a:pt x="131342" y="533276"/>
                    <a:pt x="131593" y="533276"/>
                  </a:cubicBezTo>
                  <a:cubicBezTo>
                    <a:pt x="135009" y="538859"/>
                    <a:pt x="138842" y="544192"/>
                    <a:pt x="143258" y="549192"/>
                  </a:cubicBezTo>
                  <a:cubicBezTo>
                    <a:pt x="163673" y="572273"/>
                    <a:pt x="200086" y="580855"/>
                    <a:pt x="229584" y="575856"/>
                  </a:cubicBezTo>
                  <a:cubicBezTo>
                    <a:pt x="254081" y="571773"/>
                    <a:pt x="276079" y="560190"/>
                    <a:pt x="287079" y="540109"/>
                  </a:cubicBezTo>
                  <a:cubicBezTo>
                    <a:pt x="287662" y="542275"/>
                    <a:pt x="289244" y="544192"/>
                    <a:pt x="291911" y="545192"/>
                  </a:cubicBezTo>
                  <a:cubicBezTo>
                    <a:pt x="351573" y="567773"/>
                    <a:pt x="419733" y="514944"/>
                    <a:pt x="422150" y="453783"/>
                  </a:cubicBezTo>
                  <a:cubicBezTo>
                    <a:pt x="422317" y="448951"/>
                    <a:pt x="422150" y="444034"/>
                    <a:pt x="421649" y="439201"/>
                  </a:cubicBezTo>
                  <a:cubicBezTo>
                    <a:pt x="422317" y="438868"/>
                    <a:pt x="422899" y="438451"/>
                    <a:pt x="423400" y="437785"/>
                  </a:cubicBezTo>
                  <a:cubicBezTo>
                    <a:pt x="474145" y="377540"/>
                    <a:pt x="437315" y="275300"/>
                    <a:pt x="370654" y="242719"/>
                  </a:cubicBezTo>
                  <a:cubicBezTo>
                    <a:pt x="331324" y="223471"/>
                    <a:pt x="279496" y="215805"/>
                    <a:pt x="258414" y="173142"/>
                  </a:cubicBezTo>
                  <a:cubicBezTo>
                    <a:pt x="239916" y="135729"/>
                    <a:pt x="249082" y="96732"/>
                    <a:pt x="247915" y="57402"/>
                  </a:cubicBezTo>
                  <a:cubicBezTo>
                    <a:pt x="256415" y="46903"/>
                    <a:pt x="261080" y="26322"/>
                    <a:pt x="254248" y="16156"/>
                  </a:cubicBezTo>
                  <a:cubicBezTo>
                    <a:pt x="244166" y="1157"/>
                    <a:pt x="216835" y="-1259"/>
                    <a:pt x="200669" y="491"/>
                  </a:cubicBezTo>
                  <a:cubicBezTo>
                    <a:pt x="156757" y="5074"/>
                    <a:pt x="167006" y="62152"/>
                    <a:pt x="164173" y="93233"/>
                  </a:cubicBezTo>
                  <a:cubicBezTo>
                    <a:pt x="159006" y="149561"/>
                    <a:pt x="134008" y="192807"/>
                    <a:pt x="89763" y="227804"/>
                  </a:cubicBezTo>
                  <a:cubicBezTo>
                    <a:pt x="70598" y="242969"/>
                    <a:pt x="48434" y="255718"/>
                    <a:pt x="32935" y="274883"/>
                  </a:cubicBezTo>
                  <a:cubicBezTo>
                    <a:pt x="20519" y="290215"/>
                    <a:pt x="11937" y="308630"/>
                    <a:pt x="5854" y="327295"/>
                  </a:cubicBezTo>
                  <a:cubicBezTo>
                    <a:pt x="-4396" y="358959"/>
                    <a:pt x="-3895" y="409787"/>
                    <a:pt x="29685" y="427869"/>
                  </a:cubicBezTo>
                  <a:cubicBezTo>
                    <a:pt x="30018" y="428036"/>
                    <a:pt x="30435" y="428202"/>
                    <a:pt x="30769" y="428286"/>
                  </a:cubicBezTo>
                  <a:cubicBezTo>
                    <a:pt x="30602" y="431619"/>
                    <a:pt x="30602" y="434868"/>
                    <a:pt x="30685" y="438201"/>
                  </a:cubicBezTo>
                  <a:lnTo>
                    <a:pt x="30685" y="438201"/>
                  </a:lnTo>
                  <a:close/>
                  <a:moveTo>
                    <a:pt x="241166" y="47237"/>
                  </a:moveTo>
                  <a:cubicBezTo>
                    <a:pt x="234083" y="55736"/>
                    <a:pt x="227584" y="64902"/>
                    <a:pt x="219751" y="72818"/>
                  </a:cubicBezTo>
                  <a:cubicBezTo>
                    <a:pt x="210502" y="82067"/>
                    <a:pt x="201420" y="90150"/>
                    <a:pt x="193587" y="100732"/>
                  </a:cubicBezTo>
                  <a:cubicBezTo>
                    <a:pt x="188004" y="108231"/>
                    <a:pt x="181921" y="115480"/>
                    <a:pt x="176255" y="122980"/>
                  </a:cubicBezTo>
                  <a:cubicBezTo>
                    <a:pt x="187170" y="105065"/>
                    <a:pt x="200669" y="88316"/>
                    <a:pt x="212418" y="70818"/>
                  </a:cubicBezTo>
                  <a:cubicBezTo>
                    <a:pt x="220918" y="58152"/>
                    <a:pt x="233500" y="33988"/>
                    <a:pt x="224834" y="18739"/>
                  </a:cubicBezTo>
                  <a:cubicBezTo>
                    <a:pt x="224418" y="17989"/>
                    <a:pt x="223251" y="18073"/>
                    <a:pt x="223001" y="18906"/>
                  </a:cubicBezTo>
                  <a:cubicBezTo>
                    <a:pt x="220251" y="28988"/>
                    <a:pt x="219001" y="38904"/>
                    <a:pt x="215335" y="48737"/>
                  </a:cubicBezTo>
                  <a:cubicBezTo>
                    <a:pt x="211085" y="60069"/>
                    <a:pt x="204086" y="69235"/>
                    <a:pt x="196920" y="78901"/>
                  </a:cubicBezTo>
                  <a:cubicBezTo>
                    <a:pt x="189253" y="89149"/>
                    <a:pt x="180755" y="98565"/>
                    <a:pt x="172839" y="108481"/>
                  </a:cubicBezTo>
                  <a:cubicBezTo>
                    <a:pt x="174755" y="95816"/>
                    <a:pt x="175922" y="82817"/>
                    <a:pt x="176339" y="69735"/>
                  </a:cubicBezTo>
                  <a:cubicBezTo>
                    <a:pt x="176672" y="60235"/>
                    <a:pt x="176088" y="50570"/>
                    <a:pt x="177338" y="41154"/>
                  </a:cubicBezTo>
                  <a:cubicBezTo>
                    <a:pt x="179838" y="21656"/>
                    <a:pt x="190670" y="12823"/>
                    <a:pt x="210335" y="13323"/>
                  </a:cubicBezTo>
                  <a:cubicBezTo>
                    <a:pt x="220335" y="13573"/>
                    <a:pt x="243499" y="15323"/>
                    <a:pt x="245498" y="28738"/>
                  </a:cubicBezTo>
                  <a:cubicBezTo>
                    <a:pt x="246082" y="34405"/>
                    <a:pt x="242083" y="41487"/>
                    <a:pt x="241166" y="47237"/>
                  </a:cubicBezTo>
                  <a:lnTo>
                    <a:pt x="241166" y="47237"/>
                  </a:lnTo>
                  <a:close/>
                  <a:moveTo>
                    <a:pt x="110012" y="305463"/>
                  </a:moveTo>
                  <a:cubicBezTo>
                    <a:pt x="72848" y="333211"/>
                    <a:pt x="40434" y="368124"/>
                    <a:pt x="32602" y="413370"/>
                  </a:cubicBezTo>
                  <a:cubicBezTo>
                    <a:pt x="15353" y="399538"/>
                    <a:pt x="10937" y="373791"/>
                    <a:pt x="13020" y="352959"/>
                  </a:cubicBezTo>
                  <a:cubicBezTo>
                    <a:pt x="15187" y="330544"/>
                    <a:pt x="26602" y="307713"/>
                    <a:pt x="39934" y="289798"/>
                  </a:cubicBezTo>
                  <a:cubicBezTo>
                    <a:pt x="54016" y="270717"/>
                    <a:pt x="74598" y="257551"/>
                    <a:pt x="92763" y="242802"/>
                  </a:cubicBezTo>
                  <a:cubicBezTo>
                    <a:pt x="110012" y="228720"/>
                    <a:pt x="127260" y="213722"/>
                    <a:pt x="139925" y="195223"/>
                  </a:cubicBezTo>
                  <a:cubicBezTo>
                    <a:pt x="142092" y="192057"/>
                    <a:pt x="144092" y="188807"/>
                    <a:pt x="146091" y="185558"/>
                  </a:cubicBezTo>
                  <a:cubicBezTo>
                    <a:pt x="147591" y="186224"/>
                    <a:pt x="149425" y="185974"/>
                    <a:pt x="150591" y="184308"/>
                  </a:cubicBezTo>
                  <a:cubicBezTo>
                    <a:pt x="159757" y="171225"/>
                    <a:pt x="165839" y="156393"/>
                    <a:pt x="174671" y="143145"/>
                  </a:cubicBezTo>
                  <a:cubicBezTo>
                    <a:pt x="182755" y="130979"/>
                    <a:pt x="192420" y="119730"/>
                    <a:pt x="201170" y="107981"/>
                  </a:cubicBezTo>
                  <a:cubicBezTo>
                    <a:pt x="210003" y="96149"/>
                    <a:pt x="221251" y="86316"/>
                    <a:pt x="229751" y="74401"/>
                  </a:cubicBezTo>
                  <a:cubicBezTo>
                    <a:pt x="232917" y="69985"/>
                    <a:pt x="236583" y="65485"/>
                    <a:pt x="239499" y="60819"/>
                  </a:cubicBezTo>
                  <a:cubicBezTo>
                    <a:pt x="238416" y="67318"/>
                    <a:pt x="237333" y="73818"/>
                    <a:pt x="236416" y="80317"/>
                  </a:cubicBezTo>
                  <a:cubicBezTo>
                    <a:pt x="215501" y="103981"/>
                    <a:pt x="192004" y="132646"/>
                    <a:pt x="205503" y="165809"/>
                  </a:cubicBezTo>
                  <a:cubicBezTo>
                    <a:pt x="212835" y="183808"/>
                    <a:pt x="225501" y="197306"/>
                    <a:pt x="239416" y="210305"/>
                  </a:cubicBezTo>
                  <a:cubicBezTo>
                    <a:pt x="247582" y="217971"/>
                    <a:pt x="256914" y="225471"/>
                    <a:pt x="263914" y="234220"/>
                  </a:cubicBezTo>
                  <a:cubicBezTo>
                    <a:pt x="272663" y="245052"/>
                    <a:pt x="277079" y="258551"/>
                    <a:pt x="281496" y="271550"/>
                  </a:cubicBezTo>
                  <a:cubicBezTo>
                    <a:pt x="282329" y="273966"/>
                    <a:pt x="286161" y="273050"/>
                    <a:pt x="285412" y="270633"/>
                  </a:cubicBezTo>
                  <a:cubicBezTo>
                    <a:pt x="280079" y="254635"/>
                    <a:pt x="274497" y="240136"/>
                    <a:pt x="263831" y="226887"/>
                  </a:cubicBezTo>
                  <a:cubicBezTo>
                    <a:pt x="251248" y="211222"/>
                    <a:pt x="235667" y="197973"/>
                    <a:pt x="225167" y="180808"/>
                  </a:cubicBezTo>
                  <a:cubicBezTo>
                    <a:pt x="214919" y="164060"/>
                    <a:pt x="207836" y="147061"/>
                    <a:pt x="213418" y="127313"/>
                  </a:cubicBezTo>
                  <a:cubicBezTo>
                    <a:pt x="217751" y="112064"/>
                    <a:pt x="228250" y="100482"/>
                    <a:pt x="235416" y="86900"/>
                  </a:cubicBezTo>
                  <a:cubicBezTo>
                    <a:pt x="232417" y="110481"/>
                    <a:pt x="231417" y="134062"/>
                    <a:pt x="235833" y="157977"/>
                  </a:cubicBezTo>
                  <a:cubicBezTo>
                    <a:pt x="243083" y="196890"/>
                    <a:pt x="269331" y="219805"/>
                    <a:pt x="303910" y="235136"/>
                  </a:cubicBezTo>
                  <a:cubicBezTo>
                    <a:pt x="323409" y="243802"/>
                    <a:pt x="343990" y="249885"/>
                    <a:pt x="363571" y="258384"/>
                  </a:cubicBezTo>
                  <a:cubicBezTo>
                    <a:pt x="385403" y="267883"/>
                    <a:pt x="401068" y="283965"/>
                    <a:pt x="414067" y="303630"/>
                  </a:cubicBezTo>
                  <a:cubicBezTo>
                    <a:pt x="437982" y="339710"/>
                    <a:pt x="439149" y="384956"/>
                    <a:pt x="418400" y="421703"/>
                  </a:cubicBezTo>
                  <a:cubicBezTo>
                    <a:pt x="413734" y="403704"/>
                    <a:pt x="404984" y="386539"/>
                    <a:pt x="394402" y="371791"/>
                  </a:cubicBezTo>
                  <a:cubicBezTo>
                    <a:pt x="375321" y="345293"/>
                    <a:pt x="353822" y="319962"/>
                    <a:pt x="327741" y="300297"/>
                  </a:cubicBezTo>
                  <a:cubicBezTo>
                    <a:pt x="326492" y="299381"/>
                    <a:pt x="324992" y="301380"/>
                    <a:pt x="326075" y="302380"/>
                  </a:cubicBezTo>
                  <a:cubicBezTo>
                    <a:pt x="346407" y="321795"/>
                    <a:pt x="364155" y="345710"/>
                    <a:pt x="379487" y="369124"/>
                  </a:cubicBezTo>
                  <a:cubicBezTo>
                    <a:pt x="392153" y="388456"/>
                    <a:pt x="402151" y="408371"/>
                    <a:pt x="405068" y="431452"/>
                  </a:cubicBezTo>
                  <a:cubicBezTo>
                    <a:pt x="408734" y="461283"/>
                    <a:pt x="402901" y="490114"/>
                    <a:pt x="378654" y="509862"/>
                  </a:cubicBezTo>
                  <a:cubicBezTo>
                    <a:pt x="354989" y="529193"/>
                    <a:pt x="326325" y="538692"/>
                    <a:pt x="296328" y="530526"/>
                  </a:cubicBezTo>
                  <a:cubicBezTo>
                    <a:pt x="294328" y="529943"/>
                    <a:pt x="292578" y="530193"/>
                    <a:pt x="291162" y="530860"/>
                  </a:cubicBezTo>
                  <a:cubicBezTo>
                    <a:pt x="292578" y="526693"/>
                    <a:pt x="293661" y="522277"/>
                    <a:pt x="294161" y="517528"/>
                  </a:cubicBezTo>
                  <a:cubicBezTo>
                    <a:pt x="298495" y="479531"/>
                    <a:pt x="270580" y="443034"/>
                    <a:pt x="255748" y="410454"/>
                  </a:cubicBezTo>
                  <a:cubicBezTo>
                    <a:pt x="255415" y="409787"/>
                    <a:pt x="254248" y="410204"/>
                    <a:pt x="254498" y="410954"/>
                  </a:cubicBezTo>
                  <a:cubicBezTo>
                    <a:pt x="264831" y="438118"/>
                    <a:pt x="273746" y="468199"/>
                    <a:pt x="279079" y="496696"/>
                  </a:cubicBezTo>
                  <a:cubicBezTo>
                    <a:pt x="282329" y="514028"/>
                    <a:pt x="279995" y="531360"/>
                    <a:pt x="266330" y="543109"/>
                  </a:cubicBezTo>
                  <a:cubicBezTo>
                    <a:pt x="254831" y="552941"/>
                    <a:pt x="240833" y="558441"/>
                    <a:pt x="225917" y="560774"/>
                  </a:cubicBezTo>
                  <a:cubicBezTo>
                    <a:pt x="199420" y="564857"/>
                    <a:pt x="168173" y="556024"/>
                    <a:pt x="150924" y="534693"/>
                  </a:cubicBezTo>
                  <a:cubicBezTo>
                    <a:pt x="130009" y="508862"/>
                    <a:pt x="121344" y="479948"/>
                    <a:pt x="112761" y="448534"/>
                  </a:cubicBezTo>
                  <a:cubicBezTo>
                    <a:pt x="112011" y="445701"/>
                    <a:pt x="107178" y="446034"/>
                    <a:pt x="107511" y="449117"/>
                  </a:cubicBezTo>
                  <a:cubicBezTo>
                    <a:pt x="109678" y="472782"/>
                    <a:pt x="114260" y="497779"/>
                    <a:pt x="124427" y="519861"/>
                  </a:cubicBezTo>
                  <a:cubicBezTo>
                    <a:pt x="101596" y="520861"/>
                    <a:pt x="70182" y="503779"/>
                    <a:pt x="58683" y="485114"/>
                  </a:cubicBezTo>
                  <a:cubicBezTo>
                    <a:pt x="46683" y="465616"/>
                    <a:pt x="43101" y="440951"/>
                    <a:pt x="44600" y="418536"/>
                  </a:cubicBezTo>
                  <a:cubicBezTo>
                    <a:pt x="47600" y="373291"/>
                    <a:pt x="78598" y="335794"/>
                    <a:pt x="110511" y="305963"/>
                  </a:cubicBezTo>
                  <a:cubicBezTo>
                    <a:pt x="110928" y="305630"/>
                    <a:pt x="110428" y="305130"/>
                    <a:pt x="110012" y="305463"/>
                  </a:cubicBezTo>
                  <a:lnTo>
                    <a:pt x="110012" y="305463"/>
                  </a:lnTo>
                  <a:close/>
                </a:path>
              </a:pathLst>
            </a:custGeom>
            <a:grpFill/>
            <a:ln w="8332" cap="flat">
              <a:noFill/>
              <a:prstDash val="solid"/>
              <a:miter/>
            </a:ln>
          </p:spPr>
          <p:txBody>
            <a:bodyPr rtlCol="0" anchor="ctr"/>
            <a:lstStyle/>
            <a:p>
              <a:endParaRPr lang="en-US"/>
            </a:p>
          </p:txBody>
        </p:sp>
        <p:sp>
          <p:nvSpPr>
            <p:cNvPr id="2054" name="Freeform: Shape 2053"/>
            <p:cNvSpPr/>
            <p:nvPr/>
          </p:nvSpPr>
          <p:spPr>
            <a:xfrm>
              <a:off x="8001992" y="2535707"/>
              <a:ext cx="66507" cy="120333"/>
            </a:xfrm>
            <a:custGeom>
              <a:avLst/>
              <a:gdLst>
                <a:gd name="connsiteX0" fmla="*/ 2474 w 66507"/>
                <a:gd name="connsiteY0" fmla="*/ 1074 h 120333"/>
                <a:gd name="connsiteX1" fmla="*/ 5557 w 66507"/>
                <a:gd name="connsiteY1" fmla="*/ 1574 h 120333"/>
                <a:gd name="connsiteX2" fmla="*/ 30472 w 66507"/>
                <a:gd name="connsiteY2" fmla="*/ 60652 h 120333"/>
                <a:gd name="connsiteX3" fmla="*/ 66469 w 66507"/>
                <a:gd name="connsiteY3" fmla="*/ 119980 h 120333"/>
                <a:gd name="connsiteX4" fmla="*/ 66052 w 66507"/>
                <a:gd name="connsiteY4" fmla="*/ 120230 h 120333"/>
                <a:gd name="connsiteX5" fmla="*/ 16973 w 66507"/>
                <a:gd name="connsiteY5" fmla="*/ 57153 h 120333"/>
                <a:gd name="connsiteX6" fmla="*/ 2474 w 66507"/>
                <a:gd name="connsiteY6" fmla="*/ 1074 h 120333"/>
                <a:gd name="connsiteX7" fmla="*/ 2474 w 66507"/>
                <a:gd name="connsiteY7" fmla="*/ 1074 h 120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507" h="120333">
                  <a:moveTo>
                    <a:pt x="2474" y="1074"/>
                  </a:moveTo>
                  <a:cubicBezTo>
                    <a:pt x="3140" y="-509"/>
                    <a:pt x="5557" y="-342"/>
                    <a:pt x="5557" y="1574"/>
                  </a:cubicBezTo>
                  <a:cubicBezTo>
                    <a:pt x="5891" y="23239"/>
                    <a:pt x="19806" y="43071"/>
                    <a:pt x="30472" y="60652"/>
                  </a:cubicBezTo>
                  <a:cubicBezTo>
                    <a:pt x="42554" y="80567"/>
                    <a:pt x="57136" y="98399"/>
                    <a:pt x="66469" y="119980"/>
                  </a:cubicBezTo>
                  <a:cubicBezTo>
                    <a:pt x="66636" y="120230"/>
                    <a:pt x="66219" y="120480"/>
                    <a:pt x="66052" y="120230"/>
                  </a:cubicBezTo>
                  <a:cubicBezTo>
                    <a:pt x="53887" y="96316"/>
                    <a:pt x="33305" y="78068"/>
                    <a:pt x="16973" y="57153"/>
                  </a:cubicBezTo>
                  <a:cubicBezTo>
                    <a:pt x="5891" y="42987"/>
                    <a:pt x="-5025" y="19156"/>
                    <a:pt x="2474" y="1074"/>
                  </a:cubicBezTo>
                  <a:lnTo>
                    <a:pt x="2474" y="1074"/>
                  </a:lnTo>
                  <a:close/>
                </a:path>
              </a:pathLst>
            </a:custGeom>
            <a:grpFill/>
            <a:ln w="8332" cap="flat">
              <a:noFill/>
              <a:prstDash val="solid"/>
              <a:miter/>
            </a:ln>
          </p:spPr>
          <p:txBody>
            <a:bodyPr rtlCol="0" anchor="ctr"/>
            <a:lstStyle/>
            <a:p>
              <a:endParaRPr lang="en-US"/>
            </a:p>
          </p:txBody>
        </p:sp>
        <p:sp>
          <p:nvSpPr>
            <p:cNvPr id="2055" name="Freeform: Shape 2054"/>
            <p:cNvSpPr/>
            <p:nvPr/>
          </p:nvSpPr>
          <p:spPr>
            <a:xfrm>
              <a:off x="7937444" y="2669083"/>
              <a:ext cx="87057" cy="85093"/>
            </a:xfrm>
            <a:custGeom>
              <a:avLst/>
              <a:gdLst>
                <a:gd name="connsiteX0" fmla="*/ 111 w 87057"/>
                <a:gd name="connsiteY0" fmla="*/ 81596 h 85093"/>
                <a:gd name="connsiteX1" fmla="*/ 31942 w 87057"/>
                <a:gd name="connsiteY1" fmla="*/ 21768 h 85093"/>
                <a:gd name="connsiteX2" fmla="*/ 86271 w 87057"/>
                <a:gd name="connsiteY2" fmla="*/ 3103 h 85093"/>
                <a:gd name="connsiteX3" fmla="*/ 85355 w 87057"/>
                <a:gd name="connsiteY3" fmla="*/ 6186 h 85093"/>
                <a:gd name="connsiteX4" fmla="*/ 32442 w 87057"/>
                <a:gd name="connsiteY4" fmla="*/ 35517 h 85093"/>
                <a:gd name="connsiteX5" fmla="*/ 5611 w 87057"/>
                <a:gd name="connsiteY5" fmla="*/ 83179 h 85093"/>
                <a:gd name="connsiteX6" fmla="*/ 111 w 87057"/>
                <a:gd name="connsiteY6" fmla="*/ 81596 h 85093"/>
                <a:gd name="connsiteX7" fmla="*/ 111 w 87057"/>
                <a:gd name="connsiteY7" fmla="*/ 81596 h 85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057" h="85093">
                  <a:moveTo>
                    <a:pt x="111" y="81596"/>
                  </a:moveTo>
                  <a:cubicBezTo>
                    <a:pt x="6195" y="57681"/>
                    <a:pt x="13277" y="38683"/>
                    <a:pt x="31942" y="21768"/>
                  </a:cubicBezTo>
                  <a:cubicBezTo>
                    <a:pt x="46608" y="8519"/>
                    <a:pt x="65939" y="-6646"/>
                    <a:pt x="86271" y="3103"/>
                  </a:cubicBezTo>
                  <a:cubicBezTo>
                    <a:pt x="87770" y="3853"/>
                    <a:pt x="86937" y="6353"/>
                    <a:pt x="85355" y="6186"/>
                  </a:cubicBezTo>
                  <a:cubicBezTo>
                    <a:pt x="64189" y="4019"/>
                    <a:pt x="46107" y="21851"/>
                    <a:pt x="32442" y="35517"/>
                  </a:cubicBezTo>
                  <a:cubicBezTo>
                    <a:pt x="19527" y="48515"/>
                    <a:pt x="12278" y="66430"/>
                    <a:pt x="5611" y="83179"/>
                  </a:cubicBezTo>
                  <a:cubicBezTo>
                    <a:pt x="4194" y="86512"/>
                    <a:pt x="-805" y="85179"/>
                    <a:pt x="111" y="81596"/>
                  </a:cubicBezTo>
                  <a:lnTo>
                    <a:pt x="111" y="81596"/>
                  </a:lnTo>
                  <a:close/>
                </a:path>
              </a:pathLst>
            </a:custGeom>
            <a:grpFill/>
            <a:ln w="8332" cap="flat">
              <a:noFill/>
              <a:prstDash val="solid"/>
              <a:miter/>
            </a:ln>
          </p:spPr>
          <p:txBody>
            <a:bodyPr rtlCol="0" anchor="ctr"/>
            <a:lstStyle/>
            <a:p>
              <a:endParaRPr lang="en-US"/>
            </a:p>
          </p:txBody>
        </p:sp>
        <p:sp>
          <p:nvSpPr>
            <p:cNvPr id="2056" name="Freeform: Shape 2055"/>
            <p:cNvSpPr/>
            <p:nvPr/>
          </p:nvSpPr>
          <p:spPr>
            <a:xfrm>
              <a:off x="7485735" y="3079361"/>
              <a:ext cx="496172" cy="622361"/>
            </a:xfrm>
            <a:custGeom>
              <a:avLst/>
              <a:gdLst>
                <a:gd name="connsiteX0" fmla="*/ 5778 w 496172"/>
                <a:gd name="connsiteY0" fmla="*/ 26537 h 622361"/>
                <a:gd name="connsiteX1" fmla="*/ 16361 w 496172"/>
                <a:gd name="connsiteY1" fmla="*/ 42118 h 622361"/>
                <a:gd name="connsiteX2" fmla="*/ 29526 w 496172"/>
                <a:gd name="connsiteY2" fmla="*/ 58784 h 622361"/>
                <a:gd name="connsiteX3" fmla="*/ 42691 w 496172"/>
                <a:gd name="connsiteY3" fmla="*/ 70949 h 622361"/>
                <a:gd name="connsiteX4" fmla="*/ 43025 w 496172"/>
                <a:gd name="connsiteY4" fmla="*/ 71366 h 622361"/>
                <a:gd name="connsiteX5" fmla="*/ 54940 w 496172"/>
                <a:gd name="connsiteY5" fmla="*/ 88781 h 622361"/>
                <a:gd name="connsiteX6" fmla="*/ 103019 w 496172"/>
                <a:gd name="connsiteY6" fmla="*/ 133193 h 622361"/>
                <a:gd name="connsiteX7" fmla="*/ 101519 w 496172"/>
                <a:gd name="connsiteY7" fmla="*/ 135360 h 622361"/>
                <a:gd name="connsiteX8" fmla="*/ 115101 w 496172"/>
                <a:gd name="connsiteY8" fmla="*/ 173690 h 622361"/>
                <a:gd name="connsiteX9" fmla="*/ 149432 w 496172"/>
                <a:gd name="connsiteY9" fmla="*/ 221269 h 622361"/>
                <a:gd name="connsiteX10" fmla="*/ 228592 w 496172"/>
                <a:gd name="connsiteY10" fmla="*/ 297845 h 622361"/>
                <a:gd name="connsiteX11" fmla="*/ 233841 w 496172"/>
                <a:gd name="connsiteY11" fmla="*/ 310177 h 622361"/>
                <a:gd name="connsiteX12" fmla="*/ 305752 w 496172"/>
                <a:gd name="connsiteY12" fmla="*/ 407169 h 622361"/>
                <a:gd name="connsiteX13" fmla="*/ 346081 w 496172"/>
                <a:gd name="connsiteY13" fmla="*/ 448332 h 622361"/>
                <a:gd name="connsiteX14" fmla="*/ 375579 w 496172"/>
                <a:gd name="connsiteY14" fmla="*/ 485745 h 622361"/>
                <a:gd name="connsiteX15" fmla="*/ 406492 w 496172"/>
                <a:gd name="connsiteY15" fmla="*/ 545156 h 622361"/>
                <a:gd name="connsiteX16" fmla="*/ 445239 w 496172"/>
                <a:gd name="connsiteY16" fmla="*/ 606068 h 622361"/>
                <a:gd name="connsiteX17" fmla="*/ 487902 w 496172"/>
                <a:gd name="connsiteY17" fmla="*/ 617900 h 622361"/>
                <a:gd name="connsiteX18" fmla="*/ 486652 w 496172"/>
                <a:gd name="connsiteY18" fmla="*/ 578903 h 622361"/>
                <a:gd name="connsiteX19" fmla="*/ 442822 w 496172"/>
                <a:gd name="connsiteY19" fmla="*/ 497661 h 622361"/>
                <a:gd name="connsiteX20" fmla="*/ 429740 w 496172"/>
                <a:gd name="connsiteY20" fmla="*/ 467247 h 622361"/>
                <a:gd name="connsiteX21" fmla="*/ 395659 w 496172"/>
                <a:gd name="connsiteY21" fmla="*/ 406002 h 622361"/>
                <a:gd name="connsiteX22" fmla="*/ 377328 w 496172"/>
                <a:gd name="connsiteY22" fmla="*/ 379005 h 622361"/>
                <a:gd name="connsiteX23" fmla="*/ 362496 w 496172"/>
                <a:gd name="connsiteY23" fmla="*/ 360590 h 622361"/>
                <a:gd name="connsiteX24" fmla="*/ 354996 w 496172"/>
                <a:gd name="connsiteY24" fmla="*/ 361423 h 622361"/>
                <a:gd name="connsiteX25" fmla="*/ 353080 w 496172"/>
                <a:gd name="connsiteY25" fmla="*/ 364006 h 622361"/>
                <a:gd name="connsiteX26" fmla="*/ 334165 w 496172"/>
                <a:gd name="connsiteY26" fmla="*/ 348591 h 622361"/>
                <a:gd name="connsiteX27" fmla="*/ 312167 w 496172"/>
                <a:gd name="connsiteY27" fmla="*/ 311844 h 622361"/>
                <a:gd name="connsiteX28" fmla="*/ 278003 w 496172"/>
                <a:gd name="connsiteY28" fmla="*/ 256016 h 622361"/>
                <a:gd name="connsiteX29" fmla="*/ 246589 w 496172"/>
                <a:gd name="connsiteY29" fmla="*/ 207687 h 622361"/>
                <a:gd name="connsiteX30" fmla="*/ 220092 w 496172"/>
                <a:gd name="connsiteY30" fmla="*/ 184106 h 622361"/>
                <a:gd name="connsiteX31" fmla="*/ 217093 w 496172"/>
                <a:gd name="connsiteY31" fmla="*/ 185855 h 622361"/>
                <a:gd name="connsiteX32" fmla="*/ 209343 w 496172"/>
                <a:gd name="connsiteY32" fmla="*/ 174273 h 622361"/>
                <a:gd name="connsiteX33" fmla="*/ 185429 w 496172"/>
                <a:gd name="connsiteY33" fmla="*/ 136443 h 622361"/>
                <a:gd name="connsiteX34" fmla="*/ 133600 w 496172"/>
                <a:gd name="connsiteY34" fmla="*/ 59450 h 622361"/>
                <a:gd name="connsiteX35" fmla="*/ 86354 w 496172"/>
                <a:gd name="connsiteY35" fmla="*/ 26870 h 622361"/>
                <a:gd name="connsiteX36" fmla="*/ 84021 w 496172"/>
                <a:gd name="connsiteY36" fmla="*/ 35369 h 622361"/>
                <a:gd name="connsiteX37" fmla="*/ 67023 w 496172"/>
                <a:gd name="connsiteY37" fmla="*/ 20037 h 622361"/>
                <a:gd name="connsiteX38" fmla="*/ 35942 w 496172"/>
                <a:gd name="connsiteY38" fmla="*/ 39 h 622361"/>
                <a:gd name="connsiteX39" fmla="*/ 29943 w 496172"/>
                <a:gd name="connsiteY39" fmla="*/ 13371 h 622361"/>
                <a:gd name="connsiteX40" fmla="*/ 30859 w 496172"/>
                <a:gd name="connsiteY40" fmla="*/ 15621 h 622361"/>
                <a:gd name="connsiteX41" fmla="*/ 29 w 496172"/>
                <a:gd name="connsiteY41" fmla="*/ 15121 h 622361"/>
                <a:gd name="connsiteX42" fmla="*/ 5778 w 496172"/>
                <a:gd name="connsiteY42" fmla="*/ 26537 h 622361"/>
                <a:gd name="connsiteX43" fmla="*/ 5778 w 496172"/>
                <a:gd name="connsiteY43" fmla="*/ 26537 h 622361"/>
                <a:gd name="connsiteX44" fmla="*/ 312584 w 496172"/>
                <a:gd name="connsiteY44" fmla="*/ 333675 h 622361"/>
                <a:gd name="connsiteX45" fmla="*/ 267421 w 496172"/>
                <a:gd name="connsiteY45" fmla="*/ 304261 h 622361"/>
                <a:gd name="connsiteX46" fmla="*/ 236758 w 496172"/>
                <a:gd name="connsiteY46" fmla="*/ 286346 h 622361"/>
                <a:gd name="connsiteX47" fmla="*/ 229675 w 496172"/>
                <a:gd name="connsiteY47" fmla="*/ 250683 h 622361"/>
                <a:gd name="connsiteX48" fmla="*/ 226092 w 496172"/>
                <a:gd name="connsiteY48" fmla="*/ 223435 h 622361"/>
                <a:gd name="connsiteX49" fmla="*/ 224092 w 496172"/>
                <a:gd name="connsiteY49" fmla="*/ 201271 h 622361"/>
                <a:gd name="connsiteX50" fmla="*/ 232424 w 496172"/>
                <a:gd name="connsiteY50" fmla="*/ 213853 h 622361"/>
                <a:gd name="connsiteX51" fmla="*/ 249756 w 496172"/>
                <a:gd name="connsiteY51" fmla="*/ 235934 h 622361"/>
                <a:gd name="connsiteX52" fmla="*/ 278836 w 496172"/>
                <a:gd name="connsiteY52" fmla="*/ 283513 h 622361"/>
                <a:gd name="connsiteX53" fmla="*/ 312584 w 496172"/>
                <a:gd name="connsiteY53" fmla="*/ 333675 h 622361"/>
                <a:gd name="connsiteX54" fmla="*/ 312584 w 496172"/>
                <a:gd name="connsiteY54" fmla="*/ 333675 h 622361"/>
                <a:gd name="connsiteX55" fmla="*/ 367495 w 496172"/>
                <a:gd name="connsiteY55" fmla="*/ 420418 h 622361"/>
                <a:gd name="connsiteX56" fmla="*/ 361329 w 496172"/>
                <a:gd name="connsiteY56" fmla="*/ 379921 h 622361"/>
                <a:gd name="connsiteX57" fmla="*/ 361746 w 496172"/>
                <a:gd name="connsiteY57" fmla="*/ 380254 h 622361"/>
                <a:gd name="connsiteX58" fmla="*/ 362412 w 496172"/>
                <a:gd name="connsiteY58" fmla="*/ 380588 h 622361"/>
                <a:gd name="connsiteX59" fmla="*/ 362746 w 496172"/>
                <a:gd name="connsiteY59" fmla="*/ 381171 h 622361"/>
                <a:gd name="connsiteX60" fmla="*/ 372661 w 496172"/>
                <a:gd name="connsiteY60" fmla="*/ 393753 h 622361"/>
                <a:gd name="connsiteX61" fmla="*/ 390994 w 496172"/>
                <a:gd name="connsiteY61" fmla="*/ 421167 h 622361"/>
                <a:gd name="connsiteX62" fmla="*/ 423907 w 496172"/>
                <a:gd name="connsiteY62" fmla="*/ 477996 h 622361"/>
                <a:gd name="connsiteX63" fmla="*/ 429407 w 496172"/>
                <a:gd name="connsiteY63" fmla="*/ 488911 h 622361"/>
                <a:gd name="connsiteX64" fmla="*/ 437156 w 496172"/>
                <a:gd name="connsiteY64" fmla="*/ 506410 h 622361"/>
                <a:gd name="connsiteX65" fmla="*/ 449821 w 496172"/>
                <a:gd name="connsiteY65" fmla="*/ 534574 h 622361"/>
                <a:gd name="connsiteX66" fmla="*/ 483652 w 496172"/>
                <a:gd name="connsiteY66" fmla="*/ 591485 h 622361"/>
                <a:gd name="connsiteX67" fmla="*/ 483902 w 496172"/>
                <a:gd name="connsiteY67" fmla="*/ 592652 h 622361"/>
                <a:gd name="connsiteX68" fmla="*/ 478069 w 496172"/>
                <a:gd name="connsiteY68" fmla="*/ 601735 h 622361"/>
                <a:gd name="connsiteX69" fmla="*/ 465320 w 496172"/>
                <a:gd name="connsiteY69" fmla="*/ 606317 h 622361"/>
                <a:gd name="connsiteX70" fmla="*/ 455154 w 496172"/>
                <a:gd name="connsiteY70" fmla="*/ 596235 h 622361"/>
                <a:gd name="connsiteX71" fmla="*/ 438406 w 496172"/>
                <a:gd name="connsiteY71" fmla="*/ 572154 h 622361"/>
                <a:gd name="connsiteX72" fmla="*/ 408242 w 496172"/>
                <a:gd name="connsiteY72" fmla="*/ 525908 h 622361"/>
                <a:gd name="connsiteX73" fmla="*/ 386327 w 496172"/>
                <a:gd name="connsiteY73" fmla="*/ 490661 h 622361"/>
                <a:gd name="connsiteX74" fmla="*/ 386077 w 496172"/>
                <a:gd name="connsiteY74" fmla="*/ 488328 h 622361"/>
                <a:gd name="connsiteX75" fmla="*/ 383494 w 496172"/>
                <a:gd name="connsiteY75" fmla="*/ 483662 h 622361"/>
                <a:gd name="connsiteX76" fmla="*/ 381244 w 496172"/>
                <a:gd name="connsiteY76" fmla="*/ 476829 h 622361"/>
                <a:gd name="connsiteX77" fmla="*/ 367495 w 496172"/>
                <a:gd name="connsiteY77" fmla="*/ 420418 h 622361"/>
                <a:gd name="connsiteX78" fmla="*/ 367495 w 496172"/>
                <a:gd name="connsiteY78" fmla="*/ 420418 h 622361"/>
                <a:gd name="connsiteX79" fmla="*/ 238757 w 496172"/>
                <a:gd name="connsiteY79" fmla="*/ 302262 h 622361"/>
                <a:gd name="connsiteX80" fmla="*/ 239091 w 496172"/>
                <a:gd name="connsiteY80" fmla="*/ 302095 h 622361"/>
                <a:gd name="connsiteX81" fmla="*/ 240507 w 496172"/>
                <a:gd name="connsiteY81" fmla="*/ 303012 h 622361"/>
                <a:gd name="connsiteX82" fmla="*/ 278587 w 496172"/>
                <a:gd name="connsiteY82" fmla="*/ 328426 h 622361"/>
                <a:gd name="connsiteX83" fmla="*/ 351830 w 496172"/>
                <a:gd name="connsiteY83" fmla="*/ 373838 h 622361"/>
                <a:gd name="connsiteX84" fmla="*/ 358330 w 496172"/>
                <a:gd name="connsiteY84" fmla="*/ 403586 h 622361"/>
                <a:gd name="connsiteX85" fmla="*/ 368996 w 496172"/>
                <a:gd name="connsiteY85" fmla="*/ 458581 h 622361"/>
                <a:gd name="connsiteX86" fmla="*/ 363996 w 496172"/>
                <a:gd name="connsiteY86" fmla="*/ 451998 h 622361"/>
                <a:gd name="connsiteX87" fmla="*/ 329499 w 496172"/>
                <a:gd name="connsiteY87" fmla="*/ 417168 h 622361"/>
                <a:gd name="connsiteX88" fmla="*/ 297585 w 496172"/>
                <a:gd name="connsiteY88" fmla="*/ 382754 h 622361"/>
                <a:gd name="connsiteX89" fmla="*/ 264338 w 496172"/>
                <a:gd name="connsiteY89" fmla="*/ 344924 h 622361"/>
                <a:gd name="connsiteX90" fmla="*/ 250173 w 496172"/>
                <a:gd name="connsiteY90" fmla="*/ 323343 h 622361"/>
                <a:gd name="connsiteX91" fmla="*/ 242423 w 496172"/>
                <a:gd name="connsiteY91" fmla="*/ 306761 h 622361"/>
                <a:gd name="connsiteX92" fmla="*/ 238757 w 496172"/>
                <a:gd name="connsiteY92" fmla="*/ 302262 h 622361"/>
                <a:gd name="connsiteX93" fmla="*/ 238757 w 496172"/>
                <a:gd name="connsiteY93" fmla="*/ 302262 h 622361"/>
                <a:gd name="connsiteX94" fmla="*/ 109435 w 496172"/>
                <a:gd name="connsiteY94" fmla="*/ 142776 h 622361"/>
                <a:gd name="connsiteX95" fmla="*/ 137183 w 496172"/>
                <a:gd name="connsiteY95" fmla="*/ 161941 h 622361"/>
                <a:gd name="connsiteX96" fmla="*/ 164847 w 496172"/>
                <a:gd name="connsiteY96" fmla="*/ 180189 h 622361"/>
                <a:gd name="connsiteX97" fmla="*/ 214926 w 496172"/>
                <a:gd name="connsiteY97" fmla="*/ 212186 h 622361"/>
                <a:gd name="connsiteX98" fmla="*/ 220508 w 496172"/>
                <a:gd name="connsiteY98" fmla="*/ 244850 h 622361"/>
                <a:gd name="connsiteX99" fmla="*/ 228091 w 496172"/>
                <a:gd name="connsiteY99" fmla="*/ 287680 h 622361"/>
                <a:gd name="connsiteX100" fmla="*/ 219425 w 496172"/>
                <a:gd name="connsiteY100" fmla="*/ 280847 h 622361"/>
                <a:gd name="connsiteX101" fmla="*/ 202344 w 496172"/>
                <a:gd name="connsiteY101" fmla="*/ 262682 h 622361"/>
                <a:gd name="connsiteX102" fmla="*/ 166347 w 496172"/>
                <a:gd name="connsiteY102" fmla="*/ 224852 h 622361"/>
                <a:gd name="connsiteX103" fmla="*/ 132684 w 496172"/>
                <a:gd name="connsiteY103" fmla="*/ 183855 h 622361"/>
                <a:gd name="connsiteX104" fmla="*/ 109435 w 496172"/>
                <a:gd name="connsiteY104" fmla="*/ 142776 h 622361"/>
                <a:gd name="connsiteX105" fmla="*/ 109435 w 496172"/>
                <a:gd name="connsiteY105" fmla="*/ 142776 h 622361"/>
                <a:gd name="connsiteX106" fmla="*/ 15194 w 496172"/>
                <a:gd name="connsiteY106" fmla="*/ 19620 h 622361"/>
                <a:gd name="connsiteX107" fmla="*/ 34609 w 496172"/>
                <a:gd name="connsiteY107" fmla="*/ 25536 h 622361"/>
                <a:gd name="connsiteX108" fmla="*/ 48191 w 496172"/>
                <a:gd name="connsiteY108" fmla="*/ 50618 h 622361"/>
                <a:gd name="connsiteX109" fmla="*/ 55107 w 496172"/>
                <a:gd name="connsiteY109" fmla="*/ 45451 h 622361"/>
                <a:gd name="connsiteX110" fmla="*/ 43441 w 496172"/>
                <a:gd name="connsiteY110" fmla="*/ 17371 h 622361"/>
                <a:gd name="connsiteX111" fmla="*/ 41442 w 496172"/>
                <a:gd name="connsiteY111" fmla="*/ 13204 h 622361"/>
                <a:gd name="connsiteX112" fmla="*/ 42442 w 496172"/>
                <a:gd name="connsiteY112" fmla="*/ 13704 h 622361"/>
                <a:gd name="connsiteX113" fmla="*/ 89520 w 496172"/>
                <a:gd name="connsiteY113" fmla="*/ 53367 h 622361"/>
                <a:gd name="connsiteX114" fmla="*/ 101770 w 496172"/>
                <a:gd name="connsiteY114" fmla="*/ 84365 h 622361"/>
                <a:gd name="connsiteX115" fmla="*/ 106686 w 496172"/>
                <a:gd name="connsiteY115" fmla="*/ 118861 h 622361"/>
                <a:gd name="connsiteX116" fmla="*/ 112018 w 496172"/>
                <a:gd name="connsiteY116" fmla="*/ 116778 h 622361"/>
                <a:gd name="connsiteX117" fmla="*/ 106019 w 496172"/>
                <a:gd name="connsiteY117" fmla="*/ 96280 h 622361"/>
                <a:gd name="connsiteX118" fmla="*/ 105186 w 496172"/>
                <a:gd name="connsiteY118" fmla="*/ 92780 h 622361"/>
                <a:gd name="connsiteX119" fmla="*/ 106103 w 496172"/>
                <a:gd name="connsiteY119" fmla="*/ 95363 h 622361"/>
                <a:gd name="connsiteX120" fmla="*/ 114935 w 496172"/>
                <a:gd name="connsiteY120" fmla="*/ 101363 h 622361"/>
                <a:gd name="connsiteX121" fmla="*/ 127517 w 496172"/>
                <a:gd name="connsiteY121" fmla="*/ 111196 h 622361"/>
                <a:gd name="connsiteX122" fmla="*/ 135850 w 496172"/>
                <a:gd name="connsiteY122" fmla="*/ 117362 h 622361"/>
                <a:gd name="connsiteX123" fmla="*/ 143266 w 496172"/>
                <a:gd name="connsiteY123" fmla="*/ 121278 h 622361"/>
                <a:gd name="connsiteX124" fmla="*/ 143266 w 496172"/>
                <a:gd name="connsiteY124" fmla="*/ 121278 h 622361"/>
                <a:gd name="connsiteX125" fmla="*/ 146016 w 496172"/>
                <a:gd name="connsiteY125" fmla="*/ 118611 h 622361"/>
                <a:gd name="connsiteX126" fmla="*/ 127267 w 496172"/>
                <a:gd name="connsiteY126" fmla="*/ 99447 h 622361"/>
                <a:gd name="connsiteX127" fmla="*/ 109102 w 496172"/>
                <a:gd name="connsiteY127" fmla="*/ 85781 h 622361"/>
                <a:gd name="connsiteX128" fmla="*/ 99520 w 496172"/>
                <a:gd name="connsiteY128" fmla="*/ 57950 h 622361"/>
                <a:gd name="connsiteX129" fmla="*/ 99520 w 496172"/>
                <a:gd name="connsiteY129" fmla="*/ 56534 h 622361"/>
                <a:gd name="connsiteX130" fmla="*/ 96187 w 496172"/>
                <a:gd name="connsiteY130" fmla="*/ 49534 h 622361"/>
                <a:gd name="connsiteX131" fmla="*/ 94853 w 496172"/>
                <a:gd name="connsiteY131" fmla="*/ 36535 h 622361"/>
                <a:gd name="connsiteX132" fmla="*/ 104269 w 496172"/>
                <a:gd name="connsiteY132" fmla="*/ 46035 h 622361"/>
                <a:gd name="connsiteX133" fmla="*/ 148348 w 496172"/>
                <a:gd name="connsiteY133" fmla="*/ 108362 h 622361"/>
                <a:gd name="connsiteX134" fmla="*/ 187345 w 496172"/>
                <a:gd name="connsiteY134" fmla="*/ 167190 h 622361"/>
                <a:gd name="connsiteX135" fmla="*/ 214259 w 496172"/>
                <a:gd name="connsiteY135" fmla="*/ 198521 h 622361"/>
                <a:gd name="connsiteX136" fmla="*/ 214177 w 496172"/>
                <a:gd name="connsiteY136" fmla="*/ 202021 h 622361"/>
                <a:gd name="connsiteX137" fmla="*/ 171180 w 496172"/>
                <a:gd name="connsiteY137" fmla="*/ 169607 h 622361"/>
                <a:gd name="connsiteX138" fmla="*/ 119268 w 496172"/>
                <a:gd name="connsiteY138" fmla="*/ 136276 h 622361"/>
                <a:gd name="connsiteX139" fmla="*/ 85104 w 496172"/>
                <a:gd name="connsiteY139" fmla="*/ 104446 h 622361"/>
                <a:gd name="connsiteX140" fmla="*/ 65940 w 496172"/>
                <a:gd name="connsiteY140" fmla="*/ 84281 h 622361"/>
                <a:gd name="connsiteX141" fmla="*/ 57273 w 496172"/>
                <a:gd name="connsiteY141" fmla="*/ 74032 h 622361"/>
                <a:gd name="connsiteX142" fmla="*/ 57273 w 496172"/>
                <a:gd name="connsiteY142" fmla="*/ 69783 h 622361"/>
                <a:gd name="connsiteX143" fmla="*/ 68606 w 496172"/>
                <a:gd name="connsiteY143" fmla="*/ 75532 h 622361"/>
                <a:gd name="connsiteX144" fmla="*/ 79605 w 496172"/>
                <a:gd name="connsiteY144" fmla="*/ 80948 h 622361"/>
                <a:gd name="connsiteX145" fmla="*/ 88521 w 496172"/>
                <a:gd name="connsiteY145" fmla="*/ 84698 h 622361"/>
                <a:gd name="connsiteX146" fmla="*/ 91354 w 496172"/>
                <a:gd name="connsiteY146" fmla="*/ 84031 h 622361"/>
                <a:gd name="connsiteX147" fmla="*/ 75022 w 496172"/>
                <a:gd name="connsiteY147" fmla="*/ 67116 h 622361"/>
                <a:gd name="connsiteX148" fmla="*/ 50191 w 496172"/>
                <a:gd name="connsiteY148" fmla="*/ 60450 h 622361"/>
                <a:gd name="connsiteX149" fmla="*/ 47775 w 496172"/>
                <a:gd name="connsiteY149" fmla="*/ 61117 h 622361"/>
                <a:gd name="connsiteX150" fmla="*/ 41525 w 496172"/>
                <a:gd name="connsiteY150" fmla="*/ 55617 h 622361"/>
                <a:gd name="connsiteX151" fmla="*/ 28609 w 496172"/>
                <a:gd name="connsiteY151" fmla="*/ 40285 h 622361"/>
                <a:gd name="connsiteX152" fmla="*/ 17527 w 496172"/>
                <a:gd name="connsiteY152" fmla="*/ 24786 h 622361"/>
                <a:gd name="connsiteX153" fmla="*/ 15194 w 496172"/>
                <a:gd name="connsiteY153" fmla="*/ 19620 h 622361"/>
                <a:gd name="connsiteX154" fmla="*/ 15194 w 496172"/>
                <a:gd name="connsiteY154" fmla="*/ 19620 h 622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Lst>
              <a:rect l="l" t="t" r="r" b="b"/>
              <a:pathLst>
                <a:path w="496172" h="622361">
                  <a:moveTo>
                    <a:pt x="5778" y="26537"/>
                  </a:moveTo>
                  <a:cubicBezTo>
                    <a:pt x="9111" y="31953"/>
                    <a:pt x="12361" y="37119"/>
                    <a:pt x="16361" y="42118"/>
                  </a:cubicBezTo>
                  <a:cubicBezTo>
                    <a:pt x="20777" y="47618"/>
                    <a:pt x="24777" y="53617"/>
                    <a:pt x="29526" y="58784"/>
                  </a:cubicBezTo>
                  <a:cubicBezTo>
                    <a:pt x="33609" y="63200"/>
                    <a:pt x="39025" y="66116"/>
                    <a:pt x="42691" y="70949"/>
                  </a:cubicBezTo>
                  <a:cubicBezTo>
                    <a:pt x="42775" y="71116"/>
                    <a:pt x="42942" y="71199"/>
                    <a:pt x="43025" y="71366"/>
                  </a:cubicBezTo>
                  <a:cubicBezTo>
                    <a:pt x="44525" y="77865"/>
                    <a:pt x="51607" y="84615"/>
                    <a:pt x="54940" y="88781"/>
                  </a:cubicBezTo>
                  <a:cubicBezTo>
                    <a:pt x="68689" y="105529"/>
                    <a:pt x="84604" y="121444"/>
                    <a:pt x="103019" y="133193"/>
                  </a:cubicBezTo>
                  <a:cubicBezTo>
                    <a:pt x="102269" y="133693"/>
                    <a:pt x="101770" y="134360"/>
                    <a:pt x="101519" y="135360"/>
                  </a:cubicBezTo>
                  <a:cubicBezTo>
                    <a:pt x="99020" y="147942"/>
                    <a:pt x="108686" y="163441"/>
                    <a:pt x="115101" y="173690"/>
                  </a:cubicBezTo>
                  <a:cubicBezTo>
                    <a:pt x="125434" y="190355"/>
                    <a:pt x="137933" y="205437"/>
                    <a:pt x="149432" y="221269"/>
                  </a:cubicBezTo>
                  <a:cubicBezTo>
                    <a:pt x="171513" y="251516"/>
                    <a:pt x="199844" y="274681"/>
                    <a:pt x="228592" y="297845"/>
                  </a:cubicBezTo>
                  <a:cubicBezTo>
                    <a:pt x="229508" y="302262"/>
                    <a:pt x="232091" y="306928"/>
                    <a:pt x="233841" y="310177"/>
                  </a:cubicBezTo>
                  <a:cubicBezTo>
                    <a:pt x="253339" y="345924"/>
                    <a:pt x="278003" y="377338"/>
                    <a:pt x="305752" y="407169"/>
                  </a:cubicBezTo>
                  <a:cubicBezTo>
                    <a:pt x="318833" y="421251"/>
                    <a:pt x="333082" y="434250"/>
                    <a:pt x="346081" y="448332"/>
                  </a:cubicBezTo>
                  <a:cubicBezTo>
                    <a:pt x="356830" y="459914"/>
                    <a:pt x="365329" y="473746"/>
                    <a:pt x="375579" y="485745"/>
                  </a:cubicBezTo>
                  <a:cubicBezTo>
                    <a:pt x="382077" y="507826"/>
                    <a:pt x="394493" y="525575"/>
                    <a:pt x="406492" y="545156"/>
                  </a:cubicBezTo>
                  <a:cubicBezTo>
                    <a:pt x="418991" y="565654"/>
                    <a:pt x="429574" y="587736"/>
                    <a:pt x="445239" y="606068"/>
                  </a:cubicBezTo>
                  <a:cubicBezTo>
                    <a:pt x="455321" y="617900"/>
                    <a:pt x="472986" y="628732"/>
                    <a:pt x="487902" y="617900"/>
                  </a:cubicBezTo>
                  <a:cubicBezTo>
                    <a:pt x="503067" y="606817"/>
                    <a:pt x="494151" y="591485"/>
                    <a:pt x="486652" y="578903"/>
                  </a:cubicBezTo>
                  <a:cubicBezTo>
                    <a:pt x="470819" y="552406"/>
                    <a:pt x="457071" y="524908"/>
                    <a:pt x="442822" y="497661"/>
                  </a:cubicBezTo>
                  <a:cubicBezTo>
                    <a:pt x="438823" y="487412"/>
                    <a:pt x="434656" y="477162"/>
                    <a:pt x="429740" y="467247"/>
                  </a:cubicBezTo>
                  <a:cubicBezTo>
                    <a:pt x="419325" y="446165"/>
                    <a:pt x="407991" y="425917"/>
                    <a:pt x="395659" y="406002"/>
                  </a:cubicBezTo>
                  <a:cubicBezTo>
                    <a:pt x="389910" y="396753"/>
                    <a:pt x="383911" y="387671"/>
                    <a:pt x="377328" y="379005"/>
                  </a:cubicBezTo>
                  <a:cubicBezTo>
                    <a:pt x="372661" y="372922"/>
                    <a:pt x="369246" y="364589"/>
                    <a:pt x="362496" y="360590"/>
                  </a:cubicBezTo>
                  <a:cubicBezTo>
                    <a:pt x="359997" y="359090"/>
                    <a:pt x="357163" y="359673"/>
                    <a:pt x="354996" y="361423"/>
                  </a:cubicBezTo>
                  <a:cubicBezTo>
                    <a:pt x="354163" y="362090"/>
                    <a:pt x="353497" y="363006"/>
                    <a:pt x="353080" y="364006"/>
                  </a:cubicBezTo>
                  <a:cubicBezTo>
                    <a:pt x="347081" y="358507"/>
                    <a:pt x="340748" y="353424"/>
                    <a:pt x="334165" y="348591"/>
                  </a:cubicBezTo>
                  <a:cubicBezTo>
                    <a:pt x="326749" y="336508"/>
                    <a:pt x="319750" y="323926"/>
                    <a:pt x="312167" y="311844"/>
                  </a:cubicBezTo>
                  <a:cubicBezTo>
                    <a:pt x="300502" y="293429"/>
                    <a:pt x="288252" y="275347"/>
                    <a:pt x="278003" y="256016"/>
                  </a:cubicBezTo>
                  <a:cubicBezTo>
                    <a:pt x="268921" y="238851"/>
                    <a:pt x="258422" y="222935"/>
                    <a:pt x="246589" y="207687"/>
                  </a:cubicBezTo>
                  <a:cubicBezTo>
                    <a:pt x="240423" y="199771"/>
                    <a:pt x="232508" y="180772"/>
                    <a:pt x="220092" y="184106"/>
                  </a:cubicBezTo>
                  <a:cubicBezTo>
                    <a:pt x="218842" y="184439"/>
                    <a:pt x="217842" y="185022"/>
                    <a:pt x="217093" y="185855"/>
                  </a:cubicBezTo>
                  <a:cubicBezTo>
                    <a:pt x="214593" y="181772"/>
                    <a:pt x="211676" y="177856"/>
                    <a:pt x="209343" y="174273"/>
                  </a:cubicBezTo>
                  <a:cubicBezTo>
                    <a:pt x="201094" y="161774"/>
                    <a:pt x="193678" y="148859"/>
                    <a:pt x="185429" y="136443"/>
                  </a:cubicBezTo>
                  <a:cubicBezTo>
                    <a:pt x="168263" y="110612"/>
                    <a:pt x="153265" y="83448"/>
                    <a:pt x="133600" y="59450"/>
                  </a:cubicBezTo>
                  <a:cubicBezTo>
                    <a:pt x="127934" y="52534"/>
                    <a:pt x="98853" y="14288"/>
                    <a:pt x="86354" y="26870"/>
                  </a:cubicBezTo>
                  <a:cubicBezTo>
                    <a:pt x="84271" y="29036"/>
                    <a:pt x="83771" y="32119"/>
                    <a:pt x="84021" y="35369"/>
                  </a:cubicBezTo>
                  <a:cubicBezTo>
                    <a:pt x="78188" y="29786"/>
                    <a:pt x="71855" y="24620"/>
                    <a:pt x="67023" y="20037"/>
                  </a:cubicBezTo>
                  <a:cubicBezTo>
                    <a:pt x="59690" y="12954"/>
                    <a:pt x="46774" y="872"/>
                    <a:pt x="35942" y="39"/>
                  </a:cubicBezTo>
                  <a:cubicBezTo>
                    <a:pt x="26943" y="-628"/>
                    <a:pt x="27360" y="7455"/>
                    <a:pt x="29943" y="13371"/>
                  </a:cubicBezTo>
                  <a:cubicBezTo>
                    <a:pt x="30276" y="14121"/>
                    <a:pt x="30526" y="14871"/>
                    <a:pt x="30859" y="15621"/>
                  </a:cubicBezTo>
                  <a:cubicBezTo>
                    <a:pt x="18527" y="7871"/>
                    <a:pt x="1028" y="39"/>
                    <a:pt x="29" y="15121"/>
                  </a:cubicBezTo>
                  <a:cubicBezTo>
                    <a:pt x="-388" y="19120"/>
                    <a:pt x="3862" y="23453"/>
                    <a:pt x="5778" y="26537"/>
                  </a:cubicBezTo>
                  <a:lnTo>
                    <a:pt x="5778" y="26537"/>
                  </a:lnTo>
                  <a:close/>
                  <a:moveTo>
                    <a:pt x="312584" y="333675"/>
                  </a:moveTo>
                  <a:cubicBezTo>
                    <a:pt x="297419" y="323926"/>
                    <a:pt x="281837" y="314761"/>
                    <a:pt x="267421" y="304261"/>
                  </a:cubicBezTo>
                  <a:cubicBezTo>
                    <a:pt x="261088" y="299679"/>
                    <a:pt x="246756" y="285430"/>
                    <a:pt x="236758" y="286346"/>
                  </a:cubicBezTo>
                  <a:cubicBezTo>
                    <a:pt x="234674" y="274431"/>
                    <a:pt x="231508" y="262682"/>
                    <a:pt x="229675" y="250683"/>
                  </a:cubicBezTo>
                  <a:cubicBezTo>
                    <a:pt x="228258" y="241517"/>
                    <a:pt x="226758" y="232685"/>
                    <a:pt x="226092" y="223435"/>
                  </a:cubicBezTo>
                  <a:cubicBezTo>
                    <a:pt x="225675" y="217769"/>
                    <a:pt x="223175" y="208353"/>
                    <a:pt x="224092" y="201271"/>
                  </a:cubicBezTo>
                  <a:cubicBezTo>
                    <a:pt x="227258" y="205687"/>
                    <a:pt x="231007" y="212103"/>
                    <a:pt x="232424" y="213853"/>
                  </a:cubicBezTo>
                  <a:cubicBezTo>
                    <a:pt x="238424" y="221102"/>
                    <a:pt x="244257" y="228268"/>
                    <a:pt x="249756" y="235934"/>
                  </a:cubicBezTo>
                  <a:cubicBezTo>
                    <a:pt x="260589" y="251183"/>
                    <a:pt x="268504" y="268015"/>
                    <a:pt x="278836" y="283513"/>
                  </a:cubicBezTo>
                  <a:cubicBezTo>
                    <a:pt x="289419" y="299595"/>
                    <a:pt x="299835" y="317927"/>
                    <a:pt x="312584" y="333675"/>
                  </a:cubicBezTo>
                  <a:lnTo>
                    <a:pt x="312584" y="333675"/>
                  </a:lnTo>
                  <a:close/>
                  <a:moveTo>
                    <a:pt x="367495" y="420418"/>
                  </a:moveTo>
                  <a:cubicBezTo>
                    <a:pt x="366996" y="417668"/>
                    <a:pt x="362162" y="393503"/>
                    <a:pt x="361329" y="379921"/>
                  </a:cubicBezTo>
                  <a:cubicBezTo>
                    <a:pt x="361496" y="380005"/>
                    <a:pt x="361663" y="380088"/>
                    <a:pt x="361746" y="380254"/>
                  </a:cubicBezTo>
                  <a:cubicBezTo>
                    <a:pt x="361996" y="380421"/>
                    <a:pt x="362246" y="380504"/>
                    <a:pt x="362412" y="380588"/>
                  </a:cubicBezTo>
                  <a:cubicBezTo>
                    <a:pt x="362496" y="380754"/>
                    <a:pt x="362663" y="381004"/>
                    <a:pt x="362746" y="381171"/>
                  </a:cubicBezTo>
                  <a:cubicBezTo>
                    <a:pt x="365746" y="385504"/>
                    <a:pt x="369495" y="389504"/>
                    <a:pt x="372661" y="393753"/>
                  </a:cubicBezTo>
                  <a:cubicBezTo>
                    <a:pt x="379161" y="402586"/>
                    <a:pt x="385160" y="411835"/>
                    <a:pt x="390994" y="421167"/>
                  </a:cubicBezTo>
                  <a:cubicBezTo>
                    <a:pt x="402660" y="439832"/>
                    <a:pt x="413491" y="458664"/>
                    <a:pt x="423907" y="477996"/>
                  </a:cubicBezTo>
                  <a:cubicBezTo>
                    <a:pt x="425823" y="481579"/>
                    <a:pt x="427657" y="485245"/>
                    <a:pt x="429407" y="488911"/>
                  </a:cubicBezTo>
                  <a:cubicBezTo>
                    <a:pt x="431989" y="494744"/>
                    <a:pt x="434573" y="500577"/>
                    <a:pt x="437156" y="506410"/>
                  </a:cubicBezTo>
                  <a:cubicBezTo>
                    <a:pt x="441156" y="515909"/>
                    <a:pt x="445155" y="525408"/>
                    <a:pt x="449821" y="534574"/>
                  </a:cubicBezTo>
                  <a:cubicBezTo>
                    <a:pt x="459821" y="554322"/>
                    <a:pt x="471569" y="572987"/>
                    <a:pt x="483652" y="591485"/>
                  </a:cubicBezTo>
                  <a:cubicBezTo>
                    <a:pt x="483735" y="591902"/>
                    <a:pt x="483819" y="592319"/>
                    <a:pt x="483902" y="592652"/>
                  </a:cubicBezTo>
                  <a:cubicBezTo>
                    <a:pt x="486568" y="596235"/>
                    <a:pt x="484652" y="599235"/>
                    <a:pt x="478069" y="601735"/>
                  </a:cubicBezTo>
                  <a:cubicBezTo>
                    <a:pt x="475069" y="609650"/>
                    <a:pt x="470819" y="611234"/>
                    <a:pt x="465320" y="606317"/>
                  </a:cubicBezTo>
                  <a:cubicBezTo>
                    <a:pt x="461320" y="603818"/>
                    <a:pt x="458154" y="599818"/>
                    <a:pt x="455154" y="596235"/>
                  </a:cubicBezTo>
                  <a:cubicBezTo>
                    <a:pt x="448905" y="588736"/>
                    <a:pt x="443655" y="580320"/>
                    <a:pt x="438406" y="572154"/>
                  </a:cubicBezTo>
                  <a:cubicBezTo>
                    <a:pt x="428407" y="556739"/>
                    <a:pt x="419241" y="540657"/>
                    <a:pt x="408242" y="525908"/>
                  </a:cubicBezTo>
                  <a:cubicBezTo>
                    <a:pt x="399577" y="514243"/>
                    <a:pt x="391910" y="503243"/>
                    <a:pt x="386327" y="490661"/>
                  </a:cubicBezTo>
                  <a:cubicBezTo>
                    <a:pt x="386577" y="489911"/>
                    <a:pt x="386577" y="489161"/>
                    <a:pt x="386077" y="488328"/>
                  </a:cubicBezTo>
                  <a:cubicBezTo>
                    <a:pt x="385160" y="486745"/>
                    <a:pt x="384327" y="485245"/>
                    <a:pt x="383494" y="483662"/>
                  </a:cubicBezTo>
                  <a:cubicBezTo>
                    <a:pt x="382661" y="481412"/>
                    <a:pt x="381910" y="479162"/>
                    <a:pt x="381244" y="476829"/>
                  </a:cubicBezTo>
                  <a:cubicBezTo>
                    <a:pt x="376078" y="458331"/>
                    <a:pt x="370912" y="439416"/>
                    <a:pt x="367495" y="420418"/>
                  </a:cubicBezTo>
                  <a:lnTo>
                    <a:pt x="367495" y="420418"/>
                  </a:lnTo>
                  <a:close/>
                  <a:moveTo>
                    <a:pt x="238757" y="302262"/>
                  </a:moveTo>
                  <a:cubicBezTo>
                    <a:pt x="238841" y="302178"/>
                    <a:pt x="239007" y="302095"/>
                    <a:pt x="239091" y="302095"/>
                  </a:cubicBezTo>
                  <a:cubicBezTo>
                    <a:pt x="239423" y="302262"/>
                    <a:pt x="239841" y="302512"/>
                    <a:pt x="240507" y="303012"/>
                  </a:cubicBezTo>
                  <a:cubicBezTo>
                    <a:pt x="253256" y="311428"/>
                    <a:pt x="265671" y="320260"/>
                    <a:pt x="278587" y="328426"/>
                  </a:cubicBezTo>
                  <a:cubicBezTo>
                    <a:pt x="303001" y="343758"/>
                    <a:pt x="327832" y="358007"/>
                    <a:pt x="351830" y="373838"/>
                  </a:cubicBezTo>
                  <a:cubicBezTo>
                    <a:pt x="352664" y="384254"/>
                    <a:pt x="357413" y="397586"/>
                    <a:pt x="358330" y="403586"/>
                  </a:cubicBezTo>
                  <a:cubicBezTo>
                    <a:pt x="360913" y="422001"/>
                    <a:pt x="364746" y="440333"/>
                    <a:pt x="368996" y="458581"/>
                  </a:cubicBezTo>
                  <a:cubicBezTo>
                    <a:pt x="367412" y="456331"/>
                    <a:pt x="365829" y="454164"/>
                    <a:pt x="363996" y="451998"/>
                  </a:cubicBezTo>
                  <a:cubicBezTo>
                    <a:pt x="353247" y="439416"/>
                    <a:pt x="341082" y="428834"/>
                    <a:pt x="329499" y="417168"/>
                  </a:cubicBezTo>
                  <a:cubicBezTo>
                    <a:pt x="318583" y="406169"/>
                    <a:pt x="307501" y="394670"/>
                    <a:pt x="297585" y="382754"/>
                  </a:cubicBezTo>
                  <a:cubicBezTo>
                    <a:pt x="286753" y="369756"/>
                    <a:pt x="274254" y="358757"/>
                    <a:pt x="264338" y="344924"/>
                  </a:cubicBezTo>
                  <a:cubicBezTo>
                    <a:pt x="259338" y="337925"/>
                    <a:pt x="254423" y="330926"/>
                    <a:pt x="250173" y="323343"/>
                  </a:cubicBezTo>
                  <a:cubicBezTo>
                    <a:pt x="247257" y="318093"/>
                    <a:pt x="245506" y="311511"/>
                    <a:pt x="242423" y="306761"/>
                  </a:cubicBezTo>
                  <a:cubicBezTo>
                    <a:pt x="241757" y="305428"/>
                    <a:pt x="239423" y="303178"/>
                    <a:pt x="238757" y="302262"/>
                  </a:cubicBezTo>
                  <a:lnTo>
                    <a:pt x="238757" y="302262"/>
                  </a:lnTo>
                  <a:close/>
                  <a:moveTo>
                    <a:pt x="109435" y="142776"/>
                  </a:moveTo>
                  <a:cubicBezTo>
                    <a:pt x="119184" y="147942"/>
                    <a:pt x="128267" y="155775"/>
                    <a:pt x="137183" y="161941"/>
                  </a:cubicBezTo>
                  <a:cubicBezTo>
                    <a:pt x="146265" y="168274"/>
                    <a:pt x="155681" y="174106"/>
                    <a:pt x="164847" y="180189"/>
                  </a:cubicBezTo>
                  <a:cubicBezTo>
                    <a:pt x="181262" y="191105"/>
                    <a:pt x="198761" y="201021"/>
                    <a:pt x="214926" y="212186"/>
                  </a:cubicBezTo>
                  <a:cubicBezTo>
                    <a:pt x="216176" y="223352"/>
                    <a:pt x="218759" y="234684"/>
                    <a:pt x="220508" y="244850"/>
                  </a:cubicBezTo>
                  <a:cubicBezTo>
                    <a:pt x="223009" y="259016"/>
                    <a:pt x="224925" y="273598"/>
                    <a:pt x="228091" y="287680"/>
                  </a:cubicBezTo>
                  <a:cubicBezTo>
                    <a:pt x="225092" y="285513"/>
                    <a:pt x="222175" y="283263"/>
                    <a:pt x="219425" y="280847"/>
                  </a:cubicBezTo>
                  <a:cubicBezTo>
                    <a:pt x="213176" y="275347"/>
                    <a:pt x="208260" y="268598"/>
                    <a:pt x="202344" y="262682"/>
                  </a:cubicBezTo>
                  <a:cubicBezTo>
                    <a:pt x="190011" y="250433"/>
                    <a:pt x="177929" y="237767"/>
                    <a:pt x="166347" y="224852"/>
                  </a:cubicBezTo>
                  <a:cubicBezTo>
                    <a:pt x="154681" y="211853"/>
                    <a:pt x="143099" y="197938"/>
                    <a:pt x="132684" y="183855"/>
                  </a:cubicBezTo>
                  <a:cubicBezTo>
                    <a:pt x="126184" y="175023"/>
                    <a:pt x="110435" y="156525"/>
                    <a:pt x="109435" y="142776"/>
                  </a:cubicBezTo>
                  <a:lnTo>
                    <a:pt x="109435" y="142776"/>
                  </a:lnTo>
                  <a:close/>
                  <a:moveTo>
                    <a:pt x="15194" y="19620"/>
                  </a:moveTo>
                  <a:cubicBezTo>
                    <a:pt x="21776" y="21120"/>
                    <a:pt x="28026" y="24287"/>
                    <a:pt x="34609" y="25536"/>
                  </a:cubicBezTo>
                  <a:cubicBezTo>
                    <a:pt x="38109" y="34619"/>
                    <a:pt x="41858" y="43702"/>
                    <a:pt x="48191" y="50618"/>
                  </a:cubicBezTo>
                  <a:cubicBezTo>
                    <a:pt x="51691" y="54367"/>
                    <a:pt x="57107" y="49784"/>
                    <a:pt x="55107" y="45451"/>
                  </a:cubicBezTo>
                  <a:cubicBezTo>
                    <a:pt x="50774" y="36202"/>
                    <a:pt x="48191" y="26620"/>
                    <a:pt x="43441" y="17371"/>
                  </a:cubicBezTo>
                  <a:cubicBezTo>
                    <a:pt x="43275" y="17037"/>
                    <a:pt x="42442" y="15204"/>
                    <a:pt x="41442" y="13204"/>
                  </a:cubicBezTo>
                  <a:cubicBezTo>
                    <a:pt x="42108" y="13538"/>
                    <a:pt x="42525" y="13704"/>
                    <a:pt x="42442" y="13704"/>
                  </a:cubicBezTo>
                  <a:cubicBezTo>
                    <a:pt x="60273" y="22870"/>
                    <a:pt x="74605" y="39535"/>
                    <a:pt x="89520" y="53367"/>
                  </a:cubicBezTo>
                  <a:cubicBezTo>
                    <a:pt x="93520" y="63700"/>
                    <a:pt x="97603" y="74115"/>
                    <a:pt x="101770" y="84365"/>
                  </a:cubicBezTo>
                  <a:cubicBezTo>
                    <a:pt x="88354" y="85115"/>
                    <a:pt x="101519" y="113695"/>
                    <a:pt x="106686" y="118861"/>
                  </a:cubicBezTo>
                  <a:cubicBezTo>
                    <a:pt x="108436" y="120611"/>
                    <a:pt x="112185" y="119611"/>
                    <a:pt x="112018" y="116778"/>
                  </a:cubicBezTo>
                  <a:cubicBezTo>
                    <a:pt x="111519" y="109529"/>
                    <a:pt x="107852" y="103280"/>
                    <a:pt x="106019" y="96280"/>
                  </a:cubicBezTo>
                  <a:cubicBezTo>
                    <a:pt x="105686" y="95114"/>
                    <a:pt x="105353" y="93947"/>
                    <a:pt x="105186" y="92780"/>
                  </a:cubicBezTo>
                  <a:cubicBezTo>
                    <a:pt x="105519" y="93614"/>
                    <a:pt x="105769" y="94530"/>
                    <a:pt x="106103" y="95363"/>
                  </a:cubicBezTo>
                  <a:cubicBezTo>
                    <a:pt x="109186" y="97363"/>
                    <a:pt x="112102" y="99113"/>
                    <a:pt x="114935" y="101363"/>
                  </a:cubicBezTo>
                  <a:cubicBezTo>
                    <a:pt x="119101" y="104779"/>
                    <a:pt x="123184" y="108029"/>
                    <a:pt x="127517" y="111196"/>
                  </a:cubicBezTo>
                  <a:cubicBezTo>
                    <a:pt x="130267" y="113279"/>
                    <a:pt x="132933" y="115528"/>
                    <a:pt x="135850" y="117362"/>
                  </a:cubicBezTo>
                  <a:cubicBezTo>
                    <a:pt x="138183" y="118861"/>
                    <a:pt x="141016" y="119695"/>
                    <a:pt x="143266" y="121278"/>
                  </a:cubicBezTo>
                  <a:lnTo>
                    <a:pt x="143266" y="121278"/>
                  </a:lnTo>
                  <a:cubicBezTo>
                    <a:pt x="144765" y="122194"/>
                    <a:pt x="147015" y="120611"/>
                    <a:pt x="146016" y="118611"/>
                  </a:cubicBezTo>
                  <a:cubicBezTo>
                    <a:pt x="142349" y="110779"/>
                    <a:pt x="133600" y="105029"/>
                    <a:pt x="127267" y="99447"/>
                  </a:cubicBezTo>
                  <a:cubicBezTo>
                    <a:pt x="121767" y="94530"/>
                    <a:pt x="116185" y="88614"/>
                    <a:pt x="109102" y="85781"/>
                  </a:cubicBezTo>
                  <a:cubicBezTo>
                    <a:pt x="106019" y="76449"/>
                    <a:pt x="102853" y="67116"/>
                    <a:pt x="99520" y="57950"/>
                  </a:cubicBezTo>
                  <a:cubicBezTo>
                    <a:pt x="99686" y="57534"/>
                    <a:pt x="99770" y="57034"/>
                    <a:pt x="99520" y="56534"/>
                  </a:cubicBezTo>
                  <a:cubicBezTo>
                    <a:pt x="98770" y="54200"/>
                    <a:pt x="97603" y="51867"/>
                    <a:pt x="96187" y="49534"/>
                  </a:cubicBezTo>
                  <a:cubicBezTo>
                    <a:pt x="94104" y="44868"/>
                    <a:pt x="90520" y="36452"/>
                    <a:pt x="94853" y="36535"/>
                  </a:cubicBezTo>
                  <a:cubicBezTo>
                    <a:pt x="97187" y="36619"/>
                    <a:pt x="102936" y="44535"/>
                    <a:pt x="104269" y="46035"/>
                  </a:cubicBezTo>
                  <a:cubicBezTo>
                    <a:pt x="121351" y="64866"/>
                    <a:pt x="135767" y="86364"/>
                    <a:pt x="148348" y="108362"/>
                  </a:cubicBezTo>
                  <a:cubicBezTo>
                    <a:pt x="159765" y="128361"/>
                    <a:pt x="173846" y="148525"/>
                    <a:pt x="187345" y="167190"/>
                  </a:cubicBezTo>
                  <a:cubicBezTo>
                    <a:pt x="193678" y="175940"/>
                    <a:pt x="203594" y="191272"/>
                    <a:pt x="214259" y="198521"/>
                  </a:cubicBezTo>
                  <a:cubicBezTo>
                    <a:pt x="214259" y="199688"/>
                    <a:pt x="214177" y="200854"/>
                    <a:pt x="214177" y="202021"/>
                  </a:cubicBezTo>
                  <a:cubicBezTo>
                    <a:pt x="202010" y="189105"/>
                    <a:pt x="185429" y="179439"/>
                    <a:pt x="171180" y="169607"/>
                  </a:cubicBezTo>
                  <a:cubicBezTo>
                    <a:pt x="155181" y="158608"/>
                    <a:pt x="138016" y="143943"/>
                    <a:pt x="119268" y="136276"/>
                  </a:cubicBezTo>
                  <a:cubicBezTo>
                    <a:pt x="108019" y="125527"/>
                    <a:pt x="96187" y="115362"/>
                    <a:pt x="85104" y="104446"/>
                  </a:cubicBezTo>
                  <a:cubicBezTo>
                    <a:pt x="78522" y="98030"/>
                    <a:pt x="72189" y="91031"/>
                    <a:pt x="65940" y="84281"/>
                  </a:cubicBezTo>
                  <a:cubicBezTo>
                    <a:pt x="63439" y="81531"/>
                    <a:pt x="59023" y="77365"/>
                    <a:pt x="57273" y="74032"/>
                  </a:cubicBezTo>
                  <a:cubicBezTo>
                    <a:pt x="55607" y="70783"/>
                    <a:pt x="53941" y="69866"/>
                    <a:pt x="57273" y="69783"/>
                  </a:cubicBezTo>
                  <a:cubicBezTo>
                    <a:pt x="61190" y="71449"/>
                    <a:pt x="64773" y="73616"/>
                    <a:pt x="68606" y="75532"/>
                  </a:cubicBezTo>
                  <a:cubicBezTo>
                    <a:pt x="72189" y="77448"/>
                    <a:pt x="75855" y="79282"/>
                    <a:pt x="79605" y="80948"/>
                  </a:cubicBezTo>
                  <a:cubicBezTo>
                    <a:pt x="81938" y="81948"/>
                    <a:pt x="86771" y="82781"/>
                    <a:pt x="88521" y="84698"/>
                  </a:cubicBezTo>
                  <a:cubicBezTo>
                    <a:pt x="89271" y="85531"/>
                    <a:pt x="91104" y="85281"/>
                    <a:pt x="91354" y="84031"/>
                  </a:cubicBezTo>
                  <a:cubicBezTo>
                    <a:pt x="92603" y="76365"/>
                    <a:pt x="80271" y="70616"/>
                    <a:pt x="75022" y="67116"/>
                  </a:cubicBezTo>
                  <a:cubicBezTo>
                    <a:pt x="69606" y="63450"/>
                    <a:pt x="56190" y="53617"/>
                    <a:pt x="50191" y="60450"/>
                  </a:cubicBezTo>
                  <a:cubicBezTo>
                    <a:pt x="49358" y="60617"/>
                    <a:pt x="48524" y="60783"/>
                    <a:pt x="47775" y="61117"/>
                  </a:cubicBezTo>
                  <a:cubicBezTo>
                    <a:pt x="46025" y="59117"/>
                    <a:pt x="43941" y="57617"/>
                    <a:pt x="41525" y="55617"/>
                  </a:cubicBezTo>
                  <a:cubicBezTo>
                    <a:pt x="36358" y="51284"/>
                    <a:pt x="32693" y="45618"/>
                    <a:pt x="28609" y="40285"/>
                  </a:cubicBezTo>
                  <a:cubicBezTo>
                    <a:pt x="24777" y="35202"/>
                    <a:pt x="20694" y="30369"/>
                    <a:pt x="17527" y="24786"/>
                  </a:cubicBezTo>
                  <a:cubicBezTo>
                    <a:pt x="16861" y="23537"/>
                    <a:pt x="16110" y="21537"/>
                    <a:pt x="15194" y="19620"/>
                  </a:cubicBezTo>
                  <a:lnTo>
                    <a:pt x="15194" y="19620"/>
                  </a:lnTo>
                  <a:close/>
                </a:path>
              </a:pathLst>
            </a:custGeom>
            <a:grpFill/>
            <a:ln w="8332" cap="flat">
              <a:noFill/>
              <a:prstDash val="solid"/>
              <a:miter/>
            </a:ln>
          </p:spPr>
          <p:txBody>
            <a:bodyPr rtlCol="0" anchor="ctr"/>
            <a:lstStyle/>
            <a:p>
              <a:endParaRPr lang="en-US"/>
            </a:p>
          </p:txBody>
        </p:sp>
        <p:sp>
          <p:nvSpPr>
            <p:cNvPr id="2057" name="Freeform: Shape 2056"/>
            <p:cNvSpPr/>
            <p:nvPr/>
          </p:nvSpPr>
          <p:spPr>
            <a:xfrm>
              <a:off x="7341782" y="3224423"/>
              <a:ext cx="604943" cy="522440"/>
            </a:xfrm>
            <a:custGeom>
              <a:avLst/>
              <a:gdLst>
                <a:gd name="connsiteX0" fmla="*/ 8243 w 604943"/>
                <a:gd name="connsiteY0" fmla="*/ 32293 h 522440"/>
                <a:gd name="connsiteX1" fmla="*/ 21742 w 604943"/>
                <a:gd name="connsiteY1" fmla="*/ 45459 h 522440"/>
                <a:gd name="connsiteX2" fmla="*/ 37991 w 604943"/>
                <a:gd name="connsiteY2" fmla="*/ 59124 h 522440"/>
                <a:gd name="connsiteX3" fmla="*/ 53322 w 604943"/>
                <a:gd name="connsiteY3" fmla="*/ 68374 h 522440"/>
                <a:gd name="connsiteX4" fmla="*/ 53739 w 604943"/>
                <a:gd name="connsiteY4" fmla="*/ 68707 h 522440"/>
                <a:gd name="connsiteX5" fmla="*/ 68904 w 604943"/>
                <a:gd name="connsiteY5" fmla="*/ 83372 h 522440"/>
                <a:gd name="connsiteX6" fmla="*/ 124899 w 604943"/>
                <a:gd name="connsiteY6" fmla="*/ 117203 h 522440"/>
                <a:gd name="connsiteX7" fmla="*/ 123899 w 604943"/>
                <a:gd name="connsiteY7" fmla="*/ 119619 h 522440"/>
                <a:gd name="connsiteX8" fmla="*/ 144897 w 604943"/>
                <a:gd name="connsiteY8" fmla="*/ 154449 h 522440"/>
                <a:gd name="connsiteX9" fmla="*/ 188143 w 604943"/>
                <a:gd name="connsiteY9" fmla="*/ 194112 h 522440"/>
                <a:gd name="connsiteX10" fmla="*/ 281219 w 604943"/>
                <a:gd name="connsiteY10" fmla="*/ 253274 h 522440"/>
                <a:gd name="connsiteX11" fmla="*/ 288801 w 604943"/>
                <a:gd name="connsiteY11" fmla="*/ 264273 h 522440"/>
                <a:gd name="connsiteX12" fmla="*/ 378793 w 604943"/>
                <a:gd name="connsiteY12" fmla="*/ 344849 h 522440"/>
                <a:gd name="connsiteX13" fmla="*/ 426539 w 604943"/>
                <a:gd name="connsiteY13" fmla="*/ 377096 h 522440"/>
                <a:gd name="connsiteX14" fmla="*/ 462952 w 604943"/>
                <a:gd name="connsiteY14" fmla="*/ 407843 h 522440"/>
                <a:gd name="connsiteX15" fmla="*/ 505115 w 604943"/>
                <a:gd name="connsiteY15" fmla="*/ 459839 h 522440"/>
                <a:gd name="connsiteX16" fmla="*/ 555277 w 604943"/>
                <a:gd name="connsiteY16" fmla="*/ 511834 h 522440"/>
                <a:gd name="connsiteX17" fmla="*/ 599440 w 604943"/>
                <a:gd name="connsiteY17" fmla="*/ 514833 h 522440"/>
                <a:gd name="connsiteX18" fmla="*/ 590358 w 604943"/>
                <a:gd name="connsiteY18" fmla="*/ 476920 h 522440"/>
                <a:gd name="connsiteX19" fmla="*/ 531112 w 604943"/>
                <a:gd name="connsiteY19" fmla="*/ 406093 h 522440"/>
                <a:gd name="connsiteX20" fmla="*/ 512198 w 604943"/>
                <a:gd name="connsiteY20" fmla="*/ 378929 h 522440"/>
                <a:gd name="connsiteX21" fmla="*/ 466452 w 604943"/>
                <a:gd name="connsiteY21" fmla="*/ 325684 h 522440"/>
                <a:gd name="connsiteX22" fmla="*/ 443037 w 604943"/>
                <a:gd name="connsiteY22" fmla="*/ 302936 h 522440"/>
                <a:gd name="connsiteX23" fmla="*/ 424789 w 604943"/>
                <a:gd name="connsiteY23" fmla="*/ 287937 h 522440"/>
                <a:gd name="connsiteX24" fmla="*/ 417622 w 604943"/>
                <a:gd name="connsiteY24" fmla="*/ 290270 h 522440"/>
                <a:gd name="connsiteX25" fmla="*/ 416207 w 604943"/>
                <a:gd name="connsiteY25" fmla="*/ 293187 h 522440"/>
                <a:gd name="connsiteX26" fmla="*/ 394624 w 604943"/>
                <a:gd name="connsiteY26" fmla="*/ 281854 h 522440"/>
                <a:gd name="connsiteX27" fmla="*/ 365711 w 604943"/>
                <a:gd name="connsiteY27" fmla="*/ 250274 h 522440"/>
                <a:gd name="connsiteX28" fmla="*/ 321048 w 604943"/>
                <a:gd name="connsiteY28" fmla="*/ 202445 h 522440"/>
                <a:gd name="connsiteX29" fmla="*/ 280552 w 604943"/>
                <a:gd name="connsiteY29" fmla="*/ 161365 h 522440"/>
                <a:gd name="connsiteX30" fmla="*/ 249888 w 604943"/>
                <a:gd name="connsiteY30" fmla="*/ 143617 h 522440"/>
                <a:gd name="connsiteX31" fmla="*/ 247305 w 604943"/>
                <a:gd name="connsiteY31" fmla="*/ 145867 h 522440"/>
                <a:gd name="connsiteX32" fmla="*/ 237306 w 604943"/>
                <a:gd name="connsiteY32" fmla="*/ 136034 h 522440"/>
                <a:gd name="connsiteX33" fmla="*/ 206225 w 604943"/>
                <a:gd name="connsiteY33" fmla="*/ 103787 h 522440"/>
                <a:gd name="connsiteX34" fmla="*/ 139981 w 604943"/>
                <a:gd name="connsiteY34" fmla="*/ 38793 h 522440"/>
                <a:gd name="connsiteX35" fmla="*/ 87152 w 604943"/>
                <a:gd name="connsiteY35" fmla="*/ 16295 h 522440"/>
                <a:gd name="connsiteX36" fmla="*/ 86569 w 604943"/>
                <a:gd name="connsiteY36" fmla="*/ 25044 h 522440"/>
                <a:gd name="connsiteX37" fmla="*/ 66821 w 604943"/>
                <a:gd name="connsiteY37" fmla="*/ 13462 h 522440"/>
                <a:gd name="connsiteX38" fmla="*/ 32324 w 604943"/>
                <a:gd name="connsiteY38" fmla="*/ 130 h 522440"/>
                <a:gd name="connsiteX39" fmla="*/ 29075 w 604943"/>
                <a:gd name="connsiteY39" fmla="*/ 14378 h 522440"/>
                <a:gd name="connsiteX40" fmla="*/ 30408 w 604943"/>
                <a:gd name="connsiteY40" fmla="*/ 16378 h 522440"/>
                <a:gd name="connsiteX41" fmla="*/ 160 w 604943"/>
                <a:gd name="connsiteY41" fmla="*/ 22045 h 522440"/>
                <a:gd name="connsiteX42" fmla="*/ 8243 w 604943"/>
                <a:gd name="connsiteY42" fmla="*/ 32293 h 522440"/>
                <a:gd name="connsiteX43" fmla="*/ 8243 w 604943"/>
                <a:gd name="connsiteY43" fmla="*/ 32293 h 522440"/>
                <a:gd name="connsiteX44" fmla="*/ 370461 w 604943"/>
                <a:gd name="connsiteY44" fmla="*/ 271689 h 522440"/>
                <a:gd name="connsiteX45" fmla="*/ 320298 w 604943"/>
                <a:gd name="connsiteY45" fmla="*/ 251940 h 522440"/>
                <a:gd name="connsiteX46" fmla="*/ 286635 w 604943"/>
                <a:gd name="connsiteY46" fmla="*/ 240525 h 522440"/>
                <a:gd name="connsiteX47" fmla="*/ 272552 w 604943"/>
                <a:gd name="connsiteY47" fmla="*/ 207028 h 522440"/>
                <a:gd name="connsiteX48" fmla="*/ 263637 w 604943"/>
                <a:gd name="connsiteY48" fmla="*/ 181030 h 522440"/>
                <a:gd name="connsiteX49" fmla="*/ 257221 w 604943"/>
                <a:gd name="connsiteY49" fmla="*/ 159782 h 522440"/>
                <a:gd name="connsiteX50" fmla="*/ 267886 w 604943"/>
                <a:gd name="connsiteY50" fmla="*/ 170448 h 522440"/>
                <a:gd name="connsiteX51" fmla="*/ 289218 w 604943"/>
                <a:gd name="connsiteY51" fmla="*/ 188613 h 522440"/>
                <a:gd name="connsiteX52" fmla="*/ 327298 w 604943"/>
                <a:gd name="connsiteY52" fmla="*/ 229359 h 522440"/>
                <a:gd name="connsiteX53" fmla="*/ 370461 w 604943"/>
                <a:gd name="connsiteY53" fmla="*/ 271689 h 522440"/>
                <a:gd name="connsiteX54" fmla="*/ 370461 w 604943"/>
                <a:gd name="connsiteY54" fmla="*/ 271689 h 522440"/>
                <a:gd name="connsiteX55" fmla="*/ 441704 w 604943"/>
                <a:gd name="connsiteY55" fmla="*/ 345682 h 522440"/>
                <a:gd name="connsiteX56" fmla="*/ 427539 w 604943"/>
                <a:gd name="connsiteY56" fmla="*/ 307269 h 522440"/>
                <a:gd name="connsiteX57" fmla="*/ 428038 w 604943"/>
                <a:gd name="connsiteY57" fmla="*/ 307436 h 522440"/>
                <a:gd name="connsiteX58" fmla="*/ 428789 w 604943"/>
                <a:gd name="connsiteY58" fmla="*/ 307602 h 522440"/>
                <a:gd name="connsiteX59" fmla="*/ 429205 w 604943"/>
                <a:gd name="connsiteY59" fmla="*/ 308102 h 522440"/>
                <a:gd name="connsiteX60" fmla="*/ 441371 w 604943"/>
                <a:gd name="connsiteY60" fmla="*/ 318435 h 522440"/>
                <a:gd name="connsiteX61" fmla="*/ 464869 w 604943"/>
                <a:gd name="connsiteY61" fmla="*/ 341599 h 522440"/>
                <a:gd name="connsiteX62" fmla="*/ 508531 w 604943"/>
                <a:gd name="connsiteY62" fmla="*/ 390678 h 522440"/>
                <a:gd name="connsiteX63" fmla="*/ 516114 w 604943"/>
                <a:gd name="connsiteY63" fmla="*/ 400344 h 522440"/>
                <a:gd name="connsiteX64" fmla="*/ 527196 w 604943"/>
                <a:gd name="connsiteY64" fmla="*/ 415926 h 522440"/>
                <a:gd name="connsiteX65" fmla="*/ 545278 w 604943"/>
                <a:gd name="connsiteY65" fmla="*/ 441007 h 522440"/>
                <a:gd name="connsiteX66" fmla="*/ 589857 w 604943"/>
                <a:gd name="connsiteY66" fmla="*/ 490002 h 522440"/>
                <a:gd name="connsiteX67" fmla="*/ 590358 w 604943"/>
                <a:gd name="connsiteY67" fmla="*/ 491086 h 522440"/>
                <a:gd name="connsiteX68" fmla="*/ 586441 w 604943"/>
                <a:gd name="connsiteY68" fmla="*/ 501168 h 522440"/>
                <a:gd name="connsiteX69" fmla="*/ 574858 w 604943"/>
                <a:gd name="connsiteY69" fmla="*/ 508251 h 522440"/>
                <a:gd name="connsiteX70" fmla="*/ 562943 w 604943"/>
                <a:gd name="connsiteY70" fmla="*/ 500418 h 522440"/>
                <a:gd name="connsiteX71" fmla="*/ 541695 w 604943"/>
                <a:gd name="connsiteY71" fmla="*/ 480170 h 522440"/>
                <a:gd name="connsiteX72" fmla="*/ 502866 w 604943"/>
                <a:gd name="connsiteY72" fmla="*/ 440923 h 522440"/>
                <a:gd name="connsiteX73" fmla="*/ 474368 w 604943"/>
                <a:gd name="connsiteY73" fmla="*/ 410759 h 522440"/>
                <a:gd name="connsiteX74" fmla="*/ 473702 w 604943"/>
                <a:gd name="connsiteY74" fmla="*/ 408510 h 522440"/>
                <a:gd name="connsiteX75" fmla="*/ 470202 w 604943"/>
                <a:gd name="connsiteY75" fmla="*/ 404427 h 522440"/>
                <a:gd name="connsiteX76" fmla="*/ 466702 w 604943"/>
                <a:gd name="connsiteY76" fmla="*/ 398177 h 522440"/>
                <a:gd name="connsiteX77" fmla="*/ 441704 w 604943"/>
                <a:gd name="connsiteY77" fmla="*/ 345682 h 522440"/>
                <a:gd name="connsiteX78" fmla="*/ 441704 w 604943"/>
                <a:gd name="connsiteY78" fmla="*/ 345682 h 522440"/>
                <a:gd name="connsiteX79" fmla="*/ 291718 w 604943"/>
                <a:gd name="connsiteY79" fmla="*/ 255690 h 522440"/>
                <a:gd name="connsiteX80" fmla="*/ 292051 w 604943"/>
                <a:gd name="connsiteY80" fmla="*/ 255440 h 522440"/>
                <a:gd name="connsiteX81" fmla="*/ 293634 w 604943"/>
                <a:gd name="connsiteY81" fmla="*/ 256023 h 522440"/>
                <a:gd name="connsiteX82" fmla="*/ 336047 w 604943"/>
                <a:gd name="connsiteY82" fmla="*/ 273272 h 522440"/>
                <a:gd name="connsiteX83" fmla="*/ 416956 w 604943"/>
                <a:gd name="connsiteY83" fmla="*/ 303019 h 522440"/>
                <a:gd name="connsiteX84" fmla="*/ 429288 w 604943"/>
                <a:gd name="connsiteY84" fmla="*/ 330850 h 522440"/>
                <a:gd name="connsiteX85" fmla="*/ 450787 w 604943"/>
                <a:gd name="connsiteY85" fmla="*/ 382595 h 522440"/>
                <a:gd name="connsiteX86" fmla="*/ 444538 w 604943"/>
                <a:gd name="connsiteY86" fmla="*/ 377179 h 522440"/>
                <a:gd name="connsiteX87" fmla="*/ 403791 w 604943"/>
                <a:gd name="connsiteY87" fmla="*/ 349932 h 522440"/>
                <a:gd name="connsiteX88" fmla="*/ 365627 w 604943"/>
                <a:gd name="connsiteY88" fmla="*/ 322601 h 522440"/>
                <a:gd name="connsiteX89" fmla="*/ 325465 w 604943"/>
                <a:gd name="connsiteY89" fmla="*/ 292270 h 522440"/>
                <a:gd name="connsiteX90" fmla="*/ 307300 w 604943"/>
                <a:gd name="connsiteY90" fmla="*/ 274022 h 522440"/>
                <a:gd name="connsiteX91" fmla="*/ 296384 w 604943"/>
                <a:gd name="connsiteY91" fmla="*/ 259356 h 522440"/>
                <a:gd name="connsiteX92" fmla="*/ 291718 w 604943"/>
                <a:gd name="connsiteY92" fmla="*/ 255690 h 522440"/>
                <a:gd name="connsiteX93" fmla="*/ 291718 w 604943"/>
                <a:gd name="connsiteY93" fmla="*/ 255690 h 522440"/>
                <a:gd name="connsiteX94" fmla="*/ 132982 w 604943"/>
                <a:gd name="connsiteY94" fmla="*/ 125285 h 522440"/>
                <a:gd name="connsiteX95" fmla="*/ 163979 w 604943"/>
                <a:gd name="connsiteY95" fmla="*/ 138534 h 522440"/>
                <a:gd name="connsiteX96" fmla="*/ 194726 w 604943"/>
                <a:gd name="connsiteY96" fmla="*/ 150866 h 522440"/>
                <a:gd name="connsiteX97" fmla="*/ 250221 w 604943"/>
                <a:gd name="connsiteY97" fmla="*/ 172114 h 522440"/>
                <a:gd name="connsiteX98" fmla="*/ 262220 w 604943"/>
                <a:gd name="connsiteY98" fmla="*/ 203028 h 522440"/>
                <a:gd name="connsiteX99" fmla="*/ 278302 w 604943"/>
                <a:gd name="connsiteY99" fmla="*/ 243441 h 522440"/>
                <a:gd name="connsiteX100" fmla="*/ 268386 w 604943"/>
                <a:gd name="connsiteY100" fmla="*/ 238442 h 522440"/>
                <a:gd name="connsiteX101" fmla="*/ 247972 w 604943"/>
                <a:gd name="connsiteY101" fmla="*/ 224110 h 522440"/>
                <a:gd name="connsiteX102" fmla="*/ 205142 w 604943"/>
                <a:gd name="connsiteY102" fmla="*/ 194279 h 522440"/>
                <a:gd name="connsiteX103" fmla="*/ 163979 w 604943"/>
                <a:gd name="connsiteY103" fmla="*/ 160865 h 522440"/>
                <a:gd name="connsiteX104" fmla="*/ 132982 w 604943"/>
                <a:gd name="connsiteY104" fmla="*/ 125285 h 522440"/>
                <a:gd name="connsiteX105" fmla="*/ 132982 w 604943"/>
                <a:gd name="connsiteY105" fmla="*/ 125285 h 522440"/>
                <a:gd name="connsiteX106" fmla="*/ 16076 w 604943"/>
                <a:gd name="connsiteY106" fmla="*/ 23461 h 522440"/>
                <a:gd name="connsiteX107" fmla="*/ 36241 w 604943"/>
                <a:gd name="connsiteY107" fmla="*/ 25378 h 522440"/>
                <a:gd name="connsiteX108" fmla="*/ 54572 w 604943"/>
                <a:gd name="connsiteY108" fmla="*/ 47209 h 522440"/>
                <a:gd name="connsiteX109" fmla="*/ 60322 w 604943"/>
                <a:gd name="connsiteY109" fmla="*/ 40793 h 522440"/>
                <a:gd name="connsiteX110" fmla="*/ 43240 w 604943"/>
                <a:gd name="connsiteY110" fmla="*/ 15628 h 522440"/>
                <a:gd name="connsiteX111" fmla="*/ 40490 w 604943"/>
                <a:gd name="connsiteY111" fmla="*/ 11962 h 522440"/>
                <a:gd name="connsiteX112" fmla="*/ 41573 w 604943"/>
                <a:gd name="connsiteY112" fmla="*/ 12212 h 522440"/>
                <a:gd name="connsiteX113" fmla="*/ 95652 w 604943"/>
                <a:gd name="connsiteY113" fmla="*/ 41626 h 522440"/>
                <a:gd name="connsiteX114" fmla="*/ 113817 w 604943"/>
                <a:gd name="connsiteY114" fmla="*/ 69540 h 522440"/>
                <a:gd name="connsiteX115" fmla="*/ 125566 w 604943"/>
                <a:gd name="connsiteY115" fmla="*/ 102287 h 522440"/>
                <a:gd name="connsiteX116" fmla="*/ 130315 w 604943"/>
                <a:gd name="connsiteY116" fmla="*/ 99204 h 522440"/>
                <a:gd name="connsiteX117" fmla="*/ 120316 w 604943"/>
                <a:gd name="connsiteY117" fmla="*/ 80373 h 522440"/>
                <a:gd name="connsiteX118" fmla="*/ 118817 w 604943"/>
                <a:gd name="connsiteY118" fmla="*/ 77123 h 522440"/>
                <a:gd name="connsiteX119" fmla="*/ 120233 w 604943"/>
                <a:gd name="connsiteY119" fmla="*/ 79539 h 522440"/>
                <a:gd name="connsiteX120" fmla="*/ 130065 w 604943"/>
                <a:gd name="connsiteY120" fmla="*/ 83706 h 522440"/>
                <a:gd name="connsiteX121" fmla="*/ 144397 w 604943"/>
                <a:gd name="connsiteY121" fmla="*/ 90788 h 522440"/>
                <a:gd name="connsiteX122" fmla="*/ 153813 w 604943"/>
                <a:gd name="connsiteY122" fmla="*/ 95121 h 522440"/>
                <a:gd name="connsiteX123" fmla="*/ 161896 w 604943"/>
                <a:gd name="connsiteY123" fmla="*/ 97454 h 522440"/>
                <a:gd name="connsiteX124" fmla="*/ 161896 w 604943"/>
                <a:gd name="connsiteY124" fmla="*/ 97454 h 522440"/>
                <a:gd name="connsiteX125" fmla="*/ 164063 w 604943"/>
                <a:gd name="connsiteY125" fmla="*/ 94288 h 522440"/>
                <a:gd name="connsiteX126" fmla="*/ 141898 w 604943"/>
                <a:gd name="connsiteY126" fmla="*/ 79289 h 522440"/>
                <a:gd name="connsiteX127" fmla="*/ 121316 w 604943"/>
                <a:gd name="connsiteY127" fmla="*/ 69624 h 522440"/>
                <a:gd name="connsiteX128" fmla="*/ 106401 w 604943"/>
                <a:gd name="connsiteY128" fmla="*/ 44209 h 522440"/>
                <a:gd name="connsiteX129" fmla="*/ 106151 w 604943"/>
                <a:gd name="connsiteY129" fmla="*/ 42793 h 522440"/>
                <a:gd name="connsiteX130" fmla="*/ 101485 w 604943"/>
                <a:gd name="connsiteY130" fmla="*/ 36627 h 522440"/>
                <a:gd name="connsiteX131" fmla="*/ 97568 w 604943"/>
                <a:gd name="connsiteY131" fmla="*/ 24128 h 522440"/>
                <a:gd name="connsiteX132" fmla="*/ 108734 w 604943"/>
                <a:gd name="connsiteY132" fmla="*/ 31544 h 522440"/>
                <a:gd name="connsiteX133" fmla="*/ 164396 w 604943"/>
                <a:gd name="connsiteY133" fmla="*/ 83706 h 522440"/>
                <a:gd name="connsiteX134" fmla="*/ 214475 w 604943"/>
                <a:gd name="connsiteY134" fmla="*/ 133535 h 522440"/>
                <a:gd name="connsiteX135" fmla="*/ 247138 w 604943"/>
                <a:gd name="connsiteY135" fmla="*/ 158865 h 522440"/>
                <a:gd name="connsiteX136" fmla="*/ 247805 w 604943"/>
                <a:gd name="connsiteY136" fmla="*/ 162282 h 522440"/>
                <a:gd name="connsiteX137" fmla="*/ 199226 w 604943"/>
                <a:gd name="connsiteY137" fmla="*/ 139117 h 522440"/>
                <a:gd name="connsiteX138" fmla="*/ 141731 w 604943"/>
                <a:gd name="connsiteY138" fmla="*/ 116869 h 522440"/>
                <a:gd name="connsiteX139" fmla="*/ 101901 w 604943"/>
                <a:gd name="connsiteY139" fmla="*/ 92538 h 522440"/>
                <a:gd name="connsiteX140" fmla="*/ 79154 w 604943"/>
                <a:gd name="connsiteY140" fmla="*/ 76623 h 522440"/>
                <a:gd name="connsiteX141" fmla="*/ 68571 w 604943"/>
                <a:gd name="connsiteY141" fmla="*/ 68290 h 522440"/>
                <a:gd name="connsiteX142" fmla="*/ 67738 w 604943"/>
                <a:gd name="connsiteY142" fmla="*/ 64124 h 522440"/>
                <a:gd name="connsiteX143" fmla="*/ 79987 w 604943"/>
                <a:gd name="connsiteY143" fmla="*/ 67540 h 522440"/>
                <a:gd name="connsiteX144" fmla="*/ 91819 w 604943"/>
                <a:gd name="connsiteY144" fmla="*/ 70623 h 522440"/>
                <a:gd name="connsiteX145" fmla="*/ 101318 w 604943"/>
                <a:gd name="connsiteY145" fmla="*/ 72540 h 522440"/>
                <a:gd name="connsiteX146" fmla="*/ 103901 w 604943"/>
                <a:gd name="connsiteY146" fmla="*/ 71290 h 522440"/>
                <a:gd name="connsiteX147" fmla="*/ 84486 w 604943"/>
                <a:gd name="connsiteY147" fmla="*/ 58041 h 522440"/>
                <a:gd name="connsiteX148" fmla="*/ 58822 w 604943"/>
                <a:gd name="connsiteY148" fmla="*/ 56458 h 522440"/>
                <a:gd name="connsiteX149" fmla="*/ 56572 w 604943"/>
                <a:gd name="connsiteY149" fmla="*/ 57625 h 522440"/>
                <a:gd name="connsiteX150" fmla="*/ 49323 w 604943"/>
                <a:gd name="connsiteY150" fmla="*/ 53458 h 522440"/>
                <a:gd name="connsiteX151" fmla="*/ 33574 w 604943"/>
                <a:gd name="connsiteY151" fmla="*/ 40959 h 522440"/>
                <a:gd name="connsiteX152" fmla="*/ 19659 w 604943"/>
                <a:gd name="connsiteY152" fmla="*/ 27961 h 522440"/>
                <a:gd name="connsiteX153" fmla="*/ 16076 w 604943"/>
                <a:gd name="connsiteY153" fmla="*/ 23461 h 522440"/>
                <a:gd name="connsiteX154" fmla="*/ 16076 w 604943"/>
                <a:gd name="connsiteY154" fmla="*/ 23461 h 522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Lst>
              <a:rect l="l" t="t" r="r" b="b"/>
              <a:pathLst>
                <a:path w="604943" h="522440">
                  <a:moveTo>
                    <a:pt x="8243" y="32293"/>
                  </a:moveTo>
                  <a:cubicBezTo>
                    <a:pt x="12659" y="36960"/>
                    <a:pt x="16825" y="41376"/>
                    <a:pt x="21742" y="45459"/>
                  </a:cubicBezTo>
                  <a:cubicBezTo>
                    <a:pt x="27158" y="49959"/>
                    <a:pt x="32324" y="54958"/>
                    <a:pt x="37991" y="59124"/>
                  </a:cubicBezTo>
                  <a:cubicBezTo>
                    <a:pt x="42906" y="62624"/>
                    <a:pt x="48823" y="64374"/>
                    <a:pt x="53322" y="68374"/>
                  </a:cubicBezTo>
                  <a:cubicBezTo>
                    <a:pt x="53489" y="68457"/>
                    <a:pt x="53572" y="68540"/>
                    <a:pt x="53739" y="68707"/>
                  </a:cubicBezTo>
                  <a:cubicBezTo>
                    <a:pt x="56572" y="74790"/>
                    <a:pt x="64738" y="79956"/>
                    <a:pt x="68904" y="83372"/>
                  </a:cubicBezTo>
                  <a:cubicBezTo>
                    <a:pt x="85736" y="97038"/>
                    <a:pt x="104484" y="109370"/>
                    <a:pt x="124899" y="117203"/>
                  </a:cubicBezTo>
                  <a:cubicBezTo>
                    <a:pt x="124316" y="117869"/>
                    <a:pt x="123899" y="118619"/>
                    <a:pt x="123899" y="119619"/>
                  </a:cubicBezTo>
                  <a:cubicBezTo>
                    <a:pt x="123983" y="132451"/>
                    <a:pt x="136565" y="145700"/>
                    <a:pt x="144897" y="154449"/>
                  </a:cubicBezTo>
                  <a:cubicBezTo>
                    <a:pt x="158396" y="168698"/>
                    <a:pt x="173561" y="180947"/>
                    <a:pt x="188143" y="194112"/>
                  </a:cubicBezTo>
                  <a:cubicBezTo>
                    <a:pt x="215891" y="219277"/>
                    <a:pt x="248221" y="236359"/>
                    <a:pt x="281219" y="253274"/>
                  </a:cubicBezTo>
                  <a:cubicBezTo>
                    <a:pt x="282968" y="257440"/>
                    <a:pt x="286468" y="261523"/>
                    <a:pt x="288801" y="264273"/>
                  </a:cubicBezTo>
                  <a:cubicBezTo>
                    <a:pt x="315049" y="295437"/>
                    <a:pt x="345546" y="321351"/>
                    <a:pt x="378793" y="344849"/>
                  </a:cubicBezTo>
                  <a:cubicBezTo>
                    <a:pt x="394459" y="356014"/>
                    <a:pt x="410957" y="365930"/>
                    <a:pt x="426539" y="377096"/>
                  </a:cubicBezTo>
                  <a:cubicBezTo>
                    <a:pt x="439454" y="386262"/>
                    <a:pt x="450453" y="398094"/>
                    <a:pt x="462952" y="407843"/>
                  </a:cubicBezTo>
                  <a:cubicBezTo>
                    <a:pt x="473702" y="428175"/>
                    <a:pt x="489449" y="443007"/>
                    <a:pt x="505115" y="459839"/>
                  </a:cubicBezTo>
                  <a:cubicBezTo>
                    <a:pt x="521447" y="477337"/>
                    <a:pt x="536278" y="496918"/>
                    <a:pt x="555277" y="511834"/>
                  </a:cubicBezTo>
                  <a:cubicBezTo>
                    <a:pt x="567526" y="521416"/>
                    <a:pt x="587025" y="528499"/>
                    <a:pt x="599440" y="514833"/>
                  </a:cubicBezTo>
                  <a:cubicBezTo>
                    <a:pt x="612106" y="500918"/>
                    <a:pt x="600273" y="487669"/>
                    <a:pt x="590358" y="476920"/>
                  </a:cubicBezTo>
                  <a:cubicBezTo>
                    <a:pt x="569526" y="454172"/>
                    <a:pt x="550528" y="429924"/>
                    <a:pt x="531112" y="406093"/>
                  </a:cubicBezTo>
                  <a:cubicBezTo>
                    <a:pt x="525113" y="396844"/>
                    <a:pt x="519030" y="387678"/>
                    <a:pt x="512198" y="378929"/>
                  </a:cubicBezTo>
                  <a:cubicBezTo>
                    <a:pt x="497782" y="360431"/>
                    <a:pt x="482617" y="342766"/>
                    <a:pt x="466452" y="325684"/>
                  </a:cubicBezTo>
                  <a:cubicBezTo>
                    <a:pt x="458953" y="317768"/>
                    <a:pt x="451286" y="310019"/>
                    <a:pt x="443037" y="302936"/>
                  </a:cubicBezTo>
                  <a:cubicBezTo>
                    <a:pt x="437288" y="297936"/>
                    <a:pt x="432204" y="290437"/>
                    <a:pt x="424789" y="287937"/>
                  </a:cubicBezTo>
                  <a:cubicBezTo>
                    <a:pt x="422039" y="286937"/>
                    <a:pt x="419373" y="288104"/>
                    <a:pt x="417622" y="290270"/>
                  </a:cubicBezTo>
                  <a:cubicBezTo>
                    <a:pt x="416956" y="291104"/>
                    <a:pt x="416539" y="292104"/>
                    <a:pt x="416207" y="293187"/>
                  </a:cubicBezTo>
                  <a:cubicBezTo>
                    <a:pt x="409206" y="288937"/>
                    <a:pt x="402041" y="285271"/>
                    <a:pt x="394624" y="281854"/>
                  </a:cubicBezTo>
                  <a:cubicBezTo>
                    <a:pt x="384959" y="271439"/>
                    <a:pt x="375544" y="260523"/>
                    <a:pt x="365711" y="250274"/>
                  </a:cubicBezTo>
                  <a:cubicBezTo>
                    <a:pt x="350629" y="234525"/>
                    <a:pt x="334964" y="219277"/>
                    <a:pt x="321048" y="202445"/>
                  </a:cubicBezTo>
                  <a:cubicBezTo>
                    <a:pt x="308716" y="187446"/>
                    <a:pt x="295301" y="173947"/>
                    <a:pt x="280552" y="161365"/>
                  </a:cubicBezTo>
                  <a:cubicBezTo>
                    <a:pt x="272969" y="154866"/>
                    <a:pt x="261387" y="137784"/>
                    <a:pt x="249888" y="143617"/>
                  </a:cubicBezTo>
                  <a:cubicBezTo>
                    <a:pt x="248721" y="144200"/>
                    <a:pt x="247888" y="144950"/>
                    <a:pt x="247305" y="145867"/>
                  </a:cubicBezTo>
                  <a:cubicBezTo>
                    <a:pt x="244055" y="142367"/>
                    <a:pt x="240389" y="139117"/>
                    <a:pt x="237306" y="136034"/>
                  </a:cubicBezTo>
                  <a:cubicBezTo>
                    <a:pt x="226723" y="125452"/>
                    <a:pt x="216891" y="114286"/>
                    <a:pt x="206225" y="103787"/>
                  </a:cubicBezTo>
                  <a:cubicBezTo>
                    <a:pt x="184227" y="81872"/>
                    <a:pt x="164146" y="58291"/>
                    <a:pt x="139981" y="38793"/>
                  </a:cubicBezTo>
                  <a:cubicBezTo>
                    <a:pt x="133065" y="33210"/>
                    <a:pt x="96902" y="1463"/>
                    <a:pt x="87152" y="16295"/>
                  </a:cubicBezTo>
                  <a:cubicBezTo>
                    <a:pt x="85486" y="18795"/>
                    <a:pt x="85653" y="21961"/>
                    <a:pt x="86569" y="25044"/>
                  </a:cubicBezTo>
                  <a:cubicBezTo>
                    <a:pt x="79737" y="20795"/>
                    <a:pt x="72488" y="16962"/>
                    <a:pt x="66821" y="13462"/>
                  </a:cubicBezTo>
                  <a:cubicBezTo>
                    <a:pt x="58155" y="8046"/>
                    <a:pt x="43157" y="-1203"/>
                    <a:pt x="32324" y="130"/>
                  </a:cubicBezTo>
                  <a:cubicBezTo>
                    <a:pt x="23409" y="1213"/>
                    <a:pt x="25408" y="9129"/>
                    <a:pt x="29075" y="14378"/>
                  </a:cubicBezTo>
                  <a:cubicBezTo>
                    <a:pt x="29491" y="15045"/>
                    <a:pt x="29991" y="15712"/>
                    <a:pt x="30408" y="16378"/>
                  </a:cubicBezTo>
                  <a:cubicBezTo>
                    <a:pt x="16743" y="11295"/>
                    <a:pt x="-1923" y="7046"/>
                    <a:pt x="160" y="22045"/>
                  </a:cubicBezTo>
                  <a:cubicBezTo>
                    <a:pt x="577" y="26211"/>
                    <a:pt x="5660" y="29627"/>
                    <a:pt x="8243" y="32293"/>
                  </a:cubicBezTo>
                  <a:lnTo>
                    <a:pt x="8243" y="32293"/>
                  </a:lnTo>
                  <a:close/>
                  <a:moveTo>
                    <a:pt x="370461" y="271689"/>
                  </a:moveTo>
                  <a:cubicBezTo>
                    <a:pt x="353629" y="265189"/>
                    <a:pt x="336547" y="259273"/>
                    <a:pt x="320298" y="251940"/>
                  </a:cubicBezTo>
                  <a:cubicBezTo>
                    <a:pt x="313132" y="248691"/>
                    <a:pt x="296301" y="237608"/>
                    <a:pt x="286635" y="240525"/>
                  </a:cubicBezTo>
                  <a:cubicBezTo>
                    <a:pt x="282135" y="229276"/>
                    <a:pt x="276719" y="218444"/>
                    <a:pt x="272552" y="207028"/>
                  </a:cubicBezTo>
                  <a:cubicBezTo>
                    <a:pt x="269386" y="198362"/>
                    <a:pt x="266137" y="189946"/>
                    <a:pt x="263637" y="181030"/>
                  </a:cubicBezTo>
                  <a:cubicBezTo>
                    <a:pt x="262137" y="175531"/>
                    <a:pt x="257721" y="166865"/>
                    <a:pt x="257221" y="159782"/>
                  </a:cubicBezTo>
                  <a:cubicBezTo>
                    <a:pt x="261220" y="163532"/>
                    <a:pt x="266137" y="169031"/>
                    <a:pt x="267886" y="170448"/>
                  </a:cubicBezTo>
                  <a:cubicBezTo>
                    <a:pt x="275219" y="176364"/>
                    <a:pt x="282385" y="182197"/>
                    <a:pt x="289218" y="188613"/>
                  </a:cubicBezTo>
                  <a:cubicBezTo>
                    <a:pt x="302883" y="201362"/>
                    <a:pt x="314049" y="216277"/>
                    <a:pt x="327298" y="229359"/>
                  </a:cubicBezTo>
                  <a:cubicBezTo>
                    <a:pt x="340880" y="242858"/>
                    <a:pt x="354795" y="258773"/>
                    <a:pt x="370461" y="271689"/>
                  </a:cubicBezTo>
                  <a:lnTo>
                    <a:pt x="370461" y="271689"/>
                  </a:lnTo>
                  <a:close/>
                  <a:moveTo>
                    <a:pt x="441704" y="345682"/>
                  </a:moveTo>
                  <a:cubicBezTo>
                    <a:pt x="440704" y="343099"/>
                    <a:pt x="431121" y="320351"/>
                    <a:pt x="427539" y="307269"/>
                  </a:cubicBezTo>
                  <a:cubicBezTo>
                    <a:pt x="427706" y="307352"/>
                    <a:pt x="427872" y="307436"/>
                    <a:pt x="428038" y="307436"/>
                  </a:cubicBezTo>
                  <a:cubicBezTo>
                    <a:pt x="428288" y="307519"/>
                    <a:pt x="428539" y="307602"/>
                    <a:pt x="428789" y="307602"/>
                  </a:cubicBezTo>
                  <a:cubicBezTo>
                    <a:pt x="428956" y="307769"/>
                    <a:pt x="429121" y="307935"/>
                    <a:pt x="429205" y="308102"/>
                  </a:cubicBezTo>
                  <a:cubicBezTo>
                    <a:pt x="433039" y="311768"/>
                    <a:pt x="437454" y="314851"/>
                    <a:pt x="441371" y="318435"/>
                  </a:cubicBezTo>
                  <a:cubicBezTo>
                    <a:pt x="449537" y="325767"/>
                    <a:pt x="457286" y="333683"/>
                    <a:pt x="464869" y="341599"/>
                  </a:cubicBezTo>
                  <a:cubicBezTo>
                    <a:pt x="480033" y="357514"/>
                    <a:pt x="494450" y="373846"/>
                    <a:pt x="508531" y="390678"/>
                  </a:cubicBezTo>
                  <a:cubicBezTo>
                    <a:pt x="511115" y="393844"/>
                    <a:pt x="513614" y="397011"/>
                    <a:pt x="516114" y="400344"/>
                  </a:cubicBezTo>
                  <a:cubicBezTo>
                    <a:pt x="519780" y="405510"/>
                    <a:pt x="523530" y="410759"/>
                    <a:pt x="527196" y="415926"/>
                  </a:cubicBezTo>
                  <a:cubicBezTo>
                    <a:pt x="533030" y="424425"/>
                    <a:pt x="538862" y="432924"/>
                    <a:pt x="545278" y="441007"/>
                  </a:cubicBezTo>
                  <a:cubicBezTo>
                    <a:pt x="559027" y="458338"/>
                    <a:pt x="574275" y="474254"/>
                    <a:pt x="589857" y="490002"/>
                  </a:cubicBezTo>
                  <a:cubicBezTo>
                    <a:pt x="590024" y="490419"/>
                    <a:pt x="590191" y="490752"/>
                    <a:pt x="590358" y="491086"/>
                  </a:cubicBezTo>
                  <a:cubicBezTo>
                    <a:pt x="593690" y="494085"/>
                    <a:pt x="592358" y="497418"/>
                    <a:pt x="586441" y="501168"/>
                  </a:cubicBezTo>
                  <a:cubicBezTo>
                    <a:pt x="585108" y="509501"/>
                    <a:pt x="581275" y="511917"/>
                    <a:pt x="574858" y="508251"/>
                  </a:cubicBezTo>
                  <a:cubicBezTo>
                    <a:pt x="570443" y="506584"/>
                    <a:pt x="566526" y="503334"/>
                    <a:pt x="562943" y="500418"/>
                  </a:cubicBezTo>
                  <a:cubicBezTo>
                    <a:pt x="555360" y="494335"/>
                    <a:pt x="548528" y="487169"/>
                    <a:pt x="541695" y="480170"/>
                  </a:cubicBezTo>
                  <a:cubicBezTo>
                    <a:pt x="528863" y="467088"/>
                    <a:pt x="516614" y="453172"/>
                    <a:pt x="502866" y="440923"/>
                  </a:cubicBezTo>
                  <a:cubicBezTo>
                    <a:pt x="492033" y="431258"/>
                    <a:pt x="482367" y="422009"/>
                    <a:pt x="474368" y="410759"/>
                  </a:cubicBezTo>
                  <a:cubicBezTo>
                    <a:pt x="474451" y="410010"/>
                    <a:pt x="474284" y="409176"/>
                    <a:pt x="473702" y="408510"/>
                  </a:cubicBezTo>
                  <a:cubicBezTo>
                    <a:pt x="472535" y="407177"/>
                    <a:pt x="471368" y="405843"/>
                    <a:pt x="470202" y="404427"/>
                  </a:cubicBezTo>
                  <a:cubicBezTo>
                    <a:pt x="468951" y="402427"/>
                    <a:pt x="467785" y="400344"/>
                    <a:pt x="466702" y="398177"/>
                  </a:cubicBezTo>
                  <a:cubicBezTo>
                    <a:pt x="457703" y="381012"/>
                    <a:pt x="448870" y="363597"/>
                    <a:pt x="441704" y="345682"/>
                  </a:cubicBezTo>
                  <a:lnTo>
                    <a:pt x="441704" y="345682"/>
                  </a:lnTo>
                  <a:close/>
                  <a:moveTo>
                    <a:pt x="291718" y="255690"/>
                  </a:moveTo>
                  <a:cubicBezTo>
                    <a:pt x="291801" y="255607"/>
                    <a:pt x="291884" y="255523"/>
                    <a:pt x="292051" y="255440"/>
                  </a:cubicBezTo>
                  <a:cubicBezTo>
                    <a:pt x="292384" y="255523"/>
                    <a:pt x="292884" y="255690"/>
                    <a:pt x="293634" y="256023"/>
                  </a:cubicBezTo>
                  <a:cubicBezTo>
                    <a:pt x="307800" y="261689"/>
                    <a:pt x="321715" y="267939"/>
                    <a:pt x="336047" y="273272"/>
                  </a:cubicBezTo>
                  <a:cubicBezTo>
                    <a:pt x="363045" y="283354"/>
                    <a:pt x="390209" y="292437"/>
                    <a:pt x="416956" y="303019"/>
                  </a:cubicBezTo>
                  <a:cubicBezTo>
                    <a:pt x="419872" y="313018"/>
                    <a:pt x="427205" y="325184"/>
                    <a:pt x="429288" y="330850"/>
                  </a:cubicBezTo>
                  <a:cubicBezTo>
                    <a:pt x="435538" y="348349"/>
                    <a:pt x="442954" y="365597"/>
                    <a:pt x="450787" y="382595"/>
                  </a:cubicBezTo>
                  <a:cubicBezTo>
                    <a:pt x="448786" y="380679"/>
                    <a:pt x="446787" y="378929"/>
                    <a:pt x="444538" y="377179"/>
                  </a:cubicBezTo>
                  <a:cubicBezTo>
                    <a:pt x="431538" y="367013"/>
                    <a:pt x="417457" y="359097"/>
                    <a:pt x="403791" y="349932"/>
                  </a:cubicBezTo>
                  <a:cubicBezTo>
                    <a:pt x="390875" y="341349"/>
                    <a:pt x="377794" y="332266"/>
                    <a:pt x="365627" y="322601"/>
                  </a:cubicBezTo>
                  <a:cubicBezTo>
                    <a:pt x="352462" y="312018"/>
                    <a:pt x="337964" y="303769"/>
                    <a:pt x="325465" y="292270"/>
                  </a:cubicBezTo>
                  <a:cubicBezTo>
                    <a:pt x="319132" y="286437"/>
                    <a:pt x="312882" y="280605"/>
                    <a:pt x="307300" y="274022"/>
                  </a:cubicBezTo>
                  <a:cubicBezTo>
                    <a:pt x="303467" y="269522"/>
                    <a:pt x="300300" y="263356"/>
                    <a:pt x="296384" y="259356"/>
                  </a:cubicBezTo>
                  <a:cubicBezTo>
                    <a:pt x="295301" y="258190"/>
                    <a:pt x="292551" y="256440"/>
                    <a:pt x="291718" y="255690"/>
                  </a:cubicBezTo>
                  <a:lnTo>
                    <a:pt x="291718" y="255690"/>
                  </a:lnTo>
                  <a:close/>
                  <a:moveTo>
                    <a:pt x="132982" y="125285"/>
                  </a:moveTo>
                  <a:cubicBezTo>
                    <a:pt x="143564" y="128368"/>
                    <a:pt x="154063" y="134201"/>
                    <a:pt x="163979" y="138534"/>
                  </a:cubicBezTo>
                  <a:cubicBezTo>
                    <a:pt x="174145" y="142950"/>
                    <a:pt x="184477" y="146700"/>
                    <a:pt x="194726" y="150866"/>
                  </a:cubicBezTo>
                  <a:cubicBezTo>
                    <a:pt x="212975" y="158282"/>
                    <a:pt x="232140" y="164448"/>
                    <a:pt x="250221" y="172114"/>
                  </a:cubicBezTo>
                  <a:cubicBezTo>
                    <a:pt x="253638" y="182780"/>
                    <a:pt x="258470" y="193362"/>
                    <a:pt x="262220" y="203028"/>
                  </a:cubicBezTo>
                  <a:cubicBezTo>
                    <a:pt x="267470" y="216444"/>
                    <a:pt x="272303" y="230276"/>
                    <a:pt x="278302" y="243441"/>
                  </a:cubicBezTo>
                  <a:cubicBezTo>
                    <a:pt x="274969" y="241858"/>
                    <a:pt x="271636" y="240275"/>
                    <a:pt x="268386" y="238442"/>
                  </a:cubicBezTo>
                  <a:cubicBezTo>
                    <a:pt x="261137" y="234359"/>
                    <a:pt x="254971" y="228609"/>
                    <a:pt x="247972" y="224110"/>
                  </a:cubicBezTo>
                  <a:cubicBezTo>
                    <a:pt x="233390" y="214610"/>
                    <a:pt x="219057" y="204611"/>
                    <a:pt x="205142" y="194279"/>
                  </a:cubicBezTo>
                  <a:cubicBezTo>
                    <a:pt x="191060" y="183863"/>
                    <a:pt x="176895" y="172614"/>
                    <a:pt x="163979" y="160865"/>
                  </a:cubicBezTo>
                  <a:cubicBezTo>
                    <a:pt x="155980" y="153533"/>
                    <a:pt x="136815" y="138617"/>
                    <a:pt x="132982" y="125285"/>
                  </a:cubicBezTo>
                  <a:lnTo>
                    <a:pt x="132982" y="125285"/>
                  </a:lnTo>
                  <a:close/>
                  <a:moveTo>
                    <a:pt x="16076" y="23461"/>
                  </a:moveTo>
                  <a:cubicBezTo>
                    <a:pt x="22742" y="23628"/>
                    <a:pt x="29575" y="25461"/>
                    <a:pt x="36241" y="25378"/>
                  </a:cubicBezTo>
                  <a:cubicBezTo>
                    <a:pt x="41490" y="33544"/>
                    <a:pt x="46989" y="41793"/>
                    <a:pt x="54572" y="47209"/>
                  </a:cubicBezTo>
                  <a:cubicBezTo>
                    <a:pt x="58739" y="50209"/>
                    <a:pt x="63155" y="44542"/>
                    <a:pt x="60322" y="40793"/>
                  </a:cubicBezTo>
                  <a:cubicBezTo>
                    <a:pt x="54156" y="32543"/>
                    <a:pt x="49739" y="23711"/>
                    <a:pt x="43240" y="15628"/>
                  </a:cubicBezTo>
                  <a:cubicBezTo>
                    <a:pt x="42990" y="15295"/>
                    <a:pt x="41823" y="13712"/>
                    <a:pt x="40490" y="11962"/>
                  </a:cubicBezTo>
                  <a:cubicBezTo>
                    <a:pt x="41240" y="12129"/>
                    <a:pt x="41657" y="12295"/>
                    <a:pt x="41573" y="12212"/>
                  </a:cubicBezTo>
                  <a:cubicBezTo>
                    <a:pt x="60905" y="17628"/>
                    <a:pt x="78237" y="31044"/>
                    <a:pt x="95652" y="41626"/>
                  </a:cubicBezTo>
                  <a:cubicBezTo>
                    <a:pt x="101652" y="50959"/>
                    <a:pt x="107734" y="60291"/>
                    <a:pt x="113817" y="69540"/>
                  </a:cubicBezTo>
                  <a:cubicBezTo>
                    <a:pt x="100818" y="72957"/>
                    <a:pt x="119400" y="98288"/>
                    <a:pt x="125566" y="102287"/>
                  </a:cubicBezTo>
                  <a:cubicBezTo>
                    <a:pt x="127649" y="103621"/>
                    <a:pt x="131065" y="101871"/>
                    <a:pt x="130315" y="99204"/>
                  </a:cubicBezTo>
                  <a:cubicBezTo>
                    <a:pt x="128399" y="92205"/>
                    <a:pt x="123483" y="86789"/>
                    <a:pt x="120316" y="80373"/>
                  </a:cubicBezTo>
                  <a:cubicBezTo>
                    <a:pt x="119733" y="79289"/>
                    <a:pt x="119233" y="78206"/>
                    <a:pt x="118817" y="77123"/>
                  </a:cubicBezTo>
                  <a:cubicBezTo>
                    <a:pt x="119317" y="77956"/>
                    <a:pt x="119733" y="78706"/>
                    <a:pt x="120233" y="79539"/>
                  </a:cubicBezTo>
                  <a:cubicBezTo>
                    <a:pt x="123649" y="80873"/>
                    <a:pt x="126816" y="81956"/>
                    <a:pt x="130065" y="83706"/>
                  </a:cubicBezTo>
                  <a:cubicBezTo>
                    <a:pt x="134815" y="86205"/>
                    <a:pt x="139481" y="88538"/>
                    <a:pt x="144397" y="90788"/>
                  </a:cubicBezTo>
                  <a:cubicBezTo>
                    <a:pt x="147481" y="92205"/>
                    <a:pt x="150564" y="93955"/>
                    <a:pt x="153813" y="95121"/>
                  </a:cubicBezTo>
                  <a:cubicBezTo>
                    <a:pt x="156396" y="96121"/>
                    <a:pt x="159313" y="96371"/>
                    <a:pt x="161896" y="97454"/>
                  </a:cubicBezTo>
                  <a:lnTo>
                    <a:pt x="161896" y="97454"/>
                  </a:lnTo>
                  <a:cubicBezTo>
                    <a:pt x="163563" y="98038"/>
                    <a:pt x="165396" y="96038"/>
                    <a:pt x="164063" y="94288"/>
                  </a:cubicBezTo>
                  <a:cubicBezTo>
                    <a:pt x="158896" y="87372"/>
                    <a:pt x="149147" y="83539"/>
                    <a:pt x="141898" y="79289"/>
                  </a:cubicBezTo>
                  <a:cubicBezTo>
                    <a:pt x="135482" y="75540"/>
                    <a:pt x="128815" y="70957"/>
                    <a:pt x="121316" y="69624"/>
                  </a:cubicBezTo>
                  <a:cubicBezTo>
                    <a:pt x="116400" y="61124"/>
                    <a:pt x="111484" y="52625"/>
                    <a:pt x="106401" y="44209"/>
                  </a:cubicBezTo>
                  <a:cubicBezTo>
                    <a:pt x="106484" y="43792"/>
                    <a:pt x="106401" y="43293"/>
                    <a:pt x="106151" y="42793"/>
                  </a:cubicBezTo>
                  <a:cubicBezTo>
                    <a:pt x="104901" y="40626"/>
                    <a:pt x="103318" y="38543"/>
                    <a:pt x="101485" y="36627"/>
                  </a:cubicBezTo>
                  <a:cubicBezTo>
                    <a:pt x="98485" y="32543"/>
                    <a:pt x="93319" y="24961"/>
                    <a:pt x="97568" y="24128"/>
                  </a:cubicBezTo>
                  <a:cubicBezTo>
                    <a:pt x="99902" y="23711"/>
                    <a:pt x="107067" y="30377"/>
                    <a:pt x="108734" y="31544"/>
                  </a:cubicBezTo>
                  <a:cubicBezTo>
                    <a:pt x="129315" y="46542"/>
                    <a:pt x="147647" y="64707"/>
                    <a:pt x="164396" y="83706"/>
                  </a:cubicBezTo>
                  <a:cubicBezTo>
                    <a:pt x="179561" y="101037"/>
                    <a:pt x="197476" y="117952"/>
                    <a:pt x="214475" y="133535"/>
                  </a:cubicBezTo>
                  <a:cubicBezTo>
                    <a:pt x="222474" y="140867"/>
                    <a:pt x="235223" y="153949"/>
                    <a:pt x="247138" y="158865"/>
                  </a:cubicBezTo>
                  <a:cubicBezTo>
                    <a:pt x="247388" y="160032"/>
                    <a:pt x="247555" y="161115"/>
                    <a:pt x="247805" y="162282"/>
                  </a:cubicBezTo>
                  <a:cubicBezTo>
                    <a:pt x="233306" y="152116"/>
                    <a:pt x="215141" y="145867"/>
                    <a:pt x="199226" y="139117"/>
                  </a:cubicBezTo>
                  <a:cubicBezTo>
                    <a:pt x="181311" y="131535"/>
                    <a:pt x="161562" y="120619"/>
                    <a:pt x="141731" y="116869"/>
                  </a:cubicBezTo>
                  <a:cubicBezTo>
                    <a:pt x="128566" y="108620"/>
                    <a:pt x="114984" y="101037"/>
                    <a:pt x="101901" y="92538"/>
                  </a:cubicBezTo>
                  <a:cubicBezTo>
                    <a:pt x="94152" y="87539"/>
                    <a:pt x="86569" y="81956"/>
                    <a:pt x="79154" y="76623"/>
                  </a:cubicBezTo>
                  <a:cubicBezTo>
                    <a:pt x="76153" y="74457"/>
                    <a:pt x="70987" y="71207"/>
                    <a:pt x="68571" y="68290"/>
                  </a:cubicBezTo>
                  <a:cubicBezTo>
                    <a:pt x="66238" y="65457"/>
                    <a:pt x="64488" y="64874"/>
                    <a:pt x="67738" y="64124"/>
                  </a:cubicBezTo>
                  <a:cubicBezTo>
                    <a:pt x="71904" y="65041"/>
                    <a:pt x="75904" y="66374"/>
                    <a:pt x="79987" y="67540"/>
                  </a:cubicBezTo>
                  <a:cubicBezTo>
                    <a:pt x="83903" y="68624"/>
                    <a:pt x="87819" y="69790"/>
                    <a:pt x="91819" y="70623"/>
                  </a:cubicBezTo>
                  <a:cubicBezTo>
                    <a:pt x="94319" y="71123"/>
                    <a:pt x="99235" y="70957"/>
                    <a:pt x="101318" y="72540"/>
                  </a:cubicBezTo>
                  <a:cubicBezTo>
                    <a:pt x="102234" y="73206"/>
                    <a:pt x="103984" y="72540"/>
                    <a:pt x="103901" y="71290"/>
                  </a:cubicBezTo>
                  <a:cubicBezTo>
                    <a:pt x="103568" y="63541"/>
                    <a:pt x="90319" y="60374"/>
                    <a:pt x="84486" y="58041"/>
                  </a:cubicBezTo>
                  <a:cubicBezTo>
                    <a:pt x="78403" y="55541"/>
                    <a:pt x="63321" y="48542"/>
                    <a:pt x="58822" y="56458"/>
                  </a:cubicBezTo>
                  <a:cubicBezTo>
                    <a:pt x="57988" y="56791"/>
                    <a:pt x="57239" y="57125"/>
                    <a:pt x="56572" y="57625"/>
                  </a:cubicBezTo>
                  <a:cubicBezTo>
                    <a:pt x="54405" y="56041"/>
                    <a:pt x="52073" y="54958"/>
                    <a:pt x="49323" y="53458"/>
                  </a:cubicBezTo>
                  <a:cubicBezTo>
                    <a:pt x="43406" y="50209"/>
                    <a:pt x="38657" y="45376"/>
                    <a:pt x="33574" y="40959"/>
                  </a:cubicBezTo>
                  <a:cubicBezTo>
                    <a:pt x="28741" y="36793"/>
                    <a:pt x="23825" y="32877"/>
                    <a:pt x="19659" y="27961"/>
                  </a:cubicBezTo>
                  <a:cubicBezTo>
                    <a:pt x="18492" y="27044"/>
                    <a:pt x="17325" y="25128"/>
                    <a:pt x="16076" y="23461"/>
                  </a:cubicBezTo>
                  <a:lnTo>
                    <a:pt x="16076" y="23461"/>
                  </a:lnTo>
                  <a:close/>
                </a:path>
              </a:pathLst>
            </a:custGeom>
            <a:grpFill/>
            <a:ln w="8332" cap="flat">
              <a:noFill/>
              <a:prstDash val="solid"/>
              <a:miter/>
            </a:ln>
          </p:spPr>
          <p:txBody>
            <a:bodyPr rtlCol="0" anchor="ctr"/>
            <a:lstStyle/>
            <a:p>
              <a:endParaRPr lang="en-US"/>
            </a:p>
          </p:txBody>
        </p:sp>
        <p:sp>
          <p:nvSpPr>
            <p:cNvPr id="2058" name="Freeform: Shape 2057"/>
            <p:cNvSpPr/>
            <p:nvPr/>
          </p:nvSpPr>
          <p:spPr>
            <a:xfrm>
              <a:off x="7811364" y="3020260"/>
              <a:ext cx="419249" cy="733747"/>
            </a:xfrm>
            <a:custGeom>
              <a:avLst/>
              <a:gdLst>
                <a:gd name="connsiteX0" fmla="*/ 303509 w 419249"/>
                <a:gd name="connsiteY0" fmla="*/ 733662 h 733747"/>
                <a:gd name="connsiteX1" fmla="*/ 345922 w 419249"/>
                <a:gd name="connsiteY1" fmla="*/ 689166 h 733747"/>
                <a:gd name="connsiteX2" fmla="*/ 372169 w 419249"/>
                <a:gd name="connsiteY2" fmla="*/ 698082 h 733747"/>
                <a:gd name="connsiteX3" fmla="*/ 411999 w 419249"/>
                <a:gd name="connsiteY3" fmla="*/ 685833 h 733747"/>
                <a:gd name="connsiteX4" fmla="*/ 378419 w 419249"/>
                <a:gd name="connsiteY4" fmla="*/ 617006 h 733747"/>
                <a:gd name="connsiteX5" fmla="*/ 338839 w 419249"/>
                <a:gd name="connsiteY5" fmla="*/ 582426 h 733747"/>
                <a:gd name="connsiteX6" fmla="*/ 327090 w 419249"/>
                <a:gd name="connsiteY6" fmla="*/ 527847 h 733747"/>
                <a:gd name="connsiteX7" fmla="*/ 313591 w 419249"/>
                <a:gd name="connsiteY7" fmla="*/ 444438 h 733747"/>
                <a:gd name="connsiteX8" fmla="*/ 315175 w 419249"/>
                <a:gd name="connsiteY8" fmla="*/ 442022 h 733747"/>
                <a:gd name="connsiteX9" fmla="*/ 325090 w 419249"/>
                <a:gd name="connsiteY9" fmla="*/ 401692 h 733747"/>
                <a:gd name="connsiteX10" fmla="*/ 332339 w 419249"/>
                <a:gd name="connsiteY10" fmla="*/ 374861 h 733747"/>
                <a:gd name="connsiteX11" fmla="*/ 382919 w 419249"/>
                <a:gd name="connsiteY11" fmla="*/ 263038 h 733747"/>
                <a:gd name="connsiteX12" fmla="*/ 371753 w 419249"/>
                <a:gd name="connsiteY12" fmla="*/ 237207 h 733747"/>
                <a:gd name="connsiteX13" fmla="*/ 369836 w 419249"/>
                <a:gd name="connsiteY13" fmla="*/ 201793 h 733747"/>
                <a:gd name="connsiteX14" fmla="*/ 378169 w 419249"/>
                <a:gd name="connsiteY14" fmla="*/ 143632 h 733747"/>
                <a:gd name="connsiteX15" fmla="*/ 366587 w 419249"/>
                <a:gd name="connsiteY15" fmla="*/ 120217 h 733747"/>
                <a:gd name="connsiteX16" fmla="*/ 357005 w 419249"/>
                <a:gd name="connsiteY16" fmla="*/ 104385 h 733747"/>
                <a:gd name="connsiteX17" fmla="*/ 355005 w 419249"/>
                <a:gd name="connsiteY17" fmla="*/ 89970 h 733747"/>
                <a:gd name="connsiteX18" fmla="*/ 329757 w 419249"/>
                <a:gd name="connsiteY18" fmla="*/ 45974 h 733747"/>
                <a:gd name="connsiteX19" fmla="*/ 282427 w 419249"/>
                <a:gd name="connsiteY19" fmla="*/ 28309 h 733747"/>
                <a:gd name="connsiteX20" fmla="*/ 233765 w 419249"/>
                <a:gd name="connsiteY20" fmla="*/ 1728 h 733747"/>
                <a:gd name="connsiteX21" fmla="*/ 176854 w 419249"/>
                <a:gd name="connsiteY21" fmla="*/ 4394 h 733747"/>
                <a:gd name="connsiteX22" fmla="*/ 117109 w 419249"/>
                <a:gd name="connsiteY22" fmla="*/ 6728 h 733747"/>
                <a:gd name="connsiteX23" fmla="*/ 70113 w 419249"/>
                <a:gd name="connsiteY23" fmla="*/ 36142 h 733747"/>
                <a:gd name="connsiteX24" fmla="*/ 59447 w 419249"/>
                <a:gd name="connsiteY24" fmla="*/ 59306 h 733747"/>
                <a:gd name="connsiteX25" fmla="*/ 29534 w 419249"/>
                <a:gd name="connsiteY25" fmla="*/ 83471 h 733747"/>
                <a:gd name="connsiteX26" fmla="*/ 620 w 419249"/>
                <a:gd name="connsiteY26" fmla="*/ 121801 h 733747"/>
                <a:gd name="connsiteX27" fmla="*/ 9952 w 419249"/>
                <a:gd name="connsiteY27" fmla="*/ 180712 h 733747"/>
                <a:gd name="connsiteX28" fmla="*/ 1453 w 419249"/>
                <a:gd name="connsiteY28" fmla="*/ 240456 h 733747"/>
                <a:gd name="connsiteX29" fmla="*/ 33867 w 419249"/>
                <a:gd name="connsiteY29" fmla="*/ 281619 h 733747"/>
                <a:gd name="connsiteX30" fmla="*/ 50198 w 419249"/>
                <a:gd name="connsiteY30" fmla="*/ 296618 h 733747"/>
                <a:gd name="connsiteX31" fmla="*/ 52615 w 419249"/>
                <a:gd name="connsiteY31" fmla="*/ 313950 h 733747"/>
                <a:gd name="connsiteX32" fmla="*/ 60281 w 419249"/>
                <a:gd name="connsiteY32" fmla="*/ 339114 h 733747"/>
                <a:gd name="connsiteX33" fmla="*/ 110360 w 419249"/>
                <a:gd name="connsiteY33" fmla="*/ 381527 h 733747"/>
                <a:gd name="connsiteX34" fmla="*/ 135440 w 419249"/>
                <a:gd name="connsiteY34" fmla="*/ 426940 h 733747"/>
                <a:gd name="connsiteX35" fmla="*/ 179353 w 419249"/>
                <a:gd name="connsiteY35" fmla="*/ 439439 h 733747"/>
                <a:gd name="connsiteX36" fmla="*/ 182436 w 419249"/>
                <a:gd name="connsiteY36" fmla="*/ 440855 h 733747"/>
                <a:gd name="connsiteX37" fmla="*/ 192269 w 419249"/>
                <a:gd name="connsiteY37" fmla="*/ 441355 h 733747"/>
                <a:gd name="connsiteX38" fmla="*/ 192519 w 419249"/>
                <a:gd name="connsiteY38" fmla="*/ 441438 h 733747"/>
                <a:gd name="connsiteX39" fmla="*/ 196436 w 419249"/>
                <a:gd name="connsiteY39" fmla="*/ 441105 h 733747"/>
                <a:gd name="connsiteX40" fmla="*/ 197018 w 419249"/>
                <a:gd name="connsiteY40" fmla="*/ 441022 h 733747"/>
                <a:gd name="connsiteX41" fmla="*/ 260097 w 419249"/>
                <a:gd name="connsiteY41" fmla="*/ 557428 h 733747"/>
                <a:gd name="connsiteX42" fmla="*/ 280928 w 419249"/>
                <a:gd name="connsiteY42" fmla="*/ 618506 h 733747"/>
                <a:gd name="connsiteX43" fmla="*/ 282262 w 419249"/>
                <a:gd name="connsiteY43" fmla="*/ 642920 h 733747"/>
                <a:gd name="connsiteX44" fmla="*/ 272595 w 419249"/>
                <a:gd name="connsiteY44" fmla="*/ 666001 h 733747"/>
                <a:gd name="connsiteX45" fmla="*/ 303509 w 419249"/>
                <a:gd name="connsiteY45" fmla="*/ 733662 h 733747"/>
                <a:gd name="connsiteX46" fmla="*/ 303509 w 419249"/>
                <a:gd name="connsiteY46" fmla="*/ 733662 h 733747"/>
                <a:gd name="connsiteX47" fmla="*/ 307176 w 419249"/>
                <a:gd name="connsiteY47" fmla="*/ 413024 h 733747"/>
                <a:gd name="connsiteX48" fmla="*/ 305093 w 419249"/>
                <a:gd name="connsiteY48" fmla="*/ 423357 h 733747"/>
                <a:gd name="connsiteX49" fmla="*/ 275762 w 419249"/>
                <a:gd name="connsiteY49" fmla="*/ 399692 h 733747"/>
                <a:gd name="connsiteX50" fmla="*/ 243265 w 419249"/>
                <a:gd name="connsiteY50" fmla="*/ 432773 h 733747"/>
                <a:gd name="connsiteX51" fmla="*/ 222100 w 419249"/>
                <a:gd name="connsiteY51" fmla="*/ 425356 h 733747"/>
                <a:gd name="connsiteX52" fmla="*/ 195686 w 419249"/>
                <a:gd name="connsiteY52" fmla="*/ 426273 h 733747"/>
                <a:gd name="connsiteX53" fmla="*/ 195102 w 419249"/>
                <a:gd name="connsiteY53" fmla="*/ 426106 h 733747"/>
                <a:gd name="connsiteX54" fmla="*/ 159689 w 419249"/>
                <a:gd name="connsiteY54" fmla="*/ 417940 h 733747"/>
                <a:gd name="connsiteX55" fmla="*/ 135108 w 419249"/>
                <a:gd name="connsiteY55" fmla="*/ 396609 h 733747"/>
                <a:gd name="connsiteX56" fmla="*/ 108693 w 419249"/>
                <a:gd name="connsiteY56" fmla="*/ 356529 h 733747"/>
                <a:gd name="connsiteX57" fmla="*/ 83196 w 419249"/>
                <a:gd name="connsiteY57" fmla="*/ 339031 h 733747"/>
                <a:gd name="connsiteX58" fmla="*/ 69614 w 419249"/>
                <a:gd name="connsiteY58" fmla="*/ 301784 h 733747"/>
                <a:gd name="connsiteX59" fmla="*/ 38616 w 419249"/>
                <a:gd name="connsiteY59" fmla="*/ 262954 h 733747"/>
                <a:gd name="connsiteX60" fmla="*/ 21034 w 419249"/>
                <a:gd name="connsiteY60" fmla="*/ 205543 h 733747"/>
                <a:gd name="connsiteX61" fmla="*/ 26868 w 419249"/>
                <a:gd name="connsiteY61" fmla="*/ 160963 h 733747"/>
                <a:gd name="connsiteX62" fmla="*/ 16619 w 419249"/>
                <a:gd name="connsiteY62" fmla="*/ 129050 h 733747"/>
                <a:gd name="connsiteX63" fmla="*/ 27534 w 419249"/>
                <a:gd name="connsiteY63" fmla="*/ 106635 h 733747"/>
                <a:gd name="connsiteX64" fmla="*/ 53115 w 419249"/>
                <a:gd name="connsiteY64" fmla="*/ 85304 h 733747"/>
                <a:gd name="connsiteX65" fmla="*/ 70530 w 419249"/>
                <a:gd name="connsiteY65" fmla="*/ 73471 h 733747"/>
                <a:gd name="connsiteX66" fmla="*/ 80612 w 419249"/>
                <a:gd name="connsiteY66" fmla="*/ 47391 h 733747"/>
                <a:gd name="connsiteX67" fmla="*/ 104360 w 419249"/>
                <a:gd name="connsiteY67" fmla="*/ 28142 h 733747"/>
                <a:gd name="connsiteX68" fmla="*/ 157023 w 419249"/>
                <a:gd name="connsiteY68" fmla="*/ 18477 h 733747"/>
                <a:gd name="connsiteX69" fmla="*/ 206935 w 419249"/>
                <a:gd name="connsiteY69" fmla="*/ 15477 h 733747"/>
                <a:gd name="connsiteX70" fmla="*/ 259347 w 419249"/>
                <a:gd name="connsiteY70" fmla="*/ 32308 h 733747"/>
                <a:gd name="connsiteX71" fmla="*/ 302676 w 419249"/>
                <a:gd name="connsiteY71" fmla="*/ 46807 h 733747"/>
                <a:gd name="connsiteX72" fmla="*/ 337589 w 419249"/>
                <a:gd name="connsiteY72" fmla="*/ 87387 h 733747"/>
                <a:gd name="connsiteX73" fmla="*/ 342005 w 419249"/>
                <a:gd name="connsiteY73" fmla="*/ 113801 h 733747"/>
                <a:gd name="connsiteX74" fmla="*/ 354338 w 419249"/>
                <a:gd name="connsiteY74" fmla="*/ 132466 h 733747"/>
                <a:gd name="connsiteX75" fmla="*/ 355921 w 419249"/>
                <a:gd name="connsiteY75" fmla="*/ 185795 h 733747"/>
                <a:gd name="connsiteX76" fmla="*/ 346839 w 419249"/>
                <a:gd name="connsiteY76" fmla="*/ 226541 h 733747"/>
                <a:gd name="connsiteX77" fmla="*/ 367170 w 419249"/>
                <a:gd name="connsiteY77" fmla="*/ 268871 h 733747"/>
                <a:gd name="connsiteX78" fmla="*/ 326340 w 419249"/>
                <a:gd name="connsiteY78" fmla="*/ 372028 h 733747"/>
                <a:gd name="connsiteX79" fmla="*/ 326340 w 419249"/>
                <a:gd name="connsiteY79" fmla="*/ 372028 h 733747"/>
                <a:gd name="connsiteX80" fmla="*/ 317008 w 419249"/>
                <a:gd name="connsiteY80" fmla="*/ 389860 h 733747"/>
                <a:gd name="connsiteX81" fmla="*/ 307176 w 419249"/>
                <a:gd name="connsiteY81" fmla="*/ 413024 h 733747"/>
                <a:gd name="connsiteX82" fmla="*/ 307176 w 419249"/>
                <a:gd name="connsiteY82" fmla="*/ 413024 h 733747"/>
                <a:gd name="connsiteX83" fmla="*/ 287760 w 419249"/>
                <a:gd name="connsiteY83" fmla="*/ 667668 h 733747"/>
                <a:gd name="connsiteX84" fmla="*/ 303093 w 419249"/>
                <a:gd name="connsiteY84" fmla="*/ 635338 h 733747"/>
                <a:gd name="connsiteX85" fmla="*/ 290010 w 419249"/>
                <a:gd name="connsiteY85" fmla="*/ 599507 h 733747"/>
                <a:gd name="connsiteX86" fmla="*/ 273679 w 419249"/>
                <a:gd name="connsiteY86" fmla="*/ 546762 h 733747"/>
                <a:gd name="connsiteX87" fmla="*/ 257346 w 419249"/>
                <a:gd name="connsiteY87" fmla="*/ 502849 h 733747"/>
                <a:gd name="connsiteX88" fmla="*/ 216267 w 419249"/>
                <a:gd name="connsiteY88" fmla="*/ 439605 h 733747"/>
                <a:gd name="connsiteX89" fmla="*/ 219767 w 419249"/>
                <a:gd name="connsiteY89" fmla="*/ 439938 h 733747"/>
                <a:gd name="connsiteX90" fmla="*/ 244681 w 419249"/>
                <a:gd name="connsiteY90" fmla="*/ 448271 h 733747"/>
                <a:gd name="connsiteX91" fmla="*/ 251514 w 419249"/>
                <a:gd name="connsiteY91" fmla="*/ 445605 h 733747"/>
                <a:gd name="connsiteX92" fmla="*/ 258763 w 419249"/>
                <a:gd name="connsiteY92" fmla="*/ 432272 h 733747"/>
                <a:gd name="connsiteX93" fmla="*/ 262929 w 419249"/>
                <a:gd name="connsiteY93" fmla="*/ 423690 h 733747"/>
                <a:gd name="connsiteX94" fmla="*/ 279511 w 419249"/>
                <a:gd name="connsiteY94" fmla="*/ 415441 h 733747"/>
                <a:gd name="connsiteX95" fmla="*/ 304175 w 419249"/>
                <a:gd name="connsiteY95" fmla="*/ 444855 h 733747"/>
                <a:gd name="connsiteX96" fmla="*/ 304843 w 419249"/>
                <a:gd name="connsiteY96" fmla="*/ 445271 h 733747"/>
                <a:gd name="connsiteX97" fmla="*/ 306675 w 419249"/>
                <a:gd name="connsiteY97" fmla="*/ 460103 h 733747"/>
                <a:gd name="connsiteX98" fmla="*/ 309508 w 419249"/>
                <a:gd name="connsiteY98" fmla="*/ 504183 h 733747"/>
                <a:gd name="connsiteX99" fmla="*/ 324257 w 419249"/>
                <a:gd name="connsiteY99" fmla="*/ 588092 h 733747"/>
                <a:gd name="connsiteX100" fmla="*/ 375669 w 419249"/>
                <a:gd name="connsiteY100" fmla="*/ 635504 h 733747"/>
                <a:gd name="connsiteX101" fmla="*/ 397501 w 419249"/>
                <a:gd name="connsiteY101" fmla="*/ 677500 h 733747"/>
                <a:gd name="connsiteX102" fmla="*/ 367920 w 419249"/>
                <a:gd name="connsiteY102" fmla="*/ 682750 h 733747"/>
                <a:gd name="connsiteX103" fmla="*/ 342256 w 419249"/>
                <a:gd name="connsiteY103" fmla="*/ 668834 h 733747"/>
                <a:gd name="connsiteX104" fmla="*/ 330506 w 419249"/>
                <a:gd name="connsiteY104" fmla="*/ 675250 h 733747"/>
                <a:gd name="connsiteX105" fmla="*/ 322341 w 419249"/>
                <a:gd name="connsiteY105" fmla="*/ 709498 h 733747"/>
                <a:gd name="connsiteX106" fmla="*/ 298593 w 419249"/>
                <a:gd name="connsiteY106" fmla="*/ 714997 h 733747"/>
                <a:gd name="connsiteX107" fmla="*/ 287760 w 419249"/>
                <a:gd name="connsiteY107" fmla="*/ 667668 h 733747"/>
                <a:gd name="connsiteX108" fmla="*/ 287760 w 419249"/>
                <a:gd name="connsiteY108" fmla="*/ 667668 h 733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419249" h="733747">
                  <a:moveTo>
                    <a:pt x="303509" y="733662"/>
                  </a:moveTo>
                  <a:cubicBezTo>
                    <a:pt x="329673" y="735329"/>
                    <a:pt x="345005" y="712247"/>
                    <a:pt x="345922" y="689166"/>
                  </a:cubicBezTo>
                  <a:cubicBezTo>
                    <a:pt x="353838" y="694332"/>
                    <a:pt x="362920" y="697832"/>
                    <a:pt x="372169" y="698082"/>
                  </a:cubicBezTo>
                  <a:cubicBezTo>
                    <a:pt x="385418" y="698415"/>
                    <a:pt x="402584" y="696165"/>
                    <a:pt x="411999" y="685833"/>
                  </a:cubicBezTo>
                  <a:cubicBezTo>
                    <a:pt x="435081" y="660585"/>
                    <a:pt x="397334" y="630005"/>
                    <a:pt x="378419" y="617006"/>
                  </a:cubicBezTo>
                  <a:cubicBezTo>
                    <a:pt x="363753" y="606923"/>
                    <a:pt x="343506" y="600924"/>
                    <a:pt x="338839" y="582426"/>
                  </a:cubicBezTo>
                  <a:cubicBezTo>
                    <a:pt x="334340" y="564427"/>
                    <a:pt x="331506" y="545929"/>
                    <a:pt x="327090" y="527847"/>
                  </a:cubicBezTo>
                  <a:cubicBezTo>
                    <a:pt x="320508" y="500850"/>
                    <a:pt x="316674" y="472185"/>
                    <a:pt x="313591" y="444438"/>
                  </a:cubicBezTo>
                  <a:cubicBezTo>
                    <a:pt x="314342" y="443771"/>
                    <a:pt x="314925" y="443021"/>
                    <a:pt x="315175" y="442022"/>
                  </a:cubicBezTo>
                  <a:cubicBezTo>
                    <a:pt x="319425" y="428689"/>
                    <a:pt x="320091" y="415024"/>
                    <a:pt x="325090" y="401692"/>
                  </a:cubicBezTo>
                  <a:cubicBezTo>
                    <a:pt x="328423" y="392776"/>
                    <a:pt x="329757" y="383694"/>
                    <a:pt x="332339" y="374861"/>
                  </a:cubicBezTo>
                  <a:cubicBezTo>
                    <a:pt x="360171" y="344614"/>
                    <a:pt x="391918" y="307534"/>
                    <a:pt x="382919" y="263038"/>
                  </a:cubicBezTo>
                  <a:cubicBezTo>
                    <a:pt x="381002" y="253622"/>
                    <a:pt x="376419" y="245539"/>
                    <a:pt x="371753" y="237207"/>
                  </a:cubicBezTo>
                  <a:cubicBezTo>
                    <a:pt x="363920" y="223291"/>
                    <a:pt x="365254" y="216542"/>
                    <a:pt x="369836" y="201793"/>
                  </a:cubicBezTo>
                  <a:cubicBezTo>
                    <a:pt x="375669" y="182962"/>
                    <a:pt x="382418" y="163463"/>
                    <a:pt x="378169" y="143632"/>
                  </a:cubicBezTo>
                  <a:cubicBezTo>
                    <a:pt x="376252" y="134633"/>
                    <a:pt x="372086" y="127550"/>
                    <a:pt x="366587" y="120217"/>
                  </a:cubicBezTo>
                  <a:cubicBezTo>
                    <a:pt x="362754" y="115134"/>
                    <a:pt x="358837" y="110551"/>
                    <a:pt x="357005" y="104385"/>
                  </a:cubicBezTo>
                  <a:cubicBezTo>
                    <a:pt x="355588" y="99719"/>
                    <a:pt x="355838" y="94720"/>
                    <a:pt x="355005" y="89970"/>
                  </a:cubicBezTo>
                  <a:cubicBezTo>
                    <a:pt x="352338" y="74805"/>
                    <a:pt x="340755" y="56306"/>
                    <a:pt x="329757" y="45974"/>
                  </a:cubicBezTo>
                  <a:cubicBezTo>
                    <a:pt x="315924" y="32975"/>
                    <a:pt x="299927" y="31642"/>
                    <a:pt x="282427" y="28309"/>
                  </a:cubicBezTo>
                  <a:cubicBezTo>
                    <a:pt x="264013" y="24809"/>
                    <a:pt x="252430" y="6728"/>
                    <a:pt x="233765" y="1728"/>
                  </a:cubicBezTo>
                  <a:cubicBezTo>
                    <a:pt x="214600" y="-3355"/>
                    <a:pt x="196185" y="4394"/>
                    <a:pt x="176854" y="4394"/>
                  </a:cubicBezTo>
                  <a:cubicBezTo>
                    <a:pt x="156606" y="4394"/>
                    <a:pt x="136941" y="728"/>
                    <a:pt x="117109" y="6728"/>
                  </a:cubicBezTo>
                  <a:cubicBezTo>
                    <a:pt x="99528" y="11977"/>
                    <a:pt x="81779" y="21643"/>
                    <a:pt x="70113" y="36142"/>
                  </a:cubicBezTo>
                  <a:cubicBezTo>
                    <a:pt x="64281" y="43474"/>
                    <a:pt x="63448" y="51390"/>
                    <a:pt x="59447" y="59306"/>
                  </a:cubicBezTo>
                  <a:cubicBezTo>
                    <a:pt x="53782" y="70722"/>
                    <a:pt x="39033" y="75804"/>
                    <a:pt x="29534" y="83471"/>
                  </a:cubicBezTo>
                  <a:cubicBezTo>
                    <a:pt x="17285" y="93386"/>
                    <a:pt x="3703" y="105552"/>
                    <a:pt x="620" y="121801"/>
                  </a:cubicBezTo>
                  <a:cubicBezTo>
                    <a:pt x="-3463" y="142965"/>
                    <a:pt x="14119" y="160214"/>
                    <a:pt x="9952" y="180712"/>
                  </a:cubicBezTo>
                  <a:cubicBezTo>
                    <a:pt x="5869" y="200543"/>
                    <a:pt x="-2380" y="219875"/>
                    <a:pt x="1453" y="240456"/>
                  </a:cubicBezTo>
                  <a:cubicBezTo>
                    <a:pt x="4786" y="258455"/>
                    <a:pt x="19702" y="271537"/>
                    <a:pt x="33867" y="281619"/>
                  </a:cubicBezTo>
                  <a:cubicBezTo>
                    <a:pt x="39616" y="285702"/>
                    <a:pt x="47282" y="289785"/>
                    <a:pt x="50198" y="296618"/>
                  </a:cubicBezTo>
                  <a:cubicBezTo>
                    <a:pt x="52365" y="301701"/>
                    <a:pt x="51782" y="308450"/>
                    <a:pt x="52615" y="313950"/>
                  </a:cubicBezTo>
                  <a:cubicBezTo>
                    <a:pt x="53949" y="322532"/>
                    <a:pt x="55948" y="331531"/>
                    <a:pt x="60281" y="339114"/>
                  </a:cubicBezTo>
                  <a:cubicBezTo>
                    <a:pt x="72030" y="359362"/>
                    <a:pt x="96862" y="363695"/>
                    <a:pt x="110360" y="381527"/>
                  </a:cubicBezTo>
                  <a:cubicBezTo>
                    <a:pt x="121192" y="395942"/>
                    <a:pt x="118693" y="416690"/>
                    <a:pt x="135440" y="426940"/>
                  </a:cubicBezTo>
                  <a:cubicBezTo>
                    <a:pt x="147857" y="434522"/>
                    <a:pt x="164188" y="437272"/>
                    <a:pt x="179353" y="439439"/>
                  </a:cubicBezTo>
                  <a:cubicBezTo>
                    <a:pt x="180104" y="440105"/>
                    <a:pt x="181187" y="440605"/>
                    <a:pt x="182436" y="440855"/>
                  </a:cubicBezTo>
                  <a:cubicBezTo>
                    <a:pt x="185770" y="441438"/>
                    <a:pt x="189019" y="441522"/>
                    <a:pt x="192269" y="441355"/>
                  </a:cubicBezTo>
                  <a:cubicBezTo>
                    <a:pt x="192353" y="441355"/>
                    <a:pt x="192436" y="441355"/>
                    <a:pt x="192519" y="441438"/>
                  </a:cubicBezTo>
                  <a:cubicBezTo>
                    <a:pt x="194019" y="441688"/>
                    <a:pt x="195352" y="441522"/>
                    <a:pt x="196436" y="441105"/>
                  </a:cubicBezTo>
                  <a:cubicBezTo>
                    <a:pt x="196602" y="441105"/>
                    <a:pt x="196853" y="441022"/>
                    <a:pt x="197018" y="441022"/>
                  </a:cubicBezTo>
                  <a:cubicBezTo>
                    <a:pt x="232348" y="466519"/>
                    <a:pt x="246848" y="518015"/>
                    <a:pt x="260097" y="557428"/>
                  </a:cubicBezTo>
                  <a:cubicBezTo>
                    <a:pt x="267096" y="578176"/>
                    <a:pt x="271596" y="598424"/>
                    <a:pt x="280928" y="618506"/>
                  </a:cubicBezTo>
                  <a:cubicBezTo>
                    <a:pt x="285345" y="628088"/>
                    <a:pt x="287011" y="633171"/>
                    <a:pt x="282262" y="642920"/>
                  </a:cubicBezTo>
                  <a:cubicBezTo>
                    <a:pt x="278595" y="650420"/>
                    <a:pt x="275011" y="657919"/>
                    <a:pt x="272595" y="666001"/>
                  </a:cubicBezTo>
                  <a:cubicBezTo>
                    <a:pt x="266012" y="688916"/>
                    <a:pt x="272262" y="731745"/>
                    <a:pt x="303509" y="733662"/>
                  </a:cubicBezTo>
                  <a:lnTo>
                    <a:pt x="303509" y="733662"/>
                  </a:lnTo>
                  <a:close/>
                  <a:moveTo>
                    <a:pt x="307176" y="413024"/>
                  </a:moveTo>
                  <a:cubicBezTo>
                    <a:pt x="306176" y="416357"/>
                    <a:pt x="305592" y="419857"/>
                    <a:pt x="305093" y="423357"/>
                  </a:cubicBezTo>
                  <a:cubicBezTo>
                    <a:pt x="297926" y="411608"/>
                    <a:pt x="293010" y="398359"/>
                    <a:pt x="275762" y="399692"/>
                  </a:cubicBezTo>
                  <a:cubicBezTo>
                    <a:pt x="255680" y="401275"/>
                    <a:pt x="252847" y="419440"/>
                    <a:pt x="243265" y="432773"/>
                  </a:cubicBezTo>
                  <a:cubicBezTo>
                    <a:pt x="236182" y="430356"/>
                    <a:pt x="230099" y="426523"/>
                    <a:pt x="222100" y="425356"/>
                  </a:cubicBezTo>
                  <a:cubicBezTo>
                    <a:pt x="213017" y="424107"/>
                    <a:pt x="204351" y="424856"/>
                    <a:pt x="195686" y="426273"/>
                  </a:cubicBezTo>
                  <a:cubicBezTo>
                    <a:pt x="195519" y="426190"/>
                    <a:pt x="195269" y="426106"/>
                    <a:pt x="195102" y="426106"/>
                  </a:cubicBezTo>
                  <a:cubicBezTo>
                    <a:pt x="183270" y="423523"/>
                    <a:pt x="171354" y="421024"/>
                    <a:pt x="159689" y="417940"/>
                  </a:cubicBezTo>
                  <a:cubicBezTo>
                    <a:pt x="146440" y="414357"/>
                    <a:pt x="139191" y="410358"/>
                    <a:pt x="135108" y="396609"/>
                  </a:cubicBezTo>
                  <a:cubicBezTo>
                    <a:pt x="130108" y="379777"/>
                    <a:pt x="123442" y="366862"/>
                    <a:pt x="108693" y="356529"/>
                  </a:cubicBezTo>
                  <a:cubicBezTo>
                    <a:pt x="100277" y="350613"/>
                    <a:pt x="90778" y="346113"/>
                    <a:pt x="83196" y="339031"/>
                  </a:cubicBezTo>
                  <a:cubicBezTo>
                    <a:pt x="72196" y="328698"/>
                    <a:pt x="71363" y="315783"/>
                    <a:pt x="69614" y="301784"/>
                  </a:cubicBezTo>
                  <a:cubicBezTo>
                    <a:pt x="67030" y="281536"/>
                    <a:pt x="53865" y="274453"/>
                    <a:pt x="38616" y="262954"/>
                  </a:cubicBezTo>
                  <a:cubicBezTo>
                    <a:pt x="18035" y="247373"/>
                    <a:pt x="14952" y="230041"/>
                    <a:pt x="21034" y="205543"/>
                  </a:cubicBezTo>
                  <a:cubicBezTo>
                    <a:pt x="24701" y="190961"/>
                    <a:pt x="31034" y="176045"/>
                    <a:pt x="26868" y="160963"/>
                  </a:cubicBezTo>
                  <a:cubicBezTo>
                    <a:pt x="23868" y="150215"/>
                    <a:pt x="16535" y="140549"/>
                    <a:pt x="16619" y="129050"/>
                  </a:cubicBezTo>
                  <a:cubicBezTo>
                    <a:pt x="16701" y="119801"/>
                    <a:pt x="21451" y="113218"/>
                    <a:pt x="27534" y="106635"/>
                  </a:cubicBezTo>
                  <a:cubicBezTo>
                    <a:pt x="35033" y="98553"/>
                    <a:pt x="43782" y="91137"/>
                    <a:pt x="53115" y="85304"/>
                  </a:cubicBezTo>
                  <a:cubicBezTo>
                    <a:pt x="58948" y="81721"/>
                    <a:pt x="66364" y="79304"/>
                    <a:pt x="70530" y="73471"/>
                  </a:cubicBezTo>
                  <a:cubicBezTo>
                    <a:pt x="76030" y="65639"/>
                    <a:pt x="74863" y="55473"/>
                    <a:pt x="80612" y="47391"/>
                  </a:cubicBezTo>
                  <a:cubicBezTo>
                    <a:pt x="86528" y="39141"/>
                    <a:pt x="95528" y="32809"/>
                    <a:pt x="104360" y="28142"/>
                  </a:cubicBezTo>
                  <a:cubicBezTo>
                    <a:pt x="121275" y="19310"/>
                    <a:pt x="138274" y="17643"/>
                    <a:pt x="157023" y="18477"/>
                  </a:cubicBezTo>
                  <a:cubicBezTo>
                    <a:pt x="174020" y="19226"/>
                    <a:pt x="190269" y="19226"/>
                    <a:pt x="206935" y="15477"/>
                  </a:cubicBezTo>
                  <a:cubicBezTo>
                    <a:pt x="228683" y="10644"/>
                    <a:pt x="242848" y="19226"/>
                    <a:pt x="259347" y="32308"/>
                  </a:cubicBezTo>
                  <a:cubicBezTo>
                    <a:pt x="272846" y="42974"/>
                    <a:pt x="287261" y="40808"/>
                    <a:pt x="302676" y="46807"/>
                  </a:cubicBezTo>
                  <a:cubicBezTo>
                    <a:pt x="319091" y="53223"/>
                    <a:pt x="332174" y="70638"/>
                    <a:pt x="337589" y="87387"/>
                  </a:cubicBezTo>
                  <a:cubicBezTo>
                    <a:pt x="340339" y="95969"/>
                    <a:pt x="338756" y="105218"/>
                    <a:pt x="342005" y="113801"/>
                  </a:cubicBezTo>
                  <a:cubicBezTo>
                    <a:pt x="344672" y="120884"/>
                    <a:pt x="350255" y="126300"/>
                    <a:pt x="354338" y="132466"/>
                  </a:cubicBezTo>
                  <a:cubicBezTo>
                    <a:pt x="365837" y="149881"/>
                    <a:pt x="361503" y="167130"/>
                    <a:pt x="355921" y="185795"/>
                  </a:cubicBezTo>
                  <a:cubicBezTo>
                    <a:pt x="352088" y="198460"/>
                    <a:pt x="344589" y="213042"/>
                    <a:pt x="346839" y="226541"/>
                  </a:cubicBezTo>
                  <a:cubicBezTo>
                    <a:pt x="349422" y="242290"/>
                    <a:pt x="364087" y="253205"/>
                    <a:pt x="367170" y="268871"/>
                  </a:cubicBezTo>
                  <a:cubicBezTo>
                    <a:pt x="374253" y="304534"/>
                    <a:pt x="348172" y="346113"/>
                    <a:pt x="326340" y="372028"/>
                  </a:cubicBezTo>
                  <a:lnTo>
                    <a:pt x="326340" y="372028"/>
                  </a:lnTo>
                  <a:cubicBezTo>
                    <a:pt x="321424" y="376361"/>
                    <a:pt x="319758" y="383694"/>
                    <a:pt x="317008" y="389860"/>
                  </a:cubicBezTo>
                  <a:cubicBezTo>
                    <a:pt x="313591" y="397609"/>
                    <a:pt x="309592" y="405108"/>
                    <a:pt x="307176" y="413024"/>
                  </a:cubicBezTo>
                  <a:lnTo>
                    <a:pt x="307176" y="413024"/>
                  </a:lnTo>
                  <a:close/>
                  <a:moveTo>
                    <a:pt x="287760" y="667668"/>
                  </a:moveTo>
                  <a:cubicBezTo>
                    <a:pt x="291177" y="656586"/>
                    <a:pt x="301926" y="646503"/>
                    <a:pt x="303093" y="635338"/>
                  </a:cubicBezTo>
                  <a:cubicBezTo>
                    <a:pt x="304342" y="623505"/>
                    <a:pt x="294343" y="609923"/>
                    <a:pt x="290010" y="599507"/>
                  </a:cubicBezTo>
                  <a:cubicBezTo>
                    <a:pt x="282928" y="582426"/>
                    <a:pt x="280012" y="564094"/>
                    <a:pt x="273679" y="546762"/>
                  </a:cubicBezTo>
                  <a:cubicBezTo>
                    <a:pt x="268346" y="532013"/>
                    <a:pt x="263180" y="517348"/>
                    <a:pt x="257346" y="502849"/>
                  </a:cubicBezTo>
                  <a:cubicBezTo>
                    <a:pt x="248848" y="481518"/>
                    <a:pt x="235099" y="455604"/>
                    <a:pt x="216267" y="439605"/>
                  </a:cubicBezTo>
                  <a:cubicBezTo>
                    <a:pt x="217434" y="439688"/>
                    <a:pt x="218600" y="439772"/>
                    <a:pt x="219767" y="439938"/>
                  </a:cubicBezTo>
                  <a:cubicBezTo>
                    <a:pt x="228766" y="441355"/>
                    <a:pt x="235932" y="446521"/>
                    <a:pt x="244681" y="448271"/>
                  </a:cubicBezTo>
                  <a:cubicBezTo>
                    <a:pt x="247264" y="448771"/>
                    <a:pt x="249848" y="447521"/>
                    <a:pt x="251514" y="445605"/>
                  </a:cubicBezTo>
                  <a:cubicBezTo>
                    <a:pt x="254764" y="441772"/>
                    <a:pt x="256513" y="436772"/>
                    <a:pt x="258763" y="432272"/>
                  </a:cubicBezTo>
                  <a:cubicBezTo>
                    <a:pt x="260180" y="429523"/>
                    <a:pt x="261347" y="426356"/>
                    <a:pt x="262929" y="423690"/>
                  </a:cubicBezTo>
                  <a:cubicBezTo>
                    <a:pt x="267762" y="415774"/>
                    <a:pt x="270596" y="412274"/>
                    <a:pt x="279511" y="415441"/>
                  </a:cubicBezTo>
                  <a:cubicBezTo>
                    <a:pt x="292427" y="420023"/>
                    <a:pt x="293843" y="436272"/>
                    <a:pt x="304175" y="444855"/>
                  </a:cubicBezTo>
                  <a:cubicBezTo>
                    <a:pt x="304342" y="445021"/>
                    <a:pt x="304592" y="445105"/>
                    <a:pt x="304843" y="445271"/>
                  </a:cubicBezTo>
                  <a:cubicBezTo>
                    <a:pt x="305509" y="450188"/>
                    <a:pt x="306425" y="455104"/>
                    <a:pt x="306675" y="460103"/>
                  </a:cubicBezTo>
                  <a:cubicBezTo>
                    <a:pt x="307342" y="474852"/>
                    <a:pt x="308176" y="489517"/>
                    <a:pt x="309508" y="504183"/>
                  </a:cubicBezTo>
                  <a:cubicBezTo>
                    <a:pt x="312092" y="531930"/>
                    <a:pt x="318174" y="561011"/>
                    <a:pt x="324257" y="588092"/>
                  </a:cubicBezTo>
                  <a:cubicBezTo>
                    <a:pt x="330090" y="614089"/>
                    <a:pt x="355504" y="621672"/>
                    <a:pt x="375669" y="635504"/>
                  </a:cubicBezTo>
                  <a:cubicBezTo>
                    <a:pt x="385752" y="642420"/>
                    <a:pt x="412916" y="663668"/>
                    <a:pt x="397501" y="677500"/>
                  </a:cubicBezTo>
                  <a:cubicBezTo>
                    <a:pt x="391335" y="683000"/>
                    <a:pt x="375586" y="683916"/>
                    <a:pt x="367920" y="682750"/>
                  </a:cubicBezTo>
                  <a:cubicBezTo>
                    <a:pt x="358255" y="681250"/>
                    <a:pt x="348922" y="676000"/>
                    <a:pt x="342256" y="668834"/>
                  </a:cubicBezTo>
                  <a:cubicBezTo>
                    <a:pt x="337090" y="663252"/>
                    <a:pt x="328340" y="667668"/>
                    <a:pt x="330506" y="675250"/>
                  </a:cubicBezTo>
                  <a:cubicBezTo>
                    <a:pt x="334257" y="687999"/>
                    <a:pt x="332090" y="700415"/>
                    <a:pt x="322341" y="709498"/>
                  </a:cubicBezTo>
                  <a:cubicBezTo>
                    <a:pt x="315924" y="715497"/>
                    <a:pt x="307176" y="720330"/>
                    <a:pt x="298593" y="714997"/>
                  </a:cubicBezTo>
                  <a:cubicBezTo>
                    <a:pt x="283511" y="705414"/>
                    <a:pt x="283178" y="682667"/>
                    <a:pt x="287760" y="667668"/>
                  </a:cubicBezTo>
                  <a:lnTo>
                    <a:pt x="287760" y="667668"/>
                  </a:lnTo>
                  <a:close/>
                </a:path>
              </a:pathLst>
            </a:custGeom>
            <a:grpFill/>
            <a:ln w="8332" cap="flat">
              <a:noFill/>
              <a:prstDash val="solid"/>
              <a:miter/>
            </a:ln>
          </p:spPr>
          <p:txBody>
            <a:bodyPr rtlCol="0" anchor="ctr"/>
            <a:lstStyle/>
            <a:p>
              <a:endParaRPr lang="en-US"/>
            </a:p>
          </p:txBody>
        </p:sp>
        <p:sp>
          <p:nvSpPr>
            <p:cNvPr id="2059" name="Freeform: Shape 2058"/>
            <p:cNvSpPr/>
            <p:nvPr/>
          </p:nvSpPr>
          <p:spPr>
            <a:xfrm>
              <a:off x="8027484" y="3096025"/>
              <a:ext cx="104932" cy="237275"/>
            </a:xfrm>
            <a:custGeom>
              <a:avLst/>
              <a:gdLst>
                <a:gd name="connsiteX0" fmla="*/ 67724 w 104932"/>
                <a:gd name="connsiteY0" fmla="*/ 230436 h 237275"/>
                <a:gd name="connsiteX1" fmla="*/ 90722 w 104932"/>
                <a:gd name="connsiteY1" fmla="*/ 198189 h 237275"/>
                <a:gd name="connsiteX2" fmla="*/ 71224 w 104932"/>
                <a:gd name="connsiteY2" fmla="*/ 169025 h 237275"/>
                <a:gd name="connsiteX3" fmla="*/ 84056 w 104932"/>
                <a:gd name="connsiteY3" fmla="*/ 116030 h 237275"/>
                <a:gd name="connsiteX4" fmla="*/ 68974 w 104932"/>
                <a:gd name="connsiteY4" fmla="*/ 80450 h 237275"/>
                <a:gd name="connsiteX5" fmla="*/ 71390 w 104932"/>
                <a:gd name="connsiteY5" fmla="*/ 57618 h 237275"/>
                <a:gd name="connsiteX6" fmla="*/ 51560 w 104932"/>
                <a:gd name="connsiteY6" fmla="*/ 13039 h 237275"/>
                <a:gd name="connsiteX7" fmla="*/ 1481 w 104932"/>
                <a:gd name="connsiteY7" fmla="*/ 9706 h 237275"/>
                <a:gd name="connsiteX8" fmla="*/ 397 w 104932"/>
                <a:gd name="connsiteY8" fmla="*/ 8206 h 237275"/>
                <a:gd name="connsiteX9" fmla="*/ 73224 w 104932"/>
                <a:gd name="connsiteY9" fmla="*/ 17038 h 237275"/>
                <a:gd name="connsiteX10" fmla="*/ 83889 w 104932"/>
                <a:gd name="connsiteY10" fmla="*/ 52452 h 237275"/>
                <a:gd name="connsiteX11" fmla="*/ 85056 w 104932"/>
                <a:gd name="connsiteY11" fmla="*/ 81449 h 237275"/>
                <a:gd name="connsiteX12" fmla="*/ 97888 w 104932"/>
                <a:gd name="connsiteY12" fmla="*/ 101614 h 237275"/>
                <a:gd name="connsiteX13" fmla="*/ 94305 w 104932"/>
                <a:gd name="connsiteY13" fmla="*/ 140361 h 237275"/>
                <a:gd name="connsiteX14" fmla="*/ 83640 w 104932"/>
                <a:gd name="connsiteY14" fmla="*/ 160026 h 237275"/>
                <a:gd name="connsiteX15" fmla="*/ 95972 w 104932"/>
                <a:gd name="connsiteY15" fmla="*/ 175524 h 237275"/>
                <a:gd name="connsiteX16" fmla="*/ 103388 w 104932"/>
                <a:gd name="connsiteY16" fmla="*/ 213188 h 237275"/>
                <a:gd name="connsiteX17" fmla="*/ 72640 w 104932"/>
                <a:gd name="connsiteY17" fmla="*/ 237185 h 237275"/>
                <a:gd name="connsiteX18" fmla="*/ 67724 w 104932"/>
                <a:gd name="connsiteY18" fmla="*/ 230436 h 237275"/>
                <a:gd name="connsiteX19" fmla="*/ 67724 w 104932"/>
                <a:gd name="connsiteY19" fmla="*/ 230436 h 23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4932" h="237275">
                  <a:moveTo>
                    <a:pt x="67724" y="230436"/>
                  </a:moveTo>
                  <a:cubicBezTo>
                    <a:pt x="77640" y="220437"/>
                    <a:pt x="92806" y="215271"/>
                    <a:pt x="90722" y="198189"/>
                  </a:cubicBezTo>
                  <a:cubicBezTo>
                    <a:pt x="89139" y="184690"/>
                    <a:pt x="78890" y="178357"/>
                    <a:pt x="71224" y="169025"/>
                  </a:cubicBezTo>
                  <a:cubicBezTo>
                    <a:pt x="57559" y="152360"/>
                    <a:pt x="83223" y="134195"/>
                    <a:pt x="84056" y="116030"/>
                  </a:cubicBezTo>
                  <a:cubicBezTo>
                    <a:pt x="84723" y="101364"/>
                    <a:pt x="72974" y="93282"/>
                    <a:pt x="68974" y="80450"/>
                  </a:cubicBezTo>
                  <a:cubicBezTo>
                    <a:pt x="66474" y="72200"/>
                    <a:pt x="68808" y="65451"/>
                    <a:pt x="71390" y="57618"/>
                  </a:cubicBezTo>
                  <a:cubicBezTo>
                    <a:pt x="78224" y="36787"/>
                    <a:pt x="71807" y="22038"/>
                    <a:pt x="51560" y="13039"/>
                  </a:cubicBezTo>
                  <a:cubicBezTo>
                    <a:pt x="35811" y="6039"/>
                    <a:pt x="17395" y="623"/>
                    <a:pt x="1481" y="9706"/>
                  </a:cubicBezTo>
                  <a:cubicBezTo>
                    <a:pt x="481" y="10289"/>
                    <a:pt x="-602" y="8956"/>
                    <a:pt x="397" y="8206"/>
                  </a:cubicBezTo>
                  <a:cubicBezTo>
                    <a:pt x="20146" y="-6876"/>
                    <a:pt x="55808" y="457"/>
                    <a:pt x="73224" y="17038"/>
                  </a:cubicBezTo>
                  <a:cubicBezTo>
                    <a:pt x="82973" y="26288"/>
                    <a:pt x="86473" y="39453"/>
                    <a:pt x="83889" y="52452"/>
                  </a:cubicBezTo>
                  <a:cubicBezTo>
                    <a:pt x="81724" y="63534"/>
                    <a:pt x="78641" y="71034"/>
                    <a:pt x="85056" y="81449"/>
                  </a:cubicBezTo>
                  <a:cubicBezTo>
                    <a:pt x="89389" y="88449"/>
                    <a:pt x="94972" y="93531"/>
                    <a:pt x="97888" y="101614"/>
                  </a:cubicBezTo>
                  <a:cubicBezTo>
                    <a:pt x="102721" y="114946"/>
                    <a:pt x="100055" y="127862"/>
                    <a:pt x="94305" y="140361"/>
                  </a:cubicBezTo>
                  <a:cubicBezTo>
                    <a:pt x="92222" y="144860"/>
                    <a:pt x="83473" y="155776"/>
                    <a:pt x="83640" y="160026"/>
                  </a:cubicBezTo>
                  <a:cubicBezTo>
                    <a:pt x="83807" y="163942"/>
                    <a:pt x="93639" y="172025"/>
                    <a:pt x="95972" y="175524"/>
                  </a:cubicBezTo>
                  <a:cubicBezTo>
                    <a:pt x="103388" y="186940"/>
                    <a:pt x="107304" y="199772"/>
                    <a:pt x="103388" y="213188"/>
                  </a:cubicBezTo>
                  <a:cubicBezTo>
                    <a:pt x="98972" y="228269"/>
                    <a:pt x="87056" y="233602"/>
                    <a:pt x="72640" y="237185"/>
                  </a:cubicBezTo>
                  <a:cubicBezTo>
                    <a:pt x="69058" y="237935"/>
                    <a:pt x="64391" y="233852"/>
                    <a:pt x="67724" y="230436"/>
                  </a:cubicBezTo>
                  <a:lnTo>
                    <a:pt x="67724" y="230436"/>
                  </a:lnTo>
                  <a:close/>
                </a:path>
              </a:pathLst>
            </a:custGeom>
            <a:grpFill/>
            <a:ln w="8332" cap="flat">
              <a:noFill/>
              <a:prstDash val="solid"/>
              <a:miter/>
            </a:ln>
          </p:spPr>
          <p:txBody>
            <a:bodyPr rtlCol="0" anchor="ctr"/>
            <a:lstStyle/>
            <a:p>
              <a:endParaRPr lang="en-US"/>
            </a:p>
          </p:txBody>
        </p:sp>
        <p:sp>
          <p:nvSpPr>
            <p:cNvPr id="2060" name="Freeform: Shape 2059"/>
            <p:cNvSpPr/>
            <p:nvPr/>
          </p:nvSpPr>
          <p:spPr>
            <a:xfrm>
              <a:off x="8030340" y="3302241"/>
              <a:ext cx="59680" cy="87703"/>
            </a:xfrm>
            <a:custGeom>
              <a:avLst/>
              <a:gdLst>
                <a:gd name="connsiteX0" fmla="*/ 2875 w 59680"/>
                <a:gd name="connsiteY0" fmla="*/ 76965 h 87703"/>
                <a:gd name="connsiteX1" fmla="*/ 40454 w 59680"/>
                <a:gd name="connsiteY1" fmla="*/ 52967 h 87703"/>
                <a:gd name="connsiteX2" fmla="*/ 45371 w 59680"/>
                <a:gd name="connsiteY2" fmla="*/ 37135 h 87703"/>
                <a:gd name="connsiteX3" fmla="*/ 36039 w 59680"/>
                <a:gd name="connsiteY3" fmla="*/ 6221 h 87703"/>
                <a:gd name="connsiteX4" fmla="*/ 41621 w 59680"/>
                <a:gd name="connsiteY4" fmla="*/ 805 h 87703"/>
                <a:gd name="connsiteX5" fmla="*/ 59369 w 59680"/>
                <a:gd name="connsiteY5" fmla="*/ 26136 h 87703"/>
                <a:gd name="connsiteX6" fmla="*/ 57536 w 59680"/>
                <a:gd name="connsiteY6" fmla="*/ 42301 h 87703"/>
                <a:gd name="connsiteX7" fmla="*/ 53036 w 59680"/>
                <a:gd name="connsiteY7" fmla="*/ 61049 h 87703"/>
                <a:gd name="connsiteX8" fmla="*/ 2708 w 59680"/>
                <a:gd name="connsiteY8" fmla="*/ 85464 h 87703"/>
                <a:gd name="connsiteX9" fmla="*/ 2875 w 59680"/>
                <a:gd name="connsiteY9" fmla="*/ 76965 h 87703"/>
                <a:gd name="connsiteX10" fmla="*/ 2875 w 59680"/>
                <a:gd name="connsiteY10" fmla="*/ 76965 h 87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680" h="87703">
                  <a:moveTo>
                    <a:pt x="2875" y="76965"/>
                  </a:moveTo>
                  <a:cubicBezTo>
                    <a:pt x="16706" y="69465"/>
                    <a:pt x="35538" y="72215"/>
                    <a:pt x="40454" y="52967"/>
                  </a:cubicBezTo>
                  <a:cubicBezTo>
                    <a:pt x="41871" y="47467"/>
                    <a:pt x="43537" y="42635"/>
                    <a:pt x="45371" y="37135"/>
                  </a:cubicBezTo>
                  <a:cubicBezTo>
                    <a:pt x="49454" y="24553"/>
                    <a:pt x="44620" y="15387"/>
                    <a:pt x="36039" y="6221"/>
                  </a:cubicBezTo>
                  <a:cubicBezTo>
                    <a:pt x="32956" y="2971"/>
                    <a:pt x="38288" y="-1945"/>
                    <a:pt x="41621" y="805"/>
                  </a:cubicBezTo>
                  <a:cubicBezTo>
                    <a:pt x="50120" y="7638"/>
                    <a:pt x="57786" y="14887"/>
                    <a:pt x="59369" y="26136"/>
                  </a:cubicBezTo>
                  <a:cubicBezTo>
                    <a:pt x="60202" y="31885"/>
                    <a:pt x="59286" y="36885"/>
                    <a:pt x="57536" y="42301"/>
                  </a:cubicBezTo>
                  <a:cubicBezTo>
                    <a:pt x="55536" y="48551"/>
                    <a:pt x="55036" y="54967"/>
                    <a:pt x="53036" y="61049"/>
                  </a:cubicBezTo>
                  <a:cubicBezTo>
                    <a:pt x="47454" y="78798"/>
                    <a:pt x="20123" y="93463"/>
                    <a:pt x="2708" y="85464"/>
                  </a:cubicBezTo>
                  <a:cubicBezTo>
                    <a:pt x="-1291" y="83714"/>
                    <a:pt x="-542" y="78798"/>
                    <a:pt x="2875" y="76965"/>
                  </a:cubicBezTo>
                  <a:lnTo>
                    <a:pt x="2875" y="76965"/>
                  </a:lnTo>
                  <a:close/>
                </a:path>
              </a:pathLst>
            </a:custGeom>
            <a:grpFill/>
            <a:ln w="8332" cap="flat">
              <a:noFill/>
              <a:prstDash val="solid"/>
              <a:miter/>
            </a:ln>
          </p:spPr>
          <p:txBody>
            <a:bodyPr rtlCol="0" anchor="ctr"/>
            <a:lstStyle/>
            <a:p>
              <a:endParaRPr lang="en-US"/>
            </a:p>
          </p:txBody>
        </p:sp>
        <p:sp>
          <p:nvSpPr>
            <p:cNvPr id="2061" name="Freeform: Shape 2060"/>
            <p:cNvSpPr/>
            <p:nvPr/>
          </p:nvSpPr>
          <p:spPr>
            <a:xfrm>
              <a:off x="8020750" y="3203658"/>
              <a:ext cx="69871" cy="101789"/>
            </a:xfrm>
            <a:custGeom>
              <a:avLst/>
              <a:gdLst>
                <a:gd name="connsiteX0" fmla="*/ 4881 w 69871"/>
                <a:gd name="connsiteY0" fmla="*/ 89306 h 101789"/>
                <a:gd name="connsiteX1" fmla="*/ 22296 w 69871"/>
                <a:gd name="connsiteY1" fmla="*/ 72557 h 101789"/>
                <a:gd name="connsiteX2" fmla="*/ 5548 w 69871"/>
                <a:gd name="connsiteY2" fmla="*/ 55642 h 101789"/>
                <a:gd name="connsiteX3" fmla="*/ 12131 w 69871"/>
                <a:gd name="connsiteY3" fmla="*/ 47226 h 101789"/>
                <a:gd name="connsiteX4" fmla="*/ 35045 w 69871"/>
                <a:gd name="connsiteY4" fmla="*/ 69557 h 101789"/>
                <a:gd name="connsiteX5" fmla="*/ 56460 w 69871"/>
                <a:gd name="connsiteY5" fmla="*/ 43143 h 101789"/>
                <a:gd name="connsiteX6" fmla="*/ 30545 w 69871"/>
                <a:gd name="connsiteY6" fmla="*/ 6813 h 101789"/>
                <a:gd name="connsiteX7" fmla="*/ 33378 w 69871"/>
                <a:gd name="connsiteY7" fmla="*/ 230 h 101789"/>
                <a:gd name="connsiteX8" fmla="*/ 69791 w 69871"/>
                <a:gd name="connsiteY8" fmla="*/ 45809 h 101789"/>
                <a:gd name="connsiteX9" fmla="*/ 36045 w 69871"/>
                <a:gd name="connsiteY9" fmla="*/ 80806 h 101789"/>
                <a:gd name="connsiteX10" fmla="*/ 25463 w 69871"/>
                <a:gd name="connsiteY10" fmla="*/ 98138 h 101789"/>
                <a:gd name="connsiteX11" fmla="*/ 3298 w 69871"/>
                <a:gd name="connsiteY11" fmla="*/ 99805 h 101789"/>
                <a:gd name="connsiteX12" fmla="*/ 4881 w 69871"/>
                <a:gd name="connsiteY12" fmla="*/ 89306 h 101789"/>
                <a:gd name="connsiteX13" fmla="*/ 4881 w 69871"/>
                <a:gd name="connsiteY13" fmla="*/ 89306 h 101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9871" h="101789">
                  <a:moveTo>
                    <a:pt x="4881" y="89306"/>
                  </a:moveTo>
                  <a:cubicBezTo>
                    <a:pt x="13047" y="88139"/>
                    <a:pt x="25296" y="83389"/>
                    <a:pt x="22296" y="72557"/>
                  </a:cubicBezTo>
                  <a:cubicBezTo>
                    <a:pt x="20213" y="64975"/>
                    <a:pt x="11214" y="60225"/>
                    <a:pt x="5548" y="55642"/>
                  </a:cubicBezTo>
                  <a:cubicBezTo>
                    <a:pt x="131" y="51392"/>
                    <a:pt x="6798" y="42976"/>
                    <a:pt x="12131" y="47226"/>
                  </a:cubicBezTo>
                  <a:cubicBezTo>
                    <a:pt x="20296" y="53642"/>
                    <a:pt x="31295" y="59725"/>
                    <a:pt x="35045" y="69557"/>
                  </a:cubicBezTo>
                  <a:cubicBezTo>
                    <a:pt x="45628" y="63724"/>
                    <a:pt x="55793" y="56475"/>
                    <a:pt x="56460" y="43143"/>
                  </a:cubicBezTo>
                  <a:cubicBezTo>
                    <a:pt x="57376" y="25061"/>
                    <a:pt x="46377" y="13396"/>
                    <a:pt x="30545" y="6813"/>
                  </a:cubicBezTo>
                  <a:cubicBezTo>
                    <a:pt x="26212" y="4980"/>
                    <a:pt x="29046" y="-1270"/>
                    <a:pt x="33378" y="230"/>
                  </a:cubicBezTo>
                  <a:cubicBezTo>
                    <a:pt x="53710" y="7146"/>
                    <a:pt x="71208" y="22395"/>
                    <a:pt x="69791" y="45809"/>
                  </a:cubicBezTo>
                  <a:cubicBezTo>
                    <a:pt x="68709" y="63141"/>
                    <a:pt x="54210" y="81223"/>
                    <a:pt x="36045" y="80806"/>
                  </a:cubicBezTo>
                  <a:cubicBezTo>
                    <a:pt x="34878" y="87472"/>
                    <a:pt x="30796" y="94139"/>
                    <a:pt x="25463" y="98138"/>
                  </a:cubicBezTo>
                  <a:cubicBezTo>
                    <a:pt x="18630" y="103221"/>
                    <a:pt x="10881" y="102221"/>
                    <a:pt x="3298" y="99805"/>
                  </a:cubicBezTo>
                  <a:cubicBezTo>
                    <a:pt x="-2285" y="98055"/>
                    <a:pt x="-118" y="90055"/>
                    <a:pt x="4881" y="89306"/>
                  </a:cubicBezTo>
                  <a:lnTo>
                    <a:pt x="4881" y="89306"/>
                  </a:lnTo>
                  <a:close/>
                </a:path>
              </a:pathLst>
            </a:custGeom>
            <a:grpFill/>
            <a:ln w="8332" cap="flat">
              <a:noFill/>
              <a:prstDash val="solid"/>
              <a:miter/>
            </a:ln>
          </p:spPr>
          <p:txBody>
            <a:bodyPr rtlCol="0" anchor="ctr"/>
            <a:lstStyle/>
            <a:p>
              <a:endParaRPr lang="en-US"/>
            </a:p>
          </p:txBody>
        </p:sp>
        <p:sp>
          <p:nvSpPr>
            <p:cNvPr id="2062" name="Freeform: Shape 2061"/>
            <p:cNvSpPr/>
            <p:nvPr/>
          </p:nvSpPr>
          <p:spPr>
            <a:xfrm>
              <a:off x="8024412" y="3140973"/>
              <a:ext cx="29570" cy="49013"/>
            </a:xfrm>
            <a:custGeom>
              <a:avLst/>
              <a:gdLst>
                <a:gd name="connsiteX0" fmla="*/ 3718 w 29570"/>
                <a:gd name="connsiteY0" fmla="*/ 37667 h 49013"/>
                <a:gd name="connsiteX1" fmla="*/ 15052 w 29570"/>
                <a:gd name="connsiteY1" fmla="*/ 23919 h 49013"/>
                <a:gd name="connsiteX2" fmla="*/ 3635 w 29570"/>
                <a:gd name="connsiteY2" fmla="*/ 9503 h 49013"/>
                <a:gd name="connsiteX3" fmla="*/ 11968 w 29570"/>
                <a:gd name="connsiteY3" fmla="*/ 1421 h 49013"/>
                <a:gd name="connsiteX4" fmla="*/ 29383 w 29570"/>
                <a:gd name="connsiteY4" fmla="*/ 26168 h 49013"/>
                <a:gd name="connsiteX5" fmla="*/ 6552 w 29570"/>
                <a:gd name="connsiteY5" fmla="*/ 49000 h 49013"/>
                <a:gd name="connsiteX6" fmla="*/ 3718 w 29570"/>
                <a:gd name="connsiteY6" fmla="*/ 37667 h 49013"/>
                <a:gd name="connsiteX7" fmla="*/ 3718 w 29570"/>
                <a:gd name="connsiteY7" fmla="*/ 37667 h 49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570" h="49013">
                  <a:moveTo>
                    <a:pt x="3718" y="37667"/>
                  </a:moveTo>
                  <a:cubicBezTo>
                    <a:pt x="10051" y="35501"/>
                    <a:pt x="18217" y="32085"/>
                    <a:pt x="15052" y="23919"/>
                  </a:cubicBezTo>
                  <a:cubicBezTo>
                    <a:pt x="12802" y="18336"/>
                    <a:pt x="7635" y="13919"/>
                    <a:pt x="3635" y="9503"/>
                  </a:cubicBezTo>
                  <a:cubicBezTo>
                    <a:pt x="-781" y="4670"/>
                    <a:pt x="7302" y="-3246"/>
                    <a:pt x="11968" y="1421"/>
                  </a:cubicBezTo>
                  <a:cubicBezTo>
                    <a:pt x="18884" y="8337"/>
                    <a:pt x="28050" y="15753"/>
                    <a:pt x="29383" y="26168"/>
                  </a:cubicBezTo>
                  <a:cubicBezTo>
                    <a:pt x="31216" y="40500"/>
                    <a:pt x="19300" y="48333"/>
                    <a:pt x="6552" y="49000"/>
                  </a:cubicBezTo>
                  <a:cubicBezTo>
                    <a:pt x="53" y="49416"/>
                    <a:pt x="-2864" y="39917"/>
                    <a:pt x="3718" y="37667"/>
                  </a:cubicBezTo>
                  <a:lnTo>
                    <a:pt x="3718" y="37667"/>
                  </a:lnTo>
                  <a:close/>
                </a:path>
              </a:pathLst>
            </a:custGeom>
            <a:grpFill/>
            <a:ln w="8332" cap="flat">
              <a:noFill/>
              <a:prstDash val="solid"/>
              <a:miter/>
            </a:ln>
          </p:spPr>
          <p:txBody>
            <a:bodyPr rtlCol="0" anchor="ctr"/>
            <a:lstStyle/>
            <a:p>
              <a:endParaRPr lang="en-US"/>
            </a:p>
          </p:txBody>
        </p:sp>
        <p:sp>
          <p:nvSpPr>
            <p:cNvPr id="2063" name="Freeform: Shape 2062"/>
            <p:cNvSpPr/>
            <p:nvPr/>
          </p:nvSpPr>
          <p:spPr>
            <a:xfrm>
              <a:off x="7894510" y="3077797"/>
              <a:ext cx="108588" cy="51953"/>
            </a:xfrm>
            <a:custGeom>
              <a:avLst/>
              <a:gdLst>
                <a:gd name="connsiteX0" fmla="*/ 50 w 108588"/>
                <a:gd name="connsiteY0" fmla="*/ 47015 h 51953"/>
                <a:gd name="connsiteX1" fmla="*/ 23381 w 108588"/>
                <a:gd name="connsiteY1" fmla="*/ 5769 h 51953"/>
                <a:gd name="connsiteX2" fmla="*/ 66377 w 108588"/>
                <a:gd name="connsiteY2" fmla="*/ 4019 h 51953"/>
                <a:gd name="connsiteX3" fmla="*/ 68877 w 108588"/>
                <a:gd name="connsiteY3" fmla="*/ 4936 h 51953"/>
                <a:gd name="connsiteX4" fmla="*/ 73877 w 108588"/>
                <a:gd name="connsiteY4" fmla="*/ 2686 h 51953"/>
                <a:gd name="connsiteX5" fmla="*/ 93458 w 108588"/>
                <a:gd name="connsiteY5" fmla="*/ 7019 h 51953"/>
                <a:gd name="connsiteX6" fmla="*/ 107790 w 108588"/>
                <a:gd name="connsiteY6" fmla="*/ 40516 h 51953"/>
                <a:gd name="connsiteX7" fmla="*/ 98708 w 108588"/>
                <a:gd name="connsiteY7" fmla="*/ 39099 h 51953"/>
                <a:gd name="connsiteX8" fmla="*/ 70710 w 108588"/>
                <a:gd name="connsiteY8" fmla="*/ 16435 h 51953"/>
                <a:gd name="connsiteX9" fmla="*/ 65211 w 108588"/>
                <a:gd name="connsiteY9" fmla="*/ 17102 h 51953"/>
                <a:gd name="connsiteX10" fmla="*/ 53212 w 108588"/>
                <a:gd name="connsiteY10" fmla="*/ 13685 h 51953"/>
                <a:gd name="connsiteX11" fmla="*/ 22464 w 108588"/>
                <a:gd name="connsiteY11" fmla="*/ 29017 h 51953"/>
                <a:gd name="connsiteX12" fmla="*/ 5716 w 108588"/>
                <a:gd name="connsiteY12" fmla="*/ 51598 h 51953"/>
                <a:gd name="connsiteX13" fmla="*/ 50 w 108588"/>
                <a:gd name="connsiteY13" fmla="*/ 47015 h 51953"/>
                <a:gd name="connsiteX14" fmla="*/ 50 w 108588"/>
                <a:gd name="connsiteY14" fmla="*/ 47015 h 51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8588" h="51953">
                  <a:moveTo>
                    <a:pt x="50" y="47015"/>
                  </a:moveTo>
                  <a:cubicBezTo>
                    <a:pt x="2299" y="33933"/>
                    <a:pt x="12882" y="14019"/>
                    <a:pt x="23381" y="5769"/>
                  </a:cubicBezTo>
                  <a:cubicBezTo>
                    <a:pt x="34963" y="-3313"/>
                    <a:pt x="53461" y="103"/>
                    <a:pt x="66377" y="4019"/>
                  </a:cubicBezTo>
                  <a:cubicBezTo>
                    <a:pt x="67878" y="4436"/>
                    <a:pt x="68794" y="4686"/>
                    <a:pt x="68877" y="4936"/>
                  </a:cubicBezTo>
                  <a:cubicBezTo>
                    <a:pt x="70544" y="4353"/>
                    <a:pt x="72210" y="3103"/>
                    <a:pt x="73877" y="2686"/>
                  </a:cubicBezTo>
                  <a:cubicBezTo>
                    <a:pt x="80626" y="1103"/>
                    <a:pt x="87708" y="3519"/>
                    <a:pt x="93458" y="7019"/>
                  </a:cubicBezTo>
                  <a:cubicBezTo>
                    <a:pt x="106291" y="14768"/>
                    <a:pt x="110540" y="26351"/>
                    <a:pt x="107790" y="40516"/>
                  </a:cubicBezTo>
                  <a:cubicBezTo>
                    <a:pt x="106623" y="46266"/>
                    <a:pt x="97958" y="45016"/>
                    <a:pt x="98708" y="39099"/>
                  </a:cubicBezTo>
                  <a:cubicBezTo>
                    <a:pt x="100624" y="24601"/>
                    <a:pt x="85959" y="6686"/>
                    <a:pt x="70710" y="16435"/>
                  </a:cubicBezTo>
                  <a:cubicBezTo>
                    <a:pt x="69210" y="17435"/>
                    <a:pt x="66960" y="18101"/>
                    <a:pt x="65211" y="17102"/>
                  </a:cubicBezTo>
                  <a:cubicBezTo>
                    <a:pt x="61295" y="14768"/>
                    <a:pt x="57711" y="14185"/>
                    <a:pt x="53212" y="13685"/>
                  </a:cubicBezTo>
                  <a:cubicBezTo>
                    <a:pt x="38796" y="11935"/>
                    <a:pt x="29714" y="15852"/>
                    <a:pt x="22464" y="29017"/>
                  </a:cubicBezTo>
                  <a:cubicBezTo>
                    <a:pt x="17965" y="37183"/>
                    <a:pt x="14382" y="47349"/>
                    <a:pt x="5716" y="51598"/>
                  </a:cubicBezTo>
                  <a:cubicBezTo>
                    <a:pt x="2883" y="53015"/>
                    <a:pt x="-450" y="49932"/>
                    <a:pt x="50" y="47015"/>
                  </a:cubicBezTo>
                  <a:lnTo>
                    <a:pt x="50" y="47015"/>
                  </a:lnTo>
                  <a:close/>
                </a:path>
              </a:pathLst>
            </a:custGeom>
            <a:grpFill/>
            <a:ln w="8332" cap="flat">
              <a:noFill/>
              <a:prstDash val="solid"/>
              <a:miter/>
            </a:ln>
          </p:spPr>
          <p:txBody>
            <a:bodyPr rtlCol="0" anchor="ctr"/>
            <a:lstStyle/>
            <a:p>
              <a:endParaRPr lang="en-US"/>
            </a:p>
          </p:txBody>
        </p:sp>
        <p:sp>
          <p:nvSpPr>
            <p:cNvPr id="2064" name="Freeform: Shape 2063"/>
            <p:cNvSpPr/>
            <p:nvPr/>
          </p:nvSpPr>
          <p:spPr>
            <a:xfrm>
              <a:off x="7864154" y="3188603"/>
              <a:ext cx="57196" cy="113466"/>
            </a:xfrm>
            <a:custGeom>
              <a:avLst/>
              <a:gdLst>
                <a:gd name="connsiteX0" fmla="*/ 11658 w 57196"/>
                <a:gd name="connsiteY0" fmla="*/ 59031 h 113466"/>
                <a:gd name="connsiteX1" fmla="*/ 326 w 57196"/>
                <a:gd name="connsiteY1" fmla="*/ 18785 h 113466"/>
                <a:gd name="connsiteX2" fmla="*/ 27240 w 57196"/>
                <a:gd name="connsiteY2" fmla="*/ 37 h 113466"/>
                <a:gd name="connsiteX3" fmla="*/ 28906 w 57196"/>
                <a:gd name="connsiteY3" fmla="*/ 7119 h 113466"/>
                <a:gd name="connsiteX4" fmla="*/ 24489 w 57196"/>
                <a:gd name="connsiteY4" fmla="*/ 57365 h 113466"/>
                <a:gd name="connsiteX5" fmla="*/ 31239 w 57196"/>
                <a:gd name="connsiteY5" fmla="*/ 90112 h 113466"/>
                <a:gd name="connsiteX6" fmla="*/ 54820 w 57196"/>
                <a:gd name="connsiteY6" fmla="*/ 103111 h 113466"/>
                <a:gd name="connsiteX7" fmla="*/ 50321 w 57196"/>
                <a:gd name="connsiteY7" fmla="*/ 113443 h 113466"/>
                <a:gd name="connsiteX8" fmla="*/ 14908 w 57196"/>
                <a:gd name="connsiteY8" fmla="*/ 92861 h 113466"/>
                <a:gd name="connsiteX9" fmla="*/ 11658 w 57196"/>
                <a:gd name="connsiteY9" fmla="*/ 59031 h 113466"/>
                <a:gd name="connsiteX10" fmla="*/ 11658 w 57196"/>
                <a:gd name="connsiteY10" fmla="*/ 59031 h 113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196" h="113466">
                  <a:moveTo>
                    <a:pt x="11658" y="59031"/>
                  </a:moveTo>
                  <a:cubicBezTo>
                    <a:pt x="14157" y="45449"/>
                    <a:pt x="-2508" y="34617"/>
                    <a:pt x="326" y="18785"/>
                  </a:cubicBezTo>
                  <a:cubicBezTo>
                    <a:pt x="2825" y="4869"/>
                    <a:pt x="15157" y="1870"/>
                    <a:pt x="27240" y="37"/>
                  </a:cubicBezTo>
                  <a:cubicBezTo>
                    <a:pt x="31239" y="-547"/>
                    <a:pt x="32989" y="6036"/>
                    <a:pt x="28906" y="7119"/>
                  </a:cubicBezTo>
                  <a:cubicBezTo>
                    <a:pt x="-3591" y="15952"/>
                    <a:pt x="27739" y="39283"/>
                    <a:pt x="24489" y="57365"/>
                  </a:cubicBezTo>
                  <a:cubicBezTo>
                    <a:pt x="22074" y="70947"/>
                    <a:pt x="18573" y="79613"/>
                    <a:pt x="31239" y="90112"/>
                  </a:cubicBezTo>
                  <a:cubicBezTo>
                    <a:pt x="38238" y="95861"/>
                    <a:pt x="47320" y="98278"/>
                    <a:pt x="54820" y="103111"/>
                  </a:cubicBezTo>
                  <a:cubicBezTo>
                    <a:pt x="60153" y="106527"/>
                    <a:pt x="55570" y="113943"/>
                    <a:pt x="50321" y="113443"/>
                  </a:cubicBezTo>
                  <a:cubicBezTo>
                    <a:pt x="35988" y="112193"/>
                    <a:pt x="23157" y="104527"/>
                    <a:pt x="14908" y="92861"/>
                  </a:cubicBezTo>
                  <a:cubicBezTo>
                    <a:pt x="6492" y="80779"/>
                    <a:pt x="9241" y="71947"/>
                    <a:pt x="11658" y="59031"/>
                  </a:cubicBezTo>
                  <a:lnTo>
                    <a:pt x="11658" y="59031"/>
                  </a:lnTo>
                  <a:close/>
                </a:path>
              </a:pathLst>
            </a:custGeom>
            <a:grpFill/>
            <a:ln w="8332" cap="flat">
              <a:noFill/>
              <a:prstDash val="solid"/>
              <a:miter/>
            </a:ln>
          </p:spPr>
          <p:txBody>
            <a:bodyPr rtlCol="0" anchor="ctr"/>
            <a:lstStyle/>
            <a:p>
              <a:endParaRPr lang="en-US"/>
            </a:p>
          </p:txBody>
        </p:sp>
        <p:sp>
          <p:nvSpPr>
            <p:cNvPr id="2065" name="Freeform: Shape 2064"/>
            <p:cNvSpPr/>
            <p:nvPr/>
          </p:nvSpPr>
          <p:spPr>
            <a:xfrm>
              <a:off x="7939440" y="3290634"/>
              <a:ext cx="27924" cy="52343"/>
            </a:xfrm>
            <a:custGeom>
              <a:avLst/>
              <a:gdLst>
                <a:gd name="connsiteX0" fmla="*/ 449 w 27924"/>
                <a:gd name="connsiteY0" fmla="*/ 3580 h 52343"/>
                <a:gd name="connsiteX1" fmla="*/ 9031 w 27924"/>
                <a:gd name="connsiteY1" fmla="*/ 4913 h 52343"/>
                <a:gd name="connsiteX2" fmla="*/ 12281 w 27924"/>
                <a:gd name="connsiteY2" fmla="*/ 28327 h 52343"/>
                <a:gd name="connsiteX3" fmla="*/ 27196 w 27924"/>
                <a:gd name="connsiteY3" fmla="*/ 46159 h 52343"/>
                <a:gd name="connsiteX4" fmla="*/ 23530 w 27924"/>
                <a:gd name="connsiteY4" fmla="*/ 52242 h 52343"/>
                <a:gd name="connsiteX5" fmla="*/ 449 w 27924"/>
                <a:gd name="connsiteY5" fmla="*/ 3580 h 52343"/>
                <a:gd name="connsiteX6" fmla="*/ 449 w 27924"/>
                <a:gd name="connsiteY6" fmla="*/ 3580 h 52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924" h="52343">
                  <a:moveTo>
                    <a:pt x="449" y="3580"/>
                  </a:moveTo>
                  <a:cubicBezTo>
                    <a:pt x="866" y="-2003"/>
                    <a:pt x="9365" y="-670"/>
                    <a:pt x="9031" y="4913"/>
                  </a:cubicBezTo>
                  <a:cubicBezTo>
                    <a:pt x="8531" y="12912"/>
                    <a:pt x="8198" y="21161"/>
                    <a:pt x="12281" y="28327"/>
                  </a:cubicBezTo>
                  <a:cubicBezTo>
                    <a:pt x="15947" y="34910"/>
                    <a:pt x="22447" y="40326"/>
                    <a:pt x="27196" y="46159"/>
                  </a:cubicBezTo>
                  <a:cubicBezTo>
                    <a:pt x="29197" y="48576"/>
                    <a:pt x="26780" y="53075"/>
                    <a:pt x="23530" y="52242"/>
                  </a:cubicBezTo>
                  <a:cubicBezTo>
                    <a:pt x="365" y="46409"/>
                    <a:pt x="-1134" y="23411"/>
                    <a:pt x="449" y="3580"/>
                  </a:cubicBezTo>
                  <a:lnTo>
                    <a:pt x="449" y="3580"/>
                  </a:lnTo>
                  <a:close/>
                </a:path>
              </a:pathLst>
            </a:custGeom>
            <a:grpFill/>
            <a:ln w="8332" cap="flat">
              <a:noFill/>
              <a:prstDash val="solid"/>
              <a:miter/>
            </a:ln>
          </p:spPr>
          <p:txBody>
            <a:bodyPr rtlCol="0" anchor="ctr"/>
            <a:lstStyle/>
            <a:p>
              <a:endParaRPr lang="en-US"/>
            </a:p>
          </p:txBody>
        </p:sp>
        <p:sp>
          <p:nvSpPr>
            <p:cNvPr id="2066" name="Freeform: Shape 2065"/>
            <p:cNvSpPr/>
            <p:nvPr/>
          </p:nvSpPr>
          <p:spPr>
            <a:xfrm>
              <a:off x="7299166" y="2523786"/>
              <a:ext cx="436352" cy="516415"/>
            </a:xfrm>
            <a:custGeom>
              <a:avLst/>
              <a:gdLst>
                <a:gd name="connsiteX0" fmla="*/ 51526 w 436352"/>
                <a:gd name="connsiteY0" fmla="*/ 334383 h 516415"/>
                <a:gd name="connsiteX1" fmla="*/ 104605 w 436352"/>
                <a:gd name="connsiteY1" fmla="*/ 349132 h 516415"/>
                <a:gd name="connsiteX2" fmla="*/ 104688 w 436352"/>
                <a:gd name="connsiteY2" fmla="*/ 349299 h 516415"/>
                <a:gd name="connsiteX3" fmla="*/ 149351 w 436352"/>
                <a:gd name="connsiteY3" fmla="*/ 414043 h 516415"/>
                <a:gd name="connsiteX4" fmla="*/ 197180 w 436352"/>
                <a:gd name="connsiteY4" fmla="*/ 480953 h 516415"/>
                <a:gd name="connsiteX5" fmla="*/ 237509 w 436352"/>
                <a:gd name="connsiteY5" fmla="*/ 515617 h 516415"/>
                <a:gd name="connsiteX6" fmla="*/ 294671 w 436352"/>
                <a:gd name="connsiteY6" fmla="*/ 506701 h 516415"/>
                <a:gd name="connsiteX7" fmla="*/ 414077 w 436352"/>
                <a:gd name="connsiteY7" fmla="*/ 428875 h 516415"/>
                <a:gd name="connsiteX8" fmla="*/ 436325 w 436352"/>
                <a:gd name="connsiteY8" fmla="*/ 384545 h 516415"/>
                <a:gd name="connsiteX9" fmla="*/ 425076 w 436352"/>
                <a:gd name="connsiteY9" fmla="*/ 316885 h 516415"/>
                <a:gd name="connsiteX10" fmla="*/ 405911 w 436352"/>
                <a:gd name="connsiteY10" fmla="*/ 249058 h 516415"/>
                <a:gd name="connsiteX11" fmla="*/ 392996 w 436352"/>
                <a:gd name="connsiteY11" fmla="*/ 213727 h 516415"/>
                <a:gd name="connsiteX12" fmla="*/ 392079 w 436352"/>
                <a:gd name="connsiteY12" fmla="*/ 207728 h 516415"/>
                <a:gd name="connsiteX13" fmla="*/ 421076 w 436352"/>
                <a:gd name="connsiteY13" fmla="*/ 165232 h 516415"/>
                <a:gd name="connsiteX14" fmla="*/ 396496 w 436352"/>
                <a:gd name="connsiteY14" fmla="*/ 113736 h 516415"/>
                <a:gd name="connsiteX15" fmla="*/ 366164 w 436352"/>
                <a:gd name="connsiteY15" fmla="*/ 93572 h 516415"/>
                <a:gd name="connsiteX16" fmla="*/ 358082 w 436352"/>
                <a:gd name="connsiteY16" fmla="*/ 60491 h 516415"/>
                <a:gd name="connsiteX17" fmla="*/ 311753 w 436352"/>
                <a:gd name="connsiteY17" fmla="*/ 21245 h 516415"/>
                <a:gd name="connsiteX18" fmla="*/ 248759 w 436352"/>
                <a:gd name="connsiteY18" fmla="*/ 18245 h 516415"/>
                <a:gd name="connsiteX19" fmla="*/ 185597 w 436352"/>
                <a:gd name="connsiteY19" fmla="*/ 1996 h 516415"/>
                <a:gd name="connsiteX20" fmla="*/ 124270 w 436352"/>
                <a:gd name="connsiteY20" fmla="*/ 8163 h 516415"/>
                <a:gd name="connsiteX21" fmla="*/ 77941 w 436352"/>
                <a:gd name="connsiteY21" fmla="*/ 49826 h 516415"/>
                <a:gd name="connsiteX22" fmla="*/ 77690 w 436352"/>
                <a:gd name="connsiteY22" fmla="*/ 50242 h 516415"/>
                <a:gd name="connsiteX23" fmla="*/ 55776 w 436352"/>
                <a:gd name="connsiteY23" fmla="*/ 45742 h 516415"/>
                <a:gd name="connsiteX24" fmla="*/ 28445 w 436352"/>
                <a:gd name="connsiteY24" fmla="*/ 56658 h 516415"/>
                <a:gd name="connsiteX25" fmla="*/ 15279 w 436352"/>
                <a:gd name="connsiteY25" fmla="*/ 107404 h 516415"/>
                <a:gd name="connsiteX26" fmla="*/ 29695 w 436352"/>
                <a:gd name="connsiteY26" fmla="*/ 140151 h 516415"/>
                <a:gd name="connsiteX27" fmla="*/ 5447 w 436352"/>
                <a:gd name="connsiteY27" fmla="*/ 164732 h 516415"/>
                <a:gd name="connsiteX28" fmla="*/ 13696 w 436352"/>
                <a:gd name="connsiteY28" fmla="*/ 219310 h 516415"/>
                <a:gd name="connsiteX29" fmla="*/ 26778 w 436352"/>
                <a:gd name="connsiteY29" fmla="*/ 239392 h 516415"/>
                <a:gd name="connsiteX30" fmla="*/ 24279 w 436352"/>
                <a:gd name="connsiteY30" fmla="*/ 260056 h 516415"/>
                <a:gd name="connsiteX31" fmla="*/ 18196 w 436352"/>
                <a:gd name="connsiteY31" fmla="*/ 288221 h 516415"/>
                <a:gd name="connsiteX32" fmla="*/ 51526 w 436352"/>
                <a:gd name="connsiteY32" fmla="*/ 334383 h 516415"/>
                <a:gd name="connsiteX33" fmla="*/ 51526 w 436352"/>
                <a:gd name="connsiteY33" fmla="*/ 334383 h 516415"/>
                <a:gd name="connsiteX34" fmla="*/ 407161 w 436352"/>
                <a:gd name="connsiteY34" fmla="*/ 415293 h 516415"/>
                <a:gd name="connsiteX35" fmla="*/ 393912 w 436352"/>
                <a:gd name="connsiteY35" fmla="*/ 364297 h 516415"/>
                <a:gd name="connsiteX36" fmla="*/ 377830 w 436352"/>
                <a:gd name="connsiteY36" fmla="*/ 313968 h 516415"/>
                <a:gd name="connsiteX37" fmla="*/ 361415 w 436352"/>
                <a:gd name="connsiteY37" fmla="*/ 266473 h 516415"/>
                <a:gd name="connsiteX38" fmla="*/ 347916 w 436352"/>
                <a:gd name="connsiteY38" fmla="*/ 229893 h 516415"/>
                <a:gd name="connsiteX39" fmla="*/ 351999 w 436352"/>
                <a:gd name="connsiteY39" fmla="*/ 227559 h 516415"/>
                <a:gd name="connsiteX40" fmla="*/ 384246 w 436352"/>
                <a:gd name="connsiteY40" fmla="*/ 212561 h 516415"/>
                <a:gd name="connsiteX41" fmla="*/ 387246 w 436352"/>
                <a:gd name="connsiteY41" fmla="*/ 226643 h 516415"/>
                <a:gd name="connsiteX42" fmla="*/ 398579 w 436352"/>
                <a:gd name="connsiteY42" fmla="*/ 261390 h 516415"/>
                <a:gd name="connsiteX43" fmla="*/ 415577 w 436352"/>
                <a:gd name="connsiteY43" fmla="*/ 334967 h 516415"/>
                <a:gd name="connsiteX44" fmla="*/ 422659 w 436352"/>
                <a:gd name="connsiteY44" fmla="*/ 378129 h 516415"/>
                <a:gd name="connsiteX45" fmla="*/ 409160 w 436352"/>
                <a:gd name="connsiteY45" fmla="*/ 412959 h 516415"/>
                <a:gd name="connsiteX46" fmla="*/ 407161 w 436352"/>
                <a:gd name="connsiteY46" fmla="*/ 415293 h 516415"/>
                <a:gd name="connsiteX47" fmla="*/ 407161 w 436352"/>
                <a:gd name="connsiteY47" fmla="*/ 415293 h 516415"/>
                <a:gd name="connsiteX48" fmla="*/ 373164 w 436352"/>
                <a:gd name="connsiteY48" fmla="*/ 447790 h 516415"/>
                <a:gd name="connsiteX49" fmla="*/ 315836 w 436352"/>
                <a:gd name="connsiteY49" fmla="*/ 284888 h 516415"/>
                <a:gd name="connsiteX50" fmla="*/ 335334 w 436352"/>
                <a:gd name="connsiteY50" fmla="*/ 259057 h 516415"/>
                <a:gd name="connsiteX51" fmla="*/ 338584 w 436352"/>
                <a:gd name="connsiteY51" fmla="*/ 244391 h 516415"/>
                <a:gd name="connsiteX52" fmla="*/ 342667 w 436352"/>
                <a:gd name="connsiteY52" fmla="*/ 234559 h 516415"/>
                <a:gd name="connsiteX53" fmla="*/ 355499 w 436352"/>
                <a:gd name="connsiteY53" fmla="*/ 273472 h 516415"/>
                <a:gd name="connsiteX54" fmla="*/ 372414 w 436352"/>
                <a:gd name="connsiteY54" fmla="*/ 324967 h 516415"/>
                <a:gd name="connsiteX55" fmla="*/ 388746 w 436352"/>
                <a:gd name="connsiteY55" fmla="*/ 377046 h 516415"/>
                <a:gd name="connsiteX56" fmla="*/ 394912 w 436352"/>
                <a:gd name="connsiteY56" fmla="*/ 402710 h 516415"/>
                <a:gd name="connsiteX57" fmla="*/ 401245 w 436352"/>
                <a:gd name="connsiteY57" fmla="*/ 416876 h 516415"/>
                <a:gd name="connsiteX58" fmla="*/ 401245 w 436352"/>
                <a:gd name="connsiteY58" fmla="*/ 422125 h 516415"/>
                <a:gd name="connsiteX59" fmla="*/ 373164 w 436352"/>
                <a:gd name="connsiteY59" fmla="*/ 447790 h 516415"/>
                <a:gd name="connsiteX60" fmla="*/ 373164 w 436352"/>
                <a:gd name="connsiteY60" fmla="*/ 447790 h 516415"/>
                <a:gd name="connsiteX61" fmla="*/ 257758 w 436352"/>
                <a:gd name="connsiteY61" fmla="*/ 304303 h 516415"/>
                <a:gd name="connsiteX62" fmla="*/ 259174 w 436352"/>
                <a:gd name="connsiteY62" fmla="*/ 304219 h 516415"/>
                <a:gd name="connsiteX63" fmla="*/ 291338 w 436352"/>
                <a:gd name="connsiteY63" fmla="*/ 297387 h 516415"/>
                <a:gd name="connsiteX64" fmla="*/ 311836 w 436352"/>
                <a:gd name="connsiteY64" fmla="*/ 287721 h 516415"/>
                <a:gd name="connsiteX65" fmla="*/ 339001 w 436352"/>
                <a:gd name="connsiteY65" fmla="*/ 366047 h 516415"/>
                <a:gd name="connsiteX66" fmla="*/ 366248 w 436352"/>
                <a:gd name="connsiteY66" fmla="*/ 452873 h 516415"/>
                <a:gd name="connsiteX67" fmla="*/ 349499 w 436352"/>
                <a:gd name="connsiteY67" fmla="*/ 464122 h 516415"/>
                <a:gd name="connsiteX68" fmla="*/ 341917 w 436352"/>
                <a:gd name="connsiteY68" fmla="*/ 468704 h 516415"/>
                <a:gd name="connsiteX69" fmla="*/ 326335 w 436352"/>
                <a:gd name="connsiteY69" fmla="*/ 435707 h 516415"/>
                <a:gd name="connsiteX70" fmla="*/ 306503 w 436352"/>
                <a:gd name="connsiteY70" fmla="*/ 395211 h 516415"/>
                <a:gd name="connsiteX71" fmla="*/ 281756 w 436352"/>
                <a:gd name="connsiteY71" fmla="*/ 344716 h 516415"/>
                <a:gd name="connsiteX72" fmla="*/ 257758 w 436352"/>
                <a:gd name="connsiteY72" fmla="*/ 304303 h 516415"/>
                <a:gd name="connsiteX73" fmla="*/ 257758 w 436352"/>
                <a:gd name="connsiteY73" fmla="*/ 304303 h 516415"/>
                <a:gd name="connsiteX74" fmla="*/ 257758 w 436352"/>
                <a:gd name="connsiteY74" fmla="*/ 304303 h 516415"/>
                <a:gd name="connsiteX75" fmla="*/ 261924 w 436352"/>
                <a:gd name="connsiteY75" fmla="*/ 416042 h 516415"/>
                <a:gd name="connsiteX76" fmla="*/ 214845 w 436352"/>
                <a:gd name="connsiteY76" fmla="*/ 337966 h 516415"/>
                <a:gd name="connsiteX77" fmla="*/ 229927 w 436352"/>
                <a:gd name="connsiteY77" fmla="*/ 324051 h 516415"/>
                <a:gd name="connsiteX78" fmla="*/ 239592 w 436352"/>
                <a:gd name="connsiteY78" fmla="*/ 310385 h 516415"/>
                <a:gd name="connsiteX79" fmla="*/ 255341 w 436352"/>
                <a:gd name="connsiteY79" fmla="*/ 304386 h 516415"/>
                <a:gd name="connsiteX80" fmla="*/ 255008 w 436352"/>
                <a:gd name="connsiteY80" fmla="*/ 306302 h 516415"/>
                <a:gd name="connsiteX81" fmla="*/ 279089 w 436352"/>
                <a:gd name="connsiteY81" fmla="*/ 352965 h 516415"/>
                <a:gd name="connsiteX82" fmla="*/ 299587 w 436352"/>
                <a:gd name="connsiteY82" fmla="*/ 398877 h 516415"/>
                <a:gd name="connsiteX83" fmla="*/ 332917 w 436352"/>
                <a:gd name="connsiteY83" fmla="*/ 473954 h 516415"/>
                <a:gd name="connsiteX84" fmla="*/ 301754 w 436352"/>
                <a:gd name="connsiteY84" fmla="*/ 488703 h 516415"/>
                <a:gd name="connsiteX85" fmla="*/ 284505 w 436352"/>
                <a:gd name="connsiteY85" fmla="*/ 454872 h 516415"/>
                <a:gd name="connsiteX86" fmla="*/ 261924 w 436352"/>
                <a:gd name="connsiteY86" fmla="*/ 416042 h 516415"/>
                <a:gd name="connsiteX87" fmla="*/ 261924 w 436352"/>
                <a:gd name="connsiteY87" fmla="*/ 416042 h 516415"/>
                <a:gd name="connsiteX88" fmla="*/ 275839 w 436352"/>
                <a:gd name="connsiteY88" fmla="*/ 496702 h 516415"/>
                <a:gd name="connsiteX89" fmla="*/ 270840 w 436352"/>
                <a:gd name="connsiteY89" fmla="*/ 497868 h 516415"/>
                <a:gd name="connsiteX90" fmla="*/ 253092 w 436352"/>
                <a:gd name="connsiteY90" fmla="*/ 473371 h 516415"/>
                <a:gd name="connsiteX91" fmla="*/ 226094 w 436352"/>
                <a:gd name="connsiteY91" fmla="*/ 434624 h 516415"/>
                <a:gd name="connsiteX92" fmla="*/ 170182 w 436352"/>
                <a:gd name="connsiteY92" fmla="*/ 355881 h 516415"/>
                <a:gd name="connsiteX93" fmla="*/ 172682 w 436352"/>
                <a:gd name="connsiteY93" fmla="*/ 355631 h 516415"/>
                <a:gd name="connsiteX94" fmla="*/ 211012 w 436352"/>
                <a:gd name="connsiteY94" fmla="*/ 340549 h 516415"/>
                <a:gd name="connsiteX95" fmla="*/ 254092 w 436352"/>
                <a:gd name="connsiteY95" fmla="*/ 419792 h 516415"/>
                <a:gd name="connsiteX96" fmla="*/ 276589 w 436352"/>
                <a:gd name="connsiteY96" fmla="*/ 461205 h 516415"/>
                <a:gd name="connsiteX97" fmla="*/ 292838 w 436352"/>
                <a:gd name="connsiteY97" fmla="*/ 491786 h 516415"/>
                <a:gd name="connsiteX98" fmla="*/ 275839 w 436352"/>
                <a:gd name="connsiteY98" fmla="*/ 496702 h 516415"/>
                <a:gd name="connsiteX99" fmla="*/ 275839 w 436352"/>
                <a:gd name="connsiteY99" fmla="*/ 496702 h 516415"/>
                <a:gd name="connsiteX100" fmla="*/ 121770 w 436352"/>
                <a:gd name="connsiteY100" fmla="*/ 349215 h 516415"/>
                <a:gd name="connsiteX101" fmla="*/ 167599 w 436352"/>
                <a:gd name="connsiteY101" fmla="*/ 356131 h 516415"/>
                <a:gd name="connsiteX102" fmla="*/ 258174 w 436352"/>
                <a:gd name="connsiteY102" fmla="*/ 500618 h 516415"/>
                <a:gd name="connsiteX103" fmla="*/ 240593 w 436352"/>
                <a:gd name="connsiteY103" fmla="*/ 500951 h 516415"/>
                <a:gd name="connsiteX104" fmla="*/ 208429 w 436352"/>
                <a:gd name="connsiteY104" fmla="*/ 471038 h 516415"/>
                <a:gd name="connsiteX105" fmla="*/ 163516 w 436352"/>
                <a:gd name="connsiteY105" fmla="*/ 408627 h 516415"/>
                <a:gd name="connsiteX106" fmla="*/ 121770 w 436352"/>
                <a:gd name="connsiteY106" fmla="*/ 349215 h 516415"/>
                <a:gd name="connsiteX107" fmla="*/ 121770 w 436352"/>
                <a:gd name="connsiteY107" fmla="*/ 349215 h 516415"/>
                <a:gd name="connsiteX108" fmla="*/ 36445 w 436352"/>
                <a:gd name="connsiteY108" fmla="*/ 273555 h 516415"/>
                <a:gd name="connsiteX109" fmla="*/ 42611 w 436352"/>
                <a:gd name="connsiteY109" fmla="*/ 251891 h 516415"/>
                <a:gd name="connsiteX110" fmla="*/ 27029 w 436352"/>
                <a:gd name="connsiteY110" fmla="*/ 210728 h 516415"/>
                <a:gd name="connsiteX111" fmla="*/ 16946 w 436352"/>
                <a:gd name="connsiteY111" fmla="*/ 178231 h 516415"/>
                <a:gd name="connsiteX112" fmla="*/ 37611 w 436352"/>
                <a:gd name="connsiteY112" fmla="*/ 155316 h 516415"/>
                <a:gd name="connsiteX113" fmla="*/ 47193 w 436352"/>
                <a:gd name="connsiteY113" fmla="*/ 126485 h 516415"/>
                <a:gd name="connsiteX114" fmla="*/ 35444 w 436352"/>
                <a:gd name="connsiteY114" fmla="*/ 70574 h 516415"/>
                <a:gd name="connsiteX115" fmla="*/ 62359 w 436352"/>
                <a:gd name="connsiteY115" fmla="*/ 59658 h 516415"/>
                <a:gd name="connsiteX116" fmla="*/ 81607 w 436352"/>
                <a:gd name="connsiteY116" fmla="*/ 64241 h 516415"/>
                <a:gd name="connsiteX117" fmla="*/ 86440 w 436352"/>
                <a:gd name="connsiteY117" fmla="*/ 52242 h 516415"/>
                <a:gd name="connsiteX118" fmla="*/ 148017 w 436352"/>
                <a:gd name="connsiteY118" fmla="*/ 13162 h 516415"/>
                <a:gd name="connsiteX119" fmla="*/ 215261 w 436352"/>
                <a:gd name="connsiteY119" fmla="*/ 28161 h 516415"/>
                <a:gd name="connsiteX120" fmla="*/ 263590 w 436352"/>
                <a:gd name="connsiteY120" fmla="*/ 32994 h 516415"/>
                <a:gd name="connsiteX121" fmla="*/ 329085 w 436352"/>
                <a:gd name="connsiteY121" fmla="*/ 49576 h 516415"/>
                <a:gd name="connsiteX122" fmla="*/ 347083 w 436352"/>
                <a:gd name="connsiteY122" fmla="*/ 89072 h 516415"/>
                <a:gd name="connsiteX123" fmla="*/ 351666 w 436352"/>
                <a:gd name="connsiteY123" fmla="*/ 103571 h 516415"/>
                <a:gd name="connsiteX124" fmla="*/ 393246 w 436352"/>
                <a:gd name="connsiteY124" fmla="*/ 131485 h 516415"/>
                <a:gd name="connsiteX125" fmla="*/ 403495 w 436352"/>
                <a:gd name="connsiteY125" fmla="*/ 172064 h 516415"/>
                <a:gd name="connsiteX126" fmla="*/ 376747 w 436352"/>
                <a:gd name="connsiteY126" fmla="*/ 197895 h 516415"/>
                <a:gd name="connsiteX127" fmla="*/ 349833 w 436352"/>
                <a:gd name="connsiteY127" fmla="*/ 210478 h 516415"/>
                <a:gd name="connsiteX128" fmla="*/ 328668 w 436352"/>
                <a:gd name="connsiteY128" fmla="*/ 220977 h 516415"/>
                <a:gd name="connsiteX129" fmla="*/ 323168 w 436352"/>
                <a:gd name="connsiteY129" fmla="*/ 238559 h 516415"/>
                <a:gd name="connsiteX130" fmla="*/ 309837 w 436352"/>
                <a:gd name="connsiteY130" fmla="*/ 269472 h 516415"/>
                <a:gd name="connsiteX131" fmla="*/ 250342 w 436352"/>
                <a:gd name="connsiteY131" fmla="*/ 288554 h 516415"/>
                <a:gd name="connsiteX132" fmla="*/ 230760 w 436352"/>
                <a:gd name="connsiteY132" fmla="*/ 296303 h 516415"/>
                <a:gd name="connsiteX133" fmla="*/ 212345 w 436352"/>
                <a:gd name="connsiteY133" fmla="*/ 319801 h 516415"/>
                <a:gd name="connsiteX134" fmla="*/ 154850 w 436352"/>
                <a:gd name="connsiteY134" fmla="*/ 339966 h 516415"/>
                <a:gd name="connsiteX135" fmla="*/ 126353 w 436352"/>
                <a:gd name="connsiteY135" fmla="*/ 333883 h 516415"/>
                <a:gd name="connsiteX136" fmla="*/ 106772 w 436352"/>
                <a:gd name="connsiteY136" fmla="*/ 334883 h 516415"/>
                <a:gd name="connsiteX137" fmla="*/ 47277 w 436352"/>
                <a:gd name="connsiteY137" fmla="*/ 311635 h 516415"/>
                <a:gd name="connsiteX138" fmla="*/ 36445 w 436352"/>
                <a:gd name="connsiteY138" fmla="*/ 273555 h 516415"/>
                <a:gd name="connsiteX139" fmla="*/ 36445 w 436352"/>
                <a:gd name="connsiteY139" fmla="*/ 273555 h 516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Lst>
              <a:rect l="l" t="t" r="r" b="b"/>
              <a:pathLst>
                <a:path w="436352" h="516415">
                  <a:moveTo>
                    <a:pt x="51526" y="334383"/>
                  </a:moveTo>
                  <a:cubicBezTo>
                    <a:pt x="66525" y="342716"/>
                    <a:pt x="86773" y="349299"/>
                    <a:pt x="104605" y="349132"/>
                  </a:cubicBezTo>
                  <a:cubicBezTo>
                    <a:pt x="104605" y="349215"/>
                    <a:pt x="104605" y="349215"/>
                    <a:pt x="104688" y="349299"/>
                  </a:cubicBezTo>
                  <a:cubicBezTo>
                    <a:pt x="118187" y="372046"/>
                    <a:pt x="134186" y="392545"/>
                    <a:pt x="149351" y="414043"/>
                  </a:cubicBezTo>
                  <a:cubicBezTo>
                    <a:pt x="165266" y="436541"/>
                    <a:pt x="180098" y="459289"/>
                    <a:pt x="197180" y="480953"/>
                  </a:cubicBezTo>
                  <a:cubicBezTo>
                    <a:pt x="206929" y="493452"/>
                    <a:pt x="220594" y="512867"/>
                    <a:pt x="237509" y="515617"/>
                  </a:cubicBezTo>
                  <a:cubicBezTo>
                    <a:pt x="255758" y="518616"/>
                    <a:pt x="277589" y="512617"/>
                    <a:pt x="294671" y="506701"/>
                  </a:cubicBezTo>
                  <a:cubicBezTo>
                    <a:pt x="340000" y="490952"/>
                    <a:pt x="381663" y="464288"/>
                    <a:pt x="414077" y="428875"/>
                  </a:cubicBezTo>
                  <a:cubicBezTo>
                    <a:pt x="425326" y="416542"/>
                    <a:pt x="435909" y="401710"/>
                    <a:pt x="436325" y="384545"/>
                  </a:cubicBezTo>
                  <a:cubicBezTo>
                    <a:pt x="436825" y="361797"/>
                    <a:pt x="430409" y="338716"/>
                    <a:pt x="425076" y="316885"/>
                  </a:cubicBezTo>
                  <a:cubicBezTo>
                    <a:pt x="419576" y="294054"/>
                    <a:pt x="413493" y="271222"/>
                    <a:pt x="405911" y="249058"/>
                  </a:cubicBezTo>
                  <a:cubicBezTo>
                    <a:pt x="401828" y="237309"/>
                    <a:pt x="395578" y="225976"/>
                    <a:pt x="392996" y="213727"/>
                  </a:cubicBezTo>
                  <a:cubicBezTo>
                    <a:pt x="392579" y="211728"/>
                    <a:pt x="392329" y="209728"/>
                    <a:pt x="392079" y="207728"/>
                  </a:cubicBezTo>
                  <a:cubicBezTo>
                    <a:pt x="407161" y="197562"/>
                    <a:pt x="419243" y="184063"/>
                    <a:pt x="421076" y="165232"/>
                  </a:cubicBezTo>
                  <a:cubicBezTo>
                    <a:pt x="422993" y="145817"/>
                    <a:pt x="411911" y="125235"/>
                    <a:pt x="396496" y="113736"/>
                  </a:cubicBezTo>
                  <a:cubicBezTo>
                    <a:pt x="387329" y="106904"/>
                    <a:pt x="372247" y="103154"/>
                    <a:pt x="366164" y="93572"/>
                  </a:cubicBezTo>
                  <a:cubicBezTo>
                    <a:pt x="360332" y="84406"/>
                    <a:pt x="362081" y="70907"/>
                    <a:pt x="358082" y="60491"/>
                  </a:cubicBezTo>
                  <a:cubicBezTo>
                    <a:pt x="350166" y="39993"/>
                    <a:pt x="331334" y="28827"/>
                    <a:pt x="311753" y="21245"/>
                  </a:cubicBezTo>
                  <a:cubicBezTo>
                    <a:pt x="290255" y="12912"/>
                    <a:pt x="271006" y="14745"/>
                    <a:pt x="248759" y="18245"/>
                  </a:cubicBezTo>
                  <a:cubicBezTo>
                    <a:pt x="226260" y="21828"/>
                    <a:pt x="207512" y="6080"/>
                    <a:pt x="185597" y="1996"/>
                  </a:cubicBezTo>
                  <a:cubicBezTo>
                    <a:pt x="165433" y="-1753"/>
                    <a:pt x="143185" y="-503"/>
                    <a:pt x="124270" y="8163"/>
                  </a:cubicBezTo>
                  <a:cubicBezTo>
                    <a:pt x="103938" y="17412"/>
                    <a:pt x="90773" y="31994"/>
                    <a:pt x="77941" y="49826"/>
                  </a:cubicBezTo>
                  <a:cubicBezTo>
                    <a:pt x="77857" y="49992"/>
                    <a:pt x="77774" y="50076"/>
                    <a:pt x="77690" y="50242"/>
                  </a:cubicBezTo>
                  <a:cubicBezTo>
                    <a:pt x="70358" y="48826"/>
                    <a:pt x="63859" y="44993"/>
                    <a:pt x="55776" y="45742"/>
                  </a:cubicBezTo>
                  <a:cubicBezTo>
                    <a:pt x="45860" y="46659"/>
                    <a:pt x="36278" y="50492"/>
                    <a:pt x="28445" y="56658"/>
                  </a:cubicBezTo>
                  <a:cubicBezTo>
                    <a:pt x="12363" y="69240"/>
                    <a:pt x="7363" y="88739"/>
                    <a:pt x="15279" y="107404"/>
                  </a:cubicBezTo>
                  <a:cubicBezTo>
                    <a:pt x="18862" y="115903"/>
                    <a:pt x="35528" y="132152"/>
                    <a:pt x="29695" y="140151"/>
                  </a:cubicBezTo>
                  <a:cubicBezTo>
                    <a:pt x="22945" y="149400"/>
                    <a:pt x="11530" y="154399"/>
                    <a:pt x="5447" y="164732"/>
                  </a:cubicBezTo>
                  <a:cubicBezTo>
                    <a:pt x="-5385" y="183147"/>
                    <a:pt x="1281" y="203728"/>
                    <a:pt x="13696" y="219310"/>
                  </a:cubicBezTo>
                  <a:cubicBezTo>
                    <a:pt x="18862" y="225810"/>
                    <a:pt x="24695" y="231142"/>
                    <a:pt x="26778" y="239392"/>
                  </a:cubicBezTo>
                  <a:cubicBezTo>
                    <a:pt x="28612" y="246808"/>
                    <a:pt x="26362" y="253141"/>
                    <a:pt x="24279" y="260056"/>
                  </a:cubicBezTo>
                  <a:cubicBezTo>
                    <a:pt x="21529" y="269056"/>
                    <a:pt x="17779" y="278722"/>
                    <a:pt x="18196" y="288221"/>
                  </a:cubicBezTo>
                  <a:cubicBezTo>
                    <a:pt x="19113" y="306969"/>
                    <a:pt x="36111" y="325967"/>
                    <a:pt x="51526" y="334383"/>
                  </a:cubicBezTo>
                  <a:lnTo>
                    <a:pt x="51526" y="334383"/>
                  </a:lnTo>
                  <a:close/>
                  <a:moveTo>
                    <a:pt x="407161" y="415293"/>
                  </a:moveTo>
                  <a:cubicBezTo>
                    <a:pt x="401495" y="398711"/>
                    <a:pt x="399078" y="381046"/>
                    <a:pt x="393912" y="364297"/>
                  </a:cubicBezTo>
                  <a:cubicBezTo>
                    <a:pt x="388746" y="347465"/>
                    <a:pt x="382996" y="330800"/>
                    <a:pt x="377830" y="313968"/>
                  </a:cubicBezTo>
                  <a:cubicBezTo>
                    <a:pt x="372914" y="297886"/>
                    <a:pt x="366664" y="282305"/>
                    <a:pt x="361415" y="266473"/>
                  </a:cubicBezTo>
                  <a:cubicBezTo>
                    <a:pt x="357415" y="254557"/>
                    <a:pt x="354083" y="241142"/>
                    <a:pt x="347916" y="229893"/>
                  </a:cubicBezTo>
                  <a:cubicBezTo>
                    <a:pt x="349166" y="229059"/>
                    <a:pt x="350416" y="228309"/>
                    <a:pt x="351999" y="227559"/>
                  </a:cubicBezTo>
                  <a:cubicBezTo>
                    <a:pt x="362665" y="222143"/>
                    <a:pt x="373831" y="218310"/>
                    <a:pt x="384246" y="212561"/>
                  </a:cubicBezTo>
                  <a:cubicBezTo>
                    <a:pt x="384580" y="217227"/>
                    <a:pt x="385996" y="222143"/>
                    <a:pt x="387246" y="226643"/>
                  </a:cubicBezTo>
                  <a:cubicBezTo>
                    <a:pt x="390579" y="238309"/>
                    <a:pt x="395329" y="249558"/>
                    <a:pt x="398579" y="261390"/>
                  </a:cubicBezTo>
                  <a:cubicBezTo>
                    <a:pt x="405244" y="285721"/>
                    <a:pt x="410577" y="310302"/>
                    <a:pt x="415577" y="334967"/>
                  </a:cubicBezTo>
                  <a:cubicBezTo>
                    <a:pt x="418493" y="349215"/>
                    <a:pt x="422243" y="363464"/>
                    <a:pt x="422659" y="378129"/>
                  </a:cubicBezTo>
                  <a:cubicBezTo>
                    <a:pt x="423076" y="392211"/>
                    <a:pt x="417576" y="401960"/>
                    <a:pt x="409160" y="412959"/>
                  </a:cubicBezTo>
                  <a:cubicBezTo>
                    <a:pt x="408494" y="413709"/>
                    <a:pt x="407828" y="414543"/>
                    <a:pt x="407161" y="415293"/>
                  </a:cubicBezTo>
                  <a:lnTo>
                    <a:pt x="407161" y="415293"/>
                  </a:lnTo>
                  <a:close/>
                  <a:moveTo>
                    <a:pt x="373164" y="447790"/>
                  </a:moveTo>
                  <a:cubicBezTo>
                    <a:pt x="358499" y="392545"/>
                    <a:pt x="338001" y="337550"/>
                    <a:pt x="315836" y="284888"/>
                  </a:cubicBezTo>
                  <a:cubicBezTo>
                    <a:pt x="324419" y="278388"/>
                    <a:pt x="331251" y="269972"/>
                    <a:pt x="335334" y="259057"/>
                  </a:cubicBezTo>
                  <a:cubicBezTo>
                    <a:pt x="337167" y="254057"/>
                    <a:pt x="337500" y="249474"/>
                    <a:pt x="338584" y="244391"/>
                  </a:cubicBezTo>
                  <a:cubicBezTo>
                    <a:pt x="339417" y="240142"/>
                    <a:pt x="340750" y="237059"/>
                    <a:pt x="342667" y="234559"/>
                  </a:cubicBezTo>
                  <a:cubicBezTo>
                    <a:pt x="345916" y="247808"/>
                    <a:pt x="351166" y="260723"/>
                    <a:pt x="355499" y="273472"/>
                  </a:cubicBezTo>
                  <a:cubicBezTo>
                    <a:pt x="361332" y="290637"/>
                    <a:pt x="367331" y="307552"/>
                    <a:pt x="372414" y="324967"/>
                  </a:cubicBezTo>
                  <a:cubicBezTo>
                    <a:pt x="377580" y="342382"/>
                    <a:pt x="384163" y="359464"/>
                    <a:pt x="388746" y="377046"/>
                  </a:cubicBezTo>
                  <a:cubicBezTo>
                    <a:pt x="390996" y="385629"/>
                    <a:pt x="392996" y="394128"/>
                    <a:pt x="394912" y="402710"/>
                  </a:cubicBezTo>
                  <a:cubicBezTo>
                    <a:pt x="395828" y="406627"/>
                    <a:pt x="397078" y="420542"/>
                    <a:pt x="401245" y="416876"/>
                  </a:cubicBezTo>
                  <a:cubicBezTo>
                    <a:pt x="399245" y="418625"/>
                    <a:pt x="399744" y="420875"/>
                    <a:pt x="401245" y="422125"/>
                  </a:cubicBezTo>
                  <a:cubicBezTo>
                    <a:pt x="392912" y="431458"/>
                    <a:pt x="383247" y="440040"/>
                    <a:pt x="373164" y="447790"/>
                  </a:cubicBezTo>
                  <a:lnTo>
                    <a:pt x="373164" y="447790"/>
                  </a:lnTo>
                  <a:close/>
                  <a:moveTo>
                    <a:pt x="257758" y="304303"/>
                  </a:moveTo>
                  <a:cubicBezTo>
                    <a:pt x="258258" y="304303"/>
                    <a:pt x="258674" y="304303"/>
                    <a:pt x="259174" y="304219"/>
                  </a:cubicBezTo>
                  <a:cubicBezTo>
                    <a:pt x="270090" y="303469"/>
                    <a:pt x="281006" y="300803"/>
                    <a:pt x="291338" y="297387"/>
                  </a:cubicBezTo>
                  <a:cubicBezTo>
                    <a:pt x="298671" y="294970"/>
                    <a:pt x="305670" y="291804"/>
                    <a:pt x="311836" y="287721"/>
                  </a:cubicBezTo>
                  <a:cubicBezTo>
                    <a:pt x="318252" y="314218"/>
                    <a:pt x="330751" y="340299"/>
                    <a:pt x="339001" y="366047"/>
                  </a:cubicBezTo>
                  <a:cubicBezTo>
                    <a:pt x="348166" y="394878"/>
                    <a:pt x="355749" y="424542"/>
                    <a:pt x="366248" y="452873"/>
                  </a:cubicBezTo>
                  <a:cubicBezTo>
                    <a:pt x="360748" y="456872"/>
                    <a:pt x="355082" y="460622"/>
                    <a:pt x="349499" y="464122"/>
                  </a:cubicBezTo>
                  <a:cubicBezTo>
                    <a:pt x="347000" y="465705"/>
                    <a:pt x="344500" y="467205"/>
                    <a:pt x="341917" y="468704"/>
                  </a:cubicBezTo>
                  <a:cubicBezTo>
                    <a:pt x="338250" y="457289"/>
                    <a:pt x="331168" y="446040"/>
                    <a:pt x="326335" y="435707"/>
                  </a:cubicBezTo>
                  <a:cubicBezTo>
                    <a:pt x="320002" y="422125"/>
                    <a:pt x="313169" y="408710"/>
                    <a:pt x="306503" y="395211"/>
                  </a:cubicBezTo>
                  <a:cubicBezTo>
                    <a:pt x="298171" y="378296"/>
                    <a:pt x="291255" y="361131"/>
                    <a:pt x="281756" y="344716"/>
                  </a:cubicBezTo>
                  <a:cubicBezTo>
                    <a:pt x="274089" y="331634"/>
                    <a:pt x="267674" y="316051"/>
                    <a:pt x="257758" y="304303"/>
                  </a:cubicBezTo>
                  <a:cubicBezTo>
                    <a:pt x="257841" y="304303"/>
                    <a:pt x="257841" y="304303"/>
                    <a:pt x="257758" y="304303"/>
                  </a:cubicBezTo>
                  <a:lnTo>
                    <a:pt x="257758" y="304303"/>
                  </a:lnTo>
                  <a:close/>
                  <a:moveTo>
                    <a:pt x="261924" y="416042"/>
                  </a:moveTo>
                  <a:cubicBezTo>
                    <a:pt x="246342" y="390128"/>
                    <a:pt x="229510" y="364297"/>
                    <a:pt x="214845" y="337966"/>
                  </a:cubicBezTo>
                  <a:cubicBezTo>
                    <a:pt x="220344" y="333883"/>
                    <a:pt x="225427" y="329217"/>
                    <a:pt x="229927" y="324051"/>
                  </a:cubicBezTo>
                  <a:cubicBezTo>
                    <a:pt x="233593" y="319885"/>
                    <a:pt x="235927" y="314302"/>
                    <a:pt x="239592" y="310385"/>
                  </a:cubicBezTo>
                  <a:cubicBezTo>
                    <a:pt x="245176" y="304386"/>
                    <a:pt x="249592" y="304469"/>
                    <a:pt x="255341" y="304386"/>
                  </a:cubicBezTo>
                  <a:cubicBezTo>
                    <a:pt x="254841" y="304886"/>
                    <a:pt x="254508" y="305636"/>
                    <a:pt x="255008" y="306302"/>
                  </a:cubicBezTo>
                  <a:cubicBezTo>
                    <a:pt x="264424" y="320385"/>
                    <a:pt x="271090" y="337883"/>
                    <a:pt x="279089" y="352965"/>
                  </a:cubicBezTo>
                  <a:cubicBezTo>
                    <a:pt x="287005" y="367964"/>
                    <a:pt x="292588" y="383545"/>
                    <a:pt x="299587" y="398877"/>
                  </a:cubicBezTo>
                  <a:cubicBezTo>
                    <a:pt x="310836" y="423542"/>
                    <a:pt x="320335" y="449956"/>
                    <a:pt x="332917" y="473954"/>
                  </a:cubicBezTo>
                  <a:cubicBezTo>
                    <a:pt x="322918" y="479537"/>
                    <a:pt x="312420" y="484536"/>
                    <a:pt x="301754" y="488703"/>
                  </a:cubicBezTo>
                  <a:cubicBezTo>
                    <a:pt x="298087" y="477370"/>
                    <a:pt x="290505" y="465121"/>
                    <a:pt x="284505" y="454872"/>
                  </a:cubicBezTo>
                  <a:cubicBezTo>
                    <a:pt x="276923" y="442040"/>
                    <a:pt x="269673" y="428875"/>
                    <a:pt x="261924" y="416042"/>
                  </a:cubicBezTo>
                  <a:lnTo>
                    <a:pt x="261924" y="416042"/>
                  </a:lnTo>
                  <a:close/>
                  <a:moveTo>
                    <a:pt x="275839" y="496702"/>
                  </a:moveTo>
                  <a:cubicBezTo>
                    <a:pt x="274256" y="497035"/>
                    <a:pt x="272590" y="497452"/>
                    <a:pt x="270840" y="497868"/>
                  </a:cubicBezTo>
                  <a:cubicBezTo>
                    <a:pt x="265591" y="489369"/>
                    <a:pt x="259007" y="481453"/>
                    <a:pt x="253092" y="473371"/>
                  </a:cubicBezTo>
                  <a:cubicBezTo>
                    <a:pt x="243759" y="460705"/>
                    <a:pt x="235176" y="447456"/>
                    <a:pt x="226094" y="434624"/>
                  </a:cubicBezTo>
                  <a:cubicBezTo>
                    <a:pt x="207512" y="408377"/>
                    <a:pt x="188347" y="382379"/>
                    <a:pt x="170182" y="355881"/>
                  </a:cubicBezTo>
                  <a:cubicBezTo>
                    <a:pt x="171015" y="355798"/>
                    <a:pt x="171849" y="355715"/>
                    <a:pt x="172682" y="355631"/>
                  </a:cubicBezTo>
                  <a:cubicBezTo>
                    <a:pt x="186431" y="353548"/>
                    <a:pt x="199596" y="348299"/>
                    <a:pt x="211012" y="340549"/>
                  </a:cubicBezTo>
                  <a:cubicBezTo>
                    <a:pt x="224177" y="367464"/>
                    <a:pt x="239759" y="393711"/>
                    <a:pt x="254092" y="419792"/>
                  </a:cubicBezTo>
                  <a:cubicBezTo>
                    <a:pt x="261591" y="433541"/>
                    <a:pt x="269173" y="447373"/>
                    <a:pt x="276589" y="461205"/>
                  </a:cubicBezTo>
                  <a:cubicBezTo>
                    <a:pt x="282089" y="471454"/>
                    <a:pt x="285755" y="482620"/>
                    <a:pt x="292838" y="491786"/>
                  </a:cubicBezTo>
                  <a:cubicBezTo>
                    <a:pt x="287338" y="493702"/>
                    <a:pt x="281589" y="495369"/>
                    <a:pt x="275839" y="496702"/>
                  </a:cubicBezTo>
                  <a:lnTo>
                    <a:pt x="275839" y="496702"/>
                  </a:lnTo>
                  <a:close/>
                  <a:moveTo>
                    <a:pt x="121770" y="349215"/>
                  </a:moveTo>
                  <a:cubicBezTo>
                    <a:pt x="137102" y="350965"/>
                    <a:pt x="151684" y="356964"/>
                    <a:pt x="167599" y="356131"/>
                  </a:cubicBezTo>
                  <a:cubicBezTo>
                    <a:pt x="194430" y="405960"/>
                    <a:pt x="225844" y="454122"/>
                    <a:pt x="258174" y="500618"/>
                  </a:cubicBezTo>
                  <a:cubicBezTo>
                    <a:pt x="252091" y="501618"/>
                    <a:pt x="246009" y="502035"/>
                    <a:pt x="240593" y="500951"/>
                  </a:cubicBezTo>
                  <a:cubicBezTo>
                    <a:pt x="227677" y="498202"/>
                    <a:pt x="216178" y="480787"/>
                    <a:pt x="208429" y="471038"/>
                  </a:cubicBezTo>
                  <a:cubicBezTo>
                    <a:pt x="192430" y="450789"/>
                    <a:pt x="178098" y="429791"/>
                    <a:pt x="163516" y="408627"/>
                  </a:cubicBezTo>
                  <a:cubicBezTo>
                    <a:pt x="149767" y="388462"/>
                    <a:pt x="134769" y="369713"/>
                    <a:pt x="121770" y="349215"/>
                  </a:cubicBezTo>
                  <a:lnTo>
                    <a:pt x="121770" y="349215"/>
                  </a:lnTo>
                  <a:close/>
                  <a:moveTo>
                    <a:pt x="36445" y="273555"/>
                  </a:moveTo>
                  <a:cubicBezTo>
                    <a:pt x="38444" y="266306"/>
                    <a:pt x="41277" y="259307"/>
                    <a:pt x="42611" y="251891"/>
                  </a:cubicBezTo>
                  <a:cubicBezTo>
                    <a:pt x="45694" y="234392"/>
                    <a:pt x="37194" y="223810"/>
                    <a:pt x="27029" y="210728"/>
                  </a:cubicBezTo>
                  <a:cubicBezTo>
                    <a:pt x="19862" y="201478"/>
                    <a:pt x="13030" y="190563"/>
                    <a:pt x="16946" y="178231"/>
                  </a:cubicBezTo>
                  <a:cubicBezTo>
                    <a:pt x="20112" y="168065"/>
                    <a:pt x="30028" y="161899"/>
                    <a:pt x="37611" y="155316"/>
                  </a:cubicBezTo>
                  <a:cubicBezTo>
                    <a:pt x="47110" y="147150"/>
                    <a:pt x="53610" y="138901"/>
                    <a:pt x="47193" y="126485"/>
                  </a:cubicBezTo>
                  <a:cubicBezTo>
                    <a:pt x="37861" y="108320"/>
                    <a:pt x="15779" y="90655"/>
                    <a:pt x="35444" y="70574"/>
                  </a:cubicBezTo>
                  <a:cubicBezTo>
                    <a:pt x="41944" y="63991"/>
                    <a:pt x="52859" y="58575"/>
                    <a:pt x="62359" y="59658"/>
                  </a:cubicBezTo>
                  <a:cubicBezTo>
                    <a:pt x="68941" y="60408"/>
                    <a:pt x="74858" y="64408"/>
                    <a:pt x="81607" y="64241"/>
                  </a:cubicBezTo>
                  <a:cubicBezTo>
                    <a:pt x="88440" y="64074"/>
                    <a:pt x="90439" y="55575"/>
                    <a:pt x="86440" y="52242"/>
                  </a:cubicBezTo>
                  <a:cubicBezTo>
                    <a:pt x="102605" y="31661"/>
                    <a:pt x="120937" y="16495"/>
                    <a:pt x="148017" y="13162"/>
                  </a:cubicBezTo>
                  <a:cubicBezTo>
                    <a:pt x="171266" y="10329"/>
                    <a:pt x="195513" y="15412"/>
                    <a:pt x="215261" y="28161"/>
                  </a:cubicBezTo>
                  <a:cubicBezTo>
                    <a:pt x="231510" y="38660"/>
                    <a:pt x="244925" y="35577"/>
                    <a:pt x="263590" y="32994"/>
                  </a:cubicBezTo>
                  <a:cubicBezTo>
                    <a:pt x="286505" y="29911"/>
                    <a:pt x="310419" y="35244"/>
                    <a:pt x="329085" y="49576"/>
                  </a:cubicBezTo>
                  <a:cubicBezTo>
                    <a:pt x="342417" y="59825"/>
                    <a:pt x="344750" y="73573"/>
                    <a:pt x="347083" y="89072"/>
                  </a:cubicBezTo>
                  <a:cubicBezTo>
                    <a:pt x="347833" y="94238"/>
                    <a:pt x="348333" y="99238"/>
                    <a:pt x="351666" y="103571"/>
                  </a:cubicBezTo>
                  <a:cubicBezTo>
                    <a:pt x="361665" y="116653"/>
                    <a:pt x="381996" y="119069"/>
                    <a:pt x="393246" y="131485"/>
                  </a:cubicBezTo>
                  <a:cubicBezTo>
                    <a:pt x="402911" y="142150"/>
                    <a:pt x="408494" y="158149"/>
                    <a:pt x="403495" y="172064"/>
                  </a:cubicBezTo>
                  <a:cubicBezTo>
                    <a:pt x="399245" y="183647"/>
                    <a:pt x="386913" y="192146"/>
                    <a:pt x="376747" y="197895"/>
                  </a:cubicBezTo>
                  <a:cubicBezTo>
                    <a:pt x="368165" y="202812"/>
                    <a:pt x="358998" y="206728"/>
                    <a:pt x="349833" y="210478"/>
                  </a:cubicBezTo>
                  <a:cubicBezTo>
                    <a:pt x="342917" y="213311"/>
                    <a:pt x="333917" y="215227"/>
                    <a:pt x="328668" y="220977"/>
                  </a:cubicBezTo>
                  <a:cubicBezTo>
                    <a:pt x="323919" y="226143"/>
                    <a:pt x="324002" y="232059"/>
                    <a:pt x="323168" y="238559"/>
                  </a:cubicBezTo>
                  <a:cubicBezTo>
                    <a:pt x="321752" y="250724"/>
                    <a:pt x="319252" y="260807"/>
                    <a:pt x="309837" y="269472"/>
                  </a:cubicBezTo>
                  <a:cubicBezTo>
                    <a:pt x="294255" y="283721"/>
                    <a:pt x="270423" y="286387"/>
                    <a:pt x="250342" y="288554"/>
                  </a:cubicBezTo>
                  <a:cubicBezTo>
                    <a:pt x="242342" y="289387"/>
                    <a:pt x="236343" y="289971"/>
                    <a:pt x="230760" y="296303"/>
                  </a:cubicBezTo>
                  <a:cubicBezTo>
                    <a:pt x="224094" y="303969"/>
                    <a:pt x="220178" y="312802"/>
                    <a:pt x="212345" y="319801"/>
                  </a:cubicBezTo>
                  <a:cubicBezTo>
                    <a:pt x="196847" y="333717"/>
                    <a:pt x="175765" y="341882"/>
                    <a:pt x="154850" y="339966"/>
                  </a:cubicBezTo>
                  <a:cubicBezTo>
                    <a:pt x="145101" y="339049"/>
                    <a:pt x="135936" y="335550"/>
                    <a:pt x="126353" y="333883"/>
                  </a:cubicBezTo>
                  <a:cubicBezTo>
                    <a:pt x="118770" y="332550"/>
                    <a:pt x="114187" y="334300"/>
                    <a:pt x="106772" y="334883"/>
                  </a:cubicBezTo>
                  <a:cubicBezTo>
                    <a:pt x="88273" y="336383"/>
                    <a:pt x="60192" y="324801"/>
                    <a:pt x="47277" y="311635"/>
                  </a:cubicBezTo>
                  <a:cubicBezTo>
                    <a:pt x="36861" y="301219"/>
                    <a:pt x="32528" y="287721"/>
                    <a:pt x="36445" y="273555"/>
                  </a:cubicBezTo>
                  <a:lnTo>
                    <a:pt x="36445" y="273555"/>
                  </a:lnTo>
                  <a:close/>
                </a:path>
              </a:pathLst>
            </a:custGeom>
            <a:grpFill/>
            <a:ln w="8332" cap="flat">
              <a:noFill/>
              <a:prstDash val="solid"/>
              <a:miter/>
            </a:ln>
          </p:spPr>
          <p:txBody>
            <a:bodyPr rtlCol="0" anchor="ctr"/>
            <a:lstStyle/>
            <a:p>
              <a:endParaRPr lang="en-US"/>
            </a:p>
          </p:txBody>
        </p:sp>
        <p:sp>
          <p:nvSpPr>
            <p:cNvPr id="2067" name="Freeform: Shape 2066"/>
            <p:cNvSpPr/>
            <p:nvPr/>
          </p:nvSpPr>
          <p:spPr>
            <a:xfrm>
              <a:off x="7518460" y="2604330"/>
              <a:ext cx="106885" cy="175945"/>
            </a:xfrm>
            <a:custGeom>
              <a:avLst/>
              <a:gdLst>
                <a:gd name="connsiteX0" fmla="*/ 3633 w 106885"/>
                <a:gd name="connsiteY0" fmla="*/ 162514 h 175945"/>
                <a:gd name="connsiteX1" fmla="*/ 48129 w 106885"/>
                <a:gd name="connsiteY1" fmla="*/ 142516 h 175945"/>
                <a:gd name="connsiteX2" fmla="*/ 42713 w 106885"/>
                <a:gd name="connsiteY2" fmla="*/ 118685 h 175945"/>
                <a:gd name="connsiteX3" fmla="*/ 43547 w 106885"/>
                <a:gd name="connsiteY3" fmla="*/ 112102 h 175945"/>
                <a:gd name="connsiteX4" fmla="*/ 53462 w 106885"/>
                <a:gd name="connsiteY4" fmla="*/ 107436 h 175945"/>
                <a:gd name="connsiteX5" fmla="*/ 76377 w 106885"/>
                <a:gd name="connsiteY5" fmla="*/ 97520 h 175945"/>
                <a:gd name="connsiteX6" fmla="*/ 91292 w 106885"/>
                <a:gd name="connsiteY6" fmla="*/ 69773 h 175945"/>
                <a:gd name="connsiteX7" fmla="*/ 74544 w 106885"/>
                <a:gd name="connsiteY7" fmla="*/ 50858 h 175945"/>
                <a:gd name="connsiteX8" fmla="*/ 73211 w 106885"/>
                <a:gd name="connsiteY8" fmla="*/ 44358 h 175945"/>
                <a:gd name="connsiteX9" fmla="*/ 84543 w 106885"/>
                <a:gd name="connsiteY9" fmla="*/ 14861 h 175945"/>
                <a:gd name="connsiteX10" fmla="*/ 42713 w 106885"/>
                <a:gd name="connsiteY10" fmla="*/ 6945 h 175945"/>
                <a:gd name="connsiteX11" fmla="*/ 42463 w 106885"/>
                <a:gd name="connsiteY11" fmla="*/ 2362 h 175945"/>
                <a:gd name="connsiteX12" fmla="*/ 95875 w 106885"/>
                <a:gd name="connsiteY12" fmla="*/ 9695 h 175945"/>
                <a:gd name="connsiteX13" fmla="*/ 100791 w 106885"/>
                <a:gd name="connsiteY13" fmla="*/ 27860 h 175945"/>
                <a:gd name="connsiteX14" fmla="*/ 93875 w 106885"/>
                <a:gd name="connsiteY14" fmla="*/ 40109 h 175945"/>
                <a:gd name="connsiteX15" fmla="*/ 88209 w 106885"/>
                <a:gd name="connsiteY15" fmla="*/ 45441 h 175945"/>
                <a:gd name="connsiteX16" fmla="*/ 105041 w 106885"/>
                <a:gd name="connsiteY16" fmla="*/ 65106 h 175945"/>
                <a:gd name="connsiteX17" fmla="*/ 103791 w 106885"/>
                <a:gd name="connsiteY17" fmla="*/ 90104 h 175945"/>
                <a:gd name="connsiteX18" fmla="*/ 87542 w 106885"/>
                <a:gd name="connsiteY18" fmla="*/ 107853 h 175945"/>
                <a:gd name="connsiteX19" fmla="*/ 71294 w 106885"/>
                <a:gd name="connsiteY19" fmla="*/ 115352 h 175945"/>
                <a:gd name="connsiteX20" fmla="*/ 54129 w 106885"/>
                <a:gd name="connsiteY20" fmla="*/ 118601 h 175945"/>
                <a:gd name="connsiteX21" fmla="*/ 54046 w 106885"/>
                <a:gd name="connsiteY21" fmla="*/ 120935 h 175945"/>
                <a:gd name="connsiteX22" fmla="*/ 57878 w 106885"/>
                <a:gd name="connsiteY22" fmla="*/ 129184 h 175945"/>
                <a:gd name="connsiteX23" fmla="*/ 60545 w 106885"/>
                <a:gd name="connsiteY23" fmla="*/ 140100 h 175945"/>
                <a:gd name="connsiteX24" fmla="*/ 53212 w 106885"/>
                <a:gd name="connsiteY24" fmla="*/ 159265 h 175945"/>
                <a:gd name="connsiteX25" fmla="*/ 1884 w 106885"/>
                <a:gd name="connsiteY25" fmla="*/ 171014 h 175945"/>
                <a:gd name="connsiteX26" fmla="*/ 3633 w 106885"/>
                <a:gd name="connsiteY26" fmla="*/ 162514 h 175945"/>
                <a:gd name="connsiteX27" fmla="*/ 3633 w 106885"/>
                <a:gd name="connsiteY27" fmla="*/ 162514 h 175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6885" h="175945">
                  <a:moveTo>
                    <a:pt x="3633" y="162514"/>
                  </a:moveTo>
                  <a:cubicBezTo>
                    <a:pt x="20215" y="160764"/>
                    <a:pt x="43463" y="164014"/>
                    <a:pt x="48129" y="142516"/>
                  </a:cubicBezTo>
                  <a:cubicBezTo>
                    <a:pt x="50296" y="132600"/>
                    <a:pt x="43880" y="127684"/>
                    <a:pt x="42713" y="118685"/>
                  </a:cubicBezTo>
                  <a:cubicBezTo>
                    <a:pt x="42380" y="116352"/>
                    <a:pt x="42130" y="114269"/>
                    <a:pt x="43547" y="112102"/>
                  </a:cubicBezTo>
                  <a:cubicBezTo>
                    <a:pt x="45546" y="109102"/>
                    <a:pt x="50296" y="108519"/>
                    <a:pt x="53462" y="107436"/>
                  </a:cubicBezTo>
                  <a:cubicBezTo>
                    <a:pt x="61378" y="104769"/>
                    <a:pt x="69211" y="102020"/>
                    <a:pt x="76377" y="97520"/>
                  </a:cubicBezTo>
                  <a:cubicBezTo>
                    <a:pt x="86126" y="91437"/>
                    <a:pt x="94542" y="82105"/>
                    <a:pt x="91292" y="69773"/>
                  </a:cubicBezTo>
                  <a:cubicBezTo>
                    <a:pt x="88959" y="60773"/>
                    <a:pt x="80627" y="56857"/>
                    <a:pt x="74544" y="50858"/>
                  </a:cubicBezTo>
                  <a:cubicBezTo>
                    <a:pt x="72960" y="49275"/>
                    <a:pt x="72377" y="46441"/>
                    <a:pt x="73211" y="44358"/>
                  </a:cubicBezTo>
                  <a:cubicBezTo>
                    <a:pt x="77210" y="34276"/>
                    <a:pt x="97042" y="27193"/>
                    <a:pt x="84543" y="14861"/>
                  </a:cubicBezTo>
                  <a:cubicBezTo>
                    <a:pt x="74294" y="4612"/>
                    <a:pt x="55962" y="6445"/>
                    <a:pt x="42713" y="6945"/>
                  </a:cubicBezTo>
                  <a:cubicBezTo>
                    <a:pt x="40047" y="7028"/>
                    <a:pt x="39797" y="2695"/>
                    <a:pt x="42463" y="2362"/>
                  </a:cubicBezTo>
                  <a:cubicBezTo>
                    <a:pt x="59545" y="-138"/>
                    <a:pt x="81960" y="-3637"/>
                    <a:pt x="95875" y="9695"/>
                  </a:cubicBezTo>
                  <a:cubicBezTo>
                    <a:pt x="101291" y="14861"/>
                    <a:pt x="103124" y="20694"/>
                    <a:pt x="100791" y="27860"/>
                  </a:cubicBezTo>
                  <a:cubicBezTo>
                    <a:pt x="99541" y="31943"/>
                    <a:pt x="96458" y="36692"/>
                    <a:pt x="93875" y="40109"/>
                  </a:cubicBezTo>
                  <a:cubicBezTo>
                    <a:pt x="92708" y="41609"/>
                    <a:pt x="90125" y="43608"/>
                    <a:pt x="88209" y="45441"/>
                  </a:cubicBezTo>
                  <a:cubicBezTo>
                    <a:pt x="95209" y="51108"/>
                    <a:pt x="101708" y="55274"/>
                    <a:pt x="105041" y="65106"/>
                  </a:cubicBezTo>
                  <a:cubicBezTo>
                    <a:pt x="107790" y="73439"/>
                    <a:pt x="107541" y="82188"/>
                    <a:pt x="103791" y="90104"/>
                  </a:cubicBezTo>
                  <a:cubicBezTo>
                    <a:pt x="100375" y="97437"/>
                    <a:pt x="94209" y="103436"/>
                    <a:pt x="87542" y="107853"/>
                  </a:cubicBezTo>
                  <a:cubicBezTo>
                    <a:pt x="82460" y="111269"/>
                    <a:pt x="77127" y="113602"/>
                    <a:pt x="71294" y="115352"/>
                  </a:cubicBezTo>
                  <a:cubicBezTo>
                    <a:pt x="65961" y="116935"/>
                    <a:pt x="59045" y="116602"/>
                    <a:pt x="54129" y="118601"/>
                  </a:cubicBezTo>
                  <a:cubicBezTo>
                    <a:pt x="51129" y="115685"/>
                    <a:pt x="51046" y="116435"/>
                    <a:pt x="54046" y="120935"/>
                  </a:cubicBezTo>
                  <a:cubicBezTo>
                    <a:pt x="55462" y="123601"/>
                    <a:pt x="56712" y="126351"/>
                    <a:pt x="57878" y="129184"/>
                  </a:cubicBezTo>
                  <a:cubicBezTo>
                    <a:pt x="59212" y="132767"/>
                    <a:pt x="60379" y="136183"/>
                    <a:pt x="60545" y="140100"/>
                  </a:cubicBezTo>
                  <a:cubicBezTo>
                    <a:pt x="60795" y="147182"/>
                    <a:pt x="57629" y="153932"/>
                    <a:pt x="53212" y="159265"/>
                  </a:cubicBezTo>
                  <a:cubicBezTo>
                    <a:pt x="41547" y="173263"/>
                    <a:pt x="18049" y="181929"/>
                    <a:pt x="1884" y="171014"/>
                  </a:cubicBezTo>
                  <a:cubicBezTo>
                    <a:pt x="-1116" y="168930"/>
                    <a:pt x="-533" y="163014"/>
                    <a:pt x="3633" y="162514"/>
                  </a:cubicBezTo>
                  <a:lnTo>
                    <a:pt x="3633" y="162514"/>
                  </a:lnTo>
                  <a:close/>
                </a:path>
              </a:pathLst>
            </a:custGeom>
            <a:grpFill/>
            <a:ln w="8332" cap="flat">
              <a:noFill/>
              <a:prstDash val="solid"/>
              <a:miter/>
            </a:ln>
          </p:spPr>
          <p:txBody>
            <a:bodyPr rtlCol="0" anchor="ctr"/>
            <a:lstStyle/>
            <a:p>
              <a:endParaRPr lang="en-US"/>
            </a:p>
          </p:txBody>
        </p:sp>
        <p:sp>
          <p:nvSpPr>
            <p:cNvPr id="2068" name="Freeform: Shape 2067"/>
            <p:cNvSpPr/>
            <p:nvPr/>
          </p:nvSpPr>
          <p:spPr>
            <a:xfrm>
              <a:off x="7383450" y="2784615"/>
              <a:ext cx="95344" cy="42561"/>
            </a:xfrm>
            <a:custGeom>
              <a:avLst/>
              <a:gdLst>
                <a:gd name="connsiteX0" fmla="*/ 1155 w 95344"/>
                <a:gd name="connsiteY0" fmla="*/ 7894 h 42561"/>
                <a:gd name="connsiteX1" fmla="*/ 9571 w 95344"/>
                <a:gd name="connsiteY1" fmla="*/ 7311 h 42561"/>
                <a:gd name="connsiteX2" fmla="*/ 14655 w 95344"/>
                <a:gd name="connsiteY2" fmla="*/ 20643 h 42561"/>
                <a:gd name="connsiteX3" fmla="*/ 32653 w 95344"/>
                <a:gd name="connsiteY3" fmla="*/ 27725 h 42561"/>
                <a:gd name="connsiteX4" fmla="*/ 49901 w 95344"/>
                <a:gd name="connsiteY4" fmla="*/ 17726 h 42561"/>
                <a:gd name="connsiteX5" fmla="*/ 52151 w 95344"/>
                <a:gd name="connsiteY5" fmla="*/ 14810 h 42561"/>
                <a:gd name="connsiteX6" fmla="*/ 60400 w 95344"/>
                <a:gd name="connsiteY6" fmla="*/ 13810 h 42561"/>
                <a:gd name="connsiteX7" fmla="*/ 64483 w 95344"/>
                <a:gd name="connsiteY7" fmla="*/ 16060 h 42561"/>
                <a:gd name="connsiteX8" fmla="*/ 67566 w 95344"/>
                <a:gd name="connsiteY8" fmla="*/ 18143 h 42561"/>
                <a:gd name="connsiteX9" fmla="*/ 84982 w 95344"/>
                <a:gd name="connsiteY9" fmla="*/ 5394 h 42561"/>
                <a:gd name="connsiteX10" fmla="*/ 91148 w 95344"/>
                <a:gd name="connsiteY10" fmla="*/ 1228 h 42561"/>
                <a:gd name="connsiteX11" fmla="*/ 85315 w 95344"/>
                <a:gd name="connsiteY11" fmla="*/ 30892 h 42561"/>
                <a:gd name="connsiteX12" fmla="*/ 68899 w 95344"/>
                <a:gd name="connsiteY12" fmla="*/ 32558 h 42561"/>
                <a:gd name="connsiteX13" fmla="*/ 61150 w 95344"/>
                <a:gd name="connsiteY13" fmla="*/ 27975 h 42561"/>
                <a:gd name="connsiteX14" fmla="*/ 58650 w 95344"/>
                <a:gd name="connsiteY14" fmla="*/ 26809 h 42561"/>
                <a:gd name="connsiteX15" fmla="*/ 58401 w 95344"/>
                <a:gd name="connsiteY15" fmla="*/ 27226 h 42561"/>
                <a:gd name="connsiteX16" fmla="*/ 19737 w 95344"/>
                <a:gd name="connsiteY16" fmla="*/ 42141 h 42561"/>
                <a:gd name="connsiteX17" fmla="*/ 1155 w 95344"/>
                <a:gd name="connsiteY17" fmla="*/ 7894 h 42561"/>
                <a:gd name="connsiteX18" fmla="*/ 1155 w 95344"/>
                <a:gd name="connsiteY18" fmla="*/ 7894 h 42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5344" h="42561">
                  <a:moveTo>
                    <a:pt x="1155" y="7894"/>
                  </a:moveTo>
                  <a:cubicBezTo>
                    <a:pt x="2156" y="3894"/>
                    <a:pt x="7905" y="4061"/>
                    <a:pt x="9571" y="7311"/>
                  </a:cubicBezTo>
                  <a:cubicBezTo>
                    <a:pt x="9988" y="8144"/>
                    <a:pt x="15654" y="21809"/>
                    <a:pt x="14655" y="20643"/>
                  </a:cubicBezTo>
                  <a:cubicBezTo>
                    <a:pt x="18821" y="25726"/>
                    <a:pt x="26320" y="28475"/>
                    <a:pt x="32653" y="27725"/>
                  </a:cubicBezTo>
                  <a:cubicBezTo>
                    <a:pt x="42235" y="26642"/>
                    <a:pt x="42152" y="24142"/>
                    <a:pt x="49901" y="17726"/>
                  </a:cubicBezTo>
                  <a:cubicBezTo>
                    <a:pt x="50818" y="16976"/>
                    <a:pt x="50901" y="15477"/>
                    <a:pt x="52151" y="14810"/>
                  </a:cubicBezTo>
                  <a:cubicBezTo>
                    <a:pt x="55067" y="13227"/>
                    <a:pt x="57234" y="12977"/>
                    <a:pt x="60400" y="13810"/>
                  </a:cubicBezTo>
                  <a:cubicBezTo>
                    <a:pt x="61900" y="14227"/>
                    <a:pt x="63150" y="15310"/>
                    <a:pt x="64483" y="16060"/>
                  </a:cubicBezTo>
                  <a:cubicBezTo>
                    <a:pt x="65483" y="16726"/>
                    <a:pt x="66483" y="17476"/>
                    <a:pt x="67566" y="18143"/>
                  </a:cubicBezTo>
                  <a:cubicBezTo>
                    <a:pt x="74566" y="24059"/>
                    <a:pt x="80398" y="19809"/>
                    <a:pt x="84982" y="5394"/>
                  </a:cubicBezTo>
                  <a:cubicBezTo>
                    <a:pt x="82732" y="1811"/>
                    <a:pt x="88481" y="-2022"/>
                    <a:pt x="91148" y="1228"/>
                  </a:cubicBezTo>
                  <a:cubicBezTo>
                    <a:pt x="98897" y="10644"/>
                    <a:pt x="95314" y="23976"/>
                    <a:pt x="85315" y="30892"/>
                  </a:cubicBezTo>
                  <a:cubicBezTo>
                    <a:pt x="80065" y="34475"/>
                    <a:pt x="74732" y="34725"/>
                    <a:pt x="68899" y="32558"/>
                  </a:cubicBezTo>
                  <a:cubicBezTo>
                    <a:pt x="66733" y="31725"/>
                    <a:pt x="62484" y="29642"/>
                    <a:pt x="61150" y="27975"/>
                  </a:cubicBezTo>
                  <a:cubicBezTo>
                    <a:pt x="59984" y="27559"/>
                    <a:pt x="59150" y="27226"/>
                    <a:pt x="58650" y="26809"/>
                  </a:cubicBezTo>
                  <a:cubicBezTo>
                    <a:pt x="58567" y="26976"/>
                    <a:pt x="58484" y="27059"/>
                    <a:pt x="58401" y="27226"/>
                  </a:cubicBezTo>
                  <a:cubicBezTo>
                    <a:pt x="52068" y="39474"/>
                    <a:pt x="32236" y="44057"/>
                    <a:pt x="19737" y="42141"/>
                  </a:cubicBezTo>
                  <a:cubicBezTo>
                    <a:pt x="2572" y="39474"/>
                    <a:pt x="-2594" y="23143"/>
                    <a:pt x="1155" y="7894"/>
                  </a:cubicBezTo>
                  <a:lnTo>
                    <a:pt x="1155" y="7894"/>
                  </a:lnTo>
                  <a:close/>
                </a:path>
              </a:pathLst>
            </a:custGeom>
            <a:grpFill/>
            <a:ln w="8332" cap="flat">
              <a:noFill/>
              <a:prstDash val="solid"/>
              <a:miter/>
            </a:ln>
          </p:spPr>
          <p:txBody>
            <a:bodyPr rtlCol="0" anchor="ctr"/>
            <a:lstStyle/>
            <a:p>
              <a:endParaRPr lang="en-US"/>
            </a:p>
          </p:txBody>
        </p:sp>
        <p:sp>
          <p:nvSpPr>
            <p:cNvPr id="2069" name="Freeform: Shape 2068"/>
            <p:cNvSpPr/>
            <p:nvPr/>
          </p:nvSpPr>
          <p:spPr>
            <a:xfrm>
              <a:off x="7393938" y="2573952"/>
              <a:ext cx="125204" cy="55808"/>
            </a:xfrm>
            <a:custGeom>
              <a:avLst/>
              <a:gdLst>
                <a:gd name="connsiteX0" fmla="*/ 1 w 125204"/>
                <a:gd name="connsiteY0" fmla="*/ 37406 h 55808"/>
                <a:gd name="connsiteX1" fmla="*/ 39997 w 125204"/>
                <a:gd name="connsiteY1" fmla="*/ 1326 h 55808"/>
                <a:gd name="connsiteX2" fmla="*/ 75994 w 125204"/>
                <a:gd name="connsiteY2" fmla="*/ 16658 h 55808"/>
                <a:gd name="connsiteX3" fmla="*/ 90159 w 125204"/>
                <a:gd name="connsiteY3" fmla="*/ 7492 h 55808"/>
                <a:gd name="connsiteX4" fmla="*/ 110824 w 125204"/>
                <a:gd name="connsiteY4" fmla="*/ 12908 h 55808"/>
                <a:gd name="connsiteX5" fmla="*/ 122823 w 125204"/>
                <a:gd name="connsiteY5" fmla="*/ 54404 h 55808"/>
                <a:gd name="connsiteX6" fmla="*/ 118573 w 125204"/>
                <a:gd name="connsiteY6" fmla="*/ 53571 h 55808"/>
                <a:gd name="connsiteX7" fmla="*/ 107991 w 125204"/>
                <a:gd name="connsiteY7" fmla="*/ 23740 h 55808"/>
                <a:gd name="connsiteX8" fmla="*/ 82493 w 125204"/>
                <a:gd name="connsiteY8" fmla="*/ 26157 h 55808"/>
                <a:gd name="connsiteX9" fmla="*/ 78577 w 125204"/>
                <a:gd name="connsiteY9" fmla="*/ 30823 h 55808"/>
                <a:gd name="connsiteX10" fmla="*/ 69245 w 125204"/>
                <a:gd name="connsiteY10" fmla="*/ 29073 h 55808"/>
                <a:gd name="connsiteX11" fmla="*/ 53496 w 125204"/>
                <a:gd name="connsiteY11" fmla="*/ 12658 h 55808"/>
                <a:gd name="connsiteX12" fmla="*/ 35831 w 125204"/>
                <a:gd name="connsiteY12" fmla="*/ 16408 h 55808"/>
                <a:gd name="connsiteX13" fmla="*/ 7667 w 125204"/>
                <a:gd name="connsiteY13" fmla="*/ 40072 h 55808"/>
                <a:gd name="connsiteX14" fmla="*/ 1 w 125204"/>
                <a:gd name="connsiteY14" fmla="*/ 37406 h 55808"/>
                <a:gd name="connsiteX15" fmla="*/ 1 w 125204"/>
                <a:gd name="connsiteY15" fmla="*/ 37406 h 55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5204" h="55808">
                  <a:moveTo>
                    <a:pt x="1" y="37406"/>
                  </a:moveTo>
                  <a:cubicBezTo>
                    <a:pt x="167" y="17491"/>
                    <a:pt x="22832" y="5575"/>
                    <a:pt x="39997" y="1326"/>
                  </a:cubicBezTo>
                  <a:cubicBezTo>
                    <a:pt x="57829" y="-3091"/>
                    <a:pt x="67995" y="3909"/>
                    <a:pt x="75994" y="16658"/>
                  </a:cubicBezTo>
                  <a:cubicBezTo>
                    <a:pt x="79827" y="12492"/>
                    <a:pt x="83327" y="8658"/>
                    <a:pt x="90159" y="7492"/>
                  </a:cubicBezTo>
                  <a:cubicBezTo>
                    <a:pt x="97242" y="6325"/>
                    <a:pt x="105158" y="8742"/>
                    <a:pt x="110824" y="12908"/>
                  </a:cubicBezTo>
                  <a:cubicBezTo>
                    <a:pt x="124490" y="22824"/>
                    <a:pt x="128239" y="39322"/>
                    <a:pt x="122823" y="54404"/>
                  </a:cubicBezTo>
                  <a:cubicBezTo>
                    <a:pt x="121990" y="56654"/>
                    <a:pt x="118323" y="56071"/>
                    <a:pt x="118573" y="53571"/>
                  </a:cubicBezTo>
                  <a:cubicBezTo>
                    <a:pt x="119740" y="42989"/>
                    <a:pt x="117240" y="30490"/>
                    <a:pt x="107991" y="23740"/>
                  </a:cubicBezTo>
                  <a:cubicBezTo>
                    <a:pt x="98575" y="16824"/>
                    <a:pt x="90993" y="17824"/>
                    <a:pt x="82493" y="26157"/>
                  </a:cubicBezTo>
                  <a:cubicBezTo>
                    <a:pt x="80993" y="27573"/>
                    <a:pt x="80160" y="29407"/>
                    <a:pt x="78577" y="30823"/>
                  </a:cubicBezTo>
                  <a:cubicBezTo>
                    <a:pt x="75577" y="33490"/>
                    <a:pt x="71078" y="32406"/>
                    <a:pt x="69245" y="29073"/>
                  </a:cubicBezTo>
                  <a:cubicBezTo>
                    <a:pt x="65161" y="21657"/>
                    <a:pt x="64412" y="14741"/>
                    <a:pt x="53496" y="12658"/>
                  </a:cubicBezTo>
                  <a:cubicBezTo>
                    <a:pt x="47496" y="11491"/>
                    <a:pt x="41164" y="14158"/>
                    <a:pt x="35831" y="16408"/>
                  </a:cubicBezTo>
                  <a:cubicBezTo>
                    <a:pt x="23332" y="21824"/>
                    <a:pt x="15333" y="28906"/>
                    <a:pt x="7667" y="40072"/>
                  </a:cubicBezTo>
                  <a:cubicBezTo>
                    <a:pt x="5250" y="43488"/>
                    <a:pt x="-82" y="41489"/>
                    <a:pt x="1" y="37406"/>
                  </a:cubicBezTo>
                  <a:lnTo>
                    <a:pt x="1" y="37406"/>
                  </a:lnTo>
                  <a:close/>
                </a:path>
              </a:pathLst>
            </a:custGeom>
            <a:grpFill/>
            <a:ln w="8332" cap="flat">
              <a:noFill/>
              <a:prstDash val="solid"/>
              <a:miter/>
            </a:ln>
          </p:spPr>
          <p:txBody>
            <a:bodyPr rtlCol="0" anchor="ctr"/>
            <a:lstStyle/>
            <a:p>
              <a:endParaRPr lang="en-US"/>
            </a:p>
          </p:txBody>
        </p:sp>
        <p:sp>
          <p:nvSpPr>
            <p:cNvPr id="2070" name="Freeform: Shape 2069"/>
            <p:cNvSpPr/>
            <p:nvPr/>
          </p:nvSpPr>
          <p:spPr>
            <a:xfrm>
              <a:off x="7378528" y="2652033"/>
              <a:ext cx="71406" cy="78152"/>
            </a:xfrm>
            <a:custGeom>
              <a:avLst/>
              <a:gdLst>
                <a:gd name="connsiteX0" fmla="*/ 162 w 71406"/>
                <a:gd name="connsiteY0" fmla="*/ 49400 h 78152"/>
                <a:gd name="connsiteX1" fmla="*/ 21826 w 71406"/>
                <a:gd name="connsiteY1" fmla="*/ 24069 h 78152"/>
                <a:gd name="connsiteX2" fmla="*/ 31242 w 71406"/>
                <a:gd name="connsiteY2" fmla="*/ 23652 h 78152"/>
                <a:gd name="connsiteX3" fmla="*/ 33492 w 71406"/>
                <a:gd name="connsiteY3" fmla="*/ 23569 h 78152"/>
                <a:gd name="connsiteX4" fmla="*/ 33742 w 71406"/>
                <a:gd name="connsiteY4" fmla="*/ 22486 h 78152"/>
                <a:gd name="connsiteX5" fmla="*/ 35992 w 71406"/>
                <a:gd name="connsiteY5" fmla="*/ 6570 h 78152"/>
                <a:gd name="connsiteX6" fmla="*/ 69489 w 71406"/>
                <a:gd name="connsiteY6" fmla="*/ 4654 h 78152"/>
                <a:gd name="connsiteX7" fmla="*/ 67655 w 71406"/>
                <a:gd name="connsiteY7" fmla="*/ 10070 h 78152"/>
                <a:gd name="connsiteX8" fmla="*/ 48407 w 71406"/>
                <a:gd name="connsiteY8" fmla="*/ 7487 h 78152"/>
                <a:gd name="connsiteX9" fmla="*/ 45157 w 71406"/>
                <a:gd name="connsiteY9" fmla="*/ 23736 h 78152"/>
                <a:gd name="connsiteX10" fmla="*/ 42158 w 71406"/>
                <a:gd name="connsiteY10" fmla="*/ 33318 h 78152"/>
                <a:gd name="connsiteX11" fmla="*/ 22660 w 71406"/>
                <a:gd name="connsiteY11" fmla="*/ 37401 h 78152"/>
                <a:gd name="connsiteX12" fmla="*/ 32909 w 71406"/>
                <a:gd name="connsiteY12" fmla="*/ 68065 h 78152"/>
                <a:gd name="connsiteX13" fmla="*/ 29493 w 71406"/>
                <a:gd name="connsiteY13" fmla="*/ 78148 h 78152"/>
                <a:gd name="connsiteX14" fmla="*/ 162 w 71406"/>
                <a:gd name="connsiteY14" fmla="*/ 49400 h 78152"/>
                <a:gd name="connsiteX15" fmla="*/ 162 w 71406"/>
                <a:gd name="connsiteY15" fmla="*/ 49400 h 78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1406" h="78152">
                  <a:moveTo>
                    <a:pt x="162" y="49400"/>
                  </a:moveTo>
                  <a:cubicBezTo>
                    <a:pt x="-1421" y="35401"/>
                    <a:pt x="8827" y="26402"/>
                    <a:pt x="21826" y="24069"/>
                  </a:cubicBezTo>
                  <a:cubicBezTo>
                    <a:pt x="24993" y="23486"/>
                    <a:pt x="28159" y="23986"/>
                    <a:pt x="31242" y="23652"/>
                  </a:cubicBezTo>
                  <a:cubicBezTo>
                    <a:pt x="32242" y="23569"/>
                    <a:pt x="32909" y="23569"/>
                    <a:pt x="33492" y="23569"/>
                  </a:cubicBezTo>
                  <a:cubicBezTo>
                    <a:pt x="33492" y="23319"/>
                    <a:pt x="33575" y="22903"/>
                    <a:pt x="33742" y="22486"/>
                  </a:cubicBezTo>
                  <a:cubicBezTo>
                    <a:pt x="35492" y="17403"/>
                    <a:pt x="32492" y="11737"/>
                    <a:pt x="35992" y="6570"/>
                  </a:cubicBezTo>
                  <a:cubicBezTo>
                    <a:pt x="43658" y="-4845"/>
                    <a:pt x="59323" y="1404"/>
                    <a:pt x="69489" y="4654"/>
                  </a:cubicBezTo>
                  <a:cubicBezTo>
                    <a:pt x="73072" y="5737"/>
                    <a:pt x="71155" y="10820"/>
                    <a:pt x="67655" y="10070"/>
                  </a:cubicBezTo>
                  <a:cubicBezTo>
                    <a:pt x="62156" y="8820"/>
                    <a:pt x="53824" y="5237"/>
                    <a:pt x="48407" y="7487"/>
                  </a:cubicBezTo>
                  <a:cubicBezTo>
                    <a:pt x="37908" y="11820"/>
                    <a:pt x="44408" y="18319"/>
                    <a:pt x="45157" y="23736"/>
                  </a:cubicBezTo>
                  <a:cubicBezTo>
                    <a:pt x="45741" y="27819"/>
                    <a:pt x="45574" y="30568"/>
                    <a:pt x="42158" y="33318"/>
                  </a:cubicBezTo>
                  <a:cubicBezTo>
                    <a:pt x="36908" y="37568"/>
                    <a:pt x="28742" y="35318"/>
                    <a:pt x="22660" y="37401"/>
                  </a:cubicBezTo>
                  <a:cubicBezTo>
                    <a:pt x="2161" y="44317"/>
                    <a:pt x="25243" y="61649"/>
                    <a:pt x="32909" y="68065"/>
                  </a:cubicBezTo>
                  <a:cubicBezTo>
                    <a:pt x="37158" y="71648"/>
                    <a:pt x="35325" y="78064"/>
                    <a:pt x="29493" y="78148"/>
                  </a:cubicBezTo>
                  <a:cubicBezTo>
                    <a:pt x="14827" y="78481"/>
                    <a:pt x="1745" y="63315"/>
                    <a:pt x="162" y="49400"/>
                  </a:cubicBezTo>
                  <a:lnTo>
                    <a:pt x="162" y="49400"/>
                  </a:lnTo>
                  <a:close/>
                </a:path>
              </a:pathLst>
            </a:custGeom>
            <a:grpFill/>
            <a:ln w="8332" cap="flat">
              <a:noFill/>
              <a:prstDash val="solid"/>
              <a:miter/>
            </a:ln>
          </p:spPr>
          <p:txBody>
            <a:bodyPr rtlCol="0" anchor="ctr"/>
            <a:lstStyle/>
            <a:p>
              <a:endParaRPr lang="en-US"/>
            </a:p>
          </p:txBody>
        </p:sp>
        <p:sp>
          <p:nvSpPr>
            <p:cNvPr id="2071" name="Freeform: Shape 2070"/>
            <p:cNvSpPr/>
            <p:nvPr/>
          </p:nvSpPr>
          <p:spPr>
            <a:xfrm>
              <a:off x="7488618" y="2660533"/>
              <a:ext cx="40560" cy="46687"/>
            </a:xfrm>
            <a:custGeom>
              <a:avLst/>
              <a:gdLst>
                <a:gd name="connsiteX0" fmla="*/ 10894 w 40560"/>
                <a:gd name="connsiteY0" fmla="*/ 36485 h 46687"/>
                <a:gd name="connsiteX1" fmla="*/ 28892 w 40560"/>
                <a:gd name="connsiteY1" fmla="*/ 26152 h 46687"/>
                <a:gd name="connsiteX2" fmla="*/ 2562 w 40560"/>
                <a:gd name="connsiteY2" fmla="*/ 4654 h 46687"/>
                <a:gd name="connsiteX3" fmla="*/ 978 w 40560"/>
                <a:gd name="connsiteY3" fmla="*/ 1488 h 46687"/>
                <a:gd name="connsiteX4" fmla="*/ 20060 w 40560"/>
                <a:gd name="connsiteY4" fmla="*/ 4321 h 46687"/>
                <a:gd name="connsiteX5" fmla="*/ 40058 w 40560"/>
                <a:gd name="connsiteY5" fmla="*/ 22902 h 46687"/>
                <a:gd name="connsiteX6" fmla="*/ 15893 w 40560"/>
                <a:gd name="connsiteY6" fmla="*/ 46650 h 46687"/>
                <a:gd name="connsiteX7" fmla="*/ 10894 w 40560"/>
                <a:gd name="connsiteY7" fmla="*/ 36485 h 46687"/>
                <a:gd name="connsiteX8" fmla="*/ 10894 w 40560"/>
                <a:gd name="connsiteY8" fmla="*/ 36485 h 46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560" h="46687">
                  <a:moveTo>
                    <a:pt x="10894" y="36485"/>
                  </a:moveTo>
                  <a:cubicBezTo>
                    <a:pt x="14560" y="32568"/>
                    <a:pt x="27226" y="31401"/>
                    <a:pt x="28892" y="26152"/>
                  </a:cubicBezTo>
                  <a:cubicBezTo>
                    <a:pt x="30975" y="19486"/>
                    <a:pt x="9311" y="1821"/>
                    <a:pt x="2562" y="4654"/>
                  </a:cubicBezTo>
                  <a:cubicBezTo>
                    <a:pt x="478" y="5487"/>
                    <a:pt x="-1105" y="2404"/>
                    <a:pt x="978" y="1488"/>
                  </a:cubicBezTo>
                  <a:cubicBezTo>
                    <a:pt x="8394" y="-1595"/>
                    <a:pt x="13310" y="488"/>
                    <a:pt x="20060" y="4321"/>
                  </a:cubicBezTo>
                  <a:cubicBezTo>
                    <a:pt x="27476" y="8487"/>
                    <a:pt x="37475" y="14070"/>
                    <a:pt x="40058" y="22902"/>
                  </a:cubicBezTo>
                  <a:cubicBezTo>
                    <a:pt x="43725" y="35401"/>
                    <a:pt x="26476" y="45734"/>
                    <a:pt x="15893" y="46650"/>
                  </a:cubicBezTo>
                  <a:cubicBezTo>
                    <a:pt x="10144" y="47234"/>
                    <a:pt x="6728" y="40901"/>
                    <a:pt x="10894" y="36485"/>
                  </a:cubicBezTo>
                  <a:lnTo>
                    <a:pt x="10894" y="36485"/>
                  </a:lnTo>
                  <a:close/>
                </a:path>
              </a:pathLst>
            </a:custGeom>
            <a:grpFill/>
            <a:ln w="8332" cap="flat">
              <a:noFill/>
              <a:prstDash val="solid"/>
              <a:miter/>
            </a:ln>
          </p:spPr>
          <p:txBody>
            <a:bodyPr rtlCol="0" anchor="ctr"/>
            <a:lstStyle/>
            <a:p>
              <a:endParaRPr lang="en-US"/>
            </a:p>
          </p:txBody>
        </p:sp>
        <p:sp>
          <p:nvSpPr>
            <p:cNvPr id="2072" name="Freeform: Shape 2071"/>
            <p:cNvSpPr/>
            <p:nvPr/>
          </p:nvSpPr>
          <p:spPr>
            <a:xfrm>
              <a:off x="9379679" y="519470"/>
              <a:ext cx="581805" cy="333117"/>
            </a:xfrm>
            <a:custGeom>
              <a:avLst/>
              <a:gdLst>
                <a:gd name="connsiteX0" fmla="*/ 559364 w 581805"/>
                <a:gd name="connsiteY0" fmla="*/ 107068 h 333117"/>
                <a:gd name="connsiteX1" fmla="*/ 517951 w 581805"/>
                <a:gd name="connsiteY1" fmla="*/ 39574 h 333117"/>
                <a:gd name="connsiteX2" fmla="*/ 462122 w 581805"/>
                <a:gd name="connsiteY2" fmla="*/ 3494 h 333117"/>
                <a:gd name="connsiteX3" fmla="*/ 445041 w 581805"/>
                <a:gd name="connsiteY3" fmla="*/ 494 h 333117"/>
                <a:gd name="connsiteX4" fmla="*/ 411210 w 581805"/>
                <a:gd name="connsiteY4" fmla="*/ 4243 h 333117"/>
                <a:gd name="connsiteX5" fmla="*/ 343466 w 581805"/>
                <a:gd name="connsiteY5" fmla="*/ 11493 h 333117"/>
                <a:gd name="connsiteX6" fmla="*/ 317552 w 581805"/>
                <a:gd name="connsiteY6" fmla="*/ 15742 h 333117"/>
                <a:gd name="connsiteX7" fmla="*/ 294304 w 581805"/>
                <a:gd name="connsiteY7" fmla="*/ 23658 h 333117"/>
                <a:gd name="connsiteX8" fmla="*/ 285805 w 581805"/>
                <a:gd name="connsiteY8" fmla="*/ 41823 h 333117"/>
                <a:gd name="connsiteX9" fmla="*/ 266890 w 581805"/>
                <a:gd name="connsiteY9" fmla="*/ 58239 h 333117"/>
                <a:gd name="connsiteX10" fmla="*/ 228810 w 581805"/>
                <a:gd name="connsiteY10" fmla="*/ 56739 h 333117"/>
                <a:gd name="connsiteX11" fmla="*/ 203645 w 581805"/>
                <a:gd name="connsiteY11" fmla="*/ 47490 h 333117"/>
                <a:gd name="connsiteX12" fmla="*/ 181231 w 581805"/>
                <a:gd name="connsiteY12" fmla="*/ 51073 h 333117"/>
                <a:gd name="connsiteX13" fmla="*/ 149151 w 581805"/>
                <a:gd name="connsiteY13" fmla="*/ 59739 h 333117"/>
                <a:gd name="connsiteX14" fmla="*/ 77324 w 581805"/>
                <a:gd name="connsiteY14" fmla="*/ 77154 h 333117"/>
                <a:gd name="connsiteX15" fmla="*/ 45410 w 581805"/>
                <a:gd name="connsiteY15" fmla="*/ 85403 h 333117"/>
                <a:gd name="connsiteX16" fmla="*/ 32328 w 581805"/>
                <a:gd name="connsiteY16" fmla="*/ 89153 h 333117"/>
                <a:gd name="connsiteX17" fmla="*/ 24662 w 581805"/>
                <a:gd name="connsiteY17" fmla="*/ 90902 h 333117"/>
                <a:gd name="connsiteX18" fmla="*/ 13663 w 581805"/>
                <a:gd name="connsiteY18" fmla="*/ 100318 h 333117"/>
                <a:gd name="connsiteX19" fmla="*/ 12163 w 581805"/>
                <a:gd name="connsiteY19" fmla="*/ 124816 h 333117"/>
                <a:gd name="connsiteX20" fmla="*/ 6330 w 581805"/>
                <a:gd name="connsiteY20" fmla="*/ 166479 h 333117"/>
                <a:gd name="connsiteX21" fmla="*/ 1580 w 581805"/>
                <a:gd name="connsiteY21" fmla="*/ 202726 h 333117"/>
                <a:gd name="connsiteX22" fmla="*/ 2164 w 581805"/>
                <a:gd name="connsiteY22" fmla="*/ 233056 h 333117"/>
                <a:gd name="connsiteX23" fmla="*/ 53576 w 581805"/>
                <a:gd name="connsiteY23" fmla="*/ 255804 h 333117"/>
                <a:gd name="connsiteX24" fmla="*/ 195646 w 581805"/>
                <a:gd name="connsiteY24" fmla="*/ 292301 h 333117"/>
                <a:gd name="connsiteX25" fmla="*/ 225144 w 581805"/>
                <a:gd name="connsiteY25" fmla="*/ 289135 h 333117"/>
                <a:gd name="connsiteX26" fmla="*/ 262140 w 581805"/>
                <a:gd name="connsiteY26" fmla="*/ 277052 h 333117"/>
                <a:gd name="connsiteX27" fmla="*/ 295471 w 581805"/>
                <a:gd name="connsiteY27" fmla="*/ 300384 h 333117"/>
                <a:gd name="connsiteX28" fmla="*/ 305553 w 581805"/>
                <a:gd name="connsiteY28" fmla="*/ 319798 h 333117"/>
                <a:gd name="connsiteX29" fmla="*/ 329385 w 581805"/>
                <a:gd name="connsiteY29" fmla="*/ 322798 h 333117"/>
                <a:gd name="connsiteX30" fmla="*/ 371214 w 581805"/>
                <a:gd name="connsiteY30" fmla="*/ 326464 h 333117"/>
                <a:gd name="connsiteX31" fmla="*/ 448790 w 581805"/>
                <a:gd name="connsiteY31" fmla="*/ 333047 h 333117"/>
                <a:gd name="connsiteX32" fmla="*/ 560030 w 581805"/>
                <a:gd name="connsiteY32" fmla="*/ 295384 h 333117"/>
                <a:gd name="connsiteX33" fmla="*/ 567947 w 581805"/>
                <a:gd name="connsiteY33" fmla="*/ 273886 h 333117"/>
                <a:gd name="connsiteX34" fmla="*/ 559364 w 581805"/>
                <a:gd name="connsiteY34" fmla="*/ 107068 h 333117"/>
                <a:gd name="connsiteX35" fmla="*/ 559364 w 581805"/>
                <a:gd name="connsiteY35" fmla="*/ 107068 h 333117"/>
                <a:gd name="connsiteX36" fmla="*/ 57825 w 581805"/>
                <a:gd name="connsiteY36" fmla="*/ 94985 h 333117"/>
                <a:gd name="connsiteX37" fmla="*/ 92072 w 581805"/>
                <a:gd name="connsiteY37" fmla="*/ 86903 h 333117"/>
                <a:gd name="connsiteX38" fmla="*/ 152483 w 581805"/>
                <a:gd name="connsiteY38" fmla="*/ 72237 h 333117"/>
                <a:gd name="connsiteX39" fmla="*/ 182481 w 581805"/>
                <a:gd name="connsiteY39" fmla="*/ 64905 h 333117"/>
                <a:gd name="connsiteX40" fmla="*/ 199479 w 581805"/>
                <a:gd name="connsiteY40" fmla="*/ 62572 h 333117"/>
                <a:gd name="connsiteX41" fmla="*/ 214145 w 581805"/>
                <a:gd name="connsiteY41" fmla="*/ 70821 h 333117"/>
                <a:gd name="connsiteX42" fmla="*/ 263140 w 581805"/>
                <a:gd name="connsiteY42" fmla="*/ 78487 h 333117"/>
                <a:gd name="connsiteX43" fmla="*/ 298720 w 581805"/>
                <a:gd name="connsiteY43" fmla="*/ 59655 h 333117"/>
                <a:gd name="connsiteX44" fmla="*/ 307470 w 581805"/>
                <a:gd name="connsiteY44" fmla="*/ 36157 h 333117"/>
                <a:gd name="connsiteX45" fmla="*/ 328801 w 581805"/>
                <a:gd name="connsiteY45" fmla="*/ 29658 h 333117"/>
                <a:gd name="connsiteX46" fmla="*/ 387962 w 581805"/>
                <a:gd name="connsiteY46" fmla="*/ 19326 h 333117"/>
                <a:gd name="connsiteX47" fmla="*/ 418043 w 581805"/>
                <a:gd name="connsiteY47" fmla="*/ 14409 h 333117"/>
                <a:gd name="connsiteX48" fmla="*/ 458039 w 581805"/>
                <a:gd name="connsiteY48" fmla="*/ 8910 h 333117"/>
                <a:gd name="connsiteX49" fmla="*/ 461789 w 581805"/>
                <a:gd name="connsiteY49" fmla="*/ 8493 h 333117"/>
                <a:gd name="connsiteX50" fmla="*/ 489787 w 581805"/>
                <a:gd name="connsiteY50" fmla="*/ 27075 h 333117"/>
                <a:gd name="connsiteX51" fmla="*/ 518367 w 581805"/>
                <a:gd name="connsiteY51" fmla="*/ 59072 h 333117"/>
                <a:gd name="connsiteX52" fmla="*/ 550531 w 581805"/>
                <a:gd name="connsiteY52" fmla="*/ 122816 h 333117"/>
                <a:gd name="connsiteX53" fmla="*/ 566280 w 581805"/>
                <a:gd name="connsiteY53" fmla="*/ 201142 h 333117"/>
                <a:gd name="connsiteX54" fmla="*/ 565196 w 581805"/>
                <a:gd name="connsiteY54" fmla="*/ 226974 h 333117"/>
                <a:gd name="connsiteX55" fmla="*/ 534699 w 581805"/>
                <a:gd name="connsiteY55" fmla="*/ 181977 h 333117"/>
                <a:gd name="connsiteX56" fmla="*/ 385046 w 581805"/>
                <a:gd name="connsiteY56" fmla="*/ 140065 h 333117"/>
                <a:gd name="connsiteX57" fmla="*/ 205729 w 581805"/>
                <a:gd name="connsiteY57" fmla="*/ 120400 h 333117"/>
                <a:gd name="connsiteX58" fmla="*/ 113821 w 581805"/>
                <a:gd name="connsiteY58" fmla="*/ 109317 h 333117"/>
                <a:gd name="connsiteX59" fmla="*/ 70825 w 581805"/>
                <a:gd name="connsiteY59" fmla="*/ 101651 h 333117"/>
                <a:gd name="connsiteX60" fmla="*/ 41744 w 581805"/>
                <a:gd name="connsiteY60" fmla="*/ 98735 h 333117"/>
                <a:gd name="connsiteX61" fmla="*/ 57825 w 581805"/>
                <a:gd name="connsiteY61" fmla="*/ 94985 h 333117"/>
                <a:gd name="connsiteX62" fmla="*/ 57825 w 581805"/>
                <a:gd name="connsiteY62" fmla="*/ 94985 h 333117"/>
                <a:gd name="connsiteX63" fmla="*/ 546698 w 581805"/>
                <a:gd name="connsiteY63" fmla="*/ 293051 h 333117"/>
                <a:gd name="connsiteX64" fmla="*/ 480537 w 581805"/>
                <a:gd name="connsiteY64" fmla="*/ 320298 h 333117"/>
                <a:gd name="connsiteX65" fmla="*/ 347466 w 581805"/>
                <a:gd name="connsiteY65" fmla="*/ 308799 h 333117"/>
                <a:gd name="connsiteX66" fmla="*/ 317469 w 581805"/>
                <a:gd name="connsiteY66" fmla="*/ 305966 h 333117"/>
                <a:gd name="connsiteX67" fmla="*/ 310470 w 581805"/>
                <a:gd name="connsiteY67" fmla="*/ 295717 h 333117"/>
                <a:gd name="connsiteX68" fmla="*/ 306387 w 581805"/>
                <a:gd name="connsiteY68" fmla="*/ 285302 h 333117"/>
                <a:gd name="connsiteX69" fmla="*/ 263724 w 581805"/>
                <a:gd name="connsiteY69" fmla="*/ 261804 h 333117"/>
                <a:gd name="connsiteX70" fmla="*/ 208812 w 581805"/>
                <a:gd name="connsiteY70" fmla="*/ 278386 h 333117"/>
                <a:gd name="connsiteX71" fmla="*/ 146317 w 581805"/>
                <a:gd name="connsiteY71" fmla="*/ 266387 h 333117"/>
                <a:gd name="connsiteX72" fmla="*/ 73324 w 581805"/>
                <a:gd name="connsiteY72" fmla="*/ 243972 h 333117"/>
                <a:gd name="connsiteX73" fmla="*/ 36077 w 581805"/>
                <a:gd name="connsiteY73" fmla="*/ 235556 h 333117"/>
                <a:gd name="connsiteX74" fmla="*/ 18662 w 581805"/>
                <a:gd name="connsiteY74" fmla="*/ 228140 h 333117"/>
                <a:gd name="connsiteX75" fmla="*/ 18329 w 581805"/>
                <a:gd name="connsiteY75" fmla="*/ 201226 h 333117"/>
                <a:gd name="connsiteX76" fmla="*/ 26745 w 581805"/>
                <a:gd name="connsiteY76" fmla="*/ 129566 h 333117"/>
                <a:gd name="connsiteX77" fmla="*/ 27995 w 581805"/>
                <a:gd name="connsiteY77" fmla="*/ 113734 h 333117"/>
                <a:gd name="connsiteX78" fmla="*/ 27745 w 581805"/>
                <a:gd name="connsiteY78" fmla="*/ 105734 h 333117"/>
                <a:gd name="connsiteX79" fmla="*/ 39160 w 581805"/>
                <a:gd name="connsiteY79" fmla="*/ 106901 h 333117"/>
                <a:gd name="connsiteX80" fmla="*/ 71574 w 581805"/>
                <a:gd name="connsiteY80" fmla="*/ 110401 h 333117"/>
                <a:gd name="connsiteX81" fmla="*/ 142902 w 581805"/>
                <a:gd name="connsiteY81" fmla="*/ 122066 h 333117"/>
                <a:gd name="connsiteX82" fmla="*/ 283888 w 581805"/>
                <a:gd name="connsiteY82" fmla="*/ 139315 h 333117"/>
                <a:gd name="connsiteX83" fmla="*/ 422376 w 581805"/>
                <a:gd name="connsiteY83" fmla="*/ 161313 h 333117"/>
                <a:gd name="connsiteX84" fmla="*/ 487704 w 581805"/>
                <a:gd name="connsiteY84" fmla="*/ 177145 h 333117"/>
                <a:gd name="connsiteX85" fmla="*/ 547865 w 581805"/>
                <a:gd name="connsiteY85" fmla="*/ 222974 h 333117"/>
                <a:gd name="connsiteX86" fmla="*/ 554114 w 581805"/>
                <a:gd name="connsiteY86" fmla="*/ 272469 h 333117"/>
                <a:gd name="connsiteX87" fmla="*/ 553697 w 581805"/>
                <a:gd name="connsiteY87" fmla="*/ 273636 h 333117"/>
                <a:gd name="connsiteX88" fmla="*/ 553365 w 581805"/>
                <a:gd name="connsiteY88" fmla="*/ 276386 h 333117"/>
                <a:gd name="connsiteX89" fmla="*/ 546698 w 581805"/>
                <a:gd name="connsiteY89" fmla="*/ 293051 h 333117"/>
                <a:gd name="connsiteX90" fmla="*/ 546698 w 581805"/>
                <a:gd name="connsiteY90" fmla="*/ 293051 h 333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581805" h="333117">
                  <a:moveTo>
                    <a:pt x="559364" y="107068"/>
                  </a:moveTo>
                  <a:cubicBezTo>
                    <a:pt x="549948" y="82736"/>
                    <a:pt x="535865" y="58572"/>
                    <a:pt x="517951" y="39574"/>
                  </a:cubicBezTo>
                  <a:cubicBezTo>
                    <a:pt x="502702" y="23325"/>
                    <a:pt x="485037" y="3744"/>
                    <a:pt x="462122" y="3494"/>
                  </a:cubicBezTo>
                  <a:cubicBezTo>
                    <a:pt x="456789" y="-1006"/>
                    <a:pt x="452124" y="-89"/>
                    <a:pt x="445041" y="494"/>
                  </a:cubicBezTo>
                  <a:cubicBezTo>
                    <a:pt x="433708" y="1327"/>
                    <a:pt x="422543" y="2910"/>
                    <a:pt x="411210" y="4243"/>
                  </a:cubicBezTo>
                  <a:cubicBezTo>
                    <a:pt x="388713" y="6910"/>
                    <a:pt x="366047" y="9243"/>
                    <a:pt x="343466" y="11493"/>
                  </a:cubicBezTo>
                  <a:cubicBezTo>
                    <a:pt x="334717" y="12326"/>
                    <a:pt x="326218" y="14076"/>
                    <a:pt x="317552" y="15742"/>
                  </a:cubicBezTo>
                  <a:cubicBezTo>
                    <a:pt x="309969" y="17159"/>
                    <a:pt x="299971" y="17576"/>
                    <a:pt x="294304" y="23658"/>
                  </a:cubicBezTo>
                  <a:cubicBezTo>
                    <a:pt x="289887" y="28408"/>
                    <a:pt x="288221" y="35907"/>
                    <a:pt x="285805" y="41823"/>
                  </a:cubicBezTo>
                  <a:cubicBezTo>
                    <a:pt x="281638" y="52239"/>
                    <a:pt x="278555" y="55239"/>
                    <a:pt x="266890" y="58239"/>
                  </a:cubicBezTo>
                  <a:cubicBezTo>
                    <a:pt x="253975" y="61572"/>
                    <a:pt x="241559" y="60155"/>
                    <a:pt x="228810" y="56739"/>
                  </a:cubicBezTo>
                  <a:cubicBezTo>
                    <a:pt x="220144" y="54406"/>
                    <a:pt x="212478" y="48989"/>
                    <a:pt x="203645" y="47490"/>
                  </a:cubicBezTo>
                  <a:cubicBezTo>
                    <a:pt x="195897" y="46156"/>
                    <a:pt x="188481" y="48656"/>
                    <a:pt x="181231" y="51073"/>
                  </a:cubicBezTo>
                  <a:cubicBezTo>
                    <a:pt x="170732" y="54572"/>
                    <a:pt x="159899" y="56989"/>
                    <a:pt x="149151" y="59739"/>
                  </a:cubicBezTo>
                  <a:cubicBezTo>
                    <a:pt x="125237" y="65821"/>
                    <a:pt x="101322" y="71571"/>
                    <a:pt x="77324" y="77154"/>
                  </a:cubicBezTo>
                  <a:cubicBezTo>
                    <a:pt x="66575" y="79653"/>
                    <a:pt x="55909" y="82153"/>
                    <a:pt x="45410" y="85403"/>
                  </a:cubicBezTo>
                  <a:cubicBezTo>
                    <a:pt x="41077" y="86736"/>
                    <a:pt x="36578" y="87653"/>
                    <a:pt x="32328" y="89153"/>
                  </a:cubicBezTo>
                  <a:cubicBezTo>
                    <a:pt x="29744" y="89652"/>
                    <a:pt x="27245" y="90236"/>
                    <a:pt x="24662" y="90902"/>
                  </a:cubicBezTo>
                  <a:cubicBezTo>
                    <a:pt x="19162" y="92319"/>
                    <a:pt x="15162" y="94485"/>
                    <a:pt x="13663" y="100318"/>
                  </a:cubicBezTo>
                  <a:cubicBezTo>
                    <a:pt x="11747" y="107484"/>
                    <a:pt x="12912" y="117400"/>
                    <a:pt x="12163" y="124816"/>
                  </a:cubicBezTo>
                  <a:cubicBezTo>
                    <a:pt x="10746" y="138815"/>
                    <a:pt x="8663" y="152563"/>
                    <a:pt x="6330" y="166479"/>
                  </a:cubicBezTo>
                  <a:cubicBezTo>
                    <a:pt x="4331" y="178478"/>
                    <a:pt x="3081" y="190643"/>
                    <a:pt x="1580" y="202726"/>
                  </a:cubicBezTo>
                  <a:cubicBezTo>
                    <a:pt x="330" y="212475"/>
                    <a:pt x="-1503" y="223640"/>
                    <a:pt x="2164" y="233056"/>
                  </a:cubicBezTo>
                  <a:cubicBezTo>
                    <a:pt x="9746" y="252721"/>
                    <a:pt x="36328" y="252138"/>
                    <a:pt x="53576" y="255804"/>
                  </a:cubicBezTo>
                  <a:cubicBezTo>
                    <a:pt x="100988" y="265887"/>
                    <a:pt x="147151" y="287385"/>
                    <a:pt x="195646" y="292301"/>
                  </a:cubicBezTo>
                  <a:cubicBezTo>
                    <a:pt x="205562" y="293301"/>
                    <a:pt x="215645" y="292384"/>
                    <a:pt x="225144" y="289135"/>
                  </a:cubicBezTo>
                  <a:cubicBezTo>
                    <a:pt x="237726" y="284885"/>
                    <a:pt x="248475" y="277719"/>
                    <a:pt x="262140" y="277052"/>
                  </a:cubicBezTo>
                  <a:cubicBezTo>
                    <a:pt x="278555" y="276219"/>
                    <a:pt x="290221" y="285218"/>
                    <a:pt x="295471" y="300384"/>
                  </a:cubicBezTo>
                  <a:cubicBezTo>
                    <a:pt x="298138" y="308050"/>
                    <a:pt x="297721" y="315632"/>
                    <a:pt x="305553" y="319798"/>
                  </a:cubicBezTo>
                  <a:cubicBezTo>
                    <a:pt x="312052" y="323298"/>
                    <a:pt x="322301" y="322215"/>
                    <a:pt x="329385" y="322798"/>
                  </a:cubicBezTo>
                  <a:cubicBezTo>
                    <a:pt x="343383" y="323881"/>
                    <a:pt x="357299" y="324798"/>
                    <a:pt x="371214" y="326464"/>
                  </a:cubicBezTo>
                  <a:cubicBezTo>
                    <a:pt x="397129" y="329464"/>
                    <a:pt x="422626" y="332714"/>
                    <a:pt x="448790" y="333047"/>
                  </a:cubicBezTo>
                  <a:cubicBezTo>
                    <a:pt x="485703" y="333547"/>
                    <a:pt x="539199" y="332381"/>
                    <a:pt x="560030" y="295384"/>
                  </a:cubicBezTo>
                  <a:cubicBezTo>
                    <a:pt x="563697" y="288801"/>
                    <a:pt x="566363" y="281552"/>
                    <a:pt x="567947" y="273886"/>
                  </a:cubicBezTo>
                  <a:cubicBezTo>
                    <a:pt x="594110" y="223724"/>
                    <a:pt x="578612" y="156730"/>
                    <a:pt x="559364" y="107068"/>
                  </a:cubicBezTo>
                  <a:lnTo>
                    <a:pt x="559364" y="107068"/>
                  </a:lnTo>
                  <a:close/>
                  <a:moveTo>
                    <a:pt x="57825" y="94985"/>
                  </a:moveTo>
                  <a:cubicBezTo>
                    <a:pt x="69157" y="91986"/>
                    <a:pt x="80656" y="89486"/>
                    <a:pt x="92072" y="86903"/>
                  </a:cubicBezTo>
                  <a:cubicBezTo>
                    <a:pt x="112321" y="82320"/>
                    <a:pt x="132402" y="77320"/>
                    <a:pt x="152483" y="72237"/>
                  </a:cubicBezTo>
                  <a:cubicBezTo>
                    <a:pt x="162483" y="69738"/>
                    <a:pt x="172482" y="67404"/>
                    <a:pt x="182481" y="64905"/>
                  </a:cubicBezTo>
                  <a:cubicBezTo>
                    <a:pt x="187980" y="63488"/>
                    <a:pt x="193730" y="61238"/>
                    <a:pt x="199479" y="62572"/>
                  </a:cubicBezTo>
                  <a:cubicBezTo>
                    <a:pt x="204729" y="63821"/>
                    <a:pt x="209395" y="68404"/>
                    <a:pt x="214145" y="70821"/>
                  </a:cubicBezTo>
                  <a:cubicBezTo>
                    <a:pt x="228394" y="78320"/>
                    <a:pt x="247391" y="81487"/>
                    <a:pt x="263140" y="78487"/>
                  </a:cubicBezTo>
                  <a:cubicBezTo>
                    <a:pt x="275556" y="76154"/>
                    <a:pt x="292221" y="71904"/>
                    <a:pt x="298720" y="59655"/>
                  </a:cubicBezTo>
                  <a:cubicBezTo>
                    <a:pt x="302054" y="53406"/>
                    <a:pt x="302221" y="41324"/>
                    <a:pt x="307470" y="36157"/>
                  </a:cubicBezTo>
                  <a:cubicBezTo>
                    <a:pt x="311802" y="31908"/>
                    <a:pt x="323301" y="31074"/>
                    <a:pt x="328801" y="29658"/>
                  </a:cubicBezTo>
                  <a:cubicBezTo>
                    <a:pt x="348050" y="24825"/>
                    <a:pt x="368297" y="22659"/>
                    <a:pt x="387962" y="19326"/>
                  </a:cubicBezTo>
                  <a:cubicBezTo>
                    <a:pt x="397962" y="17576"/>
                    <a:pt x="408127" y="16409"/>
                    <a:pt x="418043" y="14409"/>
                  </a:cubicBezTo>
                  <a:cubicBezTo>
                    <a:pt x="427126" y="12576"/>
                    <a:pt x="450373" y="3327"/>
                    <a:pt x="458039" y="8910"/>
                  </a:cubicBezTo>
                  <a:cubicBezTo>
                    <a:pt x="459373" y="9910"/>
                    <a:pt x="460789" y="9410"/>
                    <a:pt x="461789" y="8493"/>
                  </a:cubicBezTo>
                  <a:cubicBezTo>
                    <a:pt x="472455" y="12576"/>
                    <a:pt x="483037" y="20575"/>
                    <a:pt x="489787" y="27075"/>
                  </a:cubicBezTo>
                  <a:cubicBezTo>
                    <a:pt x="500036" y="36907"/>
                    <a:pt x="510035" y="47490"/>
                    <a:pt x="518367" y="59072"/>
                  </a:cubicBezTo>
                  <a:cubicBezTo>
                    <a:pt x="532200" y="78403"/>
                    <a:pt x="543031" y="100318"/>
                    <a:pt x="550531" y="122816"/>
                  </a:cubicBezTo>
                  <a:cubicBezTo>
                    <a:pt x="558863" y="147647"/>
                    <a:pt x="565280" y="175061"/>
                    <a:pt x="566280" y="201142"/>
                  </a:cubicBezTo>
                  <a:cubicBezTo>
                    <a:pt x="566613" y="210142"/>
                    <a:pt x="566196" y="218641"/>
                    <a:pt x="565196" y="226974"/>
                  </a:cubicBezTo>
                  <a:cubicBezTo>
                    <a:pt x="559947" y="208558"/>
                    <a:pt x="549531" y="191977"/>
                    <a:pt x="534699" y="181977"/>
                  </a:cubicBezTo>
                  <a:cubicBezTo>
                    <a:pt x="490370" y="152064"/>
                    <a:pt x="436291" y="147647"/>
                    <a:pt x="385046" y="140065"/>
                  </a:cubicBezTo>
                  <a:cubicBezTo>
                    <a:pt x="325384" y="131232"/>
                    <a:pt x="265640" y="126649"/>
                    <a:pt x="205729" y="120400"/>
                  </a:cubicBezTo>
                  <a:cubicBezTo>
                    <a:pt x="175149" y="117233"/>
                    <a:pt x="144317" y="113984"/>
                    <a:pt x="113821" y="109317"/>
                  </a:cubicBezTo>
                  <a:cubicBezTo>
                    <a:pt x="99405" y="107068"/>
                    <a:pt x="85073" y="104485"/>
                    <a:pt x="70825" y="101651"/>
                  </a:cubicBezTo>
                  <a:cubicBezTo>
                    <a:pt x="63325" y="100152"/>
                    <a:pt x="51409" y="100568"/>
                    <a:pt x="41744" y="98735"/>
                  </a:cubicBezTo>
                  <a:cubicBezTo>
                    <a:pt x="47576" y="97402"/>
                    <a:pt x="53243" y="96235"/>
                    <a:pt x="57825" y="94985"/>
                  </a:cubicBezTo>
                  <a:lnTo>
                    <a:pt x="57825" y="94985"/>
                  </a:lnTo>
                  <a:close/>
                  <a:moveTo>
                    <a:pt x="546698" y="293051"/>
                  </a:moveTo>
                  <a:cubicBezTo>
                    <a:pt x="533533" y="313799"/>
                    <a:pt x="503202" y="318632"/>
                    <a:pt x="480537" y="320298"/>
                  </a:cubicBezTo>
                  <a:cubicBezTo>
                    <a:pt x="435874" y="323631"/>
                    <a:pt x="391629" y="313216"/>
                    <a:pt x="347466" y="308799"/>
                  </a:cubicBezTo>
                  <a:cubicBezTo>
                    <a:pt x="339133" y="307966"/>
                    <a:pt x="324802" y="309633"/>
                    <a:pt x="317469" y="305966"/>
                  </a:cubicBezTo>
                  <a:cubicBezTo>
                    <a:pt x="311219" y="302800"/>
                    <a:pt x="312720" y="302717"/>
                    <a:pt x="310470" y="295717"/>
                  </a:cubicBezTo>
                  <a:cubicBezTo>
                    <a:pt x="309386" y="292301"/>
                    <a:pt x="308220" y="288551"/>
                    <a:pt x="306387" y="285302"/>
                  </a:cubicBezTo>
                  <a:cubicBezTo>
                    <a:pt x="297887" y="270136"/>
                    <a:pt x="280889" y="261137"/>
                    <a:pt x="263724" y="261804"/>
                  </a:cubicBezTo>
                  <a:cubicBezTo>
                    <a:pt x="243559" y="262637"/>
                    <a:pt x="228144" y="276136"/>
                    <a:pt x="208812" y="278386"/>
                  </a:cubicBezTo>
                  <a:cubicBezTo>
                    <a:pt x="188147" y="280802"/>
                    <a:pt x="165816" y="271886"/>
                    <a:pt x="146317" y="266387"/>
                  </a:cubicBezTo>
                  <a:cubicBezTo>
                    <a:pt x="121820" y="259471"/>
                    <a:pt x="97822" y="250805"/>
                    <a:pt x="73324" y="243972"/>
                  </a:cubicBezTo>
                  <a:cubicBezTo>
                    <a:pt x="60992" y="240556"/>
                    <a:pt x="48576" y="238306"/>
                    <a:pt x="36077" y="235556"/>
                  </a:cubicBezTo>
                  <a:cubicBezTo>
                    <a:pt x="30328" y="234306"/>
                    <a:pt x="22328" y="233556"/>
                    <a:pt x="18662" y="228140"/>
                  </a:cubicBezTo>
                  <a:cubicBezTo>
                    <a:pt x="14496" y="222057"/>
                    <a:pt x="17579" y="207809"/>
                    <a:pt x="18329" y="201226"/>
                  </a:cubicBezTo>
                  <a:cubicBezTo>
                    <a:pt x="20996" y="177311"/>
                    <a:pt x="24745" y="153480"/>
                    <a:pt x="26745" y="129566"/>
                  </a:cubicBezTo>
                  <a:cubicBezTo>
                    <a:pt x="27162" y="124316"/>
                    <a:pt x="27578" y="118983"/>
                    <a:pt x="27995" y="113734"/>
                  </a:cubicBezTo>
                  <a:cubicBezTo>
                    <a:pt x="28078" y="112984"/>
                    <a:pt x="27828" y="108984"/>
                    <a:pt x="27745" y="105734"/>
                  </a:cubicBezTo>
                  <a:cubicBezTo>
                    <a:pt x="31412" y="106734"/>
                    <a:pt x="34994" y="106734"/>
                    <a:pt x="39160" y="106901"/>
                  </a:cubicBezTo>
                  <a:cubicBezTo>
                    <a:pt x="50076" y="107234"/>
                    <a:pt x="60825" y="108484"/>
                    <a:pt x="71574" y="110401"/>
                  </a:cubicBezTo>
                  <a:cubicBezTo>
                    <a:pt x="95322" y="114650"/>
                    <a:pt x="118904" y="119150"/>
                    <a:pt x="142902" y="122066"/>
                  </a:cubicBezTo>
                  <a:cubicBezTo>
                    <a:pt x="189814" y="127899"/>
                    <a:pt x="237059" y="132815"/>
                    <a:pt x="283888" y="139315"/>
                  </a:cubicBezTo>
                  <a:cubicBezTo>
                    <a:pt x="330134" y="145731"/>
                    <a:pt x="376297" y="153897"/>
                    <a:pt x="422376" y="161313"/>
                  </a:cubicBezTo>
                  <a:cubicBezTo>
                    <a:pt x="444457" y="164896"/>
                    <a:pt x="466622" y="169645"/>
                    <a:pt x="487704" y="177145"/>
                  </a:cubicBezTo>
                  <a:cubicBezTo>
                    <a:pt x="511535" y="185727"/>
                    <a:pt x="538449" y="197643"/>
                    <a:pt x="547865" y="222974"/>
                  </a:cubicBezTo>
                  <a:cubicBezTo>
                    <a:pt x="553198" y="237389"/>
                    <a:pt x="556614" y="255887"/>
                    <a:pt x="554114" y="272469"/>
                  </a:cubicBezTo>
                  <a:cubicBezTo>
                    <a:pt x="553948" y="272886"/>
                    <a:pt x="553864" y="273219"/>
                    <a:pt x="553697" y="273636"/>
                  </a:cubicBezTo>
                  <a:cubicBezTo>
                    <a:pt x="553281" y="274636"/>
                    <a:pt x="553281" y="275552"/>
                    <a:pt x="553365" y="276386"/>
                  </a:cubicBezTo>
                  <a:cubicBezTo>
                    <a:pt x="552031" y="282385"/>
                    <a:pt x="549865" y="288051"/>
                    <a:pt x="546698" y="293051"/>
                  </a:cubicBezTo>
                  <a:lnTo>
                    <a:pt x="546698" y="293051"/>
                  </a:lnTo>
                  <a:close/>
                </a:path>
              </a:pathLst>
            </a:custGeom>
            <a:grpFill/>
            <a:ln w="8332" cap="flat">
              <a:noFill/>
              <a:prstDash val="solid"/>
              <a:miter/>
            </a:ln>
          </p:spPr>
          <p:txBody>
            <a:bodyPr rtlCol="0" anchor="ctr"/>
            <a:lstStyle/>
            <a:p>
              <a:endParaRPr lang="en-US"/>
            </a:p>
          </p:txBody>
        </p:sp>
        <p:sp>
          <p:nvSpPr>
            <p:cNvPr id="2073" name="Freeform: Shape 2072"/>
            <p:cNvSpPr/>
            <p:nvPr/>
          </p:nvSpPr>
          <p:spPr>
            <a:xfrm>
              <a:off x="9710087" y="703767"/>
              <a:ext cx="109988" cy="99737"/>
            </a:xfrm>
            <a:custGeom>
              <a:avLst/>
              <a:gdLst>
                <a:gd name="connsiteX0" fmla="*/ 64554 w 109988"/>
                <a:gd name="connsiteY0" fmla="*/ 263 h 99737"/>
                <a:gd name="connsiteX1" fmla="*/ 14058 w 109988"/>
                <a:gd name="connsiteY1" fmla="*/ 24178 h 99737"/>
                <a:gd name="connsiteX2" fmla="*/ 13974 w 109988"/>
                <a:gd name="connsiteY2" fmla="*/ 24261 h 99737"/>
                <a:gd name="connsiteX3" fmla="*/ 3725 w 109988"/>
                <a:gd name="connsiteY3" fmla="*/ 68840 h 99737"/>
                <a:gd name="connsiteX4" fmla="*/ 99216 w 109988"/>
                <a:gd name="connsiteY4" fmla="*/ 80506 h 99737"/>
                <a:gd name="connsiteX5" fmla="*/ 64554 w 109988"/>
                <a:gd name="connsiteY5" fmla="*/ 263 h 99737"/>
                <a:gd name="connsiteX6" fmla="*/ 64554 w 109988"/>
                <a:gd name="connsiteY6" fmla="*/ 263 h 99737"/>
                <a:gd name="connsiteX7" fmla="*/ 86801 w 109988"/>
                <a:gd name="connsiteY7" fmla="*/ 75590 h 99737"/>
                <a:gd name="connsiteX8" fmla="*/ 41139 w 109988"/>
                <a:gd name="connsiteY8" fmla="*/ 85922 h 99737"/>
                <a:gd name="connsiteX9" fmla="*/ 94801 w 109988"/>
                <a:gd name="connsiteY9" fmla="*/ 61091 h 99737"/>
                <a:gd name="connsiteX10" fmla="*/ 92134 w 109988"/>
                <a:gd name="connsiteY10" fmla="*/ 58508 h 99737"/>
                <a:gd name="connsiteX11" fmla="*/ 13558 w 109988"/>
                <a:gd name="connsiteY11" fmla="*/ 64674 h 99737"/>
                <a:gd name="connsiteX12" fmla="*/ 14308 w 109988"/>
                <a:gd name="connsiteY12" fmla="*/ 63091 h 99737"/>
                <a:gd name="connsiteX13" fmla="*/ 13641 w 109988"/>
                <a:gd name="connsiteY13" fmla="*/ 42259 h 99737"/>
                <a:gd name="connsiteX14" fmla="*/ 24640 w 109988"/>
                <a:gd name="connsiteY14" fmla="*/ 25094 h 99737"/>
                <a:gd name="connsiteX15" fmla="*/ 63303 w 109988"/>
                <a:gd name="connsiteY15" fmla="*/ 11262 h 99737"/>
                <a:gd name="connsiteX16" fmla="*/ 86801 w 109988"/>
                <a:gd name="connsiteY16" fmla="*/ 75590 h 99737"/>
                <a:gd name="connsiteX17" fmla="*/ 86801 w 109988"/>
                <a:gd name="connsiteY17" fmla="*/ 75590 h 99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9988" h="99737">
                  <a:moveTo>
                    <a:pt x="64554" y="263"/>
                  </a:moveTo>
                  <a:cubicBezTo>
                    <a:pt x="46471" y="-1820"/>
                    <a:pt x="25473" y="8679"/>
                    <a:pt x="14058" y="24178"/>
                  </a:cubicBezTo>
                  <a:lnTo>
                    <a:pt x="13974" y="24261"/>
                  </a:lnTo>
                  <a:cubicBezTo>
                    <a:pt x="1642" y="36843"/>
                    <a:pt x="-4440" y="52342"/>
                    <a:pt x="3725" y="68840"/>
                  </a:cubicBezTo>
                  <a:cubicBezTo>
                    <a:pt x="20891" y="103504"/>
                    <a:pt x="74969" y="111253"/>
                    <a:pt x="99216" y="80506"/>
                  </a:cubicBezTo>
                  <a:cubicBezTo>
                    <a:pt x="123548" y="49425"/>
                    <a:pt x="104383" y="4929"/>
                    <a:pt x="64554" y="263"/>
                  </a:cubicBezTo>
                  <a:lnTo>
                    <a:pt x="64554" y="263"/>
                  </a:lnTo>
                  <a:close/>
                  <a:moveTo>
                    <a:pt x="86801" y="75590"/>
                  </a:moveTo>
                  <a:cubicBezTo>
                    <a:pt x="75552" y="88339"/>
                    <a:pt x="57304" y="90755"/>
                    <a:pt x="41139" y="85922"/>
                  </a:cubicBezTo>
                  <a:cubicBezTo>
                    <a:pt x="62470" y="87672"/>
                    <a:pt x="82885" y="78756"/>
                    <a:pt x="94801" y="61091"/>
                  </a:cubicBezTo>
                  <a:cubicBezTo>
                    <a:pt x="95801" y="59591"/>
                    <a:pt x="93634" y="57341"/>
                    <a:pt x="92134" y="58508"/>
                  </a:cubicBezTo>
                  <a:cubicBezTo>
                    <a:pt x="71052" y="75173"/>
                    <a:pt x="34639" y="86589"/>
                    <a:pt x="13558" y="64674"/>
                  </a:cubicBezTo>
                  <a:cubicBezTo>
                    <a:pt x="13974" y="64174"/>
                    <a:pt x="14224" y="63674"/>
                    <a:pt x="14308" y="63091"/>
                  </a:cubicBezTo>
                  <a:cubicBezTo>
                    <a:pt x="14974" y="56675"/>
                    <a:pt x="11974" y="48175"/>
                    <a:pt x="13641" y="42259"/>
                  </a:cubicBezTo>
                  <a:cubicBezTo>
                    <a:pt x="15475" y="35677"/>
                    <a:pt x="20474" y="30177"/>
                    <a:pt x="24640" y="25094"/>
                  </a:cubicBezTo>
                  <a:cubicBezTo>
                    <a:pt x="34139" y="13679"/>
                    <a:pt x="48388" y="8179"/>
                    <a:pt x="63303" y="11262"/>
                  </a:cubicBezTo>
                  <a:cubicBezTo>
                    <a:pt x="94050" y="17512"/>
                    <a:pt x="107883" y="51675"/>
                    <a:pt x="86801" y="75590"/>
                  </a:cubicBezTo>
                  <a:lnTo>
                    <a:pt x="86801" y="75590"/>
                  </a:lnTo>
                  <a:close/>
                </a:path>
              </a:pathLst>
            </a:custGeom>
            <a:grpFill/>
            <a:ln w="8332" cap="flat">
              <a:noFill/>
              <a:prstDash val="solid"/>
              <a:miter/>
            </a:ln>
          </p:spPr>
          <p:txBody>
            <a:bodyPr rtlCol="0" anchor="ctr"/>
            <a:lstStyle/>
            <a:p>
              <a:endParaRPr lang="en-US"/>
            </a:p>
          </p:txBody>
        </p:sp>
        <p:sp>
          <p:nvSpPr>
            <p:cNvPr id="2074" name="Freeform: Shape 2073"/>
            <p:cNvSpPr/>
            <p:nvPr/>
          </p:nvSpPr>
          <p:spPr>
            <a:xfrm>
              <a:off x="9494969" y="665447"/>
              <a:ext cx="114609" cy="92106"/>
            </a:xfrm>
            <a:custGeom>
              <a:avLst/>
              <a:gdLst>
                <a:gd name="connsiteX0" fmla="*/ 87606 w 114609"/>
                <a:gd name="connsiteY0" fmla="*/ 2670 h 92106"/>
                <a:gd name="connsiteX1" fmla="*/ 27612 w 114609"/>
                <a:gd name="connsiteY1" fmla="*/ 11086 h 92106"/>
                <a:gd name="connsiteX2" fmla="*/ 9780 w 114609"/>
                <a:gd name="connsiteY2" fmla="*/ 25418 h 92106"/>
                <a:gd name="connsiteX3" fmla="*/ 531 w 114609"/>
                <a:gd name="connsiteY3" fmla="*/ 55248 h 92106"/>
                <a:gd name="connsiteX4" fmla="*/ 87439 w 114609"/>
                <a:gd name="connsiteY4" fmla="*/ 85079 h 92106"/>
                <a:gd name="connsiteX5" fmla="*/ 87606 w 114609"/>
                <a:gd name="connsiteY5" fmla="*/ 2670 h 92106"/>
                <a:gd name="connsiteX6" fmla="*/ 87606 w 114609"/>
                <a:gd name="connsiteY6" fmla="*/ 2670 h 92106"/>
                <a:gd name="connsiteX7" fmla="*/ 68524 w 114609"/>
                <a:gd name="connsiteY7" fmla="*/ 78913 h 92106"/>
                <a:gd name="connsiteX8" fmla="*/ 13612 w 114609"/>
                <a:gd name="connsiteY8" fmla="*/ 60081 h 92106"/>
                <a:gd name="connsiteX9" fmla="*/ 78023 w 114609"/>
                <a:gd name="connsiteY9" fmla="*/ 22668 h 92106"/>
                <a:gd name="connsiteX10" fmla="*/ 78440 w 114609"/>
                <a:gd name="connsiteY10" fmla="*/ 18585 h 92106"/>
                <a:gd name="connsiteX11" fmla="*/ 10196 w 114609"/>
                <a:gd name="connsiteY11" fmla="*/ 50082 h 92106"/>
                <a:gd name="connsiteX12" fmla="*/ 12030 w 114609"/>
                <a:gd name="connsiteY12" fmla="*/ 38833 h 92106"/>
                <a:gd name="connsiteX13" fmla="*/ 29194 w 114609"/>
                <a:gd name="connsiteY13" fmla="*/ 19585 h 92106"/>
                <a:gd name="connsiteX14" fmla="*/ 38777 w 114609"/>
                <a:gd name="connsiteY14" fmla="*/ 16502 h 92106"/>
                <a:gd name="connsiteX15" fmla="*/ 87105 w 114609"/>
                <a:gd name="connsiteY15" fmla="*/ 14752 h 92106"/>
                <a:gd name="connsiteX16" fmla="*/ 68524 w 114609"/>
                <a:gd name="connsiteY16" fmla="*/ 78913 h 92106"/>
                <a:gd name="connsiteX17" fmla="*/ 68524 w 114609"/>
                <a:gd name="connsiteY17" fmla="*/ 78913 h 92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609" h="92106">
                  <a:moveTo>
                    <a:pt x="87606" y="2670"/>
                  </a:moveTo>
                  <a:cubicBezTo>
                    <a:pt x="67941" y="-4080"/>
                    <a:pt x="45859" y="3170"/>
                    <a:pt x="27612" y="11086"/>
                  </a:cubicBezTo>
                  <a:cubicBezTo>
                    <a:pt x="19528" y="14585"/>
                    <a:pt x="13779" y="19418"/>
                    <a:pt x="9780" y="25418"/>
                  </a:cubicBezTo>
                  <a:cubicBezTo>
                    <a:pt x="2697" y="33750"/>
                    <a:pt x="-1552" y="44333"/>
                    <a:pt x="531" y="55248"/>
                  </a:cubicBezTo>
                  <a:cubicBezTo>
                    <a:pt x="7280" y="90162"/>
                    <a:pt x="60441" y="100661"/>
                    <a:pt x="87439" y="85079"/>
                  </a:cubicBezTo>
                  <a:cubicBezTo>
                    <a:pt x="119436" y="66581"/>
                    <a:pt x="127603" y="16419"/>
                    <a:pt x="87606" y="2670"/>
                  </a:cubicBezTo>
                  <a:lnTo>
                    <a:pt x="87606" y="2670"/>
                  </a:lnTo>
                  <a:close/>
                  <a:moveTo>
                    <a:pt x="68524" y="78913"/>
                  </a:moveTo>
                  <a:cubicBezTo>
                    <a:pt x="52609" y="82579"/>
                    <a:pt x="23529" y="75913"/>
                    <a:pt x="13612" y="60081"/>
                  </a:cubicBezTo>
                  <a:cubicBezTo>
                    <a:pt x="18279" y="30667"/>
                    <a:pt x="54275" y="26418"/>
                    <a:pt x="78023" y="22668"/>
                  </a:cubicBezTo>
                  <a:cubicBezTo>
                    <a:pt x="80106" y="22335"/>
                    <a:pt x="81023" y="18835"/>
                    <a:pt x="78440" y="18585"/>
                  </a:cubicBezTo>
                  <a:cubicBezTo>
                    <a:pt x="54359" y="15919"/>
                    <a:pt x="16362" y="23668"/>
                    <a:pt x="10196" y="50082"/>
                  </a:cubicBezTo>
                  <a:cubicBezTo>
                    <a:pt x="9947" y="46583"/>
                    <a:pt x="10446" y="42833"/>
                    <a:pt x="12030" y="38833"/>
                  </a:cubicBezTo>
                  <a:cubicBezTo>
                    <a:pt x="15529" y="29834"/>
                    <a:pt x="21695" y="23835"/>
                    <a:pt x="29194" y="19585"/>
                  </a:cubicBezTo>
                  <a:cubicBezTo>
                    <a:pt x="32361" y="18418"/>
                    <a:pt x="35694" y="17585"/>
                    <a:pt x="38777" y="16502"/>
                  </a:cubicBezTo>
                  <a:cubicBezTo>
                    <a:pt x="54025" y="11336"/>
                    <a:pt x="71690" y="7086"/>
                    <a:pt x="87105" y="14752"/>
                  </a:cubicBezTo>
                  <a:cubicBezTo>
                    <a:pt x="119436" y="30667"/>
                    <a:pt x="95189" y="72830"/>
                    <a:pt x="68524" y="78913"/>
                  </a:cubicBezTo>
                  <a:lnTo>
                    <a:pt x="68524" y="78913"/>
                  </a:lnTo>
                  <a:close/>
                </a:path>
              </a:pathLst>
            </a:custGeom>
            <a:grpFill/>
            <a:ln w="8332" cap="flat">
              <a:noFill/>
              <a:prstDash val="solid"/>
              <a:miter/>
            </a:ln>
          </p:spPr>
          <p:txBody>
            <a:bodyPr rtlCol="0" anchor="ctr"/>
            <a:lstStyle/>
            <a:p>
              <a:endParaRPr lang="en-US"/>
            </a:p>
          </p:txBody>
        </p:sp>
        <p:sp>
          <p:nvSpPr>
            <p:cNvPr id="2075" name="Freeform: Shape 2074"/>
            <p:cNvSpPr/>
            <p:nvPr/>
          </p:nvSpPr>
          <p:spPr>
            <a:xfrm>
              <a:off x="9844903" y="746734"/>
              <a:ext cx="58201" cy="48781"/>
            </a:xfrm>
            <a:custGeom>
              <a:avLst/>
              <a:gdLst>
                <a:gd name="connsiteX0" fmla="*/ 57560 w 58201"/>
                <a:gd name="connsiteY0" fmla="*/ 22457 h 48781"/>
                <a:gd name="connsiteX1" fmla="*/ 49060 w 58201"/>
                <a:gd name="connsiteY1" fmla="*/ 22624 h 48781"/>
                <a:gd name="connsiteX2" fmla="*/ 11981 w 58201"/>
                <a:gd name="connsiteY2" fmla="*/ 31706 h 48781"/>
                <a:gd name="connsiteX3" fmla="*/ 20729 w 58201"/>
                <a:gd name="connsiteY3" fmla="*/ 8708 h 48781"/>
                <a:gd name="connsiteX4" fmla="*/ 42144 w 58201"/>
                <a:gd name="connsiteY4" fmla="*/ 8958 h 48781"/>
                <a:gd name="connsiteX5" fmla="*/ 44311 w 58201"/>
                <a:gd name="connsiteY5" fmla="*/ 5042 h 48781"/>
                <a:gd name="connsiteX6" fmla="*/ 10897 w 58201"/>
                <a:gd name="connsiteY6" fmla="*/ 5209 h 48781"/>
                <a:gd name="connsiteX7" fmla="*/ 3064 w 58201"/>
                <a:gd name="connsiteY7" fmla="*/ 35873 h 48781"/>
                <a:gd name="connsiteX8" fmla="*/ 33895 w 58201"/>
                <a:gd name="connsiteY8" fmla="*/ 48038 h 48781"/>
                <a:gd name="connsiteX9" fmla="*/ 57560 w 58201"/>
                <a:gd name="connsiteY9" fmla="*/ 22457 h 48781"/>
                <a:gd name="connsiteX10" fmla="*/ 57560 w 58201"/>
                <a:gd name="connsiteY10" fmla="*/ 22457 h 4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8201" h="48781">
                  <a:moveTo>
                    <a:pt x="57560" y="22457"/>
                  </a:moveTo>
                  <a:cubicBezTo>
                    <a:pt x="56393" y="18124"/>
                    <a:pt x="50060" y="18457"/>
                    <a:pt x="49060" y="22624"/>
                  </a:cubicBezTo>
                  <a:cubicBezTo>
                    <a:pt x="45311" y="37372"/>
                    <a:pt x="21646" y="45122"/>
                    <a:pt x="11981" y="31706"/>
                  </a:cubicBezTo>
                  <a:cubicBezTo>
                    <a:pt x="5397" y="22540"/>
                    <a:pt x="11563" y="12875"/>
                    <a:pt x="20729" y="8708"/>
                  </a:cubicBezTo>
                  <a:cubicBezTo>
                    <a:pt x="28395" y="5209"/>
                    <a:pt x="34645" y="5125"/>
                    <a:pt x="42144" y="8958"/>
                  </a:cubicBezTo>
                  <a:cubicBezTo>
                    <a:pt x="44727" y="10291"/>
                    <a:pt x="46727" y="6625"/>
                    <a:pt x="44311" y="5042"/>
                  </a:cubicBezTo>
                  <a:cubicBezTo>
                    <a:pt x="33812" y="-1791"/>
                    <a:pt x="21562" y="-1624"/>
                    <a:pt x="10897" y="5209"/>
                  </a:cubicBezTo>
                  <a:cubicBezTo>
                    <a:pt x="981" y="11541"/>
                    <a:pt x="-3436" y="25623"/>
                    <a:pt x="3064" y="35873"/>
                  </a:cubicBezTo>
                  <a:cubicBezTo>
                    <a:pt x="10397" y="47455"/>
                    <a:pt x="20729" y="50371"/>
                    <a:pt x="33895" y="48038"/>
                  </a:cubicBezTo>
                  <a:cubicBezTo>
                    <a:pt x="46060" y="45788"/>
                    <a:pt x="61559" y="37039"/>
                    <a:pt x="57560" y="22457"/>
                  </a:cubicBezTo>
                  <a:lnTo>
                    <a:pt x="57560" y="22457"/>
                  </a:lnTo>
                  <a:close/>
                </a:path>
              </a:pathLst>
            </a:custGeom>
            <a:grpFill/>
            <a:ln w="8332" cap="flat">
              <a:noFill/>
              <a:prstDash val="solid"/>
              <a:miter/>
            </a:ln>
          </p:spPr>
          <p:txBody>
            <a:bodyPr rtlCol="0" anchor="ctr"/>
            <a:lstStyle/>
            <a:p>
              <a:endParaRPr lang="en-US"/>
            </a:p>
          </p:txBody>
        </p:sp>
        <p:sp>
          <p:nvSpPr>
            <p:cNvPr id="2076" name="Freeform: Shape 2075"/>
            <p:cNvSpPr/>
            <p:nvPr/>
          </p:nvSpPr>
          <p:spPr>
            <a:xfrm>
              <a:off x="6725310" y="2188418"/>
              <a:ext cx="569765" cy="444349"/>
            </a:xfrm>
            <a:custGeom>
              <a:avLst/>
              <a:gdLst>
                <a:gd name="connsiteX0" fmla="*/ 4272 w 569765"/>
                <a:gd name="connsiteY0" fmla="*/ 183878 h 444349"/>
                <a:gd name="connsiteX1" fmla="*/ 22 w 569765"/>
                <a:gd name="connsiteY1" fmla="*/ 206376 h 444349"/>
                <a:gd name="connsiteX2" fmla="*/ 76099 w 569765"/>
                <a:gd name="connsiteY2" fmla="*/ 295701 h 444349"/>
                <a:gd name="connsiteX3" fmla="*/ 146093 w 569765"/>
                <a:gd name="connsiteY3" fmla="*/ 329865 h 444349"/>
                <a:gd name="connsiteX4" fmla="*/ 183922 w 569765"/>
                <a:gd name="connsiteY4" fmla="*/ 348197 h 444349"/>
                <a:gd name="connsiteX5" fmla="*/ 205920 w 569765"/>
                <a:gd name="connsiteY5" fmla="*/ 357862 h 444349"/>
                <a:gd name="connsiteX6" fmla="*/ 224502 w 569765"/>
                <a:gd name="connsiteY6" fmla="*/ 346363 h 444349"/>
                <a:gd name="connsiteX7" fmla="*/ 265165 w 569765"/>
                <a:gd name="connsiteY7" fmla="*/ 343447 h 444349"/>
                <a:gd name="connsiteX8" fmla="*/ 290746 w 569765"/>
                <a:gd name="connsiteY8" fmla="*/ 372861 h 444349"/>
                <a:gd name="connsiteX9" fmla="*/ 314494 w 569765"/>
                <a:gd name="connsiteY9" fmla="*/ 390693 h 444349"/>
                <a:gd name="connsiteX10" fmla="*/ 455148 w 569765"/>
                <a:gd name="connsiteY10" fmla="*/ 432189 h 444349"/>
                <a:gd name="connsiteX11" fmla="*/ 510893 w 569765"/>
                <a:gd name="connsiteY11" fmla="*/ 439022 h 444349"/>
                <a:gd name="connsiteX12" fmla="*/ 526975 w 569765"/>
                <a:gd name="connsiteY12" fmla="*/ 413274 h 444349"/>
                <a:gd name="connsiteX13" fmla="*/ 541557 w 569765"/>
                <a:gd name="connsiteY13" fmla="*/ 379694 h 444349"/>
                <a:gd name="connsiteX14" fmla="*/ 557972 w 569765"/>
                <a:gd name="connsiteY14" fmla="*/ 341031 h 444349"/>
                <a:gd name="connsiteX15" fmla="*/ 569221 w 569765"/>
                <a:gd name="connsiteY15" fmla="*/ 319199 h 444349"/>
                <a:gd name="connsiteX16" fmla="*/ 564638 w 569765"/>
                <a:gd name="connsiteY16" fmla="*/ 305450 h 444349"/>
                <a:gd name="connsiteX17" fmla="*/ 558889 w 569765"/>
                <a:gd name="connsiteY17" fmla="*/ 300034 h 444349"/>
                <a:gd name="connsiteX18" fmla="*/ 549556 w 569765"/>
                <a:gd name="connsiteY18" fmla="*/ 290119 h 444349"/>
                <a:gd name="connsiteX19" fmla="*/ 526392 w 569765"/>
                <a:gd name="connsiteY19" fmla="*/ 266704 h 444349"/>
                <a:gd name="connsiteX20" fmla="*/ 473730 w 569765"/>
                <a:gd name="connsiteY20" fmla="*/ 214875 h 444349"/>
                <a:gd name="connsiteX21" fmla="*/ 450648 w 569765"/>
                <a:gd name="connsiteY21" fmla="*/ 191044 h 444349"/>
                <a:gd name="connsiteX22" fmla="*/ 433234 w 569765"/>
                <a:gd name="connsiteY22" fmla="*/ 176462 h 444349"/>
                <a:gd name="connsiteX23" fmla="*/ 406902 w 569765"/>
                <a:gd name="connsiteY23" fmla="*/ 171463 h 444349"/>
                <a:gd name="connsiteX24" fmla="*/ 373405 w 569765"/>
                <a:gd name="connsiteY24" fmla="*/ 153214 h 444349"/>
                <a:gd name="connsiteX25" fmla="*/ 365572 w 569765"/>
                <a:gd name="connsiteY25" fmla="*/ 129383 h 444349"/>
                <a:gd name="connsiteX26" fmla="*/ 367573 w 569765"/>
                <a:gd name="connsiteY26" fmla="*/ 109468 h 444349"/>
                <a:gd name="connsiteX27" fmla="*/ 351657 w 569765"/>
                <a:gd name="connsiteY27" fmla="*/ 90720 h 444349"/>
                <a:gd name="connsiteX28" fmla="*/ 331576 w 569765"/>
                <a:gd name="connsiteY28" fmla="*/ 73721 h 444349"/>
                <a:gd name="connsiteX29" fmla="*/ 277164 w 569765"/>
                <a:gd name="connsiteY29" fmla="*/ 32725 h 444349"/>
                <a:gd name="connsiteX30" fmla="*/ 250083 w 569765"/>
                <a:gd name="connsiteY30" fmla="*/ 12143 h 444349"/>
                <a:gd name="connsiteX31" fmla="*/ 233834 w 569765"/>
                <a:gd name="connsiteY31" fmla="*/ 5977 h 444349"/>
                <a:gd name="connsiteX32" fmla="*/ 167424 w 569765"/>
                <a:gd name="connsiteY32" fmla="*/ 8311 h 444349"/>
                <a:gd name="connsiteX33" fmla="*/ 97180 w 569765"/>
                <a:gd name="connsiteY33" fmla="*/ 44974 h 444349"/>
                <a:gd name="connsiteX34" fmla="*/ 4272 w 569765"/>
                <a:gd name="connsiteY34" fmla="*/ 183878 h 444349"/>
                <a:gd name="connsiteX35" fmla="*/ 4272 w 569765"/>
                <a:gd name="connsiteY35" fmla="*/ 183878 h 444349"/>
                <a:gd name="connsiteX36" fmla="*/ 545140 w 569765"/>
                <a:gd name="connsiteY36" fmla="*/ 303284 h 444349"/>
                <a:gd name="connsiteX37" fmla="*/ 518725 w 569765"/>
                <a:gd name="connsiteY37" fmla="*/ 290868 h 444349"/>
                <a:gd name="connsiteX38" fmla="*/ 477896 w 569765"/>
                <a:gd name="connsiteY38" fmla="*/ 275370 h 444349"/>
                <a:gd name="connsiteX39" fmla="*/ 393404 w 569765"/>
                <a:gd name="connsiteY39" fmla="*/ 237707 h 444349"/>
                <a:gd name="connsiteX40" fmla="*/ 229418 w 569765"/>
                <a:gd name="connsiteY40" fmla="*/ 162630 h 444349"/>
                <a:gd name="connsiteX41" fmla="*/ 79432 w 569765"/>
                <a:gd name="connsiteY41" fmla="*/ 121800 h 444349"/>
                <a:gd name="connsiteX42" fmla="*/ 30186 w 569765"/>
                <a:gd name="connsiteY42" fmla="*/ 144715 h 444349"/>
                <a:gd name="connsiteX43" fmla="*/ 42519 w 569765"/>
                <a:gd name="connsiteY43" fmla="*/ 121967 h 444349"/>
                <a:gd name="connsiteX44" fmla="*/ 96264 w 569765"/>
                <a:gd name="connsiteY44" fmla="*/ 62806 h 444349"/>
                <a:gd name="connsiteX45" fmla="*/ 156592 w 569765"/>
                <a:gd name="connsiteY45" fmla="*/ 24642 h 444349"/>
                <a:gd name="connsiteX46" fmla="*/ 197504 w 569765"/>
                <a:gd name="connsiteY46" fmla="*/ 11810 h 444349"/>
                <a:gd name="connsiteX47" fmla="*/ 231085 w 569765"/>
                <a:gd name="connsiteY47" fmla="*/ 10227 h 444349"/>
                <a:gd name="connsiteX48" fmla="*/ 234085 w 569765"/>
                <a:gd name="connsiteY48" fmla="*/ 12477 h 444349"/>
                <a:gd name="connsiteX49" fmla="*/ 265581 w 569765"/>
                <a:gd name="connsiteY49" fmla="*/ 37725 h 444349"/>
                <a:gd name="connsiteX50" fmla="*/ 288913 w 569765"/>
                <a:gd name="connsiteY50" fmla="*/ 57390 h 444349"/>
                <a:gd name="connsiteX51" fmla="*/ 334325 w 569765"/>
                <a:gd name="connsiteY51" fmla="*/ 96636 h 444349"/>
                <a:gd name="connsiteX52" fmla="*/ 349324 w 569765"/>
                <a:gd name="connsiteY52" fmla="*/ 113135 h 444349"/>
                <a:gd name="connsiteX53" fmla="*/ 344741 w 569765"/>
                <a:gd name="connsiteY53" fmla="*/ 137799 h 444349"/>
                <a:gd name="connsiteX54" fmla="*/ 365656 w 569765"/>
                <a:gd name="connsiteY54" fmla="*/ 172296 h 444349"/>
                <a:gd name="connsiteX55" fmla="*/ 411652 w 569765"/>
                <a:gd name="connsiteY55" fmla="*/ 190877 h 444349"/>
                <a:gd name="connsiteX56" fmla="*/ 428484 w 569765"/>
                <a:gd name="connsiteY56" fmla="*/ 191294 h 444349"/>
                <a:gd name="connsiteX57" fmla="*/ 441899 w 569765"/>
                <a:gd name="connsiteY57" fmla="*/ 201960 h 444349"/>
                <a:gd name="connsiteX58" fmla="*/ 463897 w 569765"/>
                <a:gd name="connsiteY58" fmla="*/ 223624 h 444349"/>
                <a:gd name="connsiteX59" fmla="*/ 508227 w 569765"/>
                <a:gd name="connsiteY59" fmla="*/ 267204 h 444349"/>
                <a:gd name="connsiteX60" fmla="*/ 533474 w 569765"/>
                <a:gd name="connsiteY60" fmla="*/ 291785 h 444349"/>
                <a:gd name="connsiteX61" fmla="*/ 545140 w 569765"/>
                <a:gd name="connsiteY61" fmla="*/ 303284 h 444349"/>
                <a:gd name="connsiteX62" fmla="*/ 545140 w 569765"/>
                <a:gd name="connsiteY62" fmla="*/ 303284 h 444349"/>
                <a:gd name="connsiteX63" fmla="*/ 15187 w 569765"/>
                <a:gd name="connsiteY63" fmla="*/ 193544 h 444349"/>
                <a:gd name="connsiteX64" fmla="*/ 16354 w 569765"/>
                <a:gd name="connsiteY64" fmla="*/ 191044 h 444349"/>
                <a:gd name="connsiteX65" fmla="*/ 16604 w 569765"/>
                <a:gd name="connsiteY65" fmla="*/ 189878 h 444349"/>
                <a:gd name="connsiteX66" fmla="*/ 47352 w 569765"/>
                <a:gd name="connsiteY66" fmla="*/ 150631 h 444349"/>
                <a:gd name="connsiteX67" fmla="*/ 122511 w 569765"/>
                <a:gd name="connsiteY67" fmla="*/ 142132 h 444349"/>
                <a:gd name="connsiteX68" fmla="*/ 186672 w 569765"/>
                <a:gd name="connsiteY68" fmla="*/ 162047 h 444349"/>
                <a:gd name="connsiteX69" fmla="*/ 316827 w 569765"/>
                <a:gd name="connsiteY69" fmla="*/ 214209 h 444349"/>
                <a:gd name="connsiteX70" fmla="*/ 446649 w 569765"/>
                <a:gd name="connsiteY70" fmla="*/ 271704 h 444349"/>
                <a:gd name="connsiteX71" fmla="*/ 513809 w 569765"/>
                <a:gd name="connsiteY71" fmla="*/ 298285 h 444349"/>
                <a:gd name="connsiteX72" fmla="*/ 543390 w 569765"/>
                <a:gd name="connsiteY72" fmla="*/ 311866 h 444349"/>
                <a:gd name="connsiteX73" fmla="*/ 553806 w 569765"/>
                <a:gd name="connsiteY73" fmla="*/ 316783 h 444349"/>
                <a:gd name="connsiteX74" fmla="*/ 549556 w 569765"/>
                <a:gd name="connsiteY74" fmla="*/ 323532 h 444349"/>
                <a:gd name="connsiteX75" fmla="*/ 542474 w 569765"/>
                <a:gd name="connsiteY75" fmla="*/ 337781 h 444349"/>
                <a:gd name="connsiteX76" fmla="*/ 512893 w 569765"/>
                <a:gd name="connsiteY76" fmla="*/ 403608 h 444349"/>
                <a:gd name="connsiteX77" fmla="*/ 498811 w 569765"/>
                <a:gd name="connsiteY77" fmla="*/ 426523 h 444349"/>
                <a:gd name="connsiteX78" fmla="*/ 480063 w 569765"/>
                <a:gd name="connsiteY78" fmla="*/ 423940 h 444349"/>
                <a:gd name="connsiteX79" fmla="*/ 443732 w 569765"/>
                <a:gd name="connsiteY79" fmla="*/ 412107 h 444349"/>
                <a:gd name="connsiteX80" fmla="*/ 369572 w 569765"/>
                <a:gd name="connsiteY80" fmla="*/ 393859 h 444349"/>
                <a:gd name="connsiteX81" fmla="*/ 309828 w 569765"/>
                <a:gd name="connsiteY81" fmla="*/ 372111 h 444349"/>
                <a:gd name="connsiteX82" fmla="*/ 271248 w 569765"/>
                <a:gd name="connsiteY82" fmla="*/ 329615 h 444349"/>
                <a:gd name="connsiteX83" fmla="*/ 222586 w 569765"/>
                <a:gd name="connsiteY83" fmla="*/ 327865 h 444349"/>
                <a:gd name="connsiteX84" fmla="*/ 213753 w 569765"/>
                <a:gd name="connsiteY84" fmla="*/ 334698 h 444349"/>
                <a:gd name="connsiteX85" fmla="*/ 202504 w 569765"/>
                <a:gd name="connsiteY85" fmla="*/ 339947 h 444349"/>
                <a:gd name="connsiteX86" fmla="*/ 175340 w 569765"/>
                <a:gd name="connsiteY86" fmla="*/ 327032 h 444349"/>
                <a:gd name="connsiteX87" fmla="*/ 55267 w 569765"/>
                <a:gd name="connsiteY87" fmla="*/ 268704 h 444349"/>
                <a:gd name="connsiteX88" fmla="*/ 12438 w 569765"/>
                <a:gd name="connsiteY88" fmla="*/ 211376 h 444349"/>
                <a:gd name="connsiteX89" fmla="*/ 15187 w 569765"/>
                <a:gd name="connsiteY89" fmla="*/ 193544 h 444349"/>
                <a:gd name="connsiteX90" fmla="*/ 15187 w 569765"/>
                <a:gd name="connsiteY90" fmla="*/ 193544 h 444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569765" h="444349">
                  <a:moveTo>
                    <a:pt x="4272" y="183878"/>
                  </a:moveTo>
                  <a:cubicBezTo>
                    <a:pt x="1689" y="191211"/>
                    <a:pt x="189" y="198794"/>
                    <a:pt x="22" y="206376"/>
                  </a:cubicBezTo>
                  <a:cubicBezTo>
                    <a:pt x="-1144" y="248789"/>
                    <a:pt x="44102" y="277120"/>
                    <a:pt x="76099" y="295701"/>
                  </a:cubicBezTo>
                  <a:cubicBezTo>
                    <a:pt x="98680" y="308867"/>
                    <a:pt x="122261" y="319116"/>
                    <a:pt x="146093" y="329865"/>
                  </a:cubicBezTo>
                  <a:cubicBezTo>
                    <a:pt x="158925" y="335614"/>
                    <a:pt x="171340" y="341947"/>
                    <a:pt x="183922" y="348197"/>
                  </a:cubicBezTo>
                  <a:cubicBezTo>
                    <a:pt x="190255" y="351363"/>
                    <a:pt x="198504" y="357529"/>
                    <a:pt x="205920" y="357862"/>
                  </a:cubicBezTo>
                  <a:cubicBezTo>
                    <a:pt x="214753" y="358279"/>
                    <a:pt x="218252" y="351530"/>
                    <a:pt x="224502" y="346363"/>
                  </a:cubicBezTo>
                  <a:cubicBezTo>
                    <a:pt x="236834" y="336114"/>
                    <a:pt x="251500" y="334365"/>
                    <a:pt x="265165" y="343447"/>
                  </a:cubicBezTo>
                  <a:cubicBezTo>
                    <a:pt x="276581" y="351030"/>
                    <a:pt x="282080" y="362779"/>
                    <a:pt x="290746" y="372861"/>
                  </a:cubicBezTo>
                  <a:cubicBezTo>
                    <a:pt x="297246" y="380444"/>
                    <a:pt x="305411" y="386443"/>
                    <a:pt x="314494" y="390693"/>
                  </a:cubicBezTo>
                  <a:cubicBezTo>
                    <a:pt x="358657" y="411358"/>
                    <a:pt x="409319" y="416524"/>
                    <a:pt x="455148" y="432189"/>
                  </a:cubicBezTo>
                  <a:cubicBezTo>
                    <a:pt x="471813" y="437855"/>
                    <a:pt x="494311" y="452021"/>
                    <a:pt x="510893" y="439022"/>
                  </a:cubicBezTo>
                  <a:cubicBezTo>
                    <a:pt x="518892" y="432772"/>
                    <a:pt x="523058" y="422273"/>
                    <a:pt x="526975" y="413274"/>
                  </a:cubicBezTo>
                  <a:cubicBezTo>
                    <a:pt x="531891" y="402108"/>
                    <a:pt x="537057" y="391026"/>
                    <a:pt x="541557" y="379694"/>
                  </a:cubicBezTo>
                  <a:cubicBezTo>
                    <a:pt x="546723" y="366612"/>
                    <a:pt x="551973" y="353779"/>
                    <a:pt x="557972" y="341031"/>
                  </a:cubicBezTo>
                  <a:cubicBezTo>
                    <a:pt x="561138" y="334281"/>
                    <a:pt x="567221" y="326365"/>
                    <a:pt x="569221" y="319199"/>
                  </a:cubicBezTo>
                  <a:cubicBezTo>
                    <a:pt x="570887" y="313367"/>
                    <a:pt x="568555" y="309450"/>
                    <a:pt x="564638" y="305450"/>
                  </a:cubicBezTo>
                  <a:cubicBezTo>
                    <a:pt x="562722" y="303534"/>
                    <a:pt x="560805" y="301784"/>
                    <a:pt x="558889" y="300034"/>
                  </a:cubicBezTo>
                  <a:cubicBezTo>
                    <a:pt x="556056" y="296535"/>
                    <a:pt x="552639" y="293452"/>
                    <a:pt x="549556" y="290119"/>
                  </a:cubicBezTo>
                  <a:cubicBezTo>
                    <a:pt x="542140" y="281953"/>
                    <a:pt x="534224" y="274287"/>
                    <a:pt x="526392" y="266704"/>
                  </a:cubicBezTo>
                  <a:cubicBezTo>
                    <a:pt x="508643" y="249539"/>
                    <a:pt x="491062" y="232290"/>
                    <a:pt x="473730" y="214875"/>
                  </a:cubicBezTo>
                  <a:cubicBezTo>
                    <a:pt x="465897" y="207043"/>
                    <a:pt x="457898" y="199460"/>
                    <a:pt x="450648" y="191044"/>
                  </a:cubicBezTo>
                  <a:cubicBezTo>
                    <a:pt x="445649" y="185295"/>
                    <a:pt x="440566" y="179295"/>
                    <a:pt x="433234" y="176462"/>
                  </a:cubicBezTo>
                  <a:cubicBezTo>
                    <a:pt x="424818" y="173212"/>
                    <a:pt x="415485" y="173879"/>
                    <a:pt x="406902" y="171463"/>
                  </a:cubicBezTo>
                  <a:cubicBezTo>
                    <a:pt x="394154" y="167879"/>
                    <a:pt x="382738" y="162713"/>
                    <a:pt x="373405" y="153214"/>
                  </a:cubicBezTo>
                  <a:cubicBezTo>
                    <a:pt x="364906" y="144548"/>
                    <a:pt x="363823" y="140465"/>
                    <a:pt x="365572" y="129383"/>
                  </a:cubicBezTo>
                  <a:cubicBezTo>
                    <a:pt x="366573" y="123134"/>
                    <a:pt x="368989" y="115801"/>
                    <a:pt x="367573" y="109468"/>
                  </a:cubicBezTo>
                  <a:cubicBezTo>
                    <a:pt x="365823" y="101302"/>
                    <a:pt x="357490" y="95886"/>
                    <a:pt x="351657" y="90720"/>
                  </a:cubicBezTo>
                  <a:cubicBezTo>
                    <a:pt x="345075" y="84887"/>
                    <a:pt x="338658" y="78971"/>
                    <a:pt x="331576" y="73721"/>
                  </a:cubicBezTo>
                  <a:cubicBezTo>
                    <a:pt x="313328" y="60223"/>
                    <a:pt x="295079" y="46640"/>
                    <a:pt x="277164" y="32725"/>
                  </a:cubicBezTo>
                  <a:cubicBezTo>
                    <a:pt x="268165" y="25809"/>
                    <a:pt x="259415" y="18726"/>
                    <a:pt x="250083" y="12143"/>
                  </a:cubicBezTo>
                  <a:cubicBezTo>
                    <a:pt x="244250" y="8061"/>
                    <a:pt x="240751" y="4894"/>
                    <a:pt x="233834" y="5977"/>
                  </a:cubicBezTo>
                  <a:cubicBezTo>
                    <a:pt x="214086" y="-5605"/>
                    <a:pt x="188839" y="2145"/>
                    <a:pt x="167424" y="8311"/>
                  </a:cubicBezTo>
                  <a:cubicBezTo>
                    <a:pt x="142259" y="15477"/>
                    <a:pt x="117762" y="28975"/>
                    <a:pt x="97180" y="44974"/>
                  </a:cubicBezTo>
                  <a:cubicBezTo>
                    <a:pt x="54934" y="77804"/>
                    <a:pt x="7271" y="127383"/>
                    <a:pt x="4272" y="183878"/>
                  </a:cubicBezTo>
                  <a:lnTo>
                    <a:pt x="4272" y="183878"/>
                  </a:lnTo>
                  <a:close/>
                  <a:moveTo>
                    <a:pt x="545140" y="303284"/>
                  </a:moveTo>
                  <a:cubicBezTo>
                    <a:pt x="535974" y="299951"/>
                    <a:pt x="525892" y="293452"/>
                    <a:pt x="518725" y="290868"/>
                  </a:cubicBezTo>
                  <a:cubicBezTo>
                    <a:pt x="505060" y="285952"/>
                    <a:pt x="491395" y="280869"/>
                    <a:pt x="477896" y="275370"/>
                  </a:cubicBezTo>
                  <a:cubicBezTo>
                    <a:pt x="449399" y="263788"/>
                    <a:pt x="421317" y="250705"/>
                    <a:pt x="393404" y="237707"/>
                  </a:cubicBezTo>
                  <a:cubicBezTo>
                    <a:pt x="338825" y="212375"/>
                    <a:pt x="285163" y="185628"/>
                    <a:pt x="229418" y="162630"/>
                  </a:cubicBezTo>
                  <a:cubicBezTo>
                    <a:pt x="181506" y="142799"/>
                    <a:pt x="132843" y="118884"/>
                    <a:pt x="79432" y="121800"/>
                  </a:cubicBezTo>
                  <a:cubicBezTo>
                    <a:pt x="61600" y="122800"/>
                    <a:pt x="44102" y="131633"/>
                    <a:pt x="30186" y="144715"/>
                  </a:cubicBezTo>
                  <a:cubicBezTo>
                    <a:pt x="33603" y="137049"/>
                    <a:pt x="37686" y="129550"/>
                    <a:pt x="42519" y="121967"/>
                  </a:cubicBezTo>
                  <a:cubicBezTo>
                    <a:pt x="56767" y="99969"/>
                    <a:pt x="76349" y="79804"/>
                    <a:pt x="96264" y="62806"/>
                  </a:cubicBezTo>
                  <a:cubicBezTo>
                    <a:pt x="114262" y="47390"/>
                    <a:pt x="134760" y="34142"/>
                    <a:pt x="156592" y="24642"/>
                  </a:cubicBezTo>
                  <a:cubicBezTo>
                    <a:pt x="169674" y="18976"/>
                    <a:pt x="183589" y="15060"/>
                    <a:pt x="197504" y="11810"/>
                  </a:cubicBezTo>
                  <a:cubicBezTo>
                    <a:pt x="206671" y="9727"/>
                    <a:pt x="219919" y="8227"/>
                    <a:pt x="231085" y="10227"/>
                  </a:cubicBezTo>
                  <a:cubicBezTo>
                    <a:pt x="231418" y="11560"/>
                    <a:pt x="232418" y="12644"/>
                    <a:pt x="234085" y="12477"/>
                  </a:cubicBezTo>
                  <a:cubicBezTo>
                    <a:pt x="243500" y="11644"/>
                    <a:pt x="258749" y="31559"/>
                    <a:pt x="265581" y="37725"/>
                  </a:cubicBezTo>
                  <a:cubicBezTo>
                    <a:pt x="273081" y="44557"/>
                    <a:pt x="281164" y="50807"/>
                    <a:pt x="288913" y="57390"/>
                  </a:cubicBezTo>
                  <a:cubicBezTo>
                    <a:pt x="303995" y="70305"/>
                    <a:pt x="320327" y="82554"/>
                    <a:pt x="334325" y="96636"/>
                  </a:cubicBezTo>
                  <a:cubicBezTo>
                    <a:pt x="338409" y="100719"/>
                    <a:pt x="347825" y="107218"/>
                    <a:pt x="349324" y="113135"/>
                  </a:cubicBezTo>
                  <a:cubicBezTo>
                    <a:pt x="351157" y="120217"/>
                    <a:pt x="345158" y="130716"/>
                    <a:pt x="344741" y="137799"/>
                  </a:cubicBezTo>
                  <a:cubicBezTo>
                    <a:pt x="344075" y="151714"/>
                    <a:pt x="356157" y="163880"/>
                    <a:pt x="365656" y="172296"/>
                  </a:cubicBezTo>
                  <a:cubicBezTo>
                    <a:pt x="377655" y="182961"/>
                    <a:pt x="395570" y="189961"/>
                    <a:pt x="411652" y="190877"/>
                  </a:cubicBezTo>
                  <a:cubicBezTo>
                    <a:pt x="416985" y="191211"/>
                    <a:pt x="423401" y="189711"/>
                    <a:pt x="428484" y="191294"/>
                  </a:cubicBezTo>
                  <a:cubicBezTo>
                    <a:pt x="434150" y="193044"/>
                    <a:pt x="437900" y="197960"/>
                    <a:pt x="441899" y="201960"/>
                  </a:cubicBezTo>
                  <a:cubicBezTo>
                    <a:pt x="449149" y="209209"/>
                    <a:pt x="456565" y="216375"/>
                    <a:pt x="463897" y="223624"/>
                  </a:cubicBezTo>
                  <a:cubicBezTo>
                    <a:pt x="478563" y="238290"/>
                    <a:pt x="493228" y="252872"/>
                    <a:pt x="508227" y="267204"/>
                  </a:cubicBezTo>
                  <a:cubicBezTo>
                    <a:pt x="516726" y="275287"/>
                    <a:pt x="525308" y="283369"/>
                    <a:pt x="533474" y="291785"/>
                  </a:cubicBezTo>
                  <a:cubicBezTo>
                    <a:pt x="536974" y="295368"/>
                    <a:pt x="541307" y="299118"/>
                    <a:pt x="545140" y="303284"/>
                  </a:cubicBezTo>
                  <a:lnTo>
                    <a:pt x="545140" y="303284"/>
                  </a:lnTo>
                  <a:close/>
                  <a:moveTo>
                    <a:pt x="15187" y="193544"/>
                  </a:moveTo>
                  <a:cubicBezTo>
                    <a:pt x="15771" y="192877"/>
                    <a:pt x="16187" y="192044"/>
                    <a:pt x="16354" y="191044"/>
                  </a:cubicBezTo>
                  <a:cubicBezTo>
                    <a:pt x="16438" y="190628"/>
                    <a:pt x="16521" y="190294"/>
                    <a:pt x="16604" y="189878"/>
                  </a:cubicBezTo>
                  <a:cubicBezTo>
                    <a:pt x="22937" y="174379"/>
                    <a:pt x="35353" y="160297"/>
                    <a:pt x="47352" y="150631"/>
                  </a:cubicBezTo>
                  <a:cubicBezTo>
                    <a:pt x="68433" y="133716"/>
                    <a:pt x="97680" y="137216"/>
                    <a:pt x="122511" y="142132"/>
                  </a:cubicBezTo>
                  <a:cubicBezTo>
                    <a:pt x="144509" y="146465"/>
                    <a:pt x="165924" y="153797"/>
                    <a:pt x="186672" y="162047"/>
                  </a:cubicBezTo>
                  <a:cubicBezTo>
                    <a:pt x="230002" y="179378"/>
                    <a:pt x="273831" y="196044"/>
                    <a:pt x="316827" y="214209"/>
                  </a:cubicBezTo>
                  <a:cubicBezTo>
                    <a:pt x="360323" y="232624"/>
                    <a:pt x="403403" y="252622"/>
                    <a:pt x="446649" y="271704"/>
                  </a:cubicBezTo>
                  <a:cubicBezTo>
                    <a:pt x="468730" y="281453"/>
                    <a:pt x="491228" y="289702"/>
                    <a:pt x="513809" y="298285"/>
                  </a:cubicBezTo>
                  <a:cubicBezTo>
                    <a:pt x="524058" y="302118"/>
                    <a:pt x="533891" y="306534"/>
                    <a:pt x="543390" y="311866"/>
                  </a:cubicBezTo>
                  <a:cubicBezTo>
                    <a:pt x="547056" y="313950"/>
                    <a:pt x="550139" y="315783"/>
                    <a:pt x="553806" y="316783"/>
                  </a:cubicBezTo>
                  <a:cubicBezTo>
                    <a:pt x="552139" y="319533"/>
                    <a:pt x="549806" y="322866"/>
                    <a:pt x="549556" y="323532"/>
                  </a:cubicBezTo>
                  <a:cubicBezTo>
                    <a:pt x="547140" y="328282"/>
                    <a:pt x="544806" y="333031"/>
                    <a:pt x="542474" y="337781"/>
                  </a:cubicBezTo>
                  <a:cubicBezTo>
                    <a:pt x="531891" y="359446"/>
                    <a:pt x="522892" y="381777"/>
                    <a:pt x="512893" y="403608"/>
                  </a:cubicBezTo>
                  <a:cubicBezTo>
                    <a:pt x="510143" y="409608"/>
                    <a:pt x="505477" y="423440"/>
                    <a:pt x="498811" y="426523"/>
                  </a:cubicBezTo>
                  <a:cubicBezTo>
                    <a:pt x="492895" y="429273"/>
                    <a:pt x="485645" y="425773"/>
                    <a:pt x="480063" y="423940"/>
                  </a:cubicBezTo>
                  <a:cubicBezTo>
                    <a:pt x="467897" y="419940"/>
                    <a:pt x="456148" y="415441"/>
                    <a:pt x="443732" y="412107"/>
                  </a:cubicBezTo>
                  <a:cubicBezTo>
                    <a:pt x="419151" y="405441"/>
                    <a:pt x="394154" y="400525"/>
                    <a:pt x="369572" y="393859"/>
                  </a:cubicBezTo>
                  <a:cubicBezTo>
                    <a:pt x="350074" y="388526"/>
                    <a:pt x="326326" y="384693"/>
                    <a:pt x="309828" y="372111"/>
                  </a:cubicBezTo>
                  <a:cubicBezTo>
                    <a:pt x="294329" y="360196"/>
                    <a:pt x="288080" y="340697"/>
                    <a:pt x="271248" y="329615"/>
                  </a:cubicBezTo>
                  <a:cubicBezTo>
                    <a:pt x="256916" y="320199"/>
                    <a:pt x="237751" y="319283"/>
                    <a:pt x="222586" y="327865"/>
                  </a:cubicBezTo>
                  <a:cubicBezTo>
                    <a:pt x="219419" y="329698"/>
                    <a:pt x="216503" y="332281"/>
                    <a:pt x="213753" y="334698"/>
                  </a:cubicBezTo>
                  <a:cubicBezTo>
                    <a:pt x="208254" y="339614"/>
                    <a:pt x="209503" y="340447"/>
                    <a:pt x="202504" y="339947"/>
                  </a:cubicBezTo>
                  <a:cubicBezTo>
                    <a:pt x="194338" y="339364"/>
                    <a:pt x="182922" y="330615"/>
                    <a:pt x="175340" y="327032"/>
                  </a:cubicBezTo>
                  <a:cubicBezTo>
                    <a:pt x="135177" y="308200"/>
                    <a:pt x="91931" y="294451"/>
                    <a:pt x="55267" y="268704"/>
                  </a:cubicBezTo>
                  <a:cubicBezTo>
                    <a:pt x="36686" y="255622"/>
                    <a:pt x="13104" y="235957"/>
                    <a:pt x="12438" y="211376"/>
                  </a:cubicBezTo>
                  <a:cubicBezTo>
                    <a:pt x="12188" y="205293"/>
                    <a:pt x="13271" y="199293"/>
                    <a:pt x="15187" y="193544"/>
                  </a:cubicBezTo>
                  <a:lnTo>
                    <a:pt x="15187" y="193544"/>
                  </a:lnTo>
                  <a:close/>
                </a:path>
              </a:pathLst>
            </a:custGeom>
            <a:grpFill/>
            <a:ln w="8332" cap="flat">
              <a:noFill/>
              <a:prstDash val="solid"/>
              <a:miter/>
            </a:ln>
          </p:spPr>
          <p:txBody>
            <a:bodyPr rtlCol="0" anchor="ctr"/>
            <a:lstStyle/>
            <a:p>
              <a:endParaRPr lang="en-US"/>
            </a:p>
          </p:txBody>
        </p:sp>
        <p:sp>
          <p:nvSpPr>
            <p:cNvPr id="2077" name="Freeform: Shape 2076"/>
            <p:cNvSpPr/>
            <p:nvPr/>
          </p:nvSpPr>
          <p:spPr>
            <a:xfrm>
              <a:off x="6852388" y="2379534"/>
              <a:ext cx="104218" cy="103121"/>
            </a:xfrm>
            <a:custGeom>
              <a:avLst/>
              <a:gdLst>
                <a:gd name="connsiteX0" fmla="*/ 433 w 104218"/>
                <a:gd name="connsiteY0" fmla="*/ 55924 h 103121"/>
                <a:gd name="connsiteX1" fmla="*/ 88425 w 104218"/>
                <a:gd name="connsiteY1" fmla="*/ 94837 h 103121"/>
                <a:gd name="connsiteX2" fmla="*/ 102507 w 104218"/>
                <a:gd name="connsiteY2" fmla="*/ 51341 h 103121"/>
                <a:gd name="connsiteX3" fmla="*/ 102507 w 104218"/>
                <a:gd name="connsiteY3" fmla="*/ 51174 h 103121"/>
                <a:gd name="connsiteX4" fmla="*/ 71426 w 104218"/>
                <a:gd name="connsiteY4" fmla="*/ 4678 h 103121"/>
                <a:gd name="connsiteX5" fmla="*/ 433 w 104218"/>
                <a:gd name="connsiteY5" fmla="*/ 55924 h 103121"/>
                <a:gd name="connsiteX6" fmla="*/ 433 w 104218"/>
                <a:gd name="connsiteY6" fmla="*/ 55924 h 103121"/>
                <a:gd name="connsiteX7" fmla="*/ 66676 w 104218"/>
                <a:gd name="connsiteY7" fmla="*/ 14761 h 103121"/>
                <a:gd name="connsiteX8" fmla="*/ 92757 w 104218"/>
                <a:gd name="connsiteY8" fmla="*/ 46508 h 103121"/>
                <a:gd name="connsiteX9" fmla="*/ 93424 w 104218"/>
                <a:gd name="connsiteY9" fmla="*/ 66923 h 103121"/>
                <a:gd name="connsiteX10" fmla="*/ 82175 w 104218"/>
                <a:gd name="connsiteY10" fmla="*/ 84505 h 103121"/>
                <a:gd name="connsiteX11" fmla="*/ 82008 w 104218"/>
                <a:gd name="connsiteY11" fmla="*/ 86254 h 103121"/>
                <a:gd name="connsiteX12" fmla="*/ 17764 w 104218"/>
                <a:gd name="connsiteY12" fmla="*/ 40592 h 103121"/>
                <a:gd name="connsiteX13" fmla="*/ 14181 w 104218"/>
                <a:gd name="connsiteY13" fmla="*/ 41425 h 103121"/>
                <a:gd name="connsiteX14" fmla="*/ 47428 w 104218"/>
                <a:gd name="connsiteY14" fmla="*/ 90337 h 103121"/>
                <a:gd name="connsiteX15" fmla="*/ 13598 w 104218"/>
                <a:gd name="connsiteY15" fmla="*/ 58007 h 103121"/>
                <a:gd name="connsiteX16" fmla="*/ 66676 w 104218"/>
                <a:gd name="connsiteY16" fmla="*/ 14761 h 103121"/>
                <a:gd name="connsiteX17" fmla="*/ 66676 w 104218"/>
                <a:gd name="connsiteY17" fmla="*/ 14761 h 103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4218" h="103121">
                  <a:moveTo>
                    <a:pt x="433" y="55924"/>
                  </a:moveTo>
                  <a:cubicBezTo>
                    <a:pt x="5432" y="94754"/>
                    <a:pt x="55761" y="115835"/>
                    <a:pt x="88425" y="94837"/>
                  </a:cubicBezTo>
                  <a:cubicBezTo>
                    <a:pt x="103923" y="84838"/>
                    <a:pt x="106590" y="68506"/>
                    <a:pt x="102507" y="51341"/>
                  </a:cubicBezTo>
                  <a:cubicBezTo>
                    <a:pt x="102507" y="51257"/>
                    <a:pt x="102507" y="51257"/>
                    <a:pt x="102507" y="51174"/>
                  </a:cubicBezTo>
                  <a:cubicBezTo>
                    <a:pt x="100673" y="31926"/>
                    <a:pt x="88091" y="12178"/>
                    <a:pt x="71426" y="4678"/>
                  </a:cubicBezTo>
                  <a:cubicBezTo>
                    <a:pt x="34679" y="-11570"/>
                    <a:pt x="-4567" y="16677"/>
                    <a:pt x="433" y="55924"/>
                  </a:cubicBezTo>
                  <a:lnTo>
                    <a:pt x="433" y="55924"/>
                  </a:lnTo>
                  <a:close/>
                  <a:moveTo>
                    <a:pt x="66676" y="14761"/>
                  </a:moveTo>
                  <a:cubicBezTo>
                    <a:pt x="81092" y="19760"/>
                    <a:pt x="90508" y="31843"/>
                    <a:pt x="92757" y="46508"/>
                  </a:cubicBezTo>
                  <a:cubicBezTo>
                    <a:pt x="93757" y="53008"/>
                    <a:pt x="95174" y="60340"/>
                    <a:pt x="93424" y="66923"/>
                  </a:cubicBezTo>
                  <a:cubicBezTo>
                    <a:pt x="91757" y="72922"/>
                    <a:pt x="84925" y="78588"/>
                    <a:pt x="82175" y="84505"/>
                  </a:cubicBezTo>
                  <a:cubicBezTo>
                    <a:pt x="81925" y="85088"/>
                    <a:pt x="81925" y="85671"/>
                    <a:pt x="82008" y="86254"/>
                  </a:cubicBezTo>
                  <a:cubicBezTo>
                    <a:pt x="52678" y="94254"/>
                    <a:pt x="27347" y="65756"/>
                    <a:pt x="17764" y="40592"/>
                  </a:cubicBezTo>
                  <a:cubicBezTo>
                    <a:pt x="17098" y="38842"/>
                    <a:pt x="14015" y="39592"/>
                    <a:pt x="14181" y="41425"/>
                  </a:cubicBezTo>
                  <a:cubicBezTo>
                    <a:pt x="15348" y="62673"/>
                    <a:pt x="28263" y="80838"/>
                    <a:pt x="47428" y="90337"/>
                  </a:cubicBezTo>
                  <a:cubicBezTo>
                    <a:pt x="31096" y="86171"/>
                    <a:pt x="16681" y="74672"/>
                    <a:pt x="13598" y="58007"/>
                  </a:cubicBezTo>
                  <a:cubicBezTo>
                    <a:pt x="7682" y="26593"/>
                    <a:pt x="37096" y="4428"/>
                    <a:pt x="66676" y="14761"/>
                  </a:cubicBezTo>
                  <a:lnTo>
                    <a:pt x="66676" y="14761"/>
                  </a:lnTo>
                  <a:close/>
                </a:path>
              </a:pathLst>
            </a:custGeom>
            <a:grpFill/>
            <a:ln w="8332" cap="flat">
              <a:noFill/>
              <a:prstDash val="solid"/>
              <a:miter/>
            </a:ln>
          </p:spPr>
          <p:txBody>
            <a:bodyPr rtlCol="0" anchor="ctr"/>
            <a:lstStyle/>
            <a:p>
              <a:endParaRPr lang="en-US"/>
            </a:p>
          </p:txBody>
        </p:sp>
        <p:sp>
          <p:nvSpPr>
            <p:cNvPr id="2078" name="Freeform: Shape 2077"/>
            <p:cNvSpPr/>
            <p:nvPr/>
          </p:nvSpPr>
          <p:spPr>
            <a:xfrm>
              <a:off x="7057934" y="2450913"/>
              <a:ext cx="104852" cy="103700"/>
            </a:xfrm>
            <a:custGeom>
              <a:avLst/>
              <a:gdLst>
                <a:gd name="connsiteX0" fmla="*/ 6784 w 104852"/>
                <a:gd name="connsiteY0" fmla="*/ 71787 h 103700"/>
                <a:gd name="connsiteX1" fmla="*/ 96776 w 104852"/>
                <a:gd name="connsiteY1" fmla="*/ 90785 h 103700"/>
                <a:gd name="connsiteX2" fmla="*/ 104192 w 104852"/>
                <a:gd name="connsiteY2" fmla="*/ 60454 h 103700"/>
                <a:gd name="connsiteX3" fmla="*/ 96276 w 104852"/>
                <a:gd name="connsiteY3" fmla="*/ 39040 h 103700"/>
                <a:gd name="connsiteX4" fmla="*/ 49113 w 104852"/>
                <a:gd name="connsiteY4" fmla="*/ 1043 h 103700"/>
                <a:gd name="connsiteX5" fmla="*/ 6784 w 104852"/>
                <a:gd name="connsiteY5" fmla="*/ 71787 h 103700"/>
                <a:gd name="connsiteX6" fmla="*/ 6784 w 104852"/>
                <a:gd name="connsiteY6" fmla="*/ 71787 h 103700"/>
                <a:gd name="connsiteX7" fmla="*/ 43031 w 104852"/>
                <a:gd name="connsiteY7" fmla="*/ 11625 h 103700"/>
                <a:gd name="connsiteX8" fmla="*/ 83527 w 104852"/>
                <a:gd name="connsiteY8" fmla="*/ 37956 h 103700"/>
                <a:gd name="connsiteX9" fmla="*/ 90193 w 104852"/>
                <a:gd name="connsiteY9" fmla="*/ 45539 h 103700"/>
                <a:gd name="connsiteX10" fmla="*/ 95026 w 104852"/>
                <a:gd name="connsiteY10" fmla="*/ 70870 h 103700"/>
                <a:gd name="connsiteX11" fmla="*/ 90860 w 104852"/>
                <a:gd name="connsiteY11" fmla="*/ 81452 h 103700"/>
                <a:gd name="connsiteX12" fmla="*/ 48447 w 104852"/>
                <a:gd name="connsiteY12" fmla="*/ 19541 h 103700"/>
                <a:gd name="connsiteX13" fmla="*/ 46697 w 104852"/>
                <a:gd name="connsiteY13" fmla="*/ 23291 h 103700"/>
                <a:gd name="connsiteX14" fmla="*/ 82777 w 104852"/>
                <a:gd name="connsiteY14" fmla="*/ 88369 h 103700"/>
                <a:gd name="connsiteX15" fmla="*/ 26032 w 104852"/>
                <a:gd name="connsiteY15" fmla="*/ 76370 h 103700"/>
                <a:gd name="connsiteX16" fmla="*/ 43031 w 104852"/>
                <a:gd name="connsiteY16" fmla="*/ 11625 h 103700"/>
                <a:gd name="connsiteX17" fmla="*/ 43031 w 104852"/>
                <a:gd name="connsiteY17" fmla="*/ 11625 h 103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4852" h="103700">
                  <a:moveTo>
                    <a:pt x="6784" y="71787"/>
                  </a:moveTo>
                  <a:cubicBezTo>
                    <a:pt x="21949" y="99034"/>
                    <a:pt x="72945" y="117283"/>
                    <a:pt x="96776" y="90785"/>
                  </a:cubicBezTo>
                  <a:cubicBezTo>
                    <a:pt x="104192" y="82536"/>
                    <a:pt x="106025" y="71204"/>
                    <a:pt x="104192" y="60454"/>
                  </a:cubicBezTo>
                  <a:cubicBezTo>
                    <a:pt x="103858" y="53288"/>
                    <a:pt x="101359" y="46122"/>
                    <a:pt x="96276" y="39040"/>
                  </a:cubicBezTo>
                  <a:cubicBezTo>
                    <a:pt x="84694" y="22958"/>
                    <a:pt x="69445" y="5293"/>
                    <a:pt x="49113" y="1043"/>
                  </a:cubicBezTo>
                  <a:cubicBezTo>
                    <a:pt x="7617" y="-7623"/>
                    <a:pt x="-11131" y="39623"/>
                    <a:pt x="6784" y="71787"/>
                  </a:cubicBezTo>
                  <a:lnTo>
                    <a:pt x="6784" y="71787"/>
                  </a:lnTo>
                  <a:close/>
                  <a:moveTo>
                    <a:pt x="43031" y="11625"/>
                  </a:moveTo>
                  <a:cubicBezTo>
                    <a:pt x="60112" y="12959"/>
                    <a:pt x="73111" y="25707"/>
                    <a:pt x="83527" y="37956"/>
                  </a:cubicBezTo>
                  <a:cubicBezTo>
                    <a:pt x="85693" y="40456"/>
                    <a:pt x="88027" y="42873"/>
                    <a:pt x="90193" y="45539"/>
                  </a:cubicBezTo>
                  <a:cubicBezTo>
                    <a:pt x="94443" y="53038"/>
                    <a:pt x="96692" y="61371"/>
                    <a:pt x="95026" y="70870"/>
                  </a:cubicBezTo>
                  <a:cubicBezTo>
                    <a:pt x="94276" y="75120"/>
                    <a:pt x="92859" y="78619"/>
                    <a:pt x="90860" y="81452"/>
                  </a:cubicBezTo>
                  <a:cubicBezTo>
                    <a:pt x="99109" y="55705"/>
                    <a:pt x="70528" y="29457"/>
                    <a:pt x="48447" y="19541"/>
                  </a:cubicBezTo>
                  <a:cubicBezTo>
                    <a:pt x="46114" y="18458"/>
                    <a:pt x="45114" y="21958"/>
                    <a:pt x="46697" y="23291"/>
                  </a:cubicBezTo>
                  <a:cubicBezTo>
                    <a:pt x="65196" y="38706"/>
                    <a:pt x="93943" y="60788"/>
                    <a:pt x="82777" y="88369"/>
                  </a:cubicBezTo>
                  <a:cubicBezTo>
                    <a:pt x="66195" y="96868"/>
                    <a:pt x="37864" y="87702"/>
                    <a:pt x="26032" y="76370"/>
                  </a:cubicBezTo>
                  <a:cubicBezTo>
                    <a:pt x="6450" y="57288"/>
                    <a:pt x="7284" y="8792"/>
                    <a:pt x="43031" y="11625"/>
                  </a:cubicBezTo>
                  <a:lnTo>
                    <a:pt x="43031" y="11625"/>
                  </a:lnTo>
                  <a:close/>
                </a:path>
              </a:pathLst>
            </a:custGeom>
            <a:grpFill/>
            <a:ln w="8332" cap="flat">
              <a:noFill/>
              <a:prstDash val="solid"/>
              <a:miter/>
            </a:ln>
          </p:spPr>
          <p:txBody>
            <a:bodyPr rtlCol="0" anchor="ctr"/>
            <a:lstStyle/>
            <a:p>
              <a:endParaRPr lang="en-US"/>
            </a:p>
          </p:txBody>
        </p:sp>
        <p:sp>
          <p:nvSpPr>
            <p:cNvPr id="2079" name="Freeform: Shape 2078"/>
            <p:cNvSpPr/>
            <p:nvPr/>
          </p:nvSpPr>
          <p:spPr>
            <a:xfrm>
              <a:off x="6775352" y="2366354"/>
              <a:ext cx="56558" cy="50910"/>
            </a:xfrm>
            <a:custGeom>
              <a:avLst/>
              <a:gdLst>
                <a:gd name="connsiteX0" fmla="*/ 5059 w 56558"/>
                <a:gd name="connsiteY0" fmla="*/ 8193 h 50910"/>
                <a:gd name="connsiteX1" fmla="*/ 12308 w 56558"/>
                <a:gd name="connsiteY1" fmla="*/ 12776 h 50910"/>
                <a:gd name="connsiteX2" fmla="*/ 39472 w 56558"/>
                <a:gd name="connsiteY2" fmla="*/ 39607 h 50910"/>
                <a:gd name="connsiteX3" fmla="*/ 43805 w 56558"/>
                <a:gd name="connsiteY3" fmla="*/ 15359 h 50910"/>
                <a:gd name="connsiteX4" fmla="*/ 25307 w 56558"/>
                <a:gd name="connsiteY4" fmla="*/ 4526 h 50910"/>
                <a:gd name="connsiteX5" fmla="*/ 25473 w 56558"/>
                <a:gd name="connsiteY5" fmla="*/ 27 h 50910"/>
                <a:gd name="connsiteX6" fmla="*/ 54137 w 56558"/>
                <a:gd name="connsiteY6" fmla="*/ 17275 h 50910"/>
                <a:gd name="connsiteX7" fmla="*/ 45138 w 56558"/>
                <a:gd name="connsiteY7" fmla="*/ 47606 h 50910"/>
                <a:gd name="connsiteX8" fmla="*/ 12474 w 56558"/>
                <a:gd name="connsiteY8" fmla="*/ 42190 h 50910"/>
                <a:gd name="connsiteX9" fmla="*/ 5059 w 56558"/>
                <a:gd name="connsiteY9" fmla="*/ 8193 h 50910"/>
                <a:gd name="connsiteX10" fmla="*/ 5059 w 56558"/>
                <a:gd name="connsiteY10" fmla="*/ 8193 h 50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6558" h="50910">
                  <a:moveTo>
                    <a:pt x="5059" y="8193"/>
                  </a:moveTo>
                  <a:cubicBezTo>
                    <a:pt x="8225" y="5110"/>
                    <a:pt x="13474" y="8609"/>
                    <a:pt x="12308" y="12776"/>
                  </a:cubicBezTo>
                  <a:cubicBezTo>
                    <a:pt x="7975" y="27358"/>
                    <a:pt x="24307" y="46189"/>
                    <a:pt x="39472" y="39607"/>
                  </a:cubicBezTo>
                  <a:cubicBezTo>
                    <a:pt x="49805" y="35107"/>
                    <a:pt x="49471" y="23691"/>
                    <a:pt x="43805" y="15359"/>
                  </a:cubicBezTo>
                  <a:cubicBezTo>
                    <a:pt x="38972" y="8443"/>
                    <a:pt x="33723" y="5110"/>
                    <a:pt x="25307" y="4526"/>
                  </a:cubicBezTo>
                  <a:cubicBezTo>
                    <a:pt x="22390" y="4360"/>
                    <a:pt x="22557" y="110"/>
                    <a:pt x="25473" y="27"/>
                  </a:cubicBezTo>
                  <a:cubicBezTo>
                    <a:pt x="37972" y="-473"/>
                    <a:pt x="48471" y="6026"/>
                    <a:pt x="54137" y="17275"/>
                  </a:cubicBezTo>
                  <a:cubicBezTo>
                    <a:pt x="59387" y="27774"/>
                    <a:pt x="55971" y="42190"/>
                    <a:pt x="45138" y="47606"/>
                  </a:cubicBezTo>
                  <a:cubicBezTo>
                    <a:pt x="32889" y="53772"/>
                    <a:pt x="22557" y="50939"/>
                    <a:pt x="12474" y="42190"/>
                  </a:cubicBezTo>
                  <a:cubicBezTo>
                    <a:pt x="2892" y="34274"/>
                    <a:pt x="-5857" y="18775"/>
                    <a:pt x="5059" y="8193"/>
                  </a:cubicBezTo>
                  <a:lnTo>
                    <a:pt x="5059" y="8193"/>
                  </a:lnTo>
                  <a:close/>
                </a:path>
              </a:pathLst>
            </a:custGeom>
            <a:grpFill/>
            <a:ln w="8332" cap="flat">
              <a:noFill/>
              <a:prstDash val="solid"/>
              <a:miter/>
            </a:ln>
          </p:spPr>
          <p:txBody>
            <a:bodyPr rtlCol="0" anchor="ctr"/>
            <a:lstStyle/>
            <a:p>
              <a:endParaRPr lang="en-US"/>
            </a:p>
          </p:txBody>
        </p:sp>
        <p:sp>
          <p:nvSpPr>
            <p:cNvPr id="2080" name="Freeform: Shape 2079"/>
            <p:cNvSpPr/>
            <p:nvPr/>
          </p:nvSpPr>
          <p:spPr>
            <a:xfrm>
              <a:off x="7366085" y="241677"/>
              <a:ext cx="569766" cy="444349"/>
            </a:xfrm>
            <a:custGeom>
              <a:avLst/>
              <a:gdLst>
                <a:gd name="connsiteX0" fmla="*/ 4272 w 569766"/>
                <a:gd name="connsiteY0" fmla="*/ 183795 h 444349"/>
                <a:gd name="connsiteX1" fmla="*/ 22 w 569766"/>
                <a:gd name="connsiteY1" fmla="*/ 206293 h 444349"/>
                <a:gd name="connsiteX2" fmla="*/ 76099 w 569766"/>
                <a:gd name="connsiteY2" fmla="*/ 295618 h 444349"/>
                <a:gd name="connsiteX3" fmla="*/ 146093 w 569766"/>
                <a:gd name="connsiteY3" fmla="*/ 329782 h 444349"/>
                <a:gd name="connsiteX4" fmla="*/ 183922 w 569766"/>
                <a:gd name="connsiteY4" fmla="*/ 348113 h 444349"/>
                <a:gd name="connsiteX5" fmla="*/ 205920 w 569766"/>
                <a:gd name="connsiteY5" fmla="*/ 357779 h 444349"/>
                <a:gd name="connsiteX6" fmla="*/ 224502 w 569766"/>
                <a:gd name="connsiteY6" fmla="*/ 346280 h 444349"/>
                <a:gd name="connsiteX7" fmla="*/ 265165 w 569766"/>
                <a:gd name="connsiteY7" fmla="*/ 343364 h 444349"/>
                <a:gd name="connsiteX8" fmla="*/ 290746 w 569766"/>
                <a:gd name="connsiteY8" fmla="*/ 372778 h 444349"/>
                <a:gd name="connsiteX9" fmla="*/ 314494 w 569766"/>
                <a:gd name="connsiteY9" fmla="*/ 390610 h 444349"/>
                <a:gd name="connsiteX10" fmla="*/ 455148 w 569766"/>
                <a:gd name="connsiteY10" fmla="*/ 432189 h 444349"/>
                <a:gd name="connsiteX11" fmla="*/ 510893 w 569766"/>
                <a:gd name="connsiteY11" fmla="*/ 439022 h 444349"/>
                <a:gd name="connsiteX12" fmla="*/ 526975 w 569766"/>
                <a:gd name="connsiteY12" fmla="*/ 413274 h 444349"/>
                <a:gd name="connsiteX13" fmla="*/ 541557 w 569766"/>
                <a:gd name="connsiteY13" fmla="*/ 379694 h 444349"/>
                <a:gd name="connsiteX14" fmla="*/ 557972 w 569766"/>
                <a:gd name="connsiteY14" fmla="*/ 341031 h 444349"/>
                <a:gd name="connsiteX15" fmla="*/ 569221 w 569766"/>
                <a:gd name="connsiteY15" fmla="*/ 319199 h 444349"/>
                <a:gd name="connsiteX16" fmla="*/ 564638 w 569766"/>
                <a:gd name="connsiteY16" fmla="*/ 305451 h 444349"/>
                <a:gd name="connsiteX17" fmla="*/ 558888 w 569766"/>
                <a:gd name="connsiteY17" fmla="*/ 300034 h 444349"/>
                <a:gd name="connsiteX18" fmla="*/ 549556 w 569766"/>
                <a:gd name="connsiteY18" fmla="*/ 290119 h 444349"/>
                <a:gd name="connsiteX19" fmla="*/ 526392 w 569766"/>
                <a:gd name="connsiteY19" fmla="*/ 266704 h 444349"/>
                <a:gd name="connsiteX20" fmla="*/ 473729 w 569766"/>
                <a:gd name="connsiteY20" fmla="*/ 214875 h 444349"/>
                <a:gd name="connsiteX21" fmla="*/ 450648 w 569766"/>
                <a:gd name="connsiteY21" fmla="*/ 191044 h 444349"/>
                <a:gd name="connsiteX22" fmla="*/ 433233 w 569766"/>
                <a:gd name="connsiteY22" fmla="*/ 176462 h 444349"/>
                <a:gd name="connsiteX23" fmla="*/ 406902 w 569766"/>
                <a:gd name="connsiteY23" fmla="*/ 171463 h 444349"/>
                <a:gd name="connsiteX24" fmla="*/ 373406 w 569766"/>
                <a:gd name="connsiteY24" fmla="*/ 153214 h 444349"/>
                <a:gd name="connsiteX25" fmla="*/ 365572 w 569766"/>
                <a:gd name="connsiteY25" fmla="*/ 129383 h 444349"/>
                <a:gd name="connsiteX26" fmla="*/ 367572 w 569766"/>
                <a:gd name="connsiteY26" fmla="*/ 109468 h 444349"/>
                <a:gd name="connsiteX27" fmla="*/ 351657 w 569766"/>
                <a:gd name="connsiteY27" fmla="*/ 90720 h 444349"/>
                <a:gd name="connsiteX28" fmla="*/ 331576 w 569766"/>
                <a:gd name="connsiteY28" fmla="*/ 73721 h 444349"/>
                <a:gd name="connsiteX29" fmla="*/ 277164 w 569766"/>
                <a:gd name="connsiteY29" fmla="*/ 32725 h 444349"/>
                <a:gd name="connsiteX30" fmla="*/ 250083 w 569766"/>
                <a:gd name="connsiteY30" fmla="*/ 12144 h 444349"/>
                <a:gd name="connsiteX31" fmla="*/ 233834 w 569766"/>
                <a:gd name="connsiteY31" fmla="*/ 5978 h 444349"/>
                <a:gd name="connsiteX32" fmla="*/ 167424 w 569766"/>
                <a:gd name="connsiteY32" fmla="*/ 8311 h 444349"/>
                <a:gd name="connsiteX33" fmla="*/ 97180 w 569766"/>
                <a:gd name="connsiteY33" fmla="*/ 44974 h 444349"/>
                <a:gd name="connsiteX34" fmla="*/ 4272 w 569766"/>
                <a:gd name="connsiteY34" fmla="*/ 183795 h 444349"/>
                <a:gd name="connsiteX35" fmla="*/ 4272 w 569766"/>
                <a:gd name="connsiteY35" fmla="*/ 183795 h 444349"/>
                <a:gd name="connsiteX36" fmla="*/ 545057 w 569766"/>
                <a:gd name="connsiteY36" fmla="*/ 303201 h 444349"/>
                <a:gd name="connsiteX37" fmla="*/ 518642 w 569766"/>
                <a:gd name="connsiteY37" fmla="*/ 290785 h 444349"/>
                <a:gd name="connsiteX38" fmla="*/ 477812 w 569766"/>
                <a:gd name="connsiteY38" fmla="*/ 275287 h 444349"/>
                <a:gd name="connsiteX39" fmla="*/ 393320 w 569766"/>
                <a:gd name="connsiteY39" fmla="*/ 237707 h 444349"/>
                <a:gd name="connsiteX40" fmla="*/ 229335 w 569766"/>
                <a:gd name="connsiteY40" fmla="*/ 162630 h 444349"/>
                <a:gd name="connsiteX41" fmla="*/ 79348 w 569766"/>
                <a:gd name="connsiteY41" fmla="*/ 121800 h 444349"/>
                <a:gd name="connsiteX42" fmla="*/ 30103 w 569766"/>
                <a:gd name="connsiteY42" fmla="*/ 144715 h 444349"/>
                <a:gd name="connsiteX43" fmla="*/ 42435 w 569766"/>
                <a:gd name="connsiteY43" fmla="*/ 121967 h 444349"/>
                <a:gd name="connsiteX44" fmla="*/ 96180 w 569766"/>
                <a:gd name="connsiteY44" fmla="*/ 62722 h 444349"/>
                <a:gd name="connsiteX45" fmla="*/ 156508 w 569766"/>
                <a:gd name="connsiteY45" fmla="*/ 24559 h 444349"/>
                <a:gd name="connsiteX46" fmla="*/ 197421 w 569766"/>
                <a:gd name="connsiteY46" fmla="*/ 11727 h 444349"/>
                <a:gd name="connsiteX47" fmla="*/ 231001 w 569766"/>
                <a:gd name="connsiteY47" fmla="*/ 10144 h 444349"/>
                <a:gd name="connsiteX48" fmla="*/ 234001 w 569766"/>
                <a:gd name="connsiteY48" fmla="*/ 12394 h 444349"/>
                <a:gd name="connsiteX49" fmla="*/ 265498 w 569766"/>
                <a:gd name="connsiteY49" fmla="*/ 37641 h 444349"/>
                <a:gd name="connsiteX50" fmla="*/ 288829 w 569766"/>
                <a:gd name="connsiteY50" fmla="*/ 57306 h 444349"/>
                <a:gd name="connsiteX51" fmla="*/ 334242 w 569766"/>
                <a:gd name="connsiteY51" fmla="*/ 96553 h 444349"/>
                <a:gd name="connsiteX52" fmla="*/ 349241 w 569766"/>
                <a:gd name="connsiteY52" fmla="*/ 113051 h 444349"/>
                <a:gd name="connsiteX53" fmla="*/ 344658 w 569766"/>
                <a:gd name="connsiteY53" fmla="*/ 137716 h 444349"/>
                <a:gd name="connsiteX54" fmla="*/ 365572 w 569766"/>
                <a:gd name="connsiteY54" fmla="*/ 172213 h 444349"/>
                <a:gd name="connsiteX55" fmla="*/ 411569 w 569766"/>
                <a:gd name="connsiteY55" fmla="*/ 190794 h 444349"/>
                <a:gd name="connsiteX56" fmla="*/ 428400 w 569766"/>
                <a:gd name="connsiteY56" fmla="*/ 191211 h 444349"/>
                <a:gd name="connsiteX57" fmla="*/ 441816 w 569766"/>
                <a:gd name="connsiteY57" fmla="*/ 201877 h 444349"/>
                <a:gd name="connsiteX58" fmla="*/ 463814 w 569766"/>
                <a:gd name="connsiteY58" fmla="*/ 223541 h 444349"/>
                <a:gd name="connsiteX59" fmla="*/ 508143 w 569766"/>
                <a:gd name="connsiteY59" fmla="*/ 267121 h 444349"/>
                <a:gd name="connsiteX60" fmla="*/ 533391 w 569766"/>
                <a:gd name="connsiteY60" fmla="*/ 291702 h 444349"/>
                <a:gd name="connsiteX61" fmla="*/ 545057 w 569766"/>
                <a:gd name="connsiteY61" fmla="*/ 303201 h 444349"/>
                <a:gd name="connsiteX62" fmla="*/ 545057 w 569766"/>
                <a:gd name="connsiteY62" fmla="*/ 303201 h 444349"/>
                <a:gd name="connsiteX63" fmla="*/ 15187 w 569766"/>
                <a:gd name="connsiteY63" fmla="*/ 193461 h 444349"/>
                <a:gd name="connsiteX64" fmla="*/ 16354 w 569766"/>
                <a:gd name="connsiteY64" fmla="*/ 190878 h 444349"/>
                <a:gd name="connsiteX65" fmla="*/ 16604 w 569766"/>
                <a:gd name="connsiteY65" fmla="*/ 189711 h 444349"/>
                <a:gd name="connsiteX66" fmla="*/ 47351 w 569766"/>
                <a:gd name="connsiteY66" fmla="*/ 150465 h 444349"/>
                <a:gd name="connsiteX67" fmla="*/ 122511 w 569766"/>
                <a:gd name="connsiteY67" fmla="*/ 141965 h 444349"/>
                <a:gd name="connsiteX68" fmla="*/ 186672 w 569766"/>
                <a:gd name="connsiteY68" fmla="*/ 161880 h 444349"/>
                <a:gd name="connsiteX69" fmla="*/ 316827 w 569766"/>
                <a:gd name="connsiteY69" fmla="*/ 214042 h 444349"/>
                <a:gd name="connsiteX70" fmla="*/ 446648 w 569766"/>
                <a:gd name="connsiteY70" fmla="*/ 271537 h 444349"/>
                <a:gd name="connsiteX71" fmla="*/ 513809 w 569766"/>
                <a:gd name="connsiteY71" fmla="*/ 298118 h 444349"/>
                <a:gd name="connsiteX72" fmla="*/ 543390 w 569766"/>
                <a:gd name="connsiteY72" fmla="*/ 311700 h 444349"/>
                <a:gd name="connsiteX73" fmla="*/ 553805 w 569766"/>
                <a:gd name="connsiteY73" fmla="*/ 316616 h 444349"/>
                <a:gd name="connsiteX74" fmla="*/ 549556 w 569766"/>
                <a:gd name="connsiteY74" fmla="*/ 323366 h 444349"/>
                <a:gd name="connsiteX75" fmla="*/ 542473 w 569766"/>
                <a:gd name="connsiteY75" fmla="*/ 337614 h 444349"/>
                <a:gd name="connsiteX76" fmla="*/ 512893 w 569766"/>
                <a:gd name="connsiteY76" fmla="*/ 403442 h 444349"/>
                <a:gd name="connsiteX77" fmla="*/ 498810 w 569766"/>
                <a:gd name="connsiteY77" fmla="*/ 426356 h 444349"/>
                <a:gd name="connsiteX78" fmla="*/ 480062 w 569766"/>
                <a:gd name="connsiteY78" fmla="*/ 423773 h 444349"/>
                <a:gd name="connsiteX79" fmla="*/ 443732 w 569766"/>
                <a:gd name="connsiteY79" fmla="*/ 411941 h 444349"/>
                <a:gd name="connsiteX80" fmla="*/ 369572 w 569766"/>
                <a:gd name="connsiteY80" fmla="*/ 393693 h 444349"/>
                <a:gd name="connsiteX81" fmla="*/ 309827 w 569766"/>
                <a:gd name="connsiteY81" fmla="*/ 371945 h 444349"/>
                <a:gd name="connsiteX82" fmla="*/ 271248 w 569766"/>
                <a:gd name="connsiteY82" fmla="*/ 329448 h 444349"/>
                <a:gd name="connsiteX83" fmla="*/ 222586 w 569766"/>
                <a:gd name="connsiteY83" fmla="*/ 327699 h 444349"/>
                <a:gd name="connsiteX84" fmla="*/ 213753 w 569766"/>
                <a:gd name="connsiteY84" fmla="*/ 334531 h 444349"/>
                <a:gd name="connsiteX85" fmla="*/ 202504 w 569766"/>
                <a:gd name="connsiteY85" fmla="*/ 339781 h 444349"/>
                <a:gd name="connsiteX86" fmla="*/ 175339 w 569766"/>
                <a:gd name="connsiteY86" fmla="*/ 326865 h 444349"/>
                <a:gd name="connsiteX87" fmla="*/ 55267 w 569766"/>
                <a:gd name="connsiteY87" fmla="*/ 268454 h 444349"/>
                <a:gd name="connsiteX88" fmla="*/ 12438 w 569766"/>
                <a:gd name="connsiteY88" fmla="*/ 211126 h 444349"/>
                <a:gd name="connsiteX89" fmla="*/ 15187 w 569766"/>
                <a:gd name="connsiteY89" fmla="*/ 193461 h 444349"/>
                <a:gd name="connsiteX90" fmla="*/ 15187 w 569766"/>
                <a:gd name="connsiteY90" fmla="*/ 193461 h 444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569766" h="444349">
                  <a:moveTo>
                    <a:pt x="4272" y="183795"/>
                  </a:moveTo>
                  <a:cubicBezTo>
                    <a:pt x="1689" y="191128"/>
                    <a:pt x="189" y="198710"/>
                    <a:pt x="22" y="206293"/>
                  </a:cubicBezTo>
                  <a:cubicBezTo>
                    <a:pt x="-1145" y="248706"/>
                    <a:pt x="44101" y="277036"/>
                    <a:pt x="76099" y="295618"/>
                  </a:cubicBezTo>
                  <a:cubicBezTo>
                    <a:pt x="98680" y="308784"/>
                    <a:pt x="122261" y="319033"/>
                    <a:pt x="146093" y="329782"/>
                  </a:cubicBezTo>
                  <a:cubicBezTo>
                    <a:pt x="158925" y="335531"/>
                    <a:pt x="171340" y="341864"/>
                    <a:pt x="183922" y="348113"/>
                  </a:cubicBezTo>
                  <a:cubicBezTo>
                    <a:pt x="190255" y="351280"/>
                    <a:pt x="198504" y="357446"/>
                    <a:pt x="205920" y="357779"/>
                  </a:cubicBezTo>
                  <a:cubicBezTo>
                    <a:pt x="214753" y="358196"/>
                    <a:pt x="218252" y="351446"/>
                    <a:pt x="224502" y="346280"/>
                  </a:cubicBezTo>
                  <a:cubicBezTo>
                    <a:pt x="236834" y="336031"/>
                    <a:pt x="251499" y="334281"/>
                    <a:pt x="265165" y="343364"/>
                  </a:cubicBezTo>
                  <a:cubicBezTo>
                    <a:pt x="276581" y="350946"/>
                    <a:pt x="282080" y="362695"/>
                    <a:pt x="290746" y="372778"/>
                  </a:cubicBezTo>
                  <a:cubicBezTo>
                    <a:pt x="297245" y="380360"/>
                    <a:pt x="305411" y="386360"/>
                    <a:pt x="314494" y="390610"/>
                  </a:cubicBezTo>
                  <a:cubicBezTo>
                    <a:pt x="358657" y="411274"/>
                    <a:pt x="409319" y="416441"/>
                    <a:pt x="455148" y="432189"/>
                  </a:cubicBezTo>
                  <a:cubicBezTo>
                    <a:pt x="471813" y="437855"/>
                    <a:pt x="494310" y="452021"/>
                    <a:pt x="510893" y="439022"/>
                  </a:cubicBezTo>
                  <a:cubicBezTo>
                    <a:pt x="518892" y="432772"/>
                    <a:pt x="523059" y="422273"/>
                    <a:pt x="526975" y="413274"/>
                  </a:cubicBezTo>
                  <a:cubicBezTo>
                    <a:pt x="531891" y="402108"/>
                    <a:pt x="537057" y="391026"/>
                    <a:pt x="541557" y="379694"/>
                  </a:cubicBezTo>
                  <a:cubicBezTo>
                    <a:pt x="546723" y="366612"/>
                    <a:pt x="551972" y="353779"/>
                    <a:pt x="557972" y="341031"/>
                  </a:cubicBezTo>
                  <a:cubicBezTo>
                    <a:pt x="561138" y="334281"/>
                    <a:pt x="567221" y="326365"/>
                    <a:pt x="569221" y="319199"/>
                  </a:cubicBezTo>
                  <a:cubicBezTo>
                    <a:pt x="570887" y="313366"/>
                    <a:pt x="568554" y="309450"/>
                    <a:pt x="564638" y="305451"/>
                  </a:cubicBezTo>
                  <a:cubicBezTo>
                    <a:pt x="562722" y="303534"/>
                    <a:pt x="560805" y="301784"/>
                    <a:pt x="558888" y="300034"/>
                  </a:cubicBezTo>
                  <a:cubicBezTo>
                    <a:pt x="556055" y="296535"/>
                    <a:pt x="552639" y="293452"/>
                    <a:pt x="549556" y="290119"/>
                  </a:cubicBezTo>
                  <a:cubicBezTo>
                    <a:pt x="542140" y="281953"/>
                    <a:pt x="534224" y="274287"/>
                    <a:pt x="526392" y="266704"/>
                  </a:cubicBezTo>
                  <a:cubicBezTo>
                    <a:pt x="508643" y="249539"/>
                    <a:pt x="491062" y="232290"/>
                    <a:pt x="473729" y="214875"/>
                  </a:cubicBezTo>
                  <a:cubicBezTo>
                    <a:pt x="465897" y="207043"/>
                    <a:pt x="457897" y="199460"/>
                    <a:pt x="450648" y="191044"/>
                  </a:cubicBezTo>
                  <a:cubicBezTo>
                    <a:pt x="445648" y="185295"/>
                    <a:pt x="440566" y="179295"/>
                    <a:pt x="433233" y="176462"/>
                  </a:cubicBezTo>
                  <a:cubicBezTo>
                    <a:pt x="424817" y="173212"/>
                    <a:pt x="415485" y="173879"/>
                    <a:pt x="406902" y="171463"/>
                  </a:cubicBezTo>
                  <a:cubicBezTo>
                    <a:pt x="394154" y="167880"/>
                    <a:pt x="382738" y="162713"/>
                    <a:pt x="373406" y="153214"/>
                  </a:cubicBezTo>
                  <a:cubicBezTo>
                    <a:pt x="364906" y="144548"/>
                    <a:pt x="363823" y="140465"/>
                    <a:pt x="365572" y="129383"/>
                  </a:cubicBezTo>
                  <a:cubicBezTo>
                    <a:pt x="366572" y="123134"/>
                    <a:pt x="368989" y="115801"/>
                    <a:pt x="367572" y="109468"/>
                  </a:cubicBezTo>
                  <a:cubicBezTo>
                    <a:pt x="365823" y="101302"/>
                    <a:pt x="357490" y="95886"/>
                    <a:pt x="351657" y="90720"/>
                  </a:cubicBezTo>
                  <a:cubicBezTo>
                    <a:pt x="345075" y="84887"/>
                    <a:pt x="338658" y="78971"/>
                    <a:pt x="331576" y="73721"/>
                  </a:cubicBezTo>
                  <a:cubicBezTo>
                    <a:pt x="313327" y="60223"/>
                    <a:pt x="295079" y="46641"/>
                    <a:pt x="277164" y="32725"/>
                  </a:cubicBezTo>
                  <a:cubicBezTo>
                    <a:pt x="268165" y="25809"/>
                    <a:pt x="259415" y="18726"/>
                    <a:pt x="250083" y="12144"/>
                  </a:cubicBezTo>
                  <a:cubicBezTo>
                    <a:pt x="244250" y="8061"/>
                    <a:pt x="240751" y="4894"/>
                    <a:pt x="233834" y="5978"/>
                  </a:cubicBezTo>
                  <a:cubicBezTo>
                    <a:pt x="214086" y="-5605"/>
                    <a:pt x="188838" y="2145"/>
                    <a:pt x="167424" y="8311"/>
                  </a:cubicBezTo>
                  <a:cubicBezTo>
                    <a:pt x="142259" y="15477"/>
                    <a:pt x="117762" y="28975"/>
                    <a:pt x="97180" y="44974"/>
                  </a:cubicBezTo>
                  <a:cubicBezTo>
                    <a:pt x="54934" y="77721"/>
                    <a:pt x="7188" y="127300"/>
                    <a:pt x="4272" y="183795"/>
                  </a:cubicBezTo>
                  <a:lnTo>
                    <a:pt x="4272" y="183795"/>
                  </a:lnTo>
                  <a:close/>
                  <a:moveTo>
                    <a:pt x="545057" y="303201"/>
                  </a:moveTo>
                  <a:cubicBezTo>
                    <a:pt x="535891" y="299868"/>
                    <a:pt x="525808" y="293368"/>
                    <a:pt x="518642" y="290785"/>
                  </a:cubicBezTo>
                  <a:cubicBezTo>
                    <a:pt x="504976" y="285869"/>
                    <a:pt x="491311" y="280786"/>
                    <a:pt x="477812" y="275287"/>
                  </a:cubicBezTo>
                  <a:cubicBezTo>
                    <a:pt x="449315" y="263704"/>
                    <a:pt x="421235" y="250622"/>
                    <a:pt x="393320" y="237707"/>
                  </a:cubicBezTo>
                  <a:cubicBezTo>
                    <a:pt x="338742" y="212376"/>
                    <a:pt x="285080" y="185628"/>
                    <a:pt x="229335" y="162630"/>
                  </a:cubicBezTo>
                  <a:cubicBezTo>
                    <a:pt x="181423" y="142799"/>
                    <a:pt x="132760" y="118884"/>
                    <a:pt x="79348" y="121800"/>
                  </a:cubicBezTo>
                  <a:cubicBezTo>
                    <a:pt x="61517" y="122800"/>
                    <a:pt x="44018" y="131633"/>
                    <a:pt x="30103" y="144715"/>
                  </a:cubicBezTo>
                  <a:cubicBezTo>
                    <a:pt x="33519" y="137049"/>
                    <a:pt x="37602" y="129550"/>
                    <a:pt x="42435" y="121967"/>
                  </a:cubicBezTo>
                  <a:cubicBezTo>
                    <a:pt x="56684" y="99969"/>
                    <a:pt x="76265" y="79804"/>
                    <a:pt x="96180" y="62722"/>
                  </a:cubicBezTo>
                  <a:cubicBezTo>
                    <a:pt x="114179" y="47307"/>
                    <a:pt x="134676" y="34058"/>
                    <a:pt x="156508" y="24559"/>
                  </a:cubicBezTo>
                  <a:cubicBezTo>
                    <a:pt x="169590" y="18893"/>
                    <a:pt x="183506" y="14977"/>
                    <a:pt x="197421" y="11727"/>
                  </a:cubicBezTo>
                  <a:cubicBezTo>
                    <a:pt x="206587" y="9644"/>
                    <a:pt x="219836" y="8144"/>
                    <a:pt x="231001" y="10144"/>
                  </a:cubicBezTo>
                  <a:cubicBezTo>
                    <a:pt x="231335" y="11477"/>
                    <a:pt x="232335" y="12560"/>
                    <a:pt x="234001" y="12394"/>
                  </a:cubicBezTo>
                  <a:cubicBezTo>
                    <a:pt x="243417" y="11560"/>
                    <a:pt x="258665" y="31475"/>
                    <a:pt x="265498" y="37641"/>
                  </a:cubicBezTo>
                  <a:cubicBezTo>
                    <a:pt x="272998" y="44474"/>
                    <a:pt x="281080" y="50724"/>
                    <a:pt x="288829" y="57306"/>
                  </a:cubicBezTo>
                  <a:cubicBezTo>
                    <a:pt x="303911" y="70222"/>
                    <a:pt x="320243" y="82471"/>
                    <a:pt x="334242" y="96553"/>
                  </a:cubicBezTo>
                  <a:cubicBezTo>
                    <a:pt x="338325" y="100636"/>
                    <a:pt x="347741" y="107135"/>
                    <a:pt x="349241" y="113051"/>
                  </a:cubicBezTo>
                  <a:cubicBezTo>
                    <a:pt x="351074" y="120134"/>
                    <a:pt x="345075" y="130633"/>
                    <a:pt x="344658" y="137716"/>
                  </a:cubicBezTo>
                  <a:cubicBezTo>
                    <a:pt x="343991" y="151631"/>
                    <a:pt x="356073" y="163797"/>
                    <a:pt x="365572" y="172213"/>
                  </a:cubicBezTo>
                  <a:cubicBezTo>
                    <a:pt x="377572" y="182878"/>
                    <a:pt x="395486" y="189878"/>
                    <a:pt x="411569" y="190794"/>
                  </a:cubicBezTo>
                  <a:cubicBezTo>
                    <a:pt x="416901" y="191128"/>
                    <a:pt x="423318" y="189628"/>
                    <a:pt x="428400" y="191211"/>
                  </a:cubicBezTo>
                  <a:cubicBezTo>
                    <a:pt x="434066" y="192961"/>
                    <a:pt x="437816" y="197877"/>
                    <a:pt x="441816" y="201877"/>
                  </a:cubicBezTo>
                  <a:cubicBezTo>
                    <a:pt x="449065" y="209126"/>
                    <a:pt x="456481" y="216292"/>
                    <a:pt x="463814" y="223541"/>
                  </a:cubicBezTo>
                  <a:cubicBezTo>
                    <a:pt x="478479" y="238207"/>
                    <a:pt x="493145" y="252789"/>
                    <a:pt x="508143" y="267121"/>
                  </a:cubicBezTo>
                  <a:cubicBezTo>
                    <a:pt x="516642" y="275203"/>
                    <a:pt x="525225" y="283286"/>
                    <a:pt x="533391" y="291702"/>
                  </a:cubicBezTo>
                  <a:cubicBezTo>
                    <a:pt x="536891" y="295201"/>
                    <a:pt x="541223" y="299034"/>
                    <a:pt x="545057" y="303201"/>
                  </a:cubicBezTo>
                  <a:lnTo>
                    <a:pt x="545057" y="303201"/>
                  </a:lnTo>
                  <a:close/>
                  <a:moveTo>
                    <a:pt x="15187" y="193461"/>
                  </a:moveTo>
                  <a:cubicBezTo>
                    <a:pt x="15771" y="192794"/>
                    <a:pt x="16187" y="191961"/>
                    <a:pt x="16354" y="190878"/>
                  </a:cubicBezTo>
                  <a:cubicBezTo>
                    <a:pt x="16437" y="190461"/>
                    <a:pt x="16520" y="190128"/>
                    <a:pt x="16604" y="189711"/>
                  </a:cubicBezTo>
                  <a:cubicBezTo>
                    <a:pt x="22937" y="174212"/>
                    <a:pt x="35352" y="160130"/>
                    <a:pt x="47351" y="150465"/>
                  </a:cubicBezTo>
                  <a:cubicBezTo>
                    <a:pt x="68433" y="133549"/>
                    <a:pt x="97680" y="137049"/>
                    <a:pt x="122511" y="141965"/>
                  </a:cubicBezTo>
                  <a:cubicBezTo>
                    <a:pt x="144509" y="146298"/>
                    <a:pt x="165924" y="153631"/>
                    <a:pt x="186672" y="161880"/>
                  </a:cubicBezTo>
                  <a:cubicBezTo>
                    <a:pt x="230001" y="179212"/>
                    <a:pt x="273831" y="195877"/>
                    <a:pt x="316827" y="214042"/>
                  </a:cubicBezTo>
                  <a:cubicBezTo>
                    <a:pt x="360323" y="232457"/>
                    <a:pt x="403403" y="252455"/>
                    <a:pt x="446648" y="271537"/>
                  </a:cubicBezTo>
                  <a:cubicBezTo>
                    <a:pt x="468730" y="281286"/>
                    <a:pt x="491227" y="289535"/>
                    <a:pt x="513809" y="298118"/>
                  </a:cubicBezTo>
                  <a:cubicBezTo>
                    <a:pt x="524058" y="301951"/>
                    <a:pt x="533890" y="306367"/>
                    <a:pt x="543390" y="311700"/>
                  </a:cubicBezTo>
                  <a:cubicBezTo>
                    <a:pt x="547056" y="313783"/>
                    <a:pt x="550139" y="315616"/>
                    <a:pt x="553805" y="316616"/>
                  </a:cubicBezTo>
                  <a:cubicBezTo>
                    <a:pt x="552139" y="319366"/>
                    <a:pt x="549806" y="322699"/>
                    <a:pt x="549556" y="323366"/>
                  </a:cubicBezTo>
                  <a:cubicBezTo>
                    <a:pt x="547140" y="328115"/>
                    <a:pt x="544806" y="332865"/>
                    <a:pt x="542473" y="337614"/>
                  </a:cubicBezTo>
                  <a:cubicBezTo>
                    <a:pt x="531891" y="359279"/>
                    <a:pt x="522892" y="381610"/>
                    <a:pt x="512893" y="403442"/>
                  </a:cubicBezTo>
                  <a:cubicBezTo>
                    <a:pt x="510143" y="409441"/>
                    <a:pt x="505477" y="423273"/>
                    <a:pt x="498810" y="426356"/>
                  </a:cubicBezTo>
                  <a:cubicBezTo>
                    <a:pt x="492895" y="429106"/>
                    <a:pt x="485645" y="425606"/>
                    <a:pt x="480062" y="423773"/>
                  </a:cubicBezTo>
                  <a:cubicBezTo>
                    <a:pt x="467897" y="419774"/>
                    <a:pt x="456148" y="415274"/>
                    <a:pt x="443732" y="411941"/>
                  </a:cubicBezTo>
                  <a:cubicBezTo>
                    <a:pt x="419151" y="405275"/>
                    <a:pt x="394154" y="400359"/>
                    <a:pt x="369572" y="393693"/>
                  </a:cubicBezTo>
                  <a:cubicBezTo>
                    <a:pt x="350074" y="388360"/>
                    <a:pt x="326326" y="384527"/>
                    <a:pt x="309827" y="371945"/>
                  </a:cubicBezTo>
                  <a:cubicBezTo>
                    <a:pt x="294329" y="360029"/>
                    <a:pt x="288080" y="340531"/>
                    <a:pt x="271248" y="329448"/>
                  </a:cubicBezTo>
                  <a:cubicBezTo>
                    <a:pt x="256916" y="320033"/>
                    <a:pt x="237751" y="319116"/>
                    <a:pt x="222586" y="327699"/>
                  </a:cubicBezTo>
                  <a:cubicBezTo>
                    <a:pt x="219419" y="329532"/>
                    <a:pt x="216502" y="332115"/>
                    <a:pt x="213753" y="334531"/>
                  </a:cubicBezTo>
                  <a:cubicBezTo>
                    <a:pt x="208253" y="339448"/>
                    <a:pt x="209503" y="340281"/>
                    <a:pt x="202504" y="339781"/>
                  </a:cubicBezTo>
                  <a:cubicBezTo>
                    <a:pt x="194338" y="339197"/>
                    <a:pt x="182922" y="330448"/>
                    <a:pt x="175339" y="326865"/>
                  </a:cubicBezTo>
                  <a:cubicBezTo>
                    <a:pt x="135176" y="308034"/>
                    <a:pt x="91931" y="294285"/>
                    <a:pt x="55267" y="268454"/>
                  </a:cubicBezTo>
                  <a:cubicBezTo>
                    <a:pt x="36686" y="255372"/>
                    <a:pt x="13104" y="235707"/>
                    <a:pt x="12438" y="211126"/>
                  </a:cubicBezTo>
                  <a:cubicBezTo>
                    <a:pt x="12188" y="205210"/>
                    <a:pt x="13188" y="199210"/>
                    <a:pt x="15187" y="193461"/>
                  </a:cubicBezTo>
                  <a:lnTo>
                    <a:pt x="15187" y="193461"/>
                  </a:lnTo>
                  <a:close/>
                </a:path>
              </a:pathLst>
            </a:custGeom>
            <a:grpFill/>
            <a:ln w="8332" cap="flat">
              <a:noFill/>
              <a:prstDash val="solid"/>
              <a:miter/>
            </a:ln>
          </p:spPr>
          <p:txBody>
            <a:bodyPr rtlCol="0" anchor="ctr"/>
            <a:lstStyle/>
            <a:p>
              <a:endParaRPr lang="en-US"/>
            </a:p>
          </p:txBody>
        </p:sp>
        <p:sp>
          <p:nvSpPr>
            <p:cNvPr id="2081" name="Freeform: Shape 2080"/>
            <p:cNvSpPr/>
            <p:nvPr/>
          </p:nvSpPr>
          <p:spPr>
            <a:xfrm>
              <a:off x="7492998" y="432677"/>
              <a:ext cx="104217" cy="103153"/>
            </a:xfrm>
            <a:custGeom>
              <a:avLst/>
              <a:gdLst>
                <a:gd name="connsiteX0" fmla="*/ 432 w 104217"/>
                <a:gd name="connsiteY0" fmla="*/ 55956 h 103153"/>
                <a:gd name="connsiteX1" fmla="*/ 88424 w 104217"/>
                <a:gd name="connsiteY1" fmla="*/ 94869 h 103153"/>
                <a:gd name="connsiteX2" fmla="*/ 102506 w 104217"/>
                <a:gd name="connsiteY2" fmla="*/ 51373 h 103153"/>
                <a:gd name="connsiteX3" fmla="*/ 102506 w 104217"/>
                <a:gd name="connsiteY3" fmla="*/ 51206 h 103153"/>
                <a:gd name="connsiteX4" fmla="*/ 71425 w 104217"/>
                <a:gd name="connsiteY4" fmla="*/ 4710 h 103153"/>
                <a:gd name="connsiteX5" fmla="*/ 432 w 104217"/>
                <a:gd name="connsiteY5" fmla="*/ 55956 h 103153"/>
                <a:gd name="connsiteX6" fmla="*/ 432 w 104217"/>
                <a:gd name="connsiteY6" fmla="*/ 55956 h 103153"/>
                <a:gd name="connsiteX7" fmla="*/ 66759 w 104217"/>
                <a:gd name="connsiteY7" fmla="*/ 14793 h 103153"/>
                <a:gd name="connsiteX8" fmla="*/ 92840 w 104217"/>
                <a:gd name="connsiteY8" fmla="*/ 46540 h 103153"/>
                <a:gd name="connsiteX9" fmla="*/ 93507 w 104217"/>
                <a:gd name="connsiteY9" fmla="*/ 66955 h 103153"/>
                <a:gd name="connsiteX10" fmla="*/ 82257 w 104217"/>
                <a:gd name="connsiteY10" fmla="*/ 84536 h 103153"/>
                <a:gd name="connsiteX11" fmla="*/ 82091 w 104217"/>
                <a:gd name="connsiteY11" fmla="*/ 86286 h 103153"/>
                <a:gd name="connsiteX12" fmla="*/ 17847 w 104217"/>
                <a:gd name="connsiteY12" fmla="*/ 40624 h 103153"/>
                <a:gd name="connsiteX13" fmla="*/ 14264 w 104217"/>
                <a:gd name="connsiteY13" fmla="*/ 41457 h 103153"/>
                <a:gd name="connsiteX14" fmla="*/ 47511 w 104217"/>
                <a:gd name="connsiteY14" fmla="*/ 90369 h 103153"/>
                <a:gd name="connsiteX15" fmla="*/ 13680 w 104217"/>
                <a:gd name="connsiteY15" fmla="*/ 58039 h 103153"/>
                <a:gd name="connsiteX16" fmla="*/ 66759 w 104217"/>
                <a:gd name="connsiteY16" fmla="*/ 14793 h 103153"/>
                <a:gd name="connsiteX17" fmla="*/ 66759 w 104217"/>
                <a:gd name="connsiteY17" fmla="*/ 14793 h 103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4217" h="103153">
                  <a:moveTo>
                    <a:pt x="432" y="55956"/>
                  </a:moveTo>
                  <a:cubicBezTo>
                    <a:pt x="5431" y="94785"/>
                    <a:pt x="55760" y="115867"/>
                    <a:pt x="88424" y="94869"/>
                  </a:cubicBezTo>
                  <a:cubicBezTo>
                    <a:pt x="103922" y="84870"/>
                    <a:pt x="106589" y="68538"/>
                    <a:pt x="102506" y="51373"/>
                  </a:cubicBezTo>
                  <a:cubicBezTo>
                    <a:pt x="102506" y="51289"/>
                    <a:pt x="102506" y="51289"/>
                    <a:pt x="102506" y="51206"/>
                  </a:cubicBezTo>
                  <a:cubicBezTo>
                    <a:pt x="100672" y="31958"/>
                    <a:pt x="88090" y="12210"/>
                    <a:pt x="71425" y="4710"/>
                  </a:cubicBezTo>
                  <a:cubicBezTo>
                    <a:pt x="34762" y="-11622"/>
                    <a:pt x="-4568" y="16709"/>
                    <a:pt x="432" y="55956"/>
                  </a:cubicBezTo>
                  <a:lnTo>
                    <a:pt x="432" y="55956"/>
                  </a:lnTo>
                  <a:close/>
                  <a:moveTo>
                    <a:pt x="66759" y="14793"/>
                  </a:moveTo>
                  <a:cubicBezTo>
                    <a:pt x="81174" y="19792"/>
                    <a:pt x="90507" y="31874"/>
                    <a:pt x="92840" y="46540"/>
                  </a:cubicBezTo>
                  <a:cubicBezTo>
                    <a:pt x="93840" y="53039"/>
                    <a:pt x="95256" y="60372"/>
                    <a:pt x="93507" y="66955"/>
                  </a:cubicBezTo>
                  <a:cubicBezTo>
                    <a:pt x="91840" y="72954"/>
                    <a:pt x="85007" y="78620"/>
                    <a:pt x="82257" y="84536"/>
                  </a:cubicBezTo>
                  <a:cubicBezTo>
                    <a:pt x="82008" y="85120"/>
                    <a:pt x="82008" y="85703"/>
                    <a:pt x="82091" y="86286"/>
                  </a:cubicBezTo>
                  <a:cubicBezTo>
                    <a:pt x="52760" y="94286"/>
                    <a:pt x="27429" y="65788"/>
                    <a:pt x="17847" y="40624"/>
                  </a:cubicBezTo>
                  <a:cubicBezTo>
                    <a:pt x="17180" y="38874"/>
                    <a:pt x="14097" y="39624"/>
                    <a:pt x="14264" y="41457"/>
                  </a:cubicBezTo>
                  <a:cubicBezTo>
                    <a:pt x="15430" y="62705"/>
                    <a:pt x="28346" y="80870"/>
                    <a:pt x="47511" y="90369"/>
                  </a:cubicBezTo>
                  <a:cubicBezTo>
                    <a:pt x="31179" y="86203"/>
                    <a:pt x="16763" y="74704"/>
                    <a:pt x="13680" y="58039"/>
                  </a:cubicBezTo>
                  <a:cubicBezTo>
                    <a:pt x="7681" y="26625"/>
                    <a:pt x="37178" y="4460"/>
                    <a:pt x="66759" y="14793"/>
                  </a:cubicBezTo>
                  <a:lnTo>
                    <a:pt x="66759" y="14793"/>
                  </a:lnTo>
                  <a:close/>
                </a:path>
              </a:pathLst>
            </a:custGeom>
            <a:grpFill/>
            <a:ln w="8332" cap="flat">
              <a:noFill/>
              <a:prstDash val="solid"/>
              <a:miter/>
            </a:ln>
          </p:spPr>
          <p:txBody>
            <a:bodyPr rtlCol="0" anchor="ctr"/>
            <a:lstStyle/>
            <a:p>
              <a:endParaRPr lang="en-US"/>
            </a:p>
          </p:txBody>
        </p:sp>
        <p:sp>
          <p:nvSpPr>
            <p:cNvPr id="2082" name="Freeform: Shape 2081"/>
            <p:cNvSpPr/>
            <p:nvPr/>
          </p:nvSpPr>
          <p:spPr>
            <a:xfrm>
              <a:off x="7698591" y="504087"/>
              <a:ext cx="104887" cy="103702"/>
            </a:xfrm>
            <a:custGeom>
              <a:avLst/>
              <a:gdLst>
                <a:gd name="connsiteX0" fmla="*/ 6819 w 104887"/>
                <a:gd name="connsiteY0" fmla="*/ 71788 h 103702"/>
                <a:gd name="connsiteX1" fmla="*/ 96812 w 104887"/>
                <a:gd name="connsiteY1" fmla="*/ 90787 h 103702"/>
                <a:gd name="connsiteX2" fmla="*/ 104228 w 104887"/>
                <a:gd name="connsiteY2" fmla="*/ 60456 h 103702"/>
                <a:gd name="connsiteX3" fmla="*/ 96311 w 104887"/>
                <a:gd name="connsiteY3" fmla="*/ 39041 h 103702"/>
                <a:gd name="connsiteX4" fmla="*/ 49150 w 104887"/>
                <a:gd name="connsiteY4" fmla="*/ 1045 h 103702"/>
                <a:gd name="connsiteX5" fmla="*/ 6819 w 104887"/>
                <a:gd name="connsiteY5" fmla="*/ 71788 h 103702"/>
                <a:gd name="connsiteX6" fmla="*/ 6819 w 104887"/>
                <a:gd name="connsiteY6" fmla="*/ 71788 h 103702"/>
                <a:gd name="connsiteX7" fmla="*/ 43149 w 104887"/>
                <a:gd name="connsiteY7" fmla="*/ 11627 h 103702"/>
                <a:gd name="connsiteX8" fmla="*/ 83646 w 104887"/>
                <a:gd name="connsiteY8" fmla="*/ 37958 h 103702"/>
                <a:gd name="connsiteX9" fmla="*/ 90312 w 104887"/>
                <a:gd name="connsiteY9" fmla="*/ 45541 h 103702"/>
                <a:gd name="connsiteX10" fmla="*/ 95145 w 104887"/>
                <a:gd name="connsiteY10" fmla="*/ 70872 h 103702"/>
                <a:gd name="connsiteX11" fmla="*/ 90978 w 104887"/>
                <a:gd name="connsiteY11" fmla="*/ 81454 h 103702"/>
                <a:gd name="connsiteX12" fmla="*/ 48566 w 104887"/>
                <a:gd name="connsiteY12" fmla="*/ 19460 h 103702"/>
                <a:gd name="connsiteX13" fmla="*/ 46816 w 104887"/>
                <a:gd name="connsiteY13" fmla="*/ 23209 h 103702"/>
                <a:gd name="connsiteX14" fmla="*/ 82896 w 104887"/>
                <a:gd name="connsiteY14" fmla="*/ 88287 h 103702"/>
                <a:gd name="connsiteX15" fmla="*/ 26152 w 104887"/>
                <a:gd name="connsiteY15" fmla="*/ 76288 h 103702"/>
                <a:gd name="connsiteX16" fmla="*/ 43149 w 104887"/>
                <a:gd name="connsiteY16" fmla="*/ 11627 h 103702"/>
                <a:gd name="connsiteX17" fmla="*/ 43149 w 104887"/>
                <a:gd name="connsiteY17" fmla="*/ 11627 h 103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4887" h="103702">
                  <a:moveTo>
                    <a:pt x="6819" y="71788"/>
                  </a:moveTo>
                  <a:cubicBezTo>
                    <a:pt x="21985" y="99036"/>
                    <a:pt x="72981" y="117284"/>
                    <a:pt x="96812" y="90787"/>
                  </a:cubicBezTo>
                  <a:cubicBezTo>
                    <a:pt x="104228" y="82537"/>
                    <a:pt x="106061" y="71205"/>
                    <a:pt x="104228" y="60456"/>
                  </a:cubicBezTo>
                  <a:cubicBezTo>
                    <a:pt x="103894" y="53290"/>
                    <a:pt x="101394" y="46124"/>
                    <a:pt x="96311" y="39041"/>
                  </a:cubicBezTo>
                  <a:cubicBezTo>
                    <a:pt x="84729" y="22959"/>
                    <a:pt x="69481" y="5294"/>
                    <a:pt x="49150" y="1045"/>
                  </a:cubicBezTo>
                  <a:cubicBezTo>
                    <a:pt x="7652" y="-7621"/>
                    <a:pt x="-11179" y="39541"/>
                    <a:pt x="6819" y="71788"/>
                  </a:cubicBezTo>
                  <a:lnTo>
                    <a:pt x="6819" y="71788"/>
                  </a:lnTo>
                  <a:close/>
                  <a:moveTo>
                    <a:pt x="43149" y="11627"/>
                  </a:moveTo>
                  <a:cubicBezTo>
                    <a:pt x="60232" y="12960"/>
                    <a:pt x="73230" y="25709"/>
                    <a:pt x="83646" y="37958"/>
                  </a:cubicBezTo>
                  <a:cubicBezTo>
                    <a:pt x="85812" y="40458"/>
                    <a:pt x="88145" y="42874"/>
                    <a:pt x="90312" y="45541"/>
                  </a:cubicBezTo>
                  <a:cubicBezTo>
                    <a:pt x="94562" y="53040"/>
                    <a:pt x="96812" y="61373"/>
                    <a:pt x="95145" y="70872"/>
                  </a:cubicBezTo>
                  <a:cubicBezTo>
                    <a:pt x="94395" y="75121"/>
                    <a:pt x="92979" y="78621"/>
                    <a:pt x="90978" y="81454"/>
                  </a:cubicBezTo>
                  <a:cubicBezTo>
                    <a:pt x="99228" y="55706"/>
                    <a:pt x="70647" y="29459"/>
                    <a:pt x="48566" y="19460"/>
                  </a:cubicBezTo>
                  <a:cubicBezTo>
                    <a:pt x="46232" y="18376"/>
                    <a:pt x="45232" y="21876"/>
                    <a:pt x="46816" y="23209"/>
                  </a:cubicBezTo>
                  <a:cubicBezTo>
                    <a:pt x="65314" y="38625"/>
                    <a:pt x="94061" y="60706"/>
                    <a:pt x="82896" y="88287"/>
                  </a:cubicBezTo>
                  <a:cubicBezTo>
                    <a:pt x="66314" y="96786"/>
                    <a:pt x="37983" y="87620"/>
                    <a:pt x="26152" y="76288"/>
                  </a:cubicBezTo>
                  <a:cubicBezTo>
                    <a:pt x="6487" y="57290"/>
                    <a:pt x="7320" y="8794"/>
                    <a:pt x="43149" y="11627"/>
                  </a:cubicBezTo>
                  <a:lnTo>
                    <a:pt x="43149" y="11627"/>
                  </a:lnTo>
                  <a:close/>
                </a:path>
              </a:pathLst>
            </a:custGeom>
            <a:grpFill/>
            <a:ln w="8332" cap="flat">
              <a:noFill/>
              <a:prstDash val="solid"/>
              <a:miter/>
            </a:ln>
          </p:spPr>
          <p:txBody>
            <a:bodyPr rtlCol="0" anchor="ctr"/>
            <a:lstStyle/>
            <a:p>
              <a:endParaRPr lang="en-US"/>
            </a:p>
          </p:txBody>
        </p:sp>
        <p:sp>
          <p:nvSpPr>
            <p:cNvPr id="2083" name="Freeform: Shape 2082"/>
            <p:cNvSpPr/>
            <p:nvPr/>
          </p:nvSpPr>
          <p:spPr>
            <a:xfrm>
              <a:off x="7416044" y="419529"/>
              <a:ext cx="56558" cy="50911"/>
            </a:xfrm>
            <a:custGeom>
              <a:avLst/>
              <a:gdLst>
                <a:gd name="connsiteX0" fmla="*/ 5059 w 56558"/>
                <a:gd name="connsiteY0" fmla="*/ 8193 h 50911"/>
                <a:gd name="connsiteX1" fmla="*/ 12308 w 56558"/>
                <a:gd name="connsiteY1" fmla="*/ 12776 h 50911"/>
                <a:gd name="connsiteX2" fmla="*/ 39472 w 56558"/>
                <a:gd name="connsiteY2" fmla="*/ 39607 h 50911"/>
                <a:gd name="connsiteX3" fmla="*/ 43805 w 56558"/>
                <a:gd name="connsiteY3" fmla="*/ 15359 h 50911"/>
                <a:gd name="connsiteX4" fmla="*/ 25307 w 56558"/>
                <a:gd name="connsiteY4" fmla="*/ 4526 h 50911"/>
                <a:gd name="connsiteX5" fmla="*/ 25474 w 56558"/>
                <a:gd name="connsiteY5" fmla="*/ 27 h 50911"/>
                <a:gd name="connsiteX6" fmla="*/ 54138 w 56558"/>
                <a:gd name="connsiteY6" fmla="*/ 17275 h 50911"/>
                <a:gd name="connsiteX7" fmla="*/ 45138 w 56558"/>
                <a:gd name="connsiteY7" fmla="*/ 47606 h 50911"/>
                <a:gd name="connsiteX8" fmla="*/ 12475 w 56558"/>
                <a:gd name="connsiteY8" fmla="*/ 42190 h 50911"/>
                <a:gd name="connsiteX9" fmla="*/ 5059 w 56558"/>
                <a:gd name="connsiteY9" fmla="*/ 8193 h 50911"/>
                <a:gd name="connsiteX10" fmla="*/ 5059 w 56558"/>
                <a:gd name="connsiteY10" fmla="*/ 8193 h 50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6558" h="50911">
                  <a:moveTo>
                    <a:pt x="5059" y="8193"/>
                  </a:moveTo>
                  <a:cubicBezTo>
                    <a:pt x="8225" y="5110"/>
                    <a:pt x="13475" y="8609"/>
                    <a:pt x="12308" y="12776"/>
                  </a:cubicBezTo>
                  <a:cubicBezTo>
                    <a:pt x="7975" y="27358"/>
                    <a:pt x="24307" y="46189"/>
                    <a:pt x="39472" y="39607"/>
                  </a:cubicBezTo>
                  <a:cubicBezTo>
                    <a:pt x="49805" y="35107"/>
                    <a:pt x="49471" y="23691"/>
                    <a:pt x="43805" y="15359"/>
                  </a:cubicBezTo>
                  <a:cubicBezTo>
                    <a:pt x="38972" y="8443"/>
                    <a:pt x="33723" y="5110"/>
                    <a:pt x="25307" y="4526"/>
                  </a:cubicBezTo>
                  <a:cubicBezTo>
                    <a:pt x="22391" y="4360"/>
                    <a:pt x="22557" y="110"/>
                    <a:pt x="25474" y="27"/>
                  </a:cubicBezTo>
                  <a:cubicBezTo>
                    <a:pt x="37972" y="-473"/>
                    <a:pt x="48472" y="6026"/>
                    <a:pt x="54138" y="17275"/>
                  </a:cubicBezTo>
                  <a:cubicBezTo>
                    <a:pt x="59387" y="27774"/>
                    <a:pt x="55971" y="42190"/>
                    <a:pt x="45138" y="47606"/>
                  </a:cubicBezTo>
                  <a:cubicBezTo>
                    <a:pt x="32890" y="53772"/>
                    <a:pt x="22557" y="50939"/>
                    <a:pt x="12475" y="42190"/>
                  </a:cubicBezTo>
                  <a:cubicBezTo>
                    <a:pt x="2893" y="34274"/>
                    <a:pt x="-5857" y="18859"/>
                    <a:pt x="5059" y="8193"/>
                  </a:cubicBezTo>
                  <a:lnTo>
                    <a:pt x="5059" y="8193"/>
                  </a:lnTo>
                  <a:close/>
                </a:path>
              </a:pathLst>
            </a:custGeom>
            <a:grpFill/>
            <a:ln w="8332" cap="flat">
              <a:noFill/>
              <a:prstDash val="solid"/>
              <a:miter/>
            </a:ln>
          </p:spPr>
          <p:txBody>
            <a:bodyPr rtlCol="0" anchor="ctr"/>
            <a:lstStyle/>
            <a:p>
              <a:endParaRPr lang="en-US"/>
            </a:p>
          </p:txBody>
        </p:sp>
        <p:sp>
          <p:nvSpPr>
            <p:cNvPr id="2084" name="Freeform: Shape 2083"/>
            <p:cNvSpPr/>
            <p:nvPr/>
          </p:nvSpPr>
          <p:spPr>
            <a:xfrm>
              <a:off x="10666699" y="983234"/>
              <a:ext cx="367038" cy="555897"/>
            </a:xfrm>
            <a:custGeom>
              <a:avLst/>
              <a:gdLst>
                <a:gd name="connsiteX0" fmla="*/ 344746 w 367038"/>
                <a:gd name="connsiteY0" fmla="*/ 126843 h 555897"/>
                <a:gd name="connsiteX1" fmla="*/ 337330 w 367038"/>
                <a:gd name="connsiteY1" fmla="*/ 125010 h 555897"/>
                <a:gd name="connsiteX2" fmla="*/ 321915 w 367038"/>
                <a:gd name="connsiteY2" fmla="*/ 131426 h 555897"/>
                <a:gd name="connsiteX3" fmla="*/ 322082 w 367038"/>
                <a:gd name="connsiteY3" fmla="*/ 123010 h 555897"/>
                <a:gd name="connsiteX4" fmla="*/ 334998 w 367038"/>
                <a:gd name="connsiteY4" fmla="*/ 87596 h 555897"/>
                <a:gd name="connsiteX5" fmla="*/ 305667 w 367038"/>
                <a:gd name="connsiteY5" fmla="*/ 77764 h 555897"/>
                <a:gd name="connsiteX6" fmla="*/ 294251 w 367038"/>
                <a:gd name="connsiteY6" fmla="*/ 56183 h 555897"/>
                <a:gd name="connsiteX7" fmla="*/ 291085 w 367038"/>
                <a:gd name="connsiteY7" fmla="*/ 28352 h 555897"/>
                <a:gd name="connsiteX8" fmla="*/ 260337 w 367038"/>
                <a:gd name="connsiteY8" fmla="*/ 30935 h 555897"/>
                <a:gd name="connsiteX9" fmla="*/ 254338 w 367038"/>
                <a:gd name="connsiteY9" fmla="*/ 23352 h 555897"/>
                <a:gd name="connsiteX10" fmla="*/ 247172 w 367038"/>
                <a:gd name="connsiteY10" fmla="*/ 21186 h 555897"/>
                <a:gd name="connsiteX11" fmla="*/ 246922 w 367038"/>
                <a:gd name="connsiteY11" fmla="*/ 17853 h 555897"/>
                <a:gd name="connsiteX12" fmla="*/ 237423 w 367038"/>
                <a:gd name="connsiteY12" fmla="*/ 10687 h 555897"/>
                <a:gd name="connsiteX13" fmla="*/ 225007 w 367038"/>
                <a:gd name="connsiteY13" fmla="*/ 12020 h 555897"/>
                <a:gd name="connsiteX14" fmla="*/ 218758 w 367038"/>
                <a:gd name="connsiteY14" fmla="*/ 17353 h 555897"/>
                <a:gd name="connsiteX15" fmla="*/ 216675 w 367038"/>
                <a:gd name="connsiteY15" fmla="*/ 10770 h 555897"/>
                <a:gd name="connsiteX16" fmla="*/ 196676 w 367038"/>
                <a:gd name="connsiteY16" fmla="*/ 104 h 555897"/>
                <a:gd name="connsiteX17" fmla="*/ 172262 w 367038"/>
                <a:gd name="connsiteY17" fmla="*/ 23102 h 555897"/>
                <a:gd name="connsiteX18" fmla="*/ 137682 w 367038"/>
                <a:gd name="connsiteY18" fmla="*/ 10270 h 555897"/>
                <a:gd name="connsiteX19" fmla="*/ 120683 w 367038"/>
                <a:gd name="connsiteY19" fmla="*/ 38268 h 555897"/>
                <a:gd name="connsiteX20" fmla="*/ 81520 w 367038"/>
                <a:gd name="connsiteY20" fmla="*/ 36351 h 555897"/>
                <a:gd name="connsiteX21" fmla="*/ 66688 w 367038"/>
                <a:gd name="connsiteY21" fmla="*/ 66932 h 555897"/>
                <a:gd name="connsiteX22" fmla="*/ 54106 w 367038"/>
                <a:gd name="connsiteY22" fmla="*/ 65182 h 555897"/>
                <a:gd name="connsiteX23" fmla="*/ 29775 w 367038"/>
                <a:gd name="connsiteY23" fmla="*/ 77681 h 555897"/>
                <a:gd name="connsiteX24" fmla="*/ 22276 w 367038"/>
                <a:gd name="connsiteY24" fmla="*/ 112594 h 555897"/>
                <a:gd name="connsiteX25" fmla="*/ 4527 w 367038"/>
                <a:gd name="connsiteY25" fmla="*/ 129509 h 555897"/>
                <a:gd name="connsiteX26" fmla="*/ 4611 w 367038"/>
                <a:gd name="connsiteY26" fmla="*/ 155174 h 555897"/>
                <a:gd name="connsiteX27" fmla="*/ 3860 w 367038"/>
                <a:gd name="connsiteY27" fmla="*/ 155340 h 555897"/>
                <a:gd name="connsiteX28" fmla="*/ 111 w 367038"/>
                <a:gd name="connsiteY28" fmla="*/ 160423 h 555897"/>
                <a:gd name="connsiteX29" fmla="*/ 11276 w 367038"/>
                <a:gd name="connsiteY29" fmla="*/ 201586 h 555897"/>
                <a:gd name="connsiteX30" fmla="*/ 28358 w 367038"/>
                <a:gd name="connsiteY30" fmla="*/ 255998 h 555897"/>
                <a:gd name="connsiteX31" fmla="*/ 58689 w 367038"/>
                <a:gd name="connsiteY31" fmla="*/ 360072 h 555897"/>
                <a:gd name="connsiteX32" fmla="*/ 90603 w 367038"/>
                <a:gd name="connsiteY32" fmla="*/ 470645 h 555897"/>
                <a:gd name="connsiteX33" fmla="*/ 101851 w 367038"/>
                <a:gd name="connsiteY33" fmla="*/ 506642 h 555897"/>
                <a:gd name="connsiteX34" fmla="*/ 142015 w 367038"/>
                <a:gd name="connsiteY34" fmla="*/ 525807 h 555897"/>
                <a:gd name="connsiteX35" fmla="*/ 149431 w 367038"/>
                <a:gd name="connsiteY35" fmla="*/ 528807 h 555897"/>
                <a:gd name="connsiteX36" fmla="*/ 150181 w 367038"/>
                <a:gd name="connsiteY36" fmla="*/ 529140 h 555897"/>
                <a:gd name="connsiteX37" fmla="*/ 187761 w 367038"/>
                <a:gd name="connsiteY37" fmla="*/ 543555 h 555897"/>
                <a:gd name="connsiteX38" fmla="*/ 230007 w 367038"/>
                <a:gd name="connsiteY38" fmla="*/ 555638 h 555897"/>
                <a:gd name="connsiteX39" fmla="*/ 268586 w 367038"/>
                <a:gd name="connsiteY39" fmla="*/ 539472 h 555897"/>
                <a:gd name="connsiteX40" fmla="*/ 321082 w 367038"/>
                <a:gd name="connsiteY40" fmla="*/ 517141 h 555897"/>
                <a:gd name="connsiteX41" fmla="*/ 343580 w 367038"/>
                <a:gd name="connsiteY41" fmla="*/ 508225 h 555897"/>
                <a:gd name="connsiteX42" fmla="*/ 362745 w 367038"/>
                <a:gd name="connsiteY42" fmla="*/ 499476 h 555897"/>
                <a:gd name="connsiteX43" fmla="*/ 363828 w 367038"/>
                <a:gd name="connsiteY43" fmla="*/ 467396 h 555897"/>
                <a:gd name="connsiteX44" fmla="*/ 349246 w 367038"/>
                <a:gd name="connsiteY44" fmla="*/ 355572 h 555897"/>
                <a:gd name="connsiteX45" fmla="*/ 345830 w 367038"/>
                <a:gd name="connsiteY45" fmla="*/ 229084 h 555897"/>
                <a:gd name="connsiteX46" fmla="*/ 348579 w 367038"/>
                <a:gd name="connsiteY46" fmla="*/ 165506 h 555897"/>
                <a:gd name="connsiteX47" fmla="*/ 344746 w 367038"/>
                <a:gd name="connsiteY47" fmla="*/ 126843 h 555897"/>
                <a:gd name="connsiteX48" fmla="*/ 344746 w 367038"/>
                <a:gd name="connsiteY48" fmla="*/ 126843 h 555897"/>
                <a:gd name="connsiteX49" fmla="*/ 304833 w 367038"/>
                <a:gd name="connsiteY49" fmla="*/ 82930 h 555897"/>
                <a:gd name="connsiteX50" fmla="*/ 324582 w 367038"/>
                <a:gd name="connsiteY50" fmla="*/ 86013 h 555897"/>
                <a:gd name="connsiteX51" fmla="*/ 320999 w 367038"/>
                <a:gd name="connsiteY51" fmla="*/ 108095 h 555897"/>
                <a:gd name="connsiteX52" fmla="*/ 315666 w 367038"/>
                <a:gd name="connsiteY52" fmla="*/ 113927 h 555897"/>
                <a:gd name="connsiteX53" fmla="*/ 309583 w 367038"/>
                <a:gd name="connsiteY53" fmla="*/ 111594 h 555897"/>
                <a:gd name="connsiteX54" fmla="*/ 300251 w 367038"/>
                <a:gd name="connsiteY54" fmla="*/ 111761 h 555897"/>
                <a:gd name="connsiteX55" fmla="*/ 299418 w 367038"/>
                <a:gd name="connsiteY55" fmla="*/ 112011 h 555897"/>
                <a:gd name="connsiteX56" fmla="*/ 301584 w 367038"/>
                <a:gd name="connsiteY56" fmla="*/ 101845 h 555897"/>
                <a:gd name="connsiteX57" fmla="*/ 298750 w 367038"/>
                <a:gd name="connsiteY57" fmla="*/ 93263 h 555897"/>
                <a:gd name="connsiteX58" fmla="*/ 304833 w 367038"/>
                <a:gd name="connsiteY58" fmla="*/ 82930 h 555897"/>
                <a:gd name="connsiteX59" fmla="*/ 304833 w 367038"/>
                <a:gd name="connsiteY59" fmla="*/ 82930 h 555897"/>
                <a:gd name="connsiteX60" fmla="*/ 177679 w 367038"/>
                <a:gd name="connsiteY60" fmla="*/ 205752 h 555897"/>
                <a:gd name="connsiteX61" fmla="*/ 165596 w 367038"/>
                <a:gd name="connsiteY61" fmla="*/ 211835 h 555897"/>
                <a:gd name="connsiteX62" fmla="*/ 142514 w 367038"/>
                <a:gd name="connsiteY62" fmla="*/ 207002 h 555897"/>
                <a:gd name="connsiteX63" fmla="*/ 119017 w 367038"/>
                <a:gd name="connsiteY63" fmla="*/ 200253 h 555897"/>
                <a:gd name="connsiteX64" fmla="*/ 123017 w 367038"/>
                <a:gd name="connsiteY64" fmla="*/ 182755 h 555897"/>
                <a:gd name="connsiteX65" fmla="*/ 130266 w 367038"/>
                <a:gd name="connsiteY65" fmla="*/ 176088 h 555897"/>
                <a:gd name="connsiteX66" fmla="*/ 145764 w 367038"/>
                <a:gd name="connsiteY66" fmla="*/ 181421 h 555897"/>
                <a:gd name="connsiteX67" fmla="*/ 149515 w 367038"/>
                <a:gd name="connsiteY67" fmla="*/ 183255 h 555897"/>
                <a:gd name="connsiteX68" fmla="*/ 153764 w 367038"/>
                <a:gd name="connsiteY68" fmla="*/ 181421 h 555897"/>
                <a:gd name="connsiteX69" fmla="*/ 177845 w 367038"/>
                <a:gd name="connsiteY69" fmla="*/ 182338 h 555897"/>
                <a:gd name="connsiteX70" fmla="*/ 176178 w 367038"/>
                <a:gd name="connsiteY70" fmla="*/ 202169 h 555897"/>
                <a:gd name="connsiteX71" fmla="*/ 177679 w 367038"/>
                <a:gd name="connsiteY71" fmla="*/ 205752 h 555897"/>
                <a:gd name="connsiteX72" fmla="*/ 177679 w 367038"/>
                <a:gd name="connsiteY72" fmla="*/ 205752 h 555897"/>
                <a:gd name="connsiteX73" fmla="*/ 76854 w 367038"/>
                <a:gd name="connsiteY73" fmla="*/ 183088 h 555897"/>
                <a:gd name="connsiteX74" fmla="*/ 55189 w 367038"/>
                <a:gd name="connsiteY74" fmla="*/ 172256 h 555897"/>
                <a:gd name="connsiteX75" fmla="*/ 51440 w 367038"/>
                <a:gd name="connsiteY75" fmla="*/ 170589 h 555897"/>
                <a:gd name="connsiteX76" fmla="*/ 69688 w 367038"/>
                <a:gd name="connsiteY76" fmla="*/ 141842 h 555897"/>
                <a:gd name="connsiteX77" fmla="*/ 75354 w 367038"/>
                <a:gd name="connsiteY77" fmla="*/ 137425 h 555897"/>
                <a:gd name="connsiteX78" fmla="*/ 109351 w 367038"/>
                <a:gd name="connsiteY78" fmla="*/ 130676 h 555897"/>
                <a:gd name="connsiteX79" fmla="*/ 105101 w 367038"/>
                <a:gd name="connsiteY79" fmla="*/ 148174 h 555897"/>
                <a:gd name="connsiteX80" fmla="*/ 93186 w 367038"/>
                <a:gd name="connsiteY80" fmla="*/ 145508 h 555897"/>
                <a:gd name="connsiteX81" fmla="*/ 78771 w 367038"/>
                <a:gd name="connsiteY81" fmla="*/ 155924 h 555897"/>
                <a:gd name="connsiteX82" fmla="*/ 76854 w 367038"/>
                <a:gd name="connsiteY82" fmla="*/ 183088 h 555897"/>
                <a:gd name="connsiteX83" fmla="*/ 76854 w 367038"/>
                <a:gd name="connsiteY83" fmla="*/ 183088 h 555897"/>
                <a:gd name="connsiteX84" fmla="*/ 81437 w 367038"/>
                <a:gd name="connsiteY84" fmla="*/ 168256 h 555897"/>
                <a:gd name="connsiteX85" fmla="*/ 91686 w 367038"/>
                <a:gd name="connsiteY85" fmla="*/ 153674 h 555897"/>
                <a:gd name="connsiteX86" fmla="*/ 107351 w 367038"/>
                <a:gd name="connsiteY86" fmla="*/ 157090 h 555897"/>
                <a:gd name="connsiteX87" fmla="*/ 112018 w 367038"/>
                <a:gd name="connsiteY87" fmla="*/ 154340 h 555897"/>
                <a:gd name="connsiteX88" fmla="*/ 111601 w 367038"/>
                <a:gd name="connsiteY88" fmla="*/ 144591 h 555897"/>
                <a:gd name="connsiteX89" fmla="*/ 122933 w 367038"/>
                <a:gd name="connsiteY89" fmla="*/ 132842 h 555897"/>
                <a:gd name="connsiteX90" fmla="*/ 139348 w 367038"/>
                <a:gd name="connsiteY90" fmla="*/ 144591 h 555897"/>
                <a:gd name="connsiteX91" fmla="*/ 136682 w 367038"/>
                <a:gd name="connsiteY91" fmla="*/ 167339 h 555897"/>
                <a:gd name="connsiteX92" fmla="*/ 112018 w 367038"/>
                <a:gd name="connsiteY92" fmla="*/ 180255 h 555897"/>
                <a:gd name="connsiteX93" fmla="*/ 108184 w 367038"/>
                <a:gd name="connsiteY93" fmla="*/ 197253 h 555897"/>
                <a:gd name="connsiteX94" fmla="*/ 103018 w 367038"/>
                <a:gd name="connsiteY94" fmla="*/ 195670 h 555897"/>
                <a:gd name="connsiteX95" fmla="*/ 97519 w 367038"/>
                <a:gd name="connsiteY95" fmla="*/ 193754 h 555897"/>
                <a:gd name="connsiteX96" fmla="*/ 87686 w 367038"/>
                <a:gd name="connsiteY96" fmla="*/ 188754 h 555897"/>
                <a:gd name="connsiteX97" fmla="*/ 81437 w 367038"/>
                <a:gd name="connsiteY97" fmla="*/ 168256 h 555897"/>
                <a:gd name="connsiteX98" fmla="*/ 81437 w 367038"/>
                <a:gd name="connsiteY98" fmla="*/ 168256 h 555897"/>
                <a:gd name="connsiteX99" fmla="*/ 108685 w 367038"/>
                <a:gd name="connsiteY99" fmla="*/ 114094 h 555897"/>
                <a:gd name="connsiteX100" fmla="*/ 138099 w 367038"/>
                <a:gd name="connsiteY100" fmla="*/ 96429 h 555897"/>
                <a:gd name="connsiteX101" fmla="*/ 146432 w 367038"/>
                <a:gd name="connsiteY101" fmla="*/ 99929 h 555897"/>
                <a:gd name="connsiteX102" fmla="*/ 161179 w 367038"/>
                <a:gd name="connsiteY102" fmla="*/ 87596 h 555897"/>
                <a:gd name="connsiteX103" fmla="*/ 181927 w 367038"/>
                <a:gd name="connsiteY103" fmla="*/ 105928 h 555897"/>
                <a:gd name="connsiteX104" fmla="*/ 181011 w 367038"/>
                <a:gd name="connsiteY104" fmla="*/ 113428 h 555897"/>
                <a:gd name="connsiteX105" fmla="*/ 170179 w 367038"/>
                <a:gd name="connsiteY105" fmla="*/ 122093 h 555897"/>
                <a:gd name="connsiteX106" fmla="*/ 163013 w 367038"/>
                <a:gd name="connsiteY106" fmla="*/ 117344 h 555897"/>
                <a:gd name="connsiteX107" fmla="*/ 149764 w 367038"/>
                <a:gd name="connsiteY107" fmla="*/ 122927 h 555897"/>
                <a:gd name="connsiteX108" fmla="*/ 142932 w 367038"/>
                <a:gd name="connsiteY108" fmla="*/ 132926 h 555897"/>
                <a:gd name="connsiteX109" fmla="*/ 131266 w 367038"/>
                <a:gd name="connsiteY109" fmla="*/ 125093 h 555897"/>
                <a:gd name="connsiteX110" fmla="*/ 116934 w 367038"/>
                <a:gd name="connsiteY110" fmla="*/ 125843 h 555897"/>
                <a:gd name="connsiteX111" fmla="*/ 108685 w 367038"/>
                <a:gd name="connsiteY111" fmla="*/ 114094 h 555897"/>
                <a:gd name="connsiteX112" fmla="*/ 108685 w 367038"/>
                <a:gd name="connsiteY112" fmla="*/ 114094 h 555897"/>
                <a:gd name="connsiteX113" fmla="*/ 149680 w 367038"/>
                <a:gd name="connsiteY113" fmla="*/ 174755 h 555897"/>
                <a:gd name="connsiteX114" fmla="*/ 145848 w 367038"/>
                <a:gd name="connsiteY114" fmla="*/ 171672 h 555897"/>
                <a:gd name="connsiteX115" fmla="*/ 146764 w 367038"/>
                <a:gd name="connsiteY115" fmla="*/ 139092 h 555897"/>
                <a:gd name="connsiteX116" fmla="*/ 154180 w 367038"/>
                <a:gd name="connsiteY116" fmla="*/ 128176 h 555897"/>
                <a:gd name="connsiteX117" fmla="*/ 168013 w 367038"/>
                <a:gd name="connsiteY117" fmla="*/ 130843 h 555897"/>
                <a:gd name="connsiteX118" fmla="*/ 173678 w 367038"/>
                <a:gd name="connsiteY118" fmla="*/ 130009 h 555897"/>
                <a:gd name="connsiteX119" fmla="*/ 181845 w 367038"/>
                <a:gd name="connsiteY119" fmla="*/ 121677 h 555897"/>
                <a:gd name="connsiteX120" fmla="*/ 195593 w 367038"/>
                <a:gd name="connsiteY120" fmla="*/ 133842 h 555897"/>
                <a:gd name="connsiteX121" fmla="*/ 192427 w 367038"/>
                <a:gd name="connsiteY121" fmla="*/ 144508 h 555897"/>
                <a:gd name="connsiteX122" fmla="*/ 186261 w 367038"/>
                <a:gd name="connsiteY122" fmla="*/ 147258 h 555897"/>
                <a:gd name="connsiteX123" fmla="*/ 175761 w 367038"/>
                <a:gd name="connsiteY123" fmla="*/ 165340 h 555897"/>
                <a:gd name="connsiteX124" fmla="*/ 149680 w 367038"/>
                <a:gd name="connsiteY124" fmla="*/ 174755 h 555897"/>
                <a:gd name="connsiteX125" fmla="*/ 149680 w 367038"/>
                <a:gd name="connsiteY125" fmla="*/ 174755 h 555897"/>
                <a:gd name="connsiteX126" fmla="*/ 182178 w 367038"/>
                <a:gd name="connsiteY126" fmla="*/ 169589 h 555897"/>
                <a:gd name="connsiteX127" fmla="*/ 200593 w 367038"/>
                <a:gd name="connsiteY127" fmla="*/ 157340 h 555897"/>
                <a:gd name="connsiteX128" fmla="*/ 204259 w 367038"/>
                <a:gd name="connsiteY128" fmla="*/ 158757 h 555897"/>
                <a:gd name="connsiteX129" fmla="*/ 220425 w 367038"/>
                <a:gd name="connsiteY129" fmla="*/ 143092 h 555897"/>
                <a:gd name="connsiteX130" fmla="*/ 239673 w 367038"/>
                <a:gd name="connsiteY130" fmla="*/ 150674 h 555897"/>
                <a:gd name="connsiteX131" fmla="*/ 232257 w 367038"/>
                <a:gd name="connsiteY131" fmla="*/ 172506 h 555897"/>
                <a:gd name="connsiteX132" fmla="*/ 231507 w 367038"/>
                <a:gd name="connsiteY132" fmla="*/ 176505 h 555897"/>
                <a:gd name="connsiteX133" fmla="*/ 185511 w 367038"/>
                <a:gd name="connsiteY133" fmla="*/ 201003 h 555897"/>
                <a:gd name="connsiteX134" fmla="*/ 182178 w 367038"/>
                <a:gd name="connsiteY134" fmla="*/ 169589 h 555897"/>
                <a:gd name="connsiteX135" fmla="*/ 182178 w 367038"/>
                <a:gd name="connsiteY135" fmla="*/ 169589 h 555897"/>
                <a:gd name="connsiteX136" fmla="*/ 212175 w 367038"/>
                <a:gd name="connsiteY136" fmla="*/ 138425 h 555897"/>
                <a:gd name="connsiteX137" fmla="*/ 205176 w 367038"/>
                <a:gd name="connsiteY137" fmla="*/ 147174 h 555897"/>
                <a:gd name="connsiteX138" fmla="*/ 204092 w 367038"/>
                <a:gd name="connsiteY138" fmla="*/ 148174 h 555897"/>
                <a:gd name="connsiteX139" fmla="*/ 203343 w 367038"/>
                <a:gd name="connsiteY139" fmla="*/ 148008 h 555897"/>
                <a:gd name="connsiteX140" fmla="*/ 200510 w 367038"/>
                <a:gd name="connsiteY140" fmla="*/ 146758 h 555897"/>
                <a:gd name="connsiteX141" fmla="*/ 202759 w 367038"/>
                <a:gd name="connsiteY141" fmla="*/ 119844 h 555897"/>
                <a:gd name="connsiteX142" fmla="*/ 207342 w 367038"/>
                <a:gd name="connsiteY142" fmla="*/ 112261 h 555897"/>
                <a:gd name="connsiteX143" fmla="*/ 218258 w 367038"/>
                <a:gd name="connsiteY143" fmla="*/ 106262 h 555897"/>
                <a:gd name="connsiteX144" fmla="*/ 224424 w 367038"/>
                <a:gd name="connsiteY144" fmla="*/ 109095 h 555897"/>
                <a:gd name="connsiteX145" fmla="*/ 232507 w 367038"/>
                <a:gd name="connsiteY145" fmla="*/ 106845 h 555897"/>
                <a:gd name="connsiteX146" fmla="*/ 244672 w 367038"/>
                <a:gd name="connsiteY146" fmla="*/ 100179 h 555897"/>
                <a:gd name="connsiteX147" fmla="*/ 246922 w 367038"/>
                <a:gd name="connsiteY147" fmla="*/ 100345 h 555897"/>
                <a:gd name="connsiteX148" fmla="*/ 253005 w 367038"/>
                <a:gd name="connsiteY148" fmla="*/ 104512 h 555897"/>
                <a:gd name="connsiteX149" fmla="*/ 256004 w 367038"/>
                <a:gd name="connsiteY149" fmla="*/ 118844 h 555897"/>
                <a:gd name="connsiteX150" fmla="*/ 246256 w 367038"/>
                <a:gd name="connsiteY150" fmla="*/ 137509 h 555897"/>
                <a:gd name="connsiteX151" fmla="*/ 245922 w 367038"/>
                <a:gd name="connsiteY151" fmla="*/ 137009 h 555897"/>
                <a:gd name="connsiteX152" fmla="*/ 212175 w 367038"/>
                <a:gd name="connsiteY152" fmla="*/ 138425 h 555897"/>
                <a:gd name="connsiteX153" fmla="*/ 212175 w 367038"/>
                <a:gd name="connsiteY153" fmla="*/ 138425 h 555897"/>
                <a:gd name="connsiteX154" fmla="*/ 249671 w 367038"/>
                <a:gd name="connsiteY154" fmla="*/ 142842 h 555897"/>
                <a:gd name="connsiteX155" fmla="*/ 251672 w 367038"/>
                <a:gd name="connsiteY155" fmla="*/ 141842 h 555897"/>
                <a:gd name="connsiteX156" fmla="*/ 257004 w 367038"/>
                <a:gd name="connsiteY156" fmla="*/ 135676 h 555897"/>
                <a:gd name="connsiteX157" fmla="*/ 263671 w 367038"/>
                <a:gd name="connsiteY157" fmla="*/ 131593 h 555897"/>
                <a:gd name="connsiteX158" fmla="*/ 277253 w 367038"/>
                <a:gd name="connsiteY158" fmla="*/ 135759 h 555897"/>
                <a:gd name="connsiteX159" fmla="*/ 277586 w 367038"/>
                <a:gd name="connsiteY159" fmla="*/ 141258 h 555897"/>
                <a:gd name="connsiteX160" fmla="*/ 282085 w 367038"/>
                <a:gd name="connsiteY160" fmla="*/ 145091 h 555897"/>
                <a:gd name="connsiteX161" fmla="*/ 287835 w 367038"/>
                <a:gd name="connsiteY161" fmla="*/ 146091 h 555897"/>
                <a:gd name="connsiteX162" fmla="*/ 288501 w 367038"/>
                <a:gd name="connsiteY162" fmla="*/ 148758 h 555897"/>
                <a:gd name="connsiteX163" fmla="*/ 261170 w 367038"/>
                <a:gd name="connsiteY163" fmla="*/ 162173 h 555897"/>
                <a:gd name="connsiteX164" fmla="*/ 248588 w 367038"/>
                <a:gd name="connsiteY164" fmla="*/ 168339 h 555897"/>
                <a:gd name="connsiteX165" fmla="*/ 249671 w 367038"/>
                <a:gd name="connsiteY165" fmla="*/ 142842 h 555897"/>
                <a:gd name="connsiteX166" fmla="*/ 249671 w 367038"/>
                <a:gd name="connsiteY166" fmla="*/ 142842 h 555897"/>
                <a:gd name="connsiteX167" fmla="*/ 284585 w 367038"/>
                <a:gd name="connsiteY167" fmla="*/ 137259 h 555897"/>
                <a:gd name="connsiteX168" fmla="*/ 282586 w 367038"/>
                <a:gd name="connsiteY168" fmla="*/ 127510 h 555897"/>
                <a:gd name="connsiteX169" fmla="*/ 272836 w 367038"/>
                <a:gd name="connsiteY169" fmla="*/ 123677 h 555897"/>
                <a:gd name="connsiteX170" fmla="*/ 262921 w 367038"/>
                <a:gd name="connsiteY170" fmla="*/ 126260 h 555897"/>
                <a:gd name="connsiteX171" fmla="*/ 264004 w 367038"/>
                <a:gd name="connsiteY171" fmla="*/ 107928 h 555897"/>
                <a:gd name="connsiteX172" fmla="*/ 290169 w 367038"/>
                <a:gd name="connsiteY172" fmla="*/ 100012 h 555897"/>
                <a:gd name="connsiteX173" fmla="*/ 288501 w 367038"/>
                <a:gd name="connsiteY173" fmla="*/ 117177 h 555897"/>
                <a:gd name="connsiteX174" fmla="*/ 291334 w 367038"/>
                <a:gd name="connsiteY174" fmla="*/ 121927 h 555897"/>
                <a:gd name="connsiteX175" fmla="*/ 300251 w 367038"/>
                <a:gd name="connsiteY175" fmla="*/ 121010 h 555897"/>
                <a:gd name="connsiteX176" fmla="*/ 310666 w 367038"/>
                <a:gd name="connsiteY176" fmla="*/ 125426 h 555897"/>
                <a:gd name="connsiteX177" fmla="*/ 306167 w 367038"/>
                <a:gd name="connsiteY177" fmla="*/ 139758 h 555897"/>
                <a:gd name="connsiteX178" fmla="*/ 305916 w 367038"/>
                <a:gd name="connsiteY178" fmla="*/ 140008 h 555897"/>
                <a:gd name="connsiteX179" fmla="*/ 298667 w 367038"/>
                <a:gd name="connsiteY179" fmla="*/ 143675 h 555897"/>
                <a:gd name="connsiteX180" fmla="*/ 298001 w 367038"/>
                <a:gd name="connsiteY180" fmla="*/ 141175 h 555897"/>
                <a:gd name="connsiteX181" fmla="*/ 284585 w 367038"/>
                <a:gd name="connsiteY181" fmla="*/ 137259 h 555897"/>
                <a:gd name="connsiteX182" fmla="*/ 284585 w 367038"/>
                <a:gd name="connsiteY182" fmla="*/ 137259 h 555897"/>
                <a:gd name="connsiteX183" fmla="*/ 294584 w 367038"/>
                <a:gd name="connsiteY183" fmla="*/ 68931 h 555897"/>
                <a:gd name="connsiteX184" fmla="*/ 292002 w 367038"/>
                <a:gd name="connsiteY184" fmla="*/ 88846 h 555897"/>
                <a:gd name="connsiteX185" fmla="*/ 261587 w 367038"/>
                <a:gd name="connsiteY185" fmla="*/ 101845 h 555897"/>
                <a:gd name="connsiteX186" fmla="*/ 251422 w 367038"/>
                <a:gd name="connsiteY186" fmla="*/ 93179 h 555897"/>
                <a:gd name="connsiteX187" fmla="*/ 250172 w 367038"/>
                <a:gd name="connsiteY187" fmla="*/ 77681 h 555897"/>
                <a:gd name="connsiteX188" fmla="*/ 267087 w 367038"/>
                <a:gd name="connsiteY188" fmla="*/ 66765 h 555897"/>
                <a:gd name="connsiteX189" fmla="*/ 273170 w 367038"/>
                <a:gd name="connsiteY189" fmla="*/ 68432 h 555897"/>
                <a:gd name="connsiteX190" fmla="*/ 285836 w 367038"/>
                <a:gd name="connsiteY190" fmla="*/ 63265 h 555897"/>
                <a:gd name="connsiteX191" fmla="*/ 288835 w 367038"/>
                <a:gd name="connsiteY191" fmla="*/ 63432 h 555897"/>
                <a:gd name="connsiteX192" fmla="*/ 294584 w 367038"/>
                <a:gd name="connsiteY192" fmla="*/ 68931 h 555897"/>
                <a:gd name="connsiteX193" fmla="*/ 294584 w 367038"/>
                <a:gd name="connsiteY193" fmla="*/ 68931 h 555897"/>
                <a:gd name="connsiteX194" fmla="*/ 257838 w 367038"/>
                <a:gd name="connsiteY194" fmla="*/ 39351 h 555897"/>
                <a:gd name="connsiteX195" fmla="*/ 262671 w 367038"/>
                <a:gd name="connsiteY195" fmla="*/ 39267 h 555897"/>
                <a:gd name="connsiteX196" fmla="*/ 284919 w 367038"/>
                <a:gd name="connsiteY196" fmla="*/ 34768 h 555897"/>
                <a:gd name="connsiteX197" fmla="*/ 283752 w 367038"/>
                <a:gd name="connsiteY197" fmla="*/ 55016 h 555897"/>
                <a:gd name="connsiteX198" fmla="*/ 280419 w 367038"/>
                <a:gd name="connsiteY198" fmla="*/ 55766 h 555897"/>
                <a:gd name="connsiteX199" fmla="*/ 270337 w 367038"/>
                <a:gd name="connsiteY199" fmla="*/ 60016 h 555897"/>
                <a:gd name="connsiteX200" fmla="*/ 260421 w 367038"/>
                <a:gd name="connsiteY200" fmla="*/ 56266 h 555897"/>
                <a:gd name="connsiteX201" fmla="*/ 246089 w 367038"/>
                <a:gd name="connsiteY201" fmla="*/ 71515 h 555897"/>
                <a:gd name="connsiteX202" fmla="*/ 223590 w 367038"/>
                <a:gd name="connsiteY202" fmla="*/ 65265 h 555897"/>
                <a:gd name="connsiteX203" fmla="*/ 225757 w 367038"/>
                <a:gd name="connsiteY203" fmla="*/ 48850 h 555897"/>
                <a:gd name="connsiteX204" fmla="*/ 240923 w 367038"/>
                <a:gd name="connsiteY204" fmla="*/ 30852 h 555897"/>
                <a:gd name="connsiteX205" fmla="*/ 257838 w 367038"/>
                <a:gd name="connsiteY205" fmla="*/ 39351 h 555897"/>
                <a:gd name="connsiteX206" fmla="*/ 257838 w 367038"/>
                <a:gd name="connsiteY206" fmla="*/ 39351 h 555897"/>
                <a:gd name="connsiteX207" fmla="*/ 236840 w 367038"/>
                <a:gd name="connsiteY207" fmla="*/ 18019 h 555897"/>
                <a:gd name="connsiteX208" fmla="*/ 242006 w 367038"/>
                <a:gd name="connsiteY208" fmla="*/ 21936 h 555897"/>
                <a:gd name="connsiteX209" fmla="*/ 239756 w 367038"/>
                <a:gd name="connsiteY209" fmla="*/ 22602 h 555897"/>
                <a:gd name="connsiteX210" fmla="*/ 222425 w 367038"/>
                <a:gd name="connsiteY210" fmla="*/ 39601 h 555897"/>
                <a:gd name="connsiteX211" fmla="*/ 217259 w 367038"/>
                <a:gd name="connsiteY211" fmla="*/ 34435 h 555897"/>
                <a:gd name="connsiteX212" fmla="*/ 217758 w 367038"/>
                <a:gd name="connsiteY212" fmla="*/ 31435 h 555897"/>
                <a:gd name="connsiteX213" fmla="*/ 236840 w 367038"/>
                <a:gd name="connsiteY213" fmla="*/ 18019 h 555897"/>
                <a:gd name="connsiteX214" fmla="*/ 236840 w 367038"/>
                <a:gd name="connsiteY214" fmla="*/ 18019 h 555897"/>
                <a:gd name="connsiteX215" fmla="*/ 231423 w 367038"/>
                <a:gd name="connsiteY215" fmla="*/ 72431 h 555897"/>
                <a:gd name="connsiteX216" fmla="*/ 237756 w 367038"/>
                <a:gd name="connsiteY216" fmla="*/ 75431 h 555897"/>
                <a:gd name="connsiteX217" fmla="*/ 242339 w 367038"/>
                <a:gd name="connsiteY217" fmla="*/ 92429 h 555897"/>
                <a:gd name="connsiteX218" fmla="*/ 242256 w 367038"/>
                <a:gd name="connsiteY218" fmla="*/ 93013 h 555897"/>
                <a:gd name="connsiteX219" fmla="*/ 236673 w 367038"/>
                <a:gd name="connsiteY219" fmla="*/ 94763 h 555897"/>
                <a:gd name="connsiteX220" fmla="*/ 230841 w 367038"/>
                <a:gd name="connsiteY220" fmla="*/ 98429 h 555897"/>
                <a:gd name="connsiteX221" fmla="*/ 221674 w 367038"/>
                <a:gd name="connsiteY221" fmla="*/ 99262 h 555897"/>
                <a:gd name="connsiteX222" fmla="*/ 207676 w 367038"/>
                <a:gd name="connsiteY222" fmla="*/ 100762 h 555897"/>
                <a:gd name="connsiteX223" fmla="*/ 197676 w 367038"/>
                <a:gd name="connsiteY223" fmla="*/ 114427 h 555897"/>
                <a:gd name="connsiteX224" fmla="*/ 189594 w 367038"/>
                <a:gd name="connsiteY224" fmla="*/ 111428 h 555897"/>
                <a:gd name="connsiteX225" fmla="*/ 190594 w 367038"/>
                <a:gd name="connsiteY225" fmla="*/ 96429 h 555897"/>
                <a:gd name="connsiteX226" fmla="*/ 191844 w 367038"/>
                <a:gd name="connsiteY226" fmla="*/ 93679 h 555897"/>
                <a:gd name="connsiteX227" fmla="*/ 193843 w 367038"/>
                <a:gd name="connsiteY227" fmla="*/ 75264 h 555897"/>
                <a:gd name="connsiteX228" fmla="*/ 209842 w 367038"/>
                <a:gd name="connsiteY228" fmla="*/ 79431 h 555897"/>
                <a:gd name="connsiteX229" fmla="*/ 215175 w 367038"/>
                <a:gd name="connsiteY229" fmla="*/ 81597 h 555897"/>
                <a:gd name="connsiteX230" fmla="*/ 231423 w 367038"/>
                <a:gd name="connsiteY230" fmla="*/ 72431 h 555897"/>
                <a:gd name="connsiteX231" fmla="*/ 231423 w 367038"/>
                <a:gd name="connsiteY231" fmla="*/ 72431 h 555897"/>
                <a:gd name="connsiteX232" fmla="*/ 177512 w 367038"/>
                <a:gd name="connsiteY232" fmla="*/ 33018 h 555897"/>
                <a:gd name="connsiteX233" fmla="*/ 206509 w 367038"/>
                <a:gd name="connsiteY233" fmla="*/ 10853 h 555897"/>
                <a:gd name="connsiteX234" fmla="*/ 209592 w 367038"/>
                <a:gd name="connsiteY234" fmla="*/ 30268 h 555897"/>
                <a:gd name="connsiteX235" fmla="*/ 209592 w 367038"/>
                <a:gd name="connsiteY235" fmla="*/ 30768 h 555897"/>
                <a:gd name="connsiteX236" fmla="*/ 201759 w 367038"/>
                <a:gd name="connsiteY236" fmla="*/ 31435 h 555897"/>
                <a:gd name="connsiteX237" fmla="*/ 193843 w 367038"/>
                <a:gd name="connsiteY237" fmla="*/ 36018 h 555897"/>
                <a:gd name="connsiteX238" fmla="*/ 189844 w 367038"/>
                <a:gd name="connsiteY238" fmla="*/ 41517 h 555897"/>
                <a:gd name="connsiteX239" fmla="*/ 177512 w 367038"/>
                <a:gd name="connsiteY239" fmla="*/ 33768 h 555897"/>
                <a:gd name="connsiteX240" fmla="*/ 177512 w 367038"/>
                <a:gd name="connsiteY240" fmla="*/ 33018 h 555897"/>
                <a:gd name="connsiteX241" fmla="*/ 177512 w 367038"/>
                <a:gd name="connsiteY241" fmla="*/ 33018 h 555897"/>
                <a:gd name="connsiteX242" fmla="*/ 186011 w 367038"/>
                <a:gd name="connsiteY242" fmla="*/ 49850 h 555897"/>
                <a:gd name="connsiteX243" fmla="*/ 191177 w 367038"/>
                <a:gd name="connsiteY243" fmla="*/ 51100 h 555897"/>
                <a:gd name="connsiteX244" fmla="*/ 198759 w 367038"/>
                <a:gd name="connsiteY244" fmla="*/ 44767 h 555897"/>
                <a:gd name="connsiteX245" fmla="*/ 215175 w 367038"/>
                <a:gd name="connsiteY245" fmla="*/ 46767 h 555897"/>
                <a:gd name="connsiteX246" fmla="*/ 215092 w 367038"/>
                <a:gd name="connsiteY246" fmla="*/ 64432 h 555897"/>
                <a:gd name="connsiteX247" fmla="*/ 217424 w 367038"/>
                <a:gd name="connsiteY247" fmla="*/ 68598 h 555897"/>
                <a:gd name="connsiteX248" fmla="*/ 217175 w 367038"/>
                <a:gd name="connsiteY248" fmla="*/ 68765 h 555897"/>
                <a:gd name="connsiteX249" fmla="*/ 213341 w 367038"/>
                <a:gd name="connsiteY249" fmla="*/ 71931 h 555897"/>
                <a:gd name="connsiteX250" fmla="*/ 207259 w 367038"/>
                <a:gd name="connsiteY250" fmla="*/ 66182 h 555897"/>
                <a:gd name="connsiteX251" fmla="*/ 195260 w 367038"/>
                <a:gd name="connsiteY251" fmla="*/ 65598 h 555897"/>
                <a:gd name="connsiteX252" fmla="*/ 184845 w 367038"/>
                <a:gd name="connsiteY252" fmla="*/ 87097 h 555897"/>
                <a:gd name="connsiteX253" fmla="*/ 158013 w 367038"/>
                <a:gd name="connsiteY253" fmla="*/ 79681 h 555897"/>
                <a:gd name="connsiteX254" fmla="*/ 154764 w 367038"/>
                <a:gd name="connsiteY254" fmla="*/ 61182 h 555897"/>
                <a:gd name="connsiteX255" fmla="*/ 186011 w 367038"/>
                <a:gd name="connsiteY255" fmla="*/ 49850 h 555897"/>
                <a:gd name="connsiteX256" fmla="*/ 186011 w 367038"/>
                <a:gd name="connsiteY256" fmla="*/ 49850 h 555897"/>
                <a:gd name="connsiteX257" fmla="*/ 141765 w 367038"/>
                <a:gd name="connsiteY257" fmla="*/ 17186 h 555897"/>
                <a:gd name="connsiteX258" fmla="*/ 169929 w 367038"/>
                <a:gd name="connsiteY258" fmla="*/ 33851 h 555897"/>
                <a:gd name="connsiteX259" fmla="*/ 162013 w 367038"/>
                <a:gd name="connsiteY259" fmla="*/ 37518 h 555897"/>
                <a:gd name="connsiteX260" fmla="*/ 150014 w 367038"/>
                <a:gd name="connsiteY260" fmla="*/ 54183 h 555897"/>
                <a:gd name="connsiteX261" fmla="*/ 135349 w 367038"/>
                <a:gd name="connsiteY261" fmla="*/ 45684 h 555897"/>
                <a:gd name="connsiteX262" fmla="*/ 128349 w 367038"/>
                <a:gd name="connsiteY262" fmla="*/ 45600 h 555897"/>
                <a:gd name="connsiteX263" fmla="*/ 141765 w 367038"/>
                <a:gd name="connsiteY263" fmla="*/ 17186 h 555897"/>
                <a:gd name="connsiteX264" fmla="*/ 141765 w 367038"/>
                <a:gd name="connsiteY264" fmla="*/ 17186 h 555897"/>
                <a:gd name="connsiteX265" fmla="*/ 129266 w 367038"/>
                <a:gd name="connsiteY265" fmla="*/ 60099 h 555897"/>
                <a:gd name="connsiteX266" fmla="*/ 145681 w 367038"/>
                <a:gd name="connsiteY266" fmla="*/ 64099 h 555897"/>
                <a:gd name="connsiteX267" fmla="*/ 149764 w 367038"/>
                <a:gd name="connsiteY267" fmla="*/ 83180 h 555897"/>
                <a:gd name="connsiteX268" fmla="*/ 149931 w 367038"/>
                <a:gd name="connsiteY268" fmla="*/ 84347 h 555897"/>
                <a:gd name="connsiteX269" fmla="*/ 149680 w 367038"/>
                <a:gd name="connsiteY269" fmla="*/ 84597 h 555897"/>
                <a:gd name="connsiteX270" fmla="*/ 144265 w 367038"/>
                <a:gd name="connsiteY270" fmla="*/ 92263 h 555897"/>
                <a:gd name="connsiteX271" fmla="*/ 134849 w 367038"/>
                <a:gd name="connsiteY271" fmla="*/ 85013 h 555897"/>
                <a:gd name="connsiteX272" fmla="*/ 120600 w 367038"/>
                <a:gd name="connsiteY272" fmla="*/ 83014 h 555897"/>
                <a:gd name="connsiteX273" fmla="*/ 103018 w 367038"/>
                <a:gd name="connsiteY273" fmla="*/ 110594 h 555897"/>
                <a:gd name="connsiteX274" fmla="*/ 86103 w 367038"/>
                <a:gd name="connsiteY274" fmla="*/ 109595 h 555897"/>
                <a:gd name="connsiteX275" fmla="*/ 79853 w 367038"/>
                <a:gd name="connsiteY275" fmla="*/ 99345 h 555897"/>
                <a:gd name="connsiteX276" fmla="*/ 102435 w 367038"/>
                <a:gd name="connsiteY276" fmla="*/ 72348 h 555897"/>
                <a:gd name="connsiteX277" fmla="*/ 111851 w 367038"/>
                <a:gd name="connsiteY277" fmla="*/ 77847 h 555897"/>
                <a:gd name="connsiteX278" fmla="*/ 115101 w 367038"/>
                <a:gd name="connsiteY278" fmla="*/ 75931 h 555897"/>
                <a:gd name="connsiteX279" fmla="*/ 117268 w 367038"/>
                <a:gd name="connsiteY279" fmla="*/ 70848 h 555897"/>
                <a:gd name="connsiteX280" fmla="*/ 129266 w 367038"/>
                <a:gd name="connsiteY280" fmla="*/ 60099 h 555897"/>
                <a:gd name="connsiteX281" fmla="*/ 129266 w 367038"/>
                <a:gd name="connsiteY281" fmla="*/ 60099 h 555897"/>
                <a:gd name="connsiteX282" fmla="*/ 90436 w 367038"/>
                <a:gd name="connsiteY282" fmla="*/ 42517 h 555897"/>
                <a:gd name="connsiteX283" fmla="*/ 106185 w 367038"/>
                <a:gd name="connsiteY283" fmla="*/ 43017 h 555897"/>
                <a:gd name="connsiteX284" fmla="*/ 120184 w 367038"/>
                <a:gd name="connsiteY284" fmla="*/ 49600 h 555897"/>
                <a:gd name="connsiteX285" fmla="*/ 109935 w 367038"/>
                <a:gd name="connsiteY285" fmla="*/ 71098 h 555897"/>
                <a:gd name="connsiteX286" fmla="*/ 96186 w 367038"/>
                <a:gd name="connsiteY286" fmla="*/ 62432 h 555897"/>
                <a:gd name="connsiteX287" fmla="*/ 81270 w 367038"/>
                <a:gd name="connsiteY287" fmla="*/ 67682 h 555897"/>
                <a:gd name="connsiteX288" fmla="*/ 76354 w 367038"/>
                <a:gd name="connsiteY288" fmla="*/ 73514 h 555897"/>
                <a:gd name="connsiteX289" fmla="*/ 74937 w 367038"/>
                <a:gd name="connsiteY289" fmla="*/ 72515 h 555897"/>
                <a:gd name="connsiteX290" fmla="*/ 90436 w 367038"/>
                <a:gd name="connsiteY290" fmla="*/ 42517 h 555897"/>
                <a:gd name="connsiteX291" fmla="*/ 90436 w 367038"/>
                <a:gd name="connsiteY291" fmla="*/ 42517 h 555897"/>
                <a:gd name="connsiteX292" fmla="*/ 29941 w 367038"/>
                <a:gd name="connsiteY292" fmla="*/ 94679 h 555897"/>
                <a:gd name="connsiteX293" fmla="*/ 41524 w 367038"/>
                <a:gd name="connsiteY293" fmla="*/ 77764 h 555897"/>
                <a:gd name="connsiteX294" fmla="*/ 60522 w 367038"/>
                <a:gd name="connsiteY294" fmla="*/ 71848 h 555897"/>
                <a:gd name="connsiteX295" fmla="*/ 73687 w 367038"/>
                <a:gd name="connsiteY295" fmla="*/ 79181 h 555897"/>
                <a:gd name="connsiteX296" fmla="*/ 73188 w 367038"/>
                <a:gd name="connsiteY296" fmla="*/ 92513 h 555897"/>
                <a:gd name="connsiteX297" fmla="*/ 60189 w 367038"/>
                <a:gd name="connsiteY297" fmla="*/ 89346 h 555897"/>
                <a:gd name="connsiteX298" fmla="*/ 44523 w 367038"/>
                <a:gd name="connsiteY298" fmla="*/ 98596 h 555897"/>
                <a:gd name="connsiteX299" fmla="*/ 40607 w 367038"/>
                <a:gd name="connsiteY299" fmla="*/ 112428 h 555897"/>
                <a:gd name="connsiteX300" fmla="*/ 29525 w 367038"/>
                <a:gd name="connsiteY300" fmla="*/ 111344 h 555897"/>
                <a:gd name="connsiteX301" fmla="*/ 29941 w 367038"/>
                <a:gd name="connsiteY301" fmla="*/ 94679 h 555897"/>
                <a:gd name="connsiteX302" fmla="*/ 29941 w 367038"/>
                <a:gd name="connsiteY302" fmla="*/ 94679 h 555897"/>
                <a:gd name="connsiteX303" fmla="*/ 15027 w 367038"/>
                <a:gd name="connsiteY303" fmla="*/ 131509 h 555897"/>
                <a:gd name="connsiteX304" fmla="*/ 42357 w 367038"/>
                <a:gd name="connsiteY304" fmla="*/ 122260 h 555897"/>
                <a:gd name="connsiteX305" fmla="*/ 46523 w 367038"/>
                <a:gd name="connsiteY305" fmla="*/ 120427 h 555897"/>
                <a:gd name="connsiteX306" fmla="*/ 54189 w 367038"/>
                <a:gd name="connsiteY306" fmla="*/ 100679 h 555897"/>
                <a:gd name="connsiteX307" fmla="*/ 70938 w 367038"/>
                <a:gd name="connsiteY307" fmla="*/ 101429 h 555897"/>
                <a:gd name="connsiteX308" fmla="*/ 78853 w 367038"/>
                <a:gd name="connsiteY308" fmla="*/ 112094 h 555897"/>
                <a:gd name="connsiteX309" fmla="*/ 65271 w 367038"/>
                <a:gd name="connsiteY309" fmla="*/ 130509 h 555897"/>
                <a:gd name="connsiteX310" fmla="*/ 51023 w 367038"/>
                <a:gd name="connsiteY310" fmla="*/ 129009 h 555897"/>
                <a:gd name="connsiteX311" fmla="*/ 38357 w 367038"/>
                <a:gd name="connsiteY311" fmla="*/ 141758 h 555897"/>
                <a:gd name="connsiteX312" fmla="*/ 38441 w 367038"/>
                <a:gd name="connsiteY312" fmla="*/ 165173 h 555897"/>
                <a:gd name="connsiteX313" fmla="*/ 23276 w 367038"/>
                <a:gd name="connsiteY313" fmla="*/ 159423 h 555897"/>
                <a:gd name="connsiteX314" fmla="*/ 16609 w 367038"/>
                <a:gd name="connsiteY314" fmla="*/ 156840 h 555897"/>
                <a:gd name="connsiteX315" fmla="*/ 15027 w 367038"/>
                <a:gd name="connsiteY315" fmla="*/ 131509 h 555897"/>
                <a:gd name="connsiteX316" fmla="*/ 15027 w 367038"/>
                <a:gd name="connsiteY316" fmla="*/ 131509 h 555897"/>
                <a:gd name="connsiteX317" fmla="*/ 127600 w 367038"/>
                <a:gd name="connsiteY317" fmla="*/ 503142 h 555897"/>
                <a:gd name="connsiteX318" fmla="*/ 111018 w 367038"/>
                <a:gd name="connsiteY318" fmla="*/ 490477 h 555897"/>
                <a:gd name="connsiteX319" fmla="*/ 102102 w 367038"/>
                <a:gd name="connsiteY319" fmla="*/ 462396 h 555897"/>
                <a:gd name="connsiteX320" fmla="*/ 74355 w 367038"/>
                <a:gd name="connsiteY320" fmla="*/ 375071 h 555897"/>
                <a:gd name="connsiteX321" fmla="*/ 43107 w 367038"/>
                <a:gd name="connsiteY321" fmla="*/ 266747 h 555897"/>
                <a:gd name="connsiteX322" fmla="*/ 29609 w 367038"/>
                <a:gd name="connsiteY322" fmla="*/ 218251 h 555897"/>
                <a:gd name="connsiteX323" fmla="*/ 19525 w 367038"/>
                <a:gd name="connsiteY323" fmla="*/ 186754 h 555897"/>
                <a:gd name="connsiteX324" fmla="*/ 12943 w 367038"/>
                <a:gd name="connsiteY324" fmla="*/ 167173 h 555897"/>
                <a:gd name="connsiteX325" fmla="*/ 23859 w 367038"/>
                <a:gd name="connsiteY325" fmla="*/ 171172 h 555897"/>
                <a:gd name="connsiteX326" fmla="*/ 44773 w 367038"/>
                <a:gd name="connsiteY326" fmla="*/ 184504 h 555897"/>
                <a:gd name="connsiteX327" fmla="*/ 52523 w 367038"/>
                <a:gd name="connsiteY327" fmla="*/ 216585 h 555897"/>
                <a:gd name="connsiteX328" fmla="*/ 66022 w 367038"/>
                <a:gd name="connsiteY328" fmla="*/ 267080 h 555897"/>
                <a:gd name="connsiteX329" fmla="*/ 92186 w 367038"/>
                <a:gd name="connsiteY329" fmla="*/ 351989 h 555897"/>
                <a:gd name="connsiteX330" fmla="*/ 120683 w 367038"/>
                <a:gd name="connsiteY330" fmla="*/ 444648 h 555897"/>
                <a:gd name="connsiteX331" fmla="*/ 136515 w 367038"/>
                <a:gd name="connsiteY331" fmla="*/ 494476 h 555897"/>
                <a:gd name="connsiteX332" fmla="*/ 139848 w 367038"/>
                <a:gd name="connsiteY332" fmla="*/ 508142 h 555897"/>
                <a:gd name="connsiteX333" fmla="*/ 127600 w 367038"/>
                <a:gd name="connsiteY333" fmla="*/ 503142 h 555897"/>
                <a:gd name="connsiteX334" fmla="*/ 127600 w 367038"/>
                <a:gd name="connsiteY334" fmla="*/ 503142 h 555897"/>
                <a:gd name="connsiteX335" fmla="*/ 167846 w 367038"/>
                <a:gd name="connsiteY335" fmla="*/ 518891 h 555897"/>
                <a:gd name="connsiteX336" fmla="*/ 148014 w 367038"/>
                <a:gd name="connsiteY336" fmla="*/ 511225 h 555897"/>
                <a:gd name="connsiteX337" fmla="*/ 125600 w 367038"/>
                <a:gd name="connsiteY337" fmla="*/ 436482 h 555897"/>
                <a:gd name="connsiteX338" fmla="*/ 94103 w 367038"/>
                <a:gd name="connsiteY338" fmla="*/ 339407 h 555897"/>
                <a:gd name="connsiteX339" fmla="*/ 67105 w 367038"/>
                <a:gd name="connsiteY339" fmla="*/ 243999 h 555897"/>
                <a:gd name="connsiteX340" fmla="*/ 53356 w 367038"/>
                <a:gd name="connsiteY340" fmla="*/ 194087 h 555897"/>
                <a:gd name="connsiteX341" fmla="*/ 51690 w 367038"/>
                <a:gd name="connsiteY341" fmla="*/ 188421 h 555897"/>
                <a:gd name="connsiteX342" fmla="*/ 97519 w 367038"/>
                <a:gd name="connsiteY342" fmla="*/ 209336 h 555897"/>
                <a:gd name="connsiteX343" fmla="*/ 99519 w 367038"/>
                <a:gd name="connsiteY343" fmla="*/ 210085 h 555897"/>
                <a:gd name="connsiteX344" fmla="*/ 114601 w 367038"/>
                <a:gd name="connsiteY344" fmla="*/ 285162 h 555897"/>
                <a:gd name="connsiteX345" fmla="*/ 138016 w 367038"/>
                <a:gd name="connsiteY345" fmla="*/ 375904 h 555897"/>
                <a:gd name="connsiteX346" fmla="*/ 159013 w 367038"/>
                <a:gd name="connsiteY346" fmla="*/ 461479 h 555897"/>
                <a:gd name="connsiteX347" fmla="*/ 174095 w 367038"/>
                <a:gd name="connsiteY347" fmla="*/ 521057 h 555897"/>
                <a:gd name="connsiteX348" fmla="*/ 167846 w 367038"/>
                <a:gd name="connsiteY348" fmla="*/ 518891 h 555897"/>
                <a:gd name="connsiteX349" fmla="*/ 167846 w 367038"/>
                <a:gd name="connsiteY349" fmla="*/ 518891 h 555897"/>
                <a:gd name="connsiteX350" fmla="*/ 212092 w 367038"/>
                <a:gd name="connsiteY350" fmla="*/ 534473 h 555897"/>
                <a:gd name="connsiteX351" fmla="*/ 183178 w 367038"/>
                <a:gd name="connsiteY351" fmla="*/ 524557 h 555897"/>
                <a:gd name="connsiteX352" fmla="*/ 167846 w 367038"/>
                <a:gd name="connsiteY352" fmla="*/ 458313 h 555897"/>
                <a:gd name="connsiteX353" fmla="*/ 145432 w 367038"/>
                <a:gd name="connsiteY353" fmla="*/ 369321 h 555897"/>
                <a:gd name="connsiteX354" fmla="*/ 121516 w 367038"/>
                <a:gd name="connsiteY354" fmla="*/ 281412 h 555897"/>
                <a:gd name="connsiteX355" fmla="*/ 105602 w 367038"/>
                <a:gd name="connsiteY355" fmla="*/ 212252 h 555897"/>
                <a:gd name="connsiteX356" fmla="*/ 141182 w 367038"/>
                <a:gd name="connsiteY356" fmla="*/ 223834 h 555897"/>
                <a:gd name="connsiteX357" fmla="*/ 157430 w 367038"/>
                <a:gd name="connsiteY357" fmla="*/ 228667 h 555897"/>
                <a:gd name="connsiteX358" fmla="*/ 182595 w 367038"/>
                <a:gd name="connsiteY358" fmla="*/ 392902 h 555897"/>
                <a:gd name="connsiteX359" fmla="*/ 201093 w 367038"/>
                <a:gd name="connsiteY359" fmla="*/ 471312 h 555897"/>
                <a:gd name="connsiteX360" fmla="*/ 213925 w 367038"/>
                <a:gd name="connsiteY360" fmla="*/ 519724 h 555897"/>
                <a:gd name="connsiteX361" fmla="*/ 217508 w 367038"/>
                <a:gd name="connsiteY361" fmla="*/ 536806 h 555897"/>
                <a:gd name="connsiteX362" fmla="*/ 212092 w 367038"/>
                <a:gd name="connsiteY362" fmla="*/ 534473 h 555897"/>
                <a:gd name="connsiteX363" fmla="*/ 212092 w 367038"/>
                <a:gd name="connsiteY363" fmla="*/ 534473 h 555897"/>
                <a:gd name="connsiteX364" fmla="*/ 248506 w 367038"/>
                <a:gd name="connsiteY364" fmla="*/ 498226 h 555897"/>
                <a:gd name="connsiteX365" fmla="*/ 252338 w 367038"/>
                <a:gd name="connsiteY365" fmla="*/ 528140 h 555897"/>
                <a:gd name="connsiteX366" fmla="*/ 248755 w 367038"/>
                <a:gd name="connsiteY366" fmla="*/ 529723 h 555897"/>
                <a:gd name="connsiteX367" fmla="*/ 230590 w 367038"/>
                <a:gd name="connsiteY367" fmla="*/ 537973 h 555897"/>
                <a:gd name="connsiteX368" fmla="*/ 229674 w 367038"/>
                <a:gd name="connsiteY368" fmla="*/ 538139 h 555897"/>
                <a:gd name="connsiteX369" fmla="*/ 222508 w 367038"/>
                <a:gd name="connsiteY369" fmla="*/ 507309 h 555897"/>
                <a:gd name="connsiteX370" fmla="*/ 210509 w 367038"/>
                <a:gd name="connsiteY370" fmla="*/ 461979 h 555897"/>
                <a:gd name="connsiteX371" fmla="*/ 193927 w 367038"/>
                <a:gd name="connsiteY371" fmla="*/ 383070 h 555897"/>
                <a:gd name="connsiteX372" fmla="*/ 163429 w 367038"/>
                <a:gd name="connsiteY372" fmla="*/ 228917 h 555897"/>
                <a:gd name="connsiteX373" fmla="*/ 174346 w 367038"/>
                <a:gd name="connsiteY373" fmla="*/ 226417 h 555897"/>
                <a:gd name="connsiteX374" fmla="*/ 199926 w 367038"/>
                <a:gd name="connsiteY374" fmla="*/ 212085 h 555897"/>
                <a:gd name="connsiteX375" fmla="*/ 211258 w 367038"/>
                <a:gd name="connsiteY375" fmla="*/ 279746 h 555897"/>
                <a:gd name="connsiteX376" fmla="*/ 226007 w 367038"/>
                <a:gd name="connsiteY376" fmla="*/ 364655 h 555897"/>
                <a:gd name="connsiteX377" fmla="*/ 235173 w 367038"/>
                <a:gd name="connsiteY377" fmla="*/ 409317 h 555897"/>
                <a:gd name="connsiteX378" fmla="*/ 242256 w 367038"/>
                <a:gd name="connsiteY378" fmla="*/ 456730 h 555897"/>
                <a:gd name="connsiteX379" fmla="*/ 248506 w 367038"/>
                <a:gd name="connsiteY379" fmla="*/ 498226 h 555897"/>
                <a:gd name="connsiteX380" fmla="*/ 248506 w 367038"/>
                <a:gd name="connsiteY380" fmla="*/ 498226 h 555897"/>
                <a:gd name="connsiteX381" fmla="*/ 293584 w 367038"/>
                <a:gd name="connsiteY381" fmla="*/ 429982 h 555897"/>
                <a:gd name="connsiteX382" fmla="*/ 297501 w 367038"/>
                <a:gd name="connsiteY382" fmla="*/ 473395 h 555897"/>
                <a:gd name="connsiteX383" fmla="*/ 301167 w 367038"/>
                <a:gd name="connsiteY383" fmla="*/ 506975 h 555897"/>
                <a:gd name="connsiteX384" fmla="*/ 262504 w 367038"/>
                <a:gd name="connsiteY384" fmla="*/ 523641 h 555897"/>
                <a:gd name="connsiteX385" fmla="*/ 258004 w 367038"/>
                <a:gd name="connsiteY385" fmla="*/ 499809 h 555897"/>
                <a:gd name="connsiteX386" fmla="*/ 249506 w 367038"/>
                <a:gd name="connsiteY386" fmla="*/ 458146 h 555897"/>
                <a:gd name="connsiteX387" fmla="*/ 242339 w 367038"/>
                <a:gd name="connsiteY387" fmla="*/ 411151 h 555897"/>
                <a:gd name="connsiteX388" fmla="*/ 233673 w 367038"/>
                <a:gd name="connsiteY388" fmla="*/ 363488 h 555897"/>
                <a:gd name="connsiteX389" fmla="*/ 220591 w 367038"/>
                <a:gd name="connsiteY389" fmla="*/ 280662 h 555897"/>
                <a:gd name="connsiteX390" fmla="*/ 213009 w 367038"/>
                <a:gd name="connsiteY390" fmla="*/ 242166 h 555897"/>
                <a:gd name="connsiteX391" fmla="*/ 207009 w 367038"/>
                <a:gd name="connsiteY391" fmla="*/ 207669 h 555897"/>
                <a:gd name="connsiteX392" fmla="*/ 213925 w 367038"/>
                <a:gd name="connsiteY392" fmla="*/ 203669 h 555897"/>
                <a:gd name="connsiteX393" fmla="*/ 257338 w 367038"/>
                <a:gd name="connsiteY393" fmla="*/ 182338 h 555897"/>
                <a:gd name="connsiteX394" fmla="*/ 267670 w 367038"/>
                <a:gd name="connsiteY394" fmla="*/ 177172 h 555897"/>
                <a:gd name="connsiteX395" fmla="*/ 282752 w 367038"/>
                <a:gd name="connsiteY395" fmla="*/ 348156 h 555897"/>
                <a:gd name="connsiteX396" fmla="*/ 293584 w 367038"/>
                <a:gd name="connsiteY396" fmla="*/ 429982 h 555897"/>
                <a:gd name="connsiteX397" fmla="*/ 293584 w 367038"/>
                <a:gd name="connsiteY397" fmla="*/ 429982 h 555897"/>
                <a:gd name="connsiteX398" fmla="*/ 335581 w 367038"/>
                <a:gd name="connsiteY398" fmla="*/ 181088 h 555897"/>
                <a:gd name="connsiteX399" fmla="*/ 333414 w 367038"/>
                <a:gd name="connsiteY399" fmla="*/ 230250 h 555897"/>
                <a:gd name="connsiteX400" fmla="*/ 335497 w 367038"/>
                <a:gd name="connsiteY400" fmla="*/ 324159 h 555897"/>
                <a:gd name="connsiteX401" fmla="*/ 342663 w 367038"/>
                <a:gd name="connsiteY401" fmla="*/ 418983 h 555897"/>
                <a:gd name="connsiteX402" fmla="*/ 348163 w 367038"/>
                <a:gd name="connsiteY402" fmla="*/ 467229 h 555897"/>
                <a:gd name="connsiteX403" fmla="*/ 349413 w 367038"/>
                <a:gd name="connsiteY403" fmla="*/ 485227 h 555897"/>
                <a:gd name="connsiteX404" fmla="*/ 349497 w 367038"/>
                <a:gd name="connsiteY404" fmla="*/ 486311 h 555897"/>
                <a:gd name="connsiteX405" fmla="*/ 348497 w 367038"/>
                <a:gd name="connsiteY405" fmla="*/ 486977 h 555897"/>
                <a:gd name="connsiteX406" fmla="*/ 336581 w 367038"/>
                <a:gd name="connsiteY406" fmla="*/ 492060 h 555897"/>
                <a:gd name="connsiteX407" fmla="*/ 309500 w 367038"/>
                <a:gd name="connsiteY407" fmla="*/ 503559 h 555897"/>
                <a:gd name="connsiteX408" fmla="*/ 307667 w 367038"/>
                <a:gd name="connsiteY408" fmla="*/ 477811 h 555897"/>
                <a:gd name="connsiteX409" fmla="*/ 305167 w 367038"/>
                <a:gd name="connsiteY409" fmla="*/ 437482 h 555897"/>
                <a:gd name="connsiteX410" fmla="*/ 294918 w 367038"/>
                <a:gd name="connsiteY410" fmla="*/ 350823 h 555897"/>
                <a:gd name="connsiteX411" fmla="*/ 274253 w 367038"/>
                <a:gd name="connsiteY411" fmla="*/ 173922 h 555897"/>
                <a:gd name="connsiteX412" fmla="*/ 337914 w 367038"/>
                <a:gd name="connsiteY412" fmla="*/ 139009 h 555897"/>
                <a:gd name="connsiteX413" fmla="*/ 335581 w 367038"/>
                <a:gd name="connsiteY413" fmla="*/ 181088 h 555897"/>
                <a:gd name="connsiteX414" fmla="*/ 335581 w 367038"/>
                <a:gd name="connsiteY414" fmla="*/ 181088 h 555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Lst>
              <a:rect l="l" t="t" r="r" b="b"/>
              <a:pathLst>
                <a:path w="367038" h="555897">
                  <a:moveTo>
                    <a:pt x="344746" y="126843"/>
                  </a:moveTo>
                  <a:cubicBezTo>
                    <a:pt x="342580" y="124593"/>
                    <a:pt x="340246" y="124177"/>
                    <a:pt x="337330" y="125010"/>
                  </a:cubicBezTo>
                  <a:cubicBezTo>
                    <a:pt x="331997" y="126593"/>
                    <a:pt x="326915" y="128926"/>
                    <a:pt x="321915" y="131426"/>
                  </a:cubicBezTo>
                  <a:cubicBezTo>
                    <a:pt x="322499" y="128593"/>
                    <a:pt x="322581" y="125760"/>
                    <a:pt x="322082" y="123010"/>
                  </a:cubicBezTo>
                  <a:cubicBezTo>
                    <a:pt x="331248" y="115344"/>
                    <a:pt x="338997" y="99012"/>
                    <a:pt x="334998" y="87596"/>
                  </a:cubicBezTo>
                  <a:cubicBezTo>
                    <a:pt x="330581" y="74848"/>
                    <a:pt x="316999" y="75431"/>
                    <a:pt x="305667" y="77764"/>
                  </a:cubicBezTo>
                  <a:cubicBezTo>
                    <a:pt x="306167" y="68765"/>
                    <a:pt x="301917" y="59682"/>
                    <a:pt x="294251" y="56183"/>
                  </a:cubicBezTo>
                  <a:cubicBezTo>
                    <a:pt x="299834" y="46600"/>
                    <a:pt x="301084" y="38268"/>
                    <a:pt x="291085" y="28352"/>
                  </a:cubicBezTo>
                  <a:cubicBezTo>
                    <a:pt x="280085" y="17269"/>
                    <a:pt x="270170" y="23019"/>
                    <a:pt x="260337" y="30935"/>
                  </a:cubicBezTo>
                  <a:cubicBezTo>
                    <a:pt x="258421" y="28519"/>
                    <a:pt x="257254" y="25102"/>
                    <a:pt x="254338" y="23352"/>
                  </a:cubicBezTo>
                  <a:cubicBezTo>
                    <a:pt x="252005" y="21936"/>
                    <a:pt x="249589" y="21269"/>
                    <a:pt x="247172" y="21186"/>
                  </a:cubicBezTo>
                  <a:cubicBezTo>
                    <a:pt x="247672" y="20103"/>
                    <a:pt x="247755" y="18853"/>
                    <a:pt x="246922" y="17853"/>
                  </a:cubicBezTo>
                  <a:cubicBezTo>
                    <a:pt x="243922" y="14353"/>
                    <a:pt x="242173" y="12187"/>
                    <a:pt x="237423" y="10687"/>
                  </a:cubicBezTo>
                  <a:cubicBezTo>
                    <a:pt x="233173" y="9437"/>
                    <a:pt x="228923" y="9937"/>
                    <a:pt x="225007" y="12020"/>
                  </a:cubicBezTo>
                  <a:cubicBezTo>
                    <a:pt x="222425" y="13353"/>
                    <a:pt x="220342" y="15186"/>
                    <a:pt x="218758" y="17353"/>
                  </a:cubicBezTo>
                  <a:cubicBezTo>
                    <a:pt x="218508" y="15020"/>
                    <a:pt x="217841" y="12770"/>
                    <a:pt x="216675" y="10770"/>
                  </a:cubicBezTo>
                  <a:cubicBezTo>
                    <a:pt x="212925" y="4437"/>
                    <a:pt x="204176" y="-812"/>
                    <a:pt x="196676" y="104"/>
                  </a:cubicBezTo>
                  <a:cubicBezTo>
                    <a:pt x="185511" y="1521"/>
                    <a:pt x="173012" y="11937"/>
                    <a:pt x="172262" y="23102"/>
                  </a:cubicBezTo>
                  <a:cubicBezTo>
                    <a:pt x="164763" y="11520"/>
                    <a:pt x="150348" y="2188"/>
                    <a:pt x="137682" y="10270"/>
                  </a:cubicBezTo>
                  <a:cubicBezTo>
                    <a:pt x="128849" y="15853"/>
                    <a:pt x="120017" y="27519"/>
                    <a:pt x="120683" y="38268"/>
                  </a:cubicBezTo>
                  <a:cubicBezTo>
                    <a:pt x="111100" y="30935"/>
                    <a:pt x="89269" y="32018"/>
                    <a:pt x="81520" y="36351"/>
                  </a:cubicBezTo>
                  <a:cubicBezTo>
                    <a:pt x="73355" y="40934"/>
                    <a:pt x="65271" y="55849"/>
                    <a:pt x="66688" y="66932"/>
                  </a:cubicBezTo>
                  <a:cubicBezTo>
                    <a:pt x="63022" y="65182"/>
                    <a:pt x="59105" y="64349"/>
                    <a:pt x="54106" y="65182"/>
                  </a:cubicBezTo>
                  <a:cubicBezTo>
                    <a:pt x="45523" y="66682"/>
                    <a:pt x="35524" y="70848"/>
                    <a:pt x="29775" y="77681"/>
                  </a:cubicBezTo>
                  <a:cubicBezTo>
                    <a:pt x="23692" y="84930"/>
                    <a:pt x="17693" y="102345"/>
                    <a:pt x="22276" y="112594"/>
                  </a:cubicBezTo>
                  <a:cubicBezTo>
                    <a:pt x="14526" y="114844"/>
                    <a:pt x="8110" y="120260"/>
                    <a:pt x="4527" y="129509"/>
                  </a:cubicBezTo>
                  <a:cubicBezTo>
                    <a:pt x="1528" y="137175"/>
                    <a:pt x="1194" y="147424"/>
                    <a:pt x="4611" y="155174"/>
                  </a:cubicBezTo>
                  <a:cubicBezTo>
                    <a:pt x="4361" y="155257"/>
                    <a:pt x="4110" y="155257"/>
                    <a:pt x="3860" y="155340"/>
                  </a:cubicBezTo>
                  <a:cubicBezTo>
                    <a:pt x="1860" y="156007"/>
                    <a:pt x="278" y="158423"/>
                    <a:pt x="111" y="160423"/>
                  </a:cubicBezTo>
                  <a:cubicBezTo>
                    <a:pt x="-1056" y="173589"/>
                    <a:pt x="7277" y="189421"/>
                    <a:pt x="11276" y="201586"/>
                  </a:cubicBezTo>
                  <a:cubicBezTo>
                    <a:pt x="17277" y="219668"/>
                    <a:pt x="22942" y="237750"/>
                    <a:pt x="28358" y="255998"/>
                  </a:cubicBezTo>
                  <a:cubicBezTo>
                    <a:pt x="38607" y="290661"/>
                    <a:pt x="47023" y="325825"/>
                    <a:pt x="58689" y="360072"/>
                  </a:cubicBezTo>
                  <a:cubicBezTo>
                    <a:pt x="71105" y="396735"/>
                    <a:pt x="81437" y="433065"/>
                    <a:pt x="90603" y="470645"/>
                  </a:cubicBezTo>
                  <a:cubicBezTo>
                    <a:pt x="93270" y="481478"/>
                    <a:pt x="94353" y="497893"/>
                    <a:pt x="101851" y="506642"/>
                  </a:cubicBezTo>
                  <a:cubicBezTo>
                    <a:pt x="110267" y="516475"/>
                    <a:pt x="130599" y="521307"/>
                    <a:pt x="142015" y="525807"/>
                  </a:cubicBezTo>
                  <a:cubicBezTo>
                    <a:pt x="144514" y="526807"/>
                    <a:pt x="147014" y="527807"/>
                    <a:pt x="149431" y="528807"/>
                  </a:cubicBezTo>
                  <a:cubicBezTo>
                    <a:pt x="149680" y="528973"/>
                    <a:pt x="149931" y="529057"/>
                    <a:pt x="150181" y="529140"/>
                  </a:cubicBezTo>
                  <a:cubicBezTo>
                    <a:pt x="162596" y="534140"/>
                    <a:pt x="175012" y="539389"/>
                    <a:pt x="187761" y="543555"/>
                  </a:cubicBezTo>
                  <a:cubicBezTo>
                    <a:pt x="199759" y="547555"/>
                    <a:pt x="217092" y="557637"/>
                    <a:pt x="230007" y="555638"/>
                  </a:cubicBezTo>
                  <a:cubicBezTo>
                    <a:pt x="242922" y="553638"/>
                    <a:pt x="256588" y="544222"/>
                    <a:pt x="268586" y="539472"/>
                  </a:cubicBezTo>
                  <a:cubicBezTo>
                    <a:pt x="286335" y="532473"/>
                    <a:pt x="303501" y="524307"/>
                    <a:pt x="321082" y="517141"/>
                  </a:cubicBezTo>
                  <a:cubicBezTo>
                    <a:pt x="328582" y="514141"/>
                    <a:pt x="336080" y="511308"/>
                    <a:pt x="343580" y="508225"/>
                  </a:cubicBezTo>
                  <a:cubicBezTo>
                    <a:pt x="349163" y="505892"/>
                    <a:pt x="358245" y="503976"/>
                    <a:pt x="362745" y="499476"/>
                  </a:cubicBezTo>
                  <a:cubicBezTo>
                    <a:pt x="370911" y="491393"/>
                    <a:pt x="365162" y="477228"/>
                    <a:pt x="363828" y="467396"/>
                  </a:cubicBezTo>
                  <a:cubicBezTo>
                    <a:pt x="358912" y="430316"/>
                    <a:pt x="351329" y="392902"/>
                    <a:pt x="349246" y="355572"/>
                  </a:cubicBezTo>
                  <a:cubicBezTo>
                    <a:pt x="346913" y="313576"/>
                    <a:pt x="344746" y="271080"/>
                    <a:pt x="345830" y="229084"/>
                  </a:cubicBezTo>
                  <a:cubicBezTo>
                    <a:pt x="346330" y="207836"/>
                    <a:pt x="347579" y="186671"/>
                    <a:pt x="348579" y="165506"/>
                  </a:cubicBezTo>
                  <a:cubicBezTo>
                    <a:pt x="348996" y="154674"/>
                    <a:pt x="353329" y="135676"/>
                    <a:pt x="344746" y="126843"/>
                  </a:cubicBezTo>
                  <a:lnTo>
                    <a:pt x="344746" y="126843"/>
                  </a:lnTo>
                  <a:close/>
                  <a:moveTo>
                    <a:pt x="304833" y="82930"/>
                  </a:moveTo>
                  <a:cubicBezTo>
                    <a:pt x="311583" y="81347"/>
                    <a:pt x="319166" y="81180"/>
                    <a:pt x="324582" y="86013"/>
                  </a:cubicBezTo>
                  <a:cubicBezTo>
                    <a:pt x="331498" y="92179"/>
                    <a:pt x="324998" y="102678"/>
                    <a:pt x="320999" y="108095"/>
                  </a:cubicBezTo>
                  <a:cubicBezTo>
                    <a:pt x="319832" y="109678"/>
                    <a:pt x="317582" y="111678"/>
                    <a:pt x="315666" y="113927"/>
                  </a:cubicBezTo>
                  <a:cubicBezTo>
                    <a:pt x="313833" y="112844"/>
                    <a:pt x="311750" y="112011"/>
                    <a:pt x="309583" y="111594"/>
                  </a:cubicBezTo>
                  <a:cubicBezTo>
                    <a:pt x="306584" y="111011"/>
                    <a:pt x="303250" y="111178"/>
                    <a:pt x="300251" y="111761"/>
                  </a:cubicBezTo>
                  <a:cubicBezTo>
                    <a:pt x="300251" y="111761"/>
                    <a:pt x="299917" y="111844"/>
                    <a:pt x="299418" y="112011"/>
                  </a:cubicBezTo>
                  <a:cubicBezTo>
                    <a:pt x="300667" y="108845"/>
                    <a:pt x="301917" y="105761"/>
                    <a:pt x="301584" y="101845"/>
                  </a:cubicBezTo>
                  <a:cubicBezTo>
                    <a:pt x="301334" y="98679"/>
                    <a:pt x="300501" y="95679"/>
                    <a:pt x="298750" y="93263"/>
                  </a:cubicBezTo>
                  <a:cubicBezTo>
                    <a:pt x="301833" y="90430"/>
                    <a:pt x="303751" y="86763"/>
                    <a:pt x="304833" y="82930"/>
                  </a:cubicBezTo>
                  <a:lnTo>
                    <a:pt x="304833" y="82930"/>
                  </a:lnTo>
                  <a:close/>
                  <a:moveTo>
                    <a:pt x="177679" y="205752"/>
                  </a:moveTo>
                  <a:cubicBezTo>
                    <a:pt x="173845" y="208169"/>
                    <a:pt x="169679" y="210752"/>
                    <a:pt x="165596" y="211835"/>
                  </a:cubicBezTo>
                  <a:cubicBezTo>
                    <a:pt x="157680" y="214002"/>
                    <a:pt x="149764" y="209502"/>
                    <a:pt x="142514" y="207002"/>
                  </a:cubicBezTo>
                  <a:cubicBezTo>
                    <a:pt x="134766" y="204419"/>
                    <a:pt x="126849" y="202419"/>
                    <a:pt x="119017" y="200253"/>
                  </a:cubicBezTo>
                  <a:cubicBezTo>
                    <a:pt x="118767" y="193587"/>
                    <a:pt x="121516" y="184921"/>
                    <a:pt x="123017" y="182755"/>
                  </a:cubicBezTo>
                  <a:cubicBezTo>
                    <a:pt x="125433" y="180505"/>
                    <a:pt x="127849" y="178255"/>
                    <a:pt x="130266" y="176088"/>
                  </a:cubicBezTo>
                  <a:cubicBezTo>
                    <a:pt x="136599" y="174339"/>
                    <a:pt x="141765" y="176172"/>
                    <a:pt x="145764" y="181421"/>
                  </a:cubicBezTo>
                  <a:cubicBezTo>
                    <a:pt x="147181" y="182088"/>
                    <a:pt x="147764" y="182755"/>
                    <a:pt x="149515" y="183255"/>
                  </a:cubicBezTo>
                  <a:cubicBezTo>
                    <a:pt x="151181" y="183754"/>
                    <a:pt x="153180" y="183171"/>
                    <a:pt x="153764" y="181421"/>
                  </a:cubicBezTo>
                  <a:cubicBezTo>
                    <a:pt x="158847" y="167089"/>
                    <a:pt x="175262" y="167839"/>
                    <a:pt x="177845" y="182338"/>
                  </a:cubicBezTo>
                  <a:cubicBezTo>
                    <a:pt x="179095" y="189504"/>
                    <a:pt x="177178" y="195087"/>
                    <a:pt x="176178" y="202169"/>
                  </a:cubicBezTo>
                  <a:cubicBezTo>
                    <a:pt x="175928" y="203753"/>
                    <a:pt x="176595" y="204919"/>
                    <a:pt x="177679" y="205752"/>
                  </a:cubicBezTo>
                  <a:lnTo>
                    <a:pt x="177679" y="205752"/>
                  </a:lnTo>
                  <a:close/>
                  <a:moveTo>
                    <a:pt x="76854" y="183088"/>
                  </a:moveTo>
                  <a:cubicBezTo>
                    <a:pt x="69688" y="179338"/>
                    <a:pt x="62438" y="175589"/>
                    <a:pt x="55189" y="172256"/>
                  </a:cubicBezTo>
                  <a:cubicBezTo>
                    <a:pt x="53939" y="171672"/>
                    <a:pt x="52690" y="171172"/>
                    <a:pt x="51440" y="170589"/>
                  </a:cubicBezTo>
                  <a:cubicBezTo>
                    <a:pt x="38941" y="155257"/>
                    <a:pt x="47107" y="136759"/>
                    <a:pt x="69688" y="141842"/>
                  </a:cubicBezTo>
                  <a:cubicBezTo>
                    <a:pt x="72105" y="142425"/>
                    <a:pt x="75438" y="139925"/>
                    <a:pt x="75354" y="137425"/>
                  </a:cubicBezTo>
                  <a:cubicBezTo>
                    <a:pt x="75104" y="117760"/>
                    <a:pt x="101102" y="111094"/>
                    <a:pt x="109351" y="130676"/>
                  </a:cubicBezTo>
                  <a:cubicBezTo>
                    <a:pt x="103851" y="136259"/>
                    <a:pt x="104685" y="141842"/>
                    <a:pt x="105101" y="148174"/>
                  </a:cubicBezTo>
                  <a:cubicBezTo>
                    <a:pt x="101519" y="146091"/>
                    <a:pt x="98352" y="144591"/>
                    <a:pt x="93186" y="145508"/>
                  </a:cubicBezTo>
                  <a:cubicBezTo>
                    <a:pt x="86937" y="146591"/>
                    <a:pt x="82103" y="150841"/>
                    <a:pt x="78771" y="155924"/>
                  </a:cubicBezTo>
                  <a:cubicBezTo>
                    <a:pt x="72604" y="165256"/>
                    <a:pt x="73355" y="174172"/>
                    <a:pt x="76854" y="183088"/>
                  </a:cubicBezTo>
                  <a:lnTo>
                    <a:pt x="76854" y="183088"/>
                  </a:lnTo>
                  <a:close/>
                  <a:moveTo>
                    <a:pt x="81437" y="168256"/>
                  </a:moveTo>
                  <a:cubicBezTo>
                    <a:pt x="82187" y="163006"/>
                    <a:pt x="87269" y="156257"/>
                    <a:pt x="91686" y="153674"/>
                  </a:cubicBezTo>
                  <a:cubicBezTo>
                    <a:pt x="96186" y="151091"/>
                    <a:pt x="102602" y="155257"/>
                    <a:pt x="107351" y="157090"/>
                  </a:cubicBezTo>
                  <a:cubicBezTo>
                    <a:pt x="109434" y="157924"/>
                    <a:pt x="111768" y="156507"/>
                    <a:pt x="112018" y="154340"/>
                  </a:cubicBezTo>
                  <a:cubicBezTo>
                    <a:pt x="112434" y="151257"/>
                    <a:pt x="110684" y="147341"/>
                    <a:pt x="111601" y="144591"/>
                  </a:cubicBezTo>
                  <a:cubicBezTo>
                    <a:pt x="115350" y="140675"/>
                    <a:pt x="119184" y="136759"/>
                    <a:pt x="122933" y="132842"/>
                  </a:cubicBezTo>
                  <a:cubicBezTo>
                    <a:pt x="131015" y="133759"/>
                    <a:pt x="136515" y="137675"/>
                    <a:pt x="139348" y="144591"/>
                  </a:cubicBezTo>
                  <a:cubicBezTo>
                    <a:pt x="142848" y="153424"/>
                    <a:pt x="138099" y="159840"/>
                    <a:pt x="136682" y="167339"/>
                  </a:cubicBezTo>
                  <a:cubicBezTo>
                    <a:pt x="127683" y="165006"/>
                    <a:pt x="118767" y="168506"/>
                    <a:pt x="112018" y="180255"/>
                  </a:cubicBezTo>
                  <a:cubicBezTo>
                    <a:pt x="109685" y="184421"/>
                    <a:pt x="108017" y="191087"/>
                    <a:pt x="108184" y="197253"/>
                  </a:cubicBezTo>
                  <a:cubicBezTo>
                    <a:pt x="106435" y="196753"/>
                    <a:pt x="104769" y="196253"/>
                    <a:pt x="103018" y="195670"/>
                  </a:cubicBezTo>
                  <a:cubicBezTo>
                    <a:pt x="101185" y="195087"/>
                    <a:pt x="99352" y="194420"/>
                    <a:pt x="97519" y="193754"/>
                  </a:cubicBezTo>
                  <a:cubicBezTo>
                    <a:pt x="94270" y="192170"/>
                    <a:pt x="91020" y="190504"/>
                    <a:pt x="87686" y="188754"/>
                  </a:cubicBezTo>
                  <a:cubicBezTo>
                    <a:pt x="84103" y="182505"/>
                    <a:pt x="80354" y="175422"/>
                    <a:pt x="81437" y="168256"/>
                  </a:cubicBezTo>
                  <a:lnTo>
                    <a:pt x="81437" y="168256"/>
                  </a:lnTo>
                  <a:close/>
                  <a:moveTo>
                    <a:pt x="108685" y="114094"/>
                  </a:moveTo>
                  <a:cubicBezTo>
                    <a:pt x="110351" y="98179"/>
                    <a:pt x="118101" y="86180"/>
                    <a:pt x="138099" y="96429"/>
                  </a:cubicBezTo>
                  <a:cubicBezTo>
                    <a:pt x="141099" y="98012"/>
                    <a:pt x="142514" y="101179"/>
                    <a:pt x="146432" y="99929"/>
                  </a:cubicBezTo>
                  <a:cubicBezTo>
                    <a:pt x="152431" y="98095"/>
                    <a:pt x="154514" y="89430"/>
                    <a:pt x="161179" y="87596"/>
                  </a:cubicBezTo>
                  <a:cubicBezTo>
                    <a:pt x="172513" y="84430"/>
                    <a:pt x="182428" y="92846"/>
                    <a:pt x="181927" y="105928"/>
                  </a:cubicBezTo>
                  <a:cubicBezTo>
                    <a:pt x="181762" y="110928"/>
                    <a:pt x="180678" y="111094"/>
                    <a:pt x="181011" y="113428"/>
                  </a:cubicBezTo>
                  <a:cubicBezTo>
                    <a:pt x="177095" y="115427"/>
                    <a:pt x="173512" y="118677"/>
                    <a:pt x="170179" y="122093"/>
                  </a:cubicBezTo>
                  <a:cubicBezTo>
                    <a:pt x="168346" y="119927"/>
                    <a:pt x="166929" y="117844"/>
                    <a:pt x="163013" y="117344"/>
                  </a:cubicBezTo>
                  <a:cubicBezTo>
                    <a:pt x="158013" y="116677"/>
                    <a:pt x="153180" y="119594"/>
                    <a:pt x="149764" y="122927"/>
                  </a:cubicBezTo>
                  <a:cubicBezTo>
                    <a:pt x="147098" y="125510"/>
                    <a:pt x="144431" y="129093"/>
                    <a:pt x="142932" y="132926"/>
                  </a:cubicBezTo>
                  <a:cubicBezTo>
                    <a:pt x="140099" y="129343"/>
                    <a:pt x="136265" y="126593"/>
                    <a:pt x="131266" y="125093"/>
                  </a:cubicBezTo>
                  <a:cubicBezTo>
                    <a:pt x="126849" y="123760"/>
                    <a:pt x="121600" y="124177"/>
                    <a:pt x="116934" y="125843"/>
                  </a:cubicBezTo>
                  <a:cubicBezTo>
                    <a:pt x="114934" y="120927"/>
                    <a:pt x="112101" y="116927"/>
                    <a:pt x="108685" y="114094"/>
                  </a:cubicBezTo>
                  <a:lnTo>
                    <a:pt x="108685" y="114094"/>
                  </a:lnTo>
                  <a:close/>
                  <a:moveTo>
                    <a:pt x="149680" y="174755"/>
                  </a:moveTo>
                  <a:cubicBezTo>
                    <a:pt x="148431" y="173589"/>
                    <a:pt x="147098" y="172589"/>
                    <a:pt x="145848" y="171672"/>
                  </a:cubicBezTo>
                  <a:cubicBezTo>
                    <a:pt x="150264" y="162006"/>
                    <a:pt x="151014" y="149091"/>
                    <a:pt x="146764" y="139092"/>
                  </a:cubicBezTo>
                  <a:cubicBezTo>
                    <a:pt x="148014" y="134676"/>
                    <a:pt x="151431" y="130009"/>
                    <a:pt x="154180" y="128176"/>
                  </a:cubicBezTo>
                  <a:cubicBezTo>
                    <a:pt x="163930" y="122010"/>
                    <a:pt x="163680" y="128010"/>
                    <a:pt x="168013" y="130843"/>
                  </a:cubicBezTo>
                  <a:cubicBezTo>
                    <a:pt x="169929" y="132092"/>
                    <a:pt x="172179" y="131759"/>
                    <a:pt x="173678" y="130009"/>
                  </a:cubicBezTo>
                  <a:cubicBezTo>
                    <a:pt x="175928" y="127343"/>
                    <a:pt x="178595" y="123177"/>
                    <a:pt x="181845" y="121677"/>
                  </a:cubicBezTo>
                  <a:cubicBezTo>
                    <a:pt x="193177" y="116511"/>
                    <a:pt x="198260" y="125010"/>
                    <a:pt x="195593" y="133842"/>
                  </a:cubicBezTo>
                  <a:cubicBezTo>
                    <a:pt x="194426" y="137759"/>
                    <a:pt x="192510" y="140758"/>
                    <a:pt x="192427" y="144508"/>
                  </a:cubicBezTo>
                  <a:cubicBezTo>
                    <a:pt x="190260" y="145008"/>
                    <a:pt x="188094" y="146008"/>
                    <a:pt x="186261" y="147258"/>
                  </a:cubicBezTo>
                  <a:cubicBezTo>
                    <a:pt x="181428" y="150508"/>
                    <a:pt x="176095" y="158423"/>
                    <a:pt x="175761" y="165340"/>
                  </a:cubicBezTo>
                  <a:cubicBezTo>
                    <a:pt x="164013" y="160173"/>
                    <a:pt x="155180" y="165090"/>
                    <a:pt x="149680" y="174755"/>
                  </a:cubicBezTo>
                  <a:lnTo>
                    <a:pt x="149680" y="174755"/>
                  </a:lnTo>
                  <a:close/>
                  <a:moveTo>
                    <a:pt x="182178" y="169589"/>
                  </a:moveTo>
                  <a:cubicBezTo>
                    <a:pt x="182761" y="160840"/>
                    <a:pt x="195094" y="150341"/>
                    <a:pt x="200593" y="157340"/>
                  </a:cubicBezTo>
                  <a:cubicBezTo>
                    <a:pt x="201426" y="158423"/>
                    <a:pt x="202926" y="159007"/>
                    <a:pt x="204259" y="158757"/>
                  </a:cubicBezTo>
                  <a:cubicBezTo>
                    <a:pt x="211759" y="157340"/>
                    <a:pt x="214092" y="147174"/>
                    <a:pt x="220425" y="143092"/>
                  </a:cubicBezTo>
                  <a:cubicBezTo>
                    <a:pt x="229007" y="137509"/>
                    <a:pt x="238172" y="140008"/>
                    <a:pt x="239673" y="150674"/>
                  </a:cubicBezTo>
                  <a:cubicBezTo>
                    <a:pt x="240839" y="158840"/>
                    <a:pt x="237007" y="166006"/>
                    <a:pt x="232257" y="172506"/>
                  </a:cubicBezTo>
                  <a:cubicBezTo>
                    <a:pt x="231340" y="173755"/>
                    <a:pt x="231173" y="175172"/>
                    <a:pt x="231507" y="176505"/>
                  </a:cubicBezTo>
                  <a:cubicBezTo>
                    <a:pt x="215925" y="184254"/>
                    <a:pt x="200593" y="192254"/>
                    <a:pt x="185511" y="201003"/>
                  </a:cubicBezTo>
                  <a:cubicBezTo>
                    <a:pt x="191011" y="190254"/>
                    <a:pt x="191177" y="177588"/>
                    <a:pt x="182178" y="169589"/>
                  </a:cubicBezTo>
                  <a:lnTo>
                    <a:pt x="182178" y="169589"/>
                  </a:lnTo>
                  <a:close/>
                  <a:moveTo>
                    <a:pt x="212175" y="138425"/>
                  </a:moveTo>
                  <a:cubicBezTo>
                    <a:pt x="209926" y="140508"/>
                    <a:pt x="207592" y="145675"/>
                    <a:pt x="205176" y="147174"/>
                  </a:cubicBezTo>
                  <a:cubicBezTo>
                    <a:pt x="204509" y="147591"/>
                    <a:pt x="204176" y="147924"/>
                    <a:pt x="204092" y="148174"/>
                  </a:cubicBezTo>
                  <a:cubicBezTo>
                    <a:pt x="203926" y="148091"/>
                    <a:pt x="203676" y="148091"/>
                    <a:pt x="203343" y="148008"/>
                  </a:cubicBezTo>
                  <a:cubicBezTo>
                    <a:pt x="201926" y="147674"/>
                    <a:pt x="201093" y="147258"/>
                    <a:pt x="200510" y="146758"/>
                  </a:cubicBezTo>
                  <a:cubicBezTo>
                    <a:pt x="205509" y="139009"/>
                    <a:pt x="207426" y="127676"/>
                    <a:pt x="202759" y="119844"/>
                  </a:cubicBezTo>
                  <a:cubicBezTo>
                    <a:pt x="203760" y="116927"/>
                    <a:pt x="205259" y="114094"/>
                    <a:pt x="207342" y="112261"/>
                  </a:cubicBezTo>
                  <a:cubicBezTo>
                    <a:pt x="211009" y="110261"/>
                    <a:pt x="214592" y="108261"/>
                    <a:pt x="218258" y="106262"/>
                  </a:cubicBezTo>
                  <a:cubicBezTo>
                    <a:pt x="220258" y="107345"/>
                    <a:pt x="222341" y="108261"/>
                    <a:pt x="224424" y="109095"/>
                  </a:cubicBezTo>
                  <a:cubicBezTo>
                    <a:pt x="228257" y="109844"/>
                    <a:pt x="229424" y="108845"/>
                    <a:pt x="232507" y="106845"/>
                  </a:cubicBezTo>
                  <a:cubicBezTo>
                    <a:pt x="236256" y="104428"/>
                    <a:pt x="240339" y="100512"/>
                    <a:pt x="244672" y="100179"/>
                  </a:cubicBezTo>
                  <a:cubicBezTo>
                    <a:pt x="245423" y="100429"/>
                    <a:pt x="246172" y="100512"/>
                    <a:pt x="246922" y="100345"/>
                  </a:cubicBezTo>
                  <a:cubicBezTo>
                    <a:pt x="248922" y="100762"/>
                    <a:pt x="250921" y="102012"/>
                    <a:pt x="253005" y="104512"/>
                  </a:cubicBezTo>
                  <a:cubicBezTo>
                    <a:pt x="255505" y="107511"/>
                    <a:pt x="256421" y="116344"/>
                    <a:pt x="256004" y="118844"/>
                  </a:cubicBezTo>
                  <a:cubicBezTo>
                    <a:pt x="254838" y="126176"/>
                    <a:pt x="248671" y="130759"/>
                    <a:pt x="246256" y="137509"/>
                  </a:cubicBezTo>
                  <a:cubicBezTo>
                    <a:pt x="246172" y="137342"/>
                    <a:pt x="246006" y="137175"/>
                    <a:pt x="245922" y="137009"/>
                  </a:cubicBezTo>
                  <a:cubicBezTo>
                    <a:pt x="236673" y="125176"/>
                    <a:pt x="222091" y="129093"/>
                    <a:pt x="212175" y="138425"/>
                  </a:cubicBezTo>
                  <a:lnTo>
                    <a:pt x="212175" y="138425"/>
                  </a:lnTo>
                  <a:close/>
                  <a:moveTo>
                    <a:pt x="249671" y="142842"/>
                  </a:moveTo>
                  <a:cubicBezTo>
                    <a:pt x="250422" y="142675"/>
                    <a:pt x="251172" y="142342"/>
                    <a:pt x="251672" y="141842"/>
                  </a:cubicBezTo>
                  <a:cubicBezTo>
                    <a:pt x="253588" y="139842"/>
                    <a:pt x="255338" y="137759"/>
                    <a:pt x="257004" y="135676"/>
                  </a:cubicBezTo>
                  <a:cubicBezTo>
                    <a:pt x="259171" y="134092"/>
                    <a:pt x="261337" y="132676"/>
                    <a:pt x="263671" y="131593"/>
                  </a:cubicBezTo>
                  <a:cubicBezTo>
                    <a:pt x="269337" y="129009"/>
                    <a:pt x="274420" y="129426"/>
                    <a:pt x="277253" y="135759"/>
                  </a:cubicBezTo>
                  <a:cubicBezTo>
                    <a:pt x="277919" y="137259"/>
                    <a:pt x="277002" y="139508"/>
                    <a:pt x="277586" y="141258"/>
                  </a:cubicBezTo>
                  <a:cubicBezTo>
                    <a:pt x="278503" y="143758"/>
                    <a:pt x="279586" y="144508"/>
                    <a:pt x="282085" y="145091"/>
                  </a:cubicBezTo>
                  <a:cubicBezTo>
                    <a:pt x="284335" y="145591"/>
                    <a:pt x="286168" y="143925"/>
                    <a:pt x="287835" y="146091"/>
                  </a:cubicBezTo>
                  <a:cubicBezTo>
                    <a:pt x="288418" y="146841"/>
                    <a:pt x="288585" y="147758"/>
                    <a:pt x="288501" y="148758"/>
                  </a:cubicBezTo>
                  <a:cubicBezTo>
                    <a:pt x="279419" y="153257"/>
                    <a:pt x="270254" y="157757"/>
                    <a:pt x="261170" y="162173"/>
                  </a:cubicBezTo>
                  <a:cubicBezTo>
                    <a:pt x="256921" y="164256"/>
                    <a:pt x="252754" y="166256"/>
                    <a:pt x="248588" y="168339"/>
                  </a:cubicBezTo>
                  <a:cubicBezTo>
                    <a:pt x="252505" y="160257"/>
                    <a:pt x="253588" y="151174"/>
                    <a:pt x="249671" y="142842"/>
                  </a:cubicBezTo>
                  <a:lnTo>
                    <a:pt x="249671" y="142842"/>
                  </a:lnTo>
                  <a:close/>
                  <a:moveTo>
                    <a:pt x="284585" y="137259"/>
                  </a:moveTo>
                  <a:cubicBezTo>
                    <a:pt x="284002" y="134092"/>
                    <a:pt x="284919" y="130426"/>
                    <a:pt x="282586" y="127510"/>
                  </a:cubicBezTo>
                  <a:cubicBezTo>
                    <a:pt x="280252" y="124593"/>
                    <a:pt x="276336" y="123677"/>
                    <a:pt x="272836" y="123677"/>
                  </a:cubicBezTo>
                  <a:cubicBezTo>
                    <a:pt x="269170" y="123593"/>
                    <a:pt x="265921" y="124676"/>
                    <a:pt x="262921" y="126260"/>
                  </a:cubicBezTo>
                  <a:cubicBezTo>
                    <a:pt x="265337" y="120760"/>
                    <a:pt x="266004" y="114844"/>
                    <a:pt x="264004" y="107928"/>
                  </a:cubicBezTo>
                  <a:cubicBezTo>
                    <a:pt x="270337" y="101595"/>
                    <a:pt x="283252" y="92596"/>
                    <a:pt x="290169" y="100012"/>
                  </a:cubicBezTo>
                  <a:cubicBezTo>
                    <a:pt x="295335" y="105595"/>
                    <a:pt x="289418" y="111011"/>
                    <a:pt x="288501" y="117177"/>
                  </a:cubicBezTo>
                  <a:cubicBezTo>
                    <a:pt x="288168" y="119260"/>
                    <a:pt x="289501" y="121094"/>
                    <a:pt x="291334" y="121927"/>
                  </a:cubicBezTo>
                  <a:cubicBezTo>
                    <a:pt x="294584" y="123510"/>
                    <a:pt x="297001" y="121677"/>
                    <a:pt x="300251" y="121010"/>
                  </a:cubicBezTo>
                  <a:cubicBezTo>
                    <a:pt x="306667" y="119677"/>
                    <a:pt x="307834" y="118594"/>
                    <a:pt x="310666" y="125426"/>
                  </a:cubicBezTo>
                  <a:cubicBezTo>
                    <a:pt x="313332" y="131842"/>
                    <a:pt x="311750" y="135676"/>
                    <a:pt x="306167" y="139758"/>
                  </a:cubicBezTo>
                  <a:cubicBezTo>
                    <a:pt x="306083" y="139842"/>
                    <a:pt x="306000" y="139925"/>
                    <a:pt x="305916" y="140008"/>
                  </a:cubicBezTo>
                  <a:cubicBezTo>
                    <a:pt x="303501" y="141258"/>
                    <a:pt x="301084" y="142425"/>
                    <a:pt x="298667" y="143675"/>
                  </a:cubicBezTo>
                  <a:cubicBezTo>
                    <a:pt x="298584" y="142842"/>
                    <a:pt x="298334" y="142008"/>
                    <a:pt x="298001" y="141175"/>
                  </a:cubicBezTo>
                  <a:cubicBezTo>
                    <a:pt x="295001" y="134509"/>
                    <a:pt x="289918" y="136925"/>
                    <a:pt x="284585" y="137259"/>
                  </a:cubicBezTo>
                  <a:lnTo>
                    <a:pt x="284585" y="137259"/>
                  </a:lnTo>
                  <a:close/>
                  <a:moveTo>
                    <a:pt x="294584" y="68931"/>
                  </a:moveTo>
                  <a:cubicBezTo>
                    <a:pt x="298501" y="75931"/>
                    <a:pt x="294168" y="82014"/>
                    <a:pt x="292002" y="88846"/>
                  </a:cubicBezTo>
                  <a:cubicBezTo>
                    <a:pt x="280252" y="85013"/>
                    <a:pt x="268586" y="92513"/>
                    <a:pt x="261587" y="101845"/>
                  </a:cubicBezTo>
                  <a:cubicBezTo>
                    <a:pt x="259087" y="97346"/>
                    <a:pt x="255588" y="94346"/>
                    <a:pt x="251422" y="93179"/>
                  </a:cubicBezTo>
                  <a:cubicBezTo>
                    <a:pt x="252921" y="87763"/>
                    <a:pt x="252255" y="82347"/>
                    <a:pt x="250172" y="77681"/>
                  </a:cubicBezTo>
                  <a:cubicBezTo>
                    <a:pt x="251921" y="68931"/>
                    <a:pt x="257671" y="61849"/>
                    <a:pt x="267087" y="66765"/>
                  </a:cubicBezTo>
                  <a:cubicBezTo>
                    <a:pt x="269837" y="68265"/>
                    <a:pt x="269753" y="69265"/>
                    <a:pt x="273170" y="68432"/>
                  </a:cubicBezTo>
                  <a:cubicBezTo>
                    <a:pt x="277670" y="67348"/>
                    <a:pt x="281836" y="63932"/>
                    <a:pt x="285836" y="63265"/>
                  </a:cubicBezTo>
                  <a:cubicBezTo>
                    <a:pt x="286752" y="63682"/>
                    <a:pt x="287835" y="63765"/>
                    <a:pt x="288835" y="63432"/>
                  </a:cubicBezTo>
                  <a:cubicBezTo>
                    <a:pt x="290751" y="63932"/>
                    <a:pt x="292668" y="65515"/>
                    <a:pt x="294584" y="68931"/>
                  </a:cubicBezTo>
                  <a:lnTo>
                    <a:pt x="294584" y="68931"/>
                  </a:lnTo>
                  <a:close/>
                  <a:moveTo>
                    <a:pt x="257838" y="39351"/>
                  </a:moveTo>
                  <a:cubicBezTo>
                    <a:pt x="259421" y="40267"/>
                    <a:pt x="261087" y="40434"/>
                    <a:pt x="262671" y="39267"/>
                  </a:cubicBezTo>
                  <a:cubicBezTo>
                    <a:pt x="269004" y="34601"/>
                    <a:pt x="277503" y="25602"/>
                    <a:pt x="284919" y="34768"/>
                  </a:cubicBezTo>
                  <a:cubicBezTo>
                    <a:pt x="290501" y="41684"/>
                    <a:pt x="286252" y="48350"/>
                    <a:pt x="283752" y="55016"/>
                  </a:cubicBezTo>
                  <a:cubicBezTo>
                    <a:pt x="282669" y="55183"/>
                    <a:pt x="281586" y="55433"/>
                    <a:pt x="280419" y="55766"/>
                  </a:cubicBezTo>
                  <a:cubicBezTo>
                    <a:pt x="277086" y="56849"/>
                    <a:pt x="273337" y="60682"/>
                    <a:pt x="270337" y="60016"/>
                  </a:cubicBezTo>
                  <a:cubicBezTo>
                    <a:pt x="266171" y="59099"/>
                    <a:pt x="266004" y="55599"/>
                    <a:pt x="260421" y="56266"/>
                  </a:cubicBezTo>
                  <a:cubicBezTo>
                    <a:pt x="253171" y="57266"/>
                    <a:pt x="248339" y="64349"/>
                    <a:pt x="246089" y="71515"/>
                  </a:cubicBezTo>
                  <a:cubicBezTo>
                    <a:pt x="240589" y="65349"/>
                    <a:pt x="232173" y="62182"/>
                    <a:pt x="223590" y="65265"/>
                  </a:cubicBezTo>
                  <a:cubicBezTo>
                    <a:pt x="225257" y="59516"/>
                    <a:pt x="226341" y="53933"/>
                    <a:pt x="225757" y="48850"/>
                  </a:cubicBezTo>
                  <a:cubicBezTo>
                    <a:pt x="227341" y="42017"/>
                    <a:pt x="234256" y="32768"/>
                    <a:pt x="240923" y="30852"/>
                  </a:cubicBezTo>
                  <a:cubicBezTo>
                    <a:pt x="251672" y="28019"/>
                    <a:pt x="252172" y="36184"/>
                    <a:pt x="257838" y="39351"/>
                  </a:cubicBezTo>
                  <a:lnTo>
                    <a:pt x="257838" y="39351"/>
                  </a:lnTo>
                  <a:close/>
                  <a:moveTo>
                    <a:pt x="236840" y="18019"/>
                  </a:moveTo>
                  <a:cubicBezTo>
                    <a:pt x="237756" y="18436"/>
                    <a:pt x="239923" y="20603"/>
                    <a:pt x="242006" y="21936"/>
                  </a:cubicBezTo>
                  <a:cubicBezTo>
                    <a:pt x="241256" y="22102"/>
                    <a:pt x="240506" y="22352"/>
                    <a:pt x="239756" y="22602"/>
                  </a:cubicBezTo>
                  <a:cubicBezTo>
                    <a:pt x="232340" y="25352"/>
                    <a:pt x="225257" y="31935"/>
                    <a:pt x="222425" y="39601"/>
                  </a:cubicBezTo>
                  <a:cubicBezTo>
                    <a:pt x="221091" y="37768"/>
                    <a:pt x="219424" y="36018"/>
                    <a:pt x="217259" y="34435"/>
                  </a:cubicBezTo>
                  <a:cubicBezTo>
                    <a:pt x="217424" y="33435"/>
                    <a:pt x="217591" y="32435"/>
                    <a:pt x="217758" y="31435"/>
                  </a:cubicBezTo>
                  <a:cubicBezTo>
                    <a:pt x="220175" y="23852"/>
                    <a:pt x="228340" y="14270"/>
                    <a:pt x="236840" y="18019"/>
                  </a:cubicBezTo>
                  <a:lnTo>
                    <a:pt x="236840" y="18019"/>
                  </a:lnTo>
                  <a:close/>
                  <a:moveTo>
                    <a:pt x="231423" y="72431"/>
                  </a:moveTo>
                  <a:cubicBezTo>
                    <a:pt x="233507" y="73431"/>
                    <a:pt x="235673" y="74431"/>
                    <a:pt x="237756" y="75431"/>
                  </a:cubicBezTo>
                  <a:cubicBezTo>
                    <a:pt x="243922" y="80680"/>
                    <a:pt x="245505" y="86347"/>
                    <a:pt x="242339" y="92429"/>
                  </a:cubicBezTo>
                  <a:cubicBezTo>
                    <a:pt x="242339" y="92679"/>
                    <a:pt x="242339" y="92846"/>
                    <a:pt x="242256" y="93013"/>
                  </a:cubicBezTo>
                  <a:cubicBezTo>
                    <a:pt x="240422" y="93429"/>
                    <a:pt x="238589" y="93929"/>
                    <a:pt x="236673" y="94763"/>
                  </a:cubicBezTo>
                  <a:cubicBezTo>
                    <a:pt x="234507" y="95679"/>
                    <a:pt x="232757" y="97262"/>
                    <a:pt x="230841" y="98429"/>
                  </a:cubicBezTo>
                  <a:cubicBezTo>
                    <a:pt x="226424" y="101012"/>
                    <a:pt x="226424" y="100345"/>
                    <a:pt x="221674" y="99262"/>
                  </a:cubicBezTo>
                  <a:cubicBezTo>
                    <a:pt x="216259" y="98012"/>
                    <a:pt x="212842" y="97096"/>
                    <a:pt x="207676" y="100762"/>
                  </a:cubicBezTo>
                  <a:cubicBezTo>
                    <a:pt x="203426" y="103762"/>
                    <a:pt x="199593" y="108928"/>
                    <a:pt x="197676" y="114427"/>
                  </a:cubicBezTo>
                  <a:cubicBezTo>
                    <a:pt x="194843" y="112511"/>
                    <a:pt x="192177" y="111594"/>
                    <a:pt x="189594" y="111428"/>
                  </a:cubicBezTo>
                  <a:cubicBezTo>
                    <a:pt x="192094" y="106262"/>
                    <a:pt x="192177" y="101095"/>
                    <a:pt x="190594" y="96429"/>
                  </a:cubicBezTo>
                  <a:cubicBezTo>
                    <a:pt x="191510" y="95929"/>
                    <a:pt x="192094" y="95012"/>
                    <a:pt x="191844" y="93679"/>
                  </a:cubicBezTo>
                  <a:cubicBezTo>
                    <a:pt x="191011" y="87930"/>
                    <a:pt x="189011" y="80097"/>
                    <a:pt x="193843" y="75264"/>
                  </a:cubicBezTo>
                  <a:cubicBezTo>
                    <a:pt x="201260" y="67765"/>
                    <a:pt x="204259" y="75931"/>
                    <a:pt x="209842" y="79431"/>
                  </a:cubicBezTo>
                  <a:cubicBezTo>
                    <a:pt x="212092" y="80847"/>
                    <a:pt x="212342" y="81847"/>
                    <a:pt x="215175" y="81597"/>
                  </a:cubicBezTo>
                  <a:cubicBezTo>
                    <a:pt x="222590" y="81014"/>
                    <a:pt x="221008" y="71515"/>
                    <a:pt x="231423" y="72431"/>
                  </a:cubicBezTo>
                  <a:lnTo>
                    <a:pt x="231423" y="72431"/>
                  </a:lnTo>
                  <a:close/>
                  <a:moveTo>
                    <a:pt x="177512" y="33018"/>
                  </a:moveTo>
                  <a:cubicBezTo>
                    <a:pt x="174512" y="18769"/>
                    <a:pt x="193344" y="1104"/>
                    <a:pt x="206509" y="10853"/>
                  </a:cubicBezTo>
                  <a:cubicBezTo>
                    <a:pt x="214258" y="16603"/>
                    <a:pt x="210175" y="22602"/>
                    <a:pt x="209592" y="30268"/>
                  </a:cubicBezTo>
                  <a:cubicBezTo>
                    <a:pt x="209592" y="30435"/>
                    <a:pt x="209592" y="30602"/>
                    <a:pt x="209592" y="30768"/>
                  </a:cubicBezTo>
                  <a:cubicBezTo>
                    <a:pt x="207175" y="30268"/>
                    <a:pt x="204676" y="30435"/>
                    <a:pt x="201759" y="31435"/>
                  </a:cubicBezTo>
                  <a:cubicBezTo>
                    <a:pt x="199427" y="32268"/>
                    <a:pt x="195843" y="34185"/>
                    <a:pt x="193843" y="36018"/>
                  </a:cubicBezTo>
                  <a:cubicBezTo>
                    <a:pt x="192510" y="37268"/>
                    <a:pt x="191261" y="39767"/>
                    <a:pt x="189844" y="41517"/>
                  </a:cubicBezTo>
                  <a:cubicBezTo>
                    <a:pt x="185928" y="37518"/>
                    <a:pt x="181927" y="34685"/>
                    <a:pt x="177512" y="33768"/>
                  </a:cubicBezTo>
                  <a:cubicBezTo>
                    <a:pt x="177512" y="33435"/>
                    <a:pt x="177595" y="33268"/>
                    <a:pt x="177512" y="33018"/>
                  </a:cubicBezTo>
                  <a:lnTo>
                    <a:pt x="177512" y="33018"/>
                  </a:lnTo>
                  <a:close/>
                  <a:moveTo>
                    <a:pt x="186011" y="49850"/>
                  </a:moveTo>
                  <a:cubicBezTo>
                    <a:pt x="187427" y="51433"/>
                    <a:pt x="189178" y="51683"/>
                    <a:pt x="191177" y="51100"/>
                  </a:cubicBezTo>
                  <a:cubicBezTo>
                    <a:pt x="194927" y="49933"/>
                    <a:pt x="195676" y="46267"/>
                    <a:pt x="198759" y="44767"/>
                  </a:cubicBezTo>
                  <a:cubicBezTo>
                    <a:pt x="202593" y="42851"/>
                    <a:pt x="212592" y="43101"/>
                    <a:pt x="215175" y="46767"/>
                  </a:cubicBezTo>
                  <a:cubicBezTo>
                    <a:pt x="218175" y="50933"/>
                    <a:pt x="215842" y="59766"/>
                    <a:pt x="215092" y="64432"/>
                  </a:cubicBezTo>
                  <a:cubicBezTo>
                    <a:pt x="214758" y="66348"/>
                    <a:pt x="215925" y="67848"/>
                    <a:pt x="217424" y="68598"/>
                  </a:cubicBezTo>
                  <a:cubicBezTo>
                    <a:pt x="217341" y="68681"/>
                    <a:pt x="217259" y="68681"/>
                    <a:pt x="217175" y="68765"/>
                  </a:cubicBezTo>
                  <a:cubicBezTo>
                    <a:pt x="215758" y="69848"/>
                    <a:pt x="215175" y="71931"/>
                    <a:pt x="213341" y="71931"/>
                  </a:cubicBezTo>
                  <a:cubicBezTo>
                    <a:pt x="213092" y="71931"/>
                    <a:pt x="208259" y="66682"/>
                    <a:pt x="207259" y="66182"/>
                  </a:cubicBezTo>
                  <a:cubicBezTo>
                    <a:pt x="203259" y="63932"/>
                    <a:pt x="199593" y="64015"/>
                    <a:pt x="195260" y="65598"/>
                  </a:cubicBezTo>
                  <a:cubicBezTo>
                    <a:pt x="184761" y="69432"/>
                    <a:pt x="183511" y="78097"/>
                    <a:pt x="184845" y="87097"/>
                  </a:cubicBezTo>
                  <a:cubicBezTo>
                    <a:pt x="178095" y="80180"/>
                    <a:pt x="167512" y="76514"/>
                    <a:pt x="158013" y="79681"/>
                  </a:cubicBezTo>
                  <a:cubicBezTo>
                    <a:pt x="158764" y="73514"/>
                    <a:pt x="157597" y="66932"/>
                    <a:pt x="154764" y="61182"/>
                  </a:cubicBezTo>
                  <a:cubicBezTo>
                    <a:pt x="159847" y="50017"/>
                    <a:pt x="170012" y="32018"/>
                    <a:pt x="186011" y="49850"/>
                  </a:cubicBezTo>
                  <a:lnTo>
                    <a:pt x="186011" y="49850"/>
                  </a:lnTo>
                  <a:close/>
                  <a:moveTo>
                    <a:pt x="141765" y="17186"/>
                  </a:moveTo>
                  <a:cubicBezTo>
                    <a:pt x="154930" y="10270"/>
                    <a:pt x="163596" y="24852"/>
                    <a:pt x="169929" y="33851"/>
                  </a:cubicBezTo>
                  <a:cubicBezTo>
                    <a:pt x="167512" y="34518"/>
                    <a:pt x="164846" y="35685"/>
                    <a:pt x="162013" y="37518"/>
                  </a:cubicBezTo>
                  <a:cubicBezTo>
                    <a:pt x="156847" y="40851"/>
                    <a:pt x="150680" y="47600"/>
                    <a:pt x="150014" y="54183"/>
                  </a:cubicBezTo>
                  <a:cubicBezTo>
                    <a:pt x="146265" y="49933"/>
                    <a:pt x="141348" y="46850"/>
                    <a:pt x="135349" y="45684"/>
                  </a:cubicBezTo>
                  <a:cubicBezTo>
                    <a:pt x="132766" y="45184"/>
                    <a:pt x="130433" y="45184"/>
                    <a:pt x="128349" y="45600"/>
                  </a:cubicBezTo>
                  <a:cubicBezTo>
                    <a:pt x="125266" y="35601"/>
                    <a:pt x="132683" y="22019"/>
                    <a:pt x="141765" y="17186"/>
                  </a:cubicBezTo>
                  <a:lnTo>
                    <a:pt x="141765" y="17186"/>
                  </a:lnTo>
                  <a:close/>
                  <a:moveTo>
                    <a:pt x="129266" y="60099"/>
                  </a:moveTo>
                  <a:cubicBezTo>
                    <a:pt x="139682" y="56349"/>
                    <a:pt x="139932" y="55516"/>
                    <a:pt x="145681" y="64099"/>
                  </a:cubicBezTo>
                  <a:cubicBezTo>
                    <a:pt x="149931" y="70431"/>
                    <a:pt x="150181" y="75431"/>
                    <a:pt x="149764" y="83180"/>
                  </a:cubicBezTo>
                  <a:cubicBezTo>
                    <a:pt x="149764" y="83597"/>
                    <a:pt x="149847" y="83930"/>
                    <a:pt x="149931" y="84347"/>
                  </a:cubicBezTo>
                  <a:cubicBezTo>
                    <a:pt x="149847" y="84430"/>
                    <a:pt x="149764" y="84513"/>
                    <a:pt x="149680" y="84597"/>
                  </a:cubicBezTo>
                  <a:cubicBezTo>
                    <a:pt x="150930" y="83513"/>
                    <a:pt x="142098" y="92763"/>
                    <a:pt x="144265" y="92263"/>
                  </a:cubicBezTo>
                  <a:cubicBezTo>
                    <a:pt x="140682" y="93179"/>
                    <a:pt x="138515" y="87347"/>
                    <a:pt x="134849" y="85013"/>
                  </a:cubicBezTo>
                  <a:cubicBezTo>
                    <a:pt x="129849" y="81930"/>
                    <a:pt x="126266" y="80930"/>
                    <a:pt x="120600" y="83014"/>
                  </a:cubicBezTo>
                  <a:cubicBezTo>
                    <a:pt x="108518" y="87596"/>
                    <a:pt x="104018" y="98929"/>
                    <a:pt x="103018" y="110594"/>
                  </a:cubicBezTo>
                  <a:cubicBezTo>
                    <a:pt x="98269" y="108595"/>
                    <a:pt x="92686" y="108178"/>
                    <a:pt x="86103" y="109595"/>
                  </a:cubicBezTo>
                  <a:cubicBezTo>
                    <a:pt x="84186" y="106095"/>
                    <a:pt x="82187" y="102595"/>
                    <a:pt x="79853" y="99345"/>
                  </a:cubicBezTo>
                  <a:cubicBezTo>
                    <a:pt x="76271" y="84014"/>
                    <a:pt x="81520" y="61932"/>
                    <a:pt x="102435" y="72348"/>
                  </a:cubicBezTo>
                  <a:cubicBezTo>
                    <a:pt x="105934" y="74098"/>
                    <a:pt x="107768" y="77264"/>
                    <a:pt x="111851" y="77847"/>
                  </a:cubicBezTo>
                  <a:cubicBezTo>
                    <a:pt x="113350" y="78097"/>
                    <a:pt x="114517" y="77097"/>
                    <a:pt x="115101" y="75931"/>
                  </a:cubicBezTo>
                  <a:cubicBezTo>
                    <a:pt x="115934" y="74264"/>
                    <a:pt x="116600" y="72598"/>
                    <a:pt x="117268" y="70848"/>
                  </a:cubicBezTo>
                  <a:cubicBezTo>
                    <a:pt x="120516" y="62682"/>
                    <a:pt x="118017" y="64182"/>
                    <a:pt x="129266" y="60099"/>
                  </a:cubicBezTo>
                  <a:lnTo>
                    <a:pt x="129266" y="60099"/>
                  </a:lnTo>
                  <a:close/>
                  <a:moveTo>
                    <a:pt x="90436" y="42517"/>
                  </a:moveTo>
                  <a:cubicBezTo>
                    <a:pt x="95519" y="41267"/>
                    <a:pt x="101102" y="42184"/>
                    <a:pt x="106185" y="43017"/>
                  </a:cubicBezTo>
                  <a:cubicBezTo>
                    <a:pt x="112184" y="43934"/>
                    <a:pt x="115767" y="46017"/>
                    <a:pt x="120184" y="49600"/>
                  </a:cubicBezTo>
                  <a:cubicBezTo>
                    <a:pt x="114601" y="54599"/>
                    <a:pt x="111851" y="63349"/>
                    <a:pt x="109935" y="71098"/>
                  </a:cubicBezTo>
                  <a:cubicBezTo>
                    <a:pt x="105351" y="68848"/>
                    <a:pt x="101602" y="63349"/>
                    <a:pt x="96186" y="62432"/>
                  </a:cubicBezTo>
                  <a:cubicBezTo>
                    <a:pt x="90436" y="61432"/>
                    <a:pt x="85436" y="63765"/>
                    <a:pt x="81270" y="67682"/>
                  </a:cubicBezTo>
                  <a:cubicBezTo>
                    <a:pt x="79270" y="69598"/>
                    <a:pt x="77604" y="71515"/>
                    <a:pt x="76354" y="73514"/>
                  </a:cubicBezTo>
                  <a:cubicBezTo>
                    <a:pt x="75854" y="73181"/>
                    <a:pt x="75438" y="72848"/>
                    <a:pt x="74937" y="72515"/>
                  </a:cubicBezTo>
                  <a:cubicBezTo>
                    <a:pt x="72604" y="61182"/>
                    <a:pt x="80020" y="44850"/>
                    <a:pt x="90436" y="42517"/>
                  </a:cubicBezTo>
                  <a:lnTo>
                    <a:pt x="90436" y="42517"/>
                  </a:lnTo>
                  <a:close/>
                  <a:moveTo>
                    <a:pt x="29941" y="94679"/>
                  </a:moveTo>
                  <a:cubicBezTo>
                    <a:pt x="32108" y="87347"/>
                    <a:pt x="34942" y="81930"/>
                    <a:pt x="41524" y="77764"/>
                  </a:cubicBezTo>
                  <a:cubicBezTo>
                    <a:pt x="46690" y="74514"/>
                    <a:pt x="54440" y="70931"/>
                    <a:pt x="60522" y="71848"/>
                  </a:cubicBezTo>
                  <a:cubicBezTo>
                    <a:pt x="65189" y="72515"/>
                    <a:pt x="69438" y="76848"/>
                    <a:pt x="73687" y="79181"/>
                  </a:cubicBezTo>
                  <a:cubicBezTo>
                    <a:pt x="72355" y="83513"/>
                    <a:pt x="72271" y="87930"/>
                    <a:pt x="73188" y="92513"/>
                  </a:cubicBezTo>
                  <a:cubicBezTo>
                    <a:pt x="69771" y="90180"/>
                    <a:pt x="65605" y="88846"/>
                    <a:pt x="60189" y="89346"/>
                  </a:cubicBezTo>
                  <a:cubicBezTo>
                    <a:pt x="53939" y="89930"/>
                    <a:pt x="48107" y="93513"/>
                    <a:pt x="44523" y="98596"/>
                  </a:cubicBezTo>
                  <a:cubicBezTo>
                    <a:pt x="42024" y="102179"/>
                    <a:pt x="42024" y="108345"/>
                    <a:pt x="40607" y="112428"/>
                  </a:cubicBezTo>
                  <a:cubicBezTo>
                    <a:pt x="36858" y="111511"/>
                    <a:pt x="33108" y="111178"/>
                    <a:pt x="29525" y="111344"/>
                  </a:cubicBezTo>
                  <a:cubicBezTo>
                    <a:pt x="27108" y="106595"/>
                    <a:pt x="28692" y="98679"/>
                    <a:pt x="29941" y="94679"/>
                  </a:cubicBezTo>
                  <a:lnTo>
                    <a:pt x="29941" y="94679"/>
                  </a:lnTo>
                  <a:close/>
                  <a:moveTo>
                    <a:pt x="15027" y="131509"/>
                  </a:moveTo>
                  <a:cubicBezTo>
                    <a:pt x="20692" y="120343"/>
                    <a:pt x="31692" y="120427"/>
                    <a:pt x="42357" y="122260"/>
                  </a:cubicBezTo>
                  <a:cubicBezTo>
                    <a:pt x="43940" y="122510"/>
                    <a:pt x="45606" y="121677"/>
                    <a:pt x="46523" y="120427"/>
                  </a:cubicBezTo>
                  <a:cubicBezTo>
                    <a:pt x="50773" y="114761"/>
                    <a:pt x="46940" y="104512"/>
                    <a:pt x="54189" y="100679"/>
                  </a:cubicBezTo>
                  <a:cubicBezTo>
                    <a:pt x="59772" y="100929"/>
                    <a:pt x="65355" y="101179"/>
                    <a:pt x="70938" y="101429"/>
                  </a:cubicBezTo>
                  <a:cubicBezTo>
                    <a:pt x="74771" y="104095"/>
                    <a:pt x="77354" y="107678"/>
                    <a:pt x="78853" y="112094"/>
                  </a:cubicBezTo>
                  <a:cubicBezTo>
                    <a:pt x="71521" y="115844"/>
                    <a:pt x="66521" y="122427"/>
                    <a:pt x="65271" y="130509"/>
                  </a:cubicBezTo>
                  <a:cubicBezTo>
                    <a:pt x="60689" y="129093"/>
                    <a:pt x="56439" y="127260"/>
                    <a:pt x="51023" y="129009"/>
                  </a:cubicBezTo>
                  <a:cubicBezTo>
                    <a:pt x="45024" y="130926"/>
                    <a:pt x="40857" y="136259"/>
                    <a:pt x="38357" y="141758"/>
                  </a:cubicBezTo>
                  <a:cubicBezTo>
                    <a:pt x="34358" y="150341"/>
                    <a:pt x="34691" y="158340"/>
                    <a:pt x="38441" y="165173"/>
                  </a:cubicBezTo>
                  <a:cubicBezTo>
                    <a:pt x="33441" y="163173"/>
                    <a:pt x="28442" y="161173"/>
                    <a:pt x="23276" y="159423"/>
                  </a:cubicBezTo>
                  <a:cubicBezTo>
                    <a:pt x="21109" y="158673"/>
                    <a:pt x="18859" y="157674"/>
                    <a:pt x="16609" y="156840"/>
                  </a:cubicBezTo>
                  <a:cubicBezTo>
                    <a:pt x="12027" y="149591"/>
                    <a:pt x="11360" y="138842"/>
                    <a:pt x="15027" y="131509"/>
                  </a:cubicBezTo>
                  <a:lnTo>
                    <a:pt x="15027" y="131509"/>
                  </a:lnTo>
                  <a:close/>
                  <a:moveTo>
                    <a:pt x="127600" y="503142"/>
                  </a:moveTo>
                  <a:cubicBezTo>
                    <a:pt x="120017" y="499893"/>
                    <a:pt x="114851" y="498226"/>
                    <a:pt x="111018" y="490477"/>
                  </a:cubicBezTo>
                  <a:cubicBezTo>
                    <a:pt x="106852" y="482061"/>
                    <a:pt x="104769" y="471395"/>
                    <a:pt x="102102" y="462396"/>
                  </a:cubicBezTo>
                  <a:cubicBezTo>
                    <a:pt x="93602" y="432982"/>
                    <a:pt x="84020" y="404068"/>
                    <a:pt x="74355" y="375071"/>
                  </a:cubicBezTo>
                  <a:cubicBezTo>
                    <a:pt x="62438" y="339324"/>
                    <a:pt x="53023" y="303077"/>
                    <a:pt x="43107" y="266747"/>
                  </a:cubicBezTo>
                  <a:cubicBezTo>
                    <a:pt x="38691" y="250582"/>
                    <a:pt x="34274" y="234333"/>
                    <a:pt x="29609" y="218251"/>
                  </a:cubicBezTo>
                  <a:cubicBezTo>
                    <a:pt x="26526" y="207669"/>
                    <a:pt x="22859" y="197253"/>
                    <a:pt x="19525" y="186754"/>
                  </a:cubicBezTo>
                  <a:cubicBezTo>
                    <a:pt x="17609" y="180838"/>
                    <a:pt x="14027" y="173839"/>
                    <a:pt x="12943" y="167173"/>
                  </a:cubicBezTo>
                  <a:cubicBezTo>
                    <a:pt x="15943" y="167923"/>
                    <a:pt x="19942" y="169506"/>
                    <a:pt x="23859" y="171172"/>
                  </a:cubicBezTo>
                  <a:cubicBezTo>
                    <a:pt x="30692" y="175922"/>
                    <a:pt x="37691" y="180338"/>
                    <a:pt x="44773" y="184504"/>
                  </a:cubicBezTo>
                  <a:cubicBezTo>
                    <a:pt x="48606" y="194754"/>
                    <a:pt x="50273" y="208252"/>
                    <a:pt x="52523" y="216585"/>
                  </a:cubicBezTo>
                  <a:cubicBezTo>
                    <a:pt x="57022" y="233417"/>
                    <a:pt x="61272" y="250332"/>
                    <a:pt x="66022" y="267080"/>
                  </a:cubicBezTo>
                  <a:cubicBezTo>
                    <a:pt x="74104" y="295578"/>
                    <a:pt x="83020" y="323825"/>
                    <a:pt x="92186" y="351989"/>
                  </a:cubicBezTo>
                  <a:cubicBezTo>
                    <a:pt x="102185" y="382737"/>
                    <a:pt x="111018" y="413817"/>
                    <a:pt x="120683" y="444648"/>
                  </a:cubicBezTo>
                  <a:cubicBezTo>
                    <a:pt x="125933" y="461313"/>
                    <a:pt x="131683" y="477645"/>
                    <a:pt x="136515" y="494476"/>
                  </a:cubicBezTo>
                  <a:cubicBezTo>
                    <a:pt x="137682" y="498476"/>
                    <a:pt x="138682" y="503309"/>
                    <a:pt x="139848" y="508142"/>
                  </a:cubicBezTo>
                  <a:cubicBezTo>
                    <a:pt x="135849" y="506559"/>
                    <a:pt x="131683" y="504976"/>
                    <a:pt x="127600" y="503142"/>
                  </a:cubicBezTo>
                  <a:lnTo>
                    <a:pt x="127600" y="503142"/>
                  </a:lnTo>
                  <a:close/>
                  <a:moveTo>
                    <a:pt x="167846" y="518891"/>
                  </a:moveTo>
                  <a:cubicBezTo>
                    <a:pt x="161263" y="516225"/>
                    <a:pt x="154597" y="513725"/>
                    <a:pt x="148014" y="511225"/>
                  </a:cubicBezTo>
                  <a:cubicBezTo>
                    <a:pt x="140182" y="486477"/>
                    <a:pt x="133933" y="461063"/>
                    <a:pt x="125600" y="436482"/>
                  </a:cubicBezTo>
                  <a:cubicBezTo>
                    <a:pt x="114684" y="404318"/>
                    <a:pt x="104101" y="371904"/>
                    <a:pt x="94103" y="339407"/>
                  </a:cubicBezTo>
                  <a:cubicBezTo>
                    <a:pt x="84437" y="307827"/>
                    <a:pt x="75188" y="276079"/>
                    <a:pt x="67105" y="243999"/>
                  </a:cubicBezTo>
                  <a:cubicBezTo>
                    <a:pt x="62855" y="227334"/>
                    <a:pt x="58189" y="210669"/>
                    <a:pt x="53356" y="194087"/>
                  </a:cubicBezTo>
                  <a:cubicBezTo>
                    <a:pt x="52856" y="192337"/>
                    <a:pt x="52273" y="190337"/>
                    <a:pt x="51690" y="188421"/>
                  </a:cubicBezTo>
                  <a:cubicBezTo>
                    <a:pt x="66272" y="196420"/>
                    <a:pt x="81520" y="203336"/>
                    <a:pt x="97519" y="209336"/>
                  </a:cubicBezTo>
                  <a:cubicBezTo>
                    <a:pt x="98186" y="209585"/>
                    <a:pt x="98852" y="209835"/>
                    <a:pt x="99519" y="210085"/>
                  </a:cubicBezTo>
                  <a:cubicBezTo>
                    <a:pt x="104518" y="235167"/>
                    <a:pt x="108434" y="260414"/>
                    <a:pt x="114601" y="285162"/>
                  </a:cubicBezTo>
                  <a:cubicBezTo>
                    <a:pt x="122100" y="315493"/>
                    <a:pt x="131266" y="345407"/>
                    <a:pt x="138016" y="375904"/>
                  </a:cubicBezTo>
                  <a:cubicBezTo>
                    <a:pt x="144431" y="404568"/>
                    <a:pt x="152763" y="432815"/>
                    <a:pt x="159013" y="461479"/>
                  </a:cubicBezTo>
                  <a:cubicBezTo>
                    <a:pt x="163429" y="481561"/>
                    <a:pt x="168263" y="501476"/>
                    <a:pt x="174095" y="521057"/>
                  </a:cubicBezTo>
                  <a:cubicBezTo>
                    <a:pt x="172096" y="520474"/>
                    <a:pt x="170012" y="519724"/>
                    <a:pt x="167846" y="518891"/>
                  </a:cubicBezTo>
                  <a:lnTo>
                    <a:pt x="167846" y="518891"/>
                  </a:lnTo>
                  <a:close/>
                  <a:moveTo>
                    <a:pt x="212092" y="534473"/>
                  </a:moveTo>
                  <a:cubicBezTo>
                    <a:pt x="202426" y="531057"/>
                    <a:pt x="192760" y="527974"/>
                    <a:pt x="183178" y="524557"/>
                  </a:cubicBezTo>
                  <a:cubicBezTo>
                    <a:pt x="177429" y="502642"/>
                    <a:pt x="172513" y="480394"/>
                    <a:pt x="167846" y="458313"/>
                  </a:cubicBezTo>
                  <a:cubicBezTo>
                    <a:pt x="161513" y="428316"/>
                    <a:pt x="152847" y="398985"/>
                    <a:pt x="145432" y="369321"/>
                  </a:cubicBezTo>
                  <a:cubicBezTo>
                    <a:pt x="138099" y="339824"/>
                    <a:pt x="128932" y="310826"/>
                    <a:pt x="121516" y="281412"/>
                  </a:cubicBezTo>
                  <a:cubicBezTo>
                    <a:pt x="115851" y="258914"/>
                    <a:pt x="114267" y="233833"/>
                    <a:pt x="105602" y="212252"/>
                  </a:cubicBezTo>
                  <a:cubicBezTo>
                    <a:pt x="117433" y="216168"/>
                    <a:pt x="129516" y="219251"/>
                    <a:pt x="141182" y="223834"/>
                  </a:cubicBezTo>
                  <a:cubicBezTo>
                    <a:pt x="146848" y="226001"/>
                    <a:pt x="152097" y="227917"/>
                    <a:pt x="157430" y="228667"/>
                  </a:cubicBezTo>
                  <a:cubicBezTo>
                    <a:pt x="159096" y="283662"/>
                    <a:pt x="174012" y="338741"/>
                    <a:pt x="182595" y="392902"/>
                  </a:cubicBezTo>
                  <a:cubicBezTo>
                    <a:pt x="186844" y="419567"/>
                    <a:pt x="193426" y="445481"/>
                    <a:pt x="201093" y="471312"/>
                  </a:cubicBezTo>
                  <a:cubicBezTo>
                    <a:pt x="205843" y="487394"/>
                    <a:pt x="210342" y="503309"/>
                    <a:pt x="213925" y="519724"/>
                  </a:cubicBezTo>
                  <a:cubicBezTo>
                    <a:pt x="215092" y="525057"/>
                    <a:pt x="215925" y="531057"/>
                    <a:pt x="217508" y="536806"/>
                  </a:cubicBezTo>
                  <a:cubicBezTo>
                    <a:pt x="215758" y="535889"/>
                    <a:pt x="214009" y="535140"/>
                    <a:pt x="212092" y="534473"/>
                  </a:cubicBezTo>
                  <a:lnTo>
                    <a:pt x="212092" y="534473"/>
                  </a:lnTo>
                  <a:close/>
                  <a:moveTo>
                    <a:pt x="248506" y="498226"/>
                  </a:moveTo>
                  <a:cubicBezTo>
                    <a:pt x="250088" y="507475"/>
                    <a:pt x="249255" y="518974"/>
                    <a:pt x="252338" y="528140"/>
                  </a:cubicBezTo>
                  <a:cubicBezTo>
                    <a:pt x="251172" y="528640"/>
                    <a:pt x="249922" y="529223"/>
                    <a:pt x="248755" y="529723"/>
                  </a:cubicBezTo>
                  <a:cubicBezTo>
                    <a:pt x="243006" y="532390"/>
                    <a:pt x="236756" y="536223"/>
                    <a:pt x="230590" y="537973"/>
                  </a:cubicBezTo>
                  <a:cubicBezTo>
                    <a:pt x="230257" y="538056"/>
                    <a:pt x="230007" y="538056"/>
                    <a:pt x="229674" y="538139"/>
                  </a:cubicBezTo>
                  <a:cubicBezTo>
                    <a:pt x="225007" y="529723"/>
                    <a:pt x="224508" y="516308"/>
                    <a:pt x="222508" y="507309"/>
                  </a:cubicBezTo>
                  <a:cubicBezTo>
                    <a:pt x="219091" y="492060"/>
                    <a:pt x="214592" y="477061"/>
                    <a:pt x="210509" y="461979"/>
                  </a:cubicBezTo>
                  <a:cubicBezTo>
                    <a:pt x="203593" y="435898"/>
                    <a:pt x="198676" y="409484"/>
                    <a:pt x="193927" y="383070"/>
                  </a:cubicBezTo>
                  <a:cubicBezTo>
                    <a:pt x="184761" y="331908"/>
                    <a:pt x="177345" y="279163"/>
                    <a:pt x="163429" y="228917"/>
                  </a:cubicBezTo>
                  <a:cubicBezTo>
                    <a:pt x="166929" y="228750"/>
                    <a:pt x="170512" y="228001"/>
                    <a:pt x="174346" y="226417"/>
                  </a:cubicBezTo>
                  <a:cubicBezTo>
                    <a:pt x="183261" y="222668"/>
                    <a:pt x="191593" y="217251"/>
                    <a:pt x="199926" y="212085"/>
                  </a:cubicBezTo>
                  <a:cubicBezTo>
                    <a:pt x="201009" y="234916"/>
                    <a:pt x="207175" y="257498"/>
                    <a:pt x="211258" y="279746"/>
                  </a:cubicBezTo>
                  <a:cubicBezTo>
                    <a:pt x="216424" y="308077"/>
                    <a:pt x="221175" y="336324"/>
                    <a:pt x="226007" y="364655"/>
                  </a:cubicBezTo>
                  <a:cubicBezTo>
                    <a:pt x="228507" y="379654"/>
                    <a:pt x="232590" y="394319"/>
                    <a:pt x="235173" y="409317"/>
                  </a:cubicBezTo>
                  <a:cubicBezTo>
                    <a:pt x="237840" y="425066"/>
                    <a:pt x="239256" y="441065"/>
                    <a:pt x="242256" y="456730"/>
                  </a:cubicBezTo>
                  <a:cubicBezTo>
                    <a:pt x="244839" y="470479"/>
                    <a:pt x="246089" y="484394"/>
                    <a:pt x="248506" y="498226"/>
                  </a:cubicBezTo>
                  <a:lnTo>
                    <a:pt x="248506" y="498226"/>
                  </a:lnTo>
                  <a:close/>
                  <a:moveTo>
                    <a:pt x="293584" y="429982"/>
                  </a:moveTo>
                  <a:cubicBezTo>
                    <a:pt x="295418" y="444481"/>
                    <a:pt x="296500" y="458896"/>
                    <a:pt x="297501" y="473395"/>
                  </a:cubicBezTo>
                  <a:cubicBezTo>
                    <a:pt x="298251" y="484394"/>
                    <a:pt x="300834" y="495810"/>
                    <a:pt x="301167" y="506975"/>
                  </a:cubicBezTo>
                  <a:cubicBezTo>
                    <a:pt x="288251" y="512475"/>
                    <a:pt x="275336" y="517974"/>
                    <a:pt x="262504" y="523641"/>
                  </a:cubicBezTo>
                  <a:cubicBezTo>
                    <a:pt x="261838" y="515641"/>
                    <a:pt x="259754" y="507392"/>
                    <a:pt x="258004" y="499809"/>
                  </a:cubicBezTo>
                  <a:cubicBezTo>
                    <a:pt x="254838" y="485977"/>
                    <a:pt x="252505" y="471979"/>
                    <a:pt x="249506" y="458146"/>
                  </a:cubicBezTo>
                  <a:cubicBezTo>
                    <a:pt x="246172" y="442648"/>
                    <a:pt x="244505" y="426816"/>
                    <a:pt x="242339" y="411151"/>
                  </a:cubicBezTo>
                  <a:cubicBezTo>
                    <a:pt x="240090" y="395152"/>
                    <a:pt x="236007" y="379404"/>
                    <a:pt x="233673" y="363488"/>
                  </a:cubicBezTo>
                  <a:cubicBezTo>
                    <a:pt x="229507" y="335824"/>
                    <a:pt x="225257" y="308243"/>
                    <a:pt x="220591" y="280662"/>
                  </a:cubicBezTo>
                  <a:cubicBezTo>
                    <a:pt x="218424" y="267747"/>
                    <a:pt x="214925" y="255165"/>
                    <a:pt x="213009" y="242166"/>
                  </a:cubicBezTo>
                  <a:cubicBezTo>
                    <a:pt x="211258" y="230667"/>
                    <a:pt x="210009" y="218918"/>
                    <a:pt x="207009" y="207669"/>
                  </a:cubicBezTo>
                  <a:cubicBezTo>
                    <a:pt x="209259" y="206336"/>
                    <a:pt x="211592" y="204919"/>
                    <a:pt x="213925" y="203669"/>
                  </a:cubicBezTo>
                  <a:cubicBezTo>
                    <a:pt x="228090" y="196003"/>
                    <a:pt x="242839" y="189421"/>
                    <a:pt x="257338" y="182338"/>
                  </a:cubicBezTo>
                  <a:cubicBezTo>
                    <a:pt x="260838" y="180671"/>
                    <a:pt x="264253" y="178922"/>
                    <a:pt x="267670" y="177172"/>
                  </a:cubicBezTo>
                  <a:cubicBezTo>
                    <a:pt x="274919" y="233917"/>
                    <a:pt x="276670" y="291328"/>
                    <a:pt x="282752" y="348156"/>
                  </a:cubicBezTo>
                  <a:cubicBezTo>
                    <a:pt x="285752" y="375654"/>
                    <a:pt x="290169" y="402735"/>
                    <a:pt x="293584" y="429982"/>
                  </a:cubicBezTo>
                  <a:lnTo>
                    <a:pt x="293584" y="429982"/>
                  </a:lnTo>
                  <a:close/>
                  <a:moveTo>
                    <a:pt x="335581" y="181088"/>
                  </a:moveTo>
                  <a:cubicBezTo>
                    <a:pt x="334664" y="197503"/>
                    <a:pt x="333831" y="213835"/>
                    <a:pt x="333414" y="230250"/>
                  </a:cubicBezTo>
                  <a:cubicBezTo>
                    <a:pt x="332581" y="261581"/>
                    <a:pt x="334331" y="292828"/>
                    <a:pt x="335497" y="324159"/>
                  </a:cubicBezTo>
                  <a:cubicBezTo>
                    <a:pt x="336664" y="356072"/>
                    <a:pt x="338831" y="387319"/>
                    <a:pt x="342663" y="418983"/>
                  </a:cubicBezTo>
                  <a:cubicBezTo>
                    <a:pt x="344580" y="435065"/>
                    <a:pt x="346579" y="451147"/>
                    <a:pt x="348163" y="467229"/>
                  </a:cubicBezTo>
                  <a:cubicBezTo>
                    <a:pt x="348746" y="472812"/>
                    <a:pt x="349746" y="479645"/>
                    <a:pt x="349413" y="485227"/>
                  </a:cubicBezTo>
                  <a:cubicBezTo>
                    <a:pt x="349413" y="485727"/>
                    <a:pt x="349413" y="486061"/>
                    <a:pt x="349497" y="486311"/>
                  </a:cubicBezTo>
                  <a:cubicBezTo>
                    <a:pt x="349246" y="486477"/>
                    <a:pt x="348913" y="486644"/>
                    <a:pt x="348497" y="486977"/>
                  </a:cubicBezTo>
                  <a:cubicBezTo>
                    <a:pt x="345163" y="489310"/>
                    <a:pt x="340413" y="490477"/>
                    <a:pt x="336581" y="492060"/>
                  </a:cubicBezTo>
                  <a:cubicBezTo>
                    <a:pt x="327582" y="495893"/>
                    <a:pt x="318499" y="499726"/>
                    <a:pt x="309500" y="503559"/>
                  </a:cubicBezTo>
                  <a:cubicBezTo>
                    <a:pt x="309667" y="494976"/>
                    <a:pt x="308333" y="486144"/>
                    <a:pt x="307667" y="477811"/>
                  </a:cubicBezTo>
                  <a:cubicBezTo>
                    <a:pt x="306667" y="464396"/>
                    <a:pt x="306167" y="450897"/>
                    <a:pt x="305167" y="437482"/>
                  </a:cubicBezTo>
                  <a:cubicBezTo>
                    <a:pt x="303000" y="408484"/>
                    <a:pt x="297917" y="379654"/>
                    <a:pt x="294918" y="350823"/>
                  </a:cubicBezTo>
                  <a:cubicBezTo>
                    <a:pt x="288752" y="291995"/>
                    <a:pt x="284419" y="232333"/>
                    <a:pt x="274253" y="173922"/>
                  </a:cubicBezTo>
                  <a:cubicBezTo>
                    <a:pt x="295751" y="162673"/>
                    <a:pt x="316582" y="150424"/>
                    <a:pt x="337914" y="139009"/>
                  </a:cubicBezTo>
                  <a:cubicBezTo>
                    <a:pt x="339914" y="148758"/>
                    <a:pt x="335831" y="175672"/>
                    <a:pt x="335581" y="181088"/>
                  </a:cubicBezTo>
                  <a:lnTo>
                    <a:pt x="335581" y="181088"/>
                  </a:lnTo>
                  <a:close/>
                </a:path>
              </a:pathLst>
            </a:custGeom>
            <a:grpFill/>
            <a:ln w="8332" cap="flat">
              <a:noFill/>
              <a:prstDash val="solid"/>
              <a:miter/>
            </a:ln>
          </p:spPr>
          <p:txBody>
            <a:bodyPr rtlCol="0" anchor="ctr"/>
            <a:lstStyle/>
            <a:p>
              <a:endParaRPr lang="en-US"/>
            </a:p>
          </p:txBody>
        </p:sp>
        <p:sp>
          <p:nvSpPr>
            <p:cNvPr id="2085" name="Freeform: Shape 2084"/>
            <p:cNvSpPr/>
            <p:nvPr/>
          </p:nvSpPr>
          <p:spPr>
            <a:xfrm>
              <a:off x="8109459" y="694506"/>
              <a:ext cx="343010" cy="710175"/>
            </a:xfrm>
            <a:custGeom>
              <a:avLst/>
              <a:gdLst>
                <a:gd name="connsiteX0" fmla="*/ 342717 w 343010"/>
                <a:gd name="connsiteY0" fmla="*/ 6691 h 710175"/>
                <a:gd name="connsiteX1" fmla="*/ 312887 w 343010"/>
                <a:gd name="connsiteY1" fmla="*/ 14523 h 710175"/>
                <a:gd name="connsiteX2" fmla="*/ 313221 w 343010"/>
                <a:gd name="connsiteY2" fmla="*/ 12107 h 710175"/>
                <a:gd name="connsiteX3" fmla="*/ 304221 w 343010"/>
                <a:gd name="connsiteY3" fmla="*/ 608 h 710175"/>
                <a:gd name="connsiteX4" fmla="*/ 278724 w 343010"/>
                <a:gd name="connsiteY4" fmla="*/ 27439 h 710175"/>
                <a:gd name="connsiteX5" fmla="*/ 265891 w 343010"/>
                <a:gd name="connsiteY5" fmla="*/ 46354 h 710175"/>
                <a:gd name="connsiteX6" fmla="*/ 261642 w 343010"/>
                <a:gd name="connsiteY6" fmla="*/ 38688 h 710175"/>
                <a:gd name="connsiteX7" fmla="*/ 223562 w 343010"/>
                <a:gd name="connsiteY7" fmla="*/ 81601 h 710175"/>
                <a:gd name="connsiteX8" fmla="*/ 191564 w 343010"/>
                <a:gd name="connsiteY8" fmla="*/ 168676 h 710175"/>
                <a:gd name="connsiteX9" fmla="*/ 177316 w 343010"/>
                <a:gd name="connsiteY9" fmla="*/ 211172 h 710175"/>
                <a:gd name="connsiteX10" fmla="*/ 172483 w 343010"/>
                <a:gd name="connsiteY10" fmla="*/ 224338 h 710175"/>
                <a:gd name="connsiteX11" fmla="*/ 169150 w 343010"/>
                <a:gd name="connsiteY11" fmla="*/ 223421 h 710175"/>
                <a:gd name="connsiteX12" fmla="*/ 149068 w 343010"/>
                <a:gd name="connsiteY12" fmla="*/ 252585 h 710175"/>
                <a:gd name="connsiteX13" fmla="*/ 130070 w 343010"/>
                <a:gd name="connsiteY13" fmla="*/ 306997 h 710175"/>
                <a:gd name="connsiteX14" fmla="*/ 110238 w 343010"/>
                <a:gd name="connsiteY14" fmla="*/ 369241 h 710175"/>
                <a:gd name="connsiteX15" fmla="*/ 97574 w 343010"/>
                <a:gd name="connsiteY15" fmla="*/ 410154 h 710175"/>
                <a:gd name="connsiteX16" fmla="*/ 82908 w 343010"/>
                <a:gd name="connsiteY16" fmla="*/ 429653 h 710175"/>
                <a:gd name="connsiteX17" fmla="*/ 80408 w 343010"/>
                <a:gd name="connsiteY17" fmla="*/ 427569 h 710175"/>
                <a:gd name="connsiteX18" fmla="*/ 72908 w 343010"/>
                <a:gd name="connsiteY18" fmla="*/ 428569 h 710175"/>
                <a:gd name="connsiteX19" fmla="*/ 62910 w 343010"/>
                <a:gd name="connsiteY19" fmla="*/ 449984 h 710175"/>
                <a:gd name="connsiteX20" fmla="*/ 51494 w 343010"/>
                <a:gd name="connsiteY20" fmla="*/ 480565 h 710175"/>
                <a:gd name="connsiteX21" fmla="*/ 32913 w 343010"/>
                <a:gd name="connsiteY21" fmla="*/ 548225 h 710175"/>
                <a:gd name="connsiteX22" fmla="*/ 27413 w 343010"/>
                <a:gd name="connsiteY22" fmla="*/ 580889 h 710175"/>
                <a:gd name="connsiteX23" fmla="*/ 4165 w 343010"/>
                <a:gd name="connsiteY23" fmla="*/ 670214 h 710175"/>
                <a:gd name="connsiteX24" fmla="*/ 12165 w 343010"/>
                <a:gd name="connsiteY24" fmla="*/ 708378 h 710175"/>
                <a:gd name="connsiteX25" fmla="*/ 50744 w 343010"/>
                <a:gd name="connsiteY25" fmla="*/ 686796 h 710175"/>
                <a:gd name="connsiteX26" fmla="*/ 73825 w 343010"/>
                <a:gd name="connsiteY26" fmla="*/ 618469 h 710175"/>
                <a:gd name="connsiteX27" fmla="*/ 89740 w 343010"/>
                <a:gd name="connsiteY27" fmla="*/ 553475 h 710175"/>
                <a:gd name="connsiteX28" fmla="*/ 109489 w 343010"/>
                <a:gd name="connsiteY28" fmla="*/ 510062 h 710175"/>
                <a:gd name="connsiteX29" fmla="*/ 138903 w 343010"/>
                <a:gd name="connsiteY29" fmla="*/ 460483 h 710175"/>
                <a:gd name="connsiteX30" fmla="*/ 185648 w 343010"/>
                <a:gd name="connsiteY30" fmla="*/ 349160 h 710175"/>
                <a:gd name="connsiteX31" fmla="*/ 187815 w 343010"/>
                <a:gd name="connsiteY31" fmla="*/ 335911 h 710175"/>
                <a:gd name="connsiteX32" fmla="*/ 246477 w 343010"/>
                <a:gd name="connsiteY32" fmla="*/ 242670 h 710175"/>
                <a:gd name="connsiteX33" fmla="*/ 268557 w 343010"/>
                <a:gd name="connsiteY33" fmla="*/ 188341 h 710175"/>
                <a:gd name="connsiteX34" fmla="*/ 272558 w 343010"/>
                <a:gd name="connsiteY34" fmla="*/ 147845 h 710175"/>
                <a:gd name="connsiteX35" fmla="*/ 270640 w 343010"/>
                <a:gd name="connsiteY35" fmla="*/ 146095 h 710175"/>
                <a:gd name="connsiteX36" fmla="*/ 306721 w 343010"/>
                <a:gd name="connsiteY36" fmla="*/ 91516 h 710175"/>
                <a:gd name="connsiteX37" fmla="*/ 314221 w 343010"/>
                <a:gd name="connsiteY37" fmla="*/ 71768 h 710175"/>
                <a:gd name="connsiteX38" fmla="*/ 314470 w 343010"/>
                <a:gd name="connsiteY38" fmla="*/ 71352 h 710175"/>
                <a:gd name="connsiteX39" fmla="*/ 324386 w 343010"/>
                <a:gd name="connsiteY39" fmla="*/ 56436 h 710175"/>
                <a:gd name="connsiteX40" fmla="*/ 333218 w 343010"/>
                <a:gd name="connsiteY40" fmla="*/ 37188 h 710175"/>
                <a:gd name="connsiteX41" fmla="*/ 339801 w 343010"/>
                <a:gd name="connsiteY41" fmla="*/ 19523 h 710175"/>
                <a:gd name="connsiteX42" fmla="*/ 342717 w 343010"/>
                <a:gd name="connsiteY42" fmla="*/ 6691 h 710175"/>
                <a:gd name="connsiteX43" fmla="*/ 342717 w 343010"/>
                <a:gd name="connsiteY43" fmla="*/ 6691 h 710175"/>
                <a:gd name="connsiteX44" fmla="*/ 135820 w 343010"/>
                <a:gd name="connsiteY44" fmla="*/ 333828 h 710175"/>
                <a:gd name="connsiteX45" fmla="*/ 152819 w 343010"/>
                <a:gd name="connsiteY45" fmla="*/ 280666 h 710175"/>
                <a:gd name="connsiteX46" fmla="*/ 164400 w 343010"/>
                <a:gd name="connsiteY46" fmla="*/ 255168 h 710175"/>
                <a:gd name="connsiteX47" fmla="*/ 169484 w 343010"/>
                <a:gd name="connsiteY47" fmla="*/ 240920 h 710175"/>
                <a:gd name="connsiteX48" fmla="*/ 172816 w 343010"/>
                <a:gd name="connsiteY48" fmla="*/ 262918 h 710175"/>
                <a:gd name="connsiteX49" fmla="*/ 175899 w 343010"/>
                <a:gd name="connsiteY49" fmla="*/ 290249 h 710175"/>
                <a:gd name="connsiteX50" fmla="*/ 177483 w 343010"/>
                <a:gd name="connsiteY50" fmla="*/ 326579 h 710175"/>
                <a:gd name="connsiteX51" fmla="*/ 151901 w 343010"/>
                <a:gd name="connsiteY51" fmla="*/ 351326 h 710175"/>
                <a:gd name="connsiteX52" fmla="*/ 114988 w 343010"/>
                <a:gd name="connsiteY52" fmla="*/ 390573 h 710175"/>
                <a:gd name="connsiteX53" fmla="*/ 135820 w 343010"/>
                <a:gd name="connsiteY53" fmla="*/ 333828 h 710175"/>
                <a:gd name="connsiteX54" fmla="*/ 135820 w 343010"/>
                <a:gd name="connsiteY54" fmla="*/ 333828 h 710175"/>
                <a:gd name="connsiteX55" fmla="*/ 82075 w 343010"/>
                <a:gd name="connsiteY55" fmla="*/ 546059 h 710175"/>
                <a:gd name="connsiteX56" fmla="*/ 81575 w 343010"/>
                <a:gd name="connsiteY56" fmla="*/ 553225 h 710175"/>
                <a:gd name="connsiteX57" fmla="*/ 80158 w 343010"/>
                <a:gd name="connsiteY57" fmla="*/ 558391 h 710175"/>
                <a:gd name="connsiteX58" fmla="*/ 80491 w 343010"/>
                <a:gd name="connsiteY58" fmla="*/ 560724 h 710175"/>
                <a:gd name="connsiteX59" fmla="*/ 67575 w 343010"/>
                <a:gd name="connsiteY59" fmla="*/ 600221 h 710175"/>
                <a:gd name="connsiteX60" fmla="*/ 49244 w 343010"/>
                <a:gd name="connsiteY60" fmla="*/ 652299 h 710175"/>
                <a:gd name="connsiteX61" fmla="*/ 38662 w 343010"/>
                <a:gd name="connsiteY61" fmla="*/ 679713 h 710175"/>
                <a:gd name="connsiteX62" fmla="*/ 31245 w 343010"/>
                <a:gd name="connsiteY62" fmla="*/ 691879 h 710175"/>
                <a:gd name="connsiteX63" fmla="*/ 17747 w 343010"/>
                <a:gd name="connsiteY63" fmla="*/ 690462 h 710175"/>
                <a:gd name="connsiteX64" fmla="*/ 9915 w 343010"/>
                <a:gd name="connsiteY64" fmla="*/ 683046 h 710175"/>
                <a:gd name="connsiteX65" fmla="*/ 9831 w 343010"/>
                <a:gd name="connsiteY65" fmla="*/ 681797 h 710175"/>
                <a:gd name="connsiteX66" fmla="*/ 29162 w 343010"/>
                <a:gd name="connsiteY66" fmla="*/ 618552 h 710175"/>
                <a:gd name="connsiteX67" fmla="*/ 34746 w 343010"/>
                <a:gd name="connsiteY67" fmla="*/ 588138 h 710175"/>
                <a:gd name="connsiteX68" fmla="*/ 38079 w 343010"/>
                <a:gd name="connsiteY68" fmla="*/ 569307 h 710175"/>
                <a:gd name="connsiteX69" fmla="*/ 40745 w 343010"/>
                <a:gd name="connsiteY69" fmla="*/ 557391 h 710175"/>
                <a:gd name="connsiteX70" fmla="*/ 59243 w 343010"/>
                <a:gd name="connsiteY70" fmla="*/ 494397 h 710175"/>
                <a:gd name="connsiteX71" fmla="*/ 70576 w 343010"/>
                <a:gd name="connsiteY71" fmla="*/ 463400 h 710175"/>
                <a:gd name="connsiteX72" fmla="*/ 77158 w 343010"/>
                <a:gd name="connsiteY72" fmla="*/ 448818 h 710175"/>
                <a:gd name="connsiteX73" fmla="*/ 77325 w 343010"/>
                <a:gd name="connsiteY73" fmla="*/ 448151 h 710175"/>
                <a:gd name="connsiteX74" fmla="*/ 77909 w 343010"/>
                <a:gd name="connsiteY74" fmla="*/ 447651 h 710175"/>
                <a:gd name="connsiteX75" fmla="*/ 78241 w 343010"/>
                <a:gd name="connsiteY75" fmla="*/ 447234 h 710175"/>
                <a:gd name="connsiteX76" fmla="*/ 81825 w 343010"/>
                <a:gd name="connsiteY76" fmla="*/ 487981 h 710175"/>
                <a:gd name="connsiteX77" fmla="*/ 82075 w 343010"/>
                <a:gd name="connsiteY77" fmla="*/ 546059 h 710175"/>
                <a:gd name="connsiteX78" fmla="*/ 82075 w 343010"/>
                <a:gd name="connsiteY78" fmla="*/ 546059 h 710175"/>
                <a:gd name="connsiteX79" fmla="*/ 176483 w 343010"/>
                <a:gd name="connsiteY79" fmla="*/ 347660 h 710175"/>
                <a:gd name="connsiteX80" fmla="*/ 172899 w 343010"/>
                <a:gd name="connsiteY80" fmla="*/ 365658 h 710175"/>
                <a:gd name="connsiteX81" fmla="*/ 164318 w 343010"/>
                <a:gd name="connsiteY81" fmla="*/ 389990 h 710175"/>
                <a:gd name="connsiteX82" fmla="*/ 141069 w 343010"/>
                <a:gd name="connsiteY82" fmla="*/ 434569 h 710175"/>
                <a:gd name="connsiteX83" fmla="*/ 118322 w 343010"/>
                <a:gd name="connsiteY83" fmla="*/ 475565 h 710175"/>
                <a:gd name="connsiteX84" fmla="*/ 93074 w 343010"/>
                <a:gd name="connsiteY84" fmla="*/ 517645 h 710175"/>
                <a:gd name="connsiteX85" fmla="*/ 89740 w 343010"/>
                <a:gd name="connsiteY85" fmla="*/ 525227 h 710175"/>
                <a:gd name="connsiteX86" fmla="*/ 86991 w 343010"/>
                <a:gd name="connsiteY86" fmla="*/ 469316 h 710175"/>
                <a:gd name="connsiteX87" fmla="*/ 86158 w 343010"/>
                <a:gd name="connsiteY87" fmla="*/ 438902 h 710175"/>
                <a:gd name="connsiteX88" fmla="*/ 146569 w 343010"/>
                <a:gd name="connsiteY88" fmla="*/ 377407 h 710175"/>
                <a:gd name="connsiteX89" fmla="*/ 177566 w 343010"/>
                <a:gd name="connsiteY89" fmla="*/ 343660 h 710175"/>
                <a:gd name="connsiteX90" fmla="*/ 178733 w 343010"/>
                <a:gd name="connsiteY90" fmla="*/ 342494 h 710175"/>
                <a:gd name="connsiteX91" fmla="*/ 179149 w 343010"/>
                <a:gd name="connsiteY91" fmla="*/ 342577 h 710175"/>
                <a:gd name="connsiteX92" fmla="*/ 176483 w 343010"/>
                <a:gd name="connsiteY92" fmla="*/ 347660 h 710175"/>
                <a:gd name="connsiteX93" fmla="*/ 176483 w 343010"/>
                <a:gd name="connsiteY93" fmla="*/ 347660 h 710175"/>
                <a:gd name="connsiteX94" fmla="*/ 253893 w 343010"/>
                <a:gd name="connsiteY94" fmla="*/ 202340 h 710175"/>
                <a:gd name="connsiteX95" fmla="*/ 230978 w 343010"/>
                <a:gd name="connsiteY95" fmla="*/ 250169 h 710175"/>
                <a:gd name="connsiteX96" fmla="*/ 204981 w 343010"/>
                <a:gd name="connsiteY96" fmla="*/ 295498 h 710175"/>
                <a:gd name="connsiteX97" fmla="*/ 192648 w 343010"/>
                <a:gd name="connsiteY97" fmla="*/ 317163 h 710175"/>
                <a:gd name="connsiteX98" fmla="*/ 185815 w 343010"/>
                <a:gd name="connsiteY98" fmla="*/ 325912 h 710175"/>
                <a:gd name="connsiteX99" fmla="*/ 182982 w 343010"/>
                <a:gd name="connsiteY99" fmla="*/ 282499 h 710175"/>
                <a:gd name="connsiteX100" fmla="*/ 180649 w 343010"/>
                <a:gd name="connsiteY100" fmla="*/ 249419 h 710175"/>
                <a:gd name="connsiteX101" fmla="*/ 221728 w 343010"/>
                <a:gd name="connsiteY101" fmla="*/ 206423 h 710175"/>
                <a:gd name="connsiteX102" fmla="*/ 244227 w 343010"/>
                <a:gd name="connsiteY102" fmla="*/ 182092 h 710175"/>
                <a:gd name="connsiteX103" fmla="*/ 266641 w 343010"/>
                <a:gd name="connsiteY103" fmla="*/ 156844 h 710175"/>
                <a:gd name="connsiteX104" fmla="*/ 253893 w 343010"/>
                <a:gd name="connsiteY104" fmla="*/ 202340 h 710175"/>
                <a:gd name="connsiteX105" fmla="*/ 253893 w 343010"/>
                <a:gd name="connsiteY105" fmla="*/ 202340 h 710175"/>
                <a:gd name="connsiteX106" fmla="*/ 327886 w 343010"/>
                <a:gd name="connsiteY106" fmla="*/ 20523 h 710175"/>
                <a:gd name="connsiteX107" fmla="*/ 320803 w 343010"/>
                <a:gd name="connsiteY107" fmla="*/ 38188 h 710175"/>
                <a:gd name="connsiteX108" fmla="*/ 311887 w 343010"/>
                <a:gd name="connsiteY108" fmla="*/ 56186 h 710175"/>
                <a:gd name="connsiteX109" fmla="*/ 307137 w 343010"/>
                <a:gd name="connsiteY109" fmla="*/ 63019 h 710175"/>
                <a:gd name="connsiteX110" fmla="*/ 304638 w 343010"/>
                <a:gd name="connsiteY110" fmla="*/ 62936 h 710175"/>
                <a:gd name="connsiteX111" fmla="*/ 282139 w 343010"/>
                <a:gd name="connsiteY111" fmla="*/ 75351 h 710175"/>
                <a:gd name="connsiteX112" fmla="*/ 270308 w 343010"/>
                <a:gd name="connsiteY112" fmla="*/ 95599 h 710175"/>
                <a:gd name="connsiteX113" fmla="*/ 273224 w 343010"/>
                <a:gd name="connsiteY113" fmla="*/ 95599 h 710175"/>
                <a:gd name="connsiteX114" fmla="*/ 280974 w 343010"/>
                <a:gd name="connsiteY114" fmla="*/ 89850 h 710175"/>
                <a:gd name="connsiteX115" fmla="*/ 290390 w 343010"/>
                <a:gd name="connsiteY115" fmla="*/ 82017 h 710175"/>
                <a:gd name="connsiteX116" fmla="*/ 299971 w 343010"/>
                <a:gd name="connsiteY116" fmla="*/ 73685 h 710175"/>
                <a:gd name="connsiteX117" fmla="*/ 300971 w 343010"/>
                <a:gd name="connsiteY117" fmla="*/ 77851 h 710175"/>
                <a:gd name="connsiteX118" fmla="*/ 294972 w 343010"/>
                <a:gd name="connsiteY118" fmla="*/ 89933 h 710175"/>
                <a:gd name="connsiteX119" fmla="*/ 281223 w 343010"/>
                <a:gd name="connsiteY119" fmla="*/ 114098 h 710175"/>
                <a:gd name="connsiteX120" fmla="*/ 255642 w 343010"/>
                <a:gd name="connsiteY120" fmla="*/ 153094 h 710175"/>
                <a:gd name="connsiteX121" fmla="*/ 213146 w 343010"/>
                <a:gd name="connsiteY121" fmla="*/ 197757 h 710175"/>
                <a:gd name="connsiteX122" fmla="*/ 179065 w 343010"/>
                <a:gd name="connsiteY122" fmla="*/ 239420 h 710175"/>
                <a:gd name="connsiteX123" fmla="*/ 178149 w 343010"/>
                <a:gd name="connsiteY123" fmla="*/ 236003 h 710175"/>
                <a:gd name="connsiteX124" fmla="*/ 196814 w 343010"/>
                <a:gd name="connsiteY124" fmla="*/ 199173 h 710175"/>
                <a:gd name="connsiteX125" fmla="*/ 220728 w 343010"/>
                <a:gd name="connsiteY125" fmla="*/ 132846 h 710175"/>
                <a:gd name="connsiteX126" fmla="*/ 248727 w 343010"/>
                <a:gd name="connsiteY126" fmla="*/ 61936 h 710175"/>
                <a:gd name="connsiteX127" fmla="*/ 255642 w 343010"/>
                <a:gd name="connsiteY127" fmla="*/ 50437 h 710175"/>
                <a:gd name="connsiteX128" fmla="*/ 257475 w 343010"/>
                <a:gd name="connsiteY128" fmla="*/ 63352 h 710175"/>
                <a:gd name="connsiteX129" fmla="*/ 255893 w 343010"/>
                <a:gd name="connsiteY129" fmla="*/ 70935 h 710175"/>
                <a:gd name="connsiteX130" fmla="*/ 256309 w 343010"/>
                <a:gd name="connsiteY130" fmla="*/ 72352 h 710175"/>
                <a:gd name="connsiteX131" fmla="*/ 253643 w 343010"/>
                <a:gd name="connsiteY131" fmla="*/ 101682 h 710175"/>
                <a:gd name="connsiteX132" fmla="*/ 239227 w 343010"/>
                <a:gd name="connsiteY132" fmla="*/ 119264 h 710175"/>
                <a:gd name="connsiteX133" fmla="*/ 225645 w 343010"/>
                <a:gd name="connsiteY133" fmla="*/ 142345 h 710175"/>
                <a:gd name="connsiteX134" fmla="*/ 228977 w 343010"/>
                <a:gd name="connsiteY134" fmla="*/ 144262 h 710175"/>
                <a:gd name="connsiteX135" fmla="*/ 228977 w 343010"/>
                <a:gd name="connsiteY135" fmla="*/ 144262 h 710175"/>
                <a:gd name="connsiteX136" fmla="*/ 235310 w 343010"/>
                <a:gd name="connsiteY136" fmla="*/ 138679 h 710175"/>
                <a:gd name="connsiteX137" fmla="*/ 241977 w 343010"/>
                <a:gd name="connsiteY137" fmla="*/ 130680 h 710175"/>
                <a:gd name="connsiteX138" fmla="*/ 251892 w 343010"/>
                <a:gd name="connsiteY138" fmla="*/ 118097 h 710175"/>
                <a:gd name="connsiteX139" fmla="*/ 258976 w 343010"/>
                <a:gd name="connsiteY139" fmla="*/ 110181 h 710175"/>
                <a:gd name="connsiteX140" fmla="*/ 259225 w 343010"/>
                <a:gd name="connsiteY140" fmla="*/ 107432 h 710175"/>
                <a:gd name="connsiteX141" fmla="*/ 259225 w 343010"/>
                <a:gd name="connsiteY141" fmla="*/ 111015 h 710175"/>
                <a:gd name="connsiteX142" fmla="*/ 258225 w 343010"/>
                <a:gd name="connsiteY142" fmla="*/ 132346 h 710175"/>
                <a:gd name="connsiteX143" fmla="*/ 263892 w 343010"/>
                <a:gd name="connsiteY143" fmla="*/ 133096 h 710175"/>
                <a:gd name="connsiteX144" fmla="*/ 260475 w 343010"/>
                <a:gd name="connsiteY144" fmla="*/ 98432 h 710175"/>
                <a:gd name="connsiteX145" fmla="*/ 264975 w 343010"/>
                <a:gd name="connsiteY145" fmla="*/ 65352 h 710175"/>
                <a:gd name="connsiteX146" fmla="*/ 301221 w 343010"/>
                <a:gd name="connsiteY146" fmla="*/ 15607 h 710175"/>
                <a:gd name="connsiteX147" fmla="*/ 302054 w 343010"/>
                <a:gd name="connsiteY147" fmla="*/ 14940 h 710175"/>
                <a:gd name="connsiteX148" fmla="*/ 301138 w 343010"/>
                <a:gd name="connsiteY148" fmla="*/ 19440 h 710175"/>
                <a:gd name="connsiteX149" fmla="*/ 296472 w 343010"/>
                <a:gd name="connsiteY149" fmla="*/ 49520 h 710175"/>
                <a:gd name="connsiteX150" fmla="*/ 304388 w 343010"/>
                <a:gd name="connsiteY150" fmla="*/ 52853 h 710175"/>
                <a:gd name="connsiteX151" fmla="*/ 311637 w 343010"/>
                <a:gd name="connsiteY151" fmla="*/ 25272 h 710175"/>
                <a:gd name="connsiteX152" fmla="*/ 329052 w 343010"/>
                <a:gd name="connsiteY152" fmla="*/ 14940 h 710175"/>
                <a:gd name="connsiteX153" fmla="*/ 327886 w 343010"/>
                <a:gd name="connsiteY153" fmla="*/ 20523 h 710175"/>
                <a:gd name="connsiteX154" fmla="*/ 327886 w 343010"/>
                <a:gd name="connsiteY154" fmla="*/ 20523 h 710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Lst>
              <a:rect l="l" t="t" r="r" b="b"/>
              <a:pathLst>
                <a:path w="343010" h="710175">
                  <a:moveTo>
                    <a:pt x="342717" y="6691"/>
                  </a:moveTo>
                  <a:cubicBezTo>
                    <a:pt x="338135" y="-7725"/>
                    <a:pt x="323053" y="4108"/>
                    <a:pt x="312887" y="14523"/>
                  </a:cubicBezTo>
                  <a:cubicBezTo>
                    <a:pt x="312971" y="13690"/>
                    <a:pt x="313137" y="12940"/>
                    <a:pt x="313221" y="12107"/>
                  </a:cubicBezTo>
                  <a:cubicBezTo>
                    <a:pt x="314304" y="5774"/>
                    <a:pt x="312720" y="-2225"/>
                    <a:pt x="304221" y="608"/>
                  </a:cubicBezTo>
                  <a:cubicBezTo>
                    <a:pt x="293889" y="4024"/>
                    <a:pt x="284223" y="18773"/>
                    <a:pt x="278724" y="27439"/>
                  </a:cubicBezTo>
                  <a:cubicBezTo>
                    <a:pt x="275140" y="33022"/>
                    <a:pt x="270224" y="39521"/>
                    <a:pt x="265891" y="46354"/>
                  </a:cubicBezTo>
                  <a:cubicBezTo>
                    <a:pt x="265392" y="43104"/>
                    <a:pt x="264225" y="40271"/>
                    <a:pt x="261642" y="38688"/>
                  </a:cubicBezTo>
                  <a:cubicBezTo>
                    <a:pt x="246477" y="29439"/>
                    <a:pt x="227395" y="73518"/>
                    <a:pt x="223562" y="81601"/>
                  </a:cubicBezTo>
                  <a:cubicBezTo>
                    <a:pt x="210147" y="109598"/>
                    <a:pt x="202063" y="139595"/>
                    <a:pt x="191564" y="168676"/>
                  </a:cubicBezTo>
                  <a:cubicBezTo>
                    <a:pt x="186482" y="182758"/>
                    <a:pt x="182315" y="197007"/>
                    <a:pt x="177316" y="211172"/>
                  </a:cubicBezTo>
                  <a:cubicBezTo>
                    <a:pt x="175899" y="215255"/>
                    <a:pt x="173983" y="219755"/>
                    <a:pt x="172483" y="224338"/>
                  </a:cubicBezTo>
                  <a:cubicBezTo>
                    <a:pt x="171567" y="223755"/>
                    <a:pt x="170484" y="223421"/>
                    <a:pt x="169150" y="223421"/>
                  </a:cubicBezTo>
                  <a:cubicBezTo>
                    <a:pt x="156318" y="223088"/>
                    <a:pt x="153151" y="243503"/>
                    <a:pt x="149068" y="252585"/>
                  </a:cubicBezTo>
                  <a:cubicBezTo>
                    <a:pt x="141153" y="270250"/>
                    <a:pt x="134737" y="288249"/>
                    <a:pt x="130070" y="306997"/>
                  </a:cubicBezTo>
                  <a:cubicBezTo>
                    <a:pt x="124738" y="328162"/>
                    <a:pt x="117155" y="348660"/>
                    <a:pt x="110238" y="369241"/>
                  </a:cubicBezTo>
                  <a:cubicBezTo>
                    <a:pt x="105739" y="382740"/>
                    <a:pt x="101906" y="396572"/>
                    <a:pt x="97574" y="410154"/>
                  </a:cubicBezTo>
                  <a:cubicBezTo>
                    <a:pt x="92324" y="416404"/>
                    <a:pt x="87407" y="422820"/>
                    <a:pt x="82908" y="429653"/>
                  </a:cubicBezTo>
                  <a:cubicBezTo>
                    <a:pt x="82157" y="428736"/>
                    <a:pt x="81408" y="428069"/>
                    <a:pt x="80408" y="427569"/>
                  </a:cubicBezTo>
                  <a:cubicBezTo>
                    <a:pt x="77825" y="426403"/>
                    <a:pt x="74992" y="426486"/>
                    <a:pt x="72908" y="428569"/>
                  </a:cubicBezTo>
                  <a:cubicBezTo>
                    <a:pt x="67326" y="434069"/>
                    <a:pt x="65993" y="442985"/>
                    <a:pt x="62910" y="449984"/>
                  </a:cubicBezTo>
                  <a:cubicBezTo>
                    <a:pt x="58493" y="459983"/>
                    <a:pt x="54911" y="470232"/>
                    <a:pt x="51494" y="480565"/>
                  </a:cubicBezTo>
                  <a:cubicBezTo>
                    <a:pt x="44245" y="502979"/>
                    <a:pt x="38079" y="525311"/>
                    <a:pt x="32913" y="548225"/>
                  </a:cubicBezTo>
                  <a:cubicBezTo>
                    <a:pt x="30496" y="559058"/>
                    <a:pt x="28913" y="569973"/>
                    <a:pt x="27413" y="580889"/>
                  </a:cubicBezTo>
                  <a:cubicBezTo>
                    <a:pt x="20080" y="610803"/>
                    <a:pt x="13248" y="640800"/>
                    <a:pt x="4165" y="670214"/>
                  </a:cubicBezTo>
                  <a:cubicBezTo>
                    <a:pt x="-169" y="684213"/>
                    <a:pt x="-5168" y="701212"/>
                    <a:pt x="12165" y="708378"/>
                  </a:cubicBezTo>
                  <a:cubicBezTo>
                    <a:pt x="29162" y="715377"/>
                    <a:pt x="43828" y="700628"/>
                    <a:pt x="50744" y="686796"/>
                  </a:cubicBezTo>
                  <a:cubicBezTo>
                    <a:pt x="61493" y="665215"/>
                    <a:pt x="66576" y="641217"/>
                    <a:pt x="73825" y="618469"/>
                  </a:cubicBezTo>
                  <a:cubicBezTo>
                    <a:pt x="80825" y="596554"/>
                    <a:pt x="88657" y="576389"/>
                    <a:pt x="89740" y="553475"/>
                  </a:cubicBezTo>
                  <a:cubicBezTo>
                    <a:pt x="96823" y="539309"/>
                    <a:pt x="101740" y="523894"/>
                    <a:pt x="109489" y="510062"/>
                  </a:cubicBezTo>
                  <a:cubicBezTo>
                    <a:pt x="118821" y="493313"/>
                    <a:pt x="129487" y="477315"/>
                    <a:pt x="138903" y="460483"/>
                  </a:cubicBezTo>
                  <a:cubicBezTo>
                    <a:pt x="158734" y="424903"/>
                    <a:pt x="175233" y="388573"/>
                    <a:pt x="185648" y="349160"/>
                  </a:cubicBezTo>
                  <a:cubicBezTo>
                    <a:pt x="186565" y="345660"/>
                    <a:pt x="187982" y="340411"/>
                    <a:pt x="187815" y="335911"/>
                  </a:cubicBezTo>
                  <a:cubicBezTo>
                    <a:pt x="210229" y="306497"/>
                    <a:pt x="232227" y="277250"/>
                    <a:pt x="246477" y="242670"/>
                  </a:cubicBezTo>
                  <a:cubicBezTo>
                    <a:pt x="253975" y="224588"/>
                    <a:pt x="262475" y="207006"/>
                    <a:pt x="268557" y="188341"/>
                  </a:cubicBezTo>
                  <a:cubicBezTo>
                    <a:pt x="272308" y="176842"/>
                    <a:pt x="277973" y="159427"/>
                    <a:pt x="272558" y="147845"/>
                  </a:cubicBezTo>
                  <a:cubicBezTo>
                    <a:pt x="272141" y="147011"/>
                    <a:pt x="271474" y="146428"/>
                    <a:pt x="270640" y="146095"/>
                  </a:cubicBezTo>
                  <a:cubicBezTo>
                    <a:pt x="285723" y="130263"/>
                    <a:pt x="297389" y="111098"/>
                    <a:pt x="306721" y="91516"/>
                  </a:cubicBezTo>
                  <a:cubicBezTo>
                    <a:pt x="309055" y="86684"/>
                    <a:pt x="314304" y="78434"/>
                    <a:pt x="314221" y="71768"/>
                  </a:cubicBezTo>
                  <a:cubicBezTo>
                    <a:pt x="314304" y="71601"/>
                    <a:pt x="314386" y="71518"/>
                    <a:pt x="314470" y="71352"/>
                  </a:cubicBezTo>
                  <a:cubicBezTo>
                    <a:pt x="316803" y="65769"/>
                    <a:pt x="321470" y="61769"/>
                    <a:pt x="324386" y="56436"/>
                  </a:cubicBezTo>
                  <a:cubicBezTo>
                    <a:pt x="327803" y="50270"/>
                    <a:pt x="330302" y="43521"/>
                    <a:pt x="333218" y="37188"/>
                  </a:cubicBezTo>
                  <a:cubicBezTo>
                    <a:pt x="335969" y="31355"/>
                    <a:pt x="337885" y="25606"/>
                    <a:pt x="339801" y="19523"/>
                  </a:cubicBezTo>
                  <a:cubicBezTo>
                    <a:pt x="340885" y="15940"/>
                    <a:pt x="343968" y="10690"/>
                    <a:pt x="342717" y="6691"/>
                  </a:cubicBezTo>
                  <a:lnTo>
                    <a:pt x="342717" y="6691"/>
                  </a:lnTo>
                  <a:close/>
                  <a:moveTo>
                    <a:pt x="135820" y="333828"/>
                  </a:moveTo>
                  <a:cubicBezTo>
                    <a:pt x="142153" y="316330"/>
                    <a:pt x="145902" y="298081"/>
                    <a:pt x="152819" y="280666"/>
                  </a:cubicBezTo>
                  <a:cubicBezTo>
                    <a:pt x="156318" y="271917"/>
                    <a:pt x="160317" y="263584"/>
                    <a:pt x="164400" y="255168"/>
                  </a:cubicBezTo>
                  <a:cubicBezTo>
                    <a:pt x="165401" y="253085"/>
                    <a:pt x="167484" y="246003"/>
                    <a:pt x="169484" y="240920"/>
                  </a:cubicBezTo>
                  <a:cubicBezTo>
                    <a:pt x="172066" y="247502"/>
                    <a:pt x="171899" y="257252"/>
                    <a:pt x="172816" y="262918"/>
                  </a:cubicBezTo>
                  <a:cubicBezTo>
                    <a:pt x="174400" y="272084"/>
                    <a:pt x="175066" y="281083"/>
                    <a:pt x="175899" y="290249"/>
                  </a:cubicBezTo>
                  <a:cubicBezTo>
                    <a:pt x="176982" y="302331"/>
                    <a:pt x="176733" y="314496"/>
                    <a:pt x="177483" y="326579"/>
                  </a:cubicBezTo>
                  <a:cubicBezTo>
                    <a:pt x="167484" y="328079"/>
                    <a:pt x="156985" y="345327"/>
                    <a:pt x="151901" y="351326"/>
                  </a:cubicBezTo>
                  <a:cubicBezTo>
                    <a:pt x="140320" y="364908"/>
                    <a:pt x="127404" y="377574"/>
                    <a:pt x="114988" y="390573"/>
                  </a:cubicBezTo>
                  <a:cubicBezTo>
                    <a:pt x="123571" y="372241"/>
                    <a:pt x="129320" y="351910"/>
                    <a:pt x="135820" y="333828"/>
                  </a:cubicBezTo>
                  <a:lnTo>
                    <a:pt x="135820" y="333828"/>
                  </a:lnTo>
                  <a:close/>
                  <a:moveTo>
                    <a:pt x="82075" y="546059"/>
                  </a:moveTo>
                  <a:cubicBezTo>
                    <a:pt x="81992" y="548475"/>
                    <a:pt x="81825" y="550892"/>
                    <a:pt x="81575" y="553225"/>
                  </a:cubicBezTo>
                  <a:cubicBezTo>
                    <a:pt x="81158" y="554975"/>
                    <a:pt x="80658" y="556641"/>
                    <a:pt x="80158" y="558391"/>
                  </a:cubicBezTo>
                  <a:cubicBezTo>
                    <a:pt x="79908" y="559308"/>
                    <a:pt x="80074" y="560058"/>
                    <a:pt x="80491" y="560724"/>
                  </a:cubicBezTo>
                  <a:cubicBezTo>
                    <a:pt x="78075" y="574390"/>
                    <a:pt x="73242" y="586805"/>
                    <a:pt x="67575" y="600221"/>
                  </a:cubicBezTo>
                  <a:cubicBezTo>
                    <a:pt x="60409" y="617136"/>
                    <a:pt x="55327" y="634967"/>
                    <a:pt x="49244" y="652299"/>
                  </a:cubicBezTo>
                  <a:cubicBezTo>
                    <a:pt x="46078" y="661548"/>
                    <a:pt x="42995" y="670881"/>
                    <a:pt x="38662" y="679713"/>
                  </a:cubicBezTo>
                  <a:cubicBezTo>
                    <a:pt x="36662" y="683880"/>
                    <a:pt x="34495" y="688463"/>
                    <a:pt x="31245" y="691879"/>
                  </a:cubicBezTo>
                  <a:cubicBezTo>
                    <a:pt x="26996" y="697878"/>
                    <a:pt x="22497" y="697462"/>
                    <a:pt x="17747" y="690462"/>
                  </a:cubicBezTo>
                  <a:cubicBezTo>
                    <a:pt x="10831" y="689629"/>
                    <a:pt x="8164" y="687129"/>
                    <a:pt x="9915" y="683046"/>
                  </a:cubicBezTo>
                  <a:cubicBezTo>
                    <a:pt x="9831" y="682630"/>
                    <a:pt x="9831" y="682213"/>
                    <a:pt x="9831" y="681797"/>
                  </a:cubicBezTo>
                  <a:cubicBezTo>
                    <a:pt x="17164" y="660965"/>
                    <a:pt x="24163" y="640050"/>
                    <a:pt x="29162" y="618552"/>
                  </a:cubicBezTo>
                  <a:cubicBezTo>
                    <a:pt x="31496" y="608470"/>
                    <a:pt x="33079" y="598304"/>
                    <a:pt x="34746" y="588138"/>
                  </a:cubicBezTo>
                  <a:cubicBezTo>
                    <a:pt x="35912" y="581889"/>
                    <a:pt x="36995" y="575556"/>
                    <a:pt x="38079" y="569307"/>
                  </a:cubicBezTo>
                  <a:cubicBezTo>
                    <a:pt x="38912" y="565307"/>
                    <a:pt x="39745" y="561307"/>
                    <a:pt x="40745" y="557391"/>
                  </a:cubicBezTo>
                  <a:cubicBezTo>
                    <a:pt x="46245" y="536143"/>
                    <a:pt x="52327" y="515228"/>
                    <a:pt x="59243" y="494397"/>
                  </a:cubicBezTo>
                  <a:cubicBezTo>
                    <a:pt x="62659" y="483981"/>
                    <a:pt x="66326" y="473565"/>
                    <a:pt x="70576" y="463400"/>
                  </a:cubicBezTo>
                  <a:cubicBezTo>
                    <a:pt x="72659" y="458483"/>
                    <a:pt x="75325" y="453817"/>
                    <a:pt x="77158" y="448818"/>
                  </a:cubicBezTo>
                  <a:cubicBezTo>
                    <a:pt x="77241" y="448651"/>
                    <a:pt x="77325" y="448401"/>
                    <a:pt x="77325" y="448151"/>
                  </a:cubicBezTo>
                  <a:cubicBezTo>
                    <a:pt x="77492" y="447984"/>
                    <a:pt x="77742" y="447901"/>
                    <a:pt x="77909" y="447651"/>
                  </a:cubicBezTo>
                  <a:cubicBezTo>
                    <a:pt x="77991" y="447484"/>
                    <a:pt x="78158" y="447401"/>
                    <a:pt x="78241" y="447234"/>
                  </a:cubicBezTo>
                  <a:cubicBezTo>
                    <a:pt x="80575" y="460567"/>
                    <a:pt x="81658" y="485231"/>
                    <a:pt x="81825" y="487981"/>
                  </a:cubicBezTo>
                  <a:cubicBezTo>
                    <a:pt x="83324" y="507146"/>
                    <a:pt x="82825" y="526727"/>
                    <a:pt x="82075" y="546059"/>
                  </a:cubicBezTo>
                  <a:lnTo>
                    <a:pt x="82075" y="546059"/>
                  </a:lnTo>
                  <a:close/>
                  <a:moveTo>
                    <a:pt x="176483" y="347660"/>
                  </a:moveTo>
                  <a:cubicBezTo>
                    <a:pt x="174650" y="352993"/>
                    <a:pt x="174483" y="359909"/>
                    <a:pt x="172899" y="365658"/>
                  </a:cubicBezTo>
                  <a:cubicBezTo>
                    <a:pt x="170649" y="373991"/>
                    <a:pt x="167484" y="381907"/>
                    <a:pt x="164318" y="389990"/>
                  </a:cubicBezTo>
                  <a:cubicBezTo>
                    <a:pt x="157985" y="405738"/>
                    <a:pt x="148402" y="419404"/>
                    <a:pt x="141069" y="434569"/>
                  </a:cubicBezTo>
                  <a:cubicBezTo>
                    <a:pt x="134236" y="448484"/>
                    <a:pt x="126321" y="462233"/>
                    <a:pt x="118322" y="475565"/>
                  </a:cubicBezTo>
                  <a:cubicBezTo>
                    <a:pt x="109822" y="489647"/>
                    <a:pt x="100573" y="502896"/>
                    <a:pt x="93074" y="517645"/>
                  </a:cubicBezTo>
                  <a:cubicBezTo>
                    <a:pt x="91823" y="520144"/>
                    <a:pt x="90740" y="522644"/>
                    <a:pt x="89740" y="525227"/>
                  </a:cubicBezTo>
                  <a:cubicBezTo>
                    <a:pt x="89574" y="506562"/>
                    <a:pt x="88824" y="487814"/>
                    <a:pt x="86991" y="469316"/>
                  </a:cubicBezTo>
                  <a:cubicBezTo>
                    <a:pt x="86407" y="463316"/>
                    <a:pt x="87824" y="449151"/>
                    <a:pt x="86158" y="438902"/>
                  </a:cubicBezTo>
                  <a:cubicBezTo>
                    <a:pt x="105739" y="417820"/>
                    <a:pt x="126487" y="398072"/>
                    <a:pt x="146569" y="377407"/>
                  </a:cubicBezTo>
                  <a:cubicBezTo>
                    <a:pt x="157234" y="366492"/>
                    <a:pt x="167150" y="354909"/>
                    <a:pt x="177566" y="343660"/>
                  </a:cubicBezTo>
                  <a:cubicBezTo>
                    <a:pt x="178149" y="343077"/>
                    <a:pt x="178483" y="342661"/>
                    <a:pt x="178733" y="342494"/>
                  </a:cubicBezTo>
                  <a:cubicBezTo>
                    <a:pt x="178900" y="342577"/>
                    <a:pt x="178982" y="342577"/>
                    <a:pt x="179149" y="342577"/>
                  </a:cubicBezTo>
                  <a:cubicBezTo>
                    <a:pt x="178733" y="343494"/>
                    <a:pt x="176982" y="346243"/>
                    <a:pt x="176483" y="347660"/>
                  </a:cubicBezTo>
                  <a:lnTo>
                    <a:pt x="176483" y="347660"/>
                  </a:lnTo>
                  <a:close/>
                  <a:moveTo>
                    <a:pt x="253893" y="202340"/>
                  </a:moveTo>
                  <a:cubicBezTo>
                    <a:pt x="247226" y="218505"/>
                    <a:pt x="239227" y="234753"/>
                    <a:pt x="230978" y="250169"/>
                  </a:cubicBezTo>
                  <a:cubicBezTo>
                    <a:pt x="222811" y="265501"/>
                    <a:pt x="214146" y="280666"/>
                    <a:pt x="204981" y="295498"/>
                  </a:cubicBezTo>
                  <a:cubicBezTo>
                    <a:pt x="200648" y="302581"/>
                    <a:pt x="197481" y="310413"/>
                    <a:pt x="192648" y="317163"/>
                  </a:cubicBezTo>
                  <a:cubicBezTo>
                    <a:pt x="190564" y="320162"/>
                    <a:pt x="188232" y="323079"/>
                    <a:pt x="185815" y="325912"/>
                  </a:cubicBezTo>
                  <a:cubicBezTo>
                    <a:pt x="185482" y="311413"/>
                    <a:pt x="183982" y="296831"/>
                    <a:pt x="182982" y="282499"/>
                  </a:cubicBezTo>
                  <a:cubicBezTo>
                    <a:pt x="182232" y="272167"/>
                    <a:pt x="182066" y="260585"/>
                    <a:pt x="180649" y="249419"/>
                  </a:cubicBezTo>
                  <a:cubicBezTo>
                    <a:pt x="193731" y="234753"/>
                    <a:pt x="208396" y="221005"/>
                    <a:pt x="221728" y="206423"/>
                  </a:cubicBezTo>
                  <a:cubicBezTo>
                    <a:pt x="229228" y="198257"/>
                    <a:pt x="236977" y="190424"/>
                    <a:pt x="244227" y="182092"/>
                  </a:cubicBezTo>
                  <a:cubicBezTo>
                    <a:pt x="251393" y="173926"/>
                    <a:pt x="258308" y="164176"/>
                    <a:pt x="266641" y="156844"/>
                  </a:cubicBezTo>
                  <a:cubicBezTo>
                    <a:pt x="268974" y="170509"/>
                    <a:pt x="258059" y="192257"/>
                    <a:pt x="253893" y="202340"/>
                  </a:cubicBezTo>
                  <a:lnTo>
                    <a:pt x="253893" y="202340"/>
                  </a:lnTo>
                  <a:close/>
                  <a:moveTo>
                    <a:pt x="327886" y="20523"/>
                  </a:moveTo>
                  <a:cubicBezTo>
                    <a:pt x="326136" y="26689"/>
                    <a:pt x="323386" y="32355"/>
                    <a:pt x="320803" y="38188"/>
                  </a:cubicBezTo>
                  <a:cubicBezTo>
                    <a:pt x="318137" y="44354"/>
                    <a:pt x="315887" y="50687"/>
                    <a:pt x="311887" y="56186"/>
                  </a:cubicBezTo>
                  <a:cubicBezTo>
                    <a:pt x="310054" y="58686"/>
                    <a:pt x="308387" y="60686"/>
                    <a:pt x="307137" y="63019"/>
                  </a:cubicBezTo>
                  <a:cubicBezTo>
                    <a:pt x="306304" y="62852"/>
                    <a:pt x="305471" y="62852"/>
                    <a:pt x="304638" y="62936"/>
                  </a:cubicBezTo>
                  <a:cubicBezTo>
                    <a:pt x="297138" y="57770"/>
                    <a:pt x="286556" y="70518"/>
                    <a:pt x="282139" y="75351"/>
                  </a:cubicBezTo>
                  <a:cubicBezTo>
                    <a:pt x="277891" y="79934"/>
                    <a:pt x="267225" y="88433"/>
                    <a:pt x="270308" y="95599"/>
                  </a:cubicBezTo>
                  <a:cubicBezTo>
                    <a:pt x="270807" y="96766"/>
                    <a:pt x="272641" y="96599"/>
                    <a:pt x="273224" y="95599"/>
                  </a:cubicBezTo>
                  <a:cubicBezTo>
                    <a:pt x="274474" y="93266"/>
                    <a:pt x="278973" y="91350"/>
                    <a:pt x="280974" y="89850"/>
                  </a:cubicBezTo>
                  <a:cubicBezTo>
                    <a:pt x="284223" y="87350"/>
                    <a:pt x="287306" y="84684"/>
                    <a:pt x="290390" y="82017"/>
                  </a:cubicBezTo>
                  <a:cubicBezTo>
                    <a:pt x="293555" y="79184"/>
                    <a:pt x="296639" y="76268"/>
                    <a:pt x="299971" y="73685"/>
                  </a:cubicBezTo>
                  <a:cubicBezTo>
                    <a:pt x="303221" y="72935"/>
                    <a:pt x="301888" y="74268"/>
                    <a:pt x="300971" y="77851"/>
                  </a:cubicBezTo>
                  <a:cubicBezTo>
                    <a:pt x="300055" y="81517"/>
                    <a:pt x="296805" y="86600"/>
                    <a:pt x="294972" y="89933"/>
                  </a:cubicBezTo>
                  <a:cubicBezTo>
                    <a:pt x="290555" y="98016"/>
                    <a:pt x="286056" y="106265"/>
                    <a:pt x="281223" y="114098"/>
                  </a:cubicBezTo>
                  <a:cubicBezTo>
                    <a:pt x="273057" y="127346"/>
                    <a:pt x="263975" y="140012"/>
                    <a:pt x="255642" y="153094"/>
                  </a:cubicBezTo>
                  <a:cubicBezTo>
                    <a:pt x="239311" y="165010"/>
                    <a:pt x="226061" y="183341"/>
                    <a:pt x="213146" y="197757"/>
                  </a:cubicBezTo>
                  <a:cubicBezTo>
                    <a:pt x="201647" y="210672"/>
                    <a:pt x="187815" y="224004"/>
                    <a:pt x="179065" y="239420"/>
                  </a:cubicBezTo>
                  <a:cubicBezTo>
                    <a:pt x="178816" y="238253"/>
                    <a:pt x="178483" y="237170"/>
                    <a:pt x="178149" y="236003"/>
                  </a:cubicBezTo>
                  <a:cubicBezTo>
                    <a:pt x="186815" y="226421"/>
                    <a:pt x="192731" y="209173"/>
                    <a:pt x="196814" y="199173"/>
                  </a:cubicBezTo>
                  <a:cubicBezTo>
                    <a:pt x="205480" y="177842"/>
                    <a:pt x="214395" y="154844"/>
                    <a:pt x="220728" y="132846"/>
                  </a:cubicBezTo>
                  <a:cubicBezTo>
                    <a:pt x="227728" y="108515"/>
                    <a:pt x="236560" y="84184"/>
                    <a:pt x="248727" y="61936"/>
                  </a:cubicBezTo>
                  <a:cubicBezTo>
                    <a:pt x="249727" y="60103"/>
                    <a:pt x="253392" y="51020"/>
                    <a:pt x="255642" y="50437"/>
                  </a:cubicBezTo>
                  <a:cubicBezTo>
                    <a:pt x="259892" y="49354"/>
                    <a:pt x="258392" y="58353"/>
                    <a:pt x="257475" y="63352"/>
                  </a:cubicBezTo>
                  <a:cubicBezTo>
                    <a:pt x="256642" y="65935"/>
                    <a:pt x="256058" y="68435"/>
                    <a:pt x="255893" y="70935"/>
                  </a:cubicBezTo>
                  <a:cubicBezTo>
                    <a:pt x="255893" y="71518"/>
                    <a:pt x="255976" y="71935"/>
                    <a:pt x="256309" y="72352"/>
                  </a:cubicBezTo>
                  <a:cubicBezTo>
                    <a:pt x="255225" y="82101"/>
                    <a:pt x="254476" y="91933"/>
                    <a:pt x="253643" y="101682"/>
                  </a:cubicBezTo>
                  <a:cubicBezTo>
                    <a:pt x="247477" y="106099"/>
                    <a:pt x="243394" y="113098"/>
                    <a:pt x="239227" y="119264"/>
                  </a:cubicBezTo>
                  <a:cubicBezTo>
                    <a:pt x="234477" y="126180"/>
                    <a:pt x="227311" y="133929"/>
                    <a:pt x="225645" y="142345"/>
                  </a:cubicBezTo>
                  <a:cubicBezTo>
                    <a:pt x="225228" y="144512"/>
                    <a:pt x="227728" y="145512"/>
                    <a:pt x="228977" y="144262"/>
                  </a:cubicBezTo>
                  <a:lnTo>
                    <a:pt x="228977" y="144262"/>
                  </a:lnTo>
                  <a:cubicBezTo>
                    <a:pt x="230811" y="142262"/>
                    <a:pt x="233394" y="140679"/>
                    <a:pt x="235310" y="138679"/>
                  </a:cubicBezTo>
                  <a:cubicBezTo>
                    <a:pt x="237727" y="136179"/>
                    <a:pt x="239727" y="133346"/>
                    <a:pt x="241977" y="130680"/>
                  </a:cubicBezTo>
                  <a:cubicBezTo>
                    <a:pt x="245393" y="126597"/>
                    <a:pt x="248643" y="122430"/>
                    <a:pt x="251892" y="118097"/>
                  </a:cubicBezTo>
                  <a:cubicBezTo>
                    <a:pt x="254142" y="115181"/>
                    <a:pt x="256559" y="112764"/>
                    <a:pt x="258976" y="110181"/>
                  </a:cubicBezTo>
                  <a:cubicBezTo>
                    <a:pt x="259059" y="109265"/>
                    <a:pt x="259142" y="108348"/>
                    <a:pt x="259225" y="107432"/>
                  </a:cubicBezTo>
                  <a:cubicBezTo>
                    <a:pt x="259308" y="108598"/>
                    <a:pt x="259308" y="109848"/>
                    <a:pt x="259225" y="111015"/>
                  </a:cubicBezTo>
                  <a:cubicBezTo>
                    <a:pt x="259059" y="118181"/>
                    <a:pt x="256976" y="125180"/>
                    <a:pt x="258225" y="132346"/>
                  </a:cubicBezTo>
                  <a:cubicBezTo>
                    <a:pt x="258725" y="135096"/>
                    <a:pt x="262558" y="135179"/>
                    <a:pt x="263892" y="133096"/>
                  </a:cubicBezTo>
                  <a:cubicBezTo>
                    <a:pt x="267724" y="126847"/>
                    <a:pt x="273724" y="96016"/>
                    <a:pt x="260475" y="98432"/>
                  </a:cubicBezTo>
                  <a:cubicBezTo>
                    <a:pt x="262059" y="87433"/>
                    <a:pt x="263558" y="76434"/>
                    <a:pt x="264975" y="65352"/>
                  </a:cubicBezTo>
                  <a:cubicBezTo>
                    <a:pt x="276140" y="48354"/>
                    <a:pt x="286140" y="28855"/>
                    <a:pt x="301221" y="15607"/>
                  </a:cubicBezTo>
                  <a:cubicBezTo>
                    <a:pt x="301138" y="15690"/>
                    <a:pt x="301472" y="15440"/>
                    <a:pt x="302054" y="14940"/>
                  </a:cubicBezTo>
                  <a:cubicBezTo>
                    <a:pt x="301555" y="17106"/>
                    <a:pt x="301221" y="19106"/>
                    <a:pt x="301138" y="19440"/>
                  </a:cubicBezTo>
                  <a:cubicBezTo>
                    <a:pt x="298805" y="29522"/>
                    <a:pt x="298555" y="39438"/>
                    <a:pt x="296472" y="49520"/>
                  </a:cubicBezTo>
                  <a:cubicBezTo>
                    <a:pt x="295556" y="54103"/>
                    <a:pt x="301888" y="57353"/>
                    <a:pt x="304388" y="52853"/>
                  </a:cubicBezTo>
                  <a:cubicBezTo>
                    <a:pt x="308888" y="44687"/>
                    <a:pt x="310387" y="34938"/>
                    <a:pt x="311637" y="25272"/>
                  </a:cubicBezTo>
                  <a:cubicBezTo>
                    <a:pt x="317720" y="22523"/>
                    <a:pt x="323053" y="17940"/>
                    <a:pt x="329052" y="14940"/>
                  </a:cubicBezTo>
                  <a:cubicBezTo>
                    <a:pt x="328552" y="16856"/>
                    <a:pt x="328219" y="19106"/>
                    <a:pt x="327886" y="20523"/>
                  </a:cubicBezTo>
                  <a:lnTo>
                    <a:pt x="327886" y="20523"/>
                  </a:lnTo>
                  <a:close/>
                </a:path>
              </a:pathLst>
            </a:custGeom>
            <a:grpFill/>
            <a:ln w="8332" cap="flat">
              <a:noFill/>
              <a:prstDash val="solid"/>
              <a:miter/>
            </a:ln>
          </p:spPr>
          <p:txBody>
            <a:bodyPr rtlCol="0" anchor="ctr"/>
            <a:lstStyle/>
            <a:p>
              <a:endParaRPr lang="en-US"/>
            </a:p>
          </p:txBody>
        </p:sp>
        <p:sp>
          <p:nvSpPr>
            <p:cNvPr id="2086" name="Freeform: Shape 2085"/>
            <p:cNvSpPr/>
            <p:nvPr/>
          </p:nvSpPr>
          <p:spPr>
            <a:xfrm>
              <a:off x="8154521" y="801091"/>
              <a:ext cx="473585" cy="638834"/>
            </a:xfrm>
            <a:custGeom>
              <a:avLst/>
              <a:gdLst>
                <a:gd name="connsiteX0" fmla="*/ 473556 w 473585"/>
                <a:gd name="connsiteY0" fmla="*/ 13763 h 638834"/>
                <a:gd name="connsiteX1" fmla="*/ 442809 w 473585"/>
                <a:gd name="connsiteY1" fmla="*/ 15430 h 638834"/>
                <a:gd name="connsiteX2" fmla="*/ 443642 w 473585"/>
                <a:gd name="connsiteY2" fmla="*/ 13180 h 638834"/>
                <a:gd name="connsiteX3" fmla="*/ 437142 w 473585"/>
                <a:gd name="connsiteY3" fmla="*/ 98 h 638834"/>
                <a:gd name="connsiteX4" fmla="*/ 406812 w 473585"/>
                <a:gd name="connsiteY4" fmla="*/ 21262 h 638834"/>
                <a:gd name="connsiteX5" fmla="*/ 390397 w 473585"/>
                <a:gd name="connsiteY5" fmla="*/ 37178 h 638834"/>
                <a:gd name="connsiteX6" fmla="*/ 387731 w 473585"/>
                <a:gd name="connsiteY6" fmla="*/ 28762 h 638834"/>
                <a:gd name="connsiteX7" fmla="*/ 341818 w 473585"/>
                <a:gd name="connsiteY7" fmla="*/ 63175 h 638834"/>
                <a:gd name="connsiteX8" fmla="*/ 292989 w 473585"/>
                <a:gd name="connsiteY8" fmla="*/ 142085 h 638834"/>
                <a:gd name="connsiteX9" fmla="*/ 270491 w 473585"/>
                <a:gd name="connsiteY9" fmla="*/ 180831 h 638834"/>
                <a:gd name="connsiteX10" fmla="*/ 263158 w 473585"/>
                <a:gd name="connsiteY10" fmla="*/ 192747 h 638834"/>
                <a:gd name="connsiteX11" fmla="*/ 260075 w 473585"/>
                <a:gd name="connsiteY11" fmla="*/ 191164 h 638834"/>
                <a:gd name="connsiteX12" fmla="*/ 234494 w 473585"/>
                <a:gd name="connsiteY12" fmla="*/ 215745 h 638834"/>
                <a:gd name="connsiteX13" fmla="*/ 204913 w 473585"/>
                <a:gd name="connsiteY13" fmla="*/ 265240 h 638834"/>
                <a:gd name="connsiteX14" fmla="*/ 172916 w 473585"/>
                <a:gd name="connsiteY14" fmla="*/ 322319 h 638834"/>
                <a:gd name="connsiteX15" fmla="*/ 152335 w 473585"/>
                <a:gd name="connsiteY15" fmla="*/ 359815 h 638834"/>
                <a:gd name="connsiteX16" fmla="*/ 134003 w 473585"/>
                <a:gd name="connsiteY16" fmla="*/ 375980 h 638834"/>
                <a:gd name="connsiteX17" fmla="*/ 131920 w 473585"/>
                <a:gd name="connsiteY17" fmla="*/ 373481 h 638834"/>
                <a:gd name="connsiteX18" fmla="*/ 124338 w 473585"/>
                <a:gd name="connsiteY18" fmla="*/ 372897 h 638834"/>
                <a:gd name="connsiteX19" fmla="*/ 110255 w 473585"/>
                <a:gd name="connsiteY19" fmla="*/ 391812 h 638834"/>
                <a:gd name="connsiteX20" fmla="*/ 92924 w 473585"/>
                <a:gd name="connsiteY20" fmla="*/ 419476 h 638834"/>
                <a:gd name="connsiteX21" fmla="*/ 61176 w 473585"/>
                <a:gd name="connsiteY21" fmla="*/ 482138 h 638834"/>
                <a:gd name="connsiteX22" fmla="*/ 49261 w 473585"/>
                <a:gd name="connsiteY22" fmla="*/ 513051 h 638834"/>
                <a:gd name="connsiteX23" fmla="*/ 8598 w 473585"/>
                <a:gd name="connsiteY23" fmla="*/ 595877 h 638834"/>
                <a:gd name="connsiteX24" fmla="*/ 8848 w 473585"/>
                <a:gd name="connsiteY24" fmla="*/ 634874 h 638834"/>
                <a:gd name="connsiteX25" fmla="*/ 51011 w 473585"/>
                <a:gd name="connsiteY25" fmla="*/ 621458 h 638834"/>
                <a:gd name="connsiteX26" fmla="*/ 87341 w 473585"/>
                <a:gd name="connsiteY26" fmla="*/ 559131 h 638834"/>
                <a:gd name="connsiteX27" fmla="*/ 115922 w 473585"/>
                <a:gd name="connsiteY27" fmla="*/ 498636 h 638834"/>
                <a:gd name="connsiteX28" fmla="*/ 143919 w 473585"/>
                <a:gd name="connsiteY28" fmla="*/ 460056 h 638834"/>
                <a:gd name="connsiteX29" fmla="*/ 182666 w 473585"/>
                <a:gd name="connsiteY29" fmla="*/ 417393 h 638834"/>
                <a:gd name="connsiteX30" fmla="*/ 250826 w 473585"/>
                <a:gd name="connsiteY30" fmla="*/ 317736 h 638834"/>
                <a:gd name="connsiteX31" fmla="*/ 255576 w 473585"/>
                <a:gd name="connsiteY31" fmla="*/ 305237 h 638834"/>
                <a:gd name="connsiteX32" fmla="*/ 331818 w 473585"/>
                <a:gd name="connsiteY32" fmla="*/ 225661 h 638834"/>
                <a:gd name="connsiteX33" fmla="*/ 364316 w 473585"/>
                <a:gd name="connsiteY33" fmla="*/ 176832 h 638834"/>
                <a:gd name="connsiteX34" fmla="*/ 376398 w 473585"/>
                <a:gd name="connsiteY34" fmla="*/ 138002 h 638834"/>
                <a:gd name="connsiteX35" fmla="*/ 374815 w 473585"/>
                <a:gd name="connsiteY35" fmla="*/ 135919 h 638834"/>
                <a:gd name="connsiteX36" fmla="*/ 421144 w 473585"/>
                <a:gd name="connsiteY36" fmla="*/ 89756 h 638834"/>
                <a:gd name="connsiteX37" fmla="*/ 432393 w 473585"/>
                <a:gd name="connsiteY37" fmla="*/ 71924 h 638834"/>
                <a:gd name="connsiteX38" fmla="*/ 432727 w 473585"/>
                <a:gd name="connsiteY38" fmla="*/ 71508 h 638834"/>
                <a:gd name="connsiteX39" fmla="*/ 445391 w 473585"/>
                <a:gd name="connsiteY39" fmla="*/ 58842 h 638834"/>
                <a:gd name="connsiteX40" fmla="*/ 457974 w 473585"/>
                <a:gd name="connsiteY40" fmla="*/ 41760 h 638834"/>
                <a:gd name="connsiteX41" fmla="*/ 467973 w 473585"/>
                <a:gd name="connsiteY41" fmla="*/ 25762 h 638834"/>
                <a:gd name="connsiteX42" fmla="*/ 473556 w 473585"/>
                <a:gd name="connsiteY42" fmla="*/ 13763 h 638834"/>
                <a:gd name="connsiteX43" fmla="*/ 473556 w 473585"/>
                <a:gd name="connsiteY43" fmla="*/ 13763 h 638834"/>
                <a:gd name="connsiteX44" fmla="*/ 205080 w 473585"/>
                <a:gd name="connsiteY44" fmla="*/ 292821 h 638834"/>
                <a:gd name="connsiteX45" fmla="*/ 232328 w 473585"/>
                <a:gd name="connsiteY45" fmla="*/ 244159 h 638834"/>
                <a:gd name="connsiteX46" fmla="*/ 248743 w 473585"/>
                <a:gd name="connsiteY46" fmla="*/ 221494 h 638834"/>
                <a:gd name="connsiteX47" fmla="*/ 256576 w 473585"/>
                <a:gd name="connsiteY47" fmla="*/ 208579 h 638834"/>
                <a:gd name="connsiteX48" fmla="*/ 255409 w 473585"/>
                <a:gd name="connsiteY48" fmla="*/ 230744 h 638834"/>
                <a:gd name="connsiteX49" fmla="*/ 252909 w 473585"/>
                <a:gd name="connsiteY49" fmla="*/ 258158 h 638834"/>
                <a:gd name="connsiteX50" fmla="*/ 247160 w 473585"/>
                <a:gd name="connsiteY50" fmla="*/ 294071 h 638834"/>
                <a:gd name="connsiteX51" fmla="*/ 217163 w 473585"/>
                <a:gd name="connsiteY51" fmla="*/ 313153 h 638834"/>
                <a:gd name="connsiteX52" fmla="*/ 173083 w 473585"/>
                <a:gd name="connsiteY52" fmla="*/ 344233 h 638834"/>
                <a:gd name="connsiteX53" fmla="*/ 205080 w 473585"/>
                <a:gd name="connsiteY53" fmla="*/ 292821 h 638834"/>
                <a:gd name="connsiteX54" fmla="*/ 205080 w 473585"/>
                <a:gd name="connsiteY54" fmla="*/ 292821 h 638834"/>
                <a:gd name="connsiteX55" fmla="*/ 109839 w 473585"/>
                <a:gd name="connsiteY55" fmla="*/ 489887 h 638834"/>
                <a:gd name="connsiteX56" fmla="*/ 107922 w 473585"/>
                <a:gd name="connsiteY56" fmla="*/ 496803 h 638834"/>
                <a:gd name="connsiteX57" fmla="*/ 105506 w 473585"/>
                <a:gd name="connsiteY57" fmla="*/ 501552 h 638834"/>
                <a:gd name="connsiteX58" fmla="*/ 105423 w 473585"/>
                <a:gd name="connsiteY58" fmla="*/ 503886 h 638834"/>
                <a:gd name="connsiteX59" fmla="*/ 84925 w 473585"/>
                <a:gd name="connsiteY59" fmla="*/ 539966 h 638834"/>
                <a:gd name="connsiteX60" fmla="*/ 56510 w 473585"/>
                <a:gd name="connsiteY60" fmla="*/ 587378 h 638834"/>
                <a:gd name="connsiteX61" fmla="*/ 40678 w 473585"/>
                <a:gd name="connsiteY61" fmla="*/ 612126 h 638834"/>
                <a:gd name="connsiteX62" fmla="*/ 30929 w 473585"/>
                <a:gd name="connsiteY62" fmla="*/ 622541 h 638834"/>
                <a:gd name="connsiteX63" fmla="*/ 18014 w 473585"/>
                <a:gd name="connsiteY63" fmla="*/ 618459 h 638834"/>
                <a:gd name="connsiteX64" fmla="*/ 11848 w 473585"/>
                <a:gd name="connsiteY64" fmla="*/ 609626 h 638834"/>
                <a:gd name="connsiteX65" fmla="*/ 12015 w 473585"/>
                <a:gd name="connsiteY65" fmla="*/ 608459 h 638834"/>
                <a:gd name="connsiteX66" fmla="*/ 43678 w 473585"/>
                <a:gd name="connsiteY66" fmla="*/ 550298 h 638834"/>
                <a:gd name="connsiteX67" fmla="*/ 55260 w 473585"/>
                <a:gd name="connsiteY67" fmla="*/ 521634 h 638834"/>
                <a:gd name="connsiteX68" fmla="*/ 62343 w 473585"/>
                <a:gd name="connsiteY68" fmla="*/ 503802 h 638834"/>
                <a:gd name="connsiteX69" fmla="*/ 67342 w 473585"/>
                <a:gd name="connsiteY69" fmla="*/ 492637 h 638834"/>
                <a:gd name="connsiteX70" fmla="*/ 98090 w 473585"/>
                <a:gd name="connsiteY70" fmla="*/ 434558 h 638834"/>
                <a:gd name="connsiteX71" fmla="*/ 115421 w 473585"/>
                <a:gd name="connsiteY71" fmla="*/ 406478 h 638834"/>
                <a:gd name="connsiteX72" fmla="*/ 124837 w 473585"/>
                <a:gd name="connsiteY72" fmla="*/ 393562 h 638834"/>
                <a:gd name="connsiteX73" fmla="*/ 125171 w 473585"/>
                <a:gd name="connsiteY73" fmla="*/ 392979 h 638834"/>
                <a:gd name="connsiteX74" fmla="*/ 125837 w 473585"/>
                <a:gd name="connsiteY74" fmla="*/ 392646 h 638834"/>
                <a:gd name="connsiteX75" fmla="*/ 126254 w 473585"/>
                <a:gd name="connsiteY75" fmla="*/ 392312 h 638834"/>
                <a:gd name="connsiteX76" fmla="*/ 121587 w 473585"/>
                <a:gd name="connsiteY76" fmla="*/ 432975 h 638834"/>
                <a:gd name="connsiteX77" fmla="*/ 109839 w 473585"/>
                <a:gd name="connsiteY77" fmla="*/ 489887 h 638834"/>
                <a:gd name="connsiteX78" fmla="*/ 109839 w 473585"/>
                <a:gd name="connsiteY78" fmla="*/ 489887 h 638834"/>
                <a:gd name="connsiteX79" fmla="*/ 242243 w 473585"/>
                <a:gd name="connsiteY79" fmla="*/ 314569 h 638834"/>
                <a:gd name="connsiteX80" fmla="*/ 235161 w 473585"/>
                <a:gd name="connsiteY80" fmla="*/ 331484 h 638834"/>
                <a:gd name="connsiteX81" fmla="*/ 221829 w 473585"/>
                <a:gd name="connsiteY81" fmla="*/ 353566 h 638834"/>
                <a:gd name="connsiteX82" fmla="*/ 190082 w 473585"/>
                <a:gd name="connsiteY82" fmla="*/ 392562 h 638834"/>
                <a:gd name="connsiteX83" fmla="*/ 159501 w 473585"/>
                <a:gd name="connsiteY83" fmla="*/ 428142 h 638834"/>
                <a:gd name="connsiteX84" fmla="*/ 126338 w 473585"/>
                <a:gd name="connsiteY84" fmla="*/ 464306 h 638834"/>
                <a:gd name="connsiteX85" fmla="*/ 121587 w 473585"/>
                <a:gd name="connsiteY85" fmla="*/ 471055 h 638834"/>
                <a:gd name="connsiteX86" fmla="*/ 130170 w 473585"/>
                <a:gd name="connsiteY86" fmla="*/ 415727 h 638834"/>
                <a:gd name="connsiteX87" fmla="*/ 135503 w 473585"/>
                <a:gd name="connsiteY87" fmla="*/ 385729 h 638834"/>
                <a:gd name="connsiteX88" fmla="*/ 206996 w 473585"/>
                <a:gd name="connsiteY88" fmla="*/ 337567 h 638834"/>
                <a:gd name="connsiteX89" fmla="*/ 244077 w 473585"/>
                <a:gd name="connsiteY89" fmla="*/ 310736 h 638834"/>
                <a:gd name="connsiteX90" fmla="*/ 245493 w 473585"/>
                <a:gd name="connsiteY90" fmla="*/ 309820 h 638834"/>
                <a:gd name="connsiteX91" fmla="*/ 245827 w 473585"/>
                <a:gd name="connsiteY91" fmla="*/ 309986 h 638834"/>
                <a:gd name="connsiteX92" fmla="*/ 242243 w 473585"/>
                <a:gd name="connsiteY92" fmla="*/ 314569 h 638834"/>
                <a:gd name="connsiteX93" fmla="*/ 242243 w 473585"/>
                <a:gd name="connsiteY93" fmla="*/ 314569 h 638834"/>
                <a:gd name="connsiteX94" fmla="*/ 347234 w 473585"/>
                <a:gd name="connsiteY94" fmla="*/ 187581 h 638834"/>
                <a:gd name="connsiteX95" fmla="*/ 315153 w 473585"/>
                <a:gd name="connsiteY95" fmla="*/ 229827 h 638834"/>
                <a:gd name="connsiteX96" fmla="*/ 280574 w 473585"/>
                <a:gd name="connsiteY96" fmla="*/ 268990 h 638834"/>
                <a:gd name="connsiteX97" fmla="*/ 264158 w 473585"/>
                <a:gd name="connsiteY97" fmla="*/ 287822 h 638834"/>
                <a:gd name="connsiteX98" fmla="*/ 255743 w 473585"/>
                <a:gd name="connsiteY98" fmla="*/ 294988 h 638834"/>
                <a:gd name="connsiteX99" fmla="*/ 261742 w 473585"/>
                <a:gd name="connsiteY99" fmla="*/ 251908 h 638834"/>
                <a:gd name="connsiteX100" fmla="*/ 266075 w 473585"/>
                <a:gd name="connsiteY100" fmla="*/ 219078 h 638834"/>
                <a:gd name="connsiteX101" fmla="*/ 314904 w 473585"/>
                <a:gd name="connsiteY101" fmla="*/ 185248 h 638834"/>
                <a:gd name="connsiteX102" fmla="*/ 341818 w 473585"/>
                <a:gd name="connsiteY102" fmla="*/ 165916 h 638834"/>
                <a:gd name="connsiteX103" fmla="*/ 368816 w 473585"/>
                <a:gd name="connsiteY103" fmla="*/ 145668 h 638834"/>
                <a:gd name="connsiteX104" fmla="*/ 347234 w 473585"/>
                <a:gd name="connsiteY104" fmla="*/ 187581 h 638834"/>
                <a:gd name="connsiteX105" fmla="*/ 347234 w 473585"/>
                <a:gd name="connsiteY105" fmla="*/ 187581 h 638834"/>
                <a:gd name="connsiteX106" fmla="*/ 456224 w 473585"/>
                <a:gd name="connsiteY106" fmla="*/ 24262 h 638834"/>
                <a:gd name="connsiteX107" fmla="*/ 445725 w 473585"/>
                <a:gd name="connsiteY107" fmla="*/ 40177 h 638834"/>
                <a:gd name="connsiteX108" fmla="*/ 433393 w 473585"/>
                <a:gd name="connsiteY108" fmla="*/ 56009 h 638834"/>
                <a:gd name="connsiteX109" fmla="*/ 427394 w 473585"/>
                <a:gd name="connsiteY109" fmla="*/ 61759 h 638834"/>
                <a:gd name="connsiteX110" fmla="*/ 424894 w 473585"/>
                <a:gd name="connsiteY110" fmla="*/ 61175 h 638834"/>
                <a:gd name="connsiteX111" fmla="*/ 400313 w 473585"/>
                <a:gd name="connsiteY111" fmla="*/ 68841 h 638834"/>
                <a:gd name="connsiteX112" fmla="*/ 384648 w 473585"/>
                <a:gd name="connsiteY112" fmla="*/ 86340 h 638834"/>
                <a:gd name="connsiteX113" fmla="*/ 387480 w 473585"/>
                <a:gd name="connsiteY113" fmla="*/ 86923 h 638834"/>
                <a:gd name="connsiteX114" fmla="*/ 396230 w 473585"/>
                <a:gd name="connsiteY114" fmla="*/ 82840 h 638834"/>
                <a:gd name="connsiteX115" fmla="*/ 406978 w 473585"/>
                <a:gd name="connsiteY115" fmla="*/ 77007 h 638834"/>
                <a:gd name="connsiteX116" fmla="*/ 418061 w 473585"/>
                <a:gd name="connsiteY116" fmla="*/ 70841 h 638834"/>
                <a:gd name="connsiteX117" fmla="*/ 418228 w 473585"/>
                <a:gd name="connsiteY117" fmla="*/ 75091 h 638834"/>
                <a:gd name="connsiteX118" fmla="*/ 409978 w 473585"/>
                <a:gd name="connsiteY118" fmla="*/ 85673 h 638834"/>
                <a:gd name="connsiteX119" fmla="*/ 391647 w 473585"/>
                <a:gd name="connsiteY119" fmla="*/ 106588 h 638834"/>
                <a:gd name="connsiteX120" fmla="*/ 358733 w 473585"/>
                <a:gd name="connsiteY120" fmla="*/ 139668 h 638834"/>
                <a:gd name="connsiteX121" fmla="*/ 308154 w 473585"/>
                <a:gd name="connsiteY121" fmla="*/ 174915 h 638834"/>
                <a:gd name="connsiteX122" fmla="*/ 266408 w 473585"/>
                <a:gd name="connsiteY122" fmla="*/ 208912 h 638834"/>
                <a:gd name="connsiteX123" fmla="*/ 266241 w 473585"/>
                <a:gd name="connsiteY123" fmla="*/ 205412 h 638834"/>
                <a:gd name="connsiteX124" fmla="*/ 291989 w 473585"/>
                <a:gd name="connsiteY124" fmla="*/ 173082 h 638834"/>
                <a:gd name="connsiteX125" fmla="*/ 328735 w 473585"/>
                <a:gd name="connsiteY125" fmla="*/ 112754 h 638834"/>
                <a:gd name="connsiteX126" fmla="*/ 370398 w 473585"/>
                <a:gd name="connsiteY126" fmla="*/ 48927 h 638834"/>
                <a:gd name="connsiteX127" fmla="*/ 379481 w 473585"/>
                <a:gd name="connsiteY127" fmla="*/ 39011 h 638834"/>
                <a:gd name="connsiteX128" fmla="*/ 378648 w 473585"/>
                <a:gd name="connsiteY128" fmla="*/ 52093 h 638834"/>
                <a:gd name="connsiteX129" fmla="*/ 375648 w 473585"/>
                <a:gd name="connsiteY129" fmla="*/ 59176 h 638834"/>
                <a:gd name="connsiteX130" fmla="*/ 375731 w 473585"/>
                <a:gd name="connsiteY130" fmla="*/ 60592 h 638834"/>
                <a:gd name="connsiteX131" fmla="*/ 367232 w 473585"/>
                <a:gd name="connsiteY131" fmla="*/ 88756 h 638834"/>
                <a:gd name="connsiteX132" fmla="*/ 349567 w 473585"/>
                <a:gd name="connsiteY132" fmla="*/ 103088 h 638834"/>
                <a:gd name="connsiteX133" fmla="*/ 331569 w 473585"/>
                <a:gd name="connsiteY133" fmla="*/ 122920 h 638834"/>
                <a:gd name="connsiteX134" fmla="*/ 334485 w 473585"/>
                <a:gd name="connsiteY134" fmla="*/ 125503 h 638834"/>
                <a:gd name="connsiteX135" fmla="*/ 334485 w 473585"/>
                <a:gd name="connsiteY135" fmla="*/ 125503 h 638834"/>
                <a:gd name="connsiteX136" fmla="*/ 341735 w 473585"/>
                <a:gd name="connsiteY136" fmla="*/ 121337 h 638834"/>
                <a:gd name="connsiteX137" fmla="*/ 349817 w 473585"/>
                <a:gd name="connsiteY137" fmla="*/ 114837 h 638834"/>
                <a:gd name="connsiteX138" fmla="*/ 361983 w 473585"/>
                <a:gd name="connsiteY138" fmla="*/ 104505 h 638834"/>
                <a:gd name="connsiteX139" fmla="*/ 370565 w 473585"/>
                <a:gd name="connsiteY139" fmla="*/ 98172 h 638834"/>
                <a:gd name="connsiteX140" fmla="*/ 371316 w 473585"/>
                <a:gd name="connsiteY140" fmla="*/ 95506 h 638834"/>
                <a:gd name="connsiteX141" fmla="*/ 370648 w 473585"/>
                <a:gd name="connsiteY141" fmla="*/ 99005 h 638834"/>
                <a:gd name="connsiteX142" fmla="*/ 365399 w 473585"/>
                <a:gd name="connsiteY142" fmla="*/ 119670 h 638834"/>
                <a:gd name="connsiteX143" fmla="*/ 370815 w 473585"/>
                <a:gd name="connsiteY143" fmla="*/ 121503 h 638834"/>
                <a:gd name="connsiteX144" fmla="*/ 374399 w 473585"/>
                <a:gd name="connsiteY144" fmla="*/ 86840 h 638834"/>
                <a:gd name="connsiteX145" fmla="*/ 385397 w 473585"/>
                <a:gd name="connsiteY145" fmla="*/ 55343 h 638834"/>
                <a:gd name="connsiteX146" fmla="*/ 430893 w 473585"/>
                <a:gd name="connsiteY146" fmla="*/ 13930 h 638834"/>
                <a:gd name="connsiteX147" fmla="*/ 431809 w 473585"/>
                <a:gd name="connsiteY147" fmla="*/ 13430 h 638834"/>
                <a:gd name="connsiteX148" fmla="*/ 429976 w 473585"/>
                <a:gd name="connsiteY148" fmla="*/ 17679 h 638834"/>
                <a:gd name="connsiteX149" fmla="*/ 419394 w 473585"/>
                <a:gd name="connsiteY149" fmla="*/ 46177 h 638834"/>
                <a:gd name="connsiteX150" fmla="*/ 426477 w 473585"/>
                <a:gd name="connsiteY150" fmla="*/ 51010 h 638834"/>
                <a:gd name="connsiteX151" fmla="*/ 439060 w 473585"/>
                <a:gd name="connsiteY151" fmla="*/ 25429 h 638834"/>
                <a:gd name="connsiteX152" fmla="*/ 458224 w 473585"/>
                <a:gd name="connsiteY152" fmla="*/ 18763 h 638834"/>
                <a:gd name="connsiteX153" fmla="*/ 456224 w 473585"/>
                <a:gd name="connsiteY153" fmla="*/ 24262 h 638834"/>
                <a:gd name="connsiteX154" fmla="*/ 456224 w 473585"/>
                <a:gd name="connsiteY154" fmla="*/ 24262 h 638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Lst>
              <a:rect l="l" t="t" r="r" b="b"/>
              <a:pathLst>
                <a:path w="473585" h="638834">
                  <a:moveTo>
                    <a:pt x="473556" y="13763"/>
                  </a:moveTo>
                  <a:cubicBezTo>
                    <a:pt x="471973" y="-1319"/>
                    <a:pt x="454891" y="7264"/>
                    <a:pt x="442809" y="15430"/>
                  </a:cubicBezTo>
                  <a:cubicBezTo>
                    <a:pt x="443059" y="14680"/>
                    <a:pt x="443308" y="13930"/>
                    <a:pt x="443642" y="13180"/>
                  </a:cubicBezTo>
                  <a:cubicBezTo>
                    <a:pt x="445975" y="7180"/>
                    <a:pt x="446059" y="-986"/>
                    <a:pt x="437142" y="98"/>
                  </a:cubicBezTo>
                  <a:cubicBezTo>
                    <a:pt x="426311" y="1347"/>
                    <a:pt x="413895" y="13930"/>
                    <a:pt x="406812" y="21262"/>
                  </a:cubicBezTo>
                  <a:cubicBezTo>
                    <a:pt x="402229" y="26012"/>
                    <a:pt x="396063" y="31428"/>
                    <a:pt x="390397" y="37178"/>
                  </a:cubicBezTo>
                  <a:cubicBezTo>
                    <a:pt x="390563" y="33928"/>
                    <a:pt x="389981" y="30845"/>
                    <a:pt x="387731" y="28762"/>
                  </a:cubicBezTo>
                  <a:cubicBezTo>
                    <a:pt x="374731" y="16679"/>
                    <a:pt x="347151" y="56009"/>
                    <a:pt x="341818" y="63175"/>
                  </a:cubicBezTo>
                  <a:cubicBezTo>
                    <a:pt x="323070" y="87923"/>
                    <a:pt x="309154" y="115670"/>
                    <a:pt x="292989" y="142085"/>
                  </a:cubicBezTo>
                  <a:cubicBezTo>
                    <a:pt x="285239" y="154834"/>
                    <a:pt x="278240" y="167999"/>
                    <a:pt x="270491" y="180831"/>
                  </a:cubicBezTo>
                  <a:cubicBezTo>
                    <a:pt x="268242" y="184498"/>
                    <a:pt x="265491" y="188581"/>
                    <a:pt x="263158" y="192747"/>
                  </a:cubicBezTo>
                  <a:cubicBezTo>
                    <a:pt x="262325" y="191997"/>
                    <a:pt x="261325" y="191414"/>
                    <a:pt x="260075" y="191164"/>
                  </a:cubicBezTo>
                  <a:cubicBezTo>
                    <a:pt x="247576" y="188331"/>
                    <a:pt x="240327" y="207579"/>
                    <a:pt x="234494" y="215745"/>
                  </a:cubicBezTo>
                  <a:cubicBezTo>
                    <a:pt x="223162" y="231493"/>
                    <a:pt x="213329" y="247825"/>
                    <a:pt x="204913" y="265240"/>
                  </a:cubicBezTo>
                  <a:cubicBezTo>
                    <a:pt x="195414" y="284905"/>
                    <a:pt x="183915" y="303487"/>
                    <a:pt x="172916" y="322319"/>
                  </a:cubicBezTo>
                  <a:cubicBezTo>
                    <a:pt x="165834" y="334567"/>
                    <a:pt x="159251" y="347483"/>
                    <a:pt x="152335" y="359815"/>
                  </a:cubicBezTo>
                  <a:cubicBezTo>
                    <a:pt x="145919" y="364898"/>
                    <a:pt x="139836" y="370231"/>
                    <a:pt x="134003" y="375980"/>
                  </a:cubicBezTo>
                  <a:cubicBezTo>
                    <a:pt x="133503" y="374981"/>
                    <a:pt x="132837" y="374064"/>
                    <a:pt x="131920" y="373481"/>
                  </a:cubicBezTo>
                  <a:cubicBezTo>
                    <a:pt x="129671" y="371814"/>
                    <a:pt x="126837" y="371314"/>
                    <a:pt x="124338" y="372897"/>
                  </a:cubicBezTo>
                  <a:cubicBezTo>
                    <a:pt x="117755" y="377147"/>
                    <a:pt x="114672" y="385563"/>
                    <a:pt x="110255" y="391812"/>
                  </a:cubicBezTo>
                  <a:cubicBezTo>
                    <a:pt x="104006" y="400728"/>
                    <a:pt x="98340" y="410061"/>
                    <a:pt x="92924" y="419476"/>
                  </a:cubicBezTo>
                  <a:cubicBezTo>
                    <a:pt x="81258" y="439975"/>
                    <a:pt x="70759" y="460639"/>
                    <a:pt x="61176" y="482138"/>
                  </a:cubicBezTo>
                  <a:cubicBezTo>
                    <a:pt x="56594" y="492303"/>
                    <a:pt x="52927" y="502636"/>
                    <a:pt x="49261" y="513051"/>
                  </a:cubicBezTo>
                  <a:cubicBezTo>
                    <a:pt x="36095" y="540882"/>
                    <a:pt x="23430" y="568963"/>
                    <a:pt x="8598" y="595877"/>
                  </a:cubicBezTo>
                  <a:cubicBezTo>
                    <a:pt x="1599" y="608709"/>
                    <a:pt x="-6734" y="624375"/>
                    <a:pt x="8848" y="634874"/>
                  </a:cubicBezTo>
                  <a:cubicBezTo>
                    <a:pt x="24097" y="645123"/>
                    <a:pt x="41428" y="633624"/>
                    <a:pt x="51011" y="621458"/>
                  </a:cubicBezTo>
                  <a:cubicBezTo>
                    <a:pt x="65926" y="602543"/>
                    <a:pt x="75675" y="579962"/>
                    <a:pt x="87341" y="559131"/>
                  </a:cubicBezTo>
                  <a:cubicBezTo>
                    <a:pt x="98589" y="539049"/>
                    <a:pt x="110339" y="520884"/>
                    <a:pt x="115922" y="498636"/>
                  </a:cubicBezTo>
                  <a:cubicBezTo>
                    <a:pt x="125670" y="486220"/>
                    <a:pt x="133587" y="472055"/>
                    <a:pt x="143919" y="460056"/>
                  </a:cubicBezTo>
                  <a:cubicBezTo>
                    <a:pt x="156418" y="445557"/>
                    <a:pt x="170084" y="431975"/>
                    <a:pt x="182666" y="417393"/>
                  </a:cubicBezTo>
                  <a:cubicBezTo>
                    <a:pt x="209246" y="386563"/>
                    <a:pt x="232661" y="354232"/>
                    <a:pt x="250826" y="317736"/>
                  </a:cubicBezTo>
                  <a:cubicBezTo>
                    <a:pt x="252410" y="314486"/>
                    <a:pt x="254825" y="309653"/>
                    <a:pt x="255576" y="305237"/>
                  </a:cubicBezTo>
                  <a:cubicBezTo>
                    <a:pt x="283490" y="280906"/>
                    <a:pt x="310821" y="256658"/>
                    <a:pt x="331818" y="225661"/>
                  </a:cubicBezTo>
                  <a:cubicBezTo>
                    <a:pt x="342735" y="209412"/>
                    <a:pt x="354651" y="193913"/>
                    <a:pt x="364316" y="176832"/>
                  </a:cubicBezTo>
                  <a:cubicBezTo>
                    <a:pt x="370232" y="166333"/>
                    <a:pt x="379398" y="150417"/>
                    <a:pt x="376398" y="138002"/>
                  </a:cubicBezTo>
                  <a:cubicBezTo>
                    <a:pt x="376148" y="137085"/>
                    <a:pt x="375564" y="136419"/>
                    <a:pt x="374815" y="135919"/>
                  </a:cubicBezTo>
                  <a:cubicBezTo>
                    <a:pt x="392730" y="123503"/>
                    <a:pt x="408062" y="107005"/>
                    <a:pt x="421144" y="89756"/>
                  </a:cubicBezTo>
                  <a:cubicBezTo>
                    <a:pt x="424394" y="85507"/>
                    <a:pt x="431143" y="78424"/>
                    <a:pt x="432393" y="71924"/>
                  </a:cubicBezTo>
                  <a:cubicBezTo>
                    <a:pt x="432477" y="71758"/>
                    <a:pt x="432643" y="71674"/>
                    <a:pt x="432727" y="71508"/>
                  </a:cubicBezTo>
                  <a:cubicBezTo>
                    <a:pt x="436142" y="66508"/>
                    <a:pt x="441475" y="63509"/>
                    <a:pt x="445391" y="58842"/>
                  </a:cubicBezTo>
                  <a:cubicBezTo>
                    <a:pt x="449975" y="53509"/>
                    <a:pt x="453807" y="47343"/>
                    <a:pt x="457974" y="41760"/>
                  </a:cubicBezTo>
                  <a:cubicBezTo>
                    <a:pt x="461807" y="36594"/>
                    <a:pt x="464807" y="31345"/>
                    <a:pt x="467973" y="25762"/>
                  </a:cubicBezTo>
                  <a:cubicBezTo>
                    <a:pt x="469890" y="22429"/>
                    <a:pt x="473973" y="17929"/>
                    <a:pt x="473556" y="13763"/>
                  </a:cubicBezTo>
                  <a:lnTo>
                    <a:pt x="473556" y="13763"/>
                  </a:lnTo>
                  <a:close/>
                  <a:moveTo>
                    <a:pt x="205080" y="292821"/>
                  </a:moveTo>
                  <a:cubicBezTo>
                    <a:pt x="214830" y="276906"/>
                    <a:pt x="222162" y="259824"/>
                    <a:pt x="232328" y="244159"/>
                  </a:cubicBezTo>
                  <a:cubicBezTo>
                    <a:pt x="237494" y="236326"/>
                    <a:pt x="243077" y="228910"/>
                    <a:pt x="248743" y="221494"/>
                  </a:cubicBezTo>
                  <a:cubicBezTo>
                    <a:pt x="250160" y="219661"/>
                    <a:pt x="253576" y="213162"/>
                    <a:pt x="256576" y="208579"/>
                  </a:cubicBezTo>
                  <a:cubicBezTo>
                    <a:pt x="257826" y="215578"/>
                    <a:pt x="255659" y="225077"/>
                    <a:pt x="255409" y="230744"/>
                  </a:cubicBezTo>
                  <a:cubicBezTo>
                    <a:pt x="255076" y="239993"/>
                    <a:pt x="253909" y="248992"/>
                    <a:pt x="252909" y="258158"/>
                  </a:cubicBezTo>
                  <a:cubicBezTo>
                    <a:pt x="251577" y="270240"/>
                    <a:pt x="248826" y="282072"/>
                    <a:pt x="247160" y="294071"/>
                  </a:cubicBezTo>
                  <a:cubicBezTo>
                    <a:pt x="237077" y="293571"/>
                    <a:pt x="223329" y="308320"/>
                    <a:pt x="217163" y="313153"/>
                  </a:cubicBezTo>
                  <a:cubicBezTo>
                    <a:pt x="203080" y="324152"/>
                    <a:pt x="187915" y="333901"/>
                    <a:pt x="173083" y="344233"/>
                  </a:cubicBezTo>
                  <a:cubicBezTo>
                    <a:pt x="185332" y="327985"/>
                    <a:pt x="195081" y="309236"/>
                    <a:pt x="205080" y="292821"/>
                  </a:cubicBezTo>
                  <a:lnTo>
                    <a:pt x="205080" y="292821"/>
                  </a:lnTo>
                  <a:close/>
                  <a:moveTo>
                    <a:pt x="109839" y="489887"/>
                  </a:moveTo>
                  <a:cubicBezTo>
                    <a:pt x="109255" y="492220"/>
                    <a:pt x="108589" y="494553"/>
                    <a:pt x="107922" y="496803"/>
                  </a:cubicBezTo>
                  <a:cubicBezTo>
                    <a:pt x="107089" y="498386"/>
                    <a:pt x="106339" y="499969"/>
                    <a:pt x="105506" y="501552"/>
                  </a:cubicBezTo>
                  <a:cubicBezTo>
                    <a:pt x="105089" y="502386"/>
                    <a:pt x="105089" y="503219"/>
                    <a:pt x="105423" y="503886"/>
                  </a:cubicBezTo>
                  <a:cubicBezTo>
                    <a:pt x="100340" y="516718"/>
                    <a:pt x="93091" y="528050"/>
                    <a:pt x="84925" y="539966"/>
                  </a:cubicBezTo>
                  <a:cubicBezTo>
                    <a:pt x="74509" y="555131"/>
                    <a:pt x="65926" y="571546"/>
                    <a:pt x="56510" y="587378"/>
                  </a:cubicBezTo>
                  <a:cubicBezTo>
                    <a:pt x="51511" y="595794"/>
                    <a:pt x="46594" y="604293"/>
                    <a:pt x="40678" y="612126"/>
                  </a:cubicBezTo>
                  <a:cubicBezTo>
                    <a:pt x="37846" y="615792"/>
                    <a:pt x="34846" y="619875"/>
                    <a:pt x="30929" y="622541"/>
                  </a:cubicBezTo>
                  <a:cubicBezTo>
                    <a:pt x="25596" y="627624"/>
                    <a:pt x="21264" y="626208"/>
                    <a:pt x="18014" y="618459"/>
                  </a:cubicBezTo>
                  <a:cubicBezTo>
                    <a:pt x="11348" y="616209"/>
                    <a:pt x="9348" y="613292"/>
                    <a:pt x="11848" y="609626"/>
                  </a:cubicBezTo>
                  <a:cubicBezTo>
                    <a:pt x="11848" y="609209"/>
                    <a:pt x="11931" y="608793"/>
                    <a:pt x="12015" y="608459"/>
                  </a:cubicBezTo>
                  <a:cubicBezTo>
                    <a:pt x="23430" y="589545"/>
                    <a:pt x="34429" y="570463"/>
                    <a:pt x="43678" y="550298"/>
                  </a:cubicBezTo>
                  <a:cubicBezTo>
                    <a:pt x="48011" y="540882"/>
                    <a:pt x="51595" y="531300"/>
                    <a:pt x="55260" y="521634"/>
                  </a:cubicBezTo>
                  <a:cubicBezTo>
                    <a:pt x="57677" y="515718"/>
                    <a:pt x="60010" y="509802"/>
                    <a:pt x="62343" y="503802"/>
                  </a:cubicBezTo>
                  <a:cubicBezTo>
                    <a:pt x="63927" y="500053"/>
                    <a:pt x="65593" y="496303"/>
                    <a:pt x="67342" y="492637"/>
                  </a:cubicBezTo>
                  <a:cubicBezTo>
                    <a:pt x="77008" y="472888"/>
                    <a:pt x="87174" y="453640"/>
                    <a:pt x="98090" y="434558"/>
                  </a:cubicBezTo>
                  <a:cubicBezTo>
                    <a:pt x="103590" y="424976"/>
                    <a:pt x="109172" y="415560"/>
                    <a:pt x="115421" y="406478"/>
                  </a:cubicBezTo>
                  <a:cubicBezTo>
                    <a:pt x="118421" y="402061"/>
                    <a:pt x="122004" y="397978"/>
                    <a:pt x="124837" y="393562"/>
                  </a:cubicBezTo>
                  <a:cubicBezTo>
                    <a:pt x="124921" y="393395"/>
                    <a:pt x="125087" y="393145"/>
                    <a:pt x="125171" y="392979"/>
                  </a:cubicBezTo>
                  <a:cubicBezTo>
                    <a:pt x="125421" y="392896"/>
                    <a:pt x="125587" y="392812"/>
                    <a:pt x="125837" y="392646"/>
                  </a:cubicBezTo>
                  <a:cubicBezTo>
                    <a:pt x="126004" y="392562"/>
                    <a:pt x="126087" y="392479"/>
                    <a:pt x="126254" y="392312"/>
                  </a:cubicBezTo>
                  <a:cubicBezTo>
                    <a:pt x="125921" y="405894"/>
                    <a:pt x="122004" y="430225"/>
                    <a:pt x="121587" y="432975"/>
                  </a:cubicBezTo>
                  <a:cubicBezTo>
                    <a:pt x="118921" y="452140"/>
                    <a:pt x="114505" y="471138"/>
                    <a:pt x="109839" y="489887"/>
                  </a:cubicBezTo>
                  <a:lnTo>
                    <a:pt x="109839" y="489887"/>
                  </a:lnTo>
                  <a:close/>
                  <a:moveTo>
                    <a:pt x="242243" y="314569"/>
                  </a:moveTo>
                  <a:cubicBezTo>
                    <a:pt x="239410" y="319402"/>
                    <a:pt x="237828" y="326152"/>
                    <a:pt x="235161" y="331484"/>
                  </a:cubicBezTo>
                  <a:cubicBezTo>
                    <a:pt x="231245" y="339234"/>
                    <a:pt x="226661" y="346316"/>
                    <a:pt x="221829" y="353566"/>
                  </a:cubicBezTo>
                  <a:cubicBezTo>
                    <a:pt x="212496" y="367731"/>
                    <a:pt x="200414" y="379147"/>
                    <a:pt x="190082" y="392562"/>
                  </a:cubicBezTo>
                  <a:cubicBezTo>
                    <a:pt x="180666" y="404894"/>
                    <a:pt x="170000" y="416727"/>
                    <a:pt x="159501" y="428142"/>
                  </a:cubicBezTo>
                  <a:cubicBezTo>
                    <a:pt x="148336" y="440225"/>
                    <a:pt x="136587" y="451307"/>
                    <a:pt x="126338" y="464306"/>
                  </a:cubicBezTo>
                  <a:cubicBezTo>
                    <a:pt x="124587" y="466472"/>
                    <a:pt x="123088" y="468805"/>
                    <a:pt x="121587" y="471055"/>
                  </a:cubicBezTo>
                  <a:cubicBezTo>
                    <a:pt x="125171" y="452724"/>
                    <a:pt x="128254" y="434225"/>
                    <a:pt x="130170" y="415727"/>
                  </a:cubicBezTo>
                  <a:cubicBezTo>
                    <a:pt x="130754" y="409727"/>
                    <a:pt x="135086" y="396145"/>
                    <a:pt x="135503" y="385729"/>
                  </a:cubicBezTo>
                  <a:cubicBezTo>
                    <a:pt x="158917" y="369064"/>
                    <a:pt x="183165" y="353816"/>
                    <a:pt x="206996" y="337567"/>
                  </a:cubicBezTo>
                  <a:cubicBezTo>
                    <a:pt x="219579" y="328985"/>
                    <a:pt x="231662" y="319652"/>
                    <a:pt x="244077" y="310736"/>
                  </a:cubicBezTo>
                  <a:cubicBezTo>
                    <a:pt x="244743" y="310236"/>
                    <a:pt x="245160" y="309986"/>
                    <a:pt x="245493" y="309820"/>
                  </a:cubicBezTo>
                  <a:cubicBezTo>
                    <a:pt x="245576" y="309903"/>
                    <a:pt x="245743" y="309986"/>
                    <a:pt x="245827" y="309986"/>
                  </a:cubicBezTo>
                  <a:cubicBezTo>
                    <a:pt x="245244" y="310903"/>
                    <a:pt x="242994" y="313319"/>
                    <a:pt x="242243" y="314569"/>
                  </a:cubicBezTo>
                  <a:lnTo>
                    <a:pt x="242243" y="314569"/>
                  </a:lnTo>
                  <a:close/>
                  <a:moveTo>
                    <a:pt x="347234" y="187581"/>
                  </a:moveTo>
                  <a:cubicBezTo>
                    <a:pt x="337402" y="202079"/>
                    <a:pt x="326403" y="216411"/>
                    <a:pt x="315153" y="229827"/>
                  </a:cubicBezTo>
                  <a:cubicBezTo>
                    <a:pt x="304071" y="243159"/>
                    <a:pt x="292489" y="256324"/>
                    <a:pt x="280574" y="268990"/>
                  </a:cubicBezTo>
                  <a:cubicBezTo>
                    <a:pt x="274824" y="275073"/>
                    <a:pt x="270241" y="282072"/>
                    <a:pt x="264158" y="287822"/>
                  </a:cubicBezTo>
                  <a:cubicBezTo>
                    <a:pt x="261492" y="290321"/>
                    <a:pt x="258576" y="292738"/>
                    <a:pt x="255743" y="294988"/>
                  </a:cubicBezTo>
                  <a:cubicBezTo>
                    <a:pt x="258325" y="280739"/>
                    <a:pt x="259826" y="266157"/>
                    <a:pt x="261742" y="251908"/>
                  </a:cubicBezTo>
                  <a:cubicBezTo>
                    <a:pt x="263158" y="241659"/>
                    <a:pt x="265241" y="230243"/>
                    <a:pt x="266075" y="219078"/>
                  </a:cubicBezTo>
                  <a:cubicBezTo>
                    <a:pt x="281823" y="207329"/>
                    <a:pt x="298905" y="196747"/>
                    <a:pt x="314904" y="185248"/>
                  </a:cubicBezTo>
                  <a:cubicBezTo>
                    <a:pt x="323903" y="178748"/>
                    <a:pt x="333068" y="172665"/>
                    <a:pt x="341818" y="165916"/>
                  </a:cubicBezTo>
                  <a:cubicBezTo>
                    <a:pt x="350484" y="159417"/>
                    <a:pt x="359233" y="151167"/>
                    <a:pt x="368816" y="145668"/>
                  </a:cubicBezTo>
                  <a:cubicBezTo>
                    <a:pt x="368399" y="159500"/>
                    <a:pt x="353400" y="178581"/>
                    <a:pt x="347234" y="187581"/>
                  </a:cubicBezTo>
                  <a:lnTo>
                    <a:pt x="347234" y="187581"/>
                  </a:lnTo>
                  <a:close/>
                  <a:moveTo>
                    <a:pt x="456224" y="24262"/>
                  </a:moveTo>
                  <a:cubicBezTo>
                    <a:pt x="453308" y="29928"/>
                    <a:pt x="449392" y="34928"/>
                    <a:pt x="445725" y="40177"/>
                  </a:cubicBezTo>
                  <a:cubicBezTo>
                    <a:pt x="441892" y="45677"/>
                    <a:pt x="438392" y="51510"/>
                    <a:pt x="433393" y="56009"/>
                  </a:cubicBezTo>
                  <a:cubicBezTo>
                    <a:pt x="431060" y="58092"/>
                    <a:pt x="429060" y="59759"/>
                    <a:pt x="427394" y="61759"/>
                  </a:cubicBezTo>
                  <a:cubicBezTo>
                    <a:pt x="426643" y="61425"/>
                    <a:pt x="425810" y="61259"/>
                    <a:pt x="424894" y="61175"/>
                  </a:cubicBezTo>
                  <a:cubicBezTo>
                    <a:pt x="418644" y="54593"/>
                    <a:pt x="405646" y="65008"/>
                    <a:pt x="400313" y="68841"/>
                  </a:cubicBezTo>
                  <a:cubicBezTo>
                    <a:pt x="395230" y="72508"/>
                    <a:pt x="383064" y="78674"/>
                    <a:pt x="384648" y="86340"/>
                  </a:cubicBezTo>
                  <a:cubicBezTo>
                    <a:pt x="384898" y="87590"/>
                    <a:pt x="386731" y="87840"/>
                    <a:pt x="387480" y="86923"/>
                  </a:cubicBezTo>
                  <a:cubicBezTo>
                    <a:pt x="389147" y="84923"/>
                    <a:pt x="393980" y="83923"/>
                    <a:pt x="396230" y="82840"/>
                  </a:cubicBezTo>
                  <a:cubicBezTo>
                    <a:pt x="399896" y="81090"/>
                    <a:pt x="403479" y="79007"/>
                    <a:pt x="406978" y="77007"/>
                  </a:cubicBezTo>
                  <a:cubicBezTo>
                    <a:pt x="410645" y="74924"/>
                    <a:pt x="414228" y="72674"/>
                    <a:pt x="418061" y="70841"/>
                  </a:cubicBezTo>
                  <a:cubicBezTo>
                    <a:pt x="421394" y="70758"/>
                    <a:pt x="419811" y="71758"/>
                    <a:pt x="418228" y="75091"/>
                  </a:cubicBezTo>
                  <a:cubicBezTo>
                    <a:pt x="416644" y="78507"/>
                    <a:pt x="412395" y="82840"/>
                    <a:pt x="409978" y="85673"/>
                  </a:cubicBezTo>
                  <a:cubicBezTo>
                    <a:pt x="403979" y="92673"/>
                    <a:pt x="397980" y="99839"/>
                    <a:pt x="391647" y="106588"/>
                  </a:cubicBezTo>
                  <a:cubicBezTo>
                    <a:pt x="380981" y="117920"/>
                    <a:pt x="369565" y="128503"/>
                    <a:pt x="358733" y="139668"/>
                  </a:cubicBezTo>
                  <a:cubicBezTo>
                    <a:pt x="340318" y="148001"/>
                    <a:pt x="323736" y="163333"/>
                    <a:pt x="308154" y="174915"/>
                  </a:cubicBezTo>
                  <a:cubicBezTo>
                    <a:pt x="294239" y="185248"/>
                    <a:pt x="278074" y="195580"/>
                    <a:pt x="266408" y="208912"/>
                  </a:cubicBezTo>
                  <a:cubicBezTo>
                    <a:pt x="266408" y="207746"/>
                    <a:pt x="266324" y="206579"/>
                    <a:pt x="266241" y="205412"/>
                  </a:cubicBezTo>
                  <a:cubicBezTo>
                    <a:pt x="276657" y="197746"/>
                    <a:pt x="285907" y="182081"/>
                    <a:pt x="291989" y="173082"/>
                  </a:cubicBezTo>
                  <a:cubicBezTo>
                    <a:pt x="304821" y="153917"/>
                    <a:pt x="318070" y="133252"/>
                    <a:pt x="328735" y="112754"/>
                  </a:cubicBezTo>
                  <a:cubicBezTo>
                    <a:pt x="340401" y="90256"/>
                    <a:pt x="353983" y="68258"/>
                    <a:pt x="370398" y="48927"/>
                  </a:cubicBezTo>
                  <a:cubicBezTo>
                    <a:pt x="371732" y="47343"/>
                    <a:pt x="377148" y="39177"/>
                    <a:pt x="379481" y="39011"/>
                  </a:cubicBezTo>
                  <a:cubicBezTo>
                    <a:pt x="383815" y="38761"/>
                    <a:pt x="380565" y="47343"/>
                    <a:pt x="378648" y="52093"/>
                  </a:cubicBezTo>
                  <a:cubicBezTo>
                    <a:pt x="377315" y="54426"/>
                    <a:pt x="376315" y="56759"/>
                    <a:pt x="375648" y="59176"/>
                  </a:cubicBezTo>
                  <a:cubicBezTo>
                    <a:pt x="375482" y="59759"/>
                    <a:pt x="375564" y="60176"/>
                    <a:pt x="375731" y="60592"/>
                  </a:cubicBezTo>
                  <a:cubicBezTo>
                    <a:pt x="372732" y="69925"/>
                    <a:pt x="369982" y="79340"/>
                    <a:pt x="367232" y="88756"/>
                  </a:cubicBezTo>
                  <a:cubicBezTo>
                    <a:pt x="360316" y="91839"/>
                    <a:pt x="354900" y="97922"/>
                    <a:pt x="349567" y="103088"/>
                  </a:cubicBezTo>
                  <a:cubicBezTo>
                    <a:pt x="343484" y="108921"/>
                    <a:pt x="334985" y="115004"/>
                    <a:pt x="331569" y="122920"/>
                  </a:cubicBezTo>
                  <a:cubicBezTo>
                    <a:pt x="330736" y="124920"/>
                    <a:pt x="332985" y="126420"/>
                    <a:pt x="334485" y="125503"/>
                  </a:cubicBezTo>
                  <a:lnTo>
                    <a:pt x="334485" y="125503"/>
                  </a:lnTo>
                  <a:cubicBezTo>
                    <a:pt x="336652" y="123920"/>
                    <a:pt x="339485" y="122920"/>
                    <a:pt x="341735" y="121337"/>
                  </a:cubicBezTo>
                  <a:cubicBezTo>
                    <a:pt x="344567" y="119337"/>
                    <a:pt x="347151" y="117004"/>
                    <a:pt x="349817" y="114837"/>
                  </a:cubicBezTo>
                  <a:cubicBezTo>
                    <a:pt x="353983" y="111504"/>
                    <a:pt x="357983" y="108088"/>
                    <a:pt x="361983" y="104505"/>
                  </a:cubicBezTo>
                  <a:cubicBezTo>
                    <a:pt x="364733" y="102088"/>
                    <a:pt x="367565" y="100255"/>
                    <a:pt x="370565" y="98172"/>
                  </a:cubicBezTo>
                  <a:cubicBezTo>
                    <a:pt x="370815" y="97256"/>
                    <a:pt x="371066" y="96422"/>
                    <a:pt x="371316" y="95506"/>
                  </a:cubicBezTo>
                  <a:cubicBezTo>
                    <a:pt x="371149" y="96672"/>
                    <a:pt x="370899" y="97839"/>
                    <a:pt x="370648" y="99005"/>
                  </a:cubicBezTo>
                  <a:cubicBezTo>
                    <a:pt x="369066" y="106005"/>
                    <a:pt x="365566" y="112421"/>
                    <a:pt x="365399" y="119670"/>
                  </a:cubicBezTo>
                  <a:cubicBezTo>
                    <a:pt x="365315" y="122420"/>
                    <a:pt x="369066" y="123336"/>
                    <a:pt x="370815" y="121503"/>
                  </a:cubicBezTo>
                  <a:cubicBezTo>
                    <a:pt x="375815" y="116171"/>
                    <a:pt x="387897" y="87090"/>
                    <a:pt x="374399" y="86840"/>
                  </a:cubicBezTo>
                  <a:cubicBezTo>
                    <a:pt x="378148" y="76424"/>
                    <a:pt x="381814" y="65842"/>
                    <a:pt x="385397" y="55343"/>
                  </a:cubicBezTo>
                  <a:cubicBezTo>
                    <a:pt x="399813" y="40927"/>
                    <a:pt x="413478" y="23762"/>
                    <a:pt x="430893" y="13930"/>
                  </a:cubicBezTo>
                  <a:cubicBezTo>
                    <a:pt x="430809" y="14013"/>
                    <a:pt x="431143" y="13763"/>
                    <a:pt x="431809" y="13430"/>
                  </a:cubicBezTo>
                  <a:cubicBezTo>
                    <a:pt x="430893" y="15430"/>
                    <a:pt x="430143" y="17263"/>
                    <a:pt x="429976" y="17679"/>
                  </a:cubicBezTo>
                  <a:cubicBezTo>
                    <a:pt x="425643" y="27095"/>
                    <a:pt x="423394" y="36761"/>
                    <a:pt x="419394" y="46177"/>
                  </a:cubicBezTo>
                  <a:cubicBezTo>
                    <a:pt x="417561" y="50510"/>
                    <a:pt x="423144" y="54926"/>
                    <a:pt x="426477" y="51010"/>
                  </a:cubicBezTo>
                  <a:cubicBezTo>
                    <a:pt x="432560" y="43927"/>
                    <a:pt x="435976" y="34678"/>
                    <a:pt x="439060" y="25429"/>
                  </a:cubicBezTo>
                  <a:cubicBezTo>
                    <a:pt x="445558" y="23929"/>
                    <a:pt x="451724" y="20512"/>
                    <a:pt x="458224" y="18763"/>
                  </a:cubicBezTo>
                  <a:cubicBezTo>
                    <a:pt x="457558" y="20846"/>
                    <a:pt x="456807" y="23012"/>
                    <a:pt x="456224" y="24262"/>
                  </a:cubicBezTo>
                  <a:lnTo>
                    <a:pt x="456224" y="24262"/>
                  </a:lnTo>
                  <a:close/>
                </a:path>
              </a:pathLst>
            </a:custGeom>
            <a:grpFill/>
            <a:ln w="8332" cap="flat">
              <a:noFill/>
              <a:prstDash val="solid"/>
              <a:miter/>
            </a:ln>
          </p:spPr>
          <p:txBody>
            <a:bodyPr rtlCol="0" anchor="ctr"/>
            <a:lstStyle/>
            <a:p>
              <a:endParaRPr lang="en-US"/>
            </a:p>
          </p:txBody>
        </p:sp>
        <p:sp>
          <p:nvSpPr>
            <p:cNvPr id="2087" name="Freeform: Shape 2086"/>
            <p:cNvSpPr/>
            <p:nvPr/>
          </p:nvSpPr>
          <p:spPr>
            <a:xfrm>
              <a:off x="8596935" y="3142300"/>
              <a:ext cx="307975" cy="737958"/>
            </a:xfrm>
            <a:custGeom>
              <a:avLst/>
              <a:gdLst>
                <a:gd name="connsiteX0" fmla="*/ 44058 w 307975"/>
                <a:gd name="connsiteY0" fmla="*/ 1594 h 737958"/>
                <a:gd name="connsiteX1" fmla="*/ 27976 w 307975"/>
                <a:gd name="connsiteY1" fmla="*/ 27925 h 737958"/>
                <a:gd name="connsiteX2" fmla="*/ 26560 w 307975"/>
                <a:gd name="connsiteY2" fmla="*/ 25925 h 737958"/>
                <a:gd name="connsiteX3" fmla="*/ 12061 w 307975"/>
                <a:gd name="connsiteY3" fmla="*/ 23842 h 737958"/>
                <a:gd name="connsiteX4" fmla="*/ 12310 w 307975"/>
                <a:gd name="connsiteY4" fmla="*/ 60839 h 737958"/>
                <a:gd name="connsiteX5" fmla="*/ 16144 w 307975"/>
                <a:gd name="connsiteY5" fmla="*/ 83420 h 737958"/>
                <a:gd name="connsiteX6" fmla="*/ 7728 w 307975"/>
                <a:gd name="connsiteY6" fmla="*/ 80837 h 737958"/>
                <a:gd name="connsiteX7" fmla="*/ 10061 w 307975"/>
                <a:gd name="connsiteY7" fmla="*/ 138165 h 737958"/>
                <a:gd name="connsiteX8" fmla="*/ 47475 w 307975"/>
                <a:gd name="connsiteY8" fmla="*/ 223074 h 737958"/>
                <a:gd name="connsiteX9" fmla="*/ 66639 w 307975"/>
                <a:gd name="connsiteY9" fmla="*/ 263571 h 737958"/>
                <a:gd name="connsiteX10" fmla="*/ 72306 w 307975"/>
                <a:gd name="connsiteY10" fmla="*/ 276403 h 737958"/>
                <a:gd name="connsiteX11" fmla="*/ 69222 w 307975"/>
                <a:gd name="connsiteY11" fmla="*/ 277986 h 737958"/>
                <a:gd name="connsiteX12" fmla="*/ 74971 w 307975"/>
                <a:gd name="connsiteY12" fmla="*/ 312983 h 737958"/>
                <a:gd name="connsiteX13" fmla="*/ 99053 w 307975"/>
                <a:gd name="connsiteY13" fmla="*/ 365395 h 737958"/>
                <a:gd name="connsiteX14" fmla="*/ 127967 w 307975"/>
                <a:gd name="connsiteY14" fmla="*/ 424056 h 737958"/>
                <a:gd name="connsiteX15" fmla="*/ 147215 w 307975"/>
                <a:gd name="connsiteY15" fmla="*/ 462302 h 737958"/>
                <a:gd name="connsiteX16" fmla="*/ 150132 w 307975"/>
                <a:gd name="connsiteY16" fmla="*/ 486550 h 737958"/>
                <a:gd name="connsiteX17" fmla="*/ 146882 w 307975"/>
                <a:gd name="connsiteY17" fmla="*/ 486800 h 737958"/>
                <a:gd name="connsiteX18" fmla="*/ 142133 w 307975"/>
                <a:gd name="connsiteY18" fmla="*/ 492717 h 737958"/>
                <a:gd name="connsiteX19" fmla="*/ 149716 w 307975"/>
                <a:gd name="connsiteY19" fmla="*/ 515048 h 737958"/>
                <a:gd name="connsiteX20" fmla="*/ 162714 w 307975"/>
                <a:gd name="connsiteY20" fmla="*/ 544962 h 737958"/>
                <a:gd name="connsiteX21" fmla="*/ 196294 w 307975"/>
                <a:gd name="connsiteY21" fmla="*/ 606623 h 737958"/>
                <a:gd name="connsiteX22" fmla="*/ 215043 w 307975"/>
                <a:gd name="connsiteY22" fmla="*/ 633954 h 737958"/>
                <a:gd name="connsiteX23" fmla="*/ 260371 w 307975"/>
                <a:gd name="connsiteY23" fmla="*/ 714363 h 737958"/>
                <a:gd name="connsiteX24" fmla="*/ 292619 w 307975"/>
                <a:gd name="connsiteY24" fmla="*/ 736278 h 737958"/>
                <a:gd name="connsiteX25" fmla="*/ 305451 w 307975"/>
                <a:gd name="connsiteY25" fmla="*/ 693948 h 737958"/>
                <a:gd name="connsiteX26" fmla="*/ 274621 w 307975"/>
                <a:gd name="connsiteY26" fmla="*/ 628704 h 737958"/>
                <a:gd name="connsiteX27" fmla="*/ 240957 w 307975"/>
                <a:gd name="connsiteY27" fmla="*/ 570793 h 737958"/>
                <a:gd name="connsiteX28" fmla="*/ 225041 w 307975"/>
                <a:gd name="connsiteY28" fmla="*/ 525880 h 737958"/>
                <a:gd name="connsiteX29" fmla="*/ 211876 w 307975"/>
                <a:gd name="connsiteY29" fmla="*/ 469802 h 737958"/>
                <a:gd name="connsiteX30" fmla="*/ 168297 w 307975"/>
                <a:gd name="connsiteY30" fmla="*/ 357229 h 737958"/>
                <a:gd name="connsiteX31" fmla="*/ 160631 w 307975"/>
                <a:gd name="connsiteY31" fmla="*/ 346230 h 737958"/>
                <a:gd name="connsiteX32" fmla="*/ 138217 w 307975"/>
                <a:gd name="connsiteY32" fmla="*/ 238406 h 737958"/>
                <a:gd name="connsiteX33" fmla="*/ 116385 w 307975"/>
                <a:gd name="connsiteY33" fmla="*/ 183911 h 737958"/>
                <a:gd name="connsiteX34" fmla="*/ 91221 w 307975"/>
                <a:gd name="connsiteY34" fmla="*/ 151997 h 737958"/>
                <a:gd name="connsiteX35" fmla="*/ 88637 w 307975"/>
                <a:gd name="connsiteY35" fmla="*/ 152081 h 737958"/>
                <a:gd name="connsiteX36" fmla="*/ 76805 w 307975"/>
                <a:gd name="connsiteY36" fmla="*/ 87836 h 737958"/>
                <a:gd name="connsiteX37" fmla="*/ 68473 w 307975"/>
                <a:gd name="connsiteY37" fmla="*/ 68421 h 737958"/>
                <a:gd name="connsiteX38" fmla="*/ 68306 w 307975"/>
                <a:gd name="connsiteY38" fmla="*/ 67921 h 737958"/>
                <a:gd name="connsiteX39" fmla="*/ 65056 w 307975"/>
                <a:gd name="connsiteY39" fmla="*/ 50340 h 737958"/>
                <a:gd name="connsiteX40" fmla="*/ 58057 w 307975"/>
                <a:gd name="connsiteY40" fmla="*/ 30258 h 737958"/>
                <a:gd name="connsiteX41" fmla="*/ 50558 w 307975"/>
                <a:gd name="connsiteY41" fmla="*/ 12926 h 737958"/>
                <a:gd name="connsiteX42" fmla="*/ 44058 w 307975"/>
                <a:gd name="connsiteY42" fmla="*/ 1594 h 737958"/>
                <a:gd name="connsiteX43" fmla="*/ 44058 w 307975"/>
                <a:gd name="connsiteY43" fmla="*/ 1594 h 737958"/>
                <a:gd name="connsiteX44" fmla="*/ 122218 w 307975"/>
                <a:gd name="connsiteY44" fmla="*/ 380643 h 737958"/>
                <a:gd name="connsiteX45" fmla="*/ 97553 w 307975"/>
                <a:gd name="connsiteY45" fmla="*/ 330564 h 737958"/>
                <a:gd name="connsiteX46" fmla="*/ 88138 w 307975"/>
                <a:gd name="connsiteY46" fmla="*/ 304150 h 737958"/>
                <a:gd name="connsiteX47" fmla="*/ 81972 w 307975"/>
                <a:gd name="connsiteY47" fmla="*/ 290401 h 737958"/>
                <a:gd name="connsiteX48" fmla="*/ 99637 w 307975"/>
                <a:gd name="connsiteY48" fmla="*/ 303900 h 737958"/>
                <a:gd name="connsiteX49" fmla="*/ 120801 w 307975"/>
                <a:gd name="connsiteY49" fmla="*/ 321482 h 737958"/>
                <a:gd name="connsiteX50" fmla="*/ 147132 w 307975"/>
                <a:gd name="connsiteY50" fmla="*/ 346563 h 737958"/>
                <a:gd name="connsiteX51" fmla="*/ 145882 w 307975"/>
                <a:gd name="connsiteY51" fmla="*/ 382060 h 737958"/>
                <a:gd name="connsiteX52" fmla="*/ 146549 w 307975"/>
                <a:gd name="connsiteY52" fmla="*/ 435972 h 737958"/>
                <a:gd name="connsiteX53" fmla="*/ 122218 w 307975"/>
                <a:gd name="connsiteY53" fmla="*/ 380643 h 737958"/>
                <a:gd name="connsiteX54" fmla="*/ 122218 w 307975"/>
                <a:gd name="connsiteY54" fmla="*/ 380643 h 737958"/>
                <a:gd name="connsiteX55" fmla="*/ 230875 w 307975"/>
                <a:gd name="connsiteY55" fmla="*/ 570626 h 737958"/>
                <a:gd name="connsiteX56" fmla="*/ 235457 w 307975"/>
                <a:gd name="connsiteY56" fmla="*/ 576126 h 737958"/>
                <a:gd name="connsiteX57" fmla="*/ 238041 w 307975"/>
                <a:gd name="connsiteY57" fmla="*/ 580792 h 737958"/>
                <a:gd name="connsiteX58" fmla="*/ 239957 w 307975"/>
                <a:gd name="connsiteY58" fmla="*/ 582208 h 737958"/>
                <a:gd name="connsiteX59" fmla="*/ 258039 w 307975"/>
                <a:gd name="connsiteY59" fmla="*/ 619538 h 737958"/>
                <a:gd name="connsiteX60" fmla="*/ 281036 w 307975"/>
                <a:gd name="connsiteY60" fmla="*/ 669784 h 737958"/>
                <a:gd name="connsiteX61" fmla="*/ 292453 w 307975"/>
                <a:gd name="connsiteY61" fmla="*/ 696781 h 737958"/>
                <a:gd name="connsiteX62" fmla="*/ 295536 w 307975"/>
                <a:gd name="connsiteY62" fmla="*/ 710697 h 737958"/>
                <a:gd name="connsiteX63" fmla="*/ 284786 w 307975"/>
                <a:gd name="connsiteY63" fmla="*/ 719030 h 737958"/>
                <a:gd name="connsiteX64" fmla="*/ 273954 w 307975"/>
                <a:gd name="connsiteY64" fmla="*/ 719113 h 737958"/>
                <a:gd name="connsiteX65" fmla="*/ 273037 w 307975"/>
                <a:gd name="connsiteY65" fmla="*/ 718279 h 737958"/>
                <a:gd name="connsiteX66" fmla="*/ 243040 w 307975"/>
                <a:gd name="connsiteY66" fmla="*/ 659285 h 737958"/>
                <a:gd name="connsiteX67" fmla="*/ 225958 w 307975"/>
                <a:gd name="connsiteY67" fmla="*/ 633537 h 737958"/>
                <a:gd name="connsiteX68" fmla="*/ 215293 w 307975"/>
                <a:gd name="connsiteY68" fmla="*/ 617622 h 737958"/>
                <a:gd name="connsiteX69" fmla="*/ 208960 w 307975"/>
                <a:gd name="connsiteY69" fmla="*/ 607123 h 737958"/>
                <a:gd name="connsiteX70" fmla="*/ 178546 w 307975"/>
                <a:gd name="connsiteY70" fmla="*/ 548961 h 737958"/>
                <a:gd name="connsiteX71" fmla="*/ 165214 w 307975"/>
                <a:gd name="connsiteY71" fmla="*/ 518797 h 737958"/>
                <a:gd name="connsiteX72" fmla="*/ 159881 w 307975"/>
                <a:gd name="connsiteY72" fmla="*/ 503715 h 737958"/>
                <a:gd name="connsiteX73" fmla="*/ 159631 w 307975"/>
                <a:gd name="connsiteY73" fmla="*/ 503132 h 737958"/>
                <a:gd name="connsiteX74" fmla="*/ 159714 w 307975"/>
                <a:gd name="connsiteY74" fmla="*/ 502382 h 737958"/>
                <a:gd name="connsiteX75" fmla="*/ 159714 w 307975"/>
                <a:gd name="connsiteY75" fmla="*/ 501882 h 737958"/>
                <a:gd name="connsiteX76" fmla="*/ 190628 w 307975"/>
                <a:gd name="connsiteY76" fmla="*/ 528713 h 737958"/>
                <a:gd name="connsiteX77" fmla="*/ 230875 w 307975"/>
                <a:gd name="connsiteY77" fmla="*/ 570626 h 737958"/>
                <a:gd name="connsiteX78" fmla="*/ 230875 w 307975"/>
                <a:gd name="connsiteY78" fmla="*/ 570626 h 737958"/>
                <a:gd name="connsiteX79" fmla="*/ 161215 w 307975"/>
                <a:gd name="connsiteY79" fmla="*/ 362395 h 737958"/>
                <a:gd name="connsiteX80" fmla="*/ 171130 w 307975"/>
                <a:gd name="connsiteY80" fmla="*/ 377810 h 737958"/>
                <a:gd name="connsiteX81" fmla="*/ 181796 w 307975"/>
                <a:gd name="connsiteY81" fmla="*/ 401308 h 737958"/>
                <a:gd name="connsiteX82" fmla="*/ 195961 w 307975"/>
                <a:gd name="connsiteY82" fmla="*/ 449554 h 737958"/>
                <a:gd name="connsiteX83" fmla="*/ 208044 w 307975"/>
                <a:gd name="connsiteY83" fmla="*/ 494883 h 737958"/>
                <a:gd name="connsiteX84" fmla="*/ 219042 w 307975"/>
                <a:gd name="connsiteY84" fmla="*/ 542629 h 737958"/>
                <a:gd name="connsiteX85" fmla="*/ 221875 w 307975"/>
                <a:gd name="connsiteY85" fmla="*/ 550378 h 737958"/>
                <a:gd name="connsiteX86" fmla="*/ 181129 w 307975"/>
                <a:gd name="connsiteY86" fmla="*/ 511965 h 737958"/>
                <a:gd name="connsiteX87" fmla="*/ 159464 w 307975"/>
                <a:gd name="connsiteY87" fmla="*/ 490633 h 737958"/>
                <a:gd name="connsiteX88" fmla="*/ 160297 w 307975"/>
                <a:gd name="connsiteY88" fmla="*/ 404475 h 737958"/>
                <a:gd name="connsiteX89" fmla="*/ 159214 w 307975"/>
                <a:gd name="connsiteY89" fmla="*/ 358728 h 737958"/>
                <a:gd name="connsiteX90" fmla="*/ 159214 w 307975"/>
                <a:gd name="connsiteY90" fmla="*/ 357062 h 737958"/>
                <a:gd name="connsiteX91" fmla="*/ 159547 w 307975"/>
                <a:gd name="connsiteY91" fmla="*/ 356895 h 737958"/>
                <a:gd name="connsiteX92" fmla="*/ 161215 w 307975"/>
                <a:gd name="connsiteY92" fmla="*/ 362395 h 737958"/>
                <a:gd name="connsiteX93" fmla="*/ 161215 w 307975"/>
                <a:gd name="connsiteY93" fmla="*/ 362395 h 737958"/>
                <a:gd name="connsiteX94" fmla="*/ 115885 w 307975"/>
                <a:gd name="connsiteY94" fmla="*/ 203909 h 737958"/>
                <a:gd name="connsiteX95" fmla="*/ 132550 w 307975"/>
                <a:gd name="connsiteY95" fmla="*/ 254238 h 737958"/>
                <a:gd name="connsiteX96" fmla="*/ 145299 w 307975"/>
                <a:gd name="connsiteY96" fmla="*/ 304900 h 737958"/>
                <a:gd name="connsiteX97" fmla="*/ 151465 w 307975"/>
                <a:gd name="connsiteY97" fmla="*/ 329064 h 737958"/>
                <a:gd name="connsiteX98" fmla="*/ 152632 w 307975"/>
                <a:gd name="connsiteY98" fmla="*/ 340064 h 737958"/>
                <a:gd name="connsiteX99" fmla="*/ 120468 w 307975"/>
                <a:gd name="connsiteY99" fmla="*/ 310733 h 737958"/>
                <a:gd name="connsiteX100" fmla="*/ 95886 w 307975"/>
                <a:gd name="connsiteY100" fmla="*/ 288568 h 737958"/>
                <a:gd name="connsiteX101" fmla="*/ 95720 w 307975"/>
                <a:gd name="connsiteY101" fmla="*/ 229157 h 737958"/>
                <a:gd name="connsiteX102" fmla="*/ 95053 w 307975"/>
                <a:gd name="connsiteY102" fmla="*/ 195993 h 737958"/>
                <a:gd name="connsiteX103" fmla="*/ 93636 w 307975"/>
                <a:gd name="connsiteY103" fmla="*/ 162246 h 737958"/>
                <a:gd name="connsiteX104" fmla="*/ 115885 w 307975"/>
                <a:gd name="connsiteY104" fmla="*/ 203909 h 737958"/>
                <a:gd name="connsiteX105" fmla="*/ 115885 w 307975"/>
                <a:gd name="connsiteY105" fmla="*/ 203909 h 737958"/>
                <a:gd name="connsiteX106" fmla="*/ 42891 w 307975"/>
                <a:gd name="connsiteY106" fmla="*/ 21842 h 737958"/>
                <a:gd name="connsiteX107" fmla="*/ 50057 w 307975"/>
                <a:gd name="connsiteY107" fmla="*/ 39507 h 737958"/>
                <a:gd name="connsiteX108" fmla="*/ 56140 w 307975"/>
                <a:gd name="connsiteY108" fmla="*/ 58672 h 737958"/>
                <a:gd name="connsiteX109" fmla="*/ 57473 w 307975"/>
                <a:gd name="connsiteY109" fmla="*/ 66922 h 737958"/>
                <a:gd name="connsiteX110" fmla="*/ 55557 w 307975"/>
                <a:gd name="connsiteY110" fmla="*/ 68671 h 737958"/>
                <a:gd name="connsiteX111" fmla="*/ 47974 w 307975"/>
                <a:gd name="connsiteY111" fmla="*/ 93253 h 737958"/>
                <a:gd name="connsiteX112" fmla="*/ 53474 w 307975"/>
                <a:gd name="connsiteY112" fmla="*/ 116084 h 737958"/>
                <a:gd name="connsiteX113" fmla="*/ 55557 w 307975"/>
                <a:gd name="connsiteY113" fmla="*/ 114084 h 737958"/>
                <a:gd name="connsiteX114" fmla="*/ 57140 w 307975"/>
                <a:gd name="connsiteY114" fmla="*/ 104502 h 737958"/>
                <a:gd name="connsiteX115" fmla="*/ 58473 w 307975"/>
                <a:gd name="connsiteY115" fmla="*/ 92336 h 737958"/>
                <a:gd name="connsiteX116" fmla="*/ 59640 w 307975"/>
                <a:gd name="connsiteY116" fmla="*/ 79670 h 737958"/>
                <a:gd name="connsiteX117" fmla="*/ 63223 w 307975"/>
                <a:gd name="connsiteY117" fmla="*/ 81920 h 737958"/>
                <a:gd name="connsiteX118" fmla="*/ 67306 w 307975"/>
                <a:gd name="connsiteY118" fmla="*/ 94752 h 737958"/>
                <a:gd name="connsiteX119" fmla="*/ 74138 w 307975"/>
                <a:gd name="connsiteY119" fmla="*/ 121750 h 737958"/>
                <a:gd name="connsiteX120" fmla="*/ 82805 w 307975"/>
                <a:gd name="connsiteY120" fmla="*/ 167579 h 737958"/>
                <a:gd name="connsiteX121" fmla="*/ 83221 w 307975"/>
                <a:gd name="connsiteY121" fmla="*/ 229240 h 737958"/>
                <a:gd name="connsiteX122" fmla="*/ 87637 w 307975"/>
                <a:gd name="connsiteY122" fmla="*/ 282902 h 737958"/>
                <a:gd name="connsiteX123" fmla="*/ 84638 w 307975"/>
                <a:gd name="connsiteY123" fmla="*/ 281069 h 737958"/>
                <a:gd name="connsiteX124" fmla="*/ 72556 w 307975"/>
                <a:gd name="connsiteY124" fmla="*/ 241572 h 737958"/>
                <a:gd name="connsiteX125" fmla="*/ 43724 w 307975"/>
                <a:gd name="connsiteY125" fmla="*/ 177161 h 737958"/>
                <a:gd name="connsiteX126" fmla="*/ 14644 w 307975"/>
                <a:gd name="connsiteY126" fmla="*/ 106668 h 737958"/>
                <a:gd name="connsiteX127" fmla="*/ 11644 w 307975"/>
                <a:gd name="connsiteY127" fmla="*/ 93586 h 737958"/>
                <a:gd name="connsiteX128" fmla="*/ 21893 w 307975"/>
                <a:gd name="connsiteY128" fmla="*/ 101668 h 737958"/>
                <a:gd name="connsiteX129" fmla="*/ 26059 w 307975"/>
                <a:gd name="connsiteY129" fmla="*/ 108168 h 737958"/>
                <a:gd name="connsiteX130" fmla="*/ 27309 w 307975"/>
                <a:gd name="connsiteY130" fmla="*/ 108918 h 737958"/>
                <a:gd name="connsiteX131" fmla="*/ 45724 w 307975"/>
                <a:gd name="connsiteY131" fmla="*/ 131916 h 737958"/>
                <a:gd name="connsiteX132" fmla="*/ 47558 w 307975"/>
                <a:gd name="connsiteY132" fmla="*/ 154580 h 737958"/>
                <a:gd name="connsiteX133" fmla="*/ 53724 w 307975"/>
                <a:gd name="connsiteY133" fmla="*/ 180661 h 737958"/>
                <a:gd name="connsiteX134" fmla="*/ 57473 w 307975"/>
                <a:gd name="connsiteY134" fmla="*/ 179745 h 737958"/>
                <a:gd name="connsiteX135" fmla="*/ 57473 w 307975"/>
                <a:gd name="connsiteY135" fmla="*/ 179745 h 737958"/>
                <a:gd name="connsiteX136" fmla="*/ 58140 w 307975"/>
                <a:gd name="connsiteY136" fmla="*/ 171412 h 737958"/>
                <a:gd name="connsiteX137" fmla="*/ 57390 w 307975"/>
                <a:gd name="connsiteY137" fmla="*/ 161080 h 737958"/>
                <a:gd name="connsiteX138" fmla="*/ 55807 w 307975"/>
                <a:gd name="connsiteY138" fmla="*/ 145164 h 737958"/>
                <a:gd name="connsiteX139" fmla="*/ 55390 w 307975"/>
                <a:gd name="connsiteY139" fmla="*/ 134499 h 737958"/>
                <a:gd name="connsiteX140" fmla="*/ 53641 w 307975"/>
                <a:gd name="connsiteY140" fmla="*/ 132332 h 737958"/>
                <a:gd name="connsiteX141" fmla="*/ 56140 w 307975"/>
                <a:gd name="connsiteY141" fmla="*/ 134915 h 737958"/>
                <a:gd name="connsiteX142" fmla="*/ 70222 w 307975"/>
                <a:gd name="connsiteY142" fmla="*/ 150997 h 737958"/>
                <a:gd name="connsiteX143" fmla="*/ 74805 w 307975"/>
                <a:gd name="connsiteY143" fmla="*/ 147581 h 737958"/>
                <a:gd name="connsiteX144" fmla="*/ 48308 w 307975"/>
                <a:gd name="connsiteY144" fmla="*/ 125000 h 737958"/>
                <a:gd name="connsiteX145" fmla="*/ 28643 w 307975"/>
                <a:gd name="connsiteY145" fmla="*/ 98085 h 737958"/>
                <a:gd name="connsiteX146" fmla="*/ 20310 w 307975"/>
                <a:gd name="connsiteY146" fmla="*/ 37091 h 737958"/>
                <a:gd name="connsiteX147" fmla="*/ 20477 w 307975"/>
                <a:gd name="connsiteY147" fmla="*/ 36008 h 737958"/>
                <a:gd name="connsiteX148" fmla="*/ 22976 w 307975"/>
                <a:gd name="connsiteY148" fmla="*/ 39924 h 737958"/>
                <a:gd name="connsiteX149" fmla="*/ 40474 w 307975"/>
                <a:gd name="connsiteY149" fmla="*/ 64755 h 737958"/>
                <a:gd name="connsiteX150" fmla="*/ 48474 w 307975"/>
                <a:gd name="connsiteY150" fmla="*/ 61672 h 737958"/>
                <a:gd name="connsiteX151" fmla="*/ 34559 w 307975"/>
                <a:gd name="connsiteY151" fmla="*/ 36841 h 737958"/>
                <a:gd name="connsiteX152" fmla="*/ 39892 w 307975"/>
                <a:gd name="connsiteY152" fmla="*/ 17259 h 737958"/>
                <a:gd name="connsiteX153" fmla="*/ 42891 w 307975"/>
                <a:gd name="connsiteY153" fmla="*/ 21842 h 737958"/>
                <a:gd name="connsiteX154" fmla="*/ 42891 w 307975"/>
                <a:gd name="connsiteY154" fmla="*/ 21842 h 73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Lst>
              <a:rect l="l" t="t" r="r" b="b"/>
              <a:pathLst>
                <a:path w="307975" h="737958">
                  <a:moveTo>
                    <a:pt x="44058" y="1594"/>
                  </a:moveTo>
                  <a:cubicBezTo>
                    <a:pt x="30809" y="-5655"/>
                    <a:pt x="28142" y="13343"/>
                    <a:pt x="27976" y="27925"/>
                  </a:cubicBezTo>
                  <a:cubicBezTo>
                    <a:pt x="27476" y="27258"/>
                    <a:pt x="27059" y="26592"/>
                    <a:pt x="26560" y="25925"/>
                  </a:cubicBezTo>
                  <a:cubicBezTo>
                    <a:pt x="22893" y="20592"/>
                    <a:pt x="16227" y="15926"/>
                    <a:pt x="12061" y="23842"/>
                  </a:cubicBezTo>
                  <a:cubicBezTo>
                    <a:pt x="6978" y="33508"/>
                    <a:pt x="10311" y="50840"/>
                    <a:pt x="12310" y="60839"/>
                  </a:cubicBezTo>
                  <a:cubicBezTo>
                    <a:pt x="13644" y="67338"/>
                    <a:pt x="14560" y="75421"/>
                    <a:pt x="16144" y="83420"/>
                  </a:cubicBezTo>
                  <a:cubicBezTo>
                    <a:pt x="13560" y="81420"/>
                    <a:pt x="10644" y="80170"/>
                    <a:pt x="7728" y="80837"/>
                  </a:cubicBezTo>
                  <a:cubicBezTo>
                    <a:pt x="-9603" y="84670"/>
                    <a:pt x="7228" y="129749"/>
                    <a:pt x="10061" y="138165"/>
                  </a:cubicBezTo>
                  <a:cubicBezTo>
                    <a:pt x="19810" y="167662"/>
                    <a:pt x="34809" y="194827"/>
                    <a:pt x="47475" y="223074"/>
                  </a:cubicBezTo>
                  <a:cubicBezTo>
                    <a:pt x="53557" y="236740"/>
                    <a:pt x="60473" y="249905"/>
                    <a:pt x="66639" y="263571"/>
                  </a:cubicBezTo>
                  <a:cubicBezTo>
                    <a:pt x="68389" y="267487"/>
                    <a:pt x="70139" y="272070"/>
                    <a:pt x="72306" y="276403"/>
                  </a:cubicBezTo>
                  <a:cubicBezTo>
                    <a:pt x="71222" y="276652"/>
                    <a:pt x="70222" y="277152"/>
                    <a:pt x="69222" y="277986"/>
                  </a:cubicBezTo>
                  <a:cubicBezTo>
                    <a:pt x="59807" y="286652"/>
                    <a:pt x="71639" y="303567"/>
                    <a:pt x="74971" y="312983"/>
                  </a:cubicBezTo>
                  <a:cubicBezTo>
                    <a:pt x="81555" y="331231"/>
                    <a:pt x="89387" y="348563"/>
                    <a:pt x="99053" y="365395"/>
                  </a:cubicBezTo>
                  <a:cubicBezTo>
                    <a:pt x="109886" y="384310"/>
                    <a:pt x="118634" y="404391"/>
                    <a:pt x="127967" y="424056"/>
                  </a:cubicBezTo>
                  <a:cubicBezTo>
                    <a:pt x="134050" y="436888"/>
                    <a:pt x="140966" y="449554"/>
                    <a:pt x="147215" y="462302"/>
                  </a:cubicBezTo>
                  <a:cubicBezTo>
                    <a:pt x="147798" y="470468"/>
                    <a:pt x="148716" y="478551"/>
                    <a:pt x="150132" y="486550"/>
                  </a:cubicBezTo>
                  <a:cubicBezTo>
                    <a:pt x="148965" y="486384"/>
                    <a:pt x="147882" y="486467"/>
                    <a:pt x="146882" y="486800"/>
                  </a:cubicBezTo>
                  <a:cubicBezTo>
                    <a:pt x="144216" y="487717"/>
                    <a:pt x="142216" y="489717"/>
                    <a:pt x="142133" y="492717"/>
                  </a:cubicBezTo>
                  <a:cubicBezTo>
                    <a:pt x="141966" y="500549"/>
                    <a:pt x="147132" y="507882"/>
                    <a:pt x="149716" y="515048"/>
                  </a:cubicBezTo>
                  <a:cubicBezTo>
                    <a:pt x="153465" y="525297"/>
                    <a:pt x="157965" y="535213"/>
                    <a:pt x="162714" y="544962"/>
                  </a:cubicBezTo>
                  <a:cubicBezTo>
                    <a:pt x="172963" y="566127"/>
                    <a:pt x="184129" y="586541"/>
                    <a:pt x="196294" y="606623"/>
                  </a:cubicBezTo>
                  <a:cubicBezTo>
                    <a:pt x="202043" y="616122"/>
                    <a:pt x="208543" y="625038"/>
                    <a:pt x="215043" y="633954"/>
                  </a:cubicBezTo>
                  <a:cubicBezTo>
                    <a:pt x="230541" y="660535"/>
                    <a:pt x="246457" y="686949"/>
                    <a:pt x="260371" y="714363"/>
                  </a:cubicBezTo>
                  <a:cubicBezTo>
                    <a:pt x="266955" y="727362"/>
                    <a:pt x="275204" y="743194"/>
                    <a:pt x="292619" y="736278"/>
                  </a:cubicBezTo>
                  <a:cubicBezTo>
                    <a:pt x="309784" y="729529"/>
                    <a:pt x="310034" y="708780"/>
                    <a:pt x="305451" y="693948"/>
                  </a:cubicBezTo>
                  <a:cubicBezTo>
                    <a:pt x="298285" y="670950"/>
                    <a:pt x="285202" y="650119"/>
                    <a:pt x="274621" y="628704"/>
                  </a:cubicBezTo>
                  <a:cubicBezTo>
                    <a:pt x="264454" y="608123"/>
                    <a:pt x="256122" y="588124"/>
                    <a:pt x="240957" y="570793"/>
                  </a:cubicBezTo>
                  <a:cubicBezTo>
                    <a:pt x="236208" y="555711"/>
                    <a:pt x="229124" y="541129"/>
                    <a:pt x="225041" y="525880"/>
                  </a:cubicBezTo>
                  <a:cubicBezTo>
                    <a:pt x="220125" y="507382"/>
                    <a:pt x="216709" y="488383"/>
                    <a:pt x="211876" y="469802"/>
                  </a:cubicBezTo>
                  <a:cubicBezTo>
                    <a:pt x="201544" y="430472"/>
                    <a:pt x="188129" y="392809"/>
                    <a:pt x="168297" y="357229"/>
                  </a:cubicBezTo>
                  <a:cubicBezTo>
                    <a:pt x="166546" y="354062"/>
                    <a:pt x="163964" y="349313"/>
                    <a:pt x="160631" y="346230"/>
                  </a:cubicBezTo>
                  <a:cubicBezTo>
                    <a:pt x="156381" y="309483"/>
                    <a:pt x="151881" y="273236"/>
                    <a:pt x="138217" y="238406"/>
                  </a:cubicBezTo>
                  <a:cubicBezTo>
                    <a:pt x="131050" y="220158"/>
                    <a:pt x="124967" y="201576"/>
                    <a:pt x="116385" y="183911"/>
                  </a:cubicBezTo>
                  <a:cubicBezTo>
                    <a:pt x="111136" y="173079"/>
                    <a:pt x="103136" y="156580"/>
                    <a:pt x="91221" y="151997"/>
                  </a:cubicBezTo>
                  <a:cubicBezTo>
                    <a:pt x="90304" y="151664"/>
                    <a:pt x="89387" y="151747"/>
                    <a:pt x="88637" y="152081"/>
                  </a:cubicBezTo>
                  <a:cubicBezTo>
                    <a:pt x="88554" y="130249"/>
                    <a:pt x="83638" y="108334"/>
                    <a:pt x="76805" y="87836"/>
                  </a:cubicBezTo>
                  <a:cubicBezTo>
                    <a:pt x="75138" y="82753"/>
                    <a:pt x="73139" y="73171"/>
                    <a:pt x="68473" y="68421"/>
                  </a:cubicBezTo>
                  <a:cubicBezTo>
                    <a:pt x="68389" y="68255"/>
                    <a:pt x="68389" y="68088"/>
                    <a:pt x="68306" y="67921"/>
                  </a:cubicBezTo>
                  <a:cubicBezTo>
                    <a:pt x="66139" y="62255"/>
                    <a:pt x="66639" y="56172"/>
                    <a:pt x="65056" y="50340"/>
                  </a:cubicBezTo>
                  <a:cubicBezTo>
                    <a:pt x="63223" y="43590"/>
                    <a:pt x="60306" y="36924"/>
                    <a:pt x="58057" y="30258"/>
                  </a:cubicBezTo>
                  <a:cubicBezTo>
                    <a:pt x="55974" y="24175"/>
                    <a:pt x="53307" y="18676"/>
                    <a:pt x="50558" y="12926"/>
                  </a:cubicBezTo>
                  <a:cubicBezTo>
                    <a:pt x="49141" y="9510"/>
                    <a:pt x="47724" y="3594"/>
                    <a:pt x="44058" y="1594"/>
                  </a:cubicBezTo>
                  <a:lnTo>
                    <a:pt x="44058" y="1594"/>
                  </a:lnTo>
                  <a:close/>
                  <a:moveTo>
                    <a:pt x="122218" y="380643"/>
                  </a:moveTo>
                  <a:cubicBezTo>
                    <a:pt x="114635" y="363645"/>
                    <a:pt x="104636" y="347896"/>
                    <a:pt x="97553" y="330564"/>
                  </a:cubicBezTo>
                  <a:cubicBezTo>
                    <a:pt x="93970" y="321899"/>
                    <a:pt x="91054" y="313066"/>
                    <a:pt x="88138" y="304150"/>
                  </a:cubicBezTo>
                  <a:cubicBezTo>
                    <a:pt x="87470" y="301984"/>
                    <a:pt x="83971" y="295401"/>
                    <a:pt x="81972" y="290401"/>
                  </a:cubicBezTo>
                  <a:cubicBezTo>
                    <a:pt x="88470" y="293318"/>
                    <a:pt x="95053" y="300567"/>
                    <a:pt x="99637" y="303900"/>
                  </a:cubicBezTo>
                  <a:cubicBezTo>
                    <a:pt x="107135" y="309400"/>
                    <a:pt x="113802" y="315399"/>
                    <a:pt x="120801" y="321482"/>
                  </a:cubicBezTo>
                  <a:cubicBezTo>
                    <a:pt x="129967" y="329481"/>
                    <a:pt x="138217" y="338397"/>
                    <a:pt x="147132" y="346563"/>
                  </a:cubicBezTo>
                  <a:cubicBezTo>
                    <a:pt x="140966" y="354562"/>
                    <a:pt x="145382" y="374310"/>
                    <a:pt x="145882" y="382060"/>
                  </a:cubicBezTo>
                  <a:cubicBezTo>
                    <a:pt x="146965" y="399891"/>
                    <a:pt x="146466" y="417973"/>
                    <a:pt x="146549" y="435972"/>
                  </a:cubicBezTo>
                  <a:cubicBezTo>
                    <a:pt x="140049" y="416807"/>
                    <a:pt x="130133" y="398142"/>
                    <a:pt x="122218" y="380643"/>
                  </a:cubicBezTo>
                  <a:lnTo>
                    <a:pt x="122218" y="380643"/>
                  </a:lnTo>
                  <a:close/>
                  <a:moveTo>
                    <a:pt x="230875" y="570626"/>
                  </a:moveTo>
                  <a:cubicBezTo>
                    <a:pt x="232458" y="572459"/>
                    <a:pt x="234041" y="574292"/>
                    <a:pt x="235457" y="576126"/>
                  </a:cubicBezTo>
                  <a:cubicBezTo>
                    <a:pt x="236290" y="577709"/>
                    <a:pt x="237208" y="579209"/>
                    <a:pt x="238041" y="580792"/>
                  </a:cubicBezTo>
                  <a:cubicBezTo>
                    <a:pt x="238457" y="581625"/>
                    <a:pt x="239207" y="582042"/>
                    <a:pt x="239957" y="582208"/>
                  </a:cubicBezTo>
                  <a:cubicBezTo>
                    <a:pt x="247706" y="593707"/>
                    <a:pt x="252873" y="606039"/>
                    <a:pt x="258039" y="619538"/>
                  </a:cubicBezTo>
                  <a:cubicBezTo>
                    <a:pt x="264621" y="636704"/>
                    <a:pt x="273287" y="653119"/>
                    <a:pt x="281036" y="669784"/>
                  </a:cubicBezTo>
                  <a:cubicBezTo>
                    <a:pt x="285120" y="678616"/>
                    <a:pt x="289369" y="687532"/>
                    <a:pt x="292453" y="696781"/>
                  </a:cubicBezTo>
                  <a:cubicBezTo>
                    <a:pt x="293869" y="701198"/>
                    <a:pt x="295536" y="706030"/>
                    <a:pt x="295536" y="710697"/>
                  </a:cubicBezTo>
                  <a:cubicBezTo>
                    <a:pt x="296701" y="717946"/>
                    <a:pt x="293119" y="720779"/>
                    <a:pt x="284786" y="719030"/>
                  </a:cubicBezTo>
                  <a:cubicBezTo>
                    <a:pt x="279203" y="723279"/>
                    <a:pt x="275621" y="723279"/>
                    <a:pt x="273954" y="719113"/>
                  </a:cubicBezTo>
                  <a:cubicBezTo>
                    <a:pt x="273621" y="718863"/>
                    <a:pt x="273371" y="718613"/>
                    <a:pt x="273037" y="718279"/>
                  </a:cubicBezTo>
                  <a:cubicBezTo>
                    <a:pt x="263872" y="698115"/>
                    <a:pt x="254372" y="678283"/>
                    <a:pt x="243040" y="659285"/>
                  </a:cubicBezTo>
                  <a:cubicBezTo>
                    <a:pt x="237707" y="650452"/>
                    <a:pt x="231875" y="641953"/>
                    <a:pt x="225958" y="633537"/>
                  </a:cubicBezTo>
                  <a:cubicBezTo>
                    <a:pt x="222459" y="628204"/>
                    <a:pt x="218875" y="622955"/>
                    <a:pt x="215293" y="617622"/>
                  </a:cubicBezTo>
                  <a:cubicBezTo>
                    <a:pt x="213126" y="614205"/>
                    <a:pt x="210960" y="610706"/>
                    <a:pt x="208960" y="607123"/>
                  </a:cubicBezTo>
                  <a:cubicBezTo>
                    <a:pt x="198211" y="587958"/>
                    <a:pt x="188045" y="568710"/>
                    <a:pt x="178546" y="548961"/>
                  </a:cubicBezTo>
                  <a:cubicBezTo>
                    <a:pt x="173796" y="539046"/>
                    <a:pt x="169213" y="529046"/>
                    <a:pt x="165214" y="518797"/>
                  </a:cubicBezTo>
                  <a:cubicBezTo>
                    <a:pt x="163298" y="513881"/>
                    <a:pt x="161964" y="508632"/>
                    <a:pt x="159881" y="503715"/>
                  </a:cubicBezTo>
                  <a:cubicBezTo>
                    <a:pt x="159798" y="503549"/>
                    <a:pt x="159714" y="503299"/>
                    <a:pt x="159631" y="503132"/>
                  </a:cubicBezTo>
                  <a:cubicBezTo>
                    <a:pt x="159714" y="502882"/>
                    <a:pt x="159714" y="502632"/>
                    <a:pt x="159714" y="502382"/>
                  </a:cubicBezTo>
                  <a:cubicBezTo>
                    <a:pt x="159714" y="502216"/>
                    <a:pt x="159714" y="502049"/>
                    <a:pt x="159714" y="501882"/>
                  </a:cubicBezTo>
                  <a:cubicBezTo>
                    <a:pt x="170713" y="509882"/>
                    <a:pt x="188545" y="526880"/>
                    <a:pt x="190628" y="528713"/>
                  </a:cubicBezTo>
                  <a:cubicBezTo>
                    <a:pt x="204794" y="541795"/>
                    <a:pt x="218042" y="556294"/>
                    <a:pt x="230875" y="570626"/>
                  </a:cubicBezTo>
                  <a:lnTo>
                    <a:pt x="230875" y="570626"/>
                  </a:lnTo>
                  <a:close/>
                  <a:moveTo>
                    <a:pt x="161215" y="362395"/>
                  </a:moveTo>
                  <a:cubicBezTo>
                    <a:pt x="163630" y="367478"/>
                    <a:pt x="168214" y="372561"/>
                    <a:pt x="171130" y="377810"/>
                  </a:cubicBezTo>
                  <a:cubicBezTo>
                    <a:pt x="175296" y="385393"/>
                    <a:pt x="178546" y="393225"/>
                    <a:pt x="181796" y="401308"/>
                  </a:cubicBezTo>
                  <a:cubicBezTo>
                    <a:pt x="188212" y="417057"/>
                    <a:pt x="190795" y="433472"/>
                    <a:pt x="195961" y="449554"/>
                  </a:cubicBezTo>
                  <a:cubicBezTo>
                    <a:pt x="200711" y="464302"/>
                    <a:pt x="204544" y="479801"/>
                    <a:pt x="208044" y="494883"/>
                  </a:cubicBezTo>
                  <a:cubicBezTo>
                    <a:pt x="211709" y="510881"/>
                    <a:pt x="214210" y="526880"/>
                    <a:pt x="219042" y="542629"/>
                  </a:cubicBezTo>
                  <a:cubicBezTo>
                    <a:pt x="219875" y="545295"/>
                    <a:pt x="220875" y="547878"/>
                    <a:pt x="221875" y="550378"/>
                  </a:cubicBezTo>
                  <a:cubicBezTo>
                    <a:pt x="208793" y="537046"/>
                    <a:pt x="195295" y="524047"/>
                    <a:pt x="181129" y="511965"/>
                  </a:cubicBezTo>
                  <a:cubicBezTo>
                    <a:pt x="176546" y="508048"/>
                    <a:pt x="167797" y="496883"/>
                    <a:pt x="159464" y="490633"/>
                  </a:cubicBezTo>
                  <a:cubicBezTo>
                    <a:pt x="158965" y="461886"/>
                    <a:pt x="160131" y="433222"/>
                    <a:pt x="160297" y="404475"/>
                  </a:cubicBezTo>
                  <a:cubicBezTo>
                    <a:pt x="160380" y="389226"/>
                    <a:pt x="159464" y="373977"/>
                    <a:pt x="159214" y="358728"/>
                  </a:cubicBezTo>
                  <a:cubicBezTo>
                    <a:pt x="159214" y="357895"/>
                    <a:pt x="159214" y="357395"/>
                    <a:pt x="159214" y="357062"/>
                  </a:cubicBezTo>
                  <a:cubicBezTo>
                    <a:pt x="159297" y="356979"/>
                    <a:pt x="159464" y="356979"/>
                    <a:pt x="159547" y="356895"/>
                  </a:cubicBezTo>
                  <a:cubicBezTo>
                    <a:pt x="159881" y="357812"/>
                    <a:pt x="160547" y="360978"/>
                    <a:pt x="161215" y="362395"/>
                  </a:cubicBezTo>
                  <a:lnTo>
                    <a:pt x="161215" y="362395"/>
                  </a:lnTo>
                  <a:close/>
                  <a:moveTo>
                    <a:pt x="115885" y="203909"/>
                  </a:moveTo>
                  <a:cubicBezTo>
                    <a:pt x="122301" y="220241"/>
                    <a:pt x="127801" y="237406"/>
                    <a:pt x="132550" y="254238"/>
                  </a:cubicBezTo>
                  <a:cubicBezTo>
                    <a:pt x="137299" y="270986"/>
                    <a:pt x="141549" y="287902"/>
                    <a:pt x="145299" y="304900"/>
                  </a:cubicBezTo>
                  <a:cubicBezTo>
                    <a:pt x="147049" y="313066"/>
                    <a:pt x="150215" y="320815"/>
                    <a:pt x="151465" y="329064"/>
                  </a:cubicBezTo>
                  <a:cubicBezTo>
                    <a:pt x="152048" y="332731"/>
                    <a:pt x="152382" y="336397"/>
                    <a:pt x="152632" y="340064"/>
                  </a:cubicBezTo>
                  <a:cubicBezTo>
                    <a:pt x="142383" y="329814"/>
                    <a:pt x="131133" y="320399"/>
                    <a:pt x="120468" y="310733"/>
                  </a:cubicBezTo>
                  <a:cubicBezTo>
                    <a:pt x="112802" y="303817"/>
                    <a:pt x="104636" y="295568"/>
                    <a:pt x="95886" y="288568"/>
                  </a:cubicBezTo>
                  <a:cubicBezTo>
                    <a:pt x="95137" y="268903"/>
                    <a:pt x="96137" y="248822"/>
                    <a:pt x="95720" y="229157"/>
                  </a:cubicBezTo>
                  <a:cubicBezTo>
                    <a:pt x="95470" y="218074"/>
                    <a:pt x="95554" y="207076"/>
                    <a:pt x="95053" y="195993"/>
                  </a:cubicBezTo>
                  <a:cubicBezTo>
                    <a:pt x="94554" y="185161"/>
                    <a:pt x="92803" y="173329"/>
                    <a:pt x="93636" y="162246"/>
                  </a:cubicBezTo>
                  <a:cubicBezTo>
                    <a:pt x="104719" y="170662"/>
                    <a:pt x="111885" y="193827"/>
                    <a:pt x="115885" y="203909"/>
                  </a:cubicBezTo>
                  <a:lnTo>
                    <a:pt x="115885" y="203909"/>
                  </a:lnTo>
                  <a:close/>
                  <a:moveTo>
                    <a:pt x="42891" y="21842"/>
                  </a:moveTo>
                  <a:cubicBezTo>
                    <a:pt x="45974" y="27508"/>
                    <a:pt x="47807" y="33508"/>
                    <a:pt x="50057" y="39507"/>
                  </a:cubicBezTo>
                  <a:cubicBezTo>
                    <a:pt x="52391" y="45757"/>
                    <a:pt x="55223" y="51923"/>
                    <a:pt x="56140" y="58672"/>
                  </a:cubicBezTo>
                  <a:cubicBezTo>
                    <a:pt x="56557" y="61755"/>
                    <a:pt x="56724" y="64338"/>
                    <a:pt x="57473" y="66922"/>
                  </a:cubicBezTo>
                  <a:cubicBezTo>
                    <a:pt x="56807" y="67421"/>
                    <a:pt x="56140" y="68005"/>
                    <a:pt x="55557" y="68671"/>
                  </a:cubicBezTo>
                  <a:cubicBezTo>
                    <a:pt x="46558" y="70088"/>
                    <a:pt x="47807" y="86670"/>
                    <a:pt x="47974" y="93253"/>
                  </a:cubicBezTo>
                  <a:cubicBezTo>
                    <a:pt x="48141" y="99502"/>
                    <a:pt x="46308" y="113001"/>
                    <a:pt x="53474" y="116084"/>
                  </a:cubicBezTo>
                  <a:cubicBezTo>
                    <a:pt x="54640" y="116584"/>
                    <a:pt x="55891" y="115167"/>
                    <a:pt x="55557" y="114084"/>
                  </a:cubicBezTo>
                  <a:cubicBezTo>
                    <a:pt x="54807" y="111584"/>
                    <a:pt x="56724" y="107085"/>
                    <a:pt x="57140" y="104502"/>
                  </a:cubicBezTo>
                  <a:cubicBezTo>
                    <a:pt x="57723" y="100502"/>
                    <a:pt x="58140" y="96419"/>
                    <a:pt x="58473" y="92336"/>
                  </a:cubicBezTo>
                  <a:cubicBezTo>
                    <a:pt x="58807" y="88086"/>
                    <a:pt x="58974" y="83920"/>
                    <a:pt x="59640" y="79670"/>
                  </a:cubicBezTo>
                  <a:cubicBezTo>
                    <a:pt x="61473" y="76920"/>
                    <a:pt x="61389" y="78754"/>
                    <a:pt x="63223" y="81920"/>
                  </a:cubicBezTo>
                  <a:cubicBezTo>
                    <a:pt x="65140" y="85170"/>
                    <a:pt x="66306" y="91169"/>
                    <a:pt x="67306" y="94752"/>
                  </a:cubicBezTo>
                  <a:cubicBezTo>
                    <a:pt x="69722" y="103668"/>
                    <a:pt x="72139" y="112751"/>
                    <a:pt x="74138" y="121750"/>
                  </a:cubicBezTo>
                  <a:cubicBezTo>
                    <a:pt x="77472" y="136915"/>
                    <a:pt x="79722" y="152330"/>
                    <a:pt x="82805" y="167579"/>
                  </a:cubicBezTo>
                  <a:cubicBezTo>
                    <a:pt x="79221" y="187494"/>
                    <a:pt x="82471" y="209825"/>
                    <a:pt x="83221" y="229240"/>
                  </a:cubicBezTo>
                  <a:cubicBezTo>
                    <a:pt x="83888" y="246572"/>
                    <a:pt x="83221" y="265737"/>
                    <a:pt x="87637" y="282902"/>
                  </a:cubicBezTo>
                  <a:cubicBezTo>
                    <a:pt x="86637" y="282235"/>
                    <a:pt x="85637" y="281652"/>
                    <a:pt x="84638" y="281069"/>
                  </a:cubicBezTo>
                  <a:cubicBezTo>
                    <a:pt x="84221" y="268153"/>
                    <a:pt x="76555" y="251572"/>
                    <a:pt x="72556" y="241572"/>
                  </a:cubicBezTo>
                  <a:cubicBezTo>
                    <a:pt x="63973" y="220158"/>
                    <a:pt x="54474" y="197493"/>
                    <a:pt x="43724" y="177161"/>
                  </a:cubicBezTo>
                  <a:cubicBezTo>
                    <a:pt x="31809" y="154830"/>
                    <a:pt x="21394" y="131166"/>
                    <a:pt x="14644" y="106668"/>
                  </a:cubicBezTo>
                  <a:cubicBezTo>
                    <a:pt x="14061" y="104668"/>
                    <a:pt x="10394" y="95586"/>
                    <a:pt x="11644" y="93586"/>
                  </a:cubicBezTo>
                  <a:cubicBezTo>
                    <a:pt x="13894" y="89836"/>
                    <a:pt x="19144" y="97419"/>
                    <a:pt x="21893" y="101668"/>
                  </a:cubicBezTo>
                  <a:cubicBezTo>
                    <a:pt x="23060" y="104085"/>
                    <a:pt x="24393" y="106251"/>
                    <a:pt x="26059" y="108168"/>
                  </a:cubicBezTo>
                  <a:cubicBezTo>
                    <a:pt x="26393" y="108584"/>
                    <a:pt x="26892" y="108834"/>
                    <a:pt x="27309" y="108918"/>
                  </a:cubicBezTo>
                  <a:cubicBezTo>
                    <a:pt x="33309" y="116667"/>
                    <a:pt x="39558" y="124250"/>
                    <a:pt x="45724" y="131916"/>
                  </a:cubicBezTo>
                  <a:cubicBezTo>
                    <a:pt x="44308" y="139415"/>
                    <a:pt x="46308" y="147247"/>
                    <a:pt x="47558" y="154580"/>
                  </a:cubicBezTo>
                  <a:cubicBezTo>
                    <a:pt x="48974" y="162913"/>
                    <a:pt x="49141" y="173412"/>
                    <a:pt x="53724" y="180661"/>
                  </a:cubicBezTo>
                  <a:cubicBezTo>
                    <a:pt x="54891" y="182494"/>
                    <a:pt x="57390" y="181495"/>
                    <a:pt x="57473" y="179745"/>
                  </a:cubicBezTo>
                  <a:lnTo>
                    <a:pt x="57473" y="179745"/>
                  </a:lnTo>
                  <a:cubicBezTo>
                    <a:pt x="57390" y="176995"/>
                    <a:pt x="58140" y="174162"/>
                    <a:pt x="58140" y="171412"/>
                  </a:cubicBezTo>
                  <a:cubicBezTo>
                    <a:pt x="58140" y="167996"/>
                    <a:pt x="57640" y="164496"/>
                    <a:pt x="57390" y="161080"/>
                  </a:cubicBezTo>
                  <a:cubicBezTo>
                    <a:pt x="56974" y="155747"/>
                    <a:pt x="56473" y="150497"/>
                    <a:pt x="55807" y="145164"/>
                  </a:cubicBezTo>
                  <a:cubicBezTo>
                    <a:pt x="55390" y="141498"/>
                    <a:pt x="55474" y="138165"/>
                    <a:pt x="55390" y="134499"/>
                  </a:cubicBezTo>
                  <a:cubicBezTo>
                    <a:pt x="54807" y="133749"/>
                    <a:pt x="54223" y="133082"/>
                    <a:pt x="53641" y="132332"/>
                  </a:cubicBezTo>
                  <a:cubicBezTo>
                    <a:pt x="54557" y="133165"/>
                    <a:pt x="55390" y="133999"/>
                    <a:pt x="56140" y="134915"/>
                  </a:cubicBezTo>
                  <a:cubicBezTo>
                    <a:pt x="61057" y="140165"/>
                    <a:pt x="64307" y="146664"/>
                    <a:pt x="70222" y="150997"/>
                  </a:cubicBezTo>
                  <a:cubicBezTo>
                    <a:pt x="72472" y="152664"/>
                    <a:pt x="75305" y="149997"/>
                    <a:pt x="74805" y="147581"/>
                  </a:cubicBezTo>
                  <a:cubicBezTo>
                    <a:pt x="73222" y="140498"/>
                    <a:pt x="56140" y="114084"/>
                    <a:pt x="48308" y="125000"/>
                  </a:cubicBezTo>
                  <a:cubicBezTo>
                    <a:pt x="41808" y="116000"/>
                    <a:pt x="35225" y="107001"/>
                    <a:pt x="28643" y="98085"/>
                  </a:cubicBezTo>
                  <a:cubicBezTo>
                    <a:pt x="24893" y="78087"/>
                    <a:pt x="18560" y="57089"/>
                    <a:pt x="20310" y="37091"/>
                  </a:cubicBezTo>
                  <a:cubicBezTo>
                    <a:pt x="20310" y="37258"/>
                    <a:pt x="20394" y="36758"/>
                    <a:pt x="20477" y="36008"/>
                  </a:cubicBezTo>
                  <a:cubicBezTo>
                    <a:pt x="21644" y="37924"/>
                    <a:pt x="22726" y="39591"/>
                    <a:pt x="22976" y="39924"/>
                  </a:cubicBezTo>
                  <a:cubicBezTo>
                    <a:pt x="28309" y="48840"/>
                    <a:pt x="34976" y="56172"/>
                    <a:pt x="40474" y="64755"/>
                  </a:cubicBezTo>
                  <a:cubicBezTo>
                    <a:pt x="42975" y="68755"/>
                    <a:pt x="49807" y="66672"/>
                    <a:pt x="48474" y="61672"/>
                  </a:cubicBezTo>
                  <a:cubicBezTo>
                    <a:pt x="46058" y="52673"/>
                    <a:pt x="40392" y="44590"/>
                    <a:pt x="34559" y="36841"/>
                  </a:cubicBezTo>
                  <a:cubicBezTo>
                    <a:pt x="37059" y="30675"/>
                    <a:pt x="37725" y="23592"/>
                    <a:pt x="39892" y="17259"/>
                  </a:cubicBezTo>
                  <a:cubicBezTo>
                    <a:pt x="40892" y="18759"/>
                    <a:pt x="42225" y="20592"/>
                    <a:pt x="42891" y="21842"/>
                  </a:cubicBezTo>
                  <a:lnTo>
                    <a:pt x="42891" y="21842"/>
                  </a:lnTo>
                  <a:close/>
                </a:path>
              </a:pathLst>
            </a:custGeom>
            <a:grpFill/>
            <a:ln w="8332" cap="flat">
              <a:noFill/>
              <a:prstDash val="solid"/>
              <a:miter/>
            </a:ln>
          </p:spPr>
          <p:txBody>
            <a:bodyPr rtlCol="0" anchor="ctr"/>
            <a:lstStyle/>
            <a:p>
              <a:endParaRPr lang="en-US"/>
            </a:p>
          </p:txBody>
        </p:sp>
        <p:sp>
          <p:nvSpPr>
            <p:cNvPr id="2088" name="Freeform: Shape 2087"/>
            <p:cNvSpPr/>
            <p:nvPr/>
          </p:nvSpPr>
          <p:spPr>
            <a:xfrm>
              <a:off x="7776446" y="1447439"/>
              <a:ext cx="755289" cy="501097"/>
            </a:xfrm>
            <a:custGeom>
              <a:avLst/>
              <a:gdLst>
                <a:gd name="connsiteX0" fmla="*/ 703810 w 755289"/>
                <a:gd name="connsiteY0" fmla="*/ 167009 h 501097"/>
                <a:gd name="connsiteX1" fmla="*/ 666981 w 755289"/>
                <a:gd name="connsiteY1" fmla="*/ 129013 h 501097"/>
                <a:gd name="connsiteX2" fmla="*/ 676813 w 755289"/>
                <a:gd name="connsiteY2" fmla="*/ 73851 h 501097"/>
                <a:gd name="connsiteX3" fmla="*/ 672314 w 755289"/>
                <a:gd name="connsiteY3" fmla="*/ 358 h 501097"/>
                <a:gd name="connsiteX4" fmla="*/ 664898 w 755289"/>
                <a:gd name="connsiteY4" fmla="*/ 2524 h 501097"/>
                <a:gd name="connsiteX5" fmla="*/ 647150 w 755289"/>
                <a:gd name="connsiteY5" fmla="*/ 36271 h 501097"/>
                <a:gd name="connsiteX6" fmla="*/ 620818 w 755289"/>
                <a:gd name="connsiteY6" fmla="*/ 70768 h 501097"/>
                <a:gd name="connsiteX7" fmla="*/ 542992 w 755289"/>
                <a:gd name="connsiteY7" fmla="*/ 123013 h 501097"/>
                <a:gd name="connsiteX8" fmla="*/ 518327 w 755289"/>
                <a:gd name="connsiteY8" fmla="*/ 118180 h 501097"/>
                <a:gd name="connsiteX9" fmla="*/ 490497 w 755289"/>
                <a:gd name="connsiteY9" fmla="*/ 112347 h 501097"/>
                <a:gd name="connsiteX10" fmla="*/ 484831 w 755289"/>
                <a:gd name="connsiteY10" fmla="*/ 99599 h 501097"/>
                <a:gd name="connsiteX11" fmla="*/ 467083 w 755289"/>
                <a:gd name="connsiteY11" fmla="*/ 94099 h 501097"/>
                <a:gd name="connsiteX12" fmla="*/ 444417 w 755289"/>
                <a:gd name="connsiteY12" fmla="*/ 78184 h 501097"/>
                <a:gd name="connsiteX13" fmla="*/ 424003 w 755289"/>
                <a:gd name="connsiteY13" fmla="*/ 76267 h 501097"/>
                <a:gd name="connsiteX14" fmla="*/ 392089 w 755289"/>
                <a:gd name="connsiteY14" fmla="*/ 67768 h 501097"/>
                <a:gd name="connsiteX15" fmla="*/ 352343 w 755289"/>
                <a:gd name="connsiteY15" fmla="*/ 70518 h 501097"/>
                <a:gd name="connsiteX16" fmla="*/ 317262 w 755289"/>
                <a:gd name="connsiteY16" fmla="*/ 70435 h 501097"/>
                <a:gd name="connsiteX17" fmla="*/ 294431 w 755289"/>
                <a:gd name="connsiteY17" fmla="*/ 69351 h 501097"/>
                <a:gd name="connsiteX18" fmla="*/ 268350 w 755289"/>
                <a:gd name="connsiteY18" fmla="*/ 81017 h 501097"/>
                <a:gd name="connsiteX19" fmla="*/ 236186 w 755289"/>
                <a:gd name="connsiteY19" fmla="*/ 93766 h 501097"/>
                <a:gd name="connsiteX20" fmla="*/ 223937 w 755289"/>
                <a:gd name="connsiteY20" fmla="*/ 86350 h 501097"/>
                <a:gd name="connsiteX21" fmla="*/ 204523 w 755289"/>
                <a:gd name="connsiteY21" fmla="*/ 100515 h 501097"/>
                <a:gd name="connsiteX22" fmla="*/ 162776 w 755289"/>
                <a:gd name="connsiteY22" fmla="*/ 150094 h 501097"/>
                <a:gd name="connsiteX23" fmla="*/ 119030 w 755289"/>
                <a:gd name="connsiteY23" fmla="*/ 210672 h 501097"/>
                <a:gd name="connsiteX24" fmla="*/ 102532 w 755289"/>
                <a:gd name="connsiteY24" fmla="*/ 239253 h 501097"/>
                <a:gd name="connsiteX25" fmla="*/ 48870 w 755289"/>
                <a:gd name="connsiteY25" fmla="*/ 316079 h 501097"/>
                <a:gd name="connsiteX26" fmla="*/ 13540 w 755289"/>
                <a:gd name="connsiteY26" fmla="*/ 406904 h 501097"/>
                <a:gd name="connsiteX27" fmla="*/ 1041 w 755289"/>
                <a:gd name="connsiteY27" fmla="*/ 444901 h 501097"/>
                <a:gd name="connsiteX28" fmla="*/ 6541 w 755289"/>
                <a:gd name="connsiteY28" fmla="*/ 461066 h 501097"/>
                <a:gd name="connsiteX29" fmla="*/ 40121 w 755289"/>
                <a:gd name="connsiteY29" fmla="*/ 472982 h 501097"/>
                <a:gd name="connsiteX30" fmla="*/ 80284 w 755289"/>
                <a:gd name="connsiteY30" fmla="*/ 481231 h 501097"/>
                <a:gd name="connsiteX31" fmla="*/ 174359 w 755289"/>
                <a:gd name="connsiteY31" fmla="*/ 477815 h 501097"/>
                <a:gd name="connsiteX32" fmla="*/ 253934 w 755289"/>
                <a:gd name="connsiteY32" fmla="*/ 461233 h 501097"/>
                <a:gd name="connsiteX33" fmla="*/ 259267 w 755289"/>
                <a:gd name="connsiteY33" fmla="*/ 466982 h 501097"/>
                <a:gd name="connsiteX34" fmla="*/ 273183 w 755289"/>
                <a:gd name="connsiteY34" fmla="*/ 479148 h 501097"/>
                <a:gd name="connsiteX35" fmla="*/ 298597 w 755289"/>
                <a:gd name="connsiteY35" fmla="*/ 497396 h 501097"/>
                <a:gd name="connsiteX36" fmla="*/ 318429 w 755289"/>
                <a:gd name="connsiteY36" fmla="*/ 498313 h 501097"/>
                <a:gd name="connsiteX37" fmla="*/ 330761 w 755289"/>
                <a:gd name="connsiteY37" fmla="*/ 476231 h 501097"/>
                <a:gd name="connsiteX38" fmla="*/ 367175 w 755289"/>
                <a:gd name="connsiteY38" fmla="*/ 476565 h 501097"/>
                <a:gd name="connsiteX39" fmla="*/ 376507 w 755289"/>
                <a:gd name="connsiteY39" fmla="*/ 457233 h 501097"/>
                <a:gd name="connsiteX40" fmla="*/ 384506 w 755289"/>
                <a:gd name="connsiteY40" fmla="*/ 440985 h 501097"/>
                <a:gd name="connsiteX41" fmla="*/ 365675 w 755289"/>
                <a:gd name="connsiteY41" fmla="*/ 421986 h 501097"/>
                <a:gd name="connsiteX42" fmla="*/ 368841 w 755289"/>
                <a:gd name="connsiteY42" fmla="*/ 420653 h 501097"/>
                <a:gd name="connsiteX43" fmla="*/ 515327 w 755289"/>
                <a:gd name="connsiteY43" fmla="*/ 320329 h 501097"/>
                <a:gd name="connsiteX44" fmla="*/ 574739 w 755289"/>
                <a:gd name="connsiteY44" fmla="*/ 310330 h 501097"/>
                <a:gd name="connsiteX45" fmla="*/ 564573 w 755289"/>
                <a:gd name="connsiteY45" fmla="*/ 259668 h 501097"/>
                <a:gd name="connsiteX46" fmla="*/ 577989 w 755289"/>
                <a:gd name="connsiteY46" fmla="*/ 239253 h 501097"/>
                <a:gd name="connsiteX47" fmla="*/ 626651 w 755289"/>
                <a:gd name="connsiteY47" fmla="*/ 230170 h 501097"/>
                <a:gd name="connsiteX48" fmla="*/ 679313 w 755289"/>
                <a:gd name="connsiteY48" fmla="*/ 231253 h 501097"/>
                <a:gd name="connsiteX49" fmla="*/ 730725 w 755289"/>
                <a:gd name="connsiteY49" fmla="*/ 232503 h 501097"/>
                <a:gd name="connsiteX50" fmla="*/ 755139 w 755289"/>
                <a:gd name="connsiteY50" fmla="*/ 223171 h 501097"/>
                <a:gd name="connsiteX51" fmla="*/ 739141 w 755289"/>
                <a:gd name="connsiteY51" fmla="*/ 194923 h 501097"/>
                <a:gd name="connsiteX52" fmla="*/ 703810 w 755289"/>
                <a:gd name="connsiteY52" fmla="*/ 167009 h 501097"/>
                <a:gd name="connsiteX53" fmla="*/ 703810 w 755289"/>
                <a:gd name="connsiteY53" fmla="*/ 167009 h 501097"/>
                <a:gd name="connsiteX54" fmla="*/ 433252 w 755289"/>
                <a:gd name="connsiteY54" fmla="*/ 89516 h 501097"/>
                <a:gd name="connsiteX55" fmla="*/ 445334 w 755289"/>
                <a:gd name="connsiteY55" fmla="*/ 95266 h 501097"/>
                <a:gd name="connsiteX56" fmla="*/ 466665 w 755289"/>
                <a:gd name="connsiteY56" fmla="*/ 108348 h 501097"/>
                <a:gd name="connsiteX57" fmla="*/ 476165 w 755289"/>
                <a:gd name="connsiteY57" fmla="*/ 108681 h 501097"/>
                <a:gd name="connsiteX58" fmla="*/ 476498 w 755289"/>
                <a:gd name="connsiteY58" fmla="*/ 109848 h 501097"/>
                <a:gd name="connsiteX59" fmla="*/ 446417 w 755289"/>
                <a:gd name="connsiteY59" fmla="*/ 106348 h 501097"/>
                <a:gd name="connsiteX60" fmla="*/ 410004 w 755289"/>
                <a:gd name="connsiteY60" fmla="*/ 103682 h 501097"/>
                <a:gd name="connsiteX61" fmla="*/ 433252 w 755289"/>
                <a:gd name="connsiteY61" fmla="*/ 89516 h 501097"/>
                <a:gd name="connsiteX62" fmla="*/ 433252 w 755289"/>
                <a:gd name="connsiteY62" fmla="*/ 89516 h 501097"/>
                <a:gd name="connsiteX63" fmla="*/ 419503 w 755289"/>
                <a:gd name="connsiteY63" fmla="*/ 89016 h 501097"/>
                <a:gd name="connsiteX64" fmla="*/ 402921 w 755289"/>
                <a:gd name="connsiteY64" fmla="*/ 103515 h 501097"/>
                <a:gd name="connsiteX65" fmla="*/ 362258 w 755289"/>
                <a:gd name="connsiteY65" fmla="*/ 104931 h 501097"/>
                <a:gd name="connsiteX66" fmla="*/ 393006 w 755289"/>
                <a:gd name="connsiteY66" fmla="*/ 84933 h 501097"/>
                <a:gd name="connsiteX67" fmla="*/ 419503 w 755289"/>
                <a:gd name="connsiteY67" fmla="*/ 89016 h 501097"/>
                <a:gd name="connsiteX68" fmla="*/ 419503 w 755289"/>
                <a:gd name="connsiteY68" fmla="*/ 89016 h 501097"/>
                <a:gd name="connsiteX69" fmla="*/ 356676 w 755289"/>
                <a:gd name="connsiteY69" fmla="*/ 80184 h 501097"/>
                <a:gd name="connsiteX70" fmla="*/ 384089 w 755289"/>
                <a:gd name="connsiteY70" fmla="*/ 76101 h 501097"/>
                <a:gd name="connsiteX71" fmla="*/ 387423 w 755289"/>
                <a:gd name="connsiteY71" fmla="*/ 79434 h 501097"/>
                <a:gd name="connsiteX72" fmla="*/ 379090 w 755289"/>
                <a:gd name="connsiteY72" fmla="*/ 85017 h 501097"/>
                <a:gd name="connsiteX73" fmla="*/ 355593 w 755289"/>
                <a:gd name="connsiteY73" fmla="*/ 105848 h 501097"/>
                <a:gd name="connsiteX74" fmla="*/ 350759 w 755289"/>
                <a:gd name="connsiteY74" fmla="*/ 106515 h 501097"/>
                <a:gd name="connsiteX75" fmla="*/ 296514 w 755289"/>
                <a:gd name="connsiteY75" fmla="*/ 120347 h 501097"/>
                <a:gd name="connsiteX76" fmla="*/ 349343 w 755289"/>
                <a:gd name="connsiteY76" fmla="*/ 82767 h 501097"/>
                <a:gd name="connsiteX77" fmla="*/ 356676 w 755289"/>
                <a:gd name="connsiteY77" fmla="*/ 80184 h 501097"/>
                <a:gd name="connsiteX78" fmla="*/ 356676 w 755289"/>
                <a:gd name="connsiteY78" fmla="*/ 80184 h 501097"/>
                <a:gd name="connsiteX79" fmla="*/ 308346 w 755289"/>
                <a:gd name="connsiteY79" fmla="*/ 84017 h 501097"/>
                <a:gd name="connsiteX80" fmla="*/ 309179 w 755289"/>
                <a:gd name="connsiteY80" fmla="*/ 82683 h 501097"/>
                <a:gd name="connsiteX81" fmla="*/ 329011 w 755289"/>
                <a:gd name="connsiteY81" fmla="*/ 85517 h 501097"/>
                <a:gd name="connsiteX82" fmla="*/ 287682 w 755289"/>
                <a:gd name="connsiteY82" fmla="*/ 123513 h 501097"/>
                <a:gd name="connsiteX83" fmla="*/ 237519 w 755289"/>
                <a:gd name="connsiteY83" fmla="*/ 144928 h 501097"/>
                <a:gd name="connsiteX84" fmla="*/ 261184 w 755289"/>
                <a:gd name="connsiteY84" fmla="*/ 122180 h 501097"/>
                <a:gd name="connsiteX85" fmla="*/ 308346 w 755289"/>
                <a:gd name="connsiteY85" fmla="*/ 84017 h 501097"/>
                <a:gd name="connsiteX86" fmla="*/ 308346 w 755289"/>
                <a:gd name="connsiteY86" fmla="*/ 84017 h 501097"/>
                <a:gd name="connsiteX87" fmla="*/ 244602 w 755289"/>
                <a:gd name="connsiteY87" fmla="*/ 110931 h 501097"/>
                <a:gd name="connsiteX88" fmla="*/ 264183 w 755289"/>
                <a:gd name="connsiteY88" fmla="*/ 101099 h 501097"/>
                <a:gd name="connsiteX89" fmla="*/ 289098 w 755289"/>
                <a:gd name="connsiteY89" fmla="*/ 87350 h 501097"/>
                <a:gd name="connsiteX90" fmla="*/ 259184 w 755289"/>
                <a:gd name="connsiteY90" fmla="*/ 115264 h 501097"/>
                <a:gd name="connsiteX91" fmla="*/ 226687 w 755289"/>
                <a:gd name="connsiteY91" fmla="*/ 150261 h 501097"/>
                <a:gd name="connsiteX92" fmla="*/ 172192 w 755289"/>
                <a:gd name="connsiteY92" fmla="*/ 181925 h 501097"/>
                <a:gd name="connsiteX93" fmla="*/ 169692 w 755289"/>
                <a:gd name="connsiteY93" fmla="*/ 183591 h 501097"/>
                <a:gd name="connsiteX94" fmla="*/ 201606 w 755289"/>
                <a:gd name="connsiteY94" fmla="*/ 149927 h 501097"/>
                <a:gd name="connsiteX95" fmla="*/ 244602 w 755289"/>
                <a:gd name="connsiteY95" fmla="*/ 110931 h 501097"/>
                <a:gd name="connsiteX96" fmla="*/ 244602 w 755289"/>
                <a:gd name="connsiteY96" fmla="*/ 110931 h 501097"/>
                <a:gd name="connsiteX97" fmla="*/ 126196 w 755289"/>
                <a:gd name="connsiteY97" fmla="*/ 215505 h 501097"/>
                <a:gd name="connsiteX98" fmla="*/ 170525 w 755289"/>
                <a:gd name="connsiteY98" fmla="*/ 158927 h 501097"/>
                <a:gd name="connsiteX99" fmla="*/ 196023 w 755289"/>
                <a:gd name="connsiteY99" fmla="*/ 129179 h 501097"/>
                <a:gd name="connsiteX100" fmla="*/ 213105 w 755289"/>
                <a:gd name="connsiteY100" fmla="*/ 110848 h 501097"/>
                <a:gd name="connsiteX101" fmla="*/ 223604 w 755289"/>
                <a:gd name="connsiteY101" fmla="*/ 101099 h 501097"/>
                <a:gd name="connsiteX102" fmla="*/ 231520 w 755289"/>
                <a:gd name="connsiteY102" fmla="*/ 109681 h 501097"/>
                <a:gd name="connsiteX103" fmla="*/ 233437 w 755289"/>
                <a:gd name="connsiteY103" fmla="*/ 110514 h 501097"/>
                <a:gd name="connsiteX104" fmla="*/ 229437 w 755289"/>
                <a:gd name="connsiteY104" fmla="*/ 114097 h 501097"/>
                <a:gd name="connsiteX105" fmla="*/ 202523 w 755289"/>
                <a:gd name="connsiteY105" fmla="*/ 138845 h 501097"/>
                <a:gd name="connsiteX106" fmla="*/ 159360 w 755289"/>
                <a:gd name="connsiteY106" fmla="*/ 190507 h 501097"/>
                <a:gd name="connsiteX107" fmla="*/ 125280 w 755289"/>
                <a:gd name="connsiteY107" fmla="*/ 217005 h 501097"/>
                <a:gd name="connsiteX108" fmla="*/ 126196 w 755289"/>
                <a:gd name="connsiteY108" fmla="*/ 215505 h 501097"/>
                <a:gd name="connsiteX109" fmla="*/ 126196 w 755289"/>
                <a:gd name="connsiteY109" fmla="*/ 215505 h 501097"/>
                <a:gd name="connsiteX110" fmla="*/ 306430 w 755289"/>
                <a:gd name="connsiteY110" fmla="*/ 488064 h 501097"/>
                <a:gd name="connsiteX111" fmla="*/ 282015 w 755289"/>
                <a:gd name="connsiteY111" fmla="*/ 473482 h 501097"/>
                <a:gd name="connsiteX112" fmla="*/ 261768 w 755289"/>
                <a:gd name="connsiteY112" fmla="*/ 458483 h 501097"/>
                <a:gd name="connsiteX113" fmla="*/ 269600 w 755289"/>
                <a:gd name="connsiteY113" fmla="*/ 456233 h 501097"/>
                <a:gd name="connsiteX114" fmla="*/ 283182 w 755289"/>
                <a:gd name="connsiteY114" fmla="*/ 461816 h 501097"/>
                <a:gd name="connsiteX115" fmla="*/ 317013 w 755289"/>
                <a:gd name="connsiteY115" fmla="*/ 471398 h 501097"/>
                <a:gd name="connsiteX116" fmla="*/ 320929 w 755289"/>
                <a:gd name="connsiteY116" fmla="*/ 472648 h 501097"/>
                <a:gd name="connsiteX117" fmla="*/ 306430 w 755289"/>
                <a:gd name="connsiteY117" fmla="*/ 488064 h 501097"/>
                <a:gd name="connsiteX118" fmla="*/ 306430 w 755289"/>
                <a:gd name="connsiteY118" fmla="*/ 488064 h 501097"/>
                <a:gd name="connsiteX119" fmla="*/ 368257 w 755289"/>
                <a:gd name="connsiteY119" fmla="*/ 450817 h 501097"/>
                <a:gd name="connsiteX120" fmla="*/ 362758 w 755289"/>
                <a:gd name="connsiteY120" fmla="*/ 462066 h 501097"/>
                <a:gd name="connsiteX121" fmla="*/ 338844 w 755289"/>
                <a:gd name="connsiteY121" fmla="*/ 467399 h 501097"/>
                <a:gd name="connsiteX122" fmla="*/ 279516 w 755289"/>
                <a:gd name="connsiteY122" fmla="*/ 453150 h 501097"/>
                <a:gd name="connsiteX123" fmla="*/ 350842 w 755289"/>
                <a:gd name="connsiteY123" fmla="*/ 427569 h 501097"/>
                <a:gd name="connsiteX124" fmla="*/ 351926 w 755289"/>
                <a:gd name="connsiteY124" fmla="*/ 428069 h 501097"/>
                <a:gd name="connsiteX125" fmla="*/ 366841 w 755289"/>
                <a:gd name="connsiteY125" fmla="*/ 436402 h 501097"/>
                <a:gd name="connsiteX126" fmla="*/ 368257 w 755289"/>
                <a:gd name="connsiteY126" fmla="*/ 450817 h 501097"/>
                <a:gd name="connsiteX127" fmla="*/ 368257 w 755289"/>
                <a:gd name="connsiteY127" fmla="*/ 450817 h 501097"/>
                <a:gd name="connsiteX128" fmla="*/ 555991 w 755289"/>
                <a:gd name="connsiteY128" fmla="*/ 310913 h 501097"/>
                <a:gd name="connsiteX129" fmla="*/ 527410 w 755289"/>
                <a:gd name="connsiteY129" fmla="*/ 313746 h 501097"/>
                <a:gd name="connsiteX130" fmla="*/ 521994 w 755289"/>
                <a:gd name="connsiteY130" fmla="*/ 313246 h 501097"/>
                <a:gd name="connsiteX131" fmla="*/ 551824 w 755289"/>
                <a:gd name="connsiteY131" fmla="*/ 279332 h 501097"/>
                <a:gd name="connsiteX132" fmla="*/ 557491 w 755289"/>
                <a:gd name="connsiteY132" fmla="*/ 271083 h 501097"/>
                <a:gd name="connsiteX133" fmla="*/ 565657 w 755289"/>
                <a:gd name="connsiteY133" fmla="*/ 285082 h 501097"/>
                <a:gd name="connsiteX134" fmla="*/ 555991 w 755289"/>
                <a:gd name="connsiteY134" fmla="*/ 310913 h 501097"/>
                <a:gd name="connsiteX135" fmla="*/ 555991 w 755289"/>
                <a:gd name="connsiteY135" fmla="*/ 310913 h 501097"/>
                <a:gd name="connsiteX136" fmla="*/ 729559 w 755289"/>
                <a:gd name="connsiteY136" fmla="*/ 217505 h 501097"/>
                <a:gd name="connsiteX137" fmla="*/ 681063 w 755289"/>
                <a:gd name="connsiteY137" fmla="*/ 216088 h 501097"/>
                <a:gd name="connsiteX138" fmla="*/ 597487 w 755289"/>
                <a:gd name="connsiteY138" fmla="*/ 214588 h 501097"/>
                <a:gd name="connsiteX139" fmla="*/ 572572 w 755289"/>
                <a:gd name="connsiteY139" fmla="*/ 220754 h 501097"/>
                <a:gd name="connsiteX140" fmla="*/ 548741 w 755289"/>
                <a:gd name="connsiteY140" fmla="*/ 256835 h 501097"/>
                <a:gd name="connsiteX141" fmla="*/ 419503 w 755289"/>
                <a:gd name="connsiteY141" fmla="*/ 376407 h 501097"/>
                <a:gd name="connsiteX142" fmla="*/ 249601 w 755289"/>
                <a:gd name="connsiteY142" fmla="*/ 445901 h 501097"/>
                <a:gd name="connsiteX143" fmla="*/ 230354 w 755289"/>
                <a:gd name="connsiteY143" fmla="*/ 451067 h 501097"/>
                <a:gd name="connsiteX144" fmla="*/ 231770 w 755289"/>
                <a:gd name="connsiteY144" fmla="*/ 401071 h 501097"/>
                <a:gd name="connsiteX145" fmla="*/ 241103 w 755289"/>
                <a:gd name="connsiteY145" fmla="*/ 400155 h 501097"/>
                <a:gd name="connsiteX146" fmla="*/ 267350 w 755289"/>
                <a:gd name="connsiteY146" fmla="*/ 398905 h 501097"/>
                <a:gd name="connsiteX147" fmla="*/ 320512 w 755289"/>
                <a:gd name="connsiteY147" fmla="*/ 387823 h 501097"/>
                <a:gd name="connsiteX148" fmla="*/ 373341 w 755289"/>
                <a:gd name="connsiteY148" fmla="*/ 369991 h 501097"/>
                <a:gd name="connsiteX149" fmla="*/ 391839 w 755289"/>
                <a:gd name="connsiteY149" fmla="*/ 351159 h 501097"/>
                <a:gd name="connsiteX150" fmla="*/ 388256 w 755289"/>
                <a:gd name="connsiteY150" fmla="*/ 337161 h 501097"/>
                <a:gd name="connsiteX151" fmla="*/ 390839 w 755289"/>
                <a:gd name="connsiteY151" fmla="*/ 305663 h 501097"/>
                <a:gd name="connsiteX152" fmla="*/ 381173 w 755289"/>
                <a:gd name="connsiteY152" fmla="*/ 275833 h 501097"/>
                <a:gd name="connsiteX153" fmla="*/ 379590 w 755289"/>
                <a:gd name="connsiteY153" fmla="*/ 251168 h 501097"/>
                <a:gd name="connsiteX154" fmla="*/ 374341 w 755289"/>
                <a:gd name="connsiteY154" fmla="*/ 244086 h 501097"/>
                <a:gd name="connsiteX155" fmla="*/ 367424 w 755289"/>
                <a:gd name="connsiteY155" fmla="*/ 241669 h 501097"/>
                <a:gd name="connsiteX156" fmla="*/ 360592 w 755289"/>
                <a:gd name="connsiteY156" fmla="*/ 223254 h 501097"/>
                <a:gd name="connsiteX157" fmla="*/ 367424 w 755289"/>
                <a:gd name="connsiteY157" fmla="*/ 200090 h 501097"/>
                <a:gd name="connsiteX158" fmla="*/ 360342 w 755289"/>
                <a:gd name="connsiteY158" fmla="*/ 193174 h 501097"/>
                <a:gd name="connsiteX159" fmla="*/ 322678 w 755289"/>
                <a:gd name="connsiteY159" fmla="*/ 223504 h 501097"/>
                <a:gd name="connsiteX160" fmla="*/ 282932 w 755289"/>
                <a:gd name="connsiteY160" fmla="*/ 264584 h 501097"/>
                <a:gd name="connsiteX161" fmla="*/ 216022 w 755289"/>
                <a:gd name="connsiteY161" fmla="*/ 344660 h 501097"/>
                <a:gd name="connsiteX162" fmla="*/ 214605 w 755289"/>
                <a:gd name="connsiteY162" fmla="*/ 341993 h 501097"/>
                <a:gd name="connsiteX163" fmla="*/ 179275 w 755289"/>
                <a:gd name="connsiteY163" fmla="*/ 299664 h 501097"/>
                <a:gd name="connsiteX164" fmla="*/ 135946 w 755289"/>
                <a:gd name="connsiteY164" fmla="*/ 285665 h 501097"/>
                <a:gd name="connsiteX165" fmla="*/ 135362 w 755289"/>
                <a:gd name="connsiteY165" fmla="*/ 287915 h 501097"/>
                <a:gd name="connsiteX166" fmla="*/ 174525 w 755289"/>
                <a:gd name="connsiteY166" fmla="*/ 306163 h 501097"/>
                <a:gd name="connsiteX167" fmla="*/ 207022 w 755289"/>
                <a:gd name="connsiteY167" fmla="*/ 352493 h 501097"/>
                <a:gd name="connsiteX168" fmla="*/ 218521 w 755289"/>
                <a:gd name="connsiteY168" fmla="*/ 407488 h 501097"/>
                <a:gd name="connsiteX169" fmla="*/ 218105 w 755289"/>
                <a:gd name="connsiteY169" fmla="*/ 437235 h 501097"/>
                <a:gd name="connsiteX170" fmla="*/ 216022 w 755289"/>
                <a:gd name="connsiteY170" fmla="*/ 454567 h 501097"/>
                <a:gd name="connsiteX171" fmla="*/ 70035 w 755289"/>
                <a:gd name="connsiteY171" fmla="*/ 463733 h 501097"/>
                <a:gd name="connsiteX172" fmla="*/ 32538 w 755289"/>
                <a:gd name="connsiteY172" fmla="*/ 454067 h 501097"/>
                <a:gd name="connsiteX173" fmla="*/ 23456 w 755289"/>
                <a:gd name="connsiteY173" fmla="*/ 450567 h 501097"/>
                <a:gd name="connsiteX174" fmla="*/ 84367 w 755289"/>
                <a:gd name="connsiteY174" fmla="*/ 448067 h 501097"/>
                <a:gd name="connsiteX175" fmla="*/ 129196 w 755289"/>
                <a:gd name="connsiteY175" fmla="*/ 439985 h 501097"/>
                <a:gd name="connsiteX176" fmla="*/ 164192 w 755289"/>
                <a:gd name="connsiteY176" fmla="*/ 427486 h 501097"/>
                <a:gd name="connsiteX177" fmla="*/ 160526 w 755289"/>
                <a:gd name="connsiteY177" fmla="*/ 419070 h 501097"/>
                <a:gd name="connsiteX178" fmla="*/ 77201 w 755289"/>
                <a:gd name="connsiteY178" fmla="*/ 437652 h 501097"/>
                <a:gd name="connsiteX179" fmla="*/ 35204 w 755289"/>
                <a:gd name="connsiteY179" fmla="*/ 441318 h 501097"/>
                <a:gd name="connsiteX180" fmla="*/ 16623 w 755289"/>
                <a:gd name="connsiteY180" fmla="*/ 444567 h 501097"/>
                <a:gd name="connsiteX181" fmla="*/ 17123 w 755289"/>
                <a:gd name="connsiteY181" fmla="*/ 443234 h 501097"/>
                <a:gd name="connsiteX182" fmla="*/ 45536 w 755289"/>
                <a:gd name="connsiteY182" fmla="*/ 360242 h 501097"/>
                <a:gd name="connsiteX183" fmla="*/ 146028 w 755289"/>
                <a:gd name="connsiteY183" fmla="*/ 218088 h 501097"/>
                <a:gd name="connsiteX184" fmla="*/ 239686 w 755289"/>
                <a:gd name="connsiteY184" fmla="*/ 160676 h 501097"/>
                <a:gd name="connsiteX185" fmla="*/ 338260 w 755289"/>
                <a:gd name="connsiteY185" fmla="*/ 122847 h 501097"/>
                <a:gd name="connsiteX186" fmla="*/ 368257 w 755289"/>
                <a:gd name="connsiteY186" fmla="*/ 118597 h 501097"/>
                <a:gd name="connsiteX187" fmla="*/ 396922 w 755289"/>
                <a:gd name="connsiteY187" fmla="*/ 118930 h 501097"/>
                <a:gd name="connsiteX188" fmla="*/ 441835 w 755289"/>
                <a:gd name="connsiteY188" fmla="*/ 117847 h 501097"/>
                <a:gd name="connsiteX189" fmla="*/ 462583 w 755289"/>
                <a:gd name="connsiteY189" fmla="*/ 119430 h 501097"/>
                <a:gd name="connsiteX190" fmla="*/ 472165 w 755289"/>
                <a:gd name="connsiteY190" fmla="*/ 120680 h 501097"/>
                <a:gd name="connsiteX191" fmla="*/ 519245 w 755289"/>
                <a:gd name="connsiteY191" fmla="*/ 130096 h 501097"/>
                <a:gd name="connsiteX192" fmla="*/ 563323 w 755289"/>
                <a:gd name="connsiteY192" fmla="*/ 136679 h 501097"/>
                <a:gd name="connsiteX193" fmla="*/ 624734 w 755289"/>
                <a:gd name="connsiteY193" fmla="*/ 85350 h 501097"/>
                <a:gd name="connsiteX194" fmla="*/ 654065 w 755289"/>
                <a:gd name="connsiteY194" fmla="*/ 47187 h 501097"/>
                <a:gd name="connsiteX195" fmla="*/ 668564 w 755289"/>
                <a:gd name="connsiteY195" fmla="*/ 21106 h 501097"/>
                <a:gd name="connsiteX196" fmla="*/ 665648 w 755289"/>
                <a:gd name="connsiteY196" fmla="*/ 51020 h 501097"/>
                <a:gd name="connsiteX197" fmla="*/ 664481 w 755289"/>
                <a:gd name="connsiteY197" fmla="*/ 61185 h 501097"/>
                <a:gd name="connsiteX198" fmla="*/ 662398 w 755289"/>
                <a:gd name="connsiteY198" fmla="*/ 61769 h 501097"/>
                <a:gd name="connsiteX199" fmla="*/ 613652 w 755289"/>
                <a:gd name="connsiteY199" fmla="*/ 120097 h 501097"/>
                <a:gd name="connsiteX200" fmla="*/ 614819 w 755289"/>
                <a:gd name="connsiteY200" fmla="*/ 121263 h 501097"/>
                <a:gd name="connsiteX201" fmla="*/ 644150 w 755289"/>
                <a:gd name="connsiteY201" fmla="*/ 92016 h 501097"/>
                <a:gd name="connsiteX202" fmla="*/ 659898 w 755289"/>
                <a:gd name="connsiteY202" fmla="*/ 73268 h 501097"/>
                <a:gd name="connsiteX203" fmla="*/ 663064 w 755289"/>
                <a:gd name="connsiteY203" fmla="*/ 70768 h 501097"/>
                <a:gd name="connsiteX204" fmla="*/ 659898 w 755289"/>
                <a:gd name="connsiteY204" fmla="*/ 89350 h 501097"/>
                <a:gd name="connsiteX205" fmla="*/ 656981 w 755289"/>
                <a:gd name="connsiteY205" fmla="*/ 104515 h 501097"/>
                <a:gd name="connsiteX206" fmla="*/ 652065 w 755289"/>
                <a:gd name="connsiteY206" fmla="*/ 107015 h 501097"/>
                <a:gd name="connsiteX207" fmla="*/ 636983 w 755289"/>
                <a:gd name="connsiteY207" fmla="*/ 121097 h 501097"/>
                <a:gd name="connsiteX208" fmla="*/ 613903 w 755289"/>
                <a:gd name="connsiteY208" fmla="*/ 146761 h 501097"/>
                <a:gd name="connsiteX209" fmla="*/ 617819 w 755289"/>
                <a:gd name="connsiteY209" fmla="*/ 149594 h 501097"/>
                <a:gd name="connsiteX210" fmla="*/ 642983 w 755289"/>
                <a:gd name="connsiteY210" fmla="*/ 125263 h 501097"/>
                <a:gd name="connsiteX211" fmla="*/ 655065 w 755289"/>
                <a:gd name="connsiteY211" fmla="*/ 115431 h 501097"/>
                <a:gd name="connsiteX212" fmla="*/ 652566 w 755289"/>
                <a:gd name="connsiteY212" fmla="*/ 134596 h 501097"/>
                <a:gd name="connsiteX213" fmla="*/ 652899 w 755289"/>
                <a:gd name="connsiteY213" fmla="*/ 143595 h 501097"/>
                <a:gd name="connsiteX214" fmla="*/ 642566 w 755289"/>
                <a:gd name="connsiteY214" fmla="*/ 147928 h 501097"/>
                <a:gd name="connsiteX215" fmla="*/ 612569 w 755289"/>
                <a:gd name="connsiteY215" fmla="*/ 168092 h 501097"/>
                <a:gd name="connsiteX216" fmla="*/ 614319 w 755289"/>
                <a:gd name="connsiteY216" fmla="*/ 170342 h 501097"/>
                <a:gd name="connsiteX217" fmla="*/ 646983 w 755289"/>
                <a:gd name="connsiteY217" fmla="*/ 154927 h 501097"/>
                <a:gd name="connsiteX218" fmla="*/ 656565 w 755289"/>
                <a:gd name="connsiteY218" fmla="*/ 152427 h 501097"/>
                <a:gd name="connsiteX219" fmla="*/ 661315 w 755289"/>
                <a:gd name="connsiteY219" fmla="*/ 157427 h 501097"/>
                <a:gd name="connsiteX220" fmla="*/ 672730 w 755289"/>
                <a:gd name="connsiteY220" fmla="*/ 165009 h 501097"/>
                <a:gd name="connsiteX221" fmla="*/ 649316 w 755289"/>
                <a:gd name="connsiteY221" fmla="*/ 172175 h 501097"/>
                <a:gd name="connsiteX222" fmla="*/ 623152 w 755289"/>
                <a:gd name="connsiteY222" fmla="*/ 182175 h 501097"/>
                <a:gd name="connsiteX223" fmla="*/ 625901 w 755289"/>
                <a:gd name="connsiteY223" fmla="*/ 184841 h 501097"/>
                <a:gd name="connsiteX224" fmla="*/ 656065 w 755289"/>
                <a:gd name="connsiteY224" fmla="*/ 178425 h 501097"/>
                <a:gd name="connsiteX225" fmla="*/ 671897 w 755289"/>
                <a:gd name="connsiteY225" fmla="*/ 174092 h 501097"/>
                <a:gd name="connsiteX226" fmla="*/ 681313 w 755289"/>
                <a:gd name="connsiteY226" fmla="*/ 171592 h 501097"/>
                <a:gd name="connsiteX227" fmla="*/ 684146 w 755289"/>
                <a:gd name="connsiteY227" fmla="*/ 171259 h 501097"/>
                <a:gd name="connsiteX228" fmla="*/ 693812 w 755289"/>
                <a:gd name="connsiteY228" fmla="*/ 176925 h 501097"/>
                <a:gd name="connsiteX229" fmla="*/ 704977 w 755289"/>
                <a:gd name="connsiteY229" fmla="*/ 184424 h 501097"/>
                <a:gd name="connsiteX230" fmla="*/ 685896 w 755289"/>
                <a:gd name="connsiteY230" fmla="*/ 188174 h 501097"/>
                <a:gd name="connsiteX231" fmla="*/ 641900 w 755289"/>
                <a:gd name="connsiteY231" fmla="*/ 196257 h 501097"/>
                <a:gd name="connsiteX232" fmla="*/ 643316 w 755289"/>
                <a:gd name="connsiteY232" fmla="*/ 201173 h 501097"/>
                <a:gd name="connsiteX233" fmla="*/ 689562 w 755289"/>
                <a:gd name="connsiteY233" fmla="*/ 197173 h 501097"/>
                <a:gd name="connsiteX234" fmla="*/ 717976 w 755289"/>
                <a:gd name="connsiteY234" fmla="*/ 194173 h 501097"/>
                <a:gd name="connsiteX235" fmla="*/ 728142 w 755289"/>
                <a:gd name="connsiteY235" fmla="*/ 204006 h 501097"/>
                <a:gd name="connsiteX236" fmla="*/ 736725 w 755289"/>
                <a:gd name="connsiteY236" fmla="*/ 217255 h 501097"/>
                <a:gd name="connsiteX237" fmla="*/ 729559 w 755289"/>
                <a:gd name="connsiteY237" fmla="*/ 217505 h 501097"/>
                <a:gd name="connsiteX238" fmla="*/ 729559 w 755289"/>
                <a:gd name="connsiteY238" fmla="*/ 217505 h 501097"/>
                <a:gd name="connsiteX239" fmla="*/ 294931 w 755289"/>
                <a:gd name="connsiteY239" fmla="*/ 364158 h 501097"/>
                <a:gd name="connsiteX240" fmla="*/ 260267 w 755289"/>
                <a:gd name="connsiteY240" fmla="*/ 375157 h 501097"/>
                <a:gd name="connsiteX241" fmla="*/ 228354 w 755289"/>
                <a:gd name="connsiteY241" fmla="*/ 380990 h 501097"/>
                <a:gd name="connsiteX242" fmla="*/ 226770 w 755289"/>
                <a:gd name="connsiteY242" fmla="*/ 373907 h 501097"/>
                <a:gd name="connsiteX243" fmla="*/ 266350 w 755289"/>
                <a:gd name="connsiteY243" fmla="*/ 358492 h 501097"/>
                <a:gd name="connsiteX244" fmla="*/ 313429 w 755289"/>
                <a:gd name="connsiteY244" fmla="*/ 334244 h 501097"/>
                <a:gd name="connsiteX245" fmla="*/ 311513 w 755289"/>
                <a:gd name="connsiteY245" fmla="*/ 329828 h 501097"/>
                <a:gd name="connsiteX246" fmla="*/ 266767 w 755289"/>
                <a:gd name="connsiteY246" fmla="*/ 349160 h 501097"/>
                <a:gd name="connsiteX247" fmla="*/ 246102 w 755289"/>
                <a:gd name="connsiteY247" fmla="*/ 357659 h 501097"/>
                <a:gd name="connsiteX248" fmla="*/ 224604 w 755289"/>
                <a:gd name="connsiteY248" fmla="*/ 366075 h 501097"/>
                <a:gd name="connsiteX249" fmla="*/ 224271 w 755289"/>
                <a:gd name="connsiteY249" fmla="*/ 365075 h 501097"/>
                <a:gd name="connsiteX250" fmla="*/ 240853 w 755289"/>
                <a:gd name="connsiteY250" fmla="*/ 353659 h 501097"/>
                <a:gd name="connsiteX251" fmla="*/ 261934 w 755289"/>
                <a:gd name="connsiteY251" fmla="*/ 335661 h 501097"/>
                <a:gd name="connsiteX252" fmla="*/ 301680 w 755289"/>
                <a:gd name="connsiteY252" fmla="*/ 296664 h 501097"/>
                <a:gd name="connsiteX253" fmla="*/ 300514 w 755289"/>
                <a:gd name="connsiteY253" fmla="*/ 295498 h 501097"/>
                <a:gd name="connsiteX254" fmla="*/ 256268 w 755289"/>
                <a:gd name="connsiteY254" fmla="*/ 332744 h 501097"/>
                <a:gd name="connsiteX255" fmla="*/ 222437 w 755289"/>
                <a:gd name="connsiteY255" fmla="*/ 359825 h 501097"/>
                <a:gd name="connsiteX256" fmla="*/ 219188 w 755289"/>
                <a:gd name="connsiteY256" fmla="*/ 351743 h 501097"/>
                <a:gd name="connsiteX257" fmla="*/ 244852 w 755289"/>
                <a:gd name="connsiteY257" fmla="*/ 325995 h 501097"/>
                <a:gd name="connsiteX258" fmla="*/ 282015 w 755289"/>
                <a:gd name="connsiteY258" fmla="*/ 285915 h 501097"/>
                <a:gd name="connsiteX259" fmla="*/ 323095 w 755289"/>
                <a:gd name="connsiteY259" fmla="*/ 243002 h 501097"/>
                <a:gd name="connsiteX260" fmla="*/ 343426 w 755289"/>
                <a:gd name="connsiteY260" fmla="*/ 222754 h 501097"/>
                <a:gd name="connsiteX261" fmla="*/ 352926 w 755289"/>
                <a:gd name="connsiteY261" fmla="*/ 212505 h 501097"/>
                <a:gd name="connsiteX262" fmla="*/ 348427 w 755289"/>
                <a:gd name="connsiteY262" fmla="*/ 235503 h 501097"/>
                <a:gd name="connsiteX263" fmla="*/ 360675 w 755289"/>
                <a:gd name="connsiteY263" fmla="*/ 250418 h 501097"/>
                <a:gd name="connsiteX264" fmla="*/ 369340 w 755289"/>
                <a:gd name="connsiteY264" fmla="*/ 262334 h 501097"/>
                <a:gd name="connsiteX265" fmla="*/ 368341 w 755289"/>
                <a:gd name="connsiteY265" fmla="*/ 270917 h 501097"/>
                <a:gd name="connsiteX266" fmla="*/ 371174 w 755289"/>
                <a:gd name="connsiteY266" fmla="*/ 283999 h 501097"/>
                <a:gd name="connsiteX267" fmla="*/ 379590 w 755289"/>
                <a:gd name="connsiteY267" fmla="*/ 301581 h 501097"/>
                <a:gd name="connsiteX268" fmla="*/ 373590 w 755289"/>
                <a:gd name="connsiteY268" fmla="*/ 318079 h 501097"/>
                <a:gd name="connsiteX269" fmla="*/ 372674 w 755289"/>
                <a:gd name="connsiteY269" fmla="*/ 357492 h 501097"/>
                <a:gd name="connsiteX270" fmla="*/ 321678 w 755289"/>
                <a:gd name="connsiteY270" fmla="*/ 376824 h 501097"/>
                <a:gd name="connsiteX271" fmla="*/ 271267 w 755289"/>
                <a:gd name="connsiteY271" fmla="*/ 387656 h 501097"/>
                <a:gd name="connsiteX272" fmla="*/ 245685 w 755289"/>
                <a:gd name="connsiteY272" fmla="*/ 389739 h 501097"/>
                <a:gd name="connsiteX273" fmla="*/ 230270 w 755289"/>
                <a:gd name="connsiteY273" fmla="*/ 391572 h 501097"/>
                <a:gd name="connsiteX274" fmla="*/ 229437 w 755289"/>
                <a:gd name="connsiteY274" fmla="*/ 386906 h 501097"/>
                <a:gd name="connsiteX275" fmla="*/ 262851 w 755289"/>
                <a:gd name="connsiteY275" fmla="*/ 381490 h 501097"/>
                <a:gd name="connsiteX276" fmla="*/ 295431 w 755289"/>
                <a:gd name="connsiteY276" fmla="*/ 365325 h 501097"/>
                <a:gd name="connsiteX277" fmla="*/ 294931 w 755289"/>
                <a:gd name="connsiteY277" fmla="*/ 364158 h 501097"/>
                <a:gd name="connsiteX278" fmla="*/ 294931 w 755289"/>
                <a:gd name="connsiteY278" fmla="*/ 364158 h 501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Lst>
              <a:rect l="l" t="t" r="r" b="b"/>
              <a:pathLst>
                <a:path w="755289" h="501097">
                  <a:moveTo>
                    <a:pt x="703810" y="167009"/>
                  </a:moveTo>
                  <a:cubicBezTo>
                    <a:pt x="688979" y="157260"/>
                    <a:pt x="663898" y="150177"/>
                    <a:pt x="666981" y="129013"/>
                  </a:cubicBezTo>
                  <a:cubicBezTo>
                    <a:pt x="669647" y="110514"/>
                    <a:pt x="673980" y="92266"/>
                    <a:pt x="676813" y="73851"/>
                  </a:cubicBezTo>
                  <a:cubicBezTo>
                    <a:pt x="678896" y="60352"/>
                    <a:pt x="690645" y="6440"/>
                    <a:pt x="672314" y="358"/>
                  </a:cubicBezTo>
                  <a:cubicBezTo>
                    <a:pt x="669731" y="-476"/>
                    <a:pt x="666481" y="108"/>
                    <a:pt x="664898" y="2524"/>
                  </a:cubicBezTo>
                  <a:cubicBezTo>
                    <a:pt x="657898" y="13023"/>
                    <a:pt x="654232" y="25605"/>
                    <a:pt x="647150" y="36271"/>
                  </a:cubicBezTo>
                  <a:cubicBezTo>
                    <a:pt x="639066" y="48353"/>
                    <a:pt x="630067" y="59602"/>
                    <a:pt x="620818" y="70768"/>
                  </a:cubicBezTo>
                  <a:cubicBezTo>
                    <a:pt x="600987" y="94682"/>
                    <a:pt x="579239" y="130096"/>
                    <a:pt x="542992" y="123013"/>
                  </a:cubicBezTo>
                  <a:cubicBezTo>
                    <a:pt x="534743" y="121430"/>
                    <a:pt x="526494" y="119764"/>
                    <a:pt x="518327" y="118180"/>
                  </a:cubicBezTo>
                  <a:cubicBezTo>
                    <a:pt x="509078" y="115931"/>
                    <a:pt x="499829" y="114014"/>
                    <a:pt x="490497" y="112347"/>
                  </a:cubicBezTo>
                  <a:cubicBezTo>
                    <a:pt x="491080" y="107598"/>
                    <a:pt x="488997" y="102515"/>
                    <a:pt x="484831" y="99599"/>
                  </a:cubicBezTo>
                  <a:cubicBezTo>
                    <a:pt x="479914" y="96182"/>
                    <a:pt x="472498" y="96349"/>
                    <a:pt x="467083" y="94099"/>
                  </a:cubicBezTo>
                  <a:cubicBezTo>
                    <a:pt x="458250" y="90433"/>
                    <a:pt x="452917" y="82267"/>
                    <a:pt x="444417" y="78184"/>
                  </a:cubicBezTo>
                  <a:cubicBezTo>
                    <a:pt x="437835" y="75018"/>
                    <a:pt x="431085" y="75601"/>
                    <a:pt x="424003" y="76267"/>
                  </a:cubicBezTo>
                  <a:cubicBezTo>
                    <a:pt x="409838" y="77601"/>
                    <a:pt x="403421" y="77017"/>
                    <a:pt x="392089" y="67768"/>
                  </a:cubicBezTo>
                  <a:cubicBezTo>
                    <a:pt x="378424" y="56603"/>
                    <a:pt x="367008" y="64352"/>
                    <a:pt x="352343" y="70518"/>
                  </a:cubicBezTo>
                  <a:cubicBezTo>
                    <a:pt x="339011" y="76101"/>
                    <a:pt x="330345" y="75517"/>
                    <a:pt x="317262" y="70435"/>
                  </a:cubicBezTo>
                  <a:cubicBezTo>
                    <a:pt x="309929" y="67602"/>
                    <a:pt x="302097" y="67602"/>
                    <a:pt x="294431" y="69351"/>
                  </a:cubicBezTo>
                  <a:cubicBezTo>
                    <a:pt x="285098" y="71435"/>
                    <a:pt x="276516" y="76351"/>
                    <a:pt x="268350" y="81017"/>
                  </a:cubicBezTo>
                  <a:cubicBezTo>
                    <a:pt x="260601" y="85433"/>
                    <a:pt x="244852" y="100099"/>
                    <a:pt x="236186" y="93766"/>
                  </a:cubicBezTo>
                  <a:cubicBezTo>
                    <a:pt x="231604" y="90433"/>
                    <a:pt x="230853" y="85933"/>
                    <a:pt x="223937" y="86350"/>
                  </a:cubicBezTo>
                  <a:cubicBezTo>
                    <a:pt x="216022" y="86850"/>
                    <a:pt x="209606" y="95516"/>
                    <a:pt x="204523" y="100515"/>
                  </a:cubicBezTo>
                  <a:cubicBezTo>
                    <a:pt x="189190" y="115514"/>
                    <a:pt x="175275" y="132679"/>
                    <a:pt x="162776" y="150094"/>
                  </a:cubicBezTo>
                  <a:cubicBezTo>
                    <a:pt x="148278" y="170176"/>
                    <a:pt x="132362" y="189841"/>
                    <a:pt x="119030" y="210672"/>
                  </a:cubicBezTo>
                  <a:cubicBezTo>
                    <a:pt x="113031" y="220088"/>
                    <a:pt x="107615" y="229587"/>
                    <a:pt x="102532" y="239253"/>
                  </a:cubicBezTo>
                  <a:cubicBezTo>
                    <a:pt x="81200" y="261751"/>
                    <a:pt x="63036" y="287165"/>
                    <a:pt x="48870" y="316079"/>
                  </a:cubicBezTo>
                  <a:cubicBezTo>
                    <a:pt x="34538" y="345493"/>
                    <a:pt x="24122" y="376157"/>
                    <a:pt x="13540" y="406904"/>
                  </a:cubicBezTo>
                  <a:cubicBezTo>
                    <a:pt x="9206" y="419487"/>
                    <a:pt x="4708" y="432152"/>
                    <a:pt x="1041" y="444901"/>
                  </a:cubicBezTo>
                  <a:cubicBezTo>
                    <a:pt x="-1042" y="452150"/>
                    <a:pt x="-376" y="456650"/>
                    <a:pt x="6541" y="461066"/>
                  </a:cubicBezTo>
                  <a:cubicBezTo>
                    <a:pt x="15790" y="466982"/>
                    <a:pt x="29622" y="470065"/>
                    <a:pt x="40121" y="472982"/>
                  </a:cubicBezTo>
                  <a:cubicBezTo>
                    <a:pt x="53286" y="476648"/>
                    <a:pt x="66618" y="479814"/>
                    <a:pt x="80284" y="481231"/>
                  </a:cubicBezTo>
                  <a:cubicBezTo>
                    <a:pt x="111614" y="484397"/>
                    <a:pt x="143195" y="481981"/>
                    <a:pt x="174359" y="477815"/>
                  </a:cubicBezTo>
                  <a:cubicBezTo>
                    <a:pt x="201273" y="474231"/>
                    <a:pt x="227770" y="468482"/>
                    <a:pt x="253934" y="461233"/>
                  </a:cubicBezTo>
                  <a:cubicBezTo>
                    <a:pt x="255934" y="463149"/>
                    <a:pt x="257850" y="465732"/>
                    <a:pt x="259267" y="466982"/>
                  </a:cubicBezTo>
                  <a:cubicBezTo>
                    <a:pt x="263851" y="471065"/>
                    <a:pt x="268683" y="474982"/>
                    <a:pt x="273183" y="479148"/>
                  </a:cubicBezTo>
                  <a:cubicBezTo>
                    <a:pt x="281432" y="486814"/>
                    <a:pt x="288348" y="492647"/>
                    <a:pt x="298597" y="497396"/>
                  </a:cubicBezTo>
                  <a:cubicBezTo>
                    <a:pt x="305430" y="500562"/>
                    <a:pt x="311846" y="503395"/>
                    <a:pt x="318429" y="498313"/>
                  </a:cubicBezTo>
                  <a:cubicBezTo>
                    <a:pt x="325095" y="493230"/>
                    <a:pt x="328261" y="484064"/>
                    <a:pt x="330761" y="476231"/>
                  </a:cubicBezTo>
                  <a:cubicBezTo>
                    <a:pt x="343343" y="480064"/>
                    <a:pt x="358592" y="483397"/>
                    <a:pt x="367175" y="476565"/>
                  </a:cubicBezTo>
                  <a:cubicBezTo>
                    <a:pt x="372924" y="471982"/>
                    <a:pt x="372757" y="462983"/>
                    <a:pt x="376507" y="457233"/>
                  </a:cubicBezTo>
                  <a:cubicBezTo>
                    <a:pt x="380006" y="451900"/>
                    <a:pt x="386172" y="448567"/>
                    <a:pt x="384506" y="440985"/>
                  </a:cubicBezTo>
                  <a:cubicBezTo>
                    <a:pt x="383006" y="434319"/>
                    <a:pt x="374174" y="426652"/>
                    <a:pt x="365675" y="421986"/>
                  </a:cubicBezTo>
                  <a:cubicBezTo>
                    <a:pt x="366758" y="421570"/>
                    <a:pt x="367841" y="421153"/>
                    <a:pt x="368841" y="420653"/>
                  </a:cubicBezTo>
                  <a:cubicBezTo>
                    <a:pt x="423253" y="398238"/>
                    <a:pt x="473748" y="361992"/>
                    <a:pt x="515327" y="320329"/>
                  </a:cubicBezTo>
                  <a:cubicBezTo>
                    <a:pt x="536409" y="324745"/>
                    <a:pt x="559324" y="329495"/>
                    <a:pt x="574739" y="310330"/>
                  </a:cubicBezTo>
                  <a:cubicBezTo>
                    <a:pt x="587571" y="294331"/>
                    <a:pt x="575406" y="274500"/>
                    <a:pt x="564573" y="259668"/>
                  </a:cubicBezTo>
                  <a:cubicBezTo>
                    <a:pt x="568740" y="252502"/>
                    <a:pt x="572823" y="245419"/>
                    <a:pt x="577989" y="239253"/>
                  </a:cubicBezTo>
                  <a:cubicBezTo>
                    <a:pt x="589237" y="225837"/>
                    <a:pt x="610736" y="230254"/>
                    <a:pt x="626651" y="230170"/>
                  </a:cubicBezTo>
                  <a:cubicBezTo>
                    <a:pt x="644150" y="230087"/>
                    <a:pt x="661732" y="231003"/>
                    <a:pt x="679313" y="231253"/>
                  </a:cubicBezTo>
                  <a:cubicBezTo>
                    <a:pt x="696478" y="231420"/>
                    <a:pt x="713560" y="232753"/>
                    <a:pt x="730725" y="232503"/>
                  </a:cubicBezTo>
                  <a:cubicBezTo>
                    <a:pt x="738808" y="232420"/>
                    <a:pt x="753056" y="234003"/>
                    <a:pt x="755139" y="223171"/>
                  </a:cubicBezTo>
                  <a:cubicBezTo>
                    <a:pt x="756806" y="214338"/>
                    <a:pt x="744141" y="200590"/>
                    <a:pt x="739141" y="194923"/>
                  </a:cubicBezTo>
                  <a:cubicBezTo>
                    <a:pt x="729392" y="183591"/>
                    <a:pt x="716060" y="175092"/>
                    <a:pt x="703810" y="167009"/>
                  </a:cubicBezTo>
                  <a:lnTo>
                    <a:pt x="703810" y="167009"/>
                  </a:lnTo>
                  <a:close/>
                  <a:moveTo>
                    <a:pt x="433252" y="89516"/>
                  </a:moveTo>
                  <a:cubicBezTo>
                    <a:pt x="437585" y="90266"/>
                    <a:pt x="441668" y="91933"/>
                    <a:pt x="445334" y="95266"/>
                  </a:cubicBezTo>
                  <a:cubicBezTo>
                    <a:pt x="451666" y="100932"/>
                    <a:pt x="458500" y="105682"/>
                    <a:pt x="466665" y="108348"/>
                  </a:cubicBezTo>
                  <a:cubicBezTo>
                    <a:pt x="468166" y="108848"/>
                    <a:pt x="476081" y="109181"/>
                    <a:pt x="476165" y="108681"/>
                  </a:cubicBezTo>
                  <a:cubicBezTo>
                    <a:pt x="476332" y="108931"/>
                    <a:pt x="476415" y="109348"/>
                    <a:pt x="476498" y="109848"/>
                  </a:cubicBezTo>
                  <a:cubicBezTo>
                    <a:pt x="466499" y="108431"/>
                    <a:pt x="456500" y="107265"/>
                    <a:pt x="446417" y="106348"/>
                  </a:cubicBezTo>
                  <a:cubicBezTo>
                    <a:pt x="434252" y="105265"/>
                    <a:pt x="422086" y="104265"/>
                    <a:pt x="410004" y="103682"/>
                  </a:cubicBezTo>
                  <a:cubicBezTo>
                    <a:pt x="417503" y="98765"/>
                    <a:pt x="424919" y="93349"/>
                    <a:pt x="433252" y="89516"/>
                  </a:cubicBezTo>
                  <a:lnTo>
                    <a:pt x="433252" y="89516"/>
                  </a:lnTo>
                  <a:close/>
                  <a:moveTo>
                    <a:pt x="419503" y="89016"/>
                  </a:moveTo>
                  <a:cubicBezTo>
                    <a:pt x="413587" y="93099"/>
                    <a:pt x="408504" y="98599"/>
                    <a:pt x="402921" y="103515"/>
                  </a:cubicBezTo>
                  <a:cubicBezTo>
                    <a:pt x="389339" y="103098"/>
                    <a:pt x="375840" y="103348"/>
                    <a:pt x="362258" y="104931"/>
                  </a:cubicBezTo>
                  <a:cubicBezTo>
                    <a:pt x="371924" y="97432"/>
                    <a:pt x="381839" y="90183"/>
                    <a:pt x="393006" y="84933"/>
                  </a:cubicBezTo>
                  <a:cubicBezTo>
                    <a:pt x="401172" y="90099"/>
                    <a:pt x="410421" y="89433"/>
                    <a:pt x="419503" y="89016"/>
                  </a:cubicBezTo>
                  <a:lnTo>
                    <a:pt x="419503" y="89016"/>
                  </a:lnTo>
                  <a:close/>
                  <a:moveTo>
                    <a:pt x="356676" y="80184"/>
                  </a:moveTo>
                  <a:cubicBezTo>
                    <a:pt x="365092" y="76934"/>
                    <a:pt x="374341" y="69685"/>
                    <a:pt x="384089" y="76101"/>
                  </a:cubicBezTo>
                  <a:cubicBezTo>
                    <a:pt x="385339" y="76934"/>
                    <a:pt x="386423" y="78101"/>
                    <a:pt x="387423" y="79434"/>
                  </a:cubicBezTo>
                  <a:cubicBezTo>
                    <a:pt x="384256" y="81184"/>
                    <a:pt x="381340" y="83434"/>
                    <a:pt x="379090" y="85017"/>
                  </a:cubicBezTo>
                  <a:cubicBezTo>
                    <a:pt x="370591" y="91266"/>
                    <a:pt x="363091" y="98515"/>
                    <a:pt x="355593" y="105848"/>
                  </a:cubicBezTo>
                  <a:cubicBezTo>
                    <a:pt x="354009" y="106098"/>
                    <a:pt x="352343" y="106265"/>
                    <a:pt x="350759" y="106515"/>
                  </a:cubicBezTo>
                  <a:cubicBezTo>
                    <a:pt x="332428" y="109598"/>
                    <a:pt x="314346" y="114431"/>
                    <a:pt x="296514" y="120347"/>
                  </a:cubicBezTo>
                  <a:cubicBezTo>
                    <a:pt x="313262" y="106681"/>
                    <a:pt x="330844" y="95016"/>
                    <a:pt x="349343" y="82767"/>
                  </a:cubicBezTo>
                  <a:cubicBezTo>
                    <a:pt x="351842" y="81934"/>
                    <a:pt x="354259" y="81100"/>
                    <a:pt x="356676" y="80184"/>
                  </a:cubicBezTo>
                  <a:lnTo>
                    <a:pt x="356676" y="80184"/>
                  </a:lnTo>
                  <a:close/>
                  <a:moveTo>
                    <a:pt x="308346" y="84017"/>
                  </a:moveTo>
                  <a:cubicBezTo>
                    <a:pt x="308763" y="83683"/>
                    <a:pt x="309096" y="83183"/>
                    <a:pt x="309179" y="82683"/>
                  </a:cubicBezTo>
                  <a:cubicBezTo>
                    <a:pt x="315763" y="83017"/>
                    <a:pt x="321929" y="84850"/>
                    <a:pt x="329011" y="85517"/>
                  </a:cubicBezTo>
                  <a:cubicBezTo>
                    <a:pt x="313346" y="95432"/>
                    <a:pt x="299847" y="109848"/>
                    <a:pt x="287682" y="123513"/>
                  </a:cubicBezTo>
                  <a:cubicBezTo>
                    <a:pt x="270600" y="129679"/>
                    <a:pt x="253851" y="136845"/>
                    <a:pt x="237519" y="144928"/>
                  </a:cubicBezTo>
                  <a:cubicBezTo>
                    <a:pt x="245352" y="137262"/>
                    <a:pt x="253185" y="129596"/>
                    <a:pt x="261184" y="122180"/>
                  </a:cubicBezTo>
                  <a:cubicBezTo>
                    <a:pt x="276183" y="108098"/>
                    <a:pt x="292514" y="96849"/>
                    <a:pt x="308346" y="84017"/>
                  </a:cubicBezTo>
                  <a:lnTo>
                    <a:pt x="308346" y="84017"/>
                  </a:lnTo>
                  <a:close/>
                  <a:moveTo>
                    <a:pt x="244602" y="110931"/>
                  </a:moveTo>
                  <a:cubicBezTo>
                    <a:pt x="251684" y="109181"/>
                    <a:pt x="258434" y="104432"/>
                    <a:pt x="264183" y="101099"/>
                  </a:cubicBezTo>
                  <a:cubicBezTo>
                    <a:pt x="272350" y="96349"/>
                    <a:pt x="280432" y="91266"/>
                    <a:pt x="289098" y="87350"/>
                  </a:cubicBezTo>
                  <a:cubicBezTo>
                    <a:pt x="277932" y="95182"/>
                    <a:pt x="268017" y="106681"/>
                    <a:pt x="259184" y="115264"/>
                  </a:cubicBezTo>
                  <a:cubicBezTo>
                    <a:pt x="247685" y="126430"/>
                    <a:pt x="237353" y="138428"/>
                    <a:pt x="226687" y="150261"/>
                  </a:cubicBezTo>
                  <a:cubicBezTo>
                    <a:pt x="207855" y="160010"/>
                    <a:pt x="189691" y="170759"/>
                    <a:pt x="172192" y="181925"/>
                  </a:cubicBezTo>
                  <a:cubicBezTo>
                    <a:pt x="171359" y="182508"/>
                    <a:pt x="170525" y="183008"/>
                    <a:pt x="169692" y="183591"/>
                  </a:cubicBezTo>
                  <a:cubicBezTo>
                    <a:pt x="180441" y="172509"/>
                    <a:pt x="190857" y="161093"/>
                    <a:pt x="201606" y="149927"/>
                  </a:cubicBezTo>
                  <a:cubicBezTo>
                    <a:pt x="215105" y="135845"/>
                    <a:pt x="230020" y="123763"/>
                    <a:pt x="244602" y="110931"/>
                  </a:cubicBezTo>
                  <a:lnTo>
                    <a:pt x="244602" y="110931"/>
                  </a:lnTo>
                  <a:close/>
                  <a:moveTo>
                    <a:pt x="126196" y="215505"/>
                  </a:moveTo>
                  <a:cubicBezTo>
                    <a:pt x="139778" y="196007"/>
                    <a:pt x="155860" y="177675"/>
                    <a:pt x="170525" y="158927"/>
                  </a:cubicBezTo>
                  <a:cubicBezTo>
                    <a:pt x="178609" y="148594"/>
                    <a:pt x="187107" y="138845"/>
                    <a:pt x="196023" y="129179"/>
                  </a:cubicBezTo>
                  <a:cubicBezTo>
                    <a:pt x="201689" y="123013"/>
                    <a:pt x="207022" y="116680"/>
                    <a:pt x="213105" y="110848"/>
                  </a:cubicBezTo>
                  <a:cubicBezTo>
                    <a:pt x="214188" y="109848"/>
                    <a:pt x="222104" y="100765"/>
                    <a:pt x="223604" y="101099"/>
                  </a:cubicBezTo>
                  <a:cubicBezTo>
                    <a:pt x="225770" y="101515"/>
                    <a:pt x="228604" y="108098"/>
                    <a:pt x="231520" y="109681"/>
                  </a:cubicBezTo>
                  <a:cubicBezTo>
                    <a:pt x="232103" y="110014"/>
                    <a:pt x="232770" y="110264"/>
                    <a:pt x="233437" y="110514"/>
                  </a:cubicBezTo>
                  <a:cubicBezTo>
                    <a:pt x="232103" y="111764"/>
                    <a:pt x="230770" y="113014"/>
                    <a:pt x="229437" y="114097"/>
                  </a:cubicBezTo>
                  <a:cubicBezTo>
                    <a:pt x="220021" y="121930"/>
                    <a:pt x="210939" y="130013"/>
                    <a:pt x="202523" y="138845"/>
                  </a:cubicBezTo>
                  <a:cubicBezTo>
                    <a:pt x="187024" y="155177"/>
                    <a:pt x="173775" y="173259"/>
                    <a:pt x="159360" y="190507"/>
                  </a:cubicBezTo>
                  <a:cubicBezTo>
                    <a:pt x="147444" y="198756"/>
                    <a:pt x="136028" y="207589"/>
                    <a:pt x="125280" y="217005"/>
                  </a:cubicBezTo>
                  <a:cubicBezTo>
                    <a:pt x="125530" y="216421"/>
                    <a:pt x="125863" y="215922"/>
                    <a:pt x="126196" y="215505"/>
                  </a:cubicBezTo>
                  <a:lnTo>
                    <a:pt x="126196" y="215505"/>
                  </a:lnTo>
                  <a:close/>
                  <a:moveTo>
                    <a:pt x="306430" y="488064"/>
                  </a:moveTo>
                  <a:cubicBezTo>
                    <a:pt x="298098" y="487564"/>
                    <a:pt x="288181" y="478315"/>
                    <a:pt x="282015" y="473482"/>
                  </a:cubicBezTo>
                  <a:cubicBezTo>
                    <a:pt x="278349" y="470565"/>
                    <a:pt x="269683" y="462649"/>
                    <a:pt x="261768" y="458483"/>
                  </a:cubicBezTo>
                  <a:cubicBezTo>
                    <a:pt x="264350" y="457733"/>
                    <a:pt x="267017" y="456983"/>
                    <a:pt x="269600" y="456233"/>
                  </a:cubicBezTo>
                  <a:cubicBezTo>
                    <a:pt x="274016" y="458316"/>
                    <a:pt x="278433" y="460316"/>
                    <a:pt x="283182" y="461816"/>
                  </a:cubicBezTo>
                  <a:cubicBezTo>
                    <a:pt x="294347" y="465399"/>
                    <a:pt x="305846" y="467982"/>
                    <a:pt x="317013" y="471398"/>
                  </a:cubicBezTo>
                  <a:cubicBezTo>
                    <a:pt x="318179" y="471732"/>
                    <a:pt x="319512" y="472232"/>
                    <a:pt x="320929" y="472648"/>
                  </a:cubicBezTo>
                  <a:cubicBezTo>
                    <a:pt x="316929" y="478981"/>
                    <a:pt x="314596" y="488564"/>
                    <a:pt x="306430" y="488064"/>
                  </a:cubicBezTo>
                  <a:lnTo>
                    <a:pt x="306430" y="488064"/>
                  </a:lnTo>
                  <a:close/>
                  <a:moveTo>
                    <a:pt x="368257" y="450817"/>
                  </a:moveTo>
                  <a:cubicBezTo>
                    <a:pt x="366341" y="454317"/>
                    <a:pt x="364842" y="458733"/>
                    <a:pt x="362758" y="462066"/>
                  </a:cubicBezTo>
                  <a:cubicBezTo>
                    <a:pt x="357259" y="470898"/>
                    <a:pt x="347759" y="468982"/>
                    <a:pt x="338844" y="467399"/>
                  </a:cubicBezTo>
                  <a:cubicBezTo>
                    <a:pt x="318846" y="463899"/>
                    <a:pt x="299264" y="458150"/>
                    <a:pt x="279516" y="453150"/>
                  </a:cubicBezTo>
                  <a:cubicBezTo>
                    <a:pt x="303597" y="445568"/>
                    <a:pt x="327428" y="436902"/>
                    <a:pt x="350842" y="427569"/>
                  </a:cubicBezTo>
                  <a:cubicBezTo>
                    <a:pt x="351176" y="427736"/>
                    <a:pt x="351510" y="427902"/>
                    <a:pt x="351926" y="428069"/>
                  </a:cubicBezTo>
                  <a:cubicBezTo>
                    <a:pt x="356676" y="429569"/>
                    <a:pt x="363341" y="432985"/>
                    <a:pt x="366841" y="436402"/>
                  </a:cubicBezTo>
                  <a:cubicBezTo>
                    <a:pt x="372757" y="442068"/>
                    <a:pt x="371841" y="444151"/>
                    <a:pt x="368257" y="450817"/>
                  </a:cubicBezTo>
                  <a:lnTo>
                    <a:pt x="368257" y="450817"/>
                  </a:lnTo>
                  <a:close/>
                  <a:moveTo>
                    <a:pt x="555991" y="310913"/>
                  </a:moveTo>
                  <a:cubicBezTo>
                    <a:pt x="547075" y="314996"/>
                    <a:pt x="536910" y="314663"/>
                    <a:pt x="527410" y="313746"/>
                  </a:cubicBezTo>
                  <a:cubicBezTo>
                    <a:pt x="525494" y="313579"/>
                    <a:pt x="523743" y="313413"/>
                    <a:pt x="521994" y="313246"/>
                  </a:cubicBezTo>
                  <a:cubicBezTo>
                    <a:pt x="532410" y="302414"/>
                    <a:pt x="542659" y="291248"/>
                    <a:pt x="551824" y="279332"/>
                  </a:cubicBezTo>
                  <a:cubicBezTo>
                    <a:pt x="553824" y="276666"/>
                    <a:pt x="555740" y="273916"/>
                    <a:pt x="557491" y="271083"/>
                  </a:cubicBezTo>
                  <a:cubicBezTo>
                    <a:pt x="560407" y="275666"/>
                    <a:pt x="563240" y="280416"/>
                    <a:pt x="565657" y="285082"/>
                  </a:cubicBezTo>
                  <a:cubicBezTo>
                    <a:pt x="571406" y="296331"/>
                    <a:pt x="567573" y="305747"/>
                    <a:pt x="555991" y="310913"/>
                  </a:cubicBezTo>
                  <a:lnTo>
                    <a:pt x="555991" y="310913"/>
                  </a:lnTo>
                  <a:close/>
                  <a:moveTo>
                    <a:pt x="729559" y="217505"/>
                  </a:moveTo>
                  <a:cubicBezTo>
                    <a:pt x="713393" y="217671"/>
                    <a:pt x="697228" y="216338"/>
                    <a:pt x="681063" y="216088"/>
                  </a:cubicBezTo>
                  <a:cubicBezTo>
                    <a:pt x="653232" y="215672"/>
                    <a:pt x="625402" y="214338"/>
                    <a:pt x="597487" y="214588"/>
                  </a:cubicBezTo>
                  <a:cubicBezTo>
                    <a:pt x="587238" y="214672"/>
                    <a:pt x="580239" y="213338"/>
                    <a:pt x="572572" y="220754"/>
                  </a:cubicBezTo>
                  <a:cubicBezTo>
                    <a:pt x="562240" y="230754"/>
                    <a:pt x="556658" y="245002"/>
                    <a:pt x="548741" y="256835"/>
                  </a:cubicBezTo>
                  <a:cubicBezTo>
                    <a:pt x="516327" y="305580"/>
                    <a:pt x="468415" y="344993"/>
                    <a:pt x="419503" y="376407"/>
                  </a:cubicBezTo>
                  <a:cubicBezTo>
                    <a:pt x="368341" y="409321"/>
                    <a:pt x="307764" y="429652"/>
                    <a:pt x="249601" y="445901"/>
                  </a:cubicBezTo>
                  <a:cubicBezTo>
                    <a:pt x="243268" y="447651"/>
                    <a:pt x="236853" y="449401"/>
                    <a:pt x="230354" y="451067"/>
                  </a:cubicBezTo>
                  <a:cubicBezTo>
                    <a:pt x="231853" y="434069"/>
                    <a:pt x="234103" y="418487"/>
                    <a:pt x="231770" y="401071"/>
                  </a:cubicBezTo>
                  <a:cubicBezTo>
                    <a:pt x="234853" y="400905"/>
                    <a:pt x="237937" y="400405"/>
                    <a:pt x="241103" y="400155"/>
                  </a:cubicBezTo>
                  <a:cubicBezTo>
                    <a:pt x="249852" y="399488"/>
                    <a:pt x="258601" y="399822"/>
                    <a:pt x="267350" y="398905"/>
                  </a:cubicBezTo>
                  <a:cubicBezTo>
                    <a:pt x="285432" y="396989"/>
                    <a:pt x="302930" y="392406"/>
                    <a:pt x="320512" y="387823"/>
                  </a:cubicBezTo>
                  <a:cubicBezTo>
                    <a:pt x="338677" y="383156"/>
                    <a:pt x="356676" y="379157"/>
                    <a:pt x="373341" y="369991"/>
                  </a:cubicBezTo>
                  <a:cubicBezTo>
                    <a:pt x="380839" y="365825"/>
                    <a:pt x="390506" y="360492"/>
                    <a:pt x="391839" y="351159"/>
                  </a:cubicBezTo>
                  <a:cubicBezTo>
                    <a:pt x="392589" y="345993"/>
                    <a:pt x="390090" y="341827"/>
                    <a:pt x="388256" y="337161"/>
                  </a:cubicBezTo>
                  <a:cubicBezTo>
                    <a:pt x="382923" y="323912"/>
                    <a:pt x="386756" y="317829"/>
                    <a:pt x="390839" y="305663"/>
                  </a:cubicBezTo>
                  <a:cubicBezTo>
                    <a:pt x="395672" y="291248"/>
                    <a:pt x="386923" y="287665"/>
                    <a:pt x="381173" y="275833"/>
                  </a:cubicBezTo>
                  <a:cubicBezTo>
                    <a:pt x="376840" y="266750"/>
                    <a:pt x="382507" y="260084"/>
                    <a:pt x="379590" y="251168"/>
                  </a:cubicBezTo>
                  <a:cubicBezTo>
                    <a:pt x="378673" y="248252"/>
                    <a:pt x="376840" y="245835"/>
                    <a:pt x="374341" y="244086"/>
                  </a:cubicBezTo>
                  <a:cubicBezTo>
                    <a:pt x="372174" y="242586"/>
                    <a:pt x="369424" y="242836"/>
                    <a:pt x="367424" y="241669"/>
                  </a:cubicBezTo>
                  <a:cubicBezTo>
                    <a:pt x="358008" y="236420"/>
                    <a:pt x="358342" y="231837"/>
                    <a:pt x="360592" y="223254"/>
                  </a:cubicBezTo>
                  <a:cubicBezTo>
                    <a:pt x="362592" y="215505"/>
                    <a:pt x="365341" y="207922"/>
                    <a:pt x="367424" y="200090"/>
                  </a:cubicBezTo>
                  <a:cubicBezTo>
                    <a:pt x="368674" y="195423"/>
                    <a:pt x="364925" y="191757"/>
                    <a:pt x="360342" y="193174"/>
                  </a:cubicBezTo>
                  <a:cubicBezTo>
                    <a:pt x="345593" y="197840"/>
                    <a:pt x="333344" y="212922"/>
                    <a:pt x="322678" y="223504"/>
                  </a:cubicBezTo>
                  <a:cubicBezTo>
                    <a:pt x="309179" y="237003"/>
                    <a:pt x="296014" y="250752"/>
                    <a:pt x="282932" y="264584"/>
                  </a:cubicBezTo>
                  <a:cubicBezTo>
                    <a:pt x="258768" y="290165"/>
                    <a:pt x="237269" y="316913"/>
                    <a:pt x="216022" y="344660"/>
                  </a:cubicBezTo>
                  <a:cubicBezTo>
                    <a:pt x="215521" y="343743"/>
                    <a:pt x="215105" y="342827"/>
                    <a:pt x="214605" y="341993"/>
                  </a:cubicBezTo>
                  <a:cubicBezTo>
                    <a:pt x="205189" y="326078"/>
                    <a:pt x="194523" y="310496"/>
                    <a:pt x="179275" y="299664"/>
                  </a:cubicBezTo>
                  <a:cubicBezTo>
                    <a:pt x="165276" y="289665"/>
                    <a:pt x="152361" y="287998"/>
                    <a:pt x="135946" y="285665"/>
                  </a:cubicBezTo>
                  <a:cubicBezTo>
                    <a:pt x="134612" y="285499"/>
                    <a:pt x="134195" y="287415"/>
                    <a:pt x="135362" y="287915"/>
                  </a:cubicBezTo>
                  <a:cubicBezTo>
                    <a:pt x="149278" y="293498"/>
                    <a:pt x="162610" y="296331"/>
                    <a:pt x="174525" y="306163"/>
                  </a:cubicBezTo>
                  <a:cubicBezTo>
                    <a:pt x="188941" y="317996"/>
                    <a:pt x="199773" y="335411"/>
                    <a:pt x="207022" y="352493"/>
                  </a:cubicBezTo>
                  <a:cubicBezTo>
                    <a:pt x="214104" y="369324"/>
                    <a:pt x="216771" y="389406"/>
                    <a:pt x="218521" y="407488"/>
                  </a:cubicBezTo>
                  <a:cubicBezTo>
                    <a:pt x="219521" y="417403"/>
                    <a:pt x="219021" y="427236"/>
                    <a:pt x="218105" y="437235"/>
                  </a:cubicBezTo>
                  <a:cubicBezTo>
                    <a:pt x="217604" y="443151"/>
                    <a:pt x="215438" y="448734"/>
                    <a:pt x="216022" y="454567"/>
                  </a:cubicBezTo>
                  <a:cubicBezTo>
                    <a:pt x="168442" y="465566"/>
                    <a:pt x="117114" y="471815"/>
                    <a:pt x="70035" y="463733"/>
                  </a:cubicBezTo>
                  <a:cubicBezTo>
                    <a:pt x="57369" y="461566"/>
                    <a:pt x="44620" y="458316"/>
                    <a:pt x="32538" y="454067"/>
                  </a:cubicBezTo>
                  <a:cubicBezTo>
                    <a:pt x="29455" y="452983"/>
                    <a:pt x="26456" y="451734"/>
                    <a:pt x="23456" y="450567"/>
                  </a:cubicBezTo>
                  <a:cubicBezTo>
                    <a:pt x="43121" y="453983"/>
                    <a:pt x="65451" y="451067"/>
                    <a:pt x="84367" y="448067"/>
                  </a:cubicBezTo>
                  <a:cubicBezTo>
                    <a:pt x="99282" y="445651"/>
                    <a:pt x="114697" y="444151"/>
                    <a:pt x="129196" y="439985"/>
                  </a:cubicBezTo>
                  <a:cubicBezTo>
                    <a:pt x="141194" y="436568"/>
                    <a:pt x="152528" y="431652"/>
                    <a:pt x="164192" y="427486"/>
                  </a:cubicBezTo>
                  <a:cubicBezTo>
                    <a:pt x="169859" y="425486"/>
                    <a:pt x="166110" y="417403"/>
                    <a:pt x="160526" y="419070"/>
                  </a:cubicBezTo>
                  <a:cubicBezTo>
                    <a:pt x="132862" y="427486"/>
                    <a:pt x="105948" y="433819"/>
                    <a:pt x="77201" y="437652"/>
                  </a:cubicBezTo>
                  <a:cubicBezTo>
                    <a:pt x="63619" y="439485"/>
                    <a:pt x="48870" y="440985"/>
                    <a:pt x="35204" y="441318"/>
                  </a:cubicBezTo>
                  <a:cubicBezTo>
                    <a:pt x="28788" y="441484"/>
                    <a:pt x="22373" y="441901"/>
                    <a:pt x="16623" y="444567"/>
                  </a:cubicBezTo>
                  <a:cubicBezTo>
                    <a:pt x="16789" y="444068"/>
                    <a:pt x="16956" y="443568"/>
                    <a:pt x="17123" y="443234"/>
                  </a:cubicBezTo>
                  <a:cubicBezTo>
                    <a:pt x="25539" y="415403"/>
                    <a:pt x="34538" y="386990"/>
                    <a:pt x="45536" y="360242"/>
                  </a:cubicBezTo>
                  <a:cubicBezTo>
                    <a:pt x="68118" y="304997"/>
                    <a:pt x="98615" y="255501"/>
                    <a:pt x="146028" y="218088"/>
                  </a:cubicBezTo>
                  <a:cubicBezTo>
                    <a:pt x="174525" y="195507"/>
                    <a:pt x="207022" y="176675"/>
                    <a:pt x="239686" y="160676"/>
                  </a:cubicBezTo>
                  <a:cubicBezTo>
                    <a:pt x="271183" y="145261"/>
                    <a:pt x="303763" y="130429"/>
                    <a:pt x="338260" y="122847"/>
                  </a:cubicBezTo>
                  <a:cubicBezTo>
                    <a:pt x="348260" y="120680"/>
                    <a:pt x="358425" y="120430"/>
                    <a:pt x="368257" y="118597"/>
                  </a:cubicBezTo>
                  <a:cubicBezTo>
                    <a:pt x="380423" y="116347"/>
                    <a:pt x="385506" y="117180"/>
                    <a:pt x="396922" y="118930"/>
                  </a:cubicBezTo>
                  <a:cubicBezTo>
                    <a:pt x="410838" y="121097"/>
                    <a:pt x="427586" y="117264"/>
                    <a:pt x="441835" y="117847"/>
                  </a:cubicBezTo>
                  <a:cubicBezTo>
                    <a:pt x="448750" y="118347"/>
                    <a:pt x="455667" y="118847"/>
                    <a:pt x="462583" y="119430"/>
                  </a:cubicBezTo>
                  <a:cubicBezTo>
                    <a:pt x="465749" y="119847"/>
                    <a:pt x="468999" y="120180"/>
                    <a:pt x="472165" y="120680"/>
                  </a:cubicBezTo>
                  <a:cubicBezTo>
                    <a:pt x="487997" y="123263"/>
                    <a:pt x="503662" y="126180"/>
                    <a:pt x="519245" y="130096"/>
                  </a:cubicBezTo>
                  <a:cubicBezTo>
                    <a:pt x="533076" y="133596"/>
                    <a:pt x="548908" y="139845"/>
                    <a:pt x="563323" y="136679"/>
                  </a:cubicBezTo>
                  <a:cubicBezTo>
                    <a:pt x="591738" y="130513"/>
                    <a:pt x="608653" y="107015"/>
                    <a:pt x="624734" y="85350"/>
                  </a:cubicBezTo>
                  <a:cubicBezTo>
                    <a:pt x="634317" y="72434"/>
                    <a:pt x="644649" y="60269"/>
                    <a:pt x="654065" y="47187"/>
                  </a:cubicBezTo>
                  <a:cubicBezTo>
                    <a:pt x="659898" y="39021"/>
                    <a:pt x="663982" y="29855"/>
                    <a:pt x="668564" y="21106"/>
                  </a:cubicBezTo>
                  <a:cubicBezTo>
                    <a:pt x="667981" y="31688"/>
                    <a:pt x="665981" y="47937"/>
                    <a:pt x="665648" y="51020"/>
                  </a:cubicBezTo>
                  <a:cubicBezTo>
                    <a:pt x="665314" y="54436"/>
                    <a:pt x="664898" y="57769"/>
                    <a:pt x="664481" y="61185"/>
                  </a:cubicBezTo>
                  <a:cubicBezTo>
                    <a:pt x="663815" y="61185"/>
                    <a:pt x="663064" y="61352"/>
                    <a:pt x="662398" y="61769"/>
                  </a:cubicBezTo>
                  <a:cubicBezTo>
                    <a:pt x="640650" y="75101"/>
                    <a:pt x="630401" y="101848"/>
                    <a:pt x="613652" y="120097"/>
                  </a:cubicBezTo>
                  <a:cubicBezTo>
                    <a:pt x="612986" y="120847"/>
                    <a:pt x="614152" y="121763"/>
                    <a:pt x="614819" y="121263"/>
                  </a:cubicBezTo>
                  <a:cubicBezTo>
                    <a:pt x="625651" y="113431"/>
                    <a:pt x="635651" y="102265"/>
                    <a:pt x="644150" y="92016"/>
                  </a:cubicBezTo>
                  <a:cubicBezTo>
                    <a:pt x="649316" y="85850"/>
                    <a:pt x="653815" y="78601"/>
                    <a:pt x="659898" y="73268"/>
                  </a:cubicBezTo>
                  <a:cubicBezTo>
                    <a:pt x="660981" y="72268"/>
                    <a:pt x="662064" y="71518"/>
                    <a:pt x="663064" y="70768"/>
                  </a:cubicBezTo>
                  <a:cubicBezTo>
                    <a:pt x="662148" y="76934"/>
                    <a:pt x="661148" y="83100"/>
                    <a:pt x="659898" y="89350"/>
                  </a:cubicBezTo>
                  <a:cubicBezTo>
                    <a:pt x="658898" y="94349"/>
                    <a:pt x="657898" y="99432"/>
                    <a:pt x="656981" y="104515"/>
                  </a:cubicBezTo>
                  <a:cubicBezTo>
                    <a:pt x="655982" y="104432"/>
                    <a:pt x="653316" y="106181"/>
                    <a:pt x="652065" y="107015"/>
                  </a:cubicBezTo>
                  <a:cubicBezTo>
                    <a:pt x="646482" y="110764"/>
                    <a:pt x="641733" y="116347"/>
                    <a:pt x="636983" y="121097"/>
                  </a:cubicBezTo>
                  <a:cubicBezTo>
                    <a:pt x="628650" y="129429"/>
                    <a:pt x="620485" y="137012"/>
                    <a:pt x="613903" y="146761"/>
                  </a:cubicBezTo>
                  <a:cubicBezTo>
                    <a:pt x="612152" y="149344"/>
                    <a:pt x="615819" y="152011"/>
                    <a:pt x="617819" y="149594"/>
                  </a:cubicBezTo>
                  <a:cubicBezTo>
                    <a:pt x="625235" y="140512"/>
                    <a:pt x="634234" y="133012"/>
                    <a:pt x="642983" y="125263"/>
                  </a:cubicBezTo>
                  <a:cubicBezTo>
                    <a:pt x="646816" y="121847"/>
                    <a:pt x="651149" y="118847"/>
                    <a:pt x="655065" y="115431"/>
                  </a:cubicBezTo>
                  <a:cubicBezTo>
                    <a:pt x="653982" y="121847"/>
                    <a:pt x="653065" y="128179"/>
                    <a:pt x="652566" y="134596"/>
                  </a:cubicBezTo>
                  <a:cubicBezTo>
                    <a:pt x="652232" y="137845"/>
                    <a:pt x="652399" y="140845"/>
                    <a:pt x="652899" y="143595"/>
                  </a:cubicBezTo>
                  <a:cubicBezTo>
                    <a:pt x="649316" y="144678"/>
                    <a:pt x="645733" y="146428"/>
                    <a:pt x="642566" y="147928"/>
                  </a:cubicBezTo>
                  <a:cubicBezTo>
                    <a:pt x="630651" y="153677"/>
                    <a:pt x="622068" y="158760"/>
                    <a:pt x="612569" y="168092"/>
                  </a:cubicBezTo>
                  <a:cubicBezTo>
                    <a:pt x="611236" y="169342"/>
                    <a:pt x="612819" y="171342"/>
                    <a:pt x="614319" y="170342"/>
                  </a:cubicBezTo>
                  <a:cubicBezTo>
                    <a:pt x="624402" y="163676"/>
                    <a:pt x="635484" y="158760"/>
                    <a:pt x="646983" y="154927"/>
                  </a:cubicBezTo>
                  <a:cubicBezTo>
                    <a:pt x="650066" y="153927"/>
                    <a:pt x="653399" y="153260"/>
                    <a:pt x="656565" y="152427"/>
                  </a:cubicBezTo>
                  <a:cubicBezTo>
                    <a:pt x="657814" y="154177"/>
                    <a:pt x="659398" y="155844"/>
                    <a:pt x="661315" y="157427"/>
                  </a:cubicBezTo>
                  <a:cubicBezTo>
                    <a:pt x="664815" y="160343"/>
                    <a:pt x="668731" y="162760"/>
                    <a:pt x="672730" y="165009"/>
                  </a:cubicBezTo>
                  <a:cubicBezTo>
                    <a:pt x="664731" y="166259"/>
                    <a:pt x="657148" y="169509"/>
                    <a:pt x="649316" y="172175"/>
                  </a:cubicBezTo>
                  <a:cubicBezTo>
                    <a:pt x="641233" y="174925"/>
                    <a:pt x="629151" y="175675"/>
                    <a:pt x="623152" y="182175"/>
                  </a:cubicBezTo>
                  <a:cubicBezTo>
                    <a:pt x="621651" y="183758"/>
                    <a:pt x="624318" y="186258"/>
                    <a:pt x="625901" y="184841"/>
                  </a:cubicBezTo>
                  <a:cubicBezTo>
                    <a:pt x="632401" y="179008"/>
                    <a:pt x="647983" y="180341"/>
                    <a:pt x="656065" y="178425"/>
                  </a:cubicBezTo>
                  <a:cubicBezTo>
                    <a:pt x="661398" y="177092"/>
                    <a:pt x="666481" y="175175"/>
                    <a:pt x="671897" y="174092"/>
                  </a:cubicBezTo>
                  <a:cubicBezTo>
                    <a:pt x="672980" y="173925"/>
                    <a:pt x="680812" y="171509"/>
                    <a:pt x="681313" y="171592"/>
                  </a:cubicBezTo>
                  <a:cubicBezTo>
                    <a:pt x="682229" y="171842"/>
                    <a:pt x="683313" y="171759"/>
                    <a:pt x="684146" y="171259"/>
                  </a:cubicBezTo>
                  <a:cubicBezTo>
                    <a:pt x="687479" y="173009"/>
                    <a:pt x="690729" y="174842"/>
                    <a:pt x="693812" y="176925"/>
                  </a:cubicBezTo>
                  <a:cubicBezTo>
                    <a:pt x="697478" y="179342"/>
                    <a:pt x="701228" y="181841"/>
                    <a:pt x="704977" y="184424"/>
                  </a:cubicBezTo>
                  <a:cubicBezTo>
                    <a:pt x="698644" y="185258"/>
                    <a:pt x="692311" y="186757"/>
                    <a:pt x="685896" y="188174"/>
                  </a:cubicBezTo>
                  <a:cubicBezTo>
                    <a:pt x="671314" y="191257"/>
                    <a:pt x="656148" y="191674"/>
                    <a:pt x="641900" y="196257"/>
                  </a:cubicBezTo>
                  <a:cubicBezTo>
                    <a:pt x="639150" y="197173"/>
                    <a:pt x="640483" y="201839"/>
                    <a:pt x="643316" y="201173"/>
                  </a:cubicBezTo>
                  <a:cubicBezTo>
                    <a:pt x="658482" y="197840"/>
                    <a:pt x="674230" y="200006"/>
                    <a:pt x="689562" y="197173"/>
                  </a:cubicBezTo>
                  <a:cubicBezTo>
                    <a:pt x="698145" y="195590"/>
                    <a:pt x="709143" y="196590"/>
                    <a:pt x="717976" y="194173"/>
                  </a:cubicBezTo>
                  <a:cubicBezTo>
                    <a:pt x="721642" y="197257"/>
                    <a:pt x="725059" y="200506"/>
                    <a:pt x="728142" y="204006"/>
                  </a:cubicBezTo>
                  <a:cubicBezTo>
                    <a:pt x="731142" y="207506"/>
                    <a:pt x="733558" y="213338"/>
                    <a:pt x="736725" y="217255"/>
                  </a:cubicBezTo>
                  <a:cubicBezTo>
                    <a:pt x="733725" y="217088"/>
                    <a:pt x="730392" y="217505"/>
                    <a:pt x="729559" y="217505"/>
                  </a:cubicBezTo>
                  <a:lnTo>
                    <a:pt x="729559" y="217505"/>
                  </a:lnTo>
                  <a:close/>
                  <a:moveTo>
                    <a:pt x="294931" y="364158"/>
                  </a:moveTo>
                  <a:cubicBezTo>
                    <a:pt x="285682" y="369491"/>
                    <a:pt x="270600" y="372658"/>
                    <a:pt x="260267" y="375157"/>
                  </a:cubicBezTo>
                  <a:cubicBezTo>
                    <a:pt x="251185" y="377324"/>
                    <a:pt x="236186" y="375324"/>
                    <a:pt x="228354" y="380990"/>
                  </a:cubicBezTo>
                  <a:cubicBezTo>
                    <a:pt x="227853" y="378657"/>
                    <a:pt x="227354" y="376240"/>
                    <a:pt x="226770" y="373907"/>
                  </a:cubicBezTo>
                  <a:cubicBezTo>
                    <a:pt x="240686" y="370907"/>
                    <a:pt x="253352" y="364242"/>
                    <a:pt x="266350" y="358492"/>
                  </a:cubicBezTo>
                  <a:cubicBezTo>
                    <a:pt x="282349" y="351409"/>
                    <a:pt x="297597" y="341827"/>
                    <a:pt x="313429" y="334244"/>
                  </a:cubicBezTo>
                  <a:cubicBezTo>
                    <a:pt x="316262" y="332911"/>
                    <a:pt x="314429" y="328661"/>
                    <a:pt x="311513" y="329828"/>
                  </a:cubicBezTo>
                  <a:cubicBezTo>
                    <a:pt x="296181" y="335827"/>
                    <a:pt x="281349" y="341493"/>
                    <a:pt x="266767" y="349160"/>
                  </a:cubicBezTo>
                  <a:cubicBezTo>
                    <a:pt x="260100" y="352659"/>
                    <a:pt x="252768" y="354242"/>
                    <a:pt x="246102" y="357659"/>
                  </a:cubicBezTo>
                  <a:cubicBezTo>
                    <a:pt x="238770" y="361325"/>
                    <a:pt x="232687" y="364325"/>
                    <a:pt x="224604" y="366075"/>
                  </a:cubicBezTo>
                  <a:cubicBezTo>
                    <a:pt x="224520" y="365741"/>
                    <a:pt x="224438" y="365408"/>
                    <a:pt x="224271" y="365075"/>
                  </a:cubicBezTo>
                  <a:cubicBezTo>
                    <a:pt x="227770" y="361242"/>
                    <a:pt x="237436" y="356575"/>
                    <a:pt x="240853" y="353659"/>
                  </a:cubicBezTo>
                  <a:cubicBezTo>
                    <a:pt x="247852" y="347660"/>
                    <a:pt x="254767" y="341493"/>
                    <a:pt x="261934" y="335661"/>
                  </a:cubicBezTo>
                  <a:cubicBezTo>
                    <a:pt x="276099" y="324078"/>
                    <a:pt x="289348" y="310246"/>
                    <a:pt x="301680" y="296664"/>
                  </a:cubicBezTo>
                  <a:cubicBezTo>
                    <a:pt x="302347" y="295998"/>
                    <a:pt x="301181" y="294914"/>
                    <a:pt x="300514" y="295498"/>
                  </a:cubicBezTo>
                  <a:cubicBezTo>
                    <a:pt x="286599" y="308497"/>
                    <a:pt x="271599" y="321412"/>
                    <a:pt x="256268" y="332744"/>
                  </a:cubicBezTo>
                  <a:cubicBezTo>
                    <a:pt x="244602" y="341410"/>
                    <a:pt x="234186" y="351243"/>
                    <a:pt x="222437" y="359825"/>
                  </a:cubicBezTo>
                  <a:cubicBezTo>
                    <a:pt x="221437" y="357075"/>
                    <a:pt x="220354" y="354326"/>
                    <a:pt x="219188" y="351743"/>
                  </a:cubicBezTo>
                  <a:cubicBezTo>
                    <a:pt x="229103" y="345410"/>
                    <a:pt x="237436" y="334328"/>
                    <a:pt x="244852" y="325995"/>
                  </a:cubicBezTo>
                  <a:cubicBezTo>
                    <a:pt x="257017" y="312413"/>
                    <a:pt x="269516" y="299164"/>
                    <a:pt x="282015" y="285915"/>
                  </a:cubicBezTo>
                  <a:cubicBezTo>
                    <a:pt x="295597" y="271500"/>
                    <a:pt x="309179" y="257085"/>
                    <a:pt x="323095" y="243002"/>
                  </a:cubicBezTo>
                  <a:cubicBezTo>
                    <a:pt x="329844" y="236170"/>
                    <a:pt x="336677" y="229504"/>
                    <a:pt x="343426" y="222754"/>
                  </a:cubicBezTo>
                  <a:cubicBezTo>
                    <a:pt x="346343" y="219755"/>
                    <a:pt x="349592" y="216088"/>
                    <a:pt x="352926" y="212505"/>
                  </a:cubicBezTo>
                  <a:cubicBezTo>
                    <a:pt x="350510" y="220171"/>
                    <a:pt x="348093" y="227837"/>
                    <a:pt x="348427" y="235503"/>
                  </a:cubicBezTo>
                  <a:cubicBezTo>
                    <a:pt x="348843" y="245752"/>
                    <a:pt x="353092" y="245919"/>
                    <a:pt x="360675" y="250418"/>
                  </a:cubicBezTo>
                  <a:cubicBezTo>
                    <a:pt x="365424" y="253251"/>
                    <a:pt x="369175" y="254835"/>
                    <a:pt x="369340" y="262334"/>
                  </a:cubicBezTo>
                  <a:cubicBezTo>
                    <a:pt x="369424" y="265084"/>
                    <a:pt x="368341" y="268083"/>
                    <a:pt x="368341" y="270917"/>
                  </a:cubicBezTo>
                  <a:cubicBezTo>
                    <a:pt x="368257" y="275583"/>
                    <a:pt x="368841" y="279832"/>
                    <a:pt x="371174" y="283999"/>
                  </a:cubicBezTo>
                  <a:cubicBezTo>
                    <a:pt x="374924" y="290748"/>
                    <a:pt x="380923" y="292581"/>
                    <a:pt x="379590" y="301581"/>
                  </a:cubicBezTo>
                  <a:cubicBezTo>
                    <a:pt x="378756" y="307247"/>
                    <a:pt x="374757" y="312413"/>
                    <a:pt x="373590" y="318079"/>
                  </a:cubicBezTo>
                  <a:cubicBezTo>
                    <a:pt x="370757" y="331578"/>
                    <a:pt x="383757" y="346993"/>
                    <a:pt x="372674" y="357492"/>
                  </a:cubicBezTo>
                  <a:cubicBezTo>
                    <a:pt x="359842" y="369658"/>
                    <a:pt x="338093" y="372658"/>
                    <a:pt x="321678" y="376824"/>
                  </a:cubicBezTo>
                  <a:cubicBezTo>
                    <a:pt x="304930" y="381073"/>
                    <a:pt x="288431" y="385156"/>
                    <a:pt x="271267" y="387656"/>
                  </a:cubicBezTo>
                  <a:cubicBezTo>
                    <a:pt x="262767" y="388906"/>
                    <a:pt x="254185" y="389073"/>
                    <a:pt x="245685" y="389739"/>
                  </a:cubicBezTo>
                  <a:cubicBezTo>
                    <a:pt x="240853" y="390156"/>
                    <a:pt x="235353" y="391572"/>
                    <a:pt x="230270" y="391572"/>
                  </a:cubicBezTo>
                  <a:cubicBezTo>
                    <a:pt x="230020" y="389989"/>
                    <a:pt x="229687" y="388489"/>
                    <a:pt x="229437" y="386906"/>
                  </a:cubicBezTo>
                  <a:cubicBezTo>
                    <a:pt x="240352" y="387490"/>
                    <a:pt x="252684" y="384990"/>
                    <a:pt x="262851" y="381490"/>
                  </a:cubicBezTo>
                  <a:cubicBezTo>
                    <a:pt x="273683" y="377824"/>
                    <a:pt x="286682" y="372907"/>
                    <a:pt x="295431" y="365325"/>
                  </a:cubicBezTo>
                  <a:cubicBezTo>
                    <a:pt x="295931" y="364741"/>
                    <a:pt x="295514" y="363825"/>
                    <a:pt x="294931" y="364158"/>
                  </a:cubicBezTo>
                  <a:lnTo>
                    <a:pt x="294931" y="364158"/>
                  </a:lnTo>
                  <a:close/>
                </a:path>
              </a:pathLst>
            </a:custGeom>
            <a:grpFill/>
            <a:ln w="8332" cap="flat">
              <a:noFill/>
              <a:prstDash val="solid"/>
              <a:miter/>
            </a:ln>
          </p:spPr>
          <p:txBody>
            <a:bodyPr rtlCol="0" anchor="ctr"/>
            <a:lstStyle/>
            <a:p>
              <a:endParaRPr lang="en-US"/>
            </a:p>
          </p:txBody>
        </p:sp>
        <p:sp>
          <p:nvSpPr>
            <p:cNvPr id="2089" name="Freeform: Shape 2088"/>
            <p:cNvSpPr/>
            <p:nvPr/>
          </p:nvSpPr>
          <p:spPr>
            <a:xfrm>
              <a:off x="7853910" y="1808595"/>
              <a:ext cx="30452" cy="33887"/>
            </a:xfrm>
            <a:custGeom>
              <a:avLst/>
              <a:gdLst>
                <a:gd name="connsiteX0" fmla="*/ 24818 w 30452"/>
                <a:gd name="connsiteY0" fmla="*/ 3168 h 33887"/>
                <a:gd name="connsiteX1" fmla="*/ 1070 w 30452"/>
                <a:gd name="connsiteY1" fmla="*/ 11834 h 33887"/>
                <a:gd name="connsiteX2" fmla="*/ 2736 w 30452"/>
                <a:gd name="connsiteY2" fmla="*/ 26916 h 33887"/>
                <a:gd name="connsiteX3" fmla="*/ 3486 w 30452"/>
                <a:gd name="connsiteY3" fmla="*/ 27749 h 33887"/>
                <a:gd name="connsiteX4" fmla="*/ 16819 w 30452"/>
                <a:gd name="connsiteY4" fmla="*/ 33749 h 33887"/>
                <a:gd name="connsiteX5" fmla="*/ 24818 w 30452"/>
                <a:gd name="connsiteY5" fmla="*/ 3168 h 33887"/>
                <a:gd name="connsiteX6" fmla="*/ 24818 w 30452"/>
                <a:gd name="connsiteY6" fmla="*/ 3168 h 33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452" h="33887">
                  <a:moveTo>
                    <a:pt x="24818" y="3168"/>
                  </a:moveTo>
                  <a:cubicBezTo>
                    <a:pt x="16068" y="-4081"/>
                    <a:pt x="4402" y="2085"/>
                    <a:pt x="1070" y="11834"/>
                  </a:cubicBezTo>
                  <a:cubicBezTo>
                    <a:pt x="-597" y="16834"/>
                    <a:pt x="-514" y="22583"/>
                    <a:pt x="2736" y="26916"/>
                  </a:cubicBezTo>
                  <a:cubicBezTo>
                    <a:pt x="2987" y="27249"/>
                    <a:pt x="3237" y="27416"/>
                    <a:pt x="3486" y="27749"/>
                  </a:cubicBezTo>
                  <a:cubicBezTo>
                    <a:pt x="6236" y="32166"/>
                    <a:pt x="11652" y="34499"/>
                    <a:pt x="16819" y="33749"/>
                  </a:cubicBezTo>
                  <a:cubicBezTo>
                    <a:pt x="30567" y="31832"/>
                    <a:pt x="35150" y="11667"/>
                    <a:pt x="24818" y="3168"/>
                  </a:cubicBezTo>
                  <a:lnTo>
                    <a:pt x="24818" y="3168"/>
                  </a:lnTo>
                  <a:close/>
                </a:path>
              </a:pathLst>
            </a:custGeom>
            <a:grpFill/>
            <a:ln w="8332" cap="flat">
              <a:noFill/>
              <a:prstDash val="solid"/>
              <a:miter/>
            </a:ln>
          </p:spPr>
          <p:txBody>
            <a:bodyPr rtlCol="0" anchor="ctr"/>
            <a:lstStyle/>
            <a:p>
              <a:endParaRPr lang="en-US"/>
            </a:p>
          </p:txBody>
        </p:sp>
        <p:sp>
          <p:nvSpPr>
            <p:cNvPr id="2090" name="Freeform: Shape 2089"/>
            <p:cNvSpPr/>
            <p:nvPr/>
          </p:nvSpPr>
          <p:spPr>
            <a:xfrm>
              <a:off x="7784801" y="740930"/>
              <a:ext cx="389055" cy="752592"/>
            </a:xfrm>
            <a:custGeom>
              <a:avLst/>
              <a:gdLst>
                <a:gd name="connsiteX0" fmla="*/ 226748 w 389055"/>
                <a:gd name="connsiteY0" fmla="*/ 677119 h 752592"/>
                <a:gd name="connsiteX1" fmla="*/ 211916 w 389055"/>
                <a:gd name="connsiteY1" fmla="*/ 657038 h 752592"/>
                <a:gd name="connsiteX2" fmla="*/ 207416 w 389055"/>
                <a:gd name="connsiteY2" fmla="*/ 633040 h 752592"/>
                <a:gd name="connsiteX3" fmla="*/ 213082 w 389055"/>
                <a:gd name="connsiteY3" fmla="*/ 568879 h 752592"/>
                <a:gd name="connsiteX4" fmla="*/ 246663 w 389055"/>
                <a:gd name="connsiteY4" fmla="*/ 440807 h 752592"/>
                <a:gd name="connsiteX5" fmla="*/ 247246 w 389055"/>
                <a:gd name="connsiteY5" fmla="*/ 440724 h 752592"/>
                <a:gd name="connsiteX6" fmla="*/ 251162 w 389055"/>
                <a:gd name="connsiteY6" fmla="*/ 440141 h 752592"/>
                <a:gd name="connsiteX7" fmla="*/ 251413 w 389055"/>
                <a:gd name="connsiteY7" fmla="*/ 440057 h 752592"/>
                <a:gd name="connsiteX8" fmla="*/ 260829 w 389055"/>
                <a:gd name="connsiteY8" fmla="*/ 437308 h 752592"/>
                <a:gd name="connsiteX9" fmla="*/ 263495 w 389055"/>
                <a:gd name="connsiteY9" fmla="*/ 435224 h 752592"/>
                <a:gd name="connsiteX10" fmla="*/ 303158 w 389055"/>
                <a:gd name="connsiteY10" fmla="*/ 412643 h 752592"/>
                <a:gd name="connsiteX11" fmla="*/ 316740 w 389055"/>
                <a:gd name="connsiteY11" fmla="*/ 362564 h 752592"/>
                <a:gd name="connsiteX12" fmla="*/ 355236 w 389055"/>
                <a:gd name="connsiteY12" fmla="*/ 309402 h 752592"/>
                <a:gd name="connsiteX13" fmla="*/ 356737 w 389055"/>
                <a:gd name="connsiteY13" fmla="*/ 283155 h 752592"/>
                <a:gd name="connsiteX14" fmla="*/ 354986 w 389055"/>
                <a:gd name="connsiteY14" fmla="*/ 265740 h 752592"/>
                <a:gd name="connsiteX15" fmla="*/ 367318 w 389055"/>
                <a:gd name="connsiteY15" fmla="*/ 247241 h 752592"/>
                <a:gd name="connsiteX16" fmla="*/ 388984 w 389055"/>
                <a:gd name="connsiteY16" fmla="*/ 199579 h 752592"/>
                <a:gd name="connsiteX17" fmla="*/ 366485 w 389055"/>
                <a:gd name="connsiteY17" fmla="*/ 143584 h 752592"/>
                <a:gd name="connsiteX18" fmla="*/ 361569 w 389055"/>
                <a:gd name="connsiteY18" fmla="*/ 84089 h 752592"/>
                <a:gd name="connsiteX19" fmla="*/ 324323 w 389055"/>
                <a:gd name="connsiteY19" fmla="*/ 53759 h 752592"/>
                <a:gd name="connsiteX20" fmla="*/ 289492 w 389055"/>
                <a:gd name="connsiteY20" fmla="*/ 37427 h 752592"/>
                <a:gd name="connsiteX21" fmla="*/ 273660 w 389055"/>
                <a:gd name="connsiteY21" fmla="*/ 17512 h 752592"/>
                <a:gd name="connsiteX22" fmla="*/ 221082 w 389055"/>
                <a:gd name="connsiteY22" fmla="*/ 97 h 752592"/>
                <a:gd name="connsiteX23" fmla="*/ 162504 w 389055"/>
                <a:gd name="connsiteY23" fmla="*/ 12096 h 752592"/>
                <a:gd name="connsiteX24" fmla="*/ 106592 w 389055"/>
                <a:gd name="connsiteY24" fmla="*/ 23012 h 752592"/>
                <a:gd name="connsiteX25" fmla="*/ 65596 w 389055"/>
                <a:gd name="connsiteY25" fmla="*/ 60425 h 752592"/>
                <a:gd name="connsiteX26" fmla="*/ 23766 w 389055"/>
                <a:gd name="connsiteY26" fmla="*/ 88839 h 752592"/>
                <a:gd name="connsiteX27" fmla="*/ 9768 w 389055"/>
                <a:gd name="connsiteY27" fmla="*/ 137585 h 752592"/>
                <a:gd name="connsiteX28" fmla="*/ 11267 w 389055"/>
                <a:gd name="connsiteY28" fmla="*/ 152083 h 752592"/>
                <a:gd name="connsiteX29" fmla="*/ 5685 w 389055"/>
                <a:gd name="connsiteY29" fmla="*/ 169748 h 752592"/>
                <a:gd name="connsiteX30" fmla="*/ 18 w 389055"/>
                <a:gd name="connsiteY30" fmla="*/ 195246 h 752592"/>
                <a:gd name="connsiteX31" fmla="*/ 21933 w 389055"/>
                <a:gd name="connsiteY31" fmla="*/ 249741 h 752592"/>
                <a:gd name="connsiteX32" fmla="*/ 28516 w 389055"/>
                <a:gd name="connsiteY32" fmla="*/ 284655 h 752592"/>
                <a:gd name="connsiteX33" fmla="*/ 23849 w 389055"/>
                <a:gd name="connsiteY33" fmla="*/ 312402 h 752592"/>
                <a:gd name="connsiteX34" fmla="*/ 99592 w 389055"/>
                <a:gd name="connsiteY34" fmla="*/ 409060 h 752592"/>
                <a:gd name="connsiteX35" fmla="*/ 113009 w 389055"/>
                <a:gd name="connsiteY35" fmla="*/ 433475 h 752592"/>
                <a:gd name="connsiteX36" fmla="*/ 132256 w 389055"/>
                <a:gd name="connsiteY36" fmla="*/ 470305 h 752592"/>
                <a:gd name="connsiteX37" fmla="*/ 134423 w 389055"/>
                <a:gd name="connsiteY37" fmla="*/ 472221 h 752592"/>
                <a:gd name="connsiteX38" fmla="*/ 141172 w 389055"/>
                <a:gd name="connsiteY38" fmla="*/ 556464 h 752592"/>
                <a:gd name="connsiteX39" fmla="*/ 142756 w 389055"/>
                <a:gd name="connsiteY39" fmla="*/ 612292 h 752592"/>
                <a:gd name="connsiteX40" fmla="*/ 112508 w 389055"/>
                <a:gd name="connsiteY40" fmla="*/ 655288 h 752592"/>
                <a:gd name="connsiteX41" fmla="*/ 96260 w 389055"/>
                <a:gd name="connsiteY41" fmla="*/ 730115 h 752592"/>
                <a:gd name="connsiteX42" fmla="*/ 137923 w 389055"/>
                <a:gd name="connsiteY42" fmla="*/ 732531 h 752592"/>
                <a:gd name="connsiteX43" fmla="*/ 161254 w 389055"/>
                <a:gd name="connsiteY43" fmla="*/ 717616 h 752592"/>
                <a:gd name="connsiteX44" fmla="*/ 213000 w 389055"/>
                <a:gd name="connsiteY44" fmla="*/ 750779 h 752592"/>
                <a:gd name="connsiteX45" fmla="*/ 226748 w 389055"/>
                <a:gd name="connsiteY45" fmla="*/ 677119 h 752592"/>
                <a:gd name="connsiteX46" fmla="*/ 226748 w 389055"/>
                <a:gd name="connsiteY46" fmla="*/ 677119 h 752592"/>
                <a:gd name="connsiteX47" fmla="*/ 118424 w 389055"/>
                <a:gd name="connsiteY47" fmla="*/ 419809 h 752592"/>
                <a:gd name="connsiteX48" fmla="*/ 105175 w 389055"/>
                <a:gd name="connsiteY48" fmla="*/ 404644 h 752592"/>
                <a:gd name="connsiteX49" fmla="*/ 105175 w 389055"/>
                <a:gd name="connsiteY49" fmla="*/ 404644 h 752592"/>
                <a:gd name="connsiteX50" fmla="*/ 40932 w 389055"/>
                <a:gd name="connsiteY50" fmla="*/ 314152 h 752592"/>
                <a:gd name="connsiteX51" fmla="*/ 50597 w 389055"/>
                <a:gd name="connsiteY51" fmla="*/ 268156 h 752592"/>
                <a:gd name="connsiteX52" fmla="*/ 32099 w 389055"/>
                <a:gd name="connsiteY52" fmla="*/ 230743 h 752592"/>
                <a:gd name="connsiteX53" fmla="*/ 20933 w 389055"/>
                <a:gd name="connsiteY53" fmla="*/ 178581 h 752592"/>
                <a:gd name="connsiteX54" fmla="*/ 28516 w 389055"/>
                <a:gd name="connsiteY54" fmla="*/ 157499 h 752592"/>
                <a:gd name="connsiteX55" fmla="*/ 26516 w 389055"/>
                <a:gd name="connsiteY55" fmla="*/ 130835 h 752592"/>
                <a:gd name="connsiteX56" fmla="*/ 50763 w 389055"/>
                <a:gd name="connsiteY56" fmla="*/ 83090 h 752592"/>
                <a:gd name="connsiteX57" fmla="*/ 89427 w 389055"/>
                <a:gd name="connsiteY57" fmla="*/ 58758 h 752592"/>
                <a:gd name="connsiteX58" fmla="*/ 136339 w 389055"/>
                <a:gd name="connsiteY58" fmla="*/ 29928 h 752592"/>
                <a:gd name="connsiteX59" fmla="*/ 185585 w 389055"/>
                <a:gd name="connsiteY59" fmla="*/ 21012 h 752592"/>
                <a:gd name="connsiteX60" fmla="*/ 238997 w 389055"/>
                <a:gd name="connsiteY60" fmla="*/ 17845 h 752592"/>
                <a:gd name="connsiteX61" fmla="*/ 266661 w 389055"/>
                <a:gd name="connsiteY61" fmla="*/ 30844 h 752592"/>
                <a:gd name="connsiteX62" fmla="*/ 282660 w 389055"/>
                <a:gd name="connsiteY62" fmla="*/ 53759 h 752592"/>
                <a:gd name="connsiteX63" fmla="*/ 302325 w 389055"/>
                <a:gd name="connsiteY63" fmla="*/ 61175 h 752592"/>
                <a:gd name="connsiteX64" fmla="*/ 332238 w 389055"/>
                <a:gd name="connsiteY64" fmla="*/ 75757 h 752592"/>
                <a:gd name="connsiteX65" fmla="*/ 348154 w 389055"/>
                <a:gd name="connsiteY65" fmla="*/ 94922 h 752592"/>
                <a:gd name="connsiteX66" fmla="*/ 345821 w 389055"/>
                <a:gd name="connsiteY66" fmla="*/ 128335 h 752592"/>
                <a:gd name="connsiteX67" fmla="*/ 362069 w 389055"/>
                <a:gd name="connsiteY67" fmla="*/ 170248 h 752592"/>
                <a:gd name="connsiteX68" fmla="*/ 358653 w 389055"/>
                <a:gd name="connsiteY68" fmla="*/ 230243 h 752592"/>
                <a:gd name="connsiteX69" fmla="*/ 337822 w 389055"/>
                <a:gd name="connsiteY69" fmla="*/ 275322 h 752592"/>
                <a:gd name="connsiteX70" fmla="*/ 333405 w 389055"/>
                <a:gd name="connsiteY70" fmla="*/ 314735 h 752592"/>
                <a:gd name="connsiteX71" fmla="*/ 312824 w 389055"/>
                <a:gd name="connsiteY71" fmla="*/ 337817 h 752592"/>
                <a:gd name="connsiteX72" fmla="*/ 296741 w 389055"/>
                <a:gd name="connsiteY72" fmla="*/ 383062 h 752592"/>
                <a:gd name="connsiteX73" fmla="*/ 277910 w 389055"/>
                <a:gd name="connsiteY73" fmla="*/ 409643 h 752592"/>
                <a:gd name="connsiteX74" fmla="*/ 245496 w 389055"/>
                <a:gd name="connsiteY74" fmla="*/ 426059 h 752592"/>
                <a:gd name="connsiteX75" fmla="*/ 244996 w 389055"/>
                <a:gd name="connsiteY75" fmla="*/ 426392 h 752592"/>
                <a:gd name="connsiteX76" fmla="*/ 219082 w 389055"/>
                <a:gd name="connsiteY76" fmla="*/ 431808 h 752592"/>
                <a:gd name="connsiteX77" fmla="*/ 200251 w 389055"/>
                <a:gd name="connsiteY77" fmla="*/ 443974 h 752592"/>
                <a:gd name="connsiteX78" fmla="*/ 160838 w 389055"/>
                <a:gd name="connsiteY78" fmla="*/ 419559 h 752592"/>
                <a:gd name="connsiteX79" fmla="*/ 138006 w 389055"/>
                <a:gd name="connsiteY79" fmla="*/ 449473 h 752592"/>
                <a:gd name="connsiteX80" fmla="*/ 133506 w 389055"/>
                <a:gd name="connsiteY80" fmla="*/ 439974 h 752592"/>
                <a:gd name="connsiteX81" fmla="*/ 118424 w 389055"/>
                <a:gd name="connsiteY81" fmla="*/ 419809 h 752592"/>
                <a:gd name="connsiteX82" fmla="*/ 118424 w 389055"/>
                <a:gd name="connsiteY82" fmla="*/ 419809 h 752592"/>
                <a:gd name="connsiteX83" fmla="*/ 213332 w 389055"/>
                <a:gd name="connsiteY83" fmla="*/ 731031 h 752592"/>
                <a:gd name="connsiteX84" fmla="*/ 188918 w 389055"/>
                <a:gd name="connsiteY84" fmla="*/ 731281 h 752592"/>
                <a:gd name="connsiteX85" fmla="*/ 172836 w 389055"/>
                <a:gd name="connsiteY85" fmla="*/ 699951 h 752592"/>
                <a:gd name="connsiteX86" fmla="*/ 159920 w 389055"/>
                <a:gd name="connsiteY86" fmla="*/ 696534 h 752592"/>
                <a:gd name="connsiteX87" fmla="*/ 138339 w 389055"/>
                <a:gd name="connsiteY87" fmla="*/ 716199 h 752592"/>
                <a:gd name="connsiteX88" fmla="*/ 108425 w 389055"/>
                <a:gd name="connsiteY88" fmla="*/ 718116 h 752592"/>
                <a:gd name="connsiteX89" fmla="*/ 119591 w 389055"/>
                <a:gd name="connsiteY89" fmla="*/ 672203 h 752592"/>
                <a:gd name="connsiteX90" fmla="*/ 158254 w 389055"/>
                <a:gd name="connsiteY90" fmla="*/ 613958 h 752592"/>
                <a:gd name="connsiteX91" fmla="*/ 152588 w 389055"/>
                <a:gd name="connsiteY91" fmla="*/ 528883 h 752592"/>
                <a:gd name="connsiteX92" fmla="*/ 144839 w 389055"/>
                <a:gd name="connsiteY92" fmla="*/ 485387 h 752592"/>
                <a:gd name="connsiteX93" fmla="*/ 143089 w 389055"/>
                <a:gd name="connsiteY93" fmla="*/ 470555 h 752592"/>
                <a:gd name="connsiteX94" fmla="*/ 143589 w 389055"/>
                <a:gd name="connsiteY94" fmla="*/ 470055 h 752592"/>
                <a:gd name="connsiteX95" fmla="*/ 160587 w 389055"/>
                <a:gd name="connsiteY95" fmla="*/ 435641 h 752592"/>
                <a:gd name="connsiteX96" fmla="*/ 178668 w 389055"/>
                <a:gd name="connsiteY96" fmla="*/ 439724 h 752592"/>
                <a:gd name="connsiteX97" fmla="*/ 184752 w 389055"/>
                <a:gd name="connsiteY97" fmla="*/ 447057 h 752592"/>
                <a:gd name="connsiteX98" fmla="*/ 195001 w 389055"/>
                <a:gd name="connsiteY98" fmla="*/ 458222 h 752592"/>
                <a:gd name="connsiteX99" fmla="*/ 202250 w 389055"/>
                <a:gd name="connsiteY99" fmla="*/ 459222 h 752592"/>
                <a:gd name="connsiteX100" fmla="*/ 224498 w 389055"/>
                <a:gd name="connsiteY100" fmla="*/ 445140 h 752592"/>
                <a:gd name="connsiteX101" fmla="*/ 227831 w 389055"/>
                <a:gd name="connsiteY101" fmla="*/ 443974 h 752592"/>
                <a:gd name="connsiteX102" fmla="*/ 203000 w 389055"/>
                <a:gd name="connsiteY102" fmla="*/ 515217 h 752592"/>
                <a:gd name="connsiteX103" fmla="*/ 197584 w 389055"/>
                <a:gd name="connsiteY103" fmla="*/ 561796 h 752592"/>
                <a:gd name="connsiteX104" fmla="*/ 194251 w 389055"/>
                <a:gd name="connsiteY104" fmla="*/ 616875 h 752592"/>
                <a:gd name="connsiteX105" fmla="*/ 190085 w 389055"/>
                <a:gd name="connsiteY105" fmla="*/ 654788 h 752592"/>
                <a:gd name="connsiteX106" fmla="*/ 212666 w 389055"/>
                <a:gd name="connsiteY106" fmla="*/ 682536 h 752592"/>
                <a:gd name="connsiteX107" fmla="*/ 213332 w 389055"/>
                <a:gd name="connsiteY107" fmla="*/ 731031 h 752592"/>
                <a:gd name="connsiteX108" fmla="*/ 213332 w 389055"/>
                <a:gd name="connsiteY108" fmla="*/ 731031 h 752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389055" h="752592">
                  <a:moveTo>
                    <a:pt x="226748" y="677119"/>
                  </a:moveTo>
                  <a:cubicBezTo>
                    <a:pt x="222498" y="669870"/>
                    <a:pt x="217248" y="663454"/>
                    <a:pt x="211916" y="657038"/>
                  </a:cubicBezTo>
                  <a:cubicBezTo>
                    <a:pt x="205000" y="648705"/>
                    <a:pt x="205417" y="643372"/>
                    <a:pt x="207416" y="633040"/>
                  </a:cubicBezTo>
                  <a:cubicBezTo>
                    <a:pt x="211666" y="611375"/>
                    <a:pt x="211249" y="590627"/>
                    <a:pt x="213082" y="568879"/>
                  </a:cubicBezTo>
                  <a:cubicBezTo>
                    <a:pt x="216582" y="527466"/>
                    <a:pt x="218415" y="473971"/>
                    <a:pt x="246663" y="440807"/>
                  </a:cubicBezTo>
                  <a:cubicBezTo>
                    <a:pt x="246829" y="440807"/>
                    <a:pt x="247080" y="440724"/>
                    <a:pt x="247246" y="440724"/>
                  </a:cubicBezTo>
                  <a:cubicBezTo>
                    <a:pt x="248413" y="440891"/>
                    <a:pt x="249746" y="440724"/>
                    <a:pt x="251162" y="440141"/>
                  </a:cubicBezTo>
                  <a:cubicBezTo>
                    <a:pt x="251246" y="440141"/>
                    <a:pt x="251329" y="440057"/>
                    <a:pt x="251413" y="440057"/>
                  </a:cubicBezTo>
                  <a:cubicBezTo>
                    <a:pt x="254579" y="439474"/>
                    <a:pt x="257746" y="438641"/>
                    <a:pt x="260829" y="437308"/>
                  </a:cubicBezTo>
                  <a:cubicBezTo>
                    <a:pt x="261994" y="436808"/>
                    <a:pt x="262912" y="436058"/>
                    <a:pt x="263495" y="435224"/>
                  </a:cubicBezTo>
                  <a:cubicBezTo>
                    <a:pt x="277743" y="429558"/>
                    <a:pt x="292992" y="422976"/>
                    <a:pt x="303158" y="412643"/>
                  </a:cubicBezTo>
                  <a:cubicBezTo>
                    <a:pt x="317074" y="398644"/>
                    <a:pt x="309657" y="379063"/>
                    <a:pt x="316740" y="362564"/>
                  </a:cubicBezTo>
                  <a:cubicBezTo>
                    <a:pt x="325572" y="341983"/>
                    <a:pt x="348653" y="331900"/>
                    <a:pt x="355236" y="309402"/>
                  </a:cubicBezTo>
                  <a:cubicBezTo>
                    <a:pt x="357737" y="301070"/>
                    <a:pt x="357486" y="291737"/>
                    <a:pt x="356737" y="283155"/>
                  </a:cubicBezTo>
                  <a:cubicBezTo>
                    <a:pt x="356236" y="277655"/>
                    <a:pt x="354070" y="271239"/>
                    <a:pt x="354986" y="265740"/>
                  </a:cubicBezTo>
                  <a:cubicBezTo>
                    <a:pt x="356236" y="258324"/>
                    <a:pt x="362653" y="252658"/>
                    <a:pt x="367318" y="247241"/>
                  </a:cubicBezTo>
                  <a:cubicBezTo>
                    <a:pt x="378650" y="234076"/>
                    <a:pt x="390067" y="217827"/>
                    <a:pt x="388984" y="199579"/>
                  </a:cubicBezTo>
                  <a:cubicBezTo>
                    <a:pt x="387817" y="178664"/>
                    <a:pt x="375151" y="161832"/>
                    <a:pt x="366485" y="143584"/>
                  </a:cubicBezTo>
                  <a:cubicBezTo>
                    <a:pt x="357570" y="124669"/>
                    <a:pt x="370568" y="103671"/>
                    <a:pt x="361569" y="84089"/>
                  </a:cubicBezTo>
                  <a:cubicBezTo>
                    <a:pt x="354654" y="69091"/>
                    <a:pt x="338571" y="60508"/>
                    <a:pt x="324323" y="53759"/>
                  </a:cubicBezTo>
                  <a:cubicBezTo>
                    <a:pt x="313323" y="48593"/>
                    <a:pt x="297825" y="47093"/>
                    <a:pt x="289492" y="37427"/>
                  </a:cubicBezTo>
                  <a:cubicBezTo>
                    <a:pt x="283827" y="30678"/>
                    <a:pt x="281076" y="23178"/>
                    <a:pt x="273660" y="17512"/>
                  </a:cubicBezTo>
                  <a:cubicBezTo>
                    <a:pt x="258911" y="6180"/>
                    <a:pt x="239330" y="1014"/>
                    <a:pt x="221082" y="97"/>
                  </a:cubicBezTo>
                  <a:cubicBezTo>
                    <a:pt x="200417" y="-986"/>
                    <a:pt x="182168" y="7263"/>
                    <a:pt x="162504" y="12096"/>
                  </a:cubicBezTo>
                  <a:cubicBezTo>
                    <a:pt x="143755" y="16679"/>
                    <a:pt x="124007" y="13512"/>
                    <a:pt x="106592" y="23012"/>
                  </a:cubicBezTo>
                  <a:cubicBezTo>
                    <a:pt x="89677" y="32261"/>
                    <a:pt x="82678" y="52676"/>
                    <a:pt x="65596" y="60425"/>
                  </a:cubicBezTo>
                  <a:cubicBezTo>
                    <a:pt x="49348" y="67841"/>
                    <a:pt x="34098" y="72924"/>
                    <a:pt x="23766" y="88839"/>
                  </a:cubicBezTo>
                  <a:cubicBezTo>
                    <a:pt x="15600" y="101421"/>
                    <a:pt x="8685" y="122253"/>
                    <a:pt x="9768" y="137585"/>
                  </a:cubicBezTo>
                  <a:cubicBezTo>
                    <a:pt x="10100" y="142417"/>
                    <a:pt x="11517" y="147167"/>
                    <a:pt x="11267" y="152083"/>
                  </a:cubicBezTo>
                  <a:cubicBezTo>
                    <a:pt x="10935" y="158499"/>
                    <a:pt x="8268" y="163916"/>
                    <a:pt x="5685" y="169748"/>
                  </a:cubicBezTo>
                  <a:cubicBezTo>
                    <a:pt x="2101" y="178081"/>
                    <a:pt x="-232" y="185997"/>
                    <a:pt x="18" y="195246"/>
                  </a:cubicBezTo>
                  <a:cubicBezTo>
                    <a:pt x="601" y="215578"/>
                    <a:pt x="11768" y="232826"/>
                    <a:pt x="21933" y="249741"/>
                  </a:cubicBezTo>
                  <a:cubicBezTo>
                    <a:pt x="29932" y="263073"/>
                    <a:pt x="32766" y="269239"/>
                    <a:pt x="28516" y="284655"/>
                  </a:cubicBezTo>
                  <a:cubicBezTo>
                    <a:pt x="25933" y="293820"/>
                    <a:pt x="23433" y="302736"/>
                    <a:pt x="23849" y="312402"/>
                  </a:cubicBezTo>
                  <a:cubicBezTo>
                    <a:pt x="25682" y="357815"/>
                    <a:pt x="65345" y="386229"/>
                    <a:pt x="99592" y="409060"/>
                  </a:cubicBezTo>
                  <a:cubicBezTo>
                    <a:pt x="104176" y="417059"/>
                    <a:pt x="107592" y="425559"/>
                    <a:pt x="113009" y="433475"/>
                  </a:cubicBezTo>
                  <a:cubicBezTo>
                    <a:pt x="121008" y="445223"/>
                    <a:pt x="124924" y="458389"/>
                    <a:pt x="132256" y="470305"/>
                  </a:cubicBezTo>
                  <a:cubicBezTo>
                    <a:pt x="132757" y="471138"/>
                    <a:pt x="133506" y="471804"/>
                    <a:pt x="134423" y="472221"/>
                  </a:cubicBezTo>
                  <a:cubicBezTo>
                    <a:pt x="138089" y="500052"/>
                    <a:pt x="141172" y="528716"/>
                    <a:pt x="141172" y="556464"/>
                  </a:cubicBezTo>
                  <a:cubicBezTo>
                    <a:pt x="141172" y="575045"/>
                    <a:pt x="142839" y="593710"/>
                    <a:pt x="142756" y="612292"/>
                  </a:cubicBezTo>
                  <a:cubicBezTo>
                    <a:pt x="142672" y="631373"/>
                    <a:pt x="124424" y="642039"/>
                    <a:pt x="112508" y="655288"/>
                  </a:cubicBezTo>
                  <a:cubicBezTo>
                    <a:pt x="97260" y="672453"/>
                    <a:pt x="67762" y="711116"/>
                    <a:pt x="96260" y="730115"/>
                  </a:cubicBezTo>
                  <a:cubicBezTo>
                    <a:pt x="107925" y="737864"/>
                    <a:pt x="125090" y="736031"/>
                    <a:pt x="137923" y="732531"/>
                  </a:cubicBezTo>
                  <a:cubicBezTo>
                    <a:pt x="146838" y="730115"/>
                    <a:pt x="154837" y="724532"/>
                    <a:pt x="161254" y="717616"/>
                  </a:cubicBezTo>
                  <a:cubicBezTo>
                    <a:pt x="167670" y="739864"/>
                    <a:pt x="188002" y="758612"/>
                    <a:pt x="213000" y="750779"/>
                  </a:cubicBezTo>
                  <a:cubicBezTo>
                    <a:pt x="243080" y="741197"/>
                    <a:pt x="238914" y="698034"/>
                    <a:pt x="226748" y="677119"/>
                  </a:cubicBezTo>
                  <a:lnTo>
                    <a:pt x="226748" y="677119"/>
                  </a:lnTo>
                  <a:close/>
                  <a:moveTo>
                    <a:pt x="118424" y="419809"/>
                  </a:moveTo>
                  <a:cubicBezTo>
                    <a:pt x="114341" y="414476"/>
                    <a:pt x="110925" y="407727"/>
                    <a:pt x="105175" y="404644"/>
                  </a:cubicBezTo>
                  <a:lnTo>
                    <a:pt x="105175" y="404644"/>
                  </a:lnTo>
                  <a:cubicBezTo>
                    <a:pt x="77761" y="384646"/>
                    <a:pt x="42514" y="350399"/>
                    <a:pt x="40932" y="314152"/>
                  </a:cubicBezTo>
                  <a:cubicBezTo>
                    <a:pt x="40264" y="298153"/>
                    <a:pt x="51847" y="284071"/>
                    <a:pt x="50597" y="268156"/>
                  </a:cubicBezTo>
                  <a:cubicBezTo>
                    <a:pt x="49513" y="254491"/>
                    <a:pt x="38765" y="242158"/>
                    <a:pt x="32099" y="230743"/>
                  </a:cubicBezTo>
                  <a:cubicBezTo>
                    <a:pt x="22183" y="213911"/>
                    <a:pt x="13851" y="198246"/>
                    <a:pt x="20933" y="178581"/>
                  </a:cubicBezTo>
                  <a:cubicBezTo>
                    <a:pt x="23433" y="171582"/>
                    <a:pt x="27516" y="165082"/>
                    <a:pt x="28516" y="157499"/>
                  </a:cubicBezTo>
                  <a:cubicBezTo>
                    <a:pt x="29683" y="148417"/>
                    <a:pt x="25933" y="139834"/>
                    <a:pt x="26516" y="130835"/>
                  </a:cubicBezTo>
                  <a:cubicBezTo>
                    <a:pt x="27765" y="113253"/>
                    <a:pt x="36265" y="93255"/>
                    <a:pt x="50763" y="83090"/>
                  </a:cubicBezTo>
                  <a:cubicBezTo>
                    <a:pt x="64262" y="73590"/>
                    <a:pt x="78844" y="72340"/>
                    <a:pt x="89427" y="58758"/>
                  </a:cubicBezTo>
                  <a:cubicBezTo>
                    <a:pt x="102343" y="42177"/>
                    <a:pt x="114009" y="30428"/>
                    <a:pt x="136339" y="29928"/>
                  </a:cubicBezTo>
                  <a:cubicBezTo>
                    <a:pt x="153421" y="29594"/>
                    <a:pt x="169254" y="25761"/>
                    <a:pt x="185585" y="21012"/>
                  </a:cubicBezTo>
                  <a:cubicBezTo>
                    <a:pt x="203584" y="15762"/>
                    <a:pt x="220498" y="13346"/>
                    <a:pt x="238997" y="17845"/>
                  </a:cubicBezTo>
                  <a:cubicBezTo>
                    <a:pt x="248662" y="20262"/>
                    <a:pt x="258995" y="24262"/>
                    <a:pt x="266661" y="30844"/>
                  </a:cubicBezTo>
                  <a:cubicBezTo>
                    <a:pt x="274161" y="37344"/>
                    <a:pt x="275494" y="47426"/>
                    <a:pt x="282660" y="53759"/>
                  </a:cubicBezTo>
                  <a:cubicBezTo>
                    <a:pt x="288075" y="58508"/>
                    <a:pt x="295825" y="59092"/>
                    <a:pt x="302325" y="61175"/>
                  </a:cubicBezTo>
                  <a:cubicBezTo>
                    <a:pt x="312824" y="64508"/>
                    <a:pt x="323073" y="69674"/>
                    <a:pt x="332238" y="75757"/>
                  </a:cubicBezTo>
                  <a:cubicBezTo>
                    <a:pt x="339654" y="80673"/>
                    <a:pt x="345821" y="86006"/>
                    <a:pt x="348154" y="94922"/>
                  </a:cubicBezTo>
                  <a:cubicBezTo>
                    <a:pt x="350987" y="106087"/>
                    <a:pt x="346154" y="117170"/>
                    <a:pt x="345821" y="128335"/>
                  </a:cubicBezTo>
                  <a:cubicBezTo>
                    <a:pt x="345320" y="144001"/>
                    <a:pt x="355070" y="157000"/>
                    <a:pt x="362069" y="170248"/>
                  </a:cubicBezTo>
                  <a:cubicBezTo>
                    <a:pt x="373818" y="192580"/>
                    <a:pt x="374985" y="210161"/>
                    <a:pt x="358653" y="230243"/>
                  </a:cubicBezTo>
                  <a:cubicBezTo>
                    <a:pt x="346654" y="244992"/>
                    <a:pt x="335488" y="255074"/>
                    <a:pt x="337822" y="275322"/>
                  </a:cubicBezTo>
                  <a:cubicBezTo>
                    <a:pt x="339404" y="289321"/>
                    <a:pt x="341654" y="302070"/>
                    <a:pt x="333405" y="314735"/>
                  </a:cubicBezTo>
                  <a:cubicBezTo>
                    <a:pt x="327738" y="323401"/>
                    <a:pt x="319573" y="330067"/>
                    <a:pt x="312824" y="337817"/>
                  </a:cubicBezTo>
                  <a:cubicBezTo>
                    <a:pt x="300991" y="351399"/>
                    <a:pt x="297491" y="365481"/>
                    <a:pt x="296741" y="383062"/>
                  </a:cubicBezTo>
                  <a:cubicBezTo>
                    <a:pt x="296075" y="397395"/>
                    <a:pt x="289993" y="402977"/>
                    <a:pt x="277910" y="409643"/>
                  </a:cubicBezTo>
                  <a:cubicBezTo>
                    <a:pt x="267327" y="415476"/>
                    <a:pt x="256329" y="420726"/>
                    <a:pt x="245496" y="426059"/>
                  </a:cubicBezTo>
                  <a:cubicBezTo>
                    <a:pt x="245329" y="426142"/>
                    <a:pt x="245163" y="426309"/>
                    <a:pt x="244996" y="426392"/>
                  </a:cubicBezTo>
                  <a:cubicBezTo>
                    <a:pt x="236247" y="427142"/>
                    <a:pt x="227664" y="428392"/>
                    <a:pt x="219082" y="431808"/>
                  </a:cubicBezTo>
                  <a:cubicBezTo>
                    <a:pt x="211583" y="434808"/>
                    <a:pt x="206583" y="439974"/>
                    <a:pt x="200251" y="443974"/>
                  </a:cubicBezTo>
                  <a:cubicBezTo>
                    <a:pt x="187752" y="433308"/>
                    <a:pt x="180752" y="416309"/>
                    <a:pt x="160838" y="419559"/>
                  </a:cubicBezTo>
                  <a:cubicBezTo>
                    <a:pt x="143755" y="422392"/>
                    <a:pt x="142173" y="436391"/>
                    <a:pt x="138006" y="449473"/>
                  </a:cubicBezTo>
                  <a:cubicBezTo>
                    <a:pt x="136673" y="446223"/>
                    <a:pt x="135339" y="442974"/>
                    <a:pt x="133506" y="439974"/>
                  </a:cubicBezTo>
                  <a:cubicBezTo>
                    <a:pt x="129090" y="432725"/>
                    <a:pt x="123424" y="426392"/>
                    <a:pt x="118424" y="419809"/>
                  </a:cubicBezTo>
                  <a:lnTo>
                    <a:pt x="118424" y="419809"/>
                  </a:lnTo>
                  <a:close/>
                  <a:moveTo>
                    <a:pt x="213332" y="731031"/>
                  </a:moveTo>
                  <a:cubicBezTo>
                    <a:pt x="206250" y="738197"/>
                    <a:pt x="196667" y="735614"/>
                    <a:pt x="188918" y="731281"/>
                  </a:cubicBezTo>
                  <a:cubicBezTo>
                    <a:pt x="177336" y="724782"/>
                    <a:pt x="172337" y="713199"/>
                    <a:pt x="172836" y="699951"/>
                  </a:cubicBezTo>
                  <a:cubicBezTo>
                    <a:pt x="173170" y="692118"/>
                    <a:pt x="163587" y="689868"/>
                    <a:pt x="159920" y="696534"/>
                  </a:cubicBezTo>
                  <a:cubicBezTo>
                    <a:pt x="155171" y="705033"/>
                    <a:pt x="147339" y="712449"/>
                    <a:pt x="138339" y="716199"/>
                  </a:cubicBezTo>
                  <a:cubicBezTo>
                    <a:pt x="131173" y="719116"/>
                    <a:pt x="115675" y="722032"/>
                    <a:pt x="108425" y="718116"/>
                  </a:cubicBezTo>
                  <a:cubicBezTo>
                    <a:pt x="90094" y="708366"/>
                    <a:pt x="111508" y="681286"/>
                    <a:pt x="119591" y="672203"/>
                  </a:cubicBezTo>
                  <a:cubicBezTo>
                    <a:pt x="135923" y="653955"/>
                    <a:pt x="158754" y="640539"/>
                    <a:pt x="158254" y="613958"/>
                  </a:cubicBezTo>
                  <a:cubicBezTo>
                    <a:pt x="157671" y="586044"/>
                    <a:pt x="156755" y="556380"/>
                    <a:pt x="152588" y="528883"/>
                  </a:cubicBezTo>
                  <a:cubicBezTo>
                    <a:pt x="150422" y="514301"/>
                    <a:pt x="147671" y="499885"/>
                    <a:pt x="144839" y="485387"/>
                  </a:cubicBezTo>
                  <a:cubicBezTo>
                    <a:pt x="143922" y="480554"/>
                    <a:pt x="143672" y="475471"/>
                    <a:pt x="143089" y="470555"/>
                  </a:cubicBezTo>
                  <a:cubicBezTo>
                    <a:pt x="143255" y="470388"/>
                    <a:pt x="143422" y="470221"/>
                    <a:pt x="143589" y="470055"/>
                  </a:cubicBezTo>
                  <a:cubicBezTo>
                    <a:pt x="151588" y="459222"/>
                    <a:pt x="149172" y="443140"/>
                    <a:pt x="160587" y="435641"/>
                  </a:cubicBezTo>
                  <a:cubicBezTo>
                    <a:pt x="168503" y="430392"/>
                    <a:pt x="172086" y="433225"/>
                    <a:pt x="178668" y="439724"/>
                  </a:cubicBezTo>
                  <a:cubicBezTo>
                    <a:pt x="180835" y="441891"/>
                    <a:pt x="182752" y="444724"/>
                    <a:pt x="184752" y="447057"/>
                  </a:cubicBezTo>
                  <a:cubicBezTo>
                    <a:pt x="188002" y="450890"/>
                    <a:pt x="190918" y="455306"/>
                    <a:pt x="195001" y="458222"/>
                  </a:cubicBezTo>
                  <a:cubicBezTo>
                    <a:pt x="197084" y="459722"/>
                    <a:pt x="199917" y="460305"/>
                    <a:pt x="202250" y="459222"/>
                  </a:cubicBezTo>
                  <a:cubicBezTo>
                    <a:pt x="210333" y="455389"/>
                    <a:pt x="216083" y="448640"/>
                    <a:pt x="224498" y="445140"/>
                  </a:cubicBezTo>
                  <a:cubicBezTo>
                    <a:pt x="225581" y="444724"/>
                    <a:pt x="226664" y="444307"/>
                    <a:pt x="227831" y="443974"/>
                  </a:cubicBezTo>
                  <a:cubicBezTo>
                    <a:pt x="213332" y="464055"/>
                    <a:pt x="206166" y="492553"/>
                    <a:pt x="203000" y="515217"/>
                  </a:cubicBezTo>
                  <a:cubicBezTo>
                    <a:pt x="200833" y="530716"/>
                    <a:pt x="199334" y="546214"/>
                    <a:pt x="197584" y="561796"/>
                  </a:cubicBezTo>
                  <a:cubicBezTo>
                    <a:pt x="195584" y="580128"/>
                    <a:pt x="197168" y="598626"/>
                    <a:pt x="194251" y="616875"/>
                  </a:cubicBezTo>
                  <a:cubicBezTo>
                    <a:pt x="192501" y="628040"/>
                    <a:pt x="186085" y="643622"/>
                    <a:pt x="190085" y="654788"/>
                  </a:cubicBezTo>
                  <a:cubicBezTo>
                    <a:pt x="193918" y="665370"/>
                    <a:pt x="206750" y="672620"/>
                    <a:pt x="212666" y="682536"/>
                  </a:cubicBezTo>
                  <a:cubicBezTo>
                    <a:pt x="220832" y="696034"/>
                    <a:pt x="225915" y="718282"/>
                    <a:pt x="213332" y="731031"/>
                  </a:cubicBezTo>
                  <a:lnTo>
                    <a:pt x="213332" y="731031"/>
                  </a:lnTo>
                  <a:close/>
                </a:path>
              </a:pathLst>
            </a:custGeom>
            <a:grpFill/>
            <a:ln w="8332" cap="flat">
              <a:noFill/>
              <a:prstDash val="solid"/>
              <a:miter/>
            </a:ln>
          </p:spPr>
          <p:txBody>
            <a:bodyPr rtlCol="0" anchor="ctr"/>
            <a:lstStyle/>
            <a:p>
              <a:endParaRPr lang="en-US"/>
            </a:p>
          </p:txBody>
        </p:sp>
        <p:sp>
          <p:nvSpPr>
            <p:cNvPr id="2091" name="Freeform: Shape 2090"/>
            <p:cNvSpPr/>
            <p:nvPr/>
          </p:nvSpPr>
          <p:spPr>
            <a:xfrm>
              <a:off x="7853495" y="836500"/>
              <a:ext cx="74984" cy="242579"/>
            </a:xfrm>
            <a:custGeom>
              <a:avLst/>
              <a:gdLst>
                <a:gd name="connsiteX0" fmla="*/ 61897 w 74984"/>
                <a:gd name="connsiteY0" fmla="*/ 234913 h 242579"/>
                <a:gd name="connsiteX1" fmla="*/ 31899 w 74984"/>
                <a:gd name="connsiteY1" fmla="*/ 209082 h 242579"/>
                <a:gd name="connsiteX2" fmla="*/ 43898 w 74984"/>
                <a:gd name="connsiteY2" fmla="*/ 176085 h 242579"/>
                <a:gd name="connsiteX3" fmla="*/ 18817 w 74984"/>
                <a:gd name="connsiteY3" fmla="*/ 127673 h 242579"/>
                <a:gd name="connsiteX4" fmla="*/ 24983 w 74984"/>
                <a:gd name="connsiteY4" fmla="*/ 89510 h 242579"/>
                <a:gd name="connsiteX5" fmla="*/ 17234 w 74984"/>
                <a:gd name="connsiteY5" fmla="*/ 67928 h 242579"/>
                <a:gd name="connsiteX6" fmla="*/ 25900 w 74984"/>
                <a:gd name="connsiteY6" fmla="*/ 19933 h 242579"/>
                <a:gd name="connsiteX7" fmla="*/ 73728 w 74984"/>
                <a:gd name="connsiteY7" fmla="*/ 4767 h 242579"/>
                <a:gd name="connsiteX8" fmla="*/ 74396 w 74984"/>
                <a:gd name="connsiteY8" fmla="*/ 3101 h 242579"/>
                <a:gd name="connsiteX9" fmla="*/ 5818 w 74984"/>
                <a:gd name="connsiteY9" fmla="*/ 28932 h 242579"/>
                <a:gd name="connsiteX10" fmla="*/ 3818 w 74984"/>
                <a:gd name="connsiteY10" fmla="*/ 65845 h 242579"/>
                <a:gd name="connsiteX11" fmla="*/ 9568 w 74984"/>
                <a:gd name="connsiteY11" fmla="*/ 94259 h 242579"/>
                <a:gd name="connsiteX12" fmla="*/ 1902 w 74984"/>
                <a:gd name="connsiteY12" fmla="*/ 116924 h 242579"/>
                <a:gd name="connsiteX13" fmla="*/ 14567 w 74984"/>
                <a:gd name="connsiteY13" fmla="*/ 153671 h 242579"/>
                <a:gd name="connsiteX14" fmla="*/ 29566 w 74984"/>
                <a:gd name="connsiteY14" fmla="*/ 170252 h 242579"/>
                <a:gd name="connsiteX15" fmla="*/ 21317 w 74984"/>
                <a:gd name="connsiteY15" fmla="*/ 188251 h 242579"/>
                <a:gd name="connsiteX16" fmla="*/ 23067 w 74984"/>
                <a:gd name="connsiteY16" fmla="*/ 226581 h 242579"/>
                <a:gd name="connsiteX17" fmla="*/ 58647 w 74984"/>
                <a:gd name="connsiteY17" fmla="*/ 242579 h 242579"/>
                <a:gd name="connsiteX18" fmla="*/ 61897 w 74984"/>
                <a:gd name="connsiteY18" fmla="*/ 234913 h 242579"/>
                <a:gd name="connsiteX19" fmla="*/ 61897 w 74984"/>
                <a:gd name="connsiteY19" fmla="*/ 234913 h 242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4984" h="242579">
                  <a:moveTo>
                    <a:pt x="61897" y="234913"/>
                  </a:moveTo>
                  <a:cubicBezTo>
                    <a:pt x="49897" y="227581"/>
                    <a:pt x="33982" y="226164"/>
                    <a:pt x="31899" y="209082"/>
                  </a:cubicBezTo>
                  <a:cubicBezTo>
                    <a:pt x="30233" y="195584"/>
                    <a:pt x="38649" y="187084"/>
                    <a:pt x="43898" y="176085"/>
                  </a:cubicBezTo>
                  <a:cubicBezTo>
                    <a:pt x="53147" y="156670"/>
                    <a:pt x="23983" y="145171"/>
                    <a:pt x="18817" y="127673"/>
                  </a:cubicBezTo>
                  <a:cubicBezTo>
                    <a:pt x="14651" y="113591"/>
                    <a:pt x="24233" y="103009"/>
                    <a:pt x="24983" y="89510"/>
                  </a:cubicBezTo>
                  <a:cubicBezTo>
                    <a:pt x="25483" y="80927"/>
                    <a:pt x="21650" y="74928"/>
                    <a:pt x="17234" y="67928"/>
                  </a:cubicBezTo>
                  <a:cubicBezTo>
                    <a:pt x="5652" y="49347"/>
                    <a:pt x="8401" y="33431"/>
                    <a:pt x="25900" y="19933"/>
                  </a:cubicBezTo>
                  <a:cubicBezTo>
                    <a:pt x="39565" y="9350"/>
                    <a:pt x="56147" y="-232"/>
                    <a:pt x="73728" y="4767"/>
                  </a:cubicBezTo>
                  <a:cubicBezTo>
                    <a:pt x="74812" y="5101"/>
                    <a:pt x="75562" y="3601"/>
                    <a:pt x="74396" y="3101"/>
                  </a:cubicBezTo>
                  <a:cubicBezTo>
                    <a:pt x="51647" y="-6898"/>
                    <a:pt x="18734" y="8767"/>
                    <a:pt x="5818" y="28932"/>
                  </a:cubicBezTo>
                  <a:cubicBezTo>
                    <a:pt x="-1432" y="40264"/>
                    <a:pt x="-1681" y="53846"/>
                    <a:pt x="3818" y="65845"/>
                  </a:cubicBezTo>
                  <a:cubicBezTo>
                    <a:pt x="8568" y="76094"/>
                    <a:pt x="13317" y="82594"/>
                    <a:pt x="9568" y="94259"/>
                  </a:cubicBezTo>
                  <a:cubicBezTo>
                    <a:pt x="6984" y="102092"/>
                    <a:pt x="2818" y="108425"/>
                    <a:pt x="1902" y="116924"/>
                  </a:cubicBezTo>
                  <a:cubicBezTo>
                    <a:pt x="319" y="131006"/>
                    <a:pt x="6068" y="142922"/>
                    <a:pt x="14567" y="153671"/>
                  </a:cubicBezTo>
                  <a:cubicBezTo>
                    <a:pt x="17650" y="157504"/>
                    <a:pt x="28732" y="166086"/>
                    <a:pt x="29566" y="170252"/>
                  </a:cubicBezTo>
                  <a:cubicBezTo>
                    <a:pt x="30316" y="174086"/>
                    <a:pt x="22650" y="184251"/>
                    <a:pt x="21317" y="188251"/>
                  </a:cubicBezTo>
                  <a:cubicBezTo>
                    <a:pt x="16817" y="201083"/>
                    <a:pt x="16068" y="214498"/>
                    <a:pt x="23067" y="226581"/>
                  </a:cubicBezTo>
                  <a:cubicBezTo>
                    <a:pt x="30899" y="240163"/>
                    <a:pt x="43815" y="242579"/>
                    <a:pt x="58647" y="242579"/>
                  </a:cubicBezTo>
                  <a:cubicBezTo>
                    <a:pt x="62313" y="242496"/>
                    <a:pt x="65896" y="237413"/>
                    <a:pt x="61897" y="234913"/>
                  </a:cubicBezTo>
                  <a:lnTo>
                    <a:pt x="61897" y="234913"/>
                  </a:lnTo>
                  <a:close/>
                </a:path>
              </a:pathLst>
            </a:custGeom>
            <a:grpFill/>
            <a:ln w="8332" cap="flat">
              <a:noFill/>
              <a:prstDash val="solid"/>
              <a:miter/>
            </a:ln>
          </p:spPr>
          <p:txBody>
            <a:bodyPr rtlCol="0" anchor="ctr"/>
            <a:lstStyle/>
            <a:p>
              <a:endParaRPr lang="en-US"/>
            </a:p>
          </p:txBody>
        </p:sp>
        <p:sp>
          <p:nvSpPr>
            <p:cNvPr id="2092" name="Freeform: Shape 2091"/>
            <p:cNvSpPr/>
            <p:nvPr/>
          </p:nvSpPr>
          <p:spPr>
            <a:xfrm>
              <a:off x="7921073" y="1041930"/>
              <a:ext cx="71008" cy="80183"/>
            </a:xfrm>
            <a:custGeom>
              <a:avLst/>
              <a:gdLst>
                <a:gd name="connsiteX0" fmla="*/ 66979 w 71008"/>
                <a:gd name="connsiteY0" fmla="*/ 66064 h 80183"/>
                <a:gd name="connsiteX1" fmla="*/ 24732 w 71008"/>
                <a:gd name="connsiteY1" fmla="*/ 51732 h 80183"/>
                <a:gd name="connsiteX2" fmla="*/ 16234 w 71008"/>
                <a:gd name="connsiteY2" fmla="*/ 37566 h 80183"/>
                <a:gd name="connsiteX3" fmla="*/ 17983 w 71008"/>
                <a:gd name="connsiteY3" fmla="*/ 5319 h 80183"/>
                <a:gd name="connsiteX4" fmla="*/ 11317 w 71008"/>
                <a:gd name="connsiteY4" fmla="*/ 1403 h 80183"/>
                <a:gd name="connsiteX5" fmla="*/ 151 w 71008"/>
                <a:gd name="connsiteY5" fmla="*/ 30234 h 80183"/>
                <a:gd name="connsiteX6" fmla="*/ 5735 w 71008"/>
                <a:gd name="connsiteY6" fmla="*/ 45482 h 80183"/>
                <a:gd name="connsiteX7" fmla="*/ 14567 w 71008"/>
                <a:gd name="connsiteY7" fmla="*/ 62647 h 80183"/>
                <a:gd name="connsiteX8" fmla="*/ 69229 w 71008"/>
                <a:gd name="connsiteY8" fmla="*/ 74396 h 80183"/>
                <a:gd name="connsiteX9" fmla="*/ 66979 w 71008"/>
                <a:gd name="connsiteY9" fmla="*/ 66064 h 80183"/>
                <a:gd name="connsiteX10" fmla="*/ 66979 w 71008"/>
                <a:gd name="connsiteY10" fmla="*/ 66064 h 80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1008" h="80183">
                  <a:moveTo>
                    <a:pt x="66979" y="66064"/>
                  </a:moveTo>
                  <a:cubicBezTo>
                    <a:pt x="51813" y="62064"/>
                    <a:pt x="34148" y="69230"/>
                    <a:pt x="24732" y="51732"/>
                  </a:cubicBezTo>
                  <a:cubicBezTo>
                    <a:pt x="22066" y="46732"/>
                    <a:pt x="19233" y="42399"/>
                    <a:pt x="16234" y="37566"/>
                  </a:cubicBezTo>
                  <a:cubicBezTo>
                    <a:pt x="9317" y="26317"/>
                    <a:pt x="11817" y="16235"/>
                    <a:pt x="17983" y="5319"/>
                  </a:cubicBezTo>
                  <a:cubicBezTo>
                    <a:pt x="20150" y="1403"/>
                    <a:pt x="13900" y="-2014"/>
                    <a:pt x="11317" y="1403"/>
                  </a:cubicBezTo>
                  <a:cubicBezTo>
                    <a:pt x="4735" y="10069"/>
                    <a:pt x="-1015" y="18901"/>
                    <a:pt x="151" y="30234"/>
                  </a:cubicBezTo>
                  <a:cubicBezTo>
                    <a:pt x="734" y="35983"/>
                    <a:pt x="2735" y="40649"/>
                    <a:pt x="5735" y="45482"/>
                  </a:cubicBezTo>
                  <a:cubicBezTo>
                    <a:pt x="9150" y="51065"/>
                    <a:pt x="11233" y="57148"/>
                    <a:pt x="14567" y="62647"/>
                  </a:cubicBezTo>
                  <a:cubicBezTo>
                    <a:pt x="24233" y="78563"/>
                    <a:pt x="54313" y="86312"/>
                    <a:pt x="69229" y="74396"/>
                  </a:cubicBezTo>
                  <a:cubicBezTo>
                    <a:pt x="72645" y="71647"/>
                    <a:pt x="70728" y="67064"/>
                    <a:pt x="66979" y="66064"/>
                  </a:cubicBezTo>
                  <a:lnTo>
                    <a:pt x="66979" y="66064"/>
                  </a:lnTo>
                  <a:close/>
                </a:path>
              </a:pathLst>
            </a:custGeom>
            <a:grpFill/>
            <a:ln w="8332" cap="flat">
              <a:noFill/>
              <a:prstDash val="solid"/>
              <a:miter/>
            </a:ln>
          </p:spPr>
          <p:txBody>
            <a:bodyPr rtlCol="0" anchor="ctr"/>
            <a:lstStyle/>
            <a:p>
              <a:endParaRPr lang="en-US"/>
            </a:p>
          </p:txBody>
        </p:sp>
        <p:sp>
          <p:nvSpPr>
            <p:cNvPr id="2093" name="Freeform: Shape 2092"/>
            <p:cNvSpPr/>
            <p:nvPr/>
          </p:nvSpPr>
          <p:spPr>
            <a:xfrm>
              <a:off x="7899452" y="941903"/>
              <a:ext cx="81742" cy="95315"/>
            </a:xfrm>
            <a:custGeom>
              <a:avLst/>
              <a:gdLst>
                <a:gd name="connsiteX0" fmla="*/ 75434 w 81742"/>
                <a:gd name="connsiteY0" fmla="*/ 80515 h 95315"/>
                <a:gd name="connsiteX1" fmla="*/ 54519 w 81742"/>
                <a:gd name="connsiteY1" fmla="*/ 68349 h 95315"/>
                <a:gd name="connsiteX2" fmla="*/ 66768 w 81742"/>
                <a:gd name="connsiteY2" fmla="*/ 47934 h 95315"/>
                <a:gd name="connsiteX3" fmla="*/ 58352 w 81742"/>
                <a:gd name="connsiteY3" fmla="*/ 41352 h 95315"/>
                <a:gd name="connsiteX4" fmla="*/ 41353 w 81742"/>
                <a:gd name="connsiteY4" fmla="*/ 68433 h 95315"/>
                <a:gd name="connsiteX5" fmla="*/ 14272 w 81742"/>
                <a:gd name="connsiteY5" fmla="*/ 47851 h 95315"/>
                <a:gd name="connsiteX6" fmla="*/ 30771 w 81742"/>
                <a:gd name="connsiteY6" fmla="*/ 6355 h 95315"/>
                <a:gd name="connsiteX7" fmla="*/ 26439 w 81742"/>
                <a:gd name="connsiteY7" fmla="*/ 605 h 95315"/>
                <a:gd name="connsiteX8" fmla="*/ 1857 w 81742"/>
                <a:gd name="connsiteY8" fmla="*/ 53517 h 95315"/>
                <a:gd name="connsiteX9" fmla="*/ 43020 w 81742"/>
                <a:gd name="connsiteY9" fmla="*/ 79515 h 95315"/>
                <a:gd name="connsiteX10" fmla="*/ 57436 w 81742"/>
                <a:gd name="connsiteY10" fmla="*/ 93847 h 95315"/>
                <a:gd name="connsiteX11" fmla="*/ 79350 w 81742"/>
                <a:gd name="connsiteY11" fmla="*/ 90264 h 95315"/>
                <a:gd name="connsiteX12" fmla="*/ 75434 w 81742"/>
                <a:gd name="connsiteY12" fmla="*/ 80515 h 95315"/>
                <a:gd name="connsiteX13" fmla="*/ 75434 w 81742"/>
                <a:gd name="connsiteY13" fmla="*/ 80515 h 95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1742" h="95315">
                  <a:moveTo>
                    <a:pt x="75434" y="80515"/>
                  </a:moveTo>
                  <a:cubicBezTo>
                    <a:pt x="67268" y="81348"/>
                    <a:pt x="54186" y="79681"/>
                    <a:pt x="54519" y="68349"/>
                  </a:cubicBezTo>
                  <a:cubicBezTo>
                    <a:pt x="54769" y="60516"/>
                    <a:pt x="62352" y="53684"/>
                    <a:pt x="66768" y="47934"/>
                  </a:cubicBezTo>
                  <a:cubicBezTo>
                    <a:pt x="71018" y="42518"/>
                    <a:pt x="62602" y="35935"/>
                    <a:pt x="58352" y="41352"/>
                  </a:cubicBezTo>
                  <a:cubicBezTo>
                    <a:pt x="51936" y="49601"/>
                    <a:pt x="42687" y="58100"/>
                    <a:pt x="41353" y="68433"/>
                  </a:cubicBezTo>
                  <a:cubicBezTo>
                    <a:pt x="29688" y="65349"/>
                    <a:pt x="18106" y="60683"/>
                    <a:pt x="14272" y="47851"/>
                  </a:cubicBezTo>
                  <a:cubicBezTo>
                    <a:pt x="9106" y="30519"/>
                    <a:pt x="17023" y="16604"/>
                    <a:pt x="30771" y="6355"/>
                  </a:cubicBezTo>
                  <a:cubicBezTo>
                    <a:pt x="34521" y="3605"/>
                    <a:pt x="30271" y="-1811"/>
                    <a:pt x="26439" y="605"/>
                  </a:cubicBezTo>
                  <a:cubicBezTo>
                    <a:pt x="8273" y="12188"/>
                    <a:pt x="-5059" y="31102"/>
                    <a:pt x="1857" y="53517"/>
                  </a:cubicBezTo>
                  <a:cubicBezTo>
                    <a:pt x="7023" y="70099"/>
                    <a:pt x="25439" y="84181"/>
                    <a:pt x="43020" y="79515"/>
                  </a:cubicBezTo>
                  <a:cubicBezTo>
                    <a:pt x="45770" y="85681"/>
                    <a:pt x="51353" y="91180"/>
                    <a:pt x="57436" y="93847"/>
                  </a:cubicBezTo>
                  <a:cubicBezTo>
                    <a:pt x="65351" y="97180"/>
                    <a:pt x="72601" y="94347"/>
                    <a:pt x="79350" y="90264"/>
                  </a:cubicBezTo>
                  <a:cubicBezTo>
                    <a:pt x="84517" y="87264"/>
                    <a:pt x="80434" y="80098"/>
                    <a:pt x="75434" y="80515"/>
                  </a:cubicBezTo>
                  <a:lnTo>
                    <a:pt x="75434" y="80515"/>
                  </a:lnTo>
                  <a:close/>
                </a:path>
              </a:pathLst>
            </a:custGeom>
            <a:grpFill/>
            <a:ln w="8332" cap="flat">
              <a:noFill/>
              <a:prstDash val="solid"/>
              <a:miter/>
            </a:ln>
          </p:spPr>
          <p:txBody>
            <a:bodyPr rtlCol="0" anchor="ctr"/>
            <a:lstStyle/>
            <a:p>
              <a:endParaRPr lang="en-US"/>
            </a:p>
          </p:txBody>
        </p:sp>
        <p:sp>
          <p:nvSpPr>
            <p:cNvPr id="2094" name="Freeform: Shape 2093"/>
            <p:cNvSpPr/>
            <p:nvPr/>
          </p:nvSpPr>
          <p:spPr>
            <a:xfrm>
              <a:off x="7917580" y="876437"/>
              <a:ext cx="32705" cy="47806"/>
            </a:xfrm>
            <a:custGeom>
              <a:avLst/>
              <a:gdLst>
                <a:gd name="connsiteX0" fmla="*/ 27725 w 32705"/>
                <a:gd name="connsiteY0" fmla="*/ 35491 h 47806"/>
                <a:gd name="connsiteX1" fmla="*/ 13477 w 32705"/>
                <a:gd name="connsiteY1" fmla="*/ 24826 h 47806"/>
                <a:gd name="connsiteX2" fmla="*/ 21142 w 32705"/>
                <a:gd name="connsiteY2" fmla="*/ 8161 h 47806"/>
                <a:gd name="connsiteX3" fmla="*/ 11143 w 32705"/>
                <a:gd name="connsiteY3" fmla="*/ 2328 h 47806"/>
                <a:gd name="connsiteX4" fmla="*/ 144 w 32705"/>
                <a:gd name="connsiteY4" fmla="*/ 30492 h 47806"/>
                <a:gd name="connsiteX5" fmla="*/ 27808 w 32705"/>
                <a:gd name="connsiteY5" fmla="*/ 47240 h 47806"/>
                <a:gd name="connsiteX6" fmla="*/ 27725 w 32705"/>
                <a:gd name="connsiteY6" fmla="*/ 35491 h 47806"/>
                <a:gd name="connsiteX7" fmla="*/ 27725 w 32705"/>
                <a:gd name="connsiteY7" fmla="*/ 35491 h 47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705" h="47806">
                  <a:moveTo>
                    <a:pt x="27725" y="35491"/>
                  </a:moveTo>
                  <a:cubicBezTo>
                    <a:pt x="21059" y="34908"/>
                    <a:pt x="12310" y="33492"/>
                    <a:pt x="13477" y="24826"/>
                  </a:cubicBezTo>
                  <a:cubicBezTo>
                    <a:pt x="14310" y="18826"/>
                    <a:pt x="18309" y="13327"/>
                    <a:pt x="21142" y="8161"/>
                  </a:cubicBezTo>
                  <a:cubicBezTo>
                    <a:pt x="24225" y="2411"/>
                    <a:pt x="14560" y="-3338"/>
                    <a:pt x="11143" y="2328"/>
                  </a:cubicBezTo>
                  <a:cubicBezTo>
                    <a:pt x="6061" y="10744"/>
                    <a:pt x="-1105" y="20076"/>
                    <a:pt x="144" y="30492"/>
                  </a:cubicBezTo>
                  <a:cubicBezTo>
                    <a:pt x="1727" y="44824"/>
                    <a:pt x="15226" y="49573"/>
                    <a:pt x="27808" y="47240"/>
                  </a:cubicBezTo>
                  <a:cubicBezTo>
                    <a:pt x="34058" y="45991"/>
                    <a:pt x="34641" y="36075"/>
                    <a:pt x="27725" y="35491"/>
                  </a:cubicBezTo>
                  <a:lnTo>
                    <a:pt x="27725" y="35491"/>
                  </a:lnTo>
                  <a:close/>
                </a:path>
              </a:pathLst>
            </a:custGeom>
            <a:grpFill/>
            <a:ln w="8332" cap="flat">
              <a:noFill/>
              <a:prstDash val="solid"/>
              <a:miter/>
            </a:ln>
          </p:spPr>
          <p:txBody>
            <a:bodyPr rtlCol="0" anchor="ctr"/>
            <a:lstStyle/>
            <a:p>
              <a:endParaRPr lang="en-US"/>
            </a:p>
          </p:txBody>
        </p:sp>
        <p:sp>
          <p:nvSpPr>
            <p:cNvPr id="2095" name="Freeform: Shape 2094"/>
            <p:cNvSpPr/>
            <p:nvPr/>
          </p:nvSpPr>
          <p:spPr>
            <a:xfrm>
              <a:off x="7952522" y="791239"/>
              <a:ext cx="110100" cy="58638"/>
            </a:xfrm>
            <a:custGeom>
              <a:avLst/>
              <a:gdLst>
                <a:gd name="connsiteX0" fmla="*/ 109773 w 110100"/>
                <a:gd name="connsiteY0" fmla="*/ 36697 h 58638"/>
                <a:gd name="connsiteX1" fmla="*/ 77359 w 110100"/>
                <a:gd name="connsiteY1" fmla="*/ 2200 h 58638"/>
                <a:gd name="connsiteX2" fmla="*/ 35196 w 110100"/>
                <a:gd name="connsiteY2" fmla="*/ 10699 h 58638"/>
                <a:gd name="connsiteX3" fmla="*/ 32946 w 110100"/>
                <a:gd name="connsiteY3" fmla="*/ 12199 h 58638"/>
                <a:gd name="connsiteX4" fmla="*/ 27530 w 110100"/>
                <a:gd name="connsiteY4" fmla="*/ 11199 h 58638"/>
                <a:gd name="connsiteX5" fmla="*/ 9532 w 110100"/>
                <a:gd name="connsiteY5" fmla="*/ 20031 h 58638"/>
                <a:gd name="connsiteX6" fmla="*/ 3532 w 110100"/>
                <a:gd name="connsiteY6" fmla="*/ 55945 h 58638"/>
                <a:gd name="connsiteX7" fmla="*/ 12031 w 110100"/>
                <a:gd name="connsiteY7" fmla="*/ 52445 h 58638"/>
                <a:gd name="connsiteX8" fmla="*/ 33780 w 110100"/>
                <a:gd name="connsiteY8" fmla="*/ 23781 h 58638"/>
                <a:gd name="connsiteX9" fmla="*/ 39278 w 110100"/>
                <a:gd name="connsiteY9" fmla="*/ 23114 h 58638"/>
                <a:gd name="connsiteX10" fmla="*/ 50111 w 110100"/>
                <a:gd name="connsiteY10" fmla="*/ 16865 h 58638"/>
                <a:gd name="connsiteX11" fmla="*/ 83692 w 110100"/>
                <a:gd name="connsiteY11" fmla="*/ 24448 h 58638"/>
                <a:gd name="connsiteX12" fmla="*/ 105356 w 110100"/>
                <a:gd name="connsiteY12" fmla="*/ 42446 h 58638"/>
                <a:gd name="connsiteX13" fmla="*/ 109773 w 110100"/>
                <a:gd name="connsiteY13" fmla="*/ 36697 h 58638"/>
                <a:gd name="connsiteX14" fmla="*/ 109773 w 110100"/>
                <a:gd name="connsiteY14" fmla="*/ 36697 h 58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0100" h="58638">
                  <a:moveTo>
                    <a:pt x="109773" y="36697"/>
                  </a:moveTo>
                  <a:cubicBezTo>
                    <a:pt x="104440" y="24531"/>
                    <a:pt x="89524" y="7699"/>
                    <a:pt x="77359" y="2200"/>
                  </a:cubicBezTo>
                  <a:cubicBezTo>
                    <a:pt x="63944" y="-3883"/>
                    <a:pt x="46778" y="3866"/>
                    <a:pt x="35196" y="10699"/>
                  </a:cubicBezTo>
                  <a:cubicBezTo>
                    <a:pt x="33862" y="11449"/>
                    <a:pt x="33029" y="11949"/>
                    <a:pt x="32946" y="12199"/>
                  </a:cubicBezTo>
                  <a:cubicBezTo>
                    <a:pt x="31196" y="11949"/>
                    <a:pt x="29280" y="11199"/>
                    <a:pt x="27530" y="11199"/>
                  </a:cubicBezTo>
                  <a:cubicBezTo>
                    <a:pt x="20614" y="11282"/>
                    <a:pt x="14281" y="15282"/>
                    <a:pt x="9532" y="20031"/>
                  </a:cubicBezTo>
                  <a:cubicBezTo>
                    <a:pt x="-1051" y="30614"/>
                    <a:pt x="-2468" y="42863"/>
                    <a:pt x="3532" y="55945"/>
                  </a:cubicBezTo>
                  <a:cubicBezTo>
                    <a:pt x="6032" y="61278"/>
                    <a:pt x="14197" y="57945"/>
                    <a:pt x="12031" y="52445"/>
                  </a:cubicBezTo>
                  <a:cubicBezTo>
                    <a:pt x="6699" y="38863"/>
                    <a:pt x="16697" y="17948"/>
                    <a:pt x="33780" y="23781"/>
                  </a:cubicBezTo>
                  <a:cubicBezTo>
                    <a:pt x="35446" y="24364"/>
                    <a:pt x="37863" y="24448"/>
                    <a:pt x="39278" y="23114"/>
                  </a:cubicBezTo>
                  <a:cubicBezTo>
                    <a:pt x="42528" y="19948"/>
                    <a:pt x="45862" y="18531"/>
                    <a:pt x="50111" y="16865"/>
                  </a:cubicBezTo>
                  <a:cubicBezTo>
                    <a:pt x="63693" y="11782"/>
                    <a:pt x="73442" y="13365"/>
                    <a:pt x="83692" y="24448"/>
                  </a:cubicBezTo>
                  <a:cubicBezTo>
                    <a:pt x="90025" y="31280"/>
                    <a:pt x="95857" y="40363"/>
                    <a:pt x="105356" y="42446"/>
                  </a:cubicBezTo>
                  <a:cubicBezTo>
                    <a:pt x="108523" y="43279"/>
                    <a:pt x="111022" y="39446"/>
                    <a:pt x="109773" y="36697"/>
                  </a:cubicBezTo>
                  <a:lnTo>
                    <a:pt x="109773" y="36697"/>
                  </a:lnTo>
                  <a:close/>
                </a:path>
              </a:pathLst>
            </a:custGeom>
            <a:grpFill/>
            <a:ln w="8332" cap="flat">
              <a:noFill/>
              <a:prstDash val="solid"/>
              <a:miter/>
            </a:ln>
          </p:spPr>
          <p:txBody>
            <a:bodyPr rtlCol="0" anchor="ctr"/>
            <a:lstStyle/>
            <a:p>
              <a:endParaRPr lang="en-US"/>
            </a:p>
          </p:txBody>
        </p:sp>
        <p:sp>
          <p:nvSpPr>
            <p:cNvPr id="2096" name="Freeform: Shape 2095"/>
            <p:cNvSpPr/>
            <p:nvPr/>
          </p:nvSpPr>
          <p:spPr>
            <a:xfrm>
              <a:off x="8076826" y="888665"/>
              <a:ext cx="40113" cy="116369"/>
            </a:xfrm>
            <a:custGeom>
              <a:avLst/>
              <a:gdLst>
                <a:gd name="connsiteX0" fmla="*/ 32964 w 40113"/>
                <a:gd name="connsiteY0" fmla="*/ 54094 h 116369"/>
                <a:gd name="connsiteX1" fmla="*/ 34381 w 40113"/>
                <a:gd name="connsiteY1" fmla="*/ 12264 h 116369"/>
                <a:gd name="connsiteX2" fmla="*/ 3800 w 40113"/>
                <a:gd name="connsiteY2" fmla="*/ 432 h 116369"/>
                <a:gd name="connsiteX3" fmla="*/ 3800 w 40113"/>
                <a:gd name="connsiteY3" fmla="*/ 7681 h 116369"/>
                <a:gd name="connsiteX4" fmla="*/ 20048 w 40113"/>
                <a:gd name="connsiteY4" fmla="*/ 55427 h 116369"/>
                <a:gd name="connsiteX5" fmla="*/ 21299 w 40113"/>
                <a:gd name="connsiteY5" fmla="*/ 88841 h 116369"/>
                <a:gd name="connsiteX6" fmla="*/ 1467 w 40113"/>
                <a:gd name="connsiteY6" fmla="*/ 107089 h 116369"/>
                <a:gd name="connsiteX7" fmla="*/ 8300 w 40113"/>
                <a:gd name="connsiteY7" fmla="*/ 116088 h 116369"/>
                <a:gd name="connsiteX8" fmla="*/ 37797 w 40113"/>
                <a:gd name="connsiteY8" fmla="*/ 87674 h 116369"/>
                <a:gd name="connsiteX9" fmla="*/ 32964 w 40113"/>
                <a:gd name="connsiteY9" fmla="*/ 54094 h 116369"/>
                <a:gd name="connsiteX10" fmla="*/ 32964 w 40113"/>
                <a:gd name="connsiteY10" fmla="*/ 54094 h 11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113" h="116369">
                  <a:moveTo>
                    <a:pt x="32964" y="54094"/>
                  </a:moveTo>
                  <a:cubicBezTo>
                    <a:pt x="27298" y="41511"/>
                    <a:pt x="40880" y="27013"/>
                    <a:pt x="34381" y="12264"/>
                  </a:cubicBezTo>
                  <a:cubicBezTo>
                    <a:pt x="28631" y="-651"/>
                    <a:pt x="15966" y="-651"/>
                    <a:pt x="3800" y="432"/>
                  </a:cubicBezTo>
                  <a:cubicBezTo>
                    <a:pt x="-283" y="849"/>
                    <a:pt x="-366" y="7598"/>
                    <a:pt x="3800" y="7681"/>
                  </a:cubicBezTo>
                  <a:cubicBezTo>
                    <a:pt x="37464" y="8515"/>
                    <a:pt x="12550" y="38678"/>
                    <a:pt x="20048" y="55427"/>
                  </a:cubicBezTo>
                  <a:cubicBezTo>
                    <a:pt x="25632" y="68009"/>
                    <a:pt x="31131" y="75592"/>
                    <a:pt x="21299" y="88841"/>
                  </a:cubicBezTo>
                  <a:cubicBezTo>
                    <a:pt x="15882" y="96090"/>
                    <a:pt x="7633" y="100590"/>
                    <a:pt x="1467" y="107089"/>
                  </a:cubicBezTo>
                  <a:cubicBezTo>
                    <a:pt x="-2866" y="111672"/>
                    <a:pt x="3300" y="117755"/>
                    <a:pt x="8300" y="116088"/>
                  </a:cubicBezTo>
                  <a:cubicBezTo>
                    <a:pt x="21882" y="111505"/>
                    <a:pt x="32547" y="101006"/>
                    <a:pt x="37797" y="87674"/>
                  </a:cubicBezTo>
                  <a:cubicBezTo>
                    <a:pt x="43130" y="74092"/>
                    <a:pt x="38297" y="66093"/>
                    <a:pt x="32964" y="54094"/>
                  </a:cubicBezTo>
                  <a:lnTo>
                    <a:pt x="32964" y="54094"/>
                  </a:lnTo>
                  <a:close/>
                </a:path>
              </a:pathLst>
            </a:custGeom>
            <a:grpFill/>
            <a:ln w="8332" cap="flat">
              <a:noFill/>
              <a:prstDash val="solid"/>
              <a:miter/>
            </a:ln>
          </p:spPr>
          <p:txBody>
            <a:bodyPr rtlCol="0" anchor="ctr"/>
            <a:lstStyle/>
            <a:p>
              <a:endParaRPr lang="en-US"/>
            </a:p>
          </p:txBody>
        </p:sp>
        <p:sp>
          <p:nvSpPr>
            <p:cNvPr id="2097" name="Freeform: Shape 2096"/>
            <p:cNvSpPr/>
            <p:nvPr/>
          </p:nvSpPr>
          <p:spPr>
            <a:xfrm>
              <a:off x="8042416" y="1000635"/>
              <a:ext cx="21162" cy="55822"/>
            </a:xfrm>
            <a:custGeom>
              <a:avLst/>
              <a:gdLst>
                <a:gd name="connsiteX0" fmla="*/ 16129 w 21162"/>
                <a:gd name="connsiteY0" fmla="*/ 2701 h 55822"/>
                <a:gd name="connsiteX1" fmla="*/ 8130 w 21162"/>
                <a:gd name="connsiteY1" fmla="*/ 6034 h 55822"/>
                <a:gd name="connsiteX2" fmla="*/ 10547 w 21162"/>
                <a:gd name="connsiteY2" fmla="*/ 29532 h 55822"/>
                <a:gd name="connsiteX3" fmla="*/ 297 w 21162"/>
                <a:gd name="connsiteY3" fmla="*/ 50447 h 55822"/>
                <a:gd name="connsiteX4" fmla="*/ 5297 w 21162"/>
                <a:gd name="connsiteY4" fmla="*/ 55447 h 55822"/>
                <a:gd name="connsiteX5" fmla="*/ 16129 w 21162"/>
                <a:gd name="connsiteY5" fmla="*/ 2701 h 55822"/>
                <a:gd name="connsiteX6" fmla="*/ 16129 w 21162"/>
                <a:gd name="connsiteY6" fmla="*/ 2701 h 55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162" h="55822">
                  <a:moveTo>
                    <a:pt x="16129" y="2701"/>
                  </a:moveTo>
                  <a:cubicBezTo>
                    <a:pt x="14380" y="-2631"/>
                    <a:pt x="6463" y="702"/>
                    <a:pt x="8130" y="6034"/>
                  </a:cubicBezTo>
                  <a:cubicBezTo>
                    <a:pt x="10547" y="13700"/>
                    <a:pt x="12796" y="21616"/>
                    <a:pt x="10547" y="29532"/>
                  </a:cubicBezTo>
                  <a:cubicBezTo>
                    <a:pt x="8546" y="36782"/>
                    <a:pt x="3547" y="43614"/>
                    <a:pt x="297" y="50447"/>
                  </a:cubicBezTo>
                  <a:cubicBezTo>
                    <a:pt x="-1036" y="53280"/>
                    <a:pt x="2380" y="57030"/>
                    <a:pt x="5297" y="55447"/>
                  </a:cubicBezTo>
                  <a:cubicBezTo>
                    <a:pt x="26378" y="44198"/>
                    <a:pt x="22462" y="21533"/>
                    <a:pt x="16129" y="2701"/>
                  </a:cubicBezTo>
                  <a:lnTo>
                    <a:pt x="16129" y="2701"/>
                  </a:lnTo>
                  <a:close/>
                </a:path>
              </a:pathLst>
            </a:custGeom>
            <a:grpFill/>
            <a:ln w="8332" cap="flat">
              <a:noFill/>
              <a:prstDash val="solid"/>
              <a:miter/>
            </a:ln>
          </p:spPr>
          <p:txBody>
            <a:bodyPr rtlCol="0" anchor="ctr"/>
            <a:lstStyle/>
            <a:p>
              <a:endParaRPr lang="en-US"/>
            </a:p>
          </p:txBody>
        </p:sp>
        <p:sp>
          <p:nvSpPr>
            <p:cNvPr id="2098" name="Freeform: Shape 2097"/>
            <p:cNvSpPr/>
            <p:nvPr/>
          </p:nvSpPr>
          <p:spPr>
            <a:xfrm>
              <a:off x="7210407" y="3787862"/>
              <a:ext cx="633021" cy="622124"/>
            </a:xfrm>
            <a:custGeom>
              <a:avLst/>
              <a:gdLst>
                <a:gd name="connsiteX0" fmla="*/ 500253 w 633021"/>
                <a:gd name="connsiteY0" fmla="*/ 48053 h 622124"/>
                <a:gd name="connsiteX1" fmla="*/ 497753 w 633021"/>
                <a:gd name="connsiteY1" fmla="*/ 72967 h 622124"/>
                <a:gd name="connsiteX2" fmla="*/ 484921 w 633021"/>
                <a:gd name="connsiteY2" fmla="*/ 93799 h 622124"/>
                <a:gd name="connsiteX3" fmla="*/ 437592 w 633021"/>
                <a:gd name="connsiteY3" fmla="*/ 137628 h 622124"/>
                <a:gd name="connsiteX4" fmla="*/ 326602 w 633021"/>
                <a:gd name="connsiteY4" fmla="*/ 209955 h 622124"/>
                <a:gd name="connsiteX5" fmla="*/ 326102 w 633021"/>
                <a:gd name="connsiteY5" fmla="*/ 209621 h 622124"/>
                <a:gd name="connsiteX6" fmla="*/ 322769 w 633021"/>
                <a:gd name="connsiteY6" fmla="*/ 207455 h 622124"/>
                <a:gd name="connsiteX7" fmla="*/ 322519 w 633021"/>
                <a:gd name="connsiteY7" fmla="*/ 207372 h 622124"/>
                <a:gd name="connsiteX8" fmla="*/ 313686 w 633021"/>
                <a:gd name="connsiteY8" fmla="*/ 203122 h 622124"/>
                <a:gd name="connsiteX9" fmla="*/ 310353 w 633021"/>
                <a:gd name="connsiteY9" fmla="*/ 202872 h 622124"/>
                <a:gd name="connsiteX10" fmla="*/ 265774 w 633021"/>
                <a:gd name="connsiteY10" fmla="*/ 192956 h 622124"/>
                <a:gd name="connsiteX11" fmla="*/ 222028 w 633021"/>
                <a:gd name="connsiteY11" fmla="*/ 220954 h 622124"/>
                <a:gd name="connsiteX12" fmla="*/ 157784 w 633021"/>
                <a:gd name="connsiteY12" fmla="*/ 234536 h 622124"/>
                <a:gd name="connsiteX13" fmla="*/ 139035 w 633021"/>
                <a:gd name="connsiteY13" fmla="*/ 252951 h 622124"/>
                <a:gd name="connsiteX14" fmla="*/ 128620 w 633021"/>
                <a:gd name="connsiteY14" fmla="*/ 267033 h 622124"/>
                <a:gd name="connsiteX15" fmla="*/ 107038 w 633021"/>
                <a:gd name="connsiteY15" fmla="*/ 272449 h 622124"/>
                <a:gd name="connsiteX16" fmla="*/ 58959 w 633021"/>
                <a:gd name="connsiteY16" fmla="*/ 293281 h 622124"/>
                <a:gd name="connsiteX17" fmla="*/ 38044 w 633021"/>
                <a:gd name="connsiteY17" fmla="*/ 349859 h 622124"/>
                <a:gd name="connsiteX18" fmla="*/ 1798 w 633021"/>
                <a:gd name="connsiteY18" fmla="*/ 397271 h 622124"/>
                <a:gd name="connsiteX19" fmla="*/ 9047 w 633021"/>
                <a:gd name="connsiteY19" fmla="*/ 444767 h 622124"/>
                <a:gd name="connsiteX20" fmla="*/ 23879 w 633021"/>
                <a:gd name="connsiteY20" fmla="*/ 480264 h 622124"/>
                <a:gd name="connsiteX21" fmla="*/ 22212 w 633021"/>
                <a:gd name="connsiteY21" fmla="*/ 505678 h 622124"/>
                <a:gd name="connsiteX22" fmla="*/ 49543 w 633021"/>
                <a:gd name="connsiteY22" fmla="*/ 553840 h 622124"/>
                <a:gd name="connsiteX23" fmla="*/ 101039 w 633021"/>
                <a:gd name="connsiteY23" fmla="*/ 584254 h 622124"/>
                <a:gd name="connsiteX24" fmla="*/ 149784 w 633021"/>
                <a:gd name="connsiteY24" fmla="*/ 613668 h 622124"/>
                <a:gd name="connsiteX25" fmla="*/ 205279 w 633021"/>
                <a:gd name="connsiteY25" fmla="*/ 613418 h 622124"/>
                <a:gd name="connsiteX26" fmla="*/ 255358 w 633021"/>
                <a:gd name="connsiteY26" fmla="*/ 620418 h 622124"/>
                <a:gd name="connsiteX27" fmla="*/ 298438 w 633021"/>
                <a:gd name="connsiteY27" fmla="*/ 593670 h 622124"/>
                <a:gd name="connsiteX28" fmla="*/ 307103 w 633021"/>
                <a:gd name="connsiteY28" fmla="*/ 581921 h 622124"/>
                <a:gd name="connsiteX29" fmla="*/ 323019 w 633021"/>
                <a:gd name="connsiteY29" fmla="*/ 572588 h 622124"/>
                <a:gd name="connsiteX30" fmla="*/ 344267 w 633021"/>
                <a:gd name="connsiteY30" fmla="*/ 557507 h 622124"/>
                <a:gd name="connsiteX31" fmla="*/ 364598 w 633021"/>
                <a:gd name="connsiteY31" fmla="*/ 502428 h 622124"/>
                <a:gd name="connsiteX32" fmla="*/ 383180 w 633021"/>
                <a:gd name="connsiteY32" fmla="*/ 472181 h 622124"/>
                <a:gd name="connsiteX33" fmla="*/ 405261 w 633021"/>
                <a:gd name="connsiteY33" fmla="*/ 454766 h 622124"/>
                <a:gd name="connsiteX34" fmla="*/ 414010 w 633021"/>
                <a:gd name="connsiteY34" fmla="*/ 332360 h 622124"/>
                <a:gd name="connsiteX35" fmla="*/ 420427 w 633021"/>
                <a:gd name="connsiteY35" fmla="*/ 305280 h 622124"/>
                <a:gd name="connsiteX36" fmla="*/ 430926 w 633021"/>
                <a:gd name="connsiteY36" fmla="*/ 265033 h 622124"/>
                <a:gd name="connsiteX37" fmla="*/ 430676 w 633021"/>
                <a:gd name="connsiteY37" fmla="*/ 262117 h 622124"/>
                <a:gd name="connsiteX38" fmla="*/ 482254 w 633021"/>
                <a:gd name="connsiteY38" fmla="*/ 195123 h 622124"/>
                <a:gd name="connsiteX39" fmla="*/ 518501 w 633021"/>
                <a:gd name="connsiteY39" fmla="*/ 152710 h 622124"/>
                <a:gd name="connsiteX40" fmla="*/ 569746 w 633021"/>
                <a:gd name="connsiteY40" fmla="*/ 141128 h 622124"/>
                <a:gd name="connsiteX41" fmla="*/ 632075 w 633021"/>
                <a:gd name="connsiteY41" fmla="*/ 96548 h 622124"/>
                <a:gd name="connsiteX42" fmla="*/ 602827 w 633021"/>
                <a:gd name="connsiteY42" fmla="*/ 66884 h 622124"/>
                <a:gd name="connsiteX43" fmla="*/ 575496 w 633021"/>
                <a:gd name="connsiteY43" fmla="*/ 62218 h 622124"/>
                <a:gd name="connsiteX44" fmla="*/ 559330 w 633021"/>
                <a:gd name="connsiteY44" fmla="*/ 2890 h 622124"/>
                <a:gd name="connsiteX45" fmla="*/ 500253 w 633021"/>
                <a:gd name="connsiteY45" fmla="*/ 48053 h 622124"/>
                <a:gd name="connsiteX46" fmla="*/ 500253 w 633021"/>
                <a:gd name="connsiteY46" fmla="*/ 48053 h 622124"/>
                <a:gd name="connsiteX47" fmla="*/ 407678 w 633021"/>
                <a:gd name="connsiteY47" fmla="*/ 311529 h 622124"/>
                <a:gd name="connsiteX48" fmla="*/ 407345 w 633021"/>
                <a:gd name="connsiteY48" fmla="*/ 331694 h 622124"/>
                <a:gd name="connsiteX49" fmla="*/ 407345 w 633021"/>
                <a:gd name="connsiteY49" fmla="*/ 331694 h 622124"/>
                <a:gd name="connsiteX50" fmla="*/ 394179 w 633021"/>
                <a:gd name="connsiteY50" fmla="*/ 441850 h 622124"/>
                <a:gd name="connsiteX51" fmla="*/ 356099 w 633021"/>
                <a:gd name="connsiteY51" fmla="*/ 469431 h 622124"/>
                <a:gd name="connsiteX52" fmla="*/ 344683 w 633021"/>
                <a:gd name="connsiteY52" fmla="*/ 509594 h 622124"/>
                <a:gd name="connsiteX53" fmla="*/ 318019 w 633021"/>
                <a:gd name="connsiteY53" fmla="*/ 555757 h 622124"/>
                <a:gd name="connsiteX54" fmla="*/ 298271 w 633021"/>
                <a:gd name="connsiteY54" fmla="*/ 566339 h 622124"/>
                <a:gd name="connsiteX55" fmla="*/ 281856 w 633021"/>
                <a:gd name="connsiteY55" fmla="*/ 587421 h 622124"/>
                <a:gd name="connsiteX56" fmla="*/ 231860 w 633021"/>
                <a:gd name="connsiteY56" fmla="*/ 606586 h 622124"/>
                <a:gd name="connsiteX57" fmla="*/ 186864 w 633021"/>
                <a:gd name="connsiteY57" fmla="*/ 598753 h 622124"/>
                <a:gd name="connsiteX58" fmla="*/ 132786 w 633021"/>
                <a:gd name="connsiteY58" fmla="*/ 588587 h 622124"/>
                <a:gd name="connsiteX59" fmla="*/ 90290 w 633021"/>
                <a:gd name="connsiteY59" fmla="*/ 562173 h 622124"/>
                <a:gd name="connsiteX60" fmla="*/ 48544 w 633021"/>
                <a:gd name="connsiteY60" fmla="*/ 528676 h 622124"/>
                <a:gd name="connsiteX61" fmla="*/ 36794 w 633021"/>
                <a:gd name="connsiteY61" fmla="*/ 500429 h 622124"/>
                <a:gd name="connsiteX62" fmla="*/ 40377 w 633021"/>
                <a:gd name="connsiteY62" fmla="*/ 472681 h 622124"/>
                <a:gd name="connsiteX63" fmla="*/ 30712 w 633021"/>
                <a:gd name="connsiteY63" fmla="*/ 454016 h 622124"/>
                <a:gd name="connsiteX64" fmla="*/ 18296 w 633021"/>
                <a:gd name="connsiteY64" fmla="*/ 423102 h 622124"/>
                <a:gd name="connsiteX65" fmla="*/ 19379 w 633021"/>
                <a:gd name="connsiteY65" fmla="*/ 398188 h 622124"/>
                <a:gd name="connsiteX66" fmla="*/ 43544 w 633021"/>
                <a:gd name="connsiteY66" fmla="*/ 375023 h 622124"/>
                <a:gd name="connsiteX67" fmla="*/ 59625 w 633021"/>
                <a:gd name="connsiteY67" fmla="*/ 333027 h 622124"/>
                <a:gd name="connsiteX68" fmla="*/ 102372 w 633021"/>
                <a:gd name="connsiteY68" fmla="*/ 290864 h 622124"/>
                <a:gd name="connsiteX69" fmla="*/ 148118 w 633021"/>
                <a:gd name="connsiteY69" fmla="*/ 271449 h 622124"/>
                <a:gd name="connsiteX70" fmla="*/ 177782 w 633021"/>
                <a:gd name="connsiteY70" fmla="*/ 245201 h 622124"/>
                <a:gd name="connsiteX71" fmla="*/ 208529 w 633021"/>
                <a:gd name="connsiteY71" fmla="*/ 241952 h 622124"/>
                <a:gd name="connsiteX72" fmla="*/ 250858 w 633021"/>
                <a:gd name="connsiteY72" fmla="*/ 219204 h 622124"/>
                <a:gd name="connsiteX73" fmla="*/ 282605 w 633021"/>
                <a:gd name="connsiteY73" fmla="*/ 212121 h 622124"/>
                <a:gd name="connsiteX74" fmla="*/ 317602 w 633021"/>
                <a:gd name="connsiteY74" fmla="*/ 221787 h 622124"/>
                <a:gd name="connsiteX75" fmla="*/ 318186 w 633021"/>
                <a:gd name="connsiteY75" fmla="*/ 221870 h 622124"/>
                <a:gd name="connsiteX76" fmla="*/ 341017 w 633021"/>
                <a:gd name="connsiteY76" fmla="*/ 235202 h 622124"/>
                <a:gd name="connsiteX77" fmla="*/ 363182 w 633021"/>
                <a:gd name="connsiteY77" fmla="*/ 238785 h 622124"/>
                <a:gd name="connsiteX78" fmla="*/ 376014 w 633021"/>
                <a:gd name="connsiteY78" fmla="*/ 283365 h 622124"/>
                <a:gd name="connsiteX79" fmla="*/ 413094 w 633021"/>
                <a:gd name="connsiteY79" fmla="*/ 276532 h 622124"/>
                <a:gd name="connsiteX80" fmla="*/ 410011 w 633021"/>
                <a:gd name="connsiteY80" fmla="*/ 286614 h 622124"/>
                <a:gd name="connsiteX81" fmla="*/ 407678 w 633021"/>
                <a:gd name="connsiteY81" fmla="*/ 311529 h 622124"/>
                <a:gd name="connsiteX82" fmla="*/ 407678 w 633021"/>
                <a:gd name="connsiteY82" fmla="*/ 311529 h 622124"/>
                <a:gd name="connsiteX83" fmla="*/ 546415 w 633021"/>
                <a:gd name="connsiteY83" fmla="*/ 17222 h 622124"/>
                <a:gd name="connsiteX84" fmla="*/ 564663 w 633021"/>
                <a:gd name="connsiteY84" fmla="*/ 33387 h 622124"/>
                <a:gd name="connsiteX85" fmla="*/ 555498 w 633021"/>
                <a:gd name="connsiteY85" fmla="*/ 67384 h 622124"/>
                <a:gd name="connsiteX86" fmla="*/ 562747 w 633021"/>
                <a:gd name="connsiteY86" fmla="*/ 78633 h 622124"/>
                <a:gd name="connsiteX87" fmla="*/ 591911 w 633021"/>
                <a:gd name="connsiteY87" fmla="*/ 78550 h 622124"/>
                <a:gd name="connsiteX88" fmla="*/ 615409 w 633021"/>
                <a:gd name="connsiteY88" fmla="*/ 97215 h 622124"/>
                <a:gd name="connsiteX89" fmla="*/ 576246 w 633021"/>
                <a:gd name="connsiteY89" fmla="*/ 123796 h 622124"/>
                <a:gd name="connsiteX90" fmla="*/ 508502 w 633021"/>
                <a:gd name="connsiteY90" fmla="*/ 141044 h 622124"/>
                <a:gd name="connsiteX91" fmla="*/ 455590 w 633021"/>
                <a:gd name="connsiteY91" fmla="*/ 207872 h 622124"/>
                <a:gd name="connsiteX92" fmla="*/ 432092 w 633021"/>
                <a:gd name="connsiteY92" fmla="*/ 245285 h 622124"/>
                <a:gd name="connsiteX93" fmla="*/ 423426 w 633021"/>
                <a:gd name="connsiteY93" fmla="*/ 257450 h 622124"/>
                <a:gd name="connsiteX94" fmla="*/ 422676 w 633021"/>
                <a:gd name="connsiteY94" fmla="*/ 257534 h 622124"/>
                <a:gd name="connsiteX95" fmla="*/ 386930 w 633021"/>
                <a:gd name="connsiteY95" fmla="*/ 271699 h 622124"/>
                <a:gd name="connsiteX96" fmla="*/ 376264 w 633021"/>
                <a:gd name="connsiteY96" fmla="*/ 256534 h 622124"/>
                <a:gd name="connsiteX97" fmla="*/ 376681 w 633021"/>
                <a:gd name="connsiteY97" fmla="*/ 247034 h 622124"/>
                <a:gd name="connsiteX98" fmla="*/ 376597 w 633021"/>
                <a:gd name="connsiteY98" fmla="*/ 231870 h 622124"/>
                <a:gd name="connsiteX99" fmla="*/ 371848 w 633021"/>
                <a:gd name="connsiteY99" fmla="*/ 226286 h 622124"/>
                <a:gd name="connsiteX100" fmla="*/ 345933 w 633021"/>
                <a:gd name="connsiteY100" fmla="*/ 221787 h 622124"/>
                <a:gd name="connsiteX101" fmla="*/ 342684 w 633021"/>
                <a:gd name="connsiteY101" fmla="*/ 220454 h 622124"/>
                <a:gd name="connsiteX102" fmla="*/ 408928 w 633021"/>
                <a:gd name="connsiteY102" fmla="*/ 184290 h 622124"/>
                <a:gd name="connsiteX103" fmla="*/ 444174 w 633021"/>
                <a:gd name="connsiteY103" fmla="*/ 153376 h 622124"/>
                <a:gd name="connsiteX104" fmla="*/ 483587 w 633021"/>
                <a:gd name="connsiteY104" fmla="*/ 114713 h 622124"/>
                <a:gd name="connsiteX105" fmla="*/ 512085 w 633021"/>
                <a:gd name="connsiteY105" fmla="*/ 89382 h 622124"/>
                <a:gd name="connsiteX106" fmla="*/ 514001 w 633021"/>
                <a:gd name="connsiteY106" fmla="*/ 53635 h 622124"/>
                <a:gd name="connsiteX107" fmla="*/ 546415 w 633021"/>
                <a:gd name="connsiteY107" fmla="*/ 17222 h 622124"/>
                <a:gd name="connsiteX108" fmla="*/ 546415 w 633021"/>
                <a:gd name="connsiteY108" fmla="*/ 17222 h 622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633021" h="622124">
                  <a:moveTo>
                    <a:pt x="500253" y="48053"/>
                  </a:moveTo>
                  <a:cubicBezTo>
                    <a:pt x="498503" y="56302"/>
                    <a:pt x="498169" y="64551"/>
                    <a:pt x="497753" y="72967"/>
                  </a:cubicBezTo>
                  <a:cubicBezTo>
                    <a:pt x="497253" y="83799"/>
                    <a:pt x="493420" y="87466"/>
                    <a:pt x="484921" y="93799"/>
                  </a:cubicBezTo>
                  <a:cubicBezTo>
                    <a:pt x="467256" y="107047"/>
                    <a:pt x="453590" y="122712"/>
                    <a:pt x="437592" y="137628"/>
                  </a:cubicBezTo>
                  <a:cubicBezTo>
                    <a:pt x="407178" y="165959"/>
                    <a:pt x="369848" y="204372"/>
                    <a:pt x="326602" y="209955"/>
                  </a:cubicBezTo>
                  <a:cubicBezTo>
                    <a:pt x="326435" y="209871"/>
                    <a:pt x="326268" y="209705"/>
                    <a:pt x="326102" y="209621"/>
                  </a:cubicBezTo>
                  <a:cubicBezTo>
                    <a:pt x="325268" y="208705"/>
                    <a:pt x="324268" y="207955"/>
                    <a:pt x="322769" y="207455"/>
                  </a:cubicBezTo>
                  <a:cubicBezTo>
                    <a:pt x="322685" y="207455"/>
                    <a:pt x="322602" y="207372"/>
                    <a:pt x="322519" y="207372"/>
                  </a:cubicBezTo>
                  <a:cubicBezTo>
                    <a:pt x="319769" y="205705"/>
                    <a:pt x="316853" y="204205"/>
                    <a:pt x="313686" y="203122"/>
                  </a:cubicBezTo>
                  <a:cubicBezTo>
                    <a:pt x="312436" y="202706"/>
                    <a:pt x="311353" y="202706"/>
                    <a:pt x="310353" y="202872"/>
                  </a:cubicBezTo>
                  <a:cubicBezTo>
                    <a:pt x="295938" y="197539"/>
                    <a:pt x="280273" y="192206"/>
                    <a:pt x="265774" y="192956"/>
                  </a:cubicBezTo>
                  <a:cubicBezTo>
                    <a:pt x="246109" y="194039"/>
                    <a:pt x="238443" y="213454"/>
                    <a:pt x="222028" y="220954"/>
                  </a:cubicBezTo>
                  <a:cubicBezTo>
                    <a:pt x="201696" y="230286"/>
                    <a:pt x="177782" y="222287"/>
                    <a:pt x="157784" y="234536"/>
                  </a:cubicBezTo>
                  <a:cubicBezTo>
                    <a:pt x="150367" y="239119"/>
                    <a:pt x="144285" y="246118"/>
                    <a:pt x="139035" y="252951"/>
                  </a:cubicBezTo>
                  <a:cubicBezTo>
                    <a:pt x="135702" y="257367"/>
                    <a:pt x="133036" y="263533"/>
                    <a:pt x="128620" y="267033"/>
                  </a:cubicBezTo>
                  <a:cubicBezTo>
                    <a:pt x="122703" y="271699"/>
                    <a:pt x="114121" y="271616"/>
                    <a:pt x="107038" y="272449"/>
                  </a:cubicBezTo>
                  <a:cubicBezTo>
                    <a:pt x="89790" y="274532"/>
                    <a:pt x="70458" y="279032"/>
                    <a:pt x="58959" y="293281"/>
                  </a:cubicBezTo>
                  <a:cubicBezTo>
                    <a:pt x="45794" y="309612"/>
                    <a:pt x="43877" y="330527"/>
                    <a:pt x="38044" y="349859"/>
                  </a:cubicBezTo>
                  <a:cubicBezTo>
                    <a:pt x="31962" y="369857"/>
                    <a:pt x="8214" y="376690"/>
                    <a:pt x="1798" y="397271"/>
                  </a:cubicBezTo>
                  <a:cubicBezTo>
                    <a:pt x="-3119" y="413020"/>
                    <a:pt x="2964" y="430185"/>
                    <a:pt x="9047" y="444767"/>
                  </a:cubicBezTo>
                  <a:cubicBezTo>
                    <a:pt x="13713" y="456016"/>
                    <a:pt x="24295" y="467515"/>
                    <a:pt x="23879" y="480264"/>
                  </a:cubicBezTo>
                  <a:cubicBezTo>
                    <a:pt x="23629" y="489096"/>
                    <a:pt x="20546" y="496429"/>
                    <a:pt x="22212" y="505678"/>
                  </a:cubicBezTo>
                  <a:cubicBezTo>
                    <a:pt x="25546" y="523926"/>
                    <a:pt x="36628" y="540925"/>
                    <a:pt x="49543" y="553840"/>
                  </a:cubicBezTo>
                  <a:cubicBezTo>
                    <a:pt x="64125" y="568506"/>
                    <a:pt x="83207" y="574672"/>
                    <a:pt x="101039" y="584254"/>
                  </a:cubicBezTo>
                  <a:cubicBezTo>
                    <a:pt x="118037" y="593420"/>
                    <a:pt x="130536" y="609085"/>
                    <a:pt x="149784" y="613668"/>
                  </a:cubicBezTo>
                  <a:cubicBezTo>
                    <a:pt x="168532" y="618168"/>
                    <a:pt x="187364" y="607752"/>
                    <a:pt x="205279" y="613418"/>
                  </a:cubicBezTo>
                  <a:cubicBezTo>
                    <a:pt x="222278" y="618835"/>
                    <a:pt x="237027" y="625250"/>
                    <a:pt x="255358" y="620418"/>
                  </a:cubicBezTo>
                  <a:cubicBezTo>
                    <a:pt x="269857" y="616585"/>
                    <a:pt x="288938" y="605752"/>
                    <a:pt x="298438" y="593670"/>
                  </a:cubicBezTo>
                  <a:cubicBezTo>
                    <a:pt x="301437" y="589837"/>
                    <a:pt x="303604" y="585338"/>
                    <a:pt x="307103" y="581921"/>
                  </a:cubicBezTo>
                  <a:cubicBezTo>
                    <a:pt x="311686" y="577422"/>
                    <a:pt x="317269" y="575172"/>
                    <a:pt x="323019" y="572588"/>
                  </a:cubicBezTo>
                  <a:cubicBezTo>
                    <a:pt x="331268" y="568839"/>
                    <a:pt x="338350" y="564506"/>
                    <a:pt x="344267" y="557507"/>
                  </a:cubicBezTo>
                  <a:cubicBezTo>
                    <a:pt x="357432" y="542008"/>
                    <a:pt x="360765" y="521760"/>
                    <a:pt x="364598" y="502428"/>
                  </a:cubicBezTo>
                  <a:cubicBezTo>
                    <a:pt x="367598" y="487263"/>
                    <a:pt x="369598" y="480680"/>
                    <a:pt x="383180" y="472181"/>
                  </a:cubicBezTo>
                  <a:cubicBezTo>
                    <a:pt x="391179" y="467098"/>
                    <a:pt x="399095" y="462182"/>
                    <a:pt x="405261" y="454766"/>
                  </a:cubicBezTo>
                  <a:cubicBezTo>
                    <a:pt x="434342" y="419853"/>
                    <a:pt x="424093" y="372190"/>
                    <a:pt x="414010" y="332360"/>
                  </a:cubicBezTo>
                  <a:cubicBezTo>
                    <a:pt x="416010" y="323278"/>
                    <a:pt x="419177" y="314695"/>
                    <a:pt x="420427" y="305280"/>
                  </a:cubicBezTo>
                  <a:cubicBezTo>
                    <a:pt x="422343" y="291114"/>
                    <a:pt x="428342" y="278782"/>
                    <a:pt x="430926" y="265033"/>
                  </a:cubicBezTo>
                  <a:cubicBezTo>
                    <a:pt x="431092" y="264033"/>
                    <a:pt x="431009" y="263033"/>
                    <a:pt x="430676" y="262117"/>
                  </a:cubicBezTo>
                  <a:cubicBezTo>
                    <a:pt x="446674" y="239035"/>
                    <a:pt x="463589" y="215704"/>
                    <a:pt x="482254" y="195123"/>
                  </a:cubicBezTo>
                  <a:cubicBezTo>
                    <a:pt x="494753" y="181291"/>
                    <a:pt x="506003" y="166375"/>
                    <a:pt x="518501" y="152710"/>
                  </a:cubicBezTo>
                  <a:cubicBezTo>
                    <a:pt x="531333" y="138628"/>
                    <a:pt x="552081" y="143044"/>
                    <a:pt x="569746" y="141128"/>
                  </a:cubicBezTo>
                  <a:cubicBezTo>
                    <a:pt x="592578" y="138628"/>
                    <a:pt x="640324" y="129712"/>
                    <a:pt x="632075" y="96548"/>
                  </a:cubicBezTo>
                  <a:cubicBezTo>
                    <a:pt x="628658" y="82966"/>
                    <a:pt x="614659" y="72800"/>
                    <a:pt x="602827" y="66884"/>
                  </a:cubicBezTo>
                  <a:cubicBezTo>
                    <a:pt x="594578" y="62718"/>
                    <a:pt x="584912" y="61468"/>
                    <a:pt x="575496" y="62218"/>
                  </a:cubicBezTo>
                  <a:cubicBezTo>
                    <a:pt x="585661" y="41470"/>
                    <a:pt x="583162" y="13889"/>
                    <a:pt x="559330" y="2890"/>
                  </a:cubicBezTo>
                  <a:cubicBezTo>
                    <a:pt x="531167" y="-10276"/>
                    <a:pt x="505252" y="24471"/>
                    <a:pt x="500253" y="48053"/>
                  </a:cubicBezTo>
                  <a:lnTo>
                    <a:pt x="500253" y="48053"/>
                  </a:lnTo>
                  <a:close/>
                  <a:moveTo>
                    <a:pt x="407678" y="311529"/>
                  </a:moveTo>
                  <a:cubicBezTo>
                    <a:pt x="407094" y="318195"/>
                    <a:pt x="405095" y="325528"/>
                    <a:pt x="407345" y="331694"/>
                  </a:cubicBezTo>
                  <a:lnTo>
                    <a:pt x="407345" y="331694"/>
                  </a:lnTo>
                  <a:cubicBezTo>
                    <a:pt x="414261" y="364941"/>
                    <a:pt x="417344" y="413936"/>
                    <a:pt x="394179" y="441850"/>
                  </a:cubicBezTo>
                  <a:cubicBezTo>
                    <a:pt x="383930" y="454183"/>
                    <a:pt x="365848" y="456849"/>
                    <a:pt x="356099" y="469431"/>
                  </a:cubicBezTo>
                  <a:cubicBezTo>
                    <a:pt x="347766" y="480264"/>
                    <a:pt x="347433" y="496679"/>
                    <a:pt x="344683" y="509594"/>
                  </a:cubicBezTo>
                  <a:cubicBezTo>
                    <a:pt x="340767" y="528676"/>
                    <a:pt x="336351" y="545925"/>
                    <a:pt x="318019" y="555757"/>
                  </a:cubicBezTo>
                  <a:cubicBezTo>
                    <a:pt x="311436" y="559257"/>
                    <a:pt x="304020" y="561340"/>
                    <a:pt x="298271" y="566339"/>
                  </a:cubicBezTo>
                  <a:cubicBezTo>
                    <a:pt x="291355" y="572339"/>
                    <a:pt x="288355" y="581255"/>
                    <a:pt x="281856" y="587421"/>
                  </a:cubicBezTo>
                  <a:cubicBezTo>
                    <a:pt x="269190" y="599669"/>
                    <a:pt x="249359" y="608752"/>
                    <a:pt x="231860" y="606586"/>
                  </a:cubicBezTo>
                  <a:cubicBezTo>
                    <a:pt x="215445" y="604502"/>
                    <a:pt x="203863" y="595753"/>
                    <a:pt x="186864" y="598753"/>
                  </a:cubicBezTo>
                  <a:cubicBezTo>
                    <a:pt x="166116" y="602419"/>
                    <a:pt x="149618" y="603252"/>
                    <a:pt x="132786" y="588587"/>
                  </a:cubicBezTo>
                  <a:cubicBezTo>
                    <a:pt x="119870" y="577338"/>
                    <a:pt x="105622" y="569589"/>
                    <a:pt x="90290" y="562173"/>
                  </a:cubicBezTo>
                  <a:cubicBezTo>
                    <a:pt x="73458" y="554007"/>
                    <a:pt x="59209" y="544424"/>
                    <a:pt x="48544" y="528676"/>
                  </a:cubicBezTo>
                  <a:cubicBezTo>
                    <a:pt x="42960" y="520427"/>
                    <a:pt x="38044" y="510511"/>
                    <a:pt x="36794" y="500429"/>
                  </a:cubicBezTo>
                  <a:cubicBezTo>
                    <a:pt x="35545" y="490596"/>
                    <a:pt x="41461" y="482180"/>
                    <a:pt x="40377" y="472681"/>
                  </a:cubicBezTo>
                  <a:cubicBezTo>
                    <a:pt x="39544" y="465515"/>
                    <a:pt x="34211" y="459932"/>
                    <a:pt x="30712" y="454016"/>
                  </a:cubicBezTo>
                  <a:cubicBezTo>
                    <a:pt x="25212" y="444517"/>
                    <a:pt x="21046" y="433768"/>
                    <a:pt x="18296" y="423102"/>
                  </a:cubicBezTo>
                  <a:cubicBezTo>
                    <a:pt x="16130" y="414436"/>
                    <a:pt x="15046" y="406354"/>
                    <a:pt x="19379" y="398188"/>
                  </a:cubicBezTo>
                  <a:cubicBezTo>
                    <a:pt x="24712" y="387939"/>
                    <a:pt x="35794" y="383022"/>
                    <a:pt x="43544" y="375023"/>
                  </a:cubicBezTo>
                  <a:cubicBezTo>
                    <a:pt x="54459" y="363774"/>
                    <a:pt x="55960" y="347609"/>
                    <a:pt x="59625" y="333027"/>
                  </a:cubicBezTo>
                  <a:cubicBezTo>
                    <a:pt x="65875" y="308612"/>
                    <a:pt x="76874" y="294780"/>
                    <a:pt x="102372" y="290864"/>
                  </a:cubicBezTo>
                  <a:cubicBezTo>
                    <a:pt x="121203" y="287948"/>
                    <a:pt x="136202" y="288031"/>
                    <a:pt x="148118" y="271449"/>
                  </a:cubicBezTo>
                  <a:cubicBezTo>
                    <a:pt x="156284" y="260034"/>
                    <a:pt x="163200" y="249035"/>
                    <a:pt x="177782" y="245201"/>
                  </a:cubicBezTo>
                  <a:cubicBezTo>
                    <a:pt x="187781" y="242535"/>
                    <a:pt x="198280" y="243118"/>
                    <a:pt x="208529" y="241952"/>
                  </a:cubicBezTo>
                  <a:cubicBezTo>
                    <a:pt x="226444" y="239869"/>
                    <a:pt x="238443" y="231703"/>
                    <a:pt x="250858" y="219204"/>
                  </a:cubicBezTo>
                  <a:cubicBezTo>
                    <a:pt x="261024" y="209038"/>
                    <a:pt x="269274" y="208955"/>
                    <a:pt x="282605" y="212121"/>
                  </a:cubicBezTo>
                  <a:cubicBezTo>
                    <a:pt x="294355" y="214954"/>
                    <a:pt x="306020" y="218371"/>
                    <a:pt x="317602" y="221787"/>
                  </a:cubicBezTo>
                  <a:cubicBezTo>
                    <a:pt x="317853" y="221870"/>
                    <a:pt x="318019" y="221870"/>
                    <a:pt x="318186" y="221870"/>
                  </a:cubicBezTo>
                  <a:cubicBezTo>
                    <a:pt x="325185" y="227203"/>
                    <a:pt x="332435" y="232036"/>
                    <a:pt x="341017" y="235202"/>
                  </a:cubicBezTo>
                  <a:cubicBezTo>
                    <a:pt x="348600" y="238036"/>
                    <a:pt x="355849" y="237536"/>
                    <a:pt x="363182" y="238785"/>
                  </a:cubicBezTo>
                  <a:cubicBezTo>
                    <a:pt x="365265" y="255034"/>
                    <a:pt x="359099" y="272449"/>
                    <a:pt x="376014" y="283365"/>
                  </a:cubicBezTo>
                  <a:cubicBezTo>
                    <a:pt x="390513" y="292697"/>
                    <a:pt x="401095" y="283448"/>
                    <a:pt x="413094" y="276532"/>
                  </a:cubicBezTo>
                  <a:cubicBezTo>
                    <a:pt x="411927" y="279865"/>
                    <a:pt x="410677" y="283198"/>
                    <a:pt x="410011" y="286614"/>
                  </a:cubicBezTo>
                  <a:cubicBezTo>
                    <a:pt x="408428" y="294780"/>
                    <a:pt x="408344" y="303279"/>
                    <a:pt x="407678" y="311529"/>
                  </a:cubicBezTo>
                  <a:lnTo>
                    <a:pt x="407678" y="311529"/>
                  </a:lnTo>
                  <a:close/>
                  <a:moveTo>
                    <a:pt x="546415" y="17222"/>
                  </a:moveTo>
                  <a:cubicBezTo>
                    <a:pt x="556497" y="16639"/>
                    <a:pt x="561914" y="25055"/>
                    <a:pt x="564663" y="33387"/>
                  </a:cubicBezTo>
                  <a:cubicBezTo>
                    <a:pt x="568913" y="45969"/>
                    <a:pt x="564830" y="57968"/>
                    <a:pt x="555498" y="67384"/>
                  </a:cubicBezTo>
                  <a:cubicBezTo>
                    <a:pt x="549998" y="72967"/>
                    <a:pt x="555581" y="81050"/>
                    <a:pt x="562747" y="78633"/>
                  </a:cubicBezTo>
                  <a:cubicBezTo>
                    <a:pt x="571996" y="75550"/>
                    <a:pt x="582745" y="75300"/>
                    <a:pt x="591911" y="78550"/>
                  </a:cubicBezTo>
                  <a:cubicBezTo>
                    <a:pt x="599160" y="81133"/>
                    <a:pt x="612576" y="89382"/>
                    <a:pt x="615409" y="97215"/>
                  </a:cubicBezTo>
                  <a:cubicBezTo>
                    <a:pt x="622492" y="116713"/>
                    <a:pt x="588412" y="122463"/>
                    <a:pt x="576246" y="123796"/>
                  </a:cubicBezTo>
                  <a:cubicBezTo>
                    <a:pt x="551915" y="126379"/>
                    <a:pt x="526000" y="120963"/>
                    <a:pt x="508502" y="141044"/>
                  </a:cubicBezTo>
                  <a:cubicBezTo>
                    <a:pt x="490170" y="162126"/>
                    <a:pt x="471006" y="184790"/>
                    <a:pt x="455590" y="207872"/>
                  </a:cubicBezTo>
                  <a:cubicBezTo>
                    <a:pt x="447424" y="220120"/>
                    <a:pt x="439758" y="232619"/>
                    <a:pt x="432092" y="245285"/>
                  </a:cubicBezTo>
                  <a:cubicBezTo>
                    <a:pt x="429509" y="249535"/>
                    <a:pt x="426343" y="253451"/>
                    <a:pt x="423426" y="257450"/>
                  </a:cubicBezTo>
                  <a:cubicBezTo>
                    <a:pt x="423176" y="257450"/>
                    <a:pt x="422926" y="257450"/>
                    <a:pt x="422676" y="257534"/>
                  </a:cubicBezTo>
                  <a:cubicBezTo>
                    <a:pt x="409511" y="260200"/>
                    <a:pt x="400512" y="273699"/>
                    <a:pt x="386930" y="271699"/>
                  </a:cubicBezTo>
                  <a:cubicBezTo>
                    <a:pt x="377597" y="270283"/>
                    <a:pt x="376764" y="265783"/>
                    <a:pt x="376264" y="256534"/>
                  </a:cubicBezTo>
                  <a:cubicBezTo>
                    <a:pt x="376097" y="253451"/>
                    <a:pt x="376597" y="250118"/>
                    <a:pt x="376681" y="247034"/>
                  </a:cubicBezTo>
                  <a:cubicBezTo>
                    <a:pt x="376847" y="242035"/>
                    <a:pt x="377681" y="236785"/>
                    <a:pt x="376597" y="231870"/>
                  </a:cubicBezTo>
                  <a:cubicBezTo>
                    <a:pt x="376097" y="229369"/>
                    <a:pt x="374431" y="227037"/>
                    <a:pt x="371848" y="226286"/>
                  </a:cubicBezTo>
                  <a:cubicBezTo>
                    <a:pt x="363265" y="223620"/>
                    <a:pt x="354516" y="224870"/>
                    <a:pt x="345933" y="221787"/>
                  </a:cubicBezTo>
                  <a:cubicBezTo>
                    <a:pt x="344850" y="221370"/>
                    <a:pt x="343767" y="220954"/>
                    <a:pt x="342684" y="220454"/>
                  </a:cubicBezTo>
                  <a:cubicBezTo>
                    <a:pt x="366931" y="215287"/>
                    <a:pt x="391346" y="198956"/>
                    <a:pt x="408928" y="184290"/>
                  </a:cubicBezTo>
                  <a:cubicBezTo>
                    <a:pt x="420927" y="174291"/>
                    <a:pt x="432509" y="163792"/>
                    <a:pt x="444174" y="153376"/>
                  </a:cubicBezTo>
                  <a:cubicBezTo>
                    <a:pt x="457923" y="141128"/>
                    <a:pt x="469256" y="126379"/>
                    <a:pt x="483587" y="114713"/>
                  </a:cubicBezTo>
                  <a:cubicBezTo>
                    <a:pt x="492337" y="107630"/>
                    <a:pt x="507585" y="100381"/>
                    <a:pt x="512085" y="89382"/>
                  </a:cubicBezTo>
                  <a:cubicBezTo>
                    <a:pt x="516335" y="78966"/>
                    <a:pt x="511668" y="64968"/>
                    <a:pt x="514001" y="53635"/>
                  </a:cubicBezTo>
                  <a:cubicBezTo>
                    <a:pt x="517335" y="38137"/>
                    <a:pt x="528500" y="18222"/>
                    <a:pt x="546415" y="17222"/>
                  </a:cubicBezTo>
                  <a:lnTo>
                    <a:pt x="546415" y="17222"/>
                  </a:lnTo>
                  <a:close/>
                </a:path>
              </a:pathLst>
            </a:custGeom>
            <a:grpFill/>
            <a:ln w="8332" cap="flat">
              <a:noFill/>
              <a:prstDash val="solid"/>
              <a:miter/>
            </a:ln>
          </p:spPr>
          <p:txBody>
            <a:bodyPr rtlCol="0" anchor="ctr"/>
            <a:lstStyle/>
            <a:p>
              <a:endParaRPr lang="en-US"/>
            </a:p>
          </p:txBody>
        </p:sp>
        <p:sp>
          <p:nvSpPr>
            <p:cNvPr id="2099" name="Freeform: Shape 2098"/>
            <p:cNvSpPr/>
            <p:nvPr/>
          </p:nvSpPr>
          <p:spPr>
            <a:xfrm>
              <a:off x="7384093" y="4152802"/>
              <a:ext cx="188899" cy="196802"/>
            </a:xfrm>
            <a:custGeom>
              <a:avLst/>
              <a:gdLst>
                <a:gd name="connsiteX0" fmla="*/ 164998 w 188899"/>
                <a:gd name="connsiteY0" fmla="*/ 4667 h 196802"/>
                <a:gd name="connsiteX1" fmla="*/ 169914 w 188899"/>
                <a:gd name="connsiteY1" fmla="*/ 43997 h 196802"/>
                <a:gd name="connsiteX2" fmla="*/ 138917 w 188899"/>
                <a:gd name="connsiteY2" fmla="*/ 60412 h 196802"/>
                <a:gd name="connsiteX3" fmla="*/ 125002 w 188899"/>
                <a:gd name="connsiteY3" fmla="*/ 113157 h 196802"/>
                <a:gd name="connsiteX4" fmla="*/ 94838 w 188899"/>
                <a:gd name="connsiteY4" fmla="*/ 137321 h 196802"/>
                <a:gd name="connsiteX5" fmla="*/ 86088 w 188899"/>
                <a:gd name="connsiteY5" fmla="*/ 158570 h 196802"/>
                <a:gd name="connsiteX6" fmla="*/ 47425 w 188899"/>
                <a:gd name="connsiteY6" fmla="*/ 188317 h 196802"/>
                <a:gd name="connsiteX7" fmla="*/ 1763 w 188899"/>
                <a:gd name="connsiteY7" fmla="*/ 167402 h 196802"/>
                <a:gd name="connsiteX8" fmla="*/ 96 w 188899"/>
                <a:gd name="connsiteY8" fmla="*/ 168152 h 196802"/>
                <a:gd name="connsiteX9" fmla="*/ 68340 w 188899"/>
                <a:gd name="connsiteY9" fmla="*/ 194983 h 196802"/>
                <a:gd name="connsiteX10" fmla="*/ 94588 w 188899"/>
                <a:gd name="connsiteY10" fmla="*/ 168902 h 196802"/>
                <a:gd name="connsiteX11" fmla="*/ 109420 w 188899"/>
                <a:gd name="connsiteY11" fmla="*/ 143988 h 196802"/>
                <a:gd name="connsiteX12" fmla="*/ 130334 w 188899"/>
                <a:gd name="connsiteY12" fmla="*/ 132322 h 196802"/>
                <a:gd name="connsiteX13" fmla="*/ 145583 w 188899"/>
                <a:gd name="connsiteY13" fmla="*/ 96576 h 196802"/>
                <a:gd name="connsiteX14" fmla="*/ 145583 w 188899"/>
                <a:gd name="connsiteY14" fmla="*/ 74244 h 196802"/>
                <a:gd name="connsiteX15" fmla="*/ 163748 w 188899"/>
                <a:gd name="connsiteY15" fmla="*/ 66495 h 196802"/>
                <a:gd name="connsiteX16" fmla="*/ 188163 w 188899"/>
                <a:gd name="connsiteY16" fmla="*/ 36914 h 196802"/>
                <a:gd name="connsiteX17" fmla="*/ 172581 w 188899"/>
                <a:gd name="connsiteY17" fmla="*/ 1167 h 196802"/>
                <a:gd name="connsiteX18" fmla="*/ 164998 w 188899"/>
                <a:gd name="connsiteY18" fmla="*/ 4667 h 196802"/>
                <a:gd name="connsiteX19" fmla="*/ 164998 w 188899"/>
                <a:gd name="connsiteY19" fmla="*/ 4667 h 196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8899" h="196802">
                  <a:moveTo>
                    <a:pt x="164998" y="4667"/>
                  </a:moveTo>
                  <a:cubicBezTo>
                    <a:pt x="168998" y="18166"/>
                    <a:pt x="179830" y="29915"/>
                    <a:pt x="169914" y="43997"/>
                  </a:cubicBezTo>
                  <a:cubicBezTo>
                    <a:pt x="162082" y="55079"/>
                    <a:pt x="150083" y="55746"/>
                    <a:pt x="138917" y="60412"/>
                  </a:cubicBezTo>
                  <a:cubicBezTo>
                    <a:pt x="119002" y="68578"/>
                    <a:pt x="132918" y="96742"/>
                    <a:pt x="125002" y="113157"/>
                  </a:cubicBezTo>
                  <a:cubicBezTo>
                    <a:pt x="118669" y="126323"/>
                    <a:pt x="104420" y="127823"/>
                    <a:pt x="94838" y="137321"/>
                  </a:cubicBezTo>
                  <a:cubicBezTo>
                    <a:pt x="88672" y="143321"/>
                    <a:pt x="87505" y="150404"/>
                    <a:pt x="86088" y="158570"/>
                  </a:cubicBezTo>
                  <a:cubicBezTo>
                    <a:pt x="82256" y="180151"/>
                    <a:pt x="69507" y="190067"/>
                    <a:pt x="47425" y="188317"/>
                  </a:cubicBezTo>
                  <a:cubicBezTo>
                    <a:pt x="30177" y="186984"/>
                    <a:pt x="11429" y="182984"/>
                    <a:pt x="1763" y="167402"/>
                  </a:cubicBezTo>
                  <a:cubicBezTo>
                    <a:pt x="1179" y="166403"/>
                    <a:pt x="-404" y="167069"/>
                    <a:pt x="96" y="168152"/>
                  </a:cubicBezTo>
                  <a:cubicBezTo>
                    <a:pt x="10262" y="190817"/>
                    <a:pt x="45092" y="201316"/>
                    <a:pt x="68340" y="194983"/>
                  </a:cubicBezTo>
                  <a:cubicBezTo>
                    <a:pt x="81255" y="191483"/>
                    <a:pt x="90671" y="181567"/>
                    <a:pt x="94588" y="168902"/>
                  </a:cubicBezTo>
                  <a:cubicBezTo>
                    <a:pt x="97921" y="158153"/>
                    <a:pt x="98754" y="150071"/>
                    <a:pt x="109420" y="143988"/>
                  </a:cubicBezTo>
                  <a:cubicBezTo>
                    <a:pt x="116586" y="139905"/>
                    <a:pt x="123919" y="138072"/>
                    <a:pt x="130334" y="132322"/>
                  </a:cubicBezTo>
                  <a:cubicBezTo>
                    <a:pt x="140917" y="122906"/>
                    <a:pt x="144667" y="110324"/>
                    <a:pt x="145583" y="96576"/>
                  </a:cubicBezTo>
                  <a:cubicBezTo>
                    <a:pt x="145916" y="91659"/>
                    <a:pt x="143417" y="77827"/>
                    <a:pt x="145583" y="74244"/>
                  </a:cubicBezTo>
                  <a:cubicBezTo>
                    <a:pt x="147583" y="70911"/>
                    <a:pt x="160082" y="68495"/>
                    <a:pt x="163748" y="66495"/>
                  </a:cubicBezTo>
                  <a:cubicBezTo>
                    <a:pt x="175664" y="59995"/>
                    <a:pt x="185246" y="50580"/>
                    <a:pt x="188163" y="36914"/>
                  </a:cubicBezTo>
                  <a:cubicBezTo>
                    <a:pt x="191412" y="21582"/>
                    <a:pt x="183496" y="11167"/>
                    <a:pt x="172581" y="1167"/>
                  </a:cubicBezTo>
                  <a:cubicBezTo>
                    <a:pt x="169748" y="-1249"/>
                    <a:pt x="163665" y="167"/>
                    <a:pt x="164998" y="4667"/>
                  </a:cubicBezTo>
                  <a:lnTo>
                    <a:pt x="164998" y="4667"/>
                  </a:lnTo>
                  <a:close/>
                </a:path>
              </a:pathLst>
            </a:custGeom>
            <a:grpFill/>
            <a:ln w="8332" cap="flat">
              <a:noFill/>
              <a:prstDash val="solid"/>
              <a:miter/>
            </a:ln>
          </p:spPr>
          <p:txBody>
            <a:bodyPr rtlCol="0" anchor="ctr"/>
            <a:lstStyle/>
            <a:p>
              <a:endParaRPr lang="en-US"/>
            </a:p>
          </p:txBody>
        </p:sp>
        <p:sp>
          <p:nvSpPr>
            <p:cNvPr id="2100" name="Freeform: Shape 2099"/>
            <p:cNvSpPr/>
            <p:nvPr/>
          </p:nvSpPr>
          <p:spPr>
            <a:xfrm>
              <a:off x="7512927" y="4073966"/>
              <a:ext cx="43788" cy="93143"/>
            </a:xfrm>
            <a:custGeom>
              <a:avLst/>
              <a:gdLst>
                <a:gd name="connsiteX0" fmla="*/ 6749 w 43788"/>
                <a:gd name="connsiteY0" fmla="*/ 7676 h 93143"/>
                <a:gd name="connsiteX1" fmla="*/ 28415 w 43788"/>
                <a:gd name="connsiteY1" fmla="*/ 46673 h 93143"/>
                <a:gd name="connsiteX2" fmla="*/ 25165 w 43788"/>
                <a:gd name="connsiteY2" fmla="*/ 62921 h 93143"/>
                <a:gd name="connsiteX3" fmla="*/ 2250 w 43788"/>
                <a:gd name="connsiteY3" fmla="*/ 85669 h 93143"/>
                <a:gd name="connsiteX4" fmla="*/ 4583 w 43788"/>
                <a:gd name="connsiteY4" fmla="*/ 93085 h 93143"/>
                <a:gd name="connsiteX5" fmla="*/ 32247 w 43788"/>
                <a:gd name="connsiteY5" fmla="*/ 79169 h 93143"/>
                <a:gd name="connsiteX6" fmla="*/ 38330 w 43788"/>
                <a:gd name="connsiteY6" fmla="*/ 64087 h 93143"/>
                <a:gd name="connsiteX7" fmla="*/ 43330 w 43788"/>
                <a:gd name="connsiteY7" fmla="*/ 45422 h 93143"/>
                <a:gd name="connsiteX8" fmla="*/ 10666 w 43788"/>
                <a:gd name="connsiteY8" fmla="*/ 10 h 93143"/>
                <a:gd name="connsiteX9" fmla="*/ 6749 w 43788"/>
                <a:gd name="connsiteY9" fmla="*/ 7676 h 93143"/>
                <a:gd name="connsiteX10" fmla="*/ 6749 w 43788"/>
                <a:gd name="connsiteY10" fmla="*/ 7676 h 93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3788" h="93143">
                  <a:moveTo>
                    <a:pt x="6749" y="7676"/>
                  </a:moveTo>
                  <a:cubicBezTo>
                    <a:pt x="15332" y="20841"/>
                    <a:pt x="33247" y="27341"/>
                    <a:pt x="28415" y="46673"/>
                  </a:cubicBezTo>
                  <a:cubicBezTo>
                    <a:pt x="27081" y="52172"/>
                    <a:pt x="26248" y="57255"/>
                    <a:pt x="25165" y="62921"/>
                  </a:cubicBezTo>
                  <a:cubicBezTo>
                    <a:pt x="22748" y="75920"/>
                    <a:pt x="14166" y="81669"/>
                    <a:pt x="2250" y="85669"/>
                  </a:cubicBezTo>
                  <a:cubicBezTo>
                    <a:pt x="-2000" y="87085"/>
                    <a:pt x="333" y="93835"/>
                    <a:pt x="4583" y="93085"/>
                  </a:cubicBezTo>
                  <a:cubicBezTo>
                    <a:pt x="15332" y="91085"/>
                    <a:pt x="25498" y="88335"/>
                    <a:pt x="32247" y="79169"/>
                  </a:cubicBezTo>
                  <a:cubicBezTo>
                    <a:pt x="35664" y="74503"/>
                    <a:pt x="37247" y="69671"/>
                    <a:pt x="38330" y="64087"/>
                  </a:cubicBezTo>
                  <a:cubicBezTo>
                    <a:pt x="39580" y="57672"/>
                    <a:pt x="42080" y="51755"/>
                    <a:pt x="43330" y="45422"/>
                  </a:cubicBezTo>
                  <a:cubicBezTo>
                    <a:pt x="46829" y="27091"/>
                    <a:pt x="29748" y="1176"/>
                    <a:pt x="10666" y="10"/>
                  </a:cubicBezTo>
                  <a:cubicBezTo>
                    <a:pt x="6333" y="-240"/>
                    <a:pt x="4666" y="4343"/>
                    <a:pt x="6749" y="7676"/>
                  </a:cubicBezTo>
                  <a:lnTo>
                    <a:pt x="6749" y="7676"/>
                  </a:lnTo>
                  <a:close/>
                </a:path>
              </a:pathLst>
            </a:custGeom>
            <a:grpFill/>
            <a:ln w="8332" cap="flat">
              <a:noFill/>
              <a:prstDash val="solid"/>
              <a:miter/>
            </a:ln>
          </p:spPr>
          <p:txBody>
            <a:bodyPr rtlCol="0" anchor="ctr"/>
            <a:lstStyle/>
            <a:p>
              <a:endParaRPr lang="en-US"/>
            </a:p>
          </p:txBody>
        </p:sp>
        <p:sp>
          <p:nvSpPr>
            <p:cNvPr id="2101" name="Freeform: Shape 2100"/>
            <p:cNvSpPr/>
            <p:nvPr/>
          </p:nvSpPr>
          <p:spPr>
            <a:xfrm>
              <a:off x="7451681" y="4143787"/>
              <a:ext cx="60218" cy="103225"/>
            </a:xfrm>
            <a:custGeom>
              <a:avLst/>
              <a:gdLst>
                <a:gd name="connsiteX0" fmla="*/ 20334 w 60218"/>
                <a:gd name="connsiteY0" fmla="*/ 10098 h 103225"/>
                <a:gd name="connsiteX1" fmla="*/ 27749 w 60218"/>
                <a:gd name="connsiteY1" fmla="*/ 33180 h 103225"/>
                <a:gd name="connsiteX2" fmla="*/ 5001 w 60218"/>
                <a:gd name="connsiteY2" fmla="*/ 40095 h 103225"/>
                <a:gd name="connsiteX3" fmla="*/ 6835 w 60218"/>
                <a:gd name="connsiteY3" fmla="*/ 50595 h 103225"/>
                <a:gd name="connsiteX4" fmla="*/ 37582 w 60218"/>
                <a:gd name="connsiteY4" fmla="*/ 41929 h 103225"/>
                <a:gd name="connsiteX5" fmla="*/ 43831 w 60218"/>
                <a:gd name="connsiteY5" fmla="*/ 75343 h 103225"/>
                <a:gd name="connsiteX6" fmla="*/ 3751 w 60218"/>
                <a:gd name="connsiteY6" fmla="*/ 95007 h 103225"/>
                <a:gd name="connsiteX7" fmla="*/ 3085 w 60218"/>
                <a:gd name="connsiteY7" fmla="*/ 102173 h 103225"/>
                <a:gd name="connsiteX8" fmla="*/ 56747 w 60218"/>
                <a:gd name="connsiteY8" fmla="*/ 79426 h 103225"/>
                <a:gd name="connsiteX9" fmla="*/ 43665 w 60218"/>
                <a:gd name="connsiteY9" fmla="*/ 32513 h 103225"/>
                <a:gd name="connsiteX10" fmla="*/ 42581 w 60218"/>
                <a:gd name="connsiteY10" fmla="*/ 12182 h 103225"/>
                <a:gd name="connsiteX11" fmla="*/ 23916 w 60218"/>
                <a:gd name="connsiteY11" fmla="*/ 99 h 103225"/>
                <a:gd name="connsiteX12" fmla="*/ 20334 w 60218"/>
                <a:gd name="connsiteY12" fmla="*/ 10098 h 103225"/>
                <a:gd name="connsiteX13" fmla="*/ 20334 w 60218"/>
                <a:gd name="connsiteY13" fmla="*/ 10098 h 103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0218" h="103225">
                  <a:moveTo>
                    <a:pt x="20334" y="10098"/>
                  </a:moveTo>
                  <a:cubicBezTo>
                    <a:pt x="26999" y="15015"/>
                    <a:pt x="35499" y="25014"/>
                    <a:pt x="27749" y="33180"/>
                  </a:cubicBezTo>
                  <a:cubicBezTo>
                    <a:pt x="22333" y="38846"/>
                    <a:pt x="12167" y="38846"/>
                    <a:pt x="5001" y="40095"/>
                  </a:cubicBezTo>
                  <a:cubicBezTo>
                    <a:pt x="-1748" y="41262"/>
                    <a:pt x="85" y="51845"/>
                    <a:pt x="6835" y="50595"/>
                  </a:cubicBezTo>
                  <a:cubicBezTo>
                    <a:pt x="17084" y="48762"/>
                    <a:pt x="29666" y="48678"/>
                    <a:pt x="37582" y="41929"/>
                  </a:cubicBezTo>
                  <a:cubicBezTo>
                    <a:pt x="44081" y="52012"/>
                    <a:pt x="49580" y="63260"/>
                    <a:pt x="43831" y="75343"/>
                  </a:cubicBezTo>
                  <a:cubicBezTo>
                    <a:pt x="35999" y="91674"/>
                    <a:pt x="20833" y="96674"/>
                    <a:pt x="3751" y="95007"/>
                  </a:cubicBezTo>
                  <a:cubicBezTo>
                    <a:pt x="-915" y="94507"/>
                    <a:pt x="-1332" y="101424"/>
                    <a:pt x="3085" y="102173"/>
                  </a:cubicBezTo>
                  <a:cubicBezTo>
                    <a:pt x="24250" y="105756"/>
                    <a:pt x="46914" y="100674"/>
                    <a:pt x="56747" y="79426"/>
                  </a:cubicBezTo>
                  <a:cubicBezTo>
                    <a:pt x="64080" y="63677"/>
                    <a:pt x="59830" y="40846"/>
                    <a:pt x="43665" y="32513"/>
                  </a:cubicBezTo>
                  <a:cubicBezTo>
                    <a:pt x="45748" y="26097"/>
                    <a:pt x="45331" y="18264"/>
                    <a:pt x="42581" y="12182"/>
                  </a:cubicBezTo>
                  <a:cubicBezTo>
                    <a:pt x="38998" y="4432"/>
                    <a:pt x="31749" y="1599"/>
                    <a:pt x="23916" y="99"/>
                  </a:cubicBezTo>
                  <a:cubicBezTo>
                    <a:pt x="18167" y="-984"/>
                    <a:pt x="16250" y="7099"/>
                    <a:pt x="20334" y="10098"/>
                  </a:cubicBezTo>
                  <a:lnTo>
                    <a:pt x="20334" y="10098"/>
                  </a:lnTo>
                  <a:close/>
                </a:path>
              </a:pathLst>
            </a:custGeom>
            <a:grpFill/>
            <a:ln w="8332" cap="flat">
              <a:noFill/>
              <a:prstDash val="solid"/>
              <a:miter/>
            </a:ln>
          </p:spPr>
          <p:txBody>
            <a:bodyPr rtlCol="0" anchor="ctr"/>
            <a:lstStyle/>
            <a:p>
              <a:endParaRPr lang="en-US"/>
            </a:p>
          </p:txBody>
        </p:sp>
        <p:sp>
          <p:nvSpPr>
            <p:cNvPr id="2102" name="Freeform: Shape 2101"/>
            <p:cNvSpPr/>
            <p:nvPr/>
          </p:nvSpPr>
          <p:spPr>
            <a:xfrm>
              <a:off x="7402998" y="4246056"/>
              <a:ext cx="37635" cy="45628"/>
            </a:xfrm>
            <a:custGeom>
              <a:avLst/>
              <a:gdLst>
                <a:gd name="connsiteX0" fmla="*/ 16771 w 37635"/>
                <a:gd name="connsiteY0" fmla="*/ 9653 h 45628"/>
                <a:gd name="connsiteX1" fmla="*/ 20187 w 37635"/>
                <a:gd name="connsiteY1" fmla="*/ 27152 h 45628"/>
                <a:gd name="connsiteX2" fmla="*/ 3272 w 37635"/>
                <a:gd name="connsiteY2" fmla="*/ 34401 h 45628"/>
                <a:gd name="connsiteX3" fmla="*/ 6772 w 37635"/>
                <a:gd name="connsiteY3" fmla="*/ 45400 h 45628"/>
                <a:gd name="connsiteX4" fmla="*/ 33853 w 37635"/>
                <a:gd name="connsiteY4" fmla="*/ 31902 h 45628"/>
                <a:gd name="connsiteX5" fmla="*/ 24604 w 37635"/>
                <a:gd name="connsiteY5" fmla="*/ 904 h 45628"/>
                <a:gd name="connsiteX6" fmla="*/ 16771 w 37635"/>
                <a:gd name="connsiteY6" fmla="*/ 9653 h 45628"/>
                <a:gd name="connsiteX7" fmla="*/ 16771 w 37635"/>
                <a:gd name="connsiteY7" fmla="*/ 9653 h 4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635" h="45628">
                  <a:moveTo>
                    <a:pt x="16771" y="9653"/>
                  </a:moveTo>
                  <a:cubicBezTo>
                    <a:pt x="21271" y="14570"/>
                    <a:pt x="26854" y="21486"/>
                    <a:pt x="20187" y="27152"/>
                  </a:cubicBezTo>
                  <a:cubicBezTo>
                    <a:pt x="15604" y="31068"/>
                    <a:pt x="8855" y="32402"/>
                    <a:pt x="3272" y="34401"/>
                  </a:cubicBezTo>
                  <a:cubicBezTo>
                    <a:pt x="-2894" y="36568"/>
                    <a:pt x="439" y="47317"/>
                    <a:pt x="6772" y="45400"/>
                  </a:cubicBezTo>
                  <a:cubicBezTo>
                    <a:pt x="16188" y="42567"/>
                    <a:pt x="27770" y="40401"/>
                    <a:pt x="33853" y="31902"/>
                  </a:cubicBezTo>
                  <a:cubicBezTo>
                    <a:pt x="42269" y="20152"/>
                    <a:pt x="35519" y="7654"/>
                    <a:pt x="24604" y="904"/>
                  </a:cubicBezTo>
                  <a:cubicBezTo>
                    <a:pt x="19104" y="-2512"/>
                    <a:pt x="12022" y="4487"/>
                    <a:pt x="16771" y="9653"/>
                  </a:cubicBezTo>
                  <a:lnTo>
                    <a:pt x="16771" y="9653"/>
                  </a:lnTo>
                  <a:close/>
                </a:path>
              </a:pathLst>
            </a:custGeom>
            <a:grpFill/>
            <a:ln w="8332" cap="flat">
              <a:noFill/>
              <a:prstDash val="solid"/>
              <a:miter/>
            </a:ln>
          </p:spPr>
          <p:txBody>
            <a:bodyPr rtlCol="0" anchor="ctr"/>
            <a:lstStyle/>
            <a:p>
              <a:endParaRPr lang="en-US"/>
            </a:p>
          </p:txBody>
        </p:sp>
        <p:sp>
          <p:nvSpPr>
            <p:cNvPr id="2103" name="Freeform: Shape 2102"/>
            <p:cNvSpPr/>
            <p:nvPr/>
          </p:nvSpPr>
          <p:spPr>
            <a:xfrm>
              <a:off x="7273391" y="4236731"/>
              <a:ext cx="95124" cy="82524"/>
            </a:xfrm>
            <a:custGeom>
              <a:avLst/>
              <a:gdLst>
                <a:gd name="connsiteX0" fmla="*/ 3141 w 95124"/>
                <a:gd name="connsiteY0" fmla="*/ 2814 h 82524"/>
                <a:gd name="connsiteX1" fmla="*/ 4057 w 95124"/>
                <a:gd name="connsiteY1" fmla="*/ 50143 h 82524"/>
                <a:gd name="connsiteX2" fmla="*/ 41054 w 95124"/>
                <a:gd name="connsiteY2" fmla="*/ 72141 h 82524"/>
                <a:gd name="connsiteX3" fmla="*/ 43720 w 95124"/>
                <a:gd name="connsiteY3" fmla="*/ 72558 h 82524"/>
                <a:gd name="connsiteX4" fmla="*/ 47054 w 95124"/>
                <a:gd name="connsiteY4" fmla="*/ 76974 h 82524"/>
                <a:gd name="connsiteX5" fmla="*/ 66385 w 95124"/>
                <a:gd name="connsiteY5" fmla="*/ 82474 h 82524"/>
                <a:gd name="connsiteX6" fmla="*/ 94883 w 95124"/>
                <a:gd name="connsiteY6" fmla="*/ 59809 h 82524"/>
                <a:gd name="connsiteX7" fmla="*/ 86216 w 95124"/>
                <a:gd name="connsiteY7" fmla="*/ 56726 h 82524"/>
                <a:gd name="connsiteX8" fmla="*/ 50886 w 95124"/>
                <a:gd name="connsiteY8" fmla="*/ 63392 h 82524"/>
                <a:gd name="connsiteX9" fmla="*/ 46387 w 95124"/>
                <a:gd name="connsiteY9" fmla="*/ 60225 h 82524"/>
                <a:gd name="connsiteX10" fmla="*/ 34138 w 95124"/>
                <a:gd name="connsiteY10" fmla="*/ 57559 h 82524"/>
                <a:gd name="connsiteX11" fmla="*/ 14390 w 95124"/>
                <a:gd name="connsiteY11" fmla="*/ 29395 h 82524"/>
                <a:gd name="connsiteX12" fmla="*/ 10390 w 95124"/>
                <a:gd name="connsiteY12" fmla="*/ 1564 h 82524"/>
                <a:gd name="connsiteX13" fmla="*/ 3141 w 95124"/>
                <a:gd name="connsiteY13" fmla="*/ 2814 h 82524"/>
                <a:gd name="connsiteX14" fmla="*/ 3141 w 95124"/>
                <a:gd name="connsiteY14" fmla="*/ 2814 h 82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5124" h="82524">
                  <a:moveTo>
                    <a:pt x="3141" y="2814"/>
                  </a:moveTo>
                  <a:cubicBezTo>
                    <a:pt x="-1109" y="15396"/>
                    <a:pt x="-1276" y="37977"/>
                    <a:pt x="4057" y="50143"/>
                  </a:cubicBezTo>
                  <a:cubicBezTo>
                    <a:pt x="9974" y="63642"/>
                    <a:pt x="27888" y="69391"/>
                    <a:pt x="41054" y="72141"/>
                  </a:cubicBezTo>
                  <a:cubicBezTo>
                    <a:pt x="42554" y="72474"/>
                    <a:pt x="43554" y="72724"/>
                    <a:pt x="43720" y="72558"/>
                  </a:cubicBezTo>
                  <a:cubicBezTo>
                    <a:pt x="44887" y="73891"/>
                    <a:pt x="45720" y="75724"/>
                    <a:pt x="47054" y="76974"/>
                  </a:cubicBezTo>
                  <a:cubicBezTo>
                    <a:pt x="52220" y="81557"/>
                    <a:pt x="59636" y="82807"/>
                    <a:pt x="66385" y="82474"/>
                  </a:cubicBezTo>
                  <a:cubicBezTo>
                    <a:pt x="81384" y="81723"/>
                    <a:pt x="90633" y="73641"/>
                    <a:pt x="94883" y="59809"/>
                  </a:cubicBezTo>
                  <a:cubicBezTo>
                    <a:pt x="96632" y="54143"/>
                    <a:pt x="88383" y="51143"/>
                    <a:pt x="86216" y="56726"/>
                  </a:cubicBezTo>
                  <a:cubicBezTo>
                    <a:pt x="81050" y="70391"/>
                    <a:pt x="59636" y="79140"/>
                    <a:pt x="50886" y="63392"/>
                  </a:cubicBezTo>
                  <a:cubicBezTo>
                    <a:pt x="50053" y="61808"/>
                    <a:pt x="48303" y="60142"/>
                    <a:pt x="46387" y="60225"/>
                  </a:cubicBezTo>
                  <a:cubicBezTo>
                    <a:pt x="41887" y="60392"/>
                    <a:pt x="38387" y="59225"/>
                    <a:pt x="34138" y="57559"/>
                  </a:cubicBezTo>
                  <a:cubicBezTo>
                    <a:pt x="20639" y="52226"/>
                    <a:pt x="14473" y="44477"/>
                    <a:pt x="14390" y="29395"/>
                  </a:cubicBezTo>
                  <a:cubicBezTo>
                    <a:pt x="14307" y="20062"/>
                    <a:pt x="15973" y="9480"/>
                    <a:pt x="10390" y="1564"/>
                  </a:cubicBezTo>
                  <a:cubicBezTo>
                    <a:pt x="8557" y="-1186"/>
                    <a:pt x="4141" y="-19"/>
                    <a:pt x="3141" y="2814"/>
                  </a:cubicBezTo>
                  <a:lnTo>
                    <a:pt x="3141" y="2814"/>
                  </a:lnTo>
                  <a:close/>
                </a:path>
              </a:pathLst>
            </a:custGeom>
            <a:grpFill/>
            <a:ln w="8332" cap="flat">
              <a:noFill/>
              <a:prstDash val="solid"/>
              <a:miter/>
            </a:ln>
          </p:spPr>
          <p:txBody>
            <a:bodyPr rtlCol="0" anchor="ctr"/>
            <a:lstStyle/>
            <a:p>
              <a:endParaRPr lang="en-US"/>
            </a:p>
          </p:txBody>
        </p:sp>
        <p:sp>
          <p:nvSpPr>
            <p:cNvPr id="2104" name="Freeform: Shape 2103"/>
            <p:cNvSpPr/>
            <p:nvPr/>
          </p:nvSpPr>
          <p:spPr>
            <a:xfrm>
              <a:off x="7288328" y="4089124"/>
              <a:ext cx="93801" cy="93323"/>
            </a:xfrm>
            <a:custGeom>
              <a:avLst/>
              <a:gdLst>
                <a:gd name="connsiteX0" fmla="*/ 30201 w 93801"/>
                <a:gd name="connsiteY0" fmla="*/ 33432 h 93323"/>
                <a:gd name="connsiteX1" fmla="*/ 1120 w 93801"/>
                <a:gd name="connsiteY1" fmla="*/ 63429 h 93323"/>
                <a:gd name="connsiteX2" fmla="*/ 15869 w 93801"/>
                <a:gd name="connsiteY2" fmla="*/ 92676 h 93323"/>
                <a:gd name="connsiteX3" fmla="*/ 20702 w 93801"/>
                <a:gd name="connsiteY3" fmla="*/ 87260 h 93323"/>
                <a:gd name="connsiteX4" fmla="*/ 40700 w 93801"/>
                <a:gd name="connsiteY4" fmla="*/ 40931 h 93323"/>
                <a:gd name="connsiteX5" fmla="*/ 62198 w 93801"/>
                <a:gd name="connsiteY5" fmla="*/ 15350 h 93323"/>
                <a:gd name="connsiteX6" fmla="*/ 89112 w 93801"/>
                <a:gd name="connsiteY6" fmla="*/ 15183 h 93323"/>
                <a:gd name="connsiteX7" fmla="*/ 90112 w 93801"/>
                <a:gd name="connsiteY7" fmla="*/ 3934 h 93323"/>
                <a:gd name="connsiteX8" fmla="*/ 49116 w 93801"/>
                <a:gd name="connsiteY8" fmla="*/ 5184 h 93323"/>
                <a:gd name="connsiteX9" fmla="*/ 30201 w 93801"/>
                <a:gd name="connsiteY9" fmla="*/ 33432 h 93323"/>
                <a:gd name="connsiteX10" fmla="*/ 30201 w 93801"/>
                <a:gd name="connsiteY10" fmla="*/ 33432 h 93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3801" h="93323">
                  <a:moveTo>
                    <a:pt x="30201" y="33432"/>
                  </a:moveTo>
                  <a:cubicBezTo>
                    <a:pt x="25951" y="46514"/>
                    <a:pt x="6120" y="48180"/>
                    <a:pt x="1120" y="63429"/>
                  </a:cubicBezTo>
                  <a:cubicBezTo>
                    <a:pt x="-3296" y="76928"/>
                    <a:pt x="6120" y="85427"/>
                    <a:pt x="15869" y="92676"/>
                  </a:cubicBezTo>
                  <a:cubicBezTo>
                    <a:pt x="19119" y="95093"/>
                    <a:pt x="23785" y="90176"/>
                    <a:pt x="20702" y="87260"/>
                  </a:cubicBezTo>
                  <a:cubicBezTo>
                    <a:pt x="-3713" y="64012"/>
                    <a:pt x="34950" y="58429"/>
                    <a:pt x="40700" y="40931"/>
                  </a:cubicBezTo>
                  <a:cubicBezTo>
                    <a:pt x="44949" y="27849"/>
                    <a:pt x="46033" y="18516"/>
                    <a:pt x="62198" y="15350"/>
                  </a:cubicBezTo>
                  <a:cubicBezTo>
                    <a:pt x="71030" y="13600"/>
                    <a:pt x="80196" y="15850"/>
                    <a:pt x="89112" y="15183"/>
                  </a:cubicBezTo>
                  <a:cubicBezTo>
                    <a:pt x="95445" y="14683"/>
                    <a:pt x="94945" y="6017"/>
                    <a:pt x="90112" y="3934"/>
                  </a:cubicBezTo>
                  <a:cubicBezTo>
                    <a:pt x="76947" y="-1815"/>
                    <a:pt x="62031" y="-1148"/>
                    <a:pt x="49116" y="5184"/>
                  </a:cubicBezTo>
                  <a:cubicBezTo>
                    <a:pt x="36033" y="11767"/>
                    <a:pt x="34201" y="20933"/>
                    <a:pt x="30201" y="33432"/>
                  </a:cubicBezTo>
                  <a:lnTo>
                    <a:pt x="30201" y="33432"/>
                  </a:lnTo>
                  <a:close/>
                </a:path>
              </a:pathLst>
            </a:custGeom>
            <a:grpFill/>
            <a:ln w="8332" cap="flat">
              <a:noFill/>
              <a:prstDash val="solid"/>
              <a:miter/>
            </a:ln>
          </p:spPr>
          <p:txBody>
            <a:bodyPr rtlCol="0" anchor="ctr"/>
            <a:lstStyle/>
            <a:p>
              <a:endParaRPr lang="en-US"/>
            </a:p>
          </p:txBody>
        </p:sp>
        <p:sp>
          <p:nvSpPr>
            <p:cNvPr id="2105" name="Freeform: Shape 2104"/>
            <p:cNvSpPr/>
            <p:nvPr/>
          </p:nvSpPr>
          <p:spPr>
            <a:xfrm>
              <a:off x="7396797" y="4079170"/>
              <a:ext cx="46368" cy="38439"/>
            </a:xfrm>
            <a:custGeom>
              <a:avLst/>
              <a:gdLst>
                <a:gd name="connsiteX0" fmla="*/ 391 w 46368"/>
                <a:gd name="connsiteY0" fmla="*/ 32886 h 38439"/>
                <a:gd name="connsiteX1" fmla="*/ 8558 w 46368"/>
                <a:gd name="connsiteY1" fmla="*/ 35803 h 38439"/>
                <a:gd name="connsiteX2" fmla="*/ 22556 w 46368"/>
                <a:gd name="connsiteY2" fmla="*/ 16721 h 38439"/>
                <a:gd name="connsiteX3" fmla="*/ 44221 w 46368"/>
                <a:gd name="connsiteY3" fmla="*/ 8138 h 38439"/>
                <a:gd name="connsiteX4" fmla="*/ 43888 w 46368"/>
                <a:gd name="connsiteY4" fmla="*/ 1055 h 38439"/>
                <a:gd name="connsiteX5" fmla="*/ 391 w 46368"/>
                <a:gd name="connsiteY5" fmla="*/ 32886 h 38439"/>
                <a:gd name="connsiteX6" fmla="*/ 391 w 46368"/>
                <a:gd name="connsiteY6" fmla="*/ 32886 h 3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368" h="38439">
                  <a:moveTo>
                    <a:pt x="391" y="32886"/>
                  </a:moveTo>
                  <a:cubicBezTo>
                    <a:pt x="-1858" y="38052"/>
                    <a:pt x="6224" y="40802"/>
                    <a:pt x="8558" y="35803"/>
                  </a:cubicBezTo>
                  <a:cubicBezTo>
                    <a:pt x="11890" y="28553"/>
                    <a:pt x="15557" y="21137"/>
                    <a:pt x="22556" y="16721"/>
                  </a:cubicBezTo>
                  <a:cubicBezTo>
                    <a:pt x="28889" y="12721"/>
                    <a:pt x="37222" y="10971"/>
                    <a:pt x="44221" y="8138"/>
                  </a:cubicBezTo>
                  <a:cubicBezTo>
                    <a:pt x="47137" y="6972"/>
                    <a:pt x="47137" y="1889"/>
                    <a:pt x="43888" y="1055"/>
                  </a:cubicBezTo>
                  <a:cubicBezTo>
                    <a:pt x="20639" y="-4777"/>
                    <a:pt x="8391" y="14638"/>
                    <a:pt x="391" y="32886"/>
                  </a:cubicBezTo>
                  <a:lnTo>
                    <a:pt x="391" y="32886"/>
                  </a:lnTo>
                  <a:close/>
                </a:path>
              </a:pathLst>
            </a:custGeom>
            <a:grpFill/>
            <a:ln w="8332" cap="flat">
              <a:noFill/>
              <a:prstDash val="solid"/>
              <a:miter/>
            </a:ln>
          </p:spPr>
          <p:txBody>
            <a:bodyPr rtlCol="0" anchor="ctr"/>
            <a:lstStyle/>
            <a:p>
              <a:endParaRPr lang="en-US"/>
            </a:p>
          </p:txBody>
        </p:sp>
        <p:sp>
          <p:nvSpPr>
            <p:cNvPr id="2106" name="Freeform: Shape 2105"/>
            <p:cNvSpPr/>
            <p:nvPr/>
          </p:nvSpPr>
          <p:spPr>
            <a:xfrm>
              <a:off x="7407576" y="671429"/>
              <a:ext cx="367038" cy="555813"/>
            </a:xfrm>
            <a:custGeom>
              <a:avLst/>
              <a:gdLst>
                <a:gd name="connsiteX0" fmla="*/ 344746 w 367038"/>
                <a:gd name="connsiteY0" fmla="*/ 126843 h 555813"/>
                <a:gd name="connsiteX1" fmla="*/ 337330 w 367038"/>
                <a:gd name="connsiteY1" fmla="*/ 125010 h 555813"/>
                <a:gd name="connsiteX2" fmla="*/ 321915 w 367038"/>
                <a:gd name="connsiteY2" fmla="*/ 131426 h 555813"/>
                <a:gd name="connsiteX3" fmla="*/ 322082 w 367038"/>
                <a:gd name="connsiteY3" fmla="*/ 123010 h 555813"/>
                <a:gd name="connsiteX4" fmla="*/ 334998 w 367038"/>
                <a:gd name="connsiteY4" fmla="*/ 87596 h 555813"/>
                <a:gd name="connsiteX5" fmla="*/ 305667 w 367038"/>
                <a:gd name="connsiteY5" fmla="*/ 77764 h 555813"/>
                <a:gd name="connsiteX6" fmla="*/ 294251 w 367038"/>
                <a:gd name="connsiteY6" fmla="*/ 56183 h 555813"/>
                <a:gd name="connsiteX7" fmla="*/ 291085 w 367038"/>
                <a:gd name="connsiteY7" fmla="*/ 28352 h 555813"/>
                <a:gd name="connsiteX8" fmla="*/ 260337 w 367038"/>
                <a:gd name="connsiteY8" fmla="*/ 30935 h 555813"/>
                <a:gd name="connsiteX9" fmla="*/ 254338 w 367038"/>
                <a:gd name="connsiteY9" fmla="*/ 23352 h 555813"/>
                <a:gd name="connsiteX10" fmla="*/ 247172 w 367038"/>
                <a:gd name="connsiteY10" fmla="*/ 21186 h 555813"/>
                <a:gd name="connsiteX11" fmla="*/ 246922 w 367038"/>
                <a:gd name="connsiteY11" fmla="*/ 17853 h 555813"/>
                <a:gd name="connsiteX12" fmla="*/ 237423 w 367038"/>
                <a:gd name="connsiteY12" fmla="*/ 10687 h 555813"/>
                <a:gd name="connsiteX13" fmla="*/ 225007 w 367038"/>
                <a:gd name="connsiteY13" fmla="*/ 12020 h 555813"/>
                <a:gd name="connsiteX14" fmla="*/ 218758 w 367038"/>
                <a:gd name="connsiteY14" fmla="*/ 17353 h 555813"/>
                <a:gd name="connsiteX15" fmla="*/ 216675 w 367038"/>
                <a:gd name="connsiteY15" fmla="*/ 10770 h 555813"/>
                <a:gd name="connsiteX16" fmla="*/ 196677 w 367038"/>
                <a:gd name="connsiteY16" fmla="*/ 104 h 555813"/>
                <a:gd name="connsiteX17" fmla="*/ 172262 w 367038"/>
                <a:gd name="connsiteY17" fmla="*/ 23102 h 555813"/>
                <a:gd name="connsiteX18" fmla="*/ 137682 w 367038"/>
                <a:gd name="connsiteY18" fmla="*/ 10270 h 555813"/>
                <a:gd name="connsiteX19" fmla="*/ 120684 w 367038"/>
                <a:gd name="connsiteY19" fmla="*/ 38268 h 555813"/>
                <a:gd name="connsiteX20" fmla="*/ 81520 w 367038"/>
                <a:gd name="connsiteY20" fmla="*/ 36351 h 555813"/>
                <a:gd name="connsiteX21" fmla="*/ 66688 w 367038"/>
                <a:gd name="connsiteY21" fmla="*/ 66932 h 555813"/>
                <a:gd name="connsiteX22" fmla="*/ 54106 w 367038"/>
                <a:gd name="connsiteY22" fmla="*/ 65182 h 555813"/>
                <a:gd name="connsiteX23" fmla="*/ 29775 w 367038"/>
                <a:gd name="connsiteY23" fmla="*/ 77681 h 555813"/>
                <a:gd name="connsiteX24" fmla="*/ 22276 w 367038"/>
                <a:gd name="connsiteY24" fmla="*/ 112594 h 555813"/>
                <a:gd name="connsiteX25" fmla="*/ 4527 w 367038"/>
                <a:gd name="connsiteY25" fmla="*/ 129509 h 555813"/>
                <a:gd name="connsiteX26" fmla="*/ 4611 w 367038"/>
                <a:gd name="connsiteY26" fmla="*/ 155174 h 555813"/>
                <a:gd name="connsiteX27" fmla="*/ 3861 w 367038"/>
                <a:gd name="connsiteY27" fmla="*/ 155340 h 555813"/>
                <a:gd name="connsiteX28" fmla="*/ 111 w 367038"/>
                <a:gd name="connsiteY28" fmla="*/ 160423 h 555813"/>
                <a:gd name="connsiteX29" fmla="*/ 11277 w 367038"/>
                <a:gd name="connsiteY29" fmla="*/ 201586 h 555813"/>
                <a:gd name="connsiteX30" fmla="*/ 28358 w 367038"/>
                <a:gd name="connsiteY30" fmla="*/ 255998 h 555813"/>
                <a:gd name="connsiteX31" fmla="*/ 58689 w 367038"/>
                <a:gd name="connsiteY31" fmla="*/ 360072 h 555813"/>
                <a:gd name="connsiteX32" fmla="*/ 90603 w 367038"/>
                <a:gd name="connsiteY32" fmla="*/ 470645 h 555813"/>
                <a:gd name="connsiteX33" fmla="*/ 101852 w 367038"/>
                <a:gd name="connsiteY33" fmla="*/ 506642 h 555813"/>
                <a:gd name="connsiteX34" fmla="*/ 142015 w 367038"/>
                <a:gd name="connsiteY34" fmla="*/ 525807 h 555813"/>
                <a:gd name="connsiteX35" fmla="*/ 149431 w 367038"/>
                <a:gd name="connsiteY35" fmla="*/ 528807 h 555813"/>
                <a:gd name="connsiteX36" fmla="*/ 150181 w 367038"/>
                <a:gd name="connsiteY36" fmla="*/ 529057 h 555813"/>
                <a:gd name="connsiteX37" fmla="*/ 187761 w 367038"/>
                <a:gd name="connsiteY37" fmla="*/ 543472 h 555813"/>
                <a:gd name="connsiteX38" fmla="*/ 230007 w 367038"/>
                <a:gd name="connsiteY38" fmla="*/ 555554 h 555813"/>
                <a:gd name="connsiteX39" fmla="*/ 268587 w 367038"/>
                <a:gd name="connsiteY39" fmla="*/ 539389 h 555813"/>
                <a:gd name="connsiteX40" fmla="*/ 321082 w 367038"/>
                <a:gd name="connsiteY40" fmla="*/ 517058 h 555813"/>
                <a:gd name="connsiteX41" fmla="*/ 343580 w 367038"/>
                <a:gd name="connsiteY41" fmla="*/ 508142 h 555813"/>
                <a:gd name="connsiteX42" fmla="*/ 362745 w 367038"/>
                <a:gd name="connsiteY42" fmla="*/ 499393 h 555813"/>
                <a:gd name="connsiteX43" fmla="*/ 363828 w 367038"/>
                <a:gd name="connsiteY43" fmla="*/ 467312 h 555813"/>
                <a:gd name="connsiteX44" fmla="*/ 349246 w 367038"/>
                <a:gd name="connsiteY44" fmla="*/ 355489 h 555813"/>
                <a:gd name="connsiteX45" fmla="*/ 345830 w 367038"/>
                <a:gd name="connsiteY45" fmla="*/ 229000 h 555813"/>
                <a:gd name="connsiteX46" fmla="*/ 348580 w 367038"/>
                <a:gd name="connsiteY46" fmla="*/ 165423 h 555813"/>
                <a:gd name="connsiteX47" fmla="*/ 344746 w 367038"/>
                <a:gd name="connsiteY47" fmla="*/ 126843 h 555813"/>
                <a:gd name="connsiteX48" fmla="*/ 344746 w 367038"/>
                <a:gd name="connsiteY48" fmla="*/ 126843 h 555813"/>
                <a:gd name="connsiteX49" fmla="*/ 304834 w 367038"/>
                <a:gd name="connsiteY49" fmla="*/ 83014 h 555813"/>
                <a:gd name="connsiteX50" fmla="*/ 324582 w 367038"/>
                <a:gd name="connsiteY50" fmla="*/ 86097 h 555813"/>
                <a:gd name="connsiteX51" fmla="*/ 320999 w 367038"/>
                <a:gd name="connsiteY51" fmla="*/ 108178 h 555813"/>
                <a:gd name="connsiteX52" fmla="*/ 315666 w 367038"/>
                <a:gd name="connsiteY52" fmla="*/ 114011 h 555813"/>
                <a:gd name="connsiteX53" fmla="*/ 309583 w 367038"/>
                <a:gd name="connsiteY53" fmla="*/ 111678 h 555813"/>
                <a:gd name="connsiteX54" fmla="*/ 300251 w 367038"/>
                <a:gd name="connsiteY54" fmla="*/ 111844 h 555813"/>
                <a:gd name="connsiteX55" fmla="*/ 299418 w 367038"/>
                <a:gd name="connsiteY55" fmla="*/ 112094 h 555813"/>
                <a:gd name="connsiteX56" fmla="*/ 301584 w 367038"/>
                <a:gd name="connsiteY56" fmla="*/ 101929 h 555813"/>
                <a:gd name="connsiteX57" fmla="*/ 298750 w 367038"/>
                <a:gd name="connsiteY57" fmla="*/ 93346 h 555813"/>
                <a:gd name="connsiteX58" fmla="*/ 304834 w 367038"/>
                <a:gd name="connsiteY58" fmla="*/ 83014 h 555813"/>
                <a:gd name="connsiteX59" fmla="*/ 304834 w 367038"/>
                <a:gd name="connsiteY59" fmla="*/ 83014 h 555813"/>
                <a:gd name="connsiteX60" fmla="*/ 177678 w 367038"/>
                <a:gd name="connsiteY60" fmla="*/ 205836 h 555813"/>
                <a:gd name="connsiteX61" fmla="*/ 165596 w 367038"/>
                <a:gd name="connsiteY61" fmla="*/ 211919 h 555813"/>
                <a:gd name="connsiteX62" fmla="*/ 142515 w 367038"/>
                <a:gd name="connsiteY62" fmla="*/ 207086 h 555813"/>
                <a:gd name="connsiteX63" fmla="*/ 119017 w 367038"/>
                <a:gd name="connsiteY63" fmla="*/ 200336 h 555813"/>
                <a:gd name="connsiteX64" fmla="*/ 123017 w 367038"/>
                <a:gd name="connsiteY64" fmla="*/ 182838 h 555813"/>
                <a:gd name="connsiteX65" fmla="*/ 130266 w 367038"/>
                <a:gd name="connsiteY65" fmla="*/ 176172 h 555813"/>
                <a:gd name="connsiteX66" fmla="*/ 145764 w 367038"/>
                <a:gd name="connsiteY66" fmla="*/ 181505 h 555813"/>
                <a:gd name="connsiteX67" fmla="*/ 149514 w 367038"/>
                <a:gd name="connsiteY67" fmla="*/ 183338 h 555813"/>
                <a:gd name="connsiteX68" fmla="*/ 153764 w 367038"/>
                <a:gd name="connsiteY68" fmla="*/ 181505 h 555813"/>
                <a:gd name="connsiteX69" fmla="*/ 177845 w 367038"/>
                <a:gd name="connsiteY69" fmla="*/ 182421 h 555813"/>
                <a:gd name="connsiteX70" fmla="*/ 176178 w 367038"/>
                <a:gd name="connsiteY70" fmla="*/ 202253 h 555813"/>
                <a:gd name="connsiteX71" fmla="*/ 177678 w 367038"/>
                <a:gd name="connsiteY71" fmla="*/ 205836 h 555813"/>
                <a:gd name="connsiteX72" fmla="*/ 177678 w 367038"/>
                <a:gd name="connsiteY72" fmla="*/ 205836 h 555813"/>
                <a:gd name="connsiteX73" fmla="*/ 76854 w 367038"/>
                <a:gd name="connsiteY73" fmla="*/ 183171 h 555813"/>
                <a:gd name="connsiteX74" fmla="*/ 55189 w 367038"/>
                <a:gd name="connsiteY74" fmla="*/ 172339 h 555813"/>
                <a:gd name="connsiteX75" fmla="*/ 51440 w 367038"/>
                <a:gd name="connsiteY75" fmla="*/ 170672 h 555813"/>
                <a:gd name="connsiteX76" fmla="*/ 69688 w 367038"/>
                <a:gd name="connsiteY76" fmla="*/ 141925 h 555813"/>
                <a:gd name="connsiteX77" fmla="*/ 75354 w 367038"/>
                <a:gd name="connsiteY77" fmla="*/ 137509 h 555813"/>
                <a:gd name="connsiteX78" fmla="*/ 109351 w 367038"/>
                <a:gd name="connsiteY78" fmla="*/ 130676 h 555813"/>
                <a:gd name="connsiteX79" fmla="*/ 105102 w 367038"/>
                <a:gd name="connsiteY79" fmla="*/ 148174 h 555813"/>
                <a:gd name="connsiteX80" fmla="*/ 93186 w 367038"/>
                <a:gd name="connsiteY80" fmla="*/ 145508 h 555813"/>
                <a:gd name="connsiteX81" fmla="*/ 78771 w 367038"/>
                <a:gd name="connsiteY81" fmla="*/ 155924 h 555813"/>
                <a:gd name="connsiteX82" fmla="*/ 76854 w 367038"/>
                <a:gd name="connsiteY82" fmla="*/ 183171 h 555813"/>
                <a:gd name="connsiteX83" fmla="*/ 76854 w 367038"/>
                <a:gd name="connsiteY83" fmla="*/ 183171 h 555813"/>
                <a:gd name="connsiteX84" fmla="*/ 81437 w 367038"/>
                <a:gd name="connsiteY84" fmla="*/ 168339 h 555813"/>
                <a:gd name="connsiteX85" fmla="*/ 91686 w 367038"/>
                <a:gd name="connsiteY85" fmla="*/ 153757 h 555813"/>
                <a:gd name="connsiteX86" fmla="*/ 107351 w 367038"/>
                <a:gd name="connsiteY86" fmla="*/ 157173 h 555813"/>
                <a:gd name="connsiteX87" fmla="*/ 112017 w 367038"/>
                <a:gd name="connsiteY87" fmla="*/ 154424 h 555813"/>
                <a:gd name="connsiteX88" fmla="*/ 111601 w 367038"/>
                <a:gd name="connsiteY88" fmla="*/ 144675 h 555813"/>
                <a:gd name="connsiteX89" fmla="*/ 122933 w 367038"/>
                <a:gd name="connsiteY89" fmla="*/ 132926 h 555813"/>
                <a:gd name="connsiteX90" fmla="*/ 139349 w 367038"/>
                <a:gd name="connsiteY90" fmla="*/ 144675 h 555813"/>
                <a:gd name="connsiteX91" fmla="*/ 136682 w 367038"/>
                <a:gd name="connsiteY91" fmla="*/ 167423 h 555813"/>
                <a:gd name="connsiteX92" fmla="*/ 112017 w 367038"/>
                <a:gd name="connsiteY92" fmla="*/ 180338 h 555813"/>
                <a:gd name="connsiteX93" fmla="*/ 108185 w 367038"/>
                <a:gd name="connsiteY93" fmla="*/ 197337 h 555813"/>
                <a:gd name="connsiteX94" fmla="*/ 103019 w 367038"/>
                <a:gd name="connsiteY94" fmla="*/ 195753 h 555813"/>
                <a:gd name="connsiteX95" fmla="*/ 97519 w 367038"/>
                <a:gd name="connsiteY95" fmla="*/ 193837 h 555813"/>
                <a:gd name="connsiteX96" fmla="*/ 87686 w 367038"/>
                <a:gd name="connsiteY96" fmla="*/ 188837 h 555813"/>
                <a:gd name="connsiteX97" fmla="*/ 81437 w 367038"/>
                <a:gd name="connsiteY97" fmla="*/ 168339 h 555813"/>
                <a:gd name="connsiteX98" fmla="*/ 81437 w 367038"/>
                <a:gd name="connsiteY98" fmla="*/ 168339 h 555813"/>
                <a:gd name="connsiteX99" fmla="*/ 108685 w 367038"/>
                <a:gd name="connsiteY99" fmla="*/ 114011 h 555813"/>
                <a:gd name="connsiteX100" fmla="*/ 138098 w 367038"/>
                <a:gd name="connsiteY100" fmla="*/ 96346 h 555813"/>
                <a:gd name="connsiteX101" fmla="*/ 146431 w 367038"/>
                <a:gd name="connsiteY101" fmla="*/ 99845 h 555813"/>
                <a:gd name="connsiteX102" fmla="*/ 161180 w 367038"/>
                <a:gd name="connsiteY102" fmla="*/ 87513 h 555813"/>
                <a:gd name="connsiteX103" fmla="*/ 181928 w 367038"/>
                <a:gd name="connsiteY103" fmla="*/ 105845 h 555813"/>
                <a:gd name="connsiteX104" fmla="*/ 181011 w 367038"/>
                <a:gd name="connsiteY104" fmla="*/ 113344 h 555813"/>
                <a:gd name="connsiteX105" fmla="*/ 170179 w 367038"/>
                <a:gd name="connsiteY105" fmla="*/ 122010 h 555813"/>
                <a:gd name="connsiteX106" fmla="*/ 163013 w 367038"/>
                <a:gd name="connsiteY106" fmla="*/ 117260 h 555813"/>
                <a:gd name="connsiteX107" fmla="*/ 149764 w 367038"/>
                <a:gd name="connsiteY107" fmla="*/ 122843 h 555813"/>
                <a:gd name="connsiteX108" fmla="*/ 142932 w 367038"/>
                <a:gd name="connsiteY108" fmla="*/ 132842 h 555813"/>
                <a:gd name="connsiteX109" fmla="*/ 131266 w 367038"/>
                <a:gd name="connsiteY109" fmla="*/ 125010 h 555813"/>
                <a:gd name="connsiteX110" fmla="*/ 116934 w 367038"/>
                <a:gd name="connsiteY110" fmla="*/ 125760 h 555813"/>
                <a:gd name="connsiteX111" fmla="*/ 108685 w 367038"/>
                <a:gd name="connsiteY111" fmla="*/ 114011 h 555813"/>
                <a:gd name="connsiteX112" fmla="*/ 108685 w 367038"/>
                <a:gd name="connsiteY112" fmla="*/ 114011 h 555813"/>
                <a:gd name="connsiteX113" fmla="*/ 149681 w 367038"/>
                <a:gd name="connsiteY113" fmla="*/ 174755 h 555813"/>
                <a:gd name="connsiteX114" fmla="*/ 145848 w 367038"/>
                <a:gd name="connsiteY114" fmla="*/ 171672 h 555813"/>
                <a:gd name="connsiteX115" fmla="*/ 146765 w 367038"/>
                <a:gd name="connsiteY115" fmla="*/ 139092 h 555813"/>
                <a:gd name="connsiteX116" fmla="*/ 154180 w 367038"/>
                <a:gd name="connsiteY116" fmla="*/ 128176 h 555813"/>
                <a:gd name="connsiteX117" fmla="*/ 168013 w 367038"/>
                <a:gd name="connsiteY117" fmla="*/ 130843 h 555813"/>
                <a:gd name="connsiteX118" fmla="*/ 173595 w 367038"/>
                <a:gd name="connsiteY118" fmla="*/ 130009 h 555813"/>
                <a:gd name="connsiteX119" fmla="*/ 181761 w 367038"/>
                <a:gd name="connsiteY119" fmla="*/ 121677 h 555813"/>
                <a:gd name="connsiteX120" fmla="*/ 195510 w 367038"/>
                <a:gd name="connsiteY120" fmla="*/ 133842 h 555813"/>
                <a:gd name="connsiteX121" fmla="*/ 192344 w 367038"/>
                <a:gd name="connsiteY121" fmla="*/ 144508 h 555813"/>
                <a:gd name="connsiteX122" fmla="*/ 186178 w 367038"/>
                <a:gd name="connsiteY122" fmla="*/ 147258 h 555813"/>
                <a:gd name="connsiteX123" fmla="*/ 175678 w 367038"/>
                <a:gd name="connsiteY123" fmla="*/ 165340 h 555813"/>
                <a:gd name="connsiteX124" fmla="*/ 149681 w 367038"/>
                <a:gd name="connsiteY124" fmla="*/ 174755 h 555813"/>
                <a:gd name="connsiteX125" fmla="*/ 149681 w 367038"/>
                <a:gd name="connsiteY125" fmla="*/ 174755 h 555813"/>
                <a:gd name="connsiteX126" fmla="*/ 182178 w 367038"/>
                <a:gd name="connsiteY126" fmla="*/ 169672 h 555813"/>
                <a:gd name="connsiteX127" fmla="*/ 200593 w 367038"/>
                <a:gd name="connsiteY127" fmla="*/ 157424 h 555813"/>
                <a:gd name="connsiteX128" fmla="*/ 204259 w 367038"/>
                <a:gd name="connsiteY128" fmla="*/ 158840 h 555813"/>
                <a:gd name="connsiteX129" fmla="*/ 220424 w 367038"/>
                <a:gd name="connsiteY129" fmla="*/ 143175 h 555813"/>
                <a:gd name="connsiteX130" fmla="*/ 239673 w 367038"/>
                <a:gd name="connsiteY130" fmla="*/ 150757 h 555813"/>
                <a:gd name="connsiteX131" fmla="*/ 232257 w 367038"/>
                <a:gd name="connsiteY131" fmla="*/ 172589 h 555813"/>
                <a:gd name="connsiteX132" fmla="*/ 231507 w 367038"/>
                <a:gd name="connsiteY132" fmla="*/ 176588 h 555813"/>
                <a:gd name="connsiteX133" fmla="*/ 185511 w 367038"/>
                <a:gd name="connsiteY133" fmla="*/ 201086 h 555813"/>
                <a:gd name="connsiteX134" fmla="*/ 182178 w 367038"/>
                <a:gd name="connsiteY134" fmla="*/ 169672 h 555813"/>
                <a:gd name="connsiteX135" fmla="*/ 182178 w 367038"/>
                <a:gd name="connsiteY135" fmla="*/ 169672 h 555813"/>
                <a:gd name="connsiteX136" fmla="*/ 212175 w 367038"/>
                <a:gd name="connsiteY136" fmla="*/ 138425 h 555813"/>
                <a:gd name="connsiteX137" fmla="*/ 205176 w 367038"/>
                <a:gd name="connsiteY137" fmla="*/ 147174 h 555813"/>
                <a:gd name="connsiteX138" fmla="*/ 204092 w 367038"/>
                <a:gd name="connsiteY138" fmla="*/ 148174 h 555813"/>
                <a:gd name="connsiteX139" fmla="*/ 203343 w 367038"/>
                <a:gd name="connsiteY139" fmla="*/ 148008 h 555813"/>
                <a:gd name="connsiteX140" fmla="*/ 200509 w 367038"/>
                <a:gd name="connsiteY140" fmla="*/ 146758 h 555813"/>
                <a:gd name="connsiteX141" fmla="*/ 202759 w 367038"/>
                <a:gd name="connsiteY141" fmla="*/ 119844 h 555813"/>
                <a:gd name="connsiteX142" fmla="*/ 207342 w 367038"/>
                <a:gd name="connsiteY142" fmla="*/ 112261 h 555813"/>
                <a:gd name="connsiteX143" fmla="*/ 218258 w 367038"/>
                <a:gd name="connsiteY143" fmla="*/ 106262 h 555813"/>
                <a:gd name="connsiteX144" fmla="*/ 224424 w 367038"/>
                <a:gd name="connsiteY144" fmla="*/ 109095 h 555813"/>
                <a:gd name="connsiteX145" fmla="*/ 232507 w 367038"/>
                <a:gd name="connsiteY145" fmla="*/ 106845 h 555813"/>
                <a:gd name="connsiteX146" fmla="*/ 244673 w 367038"/>
                <a:gd name="connsiteY146" fmla="*/ 100179 h 555813"/>
                <a:gd name="connsiteX147" fmla="*/ 246922 w 367038"/>
                <a:gd name="connsiteY147" fmla="*/ 100345 h 555813"/>
                <a:gd name="connsiteX148" fmla="*/ 253005 w 367038"/>
                <a:gd name="connsiteY148" fmla="*/ 104512 h 555813"/>
                <a:gd name="connsiteX149" fmla="*/ 256005 w 367038"/>
                <a:gd name="connsiteY149" fmla="*/ 118844 h 555813"/>
                <a:gd name="connsiteX150" fmla="*/ 246256 w 367038"/>
                <a:gd name="connsiteY150" fmla="*/ 137425 h 555813"/>
                <a:gd name="connsiteX151" fmla="*/ 245922 w 367038"/>
                <a:gd name="connsiteY151" fmla="*/ 136925 h 555813"/>
                <a:gd name="connsiteX152" fmla="*/ 212175 w 367038"/>
                <a:gd name="connsiteY152" fmla="*/ 138425 h 555813"/>
                <a:gd name="connsiteX153" fmla="*/ 212175 w 367038"/>
                <a:gd name="connsiteY153" fmla="*/ 138425 h 555813"/>
                <a:gd name="connsiteX154" fmla="*/ 249672 w 367038"/>
                <a:gd name="connsiteY154" fmla="*/ 142758 h 555813"/>
                <a:gd name="connsiteX155" fmla="*/ 251672 w 367038"/>
                <a:gd name="connsiteY155" fmla="*/ 141758 h 555813"/>
                <a:gd name="connsiteX156" fmla="*/ 257005 w 367038"/>
                <a:gd name="connsiteY156" fmla="*/ 135592 h 555813"/>
                <a:gd name="connsiteX157" fmla="*/ 263671 w 367038"/>
                <a:gd name="connsiteY157" fmla="*/ 131509 h 555813"/>
                <a:gd name="connsiteX158" fmla="*/ 277253 w 367038"/>
                <a:gd name="connsiteY158" fmla="*/ 135676 h 555813"/>
                <a:gd name="connsiteX159" fmla="*/ 277586 w 367038"/>
                <a:gd name="connsiteY159" fmla="*/ 141175 h 555813"/>
                <a:gd name="connsiteX160" fmla="*/ 282085 w 367038"/>
                <a:gd name="connsiteY160" fmla="*/ 145008 h 555813"/>
                <a:gd name="connsiteX161" fmla="*/ 287835 w 367038"/>
                <a:gd name="connsiteY161" fmla="*/ 146008 h 555813"/>
                <a:gd name="connsiteX162" fmla="*/ 288501 w 367038"/>
                <a:gd name="connsiteY162" fmla="*/ 148674 h 555813"/>
                <a:gd name="connsiteX163" fmla="*/ 261171 w 367038"/>
                <a:gd name="connsiteY163" fmla="*/ 162090 h 555813"/>
                <a:gd name="connsiteX164" fmla="*/ 248589 w 367038"/>
                <a:gd name="connsiteY164" fmla="*/ 168256 h 555813"/>
                <a:gd name="connsiteX165" fmla="*/ 249672 w 367038"/>
                <a:gd name="connsiteY165" fmla="*/ 142758 h 555813"/>
                <a:gd name="connsiteX166" fmla="*/ 249672 w 367038"/>
                <a:gd name="connsiteY166" fmla="*/ 142758 h 555813"/>
                <a:gd name="connsiteX167" fmla="*/ 284585 w 367038"/>
                <a:gd name="connsiteY167" fmla="*/ 137259 h 555813"/>
                <a:gd name="connsiteX168" fmla="*/ 282586 w 367038"/>
                <a:gd name="connsiteY168" fmla="*/ 127510 h 555813"/>
                <a:gd name="connsiteX169" fmla="*/ 272836 w 367038"/>
                <a:gd name="connsiteY169" fmla="*/ 123677 h 555813"/>
                <a:gd name="connsiteX170" fmla="*/ 262921 w 367038"/>
                <a:gd name="connsiteY170" fmla="*/ 126260 h 555813"/>
                <a:gd name="connsiteX171" fmla="*/ 264004 w 367038"/>
                <a:gd name="connsiteY171" fmla="*/ 107928 h 555813"/>
                <a:gd name="connsiteX172" fmla="*/ 290169 w 367038"/>
                <a:gd name="connsiteY172" fmla="*/ 100012 h 555813"/>
                <a:gd name="connsiteX173" fmla="*/ 288501 w 367038"/>
                <a:gd name="connsiteY173" fmla="*/ 117177 h 555813"/>
                <a:gd name="connsiteX174" fmla="*/ 291334 w 367038"/>
                <a:gd name="connsiteY174" fmla="*/ 121927 h 555813"/>
                <a:gd name="connsiteX175" fmla="*/ 300251 w 367038"/>
                <a:gd name="connsiteY175" fmla="*/ 121010 h 555813"/>
                <a:gd name="connsiteX176" fmla="*/ 310666 w 367038"/>
                <a:gd name="connsiteY176" fmla="*/ 125426 h 555813"/>
                <a:gd name="connsiteX177" fmla="*/ 306167 w 367038"/>
                <a:gd name="connsiteY177" fmla="*/ 139758 h 555813"/>
                <a:gd name="connsiteX178" fmla="*/ 305916 w 367038"/>
                <a:gd name="connsiteY178" fmla="*/ 140008 h 555813"/>
                <a:gd name="connsiteX179" fmla="*/ 298667 w 367038"/>
                <a:gd name="connsiteY179" fmla="*/ 143675 h 555813"/>
                <a:gd name="connsiteX180" fmla="*/ 298001 w 367038"/>
                <a:gd name="connsiteY180" fmla="*/ 141175 h 555813"/>
                <a:gd name="connsiteX181" fmla="*/ 284585 w 367038"/>
                <a:gd name="connsiteY181" fmla="*/ 137259 h 555813"/>
                <a:gd name="connsiteX182" fmla="*/ 284585 w 367038"/>
                <a:gd name="connsiteY182" fmla="*/ 137259 h 555813"/>
                <a:gd name="connsiteX183" fmla="*/ 294584 w 367038"/>
                <a:gd name="connsiteY183" fmla="*/ 69015 h 555813"/>
                <a:gd name="connsiteX184" fmla="*/ 292002 w 367038"/>
                <a:gd name="connsiteY184" fmla="*/ 88930 h 555813"/>
                <a:gd name="connsiteX185" fmla="*/ 261587 w 367038"/>
                <a:gd name="connsiteY185" fmla="*/ 101929 h 555813"/>
                <a:gd name="connsiteX186" fmla="*/ 251422 w 367038"/>
                <a:gd name="connsiteY186" fmla="*/ 93263 h 555813"/>
                <a:gd name="connsiteX187" fmla="*/ 250172 w 367038"/>
                <a:gd name="connsiteY187" fmla="*/ 77764 h 555813"/>
                <a:gd name="connsiteX188" fmla="*/ 267087 w 367038"/>
                <a:gd name="connsiteY188" fmla="*/ 66848 h 555813"/>
                <a:gd name="connsiteX189" fmla="*/ 273170 w 367038"/>
                <a:gd name="connsiteY189" fmla="*/ 68515 h 555813"/>
                <a:gd name="connsiteX190" fmla="*/ 285836 w 367038"/>
                <a:gd name="connsiteY190" fmla="*/ 63349 h 555813"/>
                <a:gd name="connsiteX191" fmla="*/ 288835 w 367038"/>
                <a:gd name="connsiteY191" fmla="*/ 63515 h 555813"/>
                <a:gd name="connsiteX192" fmla="*/ 294584 w 367038"/>
                <a:gd name="connsiteY192" fmla="*/ 69015 h 555813"/>
                <a:gd name="connsiteX193" fmla="*/ 294584 w 367038"/>
                <a:gd name="connsiteY193" fmla="*/ 69015 h 555813"/>
                <a:gd name="connsiteX194" fmla="*/ 257838 w 367038"/>
                <a:gd name="connsiteY194" fmla="*/ 39351 h 555813"/>
                <a:gd name="connsiteX195" fmla="*/ 262587 w 367038"/>
                <a:gd name="connsiteY195" fmla="*/ 39267 h 555813"/>
                <a:gd name="connsiteX196" fmla="*/ 284836 w 367038"/>
                <a:gd name="connsiteY196" fmla="*/ 34768 h 555813"/>
                <a:gd name="connsiteX197" fmla="*/ 283669 w 367038"/>
                <a:gd name="connsiteY197" fmla="*/ 55016 h 555813"/>
                <a:gd name="connsiteX198" fmla="*/ 280336 w 367038"/>
                <a:gd name="connsiteY198" fmla="*/ 55766 h 555813"/>
                <a:gd name="connsiteX199" fmla="*/ 270253 w 367038"/>
                <a:gd name="connsiteY199" fmla="*/ 60016 h 555813"/>
                <a:gd name="connsiteX200" fmla="*/ 260337 w 367038"/>
                <a:gd name="connsiteY200" fmla="*/ 56266 h 555813"/>
                <a:gd name="connsiteX201" fmla="*/ 246006 w 367038"/>
                <a:gd name="connsiteY201" fmla="*/ 71515 h 555813"/>
                <a:gd name="connsiteX202" fmla="*/ 223507 w 367038"/>
                <a:gd name="connsiteY202" fmla="*/ 65265 h 555813"/>
                <a:gd name="connsiteX203" fmla="*/ 225674 w 367038"/>
                <a:gd name="connsiteY203" fmla="*/ 48850 h 555813"/>
                <a:gd name="connsiteX204" fmla="*/ 240839 w 367038"/>
                <a:gd name="connsiteY204" fmla="*/ 30852 h 555813"/>
                <a:gd name="connsiteX205" fmla="*/ 257838 w 367038"/>
                <a:gd name="connsiteY205" fmla="*/ 39351 h 555813"/>
                <a:gd name="connsiteX206" fmla="*/ 257838 w 367038"/>
                <a:gd name="connsiteY206" fmla="*/ 39351 h 555813"/>
                <a:gd name="connsiteX207" fmla="*/ 236840 w 367038"/>
                <a:gd name="connsiteY207" fmla="*/ 18019 h 555813"/>
                <a:gd name="connsiteX208" fmla="*/ 242006 w 367038"/>
                <a:gd name="connsiteY208" fmla="*/ 21936 h 555813"/>
                <a:gd name="connsiteX209" fmla="*/ 239756 w 367038"/>
                <a:gd name="connsiteY209" fmla="*/ 22686 h 555813"/>
                <a:gd name="connsiteX210" fmla="*/ 222424 w 367038"/>
                <a:gd name="connsiteY210" fmla="*/ 39684 h 555813"/>
                <a:gd name="connsiteX211" fmla="*/ 217258 w 367038"/>
                <a:gd name="connsiteY211" fmla="*/ 34518 h 555813"/>
                <a:gd name="connsiteX212" fmla="*/ 217758 w 367038"/>
                <a:gd name="connsiteY212" fmla="*/ 31518 h 555813"/>
                <a:gd name="connsiteX213" fmla="*/ 236840 w 367038"/>
                <a:gd name="connsiteY213" fmla="*/ 18019 h 555813"/>
                <a:gd name="connsiteX214" fmla="*/ 236840 w 367038"/>
                <a:gd name="connsiteY214" fmla="*/ 18019 h 555813"/>
                <a:gd name="connsiteX215" fmla="*/ 231423 w 367038"/>
                <a:gd name="connsiteY215" fmla="*/ 72515 h 555813"/>
                <a:gd name="connsiteX216" fmla="*/ 237756 w 367038"/>
                <a:gd name="connsiteY216" fmla="*/ 75514 h 555813"/>
                <a:gd name="connsiteX217" fmla="*/ 242339 w 367038"/>
                <a:gd name="connsiteY217" fmla="*/ 92513 h 555813"/>
                <a:gd name="connsiteX218" fmla="*/ 242256 w 367038"/>
                <a:gd name="connsiteY218" fmla="*/ 93096 h 555813"/>
                <a:gd name="connsiteX219" fmla="*/ 236673 w 367038"/>
                <a:gd name="connsiteY219" fmla="*/ 94846 h 555813"/>
                <a:gd name="connsiteX220" fmla="*/ 230840 w 367038"/>
                <a:gd name="connsiteY220" fmla="*/ 98512 h 555813"/>
                <a:gd name="connsiteX221" fmla="*/ 221675 w 367038"/>
                <a:gd name="connsiteY221" fmla="*/ 99345 h 555813"/>
                <a:gd name="connsiteX222" fmla="*/ 207676 w 367038"/>
                <a:gd name="connsiteY222" fmla="*/ 100845 h 555813"/>
                <a:gd name="connsiteX223" fmla="*/ 197677 w 367038"/>
                <a:gd name="connsiteY223" fmla="*/ 114511 h 555813"/>
                <a:gd name="connsiteX224" fmla="*/ 189594 w 367038"/>
                <a:gd name="connsiteY224" fmla="*/ 111511 h 555813"/>
                <a:gd name="connsiteX225" fmla="*/ 190594 w 367038"/>
                <a:gd name="connsiteY225" fmla="*/ 96512 h 555813"/>
                <a:gd name="connsiteX226" fmla="*/ 191844 w 367038"/>
                <a:gd name="connsiteY226" fmla="*/ 93763 h 555813"/>
                <a:gd name="connsiteX227" fmla="*/ 193843 w 367038"/>
                <a:gd name="connsiteY227" fmla="*/ 75348 h 555813"/>
                <a:gd name="connsiteX228" fmla="*/ 209842 w 367038"/>
                <a:gd name="connsiteY228" fmla="*/ 79514 h 555813"/>
                <a:gd name="connsiteX229" fmla="*/ 215175 w 367038"/>
                <a:gd name="connsiteY229" fmla="*/ 81680 h 555813"/>
                <a:gd name="connsiteX230" fmla="*/ 231423 w 367038"/>
                <a:gd name="connsiteY230" fmla="*/ 72515 h 555813"/>
                <a:gd name="connsiteX231" fmla="*/ 231423 w 367038"/>
                <a:gd name="connsiteY231" fmla="*/ 72515 h 555813"/>
                <a:gd name="connsiteX232" fmla="*/ 177512 w 367038"/>
                <a:gd name="connsiteY232" fmla="*/ 32935 h 555813"/>
                <a:gd name="connsiteX233" fmla="*/ 206509 w 367038"/>
                <a:gd name="connsiteY233" fmla="*/ 10770 h 555813"/>
                <a:gd name="connsiteX234" fmla="*/ 209592 w 367038"/>
                <a:gd name="connsiteY234" fmla="*/ 30185 h 555813"/>
                <a:gd name="connsiteX235" fmla="*/ 209592 w 367038"/>
                <a:gd name="connsiteY235" fmla="*/ 30685 h 555813"/>
                <a:gd name="connsiteX236" fmla="*/ 201760 w 367038"/>
                <a:gd name="connsiteY236" fmla="*/ 31352 h 555813"/>
                <a:gd name="connsiteX237" fmla="*/ 193843 w 367038"/>
                <a:gd name="connsiteY237" fmla="*/ 35935 h 555813"/>
                <a:gd name="connsiteX238" fmla="*/ 189844 w 367038"/>
                <a:gd name="connsiteY238" fmla="*/ 41434 h 555813"/>
                <a:gd name="connsiteX239" fmla="*/ 177512 w 367038"/>
                <a:gd name="connsiteY239" fmla="*/ 33685 h 555813"/>
                <a:gd name="connsiteX240" fmla="*/ 177512 w 367038"/>
                <a:gd name="connsiteY240" fmla="*/ 32935 h 555813"/>
                <a:gd name="connsiteX241" fmla="*/ 177512 w 367038"/>
                <a:gd name="connsiteY241" fmla="*/ 32935 h 555813"/>
                <a:gd name="connsiteX242" fmla="*/ 186011 w 367038"/>
                <a:gd name="connsiteY242" fmla="*/ 49933 h 555813"/>
                <a:gd name="connsiteX243" fmla="*/ 191177 w 367038"/>
                <a:gd name="connsiteY243" fmla="*/ 51183 h 555813"/>
                <a:gd name="connsiteX244" fmla="*/ 198760 w 367038"/>
                <a:gd name="connsiteY244" fmla="*/ 44850 h 555813"/>
                <a:gd name="connsiteX245" fmla="*/ 215175 w 367038"/>
                <a:gd name="connsiteY245" fmla="*/ 46850 h 555813"/>
                <a:gd name="connsiteX246" fmla="*/ 215091 w 367038"/>
                <a:gd name="connsiteY246" fmla="*/ 64515 h 555813"/>
                <a:gd name="connsiteX247" fmla="*/ 217425 w 367038"/>
                <a:gd name="connsiteY247" fmla="*/ 68681 h 555813"/>
                <a:gd name="connsiteX248" fmla="*/ 217175 w 367038"/>
                <a:gd name="connsiteY248" fmla="*/ 68848 h 555813"/>
                <a:gd name="connsiteX249" fmla="*/ 213342 w 367038"/>
                <a:gd name="connsiteY249" fmla="*/ 72015 h 555813"/>
                <a:gd name="connsiteX250" fmla="*/ 207259 w 367038"/>
                <a:gd name="connsiteY250" fmla="*/ 66265 h 555813"/>
                <a:gd name="connsiteX251" fmla="*/ 195260 w 367038"/>
                <a:gd name="connsiteY251" fmla="*/ 65682 h 555813"/>
                <a:gd name="connsiteX252" fmla="*/ 184844 w 367038"/>
                <a:gd name="connsiteY252" fmla="*/ 87180 h 555813"/>
                <a:gd name="connsiteX253" fmla="*/ 158013 w 367038"/>
                <a:gd name="connsiteY253" fmla="*/ 79764 h 555813"/>
                <a:gd name="connsiteX254" fmla="*/ 154764 w 367038"/>
                <a:gd name="connsiteY254" fmla="*/ 61265 h 555813"/>
                <a:gd name="connsiteX255" fmla="*/ 186011 w 367038"/>
                <a:gd name="connsiteY255" fmla="*/ 49933 h 555813"/>
                <a:gd name="connsiteX256" fmla="*/ 186011 w 367038"/>
                <a:gd name="connsiteY256" fmla="*/ 49933 h 555813"/>
                <a:gd name="connsiteX257" fmla="*/ 141765 w 367038"/>
                <a:gd name="connsiteY257" fmla="*/ 17186 h 555813"/>
                <a:gd name="connsiteX258" fmla="*/ 169929 w 367038"/>
                <a:gd name="connsiteY258" fmla="*/ 33851 h 555813"/>
                <a:gd name="connsiteX259" fmla="*/ 162013 w 367038"/>
                <a:gd name="connsiteY259" fmla="*/ 37518 h 555813"/>
                <a:gd name="connsiteX260" fmla="*/ 150014 w 367038"/>
                <a:gd name="connsiteY260" fmla="*/ 54183 h 555813"/>
                <a:gd name="connsiteX261" fmla="*/ 135349 w 367038"/>
                <a:gd name="connsiteY261" fmla="*/ 45684 h 555813"/>
                <a:gd name="connsiteX262" fmla="*/ 128349 w 367038"/>
                <a:gd name="connsiteY262" fmla="*/ 45600 h 555813"/>
                <a:gd name="connsiteX263" fmla="*/ 141765 w 367038"/>
                <a:gd name="connsiteY263" fmla="*/ 17186 h 555813"/>
                <a:gd name="connsiteX264" fmla="*/ 141765 w 367038"/>
                <a:gd name="connsiteY264" fmla="*/ 17186 h 555813"/>
                <a:gd name="connsiteX265" fmla="*/ 129266 w 367038"/>
                <a:gd name="connsiteY265" fmla="*/ 60182 h 555813"/>
                <a:gd name="connsiteX266" fmla="*/ 145681 w 367038"/>
                <a:gd name="connsiteY266" fmla="*/ 64182 h 555813"/>
                <a:gd name="connsiteX267" fmla="*/ 149764 w 367038"/>
                <a:gd name="connsiteY267" fmla="*/ 83264 h 555813"/>
                <a:gd name="connsiteX268" fmla="*/ 149931 w 367038"/>
                <a:gd name="connsiteY268" fmla="*/ 84430 h 555813"/>
                <a:gd name="connsiteX269" fmla="*/ 149681 w 367038"/>
                <a:gd name="connsiteY269" fmla="*/ 84680 h 555813"/>
                <a:gd name="connsiteX270" fmla="*/ 144264 w 367038"/>
                <a:gd name="connsiteY270" fmla="*/ 92346 h 555813"/>
                <a:gd name="connsiteX271" fmla="*/ 134849 w 367038"/>
                <a:gd name="connsiteY271" fmla="*/ 85097 h 555813"/>
                <a:gd name="connsiteX272" fmla="*/ 120600 w 367038"/>
                <a:gd name="connsiteY272" fmla="*/ 83097 h 555813"/>
                <a:gd name="connsiteX273" fmla="*/ 103019 w 367038"/>
                <a:gd name="connsiteY273" fmla="*/ 110678 h 555813"/>
                <a:gd name="connsiteX274" fmla="*/ 86103 w 367038"/>
                <a:gd name="connsiteY274" fmla="*/ 109678 h 555813"/>
                <a:gd name="connsiteX275" fmla="*/ 79854 w 367038"/>
                <a:gd name="connsiteY275" fmla="*/ 99429 h 555813"/>
                <a:gd name="connsiteX276" fmla="*/ 102435 w 367038"/>
                <a:gd name="connsiteY276" fmla="*/ 72431 h 555813"/>
                <a:gd name="connsiteX277" fmla="*/ 111851 w 367038"/>
                <a:gd name="connsiteY277" fmla="*/ 77931 h 555813"/>
                <a:gd name="connsiteX278" fmla="*/ 115100 w 367038"/>
                <a:gd name="connsiteY278" fmla="*/ 76014 h 555813"/>
                <a:gd name="connsiteX279" fmla="*/ 117267 w 367038"/>
                <a:gd name="connsiteY279" fmla="*/ 70931 h 555813"/>
                <a:gd name="connsiteX280" fmla="*/ 129266 w 367038"/>
                <a:gd name="connsiteY280" fmla="*/ 60182 h 555813"/>
                <a:gd name="connsiteX281" fmla="*/ 129266 w 367038"/>
                <a:gd name="connsiteY281" fmla="*/ 60182 h 555813"/>
                <a:gd name="connsiteX282" fmla="*/ 90436 w 367038"/>
                <a:gd name="connsiteY282" fmla="*/ 42434 h 555813"/>
                <a:gd name="connsiteX283" fmla="*/ 106185 w 367038"/>
                <a:gd name="connsiteY283" fmla="*/ 42934 h 555813"/>
                <a:gd name="connsiteX284" fmla="*/ 120184 w 367038"/>
                <a:gd name="connsiteY284" fmla="*/ 49517 h 555813"/>
                <a:gd name="connsiteX285" fmla="*/ 109934 w 367038"/>
                <a:gd name="connsiteY285" fmla="*/ 71015 h 555813"/>
                <a:gd name="connsiteX286" fmla="*/ 96186 w 367038"/>
                <a:gd name="connsiteY286" fmla="*/ 62349 h 555813"/>
                <a:gd name="connsiteX287" fmla="*/ 81270 w 367038"/>
                <a:gd name="connsiteY287" fmla="*/ 67598 h 555813"/>
                <a:gd name="connsiteX288" fmla="*/ 76354 w 367038"/>
                <a:gd name="connsiteY288" fmla="*/ 73431 h 555813"/>
                <a:gd name="connsiteX289" fmla="*/ 74937 w 367038"/>
                <a:gd name="connsiteY289" fmla="*/ 72431 h 555813"/>
                <a:gd name="connsiteX290" fmla="*/ 90436 w 367038"/>
                <a:gd name="connsiteY290" fmla="*/ 42434 h 555813"/>
                <a:gd name="connsiteX291" fmla="*/ 90436 w 367038"/>
                <a:gd name="connsiteY291" fmla="*/ 42434 h 555813"/>
                <a:gd name="connsiteX292" fmla="*/ 29942 w 367038"/>
                <a:gd name="connsiteY292" fmla="*/ 94679 h 555813"/>
                <a:gd name="connsiteX293" fmla="*/ 41524 w 367038"/>
                <a:gd name="connsiteY293" fmla="*/ 77764 h 555813"/>
                <a:gd name="connsiteX294" fmla="*/ 60522 w 367038"/>
                <a:gd name="connsiteY294" fmla="*/ 71848 h 555813"/>
                <a:gd name="connsiteX295" fmla="*/ 73688 w 367038"/>
                <a:gd name="connsiteY295" fmla="*/ 79181 h 555813"/>
                <a:gd name="connsiteX296" fmla="*/ 73188 w 367038"/>
                <a:gd name="connsiteY296" fmla="*/ 92513 h 555813"/>
                <a:gd name="connsiteX297" fmla="*/ 60189 w 367038"/>
                <a:gd name="connsiteY297" fmla="*/ 89346 h 555813"/>
                <a:gd name="connsiteX298" fmla="*/ 44524 w 367038"/>
                <a:gd name="connsiteY298" fmla="*/ 98595 h 555813"/>
                <a:gd name="connsiteX299" fmla="*/ 40607 w 367038"/>
                <a:gd name="connsiteY299" fmla="*/ 112428 h 555813"/>
                <a:gd name="connsiteX300" fmla="*/ 29525 w 367038"/>
                <a:gd name="connsiteY300" fmla="*/ 111344 h 555813"/>
                <a:gd name="connsiteX301" fmla="*/ 29942 w 367038"/>
                <a:gd name="connsiteY301" fmla="*/ 94679 h 555813"/>
                <a:gd name="connsiteX302" fmla="*/ 29942 w 367038"/>
                <a:gd name="connsiteY302" fmla="*/ 94679 h 555813"/>
                <a:gd name="connsiteX303" fmla="*/ 15027 w 367038"/>
                <a:gd name="connsiteY303" fmla="*/ 131509 h 555813"/>
                <a:gd name="connsiteX304" fmla="*/ 42357 w 367038"/>
                <a:gd name="connsiteY304" fmla="*/ 122260 h 555813"/>
                <a:gd name="connsiteX305" fmla="*/ 46523 w 367038"/>
                <a:gd name="connsiteY305" fmla="*/ 120427 h 555813"/>
                <a:gd name="connsiteX306" fmla="*/ 54189 w 367038"/>
                <a:gd name="connsiteY306" fmla="*/ 100679 h 555813"/>
                <a:gd name="connsiteX307" fmla="*/ 70938 w 367038"/>
                <a:gd name="connsiteY307" fmla="*/ 101429 h 555813"/>
                <a:gd name="connsiteX308" fmla="*/ 78854 w 367038"/>
                <a:gd name="connsiteY308" fmla="*/ 112094 h 555813"/>
                <a:gd name="connsiteX309" fmla="*/ 65272 w 367038"/>
                <a:gd name="connsiteY309" fmla="*/ 130509 h 555813"/>
                <a:gd name="connsiteX310" fmla="*/ 51023 w 367038"/>
                <a:gd name="connsiteY310" fmla="*/ 129009 h 555813"/>
                <a:gd name="connsiteX311" fmla="*/ 38358 w 367038"/>
                <a:gd name="connsiteY311" fmla="*/ 141758 h 555813"/>
                <a:gd name="connsiteX312" fmla="*/ 38441 w 367038"/>
                <a:gd name="connsiteY312" fmla="*/ 165173 h 555813"/>
                <a:gd name="connsiteX313" fmla="*/ 23276 w 367038"/>
                <a:gd name="connsiteY313" fmla="*/ 159423 h 555813"/>
                <a:gd name="connsiteX314" fmla="*/ 16609 w 367038"/>
                <a:gd name="connsiteY314" fmla="*/ 156840 h 555813"/>
                <a:gd name="connsiteX315" fmla="*/ 15027 w 367038"/>
                <a:gd name="connsiteY315" fmla="*/ 131509 h 555813"/>
                <a:gd name="connsiteX316" fmla="*/ 15027 w 367038"/>
                <a:gd name="connsiteY316" fmla="*/ 131509 h 555813"/>
                <a:gd name="connsiteX317" fmla="*/ 127599 w 367038"/>
                <a:gd name="connsiteY317" fmla="*/ 503142 h 555813"/>
                <a:gd name="connsiteX318" fmla="*/ 111018 w 367038"/>
                <a:gd name="connsiteY318" fmla="*/ 490477 h 555813"/>
                <a:gd name="connsiteX319" fmla="*/ 102102 w 367038"/>
                <a:gd name="connsiteY319" fmla="*/ 462396 h 555813"/>
                <a:gd name="connsiteX320" fmla="*/ 74355 w 367038"/>
                <a:gd name="connsiteY320" fmla="*/ 375071 h 555813"/>
                <a:gd name="connsiteX321" fmla="*/ 43107 w 367038"/>
                <a:gd name="connsiteY321" fmla="*/ 266747 h 555813"/>
                <a:gd name="connsiteX322" fmla="*/ 29609 w 367038"/>
                <a:gd name="connsiteY322" fmla="*/ 218251 h 555813"/>
                <a:gd name="connsiteX323" fmla="*/ 19526 w 367038"/>
                <a:gd name="connsiteY323" fmla="*/ 186754 h 555813"/>
                <a:gd name="connsiteX324" fmla="*/ 12943 w 367038"/>
                <a:gd name="connsiteY324" fmla="*/ 167173 h 555813"/>
                <a:gd name="connsiteX325" fmla="*/ 23859 w 367038"/>
                <a:gd name="connsiteY325" fmla="*/ 171172 h 555813"/>
                <a:gd name="connsiteX326" fmla="*/ 44773 w 367038"/>
                <a:gd name="connsiteY326" fmla="*/ 184504 h 555813"/>
                <a:gd name="connsiteX327" fmla="*/ 52523 w 367038"/>
                <a:gd name="connsiteY327" fmla="*/ 216585 h 555813"/>
                <a:gd name="connsiteX328" fmla="*/ 66022 w 367038"/>
                <a:gd name="connsiteY328" fmla="*/ 267080 h 555813"/>
                <a:gd name="connsiteX329" fmla="*/ 92186 w 367038"/>
                <a:gd name="connsiteY329" fmla="*/ 351989 h 555813"/>
                <a:gd name="connsiteX330" fmla="*/ 120684 w 367038"/>
                <a:gd name="connsiteY330" fmla="*/ 444648 h 555813"/>
                <a:gd name="connsiteX331" fmla="*/ 136515 w 367038"/>
                <a:gd name="connsiteY331" fmla="*/ 494476 h 555813"/>
                <a:gd name="connsiteX332" fmla="*/ 139848 w 367038"/>
                <a:gd name="connsiteY332" fmla="*/ 508142 h 555813"/>
                <a:gd name="connsiteX333" fmla="*/ 127599 w 367038"/>
                <a:gd name="connsiteY333" fmla="*/ 503142 h 555813"/>
                <a:gd name="connsiteX334" fmla="*/ 127599 w 367038"/>
                <a:gd name="connsiteY334" fmla="*/ 503142 h 555813"/>
                <a:gd name="connsiteX335" fmla="*/ 167929 w 367038"/>
                <a:gd name="connsiteY335" fmla="*/ 518808 h 555813"/>
                <a:gd name="connsiteX336" fmla="*/ 148098 w 367038"/>
                <a:gd name="connsiteY336" fmla="*/ 511142 h 555813"/>
                <a:gd name="connsiteX337" fmla="*/ 125683 w 367038"/>
                <a:gd name="connsiteY337" fmla="*/ 436398 h 555813"/>
                <a:gd name="connsiteX338" fmla="*/ 94186 w 367038"/>
                <a:gd name="connsiteY338" fmla="*/ 339324 h 555813"/>
                <a:gd name="connsiteX339" fmla="*/ 67188 w 367038"/>
                <a:gd name="connsiteY339" fmla="*/ 243916 h 555813"/>
                <a:gd name="connsiteX340" fmla="*/ 53440 w 367038"/>
                <a:gd name="connsiteY340" fmla="*/ 194004 h 555813"/>
                <a:gd name="connsiteX341" fmla="*/ 51773 w 367038"/>
                <a:gd name="connsiteY341" fmla="*/ 188337 h 555813"/>
                <a:gd name="connsiteX342" fmla="*/ 97602 w 367038"/>
                <a:gd name="connsiteY342" fmla="*/ 209252 h 555813"/>
                <a:gd name="connsiteX343" fmla="*/ 99602 w 367038"/>
                <a:gd name="connsiteY343" fmla="*/ 210002 h 555813"/>
                <a:gd name="connsiteX344" fmla="*/ 114684 w 367038"/>
                <a:gd name="connsiteY344" fmla="*/ 285079 h 555813"/>
                <a:gd name="connsiteX345" fmla="*/ 138098 w 367038"/>
                <a:gd name="connsiteY345" fmla="*/ 375820 h 555813"/>
                <a:gd name="connsiteX346" fmla="*/ 159180 w 367038"/>
                <a:gd name="connsiteY346" fmla="*/ 461396 h 555813"/>
                <a:gd name="connsiteX347" fmla="*/ 174262 w 367038"/>
                <a:gd name="connsiteY347" fmla="*/ 521057 h 555813"/>
                <a:gd name="connsiteX348" fmla="*/ 167929 w 367038"/>
                <a:gd name="connsiteY348" fmla="*/ 518808 h 555813"/>
                <a:gd name="connsiteX349" fmla="*/ 167929 w 367038"/>
                <a:gd name="connsiteY349" fmla="*/ 518808 h 555813"/>
                <a:gd name="connsiteX350" fmla="*/ 212092 w 367038"/>
                <a:gd name="connsiteY350" fmla="*/ 534556 h 555813"/>
                <a:gd name="connsiteX351" fmla="*/ 183178 w 367038"/>
                <a:gd name="connsiteY351" fmla="*/ 524640 h 555813"/>
                <a:gd name="connsiteX352" fmla="*/ 167846 w 367038"/>
                <a:gd name="connsiteY352" fmla="*/ 458396 h 555813"/>
                <a:gd name="connsiteX353" fmla="*/ 145431 w 367038"/>
                <a:gd name="connsiteY353" fmla="*/ 369404 h 555813"/>
                <a:gd name="connsiteX354" fmla="*/ 121517 w 367038"/>
                <a:gd name="connsiteY354" fmla="*/ 281496 h 555813"/>
                <a:gd name="connsiteX355" fmla="*/ 105602 w 367038"/>
                <a:gd name="connsiteY355" fmla="*/ 212335 h 555813"/>
                <a:gd name="connsiteX356" fmla="*/ 141181 w 367038"/>
                <a:gd name="connsiteY356" fmla="*/ 223918 h 555813"/>
                <a:gd name="connsiteX357" fmla="*/ 157430 w 367038"/>
                <a:gd name="connsiteY357" fmla="*/ 228750 h 555813"/>
                <a:gd name="connsiteX358" fmla="*/ 182595 w 367038"/>
                <a:gd name="connsiteY358" fmla="*/ 392986 h 555813"/>
                <a:gd name="connsiteX359" fmla="*/ 201093 w 367038"/>
                <a:gd name="connsiteY359" fmla="*/ 471395 h 555813"/>
                <a:gd name="connsiteX360" fmla="*/ 213925 w 367038"/>
                <a:gd name="connsiteY360" fmla="*/ 519807 h 555813"/>
                <a:gd name="connsiteX361" fmla="*/ 217508 w 367038"/>
                <a:gd name="connsiteY361" fmla="*/ 536806 h 555813"/>
                <a:gd name="connsiteX362" fmla="*/ 212092 w 367038"/>
                <a:gd name="connsiteY362" fmla="*/ 534556 h 555813"/>
                <a:gd name="connsiteX363" fmla="*/ 212092 w 367038"/>
                <a:gd name="connsiteY363" fmla="*/ 534556 h 555813"/>
                <a:gd name="connsiteX364" fmla="*/ 248505 w 367038"/>
                <a:gd name="connsiteY364" fmla="*/ 498226 h 555813"/>
                <a:gd name="connsiteX365" fmla="*/ 252338 w 367038"/>
                <a:gd name="connsiteY365" fmla="*/ 528140 h 555813"/>
                <a:gd name="connsiteX366" fmla="*/ 248755 w 367038"/>
                <a:gd name="connsiteY366" fmla="*/ 529723 h 555813"/>
                <a:gd name="connsiteX367" fmla="*/ 230590 w 367038"/>
                <a:gd name="connsiteY367" fmla="*/ 537973 h 555813"/>
                <a:gd name="connsiteX368" fmla="*/ 229673 w 367038"/>
                <a:gd name="connsiteY368" fmla="*/ 538139 h 555813"/>
                <a:gd name="connsiteX369" fmla="*/ 222508 w 367038"/>
                <a:gd name="connsiteY369" fmla="*/ 507309 h 555813"/>
                <a:gd name="connsiteX370" fmla="*/ 210509 w 367038"/>
                <a:gd name="connsiteY370" fmla="*/ 461979 h 555813"/>
                <a:gd name="connsiteX371" fmla="*/ 193927 w 367038"/>
                <a:gd name="connsiteY371" fmla="*/ 383070 h 555813"/>
                <a:gd name="connsiteX372" fmla="*/ 163430 w 367038"/>
                <a:gd name="connsiteY372" fmla="*/ 228917 h 555813"/>
                <a:gd name="connsiteX373" fmla="*/ 174346 w 367038"/>
                <a:gd name="connsiteY373" fmla="*/ 226417 h 555813"/>
                <a:gd name="connsiteX374" fmla="*/ 199926 w 367038"/>
                <a:gd name="connsiteY374" fmla="*/ 212085 h 555813"/>
                <a:gd name="connsiteX375" fmla="*/ 211259 w 367038"/>
                <a:gd name="connsiteY375" fmla="*/ 279746 h 555813"/>
                <a:gd name="connsiteX376" fmla="*/ 226007 w 367038"/>
                <a:gd name="connsiteY376" fmla="*/ 364655 h 555813"/>
                <a:gd name="connsiteX377" fmla="*/ 235173 w 367038"/>
                <a:gd name="connsiteY377" fmla="*/ 409317 h 555813"/>
                <a:gd name="connsiteX378" fmla="*/ 242256 w 367038"/>
                <a:gd name="connsiteY378" fmla="*/ 456730 h 555813"/>
                <a:gd name="connsiteX379" fmla="*/ 248505 w 367038"/>
                <a:gd name="connsiteY379" fmla="*/ 498226 h 555813"/>
                <a:gd name="connsiteX380" fmla="*/ 248505 w 367038"/>
                <a:gd name="connsiteY380" fmla="*/ 498226 h 555813"/>
                <a:gd name="connsiteX381" fmla="*/ 293584 w 367038"/>
                <a:gd name="connsiteY381" fmla="*/ 430066 h 555813"/>
                <a:gd name="connsiteX382" fmla="*/ 297501 w 367038"/>
                <a:gd name="connsiteY382" fmla="*/ 473478 h 555813"/>
                <a:gd name="connsiteX383" fmla="*/ 301167 w 367038"/>
                <a:gd name="connsiteY383" fmla="*/ 507059 h 555813"/>
                <a:gd name="connsiteX384" fmla="*/ 262504 w 367038"/>
                <a:gd name="connsiteY384" fmla="*/ 523724 h 555813"/>
                <a:gd name="connsiteX385" fmla="*/ 258004 w 367038"/>
                <a:gd name="connsiteY385" fmla="*/ 499893 h 555813"/>
                <a:gd name="connsiteX386" fmla="*/ 249505 w 367038"/>
                <a:gd name="connsiteY386" fmla="*/ 458230 h 555813"/>
                <a:gd name="connsiteX387" fmla="*/ 242339 w 367038"/>
                <a:gd name="connsiteY387" fmla="*/ 411234 h 555813"/>
                <a:gd name="connsiteX388" fmla="*/ 233673 w 367038"/>
                <a:gd name="connsiteY388" fmla="*/ 363572 h 555813"/>
                <a:gd name="connsiteX389" fmla="*/ 220591 w 367038"/>
                <a:gd name="connsiteY389" fmla="*/ 280746 h 555813"/>
                <a:gd name="connsiteX390" fmla="*/ 213008 w 367038"/>
                <a:gd name="connsiteY390" fmla="*/ 242249 h 555813"/>
                <a:gd name="connsiteX391" fmla="*/ 207009 w 367038"/>
                <a:gd name="connsiteY391" fmla="*/ 207752 h 555813"/>
                <a:gd name="connsiteX392" fmla="*/ 213925 w 367038"/>
                <a:gd name="connsiteY392" fmla="*/ 203753 h 555813"/>
                <a:gd name="connsiteX393" fmla="*/ 257338 w 367038"/>
                <a:gd name="connsiteY393" fmla="*/ 182421 h 555813"/>
                <a:gd name="connsiteX394" fmla="*/ 267670 w 367038"/>
                <a:gd name="connsiteY394" fmla="*/ 177255 h 555813"/>
                <a:gd name="connsiteX395" fmla="*/ 282752 w 367038"/>
                <a:gd name="connsiteY395" fmla="*/ 348240 h 555813"/>
                <a:gd name="connsiteX396" fmla="*/ 293584 w 367038"/>
                <a:gd name="connsiteY396" fmla="*/ 430066 h 555813"/>
                <a:gd name="connsiteX397" fmla="*/ 293584 w 367038"/>
                <a:gd name="connsiteY397" fmla="*/ 430066 h 555813"/>
                <a:gd name="connsiteX398" fmla="*/ 335581 w 367038"/>
                <a:gd name="connsiteY398" fmla="*/ 181171 h 555813"/>
                <a:gd name="connsiteX399" fmla="*/ 333414 w 367038"/>
                <a:gd name="connsiteY399" fmla="*/ 230334 h 555813"/>
                <a:gd name="connsiteX400" fmla="*/ 335497 w 367038"/>
                <a:gd name="connsiteY400" fmla="*/ 324242 h 555813"/>
                <a:gd name="connsiteX401" fmla="*/ 342663 w 367038"/>
                <a:gd name="connsiteY401" fmla="*/ 419067 h 555813"/>
                <a:gd name="connsiteX402" fmla="*/ 348163 w 367038"/>
                <a:gd name="connsiteY402" fmla="*/ 467312 h 555813"/>
                <a:gd name="connsiteX403" fmla="*/ 349413 w 367038"/>
                <a:gd name="connsiteY403" fmla="*/ 485311 h 555813"/>
                <a:gd name="connsiteX404" fmla="*/ 349497 w 367038"/>
                <a:gd name="connsiteY404" fmla="*/ 486394 h 555813"/>
                <a:gd name="connsiteX405" fmla="*/ 348497 w 367038"/>
                <a:gd name="connsiteY405" fmla="*/ 487061 h 555813"/>
                <a:gd name="connsiteX406" fmla="*/ 336581 w 367038"/>
                <a:gd name="connsiteY406" fmla="*/ 492143 h 555813"/>
                <a:gd name="connsiteX407" fmla="*/ 309500 w 367038"/>
                <a:gd name="connsiteY407" fmla="*/ 503642 h 555813"/>
                <a:gd name="connsiteX408" fmla="*/ 307667 w 367038"/>
                <a:gd name="connsiteY408" fmla="*/ 477895 h 555813"/>
                <a:gd name="connsiteX409" fmla="*/ 305167 w 367038"/>
                <a:gd name="connsiteY409" fmla="*/ 437565 h 555813"/>
                <a:gd name="connsiteX410" fmla="*/ 294918 w 367038"/>
                <a:gd name="connsiteY410" fmla="*/ 350906 h 555813"/>
                <a:gd name="connsiteX411" fmla="*/ 274253 w 367038"/>
                <a:gd name="connsiteY411" fmla="*/ 174005 h 555813"/>
                <a:gd name="connsiteX412" fmla="*/ 337914 w 367038"/>
                <a:gd name="connsiteY412" fmla="*/ 139092 h 555813"/>
                <a:gd name="connsiteX413" fmla="*/ 335581 w 367038"/>
                <a:gd name="connsiteY413" fmla="*/ 181171 h 555813"/>
                <a:gd name="connsiteX414" fmla="*/ 335581 w 367038"/>
                <a:gd name="connsiteY414" fmla="*/ 181171 h 555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Lst>
              <a:rect l="l" t="t" r="r" b="b"/>
              <a:pathLst>
                <a:path w="367038" h="555813">
                  <a:moveTo>
                    <a:pt x="344746" y="126843"/>
                  </a:moveTo>
                  <a:cubicBezTo>
                    <a:pt x="342580" y="124593"/>
                    <a:pt x="340248" y="124177"/>
                    <a:pt x="337330" y="125010"/>
                  </a:cubicBezTo>
                  <a:cubicBezTo>
                    <a:pt x="331997" y="126593"/>
                    <a:pt x="326915" y="128926"/>
                    <a:pt x="321915" y="131426"/>
                  </a:cubicBezTo>
                  <a:cubicBezTo>
                    <a:pt x="322499" y="128593"/>
                    <a:pt x="322581" y="125760"/>
                    <a:pt x="322082" y="123010"/>
                  </a:cubicBezTo>
                  <a:cubicBezTo>
                    <a:pt x="331248" y="115344"/>
                    <a:pt x="338997" y="99012"/>
                    <a:pt x="334998" y="87596"/>
                  </a:cubicBezTo>
                  <a:cubicBezTo>
                    <a:pt x="330581" y="74848"/>
                    <a:pt x="316999" y="75431"/>
                    <a:pt x="305667" y="77764"/>
                  </a:cubicBezTo>
                  <a:cubicBezTo>
                    <a:pt x="306167" y="68765"/>
                    <a:pt x="301917" y="59682"/>
                    <a:pt x="294251" y="56183"/>
                  </a:cubicBezTo>
                  <a:cubicBezTo>
                    <a:pt x="299834" y="46600"/>
                    <a:pt x="301084" y="38268"/>
                    <a:pt x="291085" y="28352"/>
                  </a:cubicBezTo>
                  <a:cubicBezTo>
                    <a:pt x="280086" y="17269"/>
                    <a:pt x="270170" y="23019"/>
                    <a:pt x="260337" y="30935"/>
                  </a:cubicBezTo>
                  <a:cubicBezTo>
                    <a:pt x="258421" y="28519"/>
                    <a:pt x="257254" y="25102"/>
                    <a:pt x="254338" y="23352"/>
                  </a:cubicBezTo>
                  <a:cubicBezTo>
                    <a:pt x="252005" y="21936"/>
                    <a:pt x="249588" y="21269"/>
                    <a:pt x="247172" y="21186"/>
                  </a:cubicBezTo>
                  <a:cubicBezTo>
                    <a:pt x="247672" y="20103"/>
                    <a:pt x="247756" y="18853"/>
                    <a:pt x="246922" y="17853"/>
                  </a:cubicBezTo>
                  <a:cubicBezTo>
                    <a:pt x="243922" y="14353"/>
                    <a:pt x="242172" y="12187"/>
                    <a:pt x="237423" y="10687"/>
                  </a:cubicBezTo>
                  <a:cubicBezTo>
                    <a:pt x="233174" y="9437"/>
                    <a:pt x="228924" y="9937"/>
                    <a:pt x="225007" y="12020"/>
                  </a:cubicBezTo>
                  <a:cubicBezTo>
                    <a:pt x="222424" y="13353"/>
                    <a:pt x="220341" y="15186"/>
                    <a:pt x="218758" y="17353"/>
                  </a:cubicBezTo>
                  <a:cubicBezTo>
                    <a:pt x="218508" y="15020"/>
                    <a:pt x="217841" y="12770"/>
                    <a:pt x="216675" y="10770"/>
                  </a:cubicBezTo>
                  <a:cubicBezTo>
                    <a:pt x="212925" y="4437"/>
                    <a:pt x="204176" y="-812"/>
                    <a:pt x="196677" y="104"/>
                  </a:cubicBezTo>
                  <a:cubicBezTo>
                    <a:pt x="185511" y="1521"/>
                    <a:pt x="173012" y="11937"/>
                    <a:pt x="172262" y="23102"/>
                  </a:cubicBezTo>
                  <a:cubicBezTo>
                    <a:pt x="164763" y="11520"/>
                    <a:pt x="150348" y="2188"/>
                    <a:pt x="137682" y="10270"/>
                  </a:cubicBezTo>
                  <a:cubicBezTo>
                    <a:pt x="128849" y="15853"/>
                    <a:pt x="120017" y="27519"/>
                    <a:pt x="120684" y="38268"/>
                  </a:cubicBezTo>
                  <a:cubicBezTo>
                    <a:pt x="111101" y="30935"/>
                    <a:pt x="89270" y="32018"/>
                    <a:pt x="81520" y="36351"/>
                  </a:cubicBezTo>
                  <a:cubicBezTo>
                    <a:pt x="73355" y="40934"/>
                    <a:pt x="65272" y="55849"/>
                    <a:pt x="66688" y="66932"/>
                  </a:cubicBezTo>
                  <a:cubicBezTo>
                    <a:pt x="63022" y="65182"/>
                    <a:pt x="59106" y="64349"/>
                    <a:pt x="54106" y="65182"/>
                  </a:cubicBezTo>
                  <a:cubicBezTo>
                    <a:pt x="45524" y="66682"/>
                    <a:pt x="35524" y="70848"/>
                    <a:pt x="29775" y="77681"/>
                  </a:cubicBezTo>
                  <a:cubicBezTo>
                    <a:pt x="23692" y="84930"/>
                    <a:pt x="17693" y="102345"/>
                    <a:pt x="22276" y="112594"/>
                  </a:cubicBezTo>
                  <a:cubicBezTo>
                    <a:pt x="14526" y="114844"/>
                    <a:pt x="8110" y="120260"/>
                    <a:pt x="4527" y="129509"/>
                  </a:cubicBezTo>
                  <a:cubicBezTo>
                    <a:pt x="1527" y="137175"/>
                    <a:pt x="1194" y="147424"/>
                    <a:pt x="4611" y="155174"/>
                  </a:cubicBezTo>
                  <a:cubicBezTo>
                    <a:pt x="4361" y="155257"/>
                    <a:pt x="4110" y="155257"/>
                    <a:pt x="3861" y="155340"/>
                  </a:cubicBezTo>
                  <a:cubicBezTo>
                    <a:pt x="1861" y="156007"/>
                    <a:pt x="278" y="158423"/>
                    <a:pt x="111" y="160423"/>
                  </a:cubicBezTo>
                  <a:cubicBezTo>
                    <a:pt x="-1056" y="173589"/>
                    <a:pt x="7277" y="189421"/>
                    <a:pt x="11277" y="201586"/>
                  </a:cubicBezTo>
                  <a:cubicBezTo>
                    <a:pt x="17276" y="219668"/>
                    <a:pt x="22942" y="237750"/>
                    <a:pt x="28358" y="255998"/>
                  </a:cubicBezTo>
                  <a:cubicBezTo>
                    <a:pt x="38607" y="290661"/>
                    <a:pt x="47023" y="325825"/>
                    <a:pt x="58689" y="360072"/>
                  </a:cubicBezTo>
                  <a:cubicBezTo>
                    <a:pt x="71105" y="396735"/>
                    <a:pt x="81437" y="433065"/>
                    <a:pt x="90603" y="470645"/>
                  </a:cubicBezTo>
                  <a:cubicBezTo>
                    <a:pt x="93269" y="481478"/>
                    <a:pt x="94352" y="497893"/>
                    <a:pt x="101852" y="506642"/>
                  </a:cubicBezTo>
                  <a:cubicBezTo>
                    <a:pt x="110268" y="516475"/>
                    <a:pt x="130599" y="521307"/>
                    <a:pt x="142015" y="525807"/>
                  </a:cubicBezTo>
                  <a:cubicBezTo>
                    <a:pt x="144515" y="526807"/>
                    <a:pt x="147014" y="527807"/>
                    <a:pt x="149431" y="528807"/>
                  </a:cubicBezTo>
                  <a:cubicBezTo>
                    <a:pt x="149681" y="528973"/>
                    <a:pt x="149931" y="529057"/>
                    <a:pt x="150181" y="529057"/>
                  </a:cubicBezTo>
                  <a:cubicBezTo>
                    <a:pt x="162596" y="534056"/>
                    <a:pt x="175012" y="539306"/>
                    <a:pt x="187761" y="543472"/>
                  </a:cubicBezTo>
                  <a:cubicBezTo>
                    <a:pt x="199760" y="547472"/>
                    <a:pt x="217092" y="557554"/>
                    <a:pt x="230007" y="555554"/>
                  </a:cubicBezTo>
                  <a:cubicBezTo>
                    <a:pt x="242922" y="553554"/>
                    <a:pt x="256588" y="544139"/>
                    <a:pt x="268587" y="539389"/>
                  </a:cubicBezTo>
                  <a:cubicBezTo>
                    <a:pt x="286335" y="532390"/>
                    <a:pt x="303501" y="524224"/>
                    <a:pt x="321082" y="517058"/>
                  </a:cubicBezTo>
                  <a:cubicBezTo>
                    <a:pt x="328582" y="514058"/>
                    <a:pt x="336081" y="511225"/>
                    <a:pt x="343580" y="508142"/>
                  </a:cubicBezTo>
                  <a:cubicBezTo>
                    <a:pt x="349163" y="505809"/>
                    <a:pt x="358245" y="503892"/>
                    <a:pt x="362745" y="499393"/>
                  </a:cubicBezTo>
                  <a:cubicBezTo>
                    <a:pt x="370911" y="491310"/>
                    <a:pt x="365162" y="477145"/>
                    <a:pt x="363828" y="467312"/>
                  </a:cubicBezTo>
                  <a:cubicBezTo>
                    <a:pt x="358912" y="430232"/>
                    <a:pt x="351329" y="392819"/>
                    <a:pt x="349246" y="355489"/>
                  </a:cubicBezTo>
                  <a:cubicBezTo>
                    <a:pt x="346913" y="313493"/>
                    <a:pt x="344746" y="270997"/>
                    <a:pt x="345830" y="229000"/>
                  </a:cubicBezTo>
                  <a:cubicBezTo>
                    <a:pt x="346330" y="207752"/>
                    <a:pt x="347579" y="186588"/>
                    <a:pt x="348580" y="165423"/>
                  </a:cubicBezTo>
                  <a:cubicBezTo>
                    <a:pt x="348996" y="154674"/>
                    <a:pt x="353329" y="135676"/>
                    <a:pt x="344746" y="126843"/>
                  </a:cubicBezTo>
                  <a:lnTo>
                    <a:pt x="344746" y="126843"/>
                  </a:lnTo>
                  <a:close/>
                  <a:moveTo>
                    <a:pt x="304834" y="83014"/>
                  </a:moveTo>
                  <a:cubicBezTo>
                    <a:pt x="311583" y="81430"/>
                    <a:pt x="319166" y="81264"/>
                    <a:pt x="324582" y="86097"/>
                  </a:cubicBezTo>
                  <a:cubicBezTo>
                    <a:pt x="331498" y="92263"/>
                    <a:pt x="324998" y="102762"/>
                    <a:pt x="320999" y="108178"/>
                  </a:cubicBezTo>
                  <a:cubicBezTo>
                    <a:pt x="319832" y="109761"/>
                    <a:pt x="317582" y="111761"/>
                    <a:pt x="315666" y="114011"/>
                  </a:cubicBezTo>
                  <a:cubicBezTo>
                    <a:pt x="313833" y="112927"/>
                    <a:pt x="311750" y="112094"/>
                    <a:pt x="309583" y="111678"/>
                  </a:cubicBezTo>
                  <a:cubicBezTo>
                    <a:pt x="306584" y="111094"/>
                    <a:pt x="303250" y="111261"/>
                    <a:pt x="300251" y="111844"/>
                  </a:cubicBezTo>
                  <a:cubicBezTo>
                    <a:pt x="300251" y="111844"/>
                    <a:pt x="299917" y="111928"/>
                    <a:pt x="299418" y="112094"/>
                  </a:cubicBezTo>
                  <a:cubicBezTo>
                    <a:pt x="300668" y="108928"/>
                    <a:pt x="301833" y="105845"/>
                    <a:pt x="301584" y="101929"/>
                  </a:cubicBezTo>
                  <a:cubicBezTo>
                    <a:pt x="301334" y="98762"/>
                    <a:pt x="300501" y="95762"/>
                    <a:pt x="298750" y="93346"/>
                  </a:cubicBezTo>
                  <a:cubicBezTo>
                    <a:pt x="301833" y="90513"/>
                    <a:pt x="303751" y="86847"/>
                    <a:pt x="304834" y="83014"/>
                  </a:cubicBezTo>
                  <a:lnTo>
                    <a:pt x="304834" y="83014"/>
                  </a:lnTo>
                  <a:close/>
                  <a:moveTo>
                    <a:pt x="177678" y="205836"/>
                  </a:moveTo>
                  <a:cubicBezTo>
                    <a:pt x="173846" y="208252"/>
                    <a:pt x="169679" y="210835"/>
                    <a:pt x="165596" y="211919"/>
                  </a:cubicBezTo>
                  <a:cubicBezTo>
                    <a:pt x="157680" y="214085"/>
                    <a:pt x="149764" y="209585"/>
                    <a:pt x="142515" y="207086"/>
                  </a:cubicBezTo>
                  <a:cubicBezTo>
                    <a:pt x="134766" y="204503"/>
                    <a:pt x="126850" y="202503"/>
                    <a:pt x="119017" y="200336"/>
                  </a:cubicBezTo>
                  <a:cubicBezTo>
                    <a:pt x="118767" y="193670"/>
                    <a:pt x="121517" y="185004"/>
                    <a:pt x="123017" y="182838"/>
                  </a:cubicBezTo>
                  <a:cubicBezTo>
                    <a:pt x="125433" y="180588"/>
                    <a:pt x="127850" y="178338"/>
                    <a:pt x="130266" y="176172"/>
                  </a:cubicBezTo>
                  <a:cubicBezTo>
                    <a:pt x="136599" y="174422"/>
                    <a:pt x="141765" y="176255"/>
                    <a:pt x="145764" y="181505"/>
                  </a:cubicBezTo>
                  <a:cubicBezTo>
                    <a:pt x="147181" y="182171"/>
                    <a:pt x="147765" y="182838"/>
                    <a:pt x="149514" y="183338"/>
                  </a:cubicBezTo>
                  <a:cubicBezTo>
                    <a:pt x="151181" y="183838"/>
                    <a:pt x="153180" y="183255"/>
                    <a:pt x="153764" y="181505"/>
                  </a:cubicBezTo>
                  <a:cubicBezTo>
                    <a:pt x="158847" y="167173"/>
                    <a:pt x="175262" y="167923"/>
                    <a:pt x="177845" y="182421"/>
                  </a:cubicBezTo>
                  <a:cubicBezTo>
                    <a:pt x="179095" y="189587"/>
                    <a:pt x="177178" y="195170"/>
                    <a:pt x="176178" y="202253"/>
                  </a:cubicBezTo>
                  <a:cubicBezTo>
                    <a:pt x="175929" y="203753"/>
                    <a:pt x="176595" y="205003"/>
                    <a:pt x="177678" y="205836"/>
                  </a:cubicBezTo>
                  <a:lnTo>
                    <a:pt x="177678" y="205836"/>
                  </a:lnTo>
                  <a:close/>
                  <a:moveTo>
                    <a:pt x="76854" y="183171"/>
                  </a:moveTo>
                  <a:cubicBezTo>
                    <a:pt x="69688" y="179422"/>
                    <a:pt x="62438" y="175672"/>
                    <a:pt x="55189" y="172339"/>
                  </a:cubicBezTo>
                  <a:cubicBezTo>
                    <a:pt x="53940" y="171755"/>
                    <a:pt x="52689" y="171172"/>
                    <a:pt x="51440" y="170672"/>
                  </a:cubicBezTo>
                  <a:cubicBezTo>
                    <a:pt x="38941" y="155340"/>
                    <a:pt x="47107" y="136842"/>
                    <a:pt x="69688" y="141925"/>
                  </a:cubicBezTo>
                  <a:cubicBezTo>
                    <a:pt x="72105" y="142508"/>
                    <a:pt x="75438" y="140008"/>
                    <a:pt x="75354" y="137509"/>
                  </a:cubicBezTo>
                  <a:cubicBezTo>
                    <a:pt x="75104" y="117844"/>
                    <a:pt x="101102" y="111178"/>
                    <a:pt x="109351" y="130676"/>
                  </a:cubicBezTo>
                  <a:cubicBezTo>
                    <a:pt x="103852" y="136259"/>
                    <a:pt x="104685" y="141842"/>
                    <a:pt x="105102" y="148174"/>
                  </a:cubicBezTo>
                  <a:cubicBezTo>
                    <a:pt x="101518" y="146091"/>
                    <a:pt x="98352" y="144591"/>
                    <a:pt x="93186" y="145508"/>
                  </a:cubicBezTo>
                  <a:cubicBezTo>
                    <a:pt x="86936" y="146591"/>
                    <a:pt x="82104" y="150841"/>
                    <a:pt x="78771" y="155924"/>
                  </a:cubicBezTo>
                  <a:cubicBezTo>
                    <a:pt x="72604" y="165173"/>
                    <a:pt x="73355" y="174255"/>
                    <a:pt x="76854" y="183171"/>
                  </a:cubicBezTo>
                  <a:lnTo>
                    <a:pt x="76854" y="183171"/>
                  </a:lnTo>
                  <a:close/>
                  <a:moveTo>
                    <a:pt x="81437" y="168339"/>
                  </a:moveTo>
                  <a:cubicBezTo>
                    <a:pt x="82187" y="163090"/>
                    <a:pt x="87270" y="156340"/>
                    <a:pt x="91686" y="153757"/>
                  </a:cubicBezTo>
                  <a:cubicBezTo>
                    <a:pt x="96186" y="151174"/>
                    <a:pt x="102602" y="155340"/>
                    <a:pt x="107351" y="157173"/>
                  </a:cubicBezTo>
                  <a:cubicBezTo>
                    <a:pt x="109434" y="158007"/>
                    <a:pt x="111768" y="156590"/>
                    <a:pt x="112017" y="154424"/>
                  </a:cubicBezTo>
                  <a:cubicBezTo>
                    <a:pt x="112434" y="151341"/>
                    <a:pt x="110684" y="147424"/>
                    <a:pt x="111601" y="144675"/>
                  </a:cubicBezTo>
                  <a:cubicBezTo>
                    <a:pt x="115351" y="140758"/>
                    <a:pt x="119184" y="136842"/>
                    <a:pt x="122933" y="132926"/>
                  </a:cubicBezTo>
                  <a:cubicBezTo>
                    <a:pt x="131016" y="133842"/>
                    <a:pt x="136515" y="137759"/>
                    <a:pt x="139349" y="144675"/>
                  </a:cubicBezTo>
                  <a:cubicBezTo>
                    <a:pt x="142848" y="153507"/>
                    <a:pt x="138098" y="159923"/>
                    <a:pt x="136682" y="167423"/>
                  </a:cubicBezTo>
                  <a:cubicBezTo>
                    <a:pt x="127683" y="165090"/>
                    <a:pt x="118767" y="168589"/>
                    <a:pt x="112017" y="180338"/>
                  </a:cubicBezTo>
                  <a:cubicBezTo>
                    <a:pt x="109685" y="184504"/>
                    <a:pt x="108018" y="191170"/>
                    <a:pt x="108185" y="197337"/>
                  </a:cubicBezTo>
                  <a:cubicBezTo>
                    <a:pt x="106435" y="196837"/>
                    <a:pt x="104768" y="196337"/>
                    <a:pt x="103019" y="195753"/>
                  </a:cubicBezTo>
                  <a:cubicBezTo>
                    <a:pt x="101185" y="195170"/>
                    <a:pt x="99352" y="194504"/>
                    <a:pt x="97519" y="193837"/>
                  </a:cubicBezTo>
                  <a:cubicBezTo>
                    <a:pt x="94269" y="192254"/>
                    <a:pt x="91020" y="190587"/>
                    <a:pt x="87686" y="188837"/>
                  </a:cubicBezTo>
                  <a:cubicBezTo>
                    <a:pt x="84103" y="182505"/>
                    <a:pt x="80354" y="175505"/>
                    <a:pt x="81437" y="168339"/>
                  </a:cubicBezTo>
                  <a:lnTo>
                    <a:pt x="81437" y="168339"/>
                  </a:lnTo>
                  <a:close/>
                  <a:moveTo>
                    <a:pt x="108685" y="114011"/>
                  </a:moveTo>
                  <a:cubicBezTo>
                    <a:pt x="110351" y="98095"/>
                    <a:pt x="118101" y="86097"/>
                    <a:pt x="138098" y="96346"/>
                  </a:cubicBezTo>
                  <a:cubicBezTo>
                    <a:pt x="141098" y="97929"/>
                    <a:pt x="142515" y="101095"/>
                    <a:pt x="146431" y="99845"/>
                  </a:cubicBezTo>
                  <a:cubicBezTo>
                    <a:pt x="152431" y="98012"/>
                    <a:pt x="154514" y="89346"/>
                    <a:pt x="161180" y="87513"/>
                  </a:cubicBezTo>
                  <a:cubicBezTo>
                    <a:pt x="172512" y="84347"/>
                    <a:pt x="182428" y="92763"/>
                    <a:pt x="181928" y="105845"/>
                  </a:cubicBezTo>
                  <a:cubicBezTo>
                    <a:pt x="181761" y="110844"/>
                    <a:pt x="180678" y="111011"/>
                    <a:pt x="181011" y="113344"/>
                  </a:cubicBezTo>
                  <a:cubicBezTo>
                    <a:pt x="177095" y="115344"/>
                    <a:pt x="173512" y="118594"/>
                    <a:pt x="170179" y="122010"/>
                  </a:cubicBezTo>
                  <a:cubicBezTo>
                    <a:pt x="168346" y="119844"/>
                    <a:pt x="166929" y="117760"/>
                    <a:pt x="163013" y="117260"/>
                  </a:cubicBezTo>
                  <a:cubicBezTo>
                    <a:pt x="158013" y="116594"/>
                    <a:pt x="153180" y="119510"/>
                    <a:pt x="149764" y="122843"/>
                  </a:cubicBezTo>
                  <a:cubicBezTo>
                    <a:pt x="147098" y="125426"/>
                    <a:pt x="144431" y="129009"/>
                    <a:pt x="142932" y="132842"/>
                  </a:cubicBezTo>
                  <a:cubicBezTo>
                    <a:pt x="140098" y="129259"/>
                    <a:pt x="136266" y="126510"/>
                    <a:pt x="131266" y="125010"/>
                  </a:cubicBezTo>
                  <a:cubicBezTo>
                    <a:pt x="126850" y="123677"/>
                    <a:pt x="121600" y="124093"/>
                    <a:pt x="116934" y="125760"/>
                  </a:cubicBezTo>
                  <a:cubicBezTo>
                    <a:pt x="114934" y="120927"/>
                    <a:pt x="112101" y="116927"/>
                    <a:pt x="108685" y="114011"/>
                  </a:cubicBezTo>
                  <a:lnTo>
                    <a:pt x="108685" y="114011"/>
                  </a:lnTo>
                  <a:close/>
                  <a:moveTo>
                    <a:pt x="149681" y="174755"/>
                  </a:moveTo>
                  <a:cubicBezTo>
                    <a:pt x="148431" y="173589"/>
                    <a:pt x="147098" y="172589"/>
                    <a:pt x="145848" y="171672"/>
                  </a:cubicBezTo>
                  <a:cubicBezTo>
                    <a:pt x="150264" y="162006"/>
                    <a:pt x="151014" y="149091"/>
                    <a:pt x="146765" y="139092"/>
                  </a:cubicBezTo>
                  <a:cubicBezTo>
                    <a:pt x="148014" y="134676"/>
                    <a:pt x="151431" y="130009"/>
                    <a:pt x="154180" y="128176"/>
                  </a:cubicBezTo>
                  <a:cubicBezTo>
                    <a:pt x="163930" y="122010"/>
                    <a:pt x="163680" y="128009"/>
                    <a:pt x="168013" y="130843"/>
                  </a:cubicBezTo>
                  <a:cubicBezTo>
                    <a:pt x="169929" y="132092"/>
                    <a:pt x="172179" y="131759"/>
                    <a:pt x="173595" y="130009"/>
                  </a:cubicBezTo>
                  <a:cubicBezTo>
                    <a:pt x="175845" y="127343"/>
                    <a:pt x="178512" y="123177"/>
                    <a:pt x="181761" y="121677"/>
                  </a:cubicBezTo>
                  <a:cubicBezTo>
                    <a:pt x="193094" y="116511"/>
                    <a:pt x="198177" y="125010"/>
                    <a:pt x="195510" y="133842"/>
                  </a:cubicBezTo>
                  <a:cubicBezTo>
                    <a:pt x="194343" y="137759"/>
                    <a:pt x="192427" y="140758"/>
                    <a:pt x="192344" y="144508"/>
                  </a:cubicBezTo>
                  <a:cubicBezTo>
                    <a:pt x="190177" y="145008"/>
                    <a:pt x="188011" y="146008"/>
                    <a:pt x="186178" y="147258"/>
                  </a:cubicBezTo>
                  <a:cubicBezTo>
                    <a:pt x="181345" y="150508"/>
                    <a:pt x="176012" y="158423"/>
                    <a:pt x="175678" y="165340"/>
                  </a:cubicBezTo>
                  <a:cubicBezTo>
                    <a:pt x="164013" y="160173"/>
                    <a:pt x="155180" y="165173"/>
                    <a:pt x="149681" y="174755"/>
                  </a:cubicBezTo>
                  <a:lnTo>
                    <a:pt x="149681" y="174755"/>
                  </a:lnTo>
                  <a:close/>
                  <a:moveTo>
                    <a:pt x="182178" y="169672"/>
                  </a:moveTo>
                  <a:cubicBezTo>
                    <a:pt x="182761" y="160923"/>
                    <a:pt x="195094" y="150424"/>
                    <a:pt x="200593" y="157424"/>
                  </a:cubicBezTo>
                  <a:cubicBezTo>
                    <a:pt x="201426" y="158507"/>
                    <a:pt x="202926" y="159090"/>
                    <a:pt x="204259" y="158840"/>
                  </a:cubicBezTo>
                  <a:cubicBezTo>
                    <a:pt x="211759" y="157424"/>
                    <a:pt x="214092" y="147258"/>
                    <a:pt x="220424" y="143175"/>
                  </a:cubicBezTo>
                  <a:cubicBezTo>
                    <a:pt x="229007" y="137592"/>
                    <a:pt x="238173" y="140092"/>
                    <a:pt x="239673" y="150757"/>
                  </a:cubicBezTo>
                  <a:cubicBezTo>
                    <a:pt x="240839" y="158923"/>
                    <a:pt x="237006" y="166089"/>
                    <a:pt x="232257" y="172589"/>
                  </a:cubicBezTo>
                  <a:cubicBezTo>
                    <a:pt x="231340" y="173839"/>
                    <a:pt x="231173" y="175255"/>
                    <a:pt x="231507" y="176588"/>
                  </a:cubicBezTo>
                  <a:cubicBezTo>
                    <a:pt x="215925" y="184338"/>
                    <a:pt x="200593" y="192337"/>
                    <a:pt x="185511" y="201086"/>
                  </a:cubicBezTo>
                  <a:cubicBezTo>
                    <a:pt x="191011" y="190337"/>
                    <a:pt x="191177" y="177672"/>
                    <a:pt x="182178" y="169672"/>
                  </a:cubicBezTo>
                  <a:lnTo>
                    <a:pt x="182178" y="169672"/>
                  </a:lnTo>
                  <a:close/>
                  <a:moveTo>
                    <a:pt x="212175" y="138425"/>
                  </a:moveTo>
                  <a:cubicBezTo>
                    <a:pt x="209925" y="140508"/>
                    <a:pt x="207592" y="145675"/>
                    <a:pt x="205176" y="147174"/>
                  </a:cubicBezTo>
                  <a:cubicBezTo>
                    <a:pt x="204509" y="147591"/>
                    <a:pt x="204176" y="147924"/>
                    <a:pt x="204092" y="148174"/>
                  </a:cubicBezTo>
                  <a:cubicBezTo>
                    <a:pt x="203926" y="148091"/>
                    <a:pt x="203676" y="148091"/>
                    <a:pt x="203343" y="148008"/>
                  </a:cubicBezTo>
                  <a:cubicBezTo>
                    <a:pt x="201926" y="147674"/>
                    <a:pt x="201093" y="147258"/>
                    <a:pt x="200509" y="146758"/>
                  </a:cubicBezTo>
                  <a:cubicBezTo>
                    <a:pt x="205509" y="139009"/>
                    <a:pt x="207426" y="127676"/>
                    <a:pt x="202759" y="119844"/>
                  </a:cubicBezTo>
                  <a:cubicBezTo>
                    <a:pt x="203759" y="116927"/>
                    <a:pt x="205259" y="114094"/>
                    <a:pt x="207342" y="112261"/>
                  </a:cubicBezTo>
                  <a:cubicBezTo>
                    <a:pt x="211009" y="110261"/>
                    <a:pt x="214592" y="108261"/>
                    <a:pt x="218258" y="106262"/>
                  </a:cubicBezTo>
                  <a:cubicBezTo>
                    <a:pt x="220258" y="107345"/>
                    <a:pt x="222341" y="108261"/>
                    <a:pt x="224424" y="109095"/>
                  </a:cubicBezTo>
                  <a:cubicBezTo>
                    <a:pt x="228257" y="109844"/>
                    <a:pt x="229424" y="108845"/>
                    <a:pt x="232507" y="106845"/>
                  </a:cubicBezTo>
                  <a:cubicBezTo>
                    <a:pt x="236257" y="104428"/>
                    <a:pt x="240339" y="100512"/>
                    <a:pt x="244673" y="100179"/>
                  </a:cubicBezTo>
                  <a:cubicBezTo>
                    <a:pt x="245422" y="100429"/>
                    <a:pt x="246172" y="100512"/>
                    <a:pt x="246922" y="100345"/>
                  </a:cubicBezTo>
                  <a:cubicBezTo>
                    <a:pt x="248922" y="100762"/>
                    <a:pt x="250922" y="102012"/>
                    <a:pt x="253005" y="104512"/>
                  </a:cubicBezTo>
                  <a:cubicBezTo>
                    <a:pt x="255505" y="107511"/>
                    <a:pt x="256421" y="116344"/>
                    <a:pt x="256005" y="118844"/>
                  </a:cubicBezTo>
                  <a:cubicBezTo>
                    <a:pt x="254838" y="126176"/>
                    <a:pt x="248672" y="130759"/>
                    <a:pt x="246256" y="137425"/>
                  </a:cubicBezTo>
                  <a:cubicBezTo>
                    <a:pt x="246172" y="137259"/>
                    <a:pt x="246006" y="137092"/>
                    <a:pt x="245922" y="136925"/>
                  </a:cubicBezTo>
                  <a:cubicBezTo>
                    <a:pt x="236673" y="125176"/>
                    <a:pt x="222091" y="129093"/>
                    <a:pt x="212175" y="138425"/>
                  </a:cubicBezTo>
                  <a:lnTo>
                    <a:pt x="212175" y="138425"/>
                  </a:lnTo>
                  <a:close/>
                  <a:moveTo>
                    <a:pt x="249672" y="142758"/>
                  </a:moveTo>
                  <a:cubicBezTo>
                    <a:pt x="250422" y="142591"/>
                    <a:pt x="251172" y="142258"/>
                    <a:pt x="251672" y="141758"/>
                  </a:cubicBezTo>
                  <a:cubicBezTo>
                    <a:pt x="253588" y="139758"/>
                    <a:pt x="255338" y="137675"/>
                    <a:pt x="257005" y="135592"/>
                  </a:cubicBezTo>
                  <a:cubicBezTo>
                    <a:pt x="259171" y="134009"/>
                    <a:pt x="261338" y="132592"/>
                    <a:pt x="263671" y="131509"/>
                  </a:cubicBezTo>
                  <a:cubicBezTo>
                    <a:pt x="269337" y="128926"/>
                    <a:pt x="274419" y="129343"/>
                    <a:pt x="277253" y="135676"/>
                  </a:cubicBezTo>
                  <a:cubicBezTo>
                    <a:pt x="277919" y="137175"/>
                    <a:pt x="277002" y="139425"/>
                    <a:pt x="277586" y="141175"/>
                  </a:cubicBezTo>
                  <a:cubicBezTo>
                    <a:pt x="278503" y="143675"/>
                    <a:pt x="279586" y="144425"/>
                    <a:pt x="282085" y="145008"/>
                  </a:cubicBezTo>
                  <a:cubicBezTo>
                    <a:pt x="284335" y="145508"/>
                    <a:pt x="286168" y="143841"/>
                    <a:pt x="287835" y="146008"/>
                  </a:cubicBezTo>
                  <a:cubicBezTo>
                    <a:pt x="288501" y="146758"/>
                    <a:pt x="288585" y="147674"/>
                    <a:pt x="288501" y="148674"/>
                  </a:cubicBezTo>
                  <a:cubicBezTo>
                    <a:pt x="279419" y="153174"/>
                    <a:pt x="270253" y="157674"/>
                    <a:pt x="261171" y="162090"/>
                  </a:cubicBezTo>
                  <a:cubicBezTo>
                    <a:pt x="256921" y="164173"/>
                    <a:pt x="252755" y="166173"/>
                    <a:pt x="248589" y="168256"/>
                  </a:cubicBezTo>
                  <a:cubicBezTo>
                    <a:pt x="252505" y="160173"/>
                    <a:pt x="253588" y="151174"/>
                    <a:pt x="249672" y="142758"/>
                  </a:cubicBezTo>
                  <a:lnTo>
                    <a:pt x="249672" y="142758"/>
                  </a:lnTo>
                  <a:close/>
                  <a:moveTo>
                    <a:pt x="284585" y="137259"/>
                  </a:moveTo>
                  <a:cubicBezTo>
                    <a:pt x="284003" y="134092"/>
                    <a:pt x="284919" y="130426"/>
                    <a:pt x="282586" y="127510"/>
                  </a:cubicBezTo>
                  <a:cubicBezTo>
                    <a:pt x="280252" y="124593"/>
                    <a:pt x="276336" y="123677"/>
                    <a:pt x="272836" y="123677"/>
                  </a:cubicBezTo>
                  <a:cubicBezTo>
                    <a:pt x="269170" y="123593"/>
                    <a:pt x="265921" y="124676"/>
                    <a:pt x="262921" y="126260"/>
                  </a:cubicBezTo>
                  <a:cubicBezTo>
                    <a:pt x="265337" y="120760"/>
                    <a:pt x="266004" y="114844"/>
                    <a:pt x="264004" y="107928"/>
                  </a:cubicBezTo>
                  <a:cubicBezTo>
                    <a:pt x="270337" y="101595"/>
                    <a:pt x="283252" y="92596"/>
                    <a:pt x="290169" y="100012"/>
                  </a:cubicBezTo>
                  <a:cubicBezTo>
                    <a:pt x="295335" y="105595"/>
                    <a:pt x="289418" y="111011"/>
                    <a:pt x="288501" y="117177"/>
                  </a:cubicBezTo>
                  <a:cubicBezTo>
                    <a:pt x="288169" y="119260"/>
                    <a:pt x="289501" y="121010"/>
                    <a:pt x="291334" y="121927"/>
                  </a:cubicBezTo>
                  <a:cubicBezTo>
                    <a:pt x="294584" y="123510"/>
                    <a:pt x="297001" y="121677"/>
                    <a:pt x="300251" y="121010"/>
                  </a:cubicBezTo>
                  <a:cubicBezTo>
                    <a:pt x="306667" y="119677"/>
                    <a:pt x="307834" y="118594"/>
                    <a:pt x="310666" y="125426"/>
                  </a:cubicBezTo>
                  <a:cubicBezTo>
                    <a:pt x="313332" y="131842"/>
                    <a:pt x="311750" y="135676"/>
                    <a:pt x="306167" y="139758"/>
                  </a:cubicBezTo>
                  <a:cubicBezTo>
                    <a:pt x="306083" y="139842"/>
                    <a:pt x="306000" y="139925"/>
                    <a:pt x="305916" y="140008"/>
                  </a:cubicBezTo>
                  <a:cubicBezTo>
                    <a:pt x="303501" y="141258"/>
                    <a:pt x="301084" y="142425"/>
                    <a:pt x="298667" y="143675"/>
                  </a:cubicBezTo>
                  <a:cubicBezTo>
                    <a:pt x="298585" y="142842"/>
                    <a:pt x="298334" y="142008"/>
                    <a:pt x="298001" y="141175"/>
                  </a:cubicBezTo>
                  <a:cubicBezTo>
                    <a:pt x="295001" y="134509"/>
                    <a:pt x="289918" y="136842"/>
                    <a:pt x="284585" y="137259"/>
                  </a:cubicBezTo>
                  <a:lnTo>
                    <a:pt x="284585" y="137259"/>
                  </a:lnTo>
                  <a:close/>
                  <a:moveTo>
                    <a:pt x="294584" y="69015"/>
                  </a:moveTo>
                  <a:cubicBezTo>
                    <a:pt x="298501" y="76014"/>
                    <a:pt x="294168" y="82097"/>
                    <a:pt x="292002" y="88930"/>
                  </a:cubicBezTo>
                  <a:cubicBezTo>
                    <a:pt x="280252" y="85097"/>
                    <a:pt x="268587" y="92596"/>
                    <a:pt x="261587" y="101929"/>
                  </a:cubicBezTo>
                  <a:cubicBezTo>
                    <a:pt x="259088" y="97429"/>
                    <a:pt x="255588" y="94429"/>
                    <a:pt x="251422" y="93263"/>
                  </a:cubicBezTo>
                  <a:cubicBezTo>
                    <a:pt x="252922" y="87846"/>
                    <a:pt x="252255" y="82430"/>
                    <a:pt x="250172" y="77764"/>
                  </a:cubicBezTo>
                  <a:cubicBezTo>
                    <a:pt x="251922" y="69015"/>
                    <a:pt x="257671" y="61932"/>
                    <a:pt x="267087" y="66848"/>
                  </a:cubicBezTo>
                  <a:cubicBezTo>
                    <a:pt x="269837" y="68348"/>
                    <a:pt x="269753" y="69348"/>
                    <a:pt x="273170" y="68515"/>
                  </a:cubicBezTo>
                  <a:cubicBezTo>
                    <a:pt x="277669" y="67432"/>
                    <a:pt x="281836" y="64015"/>
                    <a:pt x="285836" y="63349"/>
                  </a:cubicBezTo>
                  <a:cubicBezTo>
                    <a:pt x="286752" y="63765"/>
                    <a:pt x="287835" y="63849"/>
                    <a:pt x="288835" y="63515"/>
                  </a:cubicBezTo>
                  <a:cubicBezTo>
                    <a:pt x="290751" y="64015"/>
                    <a:pt x="292668" y="65598"/>
                    <a:pt x="294584" y="69015"/>
                  </a:cubicBezTo>
                  <a:lnTo>
                    <a:pt x="294584" y="69015"/>
                  </a:lnTo>
                  <a:close/>
                  <a:moveTo>
                    <a:pt x="257838" y="39351"/>
                  </a:moveTo>
                  <a:cubicBezTo>
                    <a:pt x="259421" y="40267"/>
                    <a:pt x="261087" y="40434"/>
                    <a:pt x="262587" y="39267"/>
                  </a:cubicBezTo>
                  <a:cubicBezTo>
                    <a:pt x="268920" y="34601"/>
                    <a:pt x="277420" y="25602"/>
                    <a:pt x="284836" y="34768"/>
                  </a:cubicBezTo>
                  <a:cubicBezTo>
                    <a:pt x="290418" y="41684"/>
                    <a:pt x="286168" y="48350"/>
                    <a:pt x="283669" y="55016"/>
                  </a:cubicBezTo>
                  <a:cubicBezTo>
                    <a:pt x="282586" y="55183"/>
                    <a:pt x="281502" y="55433"/>
                    <a:pt x="280336" y="55766"/>
                  </a:cubicBezTo>
                  <a:cubicBezTo>
                    <a:pt x="277002" y="56849"/>
                    <a:pt x="273253" y="60682"/>
                    <a:pt x="270253" y="60016"/>
                  </a:cubicBezTo>
                  <a:cubicBezTo>
                    <a:pt x="266087" y="59099"/>
                    <a:pt x="265921" y="55599"/>
                    <a:pt x="260337" y="56266"/>
                  </a:cubicBezTo>
                  <a:cubicBezTo>
                    <a:pt x="253088" y="57266"/>
                    <a:pt x="248255" y="64349"/>
                    <a:pt x="246006" y="71515"/>
                  </a:cubicBezTo>
                  <a:cubicBezTo>
                    <a:pt x="240506" y="65349"/>
                    <a:pt x="232090" y="62182"/>
                    <a:pt x="223507" y="65265"/>
                  </a:cubicBezTo>
                  <a:cubicBezTo>
                    <a:pt x="225174" y="59516"/>
                    <a:pt x="226257" y="53933"/>
                    <a:pt x="225674" y="48850"/>
                  </a:cubicBezTo>
                  <a:cubicBezTo>
                    <a:pt x="227257" y="42017"/>
                    <a:pt x="234173" y="32768"/>
                    <a:pt x="240839" y="30852"/>
                  </a:cubicBezTo>
                  <a:cubicBezTo>
                    <a:pt x="251672" y="27935"/>
                    <a:pt x="252172" y="36184"/>
                    <a:pt x="257838" y="39351"/>
                  </a:cubicBezTo>
                  <a:lnTo>
                    <a:pt x="257838" y="39351"/>
                  </a:lnTo>
                  <a:close/>
                  <a:moveTo>
                    <a:pt x="236840" y="18019"/>
                  </a:moveTo>
                  <a:cubicBezTo>
                    <a:pt x="237756" y="18436"/>
                    <a:pt x="239923" y="20602"/>
                    <a:pt x="242006" y="21936"/>
                  </a:cubicBezTo>
                  <a:cubicBezTo>
                    <a:pt x="241256" y="22102"/>
                    <a:pt x="240506" y="22352"/>
                    <a:pt x="239756" y="22686"/>
                  </a:cubicBezTo>
                  <a:cubicBezTo>
                    <a:pt x="232340" y="25435"/>
                    <a:pt x="225257" y="32018"/>
                    <a:pt x="222424" y="39684"/>
                  </a:cubicBezTo>
                  <a:cubicBezTo>
                    <a:pt x="221091" y="37851"/>
                    <a:pt x="219425" y="36101"/>
                    <a:pt x="217258" y="34518"/>
                  </a:cubicBezTo>
                  <a:cubicBezTo>
                    <a:pt x="217425" y="33518"/>
                    <a:pt x="217592" y="32518"/>
                    <a:pt x="217758" y="31518"/>
                  </a:cubicBezTo>
                  <a:cubicBezTo>
                    <a:pt x="220175" y="23769"/>
                    <a:pt x="228340" y="14270"/>
                    <a:pt x="236840" y="18019"/>
                  </a:cubicBezTo>
                  <a:lnTo>
                    <a:pt x="236840" y="18019"/>
                  </a:lnTo>
                  <a:close/>
                  <a:moveTo>
                    <a:pt x="231423" y="72515"/>
                  </a:moveTo>
                  <a:cubicBezTo>
                    <a:pt x="233507" y="73514"/>
                    <a:pt x="235673" y="74514"/>
                    <a:pt x="237756" y="75514"/>
                  </a:cubicBezTo>
                  <a:cubicBezTo>
                    <a:pt x="243922" y="80764"/>
                    <a:pt x="245506" y="86430"/>
                    <a:pt x="242339" y="92513"/>
                  </a:cubicBezTo>
                  <a:cubicBezTo>
                    <a:pt x="242339" y="92763"/>
                    <a:pt x="242339" y="92929"/>
                    <a:pt x="242256" y="93096"/>
                  </a:cubicBezTo>
                  <a:cubicBezTo>
                    <a:pt x="240423" y="93513"/>
                    <a:pt x="238589" y="94013"/>
                    <a:pt x="236673" y="94846"/>
                  </a:cubicBezTo>
                  <a:cubicBezTo>
                    <a:pt x="234507" y="95762"/>
                    <a:pt x="232756" y="97346"/>
                    <a:pt x="230840" y="98512"/>
                  </a:cubicBezTo>
                  <a:cubicBezTo>
                    <a:pt x="226424" y="101095"/>
                    <a:pt x="226424" y="100429"/>
                    <a:pt x="221675" y="99345"/>
                  </a:cubicBezTo>
                  <a:cubicBezTo>
                    <a:pt x="216258" y="98095"/>
                    <a:pt x="212842" y="97179"/>
                    <a:pt x="207676" y="100845"/>
                  </a:cubicBezTo>
                  <a:cubicBezTo>
                    <a:pt x="203426" y="103845"/>
                    <a:pt x="199593" y="109011"/>
                    <a:pt x="197677" y="114511"/>
                  </a:cubicBezTo>
                  <a:cubicBezTo>
                    <a:pt x="194843" y="112594"/>
                    <a:pt x="192177" y="111678"/>
                    <a:pt x="189594" y="111511"/>
                  </a:cubicBezTo>
                  <a:cubicBezTo>
                    <a:pt x="192094" y="106345"/>
                    <a:pt x="192177" y="101179"/>
                    <a:pt x="190594" y="96512"/>
                  </a:cubicBezTo>
                  <a:cubicBezTo>
                    <a:pt x="191511" y="96012"/>
                    <a:pt x="192094" y="95096"/>
                    <a:pt x="191844" y="93763"/>
                  </a:cubicBezTo>
                  <a:cubicBezTo>
                    <a:pt x="191011" y="88013"/>
                    <a:pt x="189010" y="80180"/>
                    <a:pt x="193843" y="75348"/>
                  </a:cubicBezTo>
                  <a:cubicBezTo>
                    <a:pt x="201260" y="67848"/>
                    <a:pt x="204259" y="76014"/>
                    <a:pt x="209842" y="79514"/>
                  </a:cubicBezTo>
                  <a:cubicBezTo>
                    <a:pt x="212092" y="80930"/>
                    <a:pt x="212342" y="81930"/>
                    <a:pt x="215175" y="81680"/>
                  </a:cubicBezTo>
                  <a:cubicBezTo>
                    <a:pt x="222591" y="81097"/>
                    <a:pt x="221008" y="71598"/>
                    <a:pt x="231423" y="72515"/>
                  </a:cubicBezTo>
                  <a:lnTo>
                    <a:pt x="231423" y="72515"/>
                  </a:lnTo>
                  <a:close/>
                  <a:moveTo>
                    <a:pt x="177512" y="32935"/>
                  </a:moveTo>
                  <a:cubicBezTo>
                    <a:pt x="174512" y="18686"/>
                    <a:pt x="193344" y="1021"/>
                    <a:pt x="206509" y="10770"/>
                  </a:cubicBezTo>
                  <a:cubicBezTo>
                    <a:pt x="214258" y="16520"/>
                    <a:pt x="210176" y="22519"/>
                    <a:pt x="209592" y="30185"/>
                  </a:cubicBezTo>
                  <a:cubicBezTo>
                    <a:pt x="209592" y="30352"/>
                    <a:pt x="209592" y="30518"/>
                    <a:pt x="209592" y="30685"/>
                  </a:cubicBezTo>
                  <a:cubicBezTo>
                    <a:pt x="207176" y="30185"/>
                    <a:pt x="204676" y="30352"/>
                    <a:pt x="201760" y="31352"/>
                  </a:cubicBezTo>
                  <a:cubicBezTo>
                    <a:pt x="199426" y="32185"/>
                    <a:pt x="195843" y="34101"/>
                    <a:pt x="193843" y="35935"/>
                  </a:cubicBezTo>
                  <a:cubicBezTo>
                    <a:pt x="192510" y="37184"/>
                    <a:pt x="191260" y="39684"/>
                    <a:pt x="189844" y="41434"/>
                  </a:cubicBezTo>
                  <a:cubicBezTo>
                    <a:pt x="185927" y="37434"/>
                    <a:pt x="181928" y="34601"/>
                    <a:pt x="177512" y="33685"/>
                  </a:cubicBezTo>
                  <a:cubicBezTo>
                    <a:pt x="177512" y="33435"/>
                    <a:pt x="177595" y="33185"/>
                    <a:pt x="177512" y="32935"/>
                  </a:cubicBezTo>
                  <a:lnTo>
                    <a:pt x="177512" y="32935"/>
                  </a:lnTo>
                  <a:close/>
                  <a:moveTo>
                    <a:pt x="186011" y="49933"/>
                  </a:moveTo>
                  <a:cubicBezTo>
                    <a:pt x="187427" y="51516"/>
                    <a:pt x="189177" y="51766"/>
                    <a:pt x="191177" y="51183"/>
                  </a:cubicBezTo>
                  <a:cubicBezTo>
                    <a:pt x="194927" y="50017"/>
                    <a:pt x="195677" y="46350"/>
                    <a:pt x="198760" y="44850"/>
                  </a:cubicBezTo>
                  <a:cubicBezTo>
                    <a:pt x="202593" y="42934"/>
                    <a:pt x="212508" y="43184"/>
                    <a:pt x="215175" y="46850"/>
                  </a:cubicBezTo>
                  <a:cubicBezTo>
                    <a:pt x="218174" y="51016"/>
                    <a:pt x="215842" y="59849"/>
                    <a:pt x="215091" y="64515"/>
                  </a:cubicBezTo>
                  <a:cubicBezTo>
                    <a:pt x="214758" y="66432"/>
                    <a:pt x="215925" y="67932"/>
                    <a:pt x="217425" y="68681"/>
                  </a:cubicBezTo>
                  <a:cubicBezTo>
                    <a:pt x="217341" y="68765"/>
                    <a:pt x="217258" y="68765"/>
                    <a:pt x="217175" y="68848"/>
                  </a:cubicBezTo>
                  <a:cubicBezTo>
                    <a:pt x="215758" y="69931"/>
                    <a:pt x="215175" y="72015"/>
                    <a:pt x="213342" y="72015"/>
                  </a:cubicBezTo>
                  <a:cubicBezTo>
                    <a:pt x="213092" y="72015"/>
                    <a:pt x="208259" y="66765"/>
                    <a:pt x="207259" y="66265"/>
                  </a:cubicBezTo>
                  <a:cubicBezTo>
                    <a:pt x="203259" y="64015"/>
                    <a:pt x="199593" y="64099"/>
                    <a:pt x="195260" y="65682"/>
                  </a:cubicBezTo>
                  <a:cubicBezTo>
                    <a:pt x="184761" y="69515"/>
                    <a:pt x="183511" y="78181"/>
                    <a:pt x="184844" y="87180"/>
                  </a:cubicBezTo>
                  <a:cubicBezTo>
                    <a:pt x="178095" y="80264"/>
                    <a:pt x="167513" y="76597"/>
                    <a:pt x="158013" y="79764"/>
                  </a:cubicBezTo>
                  <a:cubicBezTo>
                    <a:pt x="158764" y="73598"/>
                    <a:pt x="157597" y="67015"/>
                    <a:pt x="154764" y="61265"/>
                  </a:cubicBezTo>
                  <a:cubicBezTo>
                    <a:pt x="159846" y="50100"/>
                    <a:pt x="170012" y="31935"/>
                    <a:pt x="186011" y="49933"/>
                  </a:cubicBezTo>
                  <a:lnTo>
                    <a:pt x="186011" y="49933"/>
                  </a:lnTo>
                  <a:close/>
                  <a:moveTo>
                    <a:pt x="141765" y="17186"/>
                  </a:moveTo>
                  <a:cubicBezTo>
                    <a:pt x="154930" y="10270"/>
                    <a:pt x="163596" y="24852"/>
                    <a:pt x="169929" y="33851"/>
                  </a:cubicBezTo>
                  <a:cubicBezTo>
                    <a:pt x="167513" y="34518"/>
                    <a:pt x="164846" y="35685"/>
                    <a:pt x="162013" y="37518"/>
                  </a:cubicBezTo>
                  <a:cubicBezTo>
                    <a:pt x="156847" y="40851"/>
                    <a:pt x="150681" y="47600"/>
                    <a:pt x="150014" y="54183"/>
                  </a:cubicBezTo>
                  <a:cubicBezTo>
                    <a:pt x="146265" y="49933"/>
                    <a:pt x="141348" y="46850"/>
                    <a:pt x="135349" y="45684"/>
                  </a:cubicBezTo>
                  <a:cubicBezTo>
                    <a:pt x="132765" y="45184"/>
                    <a:pt x="130433" y="45184"/>
                    <a:pt x="128349" y="45600"/>
                  </a:cubicBezTo>
                  <a:cubicBezTo>
                    <a:pt x="125266" y="35518"/>
                    <a:pt x="132683" y="21936"/>
                    <a:pt x="141765" y="17186"/>
                  </a:cubicBezTo>
                  <a:lnTo>
                    <a:pt x="141765" y="17186"/>
                  </a:lnTo>
                  <a:close/>
                  <a:moveTo>
                    <a:pt x="129266" y="60182"/>
                  </a:moveTo>
                  <a:cubicBezTo>
                    <a:pt x="139682" y="56433"/>
                    <a:pt x="139932" y="55599"/>
                    <a:pt x="145681" y="64182"/>
                  </a:cubicBezTo>
                  <a:cubicBezTo>
                    <a:pt x="149931" y="70515"/>
                    <a:pt x="150181" y="75514"/>
                    <a:pt x="149764" y="83264"/>
                  </a:cubicBezTo>
                  <a:cubicBezTo>
                    <a:pt x="149764" y="83680"/>
                    <a:pt x="149848" y="84013"/>
                    <a:pt x="149931" y="84430"/>
                  </a:cubicBezTo>
                  <a:cubicBezTo>
                    <a:pt x="149848" y="84513"/>
                    <a:pt x="149764" y="84597"/>
                    <a:pt x="149681" y="84680"/>
                  </a:cubicBezTo>
                  <a:cubicBezTo>
                    <a:pt x="150931" y="83597"/>
                    <a:pt x="142098" y="92846"/>
                    <a:pt x="144264" y="92346"/>
                  </a:cubicBezTo>
                  <a:cubicBezTo>
                    <a:pt x="140682" y="93263"/>
                    <a:pt x="138598" y="87430"/>
                    <a:pt x="134849" y="85097"/>
                  </a:cubicBezTo>
                  <a:cubicBezTo>
                    <a:pt x="129849" y="82014"/>
                    <a:pt x="126266" y="81014"/>
                    <a:pt x="120600" y="83097"/>
                  </a:cubicBezTo>
                  <a:cubicBezTo>
                    <a:pt x="108518" y="87680"/>
                    <a:pt x="104018" y="99012"/>
                    <a:pt x="103019" y="110678"/>
                  </a:cubicBezTo>
                  <a:cubicBezTo>
                    <a:pt x="98269" y="108678"/>
                    <a:pt x="92686" y="108261"/>
                    <a:pt x="86103" y="109678"/>
                  </a:cubicBezTo>
                  <a:cubicBezTo>
                    <a:pt x="84187" y="106178"/>
                    <a:pt x="82187" y="102678"/>
                    <a:pt x="79854" y="99429"/>
                  </a:cubicBezTo>
                  <a:cubicBezTo>
                    <a:pt x="76271" y="84097"/>
                    <a:pt x="81520" y="62015"/>
                    <a:pt x="102435" y="72431"/>
                  </a:cubicBezTo>
                  <a:cubicBezTo>
                    <a:pt x="105935" y="74181"/>
                    <a:pt x="107768" y="77347"/>
                    <a:pt x="111851" y="77931"/>
                  </a:cubicBezTo>
                  <a:cubicBezTo>
                    <a:pt x="113268" y="78181"/>
                    <a:pt x="114517" y="77181"/>
                    <a:pt x="115100" y="76014"/>
                  </a:cubicBezTo>
                  <a:cubicBezTo>
                    <a:pt x="115934" y="74348"/>
                    <a:pt x="116600" y="72681"/>
                    <a:pt x="117267" y="70931"/>
                  </a:cubicBezTo>
                  <a:cubicBezTo>
                    <a:pt x="120517" y="62765"/>
                    <a:pt x="118017" y="64265"/>
                    <a:pt x="129266" y="60182"/>
                  </a:cubicBezTo>
                  <a:lnTo>
                    <a:pt x="129266" y="60182"/>
                  </a:lnTo>
                  <a:close/>
                  <a:moveTo>
                    <a:pt x="90436" y="42434"/>
                  </a:moveTo>
                  <a:cubicBezTo>
                    <a:pt x="95519" y="41184"/>
                    <a:pt x="101102" y="42101"/>
                    <a:pt x="106185" y="42934"/>
                  </a:cubicBezTo>
                  <a:cubicBezTo>
                    <a:pt x="112184" y="43850"/>
                    <a:pt x="115767" y="45934"/>
                    <a:pt x="120184" y="49517"/>
                  </a:cubicBezTo>
                  <a:cubicBezTo>
                    <a:pt x="114601" y="54516"/>
                    <a:pt x="111851" y="63265"/>
                    <a:pt x="109934" y="71015"/>
                  </a:cubicBezTo>
                  <a:cubicBezTo>
                    <a:pt x="105351" y="68848"/>
                    <a:pt x="101602" y="63265"/>
                    <a:pt x="96186" y="62349"/>
                  </a:cubicBezTo>
                  <a:cubicBezTo>
                    <a:pt x="90436" y="61349"/>
                    <a:pt x="85436" y="63682"/>
                    <a:pt x="81270" y="67598"/>
                  </a:cubicBezTo>
                  <a:cubicBezTo>
                    <a:pt x="79270" y="69515"/>
                    <a:pt x="77604" y="71431"/>
                    <a:pt x="76354" y="73431"/>
                  </a:cubicBezTo>
                  <a:cubicBezTo>
                    <a:pt x="75854" y="73098"/>
                    <a:pt x="75438" y="72765"/>
                    <a:pt x="74937" y="72431"/>
                  </a:cubicBezTo>
                  <a:cubicBezTo>
                    <a:pt x="72604" y="61182"/>
                    <a:pt x="80021" y="44934"/>
                    <a:pt x="90436" y="42434"/>
                  </a:cubicBezTo>
                  <a:lnTo>
                    <a:pt x="90436" y="42434"/>
                  </a:lnTo>
                  <a:close/>
                  <a:moveTo>
                    <a:pt x="29942" y="94679"/>
                  </a:moveTo>
                  <a:cubicBezTo>
                    <a:pt x="32108" y="87347"/>
                    <a:pt x="34941" y="81930"/>
                    <a:pt x="41524" y="77764"/>
                  </a:cubicBezTo>
                  <a:cubicBezTo>
                    <a:pt x="46690" y="74514"/>
                    <a:pt x="54440" y="70931"/>
                    <a:pt x="60522" y="71848"/>
                  </a:cubicBezTo>
                  <a:cubicBezTo>
                    <a:pt x="65188" y="72515"/>
                    <a:pt x="69438" y="76847"/>
                    <a:pt x="73688" y="79181"/>
                  </a:cubicBezTo>
                  <a:cubicBezTo>
                    <a:pt x="72354" y="83513"/>
                    <a:pt x="72271" y="87930"/>
                    <a:pt x="73188" y="92513"/>
                  </a:cubicBezTo>
                  <a:cubicBezTo>
                    <a:pt x="69771" y="90180"/>
                    <a:pt x="65605" y="88846"/>
                    <a:pt x="60189" y="89346"/>
                  </a:cubicBezTo>
                  <a:cubicBezTo>
                    <a:pt x="53940" y="89930"/>
                    <a:pt x="48107" y="93513"/>
                    <a:pt x="44524" y="98595"/>
                  </a:cubicBezTo>
                  <a:cubicBezTo>
                    <a:pt x="42024" y="102179"/>
                    <a:pt x="42024" y="108345"/>
                    <a:pt x="40607" y="112428"/>
                  </a:cubicBezTo>
                  <a:cubicBezTo>
                    <a:pt x="36858" y="111511"/>
                    <a:pt x="33108" y="111178"/>
                    <a:pt x="29525" y="111344"/>
                  </a:cubicBezTo>
                  <a:cubicBezTo>
                    <a:pt x="27108" y="106678"/>
                    <a:pt x="28692" y="98762"/>
                    <a:pt x="29942" y="94679"/>
                  </a:cubicBezTo>
                  <a:lnTo>
                    <a:pt x="29942" y="94679"/>
                  </a:lnTo>
                  <a:close/>
                  <a:moveTo>
                    <a:pt x="15027" y="131509"/>
                  </a:moveTo>
                  <a:cubicBezTo>
                    <a:pt x="20693" y="120343"/>
                    <a:pt x="31692" y="120427"/>
                    <a:pt x="42357" y="122260"/>
                  </a:cubicBezTo>
                  <a:cubicBezTo>
                    <a:pt x="43940" y="122510"/>
                    <a:pt x="45607" y="121677"/>
                    <a:pt x="46523" y="120427"/>
                  </a:cubicBezTo>
                  <a:cubicBezTo>
                    <a:pt x="50773" y="114761"/>
                    <a:pt x="46940" y="104512"/>
                    <a:pt x="54189" y="100679"/>
                  </a:cubicBezTo>
                  <a:cubicBezTo>
                    <a:pt x="59772" y="100929"/>
                    <a:pt x="65355" y="101179"/>
                    <a:pt x="70938" y="101429"/>
                  </a:cubicBezTo>
                  <a:cubicBezTo>
                    <a:pt x="74771" y="104095"/>
                    <a:pt x="77354" y="107678"/>
                    <a:pt x="78854" y="112094"/>
                  </a:cubicBezTo>
                  <a:cubicBezTo>
                    <a:pt x="71521" y="115844"/>
                    <a:pt x="66522" y="122427"/>
                    <a:pt x="65272" y="130509"/>
                  </a:cubicBezTo>
                  <a:cubicBezTo>
                    <a:pt x="60689" y="129093"/>
                    <a:pt x="56439" y="127260"/>
                    <a:pt x="51023" y="129009"/>
                  </a:cubicBezTo>
                  <a:cubicBezTo>
                    <a:pt x="45024" y="130926"/>
                    <a:pt x="40857" y="136259"/>
                    <a:pt x="38358" y="141758"/>
                  </a:cubicBezTo>
                  <a:cubicBezTo>
                    <a:pt x="34358" y="150341"/>
                    <a:pt x="34691" y="158340"/>
                    <a:pt x="38441" y="165173"/>
                  </a:cubicBezTo>
                  <a:cubicBezTo>
                    <a:pt x="33441" y="163173"/>
                    <a:pt x="28442" y="161173"/>
                    <a:pt x="23276" y="159423"/>
                  </a:cubicBezTo>
                  <a:cubicBezTo>
                    <a:pt x="21109" y="158673"/>
                    <a:pt x="18859" y="157674"/>
                    <a:pt x="16609" y="156840"/>
                  </a:cubicBezTo>
                  <a:cubicBezTo>
                    <a:pt x="12026" y="149591"/>
                    <a:pt x="11360" y="138842"/>
                    <a:pt x="15027" y="131509"/>
                  </a:cubicBezTo>
                  <a:lnTo>
                    <a:pt x="15027" y="131509"/>
                  </a:lnTo>
                  <a:close/>
                  <a:moveTo>
                    <a:pt x="127599" y="503142"/>
                  </a:moveTo>
                  <a:cubicBezTo>
                    <a:pt x="120017" y="499893"/>
                    <a:pt x="114851" y="498226"/>
                    <a:pt x="111018" y="490477"/>
                  </a:cubicBezTo>
                  <a:cubicBezTo>
                    <a:pt x="106851" y="482061"/>
                    <a:pt x="104768" y="471395"/>
                    <a:pt x="102102" y="462396"/>
                  </a:cubicBezTo>
                  <a:cubicBezTo>
                    <a:pt x="93603" y="432982"/>
                    <a:pt x="84103" y="404068"/>
                    <a:pt x="74355" y="375071"/>
                  </a:cubicBezTo>
                  <a:cubicBezTo>
                    <a:pt x="62438" y="339324"/>
                    <a:pt x="53023" y="303077"/>
                    <a:pt x="43107" y="266747"/>
                  </a:cubicBezTo>
                  <a:cubicBezTo>
                    <a:pt x="38691" y="250582"/>
                    <a:pt x="34275" y="234333"/>
                    <a:pt x="29609" y="218251"/>
                  </a:cubicBezTo>
                  <a:cubicBezTo>
                    <a:pt x="26525" y="207669"/>
                    <a:pt x="22859" y="197253"/>
                    <a:pt x="19526" y="186754"/>
                  </a:cubicBezTo>
                  <a:cubicBezTo>
                    <a:pt x="17610" y="180838"/>
                    <a:pt x="14026" y="173839"/>
                    <a:pt x="12943" y="167173"/>
                  </a:cubicBezTo>
                  <a:cubicBezTo>
                    <a:pt x="15943" y="167923"/>
                    <a:pt x="19942" y="169506"/>
                    <a:pt x="23859" y="171172"/>
                  </a:cubicBezTo>
                  <a:cubicBezTo>
                    <a:pt x="30691" y="175922"/>
                    <a:pt x="37691" y="180338"/>
                    <a:pt x="44773" y="184504"/>
                  </a:cubicBezTo>
                  <a:cubicBezTo>
                    <a:pt x="48607" y="194754"/>
                    <a:pt x="50273" y="208252"/>
                    <a:pt x="52523" y="216585"/>
                  </a:cubicBezTo>
                  <a:cubicBezTo>
                    <a:pt x="57023" y="233417"/>
                    <a:pt x="61272" y="250332"/>
                    <a:pt x="66022" y="267080"/>
                  </a:cubicBezTo>
                  <a:cubicBezTo>
                    <a:pt x="74104" y="295578"/>
                    <a:pt x="83020" y="323909"/>
                    <a:pt x="92186" y="351989"/>
                  </a:cubicBezTo>
                  <a:cubicBezTo>
                    <a:pt x="102185" y="382737"/>
                    <a:pt x="111018" y="413817"/>
                    <a:pt x="120684" y="444648"/>
                  </a:cubicBezTo>
                  <a:cubicBezTo>
                    <a:pt x="125933" y="461313"/>
                    <a:pt x="131683" y="477645"/>
                    <a:pt x="136515" y="494476"/>
                  </a:cubicBezTo>
                  <a:cubicBezTo>
                    <a:pt x="137682" y="498476"/>
                    <a:pt x="138682" y="503309"/>
                    <a:pt x="139848" y="508142"/>
                  </a:cubicBezTo>
                  <a:cubicBezTo>
                    <a:pt x="135849" y="506559"/>
                    <a:pt x="131683" y="504892"/>
                    <a:pt x="127599" y="503142"/>
                  </a:cubicBezTo>
                  <a:lnTo>
                    <a:pt x="127599" y="503142"/>
                  </a:lnTo>
                  <a:close/>
                  <a:moveTo>
                    <a:pt x="167929" y="518808"/>
                  </a:moveTo>
                  <a:cubicBezTo>
                    <a:pt x="161347" y="516141"/>
                    <a:pt x="154680" y="513641"/>
                    <a:pt x="148098" y="511142"/>
                  </a:cubicBezTo>
                  <a:cubicBezTo>
                    <a:pt x="140265" y="486394"/>
                    <a:pt x="134016" y="460979"/>
                    <a:pt x="125683" y="436398"/>
                  </a:cubicBezTo>
                  <a:cubicBezTo>
                    <a:pt x="114767" y="404235"/>
                    <a:pt x="104185" y="371821"/>
                    <a:pt x="94186" y="339324"/>
                  </a:cubicBezTo>
                  <a:cubicBezTo>
                    <a:pt x="84520" y="307743"/>
                    <a:pt x="75271" y="275996"/>
                    <a:pt x="67188" y="243916"/>
                  </a:cubicBezTo>
                  <a:cubicBezTo>
                    <a:pt x="62939" y="227251"/>
                    <a:pt x="58272" y="210585"/>
                    <a:pt x="53440" y="194004"/>
                  </a:cubicBezTo>
                  <a:cubicBezTo>
                    <a:pt x="52940" y="192254"/>
                    <a:pt x="52356" y="190254"/>
                    <a:pt x="51773" y="188337"/>
                  </a:cubicBezTo>
                  <a:cubicBezTo>
                    <a:pt x="66355" y="196337"/>
                    <a:pt x="81604" y="203253"/>
                    <a:pt x="97602" y="209252"/>
                  </a:cubicBezTo>
                  <a:cubicBezTo>
                    <a:pt x="98269" y="209502"/>
                    <a:pt x="98935" y="209752"/>
                    <a:pt x="99602" y="210002"/>
                  </a:cubicBezTo>
                  <a:cubicBezTo>
                    <a:pt x="104602" y="235083"/>
                    <a:pt x="108518" y="260331"/>
                    <a:pt x="114684" y="285079"/>
                  </a:cubicBezTo>
                  <a:cubicBezTo>
                    <a:pt x="122183" y="315409"/>
                    <a:pt x="131349" y="345407"/>
                    <a:pt x="138098" y="375820"/>
                  </a:cubicBezTo>
                  <a:cubicBezTo>
                    <a:pt x="144515" y="404485"/>
                    <a:pt x="152847" y="432732"/>
                    <a:pt x="159180" y="461396"/>
                  </a:cubicBezTo>
                  <a:cubicBezTo>
                    <a:pt x="163596" y="481478"/>
                    <a:pt x="168429" y="501393"/>
                    <a:pt x="174262" y="521057"/>
                  </a:cubicBezTo>
                  <a:cubicBezTo>
                    <a:pt x="172096" y="520474"/>
                    <a:pt x="170012" y="519724"/>
                    <a:pt x="167929" y="518808"/>
                  </a:cubicBezTo>
                  <a:lnTo>
                    <a:pt x="167929" y="518808"/>
                  </a:lnTo>
                  <a:close/>
                  <a:moveTo>
                    <a:pt x="212092" y="534556"/>
                  </a:moveTo>
                  <a:cubicBezTo>
                    <a:pt x="202426" y="531140"/>
                    <a:pt x="192760" y="528057"/>
                    <a:pt x="183178" y="524640"/>
                  </a:cubicBezTo>
                  <a:cubicBezTo>
                    <a:pt x="177429" y="502726"/>
                    <a:pt x="172512" y="480478"/>
                    <a:pt x="167846" y="458396"/>
                  </a:cubicBezTo>
                  <a:cubicBezTo>
                    <a:pt x="161513" y="428399"/>
                    <a:pt x="152847" y="399068"/>
                    <a:pt x="145431" y="369404"/>
                  </a:cubicBezTo>
                  <a:cubicBezTo>
                    <a:pt x="138098" y="339907"/>
                    <a:pt x="128933" y="310910"/>
                    <a:pt x="121517" y="281496"/>
                  </a:cubicBezTo>
                  <a:cubicBezTo>
                    <a:pt x="115851" y="258998"/>
                    <a:pt x="114267" y="233917"/>
                    <a:pt x="105602" y="212335"/>
                  </a:cubicBezTo>
                  <a:cubicBezTo>
                    <a:pt x="117434" y="216252"/>
                    <a:pt x="129516" y="219335"/>
                    <a:pt x="141181" y="223918"/>
                  </a:cubicBezTo>
                  <a:cubicBezTo>
                    <a:pt x="146848" y="226084"/>
                    <a:pt x="152097" y="228000"/>
                    <a:pt x="157430" y="228750"/>
                  </a:cubicBezTo>
                  <a:cubicBezTo>
                    <a:pt x="159097" y="283745"/>
                    <a:pt x="174012" y="338824"/>
                    <a:pt x="182595" y="392986"/>
                  </a:cubicBezTo>
                  <a:cubicBezTo>
                    <a:pt x="186844" y="419650"/>
                    <a:pt x="193427" y="445564"/>
                    <a:pt x="201093" y="471395"/>
                  </a:cubicBezTo>
                  <a:cubicBezTo>
                    <a:pt x="205842" y="487477"/>
                    <a:pt x="210342" y="503392"/>
                    <a:pt x="213925" y="519807"/>
                  </a:cubicBezTo>
                  <a:cubicBezTo>
                    <a:pt x="215091" y="525140"/>
                    <a:pt x="215925" y="531140"/>
                    <a:pt x="217508" y="536806"/>
                  </a:cubicBezTo>
                  <a:cubicBezTo>
                    <a:pt x="215758" y="535973"/>
                    <a:pt x="214008" y="535223"/>
                    <a:pt x="212092" y="534556"/>
                  </a:cubicBezTo>
                  <a:lnTo>
                    <a:pt x="212092" y="534556"/>
                  </a:lnTo>
                  <a:close/>
                  <a:moveTo>
                    <a:pt x="248505" y="498226"/>
                  </a:moveTo>
                  <a:cubicBezTo>
                    <a:pt x="250088" y="507475"/>
                    <a:pt x="249255" y="518974"/>
                    <a:pt x="252338" y="528140"/>
                  </a:cubicBezTo>
                  <a:cubicBezTo>
                    <a:pt x="251172" y="528640"/>
                    <a:pt x="249922" y="529223"/>
                    <a:pt x="248755" y="529723"/>
                  </a:cubicBezTo>
                  <a:cubicBezTo>
                    <a:pt x="243006" y="532390"/>
                    <a:pt x="236756" y="536223"/>
                    <a:pt x="230590" y="537973"/>
                  </a:cubicBezTo>
                  <a:cubicBezTo>
                    <a:pt x="230257" y="538056"/>
                    <a:pt x="230007" y="538056"/>
                    <a:pt x="229673" y="538139"/>
                  </a:cubicBezTo>
                  <a:cubicBezTo>
                    <a:pt x="225007" y="529723"/>
                    <a:pt x="224507" y="516308"/>
                    <a:pt x="222508" y="507309"/>
                  </a:cubicBezTo>
                  <a:cubicBezTo>
                    <a:pt x="219091" y="492060"/>
                    <a:pt x="214592" y="477061"/>
                    <a:pt x="210509" y="461979"/>
                  </a:cubicBezTo>
                  <a:cubicBezTo>
                    <a:pt x="203592" y="435898"/>
                    <a:pt x="198676" y="409484"/>
                    <a:pt x="193927" y="383070"/>
                  </a:cubicBezTo>
                  <a:cubicBezTo>
                    <a:pt x="184761" y="331824"/>
                    <a:pt x="177345" y="279163"/>
                    <a:pt x="163430" y="228917"/>
                  </a:cubicBezTo>
                  <a:cubicBezTo>
                    <a:pt x="166929" y="228750"/>
                    <a:pt x="170512" y="228000"/>
                    <a:pt x="174346" y="226417"/>
                  </a:cubicBezTo>
                  <a:cubicBezTo>
                    <a:pt x="183261" y="222668"/>
                    <a:pt x="191593" y="217251"/>
                    <a:pt x="199926" y="212085"/>
                  </a:cubicBezTo>
                  <a:cubicBezTo>
                    <a:pt x="201009" y="234916"/>
                    <a:pt x="207176" y="257498"/>
                    <a:pt x="211259" y="279746"/>
                  </a:cubicBezTo>
                  <a:cubicBezTo>
                    <a:pt x="216425" y="308077"/>
                    <a:pt x="221175" y="336324"/>
                    <a:pt x="226007" y="364655"/>
                  </a:cubicBezTo>
                  <a:cubicBezTo>
                    <a:pt x="228507" y="379654"/>
                    <a:pt x="232590" y="394319"/>
                    <a:pt x="235173" y="409317"/>
                  </a:cubicBezTo>
                  <a:cubicBezTo>
                    <a:pt x="237840" y="425066"/>
                    <a:pt x="239256" y="441065"/>
                    <a:pt x="242256" y="456730"/>
                  </a:cubicBezTo>
                  <a:cubicBezTo>
                    <a:pt x="244839" y="470479"/>
                    <a:pt x="246089" y="484394"/>
                    <a:pt x="248505" y="498226"/>
                  </a:cubicBezTo>
                  <a:lnTo>
                    <a:pt x="248505" y="498226"/>
                  </a:lnTo>
                  <a:close/>
                  <a:moveTo>
                    <a:pt x="293584" y="430066"/>
                  </a:moveTo>
                  <a:cubicBezTo>
                    <a:pt x="295418" y="444564"/>
                    <a:pt x="296501" y="458980"/>
                    <a:pt x="297501" y="473478"/>
                  </a:cubicBezTo>
                  <a:cubicBezTo>
                    <a:pt x="298251" y="484477"/>
                    <a:pt x="300834" y="495893"/>
                    <a:pt x="301167" y="507059"/>
                  </a:cubicBezTo>
                  <a:cubicBezTo>
                    <a:pt x="288251" y="512558"/>
                    <a:pt x="275336" y="518058"/>
                    <a:pt x="262504" y="523724"/>
                  </a:cubicBezTo>
                  <a:cubicBezTo>
                    <a:pt x="261838" y="515725"/>
                    <a:pt x="259754" y="507475"/>
                    <a:pt x="258004" y="499893"/>
                  </a:cubicBezTo>
                  <a:cubicBezTo>
                    <a:pt x="254838" y="486061"/>
                    <a:pt x="252505" y="472062"/>
                    <a:pt x="249505" y="458230"/>
                  </a:cubicBezTo>
                  <a:cubicBezTo>
                    <a:pt x="246172" y="442731"/>
                    <a:pt x="244506" y="426899"/>
                    <a:pt x="242339" y="411234"/>
                  </a:cubicBezTo>
                  <a:cubicBezTo>
                    <a:pt x="240089" y="395235"/>
                    <a:pt x="236006" y="379487"/>
                    <a:pt x="233673" y="363572"/>
                  </a:cubicBezTo>
                  <a:cubicBezTo>
                    <a:pt x="229507" y="335907"/>
                    <a:pt x="225257" y="308327"/>
                    <a:pt x="220591" y="280746"/>
                  </a:cubicBezTo>
                  <a:cubicBezTo>
                    <a:pt x="218425" y="267830"/>
                    <a:pt x="214925" y="255248"/>
                    <a:pt x="213008" y="242249"/>
                  </a:cubicBezTo>
                  <a:cubicBezTo>
                    <a:pt x="211259" y="230750"/>
                    <a:pt x="210009" y="219001"/>
                    <a:pt x="207009" y="207752"/>
                  </a:cubicBezTo>
                  <a:cubicBezTo>
                    <a:pt x="209259" y="206419"/>
                    <a:pt x="211592" y="205003"/>
                    <a:pt x="213925" y="203753"/>
                  </a:cubicBezTo>
                  <a:cubicBezTo>
                    <a:pt x="228090" y="196087"/>
                    <a:pt x="242839" y="189504"/>
                    <a:pt x="257338" y="182421"/>
                  </a:cubicBezTo>
                  <a:cubicBezTo>
                    <a:pt x="260838" y="180755"/>
                    <a:pt x="264254" y="179005"/>
                    <a:pt x="267670" y="177255"/>
                  </a:cubicBezTo>
                  <a:cubicBezTo>
                    <a:pt x="274919" y="234000"/>
                    <a:pt x="276669" y="291411"/>
                    <a:pt x="282752" y="348240"/>
                  </a:cubicBezTo>
                  <a:cubicBezTo>
                    <a:pt x="285752" y="375654"/>
                    <a:pt x="290169" y="402735"/>
                    <a:pt x="293584" y="430066"/>
                  </a:cubicBezTo>
                  <a:lnTo>
                    <a:pt x="293584" y="430066"/>
                  </a:lnTo>
                  <a:close/>
                  <a:moveTo>
                    <a:pt x="335581" y="181171"/>
                  </a:moveTo>
                  <a:cubicBezTo>
                    <a:pt x="334664" y="197587"/>
                    <a:pt x="333831" y="213918"/>
                    <a:pt x="333414" y="230334"/>
                  </a:cubicBezTo>
                  <a:cubicBezTo>
                    <a:pt x="332581" y="261664"/>
                    <a:pt x="334331" y="292911"/>
                    <a:pt x="335497" y="324242"/>
                  </a:cubicBezTo>
                  <a:cubicBezTo>
                    <a:pt x="336664" y="356156"/>
                    <a:pt x="338831" y="387403"/>
                    <a:pt x="342663" y="419067"/>
                  </a:cubicBezTo>
                  <a:cubicBezTo>
                    <a:pt x="344580" y="435148"/>
                    <a:pt x="346579" y="451230"/>
                    <a:pt x="348163" y="467312"/>
                  </a:cubicBezTo>
                  <a:cubicBezTo>
                    <a:pt x="348746" y="472895"/>
                    <a:pt x="349746" y="479728"/>
                    <a:pt x="349413" y="485311"/>
                  </a:cubicBezTo>
                  <a:cubicBezTo>
                    <a:pt x="349413" y="485811"/>
                    <a:pt x="349413" y="486144"/>
                    <a:pt x="349497" y="486394"/>
                  </a:cubicBezTo>
                  <a:cubicBezTo>
                    <a:pt x="349246" y="486561"/>
                    <a:pt x="348913" y="486727"/>
                    <a:pt x="348497" y="487061"/>
                  </a:cubicBezTo>
                  <a:cubicBezTo>
                    <a:pt x="345163" y="489394"/>
                    <a:pt x="340413" y="490560"/>
                    <a:pt x="336581" y="492143"/>
                  </a:cubicBezTo>
                  <a:cubicBezTo>
                    <a:pt x="327582" y="495976"/>
                    <a:pt x="318499" y="499809"/>
                    <a:pt x="309500" y="503642"/>
                  </a:cubicBezTo>
                  <a:cubicBezTo>
                    <a:pt x="309667" y="495060"/>
                    <a:pt x="308333" y="486227"/>
                    <a:pt x="307667" y="477895"/>
                  </a:cubicBezTo>
                  <a:cubicBezTo>
                    <a:pt x="306667" y="464479"/>
                    <a:pt x="306167" y="450980"/>
                    <a:pt x="305167" y="437565"/>
                  </a:cubicBezTo>
                  <a:cubicBezTo>
                    <a:pt x="303000" y="408568"/>
                    <a:pt x="297917" y="379737"/>
                    <a:pt x="294918" y="350906"/>
                  </a:cubicBezTo>
                  <a:cubicBezTo>
                    <a:pt x="288752" y="292078"/>
                    <a:pt x="284419" y="232417"/>
                    <a:pt x="274253" y="174005"/>
                  </a:cubicBezTo>
                  <a:cubicBezTo>
                    <a:pt x="295751" y="162756"/>
                    <a:pt x="316582" y="150508"/>
                    <a:pt x="337914" y="139092"/>
                  </a:cubicBezTo>
                  <a:cubicBezTo>
                    <a:pt x="339914" y="148758"/>
                    <a:pt x="335831" y="175755"/>
                    <a:pt x="335581" y="181171"/>
                  </a:cubicBezTo>
                  <a:lnTo>
                    <a:pt x="335581" y="181171"/>
                  </a:lnTo>
                  <a:close/>
                </a:path>
              </a:pathLst>
            </a:custGeom>
            <a:grpFill/>
            <a:ln w="8332" cap="flat">
              <a:noFill/>
              <a:prstDash val="solid"/>
              <a:miter/>
            </a:ln>
          </p:spPr>
          <p:txBody>
            <a:bodyPr rtlCol="0" anchor="ctr"/>
            <a:lstStyle/>
            <a:p>
              <a:endParaRPr lang="en-US"/>
            </a:p>
          </p:txBody>
        </p:sp>
        <p:sp>
          <p:nvSpPr>
            <p:cNvPr id="2107" name="Freeform: Shape 2106"/>
            <p:cNvSpPr/>
            <p:nvPr/>
          </p:nvSpPr>
          <p:spPr>
            <a:xfrm>
              <a:off x="11334685" y="3648717"/>
              <a:ext cx="108925" cy="776990"/>
            </a:xfrm>
            <a:custGeom>
              <a:avLst/>
              <a:gdLst>
                <a:gd name="connsiteX0" fmla="*/ 316 w 108925"/>
                <a:gd name="connsiteY0" fmla="*/ 16797 h 776990"/>
                <a:gd name="connsiteX1" fmla="*/ 316 w 108925"/>
                <a:gd name="connsiteY1" fmla="*/ 35711 h 776990"/>
                <a:gd name="connsiteX2" fmla="*/ 1815 w 108925"/>
                <a:gd name="connsiteY2" fmla="*/ 56876 h 776990"/>
                <a:gd name="connsiteX3" fmla="*/ 5815 w 108925"/>
                <a:gd name="connsiteY3" fmla="*/ 74291 h 776990"/>
                <a:gd name="connsiteX4" fmla="*/ 5898 w 108925"/>
                <a:gd name="connsiteY4" fmla="*/ 74791 h 776990"/>
                <a:gd name="connsiteX5" fmla="*/ 5981 w 108925"/>
                <a:gd name="connsiteY5" fmla="*/ 95956 h 776990"/>
                <a:gd name="connsiteX6" fmla="*/ 20647 w 108925"/>
                <a:gd name="connsiteY6" fmla="*/ 159700 h 776990"/>
                <a:gd name="connsiteX7" fmla="*/ 18230 w 108925"/>
                <a:gd name="connsiteY7" fmla="*/ 160617 h 776990"/>
                <a:gd name="connsiteX8" fmla="*/ 7814 w 108925"/>
                <a:gd name="connsiteY8" fmla="*/ 199947 h 776990"/>
                <a:gd name="connsiteX9" fmla="*/ 9398 w 108925"/>
                <a:gd name="connsiteY9" fmla="*/ 258608 h 776990"/>
                <a:gd name="connsiteX10" fmla="*/ 31563 w 108925"/>
                <a:gd name="connsiteY10" fmla="*/ 366515 h 776990"/>
                <a:gd name="connsiteX11" fmla="*/ 28896 w 108925"/>
                <a:gd name="connsiteY11" fmla="*/ 379680 h 776990"/>
                <a:gd name="connsiteX12" fmla="*/ 33563 w 108925"/>
                <a:gd name="connsiteY12" fmla="*/ 500336 h 776990"/>
                <a:gd name="connsiteX13" fmla="*/ 43728 w 108925"/>
                <a:gd name="connsiteY13" fmla="*/ 557081 h 776990"/>
                <a:gd name="connsiteX14" fmla="*/ 46978 w 108925"/>
                <a:gd name="connsiteY14" fmla="*/ 604660 h 776990"/>
                <a:gd name="connsiteX15" fmla="*/ 38978 w 108925"/>
                <a:gd name="connsiteY15" fmla="*/ 671071 h 776990"/>
                <a:gd name="connsiteX16" fmla="*/ 36562 w 108925"/>
                <a:gd name="connsiteY16" fmla="*/ 743148 h 776990"/>
                <a:gd name="connsiteX17" fmla="*/ 65143 w 108925"/>
                <a:gd name="connsiteY17" fmla="*/ 776978 h 776990"/>
                <a:gd name="connsiteX18" fmla="*/ 86057 w 108925"/>
                <a:gd name="connsiteY18" fmla="*/ 744064 h 776990"/>
                <a:gd name="connsiteX19" fmla="*/ 95724 w 108925"/>
                <a:gd name="connsiteY19" fmla="*/ 652239 h 776990"/>
                <a:gd name="connsiteX20" fmla="*/ 102056 w 108925"/>
                <a:gd name="connsiteY20" fmla="*/ 619742 h 776990"/>
                <a:gd name="connsiteX21" fmla="*/ 108473 w 108925"/>
                <a:gd name="connsiteY21" fmla="*/ 549915 h 776990"/>
                <a:gd name="connsiteX22" fmla="*/ 108556 w 108925"/>
                <a:gd name="connsiteY22" fmla="*/ 517251 h 776990"/>
                <a:gd name="connsiteX23" fmla="*/ 106639 w 108925"/>
                <a:gd name="connsiteY23" fmla="*/ 493670 h 776990"/>
                <a:gd name="connsiteX24" fmla="*/ 99973 w 108925"/>
                <a:gd name="connsiteY24" fmla="*/ 490171 h 776990"/>
                <a:gd name="connsiteX25" fmla="*/ 96890 w 108925"/>
                <a:gd name="connsiteY25" fmla="*/ 491254 h 776990"/>
                <a:gd name="connsiteX26" fmla="*/ 89974 w 108925"/>
                <a:gd name="connsiteY26" fmla="*/ 467839 h 776990"/>
                <a:gd name="connsiteX27" fmla="*/ 92474 w 108925"/>
                <a:gd name="connsiteY27" fmla="*/ 425093 h 776990"/>
                <a:gd name="connsiteX28" fmla="*/ 95724 w 108925"/>
                <a:gd name="connsiteY28" fmla="*/ 359849 h 776990"/>
                <a:gd name="connsiteX29" fmla="*/ 96974 w 108925"/>
                <a:gd name="connsiteY29" fmla="*/ 302188 h 776990"/>
                <a:gd name="connsiteX30" fmla="*/ 88391 w 108925"/>
                <a:gd name="connsiteY30" fmla="*/ 267774 h 776990"/>
                <a:gd name="connsiteX31" fmla="*/ 84974 w 108925"/>
                <a:gd name="connsiteY31" fmla="*/ 267524 h 776990"/>
                <a:gd name="connsiteX32" fmla="*/ 85058 w 108925"/>
                <a:gd name="connsiteY32" fmla="*/ 253525 h 776990"/>
                <a:gd name="connsiteX33" fmla="*/ 86641 w 108925"/>
                <a:gd name="connsiteY33" fmla="*/ 208779 h 776990"/>
                <a:gd name="connsiteX34" fmla="*/ 87224 w 108925"/>
                <a:gd name="connsiteY34" fmla="*/ 116037 h 776990"/>
                <a:gd name="connsiteX35" fmla="*/ 66559 w 108925"/>
                <a:gd name="connsiteY35" fmla="*/ 62459 h 776990"/>
                <a:gd name="connsiteX36" fmla="*/ 59893 w 108925"/>
                <a:gd name="connsiteY36" fmla="*/ 68125 h 776990"/>
                <a:gd name="connsiteX37" fmla="*/ 54478 w 108925"/>
                <a:gd name="connsiteY37" fmla="*/ 45877 h 776990"/>
                <a:gd name="connsiteX38" fmla="*/ 40061 w 108925"/>
                <a:gd name="connsiteY38" fmla="*/ 11880 h 776990"/>
                <a:gd name="connsiteX39" fmla="*/ 27563 w 108925"/>
                <a:gd name="connsiteY39" fmla="*/ 19546 h 776990"/>
                <a:gd name="connsiteX40" fmla="*/ 27063 w 108925"/>
                <a:gd name="connsiteY40" fmla="*/ 21879 h 776990"/>
                <a:gd name="connsiteX41" fmla="*/ 1899 w 108925"/>
                <a:gd name="connsiteY41" fmla="*/ 4131 h 776990"/>
                <a:gd name="connsiteX42" fmla="*/ 316 w 108925"/>
                <a:gd name="connsiteY42" fmla="*/ 16797 h 776990"/>
                <a:gd name="connsiteX43" fmla="*/ 316 w 108925"/>
                <a:gd name="connsiteY43" fmla="*/ 16797 h 776990"/>
                <a:gd name="connsiteX44" fmla="*/ 80392 w 108925"/>
                <a:gd name="connsiteY44" fmla="*/ 443091 h 776990"/>
                <a:gd name="connsiteX45" fmla="*/ 59644 w 108925"/>
                <a:gd name="connsiteY45" fmla="*/ 393346 h 776990"/>
                <a:gd name="connsiteX46" fmla="*/ 44395 w 108925"/>
                <a:gd name="connsiteY46" fmla="*/ 361265 h 776990"/>
                <a:gd name="connsiteX47" fmla="*/ 58644 w 108925"/>
                <a:gd name="connsiteY47" fmla="*/ 327769 h 776990"/>
                <a:gd name="connsiteX48" fmla="*/ 71059 w 108925"/>
                <a:gd name="connsiteY48" fmla="*/ 303271 h 776990"/>
                <a:gd name="connsiteX49" fmla="*/ 81891 w 108925"/>
                <a:gd name="connsiteY49" fmla="*/ 283856 h 776990"/>
                <a:gd name="connsiteX50" fmla="*/ 81641 w 108925"/>
                <a:gd name="connsiteY50" fmla="*/ 298938 h 776990"/>
                <a:gd name="connsiteX51" fmla="*/ 83475 w 108925"/>
                <a:gd name="connsiteY51" fmla="*/ 326935 h 776990"/>
                <a:gd name="connsiteX52" fmla="*/ 80724 w 108925"/>
                <a:gd name="connsiteY52" fmla="*/ 382597 h 776990"/>
                <a:gd name="connsiteX53" fmla="*/ 80392 w 108925"/>
                <a:gd name="connsiteY53" fmla="*/ 443091 h 776990"/>
                <a:gd name="connsiteX54" fmla="*/ 80392 w 108925"/>
                <a:gd name="connsiteY54" fmla="*/ 443091 h 776990"/>
                <a:gd name="connsiteX55" fmla="*/ 76892 w 108925"/>
                <a:gd name="connsiteY55" fmla="*/ 545832 h 776990"/>
                <a:gd name="connsiteX56" fmla="*/ 94557 w 108925"/>
                <a:gd name="connsiteY56" fmla="*/ 508919 h 776990"/>
                <a:gd name="connsiteX57" fmla="*/ 94724 w 108925"/>
                <a:gd name="connsiteY57" fmla="*/ 509419 h 776990"/>
                <a:gd name="connsiteX58" fmla="*/ 95140 w 108925"/>
                <a:gd name="connsiteY58" fmla="*/ 510086 h 776990"/>
                <a:gd name="connsiteX59" fmla="*/ 95140 w 108925"/>
                <a:gd name="connsiteY59" fmla="*/ 510752 h 776990"/>
                <a:gd name="connsiteX60" fmla="*/ 96223 w 108925"/>
                <a:gd name="connsiteY60" fmla="*/ 526667 h 776990"/>
                <a:gd name="connsiteX61" fmla="*/ 95974 w 108925"/>
                <a:gd name="connsiteY61" fmla="*/ 559664 h 776990"/>
                <a:gd name="connsiteX62" fmla="*/ 91140 w 108925"/>
                <a:gd name="connsiteY62" fmla="*/ 625075 h 776990"/>
                <a:gd name="connsiteX63" fmla="*/ 89474 w 108925"/>
                <a:gd name="connsiteY63" fmla="*/ 637157 h 776990"/>
                <a:gd name="connsiteX64" fmla="*/ 85974 w 108925"/>
                <a:gd name="connsiteY64" fmla="*/ 655989 h 776990"/>
                <a:gd name="connsiteX65" fmla="*/ 80558 w 108925"/>
                <a:gd name="connsiteY65" fmla="*/ 686403 h 776990"/>
                <a:gd name="connsiteX66" fmla="*/ 76475 w 108925"/>
                <a:gd name="connsiteY66" fmla="*/ 752397 h 776990"/>
                <a:gd name="connsiteX67" fmla="*/ 75975 w 108925"/>
                <a:gd name="connsiteY67" fmla="*/ 753480 h 776990"/>
                <a:gd name="connsiteX68" fmla="*/ 66059 w 108925"/>
                <a:gd name="connsiteY68" fmla="*/ 757730 h 776990"/>
                <a:gd name="connsiteX69" fmla="*/ 52894 w 108925"/>
                <a:gd name="connsiteY69" fmla="*/ 754314 h 776990"/>
                <a:gd name="connsiteX70" fmla="*/ 50145 w 108925"/>
                <a:gd name="connsiteY70" fmla="*/ 740314 h 776990"/>
                <a:gd name="connsiteX71" fmla="*/ 49894 w 108925"/>
                <a:gd name="connsiteY71" fmla="*/ 710984 h 776990"/>
                <a:gd name="connsiteX72" fmla="*/ 51061 w 108925"/>
                <a:gd name="connsiteY72" fmla="*/ 655739 h 776990"/>
                <a:gd name="connsiteX73" fmla="*/ 52894 w 108925"/>
                <a:gd name="connsiteY73" fmla="*/ 614243 h 776990"/>
                <a:gd name="connsiteX74" fmla="*/ 54061 w 108925"/>
                <a:gd name="connsiteY74" fmla="*/ 612160 h 776990"/>
                <a:gd name="connsiteX75" fmla="*/ 54560 w 108925"/>
                <a:gd name="connsiteY75" fmla="*/ 606827 h 776990"/>
                <a:gd name="connsiteX76" fmla="*/ 56561 w 108925"/>
                <a:gd name="connsiteY76" fmla="*/ 599911 h 776990"/>
                <a:gd name="connsiteX77" fmla="*/ 76892 w 108925"/>
                <a:gd name="connsiteY77" fmla="*/ 545832 h 776990"/>
                <a:gd name="connsiteX78" fmla="*/ 76892 w 108925"/>
                <a:gd name="connsiteY78" fmla="*/ 545832 h 776990"/>
                <a:gd name="connsiteX79" fmla="*/ 37145 w 108925"/>
                <a:gd name="connsiteY79" fmla="*/ 375598 h 776990"/>
                <a:gd name="connsiteX80" fmla="*/ 37562 w 108925"/>
                <a:gd name="connsiteY80" fmla="*/ 375598 h 776990"/>
                <a:gd name="connsiteX81" fmla="*/ 38228 w 108925"/>
                <a:gd name="connsiteY81" fmla="*/ 377181 h 776990"/>
                <a:gd name="connsiteX82" fmla="*/ 55394 w 108925"/>
                <a:gd name="connsiteY82" fmla="*/ 419593 h 776990"/>
                <a:gd name="connsiteX83" fmla="*/ 90307 w 108925"/>
                <a:gd name="connsiteY83" fmla="*/ 498336 h 776990"/>
                <a:gd name="connsiteX84" fmla="*/ 78892 w 108925"/>
                <a:gd name="connsiteY84" fmla="*/ 526584 h 776990"/>
                <a:gd name="connsiteX85" fmla="*/ 56727 w 108925"/>
                <a:gd name="connsiteY85" fmla="*/ 577996 h 776990"/>
                <a:gd name="connsiteX86" fmla="*/ 56311 w 108925"/>
                <a:gd name="connsiteY86" fmla="*/ 569747 h 776990"/>
                <a:gd name="connsiteX87" fmla="*/ 47478 w 108925"/>
                <a:gd name="connsiteY87" fmla="*/ 521501 h 776990"/>
                <a:gd name="connsiteX88" fmla="*/ 40562 w 108925"/>
                <a:gd name="connsiteY88" fmla="*/ 475089 h 776990"/>
                <a:gd name="connsiteX89" fmla="*/ 34396 w 108925"/>
                <a:gd name="connsiteY89" fmla="*/ 425177 h 776990"/>
                <a:gd name="connsiteX90" fmla="*/ 34895 w 108925"/>
                <a:gd name="connsiteY90" fmla="*/ 399429 h 776990"/>
                <a:gd name="connsiteX91" fmla="*/ 37895 w 108925"/>
                <a:gd name="connsiteY91" fmla="*/ 381347 h 776990"/>
                <a:gd name="connsiteX92" fmla="*/ 37145 w 108925"/>
                <a:gd name="connsiteY92" fmla="*/ 375598 h 776990"/>
                <a:gd name="connsiteX93" fmla="*/ 37145 w 108925"/>
                <a:gd name="connsiteY93" fmla="*/ 375598 h 776990"/>
                <a:gd name="connsiteX94" fmla="*/ 20313 w 108925"/>
                <a:gd name="connsiteY94" fmla="*/ 171116 h 776990"/>
                <a:gd name="connsiteX95" fmla="*/ 32396 w 108925"/>
                <a:gd name="connsiteY95" fmla="*/ 202613 h 776990"/>
                <a:gd name="connsiteX96" fmla="*/ 44978 w 108925"/>
                <a:gd name="connsiteY96" fmla="*/ 233277 h 776990"/>
                <a:gd name="connsiteX97" fmla="*/ 68392 w 108925"/>
                <a:gd name="connsiteY97" fmla="*/ 287939 h 776990"/>
                <a:gd name="connsiteX98" fmla="*/ 54560 w 108925"/>
                <a:gd name="connsiteY98" fmla="*/ 318103 h 776990"/>
                <a:gd name="connsiteX99" fmla="*/ 36729 w 108925"/>
                <a:gd name="connsiteY99" fmla="*/ 357766 h 776990"/>
                <a:gd name="connsiteX100" fmla="*/ 33396 w 108925"/>
                <a:gd name="connsiteY100" fmla="*/ 347183 h 776990"/>
                <a:gd name="connsiteX101" fmla="*/ 29480 w 108925"/>
                <a:gd name="connsiteY101" fmla="*/ 322519 h 776990"/>
                <a:gd name="connsiteX102" fmla="*/ 21064 w 108925"/>
                <a:gd name="connsiteY102" fmla="*/ 270940 h 776990"/>
                <a:gd name="connsiteX103" fmla="*/ 16397 w 108925"/>
                <a:gd name="connsiteY103" fmla="*/ 218112 h 776990"/>
                <a:gd name="connsiteX104" fmla="*/ 20313 w 108925"/>
                <a:gd name="connsiteY104" fmla="*/ 171116 h 776990"/>
                <a:gd name="connsiteX105" fmla="*/ 20313 w 108925"/>
                <a:gd name="connsiteY105" fmla="*/ 171116 h 776990"/>
                <a:gd name="connsiteX106" fmla="*/ 12064 w 108925"/>
                <a:gd name="connsiteY106" fmla="*/ 16296 h 776990"/>
                <a:gd name="connsiteX107" fmla="*/ 24730 w 108925"/>
                <a:gd name="connsiteY107" fmla="*/ 32129 h 776990"/>
                <a:gd name="connsiteX108" fmla="*/ 21814 w 108925"/>
                <a:gd name="connsiteY108" fmla="*/ 60459 h 776990"/>
                <a:gd name="connsiteX109" fmla="*/ 30396 w 108925"/>
                <a:gd name="connsiteY109" fmla="*/ 60126 h 776990"/>
                <a:gd name="connsiteX110" fmla="*/ 36562 w 108925"/>
                <a:gd name="connsiteY110" fmla="*/ 30378 h 776990"/>
                <a:gd name="connsiteX111" fmla="*/ 37312 w 108925"/>
                <a:gd name="connsiteY111" fmla="*/ 25796 h 776990"/>
                <a:gd name="connsiteX112" fmla="*/ 37812 w 108925"/>
                <a:gd name="connsiteY112" fmla="*/ 26712 h 776990"/>
                <a:gd name="connsiteX113" fmla="*/ 54311 w 108925"/>
                <a:gd name="connsiteY113" fmla="*/ 85874 h 776990"/>
                <a:gd name="connsiteX114" fmla="*/ 46895 w 108925"/>
                <a:gd name="connsiteY114" fmla="*/ 118371 h 776990"/>
                <a:gd name="connsiteX115" fmla="*/ 31480 w 108925"/>
                <a:gd name="connsiteY115" fmla="*/ 149618 h 776990"/>
                <a:gd name="connsiteX116" fmla="*/ 36978 w 108925"/>
                <a:gd name="connsiteY116" fmla="*/ 150868 h 776990"/>
                <a:gd name="connsiteX117" fmla="*/ 43561 w 108925"/>
                <a:gd name="connsiteY117" fmla="*/ 130536 h 776990"/>
                <a:gd name="connsiteX118" fmla="*/ 44812 w 108925"/>
                <a:gd name="connsiteY118" fmla="*/ 127203 h 776990"/>
                <a:gd name="connsiteX119" fmla="*/ 44062 w 108925"/>
                <a:gd name="connsiteY119" fmla="*/ 129870 h 776990"/>
                <a:gd name="connsiteX120" fmla="*/ 47978 w 108925"/>
                <a:gd name="connsiteY120" fmla="*/ 139785 h 776990"/>
                <a:gd name="connsiteX121" fmla="*/ 52811 w 108925"/>
                <a:gd name="connsiteY121" fmla="*/ 155034 h 776990"/>
                <a:gd name="connsiteX122" fmla="*/ 56227 w 108925"/>
                <a:gd name="connsiteY122" fmla="*/ 164783 h 776990"/>
                <a:gd name="connsiteX123" fmla="*/ 60143 w 108925"/>
                <a:gd name="connsiteY123" fmla="*/ 172199 h 776990"/>
                <a:gd name="connsiteX124" fmla="*/ 60143 w 108925"/>
                <a:gd name="connsiteY124" fmla="*/ 172199 h 776990"/>
                <a:gd name="connsiteX125" fmla="*/ 63892 w 108925"/>
                <a:gd name="connsiteY125" fmla="*/ 171532 h 776990"/>
                <a:gd name="connsiteX126" fmla="*/ 59227 w 108925"/>
                <a:gd name="connsiteY126" fmla="*/ 145118 h 776990"/>
                <a:gd name="connsiteX127" fmla="*/ 51894 w 108925"/>
                <a:gd name="connsiteY127" fmla="*/ 123620 h 776990"/>
                <a:gd name="connsiteX128" fmla="*/ 59726 w 108925"/>
                <a:gd name="connsiteY128" fmla="*/ 95206 h 776990"/>
                <a:gd name="connsiteX129" fmla="*/ 60560 w 108925"/>
                <a:gd name="connsiteY129" fmla="*/ 94040 h 776990"/>
                <a:gd name="connsiteX130" fmla="*/ 61727 w 108925"/>
                <a:gd name="connsiteY130" fmla="*/ 86373 h 776990"/>
                <a:gd name="connsiteX131" fmla="*/ 67976 w 108925"/>
                <a:gd name="connsiteY131" fmla="*/ 74874 h 776990"/>
                <a:gd name="connsiteX132" fmla="*/ 70392 w 108925"/>
                <a:gd name="connsiteY132" fmla="*/ 88040 h 776990"/>
                <a:gd name="connsiteX133" fmla="*/ 71642 w 108925"/>
                <a:gd name="connsiteY133" fmla="*/ 164200 h 776990"/>
                <a:gd name="connsiteX134" fmla="*/ 70726 w 108925"/>
                <a:gd name="connsiteY134" fmla="*/ 234693 h 776990"/>
                <a:gd name="connsiteX135" fmla="*/ 75309 w 108925"/>
                <a:gd name="connsiteY135" fmla="*/ 275773 h 776990"/>
                <a:gd name="connsiteX136" fmla="*/ 73308 w 108925"/>
                <a:gd name="connsiteY136" fmla="*/ 278606 h 776990"/>
                <a:gd name="connsiteX137" fmla="*/ 56060 w 108925"/>
                <a:gd name="connsiteY137" fmla="*/ 227611 h 776990"/>
                <a:gd name="connsiteX138" fmla="*/ 31979 w 108925"/>
                <a:gd name="connsiteY138" fmla="*/ 170866 h 776990"/>
                <a:gd name="connsiteX139" fmla="*/ 21730 w 108925"/>
                <a:gd name="connsiteY139" fmla="*/ 125370 h 776990"/>
                <a:gd name="connsiteX140" fmla="*/ 17314 w 108925"/>
                <a:gd name="connsiteY140" fmla="*/ 97956 h 776990"/>
                <a:gd name="connsiteX141" fmla="*/ 15980 w 108925"/>
                <a:gd name="connsiteY141" fmla="*/ 84540 h 776990"/>
                <a:gd name="connsiteX142" fmla="*/ 18397 w 108925"/>
                <a:gd name="connsiteY142" fmla="*/ 81041 h 776990"/>
                <a:gd name="connsiteX143" fmla="*/ 24480 w 108925"/>
                <a:gd name="connsiteY143" fmla="*/ 92206 h 776990"/>
                <a:gd name="connsiteX144" fmla="*/ 30480 w 108925"/>
                <a:gd name="connsiteY144" fmla="*/ 102872 h 776990"/>
                <a:gd name="connsiteX145" fmla="*/ 35729 w 108925"/>
                <a:gd name="connsiteY145" fmla="*/ 111038 h 776990"/>
                <a:gd name="connsiteX146" fmla="*/ 38395 w 108925"/>
                <a:gd name="connsiteY146" fmla="*/ 112038 h 776990"/>
                <a:gd name="connsiteX147" fmla="*/ 34396 w 108925"/>
                <a:gd name="connsiteY147" fmla="*/ 88873 h 776990"/>
                <a:gd name="connsiteX148" fmla="*/ 17647 w 108925"/>
                <a:gd name="connsiteY148" fmla="*/ 69375 h 776990"/>
                <a:gd name="connsiteX149" fmla="*/ 15230 w 108925"/>
                <a:gd name="connsiteY149" fmla="*/ 68542 h 776990"/>
                <a:gd name="connsiteX150" fmla="*/ 13147 w 108925"/>
                <a:gd name="connsiteY150" fmla="*/ 60459 h 776990"/>
                <a:gd name="connsiteX151" fmla="*/ 11148 w 108925"/>
                <a:gd name="connsiteY151" fmla="*/ 40461 h 776990"/>
                <a:gd name="connsiteX152" fmla="*/ 10732 w 108925"/>
                <a:gd name="connsiteY152" fmla="*/ 21379 h 776990"/>
                <a:gd name="connsiteX153" fmla="*/ 12064 w 108925"/>
                <a:gd name="connsiteY153" fmla="*/ 16296 h 776990"/>
                <a:gd name="connsiteX154" fmla="*/ 12064 w 108925"/>
                <a:gd name="connsiteY154" fmla="*/ 16296 h 776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Lst>
              <a:rect l="l" t="t" r="r" b="b"/>
              <a:pathLst>
                <a:path w="108925" h="776990">
                  <a:moveTo>
                    <a:pt x="316" y="16797"/>
                  </a:moveTo>
                  <a:cubicBezTo>
                    <a:pt x="-18" y="23213"/>
                    <a:pt x="-185" y="29295"/>
                    <a:pt x="316" y="35711"/>
                  </a:cubicBezTo>
                  <a:cubicBezTo>
                    <a:pt x="899" y="42711"/>
                    <a:pt x="815" y="49960"/>
                    <a:pt x="1815" y="56876"/>
                  </a:cubicBezTo>
                  <a:cubicBezTo>
                    <a:pt x="2648" y="62876"/>
                    <a:pt x="5564" y="68292"/>
                    <a:pt x="5815" y="74291"/>
                  </a:cubicBezTo>
                  <a:cubicBezTo>
                    <a:pt x="5815" y="74458"/>
                    <a:pt x="5898" y="74624"/>
                    <a:pt x="5898" y="74791"/>
                  </a:cubicBezTo>
                  <a:cubicBezTo>
                    <a:pt x="3481" y="81041"/>
                    <a:pt x="5482" y="90540"/>
                    <a:pt x="5981" y="95956"/>
                  </a:cubicBezTo>
                  <a:cubicBezTo>
                    <a:pt x="7898" y="117537"/>
                    <a:pt x="12064" y="139619"/>
                    <a:pt x="20647" y="159700"/>
                  </a:cubicBezTo>
                  <a:cubicBezTo>
                    <a:pt x="19814" y="159700"/>
                    <a:pt x="18897" y="159950"/>
                    <a:pt x="18230" y="160617"/>
                  </a:cubicBezTo>
                  <a:cubicBezTo>
                    <a:pt x="9064" y="169533"/>
                    <a:pt x="8315" y="187864"/>
                    <a:pt x="7814" y="199947"/>
                  </a:cubicBezTo>
                  <a:cubicBezTo>
                    <a:pt x="6898" y="219528"/>
                    <a:pt x="8731" y="239026"/>
                    <a:pt x="9398" y="258608"/>
                  </a:cubicBezTo>
                  <a:cubicBezTo>
                    <a:pt x="10648" y="296021"/>
                    <a:pt x="20897" y="331018"/>
                    <a:pt x="31563" y="366515"/>
                  </a:cubicBezTo>
                  <a:cubicBezTo>
                    <a:pt x="29812" y="370681"/>
                    <a:pt x="29313" y="376014"/>
                    <a:pt x="28896" y="379680"/>
                  </a:cubicBezTo>
                  <a:cubicBezTo>
                    <a:pt x="24813" y="420177"/>
                    <a:pt x="27479" y="460090"/>
                    <a:pt x="33563" y="500336"/>
                  </a:cubicBezTo>
                  <a:cubicBezTo>
                    <a:pt x="36479" y="519335"/>
                    <a:pt x="40812" y="538083"/>
                    <a:pt x="43728" y="557081"/>
                  </a:cubicBezTo>
                  <a:cubicBezTo>
                    <a:pt x="46062" y="572746"/>
                    <a:pt x="45311" y="588911"/>
                    <a:pt x="46978" y="604660"/>
                  </a:cubicBezTo>
                  <a:cubicBezTo>
                    <a:pt x="39896" y="626575"/>
                    <a:pt x="40145" y="648239"/>
                    <a:pt x="38978" y="671071"/>
                  </a:cubicBezTo>
                  <a:cubicBezTo>
                    <a:pt x="37812" y="694986"/>
                    <a:pt x="34062" y="719317"/>
                    <a:pt x="36562" y="743148"/>
                  </a:cubicBezTo>
                  <a:cubicBezTo>
                    <a:pt x="38228" y="758563"/>
                    <a:pt x="46728" y="777561"/>
                    <a:pt x="65143" y="776978"/>
                  </a:cubicBezTo>
                  <a:cubicBezTo>
                    <a:pt x="83891" y="776395"/>
                    <a:pt x="85224" y="758646"/>
                    <a:pt x="86057" y="744064"/>
                  </a:cubicBezTo>
                  <a:cubicBezTo>
                    <a:pt x="87890" y="713317"/>
                    <a:pt x="92057" y="682820"/>
                    <a:pt x="95724" y="652239"/>
                  </a:cubicBezTo>
                  <a:cubicBezTo>
                    <a:pt x="98140" y="641490"/>
                    <a:pt x="100556" y="630741"/>
                    <a:pt x="102056" y="619742"/>
                  </a:cubicBezTo>
                  <a:cubicBezTo>
                    <a:pt x="105306" y="596494"/>
                    <a:pt x="107389" y="573330"/>
                    <a:pt x="108473" y="549915"/>
                  </a:cubicBezTo>
                  <a:cubicBezTo>
                    <a:pt x="108972" y="539083"/>
                    <a:pt x="109139" y="528167"/>
                    <a:pt x="108556" y="517251"/>
                  </a:cubicBezTo>
                  <a:cubicBezTo>
                    <a:pt x="108139" y="509586"/>
                    <a:pt x="109972" y="500836"/>
                    <a:pt x="106639" y="493670"/>
                  </a:cubicBezTo>
                  <a:cubicBezTo>
                    <a:pt x="105390" y="491004"/>
                    <a:pt x="102723" y="489920"/>
                    <a:pt x="99973" y="490171"/>
                  </a:cubicBezTo>
                  <a:cubicBezTo>
                    <a:pt x="98890" y="490254"/>
                    <a:pt x="97890" y="490670"/>
                    <a:pt x="96890" y="491254"/>
                  </a:cubicBezTo>
                  <a:cubicBezTo>
                    <a:pt x="95057" y="483338"/>
                    <a:pt x="92724" y="475505"/>
                    <a:pt x="89974" y="467839"/>
                  </a:cubicBezTo>
                  <a:cubicBezTo>
                    <a:pt x="90641" y="453674"/>
                    <a:pt x="91974" y="439342"/>
                    <a:pt x="92474" y="425093"/>
                  </a:cubicBezTo>
                  <a:cubicBezTo>
                    <a:pt x="93223" y="403262"/>
                    <a:pt x="93307" y="381430"/>
                    <a:pt x="95724" y="359849"/>
                  </a:cubicBezTo>
                  <a:cubicBezTo>
                    <a:pt x="97890" y="340601"/>
                    <a:pt x="98224" y="321519"/>
                    <a:pt x="96974" y="302188"/>
                  </a:cubicBezTo>
                  <a:cubicBezTo>
                    <a:pt x="96390" y="292188"/>
                    <a:pt x="100556" y="272024"/>
                    <a:pt x="88391" y="267774"/>
                  </a:cubicBezTo>
                  <a:cubicBezTo>
                    <a:pt x="87141" y="267357"/>
                    <a:pt x="86057" y="267274"/>
                    <a:pt x="84974" y="267524"/>
                  </a:cubicBezTo>
                  <a:cubicBezTo>
                    <a:pt x="85224" y="262691"/>
                    <a:pt x="85058" y="257858"/>
                    <a:pt x="85058" y="253525"/>
                  </a:cubicBezTo>
                  <a:cubicBezTo>
                    <a:pt x="85308" y="238526"/>
                    <a:pt x="86391" y="223694"/>
                    <a:pt x="86641" y="208779"/>
                  </a:cubicBezTo>
                  <a:cubicBezTo>
                    <a:pt x="87057" y="177782"/>
                    <a:pt x="89974" y="146951"/>
                    <a:pt x="87224" y="116037"/>
                  </a:cubicBezTo>
                  <a:cubicBezTo>
                    <a:pt x="86474" y="107122"/>
                    <a:pt x="83974" y="59126"/>
                    <a:pt x="66559" y="62459"/>
                  </a:cubicBezTo>
                  <a:cubicBezTo>
                    <a:pt x="63643" y="63042"/>
                    <a:pt x="61477" y="65292"/>
                    <a:pt x="59893" y="68125"/>
                  </a:cubicBezTo>
                  <a:cubicBezTo>
                    <a:pt x="58227" y="60209"/>
                    <a:pt x="55894" y="52377"/>
                    <a:pt x="54478" y="45877"/>
                  </a:cubicBezTo>
                  <a:cubicBezTo>
                    <a:pt x="52394" y="35878"/>
                    <a:pt x="48561" y="18630"/>
                    <a:pt x="40061" y="11880"/>
                  </a:cubicBezTo>
                  <a:cubicBezTo>
                    <a:pt x="33062" y="6214"/>
                    <a:pt x="28813" y="13213"/>
                    <a:pt x="27563" y="19546"/>
                  </a:cubicBezTo>
                  <a:cubicBezTo>
                    <a:pt x="27397" y="20296"/>
                    <a:pt x="27230" y="21129"/>
                    <a:pt x="27063" y="21879"/>
                  </a:cubicBezTo>
                  <a:cubicBezTo>
                    <a:pt x="21230" y="8547"/>
                    <a:pt x="11231" y="-7785"/>
                    <a:pt x="1899" y="4131"/>
                  </a:cubicBezTo>
                  <a:cubicBezTo>
                    <a:pt x="-602" y="7214"/>
                    <a:pt x="482" y="13130"/>
                    <a:pt x="316" y="16797"/>
                  </a:cubicBezTo>
                  <a:lnTo>
                    <a:pt x="316" y="16797"/>
                  </a:lnTo>
                  <a:close/>
                  <a:moveTo>
                    <a:pt x="80392" y="443091"/>
                  </a:moveTo>
                  <a:cubicBezTo>
                    <a:pt x="73308" y="426510"/>
                    <a:pt x="65643" y="410095"/>
                    <a:pt x="59644" y="393346"/>
                  </a:cubicBezTo>
                  <a:cubicBezTo>
                    <a:pt x="56977" y="386013"/>
                    <a:pt x="53228" y="366182"/>
                    <a:pt x="44395" y="361265"/>
                  </a:cubicBezTo>
                  <a:cubicBezTo>
                    <a:pt x="49394" y="350183"/>
                    <a:pt x="53394" y="338768"/>
                    <a:pt x="58644" y="327769"/>
                  </a:cubicBezTo>
                  <a:cubicBezTo>
                    <a:pt x="62643" y="319436"/>
                    <a:pt x="66393" y="311270"/>
                    <a:pt x="71059" y="303271"/>
                  </a:cubicBezTo>
                  <a:cubicBezTo>
                    <a:pt x="73892" y="298354"/>
                    <a:pt x="77142" y="289105"/>
                    <a:pt x="81891" y="283856"/>
                  </a:cubicBezTo>
                  <a:cubicBezTo>
                    <a:pt x="81975" y="289272"/>
                    <a:pt x="81475" y="296688"/>
                    <a:pt x="81641" y="298938"/>
                  </a:cubicBezTo>
                  <a:cubicBezTo>
                    <a:pt x="82475" y="308270"/>
                    <a:pt x="83308" y="317519"/>
                    <a:pt x="83475" y="326935"/>
                  </a:cubicBezTo>
                  <a:cubicBezTo>
                    <a:pt x="83807" y="345600"/>
                    <a:pt x="80891" y="364015"/>
                    <a:pt x="80724" y="382597"/>
                  </a:cubicBezTo>
                  <a:cubicBezTo>
                    <a:pt x="80558" y="402012"/>
                    <a:pt x="78808" y="423010"/>
                    <a:pt x="80392" y="443091"/>
                  </a:cubicBezTo>
                  <a:lnTo>
                    <a:pt x="80392" y="443091"/>
                  </a:lnTo>
                  <a:close/>
                  <a:moveTo>
                    <a:pt x="76892" y="545832"/>
                  </a:moveTo>
                  <a:cubicBezTo>
                    <a:pt x="78058" y="543249"/>
                    <a:pt x="87725" y="520584"/>
                    <a:pt x="94557" y="508919"/>
                  </a:cubicBezTo>
                  <a:cubicBezTo>
                    <a:pt x="94640" y="509085"/>
                    <a:pt x="94724" y="509252"/>
                    <a:pt x="94724" y="509419"/>
                  </a:cubicBezTo>
                  <a:cubicBezTo>
                    <a:pt x="94807" y="509669"/>
                    <a:pt x="94974" y="509835"/>
                    <a:pt x="95140" y="510086"/>
                  </a:cubicBezTo>
                  <a:cubicBezTo>
                    <a:pt x="95140" y="510335"/>
                    <a:pt x="95140" y="510585"/>
                    <a:pt x="95140" y="510752"/>
                  </a:cubicBezTo>
                  <a:cubicBezTo>
                    <a:pt x="95223" y="516001"/>
                    <a:pt x="96057" y="521418"/>
                    <a:pt x="96223" y="526667"/>
                  </a:cubicBezTo>
                  <a:cubicBezTo>
                    <a:pt x="96640" y="537666"/>
                    <a:pt x="96390" y="548665"/>
                    <a:pt x="95974" y="559664"/>
                  </a:cubicBezTo>
                  <a:cubicBezTo>
                    <a:pt x="95140" y="581662"/>
                    <a:pt x="93474" y="603327"/>
                    <a:pt x="91140" y="625075"/>
                  </a:cubicBezTo>
                  <a:cubicBezTo>
                    <a:pt x="90724" y="629158"/>
                    <a:pt x="90140" y="633157"/>
                    <a:pt x="89474" y="637157"/>
                  </a:cubicBezTo>
                  <a:cubicBezTo>
                    <a:pt x="88307" y="643407"/>
                    <a:pt x="87141" y="649739"/>
                    <a:pt x="85974" y="655989"/>
                  </a:cubicBezTo>
                  <a:cubicBezTo>
                    <a:pt x="83974" y="666071"/>
                    <a:pt x="81891" y="676154"/>
                    <a:pt x="80558" y="686403"/>
                  </a:cubicBezTo>
                  <a:cubicBezTo>
                    <a:pt x="77641" y="708318"/>
                    <a:pt x="76892" y="730399"/>
                    <a:pt x="76475" y="752397"/>
                  </a:cubicBezTo>
                  <a:cubicBezTo>
                    <a:pt x="76309" y="752813"/>
                    <a:pt x="76142" y="753147"/>
                    <a:pt x="75975" y="753480"/>
                  </a:cubicBezTo>
                  <a:cubicBezTo>
                    <a:pt x="76142" y="757980"/>
                    <a:pt x="72809" y="759313"/>
                    <a:pt x="66059" y="757730"/>
                  </a:cubicBezTo>
                  <a:cubicBezTo>
                    <a:pt x="59143" y="762646"/>
                    <a:pt x="54727" y="761479"/>
                    <a:pt x="52894" y="754314"/>
                  </a:cubicBezTo>
                  <a:cubicBezTo>
                    <a:pt x="51061" y="749980"/>
                    <a:pt x="50644" y="744898"/>
                    <a:pt x="50145" y="740314"/>
                  </a:cubicBezTo>
                  <a:cubicBezTo>
                    <a:pt x="49228" y="730565"/>
                    <a:pt x="49644" y="720733"/>
                    <a:pt x="49894" y="710984"/>
                  </a:cubicBezTo>
                  <a:cubicBezTo>
                    <a:pt x="50311" y="692652"/>
                    <a:pt x="51811" y="674154"/>
                    <a:pt x="51061" y="655739"/>
                  </a:cubicBezTo>
                  <a:cubicBezTo>
                    <a:pt x="50477" y="641240"/>
                    <a:pt x="50311" y="627824"/>
                    <a:pt x="52894" y="614243"/>
                  </a:cubicBezTo>
                  <a:cubicBezTo>
                    <a:pt x="53477" y="613826"/>
                    <a:pt x="53977" y="613160"/>
                    <a:pt x="54061" y="612160"/>
                  </a:cubicBezTo>
                  <a:cubicBezTo>
                    <a:pt x="54227" y="610410"/>
                    <a:pt x="54394" y="608576"/>
                    <a:pt x="54560" y="606827"/>
                  </a:cubicBezTo>
                  <a:cubicBezTo>
                    <a:pt x="55144" y="604577"/>
                    <a:pt x="55810" y="602244"/>
                    <a:pt x="56561" y="599911"/>
                  </a:cubicBezTo>
                  <a:cubicBezTo>
                    <a:pt x="62560" y="581912"/>
                    <a:pt x="68976" y="563330"/>
                    <a:pt x="76892" y="545832"/>
                  </a:cubicBezTo>
                  <a:lnTo>
                    <a:pt x="76892" y="545832"/>
                  </a:lnTo>
                  <a:close/>
                  <a:moveTo>
                    <a:pt x="37145" y="375598"/>
                  </a:moveTo>
                  <a:cubicBezTo>
                    <a:pt x="37312" y="375598"/>
                    <a:pt x="37395" y="375598"/>
                    <a:pt x="37562" y="375598"/>
                  </a:cubicBezTo>
                  <a:cubicBezTo>
                    <a:pt x="37729" y="375931"/>
                    <a:pt x="37978" y="376431"/>
                    <a:pt x="38228" y="377181"/>
                  </a:cubicBezTo>
                  <a:cubicBezTo>
                    <a:pt x="43978" y="391263"/>
                    <a:pt x="49310" y="405595"/>
                    <a:pt x="55394" y="419593"/>
                  </a:cubicBezTo>
                  <a:cubicBezTo>
                    <a:pt x="66977" y="446008"/>
                    <a:pt x="79392" y="471839"/>
                    <a:pt x="90307" y="498336"/>
                  </a:cubicBezTo>
                  <a:cubicBezTo>
                    <a:pt x="85141" y="507419"/>
                    <a:pt x="81559" y="521168"/>
                    <a:pt x="78892" y="526584"/>
                  </a:cubicBezTo>
                  <a:cubicBezTo>
                    <a:pt x="70726" y="543249"/>
                    <a:pt x="63476" y="560581"/>
                    <a:pt x="56727" y="577996"/>
                  </a:cubicBezTo>
                  <a:cubicBezTo>
                    <a:pt x="56727" y="575246"/>
                    <a:pt x="56561" y="572497"/>
                    <a:pt x="56311" y="569747"/>
                  </a:cubicBezTo>
                  <a:cubicBezTo>
                    <a:pt x="54560" y="553332"/>
                    <a:pt x="50477" y="537749"/>
                    <a:pt x="47478" y="521501"/>
                  </a:cubicBezTo>
                  <a:cubicBezTo>
                    <a:pt x="44645" y="506252"/>
                    <a:pt x="41979" y="490504"/>
                    <a:pt x="40562" y="475089"/>
                  </a:cubicBezTo>
                  <a:cubicBezTo>
                    <a:pt x="38978" y="458257"/>
                    <a:pt x="34812" y="442091"/>
                    <a:pt x="34396" y="425177"/>
                  </a:cubicBezTo>
                  <a:cubicBezTo>
                    <a:pt x="34229" y="416510"/>
                    <a:pt x="34062" y="408011"/>
                    <a:pt x="34895" y="399429"/>
                  </a:cubicBezTo>
                  <a:cubicBezTo>
                    <a:pt x="35479" y="393512"/>
                    <a:pt x="37729" y="387013"/>
                    <a:pt x="37895" y="381347"/>
                  </a:cubicBezTo>
                  <a:cubicBezTo>
                    <a:pt x="37812" y="379930"/>
                    <a:pt x="37145" y="376764"/>
                    <a:pt x="37145" y="375598"/>
                  </a:cubicBezTo>
                  <a:lnTo>
                    <a:pt x="37145" y="375598"/>
                  </a:lnTo>
                  <a:close/>
                  <a:moveTo>
                    <a:pt x="20313" y="171116"/>
                  </a:moveTo>
                  <a:cubicBezTo>
                    <a:pt x="25479" y="180865"/>
                    <a:pt x="28562" y="192447"/>
                    <a:pt x="32396" y="202613"/>
                  </a:cubicBezTo>
                  <a:cubicBezTo>
                    <a:pt x="36312" y="212945"/>
                    <a:pt x="40812" y="223028"/>
                    <a:pt x="44978" y="233277"/>
                  </a:cubicBezTo>
                  <a:cubicBezTo>
                    <a:pt x="52394" y="251525"/>
                    <a:pt x="61226" y="269607"/>
                    <a:pt x="68392" y="287939"/>
                  </a:cubicBezTo>
                  <a:cubicBezTo>
                    <a:pt x="63143" y="297854"/>
                    <a:pt x="58893" y="308687"/>
                    <a:pt x="54560" y="318103"/>
                  </a:cubicBezTo>
                  <a:cubicBezTo>
                    <a:pt x="48561" y="331185"/>
                    <a:pt x="42061" y="344350"/>
                    <a:pt x="36729" y="357766"/>
                  </a:cubicBezTo>
                  <a:cubicBezTo>
                    <a:pt x="35479" y="354266"/>
                    <a:pt x="34312" y="350766"/>
                    <a:pt x="33396" y="347183"/>
                  </a:cubicBezTo>
                  <a:cubicBezTo>
                    <a:pt x="31313" y="339101"/>
                    <a:pt x="31063" y="330768"/>
                    <a:pt x="29480" y="322519"/>
                  </a:cubicBezTo>
                  <a:cubicBezTo>
                    <a:pt x="26147" y="305437"/>
                    <a:pt x="23396" y="288189"/>
                    <a:pt x="21064" y="270940"/>
                  </a:cubicBezTo>
                  <a:cubicBezTo>
                    <a:pt x="18731" y="253608"/>
                    <a:pt x="16981" y="235610"/>
                    <a:pt x="16397" y="218112"/>
                  </a:cubicBezTo>
                  <a:cubicBezTo>
                    <a:pt x="15980" y="207196"/>
                    <a:pt x="13398" y="183031"/>
                    <a:pt x="20313" y="171116"/>
                  </a:cubicBezTo>
                  <a:lnTo>
                    <a:pt x="20313" y="171116"/>
                  </a:lnTo>
                  <a:close/>
                  <a:moveTo>
                    <a:pt x="12064" y="16296"/>
                  </a:moveTo>
                  <a:cubicBezTo>
                    <a:pt x="16647" y="21213"/>
                    <a:pt x="19981" y="27379"/>
                    <a:pt x="24730" y="32129"/>
                  </a:cubicBezTo>
                  <a:cubicBezTo>
                    <a:pt x="22480" y="41544"/>
                    <a:pt x="20480" y="51210"/>
                    <a:pt x="21814" y="60459"/>
                  </a:cubicBezTo>
                  <a:cubicBezTo>
                    <a:pt x="22563" y="65542"/>
                    <a:pt x="29646" y="64792"/>
                    <a:pt x="30396" y="60126"/>
                  </a:cubicBezTo>
                  <a:cubicBezTo>
                    <a:pt x="31979" y="49960"/>
                    <a:pt x="35312" y="40628"/>
                    <a:pt x="36562" y="30378"/>
                  </a:cubicBezTo>
                  <a:cubicBezTo>
                    <a:pt x="36646" y="29962"/>
                    <a:pt x="36978" y="28045"/>
                    <a:pt x="37312" y="25796"/>
                  </a:cubicBezTo>
                  <a:cubicBezTo>
                    <a:pt x="37646" y="26462"/>
                    <a:pt x="37895" y="26879"/>
                    <a:pt x="37812" y="26712"/>
                  </a:cubicBezTo>
                  <a:cubicBezTo>
                    <a:pt x="47311" y="44377"/>
                    <a:pt x="49811" y="66125"/>
                    <a:pt x="54311" y="85874"/>
                  </a:cubicBezTo>
                  <a:cubicBezTo>
                    <a:pt x="51727" y="96706"/>
                    <a:pt x="49310" y="107538"/>
                    <a:pt x="46895" y="118371"/>
                  </a:cubicBezTo>
                  <a:cubicBezTo>
                    <a:pt x="35396" y="111455"/>
                    <a:pt x="30146" y="142452"/>
                    <a:pt x="31480" y="149618"/>
                  </a:cubicBezTo>
                  <a:cubicBezTo>
                    <a:pt x="31979" y="152034"/>
                    <a:pt x="35646" y="153284"/>
                    <a:pt x="36978" y="150868"/>
                  </a:cubicBezTo>
                  <a:cubicBezTo>
                    <a:pt x="40645" y="144618"/>
                    <a:pt x="41145" y="137369"/>
                    <a:pt x="43561" y="130536"/>
                  </a:cubicBezTo>
                  <a:cubicBezTo>
                    <a:pt x="43895" y="129370"/>
                    <a:pt x="44311" y="128286"/>
                    <a:pt x="44812" y="127203"/>
                  </a:cubicBezTo>
                  <a:cubicBezTo>
                    <a:pt x="44561" y="128120"/>
                    <a:pt x="44311" y="128953"/>
                    <a:pt x="44062" y="129870"/>
                  </a:cubicBezTo>
                  <a:cubicBezTo>
                    <a:pt x="45478" y="133203"/>
                    <a:pt x="46895" y="136286"/>
                    <a:pt x="47978" y="139785"/>
                  </a:cubicBezTo>
                  <a:cubicBezTo>
                    <a:pt x="49477" y="144951"/>
                    <a:pt x="51061" y="149951"/>
                    <a:pt x="52811" y="155034"/>
                  </a:cubicBezTo>
                  <a:cubicBezTo>
                    <a:pt x="53977" y="158284"/>
                    <a:pt x="54894" y="161617"/>
                    <a:pt x="56227" y="164783"/>
                  </a:cubicBezTo>
                  <a:cubicBezTo>
                    <a:pt x="57310" y="167366"/>
                    <a:pt x="59143" y="169616"/>
                    <a:pt x="60143" y="172199"/>
                  </a:cubicBezTo>
                  <a:lnTo>
                    <a:pt x="60143" y="172199"/>
                  </a:lnTo>
                  <a:cubicBezTo>
                    <a:pt x="60893" y="173782"/>
                    <a:pt x="63560" y="173699"/>
                    <a:pt x="63892" y="171532"/>
                  </a:cubicBezTo>
                  <a:cubicBezTo>
                    <a:pt x="65226" y="163033"/>
                    <a:pt x="61226" y="153284"/>
                    <a:pt x="59227" y="145118"/>
                  </a:cubicBezTo>
                  <a:cubicBezTo>
                    <a:pt x="57477" y="137869"/>
                    <a:pt x="56144" y="129953"/>
                    <a:pt x="51894" y="123620"/>
                  </a:cubicBezTo>
                  <a:cubicBezTo>
                    <a:pt x="54560" y="114204"/>
                    <a:pt x="57227" y="104705"/>
                    <a:pt x="59726" y="95206"/>
                  </a:cubicBezTo>
                  <a:cubicBezTo>
                    <a:pt x="60060" y="94956"/>
                    <a:pt x="60393" y="94623"/>
                    <a:pt x="60560" y="94040"/>
                  </a:cubicBezTo>
                  <a:cubicBezTo>
                    <a:pt x="61310" y="91623"/>
                    <a:pt x="61644" y="89123"/>
                    <a:pt x="61727" y="86373"/>
                  </a:cubicBezTo>
                  <a:cubicBezTo>
                    <a:pt x="62643" y="81374"/>
                    <a:pt x="64393" y="72375"/>
                    <a:pt x="67976" y="74874"/>
                  </a:cubicBezTo>
                  <a:cubicBezTo>
                    <a:pt x="69893" y="76208"/>
                    <a:pt x="70142" y="86040"/>
                    <a:pt x="70392" y="88040"/>
                  </a:cubicBezTo>
                  <a:cubicBezTo>
                    <a:pt x="73976" y="113204"/>
                    <a:pt x="73725" y="139035"/>
                    <a:pt x="71642" y="164200"/>
                  </a:cubicBezTo>
                  <a:cubicBezTo>
                    <a:pt x="69809" y="187198"/>
                    <a:pt x="70060" y="211779"/>
                    <a:pt x="70726" y="234693"/>
                  </a:cubicBezTo>
                  <a:cubicBezTo>
                    <a:pt x="71059" y="245526"/>
                    <a:pt x="70559" y="263774"/>
                    <a:pt x="75309" y="275773"/>
                  </a:cubicBezTo>
                  <a:cubicBezTo>
                    <a:pt x="74642" y="276690"/>
                    <a:pt x="73976" y="277690"/>
                    <a:pt x="73308" y="278606"/>
                  </a:cubicBezTo>
                  <a:cubicBezTo>
                    <a:pt x="70559" y="261108"/>
                    <a:pt x="62310" y="243776"/>
                    <a:pt x="56060" y="227611"/>
                  </a:cubicBezTo>
                  <a:cubicBezTo>
                    <a:pt x="49061" y="209529"/>
                    <a:pt x="43144" y="187698"/>
                    <a:pt x="31979" y="170866"/>
                  </a:cubicBezTo>
                  <a:cubicBezTo>
                    <a:pt x="28729" y="155701"/>
                    <a:pt x="24730" y="140619"/>
                    <a:pt x="21730" y="125370"/>
                  </a:cubicBezTo>
                  <a:cubicBezTo>
                    <a:pt x="19981" y="116371"/>
                    <a:pt x="18647" y="107038"/>
                    <a:pt x="17314" y="97956"/>
                  </a:cubicBezTo>
                  <a:cubicBezTo>
                    <a:pt x="16814" y="94289"/>
                    <a:pt x="15481" y="88290"/>
                    <a:pt x="15980" y="84540"/>
                  </a:cubicBezTo>
                  <a:cubicBezTo>
                    <a:pt x="16397" y="80874"/>
                    <a:pt x="15648" y="79208"/>
                    <a:pt x="18397" y="81041"/>
                  </a:cubicBezTo>
                  <a:cubicBezTo>
                    <a:pt x="20647" y="84624"/>
                    <a:pt x="22480" y="88457"/>
                    <a:pt x="24480" y="92206"/>
                  </a:cubicBezTo>
                  <a:cubicBezTo>
                    <a:pt x="26396" y="95789"/>
                    <a:pt x="28313" y="99456"/>
                    <a:pt x="30480" y="102872"/>
                  </a:cubicBezTo>
                  <a:cubicBezTo>
                    <a:pt x="31812" y="105039"/>
                    <a:pt x="35396" y="108455"/>
                    <a:pt x="35729" y="111038"/>
                  </a:cubicBezTo>
                  <a:cubicBezTo>
                    <a:pt x="35895" y="112204"/>
                    <a:pt x="37562" y="112954"/>
                    <a:pt x="38395" y="112038"/>
                  </a:cubicBezTo>
                  <a:cubicBezTo>
                    <a:pt x="43728" y="106372"/>
                    <a:pt x="36729" y="94706"/>
                    <a:pt x="34396" y="88873"/>
                  </a:cubicBezTo>
                  <a:cubicBezTo>
                    <a:pt x="31979" y="82790"/>
                    <a:pt x="26479" y="67125"/>
                    <a:pt x="17647" y="69375"/>
                  </a:cubicBezTo>
                  <a:cubicBezTo>
                    <a:pt x="16898" y="69042"/>
                    <a:pt x="16064" y="68708"/>
                    <a:pt x="15230" y="68542"/>
                  </a:cubicBezTo>
                  <a:cubicBezTo>
                    <a:pt x="14898" y="65875"/>
                    <a:pt x="14064" y="63459"/>
                    <a:pt x="13147" y="60459"/>
                  </a:cubicBezTo>
                  <a:cubicBezTo>
                    <a:pt x="11314" y="53960"/>
                    <a:pt x="11481" y="47210"/>
                    <a:pt x="11148" y="40461"/>
                  </a:cubicBezTo>
                  <a:cubicBezTo>
                    <a:pt x="10814" y="34045"/>
                    <a:pt x="10148" y="27795"/>
                    <a:pt x="10732" y="21379"/>
                  </a:cubicBezTo>
                  <a:cubicBezTo>
                    <a:pt x="11148" y="20546"/>
                    <a:pt x="11731" y="18380"/>
                    <a:pt x="12064" y="16296"/>
                  </a:cubicBezTo>
                  <a:lnTo>
                    <a:pt x="12064" y="16296"/>
                  </a:lnTo>
                  <a:close/>
                </a:path>
              </a:pathLst>
            </a:custGeom>
            <a:grpFill/>
            <a:ln w="8332" cap="flat">
              <a:noFill/>
              <a:prstDash val="solid"/>
              <a:miter/>
            </a:ln>
          </p:spPr>
          <p:txBody>
            <a:bodyPr rtlCol="0" anchor="ctr"/>
            <a:lstStyle/>
            <a:p>
              <a:endParaRPr lang="en-US"/>
            </a:p>
          </p:txBody>
        </p:sp>
        <p:sp>
          <p:nvSpPr>
            <p:cNvPr id="2108" name="Freeform: Shape 2107"/>
            <p:cNvSpPr/>
            <p:nvPr/>
          </p:nvSpPr>
          <p:spPr>
            <a:xfrm>
              <a:off x="11131280" y="3691762"/>
              <a:ext cx="233175" cy="750599"/>
            </a:xfrm>
            <a:custGeom>
              <a:avLst/>
              <a:gdLst>
                <a:gd name="connsiteX0" fmla="*/ 1737 w 233175"/>
                <a:gd name="connsiteY0" fmla="*/ 18580 h 750599"/>
                <a:gd name="connsiteX1" fmla="*/ 5488 w 233175"/>
                <a:gd name="connsiteY1" fmla="*/ 37079 h 750599"/>
                <a:gd name="connsiteX2" fmla="*/ 11237 w 233175"/>
                <a:gd name="connsiteY2" fmla="*/ 57494 h 750599"/>
                <a:gd name="connsiteX3" fmla="*/ 18653 w 233175"/>
                <a:gd name="connsiteY3" fmla="*/ 73742 h 750599"/>
                <a:gd name="connsiteX4" fmla="*/ 18819 w 233175"/>
                <a:gd name="connsiteY4" fmla="*/ 74242 h 750599"/>
                <a:gd name="connsiteX5" fmla="*/ 23153 w 233175"/>
                <a:gd name="connsiteY5" fmla="*/ 94907 h 750599"/>
                <a:gd name="connsiteX6" fmla="*/ 50317 w 233175"/>
                <a:gd name="connsiteY6" fmla="*/ 154318 h 750599"/>
                <a:gd name="connsiteX7" fmla="*/ 48150 w 233175"/>
                <a:gd name="connsiteY7" fmla="*/ 155735 h 750599"/>
                <a:gd name="connsiteX8" fmla="*/ 45817 w 233175"/>
                <a:gd name="connsiteY8" fmla="*/ 196314 h 750599"/>
                <a:gd name="connsiteX9" fmla="*/ 59149 w 233175"/>
                <a:gd name="connsiteY9" fmla="*/ 253476 h 750599"/>
                <a:gd name="connsiteX10" fmla="*/ 102562 w 233175"/>
                <a:gd name="connsiteY10" fmla="*/ 354717 h 750599"/>
                <a:gd name="connsiteX11" fmla="*/ 102646 w 233175"/>
                <a:gd name="connsiteY11" fmla="*/ 368132 h 750599"/>
                <a:gd name="connsiteX12" fmla="*/ 131393 w 233175"/>
                <a:gd name="connsiteY12" fmla="*/ 485371 h 750599"/>
                <a:gd name="connsiteX13" fmla="*/ 152724 w 233175"/>
                <a:gd name="connsiteY13" fmla="*/ 538867 h 750599"/>
                <a:gd name="connsiteX14" fmla="*/ 165473 w 233175"/>
                <a:gd name="connsiteY14" fmla="*/ 584779 h 750599"/>
                <a:gd name="connsiteX15" fmla="*/ 170972 w 233175"/>
                <a:gd name="connsiteY15" fmla="*/ 651440 h 750599"/>
                <a:gd name="connsiteX16" fmla="*/ 183138 w 233175"/>
                <a:gd name="connsiteY16" fmla="*/ 722517 h 750599"/>
                <a:gd name="connsiteX17" fmla="*/ 217885 w 233175"/>
                <a:gd name="connsiteY17" fmla="*/ 749931 h 750599"/>
                <a:gd name="connsiteX18" fmla="*/ 231801 w 233175"/>
                <a:gd name="connsiteY18" fmla="*/ 713518 h 750599"/>
                <a:gd name="connsiteX19" fmla="*/ 222801 w 233175"/>
                <a:gd name="connsiteY19" fmla="*/ 621693 h 750599"/>
                <a:gd name="connsiteX20" fmla="*/ 222468 w 233175"/>
                <a:gd name="connsiteY20" fmla="*/ 588529 h 750599"/>
                <a:gd name="connsiteX21" fmla="*/ 214719 w 233175"/>
                <a:gd name="connsiteY21" fmla="*/ 518869 h 750599"/>
                <a:gd name="connsiteX22" fmla="*/ 208219 w 233175"/>
                <a:gd name="connsiteY22" fmla="*/ 486871 h 750599"/>
                <a:gd name="connsiteX23" fmla="*/ 201637 w 233175"/>
                <a:gd name="connsiteY23" fmla="*/ 464207 h 750599"/>
                <a:gd name="connsiteX24" fmla="*/ 194387 w 233175"/>
                <a:gd name="connsiteY24" fmla="*/ 462040 h 750599"/>
                <a:gd name="connsiteX25" fmla="*/ 191554 w 233175"/>
                <a:gd name="connsiteY25" fmla="*/ 463707 h 750599"/>
                <a:gd name="connsiteX26" fmla="*/ 180055 w 233175"/>
                <a:gd name="connsiteY26" fmla="*/ 442125 h 750599"/>
                <a:gd name="connsiteX27" fmla="*/ 173972 w 233175"/>
                <a:gd name="connsiteY27" fmla="*/ 399796 h 750599"/>
                <a:gd name="connsiteX28" fmla="*/ 164057 w 233175"/>
                <a:gd name="connsiteY28" fmla="*/ 335219 h 750599"/>
                <a:gd name="connsiteX29" fmla="*/ 153724 w 233175"/>
                <a:gd name="connsiteY29" fmla="*/ 278474 h 750599"/>
                <a:gd name="connsiteX30" fmla="*/ 138392 w 233175"/>
                <a:gd name="connsiteY30" fmla="*/ 246476 h 750599"/>
                <a:gd name="connsiteX31" fmla="*/ 134976 w 233175"/>
                <a:gd name="connsiteY31" fmla="*/ 246893 h 750599"/>
                <a:gd name="connsiteX32" fmla="*/ 132309 w 233175"/>
                <a:gd name="connsiteY32" fmla="*/ 233145 h 750599"/>
                <a:gd name="connsiteX33" fmla="*/ 124810 w 233175"/>
                <a:gd name="connsiteY33" fmla="*/ 188981 h 750599"/>
                <a:gd name="connsiteX34" fmla="*/ 106812 w 233175"/>
                <a:gd name="connsiteY34" fmla="*/ 97990 h 750599"/>
                <a:gd name="connsiteX35" fmla="*/ 75814 w 233175"/>
                <a:gd name="connsiteY35" fmla="*/ 49661 h 750599"/>
                <a:gd name="connsiteX36" fmla="*/ 70399 w 233175"/>
                <a:gd name="connsiteY36" fmla="*/ 56577 h 750599"/>
                <a:gd name="connsiteX37" fmla="*/ 60649 w 233175"/>
                <a:gd name="connsiteY37" fmla="*/ 35912 h 750599"/>
                <a:gd name="connsiteX38" fmla="*/ 39651 w 233175"/>
                <a:gd name="connsiteY38" fmla="*/ 5498 h 750599"/>
                <a:gd name="connsiteX39" fmla="*/ 28902 w 233175"/>
                <a:gd name="connsiteY39" fmla="*/ 15497 h 750599"/>
                <a:gd name="connsiteX40" fmla="*/ 28902 w 233175"/>
                <a:gd name="connsiteY40" fmla="*/ 17914 h 750599"/>
                <a:gd name="connsiteX41" fmla="*/ 654 w 233175"/>
                <a:gd name="connsiteY41" fmla="*/ 5582 h 750599"/>
                <a:gd name="connsiteX42" fmla="*/ 1737 w 233175"/>
                <a:gd name="connsiteY42" fmla="*/ 18580 h 750599"/>
                <a:gd name="connsiteX43" fmla="*/ 1737 w 233175"/>
                <a:gd name="connsiteY43" fmla="*/ 18580 h 750599"/>
                <a:gd name="connsiteX44" fmla="*/ 165890 w 233175"/>
                <a:gd name="connsiteY44" fmla="*/ 420211 h 750599"/>
                <a:gd name="connsiteX45" fmla="*/ 135559 w 233175"/>
                <a:gd name="connsiteY45" fmla="*/ 375632 h 750599"/>
                <a:gd name="connsiteX46" fmla="*/ 114145 w 233175"/>
                <a:gd name="connsiteY46" fmla="*/ 347218 h 750599"/>
                <a:gd name="connsiteX47" fmla="*/ 121394 w 233175"/>
                <a:gd name="connsiteY47" fmla="*/ 311554 h 750599"/>
                <a:gd name="connsiteX48" fmla="*/ 128643 w 233175"/>
                <a:gd name="connsiteY48" fmla="*/ 285056 h 750599"/>
                <a:gd name="connsiteX49" fmla="*/ 135392 w 233175"/>
                <a:gd name="connsiteY49" fmla="*/ 263892 h 750599"/>
                <a:gd name="connsiteX50" fmla="*/ 138225 w 233175"/>
                <a:gd name="connsiteY50" fmla="*/ 278724 h 750599"/>
                <a:gd name="connsiteX51" fmla="*/ 145641 w 233175"/>
                <a:gd name="connsiteY51" fmla="*/ 305721 h 750599"/>
                <a:gd name="connsiteX52" fmla="*/ 154141 w 233175"/>
                <a:gd name="connsiteY52" fmla="*/ 360883 h 750599"/>
                <a:gd name="connsiteX53" fmla="*/ 165890 w 233175"/>
                <a:gd name="connsiteY53" fmla="*/ 420211 h 750599"/>
                <a:gd name="connsiteX54" fmla="*/ 165890 w 233175"/>
                <a:gd name="connsiteY54" fmla="*/ 420211 h 750599"/>
                <a:gd name="connsiteX55" fmla="*/ 183054 w 233175"/>
                <a:gd name="connsiteY55" fmla="*/ 521452 h 750599"/>
                <a:gd name="connsiteX56" fmla="*/ 192971 w 233175"/>
                <a:gd name="connsiteY56" fmla="*/ 481705 h 750599"/>
                <a:gd name="connsiteX57" fmla="*/ 193304 w 233175"/>
                <a:gd name="connsiteY57" fmla="*/ 482122 h 750599"/>
                <a:gd name="connsiteX58" fmla="*/ 193804 w 233175"/>
                <a:gd name="connsiteY58" fmla="*/ 482705 h 750599"/>
                <a:gd name="connsiteX59" fmla="*/ 193887 w 233175"/>
                <a:gd name="connsiteY59" fmla="*/ 483372 h 750599"/>
                <a:gd name="connsiteX60" fmla="*/ 198137 w 233175"/>
                <a:gd name="connsiteY60" fmla="*/ 498787 h 750599"/>
                <a:gd name="connsiteX61" fmla="*/ 204470 w 233175"/>
                <a:gd name="connsiteY61" fmla="*/ 531201 h 750599"/>
                <a:gd name="connsiteX62" fmla="*/ 212886 w 233175"/>
                <a:gd name="connsiteY62" fmla="*/ 596278 h 750599"/>
                <a:gd name="connsiteX63" fmla="*/ 213719 w 233175"/>
                <a:gd name="connsiteY63" fmla="*/ 608444 h 750599"/>
                <a:gd name="connsiteX64" fmla="*/ 214136 w 233175"/>
                <a:gd name="connsiteY64" fmla="*/ 627609 h 750599"/>
                <a:gd name="connsiteX65" fmla="*/ 214885 w 233175"/>
                <a:gd name="connsiteY65" fmla="*/ 658523 h 750599"/>
                <a:gd name="connsiteX66" fmla="*/ 224134 w 233175"/>
                <a:gd name="connsiteY66" fmla="*/ 724017 h 750599"/>
                <a:gd name="connsiteX67" fmla="*/ 223884 w 233175"/>
                <a:gd name="connsiteY67" fmla="*/ 725183 h 750599"/>
                <a:gd name="connsiteX68" fmla="*/ 214969 w 233175"/>
                <a:gd name="connsiteY68" fmla="*/ 731349 h 750599"/>
                <a:gd name="connsiteX69" fmla="*/ 201387 w 233175"/>
                <a:gd name="connsiteY69" fmla="*/ 730683 h 750599"/>
                <a:gd name="connsiteX70" fmla="*/ 195887 w 233175"/>
                <a:gd name="connsiteY70" fmla="*/ 717518 h 750599"/>
                <a:gd name="connsiteX71" fmla="*/ 189721 w 233175"/>
                <a:gd name="connsiteY71" fmla="*/ 688854 h 750599"/>
                <a:gd name="connsiteX72" fmla="*/ 179804 w 233175"/>
                <a:gd name="connsiteY72" fmla="*/ 634525 h 750599"/>
                <a:gd name="connsiteX73" fmla="*/ 173222 w 233175"/>
                <a:gd name="connsiteY73" fmla="*/ 593529 h 750599"/>
                <a:gd name="connsiteX74" fmla="*/ 173972 w 233175"/>
                <a:gd name="connsiteY74" fmla="*/ 591279 h 750599"/>
                <a:gd name="connsiteX75" fmla="*/ 173389 w 233175"/>
                <a:gd name="connsiteY75" fmla="*/ 585946 h 750599"/>
                <a:gd name="connsiteX76" fmla="*/ 173972 w 233175"/>
                <a:gd name="connsiteY76" fmla="*/ 578780 h 750599"/>
                <a:gd name="connsiteX77" fmla="*/ 183054 w 233175"/>
                <a:gd name="connsiteY77" fmla="*/ 521452 h 750599"/>
                <a:gd name="connsiteX78" fmla="*/ 183054 w 233175"/>
                <a:gd name="connsiteY78" fmla="*/ 521452 h 750599"/>
                <a:gd name="connsiteX79" fmla="*/ 109812 w 233175"/>
                <a:gd name="connsiteY79" fmla="*/ 362800 h 750599"/>
                <a:gd name="connsiteX80" fmla="*/ 110228 w 233175"/>
                <a:gd name="connsiteY80" fmla="*/ 362716 h 750599"/>
                <a:gd name="connsiteX81" fmla="*/ 111227 w 233175"/>
                <a:gd name="connsiteY81" fmla="*/ 364133 h 750599"/>
                <a:gd name="connsiteX82" fmla="*/ 136559 w 233175"/>
                <a:gd name="connsiteY82" fmla="*/ 402296 h 750599"/>
                <a:gd name="connsiteX83" fmla="*/ 186638 w 233175"/>
                <a:gd name="connsiteY83" fmla="*/ 472373 h 750599"/>
                <a:gd name="connsiteX84" fmla="*/ 181138 w 233175"/>
                <a:gd name="connsiteY84" fmla="*/ 502287 h 750599"/>
                <a:gd name="connsiteX85" fmla="*/ 169722 w 233175"/>
                <a:gd name="connsiteY85" fmla="*/ 557115 h 750599"/>
                <a:gd name="connsiteX86" fmla="*/ 167639 w 233175"/>
                <a:gd name="connsiteY86" fmla="*/ 549116 h 750599"/>
                <a:gd name="connsiteX87" fmla="*/ 149308 w 233175"/>
                <a:gd name="connsiteY87" fmla="*/ 503620 h 750599"/>
                <a:gd name="connsiteX88" fmla="*/ 133226 w 233175"/>
                <a:gd name="connsiteY88" fmla="*/ 459541 h 750599"/>
                <a:gd name="connsiteX89" fmla="*/ 117228 w 233175"/>
                <a:gd name="connsiteY89" fmla="*/ 411878 h 750599"/>
                <a:gd name="connsiteX90" fmla="*/ 112561 w 233175"/>
                <a:gd name="connsiteY90" fmla="*/ 386547 h 750599"/>
                <a:gd name="connsiteX91" fmla="*/ 111811 w 233175"/>
                <a:gd name="connsiteY91" fmla="*/ 368215 h 750599"/>
                <a:gd name="connsiteX92" fmla="*/ 109812 w 233175"/>
                <a:gd name="connsiteY92" fmla="*/ 362800 h 750599"/>
                <a:gd name="connsiteX93" fmla="*/ 109812 w 233175"/>
                <a:gd name="connsiteY93" fmla="*/ 362800 h 750599"/>
                <a:gd name="connsiteX94" fmla="*/ 52317 w 233175"/>
                <a:gd name="connsiteY94" fmla="*/ 165734 h 750599"/>
                <a:gd name="connsiteX95" fmla="*/ 70481 w 233175"/>
                <a:gd name="connsiteY95" fmla="*/ 194148 h 750599"/>
                <a:gd name="connsiteX96" fmla="*/ 88980 w 233175"/>
                <a:gd name="connsiteY96" fmla="*/ 221646 h 750599"/>
                <a:gd name="connsiteX97" fmla="*/ 122893 w 233175"/>
                <a:gd name="connsiteY97" fmla="*/ 270474 h 750599"/>
                <a:gd name="connsiteX98" fmla="*/ 115394 w 233175"/>
                <a:gd name="connsiteY98" fmla="*/ 302721 h 750599"/>
                <a:gd name="connsiteX99" fmla="*/ 105895 w 233175"/>
                <a:gd name="connsiteY99" fmla="*/ 345217 h 750599"/>
                <a:gd name="connsiteX100" fmla="*/ 100479 w 233175"/>
                <a:gd name="connsiteY100" fmla="*/ 335552 h 750599"/>
                <a:gd name="connsiteX101" fmla="*/ 91730 w 233175"/>
                <a:gd name="connsiteY101" fmla="*/ 312221 h 750599"/>
                <a:gd name="connsiteX102" fmla="*/ 73148 w 233175"/>
                <a:gd name="connsiteY102" fmla="*/ 263392 h 750599"/>
                <a:gd name="connsiteX103" fmla="*/ 57982 w 233175"/>
                <a:gd name="connsiteY103" fmla="*/ 212563 h 750599"/>
                <a:gd name="connsiteX104" fmla="*/ 52317 w 233175"/>
                <a:gd name="connsiteY104" fmla="*/ 165734 h 750599"/>
                <a:gd name="connsiteX105" fmla="*/ 52317 w 233175"/>
                <a:gd name="connsiteY105" fmla="*/ 165734 h 750599"/>
                <a:gd name="connsiteX106" fmla="*/ 13153 w 233175"/>
                <a:gd name="connsiteY106" fmla="*/ 15664 h 750599"/>
                <a:gd name="connsiteX107" fmla="*/ 28736 w 233175"/>
                <a:gd name="connsiteY107" fmla="*/ 28663 h 750599"/>
                <a:gd name="connsiteX108" fmla="*/ 31569 w 233175"/>
                <a:gd name="connsiteY108" fmla="*/ 56994 h 750599"/>
                <a:gd name="connsiteX109" fmla="*/ 39901 w 233175"/>
                <a:gd name="connsiteY109" fmla="*/ 54911 h 750599"/>
                <a:gd name="connsiteX110" fmla="*/ 39985 w 233175"/>
                <a:gd name="connsiteY110" fmla="*/ 24497 h 750599"/>
                <a:gd name="connsiteX111" fmla="*/ 39734 w 233175"/>
                <a:gd name="connsiteY111" fmla="*/ 19914 h 750599"/>
                <a:gd name="connsiteX112" fmla="*/ 40484 w 233175"/>
                <a:gd name="connsiteY112" fmla="*/ 20747 h 750599"/>
                <a:gd name="connsiteX113" fmla="*/ 68565 w 233175"/>
                <a:gd name="connsiteY113" fmla="*/ 75492 h 750599"/>
                <a:gd name="connsiteX114" fmla="*/ 67815 w 233175"/>
                <a:gd name="connsiteY114" fmla="*/ 108822 h 750599"/>
                <a:gd name="connsiteX115" fmla="*/ 58982 w 233175"/>
                <a:gd name="connsiteY115" fmla="*/ 142486 h 750599"/>
                <a:gd name="connsiteX116" fmla="*/ 64649 w 233175"/>
                <a:gd name="connsiteY116" fmla="*/ 142653 h 750599"/>
                <a:gd name="connsiteX117" fmla="*/ 66982 w 233175"/>
                <a:gd name="connsiteY117" fmla="*/ 121404 h 750599"/>
                <a:gd name="connsiteX118" fmla="*/ 67565 w 233175"/>
                <a:gd name="connsiteY118" fmla="*/ 117821 h 750599"/>
                <a:gd name="connsiteX119" fmla="*/ 67398 w 233175"/>
                <a:gd name="connsiteY119" fmla="*/ 120571 h 750599"/>
                <a:gd name="connsiteX120" fmla="*/ 73231 w 233175"/>
                <a:gd name="connsiteY120" fmla="*/ 129570 h 750599"/>
                <a:gd name="connsiteX121" fmla="*/ 81064 w 233175"/>
                <a:gd name="connsiteY121" fmla="*/ 143486 h 750599"/>
                <a:gd name="connsiteX122" fmla="*/ 86397 w 233175"/>
                <a:gd name="connsiteY122" fmla="*/ 152402 h 750599"/>
                <a:gd name="connsiteX123" fmla="*/ 91730 w 233175"/>
                <a:gd name="connsiteY123" fmla="*/ 158901 h 750599"/>
                <a:gd name="connsiteX124" fmla="*/ 91730 w 233175"/>
                <a:gd name="connsiteY124" fmla="*/ 158901 h 750599"/>
                <a:gd name="connsiteX125" fmla="*/ 95313 w 233175"/>
                <a:gd name="connsiteY125" fmla="*/ 157485 h 750599"/>
                <a:gd name="connsiteX126" fmla="*/ 85480 w 233175"/>
                <a:gd name="connsiteY126" fmla="*/ 132570 h 750599"/>
                <a:gd name="connsiteX127" fmla="*/ 73981 w 233175"/>
                <a:gd name="connsiteY127" fmla="*/ 112989 h 750599"/>
                <a:gd name="connsiteX128" fmla="*/ 75981 w 233175"/>
                <a:gd name="connsiteY128" fmla="*/ 83575 h 750599"/>
                <a:gd name="connsiteX129" fmla="*/ 76565 w 233175"/>
                <a:gd name="connsiteY129" fmla="*/ 82241 h 750599"/>
                <a:gd name="connsiteX130" fmla="*/ 76231 w 233175"/>
                <a:gd name="connsiteY130" fmla="*/ 74492 h 750599"/>
                <a:gd name="connsiteX131" fmla="*/ 80064 w 233175"/>
                <a:gd name="connsiteY131" fmla="*/ 61993 h 750599"/>
                <a:gd name="connsiteX132" fmla="*/ 85063 w 233175"/>
                <a:gd name="connsiteY132" fmla="*/ 74409 h 750599"/>
                <a:gd name="connsiteX133" fmla="*/ 101646 w 233175"/>
                <a:gd name="connsiteY133" fmla="*/ 148819 h 750599"/>
                <a:gd name="connsiteX134" fmla="*/ 114894 w 233175"/>
                <a:gd name="connsiteY134" fmla="*/ 218063 h 750599"/>
                <a:gd name="connsiteX135" fmla="*/ 127643 w 233175"/>
                <a:gd name="connsiteY135" fmla="*/ 257392 h 750599"/>
                <a:gd name="connsiteX136" fmla="*/ 126227 w 233175"/>
                <a:gd name="connsiteY136" fmla="*/ 260642 h 750599"/>
                <a:gd name="connsiteX137" fmla="*/ 99146 w 233175"/>
                <a:gd name="connsiteY137" fmla="*/ 214146 h 750599"/>
                <a:gd name="connsiteX138" fmla="*/ 64149 w 233175"/>
                <a:gd name="connsiteY138" fmla="*/ 163401 h 750599"/>
                <a:gd name="connsiteX139" fmla="*/ 44984 w 233175"/>
                <a:gd name="connsiteY139" fmla="*/ 120904 h 750599"/>
                <a:gd name="connsiteX140" fmla="*/ 35151 w 233175"/>
                <a:gd name="connsiteY140" fmla="*/ 94907 h 750599"/>
                <a:gd name="connsiteX141" fmla="*/ 31151 w 233175"/>
                <a:gd name="connsiteY141" fmla="*/ 82075 h 750599"/>
                <a:gd name="connsiteX142" fmla="*/ 32819 w 233175"/>
                <a:gd name="connsiteY142" fmla="*/ 78158 h 750599"/>
                <a:gd name="connsiteX143" fmla="*/ 40984 w 233175"/>
                <a:gd name="connsiteY143" fmla="*/ 87824 h 750599"/>
                <a:gd name="connsiteX144" fmla="*/ 49067 w 233175"/>
                <a:gd name="connsiteY144" fmla="*/ 97073 h 750599"/>
                <a:gd name="connsiteX145" fmla="*/ 55817 w 233175"/>
                <a:gd name="connsiteY145" fmla="*/ 103989 h 750599"/>
                <a:gd name="connsiteX146" fmla="*/ 58649 w 233175"/>
                <a:gd name="connsiteY146" fmla="*/ 104406 h 750599"/>
                <a:gd name="connsiteX147" fmla="*/ 50150 w 233175"/>
                <a:gd name="connsiteY147" fmla="*/ 82491 h 750599"/>
                <a:gd name="connsiteX148" fmla="*/ 29818 w 233175"/>
                <a:gd name="connsiteY148" fmla="*/ 66743 h 750599"/>
                <a:gd name="connsiteX149" fmla="*/ 27319 w 233175"/>
                <a:gd name="connsiteY149" fmla="*/ 66410 h 750599"/>
                <a:gd name="connsiteX150" fmla="*/ 23735 w 233175"/>
                <a:gd name="connsiteY150" fmla="*/ 58910 h 750599"/>
                <a:gd name="connsiteX151" fmla="*/ 17736 w 233175"/>
                <a:gd name="connsiteY151" fmla="*/ 39745 h 750599"/>
                <a:gd name="connsiteX152" fmla="*/ 13486 w 233175"/>
                <a:gd name="connsiteY152" fmla="*/ 21163 h 750599"/>
                <a:gd name="connsiteX153" fmla="*/ 13153 w 233175"/>
                <a:gd name="connsiteY153" fmla="*/ 15664 h 750599"/>
                <a:gd name="connsiteX154" fmla="*/ 13153 w 233175"/>
                <a:gd name="connsiteY154" fmla="*/ 15664 h 750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Lst>
              <a:rect l="l" t="t" r="r" b="b"/>
              <a:pathLst>
                <a:path w="233175" h="750599">
                  <a:moveTo>
                    <a:pt x="1737" y="18580"/>
                  </a:moveTo>
                  <a:cubicBezTo>
                    <a:pt x="2737" y="24913"/>
                    <a:pt x="3738" y="30913"/>
                    <a:pt x="5488" y="37079"/>
                  </a:cubicBezTo>
                  <a:cubicBezTo>
                    <a:pt x="7404" y="43828"/>
                    <a:pt x="8821" y="50911"/>
                    <a:pt x="11237" y="57494"/>
                  </a:cubicBezTo>
                  <a:cubicBezTo>
                    <a:pt x="13320" y="63160"/>
                    <a:pt x="17237" y="67909"/>
                    <a:pt x="18653" y="73742"/>
                  </a:cubicBezTo>
                  <a:cubicBezTo>
                    <a:pt x="18736" y="73909"/>
                    <a:pt x="18736" y="74075"/>
                    <a:pt x="18819" y="74242"/>
                  </a:cubicBezTo>
                  <a:cubicBezTo>
                    <a:pt x="17736" y="80825"/>
                    <a:pt x="21569" y="89741"/>
                    <a:pt x="23153" y="94907"/>
                  </a:cubicBezTo>
                  <a:cubicBezTo>
                    <a:pt x="29319" y="115655"/>
                    <a:pt x="37901" y="136487"/>
                    <a:pt x="50317" y="154318"/>
                  </a:cubicBezTo>
                  <a:cubicBezTo>
                    <a:pt x="49484" y="154485"/>
                    <a:pt x="48650" y="154901"/>
                    <a:pt x="48150" y="155735"/>
                  </a:cubicBezTo>
                  <a:cubicBezTo>
                    <a:pt x="40984" y="166317"/>
                    <a:pt x="43901" y="184399"/>
                    <a:pt x="45817" y="196314"/>
                  </a:cubicBezTo>
                  <a:cubicBezTo>
                    <a:pt x="48900" y="215729"/>
                    <a:pt x="54567" y="234394"/>
                    <a:pt x="59149" y="253476"/>
                  </a:cubicBezTo>
                  <a:cubicBezTo>
                    <a:pt x="67898" y="289889"/>
                    <a:pt x="84981" y="322136"/>
                    <a:pt x="102562" y="354717"/>
                  </a:cubicBezTo>
                  <a:cubicBezTo>
                    <a:pt x="101646" y="359133"/>
                    <a:pt x="102229" y="364466"/>
                    <a:pt x="102646" y="368132"/>
                  </a:cubicBezTo>
                  <a:cubicBezTo>
                    <a:pt x="106812" y="408629"/>
                    <a:pt x="117394" y="447125"/>
                    <a:pt x="131393" y="485371"/>
                  </a:cubicBezTo>
                  <a:cubicBezTo>
                    <a:pt x="138059" y="503454"/>
                    <a:pt x="146142" y="520952"/>
                    <a:pt x="152724" y="538867"/>
                  </a:cubicBezTo>
                  <a:cubicBezTo>
                    <a:pt x="158140" y="553699"/>
                    <a:pt x="160640" y="569697"/>
                    <a:pt x="165473" y="584779"/>
                  </a:cubicBezTo>
                  <a:cubicBezTo>
                    <a:pt x="162890" y="607694"/>
                    <a:pt x="167556" y="628775"/>
                    <a:pt x="170972" y="651440"/>
                  </a:cubicBezTo>
                  <a:cubicBezTo>
                    <a:pt x="174638" y="675105"/>
                    <a:pt x="175805" y="699686"/>
                    <a:pt x="183138" y="722517"/>
                  </a:cubicBezTo>
                  <a:cubicBezTo>
                    <a:pt x="187804" y="737349"/>
                    <a:pt x="199970" y="754181"/>
                    <a:pt x="217885" y="749931"/>
                  </a:cubicBezTo>
                  <a:cubicBezTo>
                    <a:pt x="236133" y="745598"/>
                    <a:pt x="233884" y="727933"/>
                    <a:pt x="231801" y="713518"/>
                  </a:cubicBezTo>
                  <a:cubicBezTo>
                    <a:pt x="227468" y="683021"/>
                    <a:pt x="225384" y="652273"/>
                    <a:pt x="222801" y="621693"/>
                  </a:cubicBezTo>
                  <a:cubicBezTo>
                    <a:pt x="223051" y="610694"/>
                    <a:pt x="223218" y="599611"/>
                    <a:pt x="222468" y="588529"/>
                  </a:cubicBezTo>
                  <a:cubicBezTo>
                    <a:pt x="220968" y="565114"/>
                    <a:pt x="218384" y="541950"/>
                    <a:pt x="214719" y="518869"/>
                  </a:cubicBezTo>
                  <a:cubicBezTo>
                    <a:pt x="212969" y="508120"/>
                    <a:pt x="210969" y="497370"/>
                    <a:pt x="208219" y="486871"/>
                  </a:cubicBezTo>
                  <a:cubicBezTo>
                    <a:pt x="206303" y="479456"/>
                    <a:pt x="206303" y="470456"/>
                    <a:pt x="201637" y="464207"/>
                  </a:cubicBezTo>
                  <a:cubicBezTo>
                    <a:pt x="199886" y="461791"/>
                    <a:pt x="197054" y="461291"/>
                    <a:pt x="194387" y="462040"/>
                  </a:cubicBezTo>
                  <a:cubicBezTo>
                    <a:pt x="193387" y="462291"/>
                    <a:pt x="192387" y="462957"/>
                    <a:pt x="191554" y="463707"/>
                  </a:cubicBezTo>
                  <a:cubicBezTo>
                    <a:pt x="188220" y="456291"/>
                    <a:pt x="184304" y="449125"/>
                    <a:pt x="180055" y="442125"/>
                  </a:cubicBezTo>
                  <a:cubicBezTo>
                    <a:pt x="177888" y="428043"/>
                    <a:pt x="176305" y="413795"/>
                    <a:pt x="173972" y="399796"/>
                  </a:cubicBezTo>
                  <a:cubicBezTo>
                    <a:pt x="170390" y="378298"/>
                    <a:pt x="166057" y="356883"/>
                    <a:pt x="164057" y="335219"/>
                  </a:cubicBezTo>
                  <a:cubicBezTo>
                    <a:pt x="162306" y="315887"/>
                    <a:pt x="158807" y="297222"/>
                    <a:pt x="153724" y="278474"/>
                  </a:cubicBezTo>
                  <a:cubicBezTo>
                    <a:pt x="151141" y="268808"/>
                    <a:pt x="151141" y="248227"/>
                    <a:pt x="138392" y="246476"/>
                  </a:cubicBezTo>
                  <a:cubicBezTo>
                    <a:pt x="137142" y="246310"/>
                    <a:pt x="135976" y="246476"/>
                    <a:pt x="134976" y="246893"/>
                  </a:cubicBezTo>
                  <a:cubicBezTo>
                    <a:pt x="134226" y="242143"/>
                    <a:pt x="133059" y="237394"/>
                    <a:pt x="132309" y="233145"/>
                  </a:cubicBezTo>
                  <a:cubicBezTo>
                    <a:pt x="129560" y="218396"/>
                    <a:pt x="127643" y="203647"/>
                    <a:pt x="124810" y="188981"/>
                  </a:cubicBezTo>
                  <a:cubicBezTo>
                    <a:pt x="118977" y="158484"/>
                    <a:pt x="115644" y="127737"/>
                    <a:pt x="106812" y="97990"/>
                  </a:cubicBezTo>
                  <a:cubicBezTo>
                    <a:pt x="104228" y="89407"/>
                    <a:pt x="92230" y="42912"/>
                    <a:pt x="75814" y="49661"/>
                  </a:cubicBezTo>
                  <a:cubicBezTo>
                    <a:pt x="73065" y="50828"/>
                    <a:pt x="71399" y="53494"/>
                    <a:pt x="70399" y="56577"/>
                  </a:cubicBezTo>
                  <a:cubicBezTo>
                    <a:pt x="67149" y="49161"/>
                    <a:pt x="63315" y="41995"/>
                    <a:pt x="60649" y="35912"/>
                  </a:cubicBezTo>
                  <a:cubicBezTo>
                    <a:pt x="56566" y="26580"/>
                    <a:pt x="49317" y="10415"/>
                    <a:pt x="39651" y="5498"/>
                  </a:cubicBezTo>
                  <a:cubicBezTo>
                    <a:pt x="31652" y="1415"/>
                    <a:pt x="28902" y="9081"/>
                    <a:pt x="28902" y="15497"/>
                  </a:cubicBezTo>
                  <a:cubicBezTo>
                    <a:pt x="28902" y="16331"/>
                    <a:pt x="28902" y="17081"/>
                    <a:pt x="28902" y="17914"/>
                  </a:cubicBezTo>
                  <a:cubicBezTo>
                    <a:pt x="20486" y="5998"/>
                    <a:pt x="7404" y="-8001"/>
                    <a:pt x="654" y="5582"/>
                  </a:cubicBezTo>
                  <a:cubicBezTo>
                    <a:pt x="-1096" y="9415"/>
                    <a:pt x="1154" y="14997"/>
                    <a:pt x="1737" y="18580"/>
                  </a:cubicBezTo>
                  <a:lnTo>
                    <a:pt x="1737" y="18580"/>
                  </a:lnTo>
                  <a:close/>
                  <a:moveTo>
                    <a:pt x="165890" y="420211"/>
                  </a:moveTo>
                  <a:cubicBezTo>
                    <a:pt x="155641" y="405379"/>
                    <a:pt x="144891" y="390880"/>
                    <a:pt x="135559" y="375632"/>
                  </a:cubicBezTo>
                  <a:cubicBezTo>
                    <a:pt x="131476" y="368966"/>
                    <a:pt x="123810" y="350301"/>
                    <a:pt x="114145" y="347218"/>
                  </a:cubicBezTo>
                  <a:cubicBezTo>
                    <a:pt x="116811" y="335385"/>
                    <a:pt x="118393" y="323386"/>
                    <a:pt x="121394" y="311554"/>
                  </a:cubicBezTo>
                  <a:cubicBezTo>
                    <a:pt x="123643" y="302638"/>
                    <a:pt x="125726" y="293805"/>
                    <a:pt x="128643" y="285056"/>
                  </a:cubicBezTo>
                  <a:cubicBezTo>
                    <a:pt x="130476" y="279640"/>
                    <a:pt x="131726" y="269974"/>
                    <a:pt x="135392" y="263892"/>
                  </a:cubicBezTo>
                  <a:cubicBezTo>
                    <a:pt x="136559" y="269224"/>
                    <a:pt x="137559" y="276557"/>
                    <a:pt x="138225" y="278724"/>
                  </a:cubicBezTo>
                  <a:cubicBezTo>
                    <a:pt x="140975" y="287723"/>
                    <a:pt x="143558" y="296555"/>
                    <a:pt x="145641" y="305721"/>
                  </a:cubicBezTo>
                  <a:cubicBezTo>
                    <a:pt x="149724" y="323969"/>
                    <a:pt x="150558" y="342551"/>
                    <a:pt x="154141" y="360883"/>
                  </a:cubicBezTo>
                  <a:cubicBezTo>
                    <a:pt x="157641" y="379881"/>
                    <a:pt x="160140" y="400796"/>
                    <a:pt x="165890" y="420211"/>
                  </a:cubicBezTo>
                  <a:lnTo>
                    <a:pt x="165890" y="420211"/>
                  </a:lnTo>
                  <a:close/>
                  <a:moveTo>
                    <a:pt x="183054" y="521452"/>
                  </a:moveTo>
                  <a:cubicBezTo>
                    <a:pt x="183638" y="518702"/>
                    <a:pt x="188554" y="494538"/>
                    <a:pt x="192971" y="481705"/>
                  </a:cubicBezTo>
                  <a:cubicBezTo>
                    <a:pt x="193054" y="481872"/>
                    <a:pt x="193137" y="482039"/>
                    <a:pt x="193304" y="482122"/>
                  </a:cubicBezTo>
                  <a:cubicBezTo>
                    <a:pt x="193470" y="482372"/>
                    <a:pt x="193637" y="482539"/>
                    <a:pt x="193804" y="482705"/>
                  </a:cubicBezTo>
                  <a:cubicBezTo>
                    <a:pt x="193804" y="482955"/>
                    <a:pt x="193887" y="483205"/>
                    <a:pt x="193887" y="483372"/>
                  </a:cubicBezTo>
                  <a:cubicBezTo>
                    <a:pt x="194970" y="488538"/>
                    <a:pt x="196887" y="493621"/>
                    <a:pt x="198137" y="498787"/>
                  </a:cubicBezTo>
                  <a:cubicBezTo>
                    <a:pt x="200719" y="509453"/>
                    <a:pt x="202719" y="520285"/>
                    <a:pt x="204470" y="531201"/>
                  </a:cubicBezTo>
                  <a:cubicBezTo>
                    <a:pt x="208052" y="552866"/>
                    <a:pt x="210719" y="574447"/>
                    <a:pt x="212886" y="596278"/>
                  </a:cubicBezTo>
                  <a:cubicBezTo>
                    <a:pt x="213302" y="600362"/>
                    <a:pt x="213552" y="604444"/>
                    <a:pt x="213719" y="608444"/>
                  </a:cubicBezTo>
                  <a:cubicBezTo>
                    <a:pt x="213802" y="614860"/>
                    <a:pt x="213969" y="621193"/>
                    <a:pt x="214136" y="627609"/>
                  </a:cubicBezTo>
                  <a:cubicBezTo>
                    <a:pt x="214218" y="637941"/>
                    <a:pt x="214218" y="648190"/>
                    <a:pt x="214885" y="658523"/>
                  </a:cubicBezTo>
                  <a:cubicBezTo>
                    <a:pt x="216468" y="680604"/>
                    <a:pt x="220052" y="702352"/>
                    <a:pt x="224134" y="724017"/>
                  </a:cubicBezTo>
                  <a:cubicBezTo>
                    <a:pt x="224051" y="724433"/>
                    <a:pt x="223968" y="724850"/>
                    <a:pt x="223884" y="725183"/>
                  </a:cubicBezTo>
                  <a:cubicBezTo>
                    <a:pt x="224967" y="729517"/>
                    <a:pt x="221968" y="731600"/>
                    <a:pt x="214969" y="731349"/>
                  </a:cubicBezTo>
                  <a:cubicBezTo>
                    <a:pt x="209135" y="737516"/>
                    <a:pt x="204636" y="737266"/>
                    <a:pt x="201387" y="730683"/>
                  </a:cubicBezTo>
                  <a:cubicBezTo>
                    <a:pt x="198720" y="726850"/>
                    <a:pt x="197304" y="721934"/>
                    <a:pt x="195887" y="717518"/>
                  </a:cubicBezTo>
                  <a:cubicBezTo>
                    <a:pt x="193054" y="708185"/>
                    <a:pt x="191470" y="698436"/>
                    <a:pt x="189721" y="688854"/>
                  </a:cubicBezTo>
                  <a:cubicBezTo>
                    <a:pt x="186471" y="670771"/>
                    <a:pt x="184221" y="652357"/>
                    <a:pt x="179804" y="634525"/>
                  </a:cubicBezTo>
                  <a:cubicBezTo>
                    <a:pt x="176305" y="620443"/>
                    <a:pt x="173473" y="607361"/>
                    <a:pt x="173222" y="593529"/>
                  </a:cubicBezTo>
                  <a:cubicBezTo>
                    <a:pt x="173722" y="592945"/>
                    <a:pt x="174056" y="592195"/>
                    <a:pt x="173972" y="591279"/>
                  </a:cubicBezTo>
                  <a:cubicBezTo>
                    <a:pt x="173722" y="589529"/>
                    <a:pt x="173555" y="587696"/>
                    <a:pt x="173389" y="585946"/>
                  </a:cubicBezTo>
                  <a:cubicBezTo>
                    <a:pt x="173473" y="583613"/>
                    <a:pt x="173722" y="581196"/>
                    <a:pt x="173972" y="578780"/>
                  </a:cubicBezTo>
                  <a:cubicBezTo>
                    <a:pt x="176305" y="559781"/>
                    <a:pt x="178805" y="540283"/>
                    <a:pt x="183054" y="521452"/>
                  </a:cubicBezTo>
                  <a:lnTo>
                    <a:pt x="183054" y="521452"/>
                  </a:lnTo>
                  <a:close/>
                  <a:moveTo>
                    <a:pt x="109812" y="362800"/>
                  </a:moveTo>
                  <a:cubicBezTo>
                    <a:pt x="109978" y="362800"/>
                    <a:pt x="110061" y="362800"/>
                    <a:pt x="110228" y="362716"/>
                  </a:cubicBezTo>
                  <a:cubicBezTo>
                    <a:pt x="110478" y="362966"/>
                    <a:pt x="110811" y="363466"/>
                    <a:pt x="111227" y="364133"/>
                  </a:cubicBezTo>
                  <a:cubicBezTo>
                    <a:pt x="119727" y="376798"/>
                    <a:pt x="127726" y="389797"/>
                    <a:pt x="136559" y="402296"/>
                  </a:cubicBezTo>
                  <a:cubicBezTo>
                    <a:pt x="153141" y="425877"/>
                    <a:pt x="170555" y="448625"/>
                    <a:pt x="186638" y="472373"/>
                  </a:cubicBezTo>
                  <a:cubicBezTo>
                    <a:pt x="183388" y="482288"/>
                    <a:pt x="182638" y="496454"/>
                    <a:pt x="181138" y="502287"/>
                  </a:cubicBezTo>
                  <a:cubicBezTo>
                    <a:pt x="176472" y="520285"/>
                    <a:pt x="172805" y="538700"/>
                    <a:pt x="169722" y="557115"/>
                  </a:cubicBezTo>
                  <a:cubicBezTo>
                    <a:pt x="169140" y="554449"/>
                    <a:pt x="168472" y="551782"/>
                    <a:pt x="167639" y="549116"/>
                  </a:cubicBezTo>
                  <a:cubicBezTo>
                    <a:pt x="162640" y="533367"/>
                    <a:pt x="155474" y="518952"/>
                    <a:pt x="149308" y="503620"/>
                  </a:cubicBezTo>
                  <a:cubicBezTo>
                    <a:pt x="143475" y="489205"/>
                    <a:pt x="137726" y="474372"/>
                    <a:pt x="133226" y="459541"/>
                  </a:cubicBezTo>
                  <a:cubicBezTo>
                    <a:pt x="128310" y="443375"/>
                    <a:pt x="120977" y="428377"/>
                    <a:pt x="117228" y="411878"/>
                  </a:cubicBezTo>
                  <a:cubicBezTo>
                    <a:pt x="115310" y="403463"/>
                    <a:pt x="113477" y="395130"/>
                    <a:pt x="112561" y="386547"/>
                  </a:cubicBezTo>
                  <a:cubicBezTo>
                    <a:pt x="111895" y="380631"/>
                    <a:pt x="112811" y="373799"/>
                    <a:pt x="111811" y="368215"/>
                  </a:cubicBezTo>
                  <a:cubicBezTo>
                    <a:pt x="111394" y="366882"/>
                    <a:pt x="110144" y="363883"/>
                    <a:pt x="109812" y="362800"/>
                  </a:cubicBezTo>
                  <a:lnTo>
                    <a:pt x="109812" y="362800"/>
                  </a:lnTo>
                  <a:close/>
                  <a:moveTo>
                    <a:pt x="52317" y="165734"/>
                  </a:moveTo>
                  <a:cubicBezTo>
                    <a:pt x="59316" y="174233"/>
                    <a:pt x="64732" y="184982"/>
                    <a:pt x="70481" y="194148"/>
                  </a:cubicBezTo>
                  <a:cubicBezTo>
                    <a:pt x="76398" y="203481"/>
                    <a:pt x="82814" y="212479"/>
                    <a:pt x="88980" y="221646"/>
                  </a:cubicBezTo>
                  <a:cubicBezTo>
                    <a:pt x="99895" y="238060"/>
                    <a:pt x="112227" y="253976"/>
                    <a:pt x="122893" y="270474"/>
                  </a:cubicBezTo>
                  <a:cubicBezTo>
                    <a:pt x="119727" y="281223"/>
                    <a:pt x="117727" y="292639"/>
                    <a:pt x="115394" y="302721"/>
                  </a:cubicBezTo>
                  <a:cubicBezTo>
                    <a:pt x="112144" y="316720"/>
                    <a:pt x="108395" y="330886"/>
                    <a:pt x="105895" y="345217"/>
                  </a:cubicBezTo>
                  <a:cubicBezTo>
                    <a:pt x="103978" y="342051"/>
                    <a:pt x="102145" y="338802"/>
                    <a:pt x="100479" y="335552"/>
                  </a:cubicBezTo>
                  <a:cubicBezTo>
                    <a:pt x="96812" y="328052"/>
                    <a:pt x="94896" y="319887"/>
                    <a:pt x="91730" y="312221"/>
                  </a:cubicBezTo>
                  <a:cubicBezTo>
                    <a:pt x="85063" y="296139"/>
                    <a:pt x="78814" y="279807"/>
                    <a:pt x="73148" y="263392"/>
                  </a:cubicBezTo>
                  <a:cubicBezTo>
                    <a:pt x="67398" y="246893"/>
                    <a:pt x="62066" y="229562"/>
                    <a:pt x="57982" y="212563"/>
                  </a:cubicBezTo>
                  <a:cubicBezTo>
                    <a:pt x="55316" y="201981"/>
                    <a:pt x="47983" y="178816"/>
                    <a:pt x="52317" y="165734"/>
                  </a:cubicBezTo>
                  <a:lnTo>
                    <a:pt x="52317" y="165734"/>
                  </a:lnTo>
                  <a:close/>
                  <a:moveTo>
                    <a:pt x="13153" y="15664"/>
                  </a:moveTo>
                  <a:cubicBezTo>
                    <a:pt x="18653" y="19580"/>
                    <a:pt x="23153" y="24997"/>
                    <a:pt x="28736" y="28663"/>
                  </a:cubicBezTo>
                  <a:cubicBezTo>
                    <a:pt x="28402" y="38329"/>
                    <a:pt x="28402" y="48244"/>
                    <a:pt x="31569" y="56994"/>
                  </a:cubicBezTo>
                  <a:cubicBezTo>
                    <a:pt x="33318" y="61826"/>
                    <a:pt x="40151" y="59660"/>
                    <a:pt x="39901" y="54911"/>
                  </a:cubicBezTo>
                  <a:cubicBezTo>
                    <a:pt x="39484" y="44661"/>
                    <a:pt x="40734" y="34829"/>
                    <a:pt x="39985" y="24497"/>
                  </a:cubicBezTo>
                  <a:cubicBezTo>
                    <a:pt x="39985" y="24080"/>
                    <a:pt x="39901" y="22080"/>
                    <a:pt x="39734" y="19914"/>
                  </a:cubicBezTo>
                  <a:cubicBezTo>
                    <a:pt x="40234" y="20497"/>
                    <a:pt x="40567" y="20830"/>
                    <a:pt x="40484" y="20747"/>
                  </a:cubicBezTo>
                  <a:cubicBezTo>
                    <a:pt x="53316" y="36162"/>
                    <a:pt x="60149" y="56994"/>
                    <a:pt x="68565" y="75492"/>
                  </a:cubicBezTo>
                  <a:cubicBezTo>
                    <a:pt x="68232" y="86574"/>
                    <a:pt x="67982" y="97740"/>
                    <a:pt x="67815" y="108822"/>
                  </a:cubicBezTo>
                  <a:cubicBezTo>
                    <a:pt x="55149" y="104323"/>
                    <a:pt x="56233" y="135736"/>
                    <a:pt x="58982" y="142486"/>
                  </a:cubicBezTo>
                  <a:cubicBezTo>
                    <a:pt x="59900" y="144736"/>
                    <a:pt x="63732" y="145236"/>
                    <a:pt x="64649" y="142653"/>
                  </a:cubicBezTo>
                  <a:cubicBezTo>
                    <a:pt x="66982" y="135736"/>
                    <a:pt x="65982" y="128570"/>
                    <a:pt x="66982" y="121404"/>
                  </a:cubicBezTo>
                  <a:cubicBezTo>
                    <a:pt x="67065" y="120238"/>
                    <a:pt x="67315" y="119071"/>
                    <a:pt x="67565" y="117821"/>
                  </a:cubicBezTo>
                  <a:cubicBezTo>
                    <a:pt x="67481" y="118738"/>
                    <a:pt x="67398" y="119655"/>
                    <a:pt x="67398" y="120571"/>
                  </a:cubicBezTo>
                  <a:cubicBezTo>
                    <a:pt x="69398" y="123571"/>
                    <a:pt x="71481" y="126321"/>
                    <a:pt x="73231" y="129570"/>
                  </a:cubicBezTo>
                  <a:cubicBezTo>
                    <a:pt x="75731" y="134320"/>
                    <a:pt x="78314" y="138903"/>
                    <a:pt x="81064" y="143486"/>
                  </a:cubicBezTo>
                  <a:cubicBezTo>
                    <a:pt x="82814" y="146486"/>
                    <a:pt x="84397" y="149569"/>
                    <a:pt x="86397" y="152402"/>
                  </a:cubicBezTo>
                  <a:cubicBezTo>
                    <a:pt x="87980" y="154652"/>
                    <a:pt x="90229" y="156568"/>
                    <a:pt x="91730" y="158901"/>
                  </a:cubicBezTo>
                  <a:lnTo>
                    <a:pt x="91730" y="158901"/>
                  </a:lnTo>
                  <a:cubicBezTo>
                    <a:pt x="92813" y="160318"/>
                    <a:pt x="95396" y="159734"/>
                    <a:pt x="95313" y="157485"/>
                  </a:cubicBezTo>
                  <a:cubicBezTo>
                    <a:pt x="94979" y="148902"/>
                    <a:pt x="89064" y="140153"/>
                    <a:pt x="85480" y="132570"/>
                  </a:cubicBezTo>
                  <a:cubicBezTo>
                    <a:pt x="82314" y="125904"/>
                    <a:pt x="79397" y="118321"/>
                    <a:pt x="73981" y="112989"/>
                  </a:cubicBezTo>
                  <a:cubicBezTo>
                    <a:pt x="74731" y="103239"/>
                    <a:pt x="75481" y="93407"/>
                    <a:pt x="75981" y="83575"/>
                  </a:cubicBezTo>
                  <a:cubicBezTo>
                    <a:pt x="76314" y="83241"/>
                    <a:pt x="76481" y="82825"/>
                    <a:pt x="76565" y="82241"/>
                  </a:cubicBezTo>
                  <a:cubicBezTo>
                    <a:pt x="76814" y="79741"/>
                    <a:pt x="76648" y="77158"/>
                    <a:pt x="76231" y="74492"/>
                  </a:cubicBezTo>
                  <a:cubicBezTo>
                    <a:pt x="76064" y="69409"/>
                    <a:pt x="76064" y="60243"/>
                    <a:pt x="80064" y="61993"/>
                  </a:cubicBezTo>
                  <a:cubicBezTo>
                    <a:pt x="82230" y="62910"/>
                    <a:pt x="84397" y="72492"/>
                    <a:pt x="85063" y="74409"/>
                  </a:cubicBezTo>
                  <a:cubicBezTo>
                    <a:pt x="93562" y="98323"/>
                    <a:pt x="98562" y="123738"/>
                    <a:pt x="101646" y="148819"/>
                  </a:cubicBezTo>
                  <a:cubicBezTo>
                    <a:pt x="104479" y="171650"/>
                    <a:pt x="109645" y="195731"/>
                    <a:pt x="114894" y="218063"/>
                  </a:cubicBezTo>
                  <a:cubicBezTo>
                    <a:pt x="117394" y="228645"/>
                    <a:pt x="120560" y="246560"/>
                    <a:pt x="127643" y="257392"/>
                  </a:cubicBezTo>
                  <a:cubicBezTo>
                    <a:pt x="127143" y="258475"/>
                    <a:pt x="126644" y="259475"/>
                    <a:pt x="126227" y="260642"/>
                  </a:cubicBezTo>
                  <a:cubicBezTo>
                    <a:pt x="119977" y="244060"/>
                    <a:pt x="108478" y="228728"/>
                    <a:pt x="99146" y="214146"/>
                  </a:cubicBezTo>
                  <a:cubicBezTo>
                    <a:pt x="88647" y="197814"/>
                    <a:pt x="78481" y="177649"/>
                    <a:pt x="64149" y="163401"/>
                  </a:cubicBezTo>
                  <a:cubicBezTo>
                    <a:pt x="57900" y="149152"/>
                    <a:pt x="50983" y="135236"/>
                    <a:pt x="44984" y="120904"/>
                  </a:cubicBezTo>
                  <a:cubicBezTo>
                    <a:pt x="41400" y="112405"/>
                    <a:pt x="38234" y="103573"/>
                    <a:pt x="35151" y="94907"/>
                  </a:cubicBezTo>
                  <a:cubicBezTo>
                    <a:pt x="33902" y="91407"/>
                    <a:pt x="31402" y="85824"/>
                    <a:pt x="31151" y="82075"/>
                  </a:cubicBezTo>
                  <a:cubicBezTo>
                    <a:pt x="30819" y="78408"/>
                    <a:pt x="29736" y="76908"/>
                    <a:pt x="32819" y="78158"/>
                  </a:cubicBezTo>
                  <a:cubicBezTo>
                    <a:pt x="35735" y="81241"/>
                    <a:pt x="38234" y="84574"/>
                    <a:pt x="40984" y="87824"/>
                  </a:cubicBezTo>
                  <a:cubicBezTo>
                    <a:pt x="43567" y="90907"/>
                    <a:pt x="46234" y="94073"/>
                    <a:pt x="49067" y="97073"/>
                  </a:cubicBezTo>
                  <a:cubicBezTo>
                    <a:pt x="50816" y="98907"/>
                    <a:pt x="54983" y="101490"/>
                    <a:pt x="55817" y="103989"/>
                  </a:cubicBezTo>
                  <a:cubicBezTo>
                    <a:pt x="56149" y="105073"/>
                    <a:pt x="57982" y="105489"/>
                    <a:pt x="58649" y="104406"/>
                  </a:cubicBezTo>
                  <a:cubicBezTo>
                    <a:pt x="62732" y="97823"/>
                    <a:pt x="53567" y="87741"/>
                    <a:pt x="50150" y="82491"/>
                  </a:cubicBezTo>
                  <a:cubicBezTo>
                    <a:pt x="46567" y="77075"/>
                    <a:pt x="38068" y="62743"/>
                    <a:pt x="29818" y="66743"/>
                  </a:cubicBezTo>
                  <a:cubicBezTo>
                    <a:pt x="28985" y="66576"/>
                    <a:pt x="28152" y="66410"/>
                    <a:pt x="27319" y="66410"/>
                  </a:cubicBezTo>
                  <a:cubicBezTo>
                    <a:pt x="26402" y="63910"/>
                    <a:pt x="25152" y="61660"/>
                    <a:pt x="23735" y="58910"/>
                  </a:cubicBezTo>
                  <a:cubicBezTo>
                    <a:pt x="20652" y="52911"/>
                    <a:pt x="19402" y="46245"/>
                    <a:pt x="17736" y="39745"/>
                  </a:cubicBezTo>
                  <a:cubicBezTo>
                    <a:pt x="16153" y="33579"/>
                    <a:pt x="14236" y="27580"/>
                    <a:pt x="13486" y="21163"/>
                  </a:cubicBezTo>
                  <a:cubicBezTo>
                    <a:pt x="13153" y="20080"/>
                    <a:pt x="13236" y="17914"/>
                    <a:pt x="13153" y="15664"/>
                  </a:cubicBezTo>
                  <a:lnTo>
                    <a:pt x="13153" y="15664"/>
                  </a:lnTo>
                  <a:close/>
                </a:path>
              </a:pathLst>
            </a:custGeom>
            <a:grpFill/>
            <a:ln w="8332" cap="flat">
              <a:noFill/>
              <a:prstDash val="solid"/>
              <a:miter/>
            </a:ln>
          </p:spPr>
          <p:txBody>
            <a:bodyPr rtlCol="0" anchor="ctr"/>
            <a:lstStyle/>
            <a:p>
              <a:endParaRPr lang="en-US"/>
            </a:p>
          </p:txBody>
        </p:sp>
        <p:sp>
          <p:nvSpPr>
            <p:cNvPr id="2109" name="Freeform: Shape 2108"/>
            <p:cNvSpPr/>
            <p:nvPr/>
          </p:nvSpPr>
          <p:spPr>
            <a:xfrm>
              <a:off x="11512022" y="3677076"/>
              <a:ext cx="423303" cy="733258"/>
            </a:xfrm>
            <a:custGeom>
              <a:avLst/>
              <a:gdLst>
                <a:gd name="connsiteX0" fmla="*/ 11794 w 423303"/>
                <a:gd name="connsiteY0" fmla="*/ 710789 h 733258"/>
                <a:gd name="connsiteX1" fmla="*/ 71955 w 423303"/>
                <a:gd name="connsiteY1" fmla="*/ 697957 h 733258"/>
                <a:gd name="connsiteX2" fmla="*/ 88620 w 423303"/>
                <a:gd name="connsiteY2" fmla="*/ 720122 h 733258"/>
                <a:gd name="connsiteX3" fmla="*/ 128450 w 423303"/>
                <a:gd name="connsiteY3" fmla="*/ 732537 h 733258"/>
                <a:gd name="connsiteX4" fmla="*/ 139533 w 423303"/>
                <a:gd name="connsiteY4" fmla="*/ 656794 h 733258"/>
                <a:gd name="connsiteX5" fmla="*/ 126367 w 423303"/>
                <a:gd name="connsiteY5" fmla="*/ 605882 h 733258"/>
                <a:gd name="connsiteX6" fmla="*/ 147449 w 423303"/>
                <a:gd name="connsiteY6" fmla="*/ 554220 h 733258"/>
                <a:gd name="connsiteX7" fmla="*/ 183363 w 423303"/>
                <a:gd name="connsiteY7" fmla="*/ 477727 h 733258"/>
                <a:gd name="connsiteX8" fmla="*/ 186029 w 423303"/>
                <a:gd name="connsiteY8" fmla="*/ 476643 h 733258"/>
                <a:gd name="connsiteX9" fmla="*/ 216942 w 423303"/>
                <a:gd name="connsiteY9" fmla="*/ 448896 h 733258"/>
                <a:gd name="connsiteX10" fmla="*/ 238024 w 423303"/>
                <a:gd name="connsiteY10" fmla="*/ 430731 h 733258"/>
                <a:gd name="connsiteX11" fmla="*/ 342931 w 423303"/>
                <a:gd name="connsiteY11" fmla="*/ 366820 h 733258"/>
                <a:gd name="connsiteX12" fmla="*/ 348264 w 423303"/>
                <a:gd name="connsiteY12" fmla="*/ 339239 h 733258"/>
                <a:gd name="connsiteX13" fmla="*/ 366680 w 423303"/>
                <a:gd name="connsiteY13" fmla="*/ 308908 h 733258"/>
                <a:gd name="connsiteX14" fmla="*/ 406342 w 423303"/>
                <a:gd name="connsiteY14" fmla="*/ 265579 h 733258"/>
                <a:gd name="connsiteX15" fmla="*/ 410009 w 423303"/>
                <a:gd name="connsiteY15" fmla="*/ 239748 h 733258"/>
                <a:gd name="connsiteX16" fmla="*/ 411008 w 423303"/>
                <a:gd name="connsiteY16" fmla="*/ 221250 h 733258"/>
                <a:gd name="connsiteX17" fmla="*/ 417508 w 423303"/>
                <a:gd name="connsiteY17" fmla="*/ 208168 h 733258"/>
                <a:gd name="connsiteX18" fmla="*/ 421508 w 423303"/>
                <a:gd name="connsiteY18" fmla="*/ 157589 h 733258"/>
                <a:gd name="connsiteX19" fmla="*/ 392344 w 423303"/>
                <a:gd name="connsiteY19" fmla="*/ 116343 h 733258"/>
                <a:gd name="connsiteX20" fmla="*/ 367096 w 423303"/>
                <a:gd name="connsiteY20" fmla="*/ 66930 h 733258"/>
                <a:gd name="connsiteX21" fmla="*/ 318600 w 423303"/>
                <a:gd name="connsiteY21" fmla="*/ 37100 h 733258"/>
                <a:gd name="connsiteX22" fmla="*/ 267938 w 423303"/>
                <a:gd name="connsiteY22" fmla="*/ 5353 h 733258"/>
                <a:gd name="connsiteX23" fmla="*/ 212609 w 423303"/>
                <a:gd name="connsiteY23" fmla="*/ 3186 h 733258"/>
                <a:gd name="connsiteX24" fmla="*/ 190778 w 423303"/>
                <a:gd name="connsiteY24" fmla="*/ 16268 h 733258"/>
                <a:gd name="connsiteX25" fmla="*/ 152448 w 423303"/>
                <a:gd name="connsiteY25" fmla="*/ 19351 h 733258"/>
                <a:gd name="connsiteX26" fmla="*/ 106953 w 423303"/>
                <a:gd name="connsiteY26" fmla="*/ 34683 h 733258"/>
                <a:gd name="connsiteX27" fmla="*/ 81454 w 423303"/>
                <a:gd name="connsiteY27" fmla="*/ 88679 h 733258"/>
                <a:gd name="connsiteX28" fmla="*/ 40708 w 423303"/>
                <a:gd name="connsiteY28" fmla="*/ 133258 h 733258"/>
                <a:gd name="connsiteX29" fmla="*/ 44291 w 423303"/>
                <a:gd name="connsiteY29" fmla="*/ 185503 h 733258"/>
                <a:gd name="connsiteX30" fmla="*/ 49374 w 423303"/>
                <a:gd name="connsiteY30" fmla="*/ 207168 h 733258"/>
                <a:gd name="connsiteX31" fmla="*/ 41625 w 423303"/>
                <a:gd name="connsiteY31" fmla="*/ 222833 h 733258"/>
                <a:gd name="connsiteX32" fmla="*/ 33792 w 423303"/>
                <a:gd name="connsiteY32" fmla="*/ 247914 h 733258"/>
                <a:gd name="connsiteX33" fmla="*/ 51207 w 423303"/>
                <a:gd name="connsiteY33" fmla="*/ 311075 h 733258"/>
                <a:gd name="connsiteX34" fmla="*/ 46375 w 423303"/>
                <a:gd name="connsiteY34" fmla="*/ 362737 h 733258"/>
                <a:gd name="connsiteX35" fmla="*/ 75622 w 423303"/>
                <a:gd name="connsiteY35" fmla="*/ 397817 h 733258"/>
                <a:gd name="connsiteX36" fmla="*/ 77372 w 423303"/>
                <a:gd name="connsiteY36" fmla="*/ 400734 h 733258"/>
                <a:gd name="connsiteX37" fmla="*/ 85205 w 423303"/>
                <a:gd name="connsiteY37" fmla="*/ 406650 h 733258"/>
                <a:gd name="connsiteX38" fmla="*/ 85371 w 423303"/>
                <a:gd name="connsiteY38" fmla="*/ 406816 h 733258"/>
                <a:gd name="connsiteX39" fmla="*/ 88871 w 423303"/>
                <a:gd name="connsiteY39" fmla="*/ 408733 h 733258"/>
                <a:gd name="connsiteX40" fmla="*/ 89371 w 423303"/>
                <a:gd name="connsiteY40" fmla="*/ 408983 h 733258"/>
                <a:gd name="connsiteX41" fmla="*/ 75872 w 423303"/>
                <a:gd name="connsiteY41" fmla="*/ 540721 h 733258"/>
                <a:gd name="connsiteX42" fmla="*/ 58623 w 423303"/>
                <a:gd name="connsiteY42" fmla="*/ 602799 h 733258"/>
                <a:gd name="connsiteX43" fmla="*/ 45958 w 423303"/>
                <a:gd name="connsiteY43" fmla="*/ 623714 h 733258"/>
                <a:gd name="connsiteX44" fmla="*/ 24960 w 423303"/>
                <a:gd name="connsiteY44" fmla="*/ 637379 h 733258"/>
                <a:gd name="connsiteX45" fmla="*/ 11794 w 423303"/>
                <a:gd name="connsiteY45" fmla="*/ 710789 h 733258"/>
                <a:gd name="connsiteX46" fmla="*/ 11794 w 423303"/>
                <a:gd name="connsiteY46" fmla="*/ 710789 h 733258"/>
                <a:gd name="connsiteX47" fmla="*/ 195695 w 423303"/>
                <a:gd name="connsiteY47" fmla="*/ 447896 h 733258"/>
                <a:gd name="connsiteX48" fmla="*/ 188112 w 423303"/>
                <a:gd name="connsiteY48" fmla="*/ 455229 h 733258"/>
                <a:gd name="connsiteX49" fmla="*/ 177196 w 423303"/>
                <a:gd name="connsiteY49" fmla="*/ 419149 h 733258"/>
                <a:gd name="connsiteX50" fmla="*/ 131700 w 423303"/>
                <a:gd name="connsiteY50" fmla="*/ 428148 h 733258"/>
                <a:gd name="connsiteX51" fmla="*/ 118368 w 423303"/>
                <a:gd name="connsiteY51" fmla="*/ 410150 h 733258"/>
                <a:gd name="connsiteX52" fmla="*/ 96036 w 423303"/>
                <a:gd name="connsiteY52" fmla="*/ 395984 h 733258"/>
                <a:gd name="connsiteX53" fmla="*/ 95620 w 423303"/>
                <a:gd name="connsiteY53" fmla="*/ 395484 h 733258"/>
                <a:gd name="connsiteX54" fmla="*/ 70955 w 423303"/>
                <a:gd name="connsiteY54" fmla="*/ 368737 h 733258"/>
                <a:gd name="connsiteX55" fmla="*/ 62706 w 423303"/>
                <a:gd name="connsiteY55" fmla="*/ 337239 h 733258"/>
                <a:gd name="connsiteX56" fmla="*/ 63457 w 423303"/>
                <a:gd name="connsiteY56" fmla="*/ 289244 h 733258"/>
                <a:gd name="connsiteX57" fmla="*/ 52290 w 423303"/>
                <a:gd name="connsiteY57" fmla="*/ 260413 h 733258"/>
                <a:gd name="connsiteX58" fmla="*/ 62040 w 423303"/>
                <a:gd name="connsiteY58" fmla="*/ 222000 h 733258"/>
                <a:gd name="connsiteX59" fmla="*/ 58374 w 423303"/>
                <a:gd name="connsiteY59" fmla="*/ 172504 h 733258"/>
                <a:gd name="connsiteX60" fmla="*/ 76288 w 423303"/>
                <a:gd name="connsiteY60" fmla="*/ 115176 h 733258"/>
                <a:gd name="connsiteX61" fmla="*/ 106203 w 423303"/>
                <a:gd name="connsiteY61" fmla="*/ 81596 h 733258"/>
                <a:gd name="connsiteX62" fmla="*/ 115701 w 423303"/>
                <a:gd name="connsiteY62" fmla="*/ 49432 h 733258"/>
                <a:gd name="connsiteX63" fmla="*/ 137283 w 423303"/>
                <a:gd name="connsiteY63" fmla="*/ 37100 h 733258"/>
                <a:gd name="connsiteX64" fmla="*/ 170447 w 423303"/>
                <a:gd name="connsiteY64" fmla="*/ 33933 h 733258"/>
                <a:gd name="connsiteX65" fmla="*/ 191529 w 423303"/>
                <a:gd name="connsiteY65" fmla="*/ 33933 h 733258"/>
                <a:gd name="connsiteX66" fmla="*/ 214527 w 423303"/>
                <a:gd name="connsiteY66" fmla="*/ 18102 h 733258"/>
                <a:gd name="connsiteX67" fmla="*/ 244940 w 423303"/>
                <a:gd name="connsiteY67" fmla="*/ 15602 h 733258"/>
                <a:gd name="connsiteX68" fmla="*/ 293852 w 423303"/>
                <a:gd name="connsiteY68" fmla="*/ 37266 h 733258"/>
                <a:gd name="connsiteX69" fmla="*/ 336848 w 423303"/>
                <a:gd name="connsiteY69" fmla="*/ 62931 h 733258"/>
                <a:gd name="connsiteX70" fmla="*/ 370679 w 423303"/>
                <a:gd name="connsiteY70" fmla="*/ 106344 h 733258"/>
                <a:gd name="connsiteX71" fmla="*/ 398259 w 423303"/>
                <a:gd name="connsiteY71" fmla="*/ 142674 h 733258"/>
                <a:gd name="connsiteX72" fmla="*/ 404176 w 423303"/>
                <a:gd name="connsiteY72" fmla="*/ 195836 h 733258"/>
                <a:gd name="connsiteX73" fmla="*/ 392926 w 423303"/>
                <a:gd name="connsiteY73" fmla="*/ 220083 h 733258"/>
                <a:gd name="connsiteX74" fmla="*/ 392594 w 423303"/>
                <a:gd name="connsiteY74" fmla="*/ 242498 h 733258"/>
                <a:gd name="connsiteX75" fmla="*/ 363846 w 423303"/>
                <a:gd name="connsiteY75" fmla="*/ 287411 h 733258"/>
                <a:gd name="connsiteX76" fmla="*/ 333349 w 423303"/>
                <a:gd name="connsiteY76" fmla="*/ 315991 h 733258"/>
                <a:gd name="connsiteX77" fmla="*/ 326266 w 423303"/>
                <a:gd name="connsiteY77" fmla="*/ 362487 h 733258"/>
                <a:gd name="connsiteX78" fmla="*/ 234275 w 423303"/>
                <a:gd name="connsiteY78" fmla="*/ 424648 h 733258"/>
                <a:gd name="connsiteX79" fmla="*/ 234275 w 423303"/>
                <a:gd name="connsiteY79" fmla="*/ 424648 h 733258"/>
                <a:gd name="connsiteX80" fmla="*/ 216526 w 423303"/>
                <a:gd name="connsiteY80" fmla="*/ 434147 h 733258"/>
                <a:gd name="connsiteX81" fmla="*/ 195695 w 423303"/>
                <a:gd name="connsiteY81" fmla="*/ 447896 h 733258"/>
                <a:gd name="connsiteX82" fmla="*/ 195695 w 423303"/>
                <a:gd name="connsiteY82" fmla="*/ 447896 h 733258"/>
                <a:gd name="connsiteX83" fmla="*/ 36042 w 423303"/>
                <a:gd name="connsiteY83" fmla="*/ 647212 h 733258"/>
                <a:gd name="connsiteX84" fmla="*/ 66956 w 423303"/>
                <a:gd name="connsiteY84" fmla="*/ 629130 h 733258"/>
                <a:gd name="connsiteX85" fmla="*/ 76372 w 423303"/>
                <a:gd name="connsiteY85" fmla="*/ 592216 h 733258"/>
                <a:gd name="connsiteX86" fmla="*/ 92621 w 423303"/>
                <a:gd name="connsiteY86" fmla="*/ 539471 h 733258"/>
                <a:gd name="connsiteX87" fmla="*/ 103953 w 423303"/>
                <a:gd name="connsiteY87" fmla="*/ 493975 h 733258"/>
                <a:gd name="connsiteX88" fmla="*/ 105703 w 423303"/>
                <a:gd name="connsiteY88" fmla="*/ 418566 h 733258"/>
                <a:gd name="connsiteX89" fmla="*/ 108370 w 423303"/>
                <a:gd name="connsiteY89" fmla="*/ 420815 h 733258"/>
                <a:gd name="connsiteX90" fmla="*/ 124284 w 423303"/>
                <a:gd name="connsiteY90" fmla="*/ 441813 h 733258"/>
                <a:gd name="connsiteX91" fmla="*/ 131450 w 423303"/>
                <a:gd name="connsiteY91" fmla="*/ 443396 h 733258"/>
                <a:gd name="connsiteX92" fmla="*/ 144949 w 423303"/>
                <a:gd name="connsiteY92" fmla="*/ 436480 h 733258"/>
                <a:gd name="connsiteX93" fmla="*/ 153198 w 423303"/>
                <a:gd name="connsiteY93" fmla="*/ 431731 h 733258"/>
                <a:gd name="connsiteX94" fmla="*/ 171530 w 423303"/>
                <a:gd name="connsiteY94" fmla="*/ 434231 h 733258"/>
                <a:gd name="connsiteX95" fmla="*/ 175363 w 423303"/>
                <a:gd name="connsiteY95" fmla="*/ 472477 h 733258"/>
                <a:gd name="connsiteX96" fmla="*/ 175696 w 423303"/>
                <a:gd name="connsiteY96" fmla="*/ 473144 h 733258"/>
                <a:gd name="connsiteX97" fmla="*/ 168863 w 423303"/>
                <a:gd name="connsiteY97" fmla="*/ 486393 h 733258"/>
                <a:gd name="connsiteX98" fmla="*/ 146366 w 423303"/>
                <a:gd name="connsiteY98" fmla="*/ 524389 h 733258"/>
                <a:gd name="connsiteX99" fmla="*/ 111202 w 423303"/>
                <a:gd name="connsiteY99" fmla="*/ 602049 h 733258"/>
                <a:gd name="connsiteX100" fmla="*/ 126951 w 423303"/>
                <a:gd name="connsiteY100" fmla="*/ 670043 h 733258"/>
                <a:gd name="connsiteX101" fmla="*/ 121284 w 423303"/>
                <a:gd name="connsiteY101" fmla="*/ 716955 h 733258"/>
                <a:gd name="connsiteX102" fmla="*/ 93953 w 423303"/>
                <a:gd name="connsiteY102" fmla="*/ 704623 h 733258"/>
                <a:gd name="connsiteX103" fmla="*/ 80621 w 423303"/>
                <a:gd name="connsiteY103" fmla="*/ 678625 h 733258"/>
                <a:gd name="connsiteX104" fmla="*/ 67289 w 423303"/>
                <a:gd name="connsiteY104" fmla="*/ 677292 h 733258"/>
                <a:gd name="connsiteX105" fmla="*/ 41292 w 423303"/>
                <a:gd name="connsiteY105" fmla="*/ 701040 h 733258"/>
                <a:gd name="connsiteX106" fmla="*/ 18544 w 423303"/>
                <a:gd name="connsiteY106" fmla="*/ 692207 h 733258"/>
                <a:gd name="connsiteX107" fmla="*/ 36042 w 423303"/>
                <a:gd name="connsiteY107" fmla="*/ 647212 h 733258"/>
                <a:gd name="connsiteX108" fmla="*/ 36042 w 423303"/>
                <a:gd name="connsiteY108" fmla="*/ 647212 h 733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423303" h="733258">
                  <a:moveTo>
                    <a:pt x="11794" y="710789"/>
                  </a:moveTo>
                  <a:cubicBezTo>
                    <a:pt x="32542" y="726871"/>
                    <a:pt x="58124" y="716455"/>
                    <a:pt x="71955" y="697957"/>
                  </a:cubicBezTo>
                  <a:cubicBezTo>
                    <a:pt x="75622" y="706706"/>
                    <a:pt x="81122" y="714705"/>
                    <a:pt x="88620" y="720122"/>
                  </a:cubicBezTo>
                  <a:cubicBezTo>
                    <a:pt x="99370" y="727871"/>
                    <a:pt x="114785" y="735704"/>
                    <a:pt x="128450" y="732537"/>
                  </a:cubicBezTo>
                  <a:cubicBezTo>
                    <a:pt x="161781" y="724704"/>
                    <a:pt x="147782" y="678125"/>
                    <a:pt x="139533" y="656794"/>
                  </a:cubicBezTo>
                  <a:cubicBezTo>
                    <a:pt x="133117" y="640212"/>
                    <a:pt x="119785" y="623797"/>
                    <a:pt x="126367" y="605882"/>
                  </a:cubicBezTo>
                  <a:cubicBezTo>
                    <a:pt x="132783" y="588467"/>
                    <a:pt x="140866" y="571635"/>
                    <a:pt x="147449" y="554220"/>
                  </a:cubicBezTo>
                  <a:cubicBezTo>
                    <a:pt x="157198" y="528222"/>
                    <a:pt x="170197" y="502391"/>
                    <a:pt x="183363" y="477727"/>
                  </a:cubicBezTo>
                  <a:cubicBezTo>
                    <a:pt x="184279" y="477560"/>
                    <a:pt x="185279" y="477310"/>
                    <a:pt x="186029" y="476643"/>
                  </a:cubicBezTo>
                  <a:cubicBezTo>
                    <a:pt x="197027" y="468061"/>
                    <a:pt x="205360" y="457062"/>
                    <a:pt x="216942" y="448896"/>
                  </a:cubicBezTo>
                  <a:cubicBezTo>
                    <a:pt x="224692" y="443396"/>
                    <a:pt x="230941" y="436647"/>
                    <a:pt x="238024" y="430731"/>
                  </a:cubicBezTo>
                  <a:cubicBezTo>
                    <a:pt x="278021" y="421398"/>
                    <a:pt x="325266" y="408566"/>
                    <a:pt x="342931" y="366820"/>
                  </a:cubicBezTo>
                  <a:cubicBezTo>
                    <a:pt x="346681" y="357987"/>
                    <a:pt x="347431" y="348655"/>
                    <a:pt x="348264" y="339239"/>
                  </a:cubicBezTo>
                  <a:cubicBezTo>
                    <a:pt x="349597" y="323324"/>
                    <a:pt x="354513" y="318491"/>
                    <a:pt x="366680" y="308908"/>
                  </a:cubicBezTo>
                  <a:cubicBezTo>
                    <a:pt x="382095" y="296660"/>
                    <a:pt x="398593" y="284328"/>
                    <a:pt x="406342" y="265579"/>
                  </a:cubicBezTo>
                  <a:cubicBezTo>
                    <a:pt x="409842" y="257080"/>
                    <a:pt x="410426" y="248831"/>
                    <a:pt x="410009" y="239748"/>
                  </a:cubicBezTo>
                  <a:cubicBezTo>
                    <a:pt x="409675" y="233415"/>
                    <a:pt x="409092" y="227416"/>
                    <a:pt x="411008" y="221250"/>
                  </a:cubicBezTo>
                  <a:cubicBezTo>
                    <a:pt x="412509" y="216584"/>
                    <a:pt x="415508" y="212584"/>
                    <a:pt x="417508" y="208168"/>
                  </a:cubicBezTo>
                  <a:cubicBezTo>
                    <a:pt x="423841" y="194169"/>
                    <a:pt x="424674" y="172254"/>
                    <a:pt x="421508" y="157589"/>
                  </a:cubicBezTo>
                  <a:cubicBezTo>
                    <a:pt x="417425" y="139091"/>
                    <a:pt x="405009" y="128925"/>
                    <a:pt x="392344" y="116343"/>
                  </a:cubicBezTo>
                  <a:cubicBezTo>
                    <a:pt x="379095" y="103094"/>
                    <a:pt x="379761" y="81596"/>
                    <a:pt x="367096" y="66930"/>
                  </a:cubicBezTo>
                  <a:cubicBezTo>
                    <a:pt x="354097" y="51932"/>
                    <a:pt x="334515" y="48016"/>
                    <a:pt x="318600" y="37100"/>
                  </a:cubicBezTo>
                  <a:cubicBezTo>
                    <a:pt x="301852" y="25684"/>
                    <a:pt x="287686" y="11602"/>
                    <a:pt x="267938" y="5353"/>
                  </a:cubicBezTo>
                  <a:cubicBezTo>
                    <a:pt x="250523" y="-230"/>
                    <a:pt x="230358" y="-2230"/>
                    <a:pt x="212609" y="3186"/>
                  </a:cubicBezTo>
                  <a:cubicBezTo>
                    <a:pt x="203610" y="5936"/>
                    <a:pt x="198528" y="12019"/>
                    <a:pt x="190778" y="16268"/>
                  </a:cubicBezTo>
                  <a:cubicBezTo>
                    <a:pt x="179612" y="22518"/>
                    <a:pt x="164614" y="18352"/>
                    <a:pt x="152448" y="19351"/>
                  </a:cubicBezTo>
                  <a:cubicBezTo>
                    <a:pt x="136699" y="20685"/>
                    <a:pt x="118702" y="23018"/>
                    <a:pt x="106953" y="34683"/>
                  </a:cubicBezTo>
                  <a:cubicBezTo>
                    <a:pt x="91621" y="49849"/>
                    <a:pt x="96453" y="74097"/>
                    <a:pt x="81454" y="88679"/>
                  </a:cubicBezTo>
                  <a:cubicBezTo>
                    <a:pt x="66956" y="102760"/>
                    <a:pt x="49207" y="114093"/>
                    <a:pt x="40708" y="133258"/>
                  </a:cubicBezTo>
                  <a:cubicBezTo>
                    <a:pt x="33293" y="150006"/>
                    <a:pt x="38292" y="169255"/>
                    <a:pt x="44291" y="185503"/>
                  </a:cubicBezTo>
                  <a:cubicBezTo>
                    <a:pt x="46792" y="192169"/>
                    <a:pt x="50791" y="199752"/>
                    <a:pt x="49374" y="207168"/>
                  </a:cubicBezTo>
                  <a:cubicBezTo>
                    <a:pt x="48291" y="212584"/>
                    <a:pt x="44041" y="217917"/>
                    <a:pt x="41625" y="222833"/>
                  </a:cubicBezTo>
                  <a:cubicBezTo>
                    <a:pt x="37875" y="230666"/>
                    <a:pt x="34459" y="239248"/>
                    <a:pt x="33792" y="247914"/>
                  </a:cubicBezTo>
                  <a:cubicBezTo>
                    <a:pt x="32126" y="271246"/>
                    <a:pt x="50207" y="288827"/>
                    <a:pt x="51207" y="311075"/>
                  </a:cubicBezTo>
                  <a:cubicBezTo>
                    <a:pt x="52041" y="329074"/>
                    <a:pt x="38292" y="344822"/>
                    <a:pt x="46375" y="362737"/>
                  </a:cubicBezTo>
                  <a:cubicBezTo>
                    <a:pt x="52374" y="375986"/>
                    <a:pt x="64290" y="387485"/>
                    <a:pt x="75622" y="397817"/>
                  </a:cubicBezTo>
                  <a:cubicBezTo>
                    <a:pt x="75872" y="398817"/>
                    <a:pt x="76455" y="399817"/>
                    <a:pt x="77372" y="400734"/>
                  </a:cubicBezTo>
                  <a:cubicBezTo>
                    <a:pt x="79788" y="403067"/>
                    <a:pt x="82454" y="404983"/>
                    <a:pt x="85205" y="406650"/>
                  </a:cubicBezTo>
                  <a:cubicBezTo>
                    <a:pt x="85288" y="406733"/>
                    <a:pt x="85371" y="406816"/>
                    <a:pt x="85371" y="406816"/>
                  </a:cubicBezTo>
                  <a:cubicBezTo>
                    <a:pt x="86455" y="407900"/>
                    <a:pt x="87704" y="408483"/>
                    <a:pt x="88871" y="408733"/>
                  </a:cubicBezTo>
                  <a:cubicBezTo>
                    <a:pt x="89037" y="408817"/>
                    <a:pt x="89204" y="408899"/>
                    <a:pt x="89371" y="408983"/>
                  </a:cubicBezTo>
                  <a:cubicBezTo>
                    <a:pt x="104203" y="449896"/>
                    <a:pt x="87121" y="500641"/>
                    <a:pt x="75872" y="540721"/>
                  </a:cubicBezTo>
                  <a:cubicBezTo>
                    <a:pt x="69955" y="561803"/>
                    <a:pt x="62290" y="581051"/>
                    <a:pt x="58623" y="602799"/>
                  </a:cubicBezTo>
                  <a:cubicBezTo>
                    <a:pt x="56874" y="613215"/>
                    <a:pt x="55373" y="618297"/>
                    <a:pt x="45958" y="623714"/>
                  </a:cubicBezTo>
                  <a:cubicBezTo>
                    <a:pt x="38708" y="627880"/>
                    <a:pt x="31459" y="632046"/>
                    <a:pt x="24960" y="637379"/>
                  </a:cubicBezTo>
                  <a:cubicBezTo>
                    <a:pt x="6045" y="652545"/>
                    <a:pt x="-12953" y="691541"/>
                    <a:pt x="11794" y="710789"/>
                  </a:cubicBezTo>
                  <a:lnTo>
                    <a:pt x="11794" y="710789"/>
                  </a:lnTo>
                  <a:close/>
                  <a:moveTo>
                    <a:pt x="195695" y="447896"/>
                  </a:moveTo>
                  <a:cubicBezTo>
                    <a:pt x="192944" y="450062"/>
                    <a:pt x="190529" y="452645"/>
                    <a:pt x="188112" y="455229"/>
                  </a:cubicBezTo>
                  <a:cubicBezTo>
                    <a:pt x="188778" y="441480"/>
                    <a:pt x="192195" y="427731"/>
                    <a:pt x="177196" y="419149"/>
                  </a:cubicBezTo>
                  <a:cubicBezTo>
                    <a:pt x="159697" y="409150"/>
                    <a:pt x="147115" y="422565"/>
                    <a:pt x="131700" y="428148"/>
                  </a:cubicBezTo>
                  <a:cubicBezTo>
                    <a:pt x="127200" y="422232"/>
                    <a:pt x="124367" y="415566"/>
                    <a:pt x="118368" y="410150"/>
                  </a:cubicBezTo>
                  <a:cubicBezTo>
                    <a:pt x="111618" y="403983"/>
                    <a:pt x="104036" y="399817"/>
                    <a:pt x="96036" y="395984"/>
                  </a:cubicBezTo>
                  <a:cubicBezTo>
                    <a:pt x="95871" y="395818"/>
                    <a:pt x="95787" y="395651"/>
                    <a:pt x="95620" y="395484"/>
                  </a:cubicBezTo>
                  <a:cubicBezTo>
                    <a:pt x="87288" y="386735"/>
                    <a:pt x="78872" y="377986"/>
                    <a:pt x="70955" y="368737"/>
                  </a:cubicBezTo>
                  <a:cubicBezTo>
                    <a:pt x="62040" y="358321"/>
                    <a:pt x="58291" y="350905"/>
                    <a:pt x="62706" y="337239"/>
                  </a:cubicBezTo>
                  <a:cubicBezTo>
                    <a:pt x="68122" y="320491"/>
                    <a:pt x="69790" y="306076"/>
                    <a:pt x="63457" y="289244"/>
                  </a:cubicBezTo>
                  <a:cubicBezTo>
                    <a:pt x="59873" y="279578"/>
                    <a:pt x="54540" y="270579"/>
                    <a:pt x="52290" y="260413"/>
                  </a:cubicBezTo>
                  <a:cubicBezTo>
                    <a:pt x="49041" y="245664"/>
                    <a:pt x="55624" y="234499"/>
                    <a:pt x="62040" y="222000"/>
                  </a:cubicBezTo>
                  <a:cubicBezTo>
                    <a:pt x="71372" y="203835"/>
                    <a:pt x="64373" y="190503"/>
                    <a:pt x="58374" y="172504"/>
                  </a:cubicBezTo>
                  <a:cubicBezTo>
                    <a:pt x="50124" y="148007"/>
                    <a:pt x="57373" y="131924"/>
                    <a:pt x="76288" y="115176"/>
                  </a:cubicBezTo>
                  <a:cubicBezTo>
                    <a:pt x="87538" y="105177"/>
                    <a:pt x="101203" y="96428"/>
                    <a:pt x="106203" y="81596"/>
                  </a:cubicBezTo>
                  <a:cubicBezTo>
                    <a:pt x="109785" y="71013"/>
                    <a:pt x="109119" y="58931"/>
                    <a:pt x="115701" y="49432"/>
                  </a:cubicBezTo>
                  <a:cubicBezTo>
                    <a:pt x="120951" y="41849"/>
                    <a:pt x="128617" y="39100"/>
                    <a:pt x="137283" y="37100"/>
                  </a:cubicBezTo>
                  <a:cubicBezTo>
                    <a:pt x="148032" y="34600"/>
                    <a:pt x="159447" y="33434"/>
                    <a:pt x="170447" y="33933"/>
                  </a:cubicBezTo>
                  <a:cubicBezTo>
                    <a:pt x="177279" y="34267"/>
                    <a:pt x="184779" y="36517"/>
                    <a:pt x="191529" y="33933"/>
                  </a:cubicBezTo>
                  <a:cubicBezTo>
                    <a:pt x="200444" y="30517"/>
                    <a:pt x="205194" y="21518"/>
                    <a:pt x="214527" y="18102"/>
                  </a:cubicBezTo>
                  <a:cubicBezTo>
                    <a:pt x="224025" y="14602"/>
                    <a:pt x="235024" y="14435"/>
                    <a:pt x="244940" y="15602"/>
                  </a:cubicBezTo>
                  <a:cubicBezTo>
                    <a:pt x="263855" y="17852"/>
                    <a:pt x="278854" y="26101"/>
                    <a:pt x="293852" y="37266"/>
                  </a:cubicBezTo>
                  <a:cubicBezTo>
                    <a:pt x="307517" y="47432"/>
                    <a:pt x="320933" y="56598"/>
                    <a:pt x="336848" y="62931"/>
                  </a:cubicBezTo>
                  <a:cubicBezTo>
                    <a:pt x="357596" y="71180"/>
                    <a:pt x="364430" y="86262"/>
                    <a:pt x="370679" y="106344"/>
                  </a:cubicBezTo>
                  <a:cubicBezTo>
                    <a:pt x="375845" y="122759"/>
                    <a:pt x="388927" y="129091"/>
                    <a:pt x="398259" y="142674"/>
                  </a:cubicBezTo>
                  <a:cubicBezTo>
                    <a:pt x="408259" y="157256"/>
                    <a:pt x="409259" y="179004"/>
                    <a:pt x="404176" y="195836"/>
                  </a:cubicBezTo>
                  <a:cubicBezTo>
                    <a:pt x="401593" y="204418"/>
                    <a:pt x="395093" y="211251"/>
                    <a:pt x="392926" y="220083"/>
                  </a:cubicBezTo>
                  <a:cubicBezTo>
                    <a:pt x="391177" y="227499"/>
                    <a:pt x="392677" y="234998"/>
                    <a:pt x="392594" y="242498"/>
                  </a:cubicBezTo>
                  <a:cubicBezTo>
                    <a:pt x="392344" y="263329"/>
                    <a:pt x="379012" y="275162"/>
                    <a:pt x="363846" y="287411"/>
                  </a:cubicBezTo>
                  <a:cubicBezTo>
                    <a:pt x="353597" y="295743"/>
                    <a:pt x="339182" y="303576"/>
                    <a:pt x="333349" y="315991"/>
                  </a:cubicBezTo>
                  <a:cubicBezTo>
                    <a:pt x="326599" y="330407"/>
                    <a:pt x="332599" y="347655"/>
                    <a:pt x="326266" y="362487"/>
                  </a:cubicBezTo>
                  <a:cubicBezTo>
                    <a:pt x="312017" y="395901"/>
                    <a:pt x="267021" y="415649"/>
                    <a:pt x="234275" y="424648"/>
                  </a:cubicBezTo>
                  <a:lnTo>
                    <a:pt x="234275" y="424648"/>
                  </a:lnTo>
                  <a:cubicBezTo>
                    <a:pt x="227775" y="425482"/>
                    <a:pt x="222192" y="430564"/>
                    <a:pt x="216526" y="434147"/>
                  </a:cubicBezTo>
                  <a:cubicBezTo>
                    <a:pt x="209693" y="438730"/>
                    <a:pt x="202193" y="442730"/>
                    <a:pt x="195695" y="447896"/>
                  </a:cubicBezTo>
                  <a:lnTo>
                    <a:pt x="195695" y="447896"/>
                  </a:lnTo>
                  <a:close/>
                  <a:moveTo>
                    <a:pt x="36042" y="647212"/>
                  </a:moveTo>
                  <a:cubicBezTo>
                    <a:pt x="45041" y="639962"/>
                    <a:pt x="59623" y="637712"/>
                    <a:pt x="66956" y="629130"/>
                  </a:cubicBezTo>
                  <a:cubicBezTo>
                    <a:pt x="74622" y="620131"/>
                    <a:pt x="74038" y="603215"/>
                    <a:pt x="76372" y="592216"/>
                  </a:cubicBezTo>
                  <a:cubicBezTo>
                    <a:pt x="80122" y="574135"/>
                    <a:pt x="88037" y="557386"/>
                    <a:pt x="92621" y="539471"/>
                  </a:cubicBezTo>
                  <a:cubicBezTo>
                    <a:pt x="96537" y="524306"/>
                    <a:pt x="100536" y="509307"/>
                    <a:pt x="103953" y="493975"/>
                  </a:cubicBezTo>
                  <a:cubicBezTo>
                    <a:pt x="108952" y="471561"/>
                    <a:pt x="112202" y="442397"/>
                    <a:pt x="105703" y="418566"/>
                  </a:cubicBezTo>
                  <a:cubicBezTo>
                    <a:pt x="106619" y="419315"/>
                    <a:pt x="107535" y="420065"/>
                    <a:pt x="108370" y="420815"/>
                  </a:cubicBezTo>
                  <a:cubicBezTo>
                    <a:pt x="115035" y="427065"/>
                    <a:pt x="118035" y="435397"/>
                    <a:pt x="124284" y="441813"/>
                  </a:cubicBezTo>
                  <a:cubicBezTo>
                    <a:pt x="126117" y="443730"/>
                    <a:pt x="129034" y="444063"/>
                    <a:pt x="131450" y="443396"/>
                  </a:cubicBezTo>
                  <a:cubicBezTo>
                    <a:pt x="136283" y="442063"/>
                    <a:pt x="140533" y="438980"/>
                    <a:pt x="144949" y="436480"/>
                  </a:cubicBezTo>
                  <a:cubicBezTo>
                    <a:pt x="147699" y="434980"/>
                    <a:pt x="150448" y="432981"/>
                    <a:pt x="153198" y="431731"/>
                  </a:cubicBezTo>
                  <a:cubicBezTo>
                    <a:pt x="161614" y="427981"/>
                    <a:pt x="165947" y="426564"/>
                    <a:pt x="171530" y="434231"/>
                  </a:cubicBezTo>
                  <a:cubicBezTo>
                    <a:pt x="179529" y="445313"/>
                    <a:pt x="171697" y="459478"/>
                    <a:pt x="175363" y="472477"/>
                  </a:cubicBezTo>
                  <a:cubicBezTo>
                    <a:pt x="175446" y="472727"/>
                    <a:pt x="175530" y="472894"/>
                    <a:pt x="175696" y="473144"/>
                  </a:cubicBezTo>
                  <a:cubicBezTo>
                    <a:pt x="173446" y="477560"/>
                    <a:pt x="171447" y="482227"/>
                    <a:pt x="168863" y="486393"/>
                  </a:cubicBezTo>
                  <a:cubicBezTo>
                    <a:pt x="161114" y="498975"/>
                    <a:pt x="153531" y="511473"/>
                    <a:pt x="146366" y="524389"/>
                  </a:cubicBezTo>
                  <a:cubicBezTo>
                    <a:pt x="132867" y="548720"/>
                    <a:pt x="121535" y="576218"/>
                    <a:pt x="111202" y="602049"/>
                  </a:cubicBezTo>
                  <a:cubicBezTo>
                    <a:pt x="101369" y="626797"/>
                    <a:pt x="118118" y="647378"/>
                    <a:pt x="126951" y="670043"/>
                  </a:cubicBezTo>
                  <a:cubicBezTo>
                    <a:pt x="131366" y="681375"/>
                    <a:pt x="141866" y="714289"/>
                    <a:pt x="121284" y="716955"/>
                  </a:cubicBezTo>
                  <a:cubicBezTo>
                    <a:pt x="113035" y="718039"/>
                    <a:pt x="99536" y="709872"/>
                    <a:pt x="93953" y="704623"/>
                  </a:cubicBezTo>
                  <a:cubicBezTo>
                    <a:pt x="86787" y="697957"/>
                    <a:pt x="82122" y="688291"/>
                    <a:pt x="80621" y="678625"/>
                  </a:cubicBezTo>
                  <a:cubicBezTo>
                    <a:pt x="79455" y="671126"/>
                    <a:pt x="69706" y="669793"/>
                    <a:pt x="67289" y="677292"/>
                  </a:cubicBezTo>
                  <a:cubicBezTo>
                    <a:pt x="63207" y="689874"/>
                    <a:pt x="54374" y="698957"/>
                    <a:pt x="41292" y="701040"/>
                  </a:cubicBezTo>
                  <a:cubicBezTo>
                    <a:pt x="32542" y="702373"/>
                    <a:pt x="22627" y="701457"/>
                    <a:pt x="18544" y="692207"/>
                  </a:cubicBezTo>
                  <a:cubicBezTo>
                    <a:pt x="11128" y="676125"/>
                    <a:pt x="23794" y="657044"/>
                    <a:pt x="36042" y="647212"/>
                  </a:cubicBezTo>
                  <a:lnTo>
                    <a:pt x="36042" y="647212"/>
                  </a:lnTo>
                  <a:close/>
                </a:path>
              </a:pathLst>
            </a:custGeom>
            <a:grpFill/>
            <a:ln w="8332" cap="flat">
              <a:noFill/>
              <a:prstDash val="solid"/>
              <a:miter/>
            </a:ln>
          </p:spPr>
          <p:txBody>
            <a:bodyPr rtlCol="0" anchor="ctr"/>
            <a:lstStyle/>
            <a:p>
              <a:endParaRPr lang="en-US"/>
            </a:p>
          </p:txBody>
        </p:sp>
        <p:sp>
          <p:nvSpPr>
            <p:cNvPr id="2110" name="Freeform: Shape 2109"/>
            <p:cNvSpPr/>
            <p:nvPr/>
          </p:nvSpPr>
          <p:spPr>
            <a:xfrm>
              <a:off x="11745792" y="3801952"/>
              <a:ext cx="128415" cy="234267"/>
            </a:xfrm>
            <a:custGeom>
              <a:avLst/>
              <a:gdLst>
                <a:gd name="connsiteX0" fmla="*/ 2920 w 128415"/>
                <a:gd name="connsiteY0" fmla="*/ 221612 h 234267"/>
                <a:gd name="connsiteX1" fmla="*/ 40084 w 128415"/>
                <a:gd name="connsiteY1" fmla="*/ 207947 h 234267"/>
                <a:gd name="connsiteX2" fmla="*/ 40417 w 128415"/>
                <a:gd name="connsiteY2" fmla="*/ 172867 h 234267"/>
                <a:gd name="connsiteX3" fmla="*/ 80913 w 128415"/>
                <a:gd name="connsiteY3" fmla="*/ 136287 h 234267"/>
                <a:gd name="connsiteX4" fmla="*/ 88496 w 128415"/>
                <a:gd name="connsiteY4" fmla="*/ 98374 h 234267"/>
                <a:gd name="connsiteX5" fmla="*/ 103328 w 128415"/>
                <a:gd name="connsiteY5" fmla="*/ 80875 h 234267"/>
                <a:gd name="connsiteX6" fmla="*/ 111995 w 128415"/>
                <a:gd name="connsiteY6" fmla="*/ 32879 h 234267"/>
                <a:gd name="connsiteX7" fmla="*/ 72498 w 128415"/>
                <a:gd name="connsiteY7" fmla="*/ 1882 h 234267"/>
                <a:gd name="connsiteX8" fmla="*/ 72415 w 128415"/>
                <a:gd name="connsiteY8" fmla="*/ 49 h 234267"/>
                <a:gd name="connsiteX9" fmla="*/ 127577 w 128415"/>
                <a:gd name="connsiteY9" fmla="*/ 48378 h 234267"/>
                <a:gd name="connsiteX10" fmla="*/ 116494 w 128415"/>
                <a:gd name="connsiteY10" fmla="*/ 83625 h 234267"/>
                <a:gd name="connsiteX11" fmla="*/ 101162 w 128415"/>
                <a:gd name="connsiteY11" fmla="*/ 108206 h 234267"/>
                <a:gd name="connsiteX12" fmla="*/ 100412 w 128415"/>
                <a:gd name="connsiteY12" fmla="*/ 132120 h 234267"/>
                <a:gd name="connsiteX13" fmla="*/ 75581 w 128415"/>
                <a:gd name="connsiteY13" fmla="*/ 162117 h 234267"/>
                <a:gd name="connsiteX14" fmla="*/ 55666 w 128415"/>
                <a:gd name="connsiteY14" fmla="*/ 172367 h 234267"/>
                <a:gd name="connsiteX15" fmla="*/ 57082 w 128415"/>
                <a:gd name="connsiteY15" fmla="*/ 192115 h 234267"/>
                <a:gd name="connsiteX16" fmla="*/ 42001 w 128415"/>
                <a:gd name="connsiteY16" fmla="*/ 227362 h 234267"/>
                <a:gd name="connsiteX17" fmla="*/ 3087 w 128415"/>
                <a:gd name="connsiteY17" fmla="*/ 229861 h 234267"/>
                <a:gd name="connsiteX18" fmla="*/ 2920 w 128415"/>
                <a:gd name="connsiteY18" fmla="*/ 221612 h 234267"/>
                <a:gd name="connsiteX19" fmla="*/ 2920 w 128415"/>
                <a:gd name="connsiteY19" fmla="*/ 221612 h 234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28415" h="234267">
                  <a:moveTo>
                    <a:pt x="2920" y="221612"/>
                  </a:moveTo>
                  <a:cubicBezTo>
                    <a:pt x="16753" y="218946"/>
                    <a:pt x="32168" y="223279"/>
                    <a:pt x="40084" y="207947"/>
                  </a:cubicBezTo>
                  <a:cubicBezTo>
                    <a:pt x="46334" y="195865"/>
                    <a:pt x="41500" y="184949"/>
                    <a:pt x="40417" y="172867"/>
                  </a:cubicBezTo>
                  <a:cubicBezTo>
                    <a:pt x="38584" y="151369"/>
                    <a:pt x="69915" y="150869"/>
                    <a:pt x="80913" y="136287"/>
                  </a:cubicBezTo>
                  <a:cubicBezTo>
                    <a:pt x="89746" y="124621"/>
                    <a:pt x="84497" y="111289"/>
                    <a:pt x="88496" y="98374"/>
                  </a:cubicBezTo>
                  <a:cubicBezTo>
                    <a:pt x="91080" y="90124"/>
                    <a:pt x="96745" y="85875"/>
                    <a:pt x="103328" y="80875"/>
                  </a:cubicBezTo>
                  <a:cubicBezTo>
                    <a:pt x="120743" y="67543"/>
                    <a:pt x="123659" y="51711"/>
                    <a:pt x="111995" y="32879"/>
                  </a:cubicBezTo>
                  <a:cubicBezTo>
                    <a:pt x="102911" y="18214"/>
                    <a:pt x="90746" y="3382"/>
                    <a:pt x="72498" y="1882"/>
                  </a:cubicBezTo>
                  <a:cubicBezTo>
                    <a:pt x="71332" y="1799"/>
                    <a:pt x="71248" y="132"/>
                    <a:pt x="72415" y="49"/>
                  </a:cubicBezTo>
                  <a:cubicBezTo>
                    <a:pt x="97246" y="-1284"/>
                    <a:pt x="122576" y="24880"/>
                    <a:pt x="127577" y="48378"/>
                  </a:cubicBezTo>
                  <a:cubicBezTo>
                    <a:pt x="130409" y="61460"/>
                    <a:pt x="125909" y="74376"/>
                    <a:pt x="116494" y="83625"/>
                  </a:cubicBezTo>
                  <a:cubicBezTo>
                    <a:pt x="108495" y="91541"/>
                    <a:pt x="101662" y="95957"/>
                    <a:pt x="101162" y="108206"/>
                  </a:cubicBezTo>
                  <a:cubicBezTo>
                    <a:pt x="100828" y="116455"/>
                    <a:pt x="102495" y="123788"/>
                    <a:pt x="100412" y="132120"/>
                  </a:cubicBezTo>
                  <a:cubicBezTo>
                    <a:pt x="96912" y="145869"/>
                    <a:pt x="87413" y="155035"/>
                    <a:pt x="75581" y="162117"/>
                  </a:cubicBezTo>
                  <a:cubicBezTo>
                    <a:pt x="71332" y="164701"/>
                    <a:pt x="57916" y="168784"/>
                    <a:pt x="55666" y="172367"/>
                  </a:cubicBezTo>
                  <a:cubicBezTo>
                    <a:pt x="53583" y="175700"/>
                    <a:pt x="57166" y="187865"/>
                    <a:pt x="57082" y="192115"/>
                  </a:cubicBezTo>
                  <a:cubicBezTo>
                    <a:pt x="56750" y="205697"/>
                    <a:pt x="52749" y="218529"/>
                    <a:pt x="42001" y="227362"/>
                  </a:cubicBezTo>
                  <a:cubicBezTo>
                    <a:pt x="29918" y="237278"/>
                    <a:pt x="16920" y="235028"/>
                    <a:pt x="3087" y="229861"/>
                  </a:cubicBezTo>
                  <a:cubicBezTo>
                    <a:pt x="-163" y="228612"/>
                    <a:pt x="-1745" y="222529"/>
                    <a:pt x="2920" y="221612"/>
                  </a:cubicBezTo>
                  <a:lnTo>
                    <a:pt x="2920" y="221612"/>
                  </a:lnTo>
                  <a:close/>
                </a:path>
              </a:pathLst>
            </a:custGeom>
            <a:grpFill/>
            <a:ln w="8332" cap="flat">
              <a:noFill/>
              <a:prstDash val="solid"/>
              <a:miter/>
            </a:ln>
          </p:spPr>
          <p:txBody>
            <a:bodyPr rtlCol="0" anchor="ctr"/>
            <a:lstStyle/>
            <a:p>
              <a:endParaRPr lang="en-US"/>
            </a:p>
          </p:txBody>
        </p:sp>
        <p:sp>
          <p:nvSpPr>
            <p:cNvPr id="2111" name="Freeform: Shape 2110"/>
            <p:cNvSpPr/>
            <p:nvPr/>
          </p:nvSpPr>
          <p:spPr>
            <a:xfrm>
              <a:off x="11662126" y="3988619"/>
              <a:ext cx="83920" cy="65680"/>
            </a:xfrm>
            <a:custGeom>
              <a:avLst/>
              <a:gdLst>
                <a:gd name="connsiteX0" fmla="*/ 5761 w 83920"/>
                <a:gd name="connsiteY0" fmla="*/ 43695 h 65680"/>
                <a:gd name="connsiteX1" fmla="*/ 50340 w 83920"/>
                <a:gd name="connsiteY1" fmla="*/ 45111 h 65680"/>
                <a:gd name="connsiteX2" fmla="*/ 63256 w 83920"/>
                <a:gd name="connsiteY2" fmla="*/ 34779 h 65680"/>
                <a:gd name="connsiteX3" fmla="*/ 72921 w 83920"/>
                <a:gd name="connsiteY3" fmla="*/ 3948 h 65680"/>
                <a:gd name="connsiteX4" fmla="*/ 80587 w 83920"/>
                <a:gd name="connsiteY4" fmla="*/ 2615 h 65680"/>
                <a:gd name="connsiteX5" fmla="*/ 80921 w 83920"/>
                <a:gd name="connsiteY5" fmla="*/ 33529 h 65680"/>
                <a:gd name="connsiteX6" fmla="*/ 70338 w 83920"/>
                <a:gd name="connsiteY6" fmla="*/ 45861 h 65680"/>
                <a:gd name="connsiteX7" fmla="*/ 56090 w 83920"/>
                <a:gd name="connsiteY7" fmla="*/ 58860 h 65680"/>
                <a:gd name="connsiteX8" fmla="*/ 762 w 83920"/>
                <a:gd name="connsiteY8" fmla="*/ 50694 h 65680"/>
                <a:gd name="connsiteX9" fmla="*/ 5761 w 83920"/>
                <a:gd name="connsiteY9" fmla="*/ 43695 h 65680"/>
                <a:gd name="connsiteX10" fmla="*/ 5761 w 83920"/>
                <a:gd name="connsiteY10" fmla="*/ 43695 h 65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3920" h="65680">
                  <a:moveTo>
                    <a:pt x="5761" y="43695"/>
                  </a:moveTo>
                  <a:cubicBezTo>
                    <a:pt x="21426" y="45278"/>
                    <a:pt x="35424" y="58194"/>
                    <a:pt x="50340" y="45111"/>
                  </a:cubicBezTo>
                  <a:cubicBezTo>
                    <a:pt x="54590" y="41362"/>
                    <a:pt x="58756" y="38362"/>
                    <a:pt x="63256" y="34779"/>
                  </a:cubicBezTo>
                  <a:cubicBezTo>
                    <a:pt x="73672" y="26696"/>
                    <a:pt x="74922" y="16364"/>
                    <a:pt x="72921" y="3948"/>
                  </a:cubicBezTo>
                  <a:cubicBezTo>
                    <a:pt x="72255" y="-468"/>
                    <a:pt x="79337" y="-1551"/>
                    <a:pt x="80587" y="2615"/>
                  </a:cubicBezTo>
                  <a:cubicBezTo>
                    <a:pt x="83754" y="13031"/>
                    <a:pt x="86004" y="23363"/>
                    <a:pt x="80921" y="33529"/>
                  </a:cubicBezTo>
                  <a:cubicBezTo>
                    <a:pt x="78337" y="38695"/>
                    <a:pt x="74838" y="42362"/>
                    <a:pt x="70338" y="45861"/>
                  </a:cubicBezTo>
                  <a:cubicBezTo>
                    <a:pt x="65172" y="49861"/>
                    <a:pt x="61089" y="54860"/>
                    <a:pt x="56090" y="58860"/>
                  </a:cubicBezTo>
                  <a:cubicBezTo>
                    <a:pt x="41425" y="70359"/>
                    <a:pt x="10593" y="67109"/>
                    <a:pt x="762" y="50694"/>
                  </a:cubicBezTo>
                  <a:cubicBezTo>
                    <a:pt x="-1572" y="46944"/>
                    <a:pt x="1845" y="43278"/>
                    <a:pt x="5761" y="43695"/>
                  </a:cubicBezTo>
                  <a:lnTo>
                    <a:pt x="5761" y="43695"/>
                  </a:lnTo>
                  <a:close/>
                </a:path>
              </a:pathLst>
            </a:custGeom>
            <a:grpFill/>
            <a:ln w="8332" cap="flat">
              <a:noFill/>
              <a:prstDash val="solid"/>
              <a:miter/>
            </a:ln>
          </p:spPr>
          <p:txBody>
            <a:bodyPr rtlCol="0" anchor="ctr"/>
            <a:lstStyle/>
            <a:p>
              <a:endParaRPr lang="en-US"/>
            </a:p>
          </p:txBody>
        </p:sp>
        <p:sp>
          <p:nvSpPr>
            <p:cNvPr id="2112" name="Freeform: Shape 2111"/>
            <p:cNvSpPr/>
            <p:nvPr/>
          </p:nvSpPr>
          <p:spPr>
            <a:xfrm>
              <a:off x="11701945" y="3897713"/>
              <a:ext cx="94874" cy="77954"/>
            </a:xfrm>
            <a:custGeom>
              <a:avLst/>
              <a:gdLst>
                <a:gd name="connsiteX0" fmla="*/ 8271 w 94874"/>
                <a:gd name="connsiteY0" fmla="*/ 59025 h 77954"/>
                <a:gd name="connsiteX1" fmla="*/ 32102 w 94874"/>
                <a:gd name="connsiteY1" fmla="*/ 55025 h 77954"/>
                <a:gd name="connsiteX2" fmla="*/ 27770 w 94874"/>
                <a:gd name="connsiteY2" fmla="*/ 31610 h 77954"/>
                <a:gd name="connsiteX3" fmla="*/ 37935 w 94874"/>
                <a:gd name="connsiteY3" fmla="*/ 28360 h 77954"/>
                <a:gd name="connsiteX4" fmla="*/ 44352 w 94874"/>
                <a:gd name="connsiteY4" fmla="*/ 59691 h 77954"/>
                <a:gd name="connsiteX5" fmla="*/ 76931 w 94874"/>
                <a:gd name="connsiteY5" fmla="*/ 49942 h 77954"/>
                <a:gd name="connsiteX6" fmla="*/ 76015 w 94874"/>
                <a:gd name="connsiteY6" fmla="*/ 5363 h 77954"/>
                <a:gd name="connsiteX7" fmla="*/ 82097 w 94874"/>
                <a:gd name="connsiteY7" fmla="*/ 1530 h 77954"/>
                <a:gd name="connsiteX8" fmla="*/ 86514 w 94874"/>
                <a:gd name="connsiteY8" fmla="*/ 59691 h 77954"/>
                <a:gd name="connsiteX9" fmla="*/ 38852 w 94874"/>
                <a:gd name="connsiteY9" fmla="*/ 69607 h 77954"/>
                <a:gd name="connsiteX10" fmla="*/ 20354 w 94874"/>
                <a:gd name="connsiteY10" fmla="*/ 77939 h 77954"/>
                <a:gd name="connsiteX11" fmla="*/ 1105 w 94874"/>
                <a:gd name="connsiteY11" fmla="*/ 66857 h 77954"/>
                <a:gd name="connsiteX12" fmla="*/ 8271 w 94874"/>
                <a:gd name="connsiteY12" fmla="*/ 59025 h 77954"/>
                <a:gd name="connsiteX13" fmla="*/ 8271 w 94874"/>
                <a:gd name="connsiteY13" fmla="*/ 59025 h 77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4874" h="77954">
                  <a:moveTo>
                    <a:pt x="8271" y="59025"/>
                  </a:moveTo>
                  <a:cubicBezTo>
                    <a:pt x="15687" y="62691"/>
                    <a:pt x="28436" y="65691"/>
                    <a:pt x="32102" y="55025"/>
                  </a:cubicBezTo>
                  <a:cubicBezTo>
                    <a:pt x="34686" y="47609"/>
                    <a:pt x="29935" y="38610"/>
                    <a:pt x="27770" y="31610"/>
                  </a:cubicBezTo>
                  <a:cubicBezTo>
                    <a:pt x="25687" y="25028"/>
                    <a:pt x="35936" y="21861"/>
                    <a:pt x="37935" y="28360"/>
                  </a:cubicBezTo>
                  <a:cubicBezTo>
                    <a:pt x="41018" y="38276"/>
                    <a:pt x="46684" y="49525"/>
                    <a:pt x="44352" y="59691"/>
                  </a:cubicBezTo>
                  <a:cubicBezTo>
                    <a:pt x="56350" y="60858"/>
                    <a:pt x="68849" y="60608"/>
                    <a:pt x="76931" y="49942"/>
                  </a:cubicBezTo>
                  <a:cubicBezTo>
                    <a:pt x="87847" y="35527"/>
                    <a:pt x="85347" y="19695"/>
                    <a:pt x="76015" y="5363"/>
                  </a:cubicBezTo>
                  <a:cubicBezTo>
                    <a:pt x="73432" y="1446"/>
                    <a:pt x="79348" y="-2137"/>
                    <a:pt x="82097" y="1530"/>
                  </a:cubicBezTo>
                  <a:cubicBezTo>
                    <a:pt x="95013" y="18695"/>
                    <a:pt x="100846" y="41109"/>
                    <a:pt x="86514" y="59691"/>
                  </a:cubicBezTo>
                  <a:cubicBezTo>
                    <a:pt x="75848" y="73440"/>
                    <a:pt x="53684" y="80106"/>
                    <a:pt x="38852" y="69607"/>
                  </a:cubicBezTo>
                  <a:cubicBezTo>
                    <a:pt x="34102" y="74440"/>
                    <a:pt x="26936" y="77690"/>
                    <a:pt x="20354" y="77939"/>
                  </a:cubicBezTo>
                  <a:cubicBezTo>
                    <a:pt x="11771" y="78273"/>
                    <a:pt x="6021" y="73107"/>
                    <a:pt x="1105" y="66857"/>
                  </a:cubicBezTo>
                  <a:cubicBezTo>
                    <a:pt x="-2561" y="62274"/>
                    <a:pt x="3689" y="56775"/>
                    <a:pt x="8271" y="59025"/>
                  </a:cubicBezTo>
                  <a:lnTo>
                    <a:pt x="8271" y="59025"/>
                  </a:lnTo>
                  <a:close/>
                </a:path>
              </a:pathLst>
            </a:custGeom>
            <a:grpFill/>
            <a:ln w="8332" cap="flat">
              <a:noFill/>
              <a:prstDash val="solid"/>
              <a:miter/>
            </a:ln>
          </p:spPr>
          <p:txBody>
            <a:bodyPr rtlCol="0" anchor="ctr"/>
            <a:lstStyle/>
            <a:p>
              <a:endParaRPr lang="en-US"/>
            </a:p>
          </p:txBody>
        </p:sp>
        <p:sp>
          <p:nvSpPr>
            <p:cNvPr id="2113" name="Freeform: Shape 2112"/>
            <p:cNvSpPr/>
            <p:nvPr/>
          </p:nvSpPr>
          <p:spPr>
            <a:xfrm>
              <a:off x="11769662" y="3834404"/>
              <a:ext cx="37067" cy="44643"/>
            </a:xfrm>
            <a:custGeom>
              <a:avLst/>
              <a:gdLst>
                <a:gd name="connsiteX0" fmla="*/ 7047 w 37067"/>
                <a:gd name="connsiteY0" fmla="*/ 29258 h 44643"/>
                <a:gd name="connsiteX1" fmla="*/ 24129 w 37067"/>
                <a:gd name="connsiteY1" fmla="*/ 24259 h 44643"/>
                <a:gd name="connsiteX2" fmla="*/ 22796 w 37067"/>
                <a:gd name="connsiteY2" fmla="*/ 5927 h 44643"/>
                <a:gd name="connsiteX3" fmla="*/ 34211 w 37067"/>
                <a:gd name="connsiteY3" fmla="*/ 3927 h 44643"/>
                <a:gd name="connsiteX4" fmla="*/ 34628 w 37067"/>
                <a:gd name="connsiteY4" fmla="*/ 34175 h 44643"/>
                <a:gd name="connsiteX5" fmla="*/ 2881 w 37067"/>
                <a:gd name="connsiteY5" fmla="*/ 40174 h 44643"/>
                <a:gd name="connsiteX6" fmla="*/ 7047 w 37067"/>
                <a:gd name="connsiteY6" fmla="*/ 29258 h 44643"/>
                <a:gd name="connsiteX7" fmla="*/ 7047 w 37067"/>
                <a:gd name="connsiteY7" fmla="*/ 29258 h 44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067" h="44643">
                  <a:moveTo>
                    <a:pt x="7047" y="29258"/>
                  </a:moveTo>
                  <a:cubicBezTo>
                    <a:pt x="13463" y="31008"/>
                    <a:pt x="22213" y="32841"/>
                    <a:pt x="24129" y="24259"/>
                  </a:cubicBezTo>
                  <a:cubicBezTo>
                    <a:pt x="25463" y="18342"/>
                    <a:pt x="23630" y="11760"/>
                    <a:pt x="22796" y="5927"/>
                  </a:cubicBezTo>
                  <a:cubicBezTo>
                    <a:pt x="21879" y="-489"/>
                    <a:pt x="32962" y="-2489"/>
                    <a:pt x="34211" y="3927"/>
                  </a:cubicBezTo>
                  <a:cubicBezTo>
                    <a:pt x="36045" y="13593"/>
                    <a:pt x="39378" y="24842"/>
                    <a:pt x="34628" y="34175"/>
                  </a:cubicBezTo>
                  <a:cubicBezTo>
                    <a:pt x="28045" y="47090"/>
                    <a:pt x="13797" y="46757"/>
                    <a:pt x="2881" y="40174"/>
                  </a:cubicBezTo>
                  <a:cubicBezTo>
                    <a:pt x="-2618" y="36924"/>
                    <a:pt x="298" y="27425"/>
                    <a:pt x="7047" y="29258"/>
                  </a:cubicBezTo>
                  <a:lnTo>
                    <a:pt x="7047" y="29258"/>
                  </a:lnTo>
                  <a:close/>
                </a:path>
              </a:pathLst>
            </a:custGeom>
            <a:grpFill/>
            <a:ln w="8332" cap="flat">
              <a:noFill/>
              <a:prstDash val="solid"/>
              <a:miter/>
            </a:ln>
          </p:spPr>
          <p:txBody>
            <a:bodyPr rtlCol="0" anchor="ctr"/>
            <a:lstStyle/>
            <a:p>
              <a:endParaRPr lang="en-US"/>
            </a:p>
          </p:txBody>
        </p:sp>
        <p:sp>
          <p:nvSpPr>
            <p:cNvPr id="2114" name="Freeform: Shape 2113"/>
            <p:cNvSpPr/>
            <p:nvPr/>
          </p:nvSpPr>
          <p:spPr>
            <a:xfrm>
              <a:off x="11695623" y="3723046"/>
              <a:ext cx="104046" cy="77777"/>
            </a:xfrm>
            <a:custGeom>
              <a:avLst/>
              <a:gdLst>
                <a:gd name="connsiteX0" fmla="*/ 1094 w 104046"/>
                <a:gd name="connsiteY0" fmla="*/ 20960 h 77777"/>
                <a:gd name="connsiteX1" fmla="*/ 43590 w 104046"/>
                <a:gd name="connsiteY1" fmla="*/ 45 h 77777"/>
                <a:gd name="connsiteX2" fmla="*/ 80087 w 104046"/>
                <a:gd name="connsiteY2" fmla="*/ 22877 h 77777"/>
                <a:gd name="connsiteX3" fmla="*/ 81670 w 104046"/>
                <a:gd name="connsiteY3" fmla="*/ 25043 h 77777"/>
                <a:gd name="connsiteX4" fmla="*/ 87087 w 104046"/>
                <a:gd name="connsiteY4" fmla="*/ 26043 h 77777"/>
                <a:gd name="connsiteX5" fmla="*/ 100835 w 104046"/>
                <a:gd name="connsiteY5" fmla="*/ 40625 h 77777"/>
                <a:gd name="connsiteX6" fmla="*/ 93836 w 104046"/>
                <a:gd name="connsiteY6" fmla="*/ 76372 h 77777"/>
                <a:gd name="connsiteX7" fmla="*/ 87087 w 104046"/>
                <a:gd name="connsiteY7" fmla="*/ 70122 h 77777"/>
                <a:gd name="connsiteX8" fmla="*/ 76754 w 104046"/>
                <a:gd name="connsiteY8" fmla="*/ 35625 h 77777"/>
                <a:gd name="connsiteX9" fmla="*/ 71838 w 104046"/>
                <a:gd name="connsiteY9" fmla="*/ 33042 h 77777"/>
                <a:gd name="connsiteX10" fmla="*/ 63839 w 104046"/>
                <a:gd name="connsiteY10" fmla="*/ 23376 h 77777"/>
                <a:gd name="connsiteX11" fmla="*/ 29759 w 104046"/>
                <a:gd name="connsiteY11" fmla="*/ 18710 h 77777"/>
                <a:gd name="connsiteX12" fmla="*/ 3177 w 104046"/>
                <a:gd name="connsiteY12" fmla="*/ 27959 h 77777"/>
                <a:gd name="connsiteX13" fmla="*/ 1094 w 104046"/>
                <a:gd name="connsiteY13" fmla="*/ 20960 h 77777"/>
                <a:gd name="connsiteX14" fmla="*/ 1094 w 104046"/>
                <a:gd name="connsiteY14" fmla="*/ 20960 h 77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4046" h="77777">
                  <a:moveTo>
                    <a:pt x="1094" y="20960"/>
                  </a:moveTo>
                  <a:cubicBezTo>
                    <a:pt x="10343" y="11461"/>
                    <a:pt x="30258" y="878"/>
                    <a:pt x="43590" y="45"/>
                  </a:cubicBezTo>
                  <a:cubicBezTo>
                    <a:pt x="58255" y="-871"/>
                    <a:pt x="71671" y="12377"/>
                    <a:pt x="80087" y="22877"/>
                  </a:cubicBezTo>
                  <a:cubicBezTo>
                    <a:pt x="81087" y="24043"/>
                    <a:pt x="81670" y="24793"/>
                    <a:pt x="81670" y="25043"/>
                  </a:cubicBezTo>
                  <a:cubicBezTo>
                    <a:pt x="83420" y="25460"/>
                    <a:pt x="85420" y="25376"/>
                    <a:pt x="87087" y="26043"/>
                  </a:cubicBezTo>
                  <a:cubicBezTo>
                    <a:pt x="93585" y="28543"/>
                    <a:pt x="98085" y="34542"/>
                    <a:pt x="100835" y="40625"/>
                  </a:cubicBezTo>
                  <a:cubicBezTo>
                    <a:pt x="107002" y="54290"/>
                    <a:pt x="104085" y="66206"/>
                    <a:pt x="93836" y="76372"/>
                  </a:cubicBezTo>
                  <a:cubicBezTo>
                    <a:pt x="89669" y="80538"/>
                    <a:pt x="83170" y="74538"/>
                    <a:pt x="87087" y="70122"/>
                  </a:cubicBezTo>
                  <a:cubicBezTo>
                    <a:pt x="96835" y="59290"/>
                    <a:pt x="94836" y="36209"/>
                    <a:pt x="76754" y="35625"/>
                  </a:cubicBezTo>
                  <a:cubicBezTo>
                    <a:pt x="75004" y="35542"/>
                    <a:pt x="72672" y="34875"/>
                    <a:pt x="71838" y="33042"/>
                  </a:cubicBezTo>
                  <a:cubicBezTo>
                    <a:pt x="69921" y="28959"/>
                    <a:pt x="67339" y="26376"/>
                    <a:pt x="63839" y="23376"/>
                  </a:cubicBezTo>
                  <a:cubicBezTo>
                    <a:pt x="52922" y="13877"/>
                    <a:pt x="43257" y="11877"/>
                    <a:pt x="29759" y="18710"/>
                  </a:cubicBezTo>
                  <a:cubicBezTo>
                    <a:pt x="21426" y="22877"/>
                    <a:pt x="12760" y="29293"/>
                    <a:pt x="3177" y="27959"/>
                  </a:cubicBezTo>
                  <a:cubicBezTo>
                    <a:pt x="11" y="27543"/>
                    <a:pt x="-989" y="23126"/>
                    <a:pt x="1094" y="20960"/>
                  </a:cubicBezTo>
                  <a:lnTo>
                    <a:pt x="1094" y="20960"/>
                  </a:lnTo>
                  <a:close/>
                </a:path>
              </a:pathLst>
            </a:custGeom>
            <a:grpFill/>
            <a:ln w="8332" cap="flat">
              <a:noFill/>
              <a:prstDash val="solid"/>
              <a:miter/>
            </a:ln>
          </p:spPr>
          <p:txBody>
            <a:bodyPr rtlCol="0" anchor="ctr"/>
            <a:lstStyle/>
            <a:p>
              <a:endParaRPr lang="en-US"/>
            </a:p>
          </p:txBody>
        </p:sp>
        <p:sp>
          <p:nvSpPr>
            <p:cNvPr id="2115" name="Freeform: Shape 2114"/>
            <p:cNvSpPr/>
            <p:nvPr/>
          </p:nvSpPr>
          <p:spPr>
            <a:xfrm>
              <a:off x="11595473" y="3789206"/>
              <a:ext cx="64435" cy="113662"/>
            </a:xfrm>
            <a:custGeom>
              <a:avLst/>
              <a:gdLst>
                <a:gd name="connsiteX0" fmla="*/ 16419 w 64435"/>
                <a:gd name="connsiteY0" fmla="*/ 45708 h 113662"/>
                <a:gd name="connsiteX1" fmla="*/ 29751 w 64435"/>
                <a:gd name="connsiteY1" fmla="*/ 6045 h 113662"/>
                <a:gd name="connsiteX2" fmla="*/ 62581 w 64435"/>
                <a:gd name="connsiteY2" fmla="*/ 5712 h 113662"/>
                <a:gd name="connsiteX3" fmla="*/ 59998 w 64435"/>
                <a:gd name="connsiteY3" fmla="*/ 12544 h 113662"/>
                <a:gd name="connsiteX4" fmla="*/ 28001 w 64435"/>
                <a:gd name="connsiteY4" fmla="*/ 51541 h 113662"/>
                <a:gd name="connsiteX5" fmla="*/ 15085 w 64435"/>
                <a:gd name="connsiteY5" fmla="*/ 82372 h 113662"/>
                <a:gd name="connsiteX6" fmla="*/ 27250 w 64435"/>
                <a:gd name="connsiteY6" fmla="*/ 106369 h 113662"/>
                <a:gd name="connsiteX7" fmla="*/ 17668 w 64435"/>
                <a:gd name="connsiteY7" fmla="*/ 112369 h 113662"/>
                <a:gd name="connsiteX8" fmla="*/ 3 w 64435"/>
                <a:gd name="connsiteY8" fmla="*/ 75372 h 113662"/>
                <a:gd name="connsiteX9" fmla="*/ 16419 w 64435"/>
                <a:gd name="connsiteY9" fmla="*/ 45708 h 113662"/>
                <a:gd name="connsiteX10" fmla="*/ 16419 w 64435"/>
                <a:gd name="connsiteY10" fmla="*/ 45708 h 113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4435" h="113662">
                  <a:moveTo>
                    <a:pt x="16419" y="45708"/>
                  </a:moveTo>
                  <a:cubicBezTo>
                    <a:pt x="26084" y="35959"/>
                    <a:pt x="18502" y="17544"/>
                    <a:pt x="29751" y="6045"/>
                  </a:cubicBezTo>
                  <a:cubicBezTo>
                    <a:pt x="39666" y="-4037"/>
                    <a:pt x="51582" y="379"/>
                    <a:pt x="62581" y="5712"/>
                  </a:cubicBezTo>
                  <a:cubicBezTo>
                    <a:pt x="66247" y="7462"/>
                    <a:pt x="63997" y="13878"/>
                    <a:pt x="59998" y="12544"/>
                  </a:cubicBezTo>
                  <a:cubicBezTo>
                    <a:pt x="28167" y="1546"/>
                    <a:pt x="40916" y="38459"/>
                    <a:pt x="28001" y="51541"/>
                  </a:cubicBezTo>
                  <a:cubicBezTo>
                    <a:pt x="18335" y="61374"/>
                    <a:pt x="10502" y="66540"/>
                    <a:pt x="15085" y="82372"/>
                  </a:cubicBezTo>
                  <a:cubicBezTo>
                    <a:pt x="17585" y="91037"/>
                    <a:pt x="23751" y="98120"/>
                    <a:pt x="27250" y="106369"/>
                  </a:cubicBezTo>
                  <a:cubicBezTo>
                    <a:pt x="29751" y="112202"/>
                    <a:pt x="21752" y="115702"/>
                    <a:pt x="17668" y="112369"/>
                  </a:cubicBezTo>
                  <a:cubicBezTo>
                    <a:pt x="6586" y="103286"/>
                    <a:pt x="253" y="89704"/>
                    <a:pt x="3" y="75372"/>
                  </a:cubicBezTo>
                  <a:cubicBezTo>
                    <a:pt x="-163" y="60790"/>
                    <a:pt x="7170" y="55041"/>
                    <a:pt x="16419" y="45708"/>
                  </a:cubicBezTo>
                  <a:lnTo>
                    <a:pt x="16419" y="45708"/>
                  </a:lnTo>
                  <a:close/>
                </a:path>
              </a:pathLst>
            </a:custGeom>
            <a:grpFill/>
            <a:ln w="8332" cap="flat">
              <a:noFill/>
              <a:prstDash val="solid"/>
              <a:miter/>
            </a:ln>
          </p:spPr>
          <p:txBody>
            <a:bodyPr rtlCol="0" anchor="ctr"/>
            <a:lstStyle/>
            <a:p>
              <a:endParaRPr lang="en-US"/>
            </a:p>
          </p:txBody>
        </p:sp>
        <p:sp>
          <p:nvSpPr>
            <p:cNvPr id="2116" name="Freeform: Shape 2115"/>
            <p:cNvSpPr/>
            <p:nvPr/>
          </p:nvSpPr>
          <p:spPr>
            <a:xfrm>
              <a:off x="11622537" y="3908061"/>
              <a:ext cx="23340" cy="55746"/>
            </a:xfrm>
            <a:custGeom>
              <a:avLst/>
              <a:gdLst>
                <a:gd name="connsiteX0" fmla="*/ 16018 w 23340"/>
                <a:gd name="connsiteY0" fmla="*/ 1513 h 55746"/>
                <a:gd name="connsiteX1" fmla="*/ 22351 w 23340"/>
                <a:gd name="connsiteY1" fmla="*/ 7430 h 55746"/>
                <a:gd name="connsiteX2" fmla="*/ 11769 w 23340"/>
                <a:gd name="connsiteY2" fmla="*/ 28594 h 55746"/>
                <a:gd name="connsiteX3" fmla="*/ 14019 w 23340"/>
                <a:gd name="connsiteY3" fmla="*/ 51759 h 55746"/>
                <a:gd name="connsiteX4" fmla="*/ 7602 w 23340"/>
                <a:gd name="connsiteY4" fmla="*/ 54675 h 55746"/>
                <a:gd name="connsiteX5" fmla="*/ 16018 w 23340"/>
                <a:gd name="connsiteY5" fmla="*/ 1513 h 55746"/>
                <a:gd name="connsiteX6" fmla="*/ 16018 w 23340"/>
                <a:gd name="connsiteY6" fmla="*/ 1513 h 55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340" h="55746">
                  <a:moveTo>
                    <a:pt x="16018" y="1513"/>
                  </a:moveTo>
                  <a:cubicBezTo>
                    <a:pt x="19518" y="-2820"/>
                    <a:pt x="25768" y="3096"/>
                    <a:pt x="22351" y="7430"/>
                  </a:cubicBezTo>
                  <a:cubicBezTo>
                    <a:pt x="17435" y="13762"/>
                    <a:pt x="12518" y="20345"/>
                    <a:pt x="11769" y="28594"/>
                  </a:cubicBezTo>
                  <a:cubicBezTo>
                    <a:pt x="11102" y="36094"/>
                    <a:pt x="13436" y="44259"/>
                    <a:pt x="14019" y="51759"/>
                  </a:cubicBezTo>
                  <a:cubicBezTo>
                    <a:pt x="14269" y="54925"/>
                    <a:pt x="9769" y="57175"/>
                    <a:pt x="7602" y="54675"/>
                  </a:cubicBezTo>
                  <a:cubicBezTo>
                    <a:pt x="-8146" y="36843"/>
                    <a:pt x="3520" y="16929"/>
                    <a:pt x="16018" y="1513"/>
                  </a:cubicBezTo>
                  <a:lnTo>
                    <a:pt x="16018" y="1513"/>
                  </a:lnTo>
                  <a:close/>
                </a:path>
              </a:pathLst>
            </a:custGeom>
            <a:grpFill/>
            <a:ln w="8332" cap="flat">
              <a:noFill/>
              <a:prstDash val="solid"/>
              <a:miter/>
            </a:ln>
          </p:spPr>
          <p:txBody>
            <a:bodyPr rtlCol="0" anchor="ctr"/>
            <a:lstStyle/>
            <a:p>
              <a:endParaRPr lang="en-US"/>
            </a:p>
          </p:txBody>
        </p:sp>
        <p:sp>
          <p:nvSpPr>
            <p:cNvPr id="2117" name="Freeform: Shape 2116"/>
            <p:cNvSpPr/>
            <p:nvPr/>
          </p:nvSpPr>
          <p:spPr>
            <a:xfrm>
              <a:off x="11884231" y="3930275"/>
              <a:ext cx="466512" cy="521302"/>
            </a:xfrm>
            <a:custGeom>
              <a:avLst/>
              <a:gdLst>
                <a:gd name="connsiteX0" fmla="*/ 131792 w 466512"/>
                <a:gd name="connsiteY0" fmla="*/ 110454 h 521302"/>
                <a:gd name="connsiteX1" fmla="*/ 112043 w 466512"/>
                <a:gd name="connsiteY1" fmla="*/ 170949 h 521302"/>
                <a:gd name="connsiteX2" fmla="*/ 64380 w 466512"/>
                <a:gd name="connsiteY2" fmla="*/ 288188 h 521302"/>
                <a:gd name="connsiteX3" fmla="*/ 11469 w 466512"/>
                <a:gd name="connsiteY3" fmla="*/ 387763 h 521302"/>
                <a:gd name="connsiteX4" fmla="*/ 1220 w 466512"/>
                <a:gd name="connsiteY4" fmla="*/ 418176 h 521302"/>
                <a:gd name="connsiteX5" fmla="*/ 16052 w 466512"/>
                <a:gd name="connsiteY5" fmla="*/ 433092 h 521302"/>
                <a:gd name="connsiteX6" fmla="*/ 33967 w 466512"/>
                <a:gd name="connsiteY6" fmla="*/ 449340 h 521302"/>
                <a:gd name="connsiteX7" fmla="*/ 75296 w 466512"/>
                <a:gd name="connsiteY7" fmla="*/ 488670 h 521302"/>
                <a:gd name="connsiteX8" fmla="*/ 105794 w 466512"/>
                <a:gd name="connsiteY8" fmla="*/ 517334 h 521302"/>
                <a:gd name="connsiteX9" fmla="*/ 149623 w 466512"/>
                <a:gd name="connsiteY9" fmla="*/ 520834 h 521302"/>
                <a:gd name="connsiteX10" fmla="*/ 189869 w 466512"/>
                <a:gd name="connsiteY10" fmla="*/ 520501 h 521302"/>
                <a:gd name="connsiteX11" fmla="*/ 190619 w 466512"/>
                <a:gd name="connsiteY11" fmla="*/ 520501 h 521302"/>
                <a:gd name="connsiteX12" fmla="*/ 198619 w 466512"/>
                <a:gd name="connsiteY12" fmla="*/ 520334 h 521302"/>
                <a:gd name="connsiteX13" fmla="*/ 242948 w 466512"/>
                <a:gd name="connsiteY13" fmla="*/ 516501 h 521302"/>
                <a:gd name="connsiteX14" fmla="*/ 266113 w 466512"/>
                <a:gd name="connsiteY14" fmla="*/ 486754 h 521302"/>
                <a:gd name="connsiteX15" fmla="*/ 334857 w 466512"/>
                <a:gd name="connsiteY15" fmla="*/ 394429 h 521302"/>
                <a:gd name="connsiteX16" fmla="*/ 399767 w 466512"/>
                <a:gd name="connsiteY16" fmla="*/ 307603 h 521302"/>
                <a:gd name="connsiteX17" fmla="*/ 434848 w 466512"/>
                <a:gd name="connsiteY17" fmla="*/ 262607 h 521302"/>
                <a:gd name="connsiteX18" fmla="*/ 459762 w 466512"/>
                <a:gd name="connsiteY18" fmla="*/ 228027 h 521302"/>
                <a:gd name="connsiteX19" fmla="*/ 458011 w 466512"/>
                <a:gd name="connsiteY19" fmla="*/ 221944 h 521302"/>
                <a:gd name="connsiteX20" fmla="*/ 457429 w 466512"/>
                <a:gd name="connsiteY20" fmla="*/ 221527 h 521302"/>
                <a:gd name="connsiteX21" fmla="*/ 466511 w 466512"/>
                <a:gd name="connsiteY21" fmla="*/ 197530 h 521302"/>
                <a:gd name="connsiteX22" fmla="*/ 455846 w 466512"/>
                <a:gd name="connsiteY22" fmla="*/ 175448 h 521302"/>
                <a:gd name="connsiteX23" fmla="*/ 461095 w 466512"/>
                <a:gd name="connsiteY23" fmla="*/ 140118 h 521302"/>
                <a:gd name="connsiteX24" fmla="*/ 442680 w 466512"/>
                <a:gd name="connsiteY24" fmla="*/ 119870 h 521302"/>
                <a:gd name="connsiteX25" fmla="*/ 430348 w 466512"/>
                <a:gd name="connsiteY25" fmla="*/ 117120 h 521302"/>
                <a:gd name="connsiteX26" fmla="*/ 427181 w 466512"/>
                <a:gd name="connsiteY26" fmla="*/ 83290 h 521302"/>
                <a:gd name="connsiteX27" fmla="*/ 389851 w 466512"/>
                <a:gd name="connsiteY27" fmla="*/ 71374 h 521302"/>
                <a:gd name="connsiteX28" fmla="*/ 383685 w 466512"/>
                <a:gd name="connsiteY28" fmla="*/ 39210 h 521302"/>
                <a:gd name="connsiteX29" fmla="*/ 346772 w 466512"/>
                <a:gd name="connsiteY29" fmla="*/ 39127 h 521302"/>
                <a:gd name="connsiteX30" fmla="*/ 331940 w 466512"/>
                <a:gd name="connsiteY30" fmla="*/ 8963 h 521302"/>
                <a:gd name="connsiteX31" fmla="*/ 309442 w 466512"/>
                <a:gd name="connsiteY31" fmla="*/ 11963 h 521302"/>
                <a:gd name="connsiteX32" fmla="*/ 305192 w 466512"/>
                <a:gd name="connsiteY32" fmla="*/ 17379 h 521302"/>
                <a:gd name="connsiteX33" fmla="*/ 301193 w 466512"/>
                <a:gd name="connsiteY33" fmla="*/ 10213 h 521302"/>
                <a:gd name="connsiteX34" fmla="*/ 290027 w 466512"/>
                <a:gd name="connsiteY34" fmla="*/ 4630 h 521302"/>
                <a:gd name="connsiteX35" fmla="*/ 278612 w 466512"/>
                <a:gd name="connsiteY35" fmla="*/ 7963 h 521302"/>
                <a:gd name="connsiteX36" fmla="*/ 277195 w 466512"/>
                <a:gd name="connsiteY36" fmla="*/ 10963 h 521302"/>
                <a:gd name="connsiteX37" fmla="*/ 269695 w 466512"/>
                <a:gd name="connsiteY37" fmla="*/ 10463 h 521302"/>
                <a:gd name="connsiteX38" fmla="*/ 261446 w 466512"/>
                <a:gd name="connsiteY38" fmla="*/ 15463 h 521302"/>
                <a:gd name="connsiteX39" fmla="*/ 233615 w 466512"/>
                <a:gd name="connsiteY39" fmla="*/ 2214 h 521302"/>
                <a:gd name="connsiteX40" fmla="*/ 220866 w 466512"/>
                <a:gd name="connsiteY40" fmla="*/ 27212 h 521302"/>
                <a:gd name="connsiteX41" fmla="*/ 202619 w 466512"/>
                <a:gd name="connsiteY41" fmla="*/ 43460 h 521302"/>
                <a:gd name="connsiteX42" fmla="*/ 171704 w 466512"/>
                <a:gd name="connsiteY42" fmla="*/ 42377 h 521302"/>
                <a:gd name="connsiteX43" fmla="*/ 171371 w 466512"/>
                <a:gd name="connsiteY43" fmla="*/ 80124 h 521302"/>
                <a:gd name="connsiteX44" fmla="*/ 168538 w 466512"/>
                <a:gd name="connsiteY44" fmla="*/ 88039 h 521302"/>
                <a:gd name="connsiteX45" fmla="*/ 156372 w 466512"/>
                <a:gd name="connsiteY45" fmla="*/ 76540 h 521302"/>
                <a:gd name="connsiteX46" fmla="*/ 148789 w 466512"/>
                <a:gd name="connsiteY46" fmla="*/ 75624 h 521302"/>
                <a:gd name="connsiteX47" fmla="*/ 131792 w 466512"/>
                <a:gd name="connsiteY47" fmla="*/ 110454 h 521302"/>
                <a:gd name="connsiteX48" fmla="*/ 131792 w 466512"/>
                <a:gd name="connsiteY48" fmla="*/ 110454 h 521302"/>
                <a:gd name="connsiteX49" fmla="*/ 203702 w 466512"/>
                <a:gd name="connsiteY49" fmla="*/ 60458 h 521302"/>
                <a:gd name="connsiteX50" fmla="*/ 198035 w 466512"/>
                <a:gd name="connsiteY50" fmla="*/ 67458 h 521302"/>
                <a:gd name="connsiteX51" fmla="*/ 196536 w 466512"/>
                <a:gd name="connsiteY51" fmla="*/ 77707 h 521302"/>
                <a:gd name="connsiteX52" fmla="*/ 195869 w 466512"/>
                <a:gd name="connsiteY52" fmla="*/ 77207 h 521302"/>
                <a:gd name="connsiteX53" fmla="*/ 187202 w 466512"/>
                <a:gd name="connsiteY53" fmla="*/ 73791 h 521302"/>
                <a:gd name="connsiteX54" fmla="*/ 180704 w 466512"/>
                <a:gd name="connsiteY54" fmla="*/ 73791 h 521302"/>
                <a:gd name="connsiteX55" fmla="*/ 177704 w 466512"/>
                <a:gd name="connsiteY55" fmla="*/ 66458 h 521302"/>
                <a:gd name="connsiteX56" fmla="*/ 182120 w 466512"/>
                <a:gd name="connsiteY56" fmla="*/ 44543 h 521302"/>
                <a:gd name="connsiteX57" fmla="*/ 201702 w 466512"/>
                <a:gd name="connsiteY57" fmla="*/ 48543 h 521302"/>
                <a:gd name="connsiteX58" fmla="*/ 203702 w 466512"/>
                <a:gd name="connsiteY58" fmla="*/ 60458 h 521302"/>
                <a:gd name="connsiteX59" fmla="*/ 203702 w 466512"/>
                <a:gd name="connsiteY59" fmla="*/ 60458 h 521302"/>
                <a:gd name="connsiteX60" fmla="*/ 280278 w 466512"/>
                <a:gd name="connsiteY60" fmla="*/ 205446 h 521302"/>
                <a:gd name="connsiteX61" fmla="*/ 285611 w 466512"/>
                <a:gd name="connsiteY61" fmla="*/ 186281 h 521302"/>
                <a:gd name="connsiteX62" fmla="*/ 308525 w 466512"/>
                <a:gd name="connsiteY62" fmla="*/ 193863 h 521302"/>
                <a:gd name="connsiteX63" fmla="*/ 311859 w 466512"/>
                <a:gd name="connsiteY63" fmla="*/ 197113 h 521302"/>
                <a:gd name="connsiteX64" fmla="*/ 316025 w 466512"/>
                <a:gd name="connsiteY64" fmla="*/ 196696 h 521302"/>
                <a:gd name="connsiteX65" fmla="*/ 332440 w 466512"/>
                <a:gd name="connsiteY65" fmla="*/ 197196 h 521302"/>
                <a:gd name="connsiteX66" fmla="*/ 336856 w 466512"/>
                <a:gd name="connsiteY66" fmla="*/ 206029 h 521302"/>
                <a:gd name="connsiteX67" fmla="*/ 334440 w 466512"/>
                <a:gd name="connsiteY67" fmla="*/ 223861 h 521302"/>
                <a:gd name="connsiteX68" fmla="*/ 310026 w 466512"/>
                <a:gd name="connsiteY68" fmla="*/ 221861 h 521302"/>
                <a:gd name="connsiteX69" fmla="*/ 286694 w 466512"/>
                <a:gd name="connsiteY69" fmla="*/ 218278 h 521302"/>
                <a:gd name="connsiteX70" fmla="*/ 277528 w 466512"/>
                <a:gd name="connsiteY70" fmla="*/ 208362 h 521302"/>
                <a:gd name="connsiteX71" fmla="*/ 280278 w 466512"/>
                <a:gd name="connsiteY71" fmla="*/ 205446 h 521302"/>
                <a:gd name="connsiteX72" fmla="*/ 280278 w 466512"/>
                <a:gd name="connsiteY72" fmla="*/ 205446 h 521302"/>
                <a:gd name="connsiteX73" fmla="*/ 387685 w 466512"/>
                <a:gd name="connsiteY73" fmla="*/ 196113 h 521302"/>
                <a:gd name="connsiteX74" fmla="*/ 377770 w 466512"/>
                <a:gd name="connsiteY74" fmla="*/ 181281 h 521302"/>
                <a:gd name="connsiteX75" fmla="*/ 365687 w 466512"/>
                <a:gd name="connsiteY75" fmla="*/ 179614 h 521302"/>
                <a:gd name="connsiteX76" fmla="*/ 367853 w 466512"/>
                <a:gd name="connsiteY76" fmla="*/ 161783 h 521302"/>
                <a:gd name="connsiteX77" fmla="*/ 397351 w 466512"/>
                <a:gd name="connsiteY77" fmla="*/ 180115 h 521302"/>
                <a:gd name="connsiteX78" fmla="*/ 401100 w 466512"/>
                <a:gd name="connsiteY78" fmla="*/ 186281 h 521302"/>
                <a:gd name="connsiteX79" fmla="*/ 408099 w 466512"/>
                <a:gd name="connsiteY79" fmla="*/ 219528 h 521302"/>
                <a:gd name="connsiteX80" fmla="*/ 403933 w 466512"/>
                <a:gd name="connsiteY80" fmla="*/ 219777 h 521302"/>
                <a:gd name="connsiteX81" fmla="*/ 379853 w 466512"/>
                <a:gd name="connsiteY81" fmla="*/ 222278 h 521302"/>
                <a:gd name="connsiteX82" fmla="*/ 387685 w 466512"/>
                <a:gd name="connsiteY82" fmla="*/ 196113 h 521302"/>
                <a:gd name="connsiteX83" fmla="*/ 387685 w 466512"/>
                <a:gd name="connsiteY83" fmla="*/ 196113 h 521302"/>
                <a:gd name="connsiteX84" fmla="*/ 367686 w 466512"/>
                <a:gd name="connsiteY84" fmla="*/ 223777 h 521302"/>
                <a:gd name="connsiteX85" fmla="*/ 356771 w 466512"/>
                <a:gd name="connsiteY85" fmla="*/ 225027 h 521302"/>
                <a:gd name="connsiteX86" fmla="*/ 350938 w 466512"/>
                <a:gd name="connsiteY86" fmla="*/ 224944 h 521302"/>
                <a:gd name="connsiteX87" fmla="*/ 345521 w 466512"/>
                <a:gd name="connsiteY87" fmla="*/ 224610 h 521302"/>
                <a:gd name="connsiteX88" fmla="*/ 347855 w 466512"/>
                <a:gd name="connsiteY88" fmla="*/ 207362 h 521302"/>
                <a:gd name="connsiteX89" fmla="*/ 329273 w 466512"/>
                <a:gd name="connsiteY89" fmla="*/ 186614 h 521302"/>
                <a:gd name="connsiteX90" fmla="*/ 334773 w 466512"/>
                <a:gd name="connsiteY90" fmla="*/ 164366 h 521302"/>
                <a:gd name="connsiteX91" fmla="*/ 354271 w 466512"/>
                <a:gd name="connsiteY91" fmla="*/ 159116 h 521302"/>
                <a:gd name="connsiteX92" fmla="*/ 360771 w 466512"/>
                <a:gd name="connsiteY92" fmla="*/ 174115 h 521302"/>
                <a:gd name="connsiteX93" fmla="*/ 356938 w 466512"/>
                <a:gd name="connsiteY93" fmla="*/ 183114 h 521302"/>
                <a:gd name="connsiteX94" fmla="*/ 360354 w 466512"/>
                <a:gd name="connsiteY94" fmla="*/ 187364 h 521302"/>
                <a:gd name="connsiteX95" fmla="*/ 376186 w 466512"/>
                <a:gd name="connsiteY95" fmla="*/ 189697 h 521302"/>
                <a:gd name="connsiteX96" fmla="*/ 380686 w 466512"/>
                <a:gd name="connsiteY96" fmla="*/ 206945 h 521302"/>
                <a:gd name="connsiteX97" fmla="*/ 367686 w 466512"/>
                <a:gd name="connsiteY97" fmla="*/ 223777 h 521302"/>
                <a:gd name="connsiteX98" fmla="*/ 367686 w 466512"/>
                <a:gd name="connsiteY98" fmla="*/ 223777 h 521302"/>
                <a:gd name="connsiteX99" fmla="*/ 362437 w 466512"/>
                <a:gd name="connsiteY99" fmla="*/ 154617 h 521302"/>
                <a:gd name="connsiteX100" fmla="*/ 349272 w 466512"/>
                <a:gd name="connsiteY100" fmla="*/ 148868 h 521302"/>
                <a:gd name="connsiteX101" fmla="*/ 335606 w 466512"/>
                <a:gd name="connsiteY101" fmla="*/ 152117 h 521302"/>
                <a:gd name="connsiteX102" fmla="*/ 332690 w 466512"/>
                <a:gd name="connsiteY102" fmla="*/ 140368 h 521302"/>
                <a:gd name="connsiteX103" fmla="*/ 322191 w 466512"/>
                <a:gd name="connsiteY103" fmla="*/ 130536 h 521302"/>
                <a:gd name="connsiteX104" fmla="*/ 313858 w 466512"/>
                <a:gd name="connsiteY104" fmla="*/ 132452 h 521302"/>
                <a:gd name="connsiteX105" fmla="*/ 306776 w 466512"/>
                <a:gd name="connsiteY105" fmla="*/ 120537 h 521302"/>
                <a:gd name="connsiteX106" fmla="*/ 308609 w 466512"/>
                <a:gd name="connsiteY106" fmla="*/ 113204 h 521302"/>
                <a:gd name="connsiteX107" fmla="*/ 334440 w 466512"/>
                <a:gd name="connsiteY107" fmla="*/ 103371 h 521302"/>
                <a:gd name="connsiteX108" fmla="*/ 343939 w 466512"/>
                <a:gd name="connsiteY108" fmla="*/ 120120 h 521302"/>
                <a:gd name="connsiteX109" fmla="*/ 353021 w 466512"/>
                <a:gd name="connsiteY109" fmla="*/ 119704 h 521302"/>
                <a:gd name="connsiteX110" fmla="*/ 374353 w 466512"/>
                <a:gd name="connsiteY110" fmla="*/ 146534 h 521302"/>
                <a:gd name="connsiteX111" fmla="*/ 362437 w 466512"/>
                <a:gd name="connsiteY111" fmla="*/ 154617 h 521302"/>
                <a:gd name="connsiteX112" fmla="*/ 362437 w 466512"/>
                <a:gd name="connsiteY112" fmla="*/ 154617 h 521302"/>
                <a:gd name="connsiteX113" fmla="*/ 293610 w 466512"/>
                <a:gd name="connsiteY113" fmla="*/ 171115 h 521302"/>
                <a:gd name="connsiteX114" fmla="*/ 290194 w 466512"/>
                <a:gd name="connsiteY114" fmla="*/ 150450 h 521302"/>
                <a:gd name="connsiteX115" fmla="*/ 285360 w 466512"/>
                <a:gd name="connsiteY115" fmla="*/ 145701 h 521302"/>
                <a:gd name="connsiteX116" fmla="*/ 286194 w 466512"/>
                <a:gd name="connsiteY116" fmla="*/ 134619 h 521302"/>
                <a:gd name="connsiteX117" fmla="*/ 303359 w 466512"/>
                <a:gd name="connsiteY117" fmla="*/ 128036 h 521302"/>
                <a:gd name="connsiteX118" fmla="*/ 308025 w 466512"/>
                <a:gd name="connsiteY118" fmla="*/ 138702 h 521302"/>
                <a:gd name="connsiteX119" fmla="*/ 313025 w 466512"/>
                <a:gd name="connsiteY119" fmla="*/ 141451 h 521302"/>
                <a:gd name="connsiteX120" fmla="*/ 326857 w 466512"/>
                <a:gd name="connsiteY120" fmla="*/ 143784 h 521302"/>
                <a:gd name="connsiteX121" fmla="*/ 330023 w 466512"/>
                <a:gd name="connsiteY121" fmla="*/ 156617 h 521302"/>
                <a:gd name="connsiteX122" fmla="*/ 319441 w 466512"/>
                <a:gd name="connsiteY122" fmla="*/ 187447 h 521302"/>
                <a:gd name="connsiteX123" fmla="*/ 314775 w 466512"/>
                <a:gd name="connsiteY123" fmla="*/ 188947 h 521302"/>
                <a:gd name="connsiteX124" fmla="*/ 293610 w 466512"/>
                <a:gd name="connsiteY124" fmla="*/ 171115 h 521302"/>
                <a:gd name="connsiteX125" fmla="*/ 293610 w 466512"/>
                <a:gd name="connsiteY125" fmla="*/ 171115 h 521302"/>
                <a:gd name="connsiteX126" fmla="*/ 271862 w 466512"/>
                <a:gd name="connsiteY126" fmla="*/ 200946 h 521302"/>
                <a:gd name="connsiteX127" fmla="*/ 237365 w 466512"/>
                <a:gd name="connsiteY127" fmla="*/ 161866 h 521302"/>
                <a:gd name="connsiteX128" fmla="*/ 238032 w 466512"/>
                <a:gd name="connsiteY128" fmla="*/ 157783 h 521302"/>
                <a:gd name="connsiteX129" fmla="*/ 238782 w 466512"/>
                <a:gd name="connsiteY129" fmla="*/ 134702 h 521302"/>
                <a:gd name="connsiteX130" fmla="*/ 259530 w 466512"/>
                <a:gd name="connsiteY130" fmla="*/ 134368 h 521302"/>
                <a:gd name="connsiteX131" fmla="*/ 269196 w 466512"/>
                <a:gd name="connsiteY131" fmla="*/ 154700 h 521302"/>
                <a:gd name="connsiteX132" fmla="*/ 273112 w 466512"/>
                <a:gd name="connsiteY132" fmla="*/ 154617 h 521302"/>
                <a:gd name="connsiteX133" fmla="*/ 286028 w 466512"/>
                <a:gd name="connsiteY133" fmla="*/ 172532 h 521302"/>
                <a:gd name="connsiteX134" fmla="*/ 271862 w 466512"/>
                <a:gd name="connsiteY134" fmla="*/ 200946 h 521302"/>
                <a:gd name="connsiteX135" fmla="*/ 271862 w 466512"/>
                <a:gd name="connsiteY135" fmla="*/ 200946 h 521302"/>
                <a:gd name="connsiteX136" fmla="*/ 237615 w 466512"/>
                <a:gd name="connsiteY136" fmla="*/ 119870 h 521302"/>
                <a:gd name="connsiteX137" fmla="*/ 237116 w 466512"/>
                <a:gd name="connsiteY137" fmla="*/ 120203 h 521302"/>
                <a:gd name="connsiteX138" fmla="*/ 234532 w 466512"/>
                <a:gd name="connsiteY138" fmla="*/ 99372 h 521302"/>
                <a:gd name="connsiteX139" fmla="*/ 242447 w 466512"/>
                <a:gd name="connsiteY139" fmla="*/ 87039 h 521302"/>
                <a:gd name="connsiteX140" fmla="*/ 249614 w 466512"/>
                <a:gd name="connsiteY140" fmla="*/ 85207 h 521302"/>
                <a:gd name="connsiteX141" fmla="*/ 251780 w 466512"/>
                <a:gd name="connsiteY141" fmla="*/ 85873 h 521302"/>
                <a:gd name="connsiteX142" fmla="*/ 260863 w 466512"/>
                <a:gd name="connsiteY142" fmla="*/ 96372 h 521302"/>
                <a:gd name="connsiteX143" fmla="*/ 267695 w 466512"/>
                <a:gd name="connsiteY143" fmla="*/ 101372 h 521302"/>
                <a:gd name="connsiteX144" fmla="*/ 274529 w 466512"/>
                <a:gd name="connsiteY144" fmla="*/ 100872 h 521302"/>
                <a:gd name="connsiteX145" fmla="*/ 282611 w 466512"/>
                <a:gd name="connsiteY145" fmla="*/ 110371 h 521302"/>
                <a:gd name="connsiteX146" fmla="*/ 284194 w 466512"/>
                <a:gd name="connsiteY146" fmla="*/ 119037 h 521302"/>
                <a:gd name="connsiteX147" fmla="*/ 276861 w 466512"/>
                <a:gd name="connsiteY147" fmla="*/ 145034 h 521302"/>
                <a:gd name="connsiteX148" fmla="*/ 273778 w 466512"/>
                <a:gd name="connsiteY148" fmla="*/ 145201 h 521302"/>
                <a:gd name="connsiteX149" fmla="*/ 273028 w 466512"/>
                <a:gd name="connsiteY149" fmla="*/ 145118 h 521302"/>
                <a:gd name="connsiteX150" fmla="*/ 272362 w 466512"/>
                <a:gd name="connsiteY150" fmla="*/ 143868 h 521302"/>
                <a:gd name="connsiteX151" fmla="*/ 268946 w 466512"/>
                <a:gd name="connsiteY151" fmla="*/ 133202 h 521302"/>
                <a:gd name="connsiteX152" fmla="*/ 237615 w 466512"/>
                <a:gd name="connsiteY152" fmla="*/ 119870 h 521302"/>
                <a:gd name="connsiteX153" fmla="*/ 237615 w 466512"/>
                <a:gd name="connsiteY153" fmla="*/ 119870 h 521302"/>
                <a:gd name="connsiteX154" fmla="*/ 224366 w 466512"/>
                <a:gd name="connsiteY154" fmla="*/ 148117 h 521302"/>
                <a:gd name="connsiteX155" fmla="*/ 214700 w 466512"/>
                <a:gd name="connsiteY155" fmla="*/ 137951 h 521302"/>
                <a:gd name="connsiteX156" fmla="*/ 193785 w 466512"/>
                <a:gd name="connsiteY156" fmla="*/ 115787 h 521302"/>
                <a:gd name="connsiteX157" fmla="*/ 195286 w 466512"/>
                <a:gd name="connsiteY157" fmla="*/ 113537 h 521302"/>
                <a:gd name="connsiteX158" fmla="*/ 201035 w 466512"/>
                <a:gd name="connsiteY158" fmla="*/ 114620 h 521302"/>
                <a:gd name="connsiteX159" fmla="*/ 206618 w 466512"/>
                <a:gd name="connsiteY159" fmla="*/ 112621 h 521302"/>
                <a:gd name="connsiteX160" fmla="*/ 208868 w 466512"/>
                <a:gd name="connsiteY160" fmla="*/ 107621 h 521302"/>
                <a:gd name="connsiteX161" fmla="*/ 223033 w 466512"/>
                <a:gd name="connsiteY161" fmla="*/ 108454 h 521302"/>
                <a:gd name="connsiteX162" fmla="*/ 227865 w 466512"/>
                <a:gd name="connsiteY162" fmla="*/ 114620 h 521302"/>
                <a:gd name="connsiteX163" fmla="*/ 230699 w 466512"/>
                <a:gd name="connsiteY163" fmla="*/ 122203 h 521302"/>
                <a:gd name="connsiteX164" fmla="*/ 232199 w 466512"/>
                <a:gd name="connsiteY164" fmla="*/ 123870 h 521302"/>
                <a:gd name="connsiteX165" fmla="*/ 224366 w 466512"/>
                <a:gd name="connsiteY165" fmla="*/ 148117 h 521302"/>
                <a:gd name="connsiteX166" fmla="*/ 224366 w 466512"/>
                <a:gd name="connsiteY166" fmla="*/ 148117 h 521302"/>
                <a:gd name="connsiteX167" fmla="*/ 187703 w 466512"/>
                <a:gd name="connsiteY167" fmla="*/ 105538 h 521302"/>
                <a:gd name="connsiteX168" fmla="*/ 186203 w 466512"/>
                <a:gd name="connsiteY168" fmla="*/ 107621 h 521302"/>
                <a:gd name="connsiteX169" fmla="*/ 180704 w 466512"/>
                <a:gd name="connsiteY169" fmla="*/ 101621 h 521302"/>
                <a:gd name="connsiteX170" fmla="*/ 180537 w 466512"/>
                <a:gd name="connsiteY170" fmla="*/ 101372 h 521302"/>
                <a:gd name="connsiteX171" fmla="*/ 181370 w 466512"/>
                <a:gd name="connsiteY171" fmla="*/ 86373 h 521302"/>
                <a:gd name="connsiteX172" fmla="*/ 192702 w 466512"/>
                <a:gd name="connsiteY172" fmla="*/ 85873 h 521302"/>
                <a:gd name="connsiteX173" fmla="*/ 200702 w 466512"/>
                <a:gd name="connsiteY173" fmla="*/ 89789 h 521302"/>
                <a:gd name="connsiteX174" fmla="*/ 205034 w 466512"/>
                <a:gd name="connsiteY174" fmla="*/ 86290 h 521302"/>
                <a:gd name="connsiteX175" fmla="*/ 209451 w 466512"/>
                <a:gd name="connsiteY175" fmla="*/ 69625 h 521302"/>
                <a:gd name="connsiteX176" fmla="*/ 231115 w 466512"/>
                <a:gd name="connsiteY176" fmla="*/ 86206 h 521302"/>
                <a:gd name="connsiteX177" fmla="*/ 225700 w 466512"/>
                <a:gd name="connsiteY177" fmla="*/ 103788 h 521302"/>
                <a:gd name="connsiteX178" fmla="*/ 217367 w 466512"/>
                <a:gd name="connsiteY178" fmla="*/ 97872 h 521302"/>
                <a:gd name="connsiteX179" fmla="*/ 206868 w 466512"/>
                <a:gd name="connsiteY179" fmla="*/ 98038 h 521302"/>
                <a:gd name="connsiteX180" fmla="*/ 201535 w 466512"/>
                <a:gd name="connsiteY180" fmla="*/ 106454 h 521302"/>
                <a:gd name="connsiteX181" fmla="*/ 187703 w 466512"/>
                <a:gd name="connsiteY181" fmla="*/ 105538 h 521302"/>
                <a:gd name="connsiteX182" fmla="*/ 187703 w 466512"/>
                <a:gd name="connsiteY182" fmla="*/ 105538 h 521302"/>
                <a:gd name="connsiteX183" fmla="*/ 223617 w 466512"/>
                <a:gd name="connsiteY183" fmla="*/ 35961 h 521302"/>
                <a:gd name="connsiteX184" fmla="*/ 226450 w 466512"/>
                <a:gd name="connsiteY184" fmla="*/ 36878 h 521302"/>
                <a:gd name="connsiteX185" fmla="*/ 236448 w 466512"/>
                <a:gd name="connsiteY185" fmla="*/ 46127 h 521302"/>
                <a:gd name="connsiteX186" fmla="*/ 242698 w 466512"/>
                <a:gd name="connsiteY186" fmla="*/ 46627 h 521302"/>
                <a:gd name="connsiteX187" fmla="*/ 254697 w 466512"/>
                <a:gd name="connsiteY187" fmla="*/ 62792 h 521302"/>
                <a:gd name="connsiteX188" fmla="*/ 248031 w 466512"/>
                <a:gd name="connsiteY188" fmla="*/ 76874 h 521302"/>
                <a:gd name="connsiteX189" fmla="*/ 235448 w 466512"/>
                <a:gd name="connsiteY189" fmla="*/ 81457 h 521302"/>
                <a:gd name="connsiteX190" fmla="*/ 211534 w 466512"/>
                <a:gd name="connsiteY190" fmla="*/ 58626 h 521302"/>
                <a:gd name="connsiteX191" fmla="*/ 216117 w 466512"/>
                <a:gd name="connsiteY191" fmla="*/ 39127 h 521302"/>
                <a:gd name="connsiteX192" fmla="*/ 223617 w 466512"/>
                <a:gd name="connsiteY192" fmla="*/ 35961 h 521302"/>
                <a:gd name="connsiteX193" fmla="*/ 223617 w 466512"/>
                <a:gd name="connsiteY193" fmla="*/ 35961 h 521302"/>
                <a:gd name="connsiteX194" fmla="*/ 279778 w 466512"/>
                <a:gd name="connsiteY194" fmla="*/ 22296 h 521302"/>
                <a:gd name="connsiteX195" fmla="*/ 287694 w 466512"/>
                <a:gd name="connsiteY195" fmla="*/ 44460 h 521302"/>
                <a:gd name="connsiteX196" fmla="*/ 283945 w 466512"/>
                <a:gd name="connsiteY196" fmla="*/ 60542 h 521302"/>
                <a:gd name="connsiteX197" fmla="*/ 260696 w 466512"/>
                <a:gd name="connsiteY197" fmla="*/ 58542 h 521302"/>
                <a:gd name="connsiteX198" fmla="*/ 252697 w 466512"/>
                <a:gd name="connsiteY198" fmla="*/ 39210 h 521302"/>
                <a:gd name="connsiteX199" fmla="*/ 242115 w 466512"/>
                <a:gd name="connsiteY199" fmla="*/ 39210 h 521302"/>
                <a:gd name="connsiteX200" fmla="*/ 234198 w 466512"/>
                <a:gd name="connsiteY200" fmla="*/ 31628 h 521302"/>
                <a:gd name="connsiteX201" fmla="*/ 231366 w 466512"/>
                <a:gd name="connsiteY201" fmla="*/ 29711 h 521302"/>
                <a:gd name="connsiteX202" fmla="*/ 237365 w 466512"/>
                <a:gd name="connsiteY202" fmla="*/ 10380 h 521302"/>
                <a:gd name="connsiteX203" fmla="*/ 256613 w 466512"/>
                <a:gd name="connsiteY203" fmla="*/ 22379 h 521302"/>
                <a:gd name="connsiteX204" fmla="*/ 261030 w 466512"/>
                <a:gd name="connsiteY204" fmla="*/ 24129 h 521302"/>
                <a:gd name="connsiteX205" fmla="*/ 279778 w 466512"/>
                <a:gd name="connsiteY205" fmla="*/ 22296 h 521302"/>
                <a:gd name="connsiteX206" fmla="*/ 279778 w 466512"/>
                <a:gd name="connsiteY206" fmla="*/ 22296 h 521302"/>
                <a:gd name="connsiteX207" fmla="*/ 301359 w 466512"/>
                <a:gd name="connsiteY207" fmla="*/ 30878 h 521302"/>
                <a:gd name="connsiteX208" fmla="*/ 300776 w 466512"/>
                <a:gd name="connsiteY208" fmla="*/ 33878 h 521302"/>
                <a:gd name="connsiteX209" fmla="*/ 294110 w 466512"/>
                <a:gd name="connsiteY209" fmla="*/ 36961 h 521302"/>
                <a:gd name="connsiteX210" fmla="*/ 283861 w 466512"/>
                <a:gd name="connsiteY210" fmla="*/ 14963 h 521302"/>
                <a:gd name="connsiteX211" fmla="*/ 282027 w 466512"/>
                <a:gd name="connsiteY211" fmla="*/ 13546 h 521302"/>
                <a:gd name="connsiteX212" fmla="*/ 288277 w 466512"/>
                <a:gd name="connsiteY212" fmla="*/ 11630 h 521302"/>
                <a:gd name="connsiteX213" fmla="*/ 301359 w 466512"/>
                <a:gd name="connsiteY213" fmla="*/ 30878 h 521302"/>
                <a:gd name="connsiteX214" fmla="*/ 301359 w 466512"/>
                <a:gd name="connsiteY214" fmla="*/ 30878 h 521302"/>
                <a:gd name="connsiteX215" fmla="*/ 286028 w 466512"/>
                <a:gd name="connsiteY215" fmla="*/ 78790 h 521302"/>
                <a:gd name="connsiteX216" fmla="*/ 291777 w 466512"/>
                <a:gd name="connsiteY216" fmla="*/ 78623 h 521302"/>
                <a:gd name="connsiteX217" fmla="*/ 308192 w 466512"/>
                <a:gd name="connsiteY217" fmla="*/ 80373 h 521302"/>
                <a:gd name="connsiteX218" fmla="*/ 303609 w 466512"/>
                <a:gd name="connsiteY218" fmla="*/ 98289 h 521302"/>
                <a:gd name="connsiteX219" fmla="*/ 303859 w 466512"/>
                <a:gd name="connsiteY219" fmla="*/ 101372 h 521302"/>
                <a:gd name="connsiteX220" fmla="*/ 299526 w 466512"/>
                <a:gd name="connsiteY220" fmla="*/ 115787 h 521302"/>
                <a:gd name="connsiteX221" fmla="*/ 290944 w 466512"/>
                <a:gd name="connsiteY221" fmla="*/ 115787 h 521302"/>
                <a:gd name="connsiteX222" fmla="*/ 286360 w 466512"/>
                <a:gd name="connsiteY222" fmla="*/ 99538 h 521302"/>
                <a:gd name="connsiteX223" fmla="*/ 273778 w 466512"/>
                <a:gd name="connsiteY223" fmla="*/ 93205 h 521302"/>
                <a:gd name="connsiteX224" fmla="*/ 265529 w 466512"/>
                <a:gd name="connsiteY224" fmla="*/ 89206 h 521302"/>
                <a:gd name="connsiteX225" fmla="*/ 261279 w 466512"/>
                <a:gd name="connsiteY225" fmla="*/ 83707 h 521302"/>
                <a:gd name="connsiteX226" fmla="*/ 256613 w 466512"/>
                <a:gd name="connsiteY226" fmla="*/ 80040 h 521302"/>
                <a:gd name="connsiteX227" fmla="*/ 256780 w 466512"/>
                <a:gd name="connsiteY227" fmla="*/ 79457 h 521302"/>
                <a:gd name="connsiteX228" fmla="*/ 267029 w 466512"/>
                <a:gd name="connsiteY228" fmla="*/ 65125 h 521302"/>
                <a:gd name="connsiteX229" fmla="*/ 274028 w 466512"/>
                <a:gd name="connsiteY229" fmla="*/ 64541 h 521302"/>
                <a:gd name="connsiteX230" fmla="*/ 286028 w 466512"/>
                <a:gd name="connsiteY230" fmla="*/ 78790 h 521302"/>
                <a:gd name="connsiteX231" fmla="*/ 286028 w 466512"/>
                <a:gd name="connsiteY231" fmla="*/ 78790 h 521302"/>
                <a:gd name="connsiteX232" fmla="*/ 338272 w 466512"/>
                <a:gd name="connsiteY232" fmla="*/ 47043 h 521302"/>
                <a:gd name="connsiteX233" fmla="*/ 323940 w 466512"/>
                <a:gd name="connsiteY233" fmla="*/ 49959 h 521302"/>
                <a:gd name="connsiteX234" fmla="*/ 322107 w 466512"/>
                <a:gd name="connsiteY234" fmla="*/ 43377 h 521302"/>
                <a:gd name="connsiteX235" fmla="*/ 316275 w 466512"/>
                <a:gd name="connsiteY235" fmla="*/ 36378 h 521302"/>
                <a:gd name="connsiteX236" fmla="*/ 309192 w 466512"/>
                <a:gd name="connsiteY236" fmla="*/ 33044 h 521302"/>
                <a:gd name="connsiteX237" fmla="*/ 309358 w 466512"/>
                <a:gd name="connsiteY237" fmla="*/ 32545 h 521302"/>
                <a:gd name="connsiteX238" fmla="*/ 319024 w 466512"/>
                <a:gd name="connsiteY238" fmla="*/ 15463 h 521302"/>
                <a:gd name="connsiteX239" fmla="*/ 338356 w 466512"/>
                <a:gd name="connsiteY239" fmla="*/ 46376 h 521302"/>
                <a:gd name="connsiteX240" fmla="*/ 338272 w 466512"/>
                <a:gd name="connsiteY240" fmla="*/ 47043 h 521302"/>
                <a:gd name="connsiteX241" fmla="*/ 338272 w 466512"/>
                <a:gd name="connsiteY241" fmla="*/ 47043 h 521302"/>
                <a:gd name="connsiteX242" fmla="*/ 349855 w 466512"/>
                <a:gd name="connsiteY242" fmla="*/ 80873 h 521302"/>
                <a:gd name="connsiteX243" fmla="*/ 340355 w 466512"/>
                <a:gd name="connsiteY243" fmla="*/ 97122 h 521302"/>
                <a:gd name="connsiteX244" fmla="*/ 312608 w 466512"/>
                <a:gd name="connsiteY244" fmla="*/ 94622 h 521302"/>
                <a:gd name="connsiteX245" fmla="*/ 310358 w 466512"/>
                <a:gd name="connsiteY245" fmla="*/ 70791 h 521302"/>
                <a:gd name="connsiteX246" fmla="*/ 298859 w 466512"/>
                <a:gd name="connsiteY246" fmla="*/ 67124 h 521302"/>
                <a:gd name="connsiteX247" fmla="*/ 291194 w 466512"/>
                <a:gd name="connsiteY247" fmla="*/ 70374 h 521302"/>
                <a:gd name="connsiteX248" fmla="*/ 288694 w 466512"/>
                <a:gd name="connsiteY248" fmla="*/ 66042 h 521302"/>
                <a:gd name="connsiteX249" fmla="*/ 288527 w 466512"/>
                <a:gd name="connsiteY249" fmla="*/ 65791 h 521302"/>
                <a:gd name="connsiteX250" fmla="*/ 292194 w 466512"/>
                <a:gd name="connsiteY250" fmla="*/ 62708 h 521302"/>
                <a:gd name="connsiteX251" fmla="*/ 298360 w 466512"/>
                <a:gd name="connsiteY251" fmla="*/ 46127 h 521302"/>
                <a:gd name="connsiteX252" fmla="*/ 314441 w 466512"/>
                <a:gd name="connsiteY252" fmla="*/ 50043 h 521302"/>
                <a:gd name="connsiteX253" fmla="*/ 319358 w 466512"/>
                <a:gd name="connsiteY253" fmla="*/ 58709 h 521302"/>
                <a:gd name="connsiteX254" fmla="*/ 324608 w 466512"/>
                <a:gd name="connsiteY254" fmla="*/ 59375 h 521302"/>
                <a:gd name="connsiteX255" fmla="*/ 349855 w 466512"/>
                <a:gd name="connsiteY255" fmla="*/ 80873 h 521302"/>
                <a:gd name="connsiteX256" fmla="*/ 349855 w 466512"/>
                <a:gd name="connsiteY256" fmla="*/ 80873 h 521302"/>
                <a:gd name="connsiteX257" fmla="*/ 380019 w 466512"/>
                <a:gd name="connsiteY257" fmla="*/ 75374 h 521302"/>
                <a:gd name="connsiteX258" fmla="*/ 373436 w 466512"/>
                <a:gd name="connsiteY258" fmla="*/ 73041 h 521302"/>
                <a:gd name="connsiteX259" fmla="*/ 356771 w 466512"/>
                <a:gd name="connsiteY259" fmla="*/ 75874 h 521302"/>
                <a:gd name="connsiteX260" fmla="*/ 351355 w 466512"/>
                <a:gd name="connsiteY260" fmla="*/ 56042 h 521302"/>
                <a:gd name="connsiteX261" fmla="*/ 345272 w 466512"/>
                <a:gd name="connsiteY261" fmla="*/ 49876 h 521302"/>
                <a:gd name="connsiteX262" fmla="*/ 377519 w 466512"/>
                <a:gd name="connsiteY262" fmla="*/ 44210 h 521302"/>
                <a:gd name="connsiteX263" fmla="*/ 380019 w 466512"/>
                <a:gd name="connsiteY263" fmla="*/ 75374 h 521302"/>
                <a:gd name="connsiteX264" fmla="*/ 380019 w 466512"/>
                <a:gd name="connsiteY264" fmla="*/ 75374 h 521302"/>
                <a:gd name="connsiteX265" fmla="*/ 381519 w 466512"/>
                <a:gd name="connsiteY265" fmla="*/ 103038 h 521302"/>
                <a:gd name="connsiteX266" fmla="*/ 381769 w 466512"/>
                <a:gd name="connsiteY266" fmla="*/ 108621 h 521302"/>
                <a:gd name="connsiteX267" fmla="*/ 384101 w 466512"/>
                <a:gd name="connsiteY267" fmla="*/ 111537 h 521302"/>
                <a:gd name="connsiteX268" fmla="*/ 394767 w 466512"/>
                <a:gd name="connsiteY268" fmla="*/ 109704 h 521302"/>
                <a:gd name="connsiteX269" fmla="*/ 406433 w 466512"/>
                <a:gd name="connsiteY269" fmla="*/ 142868 h 521302"/>
                <a:gd name="connsiteX270" fmla="*/ 397017 w 466512"/>
                <a:gd name="connsiteY270" fmla="*/ 150284 h 521302"/>
                <a:gd name="connsiteX271" fmla="*/ 380853 w 466512"/>
                <a:gd name="connsiteY271" fmla="*/ 145284 h 521302"/>
                <a:gd name="connsiteX272" fmla="*/ 374103 w 466512"/>
                <a:gd name="connsiteY272" fmla="*/ 113287 h 521302"/>
                <a:gd name="connsiteX273" fmla="*/ 360021 w 466512"/>
                <a:gd name="connsiteY273" fmla="*/ 110121 h 521302"/>
                <a:gd name="connsiteX274" fmla="*/ 348688 w 466512"/>
                <a:gd name="connsiteY274" fmla="*/ 113620 h 521302"/>
                <a:gd name="connsiteX275" fmla="*/ 346272 w 466512"/>
                <a:gd name="connsiteY275" fmla="*/ 104538 h 521302"/>
                <a:gd name="connsiteX276" fmla="*/ 346105 w 466512"/>
                <a:gd name="connsiteY276" fmla="*/ 104205 h 521302"/>
                <a:gd name="connsiteX277" fmla="*/ 346605 w 466512"/>
                <a:gd name="connsiteY277" fmla="*/ 103205 h 521302"/>
                <a:gd name="connsiteX278" fmla="*/ 357104 w 466512"/>
                <a:gd name="connsiteY278" fmla="*/ 86790 h 521302"/>
                <a:gd name="connsiteX279" fmla="*/ 373936 w 466512"/>
                <a:gd name="connsiteY279" fmla="*/ 88789 h 521302"/>
                <a:gd name="connsiteX280" fmla="*/ 381519 w 466512"/>
                <a:gd name="connsiteY280" fmla="*/ 103038 h 521302"/>
                <a:gd name="connsiteX281" fmla="*/ 381519 w 466512"/>
                <a:gd name="connsiteY281" fmla="*/ 103038 h 521302"/>
                <a:gd name="connsiteX282" fmla="*/ 420598 w 466512"/>
                <a:gd name="connsiteY282" fmla="*/ 119203 h 521302"/>
                <a:gd name="connsiteX283" fmla="*/ 418932 w 466512"/>
                <a:gd name="connsiteY283" fmla="*/ 119620 h 521302"/>
                <a:gd name="connsiteX284" fmla="*/ 416348 w 466512"/>
                <a:gd name="connsiteY284" fmla="*/ 112371 h 521302"/>
                <a:gd name="connsiteX285" fmla="*/ 404267 w 466512"/>
                <a:gd name="connsiteY285" fmla="*/ 102205 h 521302"/>
                <a:gd name="connsiteX286" fmla="*/ 388351 w 466512"/>
                <a:gd name="connsiteY286" fmla="*/ 105538 h 521302"/>
                <a:gd name="connsiteX287" fmla="*/ 386268 w 466512"/>
                <a:gd name="connsiteY287" fmla="*/ 81873 h 521302"/>
                <a:gd name="connsiteX288" fmla="*/ 401684 w 466512"/>
                <a:gd name="connsiteY288" fmla="*/ 80624 h 521302"/>
                <a:gd name="connsiteX289" fmla="*/ 416599 w 466512"/>
                <a:gd name="connsiteY289" fmla="*/ 85706 h 521302"/>
                <a:gd name="connsiteX290" fmla="*/ 420598 w 466512"/>
                <a:gd name="connsiteY290" fmla="*/ 119203 h 521302"/>
                <a:gd name="connsiteX291" fmla="*/ 420598 w 466512"/>
                <a:gd name="connsiteY291" fmla="*/ 119203 h 521302"/>
                <a:gd name="connsiteX292" fmla="*/ 449513 w 466512"/>
                <a:gd name="connsiteY292" fmla="*/ 171699 h 521302"/>
                <a:gd name="connsiteX293" fmla="*/ 438764 w 466512"/>
                <a:gd name="connsiteY293" fmla="*/ 168865 h 521302"/>
                <a:gd name="connsiteX294" fmla="*/ 439930 w 466512"/>
                <a:gd name="connsiteY294" fmla="*/ 154534 h 521302"/>
                <a:gd name="connsiteX295" fmla="*/ 428515 w 466512"/>
                <a:gd name="connsiteY295" fmla="*/ 140368 h 521302"/>
                <a:gd name="connsiteX296" fmla="*/ 415266 w 466512"/>
                <a:gd name="connsiteY296" fmla="*/ 138785 h 521302"/>
                <a:gd name="connsiteX297" fmla="*/ 419515 w 466512"/>
                <a:gd name="connsiteY297" fmla="*/ 126119 h 521302"/>
                <a:gd name="connsiteX298" fmla="*/ 434347 w 466512"/>
                <a:gd name="connsiteY298" fmla="*/ 123870 h 521302"/>
                <a:gd name="connsiteX299" fmla="*/ 450012 w 466512"/>
                <a:gd name="connsiteY299" fmla="*/ 136118 h 521302"/>
                <a:gd name="connsiteX300" fmla="*/ 454928 w 466512"/>
                <a:gd name="connsiteY300" fmla="*/ 156033 h 521302"/>
                <a:gd name="connsiteX301" fmla="*/ 449513 w 466512"/>
                <a:gd name="connsiteY301" fmla="*/ 171699 h 521302"/>
                <a:gd name="connsiteX302" fmla="*/ 449513 w 466512"/>
                <a:gd name="connsiteY302" fmla="*/ 171699 h 521302"/>
                <a:gd name="connsiteX303" fmla="*/ 445512 w 466512"/>
                <a:gd name="connsiteY303" fmla="*/ 218611 h 521302"/>
                <a:gd name="connsiteX304" fmla="*/ 438347 w 466512"/>
                <a:gd name="connsiteY304" fmla="*/ 218694 h 521302"/>
                <a:gd name="connsiteX305" fmla="*/ 422182 w 466512"/>
                <a:gd name="connsiteY305" fmla="*/ 218778 h 521302"/>
                <a:gd name="connsiteX306" fmla="*/ 430514 w 466512"/>
                <a:gd name="connsiteY306" fmla="*/ 196946 h 521302"/>
                <a:gd name="connsiteX307" fmla="*/ 423098 w 466512"/>
                <a:gd name="connsiteY307" fmla="*/ 180615 h 521302"/>
                <a:gd name="connsiteX308" fmla="*/ 409266 w 466512"/>
                <a:gd name="connsiteY308" fmla="*/ 177031 h 521302"/>
                <a:gd name="connsiteX309" fmla="*/ 403017 w 466512"/>
                <a:gd name="connsiteY309" fmla="*/ 155034 h 521302"/>
                <a:gd name="connsiteX310" fmla="*/ 414100 w 466512"/>
                <a:gd name="connsiteY310" fmla="*/ 147867 h 521302"/>
                <a:gd name="connsiteX311" fmla="*/ 430097 w 466512"/>
                <a:gd name="connsiteY311" fmla="*/ 153034 h 521302"/>
                <a:gd name="connsiteX312" fmla="*/ 430348 w 466512"/>
                <a:gd name="connsiteY312" fmla="*/ 174198 h 521302"/>
                <a:gd name="connsiteX313" fmla="*/ 433681 w 466512"/>
                <a:gd name="connsiteY313" fmla="*/ 177365 h 521302"/>
                <a:gd name="connsiteX314" fmla="*/ 456012 w 466512"/>
                <a:gd name="connsiteY314" fmla="*/ 195613 h 521302"/>
                <a:gd name="connsiteX315" fmla="*/ 445512 w 466512"/>
                <a:gd name="connsiteY315" fmla="*/ 218611 h 521302"/>
                <a:gd name="connsiteX316" fmla="*/ 445512 w 466512"/>
                <a:gd name="connsiteY316" fmla="*/ 218611 h 521302"/>
                <a:gd name="connsiteX317" fmla="*/ 206618 w 466512"/>
                <a:gd name="connsiteY317" fmla="*/ 504585 h 521302"/>
                <a:gd name="connsiteX318" fmla="*/ 214534 w 466512"/>
                <a:gd name="connsiteY318" fmla="*/ 492920 h 521302"/>
                <a:gd name="connsiteX319" fmla="*/ 246864 w 466512"/>
                <a:gd name="connsiteY319" fmla="*/ 451840 h 521302"/>
                <a:gd name="connsiteX320" fmla="*/ 306109 w 466512"/>
                <a:gd name="connsiteY320" fmla="*/ 375097 h 521302"/>
                <a:gd name="connsiteX321" fmla="*/ 360437 w 466512"/>
                <a:gd name="connsiteY321" fmla="*/ 304770 h 521302"/>
                <a:gd name="connsiteX322" fmla="*/ 390851 w 466512"/>
                <a:gd name="connsiteY322" fmla="*/ 262190 h 521302"/>
                <a:gd name="connsiteX323" fmla="*/ 409349 w 466512"/>
                <a:gd name="connsiteY323" fmla="*/ 234859 h 521302"/>
                <a:gd name="connsiteX324" fmla="*/ 433597 w 466512"/>
                <a:gd name="connsiteY324" fmla="*/ 229777 h 521302"/>
                <a:gd name="connsiteX325" fmla="*/ 445263 w 466512"/>
                <a:gd name="connsiteY325" fmla="*/ 229943 h 521302"/>
                <a:gd name="connsiteX326" fmla="*/ 432181 w 466512"/>
                <a:gd name="connsiteY326" fmla="*/ 245942 h 521302"/>
                <a:gd name="connsiteX327" fmla="*/ 411683 w 466512"/>
                <a:gd name="connsiteY327" fmla="*/ 271856 h 521302"/>
                <a:gd name="connsiteX328" fmla="*/ 382018 w 466512"/>
                <a:gd name="connsiteY328" fmla="*/ 312602 h 521302"/>
                <a:gd name="connsiteX329" fmla="*/ 314775 w 466512"/>
                <a:gd name="connsiteY329" fmla="*/ 403011 h 521302"/>
                <a:gd name="connsiteX330" fmla="*/ 258113 w 466512"/>
                <a:gd name="connsiteY330" fmla="*/ 475004 h 521302"/>
                <a:gd name="connsiteX331" fmla="*/ 239948 w 466512"/>
                <a:gd name="connsiteY331" fmla="*/ 498169 h 521302"/>
                <a:gd name="connsiteX332" fmla="*/ 219950 w 466512"/>
                <a:gd name="connsiteY332" fmla="*/ 504252 h 521302"/>
                <a:gd name="connsiteX333" fmla="*/ 206618 w 466512"/>
                <a:gd name="connsiteY333" fmla="*/ 504585 h 521302"/>
                <a:gd name="connsiteX334" fmla="*/ 206618 w 466512"/>
                <a:gd name="connsiteY334" fmla="*/ 504585 h 521302"/>
                <a:gd name="connsiteX335" fmla="*/ 169954 w 466512"/>
                <a:gd name="connsiteY335" fmla="*/ 504835 h 521302"/>
                <a:gd name="connsiteX336" fmla="*/ 205034 w 466512"/>
                <a:gd name="connsiteY336" fmla="*/ 454256 h 521302"/>
                <a:gd name="connsiteX337" fmla="*/ 254781 w 466512"/>
                <a:gd name="connsiteY337" fmla="*/ 381513 h 521302"/>
                <a:gd name="connsiteX338" fmla="*/ 308609 w 466512"/>
                <a:gd name="connsiteY338" fmla="*/ 304770 h 521302"/>
                <a:gd name="connsiteX339" fmla="*/ 349105 w 466512"/>
                <a:gd name="connsiteY339" fmla="*/ 239776 h 521302"/>
                <a:gd name="connsiteX340" fmla="*/ 351272 w 466512"/>
                <a:gd name="connsiteY340" fmla="*/ 239776 h 521302"/>
                <a:gd name="connsiteX341" fmla="*/ 401517 w 466512"/>
                <a:gd name="connsiteY341" fmla="*/ 236276 h 521302"/>
                <a:gd name="connsiteX342" fmla="*/ 398017 w 466512"/>
                <a:gd name="connsiteY342" fmla="*/ 241026 h 521302"/>
                <a:gd name="connsiteX343" fmla="*/ 367686 w 466512"/>
                <a:gd name="connsiteY343" fmla="*/ 282939 h 521302"/>
                <a:gd name="connsiteX344" fmla="*/ 308942 w 466512"/>
                <a:gd name="connsiteY344" fmla="*/ 362765 h 521302"/>
                <a:gd name="connsiteX345" fmla="*/ 245365 w 466512"/>
                <a:gd name="connsiteY345" fmla="*/ 442591 h 521302"/>
                <a:gd name="connsiteX346" fmla="*/ 198119 w 466512"/>
                <a:gd name="connsiteY346" fmla="*/ 504752 h 521302"/>
                <a:gd name="connsiteX347" fmla="*/ 176870 w 466512"/>
                <a:gd name="connsiteY347" fmla="*/ 504919 h 521302"/>
                <a:gd name="connsiteX348" fmla="*/ 169954 w 466512"/>
                <a:gd name="connsiteY348" fmla="*/ 504835 h 521302"/>
                <a:gd name="connsiteX349" fmla="*/ 169954 w 466512"/>
                <a:gd name="connsiteY349" fmla="*/ 504835 h 521302"/>
                <a:gd name="connsiteX350" fmla="*/ 124042 w 466512"/>
                <a:gd name="connsiteY350" fmla="*/ 504002 h 521302"/>
                <a:gd name="connsiteX351" fmla="*/ 133374 w 466512"/>
                <a:gd name="connsiteY351" fmla="*/ 489337 h 521302"/>
                <a:gd name="connsiteX352" fmla="*/ 162371 w 466512"/>
                <a:gd name="connsiteY352" fmla="*/ 448507 h 521302"/>
                <a:gd name="connsiteX353" fmla="*/ 207284 w 466512"/>
                <a:gd name="connsiteY353" fmla="*/ 381597 h 521302"/>
                <a:gd name="connsiteX354" fmla="*/ 288527 w 466512"/>
                <a:gd name="connsiteY354" fmla="*/ 236609 h 521302"/>
                <a:gd name="connsiteX355" fmla="*/ 305442 w 466512"/>
                <a:gd name="connsiteY355" fmla="*/ 237776 h 521302"/>
                <a:gd name="connsiteX356" fmla="*/ 342772 w 466512"/>
                <a:gd name="connsiteY356" fmla="*/ 239443 h 521302"/>
                <a:gd name="connsiteX357" fmla="*/ 303609 w 466512"/>
                <a:gd name="connsiteY357" fmla="*/ 298687 h 521302"/>
                <a:gd name="connsiteX358" fmla="*/ 250364 w 466512"/>
                <a:gd name="connsiteY358" fmla="*/ 372597 h 521302"/>
                <a:gd name="connsiteX359" fmla="*/ 198119 w 466512"/>
                <a:gd name="connsiteY359" fmla="*/ 448007 h 521302"/>
                <a:gd name="connsiteX360" fmla="*/ 160455 w 466512"/>
                <a:gd name="connsiteY360" fmla="*/ 504752 h 521302"/>
                <a:gd name="connsiteX361" fmla="*/ 129875 w 466512"/>
                <a:gd name="connsiteY361" fmla="*/ 503919 h 521302"/>
                <a:gd name="connsiteX362" fmla="*/ 124042 w 466512"/>
                <a:gd name="connsiteY362" fmla="*/ 504002 h 521302"/>
                <a:gd name="connsiteX363" fmla="*/ 124042 w 466512"/>
                <a:gd name="connsiteY363" fmla="*/ 504002 h 521302"/>
                <a:gd name="connsiteX364" fmla="*/ 128958 w 466512"/>
                <a:gd name="connsiteY364" fmla="*/ 420426 h 521302"/>
                <a:gd name="connsiteX365" fmla="*/ 152206 w 466512"/>
                <a:gd name="connsiteY365" fmla="*/ 378514 h 521302"/>
                <a:gd name="connsiteX366" fmla="*/ 176454 w 466512"/>
                <a:gd name="connsiteY366" fmla="*/ 339934 h 521302"/>
                <a:gd name="connsiteX367" fmla="*/ 220033 w 466512"/>
                <a:gd name="connsiteY367" fmla="*/ 265607 h 521302"/>
                <a:gd name="connsiteX368" fmla="*/ 254447 w 466512"/>
                <a:gd name="connsiteY368" fmla="*/ 206195 h 521302"/>
                <a:gd name="connsiteX369" fmla="*/ 273362 w 466512"/>
                <a:gd name="connsiteY369" fmla="*/ 228610 h 521302"/>
                <a:gd name="connsiteX370" fmla="*/ 282695 w 466512"/>
                <a:gd name="connsiteY370" fmla="*/ 234776 h 521302"/>
                <a:gd name="connsiteX371" fmla="*/ 199952 w 466512"/>
                <a:gd name="connsiteY371" fmla="*/ 368431 h 521302"/>
                <a:gd name="connsiteX372" fmla="*/ 156706 w 466512"/>
                <a:gd name="connsiteY372" fmla="*/ 436508 h 521302"/>
                <a:gd name="connsiteX373" fmla="*/ 129625 w 466512"/>
                <a:gd name="connsiteY373" fmla="*/ 474755 h 521302"/>
                <a:gd name="connsiteX374" fmla="*/ 112127 w 466512"/>
                <a:gd name="connsiteY374" fmla="*/ 501085 h 521302"/>
                <a:gd name="connsiteX375" fmla="*/ 111376 w 466512"/>
                <a:gd name="connsiteY375" fmla="*/ 500586 h 521302"/>
                <a:gd name="connsiteX376" fmla="*/ 97211 w 466512"/>
                <a:gd name="connsiteY376" fmla="*/ 486503 h 521302"/>
                <a:gd name="connsiteX377" fmla="*/ 94462 w 466512"/>
                <a:gd name="connsiteY377" fmla="*/ 483754 h 521302"/>
                <a:gd name="connsiteX378" fmla="*/ 108627 w 466512"/>
                <a:gd name="connsiteY378" fmla="*/ 457090 h 521302"/>
                <a:gd name="connsiteX379" fmla="*/ 128958 w 466512"/>
                <a:gd name="connsiteY379" fmla="*/ 420426 h 521302"/>
                <a:gd name="connsiteX380" fmla="*/ 128958 w 466512"/>
                <a:gd name="connsiteY380" fmla="*/ 420426 h 521302"/>
                <a:gd name="connsiteX381" fmla="*/ 129125 w 466512"/>
                <a:gd name="connsiteY381" fmla="*/ 304686 h 521302"/>
                <a:gd name="connsiteX382" fmla="*/ 203285 w 466512"/>
                <a:gd name="connsiteY382" fmla="*/ 149867 h 521302"/>
                <a:gd name="connsiteX383" fmla="*/ 211118 w 466512"/>
                <a:gd name="connsiteY383" fmla="*/ 158366 h 521302"/>
                <a:gd name="connsiteX384" fmla="*/ 244281 w 466512"/>
                <a:gd name="connsiteY384" fmla="*/ 193613 h 521302"/>
                <a:gd name="connsiteX385" fmla="*/ 249364 w 466512"/>
                <a:gd name="connsiteY385" fmla="*/ 199780 h 521302"/>
                <a:gd name="connsiteX386" fmla="*/ 231699 w 466512"/>
                <a:gd name="connsiteY386" fmla="*/ 230027 h 521302"/>
                <a:gd name="connsiteX387" fmla="*/ 211118 w 466512"/>
                <a:gd name="connsiteY387" fmla="*/ 263441 h 521302"/>
                <a:gd name="connsiteX388" fmla="*/ 169788 w 466512"/>
                <a:gd name="connsiteY388" fmla="*/ 336434 h 521302"/>
                <a:gd name="connsiteX389" fmla="*/ 144873 w 466512"/>
                <a:gd name="connsiteY389" fmla="*/ 378014 h 521302"/>
                <a:gd name="connsiteX390" fmla="*/ 121625 w 466512"/>
                <a:gd name="connsiteY390" fmla="*/ 419510 h 521302"/>
                <a:gd name="connsiteX391" fmla="*/ 99044 w 466512"/>
                <a:gd name="connsiteY391" fmla="*/ 455506 h 521302"/>
                <a:gd name="connsiteX392" fmla="*/ 86462 w 466512"/>
                <a:gd name="connsiteY392" fmla="*/ 476255 h 521302"/>
                <a:gd name="connsiteX393" fmla="*/ 56131 w 466512"/>
                <a:gd name="connsiteY393" fmla="*/ 447090 h 521302"/>
                <a:gd name="connsiteX394" fmla="*/ 71380 w 466512"/>
                <a:gd name="connsiteY394" fmla="*/ 417010 h 521302"/>
                <a:gd name="connsiteX395" fmla="*/ 90295 w 466512"/>
                <a:gd name="connsiteY395" fmla="*/ 377680 h 521302"/>
                <a:gd name="connsiteX396" fmla="*/ 129125 w 466512"/>
                <a:gd name="connsiteY396" fmla="*/ 304686 h 521302"/>
                <a:gd name="connsiteX397" fmla="*/ 129125 w 466512"/>
                <a:gd name="connsiteY397" fmla="*/ 304686 h 521302"/>
                <a:gd name="connsiteX398" fmla="*/ 151206 w 466512"/>
                <a:gd name="connsiteY398" fmla="*/ 89623 h 521302"/>
                <a:gd name="connsiteX399" fmla="*/ 198536 w 466512"/>
                <a:gd name="connsiteY399" fmla="*/ 144701 h 521302"/>
                <a:gd name="connsiteX400" fmla="*/ 117126 w 466512"/>
                <a:gd name="connsiteY400" fmla="*/ 303103 h 521302"/>
                <a:gd name="connsiteX401" fmla="*/ 77046 w 466512"/>
                <a:gd name="connsiteY401" fmla="*/ 380597 h 521302"/>
                <a:gd name="connsiteX402" fmla="*/ 60548 w 466512"/>
                <a:gd name="connsiteY402" fmla="*/ 417510 h 521302"/>
                <a:gd name="connsiteX403" fmla="*/ 49798 w 466512"/>
                <a:gd name="connsiteY403" fmla="*/ 441008 h 521302"/>
                <a:gd name="connsiteX404" fmla="*/ 28467 w 466512"/>
                <a:gd name="connsiteY404" fmla="*/ 420759 h 521302"/>
                <a:gd name="connsiteX405" fmla="*/ 19135 w 466512"/>
                <a:gd name="connsiteY405" fmla="*/ 411844 h 521302"/>
                <a:gd name="connsiteX406" fmla="*/ 18385 w 466512"/>
                <a:gd name="connsiteY406" fmla="*/ 410927 h 521302"/>
                <a:gd name="connsiteX407" fmla="*/ 18801 w 466512"/>
                <a:gd name="connsiteY407" fmla="*/ 409927 h 521302"/>
                <a:gd name="connsiteX408" fmla="*/ 26217 w 466512"/>
                <a:gd name="connsiteY408" fmla="*/ 393512 h 521302"/>
                <a:gd name="connsiteX409" fmla="*/ 48299 w 466512"/>
                <a:gd name="connsiteY409" fmla="*/ 350266 h 521302"/>
                <a:gd name="connsiteX410" fmla="*/ 88295 w 466512"/>
                <a:gd name="connsiteY410" fmla="*/ 263941 h 521302"/>
                <a:gd name="connsiteX411" fmla="*/ 123209 w 466512"/>
                <a:gd name="connsiteY411" fmla="*/ 176782 h 521302"/>
                <a:gd name="connsiteX412" fmla="*/ 138374 w 466512"/>
                <a:gd name="connsiteY412" fmla="*/ 129952 h 521302"/>
                <a:gd name="connsiteX413" fmla="*/ 151206 w 466512"/>
                <a:gd name="connsiteY413" fmla="*/ 89623 h 521302"/>
                <a:gd name="connsiteX414" fmla="*/ 151206 w 466512"/>
                <a:gd name="connsiteY414" fmla="*/ 89623 h 521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Lst>
              <a:rect l="l" t="t" r="r" b="b"/>
              <a:pathLst>
                <a:path w="466512" h="521302">
                  <a:moveTo>
                    <a:pt x="131792" y="110454"/>
                  </a:moveTo>
                  <a:cubicBezTo>
                    <a:pt x="125292" y="130702"/>
                    <a:pt x="118959" y="150951"/>
                    <a:pt x="112043" y="170949"/>
                  </a:cubicBezTo>
                  <a:cubicBezTo>
                    <a:pt x="98294" y="210695"/>
                    <a:pt x="81296" y="249692"/>
                    <a:pt x="64380" y="288188"/>
                  </a:cubicBezTo>
                  <a:cubicBezTo>
                    <a:pt x="49299" y="322435"/>
                    <a:pt x="29050" y="354849"/>
                    <a:pt x="11469" y="387763"/>
                  </a:cubicBezTo>
                  <a:cubicBezTo>
                    <a:pt x="6803" y="396595"/>
                    <a:pt x="-3530" y="407760"/>
                    <a:pt x="1220" y="418176"/>
                  </a:cubicBezTo>
                  <a:cubicBezTo>
                    <a:pt x="3886" y="423926"/>
                    <a:pt x="11635" y="428926"/>
                    <a:pt x="16052" y="433092"/>
                  </a:cubicBezTo>
                  <a:cubicBezTo>
                    <a:pt x="21968" y="438591"/>
                    <a:pt x="28050" y="443841"/>
                    <a:pt x="33967" y="449340"/>
                  </a:cubicBezTo>
                  <a:cubicBezTo>
                    <a:pt x="47965" y="462256"/>
                    <a:pt x="61131" y="475921"/>
                    <a:pt x="75296" y="488670"/>
                  </a:cubicBezTo>
                  <a:cubicBezTo>
                    <a:pt x="84879" y="497336"/>
                    <a:pt x="94378" y="511001"/>
                    <a:pt x="105794" y="517334"/>
                  </a:cubicBezTo>
                  <a:cubicBezTo>
                    <a:pt x="117210" y="523750"/>
                    <a:pt x="136958" y="520334"/>
                    <a:pt x="149623" y="520834"/>
                  </a:cubicBezTo>
                  <a:cubicBezTo>
                    <a:pt x="163039" y="521334"/>
                    <a:pt x="176454" y="520834"/>
                    <a:pt x="189869" y="520501"/>
                  </a:cubicBezTo>
                  <a:cubicBezTo>
                    <a:pt x="190120" y="520501"/>
                    <a:pt x="190369" y="520501"/>
                    <a:pt x="190619" y="520501"/>
                  </a:cubicBezTo>
                  <a:cubicBezTo>
                    <a:pt x="193286" y="520417"/>
                    <a:pt x="195952" y="520334"/>
                    <a:pt x="198619" y="520334"/>
                  </a:cubicBezTo>
                  <a:cubicBezTo>
                    <a:pt x="210868" y="520167"/>
                    <a:pt x="231616" y="522750"/>
                    <a:pt x="242948" y="516501"/>
                  </a:cubicBezTo>
                  <a:cubicBezTo>
                    <a:pt x="253030" y="510918"/>
                    <a:pt x="259863" y="496003"/>
                    <a:pt x="266113" y="486754"/>
                  </a:cubicBezTo>
                  <a:cubicBezTo>
                    <a:pt x="287861" y="454756"/>
                    <a:pt x="310275" y="424426"/>
                    <a:pt x="334857" y="394429"/>
                  </a:cubicBezTo>
                  <a:cubicBezTo>
                    <a:pt x="357771" y="366431"/>
                    <a:pt x="378019" y="336351"/>
                    <a:pt x="399767" y="307603"/>
                  </a:cubicBezTo>
                  <a:cubicBezTo>
                    <a:pt x="411266" y="292438"/>
                    <a:pt x="422932" y="277439"/>
                    <a:pt x="434848" y="262607"/>
                  </a:cubicBezTo>
                  <a:cubicBezTo>
                    <a:pt x="442847" y="252608"/>
                    <a:pt x="456262" y="240692"/>
                    <a:pt x="459762" y="228027"/>
                  </a:cubicBezTo>
                  <a:cubicBezTo>
                    <a:pt x="460345" y="226027"/>
                    <a:pt x="459678" y="223277"/>
                    <a:pt x="458011" y="221944"/>
                  </a:cubicBezTo>
                  <a:cubicBezTo>
                    <a:pt x="457846" y="221778"/>
                    <a:pt x="457595" y="221694"/>
                    <a:pt x="457429" y="221527"/>
                  </a:cubicBezTo>
                  <a:cubicBezTo>
                    <a:pt x="463344" y="215445"/>
                    <a:pt x="466594" y="205695"/>
                    <a:pt x="466511" y="197530"/>
                  </a:cubicBezTo>
                  <a:cubicBezTo>
                    <a:pt x="466427" y="187530"/>
                    <a:pt x="462261" y="180281"/>
                    <a:pt x="455846" y="175448"/>
                  </a:cubicBezTo>
                  <a:cubicBezTo>
                    <a:pt x="463678" y="167449"/>
                    <a:pt x="464261" y="149034"/>
                    <a:pt x="461095" y="140118"/>
                  </a:cubicBezTo>
                  <a:cubicBezTo>
                    <a:pt x="458095" y="131702"/>
                    <a:pt x="450263" y="124370"/>
                    <a:pt x="442680" y="119870"/>
                  </a:cubicBezTo>
                  <a:cubicBezTo>
                    <a:pt x="438347" y="117287"/>
                    <a:pt x="434347" y="116787"/>
                    <a:pt x="430348" y="117120"/>
                  </a:cubicBezTo>
                  <a:cubicBezTo>
                    <a:pt x="435597" y="107288"/>
                    <a:pt x="433180" y="90456"/>
                    <a:pt x="427181" y="83290"/>
                  </a:cubicBezTo>
                  <a:cubicBezTo>
                    <a:pt x="421516" y="76540"/>
                    <a:pt x="401350" y="67875"/>
                    <a:pt x="389851" y="71374"/>
                  </a:cubicBezTo>
                  <a:cubicBezTo>
                    <a:pt x="394185" y="61542"/>
                    <a:pt x="390018" y="47543"/>
                    <a:pt x="383685" y="39210"/>
                  </a:cubicBezTo>
                  <a:cubicBezTo>
                    <a:pt x="374603" y="27212"/>
                    <a:pt x="357855" y="30961"/>
                    <a:pt x="346772" y="39127"/>
                  </a:cubicBezTo>
                  <a:cubicBezTo>
                    <a:pt x="349938" y="28378"/>
                    <a:pt x="341939" y="14296"/>
                    <a:pt x="331940" y="8963"/>
                  </a:cubicBezTo>
                  <a:cubicBezTo>
                    <a:pt x="325274" y="5464"/>
                    <a:pt x="315192" y="7380"/>
                    <a:pt x="309442" y="11963"/>
                  </a:cubicBezTo>
                  <a:cubicBezTo>
                    <a:pt x="307609" y="13463"/>
                    <a:pt x="306275" y="15296"/>
                    <a:pt x="305192" y="17379"/>
                  </a:cubicBezTo>
                  <a:cubicBezTo>
                    <a:pt x="304442" y="14796"/>
                    <a:pt x="303192" y="12380"/>
                    <a:pt x="301193" y="10213"/>
                  </a:cubicBezTo>
                  <a:cubicBezTo>
                    <a:pt x="298193" y="6963"/>
                    <a:pt x="294444" y="4880"/>
                    <a:pt x="290027" y="4630"/>
                  </a:cubicBezTo>
                  <a:cubicBezTo>
                    <a:pt x="285028" y="4297"/>
                    <a:pt x="282611" y="5713"/>
                    <a:pt x="278612" y="7963"/>
                  </a:cubicBezTo>
                  <a:cubicBezTo>
                    <a:pt x="277445" y="8630"/>
                    <a:pt x="277111" y="9797"/>
                    <a:pt x="277195" y="10963"/>
                  </a:cubicBezTo>
                  <a:cubicBezTo>
                    <a:pt x="274945" y="10213"/>
                    <a:pt x="272446" y="9963"/>
                    <a:pt x="269695" y="10463"/>
                  </a:cubicBezTo>
                  <a:cubicBezTo>
                    <a:pt x="266362" y="11046"/>
                    <a:pt x="264113" y="13796"/>
                    <a:pt x="261446" y="15463"/>
                  </a:cubicBezTo>
                  <a:cubicBezTo>
                    <a:pt x="255030" y="4547"/>
                    <a:pt x="247780" y="-4285"/>
                    <a:pt x="233615" y="2214"/>
                  </a:cubicBezTo>
                  <a:cubicBezTo>
                    <a:pt x="220783" y="8047"/>
                    <a:pt x="218950" y="16296"/>
                    <a:pt x="220866" y="27212"/>
                  </a:cubicBezTo>
                  <a:cubicBezTo>
                    <a:pt x="212450" y="27878"/>
                    <a:pt x="205284" y="34877"/>
                    <a:pt x="202619" y="43460"/>
                  </a:cubicBezTo>
                  <a:cubicBezTo>
                    <a:pt x="192869" y="37378"/>
                    <a:pt x="180287" y="32045"/>
                    <a:pt x="171704" y="42377"/>
                  </a:cubicBezTo>
                  <a:cubicBezTo>
                    <a:pt x="164039" y="51709"/>
                    <a:pt x="165538" y="69791"/>
                    <a:pt x="171371" y="80124"/>
                  </a:cubicBezTo>
                  <a:cubicBezTo>
                    <a:pt x="169871" y="82457"/>
                    <a:pt x="168955" y="85207"/>
                    <a:pt x="168538" y="88039"/>
                  </a:cubicBezTo>
                  <a:cubicBezTo>
                    <a:pt x="164705" y="83873"/>
                    <a:pt x="160789" y="79957"/>
                    <a:pt x="156372" y="76540"/>
                  </a:cubicBezTo>
                  <a:cubicBezTo>
                    <a:pt x="153955" y="74707"/>
                    <a:pt x="151623" y="74291"/>
                    <a:pt x="148789" y="75624"/>
                  </a:cubicBezTo>
                  <a:cubicBezTo>
                    <a:pt x="137791" y="80957"/>
                    <a:pt x="135124" y="100288"/>
                    <a:pt x="131792" y="110454"/>
                  </a:cubicBezTo>
                  <a:lnTo>
                    <a:pt x="131792" y="110454"/>
                  </a:lnTo>
                  <a:close/>
                  <a:moveTo>
                    <a:pt x="203702" y="60458"/>
                  </a:moveTo>
                  <a:cubicBezTo>
                    <a:pt x="201202" y="62042"/>
                    <a:pt x="199369" y="64541"/>
                    <a:pt x="198035" y="67458"/>
                  </a:cubicBezTo>
                  <a:cubicBezTo>
                    <a:pt x="196452" y="71041"/>
                    <a:pt x="196452" y="74374"/>
                    <a:pt x="196536" y="77707"/>
                  </a:cubicBezTo>
                  <a:cubicBezTo>
                    <a:pt x="196119" y="77374"/>
                    <a:pt x="195869" y="77207"/>
                    <a:pt x="195869" y="77207"/>
                  </a:cubicBezTo>
                  <a:cubicBezTo>
                    <a:pt x="193286" y="75707"/>
                    <a:pt x="190203" y="74291"/>
                    <a:pt x="187202" y="73791"/>
                  </a:cubicBezTo>
                  <a:cubicBezTo>
                    <a:pt x="185037" y="73457"/>
                    <a:pt x="182787" y="73374"/>
                    <a:pt x="180704" y="73791"/>
                  </a:cubicBezTo>
                  <a:cubicBezTo>
                    <a:pt x="179621" y="71041"/>
                    <a:pt x="178287" y="68375"/>
                    <a:pt x="177704" y="66458"/>
                  </a:cubicBezTo>
                  <a:cubicBezTo>
                    <a:pt x="175870" y="59959"/>
                    <a:pt x="173538" y="47876"/>
                    <a:pt x="182120" y="44543"/>
                  </a:cubicBezTo>
                  <a:cubicBezTo>
                    <a:pt x="188870" y="41877"/>
                    <a:pt x="195952" y="44710"/>
                    <a:pt x="201702" y="48543"/>
                  </a:cubicBezTo>
                  <a:cubicBezTo>
                    <a:pt x="201285" y="52542"/>
                    <a:pt x="201868" y="56626"/>
                    <a:pt x="203702" y="60458"/>
                  </a:cubicBezTo>
                  <a:lnTo>
                    <a:pt x="203702" y="60458"/>
                  </a:lnTo>
                  <a:close/>
                  <a:moveTo>
                    <a:pt x="280278" y="205446"/>
                  </a:moveTo>
                  <a:cubicBezTo>
                    <a:pt x="281778" y="198446"/>
                    <a:pt x="281945" y="192530"/>
                    <a:pt x="285611" y="186281"/>
                  </a:cubicBezTo>
                  <a:cubicBezTo>
                    <a:pt x="293110" y="173615"/>
                    <a:pt x="308776" y="178698"/>
                    <a:pt x="308525" y="193863"/>
                  </a:cubicBezTo>
                  <a:cubicBezTo>
                    <a:pt x="308525" y="195780"/>
                    <a:pt x="310191" y="197030"/>
                    <a:pt x="311859" y="197113"/>
                  </a:cubicBezTo>
                  <a:cubicBezTo>
                    <a:pt x="313691" y="197196"/>
                    <a:pt x="314441" y="196863"/>
                    <a:pt x="316025" y="196696"/>
                  </a:cubicBezTo>
                  <a:cubicBezTo>
                    <a:pt x="321690" y="193196"/>
                    <a:pt x="327107" y="193363"/>
                    <a:pt x="332440" y="197196"/>
                  </a:cubicBezTo>
                  <a:cubicBezTo>
                    <a:pt x="333940" y="200113"/>
                    <a:pt x="335356" y="203029"/>
                    <a:pt x="336856" y="206029"/>
                  </a:cubicBezTo>
                  <a:cubicBezTo>
                    <a:pt x="337523" y="208529"/>
                    <a:pt x="337023" y="217694"/>
                    <a:pt x="334440" y="223861"/>
                  </a:cubicBezTo>
                  <a:cubicBezTo>
                    <a:pt x="326357" y="223111"/>
                    <a:pt x="318191" y="222194"/>
                    <a:pt x="310026" y="221861"/>
                  </a:cubicBezTo>
                  <a:cubicBezTo>
                    <a:pt x="302359" y="221611"/>
                    <a:pt x="293360" y="223027"/>
                    <a:pt x="286694" y="218278"/>
                  </a:cubicBezTo>
                  <a:cubicBezTo>
                    <a:pt x="283277" y="215861"/>
                    <a:pt x="280361" y="211945"/>
                    <a:pt x="277528" y="208362"/>
                  </a:cubicBezTo>
                  <a:cubicBezTo>
                    <a:pt x="278861" y="207778"/>
                    <a:pt x="279944" y="206945"/>
                    <a:pt x="280278" y="205446"/>
                  </a:cubicBezTo>
                  <a:lnTo>
                    <a:pt x="280278" y="205446"/>
                  </a:lnTo>
                  <a:close/>
                  <a:moveTo>
                    <a:pt x="387685" y="196113"/>
                  </a:moveTo>
                  <a:cubicBezTo>
                    <a:pt x="386268" y="190113"/>
                    <a:pt x="383268" y="184531"/>
                    <a:pt x="377770" y="181281"/>
                  </a:cubicBezTo>
                  <a:cubicBezTo>
                    <a:pt x="373270" y="178614"/>
                    <a:pt x="369770" y="178948"/>
                    <a:pt x="365687" y="179614"/>
                  </a:cubicBezTo>
                  <a:cubicBezTo>
                    <a:pt x="368270" y="173865"/>
                    <a:pt x="371103" y="168949"/>
                    <a:pt x="367853" y="161783"/>
                  </a:cubicBezTo>
                  <a:cubicBezTo>
                    <a:pt x="382435" y="146367"/>
                    <a:pt x="404433" y="161700"/>
                    <a:pt x="397351" y="180115"/>
                  </a:cubicBezTo>
                  <a:cubicBezTo>
                    <a:pt x="396434" y="182531"/>
                    <a:pt x="398601" y="185947"/>
                    <a:pt x="401100" y="186281"/>
                  </a:cubicBezTo>
                  <a:cubicBezTo>
                    <a:pt x="424015" y="189364"/>
                    <a:pt x="425098" y="209528"/>
                    <a:pt x="408099" y="219528"/>
                  </a:cubicBezTo>
                  <a:cubicBezTo>
                    <a:pt x="406683" y="219611"/>
                    <a:pt x="405350" y="219695"/>
                    <a:pt x="403933" y="219777"/>
                  </a:cubicBezTo>
                  <a:cubicBezTo>
                    <a:pt x="396017" y="220361"/>
                    <a:pt x="387935" y="221277"/>
                    <a:pt x="379853" y="222278"/>
                  </a:cubicBezTo>
                  <a:cubicBezTo>
                    <a:pt x="386268" y="215195"/>
                    <a:pt x="390185" y="207029"/>
                    <a:pt x="387685" y="196113"/>
                  </a:cubicBezTo>
                  <a:lnTo>
                    <a:pt x="387685" y="196113"/>
                  </a:lnTo>
                  <a:close/>
                  <a:moveTo>
                    <a:pt x="367686" y="223777"/>
                  </a:moveTo>
                  <a:cubicBezTo>
                    <a:pt x="364021" y="224194"/>
                    <a:pt x="360437" y="224610"/>
                    <a:pt x="356771" y="225027"/>
                  </a:cubicBezTo>
                  <a:cubicBezTo>
                    <a:pt x="354855" y="225027"/>
                    <a:pt x="352938" y="225027"/>
                    <a:pt x="350938" y="224944"/>
                  </a:cubicBezTo>
                  <a:cubicBezTo>
                    <a:pt x="349105" y="224861"/>
                    <a:pt x="347355" y="224694"/>
                    <a:pt x="345521" y="224610"/>
                  </a:cubicBezTo>
                  <a:cubicBezTo>
                    <a:pt x="347771" y="218861"/>
                    <a:pt x="348606" y="212028"/>
                    <a:pt x="347855" y="207362"/>
                  </a:cubicBezTo>
                  <a:cubicBezTo>
                    <a:pt x="345688" y="193947"/>
                    <a:pt x="338522" y="187530"/>
                    <a:pt x="329273" y="186614"/>
                  </a:cubicBezTo>
                  <a:cubicBezTo>
                    <a:pt x="330607" y="179114"/>
                    <a:pt x="328357" y="171449"/>
                    <a:pt x="334773" y="164366"/>
                  </a:cubicBezTo>
                  <a:cubicBezTo>
                    <a:pt x="339856" y="158866"/>
                    <a:pt x="346356" y="157117"/>
                    <a:pt x="354271" y="159116"/>
                  </a:cubicBezTo>
                  <a:cubicBezTo>
                    <a:pt x="356438" y="164116"/>
                    <a:pt x="358604" y="169116"/>
                    <a:pt x="360771" y="174115"/>
                  </a:cubicBezTo>
                  <a:cubicBezTo>
                    <a:pt x="360687" y="177031"/>
                    <a:pt x="357604" y="180115"/>
                    <a:pt x="356938" y="183114"/>
                  </a:cubicBezTo>
                  <a:cubicBezTo>
                    <a:pt x="356438" y="185281"/>
                    <a:pt x="358104" y="187364"/>
                    <a:pt x="360354" y="187364"/>
                  </a:cubicBezTo>
                  <a:cubicBezTo>
                    <a:pt x="365353" y="187281"/>
                    <a:pt x="372853" y="185697"/>
                    <a:pt x="376186" y="189697"/>
                  </a:cubicBezTo>
                  <a:cubicBezTo>
                    <a:pt x="379519" y="193613"/>
                    <a:pt x="381852" y="201696"/>
                    <a:pt x="380686" y="206945"/>
                  </a:cubicBezTo>
                  <a:cubicBezTo>
                    <a:pt x="379269" y="213945"/>
                    <a:pt x="373353" y="219194"/>
                    <a:pt x="367686" y="223777"/>
                  </a:cubicBezTo>
                  <a:lnTo>
                    <a:pt x="367686" y="223777"/>
                  </a:lnTo>
                  <a:close/>
                  <a:moveTo>
                    <a:pt x="362437" y="154617"/>
                  </a:moveTo>
                  <a:cubicBezTo>
                    <a:pt x="358688" y="151367"/>
                    <a:pt x="353854" y="149117"/>
                    <a:pt x="349272" y="148868"/>
                  </a:cubicBezTo>
                  <a:cubicBezTo>
                    <a:pt x="344106" y="148534"/>
                    <a:pt x="339522" y="149784"/>
                    <a:pt x="335606" y="152117"/>
                  </a:cubicBezTo>
                  <a:cubicBezTo>
                    <a:pt x="335606" y="148034"/>
                    <a:pt x="334356" y="143701"/>
                    <a:pt x="332690" y="140368"/>
                  </a:cubicBezTo>
                  <a:cubicBezTo>
                    <a:pt x="330607" y="136118"/>
                    <a:pt x="327107" y="131702"/>
                    <a:pt x="322191" y="130536"/>
                  </a:cubicBezTo>
                  <a:cubicBezTo>
                    <a:pt x="318358" y="129619"/>
                    <a:pt x="316275" y="131119"/>
                    <a:pt x="313858" y="132452"/>
                  </a:cubicBezTo>
                  <a:cubicBezTo>
                    <a:pt x="311942" y="128119"/>
                    <a:pt x="309692" y="123703"/>
                    <a:pt x="306776" y="120537"/>
                  </a:cubicBezTo>
                  <a:cubicBezTo>
                    <a:pt x="307942" y="118537"/>
                    <a:pt x="307025" y="118037"/>
                    <a:pt x="308609" y="113204"/>
                  </a:cubicBezTo>
                  <a:cubicBezTo>
                    <a:pt x="312692" y="100788"/>
                    <a:pt x="324940" y="96372"/>
                    <a:pt x="334440" y="103371"/>
                  </a:cubicBezTo>
                  <a:cubicBezTo>
                    <a:pt x="340023" y="107454"/>
                    <a:pt x="338856" y="116287"/>
                    <a:pt x="343939" y="120120"/>
                  </a:cubicBezTo>
                  <a:cubicBezTo>
                    <a:pt x="347189" y="122620"/>
                    <a:pt x="349605" y="120120"/>
                    <a:pt x="353021" y="119704"/>
                  </a:cubicBezTo>
                  <a:cubicBezTo>
                    <a:pt x="375353" y="117120"/>
                    <a:pt x="378436" y="131036"/>
                    <a:pt x="374353" y="146534"/>
                  </a:cubicBezTo>
                  <a:cubicBezTo>
                    <a:pt x="370187" y="147951"/>
                    <a:pt x="366187" y="150700"/>
                    <a:pt x="362437" y="154617"/>
                  </a:cubicBezTo>
                  <a:lnTo>
                    <a:pt x="362437" y="154617"/>
                  </a:lnTo>
                  <a:close/>
                  <a:moveTo>
                    <a:pt x="293610" y="171115"/>
                  </a:moveTo>
                  <a:cubicBezTo>
                    <a:pt x="295693" y="164532"/>
                    <a:pt x="293526" y="155200"/>
                    <a:pt x="290194" y="150450"/>
                  </a:cubicBezTo>
                  <a:cubicBezTo>
                    <a:pt x="288861" y="148617"/>
                    <a:pt x="287277" y="146951"/>
                    <a:pt x="285360" y="145701"/>
                  </a:cubicBezTo>
                  <a:cubicBezTo>
                    <a:pt x="286611" y="142201"/>
                    <a:pt x="285861" y="138702"/>
                    <a:pt x="286194" y="134619"/>
                  </a:cubicBezTo>
                  <a:cubicBezTo>
                    <a:pt x="286777" y="125453"/>
                    <a:pt x="294526" y="119286"/>
                    <a:pt x="303359" y="128036"/>
                  </a:cubicBezTo>
                  <a:cubicBezTo>
                    <a:pt x="305859" y="130536"/>
                    <a:pt x="306943" y="135368"/>
                    <a:pt x="308025" y="138702"/>
                  </a:cubicBezTo>
                  <a:cubicBezTo>
                    <a:pt x="308776" y="140868"/>
                    <a:pt x="310775" y="141951"/>
                    <a:pt x="313025" y="141451"/>
                  </a:cubicBezTo>
                  <a:cubicBezTo>
                    <a:pt x="318108" y="140285"/>
                    <a:pt x="319941" y="134535"/>
                    <a:pt x="326857" y="143784"/>
                  </a:cubicBezTo>
                  <a:cubicBezTo>
                    <a:pt x="328856" y="146451"/>
                    <a:pt x="330357" y="152033"/>
                    <a:pt x="330023" y="156617"/>
                  </a:cubicBezTo>
                  <a:cubicBezTo>
                    <a:pt x="322441" y="164449"/>
                    <a:pt x="318691" y="176865"/>
                    <a:pt x="319441" y="187447"/>
                  </a:cubicBezTo>
                  <a:cubicBezTo>
                    <a:pt x="317858" y="187864"/>
                    <a:pt x="316357" y="188364"/>
                    <a:pt x="314775" y="188947"/>
                  </a:cubicBezTo>
                  <a:cubicBezTo>
                    <a:pt x="312858" y="178032"/>
                    <a:pt x="306442" y="170282"/>
                    <a:pt x="293610" y="171115"/>
                  </a:cubicBezTo>
                  <a:lnTo>
                    <a:pt x="293610" y="171115"/>
                  </a:lnTo>
                  <a:close/>
                  <a:moveTo>
                    <a:pt x="271862" y="200946"/>
                  </a:moveTo>
                  <a:cubicBezTo>
                    <a:pt x="260780" y="187447"/>
                    <a:pt x="249197" y="174532"/>
                    <a:pt x="237365" y="161866"/>
                  </a:cubicBezTo>
                  <a:cubicBezTo>
                    <a:pt x="238115" y="160700"/>
                    <a:pt x="238448" y="159283"/>
                    <a:pt x="238032" y="157783"/>
                  </a:cubicBezTo>
                  <a:cubicBezTo>
                    <a:pt x="235949" y="150034"/>
                    <a:pt x="234866" y="142035"/>
                    <a:pt x="238782" y="134702"/>
                  </a:cubicBezTo>
                  <a:cubicBezTo>
                    <a:pt x="243948" y="125286"/>
                    <a:pt x="253364" y="126119"/>
                    <a:pt x="259530" y="134368"/>
                  </a:cubicBezTo>
                  <a:cubicBezTo>
                    <a:pt x="264030" y="140452"/>
                    <a:pt x="262696" y="150784"/>
                    <a:pt x="269196" y="154700"/>
                  </a:cubicBezTo>
                  <a:cubicBezTo>
                    <a:pt x="270362" y="155450"/>
                    <a:pt x="271945" y="155367"/>
                    <a:pt x="273112" y="154617"/>
                  </a:cubicBezTo>
                  <a:cubicBezTo>
                    <a:pt x="280695" y="150034"/>
                    <a:pt x="288527" y="164116"/>
                    <a:pt x="286028" y="172532"/>
                  </a:cubicBezTo>
                  <a:cubicBezTo>
                    <a:pt x="274778" y="177031"/>
                    <a:pt x="270528" y="188947"/>
                    <a:pt x="271862" y="200946"/>
                  </a:cubicBezTo>
                  <a:lnTo>
                    <a:pt x="271862" y="200946"/>
                  </a:lnTo>
                  <a:close/>
                  <a:moveTo>
                    <a:pt x="237615" y="119870"/>
                  </a:moveTo>
                  <a:cubicBezTo>
                    <a:pt x="237448" y="119953"/>
                    <a:pt x="237281" y="120120"/>
                    <a:pt x="237116" y="120203"/>
                  </a:cubicBezTo>
                  <a:cubicBezTo>
                    <a:pt x="237198" y="113120"/>
                    <a:pt x="233032" y="106621"/>
                    <a:pt x="234532" y="99372"/>
                  </a:cubicBezTo>
                  <a:cubicBezTo>
                    <a:pt x="235032" y="96872"/>
                    <a:pt x="239032" y="88956"/>
                    <a:pt x="242447" y="87039"/>
                  </a:cubicBezTo>
                  <a:cubicBezTo>
                    <a:pt x="245281" y="85373"/>
                    <a:pt x="247614" y="84956"/>
                    <a:pt x="249614" y="85207"/>
                  </a:cubicBezTo>
                  <a:cubicBezTo>
                    <a:pt x="250197" y="85623"/>
                    <a:pt x="251030" y="85873"/>
                    <a:pt x="251780" y="85873"/>
                  </a:cubicBezTo>
                  <a:cubicBezTo>
                    <a:pt x="255780" y="87706"/>
                    <a:pt x="258196" y="92789"/>
                    <a:pt x="260863" y="96372"/>
                  </a:cubicBezTo>
                  <a:cubicBezTo>
                    <a:pt x="263113" y="99372"/>
                    <a:pt x="263863" y="100705"/>
                    <a:pt x="267695" y="101372"/>
                  </a:cubicBezTo>
                  <a:cubicBezTo>
                    <a:pt x="269945" y="101288"/>
                    <a:pt x="272279" y="101122"/>
                    <a:pt x="274529" y="100872"/>
                  </a:cubicBezTo>
                  <a:cubicBezTo>
                    <a:pt x="277195" y="104038"/>
                    <a:pt x="279944" y="107205"/>
                    <a:pt x="282611" y="110371"/>
                  </a:cubicBezTo>
                  <a:cubicBezTo>
                    <a:pt x="283861" y="112787"/>
                    <a:pt x="284277" y="115954"/>
                    <a:pt x="284194" y="119037"/>
                  </a:cubicBezTo>
                  <a:cubicBezTo>
                    <a:pt x="277028" y="124703"/>
                    <a:pt x="274861" y="136035"/>
                    <a:pt x="276861" y="145034"/>
                  </a:cubicBezTo>
                  <a:cubicBezTo>
                    <a:pt x="276111" y="145284"/>
                    <a:pt x="275278" y="145368"/>
                    <a:pt x="273778" y="145201"/>
                  </a:cubicBezTo>
                  <a:cubicBezTo>
                    <a:pt x="273445" y="145118"/>
                    <a:pt x="273195" y="145118"/>
                    <a:pt x="273028" y="145118"/>
                  </a:cubicBezTo>
                  <a:cubicBezTo>
                    <a:pt x="273028" y="144868"/>
                    <a:pt x="272862" y="144534"/>
                    <a:pt x="272362" y="143868"/>
                  </a:cubicBezTo>
                  <a:cubicBezTo>
                    <a:pt x="270612" y="141618"/>
                    <a:pt x="270279" y="136035"/>
                    <a:pt x="268946" y="133202"/>
                  </a:cubicBezTo>
                  <a:cubicBezTo>
                    <a:pt x="262863" y="120786"/>
                    <a:pt x="250531" y="112037"/>
                    <a:pt x="237615" y="119870"/>
                  </a:cubicBezTo>
                  <a:lnTo>
                    <a:pt x="237615" y="119870"/>
                  </a:lnTo>
                  <a:close/>
                  <a:moveTo>
                    <a:pt x="224366" y="148117"/>
                  </a:moveTo>
                  <a:cubicBezTo>
                    <a:pt x="221117" y="144701"/>
                    <a:pt x="217950" y="141368"/>
                    <a:pt x="214700" y="137951"/>
                  </a:cubicBezTo>
                  <a:cubicBezTo>
                    <a:pt x="207701" y="130619"/>
                    <a:pt x="200702" y="123203"/>
                    <a:pt x="193785" y="115787"/>
                  </a:cubicBezTo>
                  <a:cubicBezTo>
                    <a:pt x="194036" y="114870"/>
                    <a:pt x="194453" y="114037"/>
                    <a:pt x="195286" y="113537"/>
                  </a:cubicBezTo>
                  <a:cubicBezTo>
                    <a:pt x="197618" y="112121"/>
                    <a:pt x="198701" y="114371"/>
                    <a:pt x="201035" y="114620"/>
                  </a:cubicBezTo>
                  <a:cubicBezTo>
                    <a:pt x="203618" y="114954"/>
                    <a:pt x="204868" y="114620"/>
                    <a:pt x="206618" y="112621"/>
                  </a:cubicBezTo>
                  <a:cubicBezTo>
                    <a:pt x="207785" y="111288"/>
                    <a:pt x="207701" y="108871"/>
                    <a:pt x="208868" y="107621"/>
                  </a:cubicBezTo>
                  <a:cubicBezTo>
                    <a:pt x="213700" y="102621"/>
                    <a:pt x="218616" y="104038"/>
                    <a:pt x="223033" y="108454"/>
                  </a:cubicBezTo>
                  <a:cubicBezTo>
                    <a:pt x="224866" y="110288"/>
                    <a:pt x="226450" y="112454"/>
                    <a:pt x="227865" y="114620"/>
                  </a:cubicBezTo>
                  <a:cubicBezTo>
                    <a:pt x="228700" y="117120"/>
                    <a:pt x="229616" y="119620"/>
                    <a:pt x="230699" y="122203"/>
                  </a:cubicBezTo>
                  <a:cubicBezTo>
                    <a:pt x="231032" y="122953"/>
                    <a:pt x="231532" y="123453"/>
                    <a:pt x="232199" y="123870"/>
                  </a:cubicBezTo>
                  <a:cubicBezTo>
                    <a:pt x="225617" y="130452"/>
                    <a:pt x="223450" y="139285"/>
                    <a:pt x="224366" y="148117"/>
                  </a:cubicBezTo>
                  <a:lnTo>
                    <a:pt x="224366" y="148117"/>
                  </a:lnTo>
                  <a:close/>
                  <a:moveTo>
                    <a:pt x="187703" y="105538"/>
                  </a:moveTo>
                  <a:cubicBezTo>
                    <a:pt x="187037" y="106204"/>
                    <a:pt x="186620" y="106871"/>
                    <a:pt x="186203" y="107621"/>
                  </a:cubicBezTo>
                  <a:cubicBezTo>
                    <a:pt x="184370" y="105621"/>
                    <a:pt x="182537" y="103621"/>
                    <a:pt x="180704" y="101621"/>
                  </a:cubicBezTo>
                  <a:cubicBezTo>
                    <a:pt x="180620" y="101538"/>
                    <a:pt x="180620" y="101455"/>
                    <a:pt x="180537" y="101372"/>
                  </a:cubicBezTo>
                  <a:cubicBezTo>
                    <a:pt x="176787" y="95539"/>
                    <a:pt x="176621" y="91373"/>
                    <a:pt x="181370" y="86373"/>
                  </a:cubicBezTo>
                  <a:cubicBezTo>
                    <a:pt x="186453" y="80957"/>
                    <a:pt x="187202" y="82373"/>
                    <a:pt x="192702" y="85873"/>
                  </a:cubicBezTo>
                  <a:cubicBezTo>
                    <a:pt x="195535" y="87623"/>
                    <a:pt x="197119" y="90206"/>
                    <a:pt x="200702" y="89789"/>
                  </a:cubicBezTo>
                  <a:cubicBezTo>
                    <a:pt x="202702" y="89623"/>
                    <a:pt x="204535" y="88373"/>
                    <a:pt x="205034" y="86290"/>
                  </a:cubicBezTo>
                  <a:cubicBezTo>
                    <a:pt x="206284" y="80207"/>
                    <a:pt x="202702" y="73041"/>
                    <a:pt x="209451" y="69625"/>
                  </a:cubicBezTo>
                  <a:cubicBezTo>
                    <a:pt x="218450" y="65125"/>
                    <a:pt x="227449" y="78124"/>
                    <a:pt x="231115" y="86206"/>
                  </a:cubicBezTo>
                  <a:cubicBezTo>
                    <a:pt x="226782" y="92039"/>
                    <a:pt x="225366" y="97872"/>
                    <a:pt x="225700" y="103788"/>
                  </a:cubicBezTo>
                  <a:cubicBezTo>
                    <a:pt x="223450" y="101205"/>
                    <a:pt x="220783" y="99122"/>
                    <a:pt x="217367" y="97872"/>
                  </a:cubicBezTo>
                  <a:cubicBezTo>
                    <a:pt x="214034" y="96706"/>
                    <a:pt x="210035" y="96206"/>
                    <a:pt x="206868" y="98038"/>
                  </a:cubicBezTo>
                  <a:cubicBezTo>
                    <a:pt x="203702" y="99955"/>
                    <a:pt x="203285" y="103705"/>
                    <a:pt x="201535" y="106454"/>
                  </a:cubicBezTo>
                  <a:cubicBezTo>
                    <a:pt x="196702" y="104371"/>
                    <a:pt x="192702" y="100288"/>
                    <a:pt x="187703" y="105538"/>
                  </a:cubicBezTo>
                  <a:lnTo>
                    <a:pt x="187703" y="105538"/>
                  </a:lnTo>
                  <a:close/>
                  <a:moveTo>
                    <a:pt x="223617" y="35961"/>
                  </a:moveTo>
                  <a:cubicBezTo>
                    <a:pt x="224366" y="36711"/>
                    <a:pt x="225450" y="36961"/>
                    <a:pt x="226450" y="36878"/>
                  </a:cubicBezTo>
                  <a:cubicBezTo>
                    <a:pt x="229949" y="38877"/>
                    <a:pt x="232616" y="43460"/>
                    <a:pt x="236448" y="46127"/>
                  </a:cubicBezTo>
                  <a:cubicBezTo>
                    <a:pt x="239364" y="48126"/>
                    <a:pt x="239615" y="47043"/>
                    <a:pt x="242698" y="46627"/>
                  </a:cubicBezTo>
                  <a:cubicBezTo>
                    <a:pt x="253197" y="45293"/>
                    <a:pt x="256113" y="53959"/>
                    <a:pt x="254697" y="62792"/>
                  </a:cubicBezTo>
                  <a:cubicBezTo>
                    <a:pt x="251114" y="66458"/>
                    <a:pt x="248531" y="71291"/>
                    <a:pt x="248031" y="76874"/>
                  </a:cubicBezTo>
                  <a:cubicBezTo>
                    <a:pt x="243614" y="76540"/>
                    <a:pt x="239364" y="78041"/>
                    <a:pt x="235448" y="81457"/>
                  </a:cubicBezTo>
                  <a:cubicBezTo>
                    <a:pt x="232199" y="70291"/>
                    <a:pt x="223866" y="59125"/>
                    <a:pt x="211534" y="58626"/>
                  </a:cubicBezTo>
                  <a:cubicBezTo>
                    <a:pt x="211868" y="51543"/>
                    <a:pt x="209951" y="44293"/>
                    <a:pt x="216117" y="39127"/>
                  </a:cubicBezTo>
                  <a:cubicBezTo>
                    <a:pt x="219117" y="36544"/>
                    <a:pt x="221534" y="35711"/>
                    <a:pt x="223617" y="35961"/>
                  </a:cubicBezTo>
                  <a:lnTo>
                    <a:pt x="223617" y="35961"/>
                  </a:lnTo>
                  <a:close/>
                  <a:moveTo>
                    <a:pt x="279778" y="22296"/>
                  </a:moveTo>
                  <a:cubicBezTo>
                    <a:pt x="285360" y="26378"/>
                    <a:pt x="288610" y="37460"/>
                    <a:pt x="287694" y="44460"/>
                  </a:cubicBezTo>
                  <a:cubicBezTo>
                    <a:pt x="285360" y="49043"/>
                    <a:pt x="284444" y="54626"/>
                    <a:pt x="283945" y="60542"/>
                  </a:cubicBezTo>
                  <a:cubicBezTo>
                    <a:pt x="277028" y="54709"/>
                    <a:pt x="267946" y="54709"/>
                    <a:pt x="260696" y="58542"/>
                  </a:cubicBezTo>
                  <a:cubicBezTo>
                    <a:pt x="261113" y="51043"/>
                    <a:pt x="259113" y="42710"/>
                    <a:pt x="252697" y="39210"/>
                  </a:cubicBezTo>
                  <a:cubicBezTo>
                    <a:pt x="247780" y="36544"/>
                    <a:pt x="246365" y="39794"/>
                    <a:pt x="242115" y="39210"/>
                  </a:cubicBezTo>
                  <a:cubicBezTo>
                    <a:pt x="239115" y="38794"/>
                    <a:pt x="236949" y="33794"/>
                    <a:pt x="234198" y="31628"/>
                  </a:cubicBezTo>
                  <a:cubicBezTo>
                    <a:pt x="233282" y="30878"/>
                    <a:pt x="232282" y="30295"/>
                    <a:pt x="231366" y="29711"/>
                  </a:cubicBezTo>
                  <a:cubicBezTo>
                    <a:pt x="231366" y="22629"/>
                    <a:pt x="229699" y="14879"/>
                    <a:pt x="237365" y="10380"/>
                  </a:cubicBezTo>
                  <a:cubicBezTo>
                    <a:pt x="247531" y="4380"/>
                    <a:pt x="252364" y="15796"/>
                    <a:pt x="256613" y="22379"/>
                  </a:cubicBezTo>
                  <a:cubicBezTo>
                    <a:pt x="257697" y="23962"/>
                    <a:pt x="259279" y="24462"/>
                    <a:pt x="261030" y="24129"/>
                  </a:cubicBezTo>
                  <a:cubicBezTo>
                    <a:pt x="267363" y="23295"/>
                    <a:pt x="270778" y="15796"/>
                    <a:pt x="279778" y="22296"/>
                  </a:cubicBezTo>
                  <a:lnTo>
                    <a:pt x="279778" y="22296"/>
                  </a:lnTo>
                  <a:close/>
                  <a:moveTo>
                    <a:pt x="301359" y="30878"/>
                  </a:moveTo>
                  <a:cubicBezTo>
                    <a:pt x="301193" y="31878"/>
                    <a:pt x="300942" y="32878"/>
                    <a:pt x="300776" y="33878"/>
                  </a:cubicBezTo>
                  <a:cubicBezTo>
                    <a:pt x="298193" y="34628"/>
                    <a:pt x="295943" y="35628"/>
                    <a:pt x="294110" y="36961"/>
                  </a:cubicBezTo>
                  <a:cubicBezTo>
                    <a:pt x="294110" y="28795"/>
                    <a:pt x="289777" y="20129"/>
                    <a:pt x="283861" y="14963"/>
                  </a:cubicBezTo>
                  <a:cubicBezTo>
                    <a:pt x="283277" y="14463"/>
                    <a:pt x="282611" y="13963"/>
                    <a:pt x="282027" y="13546"/>
                  </a:cubicBezTo>
                  <a:cubicBezTo>
                    <a:pt x="284444" y="13046"/>
                    <a:pt x="287193" y="11713"/>
                    <a:pt x="288277" y="11630"/>
                  </a:cubicBezTo>
                  <a:cubicBezTo>
                    <a:pt x="297360" y="11046"/>
                    <a:pt x="301775" y="22962"/>
                    <a:pt x="301359" y="30878"/>
                  </a:cubicBezTo>
                  <a:lnTo>
                    <a:pt x="301359" y="30878"/>
                  </a:lnTo>
                  <a:close/>
                  <a:moveTo>
                    <a:pt x="286028" y="78790"/>
                  </a:moveTo>
                  <a:cubicBezTo>
                    <a:pt x="288610" y="80040"/>
                    <a:pt x="289194" y="79123"/>
                    <a:pt x="291777" y="78623"/>
                  </a:cubicBezTo>
                  <a:cubicBezTo>
                    <a:pt x="298193" y="77374"/>
                    <a:pt x="303859" y="70708"/>
                    <a:pt x="308192" y="80373"/>
                  </a:cubicBezTo>
                  <a:cubicBezTo>
                    <a:pt x="311026" y="86623"/>
                    <a:pt x="306359" y="93289"/>
                    <a:pt x="303609" y="98289"/>
                  </a:cubicBezTo>
                  <a:cubicBezTo>
                    <a:pt x="302942" y="99455"/>
                    <a:pt x="303192" y="100622"/>
                    <a:pt x="303859" y="101372"/>
                  </a:cubicBezTo>
                  <a:cubicBezTo>
                    <a:pt x="300776" y="105204"/>
                    <a:pt x="299026" y="110121"/>
                    <a:pt x="299526" y="115787"/>
                  </a:cubicBezTo>
                  <a:cubicBezTo>
                    <a:pt x="297026" y="115037"/>
                    <a:pt x="294194" y="114954"/>
                    <a:pt x="290944" y="115787"/>
                  </a:cubicBezTo>
                  <a:cubicBezTo>
                    <a:pt x="291111" y="109954"/>
                    <a:pt x="289277" y="103871"/>
                    <a:pt x="286360" y="99538"/>
                  </a:cubicBezTo>
                  <a:cubicBezTo>
                    <a:pt x="282861" y="94289"/>
                    <a:pt x="279278" y="93956"/>
                    <a:pt x="273778" y="93205"/>
                  </a:cubicBezTo>
                  <a:cubicBezTo>
                    <a:pt x="269029" y="92539"/>
                    <a:pt x="268695" y="93205"/>
                    <a:pt x="265529" y="89206"/>
                  </a:cubicBezTo>
                  <a:cubicBezTo>
                    <a:pt x="264113" y="87373"/>
                    <a:pt x="263030" y="85373"/>
                    <a:pt x="261279" y="83707"/>
                  </a:cubicBezTo>
                  <a:cubicBezTo>
                    <a:pt x="259780" y="82207"/>
                    <a:pt x="258196" y="81040"/>
                    <a:pt x="256613" y="80040"/>
                  </a:cubicBezTo>
                  <a:cubicBezTo>
                    <a:pt x="256697" y="79874"/>
                    <a:pt x="256697" y="79707"/>
                    <a:pt x="256780" y="79457"/>
                  </a:cubicBezTo>
                  <a:cubicBezTo>
                    <a:pt x="256030" y="72624"/>
                    <a:pt x="259446" y="67875"/>
                    <a:pt x="267029" y="65125"/>
                  </a:cubicBezTo>
                  <a:cubicBezTo>
                    <a:pt x="269363" y="64958"/>
                    <a:pt x="271695" y="64708"/>
                    <a:pt x="274028" y="64541"/>
                  </a:cubicBezTo>
                  <a:cubicBezTo>
                    <a:pt x="284194" y="67291"/>
                    <a:pt x="279361" y="75624"/>
                    <a:pt x="286028" y="78790"/>
                  </a:cubicBezTo>
                  <a:lnTo>
                    <a:pt x="286028" y="78790"/>
                  </a:lnTo>
                  <a:close/>
                  <a:moveTo>
                    <a:pt x="338272" y="47043"/>
                  </a:moveTo>
                  <a:cubicBezTo>
                    <a:pt x="333773" y="46376"/>
                    <a:pt x="329023" y="47626"/>
                    <a:pt x="323940" y="49959"/>
                  </a:cubicBezTo>
                  <a:cubicBezTo>
                    <a:pt x="323274" y="47793"/>
                    <a:pt x="323024" y="45043"/>
                    <a:pt x="322107" y="43377"/>
                  </a:cubicBezTo>
                  <a:cubicBezTo>
                    <a:pt x="320941" y="41044"/>
                    <a:pt x="318191" y="37960"/>
                    <a:pt x="316275" y="36378"/>
                  </a:cubicBezTo>
                  <a:cubicBezTo>
                    <a:pt x="313942" y="34461"/>
                    <a:pt x="311608" y="33378"/>
                    <a:pt x="309192" y="33044"/>
                  </a:cubicBezTo>
                  <a:cubicBezTo>
                    <a:pt x="309275" y="32878"/>
                    <a:pt x="309275" y="32711"/>
                    <a:pt x="309358" y="32545"/>
                  </a:cubicBezTo>
                  <a:cubicBezTo>
                    <a:pt x="311525" y="25128"/>
                    <a:pt x="309775" y="18129"/>
                    <a:pt x="319024" y="15463"/>
                  </a:cubicBezTo>
                  <a:cubicBezTo>
                    <a:pt x="334773" y="10963"/>
                    <a:pt x="346189" y="34128"/>
                    <a:pt x="338356" y="46376"/>
                  </a:cubicBezTo>
                  <a:cubicBezTo>
                    <a:pt x="338272" y="46627"/>
                    <a:pt x="338272" y="46793"/>
                    <a:pt x="338272" y="47043"/>
                  </a:cubicBezTo>
                  <a:lnTo>
                    <a:pt x="338272" y="47043"/>
                  </a:lnTo>
                  <a:close/>
                  <a:moveTo>
                    <a:pt x="349855" y="80873"/>
                  </a:moveTo>
                  <a:cubicBezTo>
                    <a:pt x="345272" y="85290"/>
                    <a:pt x="341856" y="91039"/>
                    <a:pt x="340355" y="97122"/>
                  </a:cubicBezTo>
                  <a:cubicBezTo>
                    <a:pt x="332523" y="90873"/>
                    <a:pt x="321274" y="90539"/>
                    <a:pt x="312608" y="94622"/>
                  </a:cubicBezTo>
                  <a:cubicBezTo>
                    <a:pt x="317025" y="86623"/>
                    <a:pt x="318858" y="78124"/>
                    <a:pt x="310358" y="70791"/>
                  </a:cubicBezTo>
                  <a:cubicBezTo>
                    <a:pt x="306776" y="67708"/>
                    <a:pt x="303443" y="66375"/>
                    <a:pt x="298859" y="67124"/>
                  </a:cubicBezTo>
                  <a:cubicBezTo>
                    <a:pt x="297776" y="67291"/>
                    <a:pt x="291360" y="70458"/>
                    <a:pt x="291194" y="70374"/>
                  </a:cubicBezTo>
                  <a:cubicBezTo>
                    <a:pt x="289443" y="69708"/>
                    <a:pt x="289694" y="67625"/>
                    <a:pt x="288694" y="66042"/>
                  </a:cubicBezTo>
                  <a:cubicBezTo>
                    <a:pt x="288610" y="65958"/>
                    <a:pt x="288610" y="65875"/>
                    <a:pt x="288527" y="65791"/>
                  </a:cubicBezTo>
                  <a:cubicBezTo>
                    <a:pt x="290194" y="65625"/>
                    <a:pt x="291777" y="64625"/>
                    <a:pt x="292194" y="62708"/>
                  </a:cubicBezTo>
                  <a:cubicBezTo>
                    <a:pt x="293110" y="58042"/>
                    <a:pt x="294027" y="49043"/>
                    <a:pt x="298360" y="46127"/>
                  </a:cubicBezTo>
                  <a:cubicBezTo>
                    <a:pt x="302109" y="43627"/>
                    <a:pt x="311525" y="46876"/>
                    <a:pt x="314441" y="50043"/>
                  </a:cubicBezTo>
                  <a:cubicBezTo>
                    <a:pt x="316774" y="52542"/>
                    <a:pt x="316192" y="56209"/>
                    <a:pt x="319358" y="58709"/>
                  </a:cubicBezTo>
                  <a:cubicBezTo>
                    <a:pt x="320941" y="59959"/>
                    <a:pt x="322774" y="60292"/>
                    <a:pt x="324608" y="59375"/>
                  </a:cubicBezTo>
                  <a:cubicBezTo>
                    <a:pt x="345772" y="48043"/>
                    <a:pt x="348938" y="68625"/>
                    <a:pt x="349855" y="80873"/>
                  </a:cubicBezTo>
                  <a:lnTo>
                    <a:pt x="349855" y="80873"/>
                  </a:lnTo>
                  <a:close/>
                  <a:moveTo>
                    <a:pt x="380019" y="75374"/>
                  </a:moveTo>
                  <a:cubicBezTo>
                    <a:pt x="378186" y="74291"/>
                    <a:pt x="376019" y="73457"/>
                    <a:pt x="373436" y="73041"/>
                  </a:cubicBezTo>
                  <a:cubicBezTo>
                    <a:pt x="367436" y="71957"/>
                    <a:pt x="361771" y="73208"/>
                    <a:pt x="356771" y="75874"/>
                  </a:cubicBezTo>
                  <a:cubicBezTo>
                    <a:pt x="358437" y="69458"/>
                    <a:pt x="354937" y="60958"/>
                    <a:pt x="351355" y="56042"/>
                  </a:cubicBezTo>
                  <a:cubicBezTo>
                    <a:pt x="349355" y="53293"/>
                    <a:pt x="347355" y="51293"/>
                    <a:pt x="345272" y="49876"/>
                  </a:cubicBezTo>
                  <a:cubicBezTo>
                    <a:pt x="354355" y="43710"/>
                    <a:pt x="367603" y="33128"/>
                    <a:pt x="377519" y="44210"/>
                  </a:cubicBezTo>
                  <a:cubicBezTo>
                    <a:pt x="384268" y="51793"/>
                    <a:pt x="386435" y="67124"/>
                    <a:pt x="380019" y="75374"/>
                  </a:cubicBezTo>
                  <a:lnTo>
                    <a:pt x="380019" y="75374"/>
                  </a:lnTo>
                  <a:close/>
                  <a:moveTo>
                    <a:pt x="381519" y="103038"/>
                  </a:moveTo>
                  <a:cubicBezTo>
                    <a:pt x="381519" y="104955"/>
                    <a:pt x="381519" y="106704"/>
                    <a:pt x="381769" y="108621"/>
                  </a:cubicBezTo>
                  <a:cubicBezTo>
                    <a:pt x="381936" y="109954"/>
                    <a:pt x="382686" y="111288"/>
                    <a:pt x="384101" y="111537"/>
                  </a:cubicBezTo>
                  <a:cubicBezTo>
                    <a:pt x="388102" y="112371"/>
                    <a:pt x="390935" y="110121"/>
                    <a:pt x="394767" y="109704"/>
                  </a:cubicBezTo>
                  <a:cubicBezTo>
                    <a:pt x="418016" y="107288"/>
                    <a:pt x="415183" y="129786"/>
                    <a:pt x="406433" y="142868"/>
                  </a:cubicBezTo>
                  <a:cubicBezTo>
                    <a:pt x="403183" y="145034"/>
                    <a:pt x="400100" y="147701"/>
                    <a:pt x="397017" y="150284"/>
                  </a:cubicBezTo>
                  <a:cubicBezTo>
                    <a:pt x="391351" y="146618"/>
                    <a:pt x="385935" y="145034"/>
                    <a:pt x="380853" y="145284"/>
                  </a:cubicBezTo>
                  <a:cubicBezTo>
                    <a:pt x="384019" y="134035"/>
                    <a:pt x="383852" y="121787"/>
                    <a:pt x="374103" y="113287"/>
                  </a:cubicBezTo>
                  <a:cubicBezTo>
                    <a:pt x="369519" y="109288"/>
                    <a:pt x="365770" y="108954"/>
                    <a:pt x="360021" y="110121"/>
                  </a:cubicBezTo>
                  <a:cubicBezTo>
                    <a:pt x="355771" y="110954"/>
                    <a:pt x="351689" y="115704"/>
                    <a:pt x="348688" y="113620"/>
                  </a:cubicBezTo>
                  <a:cubicBezTo>
                    <a:pt x="350522" y="114870"/>
                    <a:pt x="345521" y="103121"/>
                    <a:pt x="346272" y="104538"/>
                  </a:cubicBezTo>
                  <a:cubicBezTo>
                    <a:pt x="346189" y="104455"/>
                    <a:pt x="346189" y="104371"/>
                    <a:pt x="346105" y="104205"/>
                  </a:cubicBezTo>
                  <a:cubicBezTo>
                    <a:pt x="346356" y="103871"/>
                    <a:pt x="346522" y="103621"/>
                    <a:pt x="346605" y="103205"/>
                  </a:cubicBezTo>
                  <a:cubicBezTo>
                    <a:pt x="348938" y="95872"/>
                    <a:pt x="350938" y="91206"/>
                    <a:pt x="357104" y="86790"/>
                  </a:cubicBezTo>
                  <a:cubicBezTo>
                    <a:pt x="365520" y="80790"/>
                    <a:pt x="365520" y="81624"/>
                    <a:pt x="373936" y="88789"/>
                  </a:cubicBezTo>
                  <a:cubicBezTo>
                    <a:pt x="383185" y="96539"/>
                    <a:pt x="381352" y="94289"/>
                    <a:pt x="381519" y="103038"/>
                  </a:cubicBezTo>
                  <a:lnTo>
                    <a:pt x="381519" y="103038"/>
                  </a:lnTo>
                  <a:close/>
                  <a:moveTo>
                    <a:pt x="420598" y="119203"/>
                  </a:moveTo>
                  <a:cubicBezTo>
                    <a:pt x="420015" y="119370"/>
                    <a:pt x="419515" y="119537"/>
                    <a:pt x="418932" y="119620"/>
                  </a:cubicBezTo>
                  <a:cubicBezTo>
                    <a:pt x="418432" y="117287"/>
                    <a:pt x="417599" y="114870"/>
                    <a:pt x="416348" y="112371"/>
                  </a:cubicBezTo>
                  <a:cubicBezTo>
                    <a:pt x="413766" y="107205"/>
                    <a:pt x="409933" y="103371"/>
                    <a:pt x="404267" y="102205"/>
                  </a:cubicBezTo>
                  <a:cubicBezTo>
                    <a:pt x="398850" y="101122"/>
                    <a:pt x="393434" y="105038"/>
                    <a:pt x="388351" y="105538"/>
                  </a:cubicBezTo>
                  <a:cubicBezTo>
                    <a:pt x="389268" y="97622"/>
                    <a:pt x="389768" y="88539"/>
                    <a:pt x="386268" y="81873"/>
                  </a:cubicBezTo>
                  <a:cubicBezTo>
                    <a:pt x="391601" y="80124"/>
                    <a:pt x="395767" y="79457"/>
                    <a:pt x="401684" y="80624"/>
                  </a:cubicBezTo>
                  <a:cubicBezTo>
                    <a:pt x="406683" y="81624"/>
                    <a:pt x="412266" y="82790"/>
                    <a:pt x="416599" y="85706"/>
                  </a:cubicBezTo>
                  <a:cubicBezTo>
                    <a:pt x="425432" y="91789"/>
                    <a:pt x="426682" y="109621"/>
                    <a:pt x="420598" y="119203"/>
                  </a:cubicBezTo>
                  <a:lnTo>
                    <a:pt x="420598" y="119203"/>
                  </a:lnTo>
                  <a:close/>
                  <a:moveTo>
                    <a:pt x="449513" y="171699"/>
                  </a:moveTo>
                  <a:cubicBezTo>
                    <a:pt x="446263" y="170282"/>
                    <a:pt x="442596" y="169365"/>
                    <a:pt x="438764" y="168865"/>
                  </a:cubicBezTo>
                  <a:cubicBezTo>
                    <a:pt x="438930" y="164532"/>
                    <a:pt x="441097" y="158783"/>
                    <a:pt x="439930" y="154534"/>
                  </a:cubicBezTo>
                  <a:cubicBezTo>
                    <a:pt x="438347" y="148451"/>
                    <a:pt x="434180" y="143118"/>
                    <a:pt x="428515" y="140368"/>
                  </a:cubicBezTo>
                  <a:cubicBezTo>
                    <a:pt x="423681" y="138035"/>
                    <a:pt x="419266" y="137785"/>
                    <a:pt x="415266" y="138785"/>
                  </a:cubicBezTo>
                  <a:cubicBezTo>
                    <a:pt x="417682" y="134785"/>
                    <a:pt x="419266" y="130619"/>
                    <a:pt x="419515" y="126119"/>
                  </a:cubicBezTo>
                  <a:cubicBezTo>
                    <a:pt x="424265" y="125453"/>
                    <a:pt x="429765" y="122869"/>
                    <a:pt x="434347" y="123870"/>
                  </a:cubicBezTo>
                  <a:cubicBezTo>
                    <a:pt x="440346" y="125119"/>
                    <a:pt x="446347" y="131285"/>
                    <a:pt x="450012" y="136118"/>
                  </a:cubicBezTo>
                  <a:cubicBezTo>
                    <a:pt x="454763" y="142284"/>
                    <a:pt x="455429" y="148367"/>
                    <a:pt x="454928" y="156033"/>
                  </a:cubicBezTo>
                  <a:cubicBezTo>
                    <a:pt x="454679" y="160116"/>
                    <a:pt x="453429" y="168116"/>
                    <a:pt x="449513" y="171699"/>
                  </a:cubicBezTo>
                  <a:lnTo>
                    <a:pt x="449513" y="171699"/>
                  </a:lnTo>
                  <a:close/>
                  <a:moveTo>
                    <a:pt x="445512" y="218611"/>
                  </a:moveTo>
                  <a:cubicBezTo>
                    <a:pt x="443097" y="218611"/>
                    <a:pt x="440680" y="218778"/>
                    <a:pt x="438347" y="218694"/>
                  </a:cubicBezTo>
                  <a:cubicBezTo>
                    <a:pt x="432931" y="218611"/>
                    <a:pt x="427515" y="218611"/>
                    <a:pt x="422182" y="218778"/>
                  </a:cubicBezTo>
                  <a:cubicBezTo>
                    <a:pt x="428098" y="213695"/>
                    <a:pt x="431181" y="206362"/>
                    <a:pt x="430514" y="196946"/>
                  </a:cubicBezTo>
                  <a:cubicBezTo>
                    <a:pt x="430097" y="190947"/>
                    <a:pt x="428014" y="184531"/>
                    <a:pt x="423098" y="180615"/>
                  </a:cubicBezTo>
                  <a:cubicBezTo>
                    <a:pt x="418682" y="177115"/>
                    <a:pt x="414100" y="177281"/>
                    <a:pt x="409266" y="177031"/>
                  </a:cubicBezTo>
                  <a:cubicBezTo>
                    <a:pt x="410933" y="169032"/>
                    <a:pt x="408600" y="161116"/>
                    <a:pt x="403017" y="155034"/>
                  </a:cubicBezTo>
                  <a:cubicBezTo>
                    <a:pt x="405933" y="151451"/>
                    <a:pt x="409600" y="149034"/>
                    <a:pt x="414100" y="147867"/>
                  </a:cubicBezTo>
                  <a:cubicBezTo>
                    <a:pt x="419432" y="149617"/>
                    <a:pt x="424764" y="151284"/>
                    <a:pt x="430097" y="153034"/>
                  </a:cubicBezTo>
                  <a:cubicBezTo>
                    <a:pt x="435597" y="159200"/>
                    <a:pt x="428348" y="167449"/>
                    <a:pt x="430348" y="174198"/>
                  </a:cubicBezTo>
                  <a:cubicBezTo>
                    <a:pt x="430765" y="175698"/>
                    <a:pt x="432097" y="177031"/>
                    <a:pt x="433681" y="177365"/>
                  </a:cubicBezTo>
                  <a:cubicBezTo>
                    <a:pt x="444263" y="179365"/>
                    <a:pt x="454596" y="183198"/>
                    <a:pt x="456012" y="195613"/>
                  </a:cubicBezTo>
                  <a:cubicBezTo>
                    <a:pt x="456846" y="203779"/>
                    <a:pt x="452513" y="213611"/>
                    <a:pt x="445512" y="218611"/>
                  </a:cubicBezTo>
                  <a:lnTo>
                    <a:pt x="445512" y="218611"/>
                  </a:lnTo>
                  <a:close/>
                  <a:moveTo>
                    <a:pt x="206618" y="504585"/>
                  </a:moveTo>
                  <a:cubicBezTo>
                    <a:pt x="209451" y="500419"/>
                    <a:pt x="212034" y="496252"/>
                    <a:pt x="214534" y="492920"/>
                  </a:cubicBezTo>
                  <a:cubicBezTo>
                    <a:pt x="224949" y="478921"/>
                    <a:pt x="236116" y="465589"/>
                    <a:pt x="246864" y="451840"/>
                  </a:cubicBezTo>
                  <a:cubicBezTo>
                    <a:pt x="266779" y="426342"/>
                    <a:pt x="285944" y="400345"/>
                    <a:pt x="306109" y="375097"/>
                  </a:cubicBezTo>
                  <a:cubicBezTo>
                    <a:pt x="324524" y="351933"/>
                    <a:pt x="342939" y="328518"/>
                    <a:pt x="360437" y="304770"/>
                  </a:cubicBezTo>
                  <a:cubicBezTo>
                    <a:pt x="370769" y="290688"/>
                    <a:pt x="380686" y="276439"/>
                    <a:pt x="390851" y="262190"/>
                  </a:cubicBezTo>
                  <a:cubicBezTo>
                    <a:pt x="395851" y="255191"/>
                    <a:pt x="402100" y="243109"/>
                    <a:pt x="409349" y="234859"/>
                  </a:cubicBezTo>
                  <a:cubicBezTo>
                    <a:pt x="417432" y="233443"/>
                    <a:pt x="425515" y="231776"/>
                    <a:pt x="433597" y="229777"/>
                  </a:cubicBezTo>
                  <a:cubicBezTo>
                    <a:pt x="437847" y="229610"/>
                    <a:pt x="442180" y="229527"/>
                    <a:pt x="445263" y="229943"/>
                  </a:cubicBezTo>
                  <a:cubicBezTo>
                    <a:pt x="441847" y="235693"/>
                    <a:pt x="436014" y="241026"/>
                    <a:pt x="432181" y="245942"/>
                  </a:cubicBezTo>
                  <a:cubicBezTo>
                    <a:pt x="425432" y="254608"/>
                    <a:pt x="418266" y="263107"/>
                    <a:pt x="411683" y="271856"/>
                  </a:cubicBezTo>
                  <a:cubicBezTo>
                    <a:pt x="401601" y="285272"/>
                    <a:pt x="391851" y="298937"/>
                    <a:pt x="382018" y="312602"/>
                  </a:cubicBezTo>
                  <a:cubicBezTo>
                    <a:pt x="360021" y="343183"/>
                    <a:pt x="338439" y="373847"/>
                    <a:pt x="314775" y="403011"/>
                  </a:cubicBezTo>
                  <a:cubicBezTo>
                    <a:pt x="295526" y="426842"/>
                    <a:pt x="276445" y="450507"/>
                    <a:pt x="258113" y="475004"/>
                  </a:cubicBezTo>
                  <a:cubicBezTo>
                    <a:pt x="252531" y="482504"/>
                    <a:pt x="246781" y="491753"/>
                    <a:pt x="239948" y="498169"/>
                  </a:cubicBezTo>
                  <a:cubicBezTo>
                    <a:pt x="233615" y="504085"/>
                    <a:pt x="228283" y="503835"/>
                    <a:pt x="219950" y="504252"/>
                  </a:cubicBezTo>
                  <a:cubicBezTo>
                    <a:pt x="215533" y="504419"/>
                    <a:pt x="211035" y="504502"/>
                    <a:pt x="206618" y="504585"/>
                  </a:cubicBezTo>
                  <a:lnTo>
                    <a:pt x="206618" y="504585"/>
                  </a:lnTo>
                  <a:close/>
                  <a:moveTo>
                    <a:pt x="169954" y="504835"/>
                  </a:moveTo>
                  <a:cubicBezTo>
                    <a:pt x="182286" y="488420"/>
                    <a:pt x="193785" y="471505"/>
                    <a:pt x="205034" y="454256"/>
                  </a:cubicBezTo>
                  <a:cubicBezTo>
                    <a:pt x="221033" y="429592"/>
                    <a:pt x="238698" y="406011"/>
                    <a:pt x="254781" y="381513"/>
                  </a:cubicBezTo>
                  <a:cubicBezTo>
                    <a:pt x="271862" y="355349"/>
                    <a:pt x="290944" y="330434"/>
                    <a:pt x="308609" y="304770"/>
                  </a:cubicBezTo>
                  <a:cubicBezTo>
                    <a:pt x="323107" y="283605"/>
                    <a:pt x="335606" y="261357"/>
                    <a:pt x="349105" y="239776"/>
                  </a:cubicBezTo>
                  <a:cubicBezTo>
                    <a:pt x="349855" y="239776"/>
                    <a:pt x="350522" y="239776"/>
                    <a:pt x="351272" y="239776"/>
                  </a:cubicBezTo>
                  <a:cubicBezTo>
                    <a:pt x="368354" y="239776"/>
                    <a:pt x="385019" y="238609"/>
                    <a:pt x="401517" y="236276"/>
                  </a:cubicBezTo>
                  <a:cubicBezTo>
                    <a:pt x="400267" y="237942"/>
                    <a:pt x="399100" y="239526"/>
                    <a:pt x="398017" y="241026"/>
                  </a:cubicBezTo>
                  <a:cubicBezTo>
                    <a:pt x="387768" y="254858"/>
                    <a:pt x="377519" y="268773"/>
                    <a:pt x="367686" y="282939"/>
                  </a:cubicBezTo>
                  <a:cubicBezTo>
                    <a:pt x="348855" y="310103"/>
                    <a:pt x="329107" y="336684"/>
                    <a:pt x="308942" y="362765"/>
                  </a:cubicBezTo>
                  <a:cubicBezTo>
                    <a:pt x="288194" y="389679"/>
                    <a:pt x="266862" y="416343"/>
                    <a:pt x="245365" y="442591"/>
                  </a:cubicBezTo>
                  <a:cubicBezTo>
                    <a:pt x="228865" y="462756"/>
                    <a:pt x="214118" y="484254"/>
                    <a:pt x="198119" y="504752"/>
                  </a:cubicBezTo>
                  <a:cubicBezTo>
                    <a:pt x="191036" y="504752"/>
                    <a:pt x="183954" y="504752"/>
                    <a:pt x="176870" y="504919"/>
                  </a:cubicBezTo>
                  <a:cubicBezTo>
                    <a:pt x="174454" y="504835"/>
                    <a:pt x="172204" y="504835"/>
                    <a:pt x="169954" y="504835"/>
                  </a:cubicBezTo>
                  <a:lnTo>
                    <a:pt x="169954" y="504835"/>
                  </a:lnTo>
                  <a:close/>
                  <a:moveTo>
                    <a:pt x="124042" y="504002"/>
                  </a:moveTo>
                  <a:cubicBezTo>
                    <a:pt x="127458" y="499253"/>
                    <a:pt x="130458" y="493836"/>
                    <a:pt x="133374" y="489337"/>
                  </a:cubicBezTo>
                  <a:cubicBezTo>
                    <a:pt x="142540" y="475255"/>
                    <a:pt x="152289" y="461922"/>
                    <a:pt x="162371" y="448507"/>
                  </a:cubicBezTo>
                  <a:cubicBezTo>
                    <a:pt x="178621" y="427009"/>
                    <a:pt x="193952" y="405011"/>
                    <a:pt x="207284" y="381597"/>
                  </a:cubicBezTo>
                  <a:cubicBezTo>
                    <a:pt x="234282" y="333850"/>
                    <a:pt x="267612" y="287605"/>
                    <a:pt x="288527" y="236609"/>
                  </a:cubicBezTo>
                  <a:cubicBezTo>
                    <a:pt x="293776" y="237776"/>
                    <a:pt x="299443" y="237859"/>
                    <a:pt x="305442" y="237776"/>
                  </a:cubicBezTo>
                  <a:cubicBezTo>
                    <a:pt x="317941" y="237609"/>
                    <a:pt x="330357" y="238943"/>
                    <a:pt x="342772" y="239443"/>
                  </a:cubicBezTo>
                  <a:cubicBezTo>
                    <a:pt x="327023" y="256691"/>
                    <a:pt x="316774" y="279605"/>
                    <a:pt x="303609" y="298687"/>
                  </a:cubicBezTo>
                  <a:cubicBezTo>
                    <a:pt x="286360" y="323685"/>
                    <a:pt x="267612" y="347683"/>
                    <a:pt x="250364" y="372597"/>
                  </a:cubicBezTo>
                  <a:cubicBezTo>
                    <a:pt x="233032" y="397845"/>
                    <a:pt x="214534" y="422260"/>
                    <a:pt x="198119" y="448007"/>
                  </a:cubicBezTo>
                  <a:cubicBezTo>
                    <a:pt x="185953" y="467172"/>
                    <a:pt x="173538" y="486170"/>
                    <a:pt x="160455" y="504752"/>
                  </a:cubicBezTo>
                  <a:cubicBezTo>
                    <a:pt x="150290" y="504585"/>
                    <a:pt x="140124" y="504085"/>
                    <a:pt x="129875" y="503919"/>
                  </a:cubicBezTo>
                  <a:cubicBezTo>
                    <a:pt x="127792" y="503919"/>
                    <a:pt x="125875" y="504002"/>
                    <a:pt x="124042" y="504002"/>
                  </a:cubicBezTo>
                  <a:lnTo>
                    <a:pt x="124042" y="504002"/>
                  </a:lnTo>
                  <a:close/>
                  <a:moveTo>
                    <a:pt x="128958" y="420426"/>
                  </a:moveTo>
                  <a:cubicBezTo>
                    <a:pt x="137207" y="406761"/>
                    <a:pt x="144207" y="392262"/>
                    <a:pt x="152206" y="378514"/>
                  </a:cubicBezTo>
                  <a:cubicBezTo>
                    <a:pt x="159789" y="365348"/>
                    <a:pt x="168788" y="353099"/>
                    <a:pt x="176454" y="339934"/>
                  </a:cubicBezTo>
                  <a:cubicBezTo>
                    <a:pt x="190869" y="315019"/>
                    <a:pt x="205284" y="290271"/>
                    <a:pt x="220033" y="265607"/>
                  </a:cubicBezTo>
                  <a:cubicBezTo>
                    <a:pt x="231699" y="246192"/>
                    <a:pt x="245448" y="227194"/>
                    <a:pt x="254447" y="206195"/>
                  </a:cubicBezTo>
                  <a:cubicBezTo>
                    <a:pt x="260363" y="214028"/>
                    <a:pt x="266280" y="221944"/>
                    <a:pt x="273362" y="228610"/>
                  </a:cubicBezTo>
                  <a:cubicBezTo>
                    <a:pt x="276362" y="231443"/>
                    <a:pt x="279445" y="233360"/>
                    <a:pt x="282695" y="234776"/>
                  </a:cubicBezTo>
                  <a:cubicBezTo>
                    <a:pt x="251947" y="276939"/>
                    <a:pt x="226533" y="323685"/>
                    <a:pt x="199952" y="368431"/>
                  </a:cubicBezTo>
                  <a:cubicBezTo>
                    <a:pt x="186203" y="391595"/>
                    <a:pt x="172288" y="414593"/>
                    <a:pt x="156706" y="436508"/>
                  </a:cubicBezTo>
                  <a:cubicBezTo>
                    <a:pt x="147623" y="449257"/>
                    <a:pt x="138124" y="461673"/>
                    <a:pt x="129625" y="474755"/>
                  </a:cubicBezTo>
                  <a:cubicBezTo>
                    <a:pt x="124626" y="482504"/>
                    <a:pt x="119459" y="494836"/>
                    <a:pt x="112127" y="501085"/>
                  </a:cubicBezTo>
                  <a:cubicBezTo>
                    <a:pt x="111877" y="500919"/>
                    <a:pt x="111626" y="500836"/>
                    <a:pt x="111376" y="500586"/>
                  </a:cubicBezTo>
                  <a:cubicBezTo>
                    <a:pt x="106210" y="496836"/>
                    <a:pt x="101711" y="491003"/>
                    <a:pt x="97211" y="486503"/>
                  </a:cubicBezTo>
                  <a:cubicBezTo>
                    <a:pt x="96295" y="485587"/>
                    <a:pt x="95378" y="484671"/>
                    <a:pt x="94462" y="483754"/>
                  </a:cubicBezTo>
                  <a:cubicBezTo>
                    <a:pt x="100628" y="476255"/>
                    <a:pt x="103877" y="465172"/>
                    <a:pt x="108627" y="457090"/>
                  </a:cubicBezTo>
                  <a:cubicBezTo>
                    <a:pt x="115626" y="445091"/>
                    <a:pt x="121708" y="432425"/>
                    <a:pt x="128958" y="420426"/>
                  </a:cubicBezTo>
                  <a:lnTo>
                    <a:pt x="128958" y="420426"/>
                  </a:lnTo>
                  <a:close/>
                  <a:moveTo>
                    <a:pt x="129125" y="304686"/>
                  </a:moveTo>
                  <a:cubicBezTo>
                    <a:pt x="154706" y="253608"/>
                    <a:pt x="176621" y="200446"/>
                    <a:pt x="203285" y="149867"/>
                  </a:cubicBezTo>
                  <a:cubicBezTo>
                    <a:pt x="205868" y="152700"/>
                    <a:pt x="208534" y="155534"/>
                    <a:pt x="211118" y="158366"/>
                  </a:cubicBezTo>
                  <a:cubicBezTo>
                    <a:pt x="222200" y="170032"/>
                    <a:pt x="233699" y="181448"/>
                    <a:pt x="244281" y="193613"/>
                  </a:cubicBezTo>
                  <a:cubicBezTo>
                    <a:pt x="246031" y="195613"/>
                    <a:pt x="247697" y="197696"/>
                    <a:pt x="249364" y="199780"/>
                  </a:cubicBezTo>
                  <a:cubicBezTo>
                    <a:pt x="242614" y="209279"/>
                    <a:pt x="237281" y="219861"/>
                    <a:pt x="231699" y="230027"/>
                  </a:cubicBezTo>
                  <a:cubicBezTo>
                    <a:pt x="225283" y="241526"/>
                    <a:pt x="217700" y="252108"/>
                    <a:pt x="211118" y="263441"/>
                  </a:cubicBezTo>
                  <a:cubicBezTo>
                    <a:pt x="197035" y="287688"/>
                    <a:pt x="183453" y="312019"/>
                    <a:pt x="169788" y="336434"/>
                  </a:cubicBezTo>
                  <a:cubicBezTo>
                    <a:pt x="161955" y="350516"/>
                    <a:pt x="152623" y="363848"/>
                    <a:pt x="144873" y="378014"/>
                  </a:cubicBezTo>
                  <a:cubicBezTo>
                    <a:pt x="137290" y="391929"/>
                    <a:pt x="130291" y="406177"/>
                    <a:pt x="121625" y="419510"/>
                  </a:cubicBezTo>
                  <a:cubicBezTo>
                    <a:pt x="113960" y="431425"/>
                    <a:pt x="106794" y="443674"/>
                    <a:pt x="99044" y="455506"/>
                  </a:cubicBezTo>
                  <a:cubicBezTo>
                    <a:pt x="94711" y="462006"/>
                    <a:pt x="89962" y="468922"/>
                    <a:pt x="86462" y="476255"/>
                  </a:cubicBezTo>
                  <a:cubicBezTo>
                    <a:pt x="76463" y="466422"/>
                    <a:pt x="66298" y="456756"/>
                    <a:pt x="56131" y="447090"/>
                  </a:cubicBezTo>
                  <a:cubicBezTo>
                    <a:pt x="60381" y="436842"/>
                    <a:pt x="66797" y="427009"/>
                    <a:pt x="71380" y="417010"/>
                  </a:cubicBezTo>
                  <a:cubicBezTo>
                    <a:pt x="77380" y="403761"/>
                    <a:pt x="83546" y="390679"/>
                    <a:pt x="90295" y="377680"/>
                  </a:cubicBezTo>
                  <a:cubicBezTo>
                    <a:pt x="103044" y="353182"/>
                    <a:pt x="116709" y="329434"/>
                    <a:pt x="129125" y="304686"/>
                  </a:cubicBezTo>
                  <a:lnTo>
                    <a:pt x="129125" y="304686"/>
                  </a:lnTo>
                  <a:close/>
                  <a:moveTo>
                    <a:pt x="151206" y="89623"/>
                  </a:moveTo>
                  <a:cubicBezTo>
                    <a:pt x="167205" y="107787"/>
                    <a:pt x="182370" y="126619"/>
                    <a:pt x="198536" y="144701"/>
                  </a:cubicBezTo>
                  <a:cubicBezTo>
                    <a:pt x="168538" y="195780"/>
                    <a:pt x="143540" y="250108"/>
                    <a:pt x="117126" y="303103"/>
                  </a:cubicBezTo>
                  <a:cubicBezTo>
                    <a:pt x="104127" y="329101"/>
                    <a:pt x="89212" y="354349"/>
                    <a:pt x="77046" y="380597"/>
                  </a:cubicBezTo>
                  <a:cubicBezTo>
                    <a:pt x="71380" y="392845"/>
                    <a:pt x="66214" y="405261"/>
                    <a:pt x="60548" y="417510"/>
                  </a:cubicBezTo>
                  <a:cubicBezTo>
                    <a:pt x="57048" y="425092"/>
                    <a:pt x="52632" y="432925"/>
                    <a:pt x="49798" y="441008"/>
                  </a:cubicBezTo>
                  <a:cubicBezTo>
                    <a:pt x="42716" y="434258"/>
                    <a:pt x="35550" y="427509"/>
                    <a:pt x="28467" y="420759"/>
                  </a:cubicBezTo>
                  <a:cubicBezTo>
                    <a:pt x="25468" y="417926"/>
                    <a:pt x="21385" y="415177"/>
                    <a:pt x="19135" y="411844"/>
                  </a:cubicBezTo>
                  <a:cubicBezTo>
                    <a:pt x="18885" y="411427"/>
                    <a:pt x="18634" y="411177"/>
                    <a:pt x="18385" y="410927"/>
                  </a:cubicBezTo>
                  <a:cubicBezTo>
                    <a:pt x="18551" y="410677"/>
                    <a:pt x="18718" y="410344"/>
                    <a:pt x="18801" y="409927"/>
                  </a:cubicBezTo>
                  <a:cubicBezTo>
                    <a:pt x="20385" y="404594"/>
                    <a:pt x="23801" y="398595"/>
                    <a:pt x="26217" y="393512"/>
                  </a:cubicBezTo>
                  <a:cubicBezTo>
                    <a:pt x="33383" y="379013"/>
                    <a:pt x="40883" y="364681"/>
                    <a:pt x="48299" y="350266"/>
                  </a:cubicBezTo>
                  <a:cubicBezTo>
                    <a:pt x="63048" y="321935"/>
                    <a:pt x="76046" y="293354"/>
                    <a:pt x="88295" y="263941"/>
                  </a:cubicBezTo>
                  <a:cubicBezTo>
                    <a:pt x="100378" y="235026"/>
                    <a:pt x="112960" y="206362"/>
                    <a:pt x="123209" y="176782"/>
                  </a:cubicBezTo>
                  <a:cubicBezTo>
                    <a:pt x="128542" y="161283"/>
                    <a:pt x="133458" y="145618"/>
                    <a:pt x="138374" y="129952"/>
                  </a:cubicBezTo>
                  <a:cubicBezTo>
                    <a:pt x="140041" y="124619"/>
                    <a:pt x="145706" y="97872"/>
                    <a:pt x="151206" y="89623"/>
                  </a:cubicBezTo>
                  <a:lnTo>
                    <a:pt x="151206" y="89623"/>
                  </a:lnTo>
                  <a:close/>
                </a:path>
              </a:pathLst>
            </a:custGeom>
            <a:grpFill/>
            <a:ln w="8332" cap="flat">
              <a:noFill/>
              <a:prstDash val="solid"/>
              <a:miter/>
            </a:ln>
          </p:spPr>
          <p:txBody>
            <a:bodyPr rtlCol="0" anchor="ctr"/>
            <a:lstStyle/>
            <a:p>
              <a:endParaRPr lang="en-US"/>
            </a:p>
          </p:txBody>
        </p:sp>
        <p:sp>
          <p:nvSpPr>
            <p:cNvPr id="2118" name="Freeform: Shape 2117"/>
            <p:cNvSpPr/>
            <p:nvPr/>
          </p:nvSpPr>
          <p:spPr>
            <a:xfrm>
              <a:off x="9072708" y="1077364"/>
              <a:ext cx="409331" cy="323912"/>
            </a:xfrm>
            <a:custGeom>
              <a:avLst/>
              <a:gdLst>
                <a:gd name="connsiteX0" fmla="*/ 401959 w 409331"/>
                <a:gd name="connsiteY0" fmla="*/ 150119 h 323912"/>
                <a:gd name="connsiteX1" fmla="*/ 403208 w 409331"/>
                <a:gd name="connsiteY1" fmla="*/ 124872 h 323912"/>
                <a:gd name="connsiteX2" fmla="*/ 316800 w 409331"/>
                <a:gd name="connsiteY2" fmla="*/ 9632 h 323912"/>
                <a:gd name="connsiteX3" fmla="*/ 246306 w 409331"/>
                <a:gd name="connsiteY3" fmla="*/ 800 h 323912"/>
                <a:gd name="connsiteX4" fmla="*/ 142066 w 409331"/>
                <a:gd name="connsiteY4" fmla="*/ 19464 h 323912"/>
                <a:gd name="connsiteX5" fmla="*/ 26910 w 409331"/>
                <a:gd name="connsiteY5" fmla="*/ 93541 h 323912"/>
                <a:gd name="connsiteX6" fmla="*/ 996 w 409331"/>
                <a:gd name="connsiteY6" fmla="*/ 148036 h 323912"/>
                <a:gd name="connsiteX7" fmla="*/ 9744 w 409331"/>
                <a:gd name="connsiteY7" fmla="*/ 208031 h 323912"/>
                <a:gd name="connsiteX8" fmla="*/ 25660 w 409331"/>
                <a:gd name="connsiteY8" fmla="*/ 261276 h 323912"/>
                <a:gd name="connsiteX9" fmla="*/ 77488 w 409331"/>
                <a:gd name="connsiteY9" fmla="*/ 301856 h 323912"/>
                <a:gd name="connsiteX10" fmla="*/ 236141 w 409331"/>
                <a:gd name="connsiteY10" fmla="*/ 322354 h 323912"/>
                <a:gd name="connsiteX11" fmla="*/ 370712 w 409331"/>
                <a:gd name="connsiteY11" fmla="*/ 267525 h 323912"/>
                <a:gd name="connsiteX12" fmla="*/ 401959 w 409331"/>
                <a:gd name="connsiteY12" fmla="*/ 150119 h 323912"/>
                <a:gd name="connsiteX13" fmla="*/ 401959 w 409331"/>
                <a:gd name="connsiteY13" fmla="*/ 150119 h 323912"/>
                <a:gd name="connsiteX14" fmla="*/ 29743 w 409331"/>
                <a:gd name="connsiteY14" fmla="*/ 114456 h 323912"/>
                <a:gd name="connsiteX15" fmla="*/ 140566 w 409331"/>
                <a:gd name="connsiteY15" fmla="*/ 33213 h 323912"/>
                <a:gd name="connsiteX16" fmla="*/ 162231 w 409331"/>
                <a:gd name="connsiteY16" fmla="*/ 26131 h 323912"/>
                <a:gd name="connsiteX17" fmla="*/ 224141 w 409331"/>
                <a:gd name="connsiteY17" fmla="*/ 15882 h 323912"/>
                <a:gd name="connsiteX18" fmla="*/ 291718 w 409331"/>
                <a:gd name="connsiteY18" fmla="*/ 14298 h 323912"/>
                <a:gd name="connsiteX19" fmla="*/ 387710 w 409331"/>
                <a:gd name="connsiteY19" fmla="*/ 100124 h 323912"/>
                <a:gd name="connsiteX20" fmla="*/ 390960 w 409331"/>
                <a:gd name="connsiteY20" fmla="*/ 143287 h 323912"/>
                <a:gd name="connsiteX21" fmla="*/ 388877 w 409331"/>
                <a:gd name="connsiteY21" fmla="*/ 151036 h 323912"/>
                <a:gd name="connsiteX22" fmla="*/ 384211 w 409331"/>
                <a:gd name="connsiteY22" fmla="*/ 161202 h 323912"/>
                <a:gd name="connsiteX23" fmla="*/ 356130 w 409331"/>
                <a:gd name="connsiteY23" fmla="*/ 176117 h 323912"/>
                <a:gd name="connsiteX24" fmla="*/ 342631 w 409331"/>
                <a:gd name="connsiteY24" fmla="*/ 179950 h 323912"/>
                <a:gd name="connsiteX25" fmla="*/ 318383 w 409331"/>
                <a:gd name="connsiteY25" fmla="*/ 221113 h 323912"/>
                <a:gd name="connsiteX26" fmla="*/ 282803 w 409331"/>
                <a:gd name="connsiteY26" fmla="*/ 228112 h 323912"/>
                <a:gd name="connsiteX27" fmla="*/ 265388 w 409331"/>
                <a:gd name="connsiteY27" fmla="*/ 225029 h 323912"/>
                <a:gd name="connsiteX28" fmla="*/ 236807 w 409331"/>
                <a:gd name="connsiteY28" fmla="*/ 255527 h 323912"/>
                <a:gd name="connsiteX29" fmla="*/ 207227 w 409331"/>
                <a:gd name="connsiteY29" fmla="*/ 268859 h 323912"/>
                <a:gd name="connsiteX30" fmla="*/ 183229 w 409331"/>
                <a:gd name="connsiteY30" fmla="*/ 241611 h 323912"/>
                <a:gd name="connsiteX31" fmla="*/ 163730 w 409331"/>
                <a:gd name="connsiteY31" fmla="*/ 224279 h 323912"/>
                <a:gd name="connsiteX32" fmla="*/ 135733 w 409331"/>
                <a:gd name="connsiteY32" fmla="*/ 249361 h 323912"/>
                <a:gd name="connsiteX33" fmla="*/ 92320 w 409331"/>
                <a:gd name="connsiteY33" fmla="*/ 223279 h 323912"/>
                <a:gd name="connsiteX34" fmla="*/ 71572 w 409331"/>
                <a:gd name="connsiteY34" fmla="*/ 206698 h 323912"/>
                <a:gd name="connsiteX35" fmla="*/ 39242 w 409331"/>
                <a:gd name="connsiteY35" fmla="*/ 210781 h 323912"/>
                <a:gd name="connsiteX36" fmla="*/ 16743 w 409331"/>
                <a:gd name="connsiteY36" fmla="*/ 184283 h 323912"/>
                <a:gd name="connsiteX37" fmla="*/ 29743 w 409331"/>
                <a:gd name="connsiteY37" fmla="*/ 114456 h 323912"/>
                <a:gd name="connsiteX38" fmla="*/ 29743 w 409331"/>
                <a:gd name="connsiteY38" fmla="*/ 114456 h 323912"/>
                <a:gd name="connsiteX39" fmla="*/ 348130 w 409331"/>
                <a:gd name="connsiteY39" fmla="*/ 267692 h 323912"/>
                <a:gd name="connsiteX40" fmla="*/ 225475 w 409331"/>
                <a:gd name="connsiteY40" fmla="*/ 309522 h 323912"/>
                <a:gd name="connsiteX41" fmla="*/ 96986 w 409331"/>
                <a:gd name="connsiteY41" fmla="*/ 296523 h 323912"/>
                <a:gd name="connsiteX42" fmla="*/ 40242 w 409331"/>
                <a:gd name="connsiteY42" fmla="*/ 261026 h 323912"/>
                <a:gd name="connsiteX43" fmla="*/ 17494 w 409331"/>
                <a:gd name="connsiteY43" fmla="*/ 216447 h 323912"/>
                <a:gd name="connsiteX44" fmla="*/ 63906 w 409331"/>
                <a:gd name="connsiteY44" fmla="*/ 222613 h 323912"/>
                <a:gd name="connsiteX45" fmla="*/ 80237 w 409331"/>
                <a:gd name="connsiteY45" fmla="*/ 223779 h 323912"/>
                <a:gd name="connsiteX46" fmla="*/ 83821 w 409331"/>
                <a:gd name="connsiteY46" fmla="*/ 235278 h 323912"/>
                <a:gd name="connsiteX47" fmla="*/ 97570 w 409331"/>
                <a:gd name="connsiteY47" fmla="*/ 256777 h 323912"/>
                <a:gd name="connsiteX48" fmla="*/ 138566 w 409331"/>
                <a:gd name="connsiteY48" fmla="*/ 258526 h 323912"/>
                <a:gd name="connsiteX49" fmla="*/ 152898 w 409331"/>
                <a:gd name="connsiteY49" fmla="*/ 243778 h 323912"/>
                <a:gd name="connsiteX50" fmla="*/ 171896 w 409331"/>
                <a:gd name="connsiteY50" fmla="*/ 237278 h 323912"/>
                <a:gd name="connsiteX51" fmla="*/ 178396 w 409331"/>
                <a:gd name="connsiteY51" fmla="*/ 253360 h 323912"/>
                <a:gd name="connsiteX52" fmla="*/ 211642 w 409331"/>
                <a:gd name="connsiteY52" fmla="*/ 282274 h 323912"/>
                <a:gd name="connsiteX53" fmla="*/ 257805 w 409331"/>
                <a:gd name="connsiteY53" fmla="*/ 253943 h 323912"/>
                <a:gd name="connsiteX54" fmla="*/ 267305 w 409331"/>
                <a:gd name="connsiteY54" fmla="*/ 240945 h 323912"/>
                <a:gd name="connsiteX55" fmla="*/ 278970 w 409331"/>
                <a:gd name="connsiteY55" fmla="*/ 241361 h 323912"/>
                <a:gd name="connsiteX56" fmla="*/ 308634 w 409331"/>
                <a:gd name="connsiteY56" fmla="*/ 245028 h 323912"/>
                <a:gd name="connsiteX57" fmla="*/ 341048 w 409331"/>
                <a:gd name="connsiteY57" fmla="*/ 207114 h 323912"/>
                <a:gd name="connsiteX58" fmla="*/ 355880 w 409331"/>
                <a:gd name="connsiteY58" fmla="*/ 187283 h 323912"/>
                <a:gd name="connsiteX59" fmla="*/ 368462 w 409331"/>
                <a:gd name="connsiteY59" fmla="*/ 186283 h 323912"/>
                <a:gd name="connsiteX60" fmla="*/ 389793 w 409331"/>
                <a:gd name="connsiteY60" fmla="*/ 173784 h 323912"/>
                <a:gd name="connsiteX61" fmla="*/ 394210 w 409331"/>
                <a:gd name="connsiteY61" fmla="*/ 168034 h 323912"/>
                <a:gd name="connsiteX62" fmla="*/ 389793 w 409331"/>
                <a:gd name="connsiteY62" fmla="*/ 214697 h 323912"/>
                <a:gd name="connsiteX63" fmla="*/ 348130 w 409331"/>
                <a:gd name="connsiteY63" fmla="*/ 267692 h 323912"/>
                <a:gd name="connsiteX64" fmla="*/ 348130 w 409331"/>
                <a:gd name="connsiteY64" fmla="*/ 267692 h 323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409331" h="323912">
                  <a:moveTo>
                    <a:pt x="401959" y="150119"/>
                  </a:moveTo>
                  <a:cubicBezTo>
                    <a:pt x="403876" y="141870"/>
                    <a:pt x="404126" y="133121"/>
                    <a:pt x="403208" y="124872"/>
                  </a:cubicBezTo>
                  <a:cubicBezTo>
                    <a:pt x="397877" y="77876"/>
                    <a:pt x="360297" y="28130"/>
                    <a:pt x="316800" y="9632"/>
                  </a:cubicBezTo>
                  <a:cubicBezTo>
                    <a:pt x="295052" y="383"/>
                    <a:pt x="270805" y="-1284"/>
                    <a:pt x="246306" y="800"/>
                  </a:cubicBezTo>
                  <a:cubicBezTo>
                    <a:pt x="210976" y="1633"/>
                    <a:pt x="175062" y="9382"/>
                    <a:pt x="142066" y="19464"/>
                  </a:cubicBezTo>
                  <a:cubicBezTo>
                    <a:pt x="97737" y="33047"/>
                    <a:pt x="56573" y="57294"/>
                    <a:pt x="26910" y="93541"/>
                  </a:cubicBezTo>
                  <a:cubicBezTo>
                    <a:pt x="13994" y="109373"/>
                    <a:pt x="2995" y="127288"/>
                    <a:pt x="996" y="148036"/>
                  </a:cubicBezTo>
                  <a:cubicBezTo>
                    <a:pt x="-755" y="166368"/>
                    <a:pt x="-1421" y="191866"/>
                    <a:pt x="9744" y="208031"/>
                  </a:cubicBezTo>
                  <a:cubicBezTo>
                    <a:pt x="10328" y="226696"/>
                    <a:pt x="14244" y="247194"/>
                    <a:pt x="25660" y="261276"/>
                  </a:cubicBezTo>
                  <a:cubicBezTo>
                    <a:pt x="39158" y="278024"/>
                    <a:pt x="57823" y="293107"/>
                    <a:pt x="77488" y="301856"/>
                  </a:cubicBezTo>
                  <a:cubicBezTo>
                    <a:pt x="125400" y="323187"/>
                    <a:pt x="184478" y="326520"/>
                    <a:pt x="236141" y="322354"/>
                  </a:cubicBezTo>
                  <a:cubicBezTo>
                    <a:pt x="284719" y="318438"/>
                    <a:pt x="333548" y="299606"/>
                    <a:pt x="370712" y="267525"/>
                  </a:cubicBezTo>
                  <a:cubicBezTo>
                    <a:pt x="401959" y="240778"/>
                    <a:pt x="420458" y="189116"/>
                    <a:pt x="401959" y="150119"/>
                  </a:cubicBezTo>
                  <a:lnTo>
                    <a:pt x="401959" y="150119"/>
                  </a:lnTo>
                  <a:close/>
                  <a:moveTo>
                    <a:pt x="29743" y="114456"/>
                  </a:moveTo>
                  <a:cubicBezTo>
                    <a:pt x="55323" y="75626"/>
                    <a:pt x="97153" y="48212"/>
                    <a:pt x="140566" y="33213"/>
                  </a:cubicBezTo>
                  <a:cubicBezTo>
                    <a:pt x="147649" y="30797"/>
                    <a:pt x="154898" y="28380"/>
                    <a:pt x="162231" y="26131"/>
                  </a:cubicBezTo>
                  <a:cubicBezTo>
                    <a:pt x="182729" y="21881"/>
                    <a:pt x="203310" y="18048"/>
                    <a:pt x="224141" y="15882"/>
                  </a:cubicBezTo>
                  <a:cubicBezTo>
                    <a:pt x="245723" y="13632"/>
                    <a:pt x="270221" y="10049"/>
                    <a:pt x="291718" y="14298"/>
                  </a:cubicBezTo>
                  <a:cubicBezTo>
                    <a:pt x="333548" y="22631"/>
                    <a:pt x="374545" y="59878"/>
                    <a:pt x="387710" y="100124"/>
                  </a:cubicBezTo>
                  <a:cubicBezTo>
                    <a:pt x="391960" y="113289"/>
                    <a:pt x="393793" y="128955"/>
                    <a:pt x="390960" y="143287"/>
                  </a:cubicBezTo>
                  <a:cubicBezTo>
                    <a:pt x="388626" y="144870"/>
                    <a:pt x="387294" y="147870"/>
                    <a:pt x="388877" y="151036"/>
                  </a:cubicBezTo>
                  <a:cubicBezTo>
                    <a:pt x="387710" y="154619"/>
                    <a:pt x="386127" y="158035"/>
                    <a:pt x="384211" y="161202"/>
                  </a:cubicBezTo>
                  <a:cubicBezTo>
                    <a:pt x="377628" y="172201"/>
                    <a:pt x="368212" y="175200"/>
                    <a:pt x="356130" y="176117"/>
                  </a:cubicBezTo>
                  <a:cubicBezTo>
                    <a:pt x="350547" y="176534"/>
                    <a:pt x="347214" y="176034"/>
                    <a:pt x="342631" y="179950"/>
                  </a:cubicBezTo>
                  <a:cubicBezTo>
                    <a:pt x="330632" y="190199"/>
                    <a:pt x="327299" y="208448"/>
                    <a:pt x="318383" y="221113"/>
                  </a:cubicBezTo>
                  <a:cubicBezTo>
                    <a:pt x="309301" y="233945"/>
                    <a:pt x="296135" y="232695"/>
                    <a:pt x="282803" y="228112"/>
                  </a:cubicBezTo>
                  <a:cubicBezTo>
                    <a:pt x="276887" y="226113"/>
                    <a:pt x="271805" y="222863"/>
                    <a:pt x="265388" y="225029"/>
                  </a:cubicBezTo>
                  <a:cubicBezTo>
                    <a:pt x="252973" y="229196"/>
                    <a:pt x="245473" y="247027"/>
                    <a:pt x="236807" y="255527"/>
                  </a:cubicBezTo>
                  <a:cubicBezTo>
                    <a:pt x="229142" y="263026"/>
                    <a:pt x="218726" y="271608"/>
                    <a:pt x="207227" y="268859"/>
                  </a:cubicBezTo>
                  <a:cubicBezTo>
                    <a:pt x="193894" y="265692"/>
                    <a:pt x="188728" y="252444"/>
                    <a:pt x="183229" y="241611"/>
                  </a:cubicBezTo>
                  <a:cubicBezTo>
                    <a:pt x="179395" y="234112"/>
                    <a:pt x="173897" y="222946"/>
                    <a:pt x="163730" y="224279"/>
                  </a:cubicBezTo>
                  <a:cubicBezTo>
                    <a:pt x="151148" y="225946"/>
                    <a:pt x="145566" y="243028"/>
                    <a:pt x="135733" y="249361"/>
                  </a:cubicBezTo>
                  <a:cubicBezTo>
                    <a:pt x="112568" y="264526"/>
                    <a:pt x="98236" y="242944"/>
                    <a:pt x="92320" y="223279"/>
                  </a:cubicBezTo>
                  <a:cubicBezTo>
                    <a:pt x="89071" y="212530"/>
                    <a:pt x="83738" y="205281"/>
                    <a:pt x="71572" y="206698"/>
                  </a:cubicBezTo>
                  <a:cubicBezTo>
                    <a:pt x="59990" y="208114"/>
                    <a:pt x="51490" y="213780"/>
                    <a:pt x="39242" y="210781"/>
                  </a:cubicBezTo>
                  <a:cubicBezTo>
                    <a:pt x="25243" y="207448"/>
                    <a:pt x="19077" y="197782"/>
                    <a:pt x="16743" y="184283"/>
                  </a:cubicBezTo>
                  <a:cubicBezTo>
                    <a:pt x="12577" y="159702"/>
                    <a:pt x="15910" y="135371"/>
                    <a:pt x="29743" y="114456"/>
                  </a:cubicBezTo>
                  <a:lnTo>
                    <a:pt x="29743" y="114456"/>
                  </a:lnTo>
                  <a:close/>
                  <a:moveTo>
                    <a:pt x="348130" y="267692"/>
                  </a:moveTo>
                  <a:cubicBezTo>
                    <a:pt x="311967" y="292607"/>
                    <a:pt x="269721" y="308189"/>
                    <a:pt x="225475" y="309522"/>
                  </a:cubicBezTo>
                  <a:cubicBezTo>
                    <a:pt x="182146" y="310855"/>
                    <a:pt x="138649" y="309938"/>
                    <a:pt x="96986" y="296523"/>
                  </a:cubicBezTo>
                  <a:cubicBezTo>
                    <a:pt x="74739" y="289357"/>
                    <a:pt x="56823" y="277441"/>
                    <a:pt x="40242" y="261026"/>
                  </a:cubicBezTo>
                  <a:cubicBezTo>
                    <a:pt x="28159" y="249027"/>
                    <a:pt x="21243" y="233112"/>
                    <a:pt x="17494" y="216447"/>
                  </a:cubicBezTo>
                  <a:cubicBezTo>
                    <a:pt x="30409" y="226946"/>
                    <a:pt x="48157" y="228029"/>
                    <a:pt x="63906" y="222613"/>
                  </a:cubicBezTo>
                  <a:cubicBezTo>
                    <a:pt x="69822" y="220530"/>
                    <a:pt x="76238" y="218030"/>
                    <a:pt x="80237" y="223779"/>
                  </a:cubicBezTo>
                  <a:cubicBezTo>
                    <a:pt x="82321" y="226862"/>
                    <a:pt x="82404" y="231779"/>
                    <a:pt x="83821" y="235278"/>
                  </a:cubicBezTo>
                  <a:cubicBezTo>
                    <a:pt x="86821" y="242944"/>
                    <a:pt x="91571" y="251110"/>
                    <a:pt x="97570" y="256777"/>
                  </a:cubicBezTo>
                  <a:cubicBezTo>
                    <a:pt x="108902" y="267442"/>
                    <a:pt x="126067" y="266359"/>
                    <a:pt x="138566" y="258526"/>
                  </a:cubicBezTo>
                  <a:cubicBezTo>
                    <a:pt x="144566" y="254777"/>
                    <a:pt x="148732" y="249444"/>
                    <a:pt x="152898" y="243778"/>
                  </a:cubicBezTo>
                  <a:cubicBezTo>
                    <a:pt x="157648" y="237362"/>
                    <a:pt x="164064" y="230362"/>
                    <a:pt x="171896" y="237278"/>
                  </a:cubicBezTo>
                  <a:cubicBezTo>
                    <a:pt x="175396" y="240361"/>
                    <a:pt x="176563" y="249027"/>
                    <a:pt x="178396" y="253360"/>
                  </a:cubicBezTo>
                  <a:cubicBezTo>
                    <a:pt x="184478" y="267775"/>
                    <a:pt x="194894" y="280941"/>
                    <a:pt x="211642" y="282274"/>
                  </a:cubicBezTo>
                  <a:cubicBezTo>
                    <a:pt x="230142" y="283774"/>
                    <a:pt x="247390" y="267609"/>
                    <a:pt x="257805" y="253943"/>
                  </a:cubicBezTo>
                  <a:cubicBezTo>
                    <a:pt x="260805" y="249944"/>
                    <a:pt x="263222" y="243861"/>
                    <a:pt x="267305" y="240945"/>
                  </a:cubicBezTo>
                  <a:cubicBezTo>
                    <a:pt x="272054" y="237528"/>
                    <a:pt x="273888" y="239611"/>
                    <a:pt x="278970" y="241361"/>
                  </a:cubicBezTo>
                  <a:cubicBezTo>
                    <a:pt x="288303" y="244611"/>
                    <a:pt x="298802" y="247611"/>
                    <a:pt x="308634" y="245028"/>
                  </a:cubicBezTo>
                  <a:cubicBezTo>
                    <a:pt x="327215" y="240195"/>
                    <a:pt x="334132" y="223196"/>
                    <a:pt x="341048" y="207114"/>
                  </a:cubicBezTo>
                  <a:cubicBezTo>
                    <a:pt x="344214" y="199865"/>
                    <a:pt x="347297" y="189949"/>
                    <a:pt x="355880" y="187283"/>
                  </a:cubicBezTo>
                  <a:cubicBezTo>
                    <a:pt x="359629" y="186116"/>
                    <a:pt x="364546" y="187116"/>
                    <a:pt x="368462" y="186283"/>
                  </a:cubicBezTo>
                  <a:cubicBezTo>
                    <a:pt x="376795" y="184533"/>
                    <a:pt x="384044" y="180117"/>
                    <a:pt x="389793" y="173784"/>
                  </a:cubicBezTo>
                  <a:cubicBezTo>
                    <a:pt x="391460" y="171951"/>
                    <a:pt x="392876" y="170034"/>
                    <a:pt x="394210" y="168034"/>
                  </a:cubicBezTo>
                  <a:cubicBezTo>
                    <a:pt x="396793" y="183450"/>
                    <a:pt x="393793" y="199865"/>
                    <a:pt x="389793" y="214697"/>
                  </a:cubicBezTo>
                  <a:cubicBezTo>
                    <a:pt x="383961" y="237695"/>
                    <a:pt x="367379" y="254443"/>
                    <a:pt x="348130" y="267692"/>
                  </a:cubicBezTo>
                  <a:lnTo>
                    <a:pt x="348130" y="267692"/>
                  </a:lnTo>
                  <a:close/>
                </a:path>
              </a:pathLst>
            </a:custGeom>
            <a:grpFill/>
            <a:ln w="8332" cap="flat">
              <a:noFill/>
              <a:prstDash val="solid"/>
              <a:miter/>
            </a:ln>
          </p:spPr>
          <p:txBody>
            <a:bodyPr rtlCol="0" anchor="ctr"/>
            <a:lstStyle/>
            <a:p>
              <a:endParaRPr lang="en-US"/>
            </a:p>
          </p:txBody>
        </p:sp>
        <p:sp>
          <p:nvSpPr>
            <p:cNvPr id="2119" name="Freeform: Shape 2118"/>
            <p:cNvSpPr/>
            <p:nvPr/>
          </p:nvSpPr>
          <p:spPr>
            <a:xfrm>
              <a:off x="9196847" y="1150817"/>
              <a:ext cx="166786" cy="99988"/>
            </a:xfrm>
            <a:custGeom>
              <a:avLst/>
              <a:gdLst>
                <a:gd name="connsiteX0" fmla="*/ 166747 w 166786"/>
                <a:gd name="connsiteY0" fmla="*/ 38169 h 99988"/>
                <a:gd name="connsiteX1" fmla="*/ 144583 w 166786"/>
                <a:gd name="connsiteY1" fmla="*/ 16254 h 99988"/>
                <a:gd name="connsiteX2" fmla="*/ 142833 w 166786"/>
                <a:gd name="connsiteY2" fmla="*/ 22671 h 99988"/>
                <a:gd name="connsiteX3" fmla="*/ 154999 w 166786"/>
                <a:gd name="connsiteY3" fmla="*/ 50585 h 99988"/>
                <a:gd name="connsiteX4" fmla="*/ 151832 w 166786"/>
                <a:gd name="connsiteY4" fmla="*/ 49501 h 99988"/>
                <a:gd name="connsiteX5" fmla="*/ 112002 w 166786"/>
                <a:gd name="connsiteY5" fmla="*/ 33086 h 99988"/>
                <a:gd name="connsiteX6" fmla="*/ 94588 w 166786"/>
                <a:gd name="connsiteY6" fmla="*/ 39669 h 99988"/>
                <a:gd name="connsiteX7" fmla="*/ 66173 w 166786"/>
                <a:gd name="connsiteY7" fmla="*/ 46585 h 99988"/>
                <a:gd name="connsiteX8" fmla="*/ 13345 w 166786"/>
                <a:gd name="connsiteY8" fmla="*/ 69166 h 99988"/>
                <a:gd name="connsiteX9" fmla="*/ 15095 w 166786"/>
                <a:gd name="connsiteY9" fmla="*/ 54751 h 99988"/>
                <a:gd name="connsiteX10" fmla="*/ 41675 w 166786"/>
                <a:gd name="connsiteY10" fmla="*/ 30253 h 99988"/>
                <a:gd name="connsiteX11" fmla="*/ 118835 w 166786"/>
                <a:gd name="connsiteY11" fmla="*/ 3506 h 99988"/>
                <a:gd name="connsiteX12" fmla="*/ 118835 w 166786"/>
                <a:gd name="connsiteY12" fmla="*/ 6 h 99988"/>
                <a:gd name="connsiteX13" fmla="*/ 12678 w 166786"/>
                <a:gd name="connsiteY13" fmla="*/ 39419 h 99988"/>
                <a:gd name="connsiteX14" fmla="*/ 36342 w 166786"/>
                <a:gd name="connsiteY14" fmla="*/ 98414 h 99988"/>
                <a:gd name="connsiteX15" fmla="*/ 146333 w 166786"/>
                <a:gd name="connsiteY15" fmla="*/ 72166 h 99988"/>
                <a:gd name="connsiteX16" fmla="*/ 166747 w 166786"/>
                <a:gd name="connsiteY16" fmla="*/ 38169 h 99988"/>
                <a:gd name="connsiteX17" fmla="*/ 166747 w 166786"/>
                <a:gd name="connsiteY17" fmla="*/ 38169 h 99988"/>
                <a:gd name="connsiteX18" fmla="*/ 141417 w 166786"/>
                <a:gd name="connsiteY18" fmla="*/ 64167 h 99988"/>
                <a:gd name="connsiteX19" fmla="*/ 105336 w 166786"/>
                <a:gd name="connsiteY19" fmla="*/ 80832 h 99988"/>
                <a:gd name="connsiteX20" fmla="*/ 35176 w 166786"/>
                <a:gd name="connsiteY20" fmla="*/ 85665 h 99988"/>
                <a:gd name="connsiteX21" fmla="*/ 17094 w 166786"/>
                <a:gd name="connsiteY21" fmla="*/ 75832 h 99988"/>
                <a:gd name="connsiteX22" fmla="*/ 44925 w 166786"/>
                <a:gd name="connsiteY22" fmla="*/ 55667 h 99988"/>
                <a:gd name="connsiteX23" fmla="*/ 84254 w 166786"/>
                <a:gd name="connsiteY23" fmla="*/ 57584 h 99988"/>
                <a:gd name="connsiteX24" fmla="*/ 94753 w 166786"/>
                <a:gd name="connsiteY24" fmla="*/ 52501 h 99988"/>
                <a:gd name="connsiteX25" fmla="*/ 127501 w 166786"/>
                <a:gd name="connsiteY25" fmla="*/ 49168 h 99988"/>
                <a:gd name="connsiteX26" fmla="*/ 146749 w 166786"/>
                <a:gd name="connsiteY26" fmla="*/ 60084 h 99988"/>
                <a:gd name="connsiteX27" fmla="*/ 141417 w 166786"/>
                <a:gd name="connsiteY27" fmla="*/ 64167 h 99988"/>
                <a:gd name="connsiteX28" fmla="*/ 141417 w 166786"/>
                <a:gd name="connsiteY28" fmla="*/ 64167 h 99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66786" h="99988">
                  <a:moveTo>
                    <a:pt x="166747" y="38169"/>
                  </a:moveTo>
                  <a:cubicBezTo>
                    <a:pt x="165997" y="24087"/>
                    <a:pt x="156999" y="19587"/>
                    <a:pt x="144583" y="16254"/>
                  </a:cubicBezTo>
                  <a:cubicBezTo>
                    <a:pt x="140417" y="15171"/>
                    <a:pt x="138666" y="21587"/>
                    <a:pt x="142833" y="22671"/>
                  </a:cubicBezTo>
                  <a:cubicBezTo>
                    <a:pt x="161581" y="27753"/>
                    <a:pt x="161748" y="39919"/>
                    <a:pt x="154999" y="50585"/>
                  </a:cubicBezTo>
                  <a:cubicBezTo>
                    <a:pt x="154165" y="50001"/>
                    <a:pt x="153165" y="49585"/>
                    <a:pt x="151832" y="49501"/>
                  </a:cubicBezTo>
                  <a:cubicBezTo>
                    <a:pt x="136333" y="49001"/>
                    <a:pt x="127668" y="31920"/>
                    <a:pt x="112002" y="33086"/>
                  </a:cubicBezTo>
                  <a:cubicBezTo>
                    <a:pt x="105920" y="33503"/>
                    <a:pt x="99754" y="36752"/>
                    <a:pt x="94588" y="39669"/>
                  </a:cubicBezTo>
                  <a:cubicBezTo>
                    <a:pt x="84254" y="45502"/>
                    <a:pt x="79088" y="48585"/>
                    <a:pt x="66173" y="46585"/>
                  </a:cubicBezTo>
                  <a:cubicBezTo>
                    <a:pt x="45175" y="43335"/>
                    <a:pt x="23927" y="50835"/>
                    <a:pt x="13345" y="69166"/>
                  </a:cubicBezTo>
                  <a:cubicBezTo>
                    <a:pt x="11928" y="64917"/>
                    <a:pt x="12178" y="60084"/>
                    <a:pt x="15095" y="54751"/>
                  </a:cubicBezTo>
                  <a:cubicBezTo>
                    <a:pt x="20511" y="44919"/>
                    <a:pt x="32593" y="36503"/>
                    <a:pt x="41675" y="30253"/>
                  </a:cubicBezTo>
                  <a:cubicBezTo>
                    <a:pt x="64840" y="14505"/>
                    <a:pt x="91254" y="7005"/>
                    <a:pt x="118835" y="3506"/>
                  </a:cubicBezTo>
                  <a:cubicBezTo>
                    <a:pt x="121001" y="3256"/>
                    <a:pt x="121168" y="-161"/>
                    <a:pt x="118835" y="6"/>
                  </a:cubicBezTo>
                  <a:cubicBezTo>
                    <a:pt x="79422" y="2089"/>
                    <a:pt x="42509" y="12255"/>
                    <a:pt x="12678" y="39419"/>
                  </a:cubicBezTo>
                  <a:cubicBezTo>
                    <a:pt x="-13736" y="63417"/>
                    <a:pt x="4512" y="94164"/>
                    <a:pt x="36342" y="98414"/>
                  </a:cubicBezTo>
                  <a:cubicBezTo>
                    <a:pt x="75172" y="103747"/>
                    <a:pt x="114585" y="95664"/>
                    <a:pt x="146333" y="72166"/>
                  </a:cubicBezTo>
                  <a:cubicBezTo>
                    <a:pt x="157415" y="64083"/>
                    <a:pt x="167498" y="53001"/>
                    <a:pt x="166747" y="38169"/>
                  </a:cubicBezTo>
                  <a:lnTo>
                    <a:pt x="166747" y="38169"/>
                  </a:lnTo>
                  <a:close/>
                  <a:moveTo>
                    <a:pt x="141417" y="64167"/>
                  </a:moveTo>
                  <a:cubicBezTo>
                    <a:pt x="130334" y="71499"/>
                    <a:pt x="117918" y="76916"/>
                    <a:pt x="105336" y="80832"/>
                  </a:cubicBezTo>
                  <a:cubicBezTo>
                    <a:pt x="83588" y="87665"/>
                    <a:pt x="57757" y="90581"/>
                    <a:pt x="35176" y="85665"/>
                  </a:cubicBezTo>
                  <a:cubicBezTo>
                    <a:pt x="28426" y="84165"/>
                    <a:pt x="21511" y="80749"/>
                    <a:pt x="17094" y="75832"/>
                  </a:cubicBezTo>
                  <a:cubicBezTo>
                    <a:pt x="24427" y="67166"/>
                    <a:pt x="33926" y="58584"/>
                    <a:pt x="44925" y="55667"/>
                  </a:cubicBezTo>
                  <a:cubicBezTo>
                    <a:pt x="58257" y="52085"/>
                    <a:pt x="71006" y="60750"/>
                    <a:pt x="84254" y="57584"/>
                  </a:cubicBezTo>
                  <a:cubicBezTo>
                    <a:pt x="88421" y="56584"/>
                    <a:pt x="91171" y="54751"/>
                    <a:pt x="94753" y="52501"/>
                  </a:cubicBezTo>
                  <a:cubicBezTo>
                    <a:pt x="106336" y="45335"/>
                    <a:pt x="113835" y="41335"/>
                    <a:pt x="127501" y="49168"/>
                  </a:cubicBezTo>
                  <a:cubicBezTo>
                    <a:pt x="135834" y="53918"/>
                    <a:pt x="138583" y="59501"/>
                    <a:pt x="146749" y="60084"/>
                  </a:cubicBezTo>
                  <a:cubicBezTo>
                    <a:pt x="145083" y="61584"/>
                    <a:pt x="143250" y="62917"/>
                    <a:pt x="141417" y="64167"/>
                  </a:cubicBezTo>
                  <a:lnTo>
                    <a:pt x="141417" y="64167"/>
                  </a:lnTo>
                  <a:close/>
                </a:path>
              </a:pathLst>
            </a:custGeom>
            <a:grpFill/>
            <a:ln w="8332" cap="flat">
              <a:noFill/>
              <a:prstDash val="solid"/>
              <a:miter/>
            </a:ln>
          </p:spPr>
          <p:txBody>
            <a:bodyPr rtlCol="0" anchor="ctr"/>
            <a:lstStyle/>
            <a:p>
              <a:endParaRPr lang="en-US"/>
            </a:p>
          </p:txBody>
        </p:sp>
        <p:sp>
          <p:nvSpPr>
            <p:cNvPr id="2120" name="Freeform: Shape 2119"/>
            <p:cNvSpPr/>
            <p:nvPr/>
          </p:nvSpPr>
          <p:spPr>
            <a:xfrm>
              <a:off x="6665009" y="2598976"/>
              <a:ext cx="409317" cy="323912"/>
            </a:xfrm>
            <a:custGeom>
              <a:avLst/>
              <a:gdLst>
                <a:gd name="connsiteX0" fmla="*/ 401959 w 409317"/>
                <a:gd name="connsiteY0" fmla="*/ 150120 h 323912"/>
                <a:gd name="connsiteX1" fmla="*/ 403209 w 409317"/>
                <a:gd name="connsiteY1" fmla="*/ 124872 h 323912"/>
                <a:gd name="connsiteX2" fmla="*/ 316800 w 409317"/>
                <a:gd name="connsiteY2" fmla="*/ 9632 h 323912"/>
                <a:gd name="connsiteX3" fmla="*/ 246306 w 409317"/>
                <a:gd name="connsiteY3" fmla="*/ 800 h 323912"/>
                <a:gd name="connsiteX4" fmla="*/ 142066 w 409317"/>
                <a:gd name="connsiteY4" fmla="*/ 19465 h 323912"/>
                <a:gd name="connsiteX5" fmla="*/ 26910 w 409317"/>
                <a:gd name="connsiteY5" fmla="*/ 93541 h 323912"/>
                <a:gd name="connsiteX6" fmla="*/ 995 w 409317"/>
                <a:gd name="connsiteY6" fmla="*/ 148036 h 323912"/>
                <a:gd name="connsiteX7" fmla="*/ 9745 w 409317"/>
                <a:gd name="connsiteY7" fmla="*/ 208031 h 323912"/>
                <a:gd name="connsiteX8" fmla="*/ 25660 w 409317"/>
                <a:gd name="connsiteY8" fmla="*/ 261276 h 323912"/>
                <a:gd name="connsiteX9" fmla="*/ 77488 w 409317"/>
                <a:gd name="connsiteY9" fmla="*/ 301856 h 323912"/>
                <a:gd name="connsiteX10" fmla="*/ 236141 w 409317"/>
                <a:gd name="connsiteY10" fmla="*/ 322354 h 323912"/>
                <a:gd name="connsiteX11" fmla="*/ 370712 w 409317"/>
                <a:gd name="connsiteY11" fmla="*/ 267526 h 323912"/>
                <a:gd name="connsiteX12" fmla="*/ 401959 w 409317"/>
                <a:gd name="connsiteY12" fmla="*/ 150120 h 323912"/>
                <a:gd name="connsiteX13" fmla="*/ 401959 w 409317"/>
                <a:gd name="connsiteY13" fmla="*/ 150120 h 323912"/>
                <a:gd name="connsiteX14" fmla="*/ 29742 w 409317"/>
                <a:gd name="connsiteY14" fmla="*/ 114540 h 323912"/>
                <a:gd name="connsiteX15" fmla="*/ 140566 w 409317"/>
                <a:gd name="connsiteY15" fmla="*/ 33297 h 323912"/>
                <a:gd name="connsiteX16" fmla="*/ 162231 w 409317"/>
                <a:gd name="connsiteY16" fmla="*/ 26214 h 323912"/>
                <a:gd name="connsiteX17" fmla="*/ 224142 w 409317"/>
                <a:gd name="connsiteY17" fmla="*/ 15965 h 323912"/>
                <a:gd name="connsiteX18" fmla="*/ 291719 w 409317"/>
                <a:gd name="connsiteY18" fmla="*/ 14382 h 323912"/>
                <a:gd name="connsiteX19" fmla="*/ 387710 w 409317"/>
                <a:gd name="connsiteY19" fmla="*/ 100207 h 323912"/>
                <a:gd name="connsiteX20" fmla="*/ 390960 w 409317"/>
                <a:gd name="connsiteY20" fmla="*/ 143370 h 323912"/>
                <a:gd name="connsiteX21" fmla="*/ 388877 w 409317"/>
                <a:gd name="connsiteY21" fmla="*/ 151119 h 323912"/>
                <a:gd name="connsiteX22" fmla="*/ 384210 w 409317"/>
                <a:gd name="connsiteY22" fmla="*/ 161285 h 323912"/>
                <a:gd name="connsiteX23" fmla="*/ 356130 w 409317"/>
                <a:gd name="connsiteY23" fmla="*/ 176201 h 323912"/>
                <a:gd name="connsiteX24" fmla="*/ 342631 w 409317"/>
                <a:gd name="connsiteY24" fmla="*/ 180033 h 323912"/>
                <a:gd name="connsiteX25" fmla="*/ 318383 w 409317"/>
                <a:gd name="connsiteY25" fmla="*/ 221196 h 323912"/>
                <a:gd name="connsiteX26" fmla="*/ 282803 w 409317"/>
                <a:gd name="connsiteY26" fmla="*/ 228196 h 323912"/>
                <a:gd name="connsiteX27" fmla="*/ 265388 w 409317"/>
                <a:gd name="connsiteY27" fmla="*/ 225113 h 323912"/>
                <a:gd name="connsiteX28" fmla="*/ 236807 w 409317"/>
                <a:gd name="connsiteY28" fmla="*/ 255610 h 323912"/>
                <a:gd name="connsiteX29" fmla="*/ 207226 w 409317"/>
                <a:gd name="connsiteY29" fmla="*/ 268942 h 323912"/>
                <a:gd name="connsiteX30" fmla="*/ 183229 w 409317"/>
                <a:gd name="connsiteY30" fmla="*/ 241695 h 323912"/>
                <a:gd name="connsiteX31" fmla="*/ 163731 w 409317"/>
                <a:gd name="connsiteY31" fmla="*/ 224363 h 323912"/>
                <a:gd name="connsiteX32" fmla="*/ 135733 w 409317"/>
                <a:gd name="connsiteY32" fmla="*/ 249444 h 323912"/>
                <a:gd name="connsiteX33" fmla="*/ 92320 w 409317"/>
                <a:gd name="connsiteY33" fmla="*/ 223363 h 323912"/>
                <a:gd name="connsiteX34" fmla="*/ 71656 w 409317"/>
                <a:gd name="connsiteY34" fmla="*/ 206781 h 323912"/>
                <a:gd name="connsiteX35" fmla="*/ 39325 w 409317"/>
                <a:gd name="connsiteY35" fmla="*/ 210864 h 323912"/>
                <a:gd name="connsiteX36" fmla="*/ 16827 w 409317"/>
                <a:gd name="connsiteY36" fmla="*/ 184366 h 323912"/>
                <a:gd name="connsiteX37" fmla="*/ 29742 w 409317"/>
                <a:gd name="connsiteY37" fmla="*/ 114540 h 323912"/>
                <a:gd name="connsiteX38" fmla="*/ 29742 w 409317"/>
                <a:gd name="connsiteY38" fmla="*/ 114540 h 323912"/>
                <a:gd name="connsiteX39" fmla="*/ 348131 w 409317"/>
                <a:gd name="connsiteY39" fmla="*/ 267692 h 323912"/>
                <a:gd name="connsiteX40" fmla="*/ 225475 w 409317"/>
                <a:gd name="connsiteY40" fmla="*/ 309522 h 323912"/>
                <a:gd name="connsiteX41" fmla="*/ 96987 w 409317"/>
                <a:gd name="connsiteY41" fmla="*/ 296523 h 323912"/>
                <a:gd name="connsiteX42" fmla="*/ 40242 w 409317"/>
                <a:gd name="connsiteY42" fmla="*/ 261026 h 323912"/>
                <a:gd name="connsiteX43" fmla="*/ 17494 w 409317"/>
                <a:gd name="connsiteY43" fmla="*/ 216447 h 323912"/>
                <a:gd name="connsiteX44" fmla="*/ 63906 w 409317"/>
                <a:gd name="connsiteY44" fmla="*/ 222613 h 323912"/>
                <a:gd name="connsiteX45" fmla="*/ 80238 w 409317"/>
                <a:gd name="connsiteY45" fmla="*/ 223780 h 323912"/>
                <a:gd name="connsiteX46" fmla="*/ 83821 w 409317"/>
                <a:gd name="connsiteY46" fmla="*/ 235279 h 323912"/>
                <a:gd name="connsiteX47" fmla="*/ 97570 w 409317"/>
                <a:gd name="connsiteY47" fmla="*/ 256776 h 323912"/>
                <a:gd name="connsiteX48" fmla="*/ 138566 w 409317"/>
                <a:gd name="connsiteY48" fmla="*/ 258527 h 323912"/>
                <a:gd name="connsiteX49" fmla="*/ 152898 w 409317"/>
                <a:gd name="connsiteY49" fmla="*/ 243778 h 323912"/>
                <a:gd name="connsiteX50" fmla="*/ 171896 w 409317"/>
                <a:gd name="connsiteY50" fmla="*/ 237278 h 323912"/>
                <a:gd name="connsiteX51" fmla="*/ 178396 w 409317"/>
                <a:gd name="connsiteY51" fmla="*/ 253360 h 323912"/>
                <a:gd name="connsiteX52" fmla="*/ 211643 w 409317"/>
                <a:gd name="connsiteY52" fmla="*/ 282274 h 323912"/>
                <a:gd name="connsiteX53" fmla="*/ 257805 w 409317"/>
                <a:gd name="connsiteY53" fmla="*/ 253943 h 323912"/>
                <a:gd name="connsiteX54" fmla="*/ 267305 w 409317"/>
                <a:gd name="connsiteY54" fmla="*/ 240945 h 323912"/>
                <a:gd name="connsiteX55" fmla="*/ 278970 w 409317"/>
                <a:gd name="connsiteY55" fmla="*/ 241361 h 323912"/>
                <a:gd name="connsiteX56" fmla="*/ 308634 w 409317"/>
                <a:gd name="connsiteY56" fmla="*/ 245028 h 323912"/>
                <a:gd name="connsiteX57" fmla="*/ 341048 w 409317"/>
                <a:gd name="connsiteY57" fmla="*/ 207114 h 323912"/>
                <a:gd name="connsiteX58" fmla="*/ 355880 w 409317"/>
                <a:gd name="connsiteY58" fmla="*/ 187283 h 323912"/>
                <a:gd name="connsiteX59" fmla="*/ 368462 w 409317"/>
                <a:gd name="connsiteY59" fmla="*/ 186283 h 323912"/>
                <a:gd name="connsiteX60" fmla="*/ 389794 w 409317"/>
                <a:gd name="connsiteY60" fmla="*/ 173784 h 323912"/>
                <a:gd name="connsiteX61" fmla="*/ 394210 w 409317"/>
                <a:gd name="connsiteY61" fmla="*/ 168035 h 323912"/>
                <a:gd name="connsiteX62" fmla="*/ 389794 w 409317"/>
                <a:gd name="connsiteY62" fmla="*/ 214697 h 323912"/>
                <a:gd name="connsiteX63" fmla="*/ 348131 w 409317"/>
                <a:gd name="connsiteY63" fmla="*/ 267692 h 323912"/>
                <a:gd name="connsiteX64" fmla="*/ 348131 w 409317"/>
                <a:gd name="connsiteY64" fmla="*/ 267692 h 323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409317" h="323912">
                  <a:moveTo>
                    <a:pt x="401959" y="150120"/>
                  </a:moveTo>
                  <a:cubicBezTo>
                    <a:pt x="403876" y="141870"/>
                    <a:pt x="404125" y="133121"/>
                    <a:pt x="403209" y="124872"/>
                  </a:cubicBezTo>
                  <a:cubicBezTo>
                    <a:pt x="397876" y="77876"/>
                    <a:pt x="360296" y="28130"/>
                    <a:pt x="316800" y="9632"/>
                  </a:cubicBezTo>
                  <a:cubicBezTo>
                    <a:pt x="295052" y="383"/>
                    <a:pt x="270804" y="-1284"/>
                    <a:pt x="246306" y="800"/>
                  </a:cubicBezTo>
                  <a:cubicBezTo>
                    <a:pt x="210976" y="1633"/>
                    <a:pt x="175063" y="9382"/>
                    <a:pt x="142066" y="19465"/>
                  </a:cubicBezTo>
                  <a:cubicBezTo>
                    <a:pt x="97737" y="33047"/>
                    <a:pt x="56574" y="57294"/>
                    <a:pt x="26910" y="93541"/>
                  </a:cubicBezTo>
                  <a:cubicBezTo>
                    <a:pt x="13994" y="109373"/>
                    <a:pt x="2995" y="127288"/>
                    <a:pt x="995" y="148036"/>
                  </a:cubicBezTo>
                  <a:cubicBezTo>
                    <a:pt x="-755" y="166368"/>
                    <a:pt x="-1421" y="191866"/>
                    <a:pt x="9745" y="208031"/>
                  </a:cubicBezTo>
                  <a:cubicBezTo>
                    <a:pt x="10327" y="226696"/>
                    <a:pt x="14244" y="247194"/>
                    <a:pt x="25660" y="261276"/>
                  </a:cubicBezTo>
                  <a:cubicBezTo>
                    <a:pt x="39158" y="278025"/>
                    <a:pt x="57823" y="293107"/>
                    <a:pt x="77488" y="301856"/>
                  </a:cubicBezTo>
                  <a:cubicBezTo>
                    <a:pt x="125400" y="323187"/>
                    <a:pt x="184479" y="326520"/>
                    <a:pt x="236141" y="322354"/>
                  </a:cubicBezTo>
                  <a:cubicBezTo>
                    <a:pt x="284720" y="318438"/>
                    <a:pt x="333549" y="299606"/>
                    <a:pt x="370712" y="267526"/>
                  </a:cubicBezTo>
                  <a:cubicBezTo>
                    <a:pt x="401876" y="240861"/>
                    <a:pt x="420457" y="189283"/>
                    <a:pt x="401959" y="150120"/>
                  </a:cubicBezTo>
                  <a:lnTo>
                    <a:pt x="401959" y="150120"/>
                  </a:lnTo>
                  <a:close/>
                  <a:moveTo>
                    <a:pt x="29742" y="114540"/>
                  </a:moveTo>
                  <a:cubicBezTo>
                    <a:pt x="55324" y="75710"/>
                    <a:pt x="97153" y="48295"/>
                    <a:pt x="140566" y="33297"/>
                  </a:cubicBezTo>
                  <a:cubicBezTo>
                    <a:pt x="147649" y="30880"/>
                    <a:pt x="154898" y="28464"/>
                    <a:pt x="162231" y="26214"/>
                  </a:cubicBezTo>
                  <a:cubicBezTo>
                    <a:pt x="182729" y="21964"/>
                    <a:pt x="203310" y="18131"/>
                    <a:pt x="224142" y="15965"/>
                  </a:cubicBezTo>
                  <a:cubicBezTo>
                    <a:pt x="245723" y="13715"/>
                    <a:pt x="270221" y="10132"/>
                    <a:pt x="291719" y="14382"/>
                  </a:cubicBezTo>
                  <a:cubicBezTo>
                    <a:pt x="333549" y="22714"/>
                    <a:pt x="374545" y="59961"/>
                    <a:pt x="387710" y="100207"/>
                  </a:cubicBezTo>
                  <a:cubicBezTo>
                    <a:pt x="391960" y="113373"/>
                    <a:pt x="393793" y="129038"/>
                    <a:pt x="390960" y="143370"/>
                  </a:cubicBezTo>
                  <a:cubicBezTo>
                    <a:pt x="388627" y="144953"/>
                    <a:pt x="387294" y="147953"/>
                    <a:pt x="388877" y="151119"/>
                  </a:cubicBezTo>
                  <a:cubicBezTo>
                    <a:pt x="387710" y="154702"/>
                    <a:pt x="386127" y="158119"/>
                    <a:pt x="384210" y="161285"/>
                  </a:cubicBezTo>
                  <a:cubicBezTo>
                    <a:pt x="377628" y="172284"/>
                    <a:pt x="368212" y="175284"/>
                    <a:pt x="356130" y="176201"/>
                  </a:cubicBezTo>
                  <a:cubicBezTo>
                    <a:pt x="350547" y="176617"/>
                    <a:pt x="347214" y="176117"/>
                    <a:pt x="342631" y="180033"/>
                  </a:cubicBezTo>
                  <a:cubicBezTo>
                    <a:pt x="330632" y="190283"/>
                    <a:pt x="327299" y="208531"/>
                    <a:pt x="318383" y="221196"/>
                  </a:cubicBezTo>
                  <a:cubicBezTo>
                    <a:pt x="309301" y="234029"/>
                    <a:pt x="296135" y="232779"/>
                    <a:pt x="282803" y="228196"/>
                  </a:cubicBezTo>
                  <a:cubicBezTo>
                    <a:pt x="276887" y="226196"/>
                    <a:pt x="271804" y="222946"/>
                    <a:pt x="265388" y="225113"/>
                  </a:cubicBezTo>
                  <a:cubicBezTo>
                    <a:pt x="252972" y="229279"/>
                    <a:pt x="245473" y="247111"/>
                    <a:pt x="236807" y="255610"/>
                  </a:cubicBezTo>
                  <a:cubicBezTo>
                    <a:pt x="229141" y="263109"/>
                    <a:pt x="218725" y="271692"/>
                    <a:pt x="207226" y="268942"/>
                  </a:cubicBezTo>
                  <a:cubicBezTo>
                    <a:pt x="193894" y="265776"/>
                    <a:pt x="188728" y="252527"/>
                    <a:pt x="183229" y="241695"/>
                  </a:cubicBezTo>
                  <a:cubicBezTo>
                    <a:pt x="179396" y="234195"/>
                    <a:pt x="173896" y="223030"/>
                    <a:pt x="163731" y="224363"/>
                  </a:cubicBezTo>
                  <a:cubicBezTo>
                    <a:pt x="151148" y="226029"/>
                    <a:pt x="145566" y="243111"/>
                    <a:pt x="135733" y="249444"/>
                  </a:cubicBezTo>
                  <a:cubicBezTo>
                    <a:pt x="112568" y="264609"/>
                    <a:pt x="98237" y="243028"/>
                    <a:pt x="92320" y="223363"/>
                  </a:cubicBezTo>
                  <a:cubicBezTo>
                    <a:pt x="89070" y="212614"/>
                    <a:pt x="83737" y="205365"/>
                    <a:pt x="71656" y="206781"/>
                  </a:cubicBezTo>
                  <a:cubicBezTo>
                    <a:pt x="60073" y="208198"/>
                    <a:pt x="51574" y="213864"/>
                    <a:pt x="39325" y="210864"/>
                  </a:cubicBezTo>
                  <a:cubicBezTo>
                    <a:pt x="25326" y="207531"/>
                    <a:pt x="19160" y="197865"/>
                    <a:pt x="16827" y="184366"/>
                  </a:cubicBezTo>
                  <a:cubicBezTo>
                    <a:pt x="12577" y="159785"/>
                    <a:pt x="15911" y="135454"/>
                    <a:pt x="29742" y="114540"/>
                  </a:cubicBezTo>
                  <a:lnTo>
                    <a:pt x="29742" y="114540"/>
                  </a:lnTo>
                  <a:close/>
                  <a:moveTo>
                    <a:pt x="348131" y="267692"/>
                  </a:moveTo>
                  <a:cubicBezTo>
                    <a:pt x="311967" y="292607"/>
                    <a:pt x="269721" y="308189"/>
                    <a:pt x="225475" y="309522"/>
                  </a:cubicBezTo>
                  <a:cubicBezTo>
                    <a:pt x="182145" y="310855"/>
                    <a:pt x="138649" y="309938"/>
                    <a:pt x="96987" y="296523"/>
                  </a:cubicBezTo>
                  <a:cubicBezTo>
                    <a:pt x="74739" y="289357"/>
                    <a:pt x="56823" y="277441"/>
                    <a:pt x="40242" y="261026"/>
                  </a:cubicBezTo>
                  <a:cubicBezTo>
                    <a:pt x="28159" y="249027"/>
                    <a:pt x="21243" y="233112"/>
                    <a:pt x="17494" y="216447"/>
                  </a:cubicBezTo>
                  <a:cubicBezTo>
                    <a:pt x="30409" y="226946"/>
                    <a:pt x="48158" y="228029"/>
                    <a:pt x="63906" y="222613"/>
                  </a:cubicBezTo>
                  <a:cubicBezTo>
                    <a:pt x="69822" y="220530"/>
                    <a:pt x="76238" y="218030"/>
                    <a:pt x="80238" y="223780"/>
                  </a:cubicBezTo>
                  <a:cubicBezTo>
                    <a:pt x="82321" y="226863"/>
                    <a:pt x="82404" y="231779"/>
                    <a:pt x="83821" y="235279"/>
                  </a:cubicBezTo>
                  <a:cubicBezTo>
                    <a:pt x="86821" y="242944"/>
                    <a:pt x="91570" y="251110"/>
                    <a:pt x="97570" y="256776"/>
                  </a:cubicBezTo>
                  <a:cubicBezTo>
                    <a:pt x="108902" y="267442"/>
                    <a:pt x="126067" y="266359"/>
                    <a:pt x="138566" y="258527"/>
                  </a:cubicBezTo>
                  <a:cubicBezTo>
                    <a:pt x="144566" y="254777"/>
                    <a:pt x="148732" y="249444"/>
                    <a:pt x="152898" y="243778"/>
                  </a:cubicBezTo>
                  <a:cubicBezTo>
                    <a:pt x="157648" y="237362"/>
                    <a:pt x="164064" y="230362"/>
                    <a:pt x="171896" y="237278"/>
                  </a:cubicBezTo>
                  <a:cubicBezTo>
                    <a:pt x="175396" y="240361"/>
                    <a:pt x="176563" y="249027"/>
                    <a:pt x="178396" y="253360"/>
                  </a:cubicBezTo>
                  <a:cubicBezTo>
                    <a:pt x="184479" y="267776"/>
                    <a:pt x="194894" y="280941"/>
                    <a:pt x="211643" y="282274"/>
                  </a:cubicBezTo>
                  <a:cubicBezTo>
                    <a:pt x="230141" y="283774"/>
                    <a:pt x="247390" y="267609"/>
                    <a:pt x="257805" y="253943"/>
                  </a:cubicBezTo>
                  <a:cubicBezTo>
                    <a:pt x="260805" y="249944"/>
                    <a:pt x="263222" y="243861"/>
                    <a:pt x="267305" y="240945"/>
                  </a:cubicBezTo>
                  <a:cubicBezTo>
                    <a:pt x="272054" y="237528"/>
                    <a:pt x="273887" y="239611"/>
                    <a:pt x="278970" y="241361"/>
                  </a:cubicBezTo>
                  <a:cubicBezTo>
                    <a:pt x="288303" y="244528"/>
                    <a:pt x="298801" y="247611"/>
                    <a:pt x="308634" y="245028"/>
                  </a:cubicBezTo>
                  <a:cubicBezTo>
                    <a:pt x="327216" y="240195"/>
                    <a:pt x="334132" y="223196"/>
                    <a:pt x="341048" y="207114"/>
                  </a:cubicBezTo>
                  <a:cubicBezTo>
                    <a:pt x="344214" y="199865"/>
                    <a:pt x="347297" y="189949"/>
                    <a:pt x="355880" y="187283"/>
                  </a:cubicBezTo>
                  <a:cubicBezTo>
                    <a:pt x="359630" y="186116"/>
                    <a:pt x="364546" y="187116"/>
                    <a:pt x="368462" y="186283"/>
                  </a:cubicBezTo>
                  <a:cubicBezTo>
                    <a:pt x="376795" y="184533"/>
                    <a:pt x="384044" y="180117"/>
                    <a:pt x="389794" y="173784"/>
                  </a:cubicBezTo>
                  <a:cubicBezTo>
                    <a:pt x="391460" y="171951"/>
                    <a:pt x="392877" y="170034"/>
                    <a:pt x="394210" y="168035"/>
                  </a:cubicBezTo>
                  <a:cubicBezTo>
                    <a:pt x="396793" y="183450"/>
                    <a:pt x="393793" y="199865"/>
                    <a:pt x="389794" y="214697"/>
                  </a:cubicBezTo>
                  <a:cubicBezTo>
                    <a:pt x="383961" y="237778"/>
                    <a:pt x="367379" y="254527"/>
                    <a:pt x="348131" y="267692"/>
                  </a:cubicBezTo>
                  <a:lnTo>
                    <a:pt x="348131" y="267692"/>
                  </a:lnTo>
                  <a:close/>
                </a:path>
              </a:pathLst>
            </a:custGeom>
            <a:grpFill/>
            <a:ln w="8332" cap="flat">
              <a:noFill/>
              <a:prstDash val="solid"/>
              <a:miter/>
            </a:ln>
          </p:spPr>
          <p:txBody>
            <a:bodyPr rtlCol="0" anchor="ctr"/>
            <a:lstStyle/>
            <a:p>
              <a:endParaRPr lang="en-US"/>
            </a:p>
          </p:txBody>
        </p:sp>
        <p:sp>
          <p:nvSpPr>
            <p:cNvPr id="2121" name="Freeform: Shape 2120"/>
            <p:cNvSpPr/>
            <p:nvPr/>
          </p:nvSpPr>
          <p:spPr>
            <a:xfrm>
              <a:off x="6789147" y="2672597"/>
              <a:ext cx="166787" cy="100071"/>
            </a:xfrm>
            <a:custGeom>
              <a:avLst/>
              <a:gdLst>
                <a:gd name="connsiteX0" fmla="*/ 166748 w 166787"/>
                <a:gd name="connsiteY0" fmla="*/ 38169 h 100071"/>
                <a:gd name="connsiteX1" fmla="*/ 144583 w 166787"/>
                <a:gd name="connsiteY1" fmla="*/ 16254 h 100071"/>
                <a:gd name="connsiteX2" fmla="*/ 142833 w 166787"/>
                <a:gd name="connsiteY2" fmla="*/ 22671 h 100071"/>
                <a:gd name="connsiteX3" fmla="*/ 154998 w 166787"/>
                <a:gd name="connsiteY3" fmla="*/ 50584 h 100071"/>
                <a:gd name="connsiteX4" fmla="*/ 151832 w 166787"/>
                <a:gd name="connsiteY4" fmla="*/ 49501 h 100071"/>
                <a:gd name="connsiteX5" fmla="*/ 112003 w 166787"/>
                <a:gd name="connsiteY5" fmla="*/ 33086 h 100071"/>
                <a:gd name="connsiteX6" fmla="*/ 94587 w 166787"/>
                <a:gd name="connsiteY6" fmla="*/ 39669 h 100071"/>
                <a:gd name="connsiteX7" fmla="*/ 66173 w 166787"/>
                <a:gd name="connsiteY7" fmla="*/ 46585 h 100071"/>
                <a:gd name="connsiteX8" fmla="*/ 13345 w 166787"/>
                <a:gd name="connsiteY8" fmla="*/ 69166 h 100071"/>
                <a:gd name="connsiteX9" fmla="*/ 15095 w 166787"/>
                <a:gd name="connsiteY9" fmla="*/ 54751 h 100071"/>
                <a:gd name="connsiteX10" fmla="*/ 41676 w 166787"/>
                <a:gd name="connsiteY10" fmla="*/ 30253 h 100071"/>
                <a:gd name="connsiteX11" fmla="*/ 118835 w 166787"/>
                <a:gd name="connsiteY11" fmla="*/ 3505 h 100071"/>
                <a:gd name="connsiteX12" fmla="*/ 118835 w 166787"/>
                <a:gd name="connsiteY12" fmla="*/ 6 h 100071"/>
                <a:gd name="connsiteX13" fmla="*/ 12678 w 166787"/>
                <a:gd name="connsiteY13" fmla="*/ 39419 h 100071"/>
                <a:gd name="connsiteX14" fmla="*/ 36343 w 166787"/>
                <a:gd name="connsiteY14" fmla="*/ 98497 h 100071"/>
                <a:gd name="connsiteX15" fmla="*/ 146333 w 166787"/>
                <a:gd name="connsiteY15" fmla="*/ 72249 h 100071"/>
                <a:gd name="connsiteX16" fmla="*/ 166748 w 166787"/>
                <a:gd name="connsiteY16" fmla="*/ 38169 h 100071"/>
                <a:gd name="connsiteX17" fmla="*/ 166748 w 166787"/>
                <a:gd name="connsiteY17" fmla="*/ 38169 h 100071"/>
                <a:gd name="connsiteX18" fmla="*/ 141416 w 166787"/>
                <a:gd name="connsiteY18" fmla="*/ 64000 h 100071"/>
                <a:gd name="connsiteX19" fmla="*/ 105337 w 166787"/>
                <a:gd name="connsiteY19" fmla="*/ 80665 h 100071"/>
                <a:gd name="connsiteX20" fmla="*/ 35176 w 166787"/>
                <a:gd name="connsiteY20" fmla="*/ 85498 h 100071"/>
                <a:gd name="connsiteX21" fmla="*/ 17094 w 166787"/>
                <a:gd name="connsiteY21" fmla="*/ 75666 h 100071"/>
                <a:gd name="connsiteX22" fmla="*/ 44925 w 166787"/>
                <a:gd name="connsiteY22" fmla="*/ 55501 h 100071"/>
                <a:gd name="connsiteX23" fmla="*/ 84255 w 166787"/>
                <a:gd name="connsiteY23" fmla="*/ 57417 h 100071"/>
                <a:gd name="connsiteX24" fmla="*/ 94754 w 166787"/>
                <a:gd name="connsiteY24" fmla="*/ 52335 h 100071"/>
                <a:gd name="connsiteX25" fmla="*/ 127501 w 166787"/>
                <a:gd name="connsiteY25" fmla="*/ 49001 h 100071"/>
                <a:gd name="connsiteX26" fmla="*/ 146749 w 166787"/>
                <a:gd name="connsiteY26" fmla="*/ 59917 h 100071"/>
                <a:gd name="connsiteX27" fmla="*/ 141416 w 166787"/>
                <a:gd name="connsiteY27" fmla="*/ 64000 h 100071"/>
                <a:gd name="connsiteX28" fmla="*/ 141416 w 166787"/>
                <a:gd name="connsiteY28" fmla="*/ 64000 h 100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66787" h="100071">
                  <a:moveTo>
                    <a:pt x="166748" y="38169"/>
                  </a:moveTo>
                  <a:cubicBezTo>
                    <a:pt x="165998" y="24087"/>
                    <a:pt x="156998" y="19587"/>
                    <a:pt x="144583" y="16254"/>
                  </a:cubicBezTo>
                  <a:cubicBezTo>
                    <a:pt x="140416" y="15171"/>
                    <a:pt x="138667" y="21587"/>
                    <a:pt x="142833" y="22671"/>
                  </a:cubicBezTo>
                  <a:cubicBezTo>
                    <a:pt x="161582" y="27753"/>
                    <a:pt x="161748" y="39919"/>
                    <a:pt x="154998" y="50584"/>
                  </a:cubicBezTo>
                  <a:cubicBezTo>
                    <a:pt x="154165" y="50001"/>
                    <a:pt x="153166" y="49585"/>
                    <a:pt x="151832" y="49501"/>
                  </a:cubicBezTo>
                  <a:cubicBezTo>
                    <a:pt x="136334" y="49001"/>
                    <a:pt x="127668" y="31920"/>
                    <a:pt x="112003" y="33086"/>
                  </a:cubicBezTo>
                  <a:cubicBezTo>
                    <a:pt x="105919" y="33503"/>
                    <a:pt x="99753" y="36753"/>
                    <a:pt x="94587" y="39669"/>
                  </a:cubicBezTo>
                  <a:cubicBezTo>
                    <a:pt x="84255" y="45502"/>
                    <a:pt x="79089" y="48585"/>
                    <a:pt x="66173" y="46585"/>
                  </a:cubicBezTo>
                  <a:cubicBezTo>
                    <a:pt x="45175" y="43335"/>
                    <a:pt x="23927" y="50834"/>
                    <a:pt x="13345" y="69166"/>
                  </a:cubicBezTo>
                  <a:cubicBezTo>
                    <a:pt x="11928" y="64917"/>
                    <a:pt x="12178" y="60084"/>
                    <a:pt x="15095" y="54751"/>
                  </a:cubicBezTo>
                  <a:cubicBezTo>
                    <a:pt x="20510" y="44918"/>
                    <a:pt x="32593" y="36502"/>
                    <a:pt x="41676" y="30253"/>
                  </a:cubicBezTo>
                  <a:cubicBezTo>
                    <a:pt x="64840" y="14505"/>
                    <a:pt x="91255" y="7005"/>
                    <a:pt x="118835" y="3505"/>
                  </a:cubicBezTo>
                  <a:cubicBezTo>
                    <a:pt x="121002" y="3255"/>
                    <a:pt x="121168" y="-161"/>
                    <a:pt x="118835" y="6"/>
                  </a:cubicBezTo>
                  <a:cubicBezTo>
                    <a:pt x="79422" y="2089"/>
                    <a:pt x="42509" y="12255"/>
                    <a:pt x="12678" y="39419"/>
                  </a:cubicBezTo>
                  <a:cubicBezTo>
                    <a:pt x="-13736" y="63417"/>
                    <a:pt x="4512" y="94164"/>
                    <a:pt x="36343" y="98497"/>
                  </a:cubicBezTo>
                  <a:cubicBezTo>
                    <a:pt x="75173" y="103830"/>
                    <a:pt x="114586" y="95747"/>
                    <a:pt x="146333" y="72249"/>
                  </a:cubicBezTo>
                  <a:cubicBezTo>
                    <a:pt x="157415" y="64000"/>
                    <a:pt x="167497" y="53001"/>
                    <a:pt x="166748" y="38169"/>
                  </a:cubicBezTo>
                  <a:lnTo>
                    <a:pt x="166748" y="38169"/>
                  </a:lnTo>
                  <a:close/>
                  <a:moveTo>
                    <a:pt x="141416" y="64000"/>
                  </a:moveTo>
                  <a:cubicBezTo>
                    <a:pt x="130251" y="71333"/>
                    <a:pt x="117918" y="76749"/>
                    <a:pt x="105337" y="80665"/>
                  </a:cubicBezTo>
                  <a:cubicBezTo>
                    <a:pt x="83588" y="87498"/>
                    <a:pt x="57757" y="90414"/>
                    <a:pt x="35176" y="85498"/>
                  </a:cubicBezTo>
                  <a:cubicBezTo>
                    <a:pt x="28427" y="83998"/>
                    <a:pt x="21511" y="80582"/>
                    <a:pt x="17094" y="75666"/>
                  </a:cubicBezTo>
                  <a:cubicBezTo>
                    <a:pt x="24427" y="67000"/>
                    <a:pt x="33926" y="58417"/>
                    <a:pt x="44925" y="55501"/>
                  </a:cubicBezTo>
                  <a:cubicBezTo>
                    <a:pt x="58257" y="51918"/>
                    <a:pt x="71006" y="60584"/>
                    <a:pt x="84255" y="57417"/>
                  </a:cubicBezTo>
                  <a:cubicBezTo>
                    <a:pt x="88421" y="56417"/>
                    <a:pt x="91171" y="54584"/>
                    <a:pt x="94754" y="52335"/>
                  </a:cubicBezTo>
                  <a:cubicBezTo>
                    <a:pt x="106336" y="45168"/>
                    <a:pt x="113835" y="41169"/>
                    <a:pt x="127501" y="49001"/>
                  </a:cubicBezTo>
                  <a:cubicBezTo>
                    <a:pt x="135834" y="53751"/>
                    <a:pt x="138584" y="59334"/>
                    <a:pt x="146749" y="59917"/>
                  </a:cubicBezTo>
                  <a:cubicBezTo>
                    <a:pt x="144999" y="61500"/>
                    <a:pt x="143250" y="62833"/>
                    <a:pt x="141416" y="64000"/>
                  </a:cubicBezTo>
                  <a:lnTo>
                    <a:pt x="141416" y="64000"/>
                  </a:lnTo>
                  <a:close/>
                </a:path>
              </a:pathLst>
            </a:custGeom>
            <a:grpFill/>
            <a:ln w="8332" cap="flat">
              <a:noFill/>
              <a:prstDash val="solid"/>
              <a:miter/>
            </a:ln>
          </p:spPr>
          <p:txBody>
            <a:bodyPr rtlCol="0" anchor="ctr"/>
            <a:lstStyle/>
            <a:p>
              <a:endParaRPr lang="en-US"/>
            </a:p>
          </p:txBody>
        </p:sp>
        <p:sp>
          <p:nvSpPr>
            <p:cNvPr id="2122" name="Freeform: Shape 2121"/>
            <p:cNvSpPr/>
            <p:nvPr/>
          </p:nvSpPr>
          <p:spPr>
            <a:xfrm>
              <a:off x="12069724" y="998466"/>
              <a:ext cx="404678" cy="344349"/>
            </a:xfrm>
            <a:custGeom>
              <a:avLst/>
              <a:gdLst>
                <a:gd name="connsiteX0" fmla="*/ 376925 w 404678"/>
                <a:gd name="connsiteY0" fmla="*/ 260265 h 344349"/>
                <a:gd name="connsiteX1" fmla="*/ 391591 w 404678"/>
                <a:gd name="connsiteY1" fmla="*/ 239683 h 344349"/>
                <a:gd name="connsiteX2" fmla="*/ 381259 w 404678"/>
                <a:gd name="connsiteY2" fmla="*/ 96113 h 344349"/>
                <a:gd name="connsiteX3" fmla="*/ 326763 w 404678"/>
                <a:gd name="connsiteY3" fmla="*/ 50617 h 344349"/>
                <a:gd name="connsiteX4" fmla="*/ 229022 w 404678"/>
                <a:gd name="connsiteY4" fmla="*/ 10037 h 344349"/>
                <a:gd name="connsiteX5" fmla="*/ 92035 w 404678"/>
                <a:gd name="connsiteY5" fmla="*/ 10287 h 344349"/>
                <a:gd name="connsiteX6" fmla="*/ 40789 w 404678"/>
                <a:gd name="connsiteY6" fmla="*/ 42118 h 344349"/>
                <a:gd name="connsiteX7" fmla="*/ 15708 w 404678"/>
                <a:gd name="connsiteY7" fmla="*/ 97363 h 344349"/>
                <a:gd name="connsiteX8" fmla="*/ 293 w 404678"/>
                <a:gd name="connsiteY8" fmla="*/ 150775 h 344349"/>
                <a:gd name="connsiteX9" fmla="*/ 21958 w 404678"/>
                <a:gd name="connsiteY9" fmla="*/ 212852 h 344349"/>
                <a:gd name="connsiteX10" fmla="*/ 144446 w 404678"/>
                <a:gd name="connsiteY10" fmla="*/ 315676 h 344349"/>
                <a:gd name="connsiteX11" fmla="*/ 287267 w 404678"/>
                <a:gd name="connsiteY11" fmla="*/ 342257 h 344349"/>
                <a:gd name="connsiteX12" fmla="*/ 376925 w 404678"/>
                <a:gd name="connsiteY12" fmla="*/ 260265 h 344349"/>
                <a:gd name="connsiteX13" fmla="*/ 376925 w 404678"/>
                <a:gd name="connsiteY13" fmla="*/ 260265 h 344349"/>
                <a:gd name="connsiteX14" fmla="*/ 83035 w 404678"/>
                <a:gd name="connsiteY14" fmla="*/ 29202 h 344349"/>
                <a:gd name="connsiteX15" fmla="*/ 220273 w 404678"/>
                <a:gd name="connsiteY15" fmla="*/ 20620 h 344349"/>
                <a:gd name="connsiteX16" fmla="*/ 242354 w 404678"/>
                <a:gd name="connsiteY16" fmla="*/ 26369 h 344349"/>
                <a:gd name="connsiteX17" fmla="*/ 299932 w 404678"/>
                <a:gd name="connsiteY17" fmla="*/ 51117 h 344349"/>
                <a:gd name="connsiteX18" fmla="*/ 357678 w 404678"/>
                <a:gd name="connsiteY18" fmla="*/ 86364 h 344349"/>
                <a:gd name="connsiteX19" fmla="*/ 392008 w 404678"/>
                <a:gd name="connsiteY19" fmla="*/ 210436 h 344349"/>
                <a:gd name="connsiteX20" fmla="*/ 371427 w 404678"/>
                <a:gd name="connsiteY20" fmla="*/ 248516 h 344349"/>
                <a:gd name="connsiteX21" fmla="*/ 365510 w 404678"/>
                <a:gd name="connsiteY21" fmla="*/ 253932 h 344349"/>
                <a:gd name="connsiteX22" fmla="*/ 356094 w 404678"/>
                <a:gd name="connsiteY22" fmla="*/ 260015 h 344349"/>
                <a:gd name="connsiteX23" fmla="*/ 324431 w 404678"/>
                <a:gd name="connsiteY23" fmla="*/ 257432 h 344349"/>
                <a:gd name="connsiteX24" fmla="*/ 310932 w 404678"/>
                <a:gd name="connsiteY24" fmla="*/ 253349 h 344349"/>
                <a:gd name="connsiteX25" fmla="*/ 268269 w 404678"/>
                <a:gd name="connsiteY25" fmla="*/ 274847 h 344349"/>
                <a:gd name="connsiteX26" fmla="*/ 234522 w 404678"/>
                <a:gd name="connsiteY26" fmla="*/ 261515 h 344349"/>
                <a:gd name="connsiteX27" fmla="*/ 221606 w 404678"/>
                <a:gd name="connsiteY27" fmla="*/ 249516 h 344349"/>
                <a:gd name="connsiteX28" fmla="*/ 181026 w 404678"/>
                <a:gd name="connsiteY28" fmla="*/ 259681 h 344349"/>
                <a:gd name="connsiteX29" fmla="*/ 148946 w 404678"/>
                <a:gd name="connsiteY29" fmla="*/ 254932 h 344349"/>
                <a:gd name="connsiteX30" fmla="*/ 143446 w 404678"/>
                <a:gd name="connsiteY30" fmla="*/ 219102 h 344349"/>
                <a:gd name="connsiteX31" fmla="*/ 136447 w 404678"/>
                <a:gd name="connsiteY31" fmla="*/ 194021 h 344349"/>
                <a:gd name="connsiteX32" fmla="*/ 99368 w 404678"/>
                <a:gd name="connsiteY32" fmla="*/ 200020 h 344349"/>
                <a:gd name="connsiteX33" fmla="*/ 76952 w 404678"/>
                <a:gd name="connsiteY33" fmla="*/ 154608 h 344349"/>
                <a:gd name="connsiteX34" fmla="*/ 68453 w 404678"/>
                <a:gd name="connsiteY34" fmla="*/ 129527 h 344349"/>
                <a:gd name="connsiteX35" fmla="*/ 39040 w 404678"/>
                <a:gd name="connsiteY35" fmla="*/ 115528 h 344349"/>
                <a:gd name="connsiteX36" fmla="*/ 34456 w 404678"/>
                <a:gd name="connsiteY36" fmla="*/ 81114 h 344349"/>
                <a:gd name="connsiteX37" fmla="*/ 83035 w 404678"/>
                <a:gd name="connsiteY37" fmla="*/ 29202 h 344349"/>
                <a:gd name="connsiteX38" fmla="*/ 83035 w 404678"/>
                <a:gd name="connsiteY38" fmla="*/ 29202 h 344349"/>
                <a:gd name="connsiteX39" fmla="*/ 268019 w 404678"/>
                <a:gd name="connsiteY39" fmla="*/ 330092 h 344349"/>
                <a:gd name="connsiteX40" fmla="*/ 142197 w 404678"/>
                <a:gd name="connsiteY40" fmla="*/ 299011 h 344349"/>
                <a:gd name="connsiteX41" fmla="*/ 41123 w 404678"/>
                <a:gd name="connsiteY41" fmla="*/ 218769 h 344349"/>
                <a:gd name="connsiteX42" fmla="*/ 12542 w 404678"/>
                <a:gd name="connsiteY42" fmla="*/ 158274 h 344349"/>
                <a:gd name="connsiteX43" fmla="*/ 17541 w 404678"/>
                <a:gd name="connsiteY43" fmla="*/ 108528 h 344349"/>
                <a:gd name="connsiteX44" fmla="*/ 53288 w 404678"/>
                <a:gd name="connsiteY44" fmla="*/ 138776 h 344349"/>
                <a:gd name="connsiteX45" fmla="*/ 66370 w 404678"/>
                <a:gd name="connsiteY45" fmla="*/ 148525 h 344349"/>
                <a:gd name="connsiteX46" fmla="*/ 63121 w 404678"/>
                <a:gd name="connsiteY46" fmla="*/ 160107 h 344349"/>
                <a:gd name="connsiteX47" fmla="*/ 63038 w 404678"/>
                <a:gd name="connsiteY47" fmla="*/ 185688 h 344349"/>
                <a:gd name="connsiteX48" fmla="*/ 96617 w 404678"/>
                <a:gd name="connsiteY48" fmla="*/ 209269 h 344349"/>
                <a:gd name="connsiteX49" fmla="*/ 116616 w 404678"/>
                <a:gd name="connsiteY49" fmla="*/ 204603 h 344349"/>
                <a:gd name="connsiteX50" fmla="*/ 136114 w 404678"/>
                <a:gd name="connsiteY50" fmla="*/ 209353 h 344349"/>
                <a:gd name="connsiteX51" fmla="*/ 132865 w 404678"/>
                <a:gd name="connsiteY51" fmla="*/ 226435 h 344349"/>
                <a:gd name="connsiteX52" fmla="*/ 145280 w 404678"/>
                <a:gd name="connsiteY52" fmla="*/ 268681 h 344349"/>
                <a:gd name="connsiteX53" fmla="*/ 199442 w 404678"/>
                <a:gd name="connsiteY53" fmla="*/ 269764 h 344349"/>
                <a:gd name="connsiteX54" fmla="*/ 214440 w 404678"/>
                <a:gd name="connsiteY54" fmla="*/ 263931 h 344349"/>
                <a:gd name="connsiteX55" fmla="*/ 224106 w 404678"/>
                <a:gd name="connsiteY55" fmla="*/ 270597 h 344349"/>
                <a:gd name="connsiteX56" fmla="*/ 247104 w 404678"/>
                <a:gd name="connsiteY56" fmla="*/ 289679 h 344349"/>
                <a:gd name="connsiteX57" fmla="*/ 294933 w 404678"/>
                <a:gd name="connsiteY57" fmla="*/ 275347 h 344349"/>
                <a:gd name="connsiteX58" fmla="*/ 318181 w 404678"/>
                <a:gd name="connsiteY58" fmla="*/ 266681 h 344349"/>
                <a:gd name="connsiteX59" fmla="*/ 329347 w 404678"/>
                <a:gd name="connsiteY59" fmla="*/ 272680 h 344349"/>
                <a:gd name="connsiteX60" fmla="*/ 354011 w 404678"/>
                <a:gd name="connsiteY60" fmla="*/ 273680 h 344349"/>
                <a:gd name="connsiteX61" fmla="*/ 360761 w 404678"/>
                <a:gd name="connsiteY61" fmla="*/ 271264 h 344349"/>
                <a:gd name="connsiteX62" fmla="*/ 331847 w 404678"/>
                <a:gd name="connsiteY62" fmla="*/ 308177 h 344349"/>
                <a:gd name="connsiteX63" fmla="*/ 268019 w 404678"/>
                <a:gd name="connsiteY63" fmla="*/ 330092 h 344349"/>
                <a:gd name="connsiteX64" fmla="*/ 268019 w 404678"/>
                <a:gd name="connsiteY64" fmla="*/ 330092 h 344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404678" h="344349">
                  <a:moveTo>
                    <a:pt x="376925" y="260265"/>
                  </a:moveTo>
                  <a:cubicBezTo>
                    <a:pt x="383008" y="254349"/>
                    <a:pt x="387925" y="247099"/>
                    <a:pt x="391591" y="239683"/>
                  </a:cubicBezTo>
                  <a:cubicBezTo>
                    <a:pt x="412506" y="197270"/>
                    <a:pt x="407840" y="135109"/>
                    <a:pt x="381259" y="96113"/>
                  </a:cubicBezTo>
                  <a:cubicBezTo>
                    <a:pt x="367927" y="76531"/>
                    <a:pt x="348512" y="62033"/>
                    <a:pt x="326763" y="50617"/>
                  </a:cubicBezTo>
                  <a:cubicBezTo>
                    <a:pt x="296599" y="32202"/>
                    <a:pt x="262186" y="19287"/>
                    <a:pt x="229022" y="10037"/>
                  </a:cubicBezTo>
                  <a:cubicBezTo>
                    <a:pt x="184360" y="-2545"/>
                    <a:pt x="136614" y="-4211"/>
                    <a:pt x="92035" y="10287"/>
                  </a:cubicBezTo>
                  <a:cubicBezTo>
                    <a:pt x="72619" y="16620"/>
                    <a:pt x="53622" y="25786"/>
                    <a:pt x="40789" y="42118"/>
                  </a:cubicBezTo>
                  <a:cubicBezTo>
                    <a:pt x="29457" y="56533"/>
                    <a:pt x="15125" y="77698"/>
                    <a:pt x="15708" y="97363"/>
                  </a:cubicBezTo>
                  <a:cubicBezTo>
                    <a:pt x="6126" y="113361"/>
                    <a:pt x="-1623" y="132776"/>
                    <a:pt x="293" y="150775"/>
                  </a:cubicBezTo>
                  <a:cubicBezTo>
                    <a:pt x="2626" y="172189"/>
                    <a:pt x="10125" y="194937"/>
                    <a:pt x="21958" y="212852"/>
                  </a:cubicBezTo>
                  <a:cubicBezTo>
                    <a:pt x="50788" y="256682"/>
                    <a:pt x="98617" y="291345"/>
                    <a:pt x="144446" y="315676"/>
                  </a:cubicBezTo>
                  <a:cubicBezTo>
                    <a:pt x="187443" y="338591"/>
                    <a:pt x="238772" y="349173"/>
                    <a:pt x="287267" y="342257"/>
                  </a:cubicBezTo>
                  <a:cubicBezTo>
                    <a:pt x="327846" y="336508"/>
                    <a:pt x="371260" y="303011"/>
                    <a:pt x="376925" y="260265"/>
                  </a:cubicBezTo>
                  <a:lnTo>
                    <a:pt x="376925" y="260265"/>
                  </a:lnTo>
                  <a:close/>
                  <a:moveTo>
                    <a:pt x="83035" y="29202"/>
                  </a:moveTo>
                  <a:cubicBezTo>
                    <a:pt x="125532" y="10371"/>
                    <a:pt x="175611" y="9871"/>
                    <a:pt x="220273" y="20620"/>
                  </a:cubicBezTo>
                  <a:cubicBezTo>
                    <a:pt x="227523" y="22370"/>
                    <a:pt x="234939" y="24286"/>
                    <a:pt x="242354" y="26369"/>
                  </a:cubicBezTo>
                  <a:cubicBezTo>
                    <a:pt x="261853" y="33869"/>
                    <a:pt x="281268" y="41784"/>
                    <a:pt x="299932" y="51117"/>
                  </a:cubicBezTo>
                  <a:cubicBezTo>
                    <a:pt x="319348" y="60866"/>
                    <a:pt x="341929" y="71115"/>
                    <a:pt x="357678" y="86364"/>
                  </a:cubicBezTo>
                  <a:cubicBezTo>
                    <a:pt x="388341" y="115944"/>
                    <a:pt x="402756" y="169356"/>
                    <a:pt x="392008" y="210436"/>
                  </a:cubicBezTo>
                  <a:cubicBezTo>
                    <a:pt x="388508" y="223851"/>
                    <a:pt x="381509" y="237933"/>
                    <a:pt x="371427" y="248516"/>
                  </a:cubicBezTo>
                  <a:cubicBezTo>
                    <a:pt x="368676" y="248599"/>
                    <a:pt x="365843" y="250349"/>
                    <a:pt x="365510" y="253932"/>
                  </a:cubicBezTo>
                  <a:cubicBezTo>
                    <a:pt x="362594" y="256265"/>
                    <a:pt x="359427" y="258348"/>
                    <a:pt x="356094" y="260015"/>
                  </a:cubicBezTo>
                  <a:cubicBezTo>
                    <a:pt x="344678" y="265764"/>
                    <a:pt x="335096" y="263181"/>
                    <a:pt x="324431" y="257432"/>
                  </a:cubicBezTo>
                  <a:cubicBezTo>
                    <a:pt x="319514" y="254765"/>
                    <a:pt x="316931" y="252515"/>
                    <a:pt x="310932" y="253349"/>
                  </a:cubicBezTo>
                  <a:cubicBezTo>
                    <a:pt x="295350" y="255515"/>
                    <a:pt x="282684" y="269014"/>
                    <a:pt x="268269" y="274847"/>
                  </a:cubicBezTo>
                  <a:cubicBezTo>
                    <a:pt x="253770" y="280763"/>
                    <a:pt x="243271" y="272597"/>
                    <a:pt x="234522" y="261515"/>
                  </a:cubicBezTo>
                  <a:cubicBezTo>
                    <a:pt x="230689" y="256598"/>
                    <a:pt x="228106" y="251182"/>
                    <a:pt x="221606" y="249516"/>
                  </a:cubicBezTo>
                  <a:cubicBezTo>
                    <a:pt x="208941" y="246349"/>
                    <a:pt x="192942" y="257265"/>
                    <a:pt x="181026" y="259681"/>
                  </a:cubicBezTo>
                  <a:cubicBezTo>
                    <a:pt x="170527" y="261848"/>
                    <a:pt x="157195" y="263431"/>
                    <a:pt x="148946" y="254932"/>
                  </a:cubicBezTo>
                  <a:cubicBezTo>
                    <a:pt x="139447" y="245099"/>
                    <a:pt x="142281" y="231184"/>
                    <a:pt x="143446" y="219102"/>
                  </a:cubicBezTo>
                  <a:cubicBezTo>
                    <a:pt x="144280" y="210769"/>
                    <a:pt x="145696" y="198354"/>
                    <a:pt x="136447" y="194021"/>
                  </a:cubicBezTo>
                  <a:cubicBezTo>
                    <a:pt x="125032" y="188605"/>
                    <a:pt x="111033" y="199937"/>
                    <a:pt x="99368" y="200020"/>
                  </a:cubicBezTo>
                  <a:cubicBezTo>
                    <a:pt x="71703" y="200270"/>
                    <a:pt x="71287" y="174356"/>
                    <a:pt x="76952" y="154608"/>
                  </a:cubicBezTo>
                  <a:cubicBezTo>
                    <a:pt x="80035" y="143775"/>
                    <a:pt x="79453" y="134776"/>
                    <a:pt x="68453" y="129527"/>
                  </a:cubicBezTo>
                  <a:cubicBezTo>
                    <a:pt x="57954" y="124444"/>
                    <a:pt x="47788" y="124610"/>
                    <a:pt x="39040" y="115528"/>
                  </a:cubicBezTo>
                  <a:cubicBezTo>
                    <a:pt x="29124" y="105112"/>
                    <a:pt x="29124" y="93696"/>
                    <a:pt x="34456" y="81114"/>
                  </a:cubicBezTo>
                  <a:cubicBezTo>
                    <a:pt x="44039" y="58116"/>
                    <a:pt x="59955" y="39368"/>
                    <a:pt x="83035" y="29202"/>
                  </a:cubicBezTo>
                  <a:lnTo>
                    <a:pt x="83035" y="29202"/>
                  </a:lnTo>
                  <a:close/>
                  <a:moveTo>
                    <a:pt x="268019" y="330092"/>
                  </a:moveTo>
                  <a:cubicBezTo>
                    <a:pt x="224106" y="331425"/>
                    <a:pt x="180110" y="321759"/>
                    <a:pt x="142197" y="299011"/>
                  </a:cubicBezTo>
                  <a:cubicBezTo>
                    <a:pt x="105033" y="276680"/>
                    <a:pt x="68954" y="252432"/>
                    <a:pt x="41123" y="218769"/>
                  </a:cubicBezTo>
                  <a:cubicBezTo>
                    <a:pt x="26291" y="200687"/>
                    <a:pt x="17625" y="181022"/>
                    <a:pt x="12542" y="158274"/>
                  </a:cubicBezTo>
                  <a:cubicBezTo>
                    <a:pt x="8876" y="141609"/>
                    <a:pt x="11709" y="124527"/>
                    <a:pt x="17541" y="108528"/>
                  </a:cubicBezTo>
                  <a:cubicBezTo>
                    <a:pt x="22707" y="124360"/>
                    <a:pt x="37040" y="134859"/>
                    <a:pt x="53288" y="138776"/>
                  </a:cubicBezTo>
                  <a:cubicBezTo>
                    <a:pt x="59371" y="140276"/>
                    <a:pt x="66121" y="141525"/>
                    <a:pt x="66370" y="148525"/>
                  </a:cubicBezTo>
                  <a:cubicBezTo>
                    <a:pt x="66537" y="152274"/>
                    <a:pt x="63871" y="156441"/>
                    <a:pt x="63121" y="160107"/>
                  </a:cubicBezTo>
                  <a:cubicBezTo>
                    <a:pt x="61454" y="168106"/>
                    <a:pt x="61038" y="177606"/>
                    <a:pt x="63038" y="185688"/>
                  </a:cubicBezTo>
                  <a:cubicBezTo>
                    <a:pt x="66787" y="200770"/>
                    <a:pt x="81786" y="209186"/>
                    <a:pt x="96617" y="209269"/>
                  </a:cubicBezTo>
                  <a:cubicBezTo>
                    <a:pt x="103701" y="209353"/>
                    <a:pt x="110116" y="207103"/>
                    <a:pt x="116616" y="204603"/>
                  </a:cubicBezTo>
                  <a:cubicBezTo>
                    <a:pt x="124115" y="201770"/>
                    <a:pt x="133197" y="199354"/>
                    <a:pt x="136114" y="209353"/>
                  </a:cubicBezTo>
                  <a:cubicBezTo>
                    <a:pt x="137364" y="213852"/>
                    <a:pt x="133698" y="221768"/>
                    <a:pt x="132865" y="226435"/>
                  </a:cubicBezTo>
                  <a:cubicBezTo>
                    <a:pt x="130198" y="241850"/>
                    <a:pt x="131865" y="258598"/>
                    <a:pt x="145280" y="268681"/>
                  </a:cubicBezTo>
                  <a:cubicBezTo>
                    <a:pt x="160111" y="279930"/>
                    <a:pt x="183276" y="275680"/>
                    <a:pt x="199442" y="269764"/>
                  </a:cubicBezTo>
                  <a:cubicBezTo>
                    <a:pt x="204108" y="268014"/>
                    <a:pt x="209441" y="264181"/>
                    <a:pt x="214440" y="263931"/>
                  </a:cubicBezTo>
                  <a:cubicBezTo>
                    <a:pt x="220273" y="263598"/>
                    <a:pt x="220690" y="266348"/>
                    <a:pt x="224106" y="270597"/>
                  </a:cubicBezTo>
                  <a:cubicBezTo>
                    <a:pt x="230272" y="278346"/>
                    <a:pt x="237438" y="286596"/>
                    <a:pt x="247104" y="289679"/>
                  </a:cubicBezTo>
                  <a:cubicBezTo>
                    <a:pt x="265352" y="295678"/>
                    <a:pt x="280351" y="285096"/>
                    <a:pt x="294933" y="275347"/>
                  </a:cubicBezTo>
                  <a:cubicBezTo>
                    <a:pt x="301516" y="270930"/>
                    <a:pt x="309432" y="264264"/>
                    <a:pt x="318181" y="266681"/>
                  </a:cubicBezTo>
                  <a:cubicBezTo>
                    <a:pt x="321931" y="267681"/>
                    <a:pt x="325514" y="271180"/>
                    <a:pt x="329347" y="272680"/>
                  </a:cubicBezTo>
                  <a:cubicBezTo>
                    <a:pt x="337346" y="275763"/>
                    <a:pt x="345845" y="275930"/>
                    <a:pt x="354011" y="273680"/>
                  </a:cubicBezTo>
                  <a:cubicBezTo>
                    <a:pt x="356344" y="273014"/>
                    <a:pt x="358594" y="272180"/>
                    <a:pt x="360761" y="271264"/>
                  </a:cubicBezTo>
                  <a:cubicBezTo>
                    <a:pt x="354595" y="285679"/>
                    <a:pt x="343262" y="297845"/>
                    <a:pt x="331847" y="308177"/>
                  </a:cubicBezTo>
                  <a:cubicBezTo>
                    <a:pt x="314348" y="324176"/>
                    <a:pt x="291350" y="329342"/>
                    <a:pt x="268019" y="330092"/>
                  </a:cubicBezTo>
                  <a:lnTo>
                    <a:pt x="268019" y="330092"/>
                  </a:lnTo>
                  <a:close/>
                </a:path>
              </a:pathLst>
            </a:custGeom>
            <a:grpFill/>
            <a:ln w="8332" cap="flat">
              <a:noFill/>
              <a:prstDash val="solid"/>
              <a:miter/>
            </a:ln>
          </p:spPr>
          <p:txBody>
            <a:bodyPr rtlCol="0" anchor="ctr"/>
            <a:lstStyle/>
            <a:p>
              <a:endParaRPr lang="en-US"/>
            </a:p>
          </p:txBody>
        </p:sp>
        <p:sp>
          <p:nvSpPr>
            <p:cNvPr id="2123" name="Freeform: Shape 2122"/>
            <p:cNvSpPr/>
            <p:nvPr/>
          </p:nvSpPr>
          <p:spPr>
            <a:xfrm>
              <a:off x="12214848" y="1082295"/>
              <a:ext cx="162408" cy="102088"/>
            </a:xfrm>
            <a:custGeom>
              <a:avLst/>
              <a:gdLst>
                <a:gd name="connsiteX0" fmla="*/ 159142 w 162408"/>
                <a:gd name="connsiteY0" fmla="*/ 84027 h 102088"/>
                <a:gd name="connsiteX1" fmla="*/ 152309 w 162408"/>
                <a:gd name="connsiteY1" fmla="*/ 53613 h 102088"/>
                <a:gd name="connsiteX2" fmla="*/ 147309 w 162408"/>
                <a:gd name="connsiteY2" fmla="*/ 58029 h 102088"/>
                <a:gd name="connsiteX3" fmla="*/ 142476 w 162408"/>
                <a:gd name="connsiteY3" fmla="*/ 88110 h 102088"/>
                <a:gd name="connsiteX4" fmla="*/ 140393 w 162408"/>
                <a:gd name="connsiteY4" fmla="*/ 85527 h 102088"/>
                <a:gd name="connsiteX5" fmla="*/ 115729 w 162408"/>
                <a:gd name="connsiteY5" fmla="*/ 50197 h 102088"/>
                <a:gd name="connsiteX6" fmla="*/ 97480 w 162408"/>
                <a:gd name="connsiteY6" fmla="*/ 46364 h 102088"/>
                <a:gd name="connsiteX7" fmla="*/ 69817 w 162408"/>
                <a:gd name="connsiteY7" fmla="*/ 36781 h 102088"/>
                <a:gd name="connsiteX8" fmla="*/ 13155 w 162408"/>
                <a:gd name="connsiteY8" fmla="*/ 27199 h 102088"/>
                <a:gd name="connsiteX9" fmla="*/ 22404 w 162408"/>
                <a:gd name="connsiteY9" fmla="*/ 16033 h 102088"/>
                <a:gd name="connsiteX10" fmla="*/ 57984 w 162408"/>
                <a:gd name="connsiteY10" fmla="*/ 9867 h 102088"/>
                <a:gd name="connsiteX11" fmla="*/ 137394 w 162408"/>
                <a:gd name="connsiteY11" fmla="*/ 29032 h 102088"/>
                <a:gd name="connsiteX12" fmla="*/ 139310 w 162408"/>
                <a:gd name="connsiteY12" fmla="*/ 26116 h 102088"/>
                <a:gd name="connsiteX13" fmla="*/ 28653 w 162408"/>
                <a:gd name="connsiteY13" fmla="*/ 1951 h 102088"/>
                <a:gd name="connsiteX14" fmla="*/ 16655 w 162408"/>
                <a:gd name="connsiteY14" fmla="*/ 64445 h 102088"/>
                <a:gd name="connsiteX15" fmla="*/ 123478 w 162408"/>
                <a:gd name="connsiteY15" fmla="*/ 101775 h 102088"/>
                <a:gd name="connsiteX16" fmla="*/ 159142 w 162408"/>
                <a:gd name="connsiteY16" fmla="*/ 84027 h 102088"/>
                <a:gd name="connsiteX17" fmla="*/ 159142 w 162408"/>
                <a:gd name="connsiteY17" fmla="*/ 84027 h 102088"/>
                <a:gd name="connsiteX18" fmla="*/ 123811 w 162408"/>
                <a:gd name="connsiteY18" fmla="*/ 92193 h 102088"/>
                <a:gd name="connsiteX19" fmla="*/ 84399 w 162408"/>
                <a:gd name="connsiteY19" fmla="*/ 86693 h 102088"/>
                <a:gd name="connsiteX20" fmla="*/ 22737 w 162408"/>
                <a:gd name="connsiteY20" fmla="*/ 52863 h 102088"/>
                <a:gd name="connsiteX21" fmla="*/ 12904 w 162408"/>
                <a:gd name="connsiteY21" fmla="*/ 34781 h 102088"/>
                <a:gd name="connsiteX22" fmla="*/ 47235 w 162408"/>
                <a:gd name="connsiteY22" fmla="*/ 32782 h 102088"/>
                <a:gd name="connsiteX23" fmla="*/ 79316 w 162408"/>
                <a:gd name="connsiteY23" fmla="*/ 55613 h 102088"/>
                <a:gd name="connsiteX24" fmla="*/ 90898 w 162408"/>
                <a:gd name="connsiteY24" fmla="*/ 56946 h 102088"/>
                <a:gd name="connsiteX25" fmla="*/ 120228 w 162408"/>
                <a:gd name="connsiteY25" fmla="*/ 71861 h 102088"/>
                <a:gd name="connsiteX26" fmla="*/ 130560 w 162408"/>
                <a:gd name="connsiteY26" fmla="*/ 91443 h 102088"/>
                <a:gd name="connsiteX27" fmla="*/ 123811 w 162408"/>
                <a:gd name="connsiteY27" fmla="*/ 92193 h 102088"/>
                <a:gd name="connsiteX28" fmla="*/ 123811 w 162408"/>
                <a:gd name="connsiteY28" fmla="*/ 92193 h 102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62408" h="102088">
                  <a:moveTo>
                    <a:pt x="159142" y="84027"/>
                  </a:moveTo>
                  <a:cubicBezTo>
                    <a:pt x="166141" y="71778"/>
                    <a:pt x="160974" y="63112"/>
                    <a:pt x="152309" y="53613"/>
                  </a:cubicBezTo>
                  <a:cubicBezTo>
                    <a:pt x="149392" y="50447"/>
                    <a:pt x="144476" y="54863"/>
                    <a:pt x="147309" y="58029"/>
                  </a:cubicBezTo>
                  <a:cubicBezTo>
                    <a:pt x="160308" y="72445"/>
                    <a:pt x="153892" y="82777"/>
                    <a:pt x="142476" y="88110"/>
                  </a:cubicBezTo>
                  <a:cubicBezTo>
                    <a:pt x="142143" y="87193"/>
                    <a:pt x="141477" y="86277"/>
                    <a:pt x="140393" y="85527"/>
                  </a:cubicBezTo>
                  <a:cubicBezTo>
                    <a:pt x="127561" y="76778"/>
                    <a:pt x="129560" y="57696"/>
                    <a:pt x="115729" y="50197"/>
                  </a:cubicBezTo>
                  <a:cubicBezTo>
                    <a:pt x="110396" y="47280"/>
                    <a:pt x="103479" y="46697"/>
                    <a:pt x="97480" y="46364"/>
                  </a:cubicBezTo>
                  <a:cubicBezTo>
                    <a:pt x="85649" y="45697"/>
                    <a:pt x="79565" y="45530"/>
                    <a:pt x="69817" y="36781"/>
                  </a:cubicBezTo>
                  <a:cubicBezTo>
                    <a:pt x="53901" y="22699"/>
                    <a:pt x="31986" y="17533"/>
                    <a:pt x="13155" y="27199"/>
                  </a:cubicBezTo>
                  <a:cubicBezTo>
                    <a:pt x="14238" y="22866"/>
                    <a:pt x="17071" y="18949"/>
                    <a:pt x="22404" y="16033"/>
                  </a:cubicBezTo>
                  <a:cubicBezTo>
                    <a:pt x="32236" y="10700"/>
                    <a:pt x="46985" y="10117"/>
                    <a:pt x="57984" y="9867"/>
                  </a:cubicBezTo>
                  <a:cubicBezTo>
                    <a:pt x="85981" y="9200"/>
                    <a:pt x="112312" y="17116"/>
                    <a:pt x="137394" y="29032"/>
                  </a:cubicBezTo>
                  <a:cubicBezTo>
                    <a:pt x="139393" y="29949"/>
                    <a:pt x="141310" y="27199"/>
                    <a:pt x="139310" y="26116"/>
                  </a:cubicBezTo>
                  <a:cubicBezTo>
                    <a:pt x="105063" y="6617"/>
                    <a:pt x="68483" y="-4798"/>
                    <a:pt x="28653" y="1951"/>
                  </a:cubicBezTo>
                  <a:cubicBezTo>
                    <a:pt x="-6510" y="7951"/>
                    <a:pt x="-7844" y="43614"/>
                    <a:pt x="16655" y="64445"/>
                  </a:cubicBezTo>
                  <a:cubicBezTo>
                    <a:pt x="46485" y="89943"/>
                    <a:pt x="83981" y="104442"/>
                    <a:pt x="123478" y="101775"/>
                  </a:cubicBezTo>
                  <a:cubicBezTo>
                    <a:pt x="137310" y="100859"/>
                    <a:pt x="151809" y="96942"/>
                    <a:pt x="159142" y="84027"/>
                  </a:cubicBezTo>
                  <a:lnTo>
                    <a:pt x="159142" y="84027"/>
                  </a:lnTo>
                  <a:close/>
                  <a:moveTo>
                    <a:pt x="123811" y="92193"/>
                  </a:moveTo>
                  <a:cubicBezTo>
                    <a:pt x="110480" y="92360"/>
                    <a:pt x="97230" y="90193"/>
                    <a:pt x="84399" y="86693"/>
                  </a:cubicBezTo>
                  <a:cubicBezTo>
                    <a:pt x="62400" y="80694"/>
                    <a:pt x="39152" y="69195"/>
                    <a:pt x="22737" y="52863"/>
                  </a:cubicBezTo>
                  <a:cubicBezTo>
                    <a:pt x="17821" y="47947"/>
                    <a:pt x="13904" y="41364"/>
                    <a:pt x="12904" y="34781"/>
                  </a:cubicBezTo>
                  <a:cubicBezTo>
                    <a:pt x="23737" y="31448"/>
                    <a:pt x="36403" y="29365"/>
                    <a:pt x="47235" y="32782"/>
                  </a:cubicBezTo>
                  <a:cubicBezTo>
                    <a:pt x="60401" y="37031"/>
                    <a:pt x="66400" y="51197"/>
                    <a:pt x="79316" y="55613"/>
                  </a:cubicBezTo>
                  <a:cubicBezTo>
                    <a:pt x="83399" y="57029"/>
                    <a:pt x="86648" y="56946"/>
                    <a:pt x="90898" y="56946"/>
                  </a:cubicBezTo>
                  <a:cubicBezTo>
                    <a:pt x="104479" y="57196"/>
                    <a:pt x="112979" y="57863"/>
                    <a:pt x="120228" y="71861"/>
                  </a:cubicBezTo>
                  <a:cubicBezTo>
                    <a:pt x="124645" y="80361"/>
                    <a:pt x="123978" y="86527"/>
                    <a:pt x="130560" y="91443"/>
                  </a:cubicBezTo>
                  <a:cubicBezTo>
                    <a:pt x="128228" y="92026"/>
                    <a:pt x="125978" y="92193"/>
                    <a:pt x="123811" y="92193"/>
                  </a:cubicBezTo>
                  <a:lnTo>
                    <a:pt x="123811" y="92193"/>
                  </a:lnTo>
                  <a:close/>
                </a:path>
              </a:pathLst>
            </a:custGeom>
            <a:grpFill/>
            <a:ln w="8332" cap="flat">
              <a:noFill/>
              <a:prstDash val="solid"/>
              <a:miter/>
            </a:ln>
          </p:spPr>
          <p:txBody>
            <a:bodyPr rtlCol="0" anchor="ctr"/>
            <a:lstStyle/>
            <a:p>
              <a:endParaRPr lang="en-US"/>
            </a:p>
          </p:txBody>
        </p:sp>
        <p:sp>
          <p:nvSpPr>
            <p:cNvPr id="2124" name="Freeform: Shape 2123"/>
            <p:cNvSpPr/>
            <p:nvPr/>
          </p:nvSpPr>
          <p:spPr>
            <a:xfrm>
              <a:off x="10501577" y="338969"/>
              <a:ext cx="422103" cy="444963"/>
            </a:xfrm>
            <a:custGeom>
              <a:avLst/>
              <a:gdLst>
                <a:gd name="connsiteX0" fmla="*/ 396880 w 422103"/>
                <a:gd name="connsiteY0" fmla="*/ 125416 h 444963"/>
                <a:gd name="connsiteX1" fmla="*/ 292139 w 422103"/>
                <a:gd name="connsiteY1" fmla="*/ 26509 h 444963"/>
                <a:gd name="connsiteX2" fmla="*/ 245810 w 422103"/>
                <a:gd name="connsiteY2" fmla="*/ 11093 h 444963"/>
                <a:gd name="connsiteX3" fmla="*/ 207646 w 422103"/>
                <a:gd name="connsiteY3" fmla="*/ 1761 h 444963"/>
                <a:gd name="connsiteX4" fmla="*/ 139319 w 422103"/>
                <a:gd name="connsiteY4" fmla="*/ 3177 h 444963"/>
                <a:gd name="connsiteX5" fmla="*/ 30996 w 422103"/>
                <a:gd name="connsiteY5" fmla="*/ 68005 h 444963"/>
                <a:gd name="connsiteX6" fmla="*/ 5914 w 422103"/>
                <a:gd name="connsiteY6" fmla="*/ 191660 h 444963"/>
                <a:gd name="connsiteX7" fmla="*/ 104405 w 422103"/>
                <a:gd name="connsiteY7" fmla="*/ 253821 h 444963"/>
                <a:gd name="connsiteX8" fmla="*/ 65076 w 422103"/>
                <a:gd name="connsiteY8" fmla="*/ 300817 h 444963"/>
                <a:gd name="connsiteX9" fmla="*/ 32246 w 422103"/>
                <a:gd name="connsiteY9" fmla="*/ 350146 h 444963"/>
                <a:gd name="connsiteX10" fmla="*/ 39828 w 422103"/>
                <a:gd name="connsiteY10" fmla="*/ 392142 h 444963"/>
                <a:gd name="connsiteX11" fmla="*/ 88907 w 422103"/>
                <a:gd name="connsiteY11" fmla="*/ 427972 h 444963"/>
                <a:gd name="connsiteX12" fmla="*/ 143319 w 422103"/>
                <a:gd name="connsiteY12" fmla="*/ 444554 h 444963"/>
                <a:gd name="connsiteX13" fmla="*/ 180649 w 422103"/>
                <a:gd name="connsiteY13" fmla="*/ 416390 h 444963"/>
                <a:gd name="connsiteX14" fmla="*/ 209063 w 422103"/>
                <a:gd name="connsiteY14" fmla="*/ 361478 h 444963"/>
                <a:gd name="connsiteX15" fmla="*/ 223562 w 422103"/>
                <a:gd name="connsiteY15" fmla="*/ 316732 h 444963"/>
                <a:gd name="connsiteX16" fmla="*/ 232228 w 422103"/>
                <a:gd name="connsiteY16" fmla="*/ 323065 h 444963"/>
                <a:gd name="connsiteX17" fmla="*/ 347717 w 422103"/>
                <a:gd name="connsiteY17" fmla="*/ 335064 h 444963"/>
                <a:gd name="connsiteX18" fmla="*/ 417628 w 422103"/>
                <a:gd name="connsiteY18" fmla="*/ 246489 h 444963"/>
                <a:gd name="connsiteX19" fmla="*/ 396880 w 422103"/>
                <a:gd name="connsiteY19" fmla="*/ 125416 h 444963"/>
                <a:gd name="connsiteX20" fmla="*/ 396880 w 422103"/>
                <a:gd name="connsiteY20" fmla="*/ 125416 h 444963"/>
                <a:gd name="connsiteX21" fmla="*/ 198731 w 422103"/>
                <a:gd name="connsiteY21" fmla="*/ 347980 h 444963"/>
                <a:gd name="connsiteX22" fmla="*/ 178732 w 422103"/>
                <a:gd name="connsiteY22" fmla="*/ 394309 h 444963"/>
                <a:gd name="connsiteX23" fmla="*/ 138403 w 422103"/>
                <a:gd name="connsiteY23" fmla="*/ 433639 h 444963"/>
                <a:gd name="connsiteX24" fmla="*/ 84241 w 422103"/>
                <a:gd name="connsiteY24" fmla="*/ 413974 h 444963"/>
                <a:gd name="connsiteX25" fmla="*/ 44578 w 422103"/>
                <a:gd name="connsiteY25" fmla="*/ 377477 h 444963"/>
                <a:gd name="connsiteX26" fmla="*/ 60993 w 422103"/>
                <a:gd name="connsiteY26" fmla="*/ 329065 h 444963"/>
                <a:gd name="connsiteX27" fmla="*/ 94740 w 422103"/>
                <a:gd name="connsiteY27" fmla="*/ 284985 h 444963"/>
                <a:gd name="connsiteX28" fmla="*/ 113988 w 422103"/>
                <a:gd name="connsiteY28" fmla="*/ 255988 h 444963"/>
                <a:gd name="connsiteX29" fmla="*/ 179398 w 422103"/>
                <a:gd name="connsiteY29" fmla="*/ 279486 h 444963"/>
                <a:gd name="connsiteX30" fmla="*/ 210729 w 422103"/>
                <a:gd name="connsiteY30" fmla="*/ 306067 h 444963"/>
                <a:gd name="connsiteX31" fmla="*/ 210896 w 422103"/>
                <a:gd name="connsiteY31" fmla="*/ 308067 h 444963"/>
                <a:gd name="connsiteX32" fmla="*/ 198731 w 422103"/>
                <a:gd name="connsiteY32" fmla="*/ 347980 h 444963"/>
                <a:gd name="connsiteX33" fmla="*/ 198731 w 422103"/>
                <a:gd name="connsiteY33" fmla="*/ 347980 h 444963"/>
                <a:gd name="connsiteX34" fmla="*/ 363965 w 422103"/>
                <a:gd name="connsiteY34" fmla="*/ 308483 h 444963"/>
                <a:gd name="connsiteX35" fmla="*/ 248559 w 422103"/>
                <a:gd name="connsiteY35" fmla="*/ 319732 h 444963"/>
                <a:gd name="connsiteX36" fmla="*/ 225394 w 422103"/>
                <a:gd name="connsiteY36" fmla="*/ 305150 h 444963"/>
                <a:gd name="connsiteX37" fmla="*/ 218479 w 422103"/>
                <a:gd name="connsiteY37" fmla="*/ 299567 h 444963"/>
                <a:gd name="connsiteX38" fmla="*/ 159734 w 422103"/>
                <a:gd name="connsiteY38" fmla="*/ 255821 h 444963"/>
                <a:gd name="connsiteX39" fmla="*/ 47577 w 422103"/>
                <a:gd name="connsiteY39" fmla="*/ 217908 h 444963"/>
                <a:gd name="connsiteX40" fmla="*/ 14913 w 422103"/>
                <a:gd name="connsiteY40" fmla="*/ 168496 h 444963"/>
                <a:gd name="connsiteX41" fmla="*/ 26329 w 422103"/>
                <a:gd name="connsiteY41" fmla="*/ 103168 h 444963"/>
                <a:gd name="connsiteX42" fmla="*/ 175399 w 422103"/>
                <a:gd name="connsiteY42" fmla="*/ 12760 h 444963"/>
                <a:gd name="connsiteX43" fmla="*/ 268391 w 422103"/>
                <a:gd name="connsiteY43" fmla="*/ 29758 h 444963"/>
                <a:gd name="connsiteX44" fmla="*/ 358050 w 422103"/>
                <a:gd name="connsiteY44" fmla="*/ 96919 h 444963"/>
                <a:gd name="connsiteX45" fmla="*/ 407379 w 422103"/>
                <a:gd name="connsiteY45" fmla="*/ 205243 h 444963"/>
                <a:gd name="connsiteX46" fmla="*/ 363965 w 422103"/>
                <a:gd name="connsiteY46" fmla="*/ 308483 h 444963"/>
                <a:gd name="connsiteX47" fmla="*/ 363965 w 422103"/>
                <a:gd name="connsiteY47" fmla="*/ 308483 h 444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422103" h="444963">
                  <a:moveTo>
                    <a:pt x="396880" y="125416"/>
                  </a:moveTo>
                  <a:cubicBezTo>
                    <a:pt x="372798" y="84253"/>
                    <a:pt x="336385" y="45590"/>
                    <a:pt x="292139" y="26509"/>
                  </a:cubicBezTo>
                  <a:cubicBezTo>
                    <a:pt x="277057" y="20009"/>
                    <a:pt x="261559" y="14843"/>
                    <a:pt x="245810" y="11093"/>
                  </a:cubicBezTo>
                  <a:cubicBezTo>
                    <a:pt x="233478" y="6844"/>
                    <a:pt x="220812" y="3427"/>
                    <a:pt x="207646" y="1761"/>
                  </a:cubicBezTo>
                  <a:cubicBezTo>
                    <a:pt x="184815" y="-1072"/>
                    <a:pt x="161984" y="-406"/>
                    <a:pt x="139319" y="3177"/>
                  </a:cubicBezTo>
                  <a:cubicBezTo>
                    <a:pt x="96323" y="10093"/>
                    <a:pt x="56743" y="32758"/>
                    <a:pt x="30996" y="68005"/>
                  </a:cubicBezTo>
                  <a:cubicBezTo>
                    <a:pt x="6332" y="102002"/>
                    <a:pt x="-9085" y="150497"/>
                    <a:pt x="5914" y="191660"/>
                  </a:cubicBezTo>
                  <a:cubicBezTo>
                    <a:pt x="19830" y="229990"/>
                    <a:pt x="68075" y="245739"/>
                    <a:pt x="104405" y="253821"/>
                  </a:cubicBezTo>
                  <a:cubicBezTo>
                    <a:pt x="92157" y="269987"/>
                    <a:pt x="77575" y="284985"/>
                    <a:pt x="65076" y="300817"/>
                  </a:cubicBezTo>
                  <a:cubicBezTo>
                    <a:pt x="52994" y="316066"/>
                    <a:pt x="38995" y="331565"/>
                    <a:pt x="32246" y="350146"/>
                  </a:cubicBezTo>
                  <a:cubicBezTo>
                    <a:pt x="26246" y="366895"/>
                    <a:pt x="27996" y="379060"/>
                    <a:pt x="39828" y="392142"/>
                  </a:cubicBezTo>
                  <a:cubicBezTo>
                    <a:pt x="54244" y="408058"/>
                    <a:pt x="69492" y="419223"/>
                    <a:pt x="88907" y="427972"/>
                  </a:cubicBezTo>
                  <a:cubicBezTo>
                    <a:pt x="105905" y="435555"/>
                    <a:pt x="123737" y="447304"/>
                    <a:pt x="143319" y="444554"/>
                  </a:cubicBezTo>
                  <a:cubicBezTo>
                    <a:pt x="160234" y="442221"/>
                    <a:pt x="171983" y="430222"/>
                    <a:pt x="180649" y="416390"/>
                  </a:cubicBezTo>
                  <a:cubicBezTo>
                    <a:pt x="191648" y="398975"/>
                    <a:pt x="201980" y="380893"/>
                    <a:pt x="209063" y="361478"/>
                  </a:cubicBezTo>
                  <a:cubicBezTo>
                    <a:pt x="214146" y="347563"/>
                    <a:pt x="220395" y="331814"/>
                    <a:pt x="223562" y="316732"/>
                  </a:cubicBezTo>
                  <a:cubicBezTo>
                    <a:pt x="226394" y="318899"/>
                    <a:pt x="229228" y="321065"/>
                    <a:pt x="232228" y="323065"/>
                  </a:cubicBezTo>
                  <a:cubicBezTo>
                    <a:pt x="265058" y="345063"/>
                    <a:pt x="311054" y="350146"/>
                    <a:pt x="347717" y="335064"/>
                  </a:cubicBezTo>
                  <a:cubicBezTo>
                    <a:pt x="385297" y="319482"/>
                    <a:pt x="407711" y="284485"/>
                    <a:pt x="417628" y="246489"/>
                  </a:cubicBezTo>
                  <a:cubicBezTo>
                    <a:pt x="428626" y="204576"/>
                    <a:pt x="418461" y="162413"/>
                    <a:pt x="396880" y="125416"/>
                  </a:cubicBezTo>
                  <a:lnTo>
                    <a:pt x="396880" y="125416"/>
                  </a:lnTo>
                  <a:close/>
                  <a:moveTo>
                    <a:pt x="198731" y="347980"/>
                  </a:moveTo>
                  <a:cubicBezTo>
                    <a:pt x="193815" y="364145"/>
                    <a:pt x="186648" y="379477"/>
                    <a:pt x="178732" y="394309"/>
                  </a:cubicBezTo>
                  <a:cubicBezTo>
                    <a:pt x="169983" y="410724"/>
                    <a:pt x="159900" y="432889"/>
                    <a:pt x="138403" y="433639"/>
                  </a:cubicBezTo>
                  <a:cubicBezTo>
                    <a:pt x="120154" y="434305"/>
                    <a:pt x="100239" y="421890"/>
                    <a:pt x="84241" y="413974"/>
                  </a:cubicBezTo>
                  <a:cubicBezTo>
                    <a:pt x="70909" y="407308"/>
                    <a:pt x="50994" y="391726"/>
                    <a:pt x="44578" y="377477"/>
                  </a:cubicBezTo>
                  <a:cubicBezTo>
                    <a:pt x="37245" y="361228"/>
                    <a:pt x="51744" y="341814"/>
                    <a:pt x="60993" y="329065"/>
                  </a:cubicBezTo>
                  <a:cubicBezTo>
                    <a:pt x="71909" y="314066"/>
                    <a:pt x="83824" y="299901"/>
                    <a:pt x="94740" y="284985"/>
                  </a:cubicBezTo>
                  <a:cubicBezTo>
                    <a:pt x="101239" y="276069"/>
                    <a:pt x="110155" y="266737"/>
                    <a:pt x="113988" y="255988"/>
                  </a:cubicBezTo>
                  <a:cubicBezTo>
                    <a:pt x="136986" y="260904"/>
                    <a:pt x="159734" y="265320"/>
                    <a:pt x="179398" y="279486"/>
                  </a:cubicBezTo>
                  <a:cubicBezTo>
                    <a:pt x="190565" y="287485"/>
                    <a:pt x="200480" y="296984"/>
                    <a:pt x="210729" y="306067"/>
                  </a:cubicBezTo>
                  <a:cubicBezTo>
                    <a:pt x="210729" y="306733"/>
                    <a:pt x="210729" y="307400"/>
                    <a:pt x="210896" y="308067"/>
                  </a:cubicBezTo>
                  <a:cubicBezTo>
                    <a:pt x="208397" y="321482"/>
                    <a:pt x="202647" y="335064"/>
                    <a:pt x="198731" y="347980"/>
                  </a:cubicBezTo>
                  <a:lnTo>
                    <a:pt x="198731" y="347980"/>
                  </a:lnTo>
                  <a:close/>
                  <a:moveTo>
                    <a:pt x="363965" y="308483"/>
                  </a:moveTo>
                  <a:cubicBezTo>
                    <a:pt x="332968" y="334898"/>
                    <a:pt x="284639" y="336981"/>
                    <a:pt x="248559" y="319732"/>
                  </a:cubicBezTo>
                  <a:cubicBezTo>
                    <a:pt x="240227" y="315733"/>
                    <a:pt x="232644" y="310650"/>
                    <a:pt x="225394" y="305150"/>
                  </a:cubicBezTo>
                  <a:cubicBezTo>
                    <a:pt x="224978" y="301900"/>
                    <a:pt x="221729" y="299734"/>
                    <a:pt x="218479" y="299567"/>
                  </a:cubicBezTo>
                  <a:cubicBezTo>
                    <a:pt x="199647" y="283902"/>
                    <a:pt x="182648" y="265904"/>
                    <a:pt x="159734" y="255821"/>
                  </a:cubicBezTo>
                  <a:cubicBezTo>
                    <a:pt x="123071" y="239739"/>
                    <a:pt x="82325" y="239573"/>
                    <a:pt x="47577" y="217908"/>
                  </a:cubicBezTo>
                  <a:cubicBezTo>
                    <a:pt x="28579" y="206076"/>
                    <a:pt x="17163" y="191244"/>
                    <a:pt x="14913" y="168496"/>
                  </a:cubicBezTo>
                  <a:cubicBezTo>
                    <a:pt x="12747" y="146664"/>
                    <a:pt x="17080" y="122917"/>
                    <a:pt x="26329" y="103168"/>
                  </a:cubicBezTo>
                  <a:cubicBezTo>
                    <a:pt x="54994" y="41341"/>
                    <a:pt x="113572" y="15260"/>
                    <a:pt x="175399" y="12760"/>
                  </a:cubicBezTo>
                  <a:cubicBezTo>
                    <a:pt x="206896" y="14426"/>
                    <a:pt x="238060" y="18926"/>
                    <a:pt x="268391" y="29758"/>
                  </a:cubicBezTo>
                  <a:cubicBezTo>
                    <a:pt x="305554" y="43090"/>
                    <a:pt x="332718" y="67422"/>
                    <a:pt x="358050" y="96919"/>
                  </a:cubicBezTo>
                  <a:cubicBezTo>
                    <a:pt x="384630" y="127999"/>
                    <a:pt x="404628" y="163746"/>
                    <a:pt x="407379" y="205243"/>
                  </a:cubicBezTo>
                  <a:cubicBezTo>
                    <a:pt x="409795" y="242489"/>
                    <a:pt x="392380" y="284152"/>
                    <a:pt x="363965" y="308483"/>
                  </a:cubicBezTo>
                  <a:lnTo>
                    <a:pt x="363965" y="308483"/>
                  </a:lnTo>
                  <a:close/>
                </a:path>
              </a:pathLst>
            </a:custGeom>
            <a:grpFill/>
            <a:ln w="8332" cap="flat">
              <a:noFill/>
              <a:prstDash val="solid"/>
              <a:miter/>
            </a:ln>
          </p:spPr>
          <p:txBody>
            <a:bodyPr rtlCol="0" anchor="ctr"/>
            <a:lstStyle/>
            <a:p>
              <a:endParaRPr lang="en-US"/>
            </a:p>
          </p:txBody>
        </p:sp>
        <p:sp>
          <p:nvSpPr>
            <p:cNvPr id="2125" name="Freeform: Shape 2124"/>
            <p:cNvSpPr/>
            <p:nvPr/>
          </p:nvSpPr>
          <p:spPr>
            <a:xfrm>
              <a:off x="12001525" y="2582933"/>
              <a:ext cx="422066" cy="445046"/>
            </a:xfrm>
            <a:custGeom>
              <a:avLst/>
              <a:gdLst>
                <a:gd name="connsiteX0" fmla="*/ 396880 w 422066"/>
                <a:gd name="connsiteY0" fmla="*/ 125416 h 445046"/>
                <a:gd name="connsiteX1" fmla="*/ 292139 w 422066"/>
                <a:gd name="connsiteY1" fmla="*/ 26509 h 445046"/>
                <a:gd name="connsiteX2" fmla="*/ 245810 w 422066"/>
                <a:gd name="connsiteY2" fmla="*/ 11093 h 445046"/>
                <a:gd name="connsiteX3" fmla="*/ 207646 w 422066"/>
                <a:gd name="connsiteY3" fmla="*/ 1761 h 445046"/>
                <a:gd name="connsiteX4" fmla="*/ 139319 w 422066"/>
                <a:gd name="connsiteY4" fmla="*/ 3177 h 445046"/>
                <a:gd name="connsiteX5" fmla="*/ 30996 w 422066"/>
                <a:gd name="connsiteY5" fmla="*/ 68088 h 445046"/>
                <a:gd name="connsiteX6" fmla="*/ 5914 w 422066"/>
                <a:gd name="connsiteY6" fmla="*/ 191744 h 445046"/>
                <a:gd name="connsiteX7" fmla="*/ 104405 w 422066"/>
                <a:gd name="connsiteY7" fmla="*/ 253905 h 445046"/>
                <a:gd name="connsiteX8" fmla="*/ 65076 w 422066"/>
                <a:gd name="connsiteY8" fmla="*/ 300900 h 445046"/>
                <a:gd name="connsiteX9" fmla="*/ 32246 w 422066"/>
                <a:gd name="connsiteY9" fmla="*/ 350229 h 445046"/>
                <a:gd name="connsiteX10" fmla="*/ 39828 w 422066"/>
                <a:gd name="connsiteY10" fmla="*/ 392226 h 445046"/>
                <a:gd name="connsiteX11" fmla="*/ 88907 w 422066"/>
                <a:gd name="connsiteY11" fmla="*/ 428056 h 445046"/>
                <a:gd name="connsiteX12" fmla="*/ 143319 w 422066"/>
                <a:gd name="connsiteY12" fmla="*/ 444637 h 445046"/>
                <a:gd name="connsiteX13" fmla="*/ 180649 w 422066"/>
                <a:gd name="connsiteY13" fmla="*/ 416474 h 445046"/>
                <a:gd name="connsiteX14" fmla="*/ 209063 w 422066"/>
                <a:gd name="connsiteY14" fmla="*/ 361562 h 445046"/>
                <a:gd name="connsiteX15" fmla="*/ 223562 w 422066"/>
                <a:gd name="connsiteY15" fmla="*/ 316816 h 445046"/>
                <a:gd name="connsiteX16" fmla="*/ 232228 w 422066"/>
                <a:gd name="connsiteY16" fmla="*/ 323149 h 445046"/>
                <a:gd name="connsiteX17" fmla="*/ 347717 w 422066"/>
                <a:gd name="connsiteY17" fmla="*/ 335147 h 445046"/>
                <a:gd name="connsiteX18" fmla="*/ 417628 w 422066"/>
                <a:gd name="connsiteY18" fmla="*/ 246572 h 445046"/>
                <a:gd name="connsiteX19" fmla="*/ 396880 w 422066"/>
                <a:gd name="connsiteY19" fmla="*/ 125416 h 445046"/>
                <a:gd name="connsiteX20" fmla="*/ 396880 w 422066"/>
                <a:gd name="connsiteY20" fmla="*/ 125416 h 445046"/>
                <a:gd name="connsiteX21" fmla="*/ 198647 w 422066"/>
                <a:gd name="connsiteY21" fmla="*/ 347980 h 445046"/>
                <a:gd name="connsiteX22" fmla="*/ 178649 w 422066"/>
                <a:gd name="connsiteY22" fmla="*/ 394309 h 445046"/>
                <a:gd name="connsiteX23" fmla="*/ 138319 w 422066"/>
                <a:gd name="connsiteY23" fmla="*/ 433639 h 445046"/>
                <a:gd name="connsiteX24" fmla="*/ 84158 w 422066"/>
                <a:gd name="connsiteY24" fmla="*/ 413974 h 445046"/>
                <a:gd name="connsiteX25" fmla="*/ 44494 w 422066"/>
                <a:gd name="connsiteY25" fmla="*/ 377477 h 445046"/>
                <a:gd name="connsiteX26" fmla="*/ 60909 w 422066"/>
                <a:gd name="connsiteY26" fmla="*/ 329065 h 445046"/>
                <a:gd name="connsiteX27" fmla="*/ 94657 w 422066"/>
                <a:gd name="connsiteY27" fmla="*/ 284985 h 445046"/>
                <a:gd name="connsiteX28" fmla="*/ 113904 w 422066"/>
                <a:gd name="connsiteY28" fmla="*/ 255988 h 445046"/>
                <a:gd name="connsiteX29" fmla="*/ 179315 w 422066"/>
                <a:gd name="connsiteY29" fmla="*/ 279486 h 445046"/>
                <a:gd name="connsiteX30" fmla="*/ 210646 w 422066"/>
                <a:gd name="connsiteY30" fmla="*/ 306067 h 445046"/>
                <a:gd name="connsiteX31" fmla="*/ 210812 w 422066"/>
                <a:gd name="connsiteY31" fmla="*/ 308067 h 445046"/>
                <a:gd name="connsiteX32" fmla="*/ 198647 w 422066"/>
                <a:gd name="connsiteY32" fmla="*/ 347980 h 445046"/>
                <a:gd name="connsiteX33" fmla="*/ 198647 w 422066"/>
                <a:gd name="connsiteY33" fmla="*/ 347980 h 445046"/>
                <a:gd name="connsiteX34" fmla="*/ 363882 w 422066"/>
                <a:gd name="connsiteY34" fmla="*/ 308317 h 445046"/>
                <a:gd name="connsiteX35" fmla="*/ 248476 w 422066"/>
                <a:gd name="connsiteY35" fmla="*/ 319566 h 445046"/>
                <a:gd name="connsiteX36" fmla="*/ 225311 w 422066"/>
                <a:gd name="connsiteY36" fmla="*/ 304984 h 445046"/>
                <a:gd name="connsiteX37" fmla="*/ 218395 w 422066"/>
                <a:gd name="connsiteY37" fmla="*/ 299401 h 445046"/>
                <a:gd name="connsiteX38" fmla="*/ 159650 w 422066"/>
                <a:gd name="connsiteY38" fmla="*/ 255655 h 445046"/>
                <a:gd name="connsiteX39" fmla="*/ 47494 w 422066"/>
                <a:gd name="connsiteY39" fmla="*/ 217741 h 445046"/>
                <a:gd name="connsiteX40" fmla="*/ 14830 w 422066"/>
                <a:gd name="connsiteY40" fmla="*/ 168329 h 445046"/>
                <a:gd name="connsiteX41" fmla="*/ 26246 w 422066"/>
                <a:gd name="connsiteY41" fmla="*/ 103002 h 445046"/>
                <a:gd name="connsiteX42" fmla="*/ 175316 w 422066"/>
                <a:gd name="connsiteY42" fmla="*/ 12593 h 445046"/>
                <a:gd name="connsiteX43" fmla="*/ 268307 w 422066"/>
                <a:gd name="connsiteY43" fmla="*/ 29592 h 445046"/>
                <a:gd name="connsiteX44" fmla="*/ 357966 w 422066"/>
                <a:gd name="connsiteY44" fmla="*/ 96752 h 445046"/>
                <a:gd name="connsiteX45" fmla="*/ 407295 w 422066"/>
                <a:gd name="connsiteY45" fmla="*/ 205076 h 445046"/>
                <a:gd name="connsiteX46" fmla="*/ 363882 w 422066"/>
                <a:gd name="connsiteY46" fmla="*/ 308317 h 445046"/>
                <a:gd name="connsiteX47" fmla="*/ 363882 w 422066"/>
                <a:gd name="connsiteY47" fmla="*/ 308317 h 445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422066" h="445046">
                  <a:moveTo>
                    <a:pt x="396880" y="125416"/>
                  </a:moveTo>
                  <a:cubicBezTo>
                    <a:pt x="372798" y="84253"/>
                    <a:pt x="336385" y="45590"/>
                    <a:pt x="292139" y="26509"/>
                  </a:cubicBezTo>
                  <a:cubicBezTo>
                    <a:pt x="277057" y="20009"/>
                    <a:pt x="261558" y="14843"/>
                    <a:pt x="245810" y="11093"/>
                  </a:cubicBezTo>
                  <a:cubicBezTo>
                    <a:pt x="233477" y="6844"/>
                    <a:pt x="220812" y="3427"/>
                    <a:pt x="207646" y="1761"/>
                  </a:cubicBezTo>
                  <a:cubicBezTo>
                    <a:pt x="184815" y="-1072"/>
                    <a:pt x="161984" y="-406"/>
                    <a:pt x="139319" y="3177"/>
                  </a:cubicBezTo>
                  <a:cubicBezTo>
                    <a:pt x="96323" y="10093"/>
                    <a:pt x="56743" y="32758"/>
                    <a:pt x="30996" y="68088"/>
                  </a:cubicBezTo>
                  <a:cubicBezTo>
                    <a:pt x="6332" y="102085"/>
                    <a:pt x="-9085" y="150581"/>
                    <a:pt x="5914" y="191744"/>
                  </a:cubicBezTo>
                  <a:cubicBezTo>
                    <a:pt x="19830" y="230073"/>
                    <a:pt x="68075" y="245822"/>
                    <a:pt x="104405" y="253905"/>
                  </a:cubicBezTo>
                  <a:cubicBezTo>
                    <a:pt x="92157" y="270070"/>
                    <a:pt x="77575" y="285069"/>
                    <a:pt x="65076" y="300900"/>
                  </a:cubicBezTo>
                  <a:cubicBezTo>
                    <a:pt x="52994" y="316149"/>
                    <a:pt x="38995" y="331648"/>
                    <a:pt x="32246" y="350229"/>
                  </a:cubicBezTo>
                  <a:cubicBezTo>
                    <a:pt x="26246" y="366978"/>
                    <a:pt x="27996" y="379144"/>
                    <a:pt x="39828" y="392226"/>
                  </a:cubicBezTo>
                  <a:cubicBezTo>
                    <a:pt x="54244" y="408141"/>
                    <a:pt x="69492" y="419307"/>
                    <a:pt x="88907" y="428056"/>
                  </a:cubicBezTo>
                  <a:cubicBezTo>
                    <a:pt x="105905" y="435638"/>
                    <a:pt x="123737" y="447387"/>
                    <a:pt x="143319" y="444637"/>
                  </a:cubicBezTo>
                  <a:cubicBezTo>
                    <a:pt x="160234" y="442304"/>
                    <a:pt x="171982" y="430305"/>
                    <a:pt x="180649" y="416474"/>
                  </a:cubicBezTo>
                  <a:cubicBezTo>
                    <a:pt x="191648" y="399058"/>
                    <a:pt x="201980" y="380977"/>
                    <a:pt x="209063" y="361562"/>
                  </a:cubicBezTo>
                  <a:cubicBezTo>
                    <a:pt x="214146" y="347646"/>
                    <a:pt x="220395" y="331898"/>
                    <a:pt x="223562" y="316816"/>
                  </a:cubicBezTo>
                  <a:cubicBezTo>
                    <a:pt x="226394" y="318982"/>
                    <a:pt x="229228" y="321149"/>
                    <a:pt x="232228" y="323149"/>
                  </a:cubicBezTo>
                  <a:cubicBezTo>
                    <a:pt x="265058" y="345147"/>
                    <a:pt x="311054" y="350229"/>
                    <a:pt x="347717" y="335147"/>
                  </a:cubicBezTo>
                  <a:cubicBezTo>
                    <a:pt x="385297" y="319566"/>
                    <a:pt x="407711" y="284569"/>
                    <a:pt x="417628" y="246572"/>
                  </a:cubicBezTo>
                  <a:cubicBezTo>
                    <a:pt x="428543" y="204576"/>
                    <a:pt x="418461" y="162246"/>
                    <a:pt x="396880" y="125416"/>
                  </a:cubicBezTo>
                  <a:lnTo>
                    <a:pt x="396880" y="125416"/>
                  </a:lnTo>
                  <a:close/>
                  <a:moveTo>
                    <a:pt x="198647" y="347980"/>
                  </a:moveTo>
                  <a:cubicBezTo>
                    <a:pt x="193731" y="364145"/>
                    <a:pt x="186564" y="379477"/>
                    <a:pt x="178649" y="394309"/>
                  </a:cubicBezTo>
                  <a:cubicBezTo>
                    <a:pt x="169899" y="410724"/>
                    <a:pt x="159817" y="432889"/>
                    <a:pt x="138319" y="433639"/>
                  </a:cubicBezTo>
                  <a:cubicBezTo>
                    <a:pt x="120070" y="434305"/>
                    <a:pt x="100155" y="421890"/>
                    <a:pt x="84158" y="413974"/>
                  </a:cubicBezTo>
                  <a:cubicBezTo>
                    <a:pt x="70826" y="407308"/>
                    <a:pt x="50911" y="391726"/>
                    <a:pt x="44494" y="377477"/>
                  </a:cubicBezTo>
                  <a:cubicBezTo>
                    <a:pt x="37162" y="361229"/>
                    <a:pt x="51660" y="341813"/>
                    <a:pt x="60909" y="329065"/>
                  </a:cubicBezTo>
                  <a:cubicBezTo>
                    <a:pt x="71826" y="314066"/>
                    <a:pt x="83741" y="299901"/>
                    <a:pt x="94657" y="284985"/>
                  </a:cubicBezTo>
                  <a:cubicBezTo>
                    <a:pt x="101155" y="276070"/>
                    <a:pt x="110072" y="266737"/>
                    <a:pt x="113904" y="255988"/>
                  </a:cubicBezTo>
                  <a:cubicBezTo>
                    <a:pt x="136902" y="260904"/>
                    <a:pt x="159650" y="265320"/>
                    <a:pt x="179315" y="279486"/>
                  </a:cubicBezTo>
                  <a:cubicBezTo>
                    <a:pt x="190481" y="287485"/>
                    <a:pt x="200397" y="296984"/>
                    <a:pt x="210646" y="306067"/>
                  </a:cubicBezTo>
                  <a:cubicBezTo>
                    <a:pt x="210646" y="306733"/>
                    <a:pt x="210646" y="307400"/>
                    <a:pt x="210812" y="308067"/>
                  </a:cubicBezTo>
                  <a:cubicBezTo>
                    <a:pt x="208313" y="321482"/>
                    <a:pt x="202647" y="335064"/>
                    <a:pt x="198647" y="347980"/>
                  </a:cubicBezTo>
                  <a:lnTo>
                    <a:pt x="198647" y="347980"/>
                  </a:lnTo>
                  <a:close/>
                  <a:moveTo>
                    <a:pt x="363882" y="308317"/>
                  </a:moveTo>
                  <a:cubicBezTo>
                    <a:pt x="332885" y="334731"/>
                    <a:pt x="284556" y="336814"/>
                    <a:pt x="248476" y="319566"/>
                  </a:cubicBezTo>
                  <a:cubicBezTo>
                    <a:pt x="240143" y="315566"/>
                    <a:pt x="232560" y="310483"/>
                    <a:pt x="225311" y="304984"/>
                  </a:cubicBezTo>
                  <a:cubicBezTo>
                    <a:pt x="224895" y="301734"/>
                    <a:pt x="221645" y="299567"/>
                    <a:pt x="218395" y="299401"/>
                  </a:cubicBezTo>
                  <a:cubicBezTo>
                    <a:pt x="199564" y="283735"/>
                    <a:pt x="182565" y="265737"/>
                    <a:pt x="159650" y="255655"/>
                  </a:cubicBezTo>
                  <a:cubicBezTo>
                    <a:pt x="122988" y="239573"/>
                    <a:pt x="82241" y="239406"/>
                    <a:pt x="47494" y="217741"/>
                  </a:cubicBezTo>
                  <a:cubicBezTo>
                    <a:pt x="28495" y="205909"/>
                    <a:pt x="17080" y="191077"/>
                    <a:pt x="14830" y="168329"/>
                  </a:cubicBezTo>
                  <a:cubicBezTo>
                    <a:pt x="12663" y="146498"/>
                    <a:pt x="16996" y="122750"/>
                    <a:pt x="26246" y="103002"/>
                  </a:cubicBezTo>
                  <a:cubicBezTo>
                    <a:pt x="54910" y="41174"/>
                    <a:pt x="113488" y="15093"/>
                    <a:pt x="175316" y="12593"/>
                  </a:cubicBezTo>
                  <a:cubicBezTo>
                    <a:pt x="206813" y="14260"/>
                    <a:pt x="237977" y="18759"/>
                    <a:pt x="268307" y="29592"/>
                  </a:cubicBezTo>
                  <a:cubicBezTo>
                    <a:pt x="305470" y="42924"/>
                    <a:pt x="332635" y="67255"/>
                    <a:pt x="357966" y="96752"/>
                  </a:cubicBezTo>
                  <a:cubicBezTo>
                    <a:pt x="384547" y="127833"/>
                    <a:pt x="404545" y="163580"/>
                    <a:pt x="407295" y="205076"/>
                  </a:cubicBezTo>
                  <a:cubicBezTo>
                    <a:pt x="409795" y="242489"/>
                    <a:pt x="392380" y="284069"/>
                    <a:pt x="363882" y="308317"/>
                  </a:cubicBezTo>
                  <a:lnTo>
                    <a:pt x="363882" y="308317"/>
                  </a:lnTo>
                  <a:close/>
                </a:path>
              </a:pathLst>
            </a:custGeom>
            <a:grpFill/>
            <a:ln w="8332" cap="flat">
              <a:noFill/>
              <a:prstDash val="solid"/>
              <a:miter/>
            </a:ln>
          </p:spPr>
          <p:txBody>
            <a:bodyPr rtlCol="0" anchor="ctr"/>
            <a:lstStyle/>
            <a:p>
              <a:endParaRPr lang="en-US"/>
            </a:p>
          </p:txBody>
        </p:sp>
        <p:sp>
          <p:nvSpPr>
            <p:cNvPr id="2126" name="Freeform: Shape 2125"/>
            <p:cNvSpPr/>
            <p:nvPr/>
          </p:nvSpPr>
          <p:spPr>
            <a:xfrm>
              <a:off x="9023788" y="809543"/>
              <a:ext cx="1011070" cy="330280"/>
            </a:xfrm>
            <a:custGeom>
              <a:avLst/>
              <a:gdLst>
                <a:gd name="connsiteX0" fmla="*/ 1010412 w 1011070"/>
                <a:gd name="connsiteY0" fmla="*/ 250455 h 330280"/>
                <a:gd name="connsiteX1" fmla="*/ 929920 w 1011070"/>
                <a:gd name="connsiteY1" fmla="*/ 173712 h 330280"/>
                <a:gd name="connsiteX2" fmla="*/ 794931 w 1011070"/>
                <a:gd name="connsiteY2" fmla="*/ 121800 h 330280"/>
                <a:gd name="connsiteX3" fmla="*/ 663860 w 1011070"/>
                <a:gd name="connsiteY3" fmla="*/ 82554 h 330280"/>
                <a:gd name="connsiteX4" fmla="*/ 554037 w 1011070"/>
                <a:gd name="connsiteY4" fmla="*/ 52640 h 330280"/>
                <a:gd name="connsiteX5" fmla="*/ 552370 w 1011070"/>
                <a:gd name="connsiteY5" fmla="*/ 52223 h 330280"/>
                <a:gd name="connsiteX6" fmla="*/ 427965 w 1011070"/>
                <a:gd name="connsiteY6" fmla="*/ 26225 h 330280"/>
                <a:gd name="connsiteX7" fmla="*/ 302893 w 1011070"/>
                <a:gd name="connsiteY7" fmla="*/ 7310 h 330280"/>
                <a:gd name="connsiteX8" fmla="*/ 59165 w 1011070"/>
                <a:gd name="connsiteY8" fmla="*/ 20809 h 330280"/>
                <a:gd name="connsiteX9" fmla="*/ 2 w 1011070"/>
                <a:gd name="connsiteY9" fmla="*/ 76721 h 330280"/>
                <a:gd name="connsiteX10" fmla="*/ 11419 w 1011070"/>
                <a:gd name="connsiteY10" fmla="*/ 114801 h 330280"/>
                <a:gd name="connsiteX11" fmla="*/ 55498 w 1011070"/>
                <a:gd name="connsiteY11" fmla="*/ 148964 h 330280"/>
                <a:gd name="connsiteX12" fmla="*/ 302476 w 1011070"/>
                <a:gd name="connsiteY12" fmla="*/ 221291 h 330280"/>
                <a:gd name="connsiteX13" fmla="*/ 571702 w 1011070"/>
                <a:gd name="connsiteY13" fmla="*/ 277619 h 330280"/>
                <a:gd name="connsiteX14" fmla="*/ 837011 w 1011070"/>
                <a:gd name="connsiteY14" fmla="*/ 326448 h 330280"/>
                <a:gd name="connsiteX15" fmla="*/ 955500 w 1011070"/>
                <a:gd name="connsiteY15" fmla="*/ 321949 h 330280"/>
                <a:gd name="connsiteX16" fmla="*/ 1010412 w 1011070"/>
                <a:gd name="connsiteY16" fmla="*/ 250455 h 330280"/>
                <a:gd name="connsiteX17" fmla="*/ 1010412 w 1011070"/>
                <a:gd name="connsiteY17" fmla="*/ 250455 h 330280"/>
                <a:gd name="connsiteX18" fmla="*/ 964666 w 1011070"/>
                <a:gd name="connsiteY18" fmla="*/ 302117 h 330280"/>
                <a:gd name="connsiteX19" fmla="*/ 851760 w 1011070"/>
                <a:gd name="connsiteY19" fmla="*/ 313783 h 330280"/>
                <a:gd name="connsiteX20" fmla="*/ 613198 w 1011070"/>
                <a:gd name="connsiteY20" fmla="*/ 272703 h 330280"/>
                <a:gd name="connsiteX21" fmla="*/ 373136 w 1011070"/>
                <a:gd name="connsiteY21" fmla="*/ 222541 h 330280"/>
                <a:gd name="connsiteX22" fmla="*/ 139573 w 1011070"/>
                <a:gd name="connsiteY22" fmla="*/ 167129 h 330280"/>
                <a:gd name="connsiteX23" fmla="*/ 33333 w 1011070"/>
                <a:gd name="connsiteY23" fmla="*/ 115384 h 330280"/>
                <a:gd name="connsiteX24" fmla="*/ 17001 w 1011070"/>
                <a:gd name="connsiteY24" fmla="*/ 71555 h 330280"/>
                <a:gd name="connsiteX25" fmla="*/ 59831 w 1011070"/>
                <a:gd name="connsiteY25" fmla="*/ 37558 h 330280"/>
                <a:gd name="connsiteX26" fmla="*/ 288977 w 1011070"/>
                <a:gd name="connsiteY26" fmla="*/ 20809 h 330280"/>
                <a:gd name="connsiteX27" fmla="*/ 539205 w 1011070"/>
                <a:gd name="connsiteY27" fmla="*/ 61139 h 330280"/>
                <a:gd name="connsiteX28" fmla="*/ 670359 w 1011070"/>
                <a:gd name="connsiteY28" fmla="*/ 96386 h 330280"/>
                <a:gd name="connsiteX29" fmla="*/ 679275 w 1011070"/>
                <a:gd name="connsiteY29" fmla="*/ 98969 h 330280"/>
                <a:gd name="connsiteX30" fmla="*/ 743769 w 1011070"/>
                <a:gd name="connsiteY30" fmla="*/ 118800 h 330280"/>
                <a:gd name="connsiteX31" fmla="*/ 848760 w 1011070"/>
                <a:gd name="connsiteY31" fmla="*/ 156714 h 330280"/>
                <a:gd name="connsiteX32" fmla="*/ 951084 w 1011070"/>
                <a:gd name="connsiteY32" fmla="*/ 203959 h 330280"/>
                <a:gd name="connsiteX33" fmla="*/ 990914 w 1011070"/>
                <a:gd name="connsiteY33" fmla="*/ 242289 h 330280"/>
                <a:gd name="connsiteX34" fmla="*/ 964666 w 1011070"/>
                <a:gd name="connsiteY34" fmla="*/ 302117 h 330280"/>
                <a:gd name="connsiteX35" fmla="*/ 964666 w 1011070"/>
                <a:gd name="connsiteY35" fmla="*/ 302117 h 330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11070" h="330280">
                  <a:moveTo>
                    <a:pt x="1010412" y="250455"/>
                  </a:moveTo>
                  <a:cubicBezTo>
                    <a:pt x="1004746" y="213625"/>
                    <a:pt x="959416" y="189044"/>
                    <a:pt x="929920" y="173712"/>
                  </a:cubicBezTo>
                  <a:cubicBezTo>
                    <a:pt x="887423" y="151547"/>
                    <a:pt x="839677" y="138632"/>
                    <a:pt x="794931" y="121800"/>
                  </a:cubicBezTo>
                  <a:cubicBezTo>
                    <a:pt x="752268" y="105801"/>
                    <a:pt x="707272" y="96386"/>
                    <a:pt x="663860" y="82554"/>
                  </a:cubicBezTo>
                  <a:cubicBezTo>
                    <a:pt x="628113" y="71138"/>
                    <a:pt x="591116" y="60806"/>
                    <a:pt x="554037" y="52640"/>
                  </a:cubicBezTo>
                  <a:cubicBezTo>
                    <a:pt x="553453" y="52473"/>
                    <a:pt x="552954" y="52306"/>
                    <a:pt x="552370" y="52223"/>
                  </a:cubicBezTo>
                  <a:cubicBezTo>
                    <a:pt x="511374" y="41641"/>
                    <a:pt x="469628" y="34225"/>
                    <a:pt x="427965" y="26225"/>
                  </a:cubicBezTo>
                  <a:cubicBezTo>
                    <a:pt x="386302" y="18226"/>
                    <a:pt x="345305" y="10977"/>
                    <a:pt x="302893" y="7310"/>
                  </a:cubicBezTo>
                  <a:cubicBezTo>
                    <a:pt x="222149" y="394"/>
                    <a:pt x="136657" y="-9688"/>
                    <a:pt x="59165" y="20809"/>
                  </a:cubicBezTo>
                  <a:cubicBezTo>
                    <a:pt x="35666" y="30058"/>
                    <a:pt x="169" y="47223"/>
                    <a:pt x="2" y="76721"/>
                  </a:cubicBezTo>
                  <a:cubicBezTo>
                    <a:pt x="-80" y="91469"/>
                    <a:pt x="1836" y="103302"/>
                    <a:pt x="11419" y="114801"/>
                  </a:cubicBezTo>
                  <a:cubicBezTo>
                    <a:pt x="23084" y="128799"/>
                    <a:pt x="39333" y="140548"/>
                    <a:pt x="55498" y="148964"/>
                  </a:cubicBezTo>
                  <a:cubicBezTo>
                    <a:pt x="131491" y="188544"/>
                    <a:pt x="219567" y="203376"/>
                    <a:pt x="302476" y="221291"/>
                  </a:cubicBezTo>
                  <a:cubicBezTo>
                    <a:pt x="392134" y="240706"/>
                    <a:pt x="481960" y="258704"/>
                    <a:pt x="571702" y="277619"/>
                  </a:cubicBezTo>
                  <a:cubicBezTo>
                    <a:pt x="659277" y="296034"/>
                    <a:pt x="748019" y="316033"/>
                    <a:pt x="837011" y="326448"/>
                  </a:cubicBezTo>
                  <a:cubicBezTo>
                    <a:pt x="876007" y="330948"/>
                    <a:pt x="917421" y="333614"/>
                    <a:pt x="955500" y="321949"/>
                  </a:cubicBezTo>
                  <a:cubicBezTo>
                    <a:pt x="986081" y="312450"/>
                    <a:pt x="1015911" y="286119"/>
                    <a:pt x="1010412" y="250455"/>
                  </a:cubicBezTo>
                  <a:lnTo>
                    <a:pt x="1010412" y="250455"/>
                  </a:lnTo>
                  <a:close/>
                  <a:moveTo>
                    <a:pt x="964666" y="302117"/>
                  </a:moveTo>
                  <a:cubicBezTo>
                    <a:pt x="929836" y="317949"/>
                    <a:pt x="889090" y="316866"/>
                    <a:pt x="851760" y="313783"/>
                  </a:cubicBezTo>
                  <a:cubicBezTo>
                    <a:pt x="771684" y="307033"/>
                    <a:pt x="691857" y="288452"/>
                    <a:pt x="613198" y="272703"/>
                  </a:cubicBezTo>
                  <a:cubicBezTo>
                    <a:pt x="533122" y="256621"/>
                    <a:pt x="452963" y="239706"/>
                    <a:pt x="373136" y="222541"/>
                  </a:cubicBezTo>
                  <a:cubicBezTo>
                    <a:pt x="295143" y="205792"/>
                    <a:pt x="215733" y="191127"/>
                    <a:pt x="139573" y="167129"/>
                  </a:cubicBezTo>
                  <a:cubicBezTo>
                    <a:pt x="102660" y="155464"/>
                    <a:pt x="62747" y="141548"/>
                    <a:pt x="33333" y="115384"/>
                  </a:cubicBezTo>
                  <a:cubicBezTo>
                    <a:pt x="20668" y="104135"/>
                    <a:pt x="11002" y="89136"/>
                    <a:pt x="17001" y="71555"/>
                  </a:cubicBezTo>
                  <a:cubicBezTo>
                    <a:pt x="22835" y="54306"/>
                    <a:pt x="44166" y="43974"/>
                    <a:pt x="59831" y="37558"/>
                  </a:cubicBezTo>
                  <a:cubicBezTo>
                    <a:pt x="131741" y="7977"/>
                    <a:pt x="213317" y="14393"/>
                    <a:pt x="288977" y="20809"/>
                  </a:cubicBezTo>
                  <a:cubicBezTo>
                    <a:pt x="373136" y="27975"/>
                    <a:pt x="456712" y="42974"/>
                    <a:pt x="539205" y="61139"/>
                  </a:cubicBezTo>
                  <a:cubicBezTo>
                    <a:pt x="583450" y="70888"/>
                    <a:pt x="626864" y="83803"/>
                    <a:pt x="670359" y="96386"/>
                  </a:cubicBezTo>
                  <a:cubicBezTo>
                    <a:pt x="673359" y="97219"/>
                    <a:pt x="676275" y="98136"/>
                    <a:pt x="679275" y="98969"/>
                  </a:cubicBezTo>
                  <a:cubicBezTo>
                    <a:pt x="700774" y="105635"/>
                    <a:pt x="722188" y="112384"/>
                    <a:pt x="743769" y="118800"/>
                  </a:cubicBezTo>
                  <a:cubicBezTo>
                    <a:pt x="779433" y="129466"/>
                    <a:pt x="813679" y="144215"/>
                    <a:pt x="848760" y="156714"/>
                  </a:cubicBezTo>
                  <a:cubicBezTo>
                    <a:pt x="884590" y="169462"/>
                    <a:pt x="919337" y="182545"/>
                    <a:pt x="951084" y="203959"/>
                  </a:cubicBezTo>
                  <a:cubicBezTo>
                    <a:pt x="966166" y="214125"/>
                    <a:pt x="982581" y="225624"/>
                    <a:pt x="990914" y="242289"/>
                  </a:cubicBezTo>
                  <a:cubicBezTo>
                    <a:pt x="1002246" y="264870"/>
                    <a:pt x="986164" y="292368"/>
                    <a:pt x="964666" y="302117"/>
                  </a:cubicBezTo>
                  <a:lnTo>
                    <a:pt x="964666" y="302117"/>
                  </a:lnTo>
                  <a:close/>
                </a:path>
              </a:pathLst>
            </a:custGeom>
            <a:grpFill/>
            <a:ln w="8332" cap="flat">
              <a:noFill/>
              <a:prstDash val="solid"/>
              <a:miter/>
            </a:ln>
          </p:spPr>
          <p:txBody>
            <a:bodyPr rtlCol="0" anchor="ctr"/>
            <a:lstStyle/>
            <a:p>
              <a:endParaRPr lang="en-US"/>
            </a:p>
          </p:txBody>
        </p:sp>
        <p:sp>
          <p:nvSpPr>
            <p:cNvPr id="2127" name="Freeform: Shape 2126"/>
            <p:cNvSpPr/>
            <p:nvPr/>
          </p:nvSpPr>
          <p:spPr>
            <a:xfrm>
              <a:off x="9208248" y="854812"/>
              <a:ext cx="144227" cy="70632"/>
            </a:xfrm>
            <a:custGeom>
              <a:avLst/>
              <a:gdLst>
                <a:gd name="connsiteX0" fmla="*/ 139680 w 144227"/>
                <a:gd name="connsiteY0" fmla="*/ 38 h 70632"/>
                <a:gd name="connsiteX1" fmla="*/ 110 w 144227"/>
                <a:gd name="connsiteY1" fmla="*/ 65865 h 70632"/>
                <a:gd name="connsiteX2" fmla="*/ 1610 w 144227"/>
                <a:gd name="connsiteY2" fmla="*/ 66865 h 70632"/>
                <a:gd name="connsiteX3" fmla="*/ 124849 w 144227"/>
                <a:gd name="connsiteY3" fmla="*/ 11120 h 70632"/>
                <a:gd name="connsiteX4" fmla="*/ 87019 w 144227"/>
                <a:gd name="connsiteY4" fmla="*/ 40284 h 70632"/>
                <a:gd name="connsiteX5" fmla="*/ 14942 w 144227"/>
                <a:gd name="connsiteY5" fmla="*/ 64532 h 70632"/>
                <a:gd name="connsiteX6" fmla="*/ 16942 w 144227"/>
                <a:gd name="connsiteY6" fmla="*/ 70531 h 70632"/>
                <a:gd name="connsiteX7" fmla="*/ 93602 w 144227"/>
                <a:gd name="connsiteY7" fmla="*/ 46950 h 70632"/>
                <a:gd name="connsiteX8" fmla="*/ 142347 w 144227"/>
                <a:gd name="connsiteY8" fmla="*/ 7954 h 70632"/>
                <a:gd name="connsiteX9" fmla="*/ 139680 w 144227"/>
                <a:gd name="connsiteY9" fmla="*/ 38 h 70632"/>
                <a:gd name="connsiteX10" fmla="*/ 139680 w 144227"/>
                <a:gd name="connsiteY10" fmla="*/ 38 h 70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4227" h="70632">
                  <a:moveTo>
                    <a:pt x="139680" y="38"/>
                  </a:moveTo>
                  <a:cubicBezTo>
                    <a:pt x="86935" y="7204"/>
                    <a:pt x="28858" y="15953"/>
                    <a:pt x="110" y="65865"/>
                  </a:cubicBezTo>
                  <a:cubicBezTo>
                    <a:pt x="-390" y="66782"/>
                    <a:pt x="943" y="67782"/>
                    <a:pt x="1610" y="66865"/>
                  </a:cubicBezTo>
                  <a:cubicBezTo>
                    <a:pt x="30440" y="27535"/>
                    <a:pt x="79020" y="18369"/>
                    <a:pt x="124849" y="11120"/>
                  </a:cubicBezTo>
                  <a:cubicBezTo>
                    <a:pt x="113267" y="22036"/>
                    <a:pt x="103350" y="34035"/>
                    <a:pt x="87019" y="40284"/>
                  </a:cubicBezTo>
                  <a:cubicBezTo>
                    <a:pt x="63520" y="49367"/>
                    <a:pt x="38773" y="56116"/>
                    <a:pt x="14942" y="64532"/>
                  </a:cubicBezTo>
                  <a:cubicBezTo>
                    <a:pt x="11026" y="65865"/>
                    <a:pt x="13025" y="71448"/>
                    <a:pt x="16942" y="70531"/>
                  </a:cubicBezTo>
                  <a:cubicBezTo>
                    <a:pt x="42440" y="64699"/>
                    <a:pt x="69604" y="57366"/>
                    <a:pt x="93602" y="46950"/>
                  </a:cubicBezTo>
                  <a:cubicBezTo>
                    <a:pt x="114100" y="38034"/>
                    <a:pt x="124349" y="19536"/>
                    <a:pt x="142347" y="7954"/>
                  </a:cubicBezTo>
                  <a:cubicBezTo>
                    <a:pt x="145846" y="5787"/>
                    <a:pt x="144180" y="-546"/>
                    <a:pt x="139680" y="38"/>
                  </a:cubicBezTo>
                  <a:lnTo>
                    <a:pt x="139680" y="38"/>
                  </a:lnTo>
                  <a:close/>
                </a:path>
              </a:pathLst>
            </a:custGeom>
            <a:grpFill/>
            <a:ln w="8332" cap="flat">
              <a:noFill/>
              <a:prstDash val="solid"/>
              <a:miter/>
            </a:ln>
          </p:spPr>
          <p:txBody>
            <a:bodyPr rtlCol="0" anchor="ctr"/>
            <a:lstStyle/>
            <a:p>
              <a:endParaRPr lang="en-US"/>
            </a:p>
          </p:txBody>
        </p:sp>
        <p:sp>
          <p:nvSpPr>
            <p:cNvPr id="2128" name="Freeform: Shape 2127"/>
            <p:cNvSpPr/>
            <p:nvPr/>
          </p:nvSpPr>
          <p:spPr>
            <a:xfrm>
              <a:off x="9337018" y="885500"/>
              <a:ext cx="180928" cy="82119"/>
            </a:xfrm>
            <a:custGeom>
              <a:avLst/>
              <a:gdLst>
                <a:gd name="connsiteX0" fmla="*/ 173813 w 180928"/>
                <a:gd name="connsiteY0" fmla="*/ 347 h 82119"/>
                <a:gd name="connsiteX1" fmla="*/ 145232 w 180928"/>
                <a:gd name="connsiteY1" fmla="*/ 2930 h 82119"/>
                <a:gd name="connsiteX2" fmla="*/ 115402 w 180928"/>
                <a:gd name="connsiteY2" fmla="*/ 6680 h 82119"/>
                <a:gd name="connsiteX3" fmla="*/ 68990 w 180928"/>
                <a:gd name="connsiteY3" fmla="*/ 20679 h 82119"/>
                <a:gd name="connsiteX4" fmla="*/ 27409 w 180928"/>
                <a:gd name="connsiteY4" fmla="*/ 46343 h 82119"/>
                <a:gd name="connsiteX5" fmla="*/ 3495 w 180928"/>
                <a:gd name="connsiteY5" fmla="*/ 74924 h 82119"/>
                <a:gd name="connsiteX6" fmla="*/ 3495 w 180928"/>
                <a:gd name="connsiteY6" fmla="*/ 75007 h 82119"/>
                <a:gd name="connsiteX7" fmla="*/ 2246 w 180928"/>
                <a:gd name="connsiteY7" fmla="*/ 75424 h 82119"/>
                <a:gd name="connsiteX8" fmla="*/ 3495 w 180928"/>
                <a:gd name="connsiteY8" fmla="*/ 82090 h 82119"/>
                <a:gd name="connsiteX9" fmla="*/ 100903 w 180928"/>
                <a:gd name="connsiteY9" fmla="*/ 61008 h 82119"/>
                <a:gd name="connsiteX10" fmla="*/ 138983 w 180928"/>
                <a:gd name="connsiteY10" fmla="*/ 42177 h 82119"/>
                <a:gd name="connsiteX11" fmla="*/ 156815 w 180928"/>
                <a:gd name="connsiteY11" fmla="*/ 28595 h 82119"/>
                <a:gd name="connsiteX12" fmla="*/ 177396 w 180928"/>
                <a:gd name="connsiteY12" fmla="*/ 10930 h 82119"/>
                <a:gd name="connsiteX13" fmla="*/ 173813 w 180928"/>
                <a:gd name="connsiteY13" fmla="*/ 347 h 82119"/>
                <a:gd name="connsiteX14" fmla="*/ 173813 w 180928"/>
                <a:gd name="connsiteY14" fmla="*/ 347 h 82119"/>
                <a:gd name="connsiteX15" fmla="*/ 141149 w 180928"/>
                <a:gd name="connsiteY15" fmla="*/ 28595 h 82119"/>
                <a:gd name="connsiteX16" fmla="*/ 97904 w 180928"/>
                <a:gd name="connsiteY16" fmla="*/ 51843 h 82119"/>
                <a:gd name="connsiteX17" fmla="*/ 52407 w 180928"/>
                <a:gd name="connsiteY17" fmla="*/ 65675 h 82119"/>
                <a:gd name="connsiteX18" fmla="*/ 10744 w 180928"/>
                <a:gd name="connsiteY18" fmla="*/ 73091 h 82119"/>
                <a:gd name="connsiteX19" fmla="*/ 45074 w 180928"/>
                <a:gd name="connsiteY19" fmla="*/ 45593 h 82119"/>
                <a:gd name="connsiteX20" fmla="*/ 88987 w 180928"/>
                <a:gd name="connsiteY20" fmla="*/ 24845 h 82119"/>
                <a:gd name="connsiteX21" fmla="*/ 134900 w 180928"/>
                <a:gd name="connsiteY21" fmla="*/ 15346 h 82119"/>
                <a:gd name="connsiteX22" fmla="*/ 156399 w 180928"/>
                <a:gd name="connsiteY22" fmla="*/ 14096 h 82119"/>
                <a:gd name="connsiteX23" fmla="*/ 141149 w 180928"/>
                <a:gd name="connsiteY23" fmla="*/ 28595 h 82119"/>
                <a:gd name="connsiteX24" fmla="*/ 141149 w 180928"/>
                <a:gd name="connsiteY24" fmla="*/ 28595 h 82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80928" h="82119">
                  <a:moveTo>
                    <a:pt x="173813" y="347"/>
                  </a:moveTo>
                  <a:cubicBezTo>
                    <a:pt x="165147" y="3264"/>
                    <a:pt x="154315" y="2014"/>
                    <a:pt x="145232" y="2930"/>
                  </a:cubicBezTo>
                  <a:cubicBezTo>
                    <a:pt x="135317" y="4014"/>
                    <a:pt x="125317" y="5097"/>
                    <a:pt x="115402" y="6680"/>
                  </a:cubicBezTo>
                  <a:cubicBezTo>
                    <a:pt x="99403" y="9180"/>
                    <a:pt x="83905" y="14263"/>
                    <a:pt x="68990" y="20679"/>
                  </a:cubicBezTo>
                  <a:cubicBezTo>
                    <a:pt x="53824" y="27261"/>
                    <a:pt x="40075" y="35677"/>
                    <a:pt x="27409" y="46343"/>
                  </a:cubicBezTo>
                  <a:cubicBezTo>
                    <a:pt x="18911" y="53426"/>
                    <a:pt x="5912" y="63592"/>
                    <a:pt x="3495" y="74924"/>
                  </a:cubicBezTo>
                  <a:cubicBezTo>
                    <a:pt x="3495" y="75007"/>
                    <a:pt x="3495" y="75007"/>
                    <a:pt x="3495" y="75007"/>
                  </a:cubicBezTo>
                  <a:cubicBezTo>
                    <a:pt x="3079" y="75174"/>
                    <a:pt x="2662" y="75257"/>
                    <a:pt x="2246" y="75424"/>
                  </a:cubicBezTo>
                  <a:cubicBezTo>
                    <a:pt x="-1338" y="76590"/>
                    <a:pt x="-421" y="82590"/>
                    <a:pt x="3495" y="82090"/>
                  </a:cubicBezTo>
                  <a:cubicBezTo>
                    <a:pt x="36992" y="77757"/>
                    <a:pt x="68907" y="72924"/>
                    <a:pt x="100903" y="61008"/>
                  </a:cubicBezTo>
                  <a:cubicBezTo>
                    <a:pt x="114235" y="56009"/>
                    <a:pt x="126984" y="49926"/>
                    <a:pt x="138983" y="42177"/>
                  </a:cubicBezTo>
                  <a:cubicBezTo>
                    <a:pt x="145316" y="38094"/>
                    <a:pt x="151149" y="33428"/>
                    <a:pt x="156815" y="28595"/>
                  </a:cubicBezTo>
                  <a:cubicBezTo>
                    <a:pt x="162981" y="23345"/>
                    <a:pt x="170063" y="14179"/>
                    <a:pt x="177396" y="10930"/>
                  </a:cubicBezTo>
                  <a:cubicBezTo>
                    <a:pt x="183812" y="8097"/>
                    <a:pt x="180813" y="-1986"/>
                    <a:pt x="173813" y="347"/>
                  </a:cubicBezTo>
                  <a:lnTo>
                    <a:pt x="173813" y="347"/>
                  </a:lnTo>
                  <a:close/>
                  <a:moveTo>
                    <a:pt x="141149" y="28595"/>
                  </a:moveTo>
                  <a:cubicBezTo>
                    <a:pt x="128068" y="38594"/>
                    <a:pt x="113152" y="46010"/>
                    <a:pt x="97904" y="51843"/>
                  </a:cubicBezTo>
                  <a:cubicBezTo>
                    <a:pt x="83072" y="57425"/>
                    <a:pt x="67823" y="61925"/>
                    <a:pt x="52407" y="65675"/>
                  </a:cubicBezTo>
                  <a:cubicBezTo>
                    <a:pt x="38743" y="69008"/>
                    <a:pt x="24410" y="69841"/>
                    <a:pt x="10744" y="73091"/>
                  </a:cubicBezTo>
                  <a:cubicBezTo>
                    <a:pt x="19661" y="62258"/>
                    <a:pt x="33742" y="52759"/>
                    <a:pt x="45074" y="45593"/>
                  </a:cubicBezTo>
                  <a:cubicBezTo>
                    <a:pt x="58823" y="36927"/>
                    <a:pt x="73656" y="30095"/>
                    <a:pt x="88987" y="24845"/>
                  </a:cubicBezTo>
                  <a:cubicBezTo>
                    <a:pt x="103986" y="19679"/>
                    <a:pt x="119235" y="17346"/>
                    <a:pt x="134900" y="15346"/>
                  </a:cubicBezTo>
                  <a:cubicBezTo>
                    <a:pt x="141650" y="14513"/>
                    <a:pt x="149066" y="14513"/>
                    <a:pt x="156399" y="14096"/>
                  </a:cubicBezTo>
                  <a:cubicBezTo>
                    <a:pt x="151232" y="19262"/>
                    <a:pt x="146399" y="24595"/>
                    <a:pt x="141149" y="28595"/>
                  </a:cubicBezTo>
                  <a:lnTo>
                    <a:pt x="141149" y="28595"/>
                  </a:lnTo>
                  <a:close/>
                </a:path>
              </a:pathLst>
            </a:custGeom>
            <a:grpFill/>
            <a:ln w="8332" cap="flat">
              <a:noFill/>
              <a:prstDash val="solid"/>
              <a:miter/>
            </a:ln>
          </p:spPr>
          <p:txBody>
            <a:bodyPr rtlCol="0" anchor="ctr"/>
            <a:lstStyle/>
            <a:p>
              <a:endParaRPr lang="en-US"/>
            </a:p>
          </p:txBody>
        </p:sp>
        <p:sp>
          <p:nvSpPr>
            <p:cNvPr id="2129" name="Freeform: Shape 2128"/>
            <p:cNvSpPr/>
            <p:nvPr/>
          </p:nvSpPr>
          <p:spPr>
            <a:xfrm>
              <a:off x="9496406" y="922745"/>
              <a:ext cx="166059" cy="80271"/>
            </a:xfrm>
            <a:custGeom>
              <a:avLst/>
              <a:gdLst>
                <a:gd name="connsiteX0" fmla="*/ 161078 w 166059"/>
                <a:gd name="connsiteY0" fmla="*/ 15 h 80271"/>
                <a:gd name="connsiteX1" fmla="*/ 111583 w 166059"/>
                <a:gd name="connsiteY1" fmla="*/ 8431 h 80271"/>
                <a:gd name="connsiteX2" fmla="*/ 63670 w 166059"/>
                <a:gd name="connsiteY2" fmla="*/ 18847 h 80271"/>
                <a:gd name="connsiteX3" fmla="*/ 9 w 166059"/>
                <a:gd name="connsiteY3" fmla="*/ 73675 h 80271"/>
                <a:gd name="connsiteX4" fmla="*/ 3176 w 166059"/>
                <a:gd name="connsiteY4" fmla="*/ 75258 h 80271"/>
                <a:gd name="connsiteX5" fmla="*/ 78752 w 166059"/>
                <a:gd name="connsiteY5" fmla="*/ 25180 h 80271"/>
                <a:gd name="connsiteX6" fmla="*/ 125581 w 166059"/>
                <a:gd name="connsiteY6" fmla="*/ 18513 h 80271"/>
                <a:gd name="connsiteX7" fmla="*/ 144329 w 166059"/>
                <a:gd name="connsiteY7" fmla="*/ 14347 h 80271"/>
                <a:gd name="connsiteX8" fmla="*/ 130248 w 166059"/>
                <a:gd name="connsiteY8" fmla="*/ 23680 h 80271"/>
                <a:gd name="connsiteX9" fmla="*/ 90917 w 166059"/>
                <a:gd name="connsiteY9" fmla="*/ 48844 h 80271"/>
                <a:gd name="connsiteX10" fmla="*/ 6675 w 166059"/>
                <a:gd name="connsiteY10" fmla="*/ 72509 h 80271"/>
                <a:gd name="connsiteX11" fmla="*/ 9175 w 166059"/>
                <a:gd name="connsiteY11" fmla="*/ 80091 h 80271"/>
                <a:gd name="connsiteX12" fmla="*/ 97584 w 166059"/>
                <a:gd name="connsiteY12" fmla="*/ 55177 h 80271"/>
                <a:gd name="connsiteX13" fmla="*/ 137247 w 166059"/>
                <a:gd name="connsiteY13" fmla="*/ 29346 h 80271"/>
                <a:gd name="connsiteX14" fmla="*/ 164994 w 166059"/>
                <a:gd name="connsiteY14" fmla="*/ 8181 h 80271"/>
                <a:gd name="connsiteX15" fmla="*/ 161078 w 166059"/>
                <a:gd name="connsiteY15" fmla="*/ 15 h 80271"/>
                <a:gd name="connsiteX16" fmla="*/ 161078 w 166059"/>
                <a:gd name="connsiteY16" fmla="*/ 15 h 80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059" h="80271">
                  <a:moveTo>
                    <a:pt x="161078" y="15"/>
                  </a:moveTo>
                  <a:cubicBezTo>
                    <a:pt x="144496" y="1182"/>
                    <a:pt x="128497" y="7348"/>
                    <a:pt x="111583" y="8431"/>
                  </a:cubicBezTo>
                  <a:cubicBezTo>
                    <a:pt x="94667" y="9514"/>
                    <a:pt x="79336" y="12097"/>
                    <a:pt x="63670" y="18847"/>
                  </a:cubicBezTo>
                  <a:cubicBezTo>
                    <a:pt x="41089" y="28596"/>
                    <a:pt x="3425" y="45428"/>
                    <a:pt x="9" y="73675"/>
                  </a:cubicBezTo>
                  <a:cubicBezTo>
                    <a:pt x="-157" y="75258"/>
                    <a:pt x="1926" y="76925"/>
                    <a:pt x="3176" y="75258"/>
                  </a:cubicBezTo>
                  <a:cubicBezTo>
                    <a:pt x="21008" y="51427"/>
                    <a:pt x="50755" y="34429"/>
                    <a:pt x="78752" y="25180"/>
                  </a:cubicBezTo>
                  <a:cubicBezTo>
                    <a:pt x="94084" y="20097"/>
                    <a:pt x="109832" y="20763"/>
                    <a:pt x="125581" y="18513"/>
                  </a:cubicBezTo>
                  <a:cubicBezTo>
                    <a:pt x="131997" y="17597"/>
                    <a:pt x="138163" y="16014"/>
                    <a:pt x="144329" y="14347"/>
                  </a:cubicBezTo>
                  <a:cubicBezTo>
                    <a:pt x="139330" y="17847"/>
                    <a:pt x="134080" y="21013"/>
                    <a:pt x="130248" y="23680"/>
                  </a:cubicBezTo>
                  <a:cubicBezTo>
                    <a:pt x="117582" y="32512"/>
                    <a:pt x="104833" y="42095"/>
                    <a:pt x="90917" y="48844"/>
                  </a:cubicBezTo>
                  <a:cubicBezTo>
                    <a:pt x="63920" y="62010"/>
                    <a:pt x="34590" y="63093"/>
                    <a:pt x="6675" y="72509"/>
                  </a:cubicBezTo>
                  <a:cubicBezTo>
                    <a:pt x="1759" y="74175"/>
                    <a:pt x="4259" y="81508"/>
                    <a:pt x="9175" y="80091"/>
                  </a:cubicBezTo>
                  <a:cubicBezTo>
                    <a:pt x="39089" y="71509"/>
                    <a:pt x="69253" y="69509"/>
                    <a:pt x="97584" y="55177"/>
                  </a:cubicBezTo>
                  <a:cubicBezTo>
                    <a:pt x="111499" y="48094"/>
                    <a:pt x="124498" y="38345"/>
                    <a:pt x="137247" y="29346"/>
                  </a:cubicBezTo>
                  <a:cubicBezTo>
                    <a:pt x="145746" y="23346"/>
                    <a:pt x="158911" y="16764"/>
                    <a:pt x="164994" y="8181"/>
                  </a:cubicBezTo>
                  <a:cubicBezTo>
                    <a:pt x="167327" y="4931"/>
                    <a:pt x="165745" y="-318"/>
                    <a:pt x="161078" y="15"/>
                  </a:cubicBezTo>
                  <a:lnTo>
                    <a:pt x="161078" y="15"/>
                  </a:lnTo>
                  <a:close/>
                </a:path>
              </a:pathLst>
            </a:custGeom>
            <a:grpFill/>
            <a:ln w="8332" cap="flat">
              <a:noFill/>
              <a:prstDash val="solid"/>
              <a:miter/>
            </a:ln>
          </p:spPr>
          <p:txBody>
            <a:bodyPr rtlCol="0" anchor="ctr"/>
            <a:lstStyle/>
            <a:p>
              <a:endParaRPr lang="en-US"/>
            </a:p>
          </p:txBody>
        </p:sp>
        <p:sp>
          <p:nvSpPr>
            <p:cNvPr id="2130" name="Freeform: Shape 2129"/>
            <p:cNvSpPr/>
            <p:nvPr/>
          </p:nvSpPr>
          <p:spPr>
            <a:xfrm>
              <a:off x="9653588" y="958165"/>
              <a:ext cx="161182" cy="81931"/>
            </a:xfrm>
            <a:custGeom>
              <a:avLst/>
              <a:gdLst>
                <a:gd name="connsiteX0" fmla="*/ 158799 w 161182"/>
                <a:gd name="connsiteY0" fmla="*/ 843 h 81931"/>
                <a:gd name="connsiteX1" fmla="*/ 145217 w 161182"/>
                <a:gd name="connsiteY1" fmla="*/ 1592 h 81931"/>
                <a:gd name="connsiteX2" fmla="*/ 110053 w 161182"/>
                <a:gd name="connsiteY2" fmla="*/ 7509 h 81931"/>
                <a:gd name="connsiteX3" fmla="*/ 38893 w 161182"/>
                <a:gd name="connsiteY3" fmla="*/ 24090 h 81931"/>
                <a:gd name="connsiteX4" fmla="*/ 4397 w 161182"/>
                <a:gd name="connsiteY4" fmla="*/ 75336 h 81931"/>
                <a:gd name="connsiteX5" fmla="*/ 8896 w 161182"/>
                <a:gd name="connsiteY5" fmla="*/ 81835 h 81931"/>
                <a:gd name="connsiteX6" fmla="*/ 102054 w 161182"/>
                <a:gd name="connsiteY6" fmla="*/ 57837 h 81931"/>
                <a:gd name="connsiteX7" fmla="*/ 160716 w 161182"/>
                <a:gd name="connsiteY7" fmla="*/ 7009 h 81931"/>
                <a:gd name="connsiteX8" fmla="*/ 158799 w 161182"/>
                <a:gd name="connsiteY8" fmla="*/ 843 h 81931"/>
                <a:gd name="connsiteX9" fmla="*/ 158799 w 161182"/>
                <a:gd name="connsiteY9" fmla="*/ 843 h 81931"/>
                <a:gd name="connsiteX10" fmla="*/ 83306 w 161182"/>
                <a:gd name="connsiteY10" fmla="*/ 55754 h 81931"/>
                <a:gd name="connsiteX11" fmla="*/ 7063 w 161182"/>
                <a:gd name="connsiteY11" fmla="*/ 73919 h 81931"/>
                <a:gd name="connsiteX12" fmla="*/ 19478 w 161182"/>
                <a:gd name="connsiteY12" fmla="*/ 52088 h 81931"/>
                <a:gd name="connsiteX13" fmla="*/ 65808 w 161182"/>
                <a:gd name="connsiteY13" fmla="*/ 25590 h 81931"/>
                <a:gd name="connsiteX14" fmla="*/ 113470 w 161182"/>
                <a:gd name="connsiteY14" fmla="*/ 17924 h 81931"/>
                <a:gd name="connsiteX15" fmla="*/ 138718 w 161182"/>
                <a:gd name="connsiteY15" fmla="*/ 13675 h 81931"/>
                <a:gd name="connsiteX16" fmla="*/ 149883 w 161182"/>
                <a:gd name="connsiteY16" fmla="*/ 9925 h 81931"/>
                <a:gd name="connsiteX17" fmla="*/ 83306 w 161182"/>
                <a:gd name="connsiteY17" fmla="*/ 55754 h 81931"/>
                <a:gd name="connsiteX18" fmla="*/ 83306 w 161182"/>
                <a:gd name="connsiteY18" fmla="*/ 55754 h 81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1182" h="81931">
                  <a:moveTo>
                    <a:pt x="158799" y="843"/>
                  </a:moveTo>
                  <a:cubicBezTo>
                    <a:pt x="154133" y="-991"/>
                    <a:pt x="149883" y="593"/>
                    <a:pt x="145217" y="1592"/>
                  </a:cubicBezTo>
                  <a:cubicBezTo>
                    <a:pt x="133552" y="4009"/>
                    <a:pt x="121719" y="5259"/>
                    <a:pt x="110053" y="7509"/>
                  </a:cubicBezTo>
                  <a:cubicBezTo>
                    <a:pt x="86056" y="12175"/>
                    <a:pt x="60891" y="12342"/>
                    <a:pt x="38893" y="24090"/>
                  </a:cubicBezTo>
                  <a:cubicBezTo>
                    <a:pt x="33810" y="26840"/>
                    <a:pt x="-14602" y="66503"/>
                    <a:pt x="4397" y="75336"/>
                  </a:cubicBezTo>
                  <a:cubicBezTo>
                    <a:pt x="2230" y="77919"/>
                    <a:pt x="4729" y="82668"/>
                    <a:pt x="8896" y="81835"/>
                  </a:cubicBezTo>
                  <a:cubicBezTo>
                    <a:pt x="39976" y="75669"/>
                    <a:pt x="72473" y="69503"/>
                    <a:pt x="102054" y="57837"/>
                  </a:cubicBezTo>
                  <a:cubicBezTo>
                    <a:pt x="125886" y="48421"/>
                    <a:pt x="150633" y="31756"/>
                    <a:pt x="160716" y="7009"/>
                  </a:cubicBezTo>
                  <a:cubicBezTo>
                    <a:pt x="161633" y="4926"/>
                    <a:pt x="161299" y="1842"/>
                    <a:pt x="158799" y="843"/>
                  </a:cubicBezTo>
                  <a:lnTo>
                    <a:pt x="158799" y="843"/>
                  </a:lnTo>
                  <a:close/>
                  <a:moveTo>
                    <a:pt x="83306" y="55754"/>
                  </a:moveTo>
                  <a:cubicBezTo>
                    <a:pt x="58308" y="63337"/>
                    <a:pt x="32061" y="66420"/>
                    <a:pt x="7063" y="73919"/>
                  </a:cubicBezTo>
                  <a:cubicBezTo>
                    <a:pt x="2230" y="69253"/>
                    <a:pt x="16312" y="55421"/>
                    <a:pt x="19478" y="52088"/>
                  </a:cubicBezTo>
                  <a:cubicBezTo>
                    <a:pt x="32061" y="38756"/>
                    <a:pt x="48059" y="29840"/>
                    <a:pt x="65808" y="25590"/>
                  </a:cubicBezTo>
                  <a:cubicBezTo>
                    <a:pt x="81390" y="21841"/>
                    <a:pt x="97638" y="20924"/>
                    <a:pt x="113470" y="17924"/>
                  </a:cubicBezTo>
                  <a:cubicBezTo>
                    <a:pt x="121886" y="16341"/>
                    <a:pt x="130385" y="15425"/>
                    <a:pt x="138718" y="13675"/>
                  </a:cubicBezTo>
                  <a:cubicBezTo>
                    <a:pt x="141301" y="13091"/>
                    <a:pt x="145884" y="11008"/>
                    <a:pt x="149883" y="9925"/>
                  </a:cubicBezTo>
                  <a:cubicBezTo>
                    <a:pt x="139051" y="34839"/>
                    <a:pt x="107304" y="48505"/>
                    <a:pt x="83306" y="55754"/>
                  </a:cubicBezTo>
                  <a:lnTo>
                    <a:pt x="83306" y="55754"/>
                  </a:lnTo>
                  <a:close/>
                </a:path>
              </a:pathLst>
            </a:custGeom>
            <a:grpFill/>
            <a:ln w="8332" cap="flat">
              <a:noFill/>
              <a:prstDash val="solid"/>
              <a:miter/>
            </a:ln>
          </p:spPr>
          <p:txBody>
            <a:bodyPr rtlCol="0" anchor="ctr"/>
            <a:lstStyle/>
            <a:p>
              <a:endParaRPr lang="en-US"/>
            </a:p>
          </p:txBody>
        </p:sp>
        <p:sp>
          <p:nvSpPr>
            <p:cNvPr id="2131" name="Freeform: Shape 2130"/>
            <p:cNvSpPr/>
            <p:nvPr/>
          </p:nvSpPr>
          <p:spPr>
            <a:xfrm>
              <a:off x="9559157" y="3999922"/>
              <a:ext cx="1011053" cy="330313"/>
            </a:xfrm>
            <a:custGeom>
              <a:avLst/>
              <a:gdLst>
                <a:gd name="connsiteX0" fmla="*/ 1010412 w 1011053"/>
                <a:gd name="connsiteY0" fmla="*/ 250455 h 330313"/>
                <a:gd name="connsiteX1" fmla="*/ 929920 w 1011053"/>
                <a:gd name="connsiteY1" fmla="*/ 173712 h 330313"/>
                <a:gd name="connsiteX2" fmla="*/ 794931 w 1011053"/>
                <a:gd name="connsiteY2" fmla="*/ 121800 h 330313"/>
                <a:gd name="connsiteX3" fmla="*/ 663860 w 1011053"/>
                <a:gd name="connsiteY3" fmla="*/ 82554 h 330313"/>
                <a:gd name="connsiteX4" fmla="*/ 554037 w 1011053"/>
                <a:gd name="connsiteY4" fmla="*/ 52640 h 330313"/>
                <a:gd name="connsiteX5" fmla="*/ 552370 w 1011053"/>
                <a:gd name="connsiteY5" fmla="*/ 52223 h 330313"/>
                <a:gd name="connsiteX6" fmla="*/ 427965 w 1011053"/>
                <a:gd name="connsiteY6" fmla="*/ 26225 h 330313"/>
                <a:gd name="connsiteX7" fmla="*/ 302893 w 1011053"/>
                <a:gd name="connsiteY7" fmla="*/ 7311 h 330313"/>
                <a:gd name="connsiteX8" fmla="*/ 59165 w 1011053"/>
                <a:gd name="connsiteY8" fmla="*/ 20809 h 330313"/>
                <a:gd name="connsiteX9" fmla="*/ 2 w 1011053"/>
                <a:gd name="connsiteY9" fmla="*/ 76721 h 330313"/>
                <a:gd name="connsiteX10" fmla="*/ 11419 w 1011053"/>
                <a:gd name="connsiteY10" fmla="*/ 114801 h 330313"/>
                <a:gd name="connsiteX11" fmla="*/ 55498 w 1011053"/>
                <a:gd name="connsiteY11" fmla="*/ 148964 h 330313"/>
                <a:gd name="connsiteX12" fmla="*/ 302476 w 1011053"/>
                <a:gd name="connsiteY12" fmla="*/ 221291 h 330313"/>
                <a:gd name="connsiteX13" fmla="*/ 571702 w 1011053"/>
                <a:gd name="connsiteY13" fmla="*/ 277620 h 330313"/>
                <a:gd name="connsiteX14" fmla="*/ 837011 w 1011053"/>
                <a:gd name="connsiteY14" fmla="*/ 326448 h 330313"/>
                <a:gd name="connsiteX15" fmla="*/ 955500 w 1011053"/>
                <a:gd name="connsiteY15" fmla="*/ 321948 h 330313"/>
                <a:gd name="connsiteX16" fmla="*/ 1010412 w 1011053"/>
                <a:gd name="connsiteY16" fmla="*/ 250455 h 330313"/>
                <a:gd name="connsiteX17" fmla="*/ 1010412 w 1011053"/>
                <a:gd name="connsiteY17" fmla="*/ 250455 h 330313"/>
                <a:gd name="connsiteX18" fmla="*/ 964666 w 1011053"/>
                <a:gd name="connsiteY18" fmla="*/ 302117 h 330313"/>
                <a:gd name="connsiteX19" fmla="*/ 851760 w 1011053"/>
                <a:gd name="connsiteY19" fmla="*/ 313783 h 330313"/>
                <a:gd name="connsiteX20" fmla="*/ 613198 w 1011053"/>
                <a:gd name="connsiteY20" fmla="*/ 272703 h 330313"/>
                <a:gd name="connsiteX21" fmla="*/ 373136 w 1011053"/>
                <a:gd name="connsiteY21" fmla="*/ 222541 h 330313"/>
                <a:gd name="connsiteX22" fmla="*/ 139573 w 1011053"/>
                <a:gd name="connsiteY22" fmla="*/ 167129 h 330313"/>
                <a:gd name="connsiteX23" fmla="*/ 33333 w 1011053"/>
                <a:gd name="connsiteY23" fmla="*/ 115384 h 330313"/>
                <a:gd name="connsiteX24" fmla="*/ 17001 w 1011053"/>
                <a:gd name="connsiteY24" fmla="*/ 71554 h 330313"/>
                <a:gd name="connsiteX25" fmla="*/ 59831 w 1011053"/>
                <a:gd name="connsiteY25" fmla="*/ 37558 h 330313"/>
                <a:gd name="connsiteX26" fmla="*/ 288977 w 1011053"/>
                <a:gd name="connsiteY26" fmla="*/ 20809 h 330313"/>
                <a:gd name="connsiteX27" fmla="*/ 539205 w 1011053"/>
                <a:gd name="connsiteY27" fmla="*/ 61139 h 330313"/>
                <a:gd name="connsiteX28" fmla="*/ 670359 w 1011053"/>
                <a:gd name="connsiteY28" fmla="*/ 96386 h 330313"/>
                <a:gd name="connsiteX29" fmla="*/ 679275 w 1011053"/>
                <a:gd name="connsiteY29" fmla="*/ 98969 h 330313"/>
                <a:gd name="connsiteX30" fmla="*/ 743769 w 1011053"/>
                <a:gd name="connsiteY30" fmla="*/ 118801 h 330313"/>
                <a:gd name="connsiteX31" fmla="*/ 848760 w 1011053"/>
                <a:gd name="connsiteY31" fmla="*/ 156714 h 330313"/>
                <a:gd name="connsiteX32" fmla="*/ 951084 w 1011053"/>
                <a:gd name="connsiteY32" fmla="*/ 203959 h 330313"/>
                <a:gd name="connsiteX33" fmla="*/ 990914 w 1011053"/>
                <a:gd name="connsiteY33" fmla="*/ 242289 h 330313"/>
                <a:gd name="connsiteX34" fmla="*/ 964666 w 1011053"/>
                <a:gd name="connsiteY34" fmla="*/ 302117 h 330313"/>
                <a:gd name="connsiteX35" fmla="*/ 964666 w 1011053"/>
                <a:gd name="connsiteY35" fmla="*/ 302117 h 330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11053" h="330313">
                  <a:moveTo>
                    <a:pt x="1010412" y="250455"/>
                  </a:moveTo>
                  <a:cubicBezTo>
                    <a:pt x="1004746" y="213625"/>
                    <a:pt x="959416" y="189127"/>
                    <a:pt x="929920" y="173712"/>
                  </a:cubicBezTo>
                  <a:cubicBezTo>
                    <a:pt x="887423" y="151548"/>
                    <a:pt x="839677" y="138632"/>
                    <a:pt x="794931" y="121800"/>
                  </a:cubicBezTo>
                  <a:cubicBezTo>
                    <a:pt x="752268" y="105801"/>
                    <a:pt x="707272" y="96386"/>
                    <a:pt x="663860" y="82554"/>
                  </a:cubicBezTo>
                  <a:cubicBezTo>
                    <a:pt x="628113" y="71138"/>
                    <a:pt x="591116" y="60806"/>
                    <a:pt x="554037" y="52640"/>
                  </a:cubicBezTo>
                  <a:cubicBezTo>
                    <a:pt x="553453" y="52473"/>
                    <a:pt x="552954" y="52306"/>
                    <a:pt x="552370" y="52223"/>
                  </a:cubicBezTo>
                  <a:cubicBezTo>
                    <a:pt x="511374" y="41641"/>
                    <a:pt x="469628" y="34225"/>
                    <a:pt x="427965" y="26225"/>
                  </a:cubicBezTo>
                  <a:cubicBezTo>
                    <a:pt x="386302" y="18226"/>
                    <a:pt x="345305" y="10977"/>
                    <a:pt x="302893" y="7311"/>
                  </a:cubicBezTo>
                  <a:cubicBezTo>
                    <a:pt x="222149" y="394"/>
                    <a:pt x="136657" y="-9688"/>
                    <a:pt x="59165" y="20809"/>
                  </a:cubicBezTo>
                  <a:cubicBezTo>
                    <a:pt x="35666" y="30058"/>
                    <a:pt x="169" y="47223"/>
                    <a:pt x="2" y="76721"/>
                  </a:cubicBezTo>
                  <a:cubicBezTo>
                    <a:pt x="-80" y="91469"/>
                    <a:pt x="1836" y="103302"/>
                    <a:pt x="11419" y="114801"/>
                  </a:cubicBezTo>
                  <a:cubicBezTo>
                    <a:pt x="23084" y="128799"/>
                    <a:pt x="39333" y="140548"/>
                    <a:pt x="55498" y="148964"/>
                  </a:cubicBezTo>
                  <a:cubicBezTo>
                    <a:pt x="131491" y="188544"/>
                    <a:pt x="219567" y="203376"/>
                    <a:pt x="302476" y="221291"/>
                  </a:cubicBezTo>
                  <a:cubicBezTo>
                    <a:pt x="392134" y="240706"/>
                    <a:pt x="481960" y="258704"/>
                    <a:pt x="571702" y="277620"/>
                  </a:cubicBezTo>
                  <a:cubicBezTo>
                    <a:pt x="659277" y="296034"/>
                    <a:pt x="748019" y="316033"/>
                    <a:pt x="837011" y="326448"/>
                  </a:cubicBezTo>
                  <a:cubicBezTo>
                    <a:pt x="876007" y="331031"/>
                    <a:pt x="917421" y="333614"/>
                    <a:pt x="955500" y="321948"/>
                  </a:cubicBezTo>
                  <a:cubicBezTo>
                    <a:pt x="986081" y="312366"/>
                    <a:pt x="1015828" y="286035"/>
                    <a:pt x="1010412" y="250455"/>
                  </a:cubicBezTo>
                  <a:lnTo>
                    <a:pt x="1010412" y="250455"/>
                  </a:lnTo>
                  <a:close/>
                  <a:moveTo>
                    <a:pt x="964666" y="302117"/>
                  </a:moveTo>
                  <a:cubicBezTo>
                    <a:pt x="929836" y="317949"/>
                    <a:pt x="889090" y="316866"/>
                    <a:pt x="851760" y="313783"/>
                  </a:cubicBezTo>
                  <a:cubicBezTo>
                    <a:pt x="771684" y="307033"/>
                    <a:pt x="691857" y="288452"/>
                    <a:pt x="613198" y="272703"/>
                  </a:cubicBezTo>
                  <a:cubicBezTo>
                    <a:pt x="533122" y="256621"/>
                    <a:pt x="452963" y="239706"/>
                    <a:pt x="373136" y="222541"/>
                  </a:cubicBezTo>
                  <a:cubicBezTo>
                    <a:pt x="295143" y="205792"/>
                    <a:pt x="215733" y="191127"/>
                    <a:pt x="139573" y="167129"/>
                  </a:cubicBezTo>
                  <a:cubicBezTo>
                    <a:pt x="102660" y="155464"/>
                    <a:pt x="62747" y="141548"/>
                    <a:pt x="33333" y="115384"/>
                  </a:cubicBezTo>
                  <a:cubicBezTo>
                    <a:pt x="20668" y="104135"/>
                    <a:pt x="11002" y="89136"/>
                    <a:pt x="17001" y="71554"/>
                  </a:cubicBezTo>
                  <a:cubicBezTo>
                    <a:pt x="22835" y="54306"/>
                    <a:pt x="44166" y="43974"/>
                    <a:pt x="59831" y="37558"/>
                  </a:cubicBezTo>
                  <a:cubicBezTo>
                    <a:pt x="131741" y="7977"/>
                    <a:pt x="213317" y="14393"/>
                    <a:pt x="288977" y="20809"/>
                  </a:cubicBezTo>
                  <a:cubicBezTo>
                    <a:pt x="373136" y="27975"/>
                    <a:pt x="456712" y="42974"/>
                    <a:pt x="539205" y="61139"/>
                  </a:cubicBezTo>
                  <a:cubicBezTo>
                    <a:pt x="583450" y="70888"/>
                    <a:pt x="626864" y="83804"/>
                    <a:pt x="670359" y="96386"/>
                  </a:cubicBezTo>
                  <a:cubicBezTo>
                    <a:pt x="673359" y="97219"/>
                    <a:pt x="676275" y="98135"/>
                    <a:pt x="679275" y="98969"/>
                  </a:cubicBezTo>
                  <a:cubicBezTo>
                    <a:pt x="700774" y="105635"/>
                    <a:pt x="722188" y="112384"/>
                    <a:pt x="743769" y="118801"/>
                  </a:cubicBezTo>
                  <a:cubicBezTo>
                    <a:pt x="779433" y="129466"/>
                    <a:pt x="813679" y="144215"/>
                    <a:pt x="848760" y="156714"/>
                  </a:cubicBezTo>
                  <a:cubicBezTo>
                    <a:pt x="884590" y="169462"/>
                    <a:pt x="919337" y="182545"/>
                    <a:pt x="951084" y="203959"/>
                  </a:cubicBezTo>
                  <a:cubicBezTo>
                    <a:pt x="966166" y="214125"/>
                    <a:pt x="982581" y="225624"/>
                    <a:pt x="990914" y="242289"/>
                  </a:cubicBezTo>
                  <a:cubicBezTo>
                    <a:pt x="1002162" y="264787"/>
                    <a:pt x="986164" y="292368"/>
                    <a:pt x="964666" y="302117"/>
                  </a:cubicBezTo>
                  <a:lnTo>
                    <a:pt x="964666" y="302117"/>
                  </a:lnTo>
                  <a:close/>
                </a:path>
              </a:pathLst>
            </a:custGeom>
            <a:grpFill/>
            <a:ln w="8332" cap="flat">
              <a:noFill/>
              <a:prstDash val="solid"/>
              <a:miter/>
            </a:ln>
          </p:spPr>
          <p:txBody>
            <a:bodyPr rtlCol="0" anchor="ctr"/>
            <a:lstStyle/>
            <a:p>
              <a:endParaRPr lang="en-US"/>
            </a:p>
          </p:txBody>
        </p:sp>
        <p:sp>
          <p:nvSpPr>
            <p:cNvPr id="2132" name="Freeform: Shape 2131"/>
            <p:cNvSpPr/>
            <p:nvPr/>
          </p:nvSpPr>
          <p:spPr>
            <a:xfrm>
              <a:off x="9743617" y="4045108"/>
              <a:ext cx="144169" cy="70631"/>
            </a:xfrm>
            <a:custGeom>
              <a:avLst/>
              <a:gdLst>
                <a:gd name="connsiteX0" fmla="*/ 139680 w 144169"/>
                <a:gd name="connsiteY0" fmla="*/ 37 h 70631"/>
                <a:gd name="connsiteX1" fmla="*/ 110 w 144169"/>
                <a:gd name="connsiteY1" fmla="*/ 65864 h 70631"/>
                <a:gd name="connsiteX2" fmla="*/ 1610 w 144169"/>
                <a:gd name="connsiteY2" fmla="*/ 66864 h 70631"/>
                <a:gd name="connsiteX3" fmla="*/ 124849 w 144169"/>
                <a:gd name="connsiteY3" fmla="*/ 11120 h 70631"/>
                <a:gd name="connsiteX4" fmla="*/ 87019 w 144169"/>
                <a:gd name="connsiteY4" fmla="*/ 40284 h 70631"/>
                <a:gd name="connsiteX5" fmla="*/ 14942 w 144169"/>
                <a:gd name="connsiteY5" fmla="*/ 64531 h 70631"/>
                <a:gd name="connsiteX6" fmla="*/ 16942 w 144169"/>
                <a:gd name="connsiteY6" fmla="*/ 70531 h 70631"/>
                <a:gd name="connsiteX7" fmla="*/ 93602 w 144169"/>
                <a:gd name="connsiteY7" fmla="*/ 46950 h 70631"/>
                <a:gd name="connsiteX8" fmla="*/ 142347 w 144169"/>
                <a:gd name="connsiteY8" fmla="*/ 7953 h 70631"/>
                <a:gd name="connsiteX9" fmla="*/ 139680 w 144169"/>
                <a:gd name="connsiteY9" fmla="*/ 37 h 70631"/>
                <a:gd name="connsiteX10" fmla="*/ 139680 w 144169"/>
                <a:gd name="connsiteY10" fmla="*/ 37 h 70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4169" h="70631">
                  <a:moveTo>
                    <a:pt x="139680" y="37"/>
                  </a:moveTo>
                  <a:cubicBezTo>
                    <a:pt x="86935" y="7203"/>
                    <a:pt x="28858" y="15952"/>
                    <a:pt x="110" y="65864"/>
                  </a:cubicBezTo>
                  <a:cubicBezTo>
                    <a:pt x="-390" y="66781"/>
                    <a:pt x="943" y="67781"/>
                    <a:pt x="1610" y="66864"/>
                  </a:cubicBezTo>
                  <a:cubicBezTo>
                    <a:pt x="30440" y="27535"/>
                    <a:pt x="79020" y="18369"/>
                    <a:pt x="124849" y="11120"/>
                  </a:cubicBezTo>
                  <a:cubicBezTo>
                    <a:pt x="113267" y="22035"/>
                    <a:pt x="103350" y="34034"/>
                    <a:pt x="87019" y="40284"/>
                  </a:cubicBezTo>
                  <a:cubicBezTo>
                    <a:pt x="63520" y="49366"/>
                    <a:pt x="38773" y="56115"/>
                    <a:pt x="14942" y="64531"/>
                  </a:cubicBezTo>
                  <a:cubicBezTo>
                    <a:pt x="11026" y="65864"/>
                    <a:pt x="13025" y="71448"/>
                    <a:pt x="16942" y="70531"/>
                  </a:cubicBezTo>
                  <a:cubicBezTo>
                    <a:pt x="42440" y="64698"/>
                    <a:pt x="69604" y="57366"/>
                    <a:pt x="93602" y="46950"/>
                  </a:cubicBezTo>
                  <a:cubicBezTo>
                    <a:pt x="114100" y="38034"/>
                    <a:pt x="124349" y="19535"/>
                    <a:pt x="142347" y="7953"/>
                  </a:cubicBezTo>
                  <a:cubicBezTo>
                    <a:pt x="145763" y="5870"/>
                    <a:pt x="144097" y="-546"/>
                    <a:pt x="139680" y="37"/>
                  </a:cubicBezTo>
                  <a:lnTo>
                    <a:pt x="139680" y="37"/>
                  </a:lnTo>
                  <a:close/>
                </a:path>
              </a:pathLst>
            </a:custGeom>
            <a:grpFill/>
            <a:ln w="8332" cap="flat">
              <a:noFill/>
              <a:prstDash val="solid"/>
              <a:miter/>
            </a:ln>
          </p:spPr>
          <p:txBody>
            <a:bodyPr rtlCol="0" anchor="ctr"/>
            <a:lstStyle/>
            <a:p>
              <a:endParaRPr lang="en-US"/>
            </a:p>
          </p:txBody>
        </p:sp>
        <p:sp>
          <p:nvSpPr>
            <p:cNvPr id="2133" name="Freeform: Shape 2132"/>
            <p:cNvSpPr/>
            <p:nvPr/>
          </p:nvSpPr>
          <p:spPr>
            <a:xfrm>
              <a:off x="9872386" y="4075775"/>
              <a:ext cx="180869" cy="82140"/>
            </a:xfrm>
            <a:custGeom>
              <a:avLst/>
              <a:gdLst>
                <a:gd name="connsiteX0" fmla="*/ 173813 w 180869"/>
                <a:gd name="connsiteY0" fmla="*/ 368 h 82140"/>
                <a:gd name="connsiteX1" fmla="*/ 145232 w 180869"/>
                <a:gd name="connsiteY1" fmla="*/ 2951 h 82140"/>
                <a:gd name="connsiteX2" fmla="*/ 115402 w 180869"/>
                <a:gd name="connsiteY2" fmla="*/ 6701 h 82140"/>
                <a:gd name="connsiteX3" fmla="*/ 68990 w 180869"/>
                <a:gd name="connsiteY3" fmla="*/ 20700 h 82140"/>
                <a:gd name="connsiteX4" fmla="*/ 27409 w 180869"/>
                <a:gd name="connsiteY4" fmla="*/ 46364 h 82140"/>
                <a:gd name="connsiteX5" fmla="*/ 3495 w 180869"/>
                <a:gd name="connsiteY5" fmla="*/ 74945 h 82140"/>
                <a:gd name="connsiteX6" fmla="*/ 3495 w 180869"/>
                <a:gd name="connsiteY6" fmla="*/ 75028 h 82140"/>
                <a:gd name="connsiteX7" fmla="*/ 2246 w 180869"/>
                <a:gd name="connsiteY7" fmla="*/ 75445 h 82140"/>
                <a:gd name="connsiteX8" fmla="*/ 3495 w 180869"/>
                <a:gd name="connsiteY8" fmla="*/ 82111 h 82140"/>
                <a:gd name="connsiteX9" fmla="*/ 100903 w 180869"/>
                <a:gd name="connsiteY9" fmla="*/ 61029 h 82140"/>
                <a:gd name="connsiteX10" fmla="*/ 138983 w 180869"/>
                <a:gd name="connsiteY10" fmla="*/ 42198 h 82140"/>
                <a:gd name="connsiteX11" fmla="*/ 156815 w 180869"/>
                <a:gd name="connsiteY11" fmla="*/ 28616 h 82140"/>
                <a:gd name="connsiteX12" fmla="*/ 177396 w 180869"/>
                <a:gd name="connsiteY12" fmla="*/ 10951 h 82140"/>
                <a:gd name="connsiteX13" fmla="*/ 173813 w 180869"/>
                <a:gd name="connsiteY13" fmla="*/ 368 h 82140"/>
                <a:gd name="connsiteX14" fmla="*/ 173813 w 180869"/>
                <a:gd name="connsiteY14" fmla="*/ 368 h 82140"/>
                <a:gd name="connsiteX15" fmla="*/ 141066 w 180869"/>
                <a:gd name="connsiteY15" fmla="*/ 28616 h 82140"/>
                <a:gd name="connsiteX16" fmla="*/ 97820 w 180869"/>
                <a:gd name="connsiteY16" fmla="*/ 51863 h 82140"/>
                <a:gd name="connsiteX17" fmla="*/ 52325 w 180869"/>
                <a:gd name="connsiteY17" fmla="*/ 65696 h 82140"/>
                <a:gd name="connsiteX18" fmla="*/ 10662 w 180869"/>
                <a:gd name="connsiteY18" fmla="*/ 73112 h 82140"/>
                <a:gd name="connsiteX19" fmla="*/ 44992 w 180869"/>
                <a:gd name="connsiteY19" fmla="*/ 45614 h 82140"/>
                <a:gd name="connsiteX20" fmla="*/ 88904 w 180869"/>
                <a:gd name="connsiteY20" fmla="*/ 24866 h 82140"/>
                <a:gd name="connsiteX21" fmla="*/ 134817 w 180869"/>
                <a:gd name="connsiteY21" fmla="*/ 15367 h 82140"/>
                <a:gd name="connsiteX22" fmla="*/ 156315 w 180869"/>
                <a:gd name="connsiteY22" fmla="*/ 14117 h 82140"/>
                <a:gd name="connsiteX23" fmla="*/ 141066 w 180869"/>
                <a:gd name="connsiteY23" fmla="*/ 28616 h 82140"/>
                <a:gd name="connsiteX24" fmla="*/ 141066 w 180869"/>
                <a:gd name="connsiteY24" fmla="*/ 28616 h 82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80869" h="82140">
                  <a:moveTo>
                    <a:pt x="173813" y="368"/>
                  </a:moveTo>
                  <a:cubicBezTo>
                    <a:pt x="165147" y="3285"/>
                    <a:pt x="154315" y="2035"/>
                    <a:pt x="145232" y="2951"/>
                  </a:cubicBezTo>
                  <a:cubicBezTo>
                    <a:pt x="135317" y="4034"/>
                    <a:pt x="125317" y="5118"/>
                    <a:pt x="115402" y="6701"/>
                  </a:cubicBezTo>
                  <a:cubicBezTo>
                    <a:pt x="99403" y="9201"/>
                    <a:pt x="83905" y="14284"/>
                    <a:pt x="68990" y="20700"/>
                  </a:cubicBezTo>
                  <a:cubicBezTo>
                    <a:pt x="53824" y="27283"/>
                    <a:pt x="40075" y="35698"/>
                    <a:pt x="27409" y="46364"/>
                  </a:cubicBezTo>
                  <a:cubicBezTo>
                    <a:pt x="18911" y="53447"/>
                    <a:pt x="5912" y="63613"/>
                    <a:pt x="3495" y="74945"/>
                  </a:cubicBezTo>
                  <a:cubicBezTo>
                    <a:pt x="3495" y="75028"/>
                    <a:pt x="3495" y="75028"/>
                    <a:pt x="3495" y="75028"/>
                  </a:cubicBezTo>
                  <a:cubicBezTo>
                    <a:pt x="3079" y="75195"/>
                    <a:pt x="2662" y="75278"/>
                    <a:pt x="2246" y="75445"/>
                  </a:cubicBezTo>
                  <a:cubicBezTo>
                    <a:pt x="-1338" y="76611"/>
                    <a:pt x="-421" y="82611"/>
                    <a:pt x="3495" y="82111"/>
                  </a:cubicBezTo>
                  <a:cubicBezTo>
                    <a:pt x="36992" y="77778"/>
                    <a:pt x="68907" y="72945"/>
                    <a:pt x="100903" y="61029"/>
                  </a:cubicBezTo>
                  <a:cubicBezTo>
                    <a:pt x="114235" y="56030"/>
                    <a:pt x="126984" y="49947"/>
                    <a:pt x="138983" y="42198"/>
                  </a:cubicBezTo>
                  <a:cubicBezTo>
                    <a:pt x="145316" y="38115"/>
                    <a:pt x="151149" y="33449"/>
                    <a:pt x="156815" y="28616"/>
                  </a:cubicBezTo>
                  <a:cubicBezTo>
                    <a:pt x="162981" y="23366"/>
                    <a:pt x="170063" y="14200"/>
                    <a:pt x="177396" y="10951"/>
                  </a:cubicBezTo>
                  <a:cubicBezTo>
                    <a:pt x="183729" y="8117"/>
                    <a:pt x="180729" y="-2048"/>
                    <a:pt x="173813" y="368"/>
                  </a:cubicBezTo>
                  <a:lnTo>
                    <a:pt x="173813" y="368"/>
                  </a:lnTo>
                  <a:close/>
                  <a:moveTo>
                    <a:pt x="141066" y="28616"/>
                  </a:moveTo>
                  <a:cubicBezTo>
                    <a:pt x="127984" y="38615"/>
                    <a:pt x="113069" y="46031"/>
                    <a:pt x="97820" y="51863"/>
                  </a:cubicBezTo>
                  <a:cubicBezTo>
                    <a:pt x="82988" y="57447"/>
                    <a:pt x="67740" y="61946"/>
                    <a:pt x="52325" y="65696"/>
                  </a:cubicBezTo>
                  <a:cubicBezTo>
                    <a:pt x="38659" y="69028"/>
                    <a:pt x="24326" y="69862"/>
                    <a:pt x="10662" y="73112"/>
                  </a:cubicBezTo>
                  <a:cubicBezTo>
                    <a:pt x="19577" y="62279"/>
                    <a:pt x="33659" y="52780"/>
                    <a:pt x="44992" y="45614"/>
                  </a:cubicBezTo>
                  <a:cubicBezTo>
                    <a:pt x="58740" y="36948"/>
                    <a:pt x="73572" y="30115"/>
                    <a:pt x="88904" y="24866"/>
                  </a:cubicBezTo>
                  <a:cubicBezTo>
                    <a:pt x="103903" y="19700"/>
                    <a:pt x="119151" y="17367"/>
                    <a:pt x="134817" y="15367"/>
                  </a:cubicBezTo>
                  <a:cubicBezTo>
                    <a:pt x="141566" y="14534"/>
                    <a:pt x="148983" y="14534"/>
                    <a:pt x="156315" y="14117"/>
                  </a:cubicBezTo>
                  <a:cubicBezTo>
                    <a:pt x="151232" y="19283"/>
                    <a:pt x="146316" y="24616"/>
                    <a:pt x="141066" y="28616"/>
                  </a:cubicBezTo>
                  <a:lnTo>
                    <a:pt x="141066" y="28616"/>
                  </a:lnTo>
                  <a:close/>
                </a:path>
              </a:pathLst>
            </a:custGeom>
            <a:grpFill/>
            <a:ln w="8332" cap="flat">
              <a:noFill/>
              <a:prstDash val="solid"/>
              <a:miter/>
            </a:ln>
          </p:spPr>
          <p:txBody>
            <a:bodyPr rtlCol="0" anchor="ctr"/>
            <a:lstStyle/>
            <a:p>
              <a:endParaRPr lang="en-US"/>
            </a:p>
          </p:txBody>
        </p:sp>
        <p:sp>
          <p:nvSpPr>
            <p:cNvPr id="2134" name="Freeform: Shape 2133"/>
            <p:cNvSpPr/>
            <p:nvPr/>
          </p:nvSpPr>
          <p:spPr>
            <a:xfrm>
              <a:off x="10031691" y="4113041"/>
              <a:ext cx="166059" cy="80272"/>
            </a:xfrm>
            <a:custGeom>
              <a:avLst/>
              <a:gdLst>
                <a:gd name="connsiteX0" fmla="*/ 161078 w 166059"/>
                <a:gd name="connsiteY0" fmla="*/ 15 h 80272"/>
                <a:gd name="connsiteX1" fmla="*/ 111583 w 166059"/>
                <a:gd name="connsiteY1" fmla="*/ 8431 h 80272"/>
                <a:gd name="connsiteX2" fmla="*/ 63670 w 166059"/>
                <a:gd name="connsiteY2" fmla="*/ 18847 h 80272"/>
                <a:gd name="connsiteX3" fmla="*/ 9 w 166059"/>
                <a:gd name="connsiteY3" fmla="*/ 73675 h 80272"/>
                <a:gd name="connsiteX4" fmla="*/ 3176 w 166059"/>
                <a:gd name="connsiteY4" fmla="*/ 75259 h 80272"/>
                <a:gd name="connsiteX5" fmla="*/ 78752 w 166059"/>
                <a:gd name="connsiteY5" fmla="*/ 25180 h 80272"/>
                <a:gd name="connsiteX6" fmla="*/ 125581 w 166059"/>
                <a:gd name="connsiteY6" fmla="*/ 18514 h 80272"/>
                <a:gd name="connsiteX7" fmla="*/ 144329 w 166059"/>
                <a:gd name="connsiteY7" fmla="*/ 14347 h 80272"/>
                <a:gd name="connsiteX8" fmla="*/ 130248 w 166059"/>
                <a:gd name="connsiteY8" fmla="*/ 23680 h 80272"/>
                <a:gd name="connsiteX9" fmla="*/ 90918 w 166059"/>
                <a:gd name="connsiteY9" fmla="*/ 48844 h 80272"/>
                <a:gd name="connsiteX10" fmla="*/ 6675 w 166059"/>
                <a:gd name="connsiteY10" fmla="*/ 72509 h 80272"/>
                <a:gd name="connsiteX11" fmla="*/ 9175 w 166059"/>
                <a:gd name="connsiteY11" fmla="*/ 80092 h 80272"/>
                <a:gd name="connsiteX12" fmla="*/ 97584 w 166059"/>
                <a:gd name="connsiteY12" fmla="*/ 55177 h 80272"/>
                <a:gd name="connsiteX13" fmla="*/ 137247 w 166059"/>
                <a:gd name="connsiteY13" fmla="*/ 29346 h 80272"/>
                <a:gd name="connsiteX14" fmla="*/ 164994 w 166059"/>
                <a:gd name="connsiteY14" fmla="*/ 8181 h 80272"/>
                <a:gd name="connsiteX15" fmla="*/ 161078 w 166059"/>
                <a:gd name="connsiteY15" fmla="*/ 15 h 80272"/>
                <a:gd name="connsiteX16" fmla="*/ 161078 w 166059"/>
                <a:gd name="connsiteY16" fmla="*/ 15 h 80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059" h="80272">
                  <a:moveTo>
                    <a:pt x="161078" y="15"/>
                  </a:moveTo>
                  <a:cubicBezTo>
                    <a:pt x="144496" y="1182"/>
                    <a:pt x="128497" y="7348"/>
                    <a:pt x="111583" y="8431"/>
                  </a:cubicBezTo>
                  <a:cubicBezTo>
                    <a:pt x="94667" y="9514"/>
                    <a:pt x="79336" y="12097"/>
                    <a:pt x="63670" y="18847"/>
                  </a:cubicBezTo>
                  <a:cubicBezTo>
                    <a:pt x="41089" y="28596"/>
                    <a:pt x="3426" y="45428"/>
                    <a:pt x="9" y="73675"/>
                  </a:cubicBezTo>
                  <a:cubicBezTo>
                    <a:pt x="-157" y="75259"/>
                    <a:pt x="1926" y="76925"/>
                    <a:pt x="3176" y="75259"/>
                  </a:cubicBezTo>
                  <a:cubicBezTo>
                    <a:pt x="21008" y="51428"/>
                    <a:pt x="50755" y="34429"/>
                    <a:pt x="78752" y="25180"/>
                  </a:cubicBezTo>
                  <a:cubicBezTo>
                    <a:pt x="94084" y="20097"/>
                    <a:pt x="109832" y="20764"/>
                    <a:pt x="125581" y="18514"/>
                  </a:cubicBezTo>
                  <a:cubicBezTo>
                    <a:pt x="131997" y="17597"/>
                    <a:pt x="138163" y="16014"/>
                    <a:pt x="144329" y="14347"/>
                  </a:cubicBezTo>
                  <a:cubicBezTo>
                    <a:pt x="139330" y="17847"/>
                    <a:pt x="134080" y="21013"/>
                    <a:pt x="130248" y="23680"/>
                  </a:cubicBezTo>
                  <a:cubicBezTo>
                    <a:pt x="117582" y="32512"/>
                    <a:pt x="104833" y="42095"/>
                    <a:pt x="90918" y="48844"/>
                  </a:cubicBezTo>
                  <a:cubicBezTo>
                    <a:pt x="63920" y="62010"/>
                    <a:pt x="34590" y="63093"/>
                    <a:pt x="6675" y="72509"/>
                  </a:cubicBezTo>
                  <a:cubicBezTo>
                    <a:pt x="1759" y="74175"/>
                    <a:pt x="4259" y="81508"/>
                    <a:pt x="9175" y="80092"/>
                  </a:cubicBezTo>
                  <a:cubicBezTo>
                    <a:pt x="39089" y="71509"/>
                    <a:pt x="69253" y="69509"/>
                    <a:pt x="97584" y="55177"/>
                  </a:cubicBezTo>
                  <a:cubicBezTo>
                    <a:pt x="111499" y="48094"/>
                    <a:pt x="124498" y="38345"/>
                    <a:pt x="137247" y="29346"/>
                  </a:cubicBezTo>
                  <a:cubicBezTo>
                    <a:pt x="145746" y="23347"/>
                    <a:pt x="158911" y="16764"/>
                    <a:pt x="164994" y="8181"/>
                  </a:cubicBezTo>
                  <a:cubicBezTo>
                    <a:pt x="167327" y="4932"/>
                    <a:pt x="165745" y="-318"/>
                    <a:pt x="161078" y="15"/>
                  </a:cubicBezTo>
                  <a:lnTo>
                    <a:pt x="161078" y="15"/>
                  </a:lnTo>
                  <a:close/>
                </a:path>
              </a:pathLst>
            </a:custGeom>
            <a:grpFill/>
            <a:ln w="8332" cap="flat">
              <a:noFill/>
              <a:prstDash val="solid"/>
              <a:miter/>
            </a:ln>
          </p:spPr>
          <p:txBody>
            <a:bodyPr rtlCol="0" anchor="ctr"/>
            <a:lstStyle/>
            <a:p>
              <a:endParaRPr lang="en-US"/>
            </a:p>
          </p:txBody>
        </p:sp>
        <p:sp>
          <p:nvSpPr>
            <p:cNvPr id="2135" name="Freeform: Shape 2134"/>
            <p:cNvSpPr/>
            <p:nvPr/>
          </p:nvSpPr>
          <p:spPr>
            <a:xfrm>
              <a:off x="10188956" y="4148544"/>
              <a:ext cx="161182" cy="81931"/>
            </a:xfrm>
            <a:custGeom>
              <a:avLst/>
              <a:gdLst>
                <a:gd name="connsiteX0" fmla="*/ 158799 w 161182"/>
                <a:gd name="connsiteY0" fmla="*/ 843 h 81931"/>
                <a:gd name="connsiteX1" fmla="*/ 145217 w 161182"/>
                <a:gd name="connsiteY1" fmla="*/ 1592 h 81931"/>
                <a:gd name="connsiteX2" fmla="*/ 110053 w 161182"/>
                <a:gd name="connsiteY2" fmla="*/ 7509 h 81931"/>
                <a:gd name="connsiteX3" fmla="*/ 38893 w 161182"/>
                <a:gd name="connsiteY3" fmla="*/ 24090 h 81931"/>
                <a:gd name="connsiteX4" fmla="*/ 4397 w 161182"/>
                <a:gd name="connsiteY4" fmla="*/ 75336 h 81931"/>
                <a:gd name="connsiteX5" fmla="*/ 8896 w 161182"/>
                <a:gd name="connsiteY5" fmla="*/ 81835 h 81931"/>
                <a:gd name="connsiteX6" fmla="*/ 102054 w 161182"/>
                <a:gd name="connsiteY6" fmla="*/ 57837 h 81931"/>
                <a:gd name="connsiteX7" fmla="*/ 160716 w 161182"/>
                <a:gd name="connsiteY7" fmla="*/ 7009 h 81931"/>
                <a:gd name="connsiteX8" fmla="*/ 158799 w 161182"/>
                <a:gd name="connsiteY8" fmla="*/ 843 h 81931"/>
                <a:gd name="connsiteX9" fmla="*/ 158799 w 161182"/>
                <a:gd name="connsiteY9" fmla="*/ 843 h 81931"/>
                <a:gd name="connsiteX10" fmla="*/ 83306 w 161182"/>
                <a:gd name="connsiteY10" fmla="*/ 55671 h 81931"/>
                <a:gd name="connsiteX11" fmla="*/ 7063 w 161182"/>
                <a:gd name="connsiteY11" fmla="*/ 73836 h 81931"/>
                <a:gd name="connsiteX12" fmla="*/ 19478 w 161182"/>
                <a:gd name="connsiteY12" fmla="*/ 52004 h 81931"/>
                <a:gd name="connsiteX13" fmla="*/ 65808 w 161182"/>
                <a:gd name="connsiteY13" fmla="*/ 25507 h 81931"/>
                <a:gd name="connsiteX14" fmla="*/ 113470 w 161182"/>
                <a:gd name="connsiteY14" fmla="*/ 17841 h 81931"/>
                <a:gd name="connsiteX15" fmla="*/ 138718 w 161182"/>
                <a:gd name="connsiteY15" fmla="*/ 13591 h 81931"/>
                <a:gd name="connsiteX16" fmla="*/ 149883 w 161182"/>
                <a:gd name="connsiteY16" fmla="*/ 9842 h 81931"/>
                <a:gd name="connsiteX17" fmla="*/ 83306 w 161182"/>
                <a:gd name="connsiteY17" fmla="*/ 55671 h 81931"/>
                <a:gd name="connsiteX18" fmla="*/ 83306 w 161182"/>
                <a:gd name="connsiteY18" fmla="*/ 55671 h 81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1182" h="81931">
                  <a:moveTo>
                    <a:pt x="158799" y="843"/>
                  </a:moveTo>
                  <a:cubicBezTo>
                    <a:pt x="154133" y="-991"/>
                    <a:pt x="149883" y="592"/>
                    <a:pt x="145217" y="1592"/>
                  </a:cubicBezTo>
                  <a:cubicBezTo>
                    <a:pt x="133552" y="4009"/>
                    <a:pt x="121719" y="5259"/>
                    <a:pt x="110053" y="7509"/>
                  </a:cubicBezTo>
                  <a:cubicBezTo>
                    <a:pt x="86056" y="12175"/>
                    <a:pt x="60891" y="12342"/>
                    <a:pt x="38893" y="24090"/>
                  </a:cubicBezTo>
                  <a:cubicBezTo>
                    <a:pt x="33810" y="26840"/>
                    <a:pt x="-14602" y="66503"/>
                    <a:pt x="4397" y="75336"/>
                  </a:cubicBezTo>
                  <a:cubicBezTo>
                    <a:pt x="2230" y="77919"/>
                    <a:pt x="4729" y="82669"/>
                    <a:pt x="8896" y="81835"/>
                  </a:cubicBezTo>
                  <a:cubicBezTo>
                    <a:pt x="39976" y="75669"/>
                    <a:pt x="72473" y="69503"/>
                    <a:pt x="102054" y="57837"/>
                  </a:cubicBezTo>
                  <a:cubicBezTo>
                    <a:pt x="125886" y="48421"/>
                    <a:pt x="150633" y="31756"/>
                    <a:pt x="160716" y="7009"/>
                  </a:cubicBezTo>
                  <a:cubicBezTo>
                    <a:pt x="161633" y="4926"/>
                    <a:pt x="161299" y="1843"/>
                    <a:pt x="158799" y="843"/>
                  </a:cubicBezTo>
                  <a:lnTo>
                    <a:pt x="158799" y="843"/>
                  </a:lnTo>
                  <a:close/>
                  <a:moveTo>
                    <a:pt x="83306" y="55671"/>
                  </a:moveTo>
                  <a:cubicBezTo>
                    <a:pt x="58308" y="63254"/>
                    <a:pt x="32061" y="66337"/>
                    <a:pt x="7063" y="73836"/>
                  </a:cubicBezTo>
                  <a:cubicBezTo>
                    <a:pt x="2230" y="69169"/>
                    <a:pt x="16312" y="55338"/>
                    <a:pt x="19478" y="52004"/>
                  </a:cubicBezTo>
                  <a:cubicBezTo>
                    <a:pt x="32061" y="38672"/>
                    <a:pt x="48059" y="29757"/>
                    <a:pt x="65808" y="25507"/>
                  </a:cubicBezTo>
                  <a:cubicBezTo>
                    <a:pt x="81390" y="21757"/>
                    <a:pt x="97638" y="20841"/>
                    <a:pt x="113470" y="17841"/>
                  </a:cubicBezTo>
                  <a:cubicBezTo>
                    <a:pt x="121886" y="16258"/>
                    <a:pt x="130385" y="15341"/>
                    <a:pt x="138718" y="13591"/>
                  </a:cubicBezTo>
                  <a:cubicBezTo>
                    <a:pt x="141301" y="13008"/>
                    <a:pt x="145884" y="10925"/>
                    <a:pt x="149883" y="9842"/>
                  </a:cubicBezTo>
                  <a:cubicBezTo>
                    <a:pt x="139051" y="34839"/>
                    <a:pt x="107221" y="48421"/>
                    <a:pt x="83306" y="55671"/>
                  </a:cubicBezTo>
                  <a:lnTo>
                    <a:pt x="83306" y="55671"/>
                  </a:lnTo>
                  <a:close/>
                </a:path>
              </a:pathLst>
            </a:custGeom>
            <a:grpFill/>
            <a:ln w="8332" cap="flat">
              <a:noFill/>
              <a:prstDash val="solid"/>
              <a:miter/>
            </a:ln>
          </p:spPr>
          <p:txBody>
            <a:bodyPr rtlCol="0" anchor="ctr"/>
            <a:lstStyle/>
            <a:p>
              <a:endParaRPr lang="en-US"/>
            </a:p>
          </p:txBody>
        </p:sp>
        <p:sp>
          <p:nvSpPr>
            <p:cNvPr id="2136" name="Freeform: Shape 2135"/>
            <p:cNvSpPr/>
            <p:nvPr/>
          </p:nvSpPr>
          <p:spPr>
            <a:xfrm>
              <a:off x="11543885" y="2984367"/>
              <a:ext cx="582040" cy="333081"/>
            </a:xfrm>
            <a:custGeom>
              <a:avLst/>
              <a:gdLst>
                <a:gd name="connsiteX0" fmla="*/ 14095 w 582040"/>
                <a:gd name="connsiteY0" fmla="*/ 273849 h 333081"/>
                <a:gd name="connsiteX1" fmla="*/ 22011 w 582040"/>
                <a:gd name="connsiteY1" fmla="*/ 295347 h 333081"/>
                <a:gd name="connsiteX2" fmla="*/ 133251 w 582040"/>
                <a:gd name="connsiteY2" fmla="*/ 333011 h 333081"/>
                <a:gd name="connsiteX3" fmla="*/ 210828 w 582040"/>
                <a:gd name="connsiteY3" fmla="*/ 326428 h 333081"/>
                <a:gd name="connsiteX4" fmla="*/ 252656 w 582040"/>
                <a:gd name="connsiteY4" fmla="*/ 322762 h 333081"/>
                <a:gd name="connsiteX5" fmla="*/ 276489 w 582040"/>
                <a:gd name="connsiteY5" fmla="*/ 319762 h 333081"/>
                <a:gd name="connsiteX6" fmla="*/ 286571 w 582040"/>
                <a:gd name="connsiteY6" fmla="*/ 300347 h 333081"/>
                <a:gd name="connsiteX7" fmla="*/ 319901 w 582040"/>
                <a:gd name="connsiteY7" fmla="*/ 277016 h 333081"/>
                <a:gd name="connsiteX8" fmla="*/ 356897 w 582040"/>
                <a:gd name="connsiteY8" fmla="*/ 289098 h 333081"/>
                <a:gd name="connsiteX9" fmla="*/ 386395 w 582040"/>
                <a:gd name="connsiteY9" fmla="*/ 292264 h 333081"/>
                <a:gd name="connsiteX10" fmla="*/ 528466 w 582040"/>
                <a:gd name="connsiteY10" fmla="*/ 255768 h 333081"/>
                <a:gd name="connsiteX11" fmla="*/ 579877 w 582040"/>
                <a:gd name="connsiteY11" fmla="*/ 233020 h 333081"/>
                <a:gd name="connsiteX12" fmla="*/ 580461 w 582040"/>
                <a:gd name="connsiteY12" fmla="*/ 202689 h 333081"/>
                <a:gd name="connsiteX13" fmla="*/ 575711 w 582040"/>
                <a:gd name="connsiteY13" fmla="*/ 166442 h 333081"/>
                <a:gd name="connsiteX14" fmla="*/ 569878 w 582040"/>
                <a:gd name="connsiteY14" fmla="*/ 124779 h 333081"/>
                <a:gd name="connsiteX15" fmla="*/ 568378 w 582040"/>
                <a:gd name="connsiteY15" fmla="*/ 100282 h 333081"/>
                <a:gd name="connsiteX16" fmla="*/ 557380 w 582040"/>
                <a:gd name="connsiteY16" fmla="*/ 90866 h 333081"/>
                <a:gd name="connsiteX17" fmla="*/ 549713 w 582040"/>
                <a:gd name="connsiteY17" fmla="*/ 89116 h 333081"/>
                <a:gd name="connsiteX18" fmla="*/ 536632 w 582040"/>
                <a:gd name="connsiteY18" fmla="*/ 85366 h 333081"/>
                <a:gd name="connsiteX19" fmla="*/ 504717 w 582040"/>
                <a:gd name="connsiteY19" fmla="*/ 77117 h 333081"/>
                <a:gd name="connsiteX20" fmla="*/ 432890 w 582040"/>
                <a:gd name="connsiteY20" fmla="*/ 59702 h 333081"/>
                <a:gd name="connsiteX21" fmla="*/ 400810 w 582040"/>
                <a:gd name="connsiteY21" fmla="*/ 51036 h 333081"/>
                <a:gd name="connsiteX22" fmla="*/ 378396 w 582040"/>
                <a:gd name="connsiteY22" fmla="*/ 47453 h 333081"/>
                <a:gd name="connsiteX23" fmla="*/ 353231 w 582040"/>
                <a:gd name="connsiteY23" fmla="*/ 56702 h 333081"/>
                <a:gd name="connsiteX24" fmla="*/ 315151 w 582040"/>
                <a:gd name="connsiteY24" fmla="*/ 58202 h 333081"/>
                <a:gd name="connsiteX25" fmla="*/ 296237 w 582040"/>
                <a:gd name="connsiteY25" fmla="*/ 41787 h 333081"/>
                <a:gd name="connsiteX26" fmla="*/ 287737 w 582040"/>
                <a:gd name="connsiteY26" fmla="*/ 23622 h 333081"/>
                <a:gd name="connsiteX27" fmla="*/ 264489 w 582040"/>
                <a:gd name="connsiteY27" fmla="*/ 15706 h 333081"/>
                <a:gd name="connsiteX28" fmla="*/ 238575 w 582040"/>
                <a:gd name="connsiteY28" fmla="*/ 11456 h 333081"/>
                <a:gd name="connsiteX29" fmla="*/ 170831 w 582040"/>
                <a:gd name="connsiteY29" fmla="*/ 4207 h 333081"/>
                <a:gd name="connsiteX30" fmla="*/ 137000 w 582040"/>
                <a:gd name="connsiteY30" fmla="*/ 457 h 333081"/>
                <a:gd name="connsiteX31" fmla="*/ 119919 w 582040"/>
                <a:gd name="connsiteY31" fmla="*/ 3457 h 333081"/>
                <a:gd name="connsiteX32" fmla="*/ 64090 w 582040"/>
                <a:gd name="connsiteY32" fmla="*/ 39537 h 333081"/>
                <a:gd name="connsiteX33" fmla="*/ 22677 w 582040"/>
                <a:gd name="connsiteY33" fmla="*/ 107031 h 333081"/>
                <a:gd name="connsiteX34" fmla="*/ 14095 w 582040"/>
                <a:gd name="connsiteY34" fmla="*/ 273849 h 333081"/>
                <a:gd name="connsiteX35" fmla="*/ 14095 w 582040"/>
                <a:gd name="connsiteY35" fmla="*/ 273849 h 333081"/>
                <a:gd name="connsiteX36" fmla="*/ 539631 w 582040"/>
                <a:gd name="connsiteY36" fmla="*/ 99032 h 333081"/>
                <a:gd name="connsiteX37" fmla="*/ 510551 w 582040"/>
                <a:gd name="connsiteY37" fmla="*/ 101948 h 333081"/>
                <a:gd name="connsiteX38" fmla="*/ 467554 w 582040"/>
                <a:gd name="connsiteY38" fmla="*/ 109614 h 333081"/>
                <a:gd name="connsiteX39" fmla="*/ 375645 w 582040"/>
                <a:gd name="connsiteY39" fmla="*/ 120697 h 333081"/>
                <a:gd name="connsiteX40" fmla="*/ 196328 w 582040"/>
                <a:gd name="connsiteY40" fmla="*/ 140361 h 333081"/>
                <a:gd name="connsiteX41" fmla="*/ 46675 w 582040"/>
                <a:gd name="connsiteY41" fmla="*/ 182274 h 333081"/>
                <a:gd name="connsiteX42" fmla="*/ 16178 w 582040"/>
                <a:gd name="connsiteY42" fmla="*/ 227270 h 333081"/>
                <a:gd name="connsiteX43" fmla="*/ 15094 w 582040"/>
                <a:gd name="connsiteY43" fmla="*/ 201439 h 333081"/>
                <a:gd name="connsiteX44" fmla="*/ 30843 w 582040"/>
                <a:gd name="connsiteY44" fmla="*/ 123113 h 333081"/>
                <a:gd name="connsiteX45" fmla="*/ 63007 w 582040"/>
                <a:gd name="connsiteY45" fmla="*/ 59369 h 333081"/>
                <a:gd name="connsiteX46" fmla="*/ 91588 w 582040"/>
                <a:gd name="connsiteY46" fmla="*/ 27372 h 333081"/>
                <a:gd name="connsiteX47" fmla="*/ 119585 w 582040"/>
                <a:gd name="connsiteY47" fmla="*/ 8790 h 333081"/>
                <a:gd name="connsiteX48" fmla="*/ 123336 w 582040"/>
                <a:gd name="connsiteY48" fmla="*/ 9207 h 333081"/>
                <a:gd name="connsiteX49" fmla="*/ 163331 w 582040"/>
                <a:gd name="connsiteY49" fmla="*/ 14706 h 333081"/>
                <a:gd name="connsiteX50" fmla="*/ 193412 w 582040"/>
                <a:gd name="connsiteY50" fmla="*/ 19622 h 333081"/>
                <a:gd name="connsiteX51" fmla="*/ 252573 w 582040"/>
                <a:gd name="connsiteY51" fmla="*/ 29955 h 333081"/>
                <a:gd name="connsiteX52" fmla="*/ 273905 w 582040"/>
                <a:gd name="connsiteY52" fmla="*/ 36454 h 333081"/>
                <a:gd name="connsiteX53" fmla="*/ 282655 w 582040"/>
                <a:gd name="connsiteY53" fmla="*/ 59952 h 333081"/>
                <a:gd name="connsiteX54" fmla="*/ 318234 w 582040"/>
                <a:gd name="connsiteY54" fmla="*/ 78784 h 333081"/>
                <a:gd name="connsiteX55" fmla="*/ 367229 w 582040"/>
                <a:gd name="connsiteY55" fmla="*/ 71118 h 333081"/>
                <a:gd name="connsiteX56" fmla="*/ 381895 w 582040"/>
                <a:gd name="connsiteY56" fmla="*/ 62868 h 333081"/>
                <a:gd name="connsiteX57" fmla="*/ 398894 w 582040"/>
                <a:gd name="connsiteY57" fmla="*/ 65202 h 333081"/>
                <a:gd name="connsiteX58" fmla="*/ 428891 w 582040"/>
                <a:gd name="connsiteY58" fmla="*/ 72534 h 333081"/>
                <a:gd name="connsiteX59" fmla="*/ 489302 w 582040"/>
                <a:gd name="connsiteY59" fmla="*/ 87199 h 333081"/>
                <a:gd name="connsiteX60" fmla="*/ 523549 w 582040"/>
                <a:gd name="connsiteY60" fmla="*/ 95282 h 333081"/>
                <a:gd name="connsiteX61" fmla="*/ 539631 w 582040"/>
                <a:gd name="connsiteY61" fmla="*/ 99032 h 333081"/>
                <a:gd name="connsiteX62" fmla="*/ 539631 w 582040"/>
                <a:gd name="connsiteY62" fmla="*/ 99032 h 333081"/>
                <a:gd name="connsiteX63" fmla="*/ 28427 w 582040"/>
                <a:gd name="connsiteY63" fmla="*/ 276516 h 333081"/>
                <a:gd name="connsiteX64" fmla="*/ 28094 w 582040"/>
                <a:gd name="connsiteY64" fmla="*/ 273766 h 333081"/>
                <a:gd name="connsiteX65" fmla="*/ 27677 w 582040"/>
                <a:gd name="connsiteY65" fmla="*/ 272599 h 333081"/>
                <a:gd name="connsiteX66" fmla="*/ 33926 w 582040"/>
                <a:gd name="connsiteY66" fmla="*/ 223187 h 333081"/>
                <a:gd name="connsiteX67" fmla="*/ 94088 w 582040"/>
                <a:gd name="connsiteY67" fmla="*/ 177275 h 333081"/>
                <a:gd name="connsiteX68" fmla="*/ 159415 w 582040"/>
                <a:gd name="connsiteY68" fmla="*/ 161443 h 333081"/>
                <a:gd name="connsiteX69" fmla="*/ 297903 w 582040"/>
                <a:gd name="connsiteY69" fmla="*/ 139445 h 333081"/>
                <a:gd name="connsiteX70" fmla="*/ 438891 w 582040"/>
                <a:gd name="connsiteY70" fmla="*/ 122196 h 333081"/>
                <a:gd name="connsiteX71" fmla="*/ 510217 w 582040"/>
                <a:gd name="connsiteY71" fmla="*/ 110531 h 333081"/>
                <a:gd name="connsiteX72" fmla="*/ 542631 w 582040"/>
                <a:gd name="connsiteY72" fmla="*/ 107031 h 333081"/>
                <a:gd name="connsiteX73" fmla="*/ 554046 w 582040"/>
                <a:gd name="connsiteY73" fmla="*/ 105865 h 333081"/>
                <a:gd name="connsiteX74" fmla="*/ 553796 w 582040"/>
                <a:gd name="connsiteY74" fmla="*/ 113864 h 333081"/>
                <a:gd name="connsiteX75" fmla="*/ 555046 w 582040"/>
                <a:gd name="connsiteY75" fmla="*/ 129696 h 333081"/>
                <a:gd name="connsiteX76" fmla="*/ 563462 w 582040"/>
                <a:gd name="connsiteY76" fmla="*/ 201356 h 333081"/>
                <a:gd name="connsiteX77" fmla="*/ 563129 w 582040"/>
                <a:gd name="connsiteY77" fmla="*/ 228270 h 333081"/>
                <a:gd name="connsiteX78" fmla="*/ 545714 w 582040"/>
                <a:gd name="connsiteY78" fmla="*/ 235686 h 333081"/>
                <a:gd name="connsiteX79" fmla="*/ 508467 w 582040"/>
                <a:gd name="connsiteY79" fmla="*/ 244102 h 333081"/>
                <a:gd name="connsiteX80" fmla="*/ 435474 w 582040"/>
                <a:gd name="connsiteY80" fmla="*/ 266517 h 333081"/>
                <a:gd name="connsiteX81" fmla="*/ 372980 w 582040"/>
                <a:gd name="connsiteY81" fmla="*/ 278516 h 333081"/>
                <a:gd name="connsiteX82" fmla="*/ 318068 w 582040"/>
                <a:gd name="connsiteY82" fmla="*/ 261934 h 333081"/>
                <a:gd name="connsiteX83" fmla="*/ 275405 w 582040"/>
                <a:gd name="connsiteY83" fmla="*/ 285432 h 333081"/>
                <a:gd name="connsiteX84" fmla="*/ 271321 w 582040"/>
                <a:gd name="connsiteY84" fmla="*/ 295847 h 333081"/>
                <a:gd name="connsiteX85" fmla="*/ 264322 w 582040"/>
                <a:gd name="connsiteY85" fmla="*/ 306097 h 333081"/>
                <a:gd name="connsiteX86" fmla="*/ 234325 w 582040"/>
                <a:gd name="connsiteY86" fmla="*/ 308930 h 333081"/>
                <a:gd name="connsiteX87" fmla="*/ 101254 w 582040"/>
                <a:gd name="connsiteY87" fmla="*/ 320429 h 333081"/>
                <a:gd name="connsiteX88" fmla="*/ 35093 w 582040"/>
                <a:gd name="connsiteY88" fmla="*/ 293181 h 333081"/>
                <a:gd name="connsiteX89" fmla="*/ 28427 w 582040"/>
                <a:gd name="connsiteY89" fmla="*/ 276516 h 333081"/>
                <a:gd name="connsiteX90" fmla="*/ 28427 w 582040"/>
                <a:gd name="connsiteY90" fmla="*/ 276516 h 333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582040" h="333081">
                  <a:moveTo>
                    <a:pt x="14095" y="273849"/>
                  </a:moveTo>
                  <a:cubicBezTo>
                    <a:pt x="15678" y="281515"/>
                    <a:pt x="18261" y="288765"/>
                    <a:pt x="22011" y="295347"/>
                  </a:cubicBezTo>
                  <a:cubicBezTo>
                    <a:pt x="42843" y="332344"/>
                    <a:pt x="96171" y="333511"/>
                    <a:pt x="133251" y="333011"/>
                  </a:cubicBezTo>
                  <a:cubicBezTo>
                    <a:pt x="159415" y="332677"/>
                    <a:pt x="184913" y="329428"/>
                    <a:pt x="210828" y="326428"/>
                  </a:cubicBezTo>
                  <a:cubicBezTo>
                    <a:pt x="224743" y="324761"/>
                    <a:pt x="238742" y="323845"/>
                    <a:pt x="252656" y="322762"/>
                  </a:cubicBezTo>
                  <a:cubicBezTo>
                    <a:pt x="259740" y="322178"/>
                    <a:pt x="269989" y="323262"/>
                    <a:pt x="276489" y="319762"/>
                  </a:cubicBezTo>
                  <a:cubicBezTo>
                    <a:pt x="284321" y="315596"/>
                    <a:pt x="283820" y="308013"/>
                    <a:pt x="286571" y="300347"/>
                  </a:cubicBezTo>
                  <a:cubicBezTo>
                    <a:pt x="291904" y="285182"/>
                    <a:pt x="303569" y="276183"/>
                    <a:pt x="319901" y="277016"/>
                  </a:cubicBezTo>
                  <a:cubicBezTo>
                    <a:pt x="333567" y="277682"/>
                    <a:pt x="344398" y="284848"/>
                    <a:pt x="356897" y="289098"/>
                  </a:cubicBezTo>
                  <a:cubicBezTo>
                    <a:pt x="366396" y="292264"/>
                    <a:pt x="376480" y="293264"/>
                    <a:pt x="386395" y="292264"/>
                  </a:cubicBezTo>
                  <a:cubicBezTo>
                    <a:pt x="434890" y="287348"/>
                    <a:pt x="481053" y="265767"/>
                    <a:pt x="528466" y="255768"/>
                  </a:cubicBezTo>
                  <a:cubicBezTo>
                    <a:pt x="545630" y="252101"/>
                    <a:pt x="572212" y="252685"/>
                    <a:pt x="579877" y="233020"/>
                  </a:cubicBezTo>
                  <a:cubicBezTo>
                    <a:pt x="583544" y="223604"/>
                    <a:pt x="581710" y="212438"/>
                    <a:pt x="580461" y="202689"/>
                  </a:cubicBezTo>
                  <a:cubicBezTo>
                    <a:pt x="578877" y="190607"/>
                    <a:pt x="577711" y="178441"/>
                    <a:pt x="575711" y="166442"/>
                  </a:cubicBezTo>
                  <a:cubicBezTo>
                    <a:pt x="573461" y="152527"/>
                    <a:pt x="571294" y="138862"/>
                    <a:pt x="569878" y="124779"/>
                  </a:cubicBezTo>
                  <a:cubicBezTo>
                    <a:pt x="569129" y="117364"/>
                    <a:pt x="570295" y="107448"/>
                    <a:pt x="568378" y="100282"/>
                  </a:cubicBezTo>
                  <a:cubicBezTo>
                    <a:pt x="566795" y="94449"/>
                    <a:pt x="562796" y="92199"/>
                    <a:pt x="557380" y="90866"/>
                  </a:cubicBezTo>
                  <a:cubicBezTo>
                    <a:pt x="554796" y="90199"/>
                    <a:pt x="552213" y="89699"/>
                    <a:pt x="549713" y="89116"/>
                  </a:cubicBezTo>
                  <a:cubicBezTo>
                    <a:pt x="545464" y="87616"/>
                    <a:pt x="540965" y="86699"/>
                    <a:pt x="536632" y="85366"/>
                  </a:cubicBezTo>
                  <a:cubicBezTo>
                    <a:pt x="526132" y="82200"/>
                    <a:pt x="515383" y="79700"/>
                    <a:pt x="504717" y="77117"/>
                  </a:cubicBezTo>
                  <a:cubicBezTo>
                    <a:pt x="480719" y="71534"/>
                    <a:pt x="456805" y="65701"/>
                    <a:pt x="432890" y="59702"/>
                  </a:cubicBezTo>
                  <a:cubicBezTo>
                    <a:pt x="422142" y="56952"/>
                    <a:pt x="411393" y="54536"/>
                    <a:pt x="400810" y="51036"/>
                  </a:cubicBezTo>
                  <a:cubicBezTo>
                    <a:pt x="393561" y="48620"/>
                    <a:pt x="386145" y="46120"/>
                    <a:pt x="378396" y="47453"/>
                  </a:cubicBezTo>
                  <a:cubicBezTo>
                    <a:pt x="369563" y="48953"/>
                    <a:pt x="361814" y="54369"/>
                    <a:pt x="353231" y="56702"/>
                  </a:cubicBezTo>
                  <a:cubicBezTo>
                    <a:pt x="340482" y="60119"/>
                    <a:pt x="328067" y="61619"/>
                    <a:pt x="315151" y="58202"/>
                  </a:cubicBezTo>
                  <a:cubicBezTo>
                    <a:pt x="303486" y="55119"/>
                    <a:pt x="300403" y="52203"/>
                    <a:pt x="296237" y="41787"/>
                  </a:cubicBezTo>
                  <a:cubicBezTo>
                    <a:pt x="293903" y="35871"/>
                    <a:pt x="292153" y="28371"/>
                    <a:pt x="287737" y="23622"/>
                  </a:cubicBezTo>
                  <a:cubicBezTo>
                    <a:pt x="281987" y="17539"/>
                    <a:pt x="272072" y="17123"/>
                    <a:pt x="264489" y="15706"/>
                  </a:cubicBezTo>
                  <a:cubicBezTo>
                    <a:pt x="255823" y="14039"/>
                    <a:pt x="247325" y="12290"/>
                    <a:pt x="238575" y="11456"/>
                  </a:cubicBezTo>
                  <a:cubicBezTo>
                    <a:pt x="215994" y="9290"/>
                    <a:pt x="193329" y="6957"/>
                    <a:pt x="170831" y="4207"/>
                  </a:cubicBezTo>
                  <a:cubicBezTo>
                    <a:pt x="159582" y="2874"/>
                    <a:pt x="148333" y="1291"/>
                    <a:pt x="137000" y="457"/>
                  </a:cubicBezTo>
                  <a:cubicBezTo>
                    <a:pt x="129918" y="-42"/>
                    <a:pt x="125252" y="-1043"/>
                    <a:pt x="119919" y="3457"/>
                  </a:cubicBezTo>
                  <a:cubicBezTo>
                    <a:pt x="97004" y="3707"/>
                    <a:pt x="79339" y="23289"/>
                    <a:pt x="64090" y="39537"/>
                  </a:cubicBezTo>
                  <a:cubicBezTo>
                    <a:pt x="46176" y="58619"/>
                    <a:pt x="32093" y="82783"/>
                    <a:pt x="22677" y="107031"/>
                  </a:cubicBezTo>
                  <a:cubicBezTo>
                    <a:pt x="3096" y="156860"/>
                    <a:pt x="-12402" y="223854"/>
                    <a:pt x="14095" y="273849"/>
                  </a:cubicBezTo>
                  <a:lnTo>
                    <a:pt x="14095" y="273849"/>
                  </a:lnTo>
                  <a:close/>
                  <a:moveTo>
                    <a:pt x="539631" y="99032"/>
                  </a:moveTo>
                  <a:cubicBezTo>
                    <a:pt x="530049" y="100865"/>
                    <a:pt x="518050" y="100448"/>
                    <a:pt x="510551" y="101948"/>
                  </a:cubicBezTo>
                  <a:cubicBezTo>
                    <a:pt x="496301" y="104781"/>
                    <a:pt x="481969" y="107364"/>
                    <a:pt x="467554" y="109614"/>
                  </a:cubicBezTo>
                  <a:cubicBezTo>
                    <a:pt x="437140" y="114280"/>
                    <a:pt x="406310" y="117530"/>
                    <a:pt x="375645" y="120697"/>
                  </a:cubicBezTo>
                  <a:cubicBezTo>
                    <a:pt x="315735" y="126946"/>
                    <a:pt x="255990" y="131529"/>
                    <a:pt x="196328" y="140361"/>
                  </a:cubicBezTo>
                  <a:cubicBezTo>
                    <a:pt x="145000" y="147944"/>
                    <a:pt x="91005" y="152360"/>
                    <a:pt x="46675" y="182274"/>
                  </a:cubicBezTo>
                  <a:cubicBezTo>
                    <a:pt x="31843" y="192273"/>
                    <a:pt x="21427" y="208855"/>
                    <a:pt x="16178" y="227270"/>
                  </a:cubicBezTo>
                  <a:cubicBezTo>
                    <a:pt x="15178" y="218938"/>
                    <a:pt x="14762" y="210355"/>
                    <a:pt x="15094" y="201439"/>
                  </a:cubicBezTo>
                  <a:cubicBezTo>
                    <a:pt x="16095" y="175192"/>
                    <a:pt x="22511" y="147861"/>
                    <a:pt x="30843" y="123113"/>
                  </a:cubicBezTo>
                  <a:cubicBezTo>
                    <a:pt x="38426" y="100615"/>
                    <a:pt x="49175" y="78700"/>
                    <a:pt x="63007" y="59369"/>
                  </a:cubicBezTo>
                  <a:cubicBezTo>
                    <a:pt x="71339" y="47786"/>
                    <a:pt x="81256" y="37287"/>
                    <a:pt x="91588" y="27372"/>
                  </a:cubicBezTo>
                  <a:cubicBezTo>
                    <a:pt x="98338" y="20872"/>
                    <a:pt x="108919" y="12790"/>
                    <a:pt x="119585" y="8790"/>
                  </a:cubicBezTo>
                  <a:cubicBezTo>
                    <a:pt x="120585" y="9790"/>
                    <a:pt x="122002" y="10206"/>
                    <a:pt x="123336" y="9207"/>
                  </a:cubicBezTo>
                  <a:cubicBezTo>
                    <a:pt x="131001" y="3624"/>
                    <a:pt x="154249" y="12956"/>
                    <a:pt x="163331" y="14706"/>
                  </a:cubicBezTo>
                  <a:cubicBezTo>
                    <a:pt x="173331" y="16706"/>
                    <a:pt x="183413" y="17873"/>
                    <a:pt x="193412" y="19622"/>
                  </a:cubicBezTo>
                  <a:cubicBezTo>
                    <a:pt x="212993" y="22955"/>
                    <a:pt x="233242" y="25122"/>
                    <a:pt x="252573" y="29955"/>
                  </a:cubicBezTo>
                  <a:cubicBezTo>
                    <a:pt x="258156" y="31371"/>
                    <a:pt x="269572" y="32121"/>
                    <a:pt x="273905" y="36454"/>
                  </a:cubicBezTo>
                  <a:cubicBezTo>
                    <a:pt x="279155" y="41537"/>
                    <a:pt x="279321" y="53703"/>
                    <a:pt x="282655" y="59952"/>
                  </a:cubicBezTo>
                  <a:cubicBezTo>
                    <a:pt x="289153" y="72201"/>
                    <a:pt x="305818" y="76451"/>
                    <a:pt x="318234" y="78784"/>
                  </a:cubicBezTo>
                  <a:cubicBezTo>
                    <a:pt x="333983" y="81783"/>
                    <a:pt x="352981" y="78617"/>
                    <a:pt x="367229" y="71118"/>
                  </a:cubicBezTo>
                  <a:cubicBezTo>
                    <a:pt x="371980" y="68618"/>
                    <a:pt x="376645" y="64118"/>
                    <a:pt x="381895" y="62868"/>
                  </a:cubicBezTo>
                  <a:cubicBezTo>
                    <a:pt x="387645" y="61535"/>
                    <a:pt x="393394" y="63785"/>
                    <a:pt x="398894" y="65202"/>
                  </a:cubicBezTo>
                  <a:cubicBezTo>
                    <a:pt x="408892" y="67701"/>
                    <a:pt x="418892" y="70034"/>
                    <a:pt x="428891" y="72534"/>
                  </a:cubicBezTo>
                  <a:cubicBezTo>
                    <a:pt x="448973" y="77534"/>
                    <a:pt x="469138" y="82617"/>
                    <a:pt x="489302" y="87199"/>
                  </a:cubicBezTo>
                  <a:cubicBezTo>
                    <a:pt x="500718" y="89783"/>
                    <a:pt x="512217" y="92282"/>
                    <a:pt x="523549" y="95282"/>
                  </a:cubicBezTo>
                  <a:cubicBezTo>
                    <a:pt x="528466" y="96365"/>
                    <a:pt x="534215" y="97532"/>
                    <a:pt x="539631" y="99032"/>
                  </a:cubicBezTo>
                  <a:lnTo>
                    <a:pt x="539631" y="99032"/>
                  </a:lnTo>
                  <a:close/>
                  <a:moveTo>
                    <a:pt x="28427" y="276516"/>
                  </a:moveTo>
                  <a:cubicBezTo>
                    <a:pt x="28594" y="275683"/>
                    <a:pt x="28511" y="274766"/>
                    <a:pt x="28094" y="273766"/>
                  </a:cubicBezTo>
                  <a:cubicBezTo>
                    <a:pt x="27927" y="273350"/>
                    <a:pt x="27844" y="273016"/>
                    <a:pt x="27677" y="272599"/>
                  </a:cubicBezTo>
                  <a:cubicBezTo>
                    <a:pt x="25094" y="256018"/>
                    <a:pt x="28511" y="237603"/>
                    <a:pt x="33926" y="223187"/>
                  </a:cubicBezTo>
                  <a:cubicBezTo>
                    <a:pt x="43342" y="197856"/>
                    <a:pt x="70257" y="185857"/>
                    <a:pt x="94088" y="177275"/>
                  </a:cubicBezTo>
                  <a:cubicBezTo>
                    <a:pt x="115169" y="169692"/>
                    <a:pt x="137334" y="164943"/>
                    <a:pt x="159415" y="161443"/>
                  </a:cubicBezTo>
                  <a:cubicBezTo>
                    <a:pt x="205495" y="154027"/>
                    <a:pt x="251657" y="145944"/>
                    <a:pt x="297903" y="139445"/>
                  </a:cubicBezTo>
                  <a:cubicBezTo>
                    <a:pt x="344649" y="132945"/>
                    <a:pt x="391978" y="128029"/>
                    <a:pt x="438891" y="122196"/>
                  </a:cubicBezTo>
                  <a:cubicBezTo>
                    <a:pt x="462888" y="119197"/>
                    <a:pt x="486469" y="114780"/>
                    <a:pt x="510217" y="110531"/>
                  </a:cubicBezTo>
                  <a:cubicBezTo>
                    <a:pt x="520966" y="108614"/>
                    <a:pt x="531715" y="107281"/>
                    <a:pt x="542631" y="107031"/>
                  </a:cubicBezTo>
                  <a:cubicBezTo>
                    <a:pt x="546880" y="106948"/>
                    <a:pt x="550381" y="106948"/>
                    <a:pt x="554046" y="105865"/>
                  </a:cubicBezTo>
                  <a:cubicBezTo>
                    <a:pt x="554046" y="109114"/>
                    <a:pt x="553796" y="113114"/>
                    <a:pt x="553796" y="113864"/>
                  </a:cubicBezTo>
                  <a:cubicBezTo>
                    <a:pt x="554130" y="119113"/>
                    <a:pt x="554629" y="124446"/>
                    <a:pt x="555046" y="129696"/>
                  </a:cubicBezTo>
                  <a:cubicBezTo>
                    <a:pt x="557046" y="153694"/>
                    <a:pt x="560796" y="177525"/>
                    <a:pt x="563462" y="201356"/>
                  </a:cubicBezTo>
                  <a:cubicBezTo>
                    <a:pt x="564212" y="207939"/>
                    <a:pt x="567295" y="222187"/>
                    <a:pt x="563129" y="228270"/>
                  </a:cubicBezTo>
                  <a:cubicBezTo>
                    <a:pt x="559463" y="233686"/>
                    <a:pt x="551380" y="234353"/>
                    <a:pt x="545714" y="235686"/>
                  </a:cubicBezTo>
                  <a:cubicBezTo>
                    <a:pt x="533215" y="238519"/>
                    <a:pt x="520799" y="240686"/>
                    <a:pt x="508467" y="244102"/>
                  </a:cubicBezTo>
                  <a:cubicBezTo>
                    <a:pt x="483969" y="251018"/>
                    <a:pt x="459971" y="259684"/>
                    <a:pt x="435474" y="266517"/>
                  </a:cubicBezTo>
                  <a:cubicBezTo>
                    <a:pt x="415976" y="272016"/>
                    <a:pt x="393644" y="280849"/>
                    <a:pt x="372980" y="278516"/>
                  </a:cubicBezTo>
                  <a:cubicBezTo>
                    <a:pt x="353565" y="276266"/>
                    <a:pt x="338149" y="262767"/>
                    <a:pt x="318068" y="261934"/>
                  </a:cubicBezTo>
                  <a:cubicBezTo>
                    <a:pt x="300902" y="261184"/>
                    <a:pt x="283987" y="270266"/>
                    <a:pt x="275405" y="285432"/>
                  </a:cubicBezTo>
                  <a:cubicBezTo>
                    <a:pt x="273655" y="288598"/>
                    <a:pt x="272405" y="292348"/>
                    <a:pt x="271321" y="295847"/>
                  </a:cubicBezTo>
                  <a:cubicBezTo>
                    <a:pt x="269072" y="302847"/>
                    <a:pt x="270572" y="302930"/>
                    <a:pt x="264322" y="306097"/>
                  </a:cubicBezTo>
                  <a:cubicBezTo>
                    <a:pt x="257073" y="309763"/>
                    <a:pt x="242658" y="308096"/>
                    <a:pt x="234325" y="308930"/>
                  </a:cubicBezTo>
                  <a:cubicBezTo>
                    <a:pt x="190162" y="313429"/>
                    <a:pt x="145917" y="323762"/>
                    <a:pt x="101254" y="320429"/>
                  </a:cubicBezTo>
                  <a:cubicBezTo>
                    <a:pt x="78590" y="318762"/>
                    <a:pt x="48259" y="313929"/>
                    <a:pt x="35093" y="293181"/>
                  </a:cubicBezTo>
                  <a:cubicBezTo>
                    <a:pt x="31843" y="288182"/>
                    <a:pt x="29760" y="282515"/>
                    <a:pt x="28427" y="276516"/>
                  </a:cubicBezTo>
                  <a:lnTo>
                    <a:pt x="28427" y="276516"/>
                  </a:lnTo>
                  <a:close/>
                </a:path>
              </a:pathLst>
            </a:custGeom>
            <a:grpFill/>
            <a:ln w="8332" cap="flat">
              <a:noFill/>
              <a:prstDash val="solid"/>
              <a:miter/>
            </a:ln>
          </p:spPr>
          <p:txBody>
            <a:bodyPr rtlCol="0" anchor="ctr"/>
            <a:lstStyle/>
            <a:p>
              <a:endParaRPr lang="en-US"/>
            </a:p>
          </p:txBody>
        </p:sp>
        <p:sp>
          <p:nvSpPr>
            <p:cNvPr id="2137" name="Freeform: Shape 2136"/>
            <p:cNvSpPr/>
            <p:nvPr/>
          </p:nvSpPr>
          <p:spPr>
            <a:xfrm>
              <a:off x="11685339" y="3168711"/>
              <a:ext cx="110094" cy="99737"/>
            </a:xfrm>
            <a:custGeom>
              <a:avLst/>
              <a:gdLst>
                <a:gd name="connsiteX0" fmla="*/ 10878 w 110094"/>
                <a:gd name="connsiteY0" fmla="*/ 80506 h 99737"/>
                <a:gd name="connsiteX1" fmla="*/ 106369 w 110094"/>
                <a:gd name="connsiteY1" fmla="*/ 68840 h 99737"/>
                <a:gd name="connsiteX2" fmla="*/ 96121 w 110094"/>
                <a:gd name="connsiteY2" fmla="*/ 24261 h 99737"/>
                <a:gd name="connsiteX3" fmla="*/ 96037 w 110094"/>
                <a:gd name="connsiteY3" fmla="*/ 24178 h 99737"/>
                <a:gd name="connsiteX4" fmla="*/ 45541 w 110094"/>
                <a:gd name="connsiteY4" fmla="*/ 263 h 99737"/>
                <a:gd name="connsiteX5" fmla="*/ 10878 w 110094"/>
                <a:gd name="connsiteY5" fmla="*/ 80506 h 99737"/>
                <a:gd name="connsiteX6" fmla="*/ 10878 w 110094"/>
                <a:gd name="connsiteY6" fmla="*/ 80506 h 99737"/>
                <a:gd name="connsiteX7" fmla="*/ 46541 w 110094"/>
                <a:gd name="connsiteY7" fmla="*/ 11346 h 99737"/>
                <a:gd name="connsiteX8" fmla="*/ 85204 w 110094"/>
                <a:gd name="connsiteY8" fmla="*/ 25178 h 99737"/>
                <a:gd name="connsiteX9" fmla="*/ 96204 w 110094"/>
                <a:gd name="connsiteY9" fmla="*/ 42343 h 99737"/>
                <a:gd name="connsiteX10" fmla="*/ 95537 w 110094"/>
                <a:gd name="connsiteY10" fmla="*/ 63174 h 99737"/>
                <a:gd name="connsiteX11" fmla="*/ 96287 w 110094"/>
                <a:gd name="connsiteY11" fmla="*/ 64757 h 99737"/>
                <a:gd name="connsiteX12" fmla="*/ 17711 w 110094"/>
                <a:gd name="connsiteY12" fmla="*/ 58591 h 99737"/>
                <a:gd name="connsiteX13" fmla="*/ 15045 w 110094"/>
                <a:gd name="connsiteY13" fmla="*/ 61174 h 99737"/>
                <a:gd name="connsiteX14" fmla="*/ 68706 w 110094"/>
                <a:gd name="connsiteY14" fmla="*/ 86005 h 99737"/>
                <a:gd name="connsiteX15" fmla="*/ 23044 w 110094"/>
                <a:gd name="connsiteY15" fmla="*/ 75673 h 99737"/>
                <a:gd name="connsiteX16" fmla="*/ 46541 w 110094"/>
                <a:gd name="connsiteY16" fmla="*/ 11346 h 99737"/>
                <a:gd name="connsiteX17" fmla="*/ 46541 w 110094"/>
                <a:gd name="connsiteY17" fmla="*/ 11346 h 99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0094" h="99737">
                  <a:moveTo>
                    <a:pt x="10878" y="80506"/>
                  </a:moveTo>
                  <a:cubicBezTo>
                    <a:pt x="35043" y="111253"/>
                    <a:pt x="89121" y="103504"/>
                    <a:pt x="106369" y="68840"/>
                  </a:cubicBezTo>
                  <a:cubicBezTo>
                    <a:pt x="114535" y="52342"/>
                    <a:pt x="108453" y="36927"/>
                    <a:pt x="96121" y="24261"/>
                  </a:cubicBezTo>
                  <a:lnTo>
                    <a:pt x="96037" y="24178"/>
                  </a:lnTo>
                  <a:cubicBezTo>
                    <a:pt x="84538" y="8679"/>
                    <a:pt x="63623" y="-1820"/>
                    <a:pt x="45541" y="263"/>
                  </a:cubicBezTo>
                  <a:cubicBezTo>
                    <a:pt x="5545" y="5013"/>
                    <a:pt x="-13620" y="49509"/>
                    <a:pt x="10878" y="80506"/>
                  </a:cubicBezTo>
                  <a:lnTo>
                    <a:pt x="10878" y="80506"/>
                  </a:lnTo>
                  <a:close/>
                  <a:moveTo>
                    <a:pt x="46541" y="11346"/>
                  </a:moveTo>
                  <a:cubicBezTo>
                    <a:pt x="61457" y="8263"/>
                    <a:pt x="75705" y="13845"/>
                    <a:pt x="85204" y="25178"/>
                  </a:cubicBezTo>
                  <a:cubicBezTo>
                    <a:pt x="89454" y="30260"/>
                    <a:pt x="94371" y="35760"/>
                    <a:pt x="96204" y="42343"/>
                  </a:cubicBezTo>
                  <a:cubicBezTo>
                    <a:pt x="97870" y="48259"/>
                    <a:pt x="94870" y="56758"/>
                    <a:pt x="95537" y="63174"/>
                  </a:cubicBezTo>
                  <a:cubicBezTo>
                    <a:pt x="95620" y="63758"/>
                    <a:pt x="95870" y="64341"/>
                    <a:pt x="96287" y="64757"/>
                  </a:cubicBezTo>
                  <a:cubicBezTo>
                    <a:pt x="75206" y="86672"/>
                    <a:pt x="38876" y="75173"/>
                    <a:pt x="17711" y="58591"/>
                  </a:cubicBezTo>
                  <a:cubicBezTo>
                    <a:pt x="16211" y="57425"/>
                    <a:pt x="14045" y="59674"/>
                    <a:pt x="15045" y="61174"/>
                  </a:cubicBezTo>
                  <a:cubicBezTo>
                    <a:pt x="26960" y="78840"/>
                    <a:pt x="47375" y="87755"/>
                    <a:pt x="68706" y="86005"/>
                  </a:cubicBezTo>
                  <a:cubicBezTo>
                    <a:pt x="52541" y="90839"/>
                    <a:pt x="34292" y="88339"/>
                    <a:pt x="23044" y="75673"/>
                  </a:cubicBezTo>
                  <a:cubicBezTo>
                    <a:pt x="1962" y="51759"/>
                    <a:pt x="15794" y="17595"/>
                    <a:pt x="46541" y="11346"/>
                  </a:cubicBezTo>
                  <a:lnTo>
                    <a:pt x="46541" y="11346"/>
                  </a:lnTo>
                  <a:close/>
                </a:path>
              </a:pathLst>
            </a:custGeom>
            <a:grpFill/>
            <a:ln w="8332" cap="flat">
              <a:noFill/>
              <a:prstDash val="solid"/>
              <a:miter/>
            </a:ln>
          </p:spPr>
          <p:txBody>
            <a:bodyPr rtlCol="0" anchor="ctr"/>
            <a:lstStyle/>
            <a:p>
              <a:endParaRPr lang="en-US"/>
            </a:p>
          </p:txBody>
        </p:sp>
        <p:sp>
          <p:nvSpPr>
            <p:cNvPr id="2138" name="Freeform: Shape 2137"/>
            <p:cNvSpPr/>
            <p:nvPr/>
          </p:nvSpPr>
          <p:spPr>
            <a:xfrm>
              <a:off x="11895768" y="3130475"/>
              <a:ext cx="114625" cy="92106"/>
            </a:xfrm>
            <a:custGeom>
              <a:avLst/>
              <a:gdLst>
                <a:gd name="connsiteX0" fmla="*/ 27096 w 114625"/>
                <a:gd name="connsiteY0" fmla="*/ 85079 h 92106"/>
                <a:gd name="connsiteX1" fmla="*/ 114089 w 114625"/>
                <a:gd name="connsiteY1" fmla="*/ 55248 h 92106"/>
                <a:gd name="connsiteX2" fmla="*/ 104838 w 114625"/>
                <a:gd name="connsiteY2" fmla="*/ 25418 h 92106"/>
                <a:gd name="connsiteX3" fmla="*/ 87008 w 114625"/>
                <a:gd name="connsiteY3" fmla="*/ 11086 h 92106"/>
                <a:gd name="connsiteX4" fmla="*/ 27012 w 114625"/>
                <a:gd name="connsiteY4" fmla="*/ 2670 h 92106"/>
                <a:gd name="connsiteX5" fmla="*/ 27096 w 114625"/>
                <a:gd name="connsiteY5" fmla="*/ 85079 h 92106"/>
                <a:gd name="connsiteX6" fmla="*/ 27096 w 114625"/>
                <a:gd name="connsiteY6" fmla="*/ 85079 h 92106"/>
                <a:gd name="connsiteX7" fmla="*/ 27263 w 114625"/>
                <a:gd name="connsiteY7" fmla="*/ 14752 h 92106"/>
                <a:gd name="connsiteX8" fmla="*/ 75592 w 114625"/>
                <a:gd name="connsiteY8" fmla="*/ 16502 h 92106"/>
                <a:gd name="connsiteX9" fmla="*/ 85174 w 114625"/>
                <a:gd name="connsiteY9" fmla="*/ 19585 h 92106"/>
                <a:gd name="connsiteX10" fmla="*/ 102339 w 114625"/>
                <a:gd name="connsiteY10" fmla="*/ 38833 h 92106"/>
                <a:gd name="connsiteX11" fmla="*/ 104172 w 114625"/>
                <a:gd name="connsiteY11" fmla="*/ 50082 h 92106"/>
                <a:gd name="connsiteX12" fmla="*/ 35929 w 114625"/>
                <a:gd name="connsiteY12" fmla="*/ 18585 h 92106"/>
                <a:gd name="connsiteX13" fmla="*/ 36345 w 114625"/>
                <a:gd name="connsiteY13" fmla="*/ 22668 h 92106"/>
                <a:gd name="connsiteX14" fmla="*/ 100756 w 114625"/>
                <a:gd name="connsiteY14" fmla="*/ 60081 h 92106"/>
                <a:gd name="connsiteX15" fmla="*/ 45844 w 114625"/>
                <a:gd name="connsiteY15" fmla="*/ 78913 h 92106"/>
                <a:gd name="connsiteX16" fmla="*/ 27263 w 114625"/>
                <a:gd name="connsiteY16" fmla="*/ 14752 h 92106"/>
                <a:gd name="connsiteX17" fmla="*/ 27263 w 114625"/>
                <a:gd name="connsiteY17" fmla="*/ 14752 h 92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625" h="92106">
                  <a:moveTo>
                    <a:pt x="27096" y="85079"/>
                  </a:moveTo>
                  <a:cubicBezTo>
                    <a:pt x="54093" y="100661"/>
                    <a:pt x="107255" y="90162"/>
                    <a:pt x="114089" y="55248"/>
                  </a:cubicBezTo>
                  <a:cubicBezTo>
                    <a:pt x="116172" y="44333"/>
                    <a:pt x="112005" y="33750"/>
                    <a:pt x="104838" y="25418"/>
                  </a:cubicBezTo>
                  <a:cubicBezTo>
                    <a:pt x="100839" y="19418"/>
                    <a:pt x="95090" y="14585"/>
                    <a:pt x="87008" y="11086"/>
                  </a:cubicBezTo>
                  <a:cubicBezTo>
                    <a:pt x="68842" y="3170"/>
                    <a:pt x="46677" y="-4080"/>
                    <a:pt x="27012" y="2670"/>
                  </a:cubicBezTo>
                  <a:cubicBezTo>
                    <a:pt x="-12983" y="16419"/>
                    <a:pt x="-4818" y="66581"/>
                    <a:pt x="27096" y="85079"/>
                  </a:cubicBezTo>
                  <a:lnTo>
                    <a:pt x="27096" y="85079"/>
                  </a:lnTo>
                  <a:close/>
                  <a:moveTo>
                    <a:pt x="27263" y="14752"/>
                  </a:moveTo>
                  <a:cubicBezTo>
                    <a:pt x="42678" y="7169"/>
                    <a:pt x="60259" y="11419"/>
                    <a:pt x="75592" y="16502"/>
                  </a:cubicBezTo>
                  <a:cubicBezTo>
                    <a:pt x="78675" y="17585"/>
                    <a:pt x="82007" y="18418"/>
                    <a:pt x="85174" y="19585"/>
                  </a:cubicBezTo>
                  <a:cubicBezTo>
                    <a:pt x="92673" y="23751"/>
                    <a:pt x="98839" y="29834"/>
                    <a:pt x="102339" y="38833"/>
                  </a:cubicBezTo>
                  <a:cubicBezTo>
                    <a:pt x="103922" y="42833"/>
                    <a:pt x="104422" y="46582"/>
                    <a:pt x="104172" y="50082"/>
                  </a:cubicBezTo>
                  <a:cubicBezTo>
                    <a:pt x="98006" y="23668"/>
                    <a:pt x="60093" y="15919"/>
                    <a:pt x="35929" y="18585"/>
                  </a:cubicBezTo>
                  <a:cubicBezTo>
                    <a:pt x="33345" y="18835"/>
                    <a:pt x="34345" y="22335"/>
                    <a:pt x="36345" y="22668"/>
                  </a:cubicBezTo>
                  <a:cubicBezTo>
                    <a:pt x="60093" y="26418"/>
                    <a:pt x="96173" y="30584"/>
                    <a:pt x="100756" y="60081"/>
                  </a:cubicBezTo>
                  <a:cubicBezTo>
                    <a:pt x="90840" y="75913"/>
                    <a:pt x="61843" y="82579"/>
                    <a:pt x="45844" y="78913"/>
                  </a:cubicBezTo>
                  <a:cubicBezTo>
                    <a:pt x="19347" y="72830"/>
                    <a:pt x="-4818" y="30667"/>
                    <a:pt x="27263" y="14752"/>
                  </a:cubicBezTo>
                  <a:lnTo>
                    <a:pt x="27263" y="14752"/>
                  </a:lnTo>
                  <a:close/>
                </a:path>
              </a:pathLst>
            </a:custGeom>
            <a:grpFill/>
            <a:ln w="8332" cap="flat">
              <a:noFill/>
              <a:prstDash val="solid"/>
              <a:miter/>
            </a:ln>
          </p:spPr>
          <p:txBody>
            <a:bodyPr rtlCol="0" anchor="ctr"/>
            <a:lstStyle/>
            <a:p>
              <a:endParaRPr lang="en-US"/>
            </a:p>
          </p:txBody>
        </p:sp>
        <p:sp>
          <p:nvSpPr>
            <p:cNvPr id="2139" name="Freeform: Shape 2138"/>
            <p:cNvSpPr/>
            <p:nvPr/>
          </p:nvSpPr>
          <p:spPr>
            <a:xfrm>
              <a:off x="11602104" y="3211678"/>
              <a:ext cx="58180" cy="48781"/>
            </a:xfrm>
            <a:custGeom>
              <a:avLst/>
              <a:gdLst>
                <a:gd name="connsiteX0" fmla="*/ 621 w 58180"/>
                <a:gd name="connsiteY0" fmla="*/ 22457 h 48781"/>
                <a:gd name="connsiteX1" fmla="*/ 9120 w 58180"/>
                <a:gd name="connsiteY1" fmla="*/ 22624 h 48781"/>
                <a:gd name="connsiteX2" fmla="*/ 46201 w 58180"/>
                <a:gd name="connsiteY2" fmla="*/ 31706 h 48781"/>
                <a:gd name="connsiteX3" fmla="*/ 37451 w 58180"/>
                <a:gd name="connsiteY3" fmla="*/ 8708 h 48781"/>
                <a:gd name="connsiteX4" fmla="*/ 16037 w 58180"/>
                <a:gd name="connsiteY4" fmla="*/ 8958 h 48781"/>
                <a:gd name="connsiteX5" fmla="*/ 13870 w 58180"/>
                <a:gd name="connsiteY5" fmla="*/ 5042 h 48781"/>
                <a:gd name="connsiteX6" fmla="*/ 47284 w 58180"/>
                <a:gd name="connsiteY6" fmla="*/ 5209 h 48781"/>
                <a:gd name="connsiteX7" fmla="*/ 55116 w 58180"/>
                <a:gd name="connsiteY7" fmla="*/ 35873 h 48781"/>
                <a:gd name="connsiteX8" fmla="*/ 24286 w 58180"/>
                <a:gd name="connsiteY8" fmla="*/ 48038 h 48781"/>
                <a:gd name="connsiteX9" fmla="*/ 621 w 58180"/>
                <a:gd name="connsiteY9" fmla="*/ 22457 h 48781"/>
                <a:gd name="connsiteX10" fmla="*/ 621 w 58180"/>
                <a:gd name="connsiteY10" fmla="*/ 22457 h 4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8180" h="48781">
                  <a:moveTo>
                    <a:pt x="621" y="22457"/>
                  </a:moveTo>
                  <a:cubicBezTo>
                    <a:pt x="1787" y="18124"/>
                    <a:pt x="8120" y="18458"/>
                    <a:pt x="9120" y="22624"/>
                  </a:cubicBezTo>
                  <a:cubicBezTo>
                    <a:pt x="12870" y="37372"/>
                    <a:pt x="36535" y="45122"/>
                    <a:pt x="46201" y="31706"/>
                  </a:cubicBezTo>
                  <a:cubicBezTo>
                    <a:pt x="52783" y="22540"/>
                    <a:pt x="46617" y="12875"/>
                    <a:pt x="37451" y="8708"/>
                  </a:cubicBezTo>
                  <a:cubicBezTo>
                    <a:pt x="29785" y="5209"/>
                    <a:pt x="23535" y="5125"/>
                    <a:pt x="16037" y="8958"/>
                  </a:cubicBezTo>
                  <a:cubicBezTo>
                    <a:pt x="13453" y="10292"/>
                    <a:pt x="11454" y="6625"/>
                    <a:pt x="13870" y="5042"/>
                  </a:cubicBezTo>
                  <a:cubicBezTo>
                    <a:pt x="24369" y="-1791"/>
                    <a:pt x="36618" y="-1624"/>
                    <a:pt x="47284" y="5209"/>
                  </a:cubicBezTo>
                  <a:cubicBezTo>
                    <a:pt x="57199" y="11541"/>
                    <a:pt x="61616" y="25623"/>
                    <a:pt x="55116" y="35873"/>
                  </a:cubicBezTo>
                  <a:cubicBezTo>
                    <a:pt x="47784" y="47455"/>
                    <a:pt x="37451" y="50371"/>
                    <a:pt x="24286" y="48038"/>
                  </a:cubicBezTo>
                  <a:cubicBezTo>
                    <a:pt x="12120" y="45872"/>
                    <a:pt x="-3295" y="37122"/>
                    <a:pt x="621" y="22457"/>
                  </a:cubicBezTo>
                  <a:lnTo>
                    <a:pt x="621" y="22457"/>
                  </a:lnTo>
                  <a:close/>
                </a:path>
              </a:pathLst>
            </a:custGeom>
            <a:grpFill/>
            <a:ln w="8332" cap="flat">
              <a:noFill/>
              <a:prstDash val="solid"/>
              <a:miter/>
            </a:ln>
          </p:spPr>
          <p:txBody>
            <a:bodyPr rtlCol="0" anchor="ctr"/>
            <a:lstStyle/>
            <a:p>
              <a:endParaRPr lang="en-US"/>
            </a:p>
          </p:txBody>
        </p:sp>
        <p:sp>
          <p:nvSpPr>
            <p:cNvPr id="2140" name="Freeform: Shape 2139"/>
            <p:cNvSpPr/>
            <p:nvPr/>
          </p:nvSpPr>
          <p:spPr>
            <a:xfrm>
              <a:off x="12023247" y="3542356"/>
              <a:ext cx="409132" cy="323947"/>
            </a:xfrm>
            <a:custGeom>
              <a:avLst/>
              <a:gdLst>
                <a:gd name="connsiteX0" fmla="*/ 38438 w 409132"/>
                <a:gd name="connsiteY0" fmla="*/ 267561 h 323947"/>
                <a:gd name="connsiteX1" fmla="*/ 173009 w 409132"/>
                <a:gd name="connsiteY1" fmla="*/ 322389 h 323947"/>
                <a:gd name="connsiteX2" fmla="*/ 331661 w 409132"/>
                <a:gd name="connsiteY2" fmla="*/ 301891 h 323947"/>
                <a:gd name="connsiteX3" fmla="*/ 383491 w 409132"/>
                <a:gd name="connsiteY3" fmla="*/ 261311 h 323947"/>
                <a:gd name="connsiteX4" fmla="*/ 399405 w 409132"/>
                <a:gd name="connsiteY4" fmla="*/ 208066 h 323947"/>
                <a:gd name="connsiteX5" fmla="*/ 408155 w 409132"/>
                <a:gd name="connsiteY5" fmla="*/ 148071 h 323947"/>
                <a:gd name="connsiteX6" fmla="*/ 382240 w 409132"/>
                <a:gd name="connsiteY6" fmla="*/ 93576 h 323947"/>
                <a:gd name="connsiteX7" fmla="*/ 267084 w 409132"/>
                <a:gd name="connsiteY7" fmla="*/ 19500 h 323947"/>
                <a:gd name="connsiteX8" fmla="*/ 162843 w 409132"/>
                <a:gd name="connsiteY8" fmla="*/ 835 h 323947"/>
                <a:gd name="connsiteX9" fmla="*/ 92350 w 409132"/>
                <a:gd name="connsiteY9" fmla="*/ 9667 h 323947"/>
                <a:gd name="connsiteX10" fmla="*/ 6024 w 409132"/>
                <a:gd name="connsiteY10" fmla="*/ 124907 h 323947"/>
                <a:gd name="connsiteX11" fmla="*/ 7274 w 409132"/>
                <a:gd name="connsiteY11" fmla="*/ 150155 h 323947"/>
                <a:gd name="connsiteX12" fmla="*/ 38438 w 409132"/>
                <a:gd name="connsiteY12" fmla="*/ 267561 h 323947"/>
                <a:gd name="connsiteX13" fmla="*/ 38438 w 409132"/>
                <a:gd name="connsiteY13" fmla="*/ 267561 h 323947"/>
                <a:gd name="connsiteX14" fmla="*/ 392573 w 409132"/>
                <a:gd name="connsiteY14" fmla="*/ 184235 h 323947"/>
                <a:gd name="connsiteX15" fmla="*/ 370074 w 409132"/>
                <a:gd name="connsiteY15" fmla="*/ 210732 h 323947"/>
                <a:gd name="connsiteX16" fmla="*/ 337744 w 409132"/>
                <a:gd name="connsiteY16" fmla="*/ 206649 h 323947"/>
                <a:gd name="connsiteX17" fmla="*/ 316996 w 409132"/>
                <a:gd name="connsiteY17" fmla="*/ 223231 h 323947"/>
                <a:gd name="connsiteX18" fmla="*/ 273583 w 409132"/>
                <a:gd name="connsiteY18" fmla="*/ 249312 h 323947"/>
                <a:gd name="connsiteX19" fmla="*/ 245586 w 409132"/>
                <a:gd name="connsiteY19" fmla="*/ 224231 h 323947"/>
                <a:gd name="connsiteX20" fmla="*/ 226088 w 409132"/>
                <a:gd name="connsiteY20" fmla="*/ 241563 h 323947"/>
                <a:gd name="connsiteX21" fmla="*/ 202090 w 409132"/>
                <a:gd name="connsiteY21" fmla="*/ 268810 h 323947"/>
                <a:gd name="connsiteX22" fmla="*/ 172509 w 409132"/>
                <a:gd name="connsiteY22" fmla="*/ 255478 h 323947"/>
                <a:gd name="connsiteX23" fmla="*/ 143929 w 409132"/>
                <a:gd name="connsiteY23" fmla="*/ 224981 h 323947"/>
                <a:gd name="connsiteX24" fmla="*/ 126513 w 409132"/>
                <a:gd name="connsiteY24" fmla="*/ 228064 h 323947"/>
                <a:gd name="connsiteX25" fmla="*/ 90933 w 409132"/>
                <a:gd name="connsiteY25" fmla="*/ 221065 h 323947"/>
                <a:gd name="connsiteX26" fmla="*/ 66686 w 409132"/>
                <a:gd name="connsiteY26" fmla="*/ 179902 h 323947"/>
                <a:gd name="connsiteX27" fmla="*/ 53187 w 409132"/>
                <a:gd name="connsiteY27" fmla="*/ 176069 h 323947"/>
                <a:gd name="connsiteX28" fmla="*/ 25106 w 409132"/>
                <a:gd name="connsiteY28" fmla="*/ 161154 h 323947"/>
                <a:gd name="connsiteX29" fmla="*/ 20439 w 409132"/>
                <a:gd name="connsiteY29" fmla="*/ 150988 h 323947"/>
                <a:gd name="connsiteX30" fmla="*/ 18356 w 409132"/>
                <a:gd name="connsiteY30" fmla="*/ 143238 h 323947"/>
                <a:gd name="connsiteX31" fmla="*/ 21606 w 409132"/>
                <a:gd name="connsiteY31" fmla="*/ 100076 h 323947"/>
                <a:gd name="connsiteX32" fmla="*/ 117598 w 409132"/>
                <a:gd name="connsiteY32" fmla="*/ 14250 h 323947"/>
                <a:gd name="connsiteX33" fmla="*/ 185175 w 409132"/>
                <a:gd name="connsiteY33" fmla="*/ 15833 h 323947"/>
                <a:gd name="connsiteX34" fmla="*/ 247086 w 409132"/>
                <a:gd name="connsiteY34" fmla="*/ 26082 h 323947"/>
                <a:gd name="connsiteX35" fmla="*/ 268751 w 409132"/>
                <a:gd name="connsiteY35" fmla="*/ 33165 h 323947"/>
                <a:gd name="connsiteX36" fmla="*/ 379573 w 409132"/>
                <a:gd name="connsiteY36" fmla="*/ 114408 h 323947"/>
                <a:gd name="connsiteX37" fmla="*/ 392573 w 409132"/>
                <a:gd name="connsiteY37" fmla="*/ 184235 h 323947"/>
                <a:gd name="connsiteX38" fmla="*/ 392573 w 409132"/>
                <a:gd name="connsiteY38" fmla="*/ 184235 h 323947"/>
                <a:gd name="connsiteX39" fmla="*/ 19189 w 409132"/>
                <a:gd name="connsiteY39" fmla="*/ 214732 h 323947"/>
                <a:gd name="connsiteX40" fmla="*/ 14774 w 409132"/>
                <a:gd name="connsiteY40" fmla="*/ 168070 h 323947"/>
                <a:gd name="connsiteX41" fmla="*/ 19189 w 409132"/>
                <a:gd name="connsiteY41" fmla="*/ 173819 h 323947"/>
                <a:gd name="connsiteX42" fmla="*/ 40521 w 409132"/>
                <a:gd name="connsiteY42" fmla="*/ 186318 h 323947"/>
                <a:gd name="connsiteX43" fmla="*/ 53103 w 409132"/>
                <a:gd name="connsiteY43" fmla="*/ 187318 h 323947"/>
                <a:gd name="connsiteX44" fmla="*/ 67936 w 409132"/>
                <a:gd name="connsiteY44" fmla="*/ 207149 h 323947"/>
                <a:gd name="connsiteX45" fmla="*/ 100349 w 409132"/>
                <a:gd name="connsiteY45" fmla="*/ 245062 h 323947"/>
                <a:gd name="connsiteX46" fmla="*/ 130013 w 409132"/>
                <a:gd name="connsiteY46" fmla="*/ 241396 h 323947"/>
                <a:gd name="connsiteX47" fmla="*/ 141762 w 409132"/>
                <a:gd name="connsiteY47" fmla="*/ 240980 h 323947"/>
                <a:gd name="connsiteX48" fmla="*/ 151262 w 409132"/>
                <a:gd name="connsiteY48" fmla="*/ 253978 h 323947"/>
                <a:gd name="connsiteX49" fmla="*/ 197423 w 409132"/>
                <a:gd name="connsiteY49" fmla="*/ 282309 h 323947"/>
                <a:gd name="connsiteX50" fmla="*/ 230670 w 409132"/>
                <a:gd name="connsiteY50" fmla="*/ 253395 h 323947"/>
                <a:gd name="connsiteX51" fmla="*/ 237170 w 409132"/>
                <a:gd name="connsiteY51" fmla="*/ 237313 h 323947"/>
                <a:gd name="connsiteX52" fmla="*/ 256168 w 409132"/>
                <a:gd name="connsiteY52" fmla="*/ 243813 h 323947"/>
                <a:gd name="connsiteX53" fmla="*/ 270500 w 409132"/>
                <a:gd name="connsiteY53" fmla="*/ 258561 h 323947"/>
                <a:gd name="connsiteX54" fmla="*/ 311497 w 409132"/>
                <a:gd name="connsiteY54" fmla="*/ 256811 h 323947"/>
                <a:gd name="connsiteX55" fmla="*/ 325245 w 409132"/>
                <a:gd name="connsiteY55" fmla="*/ 235313 h 323947"/>
                <a:gd name="connsiteX56" fmla="*/ 328828 w 409132"/>
                <a:gd name="connsiteY56" fmla="*/ 223814 h 323947"/>
                <a:gd name="connsiteX57" fmla="*/ 345160 w 409132"/>
                <a:gd name="connsiteY57" fmla="*/ 222648 h 323947"/>
                <a:gd name="connsiteX58" fmla="*/ 391573 w 409132"/>
                <a:gd name="connsiteY58" fmla="*/ 216482 h 323947"/>
                <a:gd name="connsiteX59" fmla="*/ 368825 w 409132"/>
                <a:gd name="connsiteY59" fmla="*/ 261061 h 323947"/>
                <a:gd name="connsiteX60" fmla="*/ 312080 w 409132"/>
                <a:gd name="connsiteY60" fmla="*/ 296558 h 323947"/>
                <a:gd name="connsiteX61" fmla="*/ 183591 w 409132"/>
                <a:gd name="connsiteY61" fmla="*/ 309557 h 323947"/>
                <a:gd name="connsiteX62" fmla="*/ 60936 w 409132"/>
                <a:gd name="connsiteY62" fmla="*/ 267727 h 323947"/>
                <a:gd name="connsiteX63" fmla="*/ 19189 w 409132"/>
                <a:gd name="connsiteY63" fmla="*/ 214732 h 323947"/>
                <a:gd name="connsiteX64" fmla="*/ 19189 w 409132"/>
                <a:gd name="connsiteY64" fmla="*/ 214732 h 323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409132" h="323947">
                  <a:moveTo>
                    <a:pt x="38438" y="267561"/>
                  </a:moveTo>
                  <a:cubicBezTo>
                    <a:pt x="75601" y="299641"/>
                    <a:pt x="124346" y="318473"/>
                    <a:pt x="173009" y="322389"/>
                  </a:cubicBezTo>
                  <a:cubicBezTo>
                    <a:pt x="224671" y="326555"/>
                    <a:pt x="283749" y="323222"/>
                    <a:pt x="331661" y="301891"/>
                  </a:cubicBezTo>
                  <a:cubicBezTo>
                    <a:pt x="351326" y="293142"/>
                    <a:pt x="369992" y="278060"/>
                    <a:pt x="383491" y="261311"/>
                  </a:cubicBezTo>
                  <a:cubicBezTo>
                    <a:pt x="394906" y="247146"/>
                    <a:pt x="398822" y="226648"/>
                    <a:pt x="399405" y="208066"/>
                  </a:cubicBezTo>
                  <a:cubicBezTo>
                    <a:pt x="410488" y="191901"/>
                    <a:pt x="409904" y="166320"/>
                    <a:pt x="408155" y="148071"/>
                  </a:cubicBezTo>
                  <a:cubicBezTo>
                    <a:pt x="406155" y="127323"/>
                    <a:pt x="395155" y="109408"/>
                    <a:pt x="382240" y="93576"/>
                  </a:cubicBezTo>
                  <a:cubicBezTo>
                    <a:pt x="352576" y="57329"/>
                    <a:pt x="311580" y="32998"/>
                    <a:pt x="267084" y="19500"/>
                  </a:cubicBezTo>
                  <a:cubicBezTo>
                    <a:pt x="234170" y="9417"/>
                    <a:pt x="198256" y="1668"/>
                    <a:pt x="162843" y="835"/>
                  </a:cubicBezTo>
                  <a:cubicBezTo>
                    <a:pt x="138346" y="-1332"/>
                    <a:pt x="114181" y="418"/>
                    <a:pt x="92350" y="9667"/>
                  </a:cubicBezTo>
                  <a:cubicBezTo>
                    <a:pt x="48854" y="28165"/>
                    <a:pt x="11274" y="77828"/>
                    <a:pt x="6024" y="124907"/>
                  </a:cubicBezTo>
                  <a:cubicBezTo>
                    <a:pt x="5108" y="133156"/>
                    <a:pt x="5358" y="141822"/>
                    <a:pt x="7274" y="150155"/>
                  </a:cubicBezTo>
                  <a:cubicBezTo>
                    <a:pt x="-11058" y="189151"/>
                    <a:pt x="7441" y="240813"/>
                    <a:pt x="38438" y="267561"/>
                  </a:cubicBezTo>
                  <a:lnTo>
                    <a:pt x="38438" y="267561"/>
                  </a:lnTo>
                  <a:close/>
                  <a:moveTo>
                    <a:pt x="392573" y="184235"/>
                  </a:moveTo>
                  <a:cubicBezTo>
                    <a:pt x="390239" y="197733"/>
                    <a:pt x="384073" y="207399"/>
                    <a:pt x="370074" y="210732"/>
                  </a:cubicBezTo>
                  <a:cubicBezTo>
                    <a:pt x="357826" y="213732"/>
                    <a:pt x="349326" y="208066"/>
                    <a:pt x="337744" y="206649"/>
                  </a:cubicBezTo>
                  <a:cubicBezTo>
                    <a:pt x="325579" y="205150"/>
                    <a:pt x="320329" y="212482"/>
                    <a:pt x="316996" y="223231"/>
                  </a:cubicBezTo>
                  <a:cubicBezTo>
                    <a:pt x="310997" y="242896"/>
                    <a:pt x="296748" y="264478"/>
                    <a:pt x="273583" y="249312"/>
                  </a:cubicBezTo>
                  <a:cubicBezTo>
                    <a:pt x="263834" y="242896"/>
                    <a:pt x="258168" y="225814"/>
                    <a:pt x="245586" y="224231"/>
                  </a:cubicBezTo>
                  <a:cubicBezTo>
                    <a:pt x="235420" y="222898"/>
                    <a:pt x="229921" y="234064"/>
                    <a:pt x="226088" y="241563"/>
                  </a:cubicBezTo>
                  <a:cubicBezTo>
                    <a:pt x="220588" y="252395"/>
                    <a:pt x="215422" y="265644"/>
                    <a:pt x="202090" y="268810"/>
                  </a:cubicBezTo>
                  <a:cubicBezTo>
                    <a:pt x="190591" y="271560"/>
                    <a:pt x="180175" y="262978"/>
                    <a:pt x="172509" y="255478"/>
                  </a:cubicBezTo>
                  <a:cubicBezTo>
                    <a:pt x="163843" y="246979"/>
                    <a:pt x="156261" y="229231"/>
                    <a:pt x="143929" y="224981"/>
                  </a:cubicBezTo>
                  <a:cubicBezTo>
                    <a:pt x="137513" y="222815"/>
                    <a:pt x="132430" y="226064"/>
                    <a:pt x="126513" y="228064"/>
                  </a:cubicBezTo>
                  <a:cubicBezTo>
                    <a:pt x="113181" y="232647"/>
                    <a:pt x="100016" y="233897"/>
                    <a:pt x="90933" y="221065"/>
                  </a:cubicBezTo>
                  <a:cubicBezTo>
                    <a:pt x="82017" y="208399"/>
                    <a:pt x="78601" y="190234"/>
                    <a:pt x="66686" y="179902"/>
                  </a:cubicBezTo>
                  <a:cubicBezTo>
                    <a:pt x="62102" y="175986"/>
                    <a:pt x="58769" y="176485"/>
                    <a:pt x="53187" y="176069"/>
                  </a:cubicBezTo>
                  <a:cubicBezTo>
                    <a:pt x="41104" y="175152"/>
                    <a:pt x="31688" y="172152"/>
                    <a:pt x="25106" y="161154"/>
                  </a:cubicBezTo>
                  <a:cubicBezTo>
                    <a:pt x="23189" y="157904"/>
                    <a:pt x="21689" y="154487"/>
                    <a:pt x="20439" y="150988"/>
                  </a:cubicBezTo>
                  <a:cubicBezTo>
                    <a:pt x="22106" y="147821"/>
                    <a:pt x="20690" y="144822"/>
                    <a:pt x="18356" y="143238"/>
                  </a:cubicBezTo>
                  <a:cubicBezTo>
                    <a:pt x="15523" y="128906"/>
                    <a:pt x="17356" y="113324"/>
                    <a:pt x="21606" y="100076"/>
                  </a:cubicBezTo>
                  <a:cubicBezTo>
                    <a:pt x="34688" y="59746"/>
                    <a:pt x="75768" y="22583"/>
                    <a:pt x="117598" y="14250"/>
                  </a:cubicBezTo>
                  <a:cubicBezTo>
                    <a:pt x="139095" y="10000"/>
                    <a:pt x="163594" y="13583"/>
                    <a:pt x="185175" y="15833"/>
                  </a:cubicBezTo>
                  <a:cubicBezTo>
                    <a:pt x="206006" y="18000"/>
                    <a:pt x="226587" y="21916"/>
                    <a:pt x="247086" y="26082"/>
                  </a:cubicBezTo>
                  <a:cubicBezTo>
                    <a:pt x="254501" y="28332"/>
                    <a:pt x="261751" y="30748"/>
                    <a:pt x="268751" y="33165"/>
                  </a:cubicBezTo>
                  <a:cubicBezTo>
                    <a:pt x="312080" y="48164"/>
                    <a:pt x="353910" y="75661"/>
                    <a:pt x="379573" y="114408"/>
                  </a:cubicBezTo>
                  <a:cubicBezTo>
                    <a:pt x="393489" y="135406"/>
                    <a:pt x="396739" y="159737"/>
                    <a:pt x="392573" y="184235"/>
                  </a:cubicBezTo>
                  <a:lnTo>
                    <a:pt x="392573" y="184235"/>
                  </a:lnTo>
                  <a:close/>
                  <a:moveTo>
                    <a:pt x="19189" y="214732"/>
                  </a:moveTo>
                  <a:cubicBezTo>
                    <a:pt x="15190" y="199817"/>
                    <a:pt x="12190" y="183485"/>
                    <a:pt x="14774" y="168070"/>
                  </a:cubicBezTo>
                  <a:cubicBezTo>
                    <a:pt x="16106" y="170069"/>
                    <a:pt x="17523" y="171986"/>
                    <a:pt x="19189" y="173819"/>
                  </a:cubicBezTo>
                  <a:cubicBezTo>
                    <a:pt x="24939" y="180152"/>
                    <a:pt x="32105" y="184568"/>
                    <a:pt x="40521" y="186318"/>
                  </a:cubicBezTo>
                  <a:cubicBezTo>
                    <a:pt x="44521" y="187151"/>
                    <a:pt x="49437" y="186151"/>
                    <a:pt x="53103" y="187318"/>
                  </a:cubicBezTo>
                  <a:cubicBezTo>
                    <a:pt x="61686" y="189984"/>
                    <a:pt x="64852" y="199900"/>
                    <a:pt x="67936" y="207149"/>
                  </a:cubicBezTo>
                  <a:cubicBezTo>
                    <a:pt x="74851" y="223231"/>
                    <a:pt x="81850" y="240230"/>
                    <a:pt x="100349" y="245062"/>
                  </a:cubicBezTo>
                  <a:cubicBezTo>
                    <a:pt x="110181" y="247646"/>
                    <a:pt x="120681" y="244646"/>
                    <a:pt x="130013" y="241396"/>
                  </a:cubicBezTo>
                  <a:cubicBezTo>
                    <a:pt x="135096" y="239646"/>
                    <a:pt x="137012" y="237647"/>
                    <a:pt x="141762" y="240980"/>
                  </a:cubicBezTo>
                  <a:cubicBezTo>
                    <a:pt x="145845" y="243896"/>
                    <a:pt x="148261" y="249979"/>
                    <a:pt x="151262" y="253978"/>
                  </a:cubicBezTo>
                  <a:cubicBezTo>
                    <a:pt x="161677" y="267644"/>
                    <a:pt x="178842" y="283809"/>
                    <a:pt x="197423" y="282309"/>
                  </a:cubicBezTo>
                  <a:cubicBezTo>
                    <a:pt x="214172" y="280976"/>
                    <a:pt x="224671" y="267811"/>
                    <a:pt x="230670" y="253395"/>
                  </a:cubicBezTo>
                  <a:cubicBezTo>
                    <a:pt x="232504" y="249062"/>
                    <a:pt x="233670" y="240396"/>
                    <a:pt x="237170" y="237313"/>
                  </a:cubicBezTo>
                  <a:cubicBezTo>
                    <a:pt x="245003" y="230397"/>
                    <a:pt x="251335" y="237397"/>
                    <a:pt x="256168" y="243813"/>
                  </a:cubicBezTo>
                  <a:cubicBezTo>
                    <a:pt x="260335" y="249396"/>
                    <a:pt x="264501" y="254812"/>
                    <a:pt x="270500" y="258561"/>
                  </a:cubicBezTo>
                  <a:cubicBezTo>
                    <a:pt x="283083" y="266477"/>
                    <a:pt x="300165" y="267477"/>
                    <a:pt x="311497" y="256811"/>
                  </a:cubicBezTo>
                  <a:cubicBezTo>
                    <a:pt x="317496" y="251145"/>
                    <a:pt x="322329" y="242896"/>
                    <a:pt x="325245" y="235313"/>
                  </a:cubicBezTo>
                  <a:cubicBezTo>
                    <a:pt x="326578" y="231814"/>
                    <a:pt x="326662" y="226814"/>
                    <a:pt x="328828" y="223814"/>
                  </a:cubicBezTo>
                  <a:cubicBezTo>
                    <a:pt x="332828" y="218065"/>
                    <a:pt x="339161" y="220648"/>
                    <a:pt x="345160" y="222648"/>
                  </a:cubicBezTo>
                  <a:cubicBezTo>
                    <a:pt x="360992" y="228064"/>
                    <a:pt x="378740" y="226981"/>
                    <a:pt x="391573" y="216482"/>
                  </a:cubicBezTo>
                  <a:cubicBezTo>
                    <a:pt x="387823" y="233147"/>
                    <a:pt x="380990" y="249062"/>
                    <a:pt x="368825" y="261061"/>
                  </a:cubicBezTo>
                  <a:cubicBezTo>
                    <a:pt x="352243" y="277476"/>
                    <a:pt x="334412" y="289392"/>
                    <a:pt x="312080" y="296558"/>
                  </a:cubicBezTo>
                  <a:cubicBezTo>
                    <a:pt x="270417" y="309973"/>
                    <a:pt x="226921" y="310890"/>
                    <a:pt x="183591" y="309557"/>
                  </a:cubicBezTo>
                  <a:cubicBezTo>
                    <a:pt x="139429" y="308224"/>
                    <a:pt x="97182" y="292642"/>
                    <a:pt x="60936" y="267727"/>
                  </a:cubicBezTo>
                  <a:cubicBezTo>
                    <a:pt x="41937" y="254478"/>
                    <a:pt x="25439" y="237730"/>
                    <a:pt x="19189" y="214732"/>
                  </a:cubicBezTo>
                  <a:lnTo>
                    <a:pt x="19189" y="214732"/>
                  </a:lnTo>
                  <a:close/>
                </a:path>
              </a:pathLst>
            </a:custGeom>
            <a:grpFill/>
            <a:ln w="8332" cap="flat">
              <a:noFill/>
              <a:prstDash val="solid"/>
              <a:miter/>
            </a:ln>
          </p:spPr>
          <p:txBody>
            <a:bodyPr rtlCol="0" anchor="ctr"/>
            <a:lstStyle/>
            <a:p>
              <a:endParaRPr lang="en-US"/>
            </a:p>
          </p:txBody>
        </p:sp>
        <p:sp>
          <p:nvSpPr>
            <p:cNvPr id="2141" name="Freeform: Shape 2140"/>
            <p:cNvSpPr/>
            <p:nvPr/>
          </p:nvSpPr>
          <p:spPr>
            <a:xfrm>
              <a:off x="12141703" y="3616016"/>
              <a:ext cx="166805" cy="100074"/>
            </a:xfrm>
            <a:custGeom>
              <a:avLst/>
              <a:gdLst>
                <a:gd name="connsiteX0" fmla="*/ 20472 w 166805"/>
                <a:gd name="connsiteY0" fmla="*/ 72245 h 100074"/>
                <a:gd name="connsiteX1" fmla="*/ 130463 w 166805"/>
                <a:gd name="connsiteY1" fmla="*/ 98492 h 100074"/>
                <a:gd name="connsiteX2" fmla="*/ 154127 w 166805"/>
                <a:gd name="connsiteY2" fmla="*/ 39414 h 100074"/>
                <a:gd name="connsiteX3" fmla="*/ 47970 w 166805"/>
                <a:gd name="connsiteY3" fmla="*/ 2 h 100074"/>
                <a:gd name="connsiteX4" fmla="*/ 47970 w 166805"/>
                <a:gd name="connsiteY4" fmla="*/ 3501 h 100074"/>
                <a:gd name="connsiteX5" fmla="*/ 125130 w 166805"/>
                <a:gd name="connsiteY5" fmla="*/ 30249 h 100074"/>
                <a:gd name="connsiteX6" fmla="*/ 151711 w 166805"/>
                <a:gd name="connsiteY6" fmla="*/ 54746 h 100074"/>
                <a:gd name="connsiteX7" fmla="*/ 153461 w 166805"/>
                <a:gd name="connsiteY7" fmla="*/ 69162 h 100074"/>
                <a:gd name="connsiteX8" fmla="*/ 100632 w 166805"/>
                <a:gd name="connsiteY8" fmla="*/ 46581 h 100074"/>
                <a:gd name="connsiteX9" fmla="*/ 72218 w 166805"/>
                <a:gd name="connsiteY9" fmla="*/ 39664 h 100074"/>
                <a:gd name="connsiteX10" fmla="*/ 54803 w 166805"/>
                <a:gd name="connsiteY10" fmla="*/ 33082 h 100074"/>
                <a:gd name="connsiteX11" fmla="*/ 14974 w 166805"/>
                <a:gd name="connsiteY11" fmla="*/ 49497 h 100074"/>
                <a:gd name="connsiteX12" fmla="*/ 11807 w 166805"/>
                <a:gd name="connsiteY12" fmla="*/ 50580 h 100074"/>
                <a:gd name="connsiteX13" fmla="*/ 23972 w 166805"/>
                <a:gd name="connsiteY13" fmla="*/ 22666 h 100074"/>
                <a:gd name="connsiteX14" fmla="*/ 22223 w 166805"/>
                <a:gd name="connsiteY14" fmla="*/ 16250 h 100074"/>
                <a:gd name="connsiteX15" fmla="*/ 58 w 166805"/>
                <a:gd name="connsiteY15" fmla="*/ 38165 h 100074"/>
                <a:gd name="connsiteX16" fmla="*/ 20472 w 166805"/>
                <a:gd name="connsiteY16" fmla="*/ 72245 h 100074"/>
                <a:gd name="connsiteX17" fmla="*/ 20472 w 166805"/>
                <a:gd name="connsiteY17" fmla="*/ 72245 h 100074"/>
                <a:gd name="connsiteX18" fmla="*/ 19973 w 166805"/>
                <a:gd name="connsiteY18" fmla="*/ 59913 h 100074"/>
                <a:gd name="connsiteX19" fmla="*/ 39221 w 166805"/>
                <a:gd name="connsiteY19" fmla="*/ 48997 h 100074"/>
                <a:gd name="connsiteX20" fmla="*/ 71968 w 166805"/>
                <a:gd name="connsiteY20" fmla="*/ 52330 h 100074"/>
                <a:gd name="connsiteX21" fmla="*/ 82467 w 166805"/>
                <a:gd name="connsiteY21" fmla="*/ 57413 h 100074"/>
                <a:gd name="connsiteX22" fmla="*/ 121797 w 166805"/>
                <a:gd name="connsiteY22" fmla="*/ 55496 h 100074"/>
                <a:gd name="connsiteX23" fmla="*/ 149627 w 166805"/>
                <a:gd name="connsiteY23" fmla="*/ 75661 h 100074"/>
                <a:gd name="connsiteX24" fmla="*/ 131546 w 166805"/>
                <a:gd name="connsiteY24" fmla="*/ 85494 h 100074"/>
                <a:gd name="connsiteX25" fmla="*/ 61386 w 166805"/>
                <a:gd name="connsiteY25" fmla="*/ 80661 h 100074"/>
                <a:gd name="connsiteX26" fmla="*/ 25306 w 166805"/>
                <a:gd name="connsiteY26" fmla="*/ 63996 h 100074"/>
                <a:gd name="connsiteX27" fmla="*/ 19973 w 166805"/>
                <a:gd name="connsiteY27" fmla="*/ 59913 h 100074"/>
                <a:gd name="connsiteX28" fmla="*/ 19973 w 166805"/>
                <a:gd name="connsiteY28" fmla="*/ 59913 h 100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66805" h="100074">
                  <a:moveTo>
                    <a:pt x="20472" y="72245"/>
                  </a:moveTo>
                  <a:cubicBezTo>
                    <a:pt x="52137" y="95826"/>
                    <a:pt x="91550" y="103825"/>
                    <a:pt x="130463" y="98492"/>
                  </a:cubicBezTo>
                  <a:cubicBezTo>
                    <a:pt x="162293" y="94076"/>
                    <a:pt x="180542" y="63412"/>
                    <a:pt x="154127" y="39414"/>
                  </a:cubicBezTo>
                  <a:cubicBezTo>
                    <a:pt x="124297" y="12250"/>
                    <a:pt x="87383" y="2085"/>
                    <a:pt x="47970" y="2"/>
                  </a:cubicBezTo>
                  <a:cubicBezTo>
                    <a:pt x="45637" y="-82"/>
                    <a:pt x="45804" y="3251"/>
                    <a:pt x="47970" y="3501"/>
                  </a:cubicBezTo>
                  <a:cubicBezTo>
                    <a:pt x="75468" y="7001"/>
                    <a:pt x="101882" y="14584"/>
                    <a:pt x="125130" y="30249"/>
                  </a:cubicBezTo>
                  <a:cubicBezTo>
                    <a:pt x="134212" y="36415"/>
                    <a:pt x="146378" y="44914"/>
                    <a:pt x="151711" y="54746"/>
                  </a:cubicBezTo>
                  <a:cubicBezTo>
                    <a:pt x="154628" y="60079"/>
                    <a:pt x="154877" y="64912"/>
                    <a:pt x="153461" y="69162"/>
                  </a:cubicBezTo>
                  <a:cubicBezTo>
                    <a:pt x="142879" y="50747"/>
                    <a:pt x="121630" y="43248"/>
                    <a:pt x="100632" y="46581"/>
                  </a:cubicBezTo>
                  <a:cubicBezTo>
                    <a:pt x="87717" y="48580"/>
                    <a:pt x="82551" y="45497"/>
                    <a:pt x="72218" y="39664"/>
                  </a:cubicBezTo>
                  <a:cubicBezTo>
                    <a:pt x="67052" y="36748"/>
                    <a:pt x="60886" y="33498"/>
                    <a:pt x="54803" y="33082"/>
                  </a:cubicBezTo>
                  <a:cubicBezTo>
                    <a:pt x="39137" y="31915"/>
                    <a:pt x="30472" y="48997"/>
                    <a:pt x="14974" y="49497"/>
                  </a:cubicBezTo>
                  <a:cubicBezTo>
                    <a:pt x="13640" y="49497"/>
                    <a:pt x="12557" y="49914"/>
                    <a:pt x="11807" y="50580"/>
                  </a:cubicBezTo>
                  <a:cubicBezTo>
                    <a:pt x="5057" y="39914"/>
                    <a:pt x="5224" y="27749"/>
                    <a:pt x="23972" y="22666"/>
                  </a:cubicBezTo>
                  <a:cubicBezTo>
                    <a:pt x="28139" y="21499"/>
                    <a:pt x="26389" y="15167"/>
                    <a:pt x="22223" y="16250"/>
                  </a:cubicBezTo>
                  <a:cubicBezTo>
                    <a:pt x="9807" y="19500"/>
                    <a:pt x="724" y="23999"/>
                    <a:pt x="58" y="38165"/>
                  </a:cubicBezTo>
                  <a:cubicBezTo>
                    <a:pt x="-858" y="52830"/>
                    <a:pt x="9224" y="63912"/>
                    <a:pt x="20472" y="72245"/>
                  </a:cubicBezTo>
                  <a:lnTo>
                    <a:pt x="20472" y="72245"/>
                  </a:lnTo>
                  <a:close/>
                  <a:moveTo>
                    <a:pt x="19973" y="59913"/>
                  </a:moveTo>
                  <a:cubicBezTo>
                    <a:pt x="28139" y="59246"/>
                    <a:pt x="30888" y="53747"/>
                    <a:pt x="39221" y="48997"/>
                  </a:cubicBezTo>
                  <a:cubicBezTo>
                    <a:pt x="52886" y="41165"/>
                    <a:pt x="60469" y="45081"/>
                    <a:pt x="71968" y="52330"/>
                  </a:cubicBezTo>
                  <a:cubicBezTo>
                    <a:pt x="75551" y="54580"/>
                    <a:pt x="78218" y="56413"/>
                    <a:pt x="82467" y="57413"/>
                  </a:cubicBezTo>
                  <a:cubicBezTo>
                    <a:pt x="95716" y="60663"/>
                    <a:pt x="108465" y="51997"/>
                    <a:pt x="121797" y="55496"/>
                  </a:cubicBezTo>
                  <a:cubicBezTo>
                    <a:pt x="132713" y="58413"/>
                    <a:pt x="142295" y="67079"/>
                    <a:pt x="149627" y="75661"/>
                  </a:cubicBezTo>
                  <a:cubicBezTo>
                    <a:pt x="145212" y="80577"/>
                    <a:pt x="138379" y="84077"/>
                    <a:pt x="131546" y="85494"/>
                  </a:cubicBezTo>
                  <a:cubicBezTo>
                    <a:pt x="108881" y="90410"/>
                    <a:pt x="83134" y="87577"/>
                    <a:pt x="61386" y="80661"/>
                  </a:cubicBezTo>
                  <a:cubicBezTo>
                    <a:pt x="48720" y="76661"/>
                    <a:pt x="36388" y="71245"/>
                    <a:pt x="25306" y="63996"/>
                  </a:cubicBezTo>
                  <a:cubicBezTo>
                    <a:pt x="23472" y="62746"/>
                    <a:pt x="21723" y="61413"/>
                    <a:pt x="19973" y="59913"/>
                  </a:cubicBezTo>
                  <a:lnTo>
                    <a:pt x="19973" y="59913"/>
                  </a:lnTo>
                  <a:close/>
                </a:path>
              </a:pathLst>
            </a:custGeom>
            <a:grpFill/>
            <a:ln w="8332" cap="flat">
              <a:noFill/>
              <a:prstDash val="solid"/>
              <a:miter/>
            </a:ln>
          </p:spPr>
          <p:txBody>
            <a:bodyPr rtlCol="0" anchor="ctr"/>
            <a:lstStyle/>
            <a:p>
              <a:endParaRPr lang="en-US"/>
            </a:p>
          </p:txBody>
        </p:sp>
        <p:sp>
          <p:nvSpPr>
            <p:cNvPr id="2142" name="Freeform: Shape 2141"/>
            <p:cNvSpPr/>
            <p:nvPr/>
          </p:nvSpPr>
          <p:spPr>
            <a:xfrm>
              <a:off x="11470394" y="3274404"/>
              <a:ext cx="1011088" cy="330313"/>
            </a:xfrm>
            <a:custGeom>
              <a:avLst/>
              <a:gdLst>
                <a:gd name="connsiteX0" fmla="*/ 55588 w 1011088"/>
                <a:gd name="connsiteY0" fmla="*/ 321949 h 330313"/>
                <a:gd name="connsiteX1" fmla="*/ 174077 w 1011088"/>
                <a:gd name="connsiteY1" fmla="*/ 326448 h 330313"/>
                <a:gd name="connsiteX2" fmla="*/ 439387 w 1011088"/>
                <a:gd name="connsiteY2" fmla="*/ 277619 h 330313"/>
                <a:gd name="connsiteX3" fmla="*/ 708613 w 1011088"/>
                <a:gd name="connsiteY3" fmla="*/ 221291 h 330313"/>
                <a:gd name="connsiteX4" fmla="*/ 955590 w 1011088"/>
                <a:gd name="connsiteY4" fmla="*/ 148964 h 330313"/>
                <a:gd name="connsiteX5" fmla="*/ 999670 w 1011088"/>
                <a:gd name="connsiteY5" fmla="*/ 114801 h 330313"/>
                <a:gd name="connsiteX6" fmla="*/ 1011086 w 1011088"/>
                <a:gd name="connsiteY6" fmla="*/ 76721 h 330313"/>
                <a:gd name="connsiteX7" fmla="*/ 951925 w 1011088"/>
                <a:gd name="connsiteY7" fmla="*/ 20809 h 330313"/>
                <a:gd name="connsiteX8" fmla="*/ 708197 w 1011088"/>
                <a:gd name="connsiteY8" fmla="*/ 7310 h 330313"/>
                <a:gd name="connsiteX9" fmla="*/ 583124 w 1011088"/>
                <a:gd name="connsiteY9" fmla="*/ 26225 h 330313"/>
                <a:gd name="connsiteX10" fmla="*/ 458718 w 1011088"/>
                <a:gd name="connsiteY10" fmla="*/ 52223 h 330313"/>
                <a:gd name="connsiteX11" fmla="*/ 457052 w 1011088"/>
                <a:gd name="connsiteY11" fmla="*/ 52640 h 330313"/>
                <a:gd name="connsiteX12" fmla="*/ 347228 w 1011088"/>
                <a:gd name="connsiteY12" fmla="*/ 82553 h 330313"/>
                <a:gd name="connsiteX13" fmla="*/ 216157 w 1011088"/>
                <a:gd name="connsiteY13" fmla="*/ 121800 h 330313"/>
                <a:gd name="connsiteX14" fmla="*/ 81170 w 1011088"/>
                <a:gd name="connsiteY14" fmla="*/ 173712 h 330313"/>
                <a:gd name="connsiteX15" fmla="*/ 677 w 1011088"/>
                <a:gd name="connsiteY15" fmla="*/ 250455 h 330313"/>
                <a:gd name="connsiteX16" fmla="*/ 55588 w 1011088"/>
                <a:gd name="connsiteY16" fmla="*/ 321949 h 330313"/>
                <a:gd name="connsiteX17" fmla="*/ 55588 w 1011088"/>
                <a:gd name="connsiteY17" fmla="*/ 321949 h 330313"/>
                <a:gd name="connsiteX18" fmla="*/ 20258 w 1011088"/>
                <a:gd name="connsiteY18" fmla="*/ 242456 h 330313"/>
                <a:gd name="connsiteX19" fmla="*/ 60088 w 1011088"/>
                <a:gd name="connsiteY19" fmla="*/ 204126 h 330313"/>
                <a:gd name="connsiteX20" fmla="*/ 162412 w 1011088"/>
                <a:gd name="connsiteY20" fmla="*/ 156880 h 330313"/>
                <a:gd name="connsiteX21" fmla="*/ 267403 w 1011088"/>
                <a:gd name="connsiteY21" fmla="*/ 118967 h 330313"/>
                <a:gd name="connsiteX22" fmla="*/ 331897 w 1011088"/>
                <a:gd name="connsiteY22" fmla="*/ 99135 h 330313"/>
                <a:gd name="connsiteX23" fmla="*/ 340812 w 1011088"/>
                <a:gd name="connsiteY23" fmla="*/ 96552 h 330313"/>
                <a:gd name="connsiteX24" fmla="*/ 471967 w 1011088"/>
                <a:gd name="connsiteY24" fmla="*/ 61305 h 330313"/>
                <a:gd name="connsiteX25" fmla="*/ 722195 w 1011088"/>
                <a:gd name="connsiteY25" fmla="*/ 20976 h 330313"/>
                <a:gd name="connsiteX26" fmla="*/ 951341 w 1011088"/>
                <a:gd name="connsiteY26" fmla="*/ 37724 h 330313"/>
                <a:gd name="connsiteX27" fmla="*/ 994170 w 1011088"/>
                <a:gd name="connsiteY27" fmla="*/ 71721 h 330313"/>
                <a:gd name="connsiteX28" fmla="*/ 977839 w 1011088"/>
                <a:gd name="connsiteY28" fmla="*/ 115551 h 330313"/>
                <a:gd name="connsiteX29" fmla="*/ 871598 w 1011088"/>
                <a:gd name="connsiteY29" fmla="*/ 167296 h 330313"/>
                <a:gd name="connsiteX30" fmla="*/ 638036 w 1011088"/>
                <a:gd name="connsiteY30" fmla="*/ 222708 h 330313"/>
                <a:gd name="connsiteX31" fmla="*/ 397974 w 1011088"/>
                <a:gd name="connsiteY31" fmla="*/ 272870 h 330313"/>
                <a:gd name="connsiteX32" fmla="*/ 159412 w 1011088"/>
                <a:gd name="connsiteY32" fmla="*/ 313949 h 330313"/>
                <a:gd name="connsiteX33" fmla="*/ 46506 w 1011088"/>
                <a:gd name="connsiteY33" fmla="*/ 302284 h 330313"/>
                <a:gd name="connsiteX34" fmla="*/ 20258 w 1011088"/>
                <a:gd name="connsiteY34" fmla="*/ 242456 h 330313"/>
                <a:gd name="connsiteX35" fmla="*/ 20258 w 1011088"/>
                <a:gd name="connsiteY35" fmla="*/ 242456 h 330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11088" h="330313">
                  <a:moveTo>
                    <a:pt x="55588" y="321949"/>
                  </a:moveTo>
                  <a:cubicBezTo>
                    <a:pt x="93585" y="333614"/>
                    <a:pt x="134998" y="331031"/>
                    <a:pt x="174077" y="326448"/>
                  </a:cubicBezTo>
                  <a:cubicBezTo>
                    <a:pt x="263070" y="316116"/>
                    <a:pt x="351728" y="296118"/>
                    <a:pt x="439387" y="277619"/>
                  </a:cubicBezTo>
                  <a:cubicBezTo>
                    <a:pt x="529129" y="258704"/>
                    <a:pt x="618954" y="240706"/>
                    <a:pt x="708613" y="221291"/>
                  </a:cubicBezTo>
                  <a:cubicBezTo>
                    <a:pt x="791522" y="203293"/>
                    <a:pt x="879597" y="188461"/>
                    <a:pt x="955590" y="148964"/>
                  </a:cubicBezTo>
                  <a:cubicBezTo>
                    <a:pt x="971756" y="140548"/>
                    <a:pt x="988004" y="128799"/>
                    <a:pt x="999670" y="114801"/>
                  </a:cubicBezTo>
                  <a:cubicBezTo>
                    <a:pt x="1009253" y="103302"/>
                    <a:pt x="1011169" y="91469"/>
                    <a:pt x="1011086" y="76721"/>
                  </a:cubicBezTo>
                  <a:cubicBezTo>
                    <a:pt x="1010919" y="47223"/>
                    <a:pt x="975422" y="30058"/>
                    <a:pt x="951925" y="20809"/>
                  </a:cubicBezTo>
                  <a:cubicBezTo>
                    <a:pt x="874431" y="-9688"/>
                    <a:pt x="789022" y="394"/>
                    <a:pt x="708197" y="7310"/>
                  </a:cubicBezTo>
                  <a:cubicBezTo>
                    <a:pt x="665866" y="10893"/>
                    <a:pt x="624871" y="18226"/>
                    <a:pt x="583124" y="26225"/>
                  </a:cubicBezTo>
                  <a:cubicBezTo>
                    <a:pt x="541545" y="34141"/>
                    <a:pt x="499799" y="41641"/>
                    <a:pt x="458718" y="52223"/>
                  </a:cubicBezTo>
                  <a:cubicBezTo>
                    <a:pt x="458136" y="52390"/>
                    <a:pt x="457635" y="52556"/>
                    <a:pt x="457052" y="52640"/>
                  </a:cubicBezTo>
                  <a:cubicBezTo>
                    <a:pt x="420055" y="60806"/>
                    <a:pt x="383059" y="71138"/>
                    <a:pt x="347228" y="82553"/>
                  </a:cubicBezTo>
                  <a:cubicBezTo>
                    <a:pt x="303816" y="96386"/>
                    <a:pt x="258820" y="105801"/>
                    <a:pt x="216157" y="121800"/>
                  </a:cubicBezTo>
                  <a:cubicBezTo>
                    <a:pt x="171328" y="138632"/>
                    <a:pt x="123666" y="151547"/>
                    <a:pt x="81170" y="173712"/>
                  </a:cubicBezTo>
                  <a:cubicBezTo>
                    <a:pt x="51672" y="189127"/>
                    <a:pt x="6342" y="213708"/>
                    <a:pt x="677" y="250455"/>
                  </a:cubicBezTo>
                  <a:cubicBezTo>
                    <a:pt x="-4907" y="286285"/>
                    <a:pt x="25008" y="312533"/>
                    <a:pt x="55588" y="321949"/>
                  </a:cubicBezTo>
                  <a:lnTo>
                    <a:pt x="55588" y="321949"/>
                  </a:lnTo>
                  <a:close/>
                  <a:moveTo>
                    <a:pt x="20258" y="242456"/>
                  </a:moveTo>
                  <a:cubicBezTo>
                    <a:pt x="28591" y="225791"/>
                    <a:pt x="45089" y="214292"/>
                    <a:pt x="60088" y="204126"/>
                  </a:cubicBezTo>
                  <a:cubicBezTo>
                    <a:pt x="91751" y="182711"/>
                    <a:pt x="126582" y="169629"/>
                    <a:pt x="162412" y="156880"/>
                  </a:cubicBezTo>
                  <a:cubicBezTo>
                    <a:pt x="197409" y="144381"/>
                    <a:pt x="231656" y="129633"/>
                    <a:pt x="267403" y="118967"/>
                  </a:cubicBezTo>
                  <a:cubicBezTo>
                    <a:pt x="288900" y="112551"/>
                    <a:pt x="310399" y="105885"/>
                    <a:pt x="331897" y="99135"/>
                  </a:cubicBezTo>
                  <a:cubicBezTo>
                    <a:pt x="334896" y="98302"/>
                    <a:pt x="337813" y="97469"/>
                    <a:pt x="340812" y="96552"/>
                  </a:cubicBezTo>
                  <a:cubicBezTo>
                    <a:pt x="384309" y="83970"/>
                    <a:pt x="427721" y="70971"/>
                    <a:pt x="471967" y="61305"/>
                  </a:cubicBezTo>
                  <a:cubicBezTo>
                    <a:pt x="554460" y="43141"/>
                    <a:pt x="638036" y="28142"/>
                    <a:pt x="722195" y="20976"/>
                  </a:cubicBezTo>
                  <a:cubicBezTo>
                    <a:pt x="797855" y="14560"/>
                    <a:pt x="879430" y="8144"/>
                    <a:pt x="951341" y="37724"/>
                  </a:cubicBezTo>
                  <a:cubicBezTo>
                    <a:pt x="967006" y="44140"/>
                    <a:pt x="988338" y="54473"/>
                    <a:pt x="994170" y="71721"/>
                  </a:cubicBezTo>
                  <a:cubicBezTo>
                    <a:pt x="1000086" y="89303"/>
                    <a:pt x="990421" y="104302"/>
                    <a:pt x="977839" y="115551"/>
                  </a:cubicBezTo>
                  <a:cubicBezTo>
                    <a:pt x="948508" y="141715"/>
                    <a:pt x="908595" y="155630"/>
                    <a:pt x="871598" y="167296"/>
                  </a:cubicBezTo>
                  <a:cubicBezTo>
                    <a:pt x="795438" y="191294"/>
                    <a:pt x="715945" y="205876"/>
                    <a:pt x="638036" y="222708"/>
                  </a:cubicBezTo>
                  <a:cubicBezTo>
                    <a:pt x="558210" y="239873"/>
                    <a:pt x="478051" y="256788"/>
                    <a:pt x="397974" y="272870"/>
                  </a:cubicBezTo>
                  <a:cubicBezTo>
                    <a:pt x="319315" y="288618"/>
                    <a:pt x="239489" y="307200"/>
                    <a:pt x="159412" y="313949"/>
                  </a:cubicBezTo>
                  <a:cubicBezTo>
                    <a:pt x="122165" y="317116"/>
                    <a:pt x="81419" y="318116"/>
                    <a:pt x="46506" y="302284"/>
                  </a:cubicBezTo>
                  <a:cubicBezTo>
                    <a:pt x="24925" y="292535"/>
                    <a:pt x="8926" y="265037"/>
                    <a:pt x="20258" y="242456"/>
                  </a:cubicBezTo>
                  <a:lnTo>
                    <a:pt x="20258" y="242456"/>
                  </a:lnTo>
                  <a:close/>
                </a:path>
              </a:pathLst>
            </a:custGeom>
            <a:grpFill/>
            <a:ln w="8332" cap="flat">
              <a:noFill/>
              <a:prstDash val="solid"/>
              <a:miter/>
            </a:ln>
          </p:spPr>
          <p:txBody>
            <a:bodyPr rtlCol="0" anchor="ctr"/>
            <a:lstStyle/>
            <a:p>
              <a:endParaRPr lang="en-US"/>
            </a:p>
          </p:txBody>
        </p:sp>
        <p:sp>
          <p:nvSpPr>
            <p:cNvPr id="2143" name="Freeform: Shape 2142"/>
            <p:cNvSpPr/>
            <p:nvPr/>
          </p:nvSpPr>
          <p:spPr>
            <a:xfrm>
              <a:off x="12152795" y="3319840"/>
              <a:ext cx="144228" cy="70632"/>
            </a:xfrm>
            <a:custGeom>
              <a:avLst/>
              <a:gdLst>
                <a:gd name="connsiteX0" fmla="*/ 4547 w 144228"/>
                <a:gd name="connsiteY0" fmla="*/ 38 h 70632"/>
                <a:gd name="connsiteX1" fmla="*/ 144118 w 144228"/>
                <a:gd name="connsiteY1" fmla="*/ 65865 h 70632"/>
                <a:gd name="connsiteX2" fmla="*/ 142618 w 144228"/>
                <a:gd name="connsiteY2" fmla="*/ 66865 h 70632"/>
                <a:gd name="connsiteX3" fmla="*/ 19380 w 144228"/>
                <a:gd name="connsiteY3" fmla="*/ 11120 h 70632"/>
                <a:gd name="connsiteX4" fmla="*/ 57209 w 144228"/>
                <a:gd name="connsiteY4" fmla="*/ 40284 h 70632"/>
                <a:gd name="connsiteX5" fmla="*/ 129286 w 144228"/>
                <a:gd name="connsiteY5" fmla="*/ 64532 h 70632"/>
                <a:gd name="connsiteX6" fmla="*/ 127286 w 144228"/>
                <a:gd name="connsiteY6" fmla="*/ 70531 h 70632"/>
                <a:gd name="connsiteX7" fmla="*/ 50627 w 144228"/>
                <a:gd name="connsiteY7" fmla="*/ 46950 h 70632"/>
                <a:gd name="connsiteX8" fmla="*/ 1881 w 144228"/>
                <a:gd name="connsiteY8" fmla="*/ 7954 h 70632"/>
                <a:gd name="connsiteX9" fmla="*/ 4547 w 144228"/>
                <a:gd name="connsiteY9" fmla="*/ 38 h 70632"/>
                <a:gd name="connsiteX10" fmla="*/ 4547 w 144228"/>
                <a:gd name="connsiteY10" fmla="*/ 38 h 70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4228" h="70632">
                  <a:moveTo>
                    <a:pt x="4547" y="38"/>
                  </a:moveTo>
                  <a:cubicBezTo>
                    <a:pt x="57292" y="7204"/>
                    <a:pt x="115371" y="15953"/>
                    <a:pt x="144118" y="65865"/>
                  </a:cubicBezTo>
                  <a:cubicBezTo>
                    <a:pt x="144619" y="66782"/>
                    <a:pt x="143285" y="67782"/>
                    <a:pt x="142618" y="66865"/>
                  </a:cubicBezTo>
                  <a:cubicBezTo>
                    <a:pt x="113787" y="27535"/>
                    <a:pt x="65209" y="18369"/>
                    <a:pt x="19380" y="11120"/>
                  </a:cubicBezTo>
                  <a:cubicBezTo>
                    <a:pt x="30962" y="22036"/>
                    <a:pt x="40877" y="34035"/>
                    <a:pt x="57209" y="40284"/>
                  </a:cubicBezTo>
                  <a:cubicBezTo>
                    <a:pt x="80707" y="49367"/>
                    <a:pt x="105455" y="56116"/>
                    <a:pt x="129286" y="64532"/>
                  </a:cubicBezTo>
                  <a:cubicBezTo>
                    <a:pt x="133202" y="65865"/>
                    <a:pt x="131202" y="71448"/>
                    <a:pt x="127286" y="70531"/>
                  </a:cubicBezTo>
                  <a:cubicBezTo>
                    <a:pt x="101789" y="64699"/>
                    <a:pt x="74625" y="57366"/>
                    <a:pt x="50627" y="46950"/>
                  </a:cubicBezTo>
                  <a:cubicBezTo>
                    <a:pt x="30128" y="38034"/>
                    <a:pt x="19879" y="19536"/>
                    <a:pt x="1881" y="7954"/>
                  </a:cubicBezTo>
                  <a:cubicBezTo>
                    <a:pt x="-1619" y="5787"/>
                    <a:pt x="48" y="-546"/>
                    <a:pt x="4547" y="38"/>
                  </a:cubicBezTo>
                  <a:lnTo>
                    <a:pt x="4547" y="38"/>
                  </a:lnTo>
                  <a:close/>
                </a:path>
              </a:pathLst>
            </a:custGeom>
            <a:grpFill/>
            <a:ln w="8332" cap="flat">
              <a:noFill/>
              <a:prstDash val="solid"/>
              <a:miter/>
            </a:ln>
          </p:spPr>
          <p:txBody>
            <a:bodyPr rtlCol="0" anchor="ctr"/>
            <a:lstStyle/>
            <a:p>
              <a:endParaRPr lang="en-US"/>
            </a:p>
          </p:txBody>
        </p:sp>
        <p:sp>
          <p:nvSpPr>
            <p:cNvPr id="2144" name="Freeform: Shape 2143"/>
            <p:cNvSpPr/>
            <p:nvPr/>
          </p:nvSpPr>
          <p:spPr>
            <a:xfrm>
              <a:off x="11987408" y="3350444"/>
              <a:ext cx="180929" cy="82119"/>
            </a:xfrm>
            <a:custGeom>
              <a:avLst/>
              <a:gdLst>
                <a:gd name="connsiteX0" fmla="*/ 3533 w 180929"/>
                <a:gd name="connsiteY0" fmla="*/ 10930 h 82119"/>
                <a:gd name="connsiteX1" fmla="*/ 24114 w 180929"/>
                <a:gd name="connsiteY1" fmla="*/ 28595 h 82119"/>
                <a:gd name="connsiteX2" fmla="*/ 41946 w 180929"/>
                <a:gd name="connsiteY2" fmla="*/ 42177 h 82119"/>
                <a:gd name="connsiteX3" fmla="*/ 80026 w 180929"/>
                <a:gd name="connsiteY3" fmla="*/ 61008 h 82119"/>
                <a:gd name="connsiteX4" fmla="*/ 177434 w 180929"/>
                <a:gd name="connsiteY4" fmla="*/ 82090 h 82119"/>
                <a:gd name="connsiteX5" fmla="*/ 178684 w 180929"/>
                <a:gd name="connsiteY5" fmla="*/ 75424 h 82119"/>
                <a:gd name="connsiteX6" fmla="*/ 177434 w 180929"/>
                <a:gd name="connsiteY6" fmla="*/ 75007 h 82119"/>
                <a:gd name="connsiteX7" fmla="*/ 177434 w 180929"/>
                <a:gd name="connsiteY7" fmla="*/ 74924 h 82119"/>
                <a:gd name="connsiteX8" fmla="*/ 153519 w 180929"/>
                <a:gd name="connsiteY8" fmla="*/ 46343 h 82119"/>
                <a:gd name="connsiteX9" fmla="*/ 111940 w 180929"/>
                <a:gd name="connsiteY9" fmla="*/ 20679 h 82119"/>
                <a:gd name="connsiteX10" fmla="*/ 65527 w 180929"/>
                <a:gd name="connsiteY10" fmla="*/ 6680 h 82119"/>
                <a:gd name="connsiteX11" fmla="*/ 35697 w 180929"/>
                <a:gd name="connsiteY11" fmla="*/ 2930 h 82119"/>
                <a:gd name="connsiteX12" fmla="*/ 7115 w 180929"/>
                <a:gd name="connsiteY12" fmla="*/ 347 h 82119"/>
                <a:gd name="connsiteX13" fmla="*/ 3533 w 180929"/>
                <a:gd name="connsiteY13" fmla="*/ 10930 h 82119"/>
                <a:gd name="connsiteX14" fmla="*/ 3533 w 180929"/>
                <a:gd name="connsiteY14" fmla="*/ 10930 h 82119"/>
                <a:gd name="connsiteX15" fmla="*/ 24615 w 180929"/>
                <a:gd name="connsiteY15" fmla="*/ 14179 h 82119"/>
                <a:gd name="connsiteX16" fmla="*/ 46112 w 180929"/>
                <a:gd name="connsiteY16" fmla="*/ 15429 h 82119"/>
                <a:gd name="connsiteX17" fmla="*/ 92025 w 180929"/>
                <a:gd name="connsiteY17" fmla="*/ 24929 h 82119"/>
                <a:gd name="connsiteX18" fmla="*/ 135938 w 180929"/>
                <a:gd name="connsiteY18" fmla="*/ 45677 h 82119"/>
                <a:gd name="connsiteX19" fmla="*/ 170268 w 180929"/>
                <a:gd name="connsiteY19" fmla="*/ 73174 h 82119"/>
                <a:gd name="connsiteX20" fmla="*/ 128605 w 180929"/>
                <a:gd name="connsiteY20" fmla="*/ 65758 h 82119"/>
                <a:gd name="connsiteX21" fmla="*/ 83109 w 180929"/>
                <a:gd name="connsiteY21" fmla="*/ 51926 h 82119"/>
                <a:gd name="connsiteX22" fmla="*/ 39863 w 180929"/>
                <a:gd name="connsiteY22" fmla="*/ 28678 h 82119"/>
                <a:gd name="connsiteX23" fmla="*/ 24615 w 180929"/>
                <a:gd name="connsiteY23" fmla="*/ 14179 h 82119"/>
                <a:gd name="connsiteX24" fmla="*/ 24615 w 180929"/>
                <a:gd name="connsiteY24" fmla="*/ 14179 h 82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80929" h="82119">
                  <a:moveTo>
                    <a:pt x="3533" y="10930"/>
                  </a:moveTo>
                  <a:cubicBezTo>
                    <a:pt x="10866" y="14179"/>
                    <a:pt x="17948" y="23345"/>
                    <a:pt x="24114" y="28595"/>
                  </a:cubicBezTo>
                  <a:cubicBezTo>
                    <a:pt x="29781" y="33428"/>
                    <a:pt x="35613" y="38177"/>
                    <a:pt x="41946" y="42177"/>
                  </a:cubicBezTo>
                  <a:cubicBezTo>
                    <a:pt x="53944" y="49843"/>
                    <a:pt x="66694" y="56009"/>
                    <a:pt x="80026" y="61008"/>
                  </a:cubicBezTo>
                  <a:cubicBezTo>
                    <a:pt x="111940" y="72924"/>
                    <a:pt x="143853" y="77757"/>
                    <a:pt x="177434" y="82090"/>
                  </a:cubicBezTo>
                  <a:cubicBezTo>
                    <a:pt x="181350" y="82590"/>
                    <a:pt x="182266" y="76590"/>
                    <a:pt x="178684" y="75424"/>
                  </a:cubicBezTo>
                  <a:cubicBezTo>
                    <a:pt x="178267" y="75257"/>
                    <a:pt x="177850" y="75174"/>
                    <a:pt x="177434" y="75007"/>
                  </a:cubicBezTo>
                  <a:cubicBezTo>
                    <a:pt x="177434" y="74924"/>
                    <a:pt x="177434" y="74924"/>
                    <a:pt x="177434" y="74924"/>
                  </a:cubicBezTo>
                  <a:cubicBezTo>
                    <a:pt x="175017" y="63592"/>
                    <a:pt x="162019" y="53426"/>
                    <a:pt x="153519" y="46343"/>
                  </a:cubicBezTo>
                  <a:cubicBezTo>
                    <a:pt x="140854" y="35677"/>
                    <a:pt x="127105" y="27262"/>
                    <a:pt x="111940" y="20679"/>
                  </a:cubicBezTo>
                  <a:cubicBezTo>
                    <a:pt x="97108" y="14263"/>
                    <a:pt x="81526" y="9263"/>
                    <a:pt x="65527" y="6680"/>
                  </a:cubicBezTo>
                  <a:cubicBezTo>
                    <a:pt x="55695" y="5097"/>
                    <a:pt x="45695" y="3930"/>
                    <a:pt x="35697" y="2930"/>
                  </a:cubicBezTo>
                  <a:cubicBezTo>
                    <a:pt x="26614" y="2014"/>
                    <a:pt x="15782" y="3264"/>
                    <a:pt x="7115" y="347"/>
                  </a:cubicBezTo>
                  <a:cubicBezTo>
                    <a:pt x="116" y="-1986"/>
                    <a:pt x="-2883" y="8097"/>
                    <a:pt x="3533" y="10930"/>
                  </a:cubicBezTo>
                  <a:lnTo>
                    <a:pt x="3533" y="10930"/>
                  </a:lnTo>
                  <a:close/>
                  <a:moveTo>
                    <a:pt x="24615" y="14179"/>
                  </a:moveTo>
                  <a:cubicBezTo>
                    <a:pt x="31946" y="14513"/>
                    <a:pt x="39362" y="14596"/>
                    <a:pt x="46112" y="15429"/>
                  </a:cubicBezTo>
                  <a:cubicBezTo>
                    <a:pt x="61778" y="17346"/>
                    <a:pt x="77026" y="19762"/>
                    <a:pt x="92025" y="24929"/>
                  </a:cubicBezTo>
                  <a:cubicBezTo>
                    <a:pt x="107357" y="30178"/>
                    <a:pt x="122189" y="37011"/>
                    <a:pt x="135938" y="45677"/>
                  </a:cubicBezTo>
                  <a:cubicBezTo>
                    <a:pt x="147270" y="52843"/>
                    <a:pt x="161352" y="62342"/>
                    <a:pt x="170268" y="73174"/>
                  </a:cubicBezTo>
                  <a:cubicBezTo>
                    <a:pt x="156602" y="69924"/>
                    <a:pt x="142271" y="69091"/>
                    <a:pt x="128605" y="65758"/>
                  </a:cubicBezTo>
                  <a:cubicBezTo>
                    <a:pt x="113189" y="62008"/>
                    <a:pt x="97941" y="57509"/>
                    <a:pt x="83109" y="51926"/>
                  </a:cubicBezTo>
                  <a:cubicBezTo>
                    <a:pt x="67777" y="46093"/>
                    <a:pt x="52861" y="38677"/>
                    <a:pt x="39863" y="28678"/>
                  </a:cubicBezTo>
                  <a:cubicBezTo>
                    <a:pt x="34530" y="24679"/>
                    <a:pt x="29614" y="19262"/>
                    <a:pt x="24615" y="14179"/>
                  </a:cubicBezTo>
                  <a:lnTo>
                    <a:pt x="24615" y="14179"/>
                  </a:lnTo>
                  <a:close/>
                </a:path>
              </a:pathLst>
            </a:custGeom>
            <a:grpFill/>
            <a:ln w="8332" cap="flat">
              <a:noFill/>
              <a:prstDash val="solid"/>
              <a:miter/>
            </a:ln>
          </p:spPr>
          <p:txBody>
            <a:bodyPr rtlCol="0" anchor="ctr"/>
            <a:lstStyle/>
            <a:p>
              <a:endParaRPr lang="en-US"/>
            </a:p>
          </p:txBody>
        </p:sp>
        <p:sp>
          <p:nvSpPr>
            <p:cNvPr id="2145" name="Freeform: Shape 2144"/>
            <p:cNvSpPr/>
            <p:nvPr/>
          </p:nvSpPr>
          <p:spPr>
            <a:xfrm>
              <a:off x="11842852" y="3387773"/>
              <a:ext cx="166096" cy="80271"/>
            </a:xfrm>
            <a:custGeom>
              <a:avLst/>
              <a:gdLst>
                <a:gd name="connsiteX0" fmla="*/ 5019 w 166096"/>
                <a:gd name="connsiteY0" fmla="*/ 15 h 80271"/>
                <a:gd name="connsiteX1" fmla="*/ 54515 w 166096"/>
                <a:gd name="connsiteY1" fmla="*/ 8431 h 80271"/>
                <a:gd name="connsiteX2" fmla="*/ 102427 w 166096"/>
                <a:gd name="connsiteY2" fmla="*/ 18847 h 80271"/>
                <a:gd name="connsiteX3" fmla="*/ 166087 w 166096"/>
                <a:gd name="connsiteY3" fmla="*/ 73675 h 80271"/>
                <a:gd name="connsiteX4" fmla="*/ 162922 w 166096"/>
                <a:gd name="connsiteY4" fmla="*/ 75258 h 80271"/>
                <a:gd name="connsiteX5" fmla="*/ 87345 w 166096"/>
                <a:gd name="connsiteY5" fmla="*/ 25179 h 80271"/>
                <a:gd name="connsiteX6" fmla="*/ 40516 w 166096"/>
                <a:gd name="connsiteY6" fmla="*/ 18513 h 80271"/>
                <a:gd name="connsiteX7" fmla="*/ 21767 w 166096"/>
                <a:gd name="connsiteY7" fmla="*/ 14347 h 80271"/>
                <a:gd name="connsiteX8" fmla="*/ 35850 w 166096"/>
                <a:gd name="connsiteY8" fmla="*/ 23680 h 80271"/>
                <a:gd name="connsiteX9" fmla="*/ 75179 w 166096"/>
                <a:gd name="connsiteY9" fmla="*/ 48844 h 80271"/>
                <a:gd name="connsiteX10" fmla="*/ 159422 w 166096"/>
                <a:gd name="connsiteY10" fmla="*/ 72509 h 80271"/>
                <a:gd name="connsiteX11" fmla="*/ 156921 w 166096"/>
                <a:gd name="connsiteY11" fmla="*/ 80091 h 80271"/>
                <a:gd name="connsiteX12" fmla="*/ 68513 w 166096"/>
                <a:gd name="connsiteY12" fmla="*/ 55177 h 80271"/>
                <a:gd name="connsiteX13" fmla="*/ 28850 w 166096"/>
                <a:gd name="connsiteY13" fmla="*/ 29346 h 80271"/>
                <a:gd name="connsiteX14" fmla="*/ 1103 w 166096"/>
                <a:gd name="connsiteY14" fmla="*/ 8181 h 80271"/>
                <a:gd name="connsiteX15" fmla="*/ 5019 w 166096"/>
                <a:gd name="connsiteY15" fmla="*/ 15 h 80271"/>
                <a:gd name="connsiteX16" fmla="*/ 5019 w 166096"/>
                <a:gd name="connsiteY16" fmla="*/ 15 h 80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096" h="80271">
                  <a:moveTo>
                    <a:pt x="5019" y="15"/>
                  </a:moveTo>
                  <a:cubicBezTo>
                    <a:pt x="21600" y="1182"/>
                    <a:pt x="37599" y="7348"/>
                    <a:pt x="54515" y="8431"/>
                  </a:cubicBezTo>
                  <a:cubicBezTo>
                    <a:pt x="71429" y="9514"/>
                    <a:pt x="86762" y="12097"/>
                    <a:pt x="102427" y="18847"/>
                  </a:cubicBezTo>
                  <a:cubicBezTo>
                    <a:pt x="125008" y="28596"/>
                    <a:pt x="162671" y="45428"/>
                    <a:pt x="166087" y="73675"/>
                  </a:cubicBezTo>
                  <a:cubicBezTo>
                    <a:pt x="166254" y="75258"/>
                    <a:pt x="164171" y="76925"/>
                    <a:pt x="162922" y="75258"/>
                  </a:cubicBezTo>
                  <a:cubicBezTo>
                    <a:pt x="145090" y="51427"/>
                    <a:pt x="115342" y="34429"/>
                    <a:pt x="87345" y="25179"/>
                  </a:cubicBezTo>
                  <a:cubicBezTo>
                    <a:pt x="72013" y="20097"/>
                    <a:pt x="56264" y="20763"/>
                    <a:pt x="40516" y="18513"/>
                  </a:cubicBezTo>
                  <a:cubicBezTo>
                    <a:pt x="34099" y="17597"/>
                    <a:pt x="27933" y="16014"/>
                    <a:pt x="21767" y="14347"/>
                  </a:cubicBezTo>
                  <a:cubicBezTo>
                    <a:pt x="26767" y="17847"/>
                    <a:pt x="32016" y="21013"/>
                    <a:pt x="35850" y="23680"/>
                  </a:cubicBezTo>
                  <a:cubicBezTo>
                    <a:pt x="48514" y="32512"/>
                    <a:pt x="61264" y="42095"/>
                    <a:pt x="75179" y="48844"/>
                  </a:cubicBezTo>
                  <a:cubicBezTo>
                    <a:pt x="102177" y="62010"/>
                    <a:pt x="131508" y="63093"/>
                    <a:pt x="159422" y="72509"/>
                  </a:cubicBezTo>
                  <a:cubicBezTo>
                    <a:pt x="164338" y="74175"/>
                    <a:pt x="161838" y="81508"/>
                    <a:pt x="156921" y="80091"/>
                  </a:cubicBezTo>
                  <a:cubicBezTo>
                    <a:pt x="127008" y="71509"/>
                    <a:pt x="96844" y="69509"/>
                    <a:pt x="68513" y="55177"/>
                  </a:cubicBezTo>
                  <a:cubicBezTo>
                    <a:pt x="54598" y="48094"/>
                    <a:pt x="41599" y="38345"/>
                    <a:pt x="28850" y="29346"/>
                  </a:cubicBezTo>
                  <a:cubicBezTo>
                    <a:pt x="20350" y="23346"/>
                    <a:pt x="7185" y="16764"/>
                    <a:pt x="1103" y="8181"/>
                  </a:cubicBezTo>
                  <a:cubicBezTo>
                    <a:pt x="-1314" y="4931"/>
                    <a:pt x="353" y="-318"/>
                    <a:pt x="5019" y="15"/>
                  </a:cubicBezTo>
                  <a:lnTo>
                    <a:pt x="5019" y="15"/>
                  </a:lnTo>
                  <a:close/>
                </a:path>
              </a:pathLst>
            </a:custGeom>
            <a:grpFill/>
            <a:ln w="8332" cap="flat">
              <a:noFill/>
              <a:prstDash val="solid"/>
              <a:miter/>
            </a:ln>
          </p:spPr>
          <p:txBody>
            <a:bodyPr rtlCol="0" anchor="ctr"/>
            <a:lstStyle/>
            <a:p>
              <a:endParaRPr lang="en-US"/>
            </a:p>
          </p:txBody>
        </p:sp>
        <p:sp>
          <p:nvSpPr>
            <p:cNvPr id="2146" name="Freeform: Shape 2145"/>
            <p:cNvSpPr/>
            <p:nvPr/>
          </p:nvSpPr>
          <p:spPr>
            <a:xfrm>
              <a:off x="11690473" y="3423294"/>
              <a:ext cx="161161" cy="81912"/>
            </a:xfrm>
            <a:custGeom>
              <a:avLst/>
              <a:gdLst>
                <a:gd name="connsiteX0" fmla="*/ 412 w 161161"/>
                <a:gd name="connsiteY0" fmla="*/ 6990 h 81912"/>
                <a:gd name="connsiteX1" fmla="*/ 59073 w 161161"/>
                <a:gd name="connsiteY1" fmla="*/ 57819 h 81912"/>
                <a:gd name="connsiteX2" fmla="*/ 152231 w 161161"/>
                <a:gd name="connsiteY2" fmla="*/ 81817 h 81912"/>
                <a:gd name="connsiteX3" fmla="*/ 156731 w 161161"/>
                <a:gd name="connsiteY3" fmla="*/ 75317 h 81912"/>
                <a:gd name="connsiteX4" fmla="*/ 122234 w 161161"/>
                <a:gd name="connsiteY4" fmla="*/ 24072 h 81912"/>
                <a:gd name="connsiteX5" fmla="*/ 51073 w 161161"/>
                <a:gd name="connsiteY5" fmla="*/ 7490 h 81912"/>
                <a:gd name="connsiteX6" fmla="*/ 15910 w 161161"/>
                <a:gd name="connsiteY6" fmla="*/ 1574 h 81912"/>
                <a:gd name="connsiteX7" fmla="*/ 2328 w 161161"/>
                <a:gd name="connsiteY7" fmla="*/ 824 h 81912"/>
                <a:gd name="connsiteX8" fmla="*/ 412 w 161161"/>
                <a:gd name="connsiteY8" fmla="*/ 6990 h 81912"/>
                <a:gd name="connsiteX9" fmla="*/ 412 w 161161"/>
                <a:gd name="connsiteY9" fmla="*/ 6990 h 81912"/>
                <a:gd name="connsiteX10" fmla="*/ 11243 w 161161"/>
                <a:gd name="connsiteY10" fmla="*/ 9823 h 81912"/>
                <a:gd name="connsiteX11" fmla="*/ 22410 w 161161"/>
                <a:gd name="connsiteY11" fmla="*/ 13573 h 81912"/>
                <a:gd name="connsiteX12" fmla="*/ 47657 w 161161"/>
                <a:gd name="connsiteY12" fmla="*/ 17906 h 81912"/>
                <a:gd name="connsiteX13" fmla="*/ 95320 w 161161"/>
                <a:gd name="connsiteY13" fmla="*/ 25572 h 81912"/>
                <a:gd name="connsiteX14" fmla="*/ 141648 w 161161"/>
                <a:gd name="connsiteY14" fmla="*/ 52070 h 81912"/>
                <a:gd name="connsiteX15" fmla="*/ 154064 w 161161"/>
                <a:gd name="connsiteY15" fmla="*/ 73901 h 81912"/>
                <a:gd name="connsiteX16" fmla="*/ 77822 w 161161"/>
                <a:gd name="connsiteY16" fmla="*/ 55736 h 81912"/>
                <a:gd name="connsiteX17" fmla="*/ 11243 w 161161"/>
                <a:gd name="connsiteY17" fmla="*/ 9823 h 81912"/>
                <a:gd name="connsiteX18" fmla="*/ 11243 w 161161"/>
                <a:gd name="connsiteY18" fmla="*/ 9823 h 8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1161" h="81912">
                  <a:moveTo>
                    <a:pt x="412" y="6990"/>
                  </a:moveTo>
                  <a:cubicBezTo>
                    <a:pt x="10494" y="31738"/>
                    <a:pt x="35241" y="48487"/>
                    <a:pt x="59073" y="57819"/>
                  </a:cubicBezTo>
                  <a:cubicBezTo>
                    <a:pt x="88653" y="69485"/>
                    <a:pt x="121067" y="75651"/>
                    <a:pt x="152231" y="81817"/>
                  </a:cubicBezTo>
                  <a:cubicBezTo>
                    <a:pt x="156397" y="82650"/>
                    <a:pt x="158981" y="77817"/>
                    <a:pt x="156731" y="75317"/>
                  </a:cubicBezTo>
                  <a:cubicBezTo>
                    <a:pt x="175812" y="66485"/>
                    <a:pt x="127400" y="26739"/>
                    <a:pt x="122234" y="24072"/>
                  </a:cubicBezTo>
                  <a:cubicBezTo>
                    <a:pt x="100236" y="12323"/>
                    <a:pt x="75071" y="12157"/>
                    <a:pt x="51073" y="7490"/>
                  </a:cubicBezTo>
                  <a:cubicBezTo>
                    <a:pt x="39407" y="5241"/>
                    <a:pt x="27576" y="3907"/>
                    <a:pt x="15910" y="1574"/>
                  </a:cubicBezTo>
                  <a:cubicBezTo>
                    <a:pt x="11243" y="658"/>
                    <a:pt x="6995" y="-1009"/>
                    <a:pt x="2328" y="824"/>
                  </a:cubicBezTo>
                  <a:cubicBezTo>
                    <a:pt x="-89" y="1741"/>
                    <a:pt x="-421" y="4824"/>
                    <a:pt x="412" y="6990"/>
                  </a:cubicBezTo>
                  <a:lnTo>
                    <a:pt x="412" y="6990"/>
                  </a:lnTo>
                  <a:close/>
                  <a:moveTo>
                    <a:pt x="11243" y="9823"/>
                  </a:moveTo>
                  <a:cubicBezTo>
                    <a:pt x="15244" y="10907"/>
                    <a:pt x="19826" y="12990"/>
                    <a:pt x="22410" y="13573"/>
                  </a:cubicBezTo>
                  <a:cubicBezTo>
                    <a:pt x="30742" y="15406"/>
                    <a:pt x="39324" y="16239"/>
                    <a:pt x="47657" y="17906"/>
                  </a:cubicBezTo>
                  <a:cubicBezTo>
                    <a:pt x="63405" y="20906"/>
                    <a:pt x="79738" y="21822"/>
                    <a:pt x="95320" y="25572"/>
                  </a:cubicBezTo>
                  <a:cubicBezTo>
                    <a:pt x="113068" y="29822"/>
                    <a:pt x="129066" y="38737"/>
                    <a:pt x="141648" y="52070"/>
                  </a:cubicBezTo>
                  <a:cubicBezTo>
                    <a:pt x="144815" y="55403"/>
                    <a:pt x="158814" y="69318"/>
                    <a:pt x="154064" y="73901"/>
                  </a:cubicBezTo>
                  <a:cubicBezTo>
                    <a:pt x="129150" y="66402"/>
                    <a:pt x="102819" y="63319"/>
                    <a:pt x="77822" y="55736"/>
                  </a:cubicBezTo>
                  <a:cubicBezTo>
                    <a:pt x="53990" y="48320"/>
                    <a:pt x="22159" y="34821"/>
                    <a:pt x="11243" y="9823"/>
                  </a:cubicBezTo>
                  <a:lnTo>
                    <a:pt x="11243" y="9823"/>
                  </a:lnTo>
                  <a:close/>
                </a:path>
              </a:pathLst>
            </a:custGeom>
            <a:grpFill/>
            <a:ln w="8332" cap="flat">
              <a:noFill/>
              <a:prstDash val="solid"/>
              <a:miter/>
            </a:ln>
          </p:spPr>
          <p:txBody>
            <a:bodyPr rtlCol="0" anchor="ctr"/>
            <a:lstStyle/>
            <a:p>
              <a:endParaRPr lang="en-US"/>
            </a:p>
          </p:txBody>
        </p:sp>
        <p:sp>
          <p:nvSpPr>
            <p:cNvPr id="2147" name="Freeform: Shape 2146"/>
            <p:cNvSpPr/>
            <p:nvPr/>
          </p:nvSpPr>
          <p:spPr>
            <a:xfrm>
              <a:off x="10082504" y="766065"/>
              <a:ext cx="542911" cy="392866"/>
            </a:xfrm>
            <a:custGeom>
              <a:avLst/>
              <a:gdLst>
                <a:gd name="connsiteX0" fmla="*/ 542893 w 542911"/>
                <a:gd name="connsiteY0" fmla="*/ 197025 h 392866"/>
                <a:gd name="connsiteX1" fmla="*/ 515145 w 542911"/>
                <a:gd name="connsiteY1" fmla="*/ 93701 h 392866"/>
                <a:gd name="connsiteX2" fmla="*/ 441569 w 542911"/>
                <a:gd name="connsiteY2" fmla="*/ 20708 h 392866"/>
                <a:gd name="connsiteX3" fmla="*/ 417071 w 542911"/>
                <a:gd name="connsiteY3" fmla="*/ 7292 h 392866"/>
                <a:gd name="connsiteX4" fmla="*/ 416487 w 542911"/>
                <a:gd name="connsiteY4" fmla="*/ 6959 h 392866"/>
                <a:gd name="connsiteX5" fmla="*/ 415488 w 542911"/>
                <a:gd name="connsiteY5" fmla="*/ 6626 h 392866"/>
                <a:gd name="connsiteX6" fmla="*/ 365076 w 542911"/>
                <a:gd name="connsiteY6" fmla="*/ 2709 h 392866"/>
                <a:gd name="connsiteX7" fmla="*/ 334995 w 542911"/>
                <a:gd name="connsiteY7" fmla="*/ 17708 h 392866"/>
                <a:gd name="connsiteX8" fmla="*/ 323330 w 542911"/>
                <a:gd name="connsiteY8" fmla="*/ 52205 h 392866"/>
                <a:gd name="connsiteX9" fmla="*/ 311747 w 542911"/>
                <a:gd name="connsiteY9" fmla="*/ 52955 h 392866"/>
                <a:gd name="connsiteX10" fmla="*/ 271751 w 542911"/>
                <a:gd name="connsiteY10" fmla="*/ 67787 h 392866"/>
                <a:gd name="connsiteX11" fmla="*/ 182342 w 542911"/>
                <a:gd name="connsiteY11" fmla="*/ 112533 h 392866"/>
                <a:gd name="connsiteX12" fmla="*/ 140929 w 542911"/>
                <a:gd name="connsiteY12" fmla="*/ 131781 h 392866"/>
                <a:gd name="connsiteX13" fmla="*/ 98849 w 542911"/>
                <a:gd name="connsiteY13" fmla="*/ 160945 h 392866"/>
                <a:gd name="connsiteX14" fmla="*/ 48771 w 542911"/>
                <a:gd name="connsiteY14" fmla="*/ 185110 h 392866"/>
                <a:gd name="connsiteX15" fmla="*/ 18773 w 542911"/>
                <a:gd name="connsiteY15" fmla="*/ 204191 h 392866"/>
                <a:gd name="connsiteX16" fmla="*/ 17940 w 542911"/>
                <a:gd name="connsiteY16" fmla="*/ 206608 h 392866"/>
                <a:gd name="connsiteX17" fmla="*/ 1525 w 542911"/>
                <a:gd name="connsiteY17" fmla="*/ 237105 h 392866"/>
                <a:gd name="connsiteX18" fmla="*/ 1525 w 542911"/>
                <a:gd name="connsiteY18" fmla="*/ 284017 h 392866"/>
                <a:gd name="connsiteX19" fmla="*/ 526 w 542911"/>
                <a:gd name="connsiteY19" fmla="*/ 334846 h 392866"/>
                <a:gd name="connsiteX20" fmla="*/ 11190 w 542911"/>
                <a:gd name="connsiteY20" fmla="*/ 367677 h 392866"/>
                <a:gd name="connsiteX21" fmla="*/ 51687 w 542911"/>
                <a:gd name="connsiteY21" fmla="*/ 386175 h 392866"/>
                <a:gd name="connsiteX22" fmla="*/ 157261 w 542911"/>
                <a:gd name="connsiteY22" fmla="*/ 392841 h 392866"/>
                <a:gd name="connsiteX23" fmla="*/ 276334 w 542911"/>
                <a:gd name="connsiteY23" fmla="*/ 392008 h 392866"/>
                <a:gd name="connsiteX24" fmla="*/ 388573 w 542911"/>
                <a:gd name="connsiteY24" fmla="*/ 385842 h 392866"/>
                <a:gd name="connsiteX25" fmla="*/ 495064 w 542911"/>
                <a:gd name="connsiteY25" fmla="*/ 371510 h 392866"/>
                <a:gd name="connsiteX26" fmla="*/ 538226 w 542911"/>
                <a:gd name="connsiteY26" fmla="*/ 305932 h 392866"/>
                <a:gd name="connsiteX27" fmla="*/ 542893 w 542911"/>
                <a:gd name="connsiteY27" fmla="*/ 197025 h 392866"/>
                <a:gd name="connsiteX28" fmla="*/ 542893 w 542911"/>
                <a:gd name="connsiteY28" fmla="*/ 197025 h 392866"/>
                <a:gd name="connsiteX29" fmla="*/ 352826 w 542911"/>
                <a:gd name="connsiteY29" fmla="*/ 21291 h 392866"/>
                <a:gd name="connsiteX30" fmla="*/ 398323 w 542911"/>
                <a:gd name="connsiteY30" fmla="*/ 15792 h 392866"/>
                <a:gd name="connsiteX31" fmla="*/ 470066 w 542911"/>
                <a:gd name="connsiteY31" fmla="*/ 63454 h 392866"/>
                <a:gd name="connsiteX32" fmla="*/ 514729 w 542911"/>
                <a:gd name="connsiteY32" fmla="*/ 121449 h 392866"/>
                <a:gd name="connsiteX33" fmla="*/ 513646 w 542911"/>
                <a:gd name="connsiteY33" fmla="*/ 120865 h 392866"/>
                <a:gd name="connsiteX34" fmla="*/ 482898 w 542911"/>
                <a:gd name="connsiteY34" fmla="*/ 117532 h 392866"/>
                <a:gd name="connsiteX35" fmla="*/ 463984 w 542911"/>
                <a:gd name="connsiteY35" fmla="*/ 134864 h 392866"/>
                <a:gd name="connsiteX36" fmla="*/ 461400 w 542911"/>
                <a:gd name="connsiteY36" fmla="*/ 141030 h 392866"/>
                <a:gd name="connsiteX37" fmla="*/ 425320 w 542911"/>
                <a:gd name="connsiteY37" fmla="*/ 108367 h 392866"/>
                <a:gd name="connsiteX38" fmla="*/ 344410 w 542911"/>
                <a:gd name="connsiteY38" fmla="*/ 64287 h 392866"/>
                <a:gd name="connsiteX39" fmla="*/ 334078 w 542911"/>
                <a:gd name="connsiteY39" fmla="*/ 46456 h 392866"/>
                <a:gd name="connsiteX40" fmla="*/ 352826 w 542911"/>
                <a:gd name="connsiteY40" fmla="*/ 21291 h 392866"/>
                <a:gd name="connsiteX41" fmla="*/ 352826 w 542911"/>
                <a:gd name="connsiteY41" fmla="*/ 21291 h 392866"/>
                <a:gd name="connsiteX42" fmla="*/ 95184 w 542911"/>
                <a:gd name="connsiteY42" fmla="*/ 176610 h 392866"/>
                <a:gd name="connsiteX43" fmla="*/ 174260 w 542911"/>
                <a:gd name="connsiteY43" fmla="*/ 130698 h 392866"/>
                <a:gd name="connsiteX44" fmla="*/ 244419 w 542911"/>
                <a:gd name="connsiteY44" fmla="*/ 97701 h 392866"/>
                <a:gd name="connsiteX45" fmla="*/ 281417 w 542911"/>
                <a:gd name="connsiteY45" fmla="*/ 74620 h 392866"/>
                <a:gd name="connsiteX46" fmla="*/ 325662 w 542911"/>
                <a:gd name="connsiteY46" fmla="*/ 59204 h 392866"/>
                <a:gd name="connsiteX47" fmla="*/ 337244 w 542911"/>
                <a:gd name="connsiteY47" fmla="*/ 74786 h 392866"/>
                <a:gd name="connsiteX48" fmla="*/ 373409 w 542911"/>
                <a:gd name="connsiteY48" fmla="*/ 99034 h 392866"/>
                <a:gd name="connsiteX49" fmla="*/ 418654 w 542911"/>
                <a:gd name="connsiteY49" fmla="*/ 119699 h 392866"/>
                <a:gd name="connsiteX50" fmla="*/ 448734 w 542911"/>
                <a:gd name="connsiteY50" fmla="*/ 161528 h 392866"/>
                <a:gd name="connsiteX51" fmla="*/ 427820 w 542911"/>
                <a:gd name="connsiteY51" fmla="*/ 169861 h 392866"/>
                <a:gd name="connsiteX52" fmla="*/ 390490 w 542911"/>
                <a:gd name="connsiteY52" fmla="*/ 174111 h 392866"/>
                <a:gd name="connsiteX53" fmla="*/ 276000 w 542911"/>
                <a:gd name="connsiteY53" fmla="*/ 183276 h 392866"/>
                <a:gd name="connsiteX54" fmla="*/ 161094 w 542911"/>
                <a:gd name="connsiteY54" fmla="*/ 192442 h 392866"/>
                <a:gd name="connsiteX55" fmla="*/ 58103 w 542911"/>
                <a:gd name="connsiteY55" fmla="*/ 195192 h 392866"/>
                <a:gd name="connsiteX56" fmla="*/ 95184 w 542911"/>
                <a:gd name="connsiteY56" fmla="*/ 176610 h 392866"/>
                <a:gd name="connsiteX57" fmla="*/ 95184 w 542911"/>
                <a:gd name="connsiteY57" fmla="*/ 176610 h 392866"/>
                <a:gd name="connsiteX58" fmla="*/ 27523 w 542911"/>
                <a:gd name="connsiteY58" fmla="*/ 218190 h 392866"/>
                <a:gd name="connsiteX59" fmla="*/ 68352 w 542911"/>
                <a:gd name="connsiteY59" fmla="*/ 211191 h 392866"/>
                <a:gd name="connsiteX60" fmla="*/ 117182 w 542911"/>
                <a:gd name="connsiteY60" fmla="*/ 209607 h 392866"/>
                <a:gd name="connsiteX61" fmla="*/ 214673 w 542911"/>
                <a:gd name="connsiteY61" fmla="*/ 202775 h 392866"/>
                <a:gd name="connsiteX62" fmla="*/ 308664 w 542911"/>
                <a:gd name="connsiteY62" fmla="*/ 192192 h 392866"/>
                <a:gd name="connsiteX63" fmla="*/ 405489 w 542911"/>
                <a:gd name="connsiteY63" fmla="*/ 184026 h 392866"/>
                <a:gd name="connsiteX64" fmla="*/ 460150 w 542911"/>
                <a:gd name="connsiteY64" fmla="*/ 165611 h 392866"/>
                <a:gd name="connsiteX65" fmla="*/ 467983 w 542911"/>
                <a:gd name="connsiteY65" fmla="*/ 221773 h 392866"/>
                <a:gd name="connsiteX66" fmla="*/ 468067 w 542911"/>
                <a:gd name="connsiteY66" fmla="*/ 223273 h 392866"/>
                <a:gd name="connsiteX67" fmla="*/ 434069 w 542911"/>
                <a:gd name="connsiteY67" fmla="*/ 223523 h 392866"/>
                <a:gd name="connsiteX68" fmla="*/ 383658 w 542911"/>
                <a:gd name="connsiteY68" fmla="*/ 227106 h 392866"/>
                <a:gd name="connsiteX69" fmla="*/ 254419 w 542911"/>
                <a:gd name="connsiteY69" fmla="*/ 247771 h 392866"/>
                <a:gd name="connsiteX70" fmla="*/ 123847 w 542911"/>
                <a:gd name="connsiteY70" fmla="*/ 235938 h 392866"/>
                <a:gd name="connsiteX71" fmla="*/ 14440 w 542911"/>
                <a:gd name="connsiteY71" fmla="*/ 257687 h 392866"/>
                <a:gd name="connsiteX72" fmla="*/ 27523 w 542911"/>
                <a:gd name="connsiteY72" fmla="*/ 218190 h 392866"/>
                <a:gd name="connsiteX73" fmla="*/ 27523 w 542911"/>
                <a:gd name="connsiteY73" fmla="*/ 218190 h 392866"/>
                <a:gd name="connsiteX74" fmla="*/ 132430 w 542911"/>
                <a:gd name="connsiteY74" fmla="*/ 245604 h 392866"/>
                <a:gd name="connsiteX75" fmla="*/ 257168 w 542911"/>
                <a:gd name="connsiteY75" fmla="*/ 256853 h 392866"/>
                <a:gd name="connsiteX76" fmla="*/ 375242 w 542911"/>
                <a:gd name="connsiteY76" fmla="*/ 234689 h 392866"/>
                <a:gd name="connsiteX77" fmla="*/ 425154 w 542911"/>
                <a:gd name="connsiteY77" fmla="*/ 231189 h 392866"/>
                <a:gd name="connsiteX78" fmla="*/ 468399 w 542911"/>
                <a:gd name="connsiteY78" fmla="*/ 232772 h 392866"/>
                <a:gd name="connsiteX79" fmla="*/ 469150 w 542911"/>
                <a:gd name="connsiteY79" fmla="*/ 260770 h 392866"/>
                <a:gd name="connsiteX80" fmla="*/ 470649 w 542911"/>
                <a:gd name="connsiteY80" fmla="*/ 276518 h 392866"/>
                <a:gd name="connsiteX81" fmla="*/ 357660 w 542911"/>
                <a:gd name="connsiteY81" fmla="*/ 274268 h 392866"/>
                <a:gd name="connsiteX82" fmla="*/ 233504 w 542911"/>
                <a:gd name="connsiteY82" fmla="*/ 302099 h 392866"/>
                <a:gd name="connsiteX83" fmla="*/ 98350 w 542911"/>
                <a:gd name="connsiteY83" fmla="*/ 288600 h 392866"/>
                <a:gd name="connsiteX84" fmla="*/ 49520 w 542911"/>
                <a:gd name="connsiteY84" fmla="*/ 283267 h 392866"/>
                <a:gd name="connsiteX85" fmla="*/ 12190 w 542911"/>
                <a:gd name="connsiteY85" fmla="*/ 298683 h 392866"/>
                <a:gd name="connsiteX86" fmla="*/ 14440 w 542911"/>
                <a:gd name="connsiteY86" fmla="*/ 261353 h 392866"/>
                <a:gd name="connsiteX87" fmla="*/ 132430 w 542911"/>
                <a:gd name="connsiteY87" fmla="*/ 245604 h 392866"/>
                <a:gd name="connsiteX88" fmla="*/ 132430 w 542911"/>
                <a:gd name="connsiteY88" fmla="*/ 245604 h 392866"/>
                <a:gd name="connsiteX89" fmla="*/ 12357 w 542911"/>
                <a:gd name="connsiteY89" fmla="*/ 344845 h 392866"/>
                <a:gd name="connsiteX90" fmla="*/ 11774 w 542911"/>
                <a:gd name="connsiteY90" fmla="*/ 302849 h 392866"/>
                <a:gd name="connsiteX91" fmla="*/ 30523 w 542911"/>
                <a:gd name="connsiteY91" fmla="*/ 296100 h 392866"/>
                <a:gd name="connsiteX92" fmla="*/ 61269 w 542911"/>
                <a:gd name="connsiteY92" fmla="*/ 291517 h 392866"/>
                <a:gd name="connsiteX93" fmla="*/ 122680 w 542911"/>
                <a:gd name="connsiteY93" fmla="*/ 302099 h 392866"/>
                <a:gd name="connsiteX94" fmla="*/ 244336 w 542911"/>
                <a:gd name="connsiteY94" fmla="*/ 310265 h 392866"/>
                <a:gd name="connsiteX95" fmla="*/ 363075 w 542911"/>
                <a:gd name="connsiteY95" fmla="*/ 281601 h 392866"/>
                <a:gd name="connsiteX96" fmla="*/ 471399 w 542911"/>
                <a:gd name="connsiteY96" fmla="*/ 286767 h 392866"/>
                <a:gd name="connsiteX97" fmla="*/ 471150 w 542911"/>
                <a:gd name="connsiteY97" fmla="*/ 294100 h 392866"/>
                <a:gd name="connsiteX98" fmla="*/ 406572 w 542911"/>
                <a:gd name="connsiteY98" fmla="*/ 338013 h 392866"/>
                <a:gd name="connsiteX99" fmla="*/ 325163 w 542911"/>
                <a:gd name="connsiteY99" fmla="*/ 345762 h 392866"/>
                <a:gd name="connsiteX100" fmla="*/ 240170 w 542911"/>
                <a:gd name="connsiteY100" fmla="*/ 348095 h 392866"/>
                <a:gd name="connsiteX101" fmla="*/ 158511 w 542911"/>
                <a:gd name="connsiteY101" fmla="*/ 343595 h 392866"/>
                <a:gd name="connsiteX102" fmla="*/ 80185 w 542911"/>
                <a:gd name="connsiteY102" fmla="*/ 343179 h 392866"/>
                <a:gd name="connsiteX103" fmla="*/ 12357 w 542911"/>
                <a:gd name="connsiteY103" fmla="*/ 344845 h 392866"/>
                <a:gd name="connsiteX104" fmla="*/ 12357 w 542911"/>
                <a:gd name="connsiteY104" fmla="*/ 344845 h 392866"/>
                <a:gd name="connsiteX105" fmla="*/ 527311 w 542911"/>
                <a:gd name="connsiteY105" fmla="*/ 231356 h 392866"/>
                <a:gd name="connsiteX106" fmla="*/ 517311 w 542911"/>
                <a:gd name="connsiteY106" fmla="*/ 325597 h 392866"/>
                <a:gd name="connsiteX107" fmla="*/ 488147 w 542911"/>
                <a:gd name="connsiteY107" fmla="*/ 357844 h 392866"/>
                <a:gd name="connsiteX108" fmla="*/ 436819 w 542911"/>
                <a:gd name="connsiteY108" fmla="*/ 366927 h 392866"/>
                <a:gd name="connsiteX109" fmla="*/ 246503 w 542911"/>
                <a:gd name="connsiteY109" fmla="*/ 380425 h 392866"/>
                <a:gd name="connsiteX110" fmla="*/ 150928 w 542911"/>
                <a:gd name="connsiteY110" fmla="*/ 381509 h 392866"/>
                <a:gd name="connsiteX111" fmla="*/ 51687 w 542911"/>
                <a:gd name="connsiteY111" fmla="*/ 375343 h 392866"/>
                <a:gd name="connsiteX112" fmla="*/ 15024 w 542911"/>
                <a:gd name="connsiteY112" fmla="*/ 353261 h 392866"/>
                <a:gd name="connsiteX113" fmla="*/ 139013 w 542911"/>
                <a:gd name="connsiteY113" fmla="*/ 353261 h 392866"/>
                <a:gd name="connsiteX114" fmla="*/ 283166 w 542911"/>
                <a:gd name="connsiteY114" fmla="*/ 357844 h 392866"/>
                <a:gd name="connsiteX115" fmla="*/ 422904 w 542911"/>
                <a:gd name="connsiteY115" fmla="*/ 345012 h 392866"/>
                <a:gd name="connsiteX116" fmla="*/ 470399 w 542911"/>
                <a:gd name="connsiteY116" fmla="*/ 324930 h 392866"/>
                <a:gd name="connsiteX117" fmla="*/ 481732 w 542911"/>
                <a:gd name="connsiteY117" fmla="*/ 280851 h 392866"/>
                <a:gd name="connsiteX118" fmla="*/ 477982 w 542911"/>
                <a:gd name="connsiteY118" fmla="*/ 232939 h 392866"/>
                <a:gd name="connsiteX119" fmla="*/ 477399 w 542911"/>
                <a:gd name="connsiteY119" fmla="*/ 226939 h 392866"/>
                <a:gd name="connsiteX120" fmla="*/ 475483 w 542911"/>
                <a:gd name="connsiteY120" fmla="*/ 211691 h 392866"/>
                <a:gd name="connsiteX121" fmla="*/ 465067 w 542911"/>
                <a:gd name="connsiteY121" fmla="*/ 165778 h 392866"/>
                <a:gd name="connsiteX122" fmla="*/ 479149 w 542911"/>
                <a:gd name="connsiteY122" fmla="*/ 128448 h 392866"/>
                <a:gd name="connsiteX123" fmla="*/ 510813 w 542911"/>
                <a:gd name="connsiteY123" fmla="*/ 125782 h 392866"/>
                <a:gd name="connsiteX124" fmla="*/ 522644 w 542911"/>
                <a:gd name="connsiteY124" fmla="*/ 143863 h 392866"/>
                <a:gd name="connsiteX125" fmla="*/ 527311 w 542911"/>
                <a:gd name="connsiteY125" fmla="*/ 231356 h 392866"/>
                <a:gd name="connsiteX126" fmla="*/ 527311 w 542911"/>
                <a:gd name="connsiteY126" fmla="*/ 231356 h 392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Lst>
              <a:rect l="l" t="t" r="r" b="b"/>
              <a:pathLst>
                <a:path w="542911" h="392866">
                  <a:moveTo>
                    <a:pt x="542893" y="197025"/>
                  </a:moveTo>
                  <a:cubicBezTo>
                    <a:pt x="542810" y="160695"/>
                    <a:pt x="537810" y="123449"/>
                    <a:pt x="515145" y="93701"/>
                  </a:cubicBezTo>
                  <a:cubicBezTo>
                    <a:pt x="493814" y="65787"/>
                    <a:pt x="470649" y="40373"/>
                    <a:pt x="441569" y="20708"/>
                  </a:cubicBezTo>
                  <a:cubicBezTo>
                    <a:pt x="433986" y="15542"/>
                    <a:pt x="425736" y="10875"/>
                    <a:pt x="417071" y="7292"/>
                  </a:cubicBezTo>
                  <a:cubicBezTo>
                    <a:pt x="416904" y="7209"/>
                    <a:pt x="416738" y="7042"/>
                    <a:pt x="416487" y="6959"/>
                  </a:cubicBezTo>
                  <a:cubicBezTo>
                    <a:pt x="416154" y="6876"/>
                    <a:pt x="415821" y="6709"/>
                    <a:pt x="415488" y="6626"/>
                  </a:cubicBezTo>
                  <a:cubicBezTo>
                    <a:pt x="399239" y="126"/>
                    <a:pt x="381741" y="-2373"/>
                    <a:pt x="365076" y="2709"/>
                  </a:cubicBezTo>
                  <a:cubicBezTo>
                    <a:pt x="354743" y="5209"/>
                    <a:pt x="344744" y="10125"/>
                    <a:pt x="334995" y="17708"/>
                  </a:cubicBezTo>
                  <a:cubicBezTo>
                    <a:pt x="323080" y="27041"/>
                    <a:pt x="320163" y="39956"/>
                    <a:pt x="323330" y="52205"/>
                  </a:cubicBezTo>
                  <a:cubicBezTo>
                    <a:pt x="319496" y="52038"/>
                    <a:pt x="315413" y="52538"/>
                    <a:pt x="311747" y="52955"/>
                  </a:cubicBezTo>
                  <a:cubicBezTo>
                    <a:pt x="296832" y="54538"/>
                    <a:pt x="284666" y="60788"/>
                    <a:pt x="271751" y="67787"/>
                  </a:cubicBezTo>
                  <a:cubicBezTo>
                    <a:pt x="242253" y="83535"/>
                    <a:pt x="213923" y="101201"/>
                    <a:pt x="182342" y="112533"/>
                  </a:cubicBezTo>
                  <a:cubicBezTo>
                    <a:pt x="167927" y="117782"/>
                    <a:pt x="153512" y="122865"/>
                    <a:pt x="140929" y="131781"/>
                  </a:cubicBezTo>
                  <a:cubicBezTo>
                    <a:pt x="126930" y="141780"/>
                    <a:pt x="113765" y="152279"/>
                    <a:pt x="98849" y="160945"/>
                  </a:cubicBezTo>
                  <a:cubicBezTo>
                    <a:pt x="82601" y="170444"/>
                    <a:pt x="66602" y="178860"/>
                    <a:pt x="48771" y="185110"/>
                  </a:cubicBezTo>
                  <a:cubicBezTo>
                    <a:pt x="36105" y="189526"/>
                    <a:pt x="27689" y="193859"/>
                    <a:pt x="18773" y="204191"/>
                  </a:cubicBezTo>
                  <a:cubicBezTo>
                    <a:pt x="18107" y="204941"/>
                    <a:pt x="17940" y="205774"/>
                    <a:pt x="17940" y="206608"/>
                  </a:cubicBezTo>
                  <a:cubicBezTo>
                    <a:pt x="8608" y="213190"/>
                    <a:pt x="2358" y="223023"/>
                    <a:pt x="1525" y="237105"/>
                  </a:cubicBezTo>
                  <a:cubicBezTo>
                    <a:pt x="608" y="252687"/>
                    <a:pt x="2025" y="268352"/>
                    <a:pt x="1525" y="284017"/>
                  </a:cubicBezTo>
                  <a:cubicBezTo>
                    <a:pt x="942" y="301016"/>
                    <a:pt x="-891" y="317848"/>
                    <a:pt x="526" y="334846"/>
                  </a:cubicBezTo>
                  <a:cubicBezTo>
                    <a:pt x="1525" y="346678"/>
                    <a:pt x="3025" y="358344"/>
                    <a:pt x="11190" y="367677"/>
                  </a:cubicBezTo>
                  <a:cubicBezTo>
                    <a:pt x="20773" y="378592"/>
                    <a:pt x="37855" y="383508"/>
                    <a:pt x="51687" y="386175"/>
                  </a:cubicBezTo>
                  <a:cubicBezTo>
                    <a:pt x="85935" y="392674"/>
                    <a:pt x="122430" y="392841"/>
                    <a:pt x="157261" y="392841"/>
                  </a:cubicBezTo>
                  <a:cubicBezTo>
                    <a:pt x="196924" y="392924"/>
                    <a:pt x="236587" y="392841"/>
                    <a:pt x="276334" y="392008"/>
                  </a:cubicBezTo>
                  <a:cubicBezTo>
                    <a:pt x="313914" y="391258"/>
                    <a:pt x="351160" y="389591"/>
                    <a:pt x="388573" y="385842"/>
                  </a:cubicBezTo>
                  <a:cubicBezTo>
                    <a:pt x="423653" y="382259"/>
                    <a:pt x="461067" y="381592"/>
                    <a:pt x="495064" y="371510"/>
                  </a:cubicBezTo>
                  <a:cubicBezTo>
                    <a:pt x="525311" y="362594"/>
                    <a:pt x="534227" y="334846"/>
                    <a:pt x="538226" y="305932"/>
                  </a:cubicBezTo>
                  <a:cubicBezTo>
                    <a:pt x="542976" y="269685"/>
                    <a:pt x="542976" y="233189"/>
                    <a:pt x="542893" y="197025"/>
                  </a:cubicBezTo>
                  <a:lnTo>
                    <a:pt x="542893" y="197025"/>
                  </a:lnTo>
                  <a:close/>
                  <a:moveTo>
                    <a:pt x="352826" y="21291"/>
                  </a:moveTo>
                  <a:cubicBezTo>
                    <a:pt x="365993" y="13125"/>
                    <a:pt x="383574" y="12709"/>
                    <a:pt x="398323" y="15792"/>
                  </a:cubicBezTo>
                  <a:cubicBezTo>
                    <a:pt x="426404" y="21624"/>
                    <a:pt x="450318" y="44039"/>
                    <a:pt x="470066" y="63454"/>
                  </a:cubicBezTo>
                  <a:cubicBezTo>
                    <a:pt x="486648" y="79786"/>
                    <a:pt x="504397" y="99617"/>
                    <a:pt x="514729" y="121449"/>
                  </a:cubicBezTo>
                  <a:cubicBezTo>
                    <a:pt x="514395" y="121282"/>
                    <a:pt x="514062" y="121032"/>
                    <a:pt x="513646" y="120865"/>
                  </a:cubicBezTo>
                  <a:cubicBezTo>
                    <a:pt x="502564" y="115366"/>
                    <a:pt x="494731" y="113116"/>
                    <a:pt x="482898" y="117532"/>
                  </a:cubicBezTo>
                  <a:cubicBezTo>
                    <a:pt x="474233" y="120782"/>
                    <a:pt x="468067" y="126615"/>
                    <a:pt x="463984" y="134864"/>
                  </a:cubicBezTo>
                  <a:cubicBezTo>
                    <a:pt x="463066" y="136697"/>
                    <a:pt x="462233" y="138781"/>
                    <a:pt x="461400" y="141030"/>
                  </a:cubicBezTo>
                  <a:cubicBezTo>
                    <a:pt x="454901" y="126782"/>
                    <a:pt x="437152" y="115699"/>
                    <a:pt x="425320" y="108367"/>
                  </a:cubicBezTo>
                  <a:cubicBezTo>
                    <a:pt x="399156" y="91951"/>
                    <a:pt x="366909" y="87285"/>
                    <a:pt x="344410" y="64287"/>
                  </a:cubicBezTo>
                  <a:cubicBezTo>
                    <a:pt x="339828" y="59538"/>
                    <a:pt x="335578" y="53205"/>
                    <a:pt x="334078" y="46456"/>
                  </a:cubicBezTo>
                  <a:cubicBezTo>
                    <a:pt x="335829" y="36456"/>
                    <a:pt x="344078" y="26791"/>
                    <a:pt x="352826" y="21291"/>
                  </a:cubicBezTo>
                  <a:lnTo>
                    <a:pt x="352826" y="21291"/>
                  </a:lnTo>
                  <a:close/>
                  <a:moveTo>
                    <a:pt x="95184" y="176610"/>
                  </a:moveTo>
                  <a:cubicBezTo>
                    <a:pt x="121514" y="160445"/>
                    <a:pt x="144345" y="139614"/>
                    <a:pt x="174260" y="130698"/>
                  </a:cubicBezTo>
                  <a:cubicBezTo>
                    <a:pt x="200508" y="122865"/>
                    <a:pt x="221421" y="112533"/>
                    <a:pt x="244419" y="97701"/>
                  </a:cubicBezTo>
                  <a:cubicBezTo>
                    <a:pt x="256669" y="89785"/>
                    <a:pt x="269085" y="82369"/>
                    <a:pt x="281417" y="74620"/>
                  </a:cubicBezTo>
                  <a:cubicBezTo>
                    <a:pt x="292166" y="67870"/>
                    <a:pt x="310831" y="57455"/>
                    <a:pt x="325662" y="59204"/>
                  </a:cubicBezTo>
                  <a:cubicBezTo>
                    <a:pt x="328329" y="64954"/>
                    <a:pt x="332245" y="70287"/>
                    <a:pt x="337244" y="74786"/>
                  </a:cubicBezTo>
                  <a:cubicBezTo>
                    <a:pt x="348077" y="84535"/>
                    <a:pt x="360493" y="92451"/>
                    <a:pt x="373409" y="99034"/>
                  </a:cubicBezTo>
                  <a:cubicBezTo>
                    <a:pt x="388156" y="106450"/>
                    <a:pt x="404738" y="110950"/>
                    <a:pt x="418654" y="119699"/>
                  </a:cubicBezTo>
                  <a:cubicBezTo>
                    <a:pt x="429736" y="126615"/>
                    <a:pt x="460734" y="145613"/>
                    <a:pt x="448734" y="161528"/>
                  </a:cubicBezTo>
                  <a:cubicBezTo>
                    <a:pt x="444069" y="167778"/>
                    <a:pt x="434902" y="168694"/>
                    <a:pt x="427820" y="169861"/>
                  </a:cubicBezTo>
                  <a:cubicBezTo>
                    <a:pt x="415488" y="171944"/>
                    <a:pt x="402905" y="173027"/>
                    <a:pt x="390490" y="174111"/>
                  </a:cubicBezTo>
                  <a:cubicBezTo>
                    <a:pt x="352327" y="177444"/>
                    <a:pt x="314163" y="179027"/>
                    <a:pt x="276000" y="183276"/>
                  </a:cubicBezTo>
                  <a:cubicBezTo>
                    <a:pt x="237754" y="187526"/>
                    <a:pt x="199590" y="190609"/>
                    <a:pt x="161094" y="192442"/>
                  </a:cubicBezTo>
                  <a:cubicBezTo>
                    <a:pt x="127097" y="194109"/>
                    <a:pt x="92184" y="192276"/>
                    <a:pt x="58103" y="195192"/>
                  </a:cubicBezTo>
                  <a:cubicBezTo>
                    <a:pt x="71518" y="190859"/>
                    <a:pt x="83518" y="183693"/>
                    <a:pt x="95184" y="176610"/>
                  </a:cubicBezTo>
                  <a:lnTo>
                    <a:pt x="95184" y="176610"/>
                  </a:lnTo>
                  <a:close/>
                  <a:moveTo>
                    <a:pt x="27523" y="218190"/>
                  </a:moveTo>
                  <a:cubicBezTo>
                    <a:pt x="39271" y="211024"/>
                    <a:pt x="55187" y="211691"/>
                    <a:pt x="68352" y="211191"/>
                  </a:cubicBezTo>
                  <a:cubicBezTo>
                    <a:pt x="84601" y="210607"/>
                    <a:pt x="100933" y="210441"/>
                    <a:pt x="117182" y="209607"/>
                  </a:cubicBezTo>
                  <a:cubicBezTo>
                    <a:pt x="149678" y="207858"/>
                    <a:pt x="182175" y="205858"/>
                    <a:pt x="214673" y="202775"/>
                  </a:cubicBezTo>
                  <a:cubicBezTo>
                    <a:pt x="246003" y="199775"/>
                    <a:pt x="277250" y="195192"/>
                    <a:pt x="308664" y="192192"/>
                  </a:cubicBezTo>
                  <a:cubicBezTo>
                    <a:pt x="340911" y="189109"/>
                    <a:pt x="373242" y="187776"/>
                    <a:pt x="405489" y="184026"/>
                  </a:cubicBezTo>
                  <a:cubicBezTo>
                    <a:pt x="422820" y="182027"/>
                    <a:pt x="449901" y="181943"/>
                    <a:pt x="460150" y="165611"/>
                  </a:cubicBezTo>
                  <a:cubicBezTo>
                    <a:pt x="464483" y="184026"/>
                    <a:pt x="466817" y="203525"/>
                    <a:pt x="467983" y="221773"/>
                  </a:cubicBezTo>
                  <a:cubicBezTo>
                    <a:pt x="467983" y="222273"/>
                    <a:pt x="468067" y="222773"/>
                    <a:pt x="468067" y="223273"/>
                  </a:cubicBezTo>
                  <a:cubicBezTo>
                    <a:pt x="457317" y="221023"/>
                    <a:pt x="444735" y="223273"/>
                    <a:pt x="434069" y="223523"/>
                  </a:cubicBezTo>
                  <a:cubicBezTo>
                    <a:pt x="417237" y="223856"/>
                    <a:pt x="400239" y="224856"/>
                    <a:pt x="383658" y="227106"/>
                  </a:cubicBezTo>
                  <a:cubicBezTo>
                    <a:pt x="340244" y="232855"/>
                    <a:pt x="298498" y="246188"/>
                    <a:pt x="254419" y="247771"/>
                  </a:cubicBezTo>
                  <a:cubicBezTo>
                    <a:pt x="210173" y="249354"/>
                    <a:pt x="167677" y="238355"/>
                    <a:pt x="123847" y="235938"/>
                  </a:cubicBezTo>
                  <a:cubicBezTo>
                    <a:pt x="85017" y="233772"/>
                    <a:pt x="48687" y="239355"/>
                    <a:pt x="14440" y="257687"/>
                  </a:cubicBezTo>
                  <a:cubicBezTo>
                    <a:pt x="14691" y="243521"/>
                    <a:pt x="14190" y="226356"/>
                    <a:pt x="27523" y="218190"/>
                  </a:cubicBezTo>
                  <a:lnTo>
                    <a:pt x="27523" y="218190"/>
                  </a:lnTo>
                  <a:close/>
                  <a:moveTo>
                    <a:pt x="132430" y="245604"/>
                  </a:moveTo>
                  <a:cubicBezTo>
                    <a:pt x="174260" y="249937"/>
                    <a:pt x="214673" y="258686"/>
                    <a:pt x="257168" y="256853"/>
                  </a:cubicBezTo>
                  <a:cubicBezTo>
                    <a:pt x="297832" y="255020"/>
                    <a:pt x="335161" y="239188"/>
                    <a:pt x="375242" y="234689"/>
                  </a:cubicBezTo>
                  <a:cubicBezTo>
                    <a:pt x="391740" y="232855"/>
                    <a:pt x="408572" y="230856"/>
                    <a:pt x="425154" y="231189"/>
                  </a:cubicBezTo>
                  <a:cubicBezTo>
                    <a:pt x="438736" y="231439"/>
                    <a:pt x="454817" y="229439"/>
                    <a:pt x="468399" y="232772"/>
                  </a:cubicBezTo>
                  <a:cubicBezTo>
                    <a:pt x="468649" y="242105"/>
                    <a:pt x="468649" y="251437"/>
                    <a:pt x="469150" y="260770"/>
                  </a:cubicBezTo>
                  <a:cubicBezTo>
                    <a:pt x="469399" y="265936"/>
                    <a:pt x="470066" y="271269"/>
                    <a:pt x="470649" y="276518"/>
                  </a:cubicBezTo>
                  <a:cubicBezTo>
                    <a:pt x="433153" y="279935"/>
                    <a:pt x="395322" y="270602"/>
                    <a:pt x="357660" y="274268"/>
                  </a:cubicBezTo>
                  <a:cubicBezTo>
                    <a:pt x="315330" y="278435"/>
                    <a:pt x="276417" y="300599"/>
                    <a:pt x="233504" y="302099"/>
                  </a:cubicBezTo>
                  <a:cubicBezTo>
                    <a:pt x="187925" y="303682"/>
                    <a:pt x="143179" y="295850"/>
                    <a:pt x="98350" y="288600"/>
                  </a:cubicBezTo>
                  <a:cubicBezTo>
                    <a:pt x="82268" y="286017"/>
                    <a:pt x="65853" y="281018"/>
                    <a:pt x="49520" y="283267"/>
                  </a:cubicBezTo>
                  <a:cubicBezTo>
                    <a:pt x="34856" y="285351"/>
                    <a:pt x="23357" y="290267"/>
                    <a:pt x="12190" y="298683"/>
                  </a:cubicBezTo>
                  <a:cubicBezTo>
                    <a:pt x="13190" y="286184"/>
                    <a:pt x="14024" y="273852"/>
                    <a:pt x="14440" y="261353"/>
                  </a:cubicBezTo>
                  <a:cubicBezTo>
                    <a:pt x="52437" y="246771"/>
                    <a:pt x="91767" y="241438"/>
                    <a:pt x="132430" y="245604"/>
                  </a:cubicBezTo>
                  <a:lnTo>
                    <a:pt x="132430" y="245604"/>
                  </a:lnTo>
                  <a:close/>
                  <a:moveTo>
                    <a:pt x="12357" y="344845"/>
                  </a:moveTo>
                  <a:cubicBezTo>
                    <a:pt x="9524" y="331347"/>
                    <a:pt x="10608" y="316598"/>
                    <a:pt x="11774" y="302849"/>
                  </a:cubicBezTo>
                  <a:cubicBezTo>
                    <a:pt x="18273" y="301349"/>
                    <a:pt x="23940" y="297933"/>
                    <a:pt x="30523" y="296100"/>
                  </a:cubicBezTo>
                  <a:cubicBezTo>
                    <a:pt x="40438" y="293267"/>
                    <a:pt x="51020" y="291183"/>
                    <a:pt x="61269" y="291517"/>
                  </a:cubicBezTo>
                  <a:cubicBezTo>
                    <a:pt x="81435" y="292183"/>
                    <a:pt x="102765" y="298683"/>
                    <a:pt x="122680" y="302099"/>
                  </a:cubicBezTo>
                  <a:cubicBezTo>
                    <a:pt x="162010" y="308765"/>
                    <a:pt x="204257" y="315015"/>
                    <a:pt x="244336" y="310265"/>
                  </a:cubicBezTo>
                  <a:cubicBezTo>
                    <a:pt x="284999" y="305432"/>
                    <a:pt x="321913" y="284101"/>
                    <a:pt x="363075" y="281601"/>
                  </a:cubicBezTo>
                  <a:cubicBezTo>
                    <a:pt x="399239" y="279351"/>
                    <a:pt x="435236" y="289517"/>
                    <a:pt x="471399" y="286767"/>
                  </a:cubicBezTo>
                  <a:cubicBezTo>
                    <a:pt x="471399" y="289184"/>
                    <a:pt x="471399" y="291683"/>
                    <a:pt x="471150" y="294100"/>
                  </a:cubicBezTo>
                  <a:cubicBezTo>
                    <a:pt x="467483" y="328430"/>
                    <a:pt x="434820" y="333930"/>
                    <a:pt x="406572" y="338013"/>
                  </a:cubicBezTo>
                  <a:cubicBezTo>
                    <a:pt x="379324" y="341929"/>
                    <a:pt x="352494" y="343845"/>
                    <a:pt x="325163" y="345762"/>
                  </a:cubicBezTo>
                  <a:cubicBezTo>
                    <a:pt x="296581" y="347762"/>
                    <a:pt x="268918" y="349761"/>
                    <a:pt x="240170" y="348095"/>
                  </a:cubicBezTo>
                  <a:cubicBezTo>
                    <a:pt x="212923" y="346512"/>
                    <a:pt x="185759" y="345345"/>
                    <a:pt x="158511" y="343595"/>
                  </a:cubicBezTo>
                  <a:cubicBezTo>
                    <a:pt x="132680" y="342012"/>
                    <a:pt x="106015" y="341179"/>
                    <a:pt x="80185" y="343179"/>
                  </a:cubicBezTo>
                  <a:cubicBezTo>
                    <a:pt x="57270" y="344929"/>
                    <a:pt x="35105" y="346345"/>
                    <a:pt x="12357" y="344845"/>
                  </a:cubicBezTo>
                  <a:lnTo>
                    <a:pt x="12357" y="344845"/>
                  </a:lnTo>
                  <a:close/>
                  <a:moveTo>
                    <a:pt x="527311" y="231356"/>
                  </a:moveTo>
                  <a:cubicBezTo>
                    <a:pt x="526811" y="262519"/>
                    <a:pt x="525978" y="295516"/>
                    <a:pt x="517311" y="325597"/>
                  </a:cubicBezTo>
                  <a:cubicBezTo>
                    <a:pt x="512312" y="342929"/>
                    <a:pt x="506063" y="352595"/>
                    <a:pt x="488147" y="357844"/>
                  </a:cubicBezTo>
                  <a:cubicBezTo>
                    <a:pt x="471482" y="362760"/>
                    <a:pt x="454067" y="365010"/>
                    <a:pt x="436819" y="366927"/>
                  </a:cubicBezTo>
                  <a:cubicBezTo>
                    <a:pt x="373325" y="374009"/>
                    <a:pt x="310414" y="379009"/>
                    <a:pt x="246503" y="380425"/>
                  </a:cubicBezTo>
                  <a:cubicBezTo>
                    <a:pt x="214673" y="381175"/>
                    <a:pt x="182841" y="381425"/>
                    <a:pt x="150928" y="381509"/>
                  </a:cubicBezTo>
                  <a:cubicBezTo>
                    <a:pt x="118681" y="381592"/>
                    <a:pt x="83351" y="382425"/>
                    <a:pt x="51687" y="375343"/>
                  </a:cubicBezTo>
                  <a:cubicBezTo>
                    <a:pt x="37021" y="372010"/>
                    <a:pt x="21606" y="367010"/>
                    <a:pt x="15024" y="353261"/>
                  </a:cubicBezTo>
                  <a:cubicBezTo>
                    <a:pt x="56103" y="357094"/>
                    <a:pt x="97683" y="352761"/>
                    <a:pt x="139013" y="353261"/>
                  </a:cubicBezTo>
                  <a:cubicBezTo>
                    <a:pt x="186925" y="353844"/>
                    <a:pt x="235170" y="360011"/>
                    <a:pt x="283166" y="357844"/>
                  </a:cubicBezTo>
                  <a:cubicBezTo>
                    <a:pt x="329912" y="355678"/>
                    <a:pt x="376492" y="351428"/>
                    <a:pt x="422904" y="345012"/>
                  </a:cubicBezTo>
                  <a:cubicBezTo>
                    <a:pt x="439986" y="342679"/>
                    <a:pt x="458567" y="338596"/>
                    <a:pt x="470399" y="324930"/>
                  </a:cubicBezTo>
                  <a:cubicBezTo>
                    <a:pt x="480982" y="312765"/>
                    <a:pt x="483315" y="296350"/>
                    <a:pt x="481732" y="280851"/>
                  </a:cubicBezTo>
                  <a:cubicBezTo>
                    <a:pt x="480148" y="264936"/>
                    <a:pt x="479399" y="248854"/>
                    <a:pt x="477982" y="232939"/>
                  </a:cubicBezTo>
                  <a:cubicBezTo>
                    <a:pt x="479232" y="231189"/>
                    <a:pt x="479315" y="228439"/>
                    <a:pt x="477399" y="226939"/>
                  </a:cubicBezTo>
                  <a:cubicBezTo>
                    <a:pt x="476899" y="221856"/>
                    <a:pt x="476232" y="216774"/>
                    <a:pt x="475483" y="211691"/>
                  </a:cubicBezTo>
                  <a:cubicBezTo>
                    <a:pt x="473149" y="196775"/>
                    <a:pt x="470649" y="180443"/>
                    <a:pt x="465067" y="165778"/>
                  </a:cubicBezTo>
                  <a:cubicBezTo>
                    <a:pt x="473066" y="154446"/>
                    <a:pt x="469733" y="139280"/>
                    <a:pt x="479149" y="128448"/>
                  </a:cubicBezTo>
                  <a:cubicBezTo>
                    <a:pt x="487481" y="118949"/>
                    <a:pt x="500646" y="119366"/>
                    <a:pt x="510813" y="125782"/>
                  </a:cubicBezTo>
                  <a:cubicBezTo>
                    <a:pt x="518228" y="130531"/>
                    <a:pt x="517812" y="137197"/>
                    <a:pt x="522644" y="143863"/>
                  </a:cubicBezTo>
                  <a:cubicBezTo>
                    <a:pt x="529478" y="172361"/>
                    <a:pt x="527811" y="202358"/>
                    <a:pt x="527311" y="231356"/>
                  </a:cubicBezTo>
                  <a:lnTo>
                    <a:pt x="527311" y="231356"/>
                  </a:lnTo>
                  <a:close/>
                </a:path>
              </a:pathLst>
            </a:custGeom>
            <a:grpFill/>
            <a:ln w="8332" cap="flat">
              <a:noFill/>
              <a:prstDash val="solid"/>
              <a:miter/>
            </a:ln>
          </p:spPr>
          <p:txBody>
            <a:bodyPr rtlCol="0" anchor="ctr"/>
            <a:lstStyle/>
            <a:p>
              <a:endParaRPr lang="en-US"/>
            </a:p>
          </p:txBody>
        </p:sp>
        <p:sp>
          <p:nvSpPr>
            <p:cNvPr id="2148" name="Freeform: Shape 2147"/>
            <p:cNvSpPr/>
            <p:nvPr/>
          </p:nvSpPr>
          <p:spPr>
            <a:xfrm>
              <a:off x="8303581" y="3828289"/>
              <a:ext cx="542893" cy="392866"/>
            </a:xfrm>
            <a:custGeom>
              <a:avLst/>
              <a:gdLst>
                <a:gd name="connsiteX0" fmla="*/ 542894 w 542893"/>
                <a:gd name="connsiteY0" fmla="*/ 197025 h 392866"/>
                <a:gd name="connsiteX1" fmla="*/ 515145 w 542893"/>
                <a:gd name="connsiteY1" fmla="*/ 93701 h 392866"/>
                <a:gd name="connsiteX2" fmla="*/ 441569 w 542893"/>
                <a:gd name="connsiteY2" fmla="*/ 20708 h 392866"/>
                <a:gd name="connsiteX3" fmla="*/ 417072 w 542893"/>
                <a:gd name="connsiteY3" fmla="*/ 7292 h 392866"/>
                <a:gd name="connsiteX4" fmla="*/ 416488 w 542893"/>
                <a:gd name="connsiteY4" fmla="*/ 6959 h 392866"/>
                <a:gd name="connsiteX5" fmla="*/ 415488 w 542893"/>
                <a:gd name="connsiteY5" fmla="*/ 6626 h 392866"/>
                <a:gd name="connsiteX6" fmla="*/ 365075 w 542893"/>
                <a:gd name="connsiteY6" fmla="*/ 2709 h 392866"/>
                <a:gd name="connsiteX7" fmla="*/ 334995 w 542893"/>
                <a:gd name="connsiteY7" fmla="*/ 17708 h 392866"/>
                <a:gd name="connsiteX8" fmla="*/ 323330 w 542893"/>
                <a:gd name="connsiteY8" fmla="*/ 52205 h 392866"/>
                <a:gd name="connsiteX9" fmla="*/ 311748 w 542893"/>
                <a:gd name="connsiteY9" fmla="*/ 52955 h 392866"/>
                <a:gd name="connsiteX10" fmla="*/ 271751 w 542893"/>
                <a:gd name="connsiteY10" fmla="*/ 67787 h 392866"/>
                <a:gd name="connsiteX11" fmla="*/ 182342 w 542893"/>
                <a:gd name="connsiteY11" fmla="*/ 112533 h 392866"/>
                <a:gd name="connsiteX12" fmla="*/ 140930 w 542893"/>
                <a:gd name="connsiteY12" fmla="*/ 131781 h 392866"/>
                <a:gd name="connsiteX13" fmla="*/ 98850 w 542893"/>
                <a:gd name="connsiteY13" fmla="*/ 160945 h 392866"/>
                <a:gd name="connsiteX14" fmla="*/ 48771 w 542893"/>
                <a:gd name="connsiteY14" fmla="*/ 185110 h 392866"/>
                <a:gd name="connsiteX15" fmla="*/ 18774 w 542893"/>
                <a:gd name="connsiteY15" fmla="*/ 204191 h 392866"/>
                <a:gd name="connsiteX16" fmla="*/ 17941 w 542893"/>
                <a:gd name="connsiteY16" fmla="*/ 206607 h 392866"/>
                <a:gd name="connsiteX17" fmla="*/ 1525 w 542893"/>
                <a:gd name="connsiteY17" fmla="*/ 237105 h 392866"/>
                <a:gd name="connsiteX18" fmla="*/ 1525 w 542893"/>
                <a:gd name="connsiteY18" fmla="*/ 284017 h 392866"/>
                <a:gd name="connsiteX19" fmla="*/ 525 w 542893"/>
                <a:gd name="connsiteY19" fmla="*/ 334846 h 392866"/>
                <a:gd name="connsiteX20" fmla="*/ 11191 w 542893"/>
                <a:gd name="connsiteY20" fmla="*/ 367676 h 392866"/>
                <a:gd name="connsiteX21" fmla="*/ 51687 w 542893"/>
                <a:gd name="connsiteY21" fmla="*/ 386175 h 392866"/>
                <a:gd name="connsiteX22" fmla="*/ 157261 w 542893"/>
                <a:gd name="connsiteY22" fmla="*/ 392841 h 392866"/>
                <a:gd name="connsiteX23" fmla="*/ 276334 w 542893"/>
                <a:gd name="connsiteY23" fmla="*/ 392007 h 392866"/>
                <a:gd name="connsiteX24" fmla="*/ 388574 w 542893"/>
                <a:gd name="connsiteY24" fmla="*/ 385841 h 392866"/>
                <a:gd name="connsiteX25" fmla="*/ 495065 w 542893"/>
                <a:gd name="connsiteY25" fmla="*/ 371510 h 392866"/>
                <a:gd name="connsiteX26" fmla="*/ 538227 w 542893"/>
                <a:gd name="connsiteY26" fmla="*/ 305932 h 392866"/>
                <a:gd name="connsiteX27" fmla="*/ 542894 w 542893"/>
                <a:gd name="connsiteY27" fmla="*/ 197025 h 392866"/>
                <a:gd name="connsiteX28" fmla="*/ 542894 w 542893"/>
                <a:gd name="connsiteY28" fmla="*/ 197025 h 392866"/>
                <a:gd name="connsiteX29" fmla="*/ 352910 w 542893"/>
                <a:gd name="connsiteY29" fmla="*/ 21374 h 392866"/>
                <a:gd name="connsiteX30" fmla="*/ 398406 w 542893"/>
                <a:gd name="connsiteY30" fmla="*/ 15875 h 392866"/>
                <a:gd name="connsiteX31" fmla="*/ 470150 w 542893"/>
                <a:gd name="connsiteY31" fmla="*/ 63537 h 392866"/>
                <a:gd name="connsiteX32" fmla="*/ 514813 w 542893"/>
                <a:gd name="connsiteY32" fmla="*/ 121532 h 392866"/>
                <a:gd name="connsiteX33" fmla="*/ 513729 w 542893"/>
                <a:gd name="connsiteY33" fmla="*/ 120949 h 392866"/>
                <a:gd name="connsiteX34" fmla="*/ 482982 w 542893"/>
                <a:gd name="connsiteY34" fmla="*/ 117616 h 392866"/>
                <a:gd name="connsiteX35" fmla="*/ 464067 w 542893"/>
                <a:gd name="connsiteY35" fmla="*/ 134947 h 392866"/>
                <a:gd name="connsiteX36" fmla="*/ 461484 w 542893"/>
                <a:gd name="connsiteY36" fmla="*/ 141113 h 392866"/>
                <a:gd name="connsiteX37" fmla="*/ 425487 w 542893"/>
                <a:gd name="connsiteY37" fmla="*/ 108450 h 392866"/>
                <a:gd name="connsiteX38" fmla="*/ 344578 w 542893"/>
                <a:gd name="connsiteY38" fmla="*/ 64371 h 392866"/>
                <a:gd name="connsiteX39" fmla="*/ 334245 w 542893"/>
                <a:gd name="connsiteY39" fmla="*/ 46539 h 392866"/>
                <a:gd name="connsiteX40" fmla="*/ 352910 w 542893"/>
                <a:gd name="connsiteY40" fmla="*/ 21374 h 392866"/>
                <a:gd name="connsiteX41" fmla="*/ 352910 w 542893"/>
                <a:gd name="connsiteY41" fmla="*/ 21374 h 392866"/>
                <a:gd name="connsiteX42" fmla="*/ 95266 w 542893"/>
                <a:gd name="connsiteY42" fmla="*/ 176610 h 392866"/>
                <a:gd name="connsiteX43" fmla="*/ 174344 w 542893"/>
                <a:gd name="connsiteY43" fmla="*/ 130698 h 392866"/>
                <a:gd name="connsiteX44" fmla="*/ 244503 w 542893"/>
                <a:gd name="connsiteY44" fmla="*/ 97701 h 392866"/>
                <a:gd name="connsiteX45" fmla="*/ 281500 w 542893"/>
                <a:gd name="connsiteY45" fmla="*/ 74620 h 392866"/>
                <a:gd name="connsiteX46" fmla="*/ 325746 w 542893"/>
                <a:gd name="connsiteY46" fmla="*/ 59287 h 392866"/>
                <a:gd name="connsiteX47" fmla="*/ 337328 w 542893"/>
                <a:gd name="connsiteY47" fmla="*/ 74869 h 392866"/>
                <a:gd name="connsiteX48" fmla="*/ 373491 w 542893"/>
                <a:gd name="connsiteY48" fmla="*/ 99117 h 392866"/>
                <a:gd name="connsiteX49" fmla="*/ 418738 w 542893"/>
                <a:gd name="connsiteY49" fmla="*/ 119782 h 392866"/>
                <a:gd name="connsiteX50" fmla="*/ 448818 w 542893"/>
                <a:gd name="connsiteY50" fmla="*/ 161612 h 392866"/>
                <a:gd name="connsiteX51" fmla="*/ 427903 w 542893"/>
                <a:gd name="connsiteY51" fmla="*/ 169944 h 392866"/>
                <a:gd name="connsiteX52" fmla="*/ 390574 w 542893"/>
                <a:gd name="connsiteY52" fmla="*/ 174194 h 392866"/>
                <a:gd name="connsiteX53" fmla="*/ 276084 w 542893"/>
                <a:gd name="connsiteY53" fmla="*/ 183360 h 392866"/>
                <a:gd name="connsiteX54" fmla="*/ 161261 w 542893"/>
                <a:gd name="connsiteY54" fmla="*/ 192526 h 392866"/>
                <a:gd name="connsiteX55" fmla="*/ 58270 w 542893"/>
                <a:gd name="connsiteY55" fmla="*/ 195275 h 392866"/>
                <a:gd name="connsiteX56" fmla="*/ 95266 w 542893"/>
                <a:gd name="connsiteY56" fmla="*/ 176610 h 392866"/>
                <a:gd name="connsiteX57" fmla="*/ 95266 w 542893"/>
                <a:gd name="connsiteY57" fmla="*/ 176610 h 392866"/>
                <a:gd name="connsiteX58" fmla="*/ 27440 w 542893"/>
                <a:gd name="connsiteY58" fmla="*/ 218273 h 392866"/>
                <a:gd name="connsiteX59" fmla="*/ 68269 w 542893"/>
                <a:gd name="connsiteY59" fmla="*/ 211274 h 392866"/>
                <a:gd name="connsiteX60" fmla="*/ 117099 w 542893"/>
                <a:gd name="connsiteY60" fmla="*/ 209691 h 392866"/>
                <a:gd name="connsiteX61" fmla="*/ 214590 w 542893"/>
                <a:gd name="connsiteY61" fmla="*/ 202858 h 392866"/>
                <a:gd name="connsiteX62" fmla="*/ 308581 w 542893"/>
                <a:gd name="connsiteY62" fmla="*/ 192276 h 392866"/>
                <a:gd name="connsiteX63" fmla="*/ 405406 w 542893"/>
                <a:gd name="connsiteY63" fmla="*/ 184110 h 392866"/>
                <a:gd name="connsiteX64" fmla="*/ 460067 w 542893"/>
                <a:gd name="connsiteY64" fmla="*/ 165695 h 392866"/>
                <a:gd name="connsiteX65" fmla="*/ 467900 w 542893"/>
                <a:gd name="connsiteY65" fmla="*/ 221856 h 392866"/>
                <a:gd name="connsiteX66" fmla="*/ 467984 w 542893"/>
                <a:gd name="connsiteY66" fmla="*/ 223356 h 392866"/>
                <a:gd name="connsiteX67" fmla="*/ 433986 w 542893"/>
                <a:gd name="connsiteY67" fmla="*/ 223606 h 392866"/>
                <a:gd name="connsiteX68" fmla="*/ 383575 w 542893"/>
                <a:gd name="connsiteY68" fmla="*/ 227189 h 392866"/>
                <a:gd name="connsiteX69" fmla="*/ 254336 w 542893"/>
                <a:gd name="connsiteY69" fmla="*/ 247854 h 392866"/>
                <a:gd name="connsiteX70" fmla="*/ 123764 w 542893"/>
                <a:gd name="connsiteY70" fmla="*/ 236022 h 392866"/>
                <a:gd name="connsiteX71" fmla="*/ 14357 w 542893"/>
                <a:gd name="connsiteY71" fmla="*/ 257770 h 392866"/>
                <a:gd name="connsiteX72" fmla="*/ 27440 w 542893"/>
                <a:gd name="connsiteY72" fmla="*/ 218273 h 392866"/>
                <a:gd name="connsiteX73" fmla="*/ 27440 w 542893"/>
                <a:gd name="connsiteY73" fmla="*/ 218273 h 392866"/>
                <a:gd name="connsiteX74" fmla="*/ 132430 w 542893"/>
                <a:gd name="connsiteY74" fmla="*/ 245604 h 392866"/>
                <a:gd name="connsiteX75" fmla="*/ 257169 w 542893"/>
                <a:gd name="connsiteY75" fmla="*/ 256853 h 392866"/>
                <a:gd name="connsiteX76" fmla="*/ 375242 w 542893"/>
                <a:gd name="connsiteY76" fmla="*/ 234689 h 392866"/>
                <a:gd name="connsiteX77" fmla="*/ 425154 w 542893"/>
                <a:gd name="connsiteY77" fmla="*/ 231189 h 392866"/>
                <a:gd name="connsiteX78" fmla="*/ 468400 w 542893"/>
                <a:gd name="connsiteY78" fmla="*/ 232772 h 392866"/>
                <a:gd name="connsiteX79" fmla="*/ 469150 w 542893"/>
                <a:gd name="connsiteY79" fmla="*/ 260769 h 392866"/>
                <a:gd name="connsiteX80" fmla="*/ 470650 w 542893"/>
                <a:gd name="connsiteY80" fmla="*/ 276518 h 392866"/>
                <a:gd name="connsiteX81" fmla="*/ 357660 w 542893"/>
                <a:gd name="connsiteY81" fmla="*/ 274268 h 392866"/>
                <a:gd name="connsiteX82" fmla="*/ 233505 w 542893"/>
                <a:gd name="connsiteY82" fmla="*/ 302099 h 392866"/>
                <a:gd name="connsiteX83" fmla="*/ 98350 w 542893"/>
                <a:gd name="connsiteY83" fmla="*/ 288600 h 392866"/>
                <a:gd name="connsiteX84" fmla="*/ 49521 w 542893"/>
                <a:gd name="connsiteY84" fmla="*/ 283267 h 392866"/>
                <a:gd name="connsiteX85" fmla="*/ 12191 w 542893"/>
                <a:gd name="connsiteY85" fmla="*/ 298683 h 392866"/>
                <a:gd name="connsiteX86" fmla="*/ 14441 w 542893"/>
                <a:gd name="connsiteY86" fmla="*/ 261353 h 392866"/>
                <a:gd name="connsiteX87" fmla="*/ 132430 w 542893"/>
                <a:gd name="connsiteY87" fmla="*/ 245604 h 392866"/>
                <a:gd name="connsiteX88" fmla="*/ 132430 w 542893"/>
                <a:gd name="connsiteY88" fmla="*/ 245604 h 392866"/>
                <a:gd name="connsiteX89" fmla="*/ 12358 w 542893"/>
                <a:gd name="connsiteY89" fmla="*/ 344845 h 392866"/>
                <a:gd name="connsiteX90" fmla="*/ 11775 w 542893"/>
                <a:gd name="connsiteY90" fmla="*/ 302849 h 392866"/>
                <a:gd name="connsiteX91" fmla="*/ 30523 w 542893"/>
                <a:gd name="connsiteY91" fmla="*/ 296100 h 392866"/>
                <a:gd name="connsiteX92" fmla="*/ 61270 w 542893"/>
                <a:gd name="connsiteY92" fmla="*/ 291516 h 392866"/>
                <a:gd name="connsiteX93" fmla="*/ 122681 w 542893"/>
                <a:gd name="connsiteY93" fmla="*/ 302099 h 392866"/>
                <a:gd name="connsiteX94" fmla="*/ 244336 w 542893"/>
                <a:gd name="connsiteY94" fmla="*/ 310265 h 392866"/>
                <a:gd name="connsiteX95" fmla="*/ 363076 w 542893"/>
                <a:gd name="connsiteY95" fmla="*/ 281601 h 392866"/>
                <a:gd name="connsiteX96" fmla="*/ 471399 w 542893"/>
                <a:gd name="connsiteY96" fmla="*/ 286767 h 392866"/>
                <a:gd name="connsiteX97" fmla="*/ 471150 w 542893"/>
                <a:gd name="connsiteY97" fmla="*/ 294100 h 392866"/>
                <a:gd name="connsiteX98" fmla="*/ 406573 w 542893"/>
                <a:gd name="connsiteY98" fmla="*/ 338012 h 392866"/>
                <a:gd name="connsiteX99" fmla="*/ 325163 w 542893"/>
                <a:gd name="connsiteY99" fmla="*/ 345762 h 392866"/>
                <a:gd name="connsiteX100" fmla="*/ 240170 w 542893"/>
                <a:gd name="connsiteY100" fmla="*/ 348095 h 392866"/>
                <a:gd name="connsiteX101" fmla="*/ 158511 w 542893"/>
                <a:gd name="connsiteY101" fmla="*/ 343595 h 392866"/>
                <a:gd name="connsiteX102" fmla="*/ 80185 w 542893"/>
                <a:gd name="connsiteY102" fmla="*/ 343179 h 392866"/>
                <a:gd name="connsiteX103" fmla="*/ 12358 w 542893"/>
                <a:gd name="connsiteY103" fmla="*/ 344845 h 392866"/>
                <a:gd name="connsiteX104" fmla="*/ 12358 w 542893"/>
                <a:gd name="connsiteY104" fmla="*/ 344845 h 392866"/>
                <a:gd name="connsiteX105" fmla="*/ 527228 w 542893"/>
                <a:gd name="connsiteY105" fmla="*/ 231355 h 392866"/>
                <a:gd name="connsiteX106" fmla="*/ 517228 w 542893"/>
                <a:gd name="connsiteY106" fmla="*/ 325597 h 392866"/>
                <a:gd name="connsiteX107" fmla="*/ 488064 w 542893"/>
                <a:gd name="connsiteY107" fmla="*/ 357844 h 392866"/>
                <a:gd name="connsiteX108" fmla="*/ 436736 w 542893"/>
                <a:gd name="connsiteY108" fmla="*/ 366927 h 392866"/>
                <a:gd name="connsiteX109" fmla="*/ 246420 w 542893"/>
                <a:gd name="connsiteY109" fmla="*/ 380425 h 392866"/>
                <a:gd name="connsiteX110" fmla="*/ 150845 w 542893"/>
                <a:gd name="connsiteY110" fmla="*/ 381509 h 392866"/>
                <a:gd name="connsiteX111" fmla="*/ 51604 w 542893"/>
                <a:gd name="connsiteY111" fmla="*/ 375342 h 392866"/>
                <a:gd name="connsiteX112" fmla="*/ 14941 w 542893"/>
                <a:gd name="connsiteY112" fmla="*/ 353261 h 392866"/>
                <a:gd name="connsiteX113" fmla="*/ 138930 w 542893"/>
                <a:gd name="connsiteY113" fmla="*/ 353261 h 392866"/>
                <a:gd name="connsiteX114" fmla="*/ 283083 w 542893"/>
                <a:gd name="connsiteY114" fmla="*/ 357844 h 392866"/>
                <a:gd name="connsiteX115" fmla="*/ 422821 w 542893"/>
                <a:gd name="connsiteY115" fmla="*/ 345012 h 392866"/>
                <a:gd name="connsiteX116" fmla="*/ 470316 w 542893"/>
                <a:gd name="connsiteY116" fmla="*/ 324930 h 392866"/>
                <a:gd name="connsiteX117" fmla="*/ 481649 w 542893"/>
                <a:gd name="connsiteY117" fmla="*/ 280851 h 392866"/>
                <a:gd name="connsiteX118" fmla="*/ 477899 w 542893"/>
                <a:gd name="connsiteY118" fmla="*/ 232939 h 392866"/>
                <a:gd name="connsiteX119" fmla="*/ 477316 w 542893"/>
                <a:gd name="connsiteY119" fmla="*/ 226939 h 392866"/>
                <a:gd name="connsiteX120" fmla="*/ 475400 w 542893"/>
                <a:gd name="connsiteY120" fmla="*/ 211691 h 392866"/>
                <a:gd name="connsiteX121" fmla="*/ 464984 w 542893"/>
                <a:gd name="connsiteY121" fmla="*/ 165778 h 392866"/>
                <a:gd name="connsiteX122" fmla="*/ 479066 w 542893"/>
                <a:gd name="connsiteY122" fmla="*/ 128448 h 392866"/>
                <a:gd name="connsiteX123" fmla="*/ 510730 w 542893"/>
                <a:gd name="connsiteY123" fmla="*/ 125782 h 392866"/>
                <a:gd name="connsiteX124" fmla="*/ 522561 w 542893"/>
                <a:gd name="connsiteY124" fmla="*/ 143863 h 392866"/>
                <a:gd name="connsiteX125" fmla="*/ 527228 w 542893"/>
                <a:gd name="connsiteY125" fmla="*/ 231355 h 392866"/>
                <a:gd name="connsiteX126" fmla="*/ 527228 w 542893"/>
                <a:gd name="connsiteY126" fmla="*/ 231355 h 392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Lst>
              <a:rect l="l" t="t" r="r" b="b"/>
              <a:pathLst>
                <a:path w="542893" h="392866">
                  <a:moveTo>
                    <a:pt x="542894" y="197025"/>
                  </a:moveTo>
                  <a:cubicBezTo>
                    <a:pt x="542810" y="160695"/>
                    <a:pt x="537811" y="123448"/>
                    <a:pt x="515145" y="93701"/>
                  </a:cubicBezTo>
                  <a:cubicBezTo>
                    <a:pt x="493814" y="65787"/>
                    <a:pt x="470650" y="40373"/>
                    <a:pt x="441569" y="20708"/>
                  </a:cubicBezTo>
                  <a:cubicBezTo>
                    <a:pt x="433986" y="15542"/>
                    <a:pt x="425737" y="10875"/>
                    <a:pt x="417072" y="7292"/>
                  </a:cubicBezTo>
                  <a:cubicBezTo>
                    <a:pt x="416905" y="7209"/>
                    <a:pt x="416738" y="7042"/>
                    <a:pt x="416488" y="6959"/>
                  </a:cubicBezTo>
                  <a:cubicBezTo>
                    <a:pt x="416154" y="6876"/>
                    <a:pt x="415822" y="6709"/>
                    <a:pt x="415488" y="6626"/>
                  </a:cubicBezTo>
                  <a:cubicBezTo>
                    <a:pt x="399240" y="126"/>
                    <a:pt x="381741" y="-2373"/>
                    <a:pt x="365075" y="2709"/>
                  </a:cubicBezTo>
                  <a:cubicBezTo>
                    <a:pt x="354743" y="5209"/>
                    <a:pt x="344744" y="10126"/>
                    <a:pt x="334995" y="17708"/>
                  </a:cubicBezTo>
                  <a:cubicBezTo>
                    <a:pt x="323080" y="27041"/>
                    <a:pt x="320164" y="39956"/>
                    <a:pt x="323330" y="52205"/>
                  </a:cubicBezTo>
                  <a:cubicBezTo>
                    <a:pt x="319496" y="52038"/>
                    <a:pt x="315414" y="52538"/>
                    <a:pt x="311748" y="52955"/>
                  </a:cubicBezTo>
                  <a:cubicBezTo>
                    <a:pt x="296832" y="54538"/>
                    <a:pt x="284667" y="60787"/>
                    <a:pt x="271751" y="67787"/>
                  </a:cubicBezTo>
                  <a:cubicBezTo>
                    <a:pt x="242253" y="83536"/>
                    <a:pt x="213923" y="101201"/>
                    <a:pt x="182342" y="112533"/>
                  </a:cubicBezTo>
                  <a:cubicBezTo>
                    <a:pt x="167927" y="117699"/>
                    <a:pt x="153512" y="122865"/>
                    <a:pt x="140930" y="131781"/>
                  </a:cubicBezTo>
                  <a:cubicBezTo>
                    <a:pt x="126931" y="141780"/>
                    <a:pt x="113765" y="152279"/>
                    <a:pt x="98850" y="160945"/>
                  </a:cubicBezTo>
                  <a:cubicBezTo>
                    <a:pt x="82602" y="170444"/>
                    <a:pt x="66603" y="178860"/>
                    <a:pt x="48771" y="185110"/>
                  </a:cubicBezTo>
                  <a:cubicBezTo>
                    <a:pt x="36105" y="189526"/>
                    <a:pt x="27689" y="193859"/>
                    <a:pt x="18774" y="204191"/>
                  </a:cubicBezTo>
                  <a:cubicBezTo>
                    <a:pt x="18108" y="204941"/>
                    <a:pt x="17941" y="205774"/>
                    <a:pt x="17941" y="206607"/>
                  </a:cubicBezTo>
                  <a:cubicBezTo>
                    <a:pt x="8608" y="213191"/>
                    <a:pt x="2359" y="223023"/>
                    <a:pt x="1525" y="237105"/>
                  </a:cubicBezTo>
                  <a:cubicBezTo>
                    <a:pt x="608" y="252687"/>
                    <a:pt x="2025" y="268352"/>
                    <a:pt x="1525" y="284017"/>
                  </a:cubicBezTo>
                  <a:cubicBezTo>
                    <a:pt x="942" y="301016"/>
                    <a:pt x="-891" y="317848"/>
                    <a:pt x="525" y="334846"/>
                  </a:cubicBezTo>
                  <a:cubicBezTo>
                    <a:pt x="1525" y="346679"/>
                    <a:pt x="3025" y="358344"/>
                    <a:pt x="11191" y="367676"/>
                  </a:cubicBezTo>
                  <a:cubicBezTo>
                    <a:pt x="20774" y="378592"/>
                    <a:pt x="37856" y="383509"/>
                    <a:pt x="51687" y="386175"/>
                  </a:cubicBezTo>
                  <a:cubicBezTo>
                    <a:pt x="85934" y="392674"/>
                    <a:pt x="122431" y="392841"/>
                    <a:pt x="157261" y="392841"/>
                  </a:cubicBezTo>
                  <a:cubicBezTo>
                    <a:pt x="196924" y="392924"/>
                    <a:pt x="236588" y="392841"/>
                    <a:pt x="276334" y="392007"/>
                  </a:cubicBezTo>
                  <a:cubicBezTo>
                    <a:pt x="313914" y="391258"/>
                    <a:pt x="351161" y="389591"/>
                    <a:pt x="388574" y="385841"/>
                  </a:cubicBezTo>
                  <a:cubicBezTo>
                    <a:pt x="423654" y="382258"/>
                    <a:pt x="461067" y="381592"/>
                    <a:pt x="495065" y="371510"/>
                  </a:cubicBezTo>
                  <a:cubicBezTo>
                    <a:pt x="525312" y="362594"/>
                    <a:pt x="534227" y="334846"/>
                    <a:pt x="538227" y="305932"/>
                  </a:cubicBezTo>
                  <a:cubicBezTo>
                    <a:pt x="542894" y="269685"/>
                    <a:pt x="542894" y="233188"/>
                    <a:pt x="542894" y="197025"/>
                  </a:cubicBezTo>
                  <a:lnTo>
                    <a:pt x="542894" y="197025"/>
                  </a:lnTo>
                  <a:close/>
                  <a:moveTo>
                    <a:pt x="352910" y="21374"/>
                  </a:moveTo>
                  <a:cubicBezTo>
                    <a:pt x="366075" y="13209"/>
                    <a:pt x="383658" y="12792"/>
                    <a:pt x="398406" y="15875"/>
                  </a:cubicBezTo>
                  <a:cubicBezTo>
                    <a:pt x="426487" y="21708"/>
                    <a:pt x="450402" y="44122"/>
                    <a:pt x="470150" y="63537"/>
                  </a:cubicBezTo>
                  <a:cubicBezTo>
                    <a:pt x="486732" y="79869"/>
                    <a:pt x="504480" y="99701"/>
                    <a:pt x="514813" y="121532"/>
                  </a:cubicBezTo>
                  <a:cubicBezTo>
                    <a:pt x="514479" y="121365"/>
                    <a:pt x="514145" y="121116"/>
                    <a:pt x="513729" y="120949"/>
                  </a:cubicBezTo>
                  <a:cubicBezTo>
                    <a:pt x="502646" y="115449"/>
                    <a:pt x="494814" y="113200"/>
                    <a:pt x="482982" y="117616"/>
                  </a:cubicBezTo>
                  <a:cubicBezTo>
                    <a:pt x="474317" y="120865"/>
                    <a:pt x="468149" y="126698"/>
                    <a:pt x="464067" y="134947"/>
                  </a:cubicBezTo>
                  <a:cubicBezTo>
                    <a:pt x="463150" y="136781"/>
                    <a:pt x="462317" y="138864"/>
                    <a:pt x="461484" y="141113"/>
                  </a:cubicBezTo>
                  <a:cubicBezTo>
                    <a:pt x="454984" y="126865"/>
                    <a:pt x="437236" y="115783"/>
                    <a:pt x="425487" y="108450"/>
                  </a:cubicBezTo>
                  <a:cubicBezTo>
                    <a:pt x="399323" y="92034"/>
                    <a:pt x="367076" y="87368"/>
                    <a:pt x="344578" y="64371"/>
                  </a:cubicBezTo>
                  <a:cubicBezTo>
                    <a:pt x="339995" y="59621"/>
                    <a:pt x="335746" y="53288"/>
                    <a:pt x="334245" y="46539"/>
                  </a:cubicBezTo>
                  <a:cubicBezTo>
                    <a:pt x="335911" y="36456"/>
                    <a:pt x="344162" y="26791"/>
                    <a:pt x="352910" y="21374"/>
                  </a:cubicBezTo>
                  <a:lnTo>
                    <a:pt x="352910" y="21374"/>
                  </a:lnTo>
                  <a:close/>
                  <a:moveTo>
                    <a:pt x="95266" y="176610"/>
                  </a:moveTo>
                  <a:cubicBezTo>
                    <a:pt x="121598" y="160445"/>
                    <a:pt x="144429" y="139614"/>
                    <a:pt x="174344" y="130698"/>
                  </a:cubicBezTo>
                  <a:cubicBezTo>
                    <a:pt x="200590" y="122865"/>
                    <a:pt x="221505" y="112533"/>
                    <a:pt x="244503" y="97701"/>
                  </a:cubicBezTo>
                  <a:cubicBezTo>
                    <a:pt x="256752" y="89785"/>
                    <a:pt x="269168" y="82369"/>
                    <a:pt x="281500" y="74620"/>
                  </a:cubicBezTo>
                  <a:cubicBezTo>
                    <a:pt x="292249" y="67870"/>
                    <a:pt x="310914" y="57455"/>
                    <a:pt x="325746" y="59287"/>
                  </a:cubicBezTo>
                  <a:cubicBezTo>
                    <a:pt x="328413" y="65037"/>
                    <a:pt x="332329" y="70370"/>
                    <a:pt x="337328" y="74869"/>
                  </a:cubicBezTo>
                  <a:cubicBezTo>
                    <a:pt x="348161" y="84619"/>
                    <a:pt x="360577" y="92535"/>
                    <a:pt x="373491" y="99117"/>
                  </a:cubicBezTo>
                  <a:cubicBezTo>
                    <a:pt x="388240" y="106534"/>
                    <a:pt x="404822" y="111033"/>
                    <a:pt x="418738" y="119782"/>
                  </a:cubicBezTo>
                  <a:cubicBezTo>
                    <a:pt x="429820" y="126698"/>
                    <a:pt x="460818" y="145696"/>
                    <a:pt x="448818" y="161612"/>
                  </a:cubicBezTo>
                  <a:cubicBezTo>
                    <a:pt x="444153" y="167861"/>
                    <a:pt x="434986" y="168778"/>
                    <a:pt x="427903" y="169944"/>
                  </a:cubicBezTo>
                  <a:cubicBezTo>
                    <a:pt x="415571" y="172028"/>
                    <a:pt x="402989" y="173111"/>
                    <a:pt x="390574" y="174194"/>
                  </a:cubicBezTo>
                  <a:cubicBezTo>
                    <a:pt x="352411" y="177527"/>
                    <a:pt x="314247" y="179110"/>
                    <a:pt x="276084" y="183360"/>
                  </a:cubicBezTo>
                  <a:cubicBezTo>
                    <a:pt x="237838" y="187609"/>
                    <a:pt x="199674" y="190692"/>
                    <a:pt x="161261" y="192526"/>
                  </a:cubicBezTo>
                  <a:cubicBezTo>
                    <a:pt x="127264" y="194192"/>
                    <a:pt x="92350" y="192359"/>
                    <a:pt x="58270" y="195275"/>
                  </a:cubicBezTo>
                  <a:cubicBezTo>
                    <a:pt x="71519" y="190859"/>
                    <a:pt x="83602" y="183776"/>
                    <a:pt x="95266" y="176610"/>
                  </a:cubicBezTo>
                  <a:lnTo>
                    <a:pt x="95266" y="176610"/>
                  </a:lnTo>
                  <a:close/>
                  <a:moveTo>
                    <a:pt x="27440" y="218273"/>
                  </a:moveTo>
                  <a:cubicBezTo>
                    <a:pt x="39188" y="211107"/>
                    <a:pt x="55104" y="211774"/>
                    <a:pt x="68269" y="211274"/>
                  </a:cubicBezTo>
                  <a:cubicBezTo>
                    <a:pt x="84518" y="210691"/>
                    <a:pt x="100850" y="210524"/>
                    <a:pt x="117099" y="209691"/>
                  </a:cubicBezTo>
                  <a:cubicBezTo>
                    <a:pt x="149595" y="207941"/>
                    <a:pt x="182092" y="205941"/>
                    <a:pt x="214590" y="202858"/>
                  </a:cubicBezTo>
                  <a:cubicBezTo>
                    <a:pt x="245920" y="199858"/>
                    <a:pt x="277167" y="195275"/>
                    <a:pt x="308581" y="192276"/>
                  </a:cubicBezTo>
                  <a:cubicBezTo>
                    <a:pt x="340828" y="189193"/>
                    <a:pt x="373159" y="187859"/>
                    <a:pt x="405406" y="184110"/>
                  </a:cubicBezTo>
                  <a:cubicBezTo>
                    <a:pt x="422737" y="182110"/>
                    <a:pt x="449818" y="182027"/>
                    <a:pt x="460067" y="165695"/>
                  </a:cubicBezTo>
                  <a:cubicBezTo>
                    <a:pt x="464400" y="184110"/>
                    <a:pt x="466734" y="203608"/>
                    <a:pt x="467900" y="221856"/>
                  </a:cubicBezTo>
                  <a:cubicBezTo>
                    <a:pt x="467900" y="222356"/>
                    <a:pt x="467984" y="222856"/>
                    <a:pt x="467984" y="223356"/>
                  </a:cubicBezTo>
                  <a:cubicBezTo>
                    <a:pt x="457234" y="221107"/>
                    <a:pt x="444652" y="223356"/>
                    <a:pt x="433986" y="223606"/>
                  </a:cubicBezTo>
                  <a:cubicBezTo>
                    <a:pt x="417154" y="223939"/>
                    <a:pt x="400156" y="224939"/>
                    <a:pt x="383575" y="227189"/>
                  </a:cubicBezTo>
                  <a:cubicBezTo>
                    <a:pt x="340161" y="232939"/>
                    <a:pt x="298498" y="246271"/>
                    <a:pt x="254336" y="247854"/>
                  </a:cubicBezTo>
                  <a:cubicBezTo>
                    <a:pt x="210090" y="249437"/>
                    <a:pt x="167594" y="238438"/>
                    <a:pt x="123764" y="236022"/>
                  </a:cubicBezTo>
                  <a:cubicBezTo>
                    <a:pt x="84934" y="233855"/>
                    <a:pt x="48604" y="239438"/>
                    <a:pt x="14357" y="257770"/>
                  </a:cubicBezTo>
                  <a:cubicBezTo>
                    <a:pt x="14691" y="243604"/>
                    <a:pt x="14191" y="226356"/>
                    <a:pt x="27440" y="218273"/>
                  </a:cubicBezTo>
                  <a:lnTo>
                    <a:pt x="27440" y="218273"/>
                  </a:lnTo>
                  <a:close/>
                  <a:moveTo>
                    <a:pt x="132430" y="245604"/>
                  </a:moveTo>
                  <a:cubicBezTo>
                    <a:pt x="174260" y="249937"/>
                    <a:pt x="214673" y="258686"/>
                    <a:pt x="257169" y="256853"/>
                  </a:cubicBezTo>
                  <a:cubicBezTo>
                    <a:pt x="297832" y="255020"/>
                    <a:pt x="335162" y="239188"/>
                    <a:pt x="375242" y="234689"/>
                  </a:cubicBezTo>
                  <a:cubicBezTo>
                    <a:pt x="391740" y="232855"/>
                    <a:pt x="408572" y="230856"/>
                    <a:pt x="425154" y="231189"/>
                  </a:cubicBezTo>
                  <a:cubicBezTo>
                    <a:pt x="438736" y="231439"/>
                    <a:pt x="454818" y="229439"/>
                    <a:pt x="468400" y="232772"/>
                  </a:cubicBezTo>
                  <a:cubicBezTo>
                    <a:pt x="468650" y="242104"/>
                    <a:pt x="468650" y="251437"/>
                    <a:pt x="469150" y="260769"/>
                  </a:cubicBezTo>
                  <a:cubicBezTo>
                    <a:pt x="469400" y="265936"/>
                    <a:pt x="470067" y="271268"/>
                    <a:pt x="470650" y="276518"/>
                  </a:cubicBezTo>
                  <a:cubicBezTo>
                    <a:pt x="433153" y="279935"/>
                    <a:pt x="395323" y="270602"/>
                    <a:pt x="357660" y="274268"/>
                  </a:cubicBezTo>
                  <a:cubicBezTo>
                    <a:pt x="315330" y="278435"/>
                    <a:pt x="276418" y="300599"/>
                    <a:pt x="233505" y="302099"/>
                  </a:cubicBezTo>
                  <a:cubicBezTo>
                    <a:pt x="187926" y="303682"/>
                    <a:pt x="143179" y="295850"/>
                    <a:pt x="98350" y="288600"/>
                  </a:cubicBezTo>
                  <a:cubicBezTo>
                    <a:pt x="82268" y="286017"/>
                    <a:pt x="65853" y="281018"/>
                    <a:pt x="49521" y="283267"/>
                  </a:cubicBezTo>
                  <a:cubicBezTo>
                    <a:pt x="34855" y="285350"/>
                    <a:pt x="23357" y="290267"/>
                    <a:pt x="12191" y="298683"/>
                  </a:cubicBezTo>
                  <a:cubicBezTo>
                    <a:pt x="13191" y="286184"/>
                    <a:pt x="14024" y="273851"/>
                    <a:pt x="14441" y="261353"/>
                  </a:cubicBezTo>
                  <a:cubicBezTo>
                    <a:pt x="52354" y="246771"/>
                    <a:pt x="91767" y="241438"/>
                    <a:pt x="132430" y="245604"/>
                  </a:cubicBezTo>
                  <a:lnTo>
                    <a:pt x="132430" y="245604"/>
                  </a:lnTo>
                  <a:close/>
                  <a:moveTo>
                    <a:pt x="12358" y="344845"/>
                  </a:moveTo>
                  <a:cubicBezTo>
                    <a:pt x="9525" y="331346"/>
                    <a:pt x="10608" y="316598"/>
                    <a:pt x="11775" y="302849"/>
                  </a:cubicBezTo>
                  <a:cubicBezTo>
                    <a:pt x="18273" y="301349"/>
                    <a:pt x="23940" y="297933"/>
                    <a:pt x="30523" y="296100"/>
                  </a:cubicBezTo>
                  <a:cubicBezTo>
                    <a:pt x="40438" y="293267"/>
                    <a:pt x="51021" y="291183"/>
                    <a:pt x="61270" y="291516"/>
                  </a:cubicBezTo>
                  <a:cubicBezTo>
                    <a:pt x="81435" y="292183"/>
                    <a:pt x="102766" y="298683"/>
                    <a:pt x="122681" y="302099"/>
                  </a:cubicBezTo>
                  <a:cubicBezTo>
                    <a:pt x="162010" y="308765"/>
                    <a:pt x="204257" y="315014"/>
                    <a:pt x="244336" y="310265"/>
                  </a:cubicBezTo>
                  <a:cubicBezTo>
                    <a:pt x="284999" y="305432"/>
                    <a:pt x="321913" y="284101"/>
                    <a:pt x="363076" y="281601"/>
                  </a:cubicBezTo>
                  <a:cubicBezTo>
                    <a:pt x="399240" y="279351"/>
                    <a:pt x="435236" y="289517"/>
                    <a:pt x="471399" y="286767"/>
                  </a:cubicBezTo>
                  <a:cubicBezTo>
                    <a:pt x="471399" y="289184"/>
                    <a:pt x="471399" y="291683"/>
                    <a:pt x="471150" y="294100"/>
                  </a:cubicBezTo>
                  <a:cubicBezTo>
                    <a:pt x="467483" y="328430"/>
                    <a:pt x="434819" y="333930"/>
                    <a:pt x="406573" y="338012"/>
                  </a:cubicBezTo>
                  <a:cubicBezTo>
                    <a:pt x="379325" y="341929"/>
                    <a:pt x="352494" y="343845"/>
                    <a:pt x="325163" y="345762"/>
                  </a:cubicBezTo>
                  <a:cubicBezTo>
                    <a:pt x="296582" y="347761"/>
                    <a:pt x="268918" y="349762"/>
                    <a:pt x="240170" y="348095"/>
                  </a:cubicBezTo>
                  <a:cubicBezTo>
                    <a:pt x="212923" y="346512"/>
                    <a:pt x="185759" y="345345"/>
                    <a:pt x="158511" y="343595"/>
                  </a:cubicBezTo>
                  <a:cubicBezTo>
                    <a:pt x="132681" y="342012"/>
                    <a:pt x="106016" y="341179"/>
                    <a:pt x="80185" y="343179"/>
                  </a:cubicBezTo>
                  <a:cubicBezTo>
                    <a:pt x="57270" y="345012"/>
                    <a:pt x="35105" y="346345"/>
                    <a:pt x="12358" y="344845"/>
                  </a:cubicBezTo>
                  <a:lnTo>
                    <a:pt x="12358" y="344845"/>
                  </a:lnTo>
                  <a:close/>
                  <a:moveTo>
                    <a:pt x="527228" y="231355"/>
                  </a:moveTo>
                  <a:cubicBezTo>
                    <a:pt x="526728" y="262519"/>
                    <a:pt x="525895" y="295600"/>
                    <a:pt x="517228" y="325597"/>
                  </a:cubicBezTo>
                  <a:cubicBezTo>
                    <a:pt x="512229" y="342929"/>
                    <a:pt x="505980" y="352594"/>
                    <a:pt x="488064" y="357844"/>
                  </a:cubicBezTo>
                  <a:cubicBezTo>
                    <a:pt x="471399" y="362760"/>
                    <a:pt x="453984" y="365010"/>
                    <a:pt x="436736" y="366927"/>
                  </a:cubicBezTo>
                  <a:cubicBezTo>
                    <a:pt x="373242" y="374009"/>
                    <a:pt x="310331" y="379009"/>
                    <a:pt x="246420" y="380425"/>
                  </a:cubicBezTo>
                  <a:cubicBezTo>
                    <a:pt x="214590" y="381175"/>
                    <a:pt x="182758" y="381425"/>
                    <a:pt x="150845" y="381509"/>
                  </a:cubicBezTo>
                  <a:cubicBezTo>
                    <a:pt x="118598" y="381592"/>
                    <a:pt x="83268" y="382425"/>
                    <a:pt x="51604" y="375342"/>
                  </a:cubicBezTo>
                  <a:cubicBezTo>
                    <a:pt x="36938" y="372010"/>
                    <a:pt x="21523" y="367010"/>
                    <a:pt x="14941" y="353261"/>
                  </a:cubicBezTo>
                  <a:cubicBezTo>
                    <a:pt x="56020" y="357094"/>
                    <a:pt x="97600" y="352761"/>
                    <a:pt x="138930" y="353261"/>
                  </a:cubicBezTo>
                  <a:cubicBezTo>
                    <a:pt x="186842" y="353845"/>
                    <a:pt x="235087" y="360011"/>
                    <a:pt x="283083" y="357844"/>
                  </a:cubicBezTo>
                  <a:cubicBezTo>
                    <a:pt x="329829" y="355677"/>
                    <a:pt x="376409" y="351428"/>
                    <a:pt x="422821" y="345012"/>
                  </a:cubicBezTo>
                  <a:cubicBezTo>
                    <a:pt x="439903" y="342679"/>
                    <a:pt x="458484" y="338596"/>
                    <a:pt x="470316" y="324930"/>
                  </a:cubicBezTo>
                  <a:cubicBezTo>
                    <a:pt x="480899" y="312765"/>
                    <a:pt x="483232" y="296350"/>
                    <a:pt x="481649" y="280851"/>
                  </a:cubicBezTo>
                  <a:cubicBezTo>
                    <a:pt x="480065" y="264936"/>
                    <a:pt x="479316" y="248854"/>
                    <a:pt x="477899" y="232939"/>
                  </a:cubicBezTo>
                  <a:cubicBezTo>
                    <a:pt x="479149" y="231189"/>
                    <a:pt x="479232" y="228439"/>
                    <a:pt x="477316" y="226939"/>
                  </a:cubicBezTo>
                  <a:cubicBezTo>
                    <a:pt x="476816" y="221856"/>
                    <a:pt x="476149" y="216773"/>
                    <a:pt x="475400" y="211691"/>
                  </a:cubicBezTo>
                  <a:cubicBezTo>
                    <a:pt x="473066" y="196775"/>
                    <a:pt x="470566" y="180444"/>
                    <a:pt x="464984" y="165778"/>
                  </a:cubicBezTo>
                  <a:cubicBezTo>
                    <a:pt x="472983" y="154446"/>
                    <a:pt x="469650" y="139281"/>
                    <a:pt x="479066" y="128448"/>
                  </a:cubicBezTo>
                  <a:cubicBezTo>
                    <a:pt x="487398" y="118949"/>
                    <a:pt x="500563" y="119366"/>
                    <a:pt x="510730" y="125782"/>
                  </a:cubicBezTo>
                  <a:cubicBezTo>
                    <a:pt x="518145" y="130531"/>
                    <a:pt x="517729" y="137197"/>
                    <a:pt x="522561" y="143863"/>
                  </a:cubicBezTo>
                  <a:cubicBezTo>
                    <a:pt x="529478" y="172361"/>
                    <a:pt x="527728" y="202358"/>
                    <a:pt x="527228" y="231355"/>
                  </a:cubicBezTo>
                  <a:lnTo>
                    <a:pt x="527228" y="231355"/>
                  </a:lnTo>
                  <a:close/>
                </a:path>
              </a:pathLst>
            </a:custGeom>
            <a:grpFill/>
            <a:ln w="8332" cap="flat">
              <a:noFill/>
              <a:prstDash val="solid"/>
              <a:miter/>
            </a:ln>
          </p:spPr>
          <p:txBody>
            <a:bodyPr rtlCol="0" anchor="ctr"/>
            <a:lstStyle/>
            <a:p>
              <a:endParaRPr lang="en-US"/>
            </a:p>
          </p:txBody>
        </p:sp>
        <p:sp>
          <p:nvSpPr>
            <p:cNvPr id="2149" name="Freeform: Shape 2148"/>
            <p:cNvSpPr/>
            <p:nvPr/>
          </p:nvSpPr>
          <p:spPr>
            <a:xfrm>
              <a:off x="9599846" y="2237322"/>
              <a:ext cx="378369" cy="812464"/>
            </a:xfrm>
            <a:custGeom>
              <a:avLst/>
              <a:gdLst>
                <a:gd name="connsiteX0" fmla="*/ 376026 w 378369"/>
                <a:gd name="connsiteY0" fmla="*/ 363037 h 812464"/>
                <a:gd name="connsiteX1" fmla="*/ 364777 w 378369"/>
                <a:gd name="connsiteY1" fmla="*/ 270545 h 812464"/>
                <a:gd name="connsiteX2" fmla="*/ 347029 w 378369"/>
                <a:gd name="connsiteY2" fmla="*/ 233049 h 812464"/>
                <a:gd name="connsiteX3" fmla="*/ 342447 w 378369"/>
                <a:gd name="connsiteY3" fmla="*/ 183553 h 812464"/>
                <a:gd name="connsiteX4" fmla="*/ 347279 w 378369"/>
                <a:gd name="connsiteY4" fmla="*/ 136641 h 812464"/>
                <a:gd name="connsiteX5" fmla="*/ 350696 w 378369"/>
                <a:gd name="connsiteY5" fmla="*/ 109977 h 812464"/>
                <a:gd name="connsiteX6" fmla="*/ 373026 w 378369"/>
                <a:gd name="connsiteY6" fmla="*/ 91478 h 812464"/>
                <a:gd name="connsiteX7" fmla="*/ 368194 w 378369"/>
                <a:gd name="connsiteY7" fmla="*/ 42899 h 812464"/>
                <a:gd name="connsiteX8" fmla="*/ 300450 w 378369"/>
                <a:gd name="connsiteY8" fmla="*/ 9486 h 812464"/>
                <a:gd name="connsiteX9" fmla="*/ 266370 w 378369"/>
                <a:gd name="connsiteY9" fmla="*/ 3986 h 812464"/>
                <a:gd name="connsiteX10" fmla="*/ 216874 w 378369"/>
                <a:gd name="connsiteY10" fmla="*/ 403 h 812464"/>
                <a:gd name="connsiteX11" fmla="*/ 159462 w 378369"/>
                <a:gd name="connsiteY11" fmla="*/ 27901 h 812464"/>
                <a:gd name="connsiteX12" fmla="*/ 167212 w 378369"/>
                <a:gd name="connsiteY12" fmla="*/ 73980 h 812464"/>
                <a:gd name="connsiteX13" fmla="*/ 168878 w 378369"/>
                <a:gd name="connsiteY13" fmla="*/ 75396 h 812464"/>
                <a:gd name="connsiteX14" fmla="*/ 163462 w 378369"/>
                <a:gd name="connsiteY14" fmla="*/ 108227 h 812464"/>
                <a:gd name="connsiteX15" fmla="*/ 152964 w 378369"/>
                <a:gd name="connsiteY15" fmla="*/ 153639 h 812464"/>
                <a:gd name="connsiteX16" fmla="*/ 98635 w 378369"/>
                <a:gd name="connsiteY16" fmla="*/ 220633 h 812464"/>
                <a:gd name="connsiteX17" fmla="*/ 44557 w 378369"/>
                <a:gd name="connsiteY17" fmla="*/ 371036 h 812464"/>
                <a:gd name="connsiteX18" fmla="*/ 31391 w 378369"/>
                <a:gd name="connsiteY18" fmla="*/ 455529 h 812464"/>
                <a:gd name="connsiteX19" fmla="*/ 16226 w 378369"/>
                <a:gd name="connsiteY19" fmla="*/ 544687 h 812464"/>
                <a:gd name="connsiteX20" fmla="*/ 5226 w 378369"/>
                <a:gd name="connsiteY20" fmla="*/ 632763 h 812464"/>
                <a:gd name="connsiteX21" fmla="*/ 4643 w 378369"/>
                <a:gd name="connsiteY21" fmla="*/ 716089 h 812464"/>
                <a:gd name="connsiteX22" fmla="*/ 123132 w 378369"/>
                <a:gd name="connsiteY22" fmla="*/ 800331 h 812464"/>
                <a:gd name="connsiteX23" fmla="*/ 204959 w 378369"/>
                <a:gd name="connsiteY23" fmla="*/ 811497 h 812464"/>
                <a:gd name="connsiteX24" fmla="*/ 267953 w 378369"/>
                <a:gd name="connsiteY24" fmla="*/ 789499 h 812464"/>
                <a:gd name="connsiteX25" fmla="*/ 300450 w 378369"/>
                <a:gd name="connsiteY25" fmla="*/ 725005 h 812464"/>
                <a:gd name="connsiteX26" fmla="*/ 324031 w 378369"/>
                <a:gd name="connsiteY26" fmla="*/ 641179 h 812464"/>
                <a:gd name="connsiteX27" fmla="*/ 361944 w 378369"/>
                <a:gd name="connsiteY27" fmla="*/ 460195 h 812464"/>
                <a:gd name="connsiteX28" fmla="*/ 376026 w 378369"/>
                <a:gd name="connsiteY28" fmla="*/ 363037 h 812464"/>
                <a:gd name="connsiteX29" fmla="*/ 376026 w 378369"/>
                <a:gd name="connsiteY29" fmla="*/ 363037 h 812464"/>
                <a:gd name="connsiteX30" fmla="*/ 180461 w 378369"/>
                <a:gd name="connsiteY30" fmla="*/ 24901 h 812464"/>
                <a:gd name="connsiteX31" fmla="*/ 215791 w 378369"/>
                <a:gd name="connsiteY31" fmla="*/ 13819 h 812464"/>
                <a:gd name="connsiteX32" fmla="*/ 281535 w 378369"/>
                <a:gd name="connsiteY32" fmla="*/ 16568 h 812464"/>
                <a:gd name="connsiteX33" fmla="*/ 289034 w 378369"/>
                <a:gd name="connsiteY33" fmla="*/ 18235 h 812464"/>
                <a:gd name="connsiteX34" fmla="*/ 356862 w 378369"/>
                <a:gd name="connsiteY34" fmla="*/ 50815 h 812464"/>
                <a:gd name="connsiteX35" fmla="*/ 362611 w 378369"/>
                <a:gd name="connsiteY35" fmla="*/ 81896 h 812464"/>
                <a:gd name="connsiteX36" fmla="*/ 341280 w 378369"/>
                <a:gd name="connsiteY36" fmla="*/ 101061 h 812464"/>
                <a:gd name="connsiteX37" fmla="*/ 338946 w 378369"/>
                <a:gd name="connsiteY37" fmla="*/ 101977 h 812464"/>
                <a:gd name="connsiteX38" fmla="*/ 332864 w 378369"/>
                <a:gd name="connsiteY38" fmla="*/ 104061 h 812464"/>
                <a:gd name="connsiteX39" fmla="*/ 250621 w 378369"/>
                <a:gd name="connsiteY39" fmla="*/ 101394 h 812464"/>
                <a:gd name="connsiteX40" fmla="*/ 174545 w 378369"/>
                <a:gd name="connsiteY40" fmla="*/ 66564 h 812464"/>
                <a:gd name="connsiteX41" fmla="*/ 180461 w 378369"/>
                <a:gd name="connsiteY41" fmla="*/ 24901 h 812464"/>
                <a:gd name="connsiteX42" fmla="*/ 180461 w 378369"/>
                <a:gd name="connsiteY42" fmla="*/ 24901 h 812464"/>
                <a:gd name="connsiteX43" fmla="*/ 166129 w 378369"/>
                <a:gd name="connsiteY43" fmla="*/ 159889 h 812464"/>
                <a:gd name="connsiteX44" fmla="*/ 173961 w 378369"/>
                <a:gd name="connsiteY44" fmla="*/ 121476 h 812464"/>
                <a:gd name="connsiteX45" fmla="*/ 177711 w 378369"/>
                <a:gd name="connsiteY45" fmla="*/ 97228 h 812464"/>
                <a:gd name="connsiteX46" fmla="*/ 178044 w 378369"/>
                <a:gd name="connsiteY46" fmla="*/ 82146 h 812464"/>
                <a:gd name="connsiteX47" fmla="*/ 237789 w 378369"/>
                <a:gd name="connsiteY47" fmla="*/ 107477 h 812464"/>
                <a:gd name="connsiteX48" fmla="*/ 317282 w 378369"/>
                <a:gd name="connsiteY48" fmla="*/ 117392 h 812464"/>
                <a:gd name="connsiteX49" fmla="*/ 336030 w 378369"/>
                <a:gd name="connsiteY49" fmla="*/ 114726 h 812464"/>
                <a:gd name="connsiteX50" fmla="*/ 332947 w 378369"/>
                <a:gd name="connsiteY50" fmla="*/ 131558 h 812464"/>
                <a:gd name="connsiteX51" fmla="*/ 328114 w 378369"/>
                <a:gd name="connsiteY51" fmla="*/ 169721 h 812464"/>
                <a:gd name="connsiteX52" fmla="*/ 332114 w 378369"/>
                <a:gd name="connsiteY52" fmla="*/ 238382 h 812464"/>
                <a:gd name="connsiteX53" fmla="*/ 337446 w 378369"/>
                <a:gd name="connsiteY53" fmla="*/ 250214 h 812464"/>
                <a:gd name="connsiteX54" fmla="*/ 313116 w 378369"/>
                <a:gd name="connsiteY54" fmla="*/ 256297 h 812464"/>
                <a:gd name="connsiteX55" fmla="*/ 272036 w 378369"/>
                <a:gd name="connsiteY55" fmla="*/ 251797 h 812464"/>
                <a:gd name="connsiteX56" fmla="*/ 232956 w 378369"/>
                <a:gd name="connsiteY56" fmla="*/ 236299 h 812464"/>
                <a:gd name="connsiteX57" fmla="*/ 202042 w 378369"/>
                <a:gd name="connsiteY57" fmla="*/ 219633 h 812464"/>
                <a:gd name="connsiteX58" fmla="*/ 139048 w 378369"/>
                <a:gd name="connsiteY58" fmla="*/ 216384 h 812464"/>
                <a:gd name="connsiteX59" fmla="*/ 121716 w 378369"/>
                <a:gd name="connsiteY59" fmla="*/ 219967 h 812464"/>
                <a:gd name="connsiteX60" fmla="*/ 166129 w 378369"/>
                <a:gd name="connsiteY60" fmla="*/ 159889 h 812464"/>
                <a:gd name="connsiteX61" fmla="*/ 166129 w 378369"/>
                <a:gd name="connsiteY61" fmla="*/ 159889 h 812464"/>
                <a:gd name="connsiteX62" fmla="*/ 131298 w 378369"/>
                <a:gd name="connsiteY62" fmla="*/ 227383 h 812464"/>
                <a:gd name="connsiteX63" fmla="*/ 168129 w 378369"/>
                <a:gd name="connsiteY63" fmla="*/ 223050 h 812464"/>
                <a:gd name="connsiteX64" fmla="*/ 232789 w 378369"/>
                <a:gd name="connsiteY64" fmla="*/ 245131 h 812464"/>
                <a:gd name="connsiteX65" fmla="*/ 297534 w 378369"/>
                <a:gd name="connsiteY65" fmla="*/ 266296 h 812464"/>
                <a:gd name="connsiteX66" fmla="*/ 336697 w 378369"/>
                <a:gd name="connsiteY66" fmla="*/ 262046 h 812464"/>
                <a:gd name="connsiteX67" fmla="*/ 325781 w 378369"/>
                <a:gd name="connsiteY67" fmla="*/ 274045 h 812464"/>
                <a:gd name="connsiteX68" fmla="*/ 298450 w 378369"/>
                <a:gd name="connsiteY68" fmla="*/ 286211 h 812464"/>
                <a:gd name="connsiteX69" fmla="*/ 229289 w 378369"/>
                <a:gd name="connsiteY69" fmla="*/ 294793 h 812464"/>
                <a:gd name="connsiteX70" fmla="*/ 154963 w 378369"/>
                <a:gd name="connsiteY70" fmla="*/ 273878 h 812464"/>
                <a:gd name="connsiteX71" fmla="*/ 123049 w 378369"/>
                <a:gd name="connsiteY71" fmla="*/ 253130 h 812464"/>
                <a:gd name="connsiteX72" fmla="*/ 108218 w 378369"/>
                <a:gd name="connsiteY72" fmla="*/ 234215 h 812464"/>
                <a:gd name="connsiteX73" fmla="*/ 110217 w 378369"/>
                <a:gd name="connsiteY73" fmla="*/ 231882 h 812464"/>
                <a:gd name="connsiteX74" fmla="*/ 131298 w 378369"/>
                <a:gd name="connsiteY74" fmla="*/ 227383 h 812464"/>
                <a:gd name="connsiteX75" fmla="*/ 131298 w 378369"/>
                <a:gd name="connsiteY75" fmla="*/ 227383 h 812464"/>
                <a:gd name="connsiteX76" fmla="*/ 342196 w 378369"/>
                <a:gd name="connsiteY76" fmla="*/ 475694 h 812464"/>
                <a:gd name="connsiteX77" fmla="*/ 326197 w 378369"/>
                <a:gd name="connsiteY77" fmla="*/ 557853 h 812464"/>
                <a:gd name="connsiteX78" fmla="*/ 283035 w 378369"/>
                <a:gd name="connsiteY78" fmla="*/ 725838 h 812464"/>
                <a:gd name="connsiteX79" fmla="*/ 243455 w 378369"/>
                <a:gd name="connsiteY79" fmla="*/ 786082 h 812464"/>
                <a:gd name="connsiteX80" fmla="*/ 163046 w 378369"/>
                <a:gd name="connsiteY80" fmla="*/ 792998 h 812464"/>
                <a:gd name="connsiteX81" fmla="*/ 83220 w 378369"/>
                <a:gd name="connsiteY81" fmla="*/ 768084 h 812464"/>
                <a:gd name="connsiteX82" fmla="*/ 22392 w 378369"/>
                <a:gd name="connsiteY82" fmla="*/ 720255 h 812464"/>
                <a:gd name="connsiteX83" fmla="*/ 18476 w 378369"/>
                <a:gd name="connsiteY83" fmla="*/ 629180 h 812464"/>
                <a:gd name="connsiteX84" fmla="*/ 28308 w 378369"/>
                <a:gd name="connsiteY84" fmla="*/ 549770 h 812464"/>
                <a:gd name="connsiteX85" fmla="*/ 55305 w 378369"/>
                <a:gd name="connsiteY85" fmla="*/ 389701 h 812464"/>
                <a:gd name="connsiteX86" fmla="*/ 76053 w 378369"/>
                <a:gd name="connsiteY86" fmla="*/ 303376 h 812464"/>
                <a:gd name="connsiteX87" fmla="*/ 103134 w 378369"/>
                <a:gd name="connsiteY87" fmla="*/ 241048 h 812464"/>
                <a:gd name="connsiteX88" fmla="*/ 148130 w 378369"/>
                <a:gd name="connsiteY88" fmla="*/ 282794 h 812464"/>
                <a:gd name="connsiteX89" fmla="*/ 233456 w 378369"/>
                <a:gd name="connsiteY89" fmla="*/ 308042 h 812464"/>
                <a:gd name="connsiteX90" fmla="*/ 307449 w 378369"/>
                <a:gd name="connsiteY90" fmla="*/ 297126 h 812464"/>
                <a:gd name="connsiteX91" fmla="*/ 338364 w 378369"/>
                <a:gd name="connsiteY91" fmla="*/ 281211 h 812464"/>
                <a:gd name="connsiteX92" fmla="*/ 346529 w 378369"/>
                <a:gd name="connsiteY92" fmla="*/ 269712 h 812464"/>
                <a:gd name="connsiteX93" fmla="*/ 358861 w 378369"/>
                <a:gd name="connsiteY93" fmla="*/ 308625 h 812464"/>
                <a:gd name="connsiteX94" fmla="*/ 357029 w 378369"/>
                <a:gd name="connsiteY94" fmla="*/ 396701 h 812464"/>
                <a:gd name="connsiteX95" fmla="*/ 342196 w 378369"/>
                <a:gd name="connsiteY95" fmla="*/ 475694 h 812464"/>
                <a:gd name="connsiteX96" fmla="*/ 342196 w 378369"/>
                <a:gd name="connsiteY96" fmla="*/ 475694 h 812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378369" h="812464">
                  <a:moveTo>
                    <a:pt x="376026" y="363037"/>
                  </a:moveTo>
                  <a:cubicBezTo>
                    <a:pt x="377193" y="331540"/>
                    <a:pt x="377526" y="299959"/>
                    <a:pt x="364777" y="270545"/>
                  </a:cubicBezTo>
                  <a:cubicBezTo>
                    <a:pt x="359277" y="257880"/>
                    <a:pt x="352445" y="245798"/>
                    <a:pt x="347029" y="233049"/>
                  </a:cubicBezTo>
                  <a:cubicBezTo>
                    <a:pt x="340280" y="217217"/>
                    <a:pt x="341196" y="200302"/>
                    <a:pt x="342447" y="183553"/>
                  </a:cubicBezTo>
                  <a:cubicBezTo>
                    <a:pt x="343696" y="167805"/>
                    <a:pt x="345779" y="152306"/>
                    <a:pt x="347279" y="136641"/>
                  </a:cubicBezTo>
                  <a:cubicBezTo>
                    <a:pt x="348112" y="128475"/>
                    <a:pt x="351112" y="118393"/>
                    <a:pt x="350696" y="109977"/>
                  </a:cubicBezTo>
                  <a:cubicBezTo>
                    <a:pt x="359861" y="105977"/>
                    <a:pt x="368027" y="100061"/>
                    <a:pt x="373026" y="91478"/>
                  </a:cubicBezTo>
                  <a:cubicBezTo>
                    <a:pt x="382110" y="76063"/>
                    <a:pt x="379027" y="56398"/>
                    <a:pt x="368194" y="42899"/>
                  </a:cubicBezTo>
                  <a:cubicBezTo>
                    <a:pt x="351445" y="21901"/>
                    <a:pt x="325448" y="15235"/>
                    <a:pt x="300450" y="9486"/>
                  </a:cubicBezTo>
                  <a:cubicBezTo>
                    <a:pt x="288868" y="6819"/>
                    <a:pt x="277619" y="4986"/>
                    <a:pt x="266370" y="3986"/>
                  </a:cubicBezTo>
                  <a:cubicBezTo>
                    <a:pt x="249788" y="653"/>
                    <a:pt x="233040" y="-763"/>
                    <a:pt x="216874" y="403"/>
                  </a:cubicBezTo>
                  <a:cubicBezTo>
                    <a:pt x="194043" y="1986"/>
                    <a:pt x="172961" y="7819"/>
                    <a:pt x="159462" y="27901"/>
                  </a:cubicBezTo>
                  <a:cubicBezTo>
                    <a:pt x="148047" y="44899"/>
                    <a:pt x="152630" y="61148"/>
                    <a:pt x="167212" y="73980"/>
                  </a:cubicBezTo>
                  <a:cubicBezTo>
                    <a:pt x="167795" y="74480"/>
                    <a:pt x="168295" y="74897"/>
                    <a:pt x="168878" y="75396"/>
                  </a:cubicBezTo>
                  <a:cubicBezTo>
                    <a:pt x="165712" y="85812"/>
                    <a:pt x="165879" y="97561"/>
                    <a:pt x="163462" y="108227"/>
                  </a:cubicBezTo>
                  <a:cubicBezTo>
                    <a:pt x="160130" y="123225"/>
                    <a:pt x="158546" y="139224"/>
                    <a:pt x="152964" y="153639"/>
                  </a:cubicBezTo>
                  <a:cubicBezTo>
                    <a:pt x="142131" y="181637"/>
                    <a:pt x="118383" y="199385"/>
                    <a:pt x="98635" y="220633"/>
                  </a:cubicBezTo>
                  <a:cubicBezTo>
                    <a:pt x="61554" y="260713"/>
                    <a:pt x="56221" y="319874"/>
                    <a:pt x="44557" y="371036"/>
                  </a:cubicBezTo>
                  <a:cubicBezTo>
                    <a:pt x="38224" y="398867"/>
                    <a:pt x="36308" y="427531"/>
                    <a:pt x="31391" y="455529"/>
                  </a:cubicBezTo>
                  <a:cubicBezTo>
                    <a:pt x="26224" y="485276"/>
                    <a:pt x="20642" y="514940"/>
                    <a:pt x="16226" y="544687"/>
                  </a:cubicBezTo>
                  <a:cubicBezTo>
                    <a:pt x="11893" y="574018"/>
                    <a:pt x="9227" y="603516"/>
                    <a:pt x="5226" y="632763"/>
                  </a:cubicBezTo>
                  <a:cubicBezTo>
                    <a:pt x="1393" y="661093"/>
                    <a:pt x="-4023" y="688258"/>
                    <a:pt x="4643" y="716089"/>
                  </a:cubicBezTo>
                  <a:cubicBezTo>
                    <a:pt x="19892" y="764918"/>
                    <a:pt x="78053" y="787665"/>
                    <a:pt x="123132" y="800331"/>
                  </a:cubicBezTo>
                  <a:cubicBezTo>
                    <a:pt x="149464" y="807747"/>
                    <a:pt x="177544" y="815163"/>
                    <a:pt x="204959" y="811497"/>
                  </a:cubicBezTo>
                  <a:cubicBezTo>
                    <a:pt x="226540" y="808580"/>
                    <a:pt x="251454" y="804831"/>
                    <a:pt x="267953" y="789499"/>
                  </a:cubicBezTo>
                  <a:cubicBezTo>
                    <a:pt x="285701" y="773167"/>
                    <a:pt x="292867" y="747003"/>
                    <a:pt x="300450" y="725005"/>
                  </a:cubicBezTo>
                  <a:cubicBezTo>
                    <a:pt x="309949" y="697507"/>
                    <a:pt x="317365" y="669343"/>
                    <a:pt x="324031" y="641179"/>
                  </a:cubicBezTo>
                  <a:cubicBezTo>
                    <a:pt x="338280" y="581101"/>
                    <a:pt x="349279" y="520523"/>
                    <a:pt x="361944" y="460195"/>
                  </a:cubicBezTo>
                  <a:cubicBezTo>
                    <a:pt x="368944" y="428198"/>
                    <a:pt x="374777" y="395784"/>
                    <a:pt x="376026" y="363037"/>
                  </a:cubicBezTo>
                  <a:lnTo>
                    <a:pt x="376026" y="363037"/>
                  </a:lnTo>
                  <a:close/>
                  <a:moveTo>
                    <a:pt x="180461" y="24901"/>
                  </a:moveTo>
                  <a:cubicBezTo>
                    <a:pt x="191043" y="16902"/>
                    <a:pt x="203042" y="15152"/>
                    <a:pt x="215791" y="13819"/>
                  </a:cubicBezTo>
                  <a:cubicBezTo>
                    <a:pt x="237206" y="11569"/>
                    <a:pt x="259537" y="12735"/>
                    <a:pt x="281535" y="16568"/>
                  </a:cubicBezTo>
                  <a:cubicBezTo>
                    <a:pt x="284035" y="17068"/>
                    <a:pt x="286534" y="17651"/>
                    <a:pt x="289034" y="18235"/>
                  </a:cubicBezTo>
                  <a:cubicBezTo>
                    <a:pt x="313032" y="24234"/>
                    <a:pt x="340363" y="30817"/>
                    <a:pt x="356862" y="50815"/>
                  </a:cubicBezTo>
                  <a:cubicBezTo>
                    <a:pt x="363777" y="59231"/>
                    <a:pt x="366361" y="71397"/>
                    <a:pt x="362611" y="81896"/>
                  </a:cubicBezTo>
                  <a:cubicBezTo>
                    <a:pt x="359195" y="91312"/>
                    <a:pt x="350529" y="97228"/>
                    <a:pt x="341280" y="101061"/>
                  </a:cubicBezTo>
                  <a:cubicBezTo>
                    <a:pt x="340447" y="101228"/>
                    <a:pt x="339613" y="101561"/>
                    <a:pt x="338946" y="101977"/>
                  </a:cubicBezTo>
                  <a:cubicBezTo>
                    <a:pt x="336863" y="102727"/>
                    <a:pt x="334864" y="103394"/>
                    <a:pt x="332864" y="104061"/>
                  </a:cubicBezTo>
                  <a:cubicBezTo>
                    <a:pt x="306783" y="111810"/>
                    <a:pt x="276619" y="106727"/>
                    <a:pt x="250621" y="101394"/>
                  </a:cubicBezTo>
                  <a:cubicBezTo>
                    <a:pt x="224373" y="95895"/>
                    <a:pt x="192709" y="87812"/>
                    <a:pt x="174545" y="66564"/>
                  </a:cubicBezTo>
                  <a:cubicBezTo>
                    <a:pt x="161796" y="51815"/>
                    <a:pt x="165463" y="36317"/>
                    <a:pt x="180461" y="24901"/>
                  </a:cubicBezTo>
                  <a:lnTo>
                    <a:pt x="180461" y="24901"/>
                  </a:lnTo>
                  <a:close/>
                  <a:moveTo>
                    <a:pt x="166129" y="159889"/>
                  </a:moveTo>
                  <a:cubicBezTo>
                    <a:pt x="170462" y="147557"/>
                    <a:pt x="171961" y="134308"/>
                    <a:pt x="173961" y="121476"/>
                  </a:cubicBezTo>
                  <a:cubicBezTo>
                    <a:pt x="175211" y="113393"/>
                    <a:pt x="176962" y="105310"/>
                    <a:pt x="177711" y="97228"/>
                  </a:cubicBezTo>
                  <a:cubicBezTo>
                    <a:pt x="178127" y="92228"/>
                    <a:pt x="177628" y="87145"/>
                    <a:pt x="178044" y="82146"/>
                  </a:cubicBezTo>
                  <a:cubicBezTo>
                    <a:pt x="195876" y="94311"/>
                    <a:pt x="217541" y="102061"/>
                    <a:pt x="237789" y="107477"/>
                  </a:cubicBezTo>
                  <a:cubicBezTo>
                    <a:pt x="263703" y="114476"/>
                    <a:pt x="290368" y="119059"/>
                    <a:pt x="317282" y="117392"/>
                  </a:cubicBezTo>
                  <a:cubicBezTo>
                    <a:pt x="323198" y="117059"/>
                    <a:pt x="329614" y="116143"/>
                    <a:pt x="336030" y="114726"/>
                  </a:cubicBezTo>
                  <a:cubicBezTo>
                    <a:pt x="335363" y="120392"/>
                    <a:pt x="333530" y="126725"/>
                    <a:pt x="332947" y="131558"/>
                  </a:cubicBezTo>
                  <a:cubicBezTo>
                    <a:pt x="331364" y="144390"/>
                    <a:pt x="328781" y="156722"/>
                    <a:pt x="328114" y="169721"/>
                  </a:cubicBezTo>
                  <a:cubicBezTo>
                    <a:pt x="326865" y="192886"/>
                    <a:pt x="322698" y="216384"/>
                    <a:pt x="332114" y="238382"/>
                  </a:cubicBezTo>
                  <a:cubicBezTo>
                    <a:pt x="333780" y="242381"/>
                    <a:pt x="335613" y="246298"/>
                    <a:pt x="337446" y="250214"/>
                  </a:cubicBezTo>
                  <a:cubicBezTo>
                    <a:pt x="329614" y="253047"/>
                    <a:pt x="321948" y="255963"/>
                    <a:pt x="313116" y="256297"/>
                  </a:cubicBezTo>
                  <a:cubicBezTo>
                    <a:pt x="299283" y="256880"/>
                    <a:pt x="285368" y="255463"/>
                    <a:pt x="272036" y="251797"/>
                  </a:cubicBezTo>
                  <a:cubicBezTo>
                    <a:pt x="258620" y="248048"/>
                    <a:pt x="245622" y="241965"/>
                    <a:pt x="232956" y="236299"/>
                  </a:cubicBezTo>
                  <a:cubicBezTo>
                    <a:pt x="222207" y="231466"/>
                    <a:pt x="212874" y="224050"/>
                    <a:pt x="202042" y="219633"/>
                  </a:cubicBezTo>
                  <a:cubicBezTo>
                    <a:pt x="182128" y="211384"/>
                    <a:pt x="159879" y="212467"/>
                    <a:pt x="139048" y="216384"/>
                  </a:cubicBezTo>
                  <a:cubicBezTo>
                    <a:pt x="135381" y="217050"/>
                    <a:pt x="128632" y="218134"/>
                    <a:pt x="121716" y="219967"/>
                  </a:cubicBezTo>
                  <a:cubicBezTo>
                    <a:pt x="139631" y="201885"/>
                    <a:pt x="157212" y="185053"/>
                    <a:pt x="166129" y="159889"/>
                  </a:cubicBezTo>
                  <a:lnTo>
                    <a:pt x="166129" y="159889"/>
                  </a:lnTo>
                  <a:close/>
                  <a:moveTo>
                    <a:pt x="131298" y="227383"/>
                  </a:moveTo>
                  <a:cubicBezTo>
                    <a:pt x="143464" y="224800"/>
                    <a:pt x="155713" y="222800"/>
                    <a:pt x="168129" y="223050"/>
                  </a:cubicBezTo>
                  <a:cubicBezTo>
                    <a:pt x="193210" y="223550"/>
                    <a:pt x="211042" y="234632"/>
                    <a:pt x="232789" y="245131"/>
                  </a:cubicBezTo>
                  <a:cubicBezTo>
                    <a:pt x="252955" y="254880"/>
                    <a:pt x="275035" y="264213"/>
                    <a:pt x="297534" y="266296"/>
                  </a:cubicBezTo>
                  <a:cubicBezTo>
                    <a:pt x="312949" y="267712"/>
                    <a:pt x="324364" y="266296"/>
                    <a:pt x="336697" y="262046"/>
                  </a:cubicBezTo>
                  <a:cubicBezTo>
                    <a:pt x="333864" y="266629"/>
                    <a:pt x="330781" y="270962"/>
                    <a:pt x="325781" y="274045"/>
                  </a:cubicBezTo>
                  <a:cubicBezTo>
                    <a:pt x="317365" y="279378"/>
                    <a:pt x="307950" y="283128"/>
                    <a:pt x="298450" y="286211"/>
                  </a:cubicBezTo>
                  <a:cubicBezTo>
                    <a:pt x="276786" y="293377"/>
                    <a:pt x="252037" y="299209"/>
                    <a:pt x="229289" y="294793"/>
                  </a:cubicBezTo>
                  <a:cubicBezTo>
                    <a:pt x="203709" y="289877"/>
                    <a:pt x="178628" y="285461"/>
                    <a:pt x="154963" y="273878"/>
                  </a:cubicBezTo>
                  <a:cubicBezTo>
                    <a:pt x="143381" y="268212"/>
                    <a:pt x="132132" y="262463"/>
                    <a:pt x="123049" y="253130"/>
                  </a:cubicBezTo>
                  <a:cubicBezTo>
                    <a:pt x="117383" y="247214"/>
                    <a:pt x="113633" y="239965"/>
                    <a:pt x="108218" y="234215"/>
                  </a:cubicBezTo>
                  <a:cubicBezTo>
                    <a:pt x="108884" y="233466"/>
                    <a:pt x="109467" y="232632"/>
                    <a:pt x="110217" y="231882"/>
                  </a:cubicBezTo>
                  <a:cubicBezTo>
                    <a:pt x="117050" y="229549"/>
                    <a:pt x="126382" y="228466"/>
                    <a:pt x="131298" y="227383"/>
                  </a:cubicBezTo>
                  <a:lnTo>
                    <a:pt x="131298" y="227383"/>
                  </a:lnTo>
                  <a:close/>
                  <a:moveTo>
                    <a:pt x="342196" y="475694"/>
                  </a:moveTo>
                  <a:cubicBezTo>
                    <a:pt x="336530" y="503024"/>
                    <a:pt x="332363" y="530605"/>
                    <a:pt x="326197" y="557853"/>
                  </a:cubicBezTo>
                  <a:cubicBezTo>
                    <a:pt x="313532" y="614181"/>
                    <a:pt x="302700" y="671426"/>
                    <a:pt x="283035" y="725838"/>
                  </a:cubicBezTo>
                  <a:cubicBezTo>
                    <a:pt x="274869" y="748336"/>
                    <a:pt x="267537" y="775833"/>
                    <a:pt x="243455" y="786082"/>
                  </a:cubicBezTo>
                  <a:cubicBezTo>
                    <a:pt x="218541" y="796748"/>
                    <a:pt x="189210" y="798081"/>
                    <a:pt x="163046" y="792998"/>
                  </a:cubicBezTo>
                  <a:cubicBezTo>
                    <a:pt x="135132" y="787582"/>
                    <a:pt x="109550" y="778583"/>
                    <a:pt x="83220" y="768084"/>
                  </a:cubicBezTo>
                  <a:cubicBezTo>
                    <a:pt x="60222" y="758835"/>
                    <a:pt x="33224" y="743503"/>
                    <a:pt x="22392" y="720255"/>
                  </a:cubicBezTo>
                  <a:cubicBezTo>
                    <a:pt x="8726" y="691174"/>
                    <a:pt x="15226" y="659760"/>
                    <a:pt x="18476" y="629180"/>
                  </a:cubicBezTo>
                  <a:cubicBezTo>
                    <a:pt x="21308" y="602682"/>
                    <a:pt x="24558" y="576101"/>
                    <a:pt x="28308" y="549770"/>
                  </a:cubicBezTo>
                  <a:cubicBezTo>
                    <a:pt x="35974" y="496358"/>
                    <a:pt x="45473" y="442780"/>
                    <a:pt x="55305" y="389701"/>
                  </a:cubicBezTo>
                  <a:cubicBezTo>
                    <a:pt x="60638" y="360704"/>
                    <a:pt x="68971" y="331956"/>
                    <a:pt x="76053" y="303376"/>
                  </a:cubicBezTo>
                  <a:cubicBezTo>
                    <a:pt x="81803" y="279878"/>
                    <a:pt x="89552" y="259463"/>
                    <a:pt x="103134" y="241048"/>
                  </a:cubicBezTo>
                  <a:cubicBezTo>
                    <a:pt x="109717" y="260047"/>
                    <a:pt x="132215" y="274295"/>
                    <a:pt x="148130" y="282794"/>
                  </a:cubicBezTo>
                  <a:cubicBezTo>
                    <a:pt x="174211" y="296793"/>
                    <a:pt x="204375" y="303376"/>
                    <a:pt x="233456" y="308042"/>
                  </a:cubicBezTo>
                  <a:cubicBezTo>
                    <a:pt x="257454" y="311875"/>
                    <a:pt x="284785" y="304459"/>
                    <a:pt x="307449" y="297126"/>
                  </a:cubicBezTo>
                  <a:cubicBezTo>
                    <a:pt x="317781" y="293793"/>
                    <a:pt x="330447" y="288711"/>
                    <a:pt x="338364" y="281211"/>
                  </a:cubicBezTo>
                  <a:cubicBezTo>
                    <a:pt x="341779" y="277962"/>
                    <a:pt x="344196" y="273795"/>
                    <a:pt x="346529" y="269712"/>
                  </a:cubicBezTo>
                  <a:cubicBezTo>
                    <a:pt x="352195" y="282044"/>
                    <a:pt x="357112" y="294710"/>
                    <a:pt x="358861" y="308625"/>
                  </a:cubicBezTo>
                  <a:cubicBezTo>
                    <a:pt x="362527" y="337289"/>
                    <a:pt x="360778" y="368287"/>
                    <a:pt x="357029" y="396701"/>
                  </a:cubicBezTo>
                  <a:cubicBezTo>
                    <a:pt x="353612" y="423115"/>
                    <a:pt x="347696" y="449363"/>
                    <a:pt x="342196" y="475694"/>
                  </a:cubicBezTo>
                  <a:lnTo>
                    <a:pt x="342196" y="475694"/>
                  </a:lnTo>
                  <a:close/>
                </a:path>
              </a:pathLst>
            </a:custGeom>
            <a:grpFill/>
            <a:ln w="8332" cap="flat">
              <a:noFill/>
              <a:prstDash val="solid"/>
              <a:miter/>
            </a:ln>
          </p:spPr>
          <p:txBody>
            <a:bodyPr rtlCol="0" anchor="ctr"/>
            <a:lstStyle/>
            <a:p>
              <a:endParaRPr lang="en-US"/>
            </a:p>
          </p:txBody>
        </p:sp>
        <p:sp>
          <p:nvSpPr>
            <p:cNvPr id="2150" name="Freeform: Shape 2149"/>
            <p:cNvSpPr/>
            <p:nvPr/>
          </p:nvSpPr>
          <p:spPr>
            <a:xfrm>
              <a:off x="9786436" y="2262089"/>
              <a:ext cx="155672" cy="68849"/>
            </a:xfrm>
            <a:custGeom>
              <a:avLst/>
              <a:gdLst>
                <a:gd name="connsiteX0" fmla="*/ 141024 w 155672"/>
                <a:gd name="connsiteY0" fmla="*/ 28381 h 68849"/>
                <a:gd name="connsiteX1" fmla="*/ 138357 w 155672"/>
                <a:gd name="connsiteY1" fmla="*/ 32381 h 68849"/>
                <a:gd name="connsiteX2" fmla="*/ 146357 w 155672"/>
                <a:gd name="connsiteY2" fmla="*/ 42297 h 68849"/>
                <a:gd name="connsiteX3" fmla="*/ 138192 w 155672"/>
                <a:gd name="connsiteY3" fmla="*/ 53296 h 68849"/>
                <a:gd name="connsiteX4" fmla="*/ 136608 w 155672"/>
                <a:gd name="connsiteY4" fmla="*/ 54129 h 68849"/>
                <a:gd name="connsiteX5" fmla="*/ 136691 w 155672"/>
                <a:gd name="connsiteY5" fmla="*/ 53796 h 68849"/>
                <a:gd name="connsiteX6" fmla="*/ 90279 w 155672"/>
                <a:gd name="connsiteY6" fmla="*/ 19049 h 68849"/>
                <a:gd name="connsiteX7" fmla="*/ 11703 w 155672"/>
                <a:gd name="connsiteY7" fmla="*/ 27048 h 68849"/>
                <a:gd name="connsiteX8" fmla="*/ 11120 w 155672"/>
                <a:gd name="connsiteY8" fmla="*/ 23215 h 68849"/>
                <a:gd name="connsiteX9" fmla="*/ 18702 w 155672"/>
                <a:gd name="connsiteY9" fmla="*/ 10300 h 68849"/>
                <a:gd name="connsiteX10" fmla="*/ 29534 w 155672"/>
                <a:gd name="connsiteY10" fmla="*/ 8050 h 68849"/>
                <a:gd name="connsiteX11" fmla="*/ 58615 w 155672"/>
                <a:gd name="connsiteY11" fmla="*/ 6134 h 68849"/>
                <a:gd name="connsiteX12" fmla="*/ 129692 w 155672"/>
                <a:gd name="connsiteY12" fmla="*/ 18216 h 68849"/>
                <a:gd name="connsiteX13" fmla="*/ 130525 w 155672"/>
                <a:gd name="connsiteY13" fmla="*/ 16383 h 68849"/>
                <a:gd name="connsiteX14" fmla="*/ 24201 w 155672"/>
                <a:gd name="connsiteY14" fmla="*/ 2550 h 68849"/>
                <a:gd name="connsiteX15" fmla="*/ 287 w 155672"/>
                <a:gd name="connsiteY15" fmla="*/ 19466 h 68849"/>
                <a:gd name="connsiteX16" fmla="*/ 18702 w 155672"/>
                <a:gd name="connsiteY16" fmla="*/ 47213 h 68849"/>
                <a:gd name="connsiteX17" fmla="*/ 121526 w 155672"/>
                <a:gd name="connsiteY17" fmla="*/ 67211 h 68849"/>
                <a:gd name="connsiteX18" fmla="*/ 155023 w 155672"/>
                <a:gd name="connsiteY18" fmla="*/ 50213 h 68849"/>
                <a:gd name="connsiteX19" fmla="*/ 141024 w 155672"/>
                <a:gd name="connsiteY19" fmla="*/ 28381 h 68849"/>
                <a:gd name="connsiteX20" fmla="*/ 141024 w 155672"/>
                <a:gd name="connsiteY20" fmla="*/ 28381 h 68849"/>
                <a:gd name="connsiteX21" fmla="*/ 120776 w 155672"/>
                <a:gd name="connsiteY21" fmla="*/ 56629 h 68849"/>
                <a:gd name="connsiteX22" fmla="*/ 85863 w 155672"/>
                <a:gd name="connsiteY22" fmla="*/ 57712 h 68849"/>
                <a:gd name="connsiteX23" fmla="*/ 20536 w 155672"/>
                <a:gd name="connsiteY23" fmla="*/ 38131 h 68849"/>
                <a:gd name="connsiteX24" fmla="*/ 12285 w 155672"/>
                <a:gd name="connsiteY24" fmla="*/ 29131 h 68849"/>
                <a:gd name="connsiteX25" fmla="*/ 39117 w 155672"/>
                <a:gd name="connsiteY25" fmla="*/ 26382 h 68849"/>
                <a:gd name="connsiteX26" fmla="*/ 78780 w 155672"/>
                <a:gd name="connsiteY26" fmla="*/ 27215 h 68849"/>
                <a:gd name="connsiteX27" fmla="*/ 114693 w 155672"/>
                <a:gd name="connsiteY27" fmla="*/ 39214 h 68849"/>
                <a:gd name="connsiteX28" fmla="*/ 132026 w 155672"/>
                <a:gd name="connsiteY28" fmla="*/ 55462 h 68849"/>
                <a:gd name="connsiteX29" fmla="*/ 120776 w 155672"/>
                <a:gd name="connsiteY29" fmla="*/ 56629 h 68849"/>
                <a:gd name="connsiteX30" fmla="*/ 120776 w 155672"/>
                <a:gd name="connsiteY30" fmla="*/ 56629 h 68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55672" h="68849">
                  <a:moveTo>
                    <a:pt x="141024" y="28381"/>
                  </a:moveTo>
                  <a:cubicBezTo>
                    <a:pt x="138441" y="27298"/>
                    <a:pt x="136525" y="30381"/>
                    <a:pt x="138357" y="32381"/>
                  </a:cubicBezTo>
                  <a:cubicBezTo>
                    <a:pt x="141440" y="35298"/>
                    <a:pt x="144107" y="38631"/>
                    <a:pt x="146357" y="42297"/>
                  </a:cubicBezTo>
                  <a:cubicBezTo>
                    <a:pt x="143607" y="45963"/>
                    <a:pt x="140941" y="49630"/>
                    <a:pt x="138192" y="53296"/>
                  </a:cubicBezTo>
                  <a:cubicBezTo>
                    <a:pt x="137691" y="53629"/>
                    <a:pt x="137192" y="53879"/>
                    <a:pt x="136608" y="54129"/>
                  </a:cubicBezTo>
                  <a:cubicBezTo>
                    <a:pt x="136608" y="54046"/>
                    <a:pt x="136691" y="53879"/>
                    <a:pt x="136691" y="53796"/>
                  </a:cubicBezTo>
                  <a:cubicBezTo>
                    <a:pt x="137858" y="34298"/>
                    <a:pt x="104861" y="22465"/>
                    <a:pt x="90279" y="19049"/>
                  </a:cubicBezTo>
                  <a:cubicBezTo>
                    <a:pt x="65282" y="13050"/>
                    <a:pt x="33367" y="11383"/>
                    <a:pt x="11703" y="27048"/>
                  </a:cubicBezTo>
                  <a:cubicBezTo>
                    <a:pt x="11452" y="25965"/>
                    <a:pt x="11286" y="24715"/>
                    <a:pt x="11120" y="23215"/>
                  </a:cubicBezTo>
                  <a:cubicBezTo>
                    <a:pt x="7703" y="15883"/>
                    <a:pt x="10202" y="11633"/>
                    <a:pt x="18702" y="10300"/>
                  </a:cubicBezTo>
                  <a:cubicBezTo>
                    <a:pt x="22285" y="9217"/>
                    <a:pt x="25868" y="8467"/>
                    <a:pt x="29534" y="8050"/>
                  </a:cubicBezTo>
                  <a:cubicBezTo>
                    <a:pt x="39034" y="6634"/>
                    <a:pt x="48949" y="6050"/>
                    <a:pt x="58615" y="6134"/>
                  </a:cubicBezTo>
                  <a:cubicBezTo>
                    <a:pt x="82530" y="6300"/>
                    <a:pt x="107110" y="10050"/>
                    <a:pt x="129692" y="18216"/>
                  </a:cubicBezTo>
                  <a:cubicBezTo>
                    <a:pt x="130859" y="18632"/>
                    <a:pt x="131775" y="16966"/>
                    <a:pt x="130525" y="16383"/>
                  </a:cubicBezTo>
                  <a:cubicBezTo>
                    <a:pt x="97694" y="2217"/>
                    <a:pt x="59698" y="-3866"/>
                    <a:pt x="24201" y="2550"/>
                  </a:cubicBezTo>
                  <a:cubicBezTo>
                    <a:pt x="14369" y="4300"/>
                    <a:pt x="2620" y="8133"/>
                    <a:pt x="287" y="19466"/>
                  </a:cubicBezTo>
                  <a:cubicBezTo>
                    <a:pt x="-2046" y="30965"/>
                    <a:pt x="10369" y="41464"/>
                    <a:pt x="18702" y="47213"/>
                  </a:cubicBezTo>
                  <a:cubicBezTo>
                    <a:pt x="46366" y="66128"/>
                    <a:pt x="88946" y="72128"/>
                    <a:pt x="121526" y="67211"/>
                  </a:cubicBezTo>
                  <a:cubicBezTo>
                    <a:pt x="132275" y="65545"/>
                    <a:pt x="151524" y="62962"/>
                    <a:pt x="155023" y="50213"/>
                  </a:cubicBezTo>
                  <a:cubicBezTo>
                    <a:pt x="158106" y="39797"/>
                    <a:pt x="149691" y="31881"/>
                    <a:pt x="141024" y="28381"/>
                  </a:cubicBezTo>
                  <a:lnTo>
                    <a:pt x="141024" y="28381"/>
                  </a:lnTo>
                  <a:close/>
                  <a:moveTo>
                    <a:pt x="120776" y="56629"/>
                  </a:moveTo>
                  <a:cubicBezTo>
                    <a:pt x="109277" y="58045"/>
                    <a:pt x="97362" y="58795"/>
                    <a:pt x="85863" y="57712"/>
                  </a:cubicBezTo>
                  <a:cubicBezTo>
                    <a:pt x="64531" y="55712"/>
                    <a:pt x="38533" y="50213"/>
                    <a:pt x="20536" y="38131"/>
                  </a:cubicBezTo>
                  <a:cubicBezTo>
                    <a:pt x="15535" y="34798"/>
                    <a:pt x="13452" y="33131"/>
                    <a:pt x="12285" y="29131"/>
                  </a:cubicBezTo>
                  <a:cubicBezTo>
                    <a:pt x="20952" y="30131"/>
                    <a:pt x="30534" y="26965"/>
                    <a:pt x="39117" y="26382"/>
                  </a:cubicBezTo>
                  <a:cubicBezTo>
                    <a:pt x="52282" y="25465"/>
                    <a:pt x="65614" y="25382"/>
                    <a:pt x="78780" y="27215"/>
                  </a:cubicBezTo>
                  <a:cubicBezTo>
                    <a:pt x="91279" y="29048"/>
                    <a:pt x="103944" y="32381"/>
                    <a:pt x="114693" y="39214"/>
                  </a:cubicBezTo>
                  <a:cubicBezTo>
                    <a:pt x="121942" y="43797"/>
                    <a:pt x="125192" y="51213"/>
                    <a:pt x="132026" y="55462"/>
                  </a:cubicBezTo>
                  <a:cubicBezTo>
                    <a:pt x="128109" y="56129"/>
                    <a:pt x="123859" y="56212"/>
                    <a:pt x="120776" y="56629"/>
                  </a:cubicBezTo>
                  <a:lnTo>
                    <a:pt x="120776" y="56629"/>
                  </a:lnTo>
                  <a:close/>
                </a:path>
              </a:pathLst>
            </a:custGeom>
            <a:grpFill/>
            <a:ln w="8332" cap="flat">
              <a:noFill/>
              <a:prstDash val="solid"/>
              <a:miter/>
            </a:ln>
          </p:spPr>
          <p:txBody>
            <a:bodyPr rtlCol="0" anchor="ctr"/>
            <a:lstStyle/>
            <a:p>
              <a:endParaRPr lang="en-US"/>
            </a:p>
          </p:txBody>
        </p:sp>
        <p:sp>
          <p:nvSpPr>
            <p:cNvPr id="2151" name="Freeform: Shape 2150"/>
            <p:cNvSpPr/>
            <p:nvPr/>
          </p:nvSpPr>
          <p:spPr>
            <a:xfrm>
              <a:off x="9695949" y="2651189"/>
              <a:ext cx="163237" cy="199084"/>
            </a:xfrm>
            <a:custGeom>
              <a:avLst/>
              <a:gdLst>
                <a:gd name="connsiteX0" fmla="*/ 148102 w 163237"/>
                <a:gd name="connsiteY0" fmla="*/ 42661 h 199084"/>
                <a:gd name="connsiteX1" fmla="*/ 85441 w 163237"/>
                <a:gd name="connsiteY1" fmla="*/ 165 h 199084"/>
                <a:gd name="connsiteX2" fmla="*/ 27196 w 163237"/>
                <a:gd name="connsiteY2" fmla="*/ 28913 h 199084"/>
                <a:gd name="connsiteX3" fmla="*/ 1282 w 163237"/>
                <a:gd name="connsiteY3" fmla="*/ 115988 h 199084"/>
                <a:gd name="connsiteX4" fmla="*/ 8615 w 163237"/>
                <a:gd name="connsiteY4" fmla="*/ 141153 h 199084"/>
                <a:gd name="connsiteX5" fmla="*/ 42361 w 163237"/>
                <a:gd name="connsiteY5" fmla="*/ 188398 h 199084"/>
                <a:gd name="connsiteX6" fmla="*/ 109272 w 163237"/>
                <a:gd name="connsiteY6" fmla="*/ 191398 h 199084"/>
                <a:gd name="connsiteX7" fmla="*/ 148102 w 163237"/>
                <a:gd name="connsiteY7" fmla="*/ 42661 h 199084"/>
                <a:gd name="connsiteX8" fmla="*/ 148102 w 163237"/>
                <a:gd name="connsiteY8" fmla="*/ 42661 h 199084"/>
                <a:gd name="connsiteX9" fmla="*/ 100023 w 163237"/>
                <a:gd name="connsiteY9" fmla="*/ 182899 h 199084"/>
                <a:gd name="connsiteX10" fmla="*/ 27697 w 163237"/>
                <a:gd name="connsiteY10" fmla="*/ 156484 h 199084"/>
                <a:gd name="connsiteX11" fmla="*/ 16864 w 163237"/>
                <a:gd name="connsiteY11" fmla="*/ 74658 h 199084"/>
                <a:gd name="connsiteX12" fmla="*/ 39612 w 163237"/>
                <a:gd name="connsiteY12" fmla="*/ 29663 h 199084"/>
                <a:gd name="connsiteX13" fmla="*/ 42528 w 163237"/>
                <a:gd name="connsiteY13" fmla="*/ 27246 h 199084"/>
                <a:gd name="connsiteX14" fmla="*/ 120688 w 163237"/>
                <a:gd name="connsiteY14" fmla="*/ 24913 h 199084"/>
                <a:gd name="connsiteX15" fmla="*/ 152602 w 163237"/>
                <a:gd name="connsiteY15" fmla="*/ 107155 h 199084"/>
                <a:gd name="connsiteX16" fmla="*/ 100023 w 163237"/>
                <a:gd name="connsiteY16" fmla="*/ 182899 h 199084"/>
                <a:gd name="connsiteX17" fmla="*/ 100023 w 163237"/>
                <a:gd name="connsiteY17" fmla="*/ 182899 h 199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3237" h="199084">
                  <a:moveTo>
                    <a:pt x="148102" y="42661"/>
                  </a:moveTo>
                  <a:cubicBezTo>
                    <a:pt x="133770" y="19330"/>
                    <a:pt x="113689" y="2748"/>
                    <a:pt x="85441" y="165"/>
                  </a:cubicBezTo>
                  <a:cubicBezTo>
                    <a:pt x="64110" y="-1751"/>
                    <a:pt x="40695" y="13331"/>
                    <a:pt x="27196" y="28913"/>
                  </a:cubicBezTo>
                  <a:cubicBezTo>
                    <a:pt x="8198" y="50827"/>
                    <a:pt x="-4134" y="87074"/>
                    <a:pt x="1282" y="115988"/>
                  </a:cubicBezTo>
                  <a:cubicBezTo>
                    <a:pt x="2699" y="123654"/>
                    <a:pt x="5198" y="132487"/>
                    <a:pt x="8615" y="141153"/>
                  </a:cubicBezTo>
                  <a:cubicBezTo>
                    <a:pt x="14280" y="160067"/>
                    <a:pt x="25280" y="177649"/>
                    <a:pt x="42361" y="188398"/>
                  </a:cubicBezTo>
                  <a:cubicBezTo>
                    <a:pt x="62526" y="201064"/>
                    <a:pt x="88441" y="202980"/>
                    <a:pt x="109272" y="191398"/>
                  </a:cubicBezTo>
                  <a:cubicBezTo>
                    <a:pt x="161351" y="162567"/>
                    <a:pt x="178767" y="92490"/>
                    <a:pt x="148102" y="42661"/>
                  </a:cubicBezTo>
                  <a:lnTo>
                    <a:pt x="148102" y="42661"/>
                  </a:lnTo>
                  <a:close/>
                  <a:moveTo>
                    <a:pt x="100023" y="182899"/>
                  </a:moveTo>
                  <a:cubicBezTo>
                    <a:pt x="72276" y="196231"/>
                    <a:pt x="43445" y="179649"/>
                    <a:pt x="27697" y="156484"/>
                  </a:cubicBezTo>
                  <a:cubicBezTo>
                    <a:pt x="11615" y="132820"/>
                    <a:pt x="9365" y="101656"/>
                    <a:pt x="16864" y="74658"/>
                  </a:cubicBezTo>
                  <a:cubicBezTo>
                    <a:pt x="21697" y="57493"/>
                    <a:pt x="27363" y="42745"/>
                    <a:pt x="39612" y="29663"/>
                  </a:cubicBezTo>
                  <a:cubicBezTo>
                    <a:pt x="40612" y="28829"/>
                    <a:pt x="41528" y="27996"/>
                    <a:pt x="42528" y="27246"/>
                  </a:cubicBezTo>
                  <a:cubicBezTo>
                    <a:pt x="67110" y="8581"/>
                    <a:pt x="95274" y="4665"/>
                    <a:pt x="120688" y="24913"/>
                  </a:cubicBezTo>
                  <a:cubicBezTo>
                    <a:pt x="143686" y="43161"/>
                    <a:pt x="156185" y="78575"/>
                    <a:pt x="152602" y="107155"/>
                  </a:cubicBezTo>
                  <a:cubicBezTo>
                    <a:pt x="148935" y="136236"/>
                    <a:pt x="126770" y="170067"/>
                    <a:pt x="100023" y="182899"/>
                  </a:cubicBezTo>
                  <a:lnTo>
                    <a:pt x="100023" y="182899"/>
                  </a:lnTo>
                  <a:close/>
                </a:path>
              </a:pathLst>
            </a:custGeom>
            <a:grpFill/>
            <a:ln w="8332" cap="flat">
              <a:noFill/>
              <a:prstDash val="solid"/>
              <a:miter/>
            </a:ln>
          </p:spPr>
          <p:txBody>
            <a:bodyPr rtlCol="0" anchor="ctr"/>
            <a:lstStyle/>
            <a:p>
              <a:endParaRPr lang="en-US"/>
            </a:p>
          </p:txBody>
        </p:sp>
        <p:sp>
          <p:nvSpPr>
            <p:cNvPr id="2152" name="Freeform: Shape 2151"/>
            <p:cNvSpPr/>
            <p:nvPr/>
          </p:nvSpPr>
          <p:spPr>
            <a:xfrm>
              <a:off x="6228233" y="3743020"/>
              <a:ext cx="378368" cy="812464"/>
            </a:xfrm>
            <a:custGeom>
              <a:avLst/>
              <a:gdLst>
                <a:gd name="connsiteX0" fmla="*/ 376026 w 378368"/>
                <a:gd name="connsiteY0" fmla="*/ 363037 h 812464"/>
                <a:gd name="connsiteX1" fmla="*/ 364777 w 378368"/>
                <a:gd name="connsiteY1" fmla="*/ 270545 h 812464"/>
                <a:gd name="connsiteX2" fmla="*/ 347029 w 378368"/>
                <a:gd name="connsiteY2" fmla="*/ 233049 h 812464"/>
                <a:gd name="connsiteX3" fmla="*/ 342446 w 378368"/>
                <a:gd name="connsiteY3" fmla="*/ 183553 h 812464"/>
                <a:gd name="connsiteX4" fmla="*/ 347279 w 378368"/>
                <a:gd name="connsiteY4" fmla="*/ 136641 h 812464"/>
                <a:gd name="connsiteX5" fmla="*/ 350695 w 378368"/>
                <a:gd name="connsiteY5" fmla="*/ 109977 h 812464"/>
                <a:gd name="connsiteX6" fmla="*/ 373027 w 378368"/>
                <a:gd name="connsiteY6" fmla="*/ 91478 h 812464"/>
                <a:gd name="connsiteX7" fmla="*/ 368194 w 378368"/>
                <a:gd name="connsiteY7" fmla="*/ 42899 h 812464"/>
                <a:gd name="connsiteX8" fmla="*/ 300450 w 378368"/>
                <a:gd name="connsiteY8" fmla="*/ 9486 h 812464"/>
                <a:gd name="connsiteX9" fmla="*/ 266369 w 378368"/>
                <a:gd name="connsiteY9" fmla="*/ 3986 h 812464"/>
                <a:gd name="connsiteX10" fmla="*/ 216874 w 378368"/>
                <a:gd name="connsiteY10" fmla="*/ 403 h 812464"/>
                <a:gd name="connsiteX11" fmla="*/ 159463 w 378368"/>
                <a:gd name="connsiteY11" fmla="*/ 27901 h 812464"/>
                <a:gd name="connsiteX12" fmla="*/ 167212 w 378368"/>
                <a:gd name="connsiteY12" fmla="*/ 73980 h 812464"/>
                <a:gd name="connsiteX13" fmla="*/ 168878 w 378368"/>
                <a:gd name="connsiteY13" fmla="*/ 75396 h 812464"/>
                <a:gd name="connsiteX14" fmla="*/ 163462 w 378368"/>
                <a:gd name="connsiteY14" fmla="*/ 108227 h 812464"/>
                <a:gd name="connsiteX15" fmla="*/ 152963 w 378368"/>
                <a:gd name="connsiteY15" fmla="*/ 153639 h 812464"/>
                <a:gd name="connsiteX16" fmla="*/ 98635 w 378368"/>
                <a:gd name="connsiteY16" fmla="*/ 220633 h 812464"/>
                <a:gd name="connsiteX17" fmla="*/ 44556 w 378368"/>
                <a:gd name="connsiteY17" fmla="*/ 371036 h 812464"/>
                <a:gd name="connsiteX18" fmla="*/ 31391 w 378368"/>
                <a:gd name="connsiteY18" fmla="*/ 455529 h 812464"/>
                <a:gd name="connsiteX19" fmla="*/ 16225 w 378368"/>
                <a:gd name="connsiteY19" fmla="*/ 544687 h 812464"/>
                <a:gd name="connsiteX20" fmla="*/ 5226 w 378368"/>
                <a:gd name="connsiteY20" fmla="*/ 632763 h 812464"/>
                <a:gd name="connsiteX21" fmla="*/ 4643 w 378368"/>
                <a:gd name="connsiteY21" fmla="*/ 716089 h 812464"/>
                <a:gd name="connsiteX22" fmla="*/ 123132 w 378368"/>
                <a:gd name="connsiteY22" fmla="*/ 800331 h 812464"/>
                <a:gd name="connsiteX23" fmla="*/ 204958 w 378368"/>
                <a:gd name="connsiteY23" fmla="*/ 811497 h 812464"/>
                <a:gd name="connsiteX24" fmla="*/ 267952 w 378368"/>
                <a:gd name="connsiteY24" fmla="*/ 789499 h 812464"/>
                <a:gd name="connsiteX25" fmla="*/ 300450 w 378368"/>
                <a:gd name="connsiteY25" fmla="*/ 725005 h 812464"/>
                <a:gd name="connsiteX26" fmla="*/ 324031 w 378368"/>
                <a:gd name="connsiteY26" fmla="*/ 641179 h 812464"/>
                <a:gd name="connsiteX27" fmla="*/ 361944 w 378368"/>
                <a:gd name="connsiteY27" fmla="*/ 460195 h 812464"/>
                <a:gd name="connsiteX28" fmla="*/ 376026 w 378368"/>
                <a:gd name="connsiteY28" fmla="*/ 363037 h 812464"/>
                <a:gd name="connsiteX29" fmla="*/ 376026 w 378368"/>
                <a:gd name="connsiteY29" fmla="*/ 363037 h 812464"/>
                <a:gd name="connsiteX30" fmla="*/ 180460 w 378368"/>
                <a:gd name="connsiteY30" fmla="*/ 25068 h 812464"/>
                <a:gd name="connsiteX31" fmla="*/ 215791 w 378368"/>
                <a:gd name="connsiteY31" fmla="*/ 13985 h 812464"/>
                <a:gd name="connsiteX32" fmla="*/ 281535 w 378368"/>
                <a:gd name="connsiteY32" fmla="*/ 16735 h 812464"/>
                <a:gd name="connsiteX33" fmla="*/ 289034 w 378368"/>
                <a:gd name="connsiteY33" fmla="*/ 18402 h 812464"/>
                <a:gd name="connsiteX34" fmla="*/ 356861 w 378368"/>
                <a:gd name="connsiteY34" fmla="*/ 50982 h 812464"/>
                <a:gd name="connsiteX35" fmla="*/ 362611 w 378368"/>
                <a:gd name="connsiteY35" fmla="*/ 82063 h 812464"/>
                <a:gd name="connsiteX36" fmla="*/ 341280 w 378368"/>
                <a:gd name="connsiteY36" fmla="*/ 101227 h 812464"/>
                <a:gd name="connsiteX37" fmla="*/ 338946 w 378368"/>
                <a:gd name="connsiteY37" fmla="*/ 102144 h 812464"/>
                <a:gd name="connsiteX38" fmla="*/ 332864 w 378368"/>
                <a:gd name="connsiteY38" fmla="*/ 104227 h 812464"/>
                <a:gd name="connsiteX39" fmla="*/ 250621 w 378368"/>
                <a:gd name="connsiteY39" fmla="*/ 101561 h 812464"/>
                <a:gd name="connsiteX40" fmla="*/ 174545 w 378368"/>
                <a:gd name="connsiteY40" fmla="*/ 66731 h 812464"/>
                <a:gd name="connsiteX41" fmla="*/ 180460 w 378368"/>
                <a:gd name="connsiteY41" fmla="*/ 25068 h 812464"/>
                <a:gd name="connsiteX42" fmla="*/ 180460 w 378368"/>
                <a:gd name="connsiteY42" fmla="*/ 25068 h 812464"/>
                <a:gd name="connsiteX43" fmla="*/ 166129 w 378368"/>
                <a:gd name="connsiteY43" fmla="*/ 160056 h 812464"/>
                <a:gd name="connsiteX44" fmla="*/ 173961 w 378368"/>
                <a:gd name="connsiteY44" fmla="*/ 121642 h 812464"/>
                <a:gd name="connsiteX45" fmla="*/ 177711 w 378368"/>
                <a:gd name="connsiteY45" fmla="*/ 97394 h 812464"/>
                <a:gd name="connsiteX46" fmla="*/ 178044 w 378368"/>
                <a:gd name="connsiteY46" fmla="*/ 82313 h 812464"/>
                <a:gd name="connsiteX47" fmla="*/ 237789 w 378368"/>
                <a:gd name="connsiteY47" fmla="*/ 107643 h 812464"/>
                <a:gd name="connsiteX48" fmla="*/ 317282 w 378368"/>
                <a:gd name="connsiteY48" fmla="*/ 117559 h 812464"/>
                <a:gd name="connsiteX49" fmla="*/ 336030 w 378368"/>
                <a:gd name="connsiteY49" fmla="*/ 114893 h 812464"/>
                <a:gd name="connsiteX50" fmla="*/ 332947 w 378368"/>
                <a:gd name="connsiteY50" fmla="*/ 131725 h 812464"/>
                <a:gd name="connsiteX51" fmla="*/ 328114 w 378368"/>
                <a:gd name="connsiteY51" fmla="*/ 169888 h 812464"/>
                <a:gd name="connsiteX52" fmla="*/ 332113 w 378368"/>
                <a:gd name="connsiteY52" fmla="*/ 238548 h 812464"/>
                <a:gd name="connsiteX53" fmla="*/ 337446 w 378368"/>
                <a:gd name="connsiteY53" fmla="*/ 250381 h 812464"/>
                <a:gd name="connsiteX54" fmla="*/ 313115 w 378368"/>
                <a:gd name="connsiteY54" fmla="*/ 256463 h 812464"/>
                <a:gd name="connsiteX55" fmla="*/ 272036 w 378368"/>
                <a:gd name="connsiteY55" fmla="*/ 251964 h 812464"/>
                <a:gd name="connsiteX56" fmla="*/ 232956 w 378368"/>
                <a:gd name="connsiteY56" fmla="*/ 236465 h 812464"/>
                <a:gd name="connsiteX57" fmla="*/ 202042 w 378368"/>
                <a:gd name="connsiteY57" fmla="*/ 219800 h 812464"/>
                <a:gd name="connsiteX58" fmla="*/ 139048 w 378368"/>
                <a:gd name="connsiteY58" fmla="*/ 216550 h 812464"/>
                <a:gd name="connsiteX59" fmla="*/ 121716 w 378368"/>
                <a:gd name="connsiteY59" fmla="*/ 220133 h 812464"/>
                <a:gd name="connsiteX60" fmla="*/ 166129 w 378368"/>
                <a:gd name="connsiteY60" fmla="*/ 160056 h 812464"/>
                <a:gd name="connsiteX61" fmla="*/ 166129 w 378368"/>
                <a:gd name="connsiteY61" fmla="*/ 160056 h 812464"/>
                <a:gd name="connsiteX62" fmla="*/ 131465 w 378368"/>
                <a:gd name="connsiteY62" fmla="*/ 227466 h 812464"/>
                <a:gd name="connsiteX63" fmla="*/ 168295 w 378368"/>
                <a:gd name="connsiteY63" fmla="*/ 223133 h 812464"/>
                <a:gd name="connsiteX64" fmla="*/ 232956 w 378368"/>
                <a:gd name="connsiteY64" fmla="*/ 245214 h 812464"/>
                <a:gd name="connsiteX65" fmla="*/ 297700 w 378368"/>
                <a:gd name="connsiteY65" fmla="*/ 266379 h 812464"/>
                <a:gd name="connsiteX66" fmla="*/ 336863 w 378368"/>
                <a:gd name="connsiteY66" fmla="*/ 262130 h 812464"/>
                <a:gd name="connsiteX67" fmla="*/ 325947 w 378368"/>
                <a:gd name="connsiteY67" fmla="*/ 274129 h 812464"/>
                <a:gd name="connsiteX68" fmla="*/ 298617 w 378368"/>
                <a:gd name="connsiteY68" fmla="*/ 286294 h 812464"/>
                <a:gd name="connsiteX69" fmla="*/ 229456 w 378368"/>
                <a:gd name="connsiteY69" fmla="*/ 294877 h 812464"/>
                <a:gd name="connsiteX70" fmla="*/ 155129 w 378368"/>
                <a:gd name="connsiteY70" fmla="*/ 273962 h 812464"/>
                <a:gd name="connsiteX71" fmla="*/ 123216 w 378368"/>
                <a:gd name="connsiteY71" fmla="*/ 253214 h 812464"/>
                <a:gd name="connsiteX72" fmla="*/ 108384 w 378368"/>
                <a:gd name="connsiteY72" fmla="*/ 234299 h 812464"/>
                <a:gd name="connsiteX73" fmla="*/ 110384 w 378368"/>
                <a:gd name="connsiteY73" fmla="*/ 231966 h 812464"/>
                <a:gd name="connsiteX74" fmla="*/ 131465 w 378368"/>
                <a:gd name="connsiteY74" fmla="*/ 227466 h 812464"/>
                <a:gd name="connsiteX75" fmla="*/ 131465 w 378368"/>
                <a:gd name="connsiteY75" fmla="*/ 227466 h 812464"/>
                <a:gd name="connsiteX76" fmla="*/ 342279 w 378368"/>
                <a:gd name="connsiteY76" fmla="*/ 475694 h 812464"/>
                <a:gd name="connsiteX77" fmla="*/ 326281 w 378368"/>
                <a:gd name="connsiteY77" fmla="*/ 557853 h 812464"/>
                <a:gd name="connsiteX78" fmla="*/ 283118 w 378368"/>
                <a:gd name="connsiteY78" fmla="*/ 725838 h 812464"/>
                <a:gd name="connsiteX79" fmla="*/ 243538 w 378368"/>
                <a:gd name="connsiteY79" fmla="*/ 786083 h 812464"/>
                <a:gd name="connsiteX80" fmla="*/ 163129 w 378368"/>
                <a:gd name="connsiteY80" fmla="*/ 792998 h 812464"/>
                <a:gd name="connsiteX81" fmla="*/ 83303 w 378368"/>
                <a:gd name="connsiteY81" fmla="*/ 768084 h 812464"/>
                <a:gd name="connsiteX82" fmla="*/ 22475 w 378368"/>
                <a:gd name="connsiteY82" fmla="*/ 720255 h 812464"/>
                <a:gd name="connsiteX83" fmla="*/ 18558 w 378368"/>
                <a:gd name="connsiteY83" fmla="*/ 629180 h 812464"/>
                <a:gd name="connsiteX84" fmla="*/ 28391 w 378368"/>
                <a:gd name="connsiteY84" fmla="*/ 549770 h 812464"/>
                <a:gd name="connsiteX85" fmla="*/ 55389 w 378368"/>
                <a:gd name="connsiteY85" fmla="*/ 389702 h 812464"/>
                <a:gd name="connsiteX86" fmla="*/ 76137 w 378368"/>
                <a:gd name="connsiteY86" fmla="*/ 303376 h 812464"/>
                <a:gd name="connsiteX87" fmla="*/ 103218 w 378368"/>
                <a:gd name="connsiteY87" fmla="*/ 241048 h 812464"/>
                <a:gd name="connsiteX88" fmla="*/ 148213 w 378368"/>
                <a:gd name="connsiteY88" fmla="*/ 282794 h 812464"/>
                <a:gd name="connsiteX89" fmla="*/ 233622 w 378368"/>
                <a:gd name="connsiteY89" fmla="*/ 308042 h 812464"/>
                <a:gd name="connsiteX90" fmla="*/ 307616 w 378368"/>
                <a:gd name="connsiteY90" fmla="*/ 297126 h 812464"/>
                <a:gd name="connsiteX91" fmla="*/ 338530 w 378368"/>
                <a:gd name="connsiteY91" fmla="*/ 281211 h 812464"/>
                <a:gd name="connsiteX92" fmla="*/ 346695 w 378368"/>
                <a:gd name="connsiteY92" fmla="*/ 269712 h 812464"/>
                <a:gd name="connsiteX93" fmla="*/ 359028 w 378368"/>
                <a:gd name="connsiteY93" fmla="*/ 308625 h 812464"/>
                <a:gd name="connsiteX94" fmla="*/ 357195 w 378368"/>
                <a:gd name="connsiteY94" fmla="*/ 396701 h 812464"/>
                <a:gd name="connsiteX95" fmla="*/ 342279 w 378368"/>
                <a:gd name="connsiteY95" fmla="*/ 475694 h 812464"/>
                <a:gd name="connsiteX96" fmla="*/ 342279 w 378368"/>
                <a:gd name="connsiteY96" fmla="*/ 475694 h 812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378368" h="812464">
                  <a:moveTo>
                    <a:pt x="376026" y="363037"/>
                  </a:moveTo>
                  <a:cubicBezTo>
                    <a:pt x="377193" y="331540"/>
                    <a:pt x="377526" y="299960"/>
                    <a:pt x="364777" y="270545"/>
                  </a:cubicBezTo>
                  <a:cubicBezTo>
                    <a:pt x="359278" y="257880"/>
                    <a:pt x="352445" y="245798"/>
                    <a:pt x="347029" y="233049"/>
                  </a:cubicBezTo>
                  <a:cubicBezTo>
                    <a:pt x="340280" y="217217"/>
                    <a:pt x="341196" y="200302"/>
                    <a:pt x="342446" y="183553"/>
                  </a:cubicBezTo>
                  <a:cubicBezTo>
                    <a:pt x="343696" y="167805"/>
                    <a:pt x="345779" y="152306"/>
                    <a:pt x="347279" y="136641"/>
                  </a:cubicBezTo>
                  <a:cubicBezTo>
                    <a:pt x="348112" y="128475"/>
                    <a:pt x="351112" y="118392"/>
                    <a:pt x="350695" y="109977"/>
                  </a:cubicBezTo>
                  <a:cubicBezTo>
                    <a:pt x="359861" y="105977"/>
                    <a:pt x="368027" y="100061"/>
                    <a:pt x="373027" y="91478"/>
                  </a:cubicBezTo>
                  <a:cubicBezTo>
                    <a:pt x="382109" y="76063"/>
                    <a:pt x="379026" y="56398"/>
                    <a:pt x="368194" y="42899"/>
                  </a:cubicBezTo>
                  <a:cubicBezTo>
                    <a:pt x="351445" y="21901"/>
                    <a:pt x="325447" y="15235"/>
                    <a:pt x="300450" y="9486"/>
                  </a:cubicBezTo>
                  <a:cubicBezTo>
                    <a:pt x="288867" y="6819"/>
                    <a:pt x="277619" y="4986"/>
                    <a:pt x="266369" y="3986"/>
                  </a:cubicBezTo>
                  <a:cubicBezTo>
                    <a:pt x="249787" y="653"/>
                    <a:pt x="233039" y="-763"/>
                    <a:pt x="216874" y="403"/>
                  </a:cubicBezTo>
                  <a:cubicBezTo>
                    <a:pt x="194042" y="1986"/>
                    <a:pt x="172961" y="7819"/>
                    <a:pt x="159463" y="27901"/>
                  </a:cubicBezTo>
                  <a:cubicBezTo>
                    <a:pt x="148047" y="44899"/>
                    <a:pt x="152630" y="61148"/>
                    <a:pt x="167212" y="73980"/>
                  </a:cubicBezTo>
                  <a:cubicBezTo>
                    <a:pt x="167795" y="74480"/>
                    <a:pt x="168295" y="74896"/>
                    <a:pt x="168878" y="75396"/>
                  </a:cubicBezTo>
                  <a:cubicBezTo>
                    <a:pt x="165712" y="85812"/>
                    <a:pt x="165878" y="97561"/>
                    <a:pt x="163462" y="108227"/>
                  </a:cubicBezTo>
                  <a:cubicBezTo>
                    <a:pt x="160129" y="123225"/>
                    <a:pt x="158546" y="139224"/>
                    <a:pt x="152963" y="153639"/>
                  </a:cubicBezTo>
                  <a:cubicBezTo>
                    <a:pt x="142131" y="181637"/>
                    <a:pt x="118383" y="199385"/>
                    <a:pt x="98635" y="220633"/>
                  </a:cubicBezTo>
                  <a:cubicBezTo>
                    <a:pt x="61555" y="260713"/>
                    <a:pt x="56222" y="319875"/>
                    <a:pt x="44556" y="371036"/>
                  </a:cubicBezTo>
                  <a:cubicBezTo>
                    <a:pt x="38224" y="398867"/>
                    <a:pt x="36307" y="427531"/>
                    <a:pt x="31391" y="455529"/>
                  </a:cubicBezTo>
                  <a:cubicBezTo>
                    <a:pt x="26225" y="485276"/>
                    <a:pt x="20641" y="514940"/>
                    <a:pt x="16225" y="544687"/>
                  </a:cubicBezTo>
                  <a:cubicBezTo>
                    <a:pt x="11892" y="574018"/>
                    <a:pt x="9226" y="603515"/>
                    <a:pt x="5226" y="632763"/>
                  </a:cubicBezTo>
                  <a:cubicBezTo>
                    <a:pt x="1393" y="661094"/>
                    <a:pt x="-4023" y="688258"/>
                    <a:pt x="4643" y="716089"/>
                  </a:cubicBezTo>
                  <a:cubicBezTo>
                    <a:pt x="19892" y="764918"/>
                    <a:pt x="78053" y="787665"/>
                    <a:pt x="123132" y="800331"/>
                  </a:cubicBezTo>
                  <a:cubicBezTo>
                    <a:pt x="149463" y="807747"/>
                    <a:pt x="177544" y="815163"/>
                    <a:pt x="204958" y="811497"/>
                  </a:cubicBezTo>
                  <a:cubicBezTo>
                    <a:pt x="226540" y="808580"/>
                    <a:pt x="251454" y="804831"/>
                    <a:pt x="267952" y="789499"/>
                  </a:cubicBezTo>
                  <a:cubicBezTo>
                    <a:pt x="285701" y="773167"/>
                    <a:pt x="292867" y="747003"/>
                    <a:pt x="300450" y="725005"/>
                  </a:cubicBezTo>
                  <a:cubicBezTo>
                    <a:pt x="309949" y="697507"/>
                    <a:pt x="317365" y="669343"/>
                    <a:pt x="324031" y="641179"/>
                  </a:cubicBezTo>
                  <a:cubicBezTo>
                    <a:pt x="338279" y="581101"/>
                    <a:pt x="349279" y="520523"/>
                    <a:pt x="361944" y="460195"/>
                  </a:cubicBezTo>
                  <a:cubicBezTo>
                    <a:pt x="369027" y="428282"/>
                    <a:pt x="374860" y="395868"/>
                    <a:pt x="376026" y="363037"/>
                  </a:cubicBezTo>
                  <a:lnTo>
                    <a:pt x="376026" y="363037"/>
                  </a:lnTo>
                  <a:close/>
                  <a:moveTo>
                    <a:pt x="180460" y="25068"/>
                  </a:moveTo>
                  <a:cubicBezTo>
                    <a:pt x="191043" y="17068"/>
                    <a:pt x="203042" y="15318"/>
                    <a:pt x="215791" y="13985"/>
                  </a:cubicBezTo>
                  <a:cubicBezTo>
                    <a:pt x="237205" y="11736"/>
                    <a:pt x="259537" y="12902"/>
                    <a:pt x="281535" y="16735"/>
                  </a:cubicBezTo>
                  <a:cubicBezTo>
                    <a:pt x="284035" y="17235"/>
                    <a:pt x="286534" y="17818"/>
                    <a:pt x="289034" y="18402"/>
                  </a:cubicBezTo>
                  <a:cubicBezTo>
                    <a:pt x="313032" y="24401"/>
                    <a:pt x="340363" y="30984"/>
                    <a:pt x="356861" y="50982"/>
                  </a:cubicBezTo>
                  <a:cubicBezTo>
                    <a:pt x="363777" y="59398"/>
                    <a:pt x="366360" y="71563"/>
                    <a:pt x="362611" y="82063"/>
                  </a:cubicBezTo>
                  <a:cubicBezTo>
                    <a:pt x="359194" y="91478"/>
                    <a:pt x="350529" y="97394"/>
                    <a:pt x="341280" y="101227"/>
                  </a:cubicBezTo>
                  <a:cubicBezTo>
                    <a:pt x="340446" y="101394"/>
                    <a:pt x="339613" y="101727"/>
                    <a:pt x="338946" y="102144"/>
                  </a:cubicBezTo>
                  <a:cubicBezTo>
                    <a:pt x="336863" y="102894"/>
                    <a:pt x="334863" y="103561"/>
                    <a:pt x="332864" y="104227"/>
                  </a:cubicBezTo>
                  <a:cubicBezTo>
                    <a:pt x="306783" y="111977"/>
                    <a:pt x="276619" y="106893"/>
                    <a:pt x="250621" y="101561"/>
                  </a:cubicBezTo>
                  <a:cubicBezTo>
                    <a:pt x="224373" y="96061"/>
                    <a:pt x="192709" y="87979"/>
                    <a:pt x="174545" y="66731"/>
                  </a:cubicBezTo>
                  <a:cubicBezTo>
                    <a:pt x="161879" y="51899"/>
                    <a:pt x="165545" y="36400"/>
                    <a:pt x="180460" y="25068"/>
                  </a:cubicBezTo>
                  <a:lnTo>
                    <a:pt x="180460" y="25068"/>
                  </a:lnTo>
                  <a:close/>
                  <a:moveTo>
                    <a:pt x="166129" y="160056"/>
                  </a:moveTo>
                  <a:cubicBezTo>
                    <a:pt x="170462" y="147723"/>
                    <a:pt x="171961" y="134475"/>
                    <a:pt x="173961" y="121642"/>
                  </a:cubicBezTo>
                  <a:cubicBezTo>
                    <a:pt x="175211" y="113560"/>
                    <a:pt x="176961" y="105477"/>
                    <a:pt x="177711" y="97394"/>
                  </a:cubicBezTo>
                  <a:cubicBezTo>
                    <a:pt x="178127" y="92395"/>
                    <a:pt x="177628" y="87312"/>
                    <a:pt x="178044" y="82313"/>
                  </a:cubicBezTo>
                  <a:cubicBezTo>
                    <a:pt x="195876" y="94478"/>
                    <a:pt x="217540" y="102227"/>
                    <a:pt x="237789" y="107643"/>
                  </a:cubicBezTo>
                  <a:cubicBezTo>
                    <a:pt x="263703" y="114643"/>
                    <a:pt x="290367" y="119226"/>
                    <a:pt x="317282" y="117559"/>
                  </a:cubicBezTo>
                  <a:cubicBezTo>
                    <a:pt x="323198" y="117226"/>
                    <a:pt x="329614" y="116309"/>
                    <a:pt x="336030" y="114893"/>
                  </a:cubicBezTo>
                  <a:cubicBezTo>
                    <a:pt x="335363" y="120559"/>
                    <a:pt x="333530" y="126892"/>
                    <a:pt x="332947" y="131725"/>
                  </a:cubicBezTo>
                  <a:cubicBezTo>
                    <a:pt x="331364" y="144557"/>
                    <a:pt x="328781" y="156889"/>
                    <a:pt x="328114" y="169888"/>
                  </a:cubicBezTo>
                  <a:cubicBezTo>
                    <a:pt x="326864" y="193052"/>
                    <a:pt x="322698" y="216550"/>
                    <a:pt x="332113" y="238548"/>
                  </a:cubicBezTo>
                  <a:cubicBezTo>
                    <a:pt x="333780" y="242548"/>
                    <a:pt x="335613" y="246464"/>
                    <a:pt x="337446" y="250381"/>
                  </a:cubicBezTo>
                  <a:cubicBezTo>
                    <a:pt x="329614" y="253214"/>
                    <a:pt x="321948" y="256130"/>
                    <a:pt x="313115" y="256463"/>
                  </a:cubicBezTo>
                  <a:cubicBezTo>
                    <a:pt x="299283" y="257047"/>
                    <a:pt x="285368" y="255630"/>
                    <a:pt x="272036" y="251964"/>
                  </a:cubicBezTo>
                  <a:cubicBezTo>
                    <a:pt x="258620" y="248214"/>
                    <a:pt x="245621" y="242131"/>
                    <a:pt x="232956" y="236465"/>
                  </a:cubicBezTo>
                  <a:cubicBezTo>
                    <a:pt x="222207" y="231632"/>
                    <a:pt x="212874" y="224216"/>
                    <a:pt x="202042" y="219800"/>
                  </a:cubicBezTo>
                  <a:cubicBezTo>
                    <a:pt x="182127" y="211551"/>
                    <a:pt x="159879" y="212634"/>
                    <a:pt x="139048" y="216550"/>
                  </a:cubicBezTo>
                  <a:cubicBezTo>
                    <a:pt x="135381" y="217217"/>
                    <a:pt x="128632" y="218300"/>
                    <a:pt x="121716" y="220133"/>
                  </a:cubicBezTo>
                  <a:cubicBezTo>
                    <a:pt x="139714" y="201968"/>
                    <a:pt x="157296" y="185136"/>
                    <a:pt x="166129" y="160056"/>
                  </a:cubicBezTo>
                  <a:lnTo>
                    <a:pt x="166129" y="160056"/>
                  </a:lnTo>
                  <a:close/>
                  <a:moveTo>
                    <a:pt x="131465" y="227466"/>
                  </a:moveTo>
                  <a:cubicBezTo>
                    <a:pt x="143547" y="224883"/>
                    <a:pt x="155880" y="222883"/>
                    <a:pt x="168295" y="223133"/>
                  </a:cubicBezTo>
                  <a:cubicBezTo>
                    <a:pt x="193376" y="223633"/>
                    <a:pt x="211208" y="234715"/>
                    <a:pt x="232956" y="245214"/>
                  </a:cubicBezTo>
                  <a:cubicBezTo>
                    <a:pt x="253121" y="254963"/>
                    <a:pt x="275202" y="264296"/>
                    <a:pt x="297700" y="266379"/>
                  </a:cubicBezTo>
                  <a:cubicBezTo>
                    <a:pt x="313115" y="267796"/>
                    <a:pt x="324531" y="266379"/>
                    <a:pt x="336863" y="262130"/>
                  </a:cubicBezTo>
                  <a:cubicBezTo>
                    <a:pt x="334030" y="266713"/>
                    <a:pt x="330947" y="271045"/>
                    <a:pt x="325947" y="274129"/>
                  </a:cubicBezTo>
                  <a:cubicBezTo>
                    <a:pt x="317531" y="279461"/>
                    <a:pt x="308116" y="283211"/>
                    <a:pt x="298617" y="286294"/>
                  </a:cubicBezTo>
                  <a:cubicBezTo>
                    <a:pt x="276952" y="293460"/>
                    <a:pt x="252204" y="299293"/>
                    <a:pt x="229456" y="294877"/>
                  </a:cubicBezTo>
                  <a:cubicBezTo>
                    <a:pt x="203875" y="289960"/>
                    <a:pt x="178794" y="285544"/>
                    <a:pt x="155129" y="273962"/>
                  </a:cubicBezTo>
                  <a:cubicBezTo>
                    <a:pt x="143547" y="268296"/>
                    <a:pt x="132298" y="262546"/>
                    <a:pt x="123216" y="253214"/>
                  </a:cubicBezTo>
                  <a:cubicBezTo>
                    <a:pt x="117549" y="247298"/>
                    <a:pt x="113800" y="240048"/>
                    <a:pt x="108384" y="234299"/>
                  </a:cubicBezTo>
                  <a:cubicBezTo>
                    <a:pt x="109051" y="233549"/>
                    <a:pt x="109633" y="232716"/>
                    <a:pt x="110384" y="231966"/>
                  </a:cubicBezTo>
                  <a:cubicBezTo>
                    <a:pt x="117216" y="229549"/>
                    <a:pt x="126465" y="228466"/>
                    <a:pt x="131465" y="227466"/>
                  </a:cubicBezTo>
                  <a:lnTo>
                    <a:pt x="131465" y="227466"/>
                  </a:lnTo>
                  <a:close/>
                  <a:moveTo>
                    <a:pt x="342279" y="475694"/>
                  </a:moveTo>
                  <a:cubicBezTo>
                    <a:pt x="336613" y="503025"/>
                    <a:pt x="332447" y="530605"/>
                    <a:pt x="326281" y="557853"/>
                  </a:cubicBezTo>
                  <a:cubicBezTo>
                    <a:pt x="313615" y="614181"/>
                    <a:pt x="302783" y="671426"/>
                    <a:pt x="283118" y="725838"/>
                  </a:cubicBezTo>
                  <a:cubicBezTo>
                    <a:pt x="274952" y="748419"/>
                    <a:pt x="267619" y="775833"/>
                    <a:pt x="243538" y="786083"/>
                  </a:cubicBezTo>
                  <a:cubicBezTo>
                    <a:pt x="218624" y="796748"/>
                    <a:pt x="189293" y="798081"/>
                    <a:pt x="163129" y="792998"/>
                  </a:cubicBezTo>
                  <a:cubicBezTo>
                    <a:pt x="135214" y="787582"/>
                    <a:pt x="109633" y="778583"/>
                    <a:pt x="83303" y="768084"/>
                  </a:cubicBezTo>
                  <a:cubicBezTo>
                    <a:pt x="60305" y="758835"/>
                    <a:pt x="33307" y="743503"/>
                    <a:pt x="22475" y="720255"/>
                  </a:cubicBezTo>
                  <a:cubicBezTo>
                    <a:pt x="8809" y="691174"/>
                    <a:pt x="15309" y="659760"/>
                    <a:pt x="18558" y="629180"/>
                  </a:cubicBezTo>
                  <a:cubicBezTo>
                    <a:pt x="21392" y="602682"/>
                    <a:pt x="24641" y="576101"/>
                    <a:pt x="28391" y="549770"/>
                  </a:cubicBezTo>
                  <a:cubicBezTo>
                    <a:pt x="36057" y="496359"/>
                    <a:pt x="45556" y="442780"/>
                    <a:pt x="55389" y="389702"/>
                  </a:cubicBezTo>
                  <a:cubicBezTo>
                    <a:pt x="60721" y="360704"/>
                    <a:pt x="69054" y="332040"/>
                    <a:pt x="76137" y="303376"/>
                  </a:cubicBezTo>
                  <a:cubicBezTo>
                    <a:pt x="81886" y="279878"/>
                    <a:pt x="89635" y="259463"/>
                    <a:pt x="103218" y="241048"/>
                  </a:cubicBezTo>
                  <a:cubicBezTo>
                    <a:pt x="109800" y="260047"/>
                    <a:pt x="132298" y="274295"/>
                    <a:pt x="148213" y="282794"/>
                  </a:cubicBezTo>
                  <a:cubicBezTo>
                    <a:pt x="174294" y="296793"/>
                    <a:pt x="204458" y="303376"/>
                    <a:pt x="233622" y="308042"/>
                  </a:cubicBezTo>
                  <a:cubicBezTo>
                    <a:pt x="257620" y="311875"/>
                    <a:pt x="284951" y="304459"/>
                    <a:pt x="307616" y="297126"/>
                  </a:cubicBezTo>
                  <a:cubicBezTo>
                    <a:pt x="317948" y="293794"/>
                    <a:pt x="330614" y="288711"/>
                    <a:pt x="338530" y="281211"/>
                  </a:cubicBezTo>
                  <a:cubicBezTo>
                    <a:pt x="341946" y="277961"/>
                    <a:pt x="344363" y="273795"/>
                    <a:pt x="346695" y="269712"/>
                  </a:cubicBezTo>
                  <a:cubicBezTo>
                    <a:pt x="352362" y="282044"/>
                    <a:pt x="357278" y="294710"/>
                    <a:pt x="359028" y="308625"/>
                  </a:cubicBezTo>
                  <a:cubicBezTo>
                    <a:pt x="362694" y="337289"/>
                    <a:pt x="360944" y="368287"/>
                    <a:pt x="357195" y="396701"/>
                  </a:cubicBezTo>
                  <a:cubicBezTo>
                    <a:pt x="353695" y="423198"/>
                    <a:pt x="347779" y="449446"/>
                    <a:pt x="342279" y="475694"/>
                  </a:cubicBezTo>
                  <a:lnTo>
                    <a:pt x="342279" y="475694"/>
                  </a:lnTo>
                  <a:close/>
                </a:path>
              </a:pathLst>
            </a:custGeom>
            <a:grpFill/>
            <a:ln w="8332" cap="flat">
              <a:noFill/>
              <a:prstDash val="solid"/>
              <a:miter/>
            </a:ln>
          </p:spPr>
          <p:txBody>
            <a:bodyPr rtlCol="0" anchor="ctr"/>
            <a:lstStyle/>
            <a:p>
              <a:endParaRPr lang="en-US"/>
            </a:p>
          </p:txBody>
        </p:sp>
        <p:sp>
          <p:nvSpPr>
            <p:cNvPr id="2153" name="Freeform: Shape 2152"/>
            <p:cNvSpPr/>
            <p:nvPr/>
          </p:nvSpPr>
          <p:spPr>
            <a:xfrm>
              <a:off x="6414906" y="3767953"/>
              <a:ext cx="155673" cy="68849"/>
            </a:xfrm>
            <a:custGeom>
              <a:avLst/>
              <a:gdLst>
                <a:gd name="connsiteX0" fmla="*/ 141024 w 155673"/>
                <a:gd name="connsiteY0" fmla="*/ 28381 h 68849"/>
                <a:gd name="connsiteX1" fmla="*/ 138358 w 155673"/>
                <a:gd name="connsiteY1" fmla="*/ 32381 h 68849"/>
                <a:gd name="connsiteX2" fmla="*/ 146357 w 155673"/>
                <a:gd name="connsiteY2" fmla="*/ 42297 h 68849"/>
                <a:gd name="connsiteX3" fmla="*/ 138191 w 155673"/>
                <a:gd name="connsiteY3" fmla="*/ 53296 h 68849"/>
                <a:gd name="connsiteX4" fmla="*/ 136608 w 155673"/>
                <a:gd name="connsiteY4" fmla="*/ 54129 h 68849"/>
                <a:gd name="connsiteX5" fmla="*/ 136691 w 155673"/>
                <a:gd name="connsiteY5" fmla="*/ 53796 h 68849"/>
                <a:gd name="connsiteX6" fmla="*/ 90279 w 155673"/>
                <a:gd name="connsiteY6" fmla="*/ 19049 h 68849"/>
                <a:gd name="connsiteX7" fmla="*/ 11703 w 155673"/>
                <a:gd name="connsiteY7" fmla="*/ 27048 h 68849"/>
                <a:gd name="connsiteX8" fmla="*/ 11119 w 155673"/>
                <a:gd name="connsiteY8" fmla="*/ 23215 h 68849"/>
                <a:gd name="connsiteX9" fmla="*/ 18702 w 155673"/>
                <a:gd name="connsiteY9" fmla="*/ 10300 h 68849"/>
                <a:gd name="connsiteX10" fmla="*/ 29534 w 155673"/>
                <a:gd name="connsiteY10" fmla="*/ 8050 h 68849"/>
                <a:gd name="connsiteX11" fmla="*/ 58615 w 155673"/>
                <a:gd name="connsiteY11" fmla="*/ 6134 h 68849"/>
                <a:gd name="connsiteX12" fmla="*/ 129692 w 155673"/>
                <a:gd name="connsiteY12" fmla="*/ 18216 h 68849"/>
                <a:gd name="connsiteX13" fmla="*/ 130525 w 155673"/>
                <a:gd name="connsiteY13" fmla="*/ 16383 h 68849"/>
                <a:gd name="connsiteX14" fmla="*/ 24201 w 155673"/>
                <a:gd name="connsiteY14" fmla="*/ 2550 h 68849"/>
                <a:gd name="connsiteX15" fmla="*/ 287 w 155673"/>
                <a:gd name="connsiteY15" fmla="*/ 19466 h 68849"/>
                <a:gd name="connsiteX16" fmla="*/ 18702 w 155673"/>
                <a:gd name="connsiteY16" fmla="*/ 47213 h 68849"/>
                <a:gd name="connsiteX17" fmla="*/ 121526 w 155673"/>
                <a:gd name="connsiteY17" fmla="*/ 67211 h 68849"/>
                <a:gd name="connsiteX18" fmla="*/ 155023 w 155673"/>
                <a:gd name="connsiteY18" fmla="*/ 50213 h 68849"/>
                <a:gd name="connsiteX19" fmla="*/ 141024 w 155673"/>
                <a:gd name="connsiteY19" fmla="*/ 28381 h 68849"/>
                <a:gd name="connsiteX20" fmla="*/ 141024 w 155673"/>
                <a:gd name="connsiteY20" fmla="*/ 28381 h 68849"/>
                <a:gd name="connsiteX21" fmla="*/ 120776 w 155673"/>
                <a:gd name="connsiteY21" fmla="*/ 56546 h 68849"/>
                <a:gd name="connsiteX22" fmla="*/ 85863 w 155673"/>
                <a:gd name="connsiteY22" fmla="*/ 57629 h 68849"/>
                <a:gd name="connsiteX23" fmla="*/ 20535 w 155673"/>
                <a:gd name="connsiteY23" fmla="*/ 38047 h 68849"/>
                <a:gd name="connsiteX24" fmla="*/ 12286 w 155673"/>
                <a:gd name="connsiteY24" fmla="*/ 29048 h 68849"/>
                <a:gd name="connsiteX25" fmla="*/ 39117 w 155673"/>
                <a:gd name="connsiteY25" fmla="*/ 26298 h 68849"/>
                <a:gd name="connsiteX26" fmla="*/ 78780 w 155673"/>
                <a:gd name="connsiteY26" fmla="*/ 27132 h 68849"/>
                <a:gd name="connsiteX27" fmla="*/ 114693 w 155673"/>
                <a:gd name="connsiteY27" fmla="*/ 39131 h 68849"/>
                <a:gd name="connsiteX28" fmla="*/ 132025 w 155673"/>
                <a:gd name="connsiteY28" fmla="*/ 55379 h 68849"/>
                <a:gd name="connsiteX29" fmla="*/ 120776 w 155673"/>
                <a:gd name="connsiteY29" fmla="*/ 56546 h 68849"/>
                <a:gd name="connsiteX30" fmla="*/ 120776 w 155673"/>
                <a:gd name="connsiteY30" fmla="*/ 56546 h 68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55673" h="68849">
                  <a:moveTo>
                    <a:pt x="141024" y="28381"/>
                  </a:moveTo>
                  <a:cubicBezTo>
                    <a:pt x="138441" y="27298"/>
                    <a:pt x="136524" y="30381"/>
                    <a:pt x="138358" y="32381"/>
                  </a:cubicBezTo>
                  <a:cubicBezTo>
                    <a:pt x="141441" y="35298"/>
                    <a:pt x="144107" y="38631"/>
                    <a:pt x="146357" y="42297"/>
                  </a:cubicBezTo>
                  <a:cubicBezTo>
                    <a:pt x="143607" y="45963"/>
                    <a:pt x="140941" y="49630"/>
                    <a:pt x="138191" y="53296"/>
                  </a:cubicBezTo>
                  <a:cubicBezTo>
                    <a:pt x="137691" y="53629"/>
                    <a:pt x="137191" y="53879"/>
                    <a:pt x="136608" y="54129"/>
                  </a:cubicBezTo>
                  <a:cubicBezTo>
                    <a:pt x="136608" y="54046"/>
                    <a:pt x="136691" y="53879"/>
                    <a:pt x="136691" y="53796"/>
                  </a:cubicBezTo>
                  <a:cubicBezTo>
                    <a:pt x="137858" y="34298"/>
                    <a:pt x="104861" y="22465"/>
                    <a:pt x="90279" y="19049"/>
                  </a:cubicBezTo>
                  <a:cubicBezTo>
                    <a:pt x="65281" y="13050"/>
                    <a:pt x="33367" y="11383"/>
                    <a:pt x="11703" y="27048"/>
                  </a:cubicBezTo>
                  <a:cubicBezTo>
                    <a:pt x="11452" y="25965"/>
                    <a:pt x="11286" y="24715"/>
                    <a:pt x="11119" y="23215"/>
                  </a:cubicBezTo>
                  <a:cubicBezTo>
                    <a:pt x="7703" y="15883"/>
                    <a:pt x="10203" y="11633"/>
                    <a:pt x="18702" y="10300"/>
                  </a:cubicBezTo>
                  <a:cubicBezTo>
                    <a:pt x="22285" y="9217"/>
                    <a:pt x="25868" y="8467"/>
                    <a:pt x="29534" y="8050"/>
                  </a:cubicBezTo>
                  <a:cubicBezTo>
                    <a:pt x="39034" y="6634"/>
                    <a:pt x="48949" y="6050"/>
                    <a:pt x="58615" y="6134"/>
                  </a:cubicBezTo>
                  <a:cubicBezTo>
                    <a:pt x="82530" y="6300"/>
                    <a:pt x="107111" y="10050"/>
                    <a:pt x="129692" y="18216"/>
                  </a:cubicBezTo>
                  <a:cubicBezTo>
                    <a:pt x="130858" y="18632"/>
                    <a:pt x="131775" y="16966"/>
                    <a:pt x="130525" y="16383"/>
                  </a:cubicBezTo>
                  <a:cubicBezTo>
                    <a:pt x="97695" y="2217"/>
                    <a:pt x="59698" y="-3866"/>
                    <a:pt x="24201" y="2550"/>
                  </a:cubicBezTo>
                  <a:cubicBezTo>
                    <a:pt x="14369" y="4300"/>
                    <a:pt x="2620" y="8133"/>
                    <a:pt x="287" y="19466"/>
                  </a:cubicBezTo>
                  <a:cubicBezTo>
                    <a:pt x="-2046" y="30965"/>
                    <a:pt x="10370" y="41464"/>
                    <a:pt x="18702" y="47213"/>
                  </a:cubicBezTo>
                  <a:cubicBezTo>
                    <a:pt x="46366" y="66128"/>
                    <a:pt x="88946" y="72128"/>
                    <a:pt x="121526" y="67211"/>
                  </a:cubicBezTo>
                  <a:cubicBezTo>
                    <a:pt x="132275" y="65545"/>
                    <a:pt x="151524" y="62962"/>
                    <a:pt x="155023" y="50213"/>
                  </a:cubicBezTo>
                  <a:cubicBezTo>
                    <a:pt x="158106" y="39714"/>
                    <a:pt x="149690" y="31798"/>
                    <a:pt x="141024" y="28381"/>
                  </a:cubicBezTo>
                  <a:lnTo>
                    <a:pt x="141024" y="28381"/>
                  </a:lnTo>
                  <a:close/>
                  <a:moveTo>
                    <a:pt x="120776" y="56546"/>
                  </a:moveTo>
                  <a:cubicBezTo>
                    <a:pt x="109277" y="57962"/>
                    <a:pt x="97362" y="58712"/>
                    <a:pt x="85863" y="57629"/>
                  </a:cubicBezTo>
                  <a:cubicBezTo>
                    <a:pt x="64531" y="55629"/>
                    <a:pt x="38533" y="50130"/>
                    <a:pt x="20535" y="38047"/>
                  </a:cubicBezTo>
                  <a:cubicBezTo>
                    <a:pt x="15536" y="34714"/>
                    <a:pt x="13453" y="33048"/>
                    <a:pt x="12286" y="29048"/>
                  </a:cubicBezTo>
                  <a:cubicBezTo>
                    <a:pt x="20952" y="30048"/>
                    <a:pt x="30534" y="26882"/>
                    <a:pt x="39117" y="26298"/>
                  </a:cubicBezTo>
                  <a:cubicBezTo>
                    <a:pt x="52282" y="25382"/>
                    <a:pt x="65614" y="25298"/>
                    <a:pt x="78780" y="27132"/>
                  </a:cubicBezTo>
                  <a:cubicBezTo>
                    <a:pt x="91279" y="28965"/>
                    <a:pt x="103944" y="32298"/>
                    <a:pt x="114693" y="39131"/>
                  </a:cubicBezTo>
                  <a:cubicBezTo>
                    <a:pt x="121942" y="43713"/>
                    <a:pt x="125192" y="51129"/>
                    <a:pt x="132025" y="55379"/>
                  </a:cubicBezTo>
                  <a:cubicBezTo>
                    <a:pt x="128192" y="56046"/>
                    <a:pt x="123942" y="56212"/>
                    <a:pt x="120776" y="56546"/>
                  </a:cubicBezTo>
                  <a:lnTo>
                    <a:pt x="120776" y="56546"/>
                  </a:lnTo>
                  <a:close/>
                </a:path>
              </a:pathLst>
            </a:custGeom>
            <a:grpFill/>
            <a:ln w="8332" cap="flat">
              <a:noFill/>
              <a:prstDash val="solid"/>
              <a:miter/>
            </a:ln>
          </p:spPr>
          <p:txBody>
            <a:bodyPr rtlCol="0" anchor="ctr"/>
            <a:lstStyle/>
            <a:p>
              <a:endParaRPr lang="en-US"/>
            </a:p>
          </p:txBody>
        </p:sp>
        <p:sp>
          <p:nvSpPr>
            <p:cNvPr id="2154" name="Freeform: Shape 2153"/>
            <p:cNvSpPr/>
            <p:nvPr/>
          </p:nvSpPr>
          <p:spPr>
            <a:xfrm>
              <a:off x="6324336" y="4156970"/>
              <a:ext cx="163311" cy="199083"/>
            </a:xfrm>
            <a:custGeom>
              <a:avLst/>
              <a:gdLst>
                <a:gd name="connsiteX0" fmla="*/ 148102 w 163311"/>
                <a:gd name="connsiteY0" fmla="*/ 42661 h 199083"/>
                <a:gd name="connsiteX1" fmla="*/ 85441 w 163311"/>
                <a:gd name="connsiteY1" fmla="*/ 165 h 199083"/>
                <a:gd name="connsiteX2" fmla="*/ 27196 w 163311"/>
                <a:gd name="connsiteY2" fmla="*/ 28913 h 199083"/>
                <a:gd name="connsiteX3" fmla="*/ 1282 w 163311"/>
                <a:gd name="connsiteY3" fmla="*/ 115988 h 199083"/>
                <a:gd name="connsiteX4" fmla="*/ 8615 w 163311"/>
                <a:gd name="connsiteY4" fmla="*/ 141152 h 199083"/>
                <a:gd name="connsiteX5" fmla="*/ 42362 w 163311"/>
                <a:gd name="connsiteY5" fmla="*/ 188398 h 199083"/>
                <a:gd name="connsiteX6" fmla="*/ 109273 w 163311"/>
                <a:gd name="connsiteY6" fmla="*/ 191398 h 199083"/>
                <a:gd name="connsiteX7" fmla="*/ 148102 w 163311"/>
                <a:gd name="connsiteY7" fmla="*/ 42661 h 199083"/>
                <a:gd name="connsiteX8" fmla="*/ 148102 w 163311"/>
                <a:gd name="connsiteY8" fmla="*/ 42661 h 199083"/>
                <a:gd name="connsiteX9" fmla="*/ 100106 w 163311"/>
                <a:gd name="connsiteY9" fmla="*/ 182899 h 199083"/>
                <a:gd name="connsiteX10" fmla="*/ 27780 w 163311"/>
                <a:gd name="connsiteY10" fmla="*/ 156485 h 199083"/>
                <a:gd name="connsiteX11" fmla="*/ 16947 w 163311"/>
                <a:gd name="connsiteY11" fmla="*/ 74659 h 199083"/>
                <a:gd name="connsiteX12" fmla="*/ 39695 w 163311"/>
                <a:gd name="connsiteY12" fmla="*/ 29662 h 199083"/>
                <a:gd name="connsiteX13" fmla="*/ 42612 w 163311"/>
                <a:gd name="connsiteY13" fmla="*/ 27246 h 199083"/>
                <a:gd name="connsiteX14" fmla="*/ 120771 w 163311"/>
                <a:gd name="connsiteY14" fmla="*/ 24913 h 199083"/>
                <a:gd name="connsiteX15" fmla="*/ 152685 w 163311"/>
                <a:gd name="connsiteY15" fmla="*/ 107155 h 199083"/>
                <a:gd name="connsiteX16" fmla="*/ 100106 w 163311"/>
                <a:gd name="connsiteY16" fmla="*/ 182899 h 199083"/>
                <a:gd name="connsiteX17" fmla="*/ 100106 w 163311"/>
                <a:gd name="connsiteY17" fmla="*/ 182899 h 19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3311" h="199083">
                  <a:moveTo>
                    <a:pt x="148102" y="42661"/>
                  </a:moveTo>
                  <a:cubicBezTo>
                    <a:pt x="133770" y="19330"/>
                    <a:pt x="113689" y="2748"/>
                    <a:pt x="85441" y="165"/>
                  </a:cubicBezTo>
                  <a:cubicBezTo>
                    <a:pt x="64110" y="-1752"/>
                    <a:pt x="40695" y="13330"/>
                    <a:pt x="27196" y="28913"/>
                  </a:cubicBezTo>
                  <a:cubicBezTo>
                    <a:pt x="8198" y="50827"/>
                    <a:pt x="-4134" y="87074"/>
                    <a:pt x="1282" y="115988"/>
                  </a:cubicBezTo>
                  <a:cubicBezTo>
                    <a:pt x="2699" y="123654"/>
                    <a:pt x="5198" y="132487"/>
                    <a:pt x="8615" y="141152"/>
                  </a:cubicBezTo>
                  <a:cubicBezTo>
                    <a:pt x="14281" y="160067"/>
                    <a:pt x="25280" y="177649"/>
                    <a:pt x="42362" y="188398"/>
                  </a:cubicBezTo>
                  <a:cubicBezTo>
                    <a:pt x="62526" y="201064"/>
                    <a:pt x="88441" y="202980"/>
                    <a:pt x="109273" y="191398"/>
                  </a:cubicBezTo>
                  <a:cubicBezTo>
                    <a:pt x="161351" y="162567"/>
                    <a:pt x="178933" y="92490"/>
                    <a:pt x="148102" y="42661"/>
                  </a:cubicBezTo>
                  <a:lnTo>
                    <a:pt x="148102" y="42661"/>
                  </a:lnTo>
                  <a:close/>
                  <a:moveTo>
                    <a:pt x="100106" y="182899"/>
                  </a:moveTo>
                  <a:cubicBezTo>
                    <a:pt x="72359" y="196231"/>
                    <a:pt x="43528" y="179649"/>
                    <a:pt x="27780" y="156485"/>
                  </a:cubicBezTo>
                  <a:cubicBezTo>
                    <a:pt x="11698" y="132820"/>
                    <a:pt x="9448" y="101656"/>
                    <a:pt x="16947" y="74659"/>
                  </a:cubicBezTo>
                  <a:cubicBezTo>
                    <a:pt x="21697" y="57493"/>
                    <a:pt x="27447" y="42745"/>
                    <a:pt x="39695" y="29662"/>
                  </a:cubicBezTo>
                  <a:cubicBezTo>
                    <a:pt x="40695" y="28829"/>
                    <a:pt x="41612" y="27996"/>
                    <a:pt x="42612" y="27246"/>
                  </a:cubicBezTo>
                  <a:cubicBezTo>
                    <a:pt x="67193" y="8581"/>
                    <a:pt x="95357" y="4665"/>
                    <a:pt x="120771" y="24913"/>
                  </a:cubicBezTo>
                  <a:cubicBezTo>
                    <a:pt x="143769" y="43161"/>
                    <a:pt x="156268" y="78575"/>
                    <a:pt x="152685" y="107155"/>
                  </a:cubicBezTo>
                  <a:cubicBezTo>
                    <a:pt x="148935" y="136236"/>
                    <a:pt x="126854" y="170067"/>
                    <a:pt x="100106" y="182899"/>
                  </a:cubicBezTo>
                  <a:lnTo>
                    <a:pt x="100106" y="182899"/>
                  </a:lnTo>
                  <a:close/>
                </a:path>
              </a:pathLst>
            </a:custGeom>
            <a:grpFill/>
            <a:ln w="8332" cap="flat">
              <a:noFill/>
              <a:prstDash val="solid"/>
              <a:miter/>
            </a:ln>
          </p:spPr>
          <p:txBody>
            <a:bodyPr rtlCol="0" anchor="ctr"/>
            <a:lstStyle/>
            <a:p>
              <a:endParaRPr lang="en-US"/>
            </a:p>
          </p:txBody>
        </p:sp>
        <p:sp>
          <p:nvSpPr>
            <p:cNvPr id="2155" name="Freeform: Shape 2154"/>
            <p:cNvSpPr/>
            <p:nvPr/>
          </p:nvSpPr>
          <p:spPr>
            <a:xfrm>
              <a:off x="9545495" y="1486960"/>
              <a:ext cx="165" cy="499"/>
            </a:xfrm>
            <a:custGeom>
              <a:avLst/>
              <a:gdLst>
                <a:gd name="connsiteX0" fmla="*/ 0 w 165"/>
                <a:gd name="connsiteY0" fmla="*/ 0 h 499"/>
                <a:gd name="connsiteX1" fmla="*/ 166 w 165"/>
                <a:gd name="connsiteY1" fmla="*/ 500 h 499"/>
                <a:gd name="connsiteX2" fmla="*/ 0 w 165"/>
                <a:gd name="connsiteY2" fmla="*/ 0 h 499"/>
                <a:gd name="connsiteX3" fmla="*/ 0 w 165"/>
                <a:gd name="connsiteY3" fmla="*/ 0 h 499"/>
              </a:gdLst>
              <a:ahLst/>
              <a:cxnLst>
                <a:cxn ang="0">
                  <a:pos x="connsiteX0" y="connsiteY0"/>
                </a:cxn>
                <a:cxn ang="0">
                  <a:pos x="connsiteX1" y="connsiteY1"/>
                </a:cxn>
                <a:cxn ang="0">
                  <a:pos x="connsiteX2" y="connsiteY2"/>
                </a:cxn>
                <a:cxn ang="0">
                  <a:pos x="connsiteX3" y="connsiteY3"/>
                </a:cxn>
              </a:cxnLst>
              <a:rect l="l" t="t" r="r" b="b"/>
              <a:pathLst>
                <a:path w="165" h="499">
                  <a:moveTo>
                    <a:pt x="0" y="0"/>
                  </a:moveTo>
                  <a:cubicBezTo>
                    <a:pt x="0" y="83"/>
                    <a:pt x="83" y="167"/>
                    <a:pt x="166" y="500"/>
                  </a:cubicBezTo>
                  <a:cubicBezTo>
                    <a:pt x="166" y="333"/>
                    <a:pt x="83" y="167"/>
                    <a:pt x="0" y="0"/>
                  </a:cubicBezTo>
                  <a:lnTo>
                    <a:pt x="0" y="0"/>
                  </a:lnTo>
                  <a:close/>
                </a:path>
              </a:pathLst>
            </a:custGeom>
            <a:grpFill/>
            <a:ln w="8332" cap="flat">
              <a:noFill/>
              <a:prstDash val="solid"/>
              <a:miter/>
            </a:ln>
          </p:spPr>
          <p:txBody>
            <a:bodyPr rtlCol="0" anchor="ctr"/>
            <a:lstStyle/>
            <a:p>
              <a:endParaRPr lang="en-US"/>
            </a:p>
          </p:txBody>
        </p:sp>
        <p:sp>
          <p:nvSpPr>
            <p:cNvPr id="2156" name="Freeform: Shape 2155"/>
            <p:cNvSpPr/>
            <p:nvPr/>
          </p:nvSpPr>
          <p:spPr>
            <a:xfrm>
              <a:off x="9514077" y="1211365"/>
              <a:ext cx="569173" cy="398697"/>
            </a:xfrm>
            <a:custGeom>
              <a:avLst/>
              <a:gdLst>
                <a:gd name="connsiteX0" fmla="*/ 532039 w 569173"/>
                <a:gd name="connsiteY0" fmla="*/ 107443 h 398697"/>
                <a:gd name="connsiteX1" fmla="*/ 449546 w 569173"/>
                <a:gd name="connsiteY1" fmla="*/ 48031 h 398697"/>
                <a:gd name="connsiteX2" fmla="*/ 398051 w 569173"/>
                <a:gd name="connsiteY2" fmla="*/ 36616 h 398697"/>
                <a:gd name="connsiteX3" fmla="*/ 385718 w 569173"/>
                <a:gd name="connsiteY3" fmla="*/ 36366 h 398697"/>
                <a:gd name="connsiteX4" fmla="*/ 382885 w 569173"/>
                <a:gd name="connsiteY4" fmla="*/ 33200 h 398697"/>
                <a:gd name="connsiteX5" fmla="*/ 143657 w 569173"/>
                <a:gd name="connsiteY5" fmla="*/ 21867 h 398697"/>
                <a:gd name="connsiteX6" fmla="*/ 49916 w 569173"/>
                <a:gd name="connsiteY6" fmla="*/ 91278 h 398697"/>
                <a:gd name="connsiteX7" fmla="*/ 2753 w 569173"/>
                <a:gd name="connsiteY7" fmla="*/ 212683 h 398697"/>
                <a:gd name="connsiteX8" fmla="*/ 1170 w 569173"/>
                <a:gd name="connsiteY8" fmla="*/ 269261 h 398697"/>
                <a:gd name="connsiteX9" fmla="*/ 11002 w 569173"/>
                <a:gd name="connsiteY9" fmla="*/ 334339 h 398697"/>
                <a:gd name="connsiteX10" fmla="*/ 34167 w 569173"/>
                <a:gd name="connsiteY10" fmla="*/ 367919 h 398697"/>
                <a:gd name="connsiteX11" fmla="*/ 43416 w 569173"/>
                <a:gd name="connsiteY11" fmla="*/ 375752 h 398697"/>
                <a:gd name="connsiteX12" fmla="*/ 86246 w 569173"/>
                <a:gd name="connsiteY12" fmla="*/ 394167 h 398697"/>
                <a:gd name="connsiteX13" fmla="*/ 189902 w 569173"/>
                <a:gd name="connsiteY13" fmla="*/ 396417 h 398697"/>
                <a:gd name="connsiteX14" fmla="*/ 394718 w 569173"/>
                <a:gd name="connsiteY14" fmla="*/ 363420 h 398697"/>
                <a:gd name="connsiteX15" fmla="*/ 552370 w 569173"/>
                <a:gd name="connsiteY15" fmla="*/ 274594 h 398697"/>
                <a:gd name="connsiteX16" fmla="*/ 532039 w 569173"/>
                <a:gd name="connsiteY16" fmla="*/ 107443 h 398697"/>
                <a:gd name="connsiteX17" fmla="*/ 532039 w 569173"/>
                <a:gd name="connsiteY17" fmla="*/ 107443 h 398697"/>
                <a:gd name="connsiteX18" fmla="*/ 9586 w 569173"/>
                <a:gd name="connsiteY18" fmla="*/ 272845 h 398697"/>
                <a:gd name="connsiteX19" fmla="*/ 112160 w 569173"/>
                <a:gd name="connsiteY19" fmla="*/ 50781 h 398697"/>
                <a:gd name="connsiteX20" fmla="*/ 243231 w 569173"/>
                <a:gd name="connsiteY20" fmla="*/ 15118 h 398697"/>
                <a:gd name="connsiteX21" fmla="*/ 362970 w 569173"/>
                <a:gd name="connsiteY21" fmla="*/ 39282 h 398697"/>
                <a:gd name="connsiteX22" fmla="*/ 352888 w 569173"/>
                <a:gd name="connsiteY22" fmla="*/ 41449 h 398697"/>
                <a:gd name="connsiteX23" fmla="*/ 311725 w 569173"/>
                <a:gd name="connsiteY23" fmla="*/ 50115 h 398697"/>
                <a:gd name="connsiteX24" fmla="*/ 290728 w 569173"/>
                <a:gd name="connsiteY24" fmla="*/ 43699 h 398697"/>
                <a:gd name="connsiteX25" fmla="*/ 271229 w 569173"/>
                <a:gd name="connsiteY25" fmla="*/ 32116 h 398697"/>
                <a:gd name="connsiteX26" fmla="*/ 250481 w 569173"/>
                <a:gd name="connsiteY26" fmla="*/ 33033 h 398697"/>
                <a:gd name="connsiteX27" fmla="*/ 228816 w 569173"/>
                <a:gd name="connsiteY27" fmla="*/ 45032 h 398697"/>
                <a:gd name="connsiteX28" fmla="*/ 205235 w 569173"/>
                <a:gd name="connsiteY28" fmla="*/ 48115 h 398697"/>
                <a:gd name="connsiteX29" fmla="*/ 187986 w 569173"/>
                <a:gd name="connsiteY29" fmla="*/ 63447 h 398697"/>
                <a:gd name="connsiteX30" fmla="*/ 184987 w 569173"/>
                <a:gd name="connsiteY30" fmla="*/ 61197 h 398697"/>
                <a:gd name="connsiteX31" fmla="*/ 164572 w 569173"/>
                <a:gd name="connsiteY31" fmla="*/ 56864 h 398697"/>
                <a:gd name="connsiteX32" fmla="*/ 150740 w 569173"/>
                <a:gd name="connsiteY32" fmla="*/ 76529 h 398697"/>
                <a:gd name="connsiteX33" fmla="*/ 150074 w 569173"/>
                <a:gd name="connsiteY33" fmla="*/ 76362 h 398697"/>
                <a:gd name="connsiteX34" fmla="*/ 131908 w 569173"/>
                <a:gd name="connsiteY34" fmla="*/ 89611 h 398697"/>
                <a:gd name="connsiteX35" fmla="*/ 131908 w 569173"/>
                <a:gd name="connsiteY35" fmla="*/ 105193 h 398697"/>
                <a:gd name="connsiteX36" fmla="*/ 126992 w 569173"/>
                <a:gd name="connsiteY36" fmla="*/ 102110 h 398697"/>
                <a:gd name="connsiteX37" fmla="*/ 99327 w 569173"/>
                <a:gd name="connsiteY37" fmla="*/ 106276 h 398697"/>
                <a:gd name="connsiteX38" fmla="*/ 95411 w 569173"/>
                <a:gd name="connsiteY38" fmla="*/ 143273 h 398697"/>
                <a:gd name="connsiteX39" fmla="*/ 62415 w 569173"/>
                <a:gd name="connsiteY39" fmla="*/ 212100 h 398697"/>
                <a:gd name="connsiteX40" fmla="*/ 63414 w 569173"/>
                <a:gd name="connsiteY40" fmla="*/ 213100 h 398697"/>
                <a:gd name="connsiteX41" fmla="*/ 47416 w 569173"/>
                <a:gd name="connsiteY41" fmla="*/ 223349 h 398697"/>
                <a:gd name="connsiteX42" fmla="*/ 28917 w 569173"/>
                <a:gd name="connsiteY42" fmla="*/ 255846 h 398697"/>
                <a:gd name="connsiteX43" fmla="*/ 31750 w 569173"/>
                <a:gd name="connsiteY43" fmla="*/ 275428 h 398697"/>
                <a:gd name="connsiteX44" fmla="*/ 36750 w 569173"/>
                <a:gd name="connsiteY44" fmla="*/ 283260 h 398697"/>
                <a:gd name="connsiteX45" fmla="*/ 30168 w 569173"/>
                <a:gd name="connsiteY45" fmla="*/ 289510 h 398697"/>
                <a:gd name="connsiteX46" fmla="*/ 17418 w 569173"/>
                <a:gd name="connsiteY46" fmla="*/ 316091 h 398697"/>
                <a:gd name="connsiteX47" fmla="*/ 9586 w 569173"/>
                <a:gd name="connsiteY47" fmla="*/ 272845 h 398697"/>
                <a:gd name="connsiteX48" fmla="*/ 9586 w 569173"/>
                <a:gd name="connsiteY48" fmla="*/ 272845 h 398697"/>
                <a:gd name="connsiteX49" fmla="*/ 69664 w 569173"/>
                <a:gd name="connsiteY49" fmla="*/ 171520 h 398697"/>
                <a:gd name="connsiteX50" fmla="*/ 97411 w 569173"/>
                <a:gd name="connsiteY50" fmla="*/ 149272 h 398697"/>
                <a:gd name="connsiteX51" fmla="*/ 123909 w 569173"/>
                <a:gd name="connsiteY51" fmla="*/ 169270 h 398697"/>
                <a:gd name="connsiteX52" fmla="*/ 194069 w 569173"/>
                <a:gd name="connsiteY52" fmla="*/ 201434 h 398697"/>
                <a:gd name="connsiteX53" fmla="*/ 191153 w 569173"/>
                <a:gd name="connsiteY53" fmla="*/ 224016 h 398697"/>
                <a:gd name="connsiteX54" fmla="*/ 181570 w 569173"/>
                <a:gd name="connsiteY54" fmla="*/ 211517 h 398697"/>
                <a:gd name="connsiteX55" fmla="*/ 162322 w 569173"/>
                <a:gd name="connsiteY55" fmla="*/ 205017 h 398697"/>
                <a:gd name="connsiteX56" fmla="*/ 126825 w 569173"/>
                <a:gd name="connsiteY56" fmla="*/ 203351 h 398697"/>
                <a:gd name="connsiteX57" fmla="*/ 86329 w 569173"/>
                <a:gd name="connsiteY57" fmla="*/ 196851 h 398697"/>
                <a:gd name="connsiteX58" fmla="*/ 69330 w 569173"/>
                <a:gd name="connsiteY58" fmla="*/ 207767 h 398697"/>
                <a:gd name="connsiteX59" fmla="*/ 69664 w 569173"/>
                <a:gd name="connsiteY59" fmla="*/ 171520 h 398697"/>
                <a:gd name="connsiteX60" fmla="*/ 69664 w 569173"/>
                <a:gd name="connsiteY60" fmla="*/ 171520 h 398697"/>
                <a:gd name="connsiteX61" fmla="*/ 133991 w 569173"/>
                <a:gd name="connsiteY61" fmla="*/ 168521 h 398697"/>
                <a:gd name="connsiteX62" fmla="*/ 104827 w 569173"/>
                <a:gd name="connsiteY62" fmla="*/ 145523 h 398697"/>
                <a:gd name="connsiteX63" fmla="*/ 104744 w 569173"/>
                <a:gd name="connsiteY63" fmla="*/ 145356 h 398697"/>
                <a:gd name="connsiteX64" fmla="*/ 97494 w 569173"/>
                <a:gd name="connsiteY64" fmla="*/ 132690 h 398697"/>
                <a:gd name="connsiteX65" fmla="*/ 107743 w 569173"/>
                <a:gd name="connsiteY65" fmla="*/ 110359 h 398697"/>
                <a:gd name="connsiteX66" fmla="*/ 123492 w 569173"/>
                <a:gd name="connsiteY66" fmla="*/ 109609 h 398697"/>
                <a:gd name="connsiteX67" fmla="*/ 130491 w 569173"/>
                <a:gd name="connsiteY67" fmla="*/ 116942 h 398697"/>
                <a:gd name="connsiteX68" fmla="*/ 136325 w 569173"/>
                <a:gd name="connsiteY68" fmla="*/ 122691 h 398697"/>
                <a:gd name="connsiteX69" fmla="*/ 126408 w 569173"/>
                <a:gd name="connsiteY69" fmla="*/ 131524 h 398697"/>
                <a:gd name="connsiteX70" fmla="*/ 133991 w 569173"/>
                <a:gd name="connsiteY70" fmla="*/ 168521 h 398697"/>
                <a:gd name="connsiteX71" fmla="*/ 133991 w 569173"/>
                <a:gd name="connsiteY71" fmla="*/ 168521 h 398697"/>
                <a:gd name="connsiteX72" fmla="*/ 178654 w 569173"/>
                <a:gd name="connsiteY72" fmla="*/ 187936 h 398697"/>
                <a:gd name="connsiteX73" fmla="*/ 155989 w 569173"/>
                <a:gd name="connsiteY73" fmla="*/ 174687 h 398697"/>
                <a:gd name="connsiteX74" fmla="*/ 134741 w 569173"/>
                <a:gd name="connsiteY74" fmla="*/ 149772 h 398697"/>
                <a:gd name="connsiteX75" fmla="*/ 141658 w 569173"/>
                <a:gd name="connsiteY75" fmla="*/ 131607 h 398697"/>
                <a:gd name="connsiteX76" fmla="*/ 160905 w 569173"/>
                <a:gd name="connsiteY76" fmla="*/ 136440 h 398697"/>
                <a:gd name="connsiteX77" fmla="*/ 194736 w 569173"/>
                <a:gd name="connsiteY77" fmla="*/ 164521 h 398697"/>
                <a:gd name="connsiteX78" fmla="*/ 200985 w 569173"/>
                <a:gd name="connsiteY78" fmla="*/ 168187 h 398697"/>
                <a:gd name="connsiteX79" fmla="*/ 196819 w 569173"/>
                <a:gd name="connsiteY79" fmla="*/ 185686 h 398697"/>
                <a:gd name="connsiteX80" fmla="*/ 195736 w 569173"/>
                <a:gd name="connsiteY80" fmla="*/ 191935 h 398697"/>
                <a:gd name="connsiteX81" fmla="*/ 178654 w 569173"/>
                <a:gd name="connsiteY81" fmla="*/ 187936 h 398697"/>
                <a:gd name="connsiteX82" fmla="*/ 178654 w 569173"/>
                <a:gd name="connsiteY82" fmla="*/ 187936 h 398697"/>
                <a:gd name="connsiteX83" fmla="*/ 146573 w 569173"/>
                <a:gd name="connsiteY83" fmla="*/ 121192 h 398697"/>
                <a:gd name="connsiteX84" fmla="*/ 146240 w 569173"/>
                <a:gd name="connsiteY84" fmla="*/ 120608 h 398697"/>
                <a:gd name="connsiteX85" fmla="*/ 142407 w 569173"/>
                <a:gd name="connsiteY85" fmla="*/ 115859 h 398697"/>
                <a:gd name="connsiteX86" fmla="*/ 138575 w 569173"/>
                <a:gd name="connsiteY86" fmla="*/ 100110 h 398697"/>
                <a:gd name="connsiteX87" fmla="*/ 153406 w 569173"/>
                <a:gd name="connsiteY87" fmla="*/ 86445 h 398697"/>
                <a:gd name="connsiteX88" fmla="*/ 158239 w 569173"/>
                <a:gd name="connsiteY88" fmla="*/ 92444 h 398697"/>
                <a:gd name="connsiteX89" fmla="*/ 174237 w 569173"/>
                <a:gd name="connsiteY89" fmla="*/ 117109 h 398697"/>
                <a:gd name="connsiteX90" fmla="*/ 211318 w 569173"/>
                <a:gd name="connsiteY90" fmla="*/ 140440 h 398697"/>
                <a:gd name="connsiteX91" fmla="*/ 204319 w 569173"/>
                <a:gd name="connsiteY91" fmla="*/ 157605 h 398697"/>
                <a:gd name="connsiteX92" fmla="*/ 146573 w 569173"/>
                <a:gd name="connsiteY92" fmla="*/ 121192 h 398697"/>
                <a:gd name="connsiteX93" fmla="*/ 146573 w 569173"/>
                <a:gd name="connsiteY93" fmla="*/ 121192 h 398697"/>
                <a:gd name="connsiteX94" fmla="*/ 195903 w 569173"/>
                <a:gd name="connsiteY94" fmla="*/ 124108 h 398697"/>
                <a:gd name="connsiteX95" fmla="*/ 176654 w 569173"/>
                <a:gd name="connsiteY95" fmla="*/ 107526 h 398697"/>
                <a:gd name="connsiteX96" fmla="*/ 158406 w 569173"/>
                <a:gd name="connsiteY96" fmla="*/ 81278 h 398697"/>
                <a:gd name="connsiteX97" fmla="*/ 166655 w 569173"/>
                <a:gd name="connsiteY97" fmla="*/ 67113 h 398697"/>
                <a:gd name="connsiteX98" fmla="*/ 182404 w 569173"/>
                <a:gd name="connsiteY98" fmla="*/ 70529 h 398697"/>
                <a:gd name="connsiteX99" fmla="*/ 179654 w 569173"/>
                <a:gd name="connsiteY99" fmla="*/ 72363 h 398697"/>
                <a:gd name="connsiteX100" fmla="*/ 195903 w 569173"/>
                <a:gd name="connsiteY100" fmla="*/ 124108 h 398697"/>
                <a:gd name="connsiteX101" fmla="*/ 195903 w 569173"/>
                <a:gd name="connsiteY101" fmla="*/ 124108 h 398697"/>
                <a:gd name="connsiteX102" fmla="*/ 211068 w 569173"/>
                <a:gd name="connsiteY102" fmla="*/ 130274 h 398697"/>
                <a:gd name="connsiteX103" fmla="*/ 191486 w 569173"/>
                <a:gd name="connsiteY103" fmla="*/ 106610 h 398697"/>
                <a:gd name="connsiteX104" fmla="*/ 185404 w 569173"/>
                <a:gd name="connsiteY104" fmla="*/ 96277 h 398697"/>
                <a:gd name="connsiteX105" fmla="*/ 192736 w 569173"/>
                <a:gd name="connsiteY105" fmla="*/ 77196 h 398697"/>
                <a:gd name="connsiteX106" fmla="*/ 204651 w 569173"/>
                <a:gd name="connsiteY106" fmla="*/ 85028 h 398697"/>
                <a:gd name="connsiteX107" fmla="*/ 221567 w 569173"/>
                <a:gd name="connsiteY107" fmla="*/ 109859 h 398697"/>
                <a:gd name="connsiteX108" fmla="*/ 225316 w 569173"/>
                <a:gd name="connsiteY108" fmla="*/ 115609 h 398697"/>
                <a:gd name="connsiteX109" fmla="*/ 215567 w 569173"/>
                <a:gd name="connsiteY109" fmla="*/ 131941 h 398697"/>
                <a:gd name="connsiteX110" fmla="*/ 211068 w 569173"/>
                <a:gd name="connsiteY110" fmla="*/ 130274 h 398697"/>
                <a:gd name="connsiteX111" fmla="*/ 211068 w 569173"/>
                <a:gd name="connsiteY111" fmla="*/ 130274 h 398697"/>
                <a:gd name="connsiteX112" fmla="*/ 222316 w 569173"/>
                <a:gd name="connsiteY112" fmla="*/ 93944 h 398697"/>
                <a:gd name="connsiteX113" fmla="*/ 206985 w 569173"/>
                <a:gd name="connsiteY113" fmla="*/ 77695 h 398697"/>
                <a:gd name="connsiteX114" fmla="*/ 193820 w 569173"/>
                <a:gd name="connsiteY114" fmla="*/ 70113 h 398697"/>
                <a:gd name="connsiteX115" fmla="*/ 217317 w 569173"/>
                <a:gd name="connsiteY115" fmla="*/ 55198 h 398697"/>
                <a:gd name="connsiteX116" fmla="*/ 234316 w 569173"/>
                <a:gd name="connsiteY116" fmla="*/ 56447 h 398697"/>
                <a:gd name="connsiteX117" fmla="*/ 252231 w 569173"/>
                <a:gd name="connsiteY117" fmla="*/ 48365 h 398697"/>
                <a:gd name="connsiteX118" fmla="*/ 279561 w 569173"/>
                <a:gd name="connsiteY118" fmla="*/ 55531 h 398697"/>
                <a:gd name="connsiteX119" fmla="*/ 297810 w 569173"/>
                <a:gd name="connsiteY119" fmla="*/ 55364 h 398697"/>
                <a:gd name="connsiteX120" fmla="*/ 239315 w 569173"/>
                <a:gd name="connsiteY120" fmla="*/ 97527 h 398697"/>
                <a:gd name="connsiteX121" fmla="*/ 231400 w 569173"/>
                <a:gd name="connsiteY121" fmla="*/ 107276 h 398697"/>
                <a:gd name="connsiteX122" fmla="*/ 222316 w 569173"/>
                <a:gd name="connsiteY122" fmla="*/ 93944 h 398697"/>
                <a:gd name="connsiteX123" fmla="*/ 222316 w 569173"/>
                <a:gd name="connsiteY123" fmla="*/ 93944 h 398697"/>
                <a:gd name="connsiteX124" fmla="*/ 68831 w 569173"/>
                <a:gd name="connsiteY124" fmla="*/ 364753 h 398697"/>
                <a:gd name="connsiteX125" fmla="*/ 37500 w 569173"/>
                <a:gd name="connsiteY125" fmla="*/ 353254 h 398697"/>
                <a:gd name="connsiteX126" fmla="*/ 27584 w 569173"/>
                <a:gd name="connsiteY126" fmla="*/ 333006 h 398697"/>
                <a:gd name="connsiteX127" fmla="*/ 29500 w 569173"/>
                <a:gd name="connsiteY127" fmla="*/ 305758 h 398697"/>
                <a:gd name="connsiteX128" fmla="*/ 43666 w 569173"/>
                <a:gd name="connsiteY128" fmla="*/ 289093 h 398697"/>
                <a:gd name="connsiteX129" fmla="*/ 44583 w 569173"/>
                <a:gd name="connsiteY129" fmla="*/ 276928 h 398697"/>
                <a:gd name="connsiteX130" fmla="*/ 55415 w 569173"/>
                <a:gd name="connsiteY130" fmla="*/ 237098 h 398697"/>
                <a:gd name="connsiteX131" fmla="*/ 75413 w 569173"/>
                <a:gd name="connsiteY131" fmla="*/ 225015 h 398697"/>
                <a:gd name="connsiteX132" fmla="*/ 92829 w 569173"/>
                <a:gd name="connsiteY132" fmla="*/ 209350 h 398697"/>
                <a:gd name="connsiteX133" fmla="*/ 118910 w 569173"/>
                <a:gd name="connsiteY133" fmla="*/ 211433 h 398697"/>
                <a:gd name="connsiteX134" fmla="*/ 134908 w 569173"/>
                <a:gd name="connsiteY134" fmla="*/ 214766 h 398697"/>
                <a:gd name="connsiteX135" fmla="*/ 159989 w 569173"/>
                <a:gd name="connsiteY135" fmla="*/ 213850 h 398697"/>
                <a:gd name="connsiteX136" fmla="*/ 181404 w 569173"/>
                <a:gd name="connsiteY136" fmla="*/ 239514 h 398697"/>
                <a:gd name="connsiteX137" fmla="*/ 188487 w 569173"/>
                <a:gd name="connsiteY137" fmla="*/ 245764 h 398697"/>
                <a:gd name="connsiteX138" fmla="*/ 171738 w 569173"/>
                <a:gd name="connsiteY138" fmla="*/ 305675 h 398697"/>
                <a:gd name="connsiteX139" fmla="*/ 68831 w 569173"/>
                <a:gd name="connsiteY139" fmla="*/ 364753 h 398697"/>
                <a:gd name="connsiteX140" fmla="*/ 68831 w 569173"/>
                <a:gd name="connsiteY140" fmla="*/ 364753 h 398697"/>
                <a:gd name="connsiteX141" fmla="*/ 533622 w 569173"/>
                <a:gd name="connsiteY141" fmla="*/ 269178 h 398697"/>
                <a:gd name="connsiteX142" fmla="*/ 382386 w 569173"/>
                <a:gd name="connsiteY142" fmla="*/ 348671 h 398697"/>
                <a:gd name="connsiteX143" fmla="*/ 203902 w 569173"/>
                <a:gd name="connsiteY143" fmla="*/ 379252 h 398697"/>
                <a:gd name="connsiteX144" fmla="*/ 101078 w 569173"/>
                <a:gd name="connsiteY144" fmla="*/ 382001 h 398697"/>
                <a:gd name="connsiteX145" fmla="*/ 87663 w 569173"/>
                <a:gd name="connsiteY145" fmla="*/ 380252 h 398697"/>
                <a:gd name="connsiteX146" fmla="*/ 89662 w 569173"/>
                <a:gd name="connsiteY146" fmla="*/ 380085 h 398697"/>
                <a:gd name="connsiteX147" fmla="*/ 183653 w 569173"/>
                <a:gd name="connsiteY147" fmla="*/ 319507 h 398697"/>
                <a:gd name="connsiteX148" fmla="*/ 202902 w 569173"/>
                <a:gd name="connsiteY148" fmla="*/ 264762 h 398697"/>
                <a:gd name="connsiteX149" fmla="*/ 211318 w 569173"/>
                <a:gd name="connsiteY149" fmla="*/ 192768 h 398697"/>
                <a:gd name="connsiteX150" fmla="*/ 285561 w 569173"/>
                <a:gd name="connsiteY150" fmla="*/ 76779 h 398697"/>
                <a:gd name="connsiteX151" fmla="*/ 367887 w 569173"/>
                <a:gd name="connsiteY151" fmla="*/ 48781 h 398697"/>
                <a:gd name="connsiteX152" fmla="*/ 505791 w 569173"/>
                <a:gd name="connsiteY152" fmla="*/ 104526 h 398697"/>
                <a:gd name="connsiteX153" fmla="*/ 533622 w 569173"/>
                <a:gd name="connsiteY153" fmla="*/ 269178 h 398697"/>
                <a:gd name="connsiteX154" fmla="*/ 533622 w 569173"/>
                <a:gd name="connsiteY154" fmla="*/ 269178 h 39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Lst>
              <a:rect l="l" t="t" r="r" b="b"/>
              <a:pathLst>
                <a:path w="569173" h="398697">
                  <a:moveTo>
                    <a:pt x="532039" y="107443"/>
                  </a:moveTo>
                  <a:cubicBezTo>
                    <a:pt x="511291" y="80695"/>
                    <a:pt x="481127" y="59864"/>
                    <a:pt x="449546" y="48031"/>
                  </a:cubicBezTo>
                  <a:cubicBezTo>
                    <a:pt x="433215" y="41865"/>
                    <a:pt x="415466" y="38366"/>
                    <a:pt x="398051" y="36616"/>
                  </a:cubicBezTo>
                  <a:cubicBezTo>
                    <a:pt x="393885" y="36199"/>
                    <a:pt x="389802" y="36199"/>
                    <a:pt x="385718" y="36366"/>
                  </a:cubicBezTo>
                  <a:cubicBezTo>
                    <a:pt x="385135" y="35199"/>
                    <a:pt x="384219" y="34116"/>
                    <a:pt x="382885" y="33200"/>
                  </a:cubicBezTo>
                  <a:cubicBezTo>
                    <a:pt x="316392" y="-9047"/>
                    <a:pt x="214651" y="-8880"/>
                    <a:pt x="143657" y="21867"/>
                  </a:cubicBezTo>
                  <a:cubicBezTo>
                    <a:pt x="106910" y="37782"/>
                    <a:pt x="74164" y="58864"/>
                    <a:pt x="49916" y="91278"/>
                  </a:cubicBezTo>
                  <a:cubicBezTo>
                    <a:pt x="22585" y="127941"/>
                    <a:pt x="8919" y="167771"/>
                    <a:pt x="2753" y="212683"/>
                  </a:cubicBezTo>
                  <a:cubicBezTo>
                    <a:pt x="170" y="231598"/>
                    <a:pt x="-1080" y="250347"/>
                    <a:pt x="1170" y="269261"/>
                  </a:cubicBezTo>
                  <a:cubicBezTo>
                    <a:pt x="3669" y="290426"/>
                    <a:pt x="4503" y="313924"/>
                    <a:pt x="11002" y="334339"/>
                  </a:cubicBezTo>
                  <a:cubicBezTo>
                    <a:pt x="15752" y="349254"/>
                    <a:pt x="23835" y="360253"/>
                    <a:pt x="34167" y="367919"/>
                  </a:cubicBezTo>
                  <a:cubicBezTo>
                    <a:pt x="37083" y="370669"/>
                    <a:pt x="40166" y="373335"/>
                    <a:pt x="43416" y="375752"/>
                  </a:cubicBezTo>
                  <a:cubicBezTo>
                    <a:pt x="55998" y="385001"/>
                    <a:pt x="70997" y="391000"/>
                    <a:pt x="86246" y="394167"/>
                  </a:cubicBezTo>
                  <a:cubicBezTo>
                    <a:pt x="119326" y="401000"/>
                    <a:pt x="156323" y="398667"/>
                    <a:pt x="189902" y="396417"/>
                  </a:cubicBezTo>
                  <a:cubicBezTo>
                    <a:pt x="258646" y="391917"/>
                    <a:pt x="327891" y="379752"/>
                    <a:pt x="394718" y="363420"/>
                  </a:cubicBezTo>
                  <a:cubicBezTo>
                    <a:pt x="454380" y="348838"/>
                    <a:pt x="517790" y="330256"/>
                    <a:pt x="552370" y="274594"/>
                  </a:cubicBezTo>
                  <a:cubicBezTo>
                    <a:pt x="584284" y="223432"/>
                    <a:pt x="566952" y="152355"/>
                    <a:pt x="532039" y="107443"/>
                  </a:cubicBezTo>
                  <a:lnTo>
                    <a:pt x="532039" y="107443"/>
                  </a:lnTo>
                  <a:close/>
                  <a:moveTo>
                    <a:pt x="9586" y="272845"/>
                  </a:moveTo>
                  <a:cubicBezTo>
                    <a:pt x="-1747" y="191102"/>
                    <a:pt x="37584" y="91361"/>
                    <a:pt x="112160" y="50781"/>
                  </a:cubicBezTo>
                  <a:cubicBezTo>
                    <a:pt x="153489" y="28283"/>
                    <a:pt x="196070" y="16701"/>
                    <a:pt x="243231" y="15118"/>
                  </a:cubicBezTo>
                  <a:cubicBezTo>
                    <a:pt x="282811" y="13785"/>
                    <a:pt x="326974" y="20284"/>
                    <a:pt x="362970" y="39282"/>
                  </a:cubicBezTo>
                  <a:cubicBezTo>
                    <a:pt x="359637" y="39949"/>
                    <a:pt x="356305" y="40699"/>
                    <a:pt x="352888" y="41449"/>
                  </a:cubicBezTo>
                  <a:cubicBezTo>
                    <a:pt x="338806" y="42949"/>
                    <a:pt x="324974" y="45782"/>
                    <a:pt x="311725" y="50115"/>
                  </a:cubicBezTo>
                  <a:cubicBezTo>
                    <a:pt x="307725" y="43532"/>
                    <a:pt x="298643" y="44448"/>
                    <a:pt x="290728" y="43699"/>
                  </a:cubicBezTo>
                  <a:cubicBezTo>
                    <a:pt x="282561" y="42949"/>
                    <a:pt x="278895" y="35033"/>
                    <a:pt x="271229" y="32116"/>
                  </a:cubicBezTo>
                  <a:cubicBezTo>
                    <a:pt x="264229" y="29450"/>
                    <a:pt x="257314" y="29950"/>
                    <a:pt x="250481" y="33033"/>
                  </a:cubicBezTo>
                  <a:cubicBezTo>
                    <a:pt x="242732" y="36532"/>
                    <a:pt x="237898" y="44198"/>
                    <a:pt x="228816" y="45032"/>
                  </a:cubicBezTo>
                  <a:cubicBezTo>
                    <a:pt x="220400" y="45782"/>
                    <a:pt x="213484" y="44532"/>
                    <a:pt x="205235" y="48115"/>
                  </a:cubicBezTo>
                  <a:cubicBezTo>
                    <a:pt x="198318" y="51115"/>
                    <a:pt x="190236" y="56614"/>
                    <a:pt x="187986" y="63447"/>
                  </a:cubicBezTo>
                  <a:cubicBezTo>
                    <a:pt x="186986" y="62697"/>
                    <a:pt x="185986" y="61947"/>
                    <a:pt x="184987" y="61197"/>
                  </a:cubicBezTo>
                  <a:cubicBezTo>
                    <a:pt x="178654" y="56364"/>
                    <a:pt x="172488" y="53364"/>
                    <a:pt x="164572" y="56864"/>
                  </a:cubicBezTo>
                  <a:cubicBezTo>
                    <a:pt x="159822" y="58947"/>
                    <a:pt x="151990" y="68696"/>
                    <a:pt x="150740" y="76529"/>
                  </a:cubicBezTo>
                  <a:cubicBezTo>
                    <a:pt x="150490" y="76446"/>
                    <a:pt x="150240" y="76362"/>
                    <a:pt x="150074" y="76362"/>
                  </a:cubicBezTo>
                  <a:cubicBezTo>
                    <a:pt x="141157" y="74696"/>
                    <a:pt x="133991" y="81612"/>
                    <a:pt x="131908" y="89611"/>
                  </a:cubicBezTo>
                  <a:cubicBezTo>
                    <a:pt x="130491" y="95027"/>
                    <a:pt x="130658" y="100277"/>
                    <a:pt x="131908" y="105193"/>
                  </a:cubicBezTo>
                  <a:cubicBezTo>
                    <a:pt x="130242" y="103943"/>
                    <a:pt x="128575" y="102860"/>
                    <a:pt x="126992" y="102110"/>
                  </a:cubicBezTo>
                  <a:cubicBezTo>
                    <a:pt x="117826" y="97944"/>
                    <a:pt x="107161" y="100610"/>
                    <a:pt x="99327" y="106276"/>
                  </a:cubicBezTo>
                  <a:cubicBezTo>
                    <a:pt x="86329" y="115775"/>
                    <a:pt x="85912" y="132524"/>
                    <a:pt x="95411" y="143273"/>
                  </a:cubicBezTo>
                  <a:cubicBezTo>
                    <a:pt x="59081" y="141856"/>
                    <a:pt x="47749" y="184769"/>
                    <a:pt x="62415" y="212100"/>
                  </a:cubicBezTo>
                  <a:cubicBezTo>
                    <a:pt x="62665" y="212517"/>
                    <a:pt x="62997" y="212850"/>
                    <a:pt x="63414" y="213100"/>
                  </a:cubicBezTo>
                  <a:cubicBezTo>
                    <a:pt x="58165" y="217516"/>
                    <a:pt x="53582" y="219433"/>
                    <a:pt x="47416" y="223349"/>
                  </a:cubicBezTo>
                  <a:cubicBezTo>
                    <a:pt x="36584" y="230098"/>
                    <a:pt x="29750" y="243264"/>
                    <a:pt x="28917" y="255846"/>
                  </a:cubicBezTo>
                  <a:cubicBezTo>
                    <a:pt x="28500" y="262179"/>
                    <a:pt x="29251" y="269512"/>
                    <a:pt x="31750" y="275428"/>
                  </a:cubicBezTo>
                  <a:cubicBezTo>
                    <a:pt x="31583" y="274761"/>
                    <a:pt x="36167" y="283260"/>
                    <a:pt x="36750" y="283260"/>
                  </a:cubicBezTo>
                  <a:cubicBezTo>
                    <a:pt x="36334" y="284260"/>
                    <a:pt x="32000" y="287677"/>
                    <a:pt x="30168" y="289510"/>
                  </a:cubicBezTo>
                  <a:cubicBezTo>
                    <a:pt x="22085" y="297592"/>
                    <a:pt x="18251" y="306758"/>
                    <a:pt x="17418" y="316091"/>
                  </a:cubicBezTo>
                  <a:cubicBezTo>
                    <a:pt x="13336" y="301842"/>
                    <a:pt x="11419" y="286343"/>
                    <a:pt x="9586" y="272845"/>
                  </a:cubicBezTo>
                  <a:lnTo>
                    <a:pt x="9586" y="272845"/>
                  </a:lnTo>
                  <a:close/>
                  <a:moveTo>
                    <a:pt x="69664" y="171520"/>
                  </a:moveTo>
                  <a:cubicBezTo>
                    <a:pt x="73330" y="159521"/>
                    <a:pt x="84079" y="148606"/>
                    <a:pt x="97411" y="149272"/>
                  </a:cubicBezTo>
                  <a:cubicBezTo>
                    <a:pt x="110327" y="149939"/>
                    <a:pt x="115410" y="162105"/>
                    <a:pt x="123909" y="169270"/>
                  </a:cubicBezTo>
                  <a:cubicBezTo>
                    <a:pt x="141824" y="184519"/>
                    <a:pt x="169655" y="200518"/>
                    <a:pt x="194069" y="201434"/>
                  </a:cubicBezTo>
                  <a:cubicBezTo>
                    <a:pt x="192986" y="208934"/>
                    <a:pt x="192069" y="216516"/>
                    <a:pt x="191153" y="224016"/>
                  </a:cubicBezTo>
                  <a:cubicBezTo>
                    <a:pt x="188487" y="218683"/>
                    <a:pt x="184903" y="213933"/>
                    <a:pt x="181570" y="211517"/>
                  </a:cubicBezTo>
                  <a:cubicBezTo>
                    <a:pt x="176155" y="207600"/>
                    <a:pt x="168738" y="206184"/>
                    <a:pt x="162322" y="205017"/>
                  </a:cubicBezTo>
                  <a:cubicBezTo>
                    <a:pt x="151073" y="202934"/>
                    <a:pt x="137074" y="207184"/>
                    <a:pt x="126825" y="203351"/>
                  </a:cubicBezTo>
                  <a:cubicBezTo>
                    <a:pt x="112660" y="198018"/>
                    <a:pt x="102078" y="190519"/>
                    <a:pt x="86329" y="196851"/>
                  </a:cubicBezTo>
                  <a:cubicBezTo>
                    <a:pt x="80080" y="199351"/>
                    <a:pt x="74413" y="203351"/>
                    <a:pt x="69330" y="207767"/>
                  </a:cubicBezTo>
                  <a:cubicBezTo>
                    <a:pt x="71580" y="195851"/>
                    <a:pt x="65914" y="183603"/>
                    <a:pt x="69664" y="171520"/>
                  </a:cubicBezTo>
                  <a:lnTo>
                    <a:pt x="69664" y="171520"/>
                  </a:lnTo>
                  <a:close/>
                  <a:moveTo>
                    <a:pt x="133991" y="168521"/>
                  </a:moveTo>
                  <a:cubicBezTo>
                    <a:pt x="123242" y="161605"/>
                    <a:pt x="116076" y="150189"/>
                    <a:pt x="104827" y="145523"/>
                  </a:cubicBezTo>
                  <a:cubicBezTo>
                    <a:pt x="104827" y="145439"/>
                    <a:pt x="104827" y="145439"/>
                    <a:pt x="104744" y="145356"/>
                  </a:cubicBezTo>
                  <a:cubicBezTo>
                    <a:pt x="102078" y="141106"/>
                    <a:pt x="98828" y="137773"/>
                    <a:pt x="97494" y="132690"/>
                  </a:cubicBezTo>
                  <a:cubicBezTo>
                    <a:pt x="94828" y="122941"/>
                    <a:pt x="98911" y="114692"/>
                    <a:pt x="107743" y="110359"/>
                  </a:cubicBezTo>
                  <a:cubicBezTo>
                    <a:pt x="112410" y="108109"/>
                    <a:pt x="118826" y="106943"/>
                    <a:pt x="123492" y="109609"/>
                  </a:cubicBezTo>
                  <a:cubicBezTo>
                    <a:pt x="126159" y="111109"/>
                    <a:pt x="128326" y="114775"/>
                    <a:pt x="130491" y="116942"/>
                  </a:cubicBezTo>
                  <a:cubicBezTo>
                    <a:pt x="132408" y="118942"/>
                    <a:pt x="134325" y="120942"/>
                    <a:pt x="136325" y="122691"/>
                  </a:cubicBezTo>
                  <a:cubicBezTo>
                    <a:pt x="132825" y="124275"/>
                    <a:pt x="129491" y="127108"/>
                    <a:pt x="126408" y="131524"/>
                  </a:cubicBezTo>
                  <a:cubicBezTo>
                    <a:pt x="118493" y="143273"/>
                    <a:pt x="125659" y="158355"/>
                    <a:pt x="133991" y="168521"/>
                  </a:cubicBezTo>
                  <a:lnTo>
                    <a:pt x="133991" y="168521"/>
                  </a:lnTo>
                  <a:close/>
                  <a:moveTo>
                    <a:pt x="178654" y="187936"/>
                  </a:moveTo>
                  <a:cubicBezTo>
                    <a:pt x="170988" y="183686"/>
                    <a:pt x="163239" y="179603"/>
                    <a:pt x="155989" y="174687"/>
                  </a:cubicBezTo>
                  <a:cubicBezTo>
                    <a:pt x="148074" y="169354"/>
                    <a:pt x="136907" y="159771"/>
                    <a:pt x="134741" y="149772"/>
                  </a:cubicBezTo>
                  <a:cubicBezTo>
                    <a:pt x="133492" y="144106"/>
                    <a:pt x="136074" y="135024"/>
                    <a:pt x="141658" y="131607"/>
                  </a:cubicBezTo>
                  <a:cubicBezTo>
                    <a:pt x="146991" y="128274"/>
                    <a:pt x="156822" y="133857"/>
                    <a:pt x="160905" y="136440"/>
                  </a:cubicBezTo>
                  <a:cubicBezTo>
                    <a:pt x="173488" y="144439"/>
                    <a:pt x="183237" y="155355"/>
                    <a:pt x="194736" y="164521"/>
                  </a:cubicBezTo>
                  <a:cubicBezTo>
                    <a:pt x="196903" y="166271"/>
                    <a:pt x="198986" y="167521"/>
                    <a:pt x="200985" y="168187"/>
                  </a:cubicBezTo>
                  <a:cubicBezTo>
                    <a:pt x="199318" y="173937"/>
                    <a:pt x="197902" y="179853"/>
                    <a:pt x="196819" y="185686"/>
                  </a:cubicBezTo>
                  <a:cubicBezTo>
                    <a:pt x="196402" y="187769"/>
                    <a:pt x="196070" y="189852"/>
                    <a:pt x="195736" y="191935"/>
                  </a:cubicBezTo>
                  <a:cubicBezTo>
                    <a:pt x="189902" y="191019"/>
                    <a:pt x="184237" y="189602"/>
                    <a:pt x="178654" y="187936"/>
                  </a:cubicBezTo>
                  <a:lnTo>
                    <a:pt x="178654" y="187936"/>
                  </a:lnTo>
                  <a:close/>
                  <a:moveTo>
                    <a:pt x="146573" y="121192"/>
                  </a:moveTo>
                  <a:cubicBezTo>
                    <a:pt x="146490" y="121025"/>
                    <a:pt x="146407" y="120775"/>
                    <a:pt x="146240" y="120608"/>
                  </a:cubicBezTo>
                  <a:cubicBezTo>
                    <a:pt x="145157" y="119192"/>
                    <a:pt x="143824" y="117525"/>
                    <a:pt x="142407" y="115859"/>
                  </a:cubicBezTo>
                  <a:cubicBezTo>
                    <a:pt x="140074" y="111026"/>
                    <a:pt x="138324" y="105360"/>
                    <a:pt x="138575" y="100110"/>
                  </a:cubicBezTo>
                  <a:cubicBezTo>
                    <a:pt x="136824" y="92361"/>
                    <a:pt x="141824" y="87861"/>
                    <a:pt x="153406" y="86445"/>
                  </a:cubicBezTo>
                  <a:cubicBezTo>
                    <a:pt x="155323" y="88194"/>
                    <a:pt x="156906" y="90194"/>
                    <a:pt x="158239" y="92444"/>
                  </a:cubicBezTo>
                  <a:cubicBezTo>
                    <a:pt x="164072" y="100443"/>
                    <a:pt x="167572" y="109609"/>
                    <a:pt x="174237" y="117109"/>
                  </a:cubicBezTo>
                  <a:cubicBezTo>
                    <a:pt x="184404" y="128608"/>
                    <a:pt x="196486" y="137357"/>
                    <a:pt x="211318" y="140440"/>
                  </a:cubicBezTo>
                  <a:cubicBezTo>
                    <a:pt x="208734" y="146023"/>
                    <a:pt x="206318" y="151772"/>
                    <a:pt x="204319" y="157605"/>
                  </a:cubicBezTo>
                  <a:cubicBezTo>
                    <a:pt x="187903" y="148772"/>
                    <a:pt x="165572" y="123275"/>
                    <a:pt x="146573" y="121192"/>
                  </a:cubicBezTo>
                  <a:lnTo>
                    <a:pt x="146573" y="121192"/>
                  </a:lnTo>
                  <a:close/>
                  <a:moveTo>
                    <a:pt x="195903" y="124108"/>
                  </a:moveTo>
                  <a:cubicBezTo>
                    <a:pt x="188570" y="119858"/>
                    <a:pt x="181820" y="113776"/>
                    <a:pt x="176654" y="107526"/>
                  </a:cubicBezTo>
                  <a:cubicBezTo>
                    <a:pt x="171571" y="101277"/>
                    <a:pt x="166071" y="88444"/>
                    <a:pt x="158406" y="81278"/>
                  </a:cubicBezTo>
                  <a:cubicBezTo>
                    <a:pt x="160489" y="76279"/>
                    <a:pt x="162739" y="70863"/>
                    <a:pt x="166655" y="67113"/>
                  </a:cubicBezTo>
                  <a:cubicBezTo>
                    <a:pt x="172321" y="61697"/>
                    <a:pt x="177404" y="66280"/>
                    <a:pt x="182404" y="70529"/>
                  </a:cubicBezTo>
                  <a:cubicBezTo>
                    <a:pt x="181488" y="71029"/>
                    <a:pt x="180570" y="71613"/>
                    <a:pt x="179654" y="72363"/>
                  </a:cubicBezTo>
                  <a:cubicBezTo>
                    <a:pt x="163905" y="86028"/>
                    <a:pt x="180154" y="108859"/>
                    <a:pt x="195903" y="124108"/>
                  </a:cubicBezTo>
                  <a:lnTo>
                    <a:pt x="195903" y="124108"/>
                  </a:lnTo>
                  <a:close/>
                  <a:moveTo>
                    <a:pt x="211068" y="130274"/>
                  </a:moveTo>
                  <a:cubicBezTo>
                    <a:pt x="203818" y="123108"/>
                    <a:pt x="197152" y="114942"/>
                    <a:pt x="191486" y="106610"/>
                  </a:cubicBezTo>
                  <a:cubicBezTo>
                    <a:pt x="189236" y="103360"/>
                    <a:pt x="187070" y="99860"/>
                    <a:pt x="185404" y="96277"/>
                  </a:cubicBezTo>
                  <a:cubicBezTo>
                    <a:pt x="180404" y="88778"/>
                    <a:pt x="182820" y="82445"/>
                    <a:pt x="192736" y="77196"/>
                  </a:cubicBezTo>
                  <a:cubicBezTo>
                    <a:pt x="197319" y="78862"/>
                    <a:pt x="201318" y="81445"/>
                    <a:pt x="204651" y="85028"/>
                  </a:cubicBezTo>
                  <a:cubicBezTo>
                    <a:pt x="211651" y="91944"/>
                    <a:pt x="216651" y="101443"/>
                    <a:pt x="221567" y="109859"/>
                  </a:cubicBezTo>
                  <a:cubicBezTo>
                    <a:pt x="222817" y="112026"/>
                    <a:pt x="223983" y="113942"/>
                    <a:pt x="225316" y="115609"/>
                  </a:cubicBezTo>
                  <a:cubicBezTo>
                    <a:pt x="221817" y="120858"/>
                    <a:pt x="218484" y="126358"/>
                    <a:pt x="215567" y="131941"/>
                  </a:cubicBezTo>
                  <a:cubicBezTo>
                    <a:pt x="214067" y="131357"/>
                    <a:pt x="212568" y="130857"/>
                    <a:pt x="211068" y="130274"/>
                  </a:cubicBezTo>
                  <a:lnTo>
                    <a:pt x="211068" y="130274"/>
                  </a:lnTo>
                  <a:close/>
                  <a:moveTo>
                    <a:pt x="222316" y="93944"/>
                  </a:moveTo>
                  <a:cubicBezTo>
                    <a:pt x="217651" y="87861"/>
                    <a:pt x="212984" y="82362"/>
                    <a:pt x="206985" y="77695"/>
                  </a:cubicBezTo>
                  <a:cubicBezTo>
                    <a:pt x="203235" y="74779"/>
                    <a:pt x="198569" y="71613"/>
                    <a:pt x="193820" y="70113"/>
                  </a:cubicBezTo>
                  <a:cubicBezTo>
                    <a:pt x="195319" y="60697"/>
                    <a:pt x="210068" y="56031"/>
                    <a:pt x="217317" y="55198"/>
                  </a:cubicBezTo>
                  <a:cubicBezTo>
                    <a:pt x="223233" y="54531"/>
                    <a:pt x="228649" y="56781"/>
                    <a:pt x="234316" y="56447"/>
                  </a:cubicBezTo>
                  <a:cubicBezTo>
                    <a:pt x="241981" y="56031"/>
                    <a:pt x="245648" y="51864"/>
                    <a:pt x="252231" y="48365"/>
                  </a:cubicBezTo>
                  <a:cubicBezTo>
                    <a:pt x="263396" y="42449"/>
                    <a:pt x="270062" y="51781"/>
                    <a:pt x="279561" y="55531"/>
                  </a:cubicBezTo>
                  <a:cubicBezTo>
                    <a:pt x="285061" y="57697"/>
                    <a:pt x="291977" y="55031"/>
                    <a:pt x="297810" y="55364"/>
                  </a:cubicBezTo>
                  <a:cubicBezTo>
                    <a:pt x="276311" y="64530"/>
                    <a:pt x="256397" y="78195"/>
                    <a:pt x="239315" y="97527"/>
                  </a:cubicBezTo>
                  <a:cubicBezTo>
                    <a:pt x="236566" y="100610"/>
                    <a:pt x="233982" y="103943"/>
                    <a:pt x="231400" y="107276"/>
                  </a:cubicBezTo>
                  <a:cubicBezTo>
                    <a:pt x="227983" y="103026"/>
                    <a:pt x="224983" y="97444"/>
                    <a:pt x="222316" y="93944"/>
                  </a:cubicBezTo>
                  <a:lnTo>
                    <a:pt x="222316" y="93944"/>
                  </a:lnTo>
                  <a:close/>
                  <a:moveTo>
                    <a:pt x="68831" y="364753"/>
                  </a:moveTo>
                  <a:cubicBezTo>
                    <a:pt x="55332" y="364503"/>
                    <a:pt x="45249" y="360170"/>
                    <a:pt x="37500" y="353254"/>
                  </a:cubicBezTo>
                  <a:cubicBezTo>
                    <a:pt x="33750" y="346755"/>
                    <a:pt x="29667" y="340422"/>
                    <a:pt x="27584" y="333006"/>
                  </a:cubicBezTo>
                  <a:cubicBezTo>
                    <a:pt x="25001" y="323673"/>
                    <a:pt x="25085" y="314591"/>
                    <a:pt x="29500" y="305758"/>
                  </a:cubicBezTo>
                  <a:cubicBezTo>
                    <a:pt x="33000" y="298759"/>
                    <a:pt x="39834" y="295259"/>
                    <a:pt x="43666" y="289093"/>
                  </a:cubicBezTo>
                  <a:cubicBezTo>
                    <a:pt x="47165" y="283594"/>
                    <a:pt x="45916" y="282677"/>
                    <a:pt x="44583" y="276928"/>
                  </a:cubicBezTo>
                  <a:cubicBezTo>
                    <a:pt x="41083" y="262429"/>
                    <a:pt x="39916" y="245597"/>
                    <a:pt x="55415" y="237098"/>
                  </a:cubicBezTo>
                  <a:cubicBezTo>
                    <a:pt x="63331" y="232765"/>
                    <a:pt x="69080" y="231932"/>
                    <a:pt x="75413" y="225015"/>
                  </a:cubicBezTo>
                  <a:cubicBezTo>
                    <a:pt x="80662" y="219349"/>
                    <a:pt x="85329" y="212433"/>
                    <a:pt x="92829" y="209350"/>
                  </a:cubicBezTo>
                  <a:cubicBezTo>
                    <a:pt x="102577" y="205351"/>
                    <a:pt x="109910" y="208434"/>
                    <a:pt x="118910" y="211433"/>
                  </a:cubicBezTo>
                  <a:cubicBezTo>
                    <a:pt x="123909" y="213100"/>
                    <a:pt x="129491" y="214850"/>
                    <a:pt x="134908" y="214766"/>
                  </a:cubicBezTo>
                  <a:cubicBezTo>
                    <a:pt x="144157" y="214516"/>
                    <a:pt x="150490" y="211017"/>
                    <a:pt x="159989" y="213850"/>
                  </a:cubicBezTo>
                  <a:cubicBezTo>
                    <a:pt x="170738" y="217016"/>
                    <a:pt x="180904" y="227515"/>
                    <a:pt x="181404" y="239514"/>
                  </a:cubicBezTo>
                  <a:cubicBezTo>
                    <a:pt x="181570" y="244014"/>
                    <a:pt x="185070" y="246097"/>
                    <a:pt x="188487" y="245764"/>
                  </a:cubicBezTo>
                  <a:cubicBezTo>
                    <a:pt x="185570" y="266178"/>
                    <a:pt x="181237" y="286177"/>
                    <a:pt x="171738" y="305675"/>
                  </a:cubicBezTo>
                  <a:cubicBezTo>
                    <a:pt x="152323" y="345338"/>
                    <a:pt x="112243" y="365669"/>
                    <a:pt x="68831" y="364753"/>
                  </a:cubicBezTo>
                  <a:lnTo>
                    <a:pt x="68831" y="364753"/>
                  </a:lnTo>
                  <a:close/>
                  <a:moveTo>
                    <a:pt x="533622" y="269178"/>
                  </a:moveTo>
                  <a:cubicBezTo>
                    <a:pt x="499375" y="320257"/>
                    <a:pt x="438381" y="335172"/>
                    <a:pt x="382386" y="348671"/>
                  </a:cubicBezTo>
                  <a:cubicBezTo>
                    <a:pt x="323724" y="362836"/>
                    <a:pt x="263979" y="373335"/>
                    <a:pt x="203902" y="379252"/>
                  </a:cubicBezTo>
                  <a:cubicBezTo>
                    <a:pt x="170321" y="382585"/>
                    <a:pt x="134824" y="384834"/>
                    <a:pt x="101078" y="382001"/>
                  </a:cubicBezTo>
                  <a:cubicBezTo>
                    <a:pt x="96661" y="381668"/>
                    <a:pt x="92161" y="381085"/>
                    <a:pt x="87663" y="380252"/>
                  </a:cubicBezTo>
                  <a:cubicBezTo>
                    <a:pt x="88329" y="380168"/>
                    <a:pt x="88995" y="380168"/>
                    <a:pt x="89662" y="380085"/>
                  </a:cubicBezTo>
                  <a:cubicBezTo>
                    <a:pt x="128992" y="375252"/>
                    <a:pt x="164905" y="355170"/>
                    <a:pt x="183653" y="319507"/>
                  </a:cubicBezTo>
                  <a:cubicBezTo>
                    <a:pt x="192486" y="302592"/>
                    <a:pt x="199819" y="283677"/>
                    <a:pt x="202902" y="264762"/>
                  </a:cubicBezTo>
                  <a:cubicBezTo>
                    <a:pt x="206734" y="240931"/>
                    <a:pt x="207485" y="216600"/>
                    <a:pt x="211318" y="192768"/>
                  </a:cubicBezTo>
                  <a:cubicBezTo>
                    <a:pt x="219150" y="144523"/>
                    <a:pt x="245648" y="104360"/>
                    <a:pt x="285561" y="76779"/>
                  </a:cubicBezTo>
                  <a:cubicBezTo>
                    <a:pt x="309642" y="60114"/>
                    <a:pt x="338390" y="51781"/>
                    <a:pt x="367887" y="48781"/>
                  </a:cubicBezTo>
                  <a:cubicBezTo>
                    <a:pt x="418549" y="49448"/>
                    <a:pt x="469795" y="68280"/>
                    <a:pt x="505791" y="104526"/>
                  </a:cubicBezTo>
                  <a:cubicBezTo>
                    <a:pt x="545454" y="144606"/>
                    <a:pt x="567202" y="219183"/>
                    <a:pt x="533622" y="269178"/>
                  </a:cubicBezTo>
                  <a:lnTo>
                    <a:pt x="533622" y="269178"/>
                  </a:lnTo>
                  <a:close/>
                </a:path>
              </a:pathLst>
            </a:custGeom>
            <a:grpFill/>
            <a:ln w="8332" cap="flat">
              <a:noFill/>
              <a:prstDash val="solid"/>
              <a:miter/>
            </a:ln>
          </p:spPr>
          <p:txBody>
            <a:bodyPr rtlCol="0" anchor="ctr"/>
            <a:lstStyle/>
            <a:p>
              <a:endParaRPr lang="en-US"/>
            </a:p>
          </p:txBody>
        </p:sp>
        <p:sp>
          <p:nvSpPr>
            <p:cNvPr id="2157" name="Freeform: Shape 2156"/>
            <p:cNvSpPr/>
            <p:nvPr/>
          </p:nvSpPr>
          <p:spPr>
            <a:xfrm>
              <a:off x="9700041" y="1295446"/>
              <a:ext cx="119679" cy="261517"/>
            </a:xfrm>
            <a:custGeom>
              <a:avLst/>
              <a:gdLst>
                <a:gd name="connsiteX0" fmla="*/ 115846 w 119679"/>
                <a:gd name="connsiteY0" fmla="*/ 447 h 261517"/>
                <a:gd name="connsiteX1" fmla="*/ 45102 w 119679"/>
                <a:gd name="connsiteY1" fmla="*/ 117270 h 261517"/>
                <a:gd name="connsiteX2" fmla="*/ 32853 w 119679"/>
                <a:gd name="connsiteY2" fmla="*/ 189097 h 261517"/>
                <a:gd name="connsiteX3" fmla="*/ 106 w 119679"/>
                <a:gd name="connsiteY3" fmla="*/ 260674 h 261517"/>
                <a:gd name="connsiteX4" fmla="*/ 1022 w 119679"/>
                <a:gd name="connsiteY4" fmla="*/ 261341 h 261517"/>
                <a:gd name="connsiteX5" fmla="*/ 53351 w 119679"/>
                <a:gd name="connsiteY5" fmla="*/ 144601 h 261517"/>
                <a:gd name="connsiteX6" fmla="*/ 119012 w 119679"/>
                <a:gd name="connsiteY6" fmla="*/ 4197 h 261517"/>
                <a:gd name="connsiteX7" fmla="*/ 115846 w 119679"/>
                <a:gd name="connsiteY7" fmla="*/ 447 h 261517"/>
                <a:gd name="connsiteX8" fmla="*/ 115846 w 119679"/>
                <a:gd name="connsiteY8" fmla="*/ 447 h 261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679" h="261517">
                  <a:moveTo>
                    <a:pt x="115846" y="447"/>
                  </a:moveTo>
                  <a:cubicBezTo>
                    <a:pt x="77266" y="29861"/>
                    <a:pt x="52018" y="68941"/>
                    <a:pt x="45102" y="117270"/>
                  </a:cubicBezTo>
                  <a:cubicBezTo>
                    <a:pt x="41602" y="141685"/>
                    <a:pt x="38853" y="165266"/>
                    <a:pt x="32853" y="189097"/>
                  </a:cubicBezTo>
                  <a:cubicBezTo>
                    <a:pt x="26187" y="215428"/>
                    <a:pt x="16188" y="238759"/>
                    <a:pt x="106" y="260674"/>
                  </a:cubicBezTo>
                  <a:cubicBezTo>
                    <a:pt x="-310" y="261174"/>
                    <a:pt x="606" y="261841"/>
                    <a:pt x="1022" y="261341"/>
                  </a:cubicBezTo>
                  <a:cubicBezTo>
                    <a:pt x="30353" y="229010"/>
                    <a:pt x="49101" y="188347"/>
                    <a:pt x="53351" y="144601"/>
                  </a:cubicBezTo>
                  <a:cubicBezTo>
                    <a:pt x="58768" y="89023"/>
                    <a:pt x="75099" y="40861"/>
                    <a:pt x="119012" y="4197"/>
                  </a:cubicBezTo>
                  <a:cubicBezTo>
                    <a:pt x="121012" y="2531"/>
                    <a:pt x="118095" y="-1302"/>
                    <a:pt x="115846" y="447"/>
                  </a:cubicBezTo>
                  <a:lnTo>
                    <a:pt x="115846" y="447"/>
                  </a:lnTo>
                  <a:close/>
                </a:path>
              </a:pathLst>
            </a:custGeom>
            <a:grpFill/>
            <a:ln w="8332" cap="flat">
              <a:noFill/>
              <a:prstDash val="solid"/>
              <a:miter/>
            </a:ln>
          </p:spPr>
          <p:txBody>
            <a:bodyPr rtlCol="0" anchor="ctr"/>
            <a:lstStyle/>
            <a:p>
              <a:endParaRPr lang="en-US"/>
            </a:p>
          </p:txBody>
        </p:sp>
        <p:sp>
          <p:nvSpPr>
            <p:cNvPr id="2158" name="Freeform: Shape 2157"/>
            <p:cNvSpPr/>
            <p:nvPr/>
          </p:nvSpPr>
          <p:spPr>
            <a:xfrm>
              <a:off x="9537994" y="1235556"/>
              <a:ext cx="193949" cy="197106"/>
            </a:xfrm>
            <a:custGeom>
              <a:avLst/>
              <a:gdLst>
                <a:gd name="connsiteX0" fmla="*/ 191401 w 193949"/>
                <a:gd name="connsiteY0" fmla="*/ 10 h 197106"/>
                <a:gd name="connsiteX1" fmla="*/ 64663 w 193949"/>
                <a:gd name="connsiteY1" fmla="*/ 60754 h 197106"/>
                <a:gd name="connsiteX2" fmla="*/ 19917 w 193949"/>
                <a:gd name="connsiteY2" fmla="*/ 123248 h 197106"/>
                <a:gd name="connsiteX3" fmla="*/ 3751 w 193949"/>
                <a:gd name="connsiteY3" fmla="*/ 159662 h 197106"/>
                <a:gd name="connsiteX4" fmla="*/ 2 w 193949"/>
                <a:gd name="connsiteY4" fmla="*/ 195575 h 197106"/>
                <a:gd name="connsiteX5" fmla="*/ 3168 w 193949"/>
                <a:gd name="connsiteY5" fmla="*/ 195575 h 197106"/>
                <a:gd name="connsiteX6" fmla="*/ 192067 w 193949"/>
                <a:gd name="connsiteY6" fmla="*/ 5092 h 197106"/>
                <a:gd name="connsiteX7" fmla="*/ 191401 w 193949"/>
                <a:gd name="connsiteY7" fmla="*/ 10 h 197106"/>
                <a:gd name="connsiteX8" fmla="*/ 191401 w 193949"/>
                <a:gd name="connsiteY8" fmla="*/ 10 h 197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3949" h="197106">
                  <a:moveTo>
                    <a:pt x="191401" y="10"/>
                  </a:moveTo>
                  <a:cubicBezTo>
                    <a:pt x="143822" y="3759"/>
                    <a:pt x="98576" y="27424"/>
                    <a:pt x="64663" y="60754"/>
                  </a:cubicBezTo>
                  <a:cubicBezTo>
                    <a:pt x="46497" y="78669"/>
                    <a:pt x="31999" y="100917"/>
                    <a:pt x="19917" y="123248"/>
                  </a:cubicBezTo>
                  <a:cubicBezTo>
                    <a:pt x="13584" y="134997"/>
                    <a:pt x="7585" y="146830"/>
                    <a:pt x="3751" y="159662"/>
                  </a:cubicBezTo>
                  <a:cubicBezTo>
                    <a:pt x="85" y="171744"/>
                    <a:pt x="418" y="183076"/>
                    <a:pt x="2" y="195575"/>
                  </a:cubicBezTo>
                  <a:cubicBezTo>
                    <a:pt x="-82" y="197658"/>
                    <a:pt x="2918" y="197575"/>
                    <a:pt x="3168" y="195575"/>
                  </a:cubicBezTo>
                  <a:cubicBezTo>
                    <a:pt x="14083" y="103750"/>
                    <a:pt x="102825" y="21174"/>
                    <a:pt x="192067" y="5092"/>
                  </a:cubicBezTo>
                  <a:cubicBezTo>
                    <a:pt x="194984" y="4509"/>
                    <a:pt x="194317" y="-240"/>
                    <a:pt x="191401" y="10"/>
                  </a:cubicBezTo>
                  <a:lnTo>
                    <a:pt x="191401" y="10"/>
                  </a:lnTo>
                  <a:close/>
                </a:path>
              </a:pathLst>
            </a:custGeom>
            <a:grpFill/>
            <a:ln w="8332" cap="flat">
              <a:noFill/>
              <a:prstDash val="solid"/>
              <a:miter/>
            </a:ln>
          </p:spPr>
          <p:txBody>
            <a:bodyPr rtlCol="0" anchor="ctr"/>
            <a:lstStyle/>
            <a:p>
              <a:endParaRPr lang="en-US"/>
            </a:p>
          </p:txBody>
        </p:sp>
        <p:sp>
          <p:nvSpPr>
            <p:cNvPr id="2159" name="Freeform: Shape 2158"/>
            <p:cNvSpPr/>
            <p:nvPr/>
          </p:nvSpPr>
          <p:spPr>
            <a:xfrm>
              <a:off x="9566665" y="1446036"/>
              <a:ext cx="74406" cy="114274"/>
            </a:xfrm>
            <a:custGeom>
              <a:avLst/>
              <a:gdLst>
                <a:gd name="connsiteX0" fmla="*/ 72988 w 74406"/>
                <a:gd name="connsiteY0" fmla="*/ 2344 h 114274"/>
                <a:gd name="connsiteX1" fmla="*/ 29158 w 74406"/>
                <a:gd name="connsiteY1" fmla="*/ 17760 h 114274"/>
                <a:gd name="connsiteX2" fmla="*/ 21659 w 74406"/>
                <a:gd name="connsiteY2" fmla="*/ 38924 h 114274"/>
                <a:gd name="connsiteX3" fmla="*/ 23742 w 74406"/>
                <a:gd name="connsiteY3" fmla="*/ 48673 h 114274"/>
                <a:gd name="connsiteX4" fmla="*/ 26908 w 74406"/>
                <a:gd name="connsiteY4" fmla="*/ 54340 h 114274"/>
                <a:gd name="connsiteX5" fmla="*/ 24908 w 74406"/>
                <a:gd name="connsiteY5" fmla="*/ 55756 h 114274"/>
                <a:gd name="connsiteX6" fmla="*/ 3411 w 74406"/>
                <a:gd name="connsiteY6" fmla="*/ 74921 h 114274"/>
                <a:gd name="connsiteX7" fmla="*/ 911 w 74406"/>
                <a:gd name="connsiteY7" fmla="*/ 96836 h 114274"/>
                <a:gd name="connsiteX8" fmla="*/ 36324 w 74406"/>
                <a:gd name="connsiteY8" fmla="*/ 109501 h 114274"/>
                <a:gd name="connsiteX9" fmla="*/ 33575 w 74406"/>
                <a:gd name="connsiteY9" fmla="*/ 102919 h 114274"/>
                <a:gd name="connsiteX10" fmla="*/ 10077 w 74406"/>
                <a:gd name="connsiteY10" fmla="*/ 82254 h 114274"/>
                <a:gd name="connsiteX11" fmla="*/ 26826 w 74406"/>
                <a:gd name="connsiteY11" fmla="*/ 64005 h 114274"/>
                <a:gd name="connsiteX12" fmla="*/ 37407 w 74406"/>
                <a:gd name="connsiteY12" fmla="*/ 55006 h 114274"/>
                <a:gd name="connsiteX13" fmla="*/ 35741 w 74406"/>
                <a:gd name="connsiteY13" fmla="*/ 51173 h 114274"/>
                <a:gd name="connsiteX14" fmla="*/ 32074 w 74406"/>
                <a:gd name="connsiteY14" fmla="*/ 28509 h 114274"/>
                <a:gd name="connsiteX15" fmla="*/ 71904 w 74406"/>
                <a:gd name="connsiteY15" fmla="*/ 6344 h 114274"/>
                <a:gd name="connsiteX16" fmla="*/ 72988 w 74406"/>
                <a:gd name="connsiteY16" fmla="*/ 2344 h 114274"/>
                <a:gd name="connsiteX17" fmla="*/ 72988 w 74406"/>
                <a:gd name="connsiteY17" fmla="*/ 2344 h 114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4406" h="114274">
                  <a:moveTo>
                    <a:pt x="72988" y="2344"/>
                  </a:moveTo>
                  <a:cubicBezTo>
                    <a:pt x="54573" y="-3572"/>
                    <a:pt x="40574" y="1761"/>
                    <a:pt x="29158" y="17760"/>
                  </a:cubicBezTo>
                  <a:cubicBezTo>
                    <a:pt x="24743" y="23926"/>
                    <a:pt x="21493" y="31175"/>
                    <a:pt x="21659" y="38924"/>
                  </a:cubicBezTo>
                  <a:cubicBezTo>
                    <a:pt x="21742" y="42424"/>
                    <a:pt x="22409" y="45424"/>
                    <a:pt x="23742" y="48673"/>
                  </a:cubicBezTo>
                  <a:cubicBezTo>
                    <a:pt x="24659" y="50673"/>
                    <a:pt x="25743" y="52506"/>
                    <a:pt x="26908" y="54340"/>
                  </a:cubicBezTo>
                  <a:cubicBezTo>
                    <a:pt x="26409" y="54173"/>
                    <a:pt x="25743" y="54590"/>
                    <a:pt x="24908" y="55756"/>
                  </a:cubicBezTo>
                  <a:cubicBezTo>
                    <a:pt x="17826" y="62589"/>
                    <a:pt x="8410" y="65672"/>
                    <a:pt x="3411" y="74921"/>
                  </a:cubicBezTo>
                  <a:cubicBezTo>
                    <a:pt x="-255" y="81670"/>
                    <a:pt x="-756" y="89420"/>
                    <a:pt x="911" y="96836"/>
                  </a:cubicBezTo>
                  <a:cubicBezTo>
                    <a:pt x="5244" y="116667"/>
                    <a:pt x="20742" y="117584"/>
                    <a:pt x="36324" y="109501"/>
                  </a:cubicBezTo>
                  <a:cubicBezTo>
                    <a:pt x="39908" y="107668"/>
                    <a:pt x="37407" y="101669"/>
                    <a:pt x="33575" y="102919"/>
                  </a:cubicBezTo>
                  <a:cubicBezTo>
                    <a:pt x="18493" y="107918"/>
                    <a:pt x="5911" y="96919"/>
                    <a:pt x="10077" y="82254"/>
                  </a:cubicBezTo>
                  <a:cubicBezTo>
                    <a:pt x="12077" y="75421"/>
                    <a:pt x="20826" y="67505"/>
                    <a:pt x="26826" y="64005"/>
                  </a:cubicBezTo>
                  <a:cubicBezTo>
                    <a:pt x="31658" y="61172"/>
                    <a:pt x="37158" y="61339"/>
                    <a:pt x="37407" y="55006"/>
                  </a:cubicBezTo>
                  <a:cubicBezTo>
                    <a:pt x="37491" y="53256"/>
                    <a:pt x="36075" y="52590"/>
                    <a:pt x="35741" y="51173"/>
                  </a:cubicBezTo>
                  <a:cubicBezTo>
                    <a:pt x="33408" y="42757"/>
                    <a:pt x="28742" y="38258"/>
                    <a:pt x="32074" y="28509"/>
                  </a:cubicBezTo>
                  <a:cubicBezTo>
                    <a:pt x="38075" y="10927"/>
                    <a:pt x="54156" y="1511"/>
                    <a:pt x="71904" y="6344"/>
                  </a:cubicBezTo>
                  <a:cubicBezTo>
                    <a:pt x="74405" y="7094"/>
                    <a:pt x="75488" y="3178"/>
                    <a:pt x="72988" y="2344"/>
                  </a:cubicBezTo>
                  <a:lnTo>
                    <a:pt x="72988" y="2344"/>
                  </a:lnTo>
                  <a:close/>
                </a:path>
              </a:pathLst>
            </a:custGeom>
            <a:grpFill/>
            <a:ln w="8332" cap="flat">
              <a:noFill/>
              <a:prstDash val="solid"/>
              <a:miter/>
            </a:ln>
          </p:spPr>
          <p:txBody>
            <a:bodyPr rtlCol="0" anchor="ctr"/>
            <a:lstStyle/>
            <a:p>
              <a:endParaRPr lang="en-US"/>
            </a:p>
          </p:txBody>
        </p:sp>
        <p:sp>
          <p:nvSpPr>
            <p:cNvPr id="2160" name="Freeform: Shape 2159"/>
            <p:cNvSpPr/>
            <p:nvPr/>
          </p:nvSpPr>
          <p:spPr>
            <a:xfrm>
              <a:off x="9612543" y="1490492"/>
              <a:ext cx="29905" cy="39012"/>
            </a:xfrm>
            <a:custGeom>
              <a:avLst/>
              <a:gdLst>
                <a:gd name="connsiteX0" fmla="*/ 25860 w 29905"/>
                <a:gd name="connsiteY0" fmla="*/ 28132 h 39012"/>
                <a:gd name="connsiteX1" fmla="*/ 9945 w 29905"/>
                <a:gd name="connsiteY1" fmla="*/ 26549 h 39012"/>
                <a:gd name="connsiteX2" fmla="*/ 11945 w 29905"/>
                <a:gd name="connsiteY2" fmla="*/ 13800 h 39012"/>
                <a:gd name="connsiteX3" fmla="*/ 19194 w 29905"/>
                <a:gd name="connsiteY3" fmla="*/ 2801 h 39012"/>
                <a:gd name="connsiteX4" fmla="*/ 16278 w 29905"/>
                <a:gd name="connsiteY4" fmla="*/ 551 h 39012"/>
                <a:gd name="connsiteX5" fmla="*/ 1529 w 29905"/>
                <a:gd name="connsiteY5" fmla="*/ 32298 h 39012"/>
                <a:gd name="connsiteX6" fmla="*/ 27943 w 29905"/>
                <a:gd name="connsiteY6" fmla="*/ 35714 h 39012"/>
                <a:gd name="connsiteX7" fmla="*/ 25860 w 29905"/>
                <a:gd name="connsiteY7" fmla="*/ 28132 h 39012"/>
                <a:gd name="connsiteX8" fmla="*/ 25860 w 29905"/>
                <a:gd name="connsiteY8" fmla="*/ 28132 h 39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905" h="39012">
                  <a:moveTo>
                    <a:pt x="25860" y="28132"/>
                  </a:moveTo>
                  <a:cubicBezTo>
                    <a:pt x="21943" y="28382"/>
                    <a:pt x="12861" y="29798"/>
                    <a:pt x="9945" y="26549"/>
                  </a:cubicBezTo>
                  <a:cubicBezTo>
                    <a:pt x="7278" y="23549"/>
                    <a:pt x="10444" y="16800"/>
                    <a:pt x="11945" y="13800"/>
                  </a:cubicBezTo>
                  <a:cubicBezTo>
                    <a:pt x="13861" y="9800"/>
                    <a:pt x="16611" y="6384"/>
                    <a:pt x="19194" y="2801"/>
                  </a:cubicBezTo>
                  <a:cubicBezTo>
                    <a:pt x="20361" y="1134"/>
                    <a:pt x="17610" y="-1032"/>
                    <a:pt x="16278" y="551"/>
                  </a:cubicBezTo>
                  <a:cubicBezTo>
                    <a:pt x="10194" y="7967"/>
                    <a:pt x="-4804" y="21549"/>
                    <a:pt x="1529" y="32298"/>
                  </a:cubicBezTo>
                  <a:cubicBezTo>
                    <a:pt x="7111" y="41881"/>
                    <a:pt x="19610" y="39464"/>
                    <a:pt x="27943" y="35714"/>
                  </a:cubicBezTo>
                  <a:cubicBezTo>
                    <a:pt x="31610" y="34131"/>
                    <a:pt x="29693" y="27965"/>
                    <a:pt x="25860" y="28132"/>
                  </a:cubicBezTo>
                  <a:lnTo>
                    <a:pt x="25860" y="28132"/>
                  </a:lnTo>
                  <a:close/>
                </a:path>
              </a:pathLst>
            </a:custGeom>
            <a:grpFill/>
            <a:ln w="8332" cap="flat">
              <a:noFill/>
              <a:prstDash val="solid"/>
              <a:miter/>
            </a:ln>
          </p:spPr>
          <p:txBody>
            <a:bodyPr rtlCol="0" anchor="ctr"/>
            <a:lstStyle/>
            <a:p>
              <a:endParaRPr lang="en-US"/>
            </a:p>
          </p:txBody>
        </p:sp>
        <p:sp>
          <p:nvSpPr>
            <p:cNvPr id="2161" name="Freeform: Shape 2160"/>
            <p:cNvSpPr/>
            <p:nvPr/>
          </p:nvSpPr>
          <p:spPr>
            <a:xfrm>
              <a:off x="9645330" y="1454262"/>
              <a:ext cx="23869" cy="35287"/>
            </a:xfrm>
            <a:custGeom>
              <a:avLst/>
              <a:gdLst>
                <a:gd name="connsiteX0" fmla="*/ 20987 w 23869"/>
                <a:gd name="connsiteY0" fmla="*/ 27365 h 35287"/>
                <a:gd name="connsiteX1" fmla="*/ 9405 w 23869"/>
                <a:gd name="connsiteY1" fmla="*/ 21032 h 35287"/>
                <a:gd name="connsiteX2" fmla="*/ 13070 w 23869"/>
                <a:gd name="connsiteY2" fmla="*/ 3784 h 35287"/>
                <a:gd name="connsiteX3" fmla="*/ 7571 w 23869"/>
                <a:gd name="connsiteY3" fmla="*/ 1451 h 35287"/>
                <a:gd name="connsiteX4" fmla="*/ 989 w 23869"/>
                <a:gd name="connsiteY4" fmla="*/ 26532 h 35287"/>
                <a:gd name="connsiteX5" fmla="*/ 19820 w 23869"/>
                <a:gd name="connsiteY5" fmla="*/ 35281 h 35287"/>
                <a:gd name="connsiteX6" fmla="*/ 20987 w 23869"/>
                <a:gd name="connsiteY6" fmla="*/ 27365 h 35287"/>
                <a:gd name="connsiteX7" fmla="*/ 20987 w 23869"/>
                <a:gd name="connsiteY7" fmla="*/ 27365 h 35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69" h="35287">
                  <a:moveTo>
                    <a:pt x="20987" y="27365"/>
                  </a:moveTo>
                  <a:cubicBezTo>
                    <a:pt x="16986" y="25865"/>
                    <a:pt x="11071" y="25532"/>
                    <a:pt x="9405" y="21032"/>
                  </a:cubicBezTo>
                  <a:cubicBezTo>
                    <a:pt x="7405" y="15700"/>
                    <a:pt x="11404" y="8784"/>
                    <a:pt x="13070" y="3784"/>
                  </a:cubicBezTo>
                  <a:cubicBezTo>
                    <a:pt x="14154" y="534"/>
                    <a:pt x="9154" y="-1549"/>
                    <a:pt x="7571" y="1451"/>
                  </a:cubicBezTo>
                  <a:cubicBezTo>
                    <a:pt x="3488" y="9117"/>
                    <a:pt x="-2345" y="17533"/>
                    <a:pt x="989" y="26532"/>
                  </a:cubicBezTo>
                  <a:cubicBezTo>
                    <a:pt x="3988" y="34698"/>
                    <a:pt x="12404" y="35364"/>
                    <a:pt x="19820" y="35281"/>
                  </a:cubicBezTo>
                  <a:cubicBezTo>
                    <a:pt x="24736" y="35364"/>
                    <a:pt x="25237" y="28948"/>
                    <a:pt x="20987" y="27365"/>
                  </a:cubicBezTo>
                  <a:lnTo>
                    <a:pt x="20987" y="27365"/>
                  </a:lnTo>
                  <a:close/>
                </a:path>
              </a:pathLst>
            </a:custGeom>
            <a:grpFill/>
            <a:ln w="8332" cap="flat">
              <a:noFill/>
              <a:prstDash val="solid"/>
              <a:miter/>
            </a:ln>
          </p:spPr>
          <p:txBody>
            <a:bodyPr rtlCol="0" anchor="ctr"/>
            <a:lstStyle/>
            <a:p>
              <a:endParaRPr lang="en-US"/>
            </a:p>
          </p:txBody>
        </p:sp>
        <p:sp>
          <p:nvSpPr>
            <p:cNvPr id="2162" name="Freeform: Shape 2161"/>
            <p:cNvSpPr/>
            <p:nvPr/>
          </p:nvSpPr>
          <p:spPr>
            <a:xfrm>
              <a:off x="9505665" y="1486460"/>
              <a:ext cx="166" cy="499"/>
            </a:xfrm>
            <a:custGeom>
              <a:avLst/>
              <a:gdLst>
                <a:gd name="connsiteX0" fmla="*/ 0 w 166"/>
                <a:gd name="connsiteY0" fmla="*/ 0 h 499"/>
                <a:gd name="connsiteX1" fmla="*/ 167 w 166"/>
                <a:gd name="connsiteY1" fmla="*/ 500 h 499"/>
                <a:gd name="connsiteX2" fmla="*/ 0 w 166"/>
                <a:gd name="connsiteY2" fmla="*/ 0 h 499"/>
                <a:gd name="connsiteX3" fmla="*/ 0 w 166"/>
                <a:gd name="connsiteY3" fmla="*/ 0 h 499"/>
              </a:gdLst>
              <a:ahLst/>
              <a:cxnLst>
                <a:cxn ang="0">
                  <a:pos x="connsiteX0" y="connsiteY0"/>
                </a:cxn>
                <a:cxn ang="0">
                  <a:pos x="connsiteX1" y="connsiteY1"/>
                </a:cxn>
                <a:cxn ang="0">
                  <a:pos x="connsiteX2" y="connsiteY2"/>
                </a:cxn>
                <a:cxn ang="0">
                  <a:pos x="connsiteX3" y="connsiteY3"/>
                </a:cxn>
              </a:cxnLst>
              <a:rect l="l" t="t" r="r" b="b"/>
              <a:pathLst>
                <a:path w="166" h="499">
                  <a:moveTo>
                    <a:pt x="0" y="0"/>
                  </a:moveTo>
                  <a:cubicBezTo>
                    <a:pt x="0" y="83"/>
                    <a:pt x="83" y="167"/>
                    <a:pt x="167" y="500"/>
                  </a:cubicBezTo>
                  <a:cubicBezTo>
                    <a:pt x="83" y="250"/>
                    <a:pt x="83" y="83"/>
                    <a:pt x="0" y="0"/>
                  </a:cubicBezTo>
                  <a:lnTo>
                    <a:pt x="0" y="0"/>
                  </a:lnTo>
                  <a:close/>
                </a:path>
              </a:pathLst>
            </a:custGeom>
            <a:grpFill/>
            <a:ln w="8332" cap="flat">
              <a:noFill/>
              <a:prstDash val="solid"/>
              <a:miter/>
            </a:ln>
          </p:spPr>
          <p:txBody>
            <a:bodyPr rtlCol="0" anchor="ctr"/>
            <a:lstStyle/>
            <a:p>
              <a:endParaRPr lang="en-US"/>
            </a:p>
          </p:txBody>
        </p:sp>
        <p:sp>
          <p:nvSpPr>
            <p:cNvPr id="2163" name="Freeform: Shape 2162"/>
            <p:cNvSpPr/>
            <p:nvPr/>
          </p:nvSpPr>
          <p:spPr>
            <a:xfrm>
              <a:off x="9474164" y="1210782"/>
              <a:ext cx="569137" cy="398781"/>
            </a:xfrm>
            <a:custGeom>
              <a:avLst/>
              <a:gdLst>
                <a:gd name="connsiteX0" fmla="*/ 532039 w 569137"/>
                <a:gd name="connsiteY0" fmla="*/ 107443 h 398781"/>
                <a:gd name="connsiteX1" fmla="*/ 449546 w 569137"/>
                <a:gd name="connsiteY1" fmla="*/ 48031 h 398781"/>
                <a:gd name="connsiteX2" fmla="*/ 398051 w 569137"/>
                <a:gd name="connsiteY2" fmla="*/ 36616 h 398781"/>
                <a:gd name="connsiteX3" fmla="*/ 385719 w 569137"/>
                <a:gd name="connsiteY3" fmla="*/ 36366 h 398781"/>
                <a:gd name="connsiteX4" fmla="*/ 382885 w 569137"/>
                <a:gd name="connsiteY4" fmla="*/ 33199 h 398781"/>
                <a:gd name="connsiteX5" fmla="*/ 143657 w 569137"/>
                <a:gd name="connsiteY5" fmla="*/ 21867 h 398781"/>
                <a:gd name="connsiteX6" fmla="*/ 49916 w 569137"/>
                <a:gd name="connsiteY6" fmla="*/ 91278 h 398781"/>
                <a:gd name="connsiteX7" fmla="*/ 2753 w 569137"/>
                <a:gd name="connsiteY7" fmla="*/ 212683 h 398781"/>
                <a:gd name="connsiteX8" fmla="*/ 1170 w 569137"/>
                <a:gd name="connsiteY8" fmla="*/ 269345 h 398781"/>
                <a:gd name="connsiteX9" fmla="*/ 11003 w 569137"/>
                <a:gd name="connsiteY9" fmla="*/ 334422 h 398781"/>
                <a:gd name="connsiteX10" fmla="*/ 34167 w 569137"/>
                <a:gd name="connsiteY10" fmla="*/ 368003 h 398781"/>
                <a:gd name="connsiteX11" fmla="*/ 43416 w 569137"/>
                <a:gd name="connsiteY11" fmla="*/ 375835 h 398781"/>
                <a:gd name="connsiteX12" fmla="*/ 86246 w 569137"/>
                <a:gd name="connsiteY12" fmla="*/ 394250 h 398781"/>
                <a:gd name="connsiteX13" fmla="*/ 189904 w 569137"/>
                <a:gd name="connsiteY13" fmla="*/ 396500 h 398781"/>
                <a:gd name="connsiteX14" fmla="*/ 394718 w 569137"/>
                <a:gd name="connsiteY14" fmla="*/ 363503 h 398781"/>
                <a:gd name="connsiteX15" fmla="*/ 552371 w 569137"/>
                <a:gd name="connsiteY15" fmla="*/ 274678 h 398781"/>
                <a:gd name="connsiteX16" fmla="*/ 532039 w 569137"/>
                <a:gd name="connsiteY16" fmla="*/ 107443 h 398781"/>
                <a:gd name="connsiteX17" fmla="*/ 532039 w 569137"/>
                <a:gd name="connsiteY17" fmla="*/ 107443 h 398781"/>
                <a:gd name="connsiteX18" fmla="*/ 9586 w 569137"/>
                <a:gd name="connsiteY18" fmla="*/ 272928 h 398781"/>
                <a:gd name="connsiteX19" fmla="*/ 112160 w 569137"/>
                <a:gd name="connsiteY19" fmla="*/ 50865 h 398781"/>
                <a:gd name="connsiteX20" fmla="*/ 243232 w 569137"/>
                <a:gd name="connsiteY20" fmla="*/ 15201 h 398781"/>
                <a:gd name="connsiteX21" fmla="*/ 362971 w 569137"/>
                <a:gd name="connsiteY21" fmla="*/ 39366 h 398781"/>
                <a:gd name="connsiteX22" fmla="*/ 352888 w 569137"/>
                <a:gd name="connsiteY22" fmla="*/ 41532 h 398781"/>
                <a:gd name="connsiteX23" fmla="*/ 311726 w 569137"/>
                <a:gd name="connsiteY23" fmla="*/ 50198 h 398781"/>
                <a:gd name="connsiteX24" fmla="*/ 290728 w 569137"/>
                <a:gd name="connsiteY24" fmla="*/ 43782 h 398781"/>
                <a:gd name="connsiteX25" fmla="*/ 271230 w 569137"/>
                <a:gd name="connsiteY25" fmla="*/ 32200 h 398781"/>
                <a:gd name="connsiteX26" fmla="*/ 250482 w 569137"/>
                <a:gd name="connsiteY26" fmla="*/ 33116 h 398781"/>
                <a:gd name="connsiteX27" fmla="*/ 228816 w 569137"/>
                <a:gd name="connsiteY27" fmla="*/ 45115 h 398781"/>
                <a:gd name="connsiteX28" fmla="*/ 205235 w 569137"/>
                <a:gd name="connsiteY28" fmla="*/ 48198 h 398781"/>
                <a:gd name="connsiteX29" fmla="*/ 187987 w 569137"/>
                <a:gd name="connsiteY29" fmla="*/ 63530 h 398781"/>
                <a:gd name="connsiteX30" fmla="*/ 184987 w 569137"/>
                <a:gd name="connsiteY30" fmla="*/ 61280 h 398781"/>
                <a:gd name="connsiteX31" fmla="*/ 164572 w 569137"/>
                <a:gd name="connsiteY31" fmla="*/ 56947 h 398781"/>
                <a:gd name="connsiteX32" fmla="*/ 150740 w 569137"/>
                <a:gd name="connsiteY32" fmla="*/ 76612 h 398781"/>
                <a:gd name="connsiteX33" fmla="*/ 150074 w 569137"/>
                <a:gd name="connsiteY33" fmla="*/ 76446 h 398781"/>
                <a:gd name="connsiteX34" fmla="*/ 131908 w 569137"/>
                <a:gd name="connsiteY34" fmla="*/ 89694 h 398781"/>
                <a:gd name="connsiteX35" fmla="*/ 131908 w 569137"/>
                <a:gd name="connsiteY35" fmla="*/ 105276 h 398781"/>
                <a:gd name="connsiteX36" fmla="*/ 126992 w 569137"/>
                <a:gd name="connsiteY36" fmla="*/ 102193 h 398781"/>
                <a:gd name="connsiteX37" fmla="*/ 99328 w 569137"/>
                <a:gd name="connsiteY37" fmla="*/ 106360 h 398781"/>
                <a:gd name="connsiteX38" fmla="*/ 95411 w 569137"/>
                <a:gd name="connsiteY38" fmla="*/ 143356 h 398781"/>
                <a:gd name="connsiteX39" fmla="*/ 62498 w 569137"/>
                <a:gd name="connsiteY39" fmla="*/ 212183 h 398781"/>
                <a:gd name="connsiteX40" fmla="*/ 63498 w 569137"/>
                <a:gd name="connsiteY40" fmla="*/ 213183 h 398781"/>
                <a:gd name="connsiteX41" fmla="*/ 47499 w 569137"/>
                <a:gd name="connsiteY41" fmla="*/ 223432 h 398781"/>
                <a:gd name="connsiteX42" fmla="*/ 29001 w 569137"/>
                <a:gd name="connsiteY42" fmla="*/ 255929 h 398781"/>
                <a:gd name="connsiteX43" fmla="*/ 31835 w 569137"/>
                <a:gd name="connsiteY43" fmla="*/ 275511 h 398781"/>
                <a:gd name="connsiteX44" fmla="*/ 36834 w 569137"/>
                <a:gd name="connsiteY44" fmla="*/ 283344 h 398781"/>
                <a:gd name="connsiteX45" fmla="*/ 30251 w 569137"/>
                <a:gd name="connsiteY45" fmla="*/ 289593 h 398781"/>
                <a:gd name="connsiteX46" fmla="*/ 17502 w 569137"/>
                <a:gd name="connsiteY46" fmla="*/ 316174 h 398781"/>
                <a:gd name="connsiteX47" fmla="*/ 9586 w 569137"/>
                <a:gd name="connsiteY47" fmla="*/ 272928 h 398781"/>
                <a:gd name="connsiteX48" fmla="*/ 9586 w 569137"/>
                <a:gd name="connsiteY48" fmla="*/ 272928 h 398781"/>
                <a:gd name="connsiteX49" fmla="*/ 69664 w 569137"/>
                <a:gd name="connsiteY49" fmla="*/ 171520 h 398781"/>
                <a:gd name="connsiteX50" fmla="*/ 97412 w 569137"/>
                <a:gd name="connsiteY50" fmla="*/ 149272 h 398781"/>
                <a:gd name="connsiteX51" fmla="*/ 123909 w 569137"/>
                <a:gd name="connsiteY51" fmla="*/ 169271 h 398781"/>
                <a:gd name="connsiteX52" fmla="*/ 194070 w 569137"/>
                <a:gd name="connsiteY52" fmla="*/ 201434 h 398781"/>
                <a:gd name="connsiteX53" fmla="*/ 191154 w 569137"/>
                <a:gd name="connsiteY53" fmla="*/ 224016 h 398781"/>
                <a:gd name="connsiteX54" fmla="*/ 181571 w 569137"/>
                <a:gd name="connsiteY54" fmla="*/ 211517 h 398781"/>
                <a:gd name="connsiteX55" fmla="*/ 162322 w 569137"/>
                <a:gd name="connsiteY55" fmla="*/ 205017 h 398781"/>
                <a:gd name="connsiteX56" fmla="*/ 126825 w 569137"/>
                <a:gd name="connsiteY56" fmla="*/ 203351 h 398781"/>
                <a:gd name="connsiteX57" fmla="*/ 86329 w 569137"/>
                <a:gd name="connsiteY57" fmla="*/ 196851 h 398781"/>
                <a:gd name="connsiteX58" fmla="*/ 69331 w 569137"/>
                <a:gd name="connsiteY58" fmla="*/ 207767 h 398781"/>
                <a:gd name="connsiteX59" fmla="*/ 69664 w 569137"/>
                <a:gd name="connsiteY59" fmla="*/ 171520 h 398781"/>
                <a:gd name="connsiteX60" fmla="*/ 69664 w 569137"/>
                <a:gd name="connsiteY60" fmla="*/ 171520 h 398781"/>
                <a:gd name="connsiteX61" fmla="*/ 133991 w 569137"/>
                <a:gd name="connsiteY61" fmla="*/ 168604 h 398781"/>
                <a:gd name="connsiteX62" fmla="*/ 104827 w 569137"/>
                <a:gd name="connsiteY62" fmla="*/ 145606 h 398781"/>
                <a:gd name="connsiteX63" fmla="*/ 104745 w 569137"/>
                <a:gd name="connsiteY63" fmla="*/ 145439 h 398781"/>
                <a:gd name="connsiteX64" fmla="*/ 97494 w 569137"/>
                <a:gd name="connsiteY64" fmla="*/ 132774 h 398781"/>
                <a:gd name="connsiteX65" fmla="*/ 107744 w 569137"/>
                <a:gd name="connsiteY65" fmla="*/ 110443 h 398781"/>
                <a:gd name="connsiteX66" fmla="*/ 123493 w 569137"/>
                <a:gd name="connsiteY66" fmla="*/ 109693 h 398781"/>
                <a:gd name="connsiteX67" fmla="*/ 130492 w 569137"/>
                <a:gd name="connsiteY67" fmla="*/ 117025 h 398781"/>
                <a:gd name="connsiteX68" fmla="*/ 136325 w 569137"/>
                <a:gd name="connsiteY68" fmla="*/ 122775 h 398781"/>
                <a:gd name="connsiteX69" fmla="*/ 126409 w 569137"/>
                <a:gd name="connsiteY69" fmla="*/ 131607 h 398781"/>
                <a:gd name="connsiteX70" fmla="*/ 133991 w 569137"/>
                <a:gd name="connsiteY70" fmla="*/ 168604 h 398781"/>
                <a:gd name="connsiteX71" fmla="*/ 133991 w 569137"/>
                <a:gd name="connsiteY71" fmla="*/ 168604 h 398781"/>
                <a:gd name="connsiteX72" fmla="*/ 178655 w 569137"/>
                <a:gd name="connsiteY72" fmla="*/ 188019 h 398781"/>
                <a:gd name="connsiteX73" fmla="*/ 155989 w 569137"/>
                <a:gd name="connsiteY73" fmla="*/ 174770 h 398781"/>
                <a:gd name="connsiteX74" fmla="*/ 134742 w 569137"/>
                <a:gd name="connsiteY74" fmla="*/ 149856 h 398781"/>
                <a:gd name="connsiteX75" fmla="*/ 141658 w 569137"/>
                <a:gd name="connsiteY75" fmla="*/ 131691 h 398781"/>
                <a:gd name="connsiteX76" fmla="*/ 160906 w 569137"/>
                <a:gd name="connsiteY76" fmla="*/ 136523 h 398781"/>
                <a:gd name="connsiteX77" fmla="*/ 194736 w 569137"/>
                <a:gd name="connsiteY77" fmla="*/ 164604 h 398781"/>
                <a:gd name="connsiteX78" fmla="*/ 200985 w 569137"/>
                <a:gd name="connsiteY78" fmla="*/ 168271 h 398781"/>
                <a:gd name="connsiteX79" fmla="*/ 196819 w 569137"/>
                <a:gd name="connsiteY79" fmla="*/ 185769 h 398781"/>
                <a:gd name="connsiteX80" fmla="*/ 195736 w 569137"/>
                <a:gd name="connsiteY80" fmla="*/ 192018 h 398781"/>
                <a:gd name="connsiteX81" fmla="*/ 178655 w 569137"/>
                <a:gd name="connsiteY81" fmla="*/ 188019 h 398781"/>
                <a:gd name="connsiteX82" fmla="*/ 178655 w 569137"/>
                <a:gd name="connsiteY82" fmla="*/ 188019 h 398781"/>
                <a:gd name="connsiteX83" fmla="*/ 146573 w 569137"/>
                <a:gd name="connsiteY83" fmla="*/ 121275 h 398781"/>
                <a:gd name="connsiteX84" fmla="*/ 146241 w 569137"/>
                <a:gd name="connsiteY84" fmla="*/ 120692 h 398781"/>
                <a:gd name="connsiteX85" fmla="*/ 142407 w 569137"/>
                <a:gd name="connsiteY85" fmla="*/ 115942 h 398781"/>
                <a:gd name="connsiteX86" fmla="*/ 138575 w 569137"/>
                <a:gd name="connsiteY86" fmla="*/ 100194 h 398781"/>
                <a:gd name="connsiteX87" fmla="*/ 153407 w 569137"/>
                <a:gd name="connsiteY87" fmla="*/ 86528 h 398781"/>
                <a:gd name="connsiteX88" fmla="*/ 158239 w 569137"/>
                <a:gd name="connsiteY88" fmla="*/ 92527 h 398781"/>
                <a:gd name="connsiteX89" fmla="*/ 174238 w 569137"/>
                <a:gd name="connsiteY89" fmla="*/ 117192 h 398781"/>
                <a:gd name="connsiteX90" fmla="*/ 211318 w 569137"/>
                <a:gd name="connsiteY90" fmla="*/ 140523 h 398781"/>
                <a:gd name="connsiteX91" fmla="*/ 204319 w 569137"/>
                <a:gd name="connsiteY91" fmla="*/ 157688 h 398781"/>
                <a:gd name="connsiteX92" fmla="*/ 146573 w 569137"/>
                <a:gd name="connsiteY92" fmla="*/ 121275 h 398781"/>
                <a:gd name="connsiteX93" fmla="*/ 146573 w 569137"/>
                <a:gd name="connsiteY93" fmla="*/ 121275 h 398781"/>
                <a:gd name="connsiteX94" fmla="*/ 195986 w 569137"/>
                <a:gd name="connsiteY94" fmla="*/ 124191 h 398781"/>
                <a:gd name="connsiteX95" fmla="*/ 176737 w 569137"/>
                <a:gd name="connsiteY95" fmla="*/ 107609 h 398781"/>
                <a:gd name="connsiteX96" fmla="*/ 158490 w 569137"/>
                <a:gd name="connsiteY96" fmla="*/ 81362 h 398781"/>
                <a:gd name="connsiteX97" fmla="*/ 166739 w 569137"/>
                <a:gd name="connsiteY97" fmla="*/ 67196 h 398781"/>
                <a:gd name="connsiteX98" fmla="*/ 182487 w 569137"/>
                <a:gd name="connsiteY98" fmla="*/ 70613 h 398781"/>
                <a:gd name="connsiteX99" fmla="*/ 179738 w 569137"/>
                <a:gd name="connsiteY99" fmla="*/ 72446 h 398781"/>
                <a:gd name="connsiteX100" fmla="*/ 195986 w 569137"/>
                <a:gd name="connsiteY100" fmla="*/ 124191 h 398781"/>
                <a:gd name="connsiteX101" fmla="*/ 195986 w 569137"/>
                <a:gd name="connsiteY101" fmla="*/ 124191 h 398781"/>
                <a:gd name="connsiteX102" fmla="*/ 211068 w 569137"/>
                <a:gd name="connsiteY102" fmla="*/ 130357 h 398781"/>
                <a:gd name="connsiteX103" fmla="*/ 191486 w 569137"/>
                <a:gd name="connsiteY103" fmla="*/ 106693 h 398781"/>
                <a:gd name="connsiteX104" fmla="*/ 185404 w 569137"/>
                <a:gd name="connsiteY104" fmla="*/ 96360 h 398781"/>
                <a:gd name="connsiteX105" fmla="*/ 192736 w 569137"/>
                <a:gd name="connsiteY105" fmla="*/ 77279 h 398781"/>
                <a:gd name="connsiteX106" fmla="*/ 204652 w 569137"/>
                <a:gd name="connsiteY106" fmla="*/ 85111 h 398781"/>
                <a:gd name="connsiteX107" fmla="*/ 221567 w 569137"/>
                <a:gd name="connsiteY107" fmla="*/ 109943 h 398781"/>
                <a:gd name="connsiteX108" fmla="*/ 225317 w 569137"/>
                <a:gd name="connsiteY108" fmla="*/ 115692 h 398781"/>
                <a:gd name="connsiteX109" fmla="*/ 215567 w 569137"/>
                <a:gd name="connsiteY109" fmla="*/ 132024 h 398781"/>
                <a:gd name="connsiteX110" fmla="*/ 211068 w 569137"/>
                <a:gd name="connsiteY110" fmla="*/ 130357 h 398781"/>
                <a:gd name="connsiteX111" fmla="*/ 211068 w 569137"/>
                <a:gd name="connsiteY111" fmla="*/ 130357 h 398781"/>
                <a:gd name="connsiteX112" fmla="*/ 222317 w 569137"/>
                <a:gd name="connsiteY112" fmla="*/ 94027 h 398781"/>
                <a:gd name="connsiteX113" fmla="*/ 206985 w 569137"/>
                <a:gd name="connsiteY113" fmla="*/ 77779 h 398781"/>
                <a:gd name="connsiteX114" fmla="*/ 193820 w 569137"/>
                <a:gd name="connsiteY114" fmla="*/ 70196 h 398781"/>
                <a:gd name="connsiteX115" fmla="*/ 217317 w 569137"/>
                <a:gd name="connsiteY115" fmla="*/ 55281 h 398781"/>
                <a:gd name="connsiteX116" fmla="*/ 234316 w 569137"/>
                <a:gd name="connsiteY116" fmla="*/ 56531 h 398781"/>
                <a:gd name="connsiteX117" fmla="*/ 252231 w 569137"/>
                <a:gd name="connsiteY117" fmla="*/ 48448 h 398781"/>
                <a:gd name="connsiteX118" fmla="*/ 279562 w 569137"/>
                <a:gd name="connsiteY118" fmla="*/ 55614 h 398781"/>
                <a:gd name="connsiteX119" fmla="*/ 297810 w 569137"/>
                <a:gd name="connsiteY119" fmla="*/ 55447 h 398781"/>
                <a:gd name="connsiteX120" fmla="*/ 239315 w 569137"/>
                <a:gd name="connsiteY120" fmla="*/ 97610 h 398781"/>
                <a:gd name="connsiteX121" fmla="*/ 231400 w 569137"/>
                <a:gd name="connsiteY121" fmla="*/ 107359 h 398781"/>
                <a:gd name="connsiteX122" fmla="*/ 222317 w 569137"/>
                <a:gd name="connsiteY122" fmla="*/ 94027 h 398781"/>
                <a:gd name="connsiteX123" fmla="*/ 222317 w 569137"/>
                <a:gd name="connsiteY123" fmla="*/ 94027 h 398781"/>
                <a:gd name="connsiteX124" fmla="*/ 68747 w 569137"/>
                <a:gd name="connsiteY124" fmla="*/ 364836 h 398781"/>
                <a:gd name="connsiteX125" fmla="*/ 37417 w 569137"/>
                <a:gd name="connsiteY125" fmla="*/ 353337 h 398781"/>
                <a:gd name="connsiteX126" fmla="*/ 27502 w 569137"/>
                <a:gd name="connsiteY126" fmla="*/ 333089 h 398781"/>
                <a:gd name="connsiteX127" fmla="*/ 29418 w 569137"/>
                <a:gd name="connsiteY127" fmla="*/ 305842 h 398781"/>
                <a:gd name="connsiteX128" fmla="*/ 43583 w 569137"/>
                <a:gd name="connsiteY128" fmla="*/ 289176 h 398781"/>
                <a:gd name="connsiteX129" fmla="*/ 44499 w 569137"/>
                <a:gd name="connsiteY129" fmla="*/ 277011 h 398781"/>
                <a:gd name="connsiteX130" fmla="*/ 55332 w 569137"/>
                <a:gd name="connsiteY130" fmla="*/ 237181 h 398781"/>
                <a:gd name="connsiteX131" fmla="*/ 75330 w 569137"/>
                <a:gd name="connsiteY131" fmla="*/ 225099 h 398781"/>
                <a:gd name="connsiteX132" fmla="*/ 92745 w 569137"/>
                <a:gd name="connsiteY132" fmla="*/ 209434 h 398781"/>
                <a:gd name="connsiteX133" fmla="*/ 118826 w 569137"/>
                <a:gd name="connsiteY133" fmla="*/ 211517 h 398781"/>
                <a:gd name="connsiteX134" fmla="*/ 134825 w 569137"/>
                <a:gd name="connsiteY134" fmla="*/ 214850 h 398781"/>
                <a:gd name="connsiteX135" fmla="*/ 159906 w 569137"/>
                <a:gd name="connsiteY135" fmla="*/ 213933 h 398781"/>
                <a:gd name="connsiteX136" fmla="*/ 181321 w 569137"/>
                <a:gd name="connsiteY136" fmla="*/ 239598 h 398781"/>
                <a:gd name="connsiteX137" fmla="*/ 188403 w 569137"/>
                <a:gd name="connsiteY137" fmla="*/ 245847 h 398781"/>
                <a:gd name="connsiteX138" fmla="*/ 171655 w 569137"/>
                <a:gd name="connsiteY138" fmla="*/ 305758 h 398781"/>
                <a:gd name="connsiteX139" fmla="*/ 68747 w 569137"/>
                <a:gd name="connsiteY139" fmla="*/ 364836 h 398781"/>
                <a:gd name="connsiteX140" fmla="*/ 68747 w 569137"/>
                <a:gd name="connsiteY140" fmla="*/ 364836 h 398781"/>
                <a:gd name="connsiteX141" fmla="*/ 533706 w 569137"/>
                <a:gd name="connsiteY141" fmla="*/ 269262 h 398781"/>
                <a:gd name="connsiteX142" fmla="*/ 382469 w 569137"/>
                <a:gd name="connsiteY142" fmla="*/ 348754 h 398781"/>
                <a:gd name="connsiteX143" fmla="*/ 203985 w 569137"/>
                <a:gd name="connsiteY143" fmla="*/ 379335 h 398781"/>
                <a:gd name="connsiteX144" fmla="*/ 101161 w 569137"/>
                <a:gd name="connsiteY144" fmla="*/ 382085 h 398781"/>
                <a:gd name="connsiteX145" fmla="*/ 87746 w 569137"/>
                <a:gd name="connsiteY145" fmla="*/ 380335 h 398781"/>
                <a:gd name="connsiteX146" fmla="*/ 89746 w 569137"/>
                <a:gd name="connsiteY146" fmla="*/ 380168 h 398781"/>
                <a:gd name="connsiteX147" fmla="*/ 183737 w 569137"/>
                <a:gd name="connsiteY147" fmla="*/ 319590 h 398781"/>
                <a:gd name="connsiteX148" fmla="*/ 202985 w 569137"/>
                <a:gd name="connsiteY148" fmla="*/ 264845 h 398781"/>
                <a:gd name="connsiteX149" fmla="*/ 211401 w 569137"/>
                <a:gd name="connsiteY149" fmla="*/ 192852 h 398781"/>
                <a:gd name="connsiteX150" fmla="*/ 285645 w 569137"/>
                <a:gd name="connsiteY150" fmla="*/ 76862 h 398781"/>
                <a:gd name="connsiteX151" fmla="*/ 367971 w 569137"/>
                <a:gd name="connsiteY151" fmla="*/ 48865 h 398781"/>
                <a:gd name="connsiteX152" fmla="*/ 505874 w 569137"/>
                <a:gd name="connsiteY152" fmla="*/ 104610 h 398781"/>
                <a:gd name="connsiteX153" fmla="*/ 533706 w 569137"/>
                <a:gd name="connsiteY153" fmla="*/ 269262 h 398781"/>
                <a:gd name="connsiteX154" fmla="*/ 533706 w 569137"/>
                <a:gd name="connsiteY154" fmla="*/ 269262 h 3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Lst>
              <a:rect l="l" t="t" r="r" b="b"/>
              <a:pathLst>
                <a:path w="569137" h="398781">
                  <a:moveTo>
                    <a:pt x="532039" y="107443"/>
                  </a:moveTo>
                  <a:cubicBezTo>
                    <a:pt x="511291" y="80695"/>
                    <a:pt x="481127" y="59864"/>
                    <a:pt x="449546" y="48031"/>
                  </a:cubicBezTo>
                  <a:cubicBezTo>
                    <a:pt x="433215" y="41865"/>
                    <a:pt x="415466" y="38366"/>
                    <a:pt x="398051" y="36616"/>
                  </a:cubicBezTo>
                  <a:cubicBezTo>
                    <a:pt x="393885" y="36199"/>
                    <a:pt x="389802" y="36199"/>
                    <a:pt x="385719" y="36366"/>
                  </a:cubicBezTo>
                  <a:cubicBezTo>
                    <a:pt x="385135" y="35199"/>
                    <a:pt x="384219" y="34116"/>
                    <a:pt x="382885" y="33199"/>
                  </a:cubicBezTo>
                  <a:cubicBezTo>
                    <a:pt x="316392" y="-9047"/>
                    <a:pt x="214651" y="-8880"/>
                    <a:pt x="143657" y="21867"/>
                  </a:cubicBezTo>
                  <a:cubicBezTo>
                    <a:pt x="106910" y="37782"/>
                    <a:pt x="74164" y="58864"/>
                    <a:pt x="49916" y="91278"/>
                  </a:cubicBezTo>
                  <a:cubicBezTo>
                    <a:pt x="22585" y="127941"/>
                    <a:pt x="8920" y="167771"/>
                    <a:pt x="2753" y="212683"/>
                  </a:cubicBezTo>
                  <a:cubicBezTo>
                    <a:pt x="170" y="231598"/>
                    <a:pt x="-1080" y="250347"/>
                    <a:pt x="1170" y="269345"/>
                  </a:cubicBezTo>
                  <a:cubicBezTo>
                    <a:pt x="3670" y="290510"/>
                    <a:pt x="4504" y="314007"/>
                    <a:pt x="11003" y="334422"/>
                  </a:cubicBezTo>
                  <a:cubicBezTo>
                    <a:pt x="15752" y="349338"/>
                    <a:pt x="23835" y="360337"/>
                    <a:pt x="34167" y="368003"/>
                  </a:cubicBezTo>
                  <a:cubicBezTo>
                    <a:pt x="37083" y="370752"/>
                    <a:pt x="40167" y="373419"/>
                    <a:pt x="43416" y="375835"/>
                  </a:cubicBezTo>
                  <a:cubicBezTo>
                    <a:pt x="55998" y="385084"/>
                    <a:pt x="70997" y="391084"/>
                    <a:pt x="86246" y="394250"/>
                  </a:cubicBezTo>
                  <a:cubicBezTo>
                    <a:pt x="119327" y="401083"/>
                    <a:pt x="156323" y="398750"/>
                    <a:pt x="189904" y="396500"/>
                  </a:cubicBezTo>
                  <a:cubicBezTo>
                    <a:pt x="258647" y="392000"/>
                    <a:pt x="327891" y="379835"/>
                    <a:pt x="394718" y="363503"/>
                  </a:cubicBezTo>
                  <a:cubicBezTo>
                    <a:pt x="454380" y="348921"/>
                    <a:pt x="517790" y="330339"/>
                    <a:pt x="552371" y="274678"/>
                  </a:cubicBezTo>
                  <a:cubicBezTo>
                    <a:pt x="584201" y="223432"/>
                    <a:pt x="566953" y="152439"/>
                    <a:pt x="532039" y="107443"/>
                  </a:cubicBezTo>
                  <a:lnTo>
                    <a:pt x="532039" y="107443"/>
                  </a:lnTo>
                  <a:close/>
                  <a:moveTo>
                    <a:pt x="9586" y="272928"/>
                  </a:moveTo>
                  <a:cubicBezTo>
                    <a:pt x="-1746" y="191185"/>
                    <a:pt x="37584" y="91444"/>
                    <a:pt x="112160" y="50865"/>
                  </a:cubicBezTo>
                  <a:cubicBezTo>
                    <a:pt x="153490" y="28367"/>
                    <a:pt x="196070" y="16784"/>
                    <a:pt x="243232" y="15201"/>
                  </a:cubicBezTo>
                  <a:cubicBezTo>
                    <a:pt x="282812" y="13868"/>
                    <a:pt x="326974" y="20367"/>
                    <a:pt x="362971" y="39366"/>
                  </a:cubicBezTo>
                  <a:cubicBezTo>
                    <a:pt x="359638" y="40032"/>
                    <a:pt x="356305" y="40782"/>
                    <a:pt x="352888" y="41532"/>
                  </a:cubicBezTo>
                  <a:cubicBezTo>
                    <a:pt x="338807" y="43032"/>
                    <a:pt x="324974" y="45865"/>
                    <a:pt x="311726" y="50198"/>
                  </a:cubicBezTo>
                  <a:cubicBezTo>
                    <a:pt x="307726" y="43615"/>
                    <a:pt x="298643" y="44532"/>
                    <a:pt x="290728" y="43782"/>
                  </a:cubicBezTo>
                  <a:cubicBezTo>
                    <a:pt x="282562" y="43032"/>
                    <a:pt x="278895" y="35116"/>
                    <a:pt x="271230" y="32200"/>
                  </a:cubicBezTo>
                  <a:cubicBezTo>
                    <a:pt x="264229" y="29533"/>
                    <a:pt x="257314" y="30033"/>
                    <a:pt x="250482" y="33116"/>
                  </a:cubicBezTo>
                  <a:cubicBezTo>
                    <a:pt x="242732" y="36616"/>
                    <a:pt x="237899" y="44282"/>
                    <a:pt x="228816" y="45115"/>
                  </a:cubicBezTo>
                  <a:cubicBezTo>
                    <a:pt x="220400" y="45865"/>
                    <a:pt x="213484" y="44615"/>
                    <a:pt x="205235" y="48198"/>
                  </a:cubicBezTo>
                  <a:cubicBezTo>
                    <a:pt x="198319" y="51198"/>
                    <a:pt x="190236" y="56697"/>
                    <a:pt x="187987" y="63530"/>
                  </a:cubicBezTo>
                  <a:cubicBezTo>
                    <a:pt x="186987" y="62780"/>
                    <a:pt x="185987" y="62030"/>
                    <a:pt x="184987" y="61280"/>
                  </a:cubicBezTo>
                  <a:cubicBezTo>
                    <a:pt x="178655" y="56447"/>
                    <a:pt x="172488" y="53448"/>
                    <a:pt x="164572" y="56947"/>
                  </a:cubicBezTo>
                  <a:cubicBezTo>
                    <a:pt x="159823" y="59031"/>
                    <a:pt x="151990" y="68780"/>
                    <a:pt x="150740" y="76612"/>
                  </a:cubicBezTo>
                  <a:cubicBezTo>
                    <a:pt x="150491" y="76529"/>
                    <a:pt x="150240" y="76446"/>
                    <a:pt x="150074" y="76446"/>
                  </a:cubicBezTo>
                  <a:cubicBezTo>
                    <a:pt x="141158" y="74779"/>
                    <a:pt x="133991" y="81695"/>
                    <a:pt x="131908" y="89694"/>
                  </a:cubicBezTo>
                  <a:cubicBezTo>
                    <a:pt x="130492" y="95111"/>
                    <a:pt x="130659" y="100360"/>
                    <a:pt x="131908" y="105276"/>
                  </a:cubicBezTo>
                  <a:cubicBezTo>
                    <a:pt x="130242" y="104026"/>
                    <a:pt x="128576" y="102943"/>
                    <a:pt x="126992" y="102193"/>
                  </a:cubicBezTo>
                  <a:cubicBezTo>
                    <a:pt x="117826" y="98027"/>
                    <a:pt x="107161" y="100693"/>
                    <a:pt x="99328" y="106360"/>
                  </a:cubicBezTo>
                  <a:cubicBezTo>
                    <a:pt x="86329" y="115859"/>
                    <a:pt x="85913" y="132607"/>
                    <a:pt x="95411" y="143356"/>
                  </a:cubicBezTo>
                  <a:cubicBezTo>
                    <a:pt x="59081" y="141940"/>
                    <a:pt x="47749" y="184852"/>
                    <a:pt x="62498" y="212183"/>
                  </a:cubicBezTo>
                  <a:cubicBezTo>
                    <a:pt x="62748" y="212600"/>
                    <a:pt x="63082" y="212933"/>
                    <a:pt x="63498" y="213183"/>
                  </a:cubicBezTo>
                  <a:cubicBezTo>
                    <a:pt x="58248" y="217600"/>
                    <a:pt x="53666" y="219516"/>
                    <a:pt x="47499" y="223432"/>
                  </a:cubicBezTo>
                  <a:cubicBezTo>
                    <a:pt x="36667" y="230182"/>
                    <a:pt x="29834" y="243347"/>
                    <a:pt x="29001" y="255929"/>
                  </a:cubicBezTo>
                  <a:cubicBezTo>
                    <a:pt x="28585" y="262262"/>
                    <a:pt x="29334" y="269595"/>
                    <a:pt x="31835" y="275511"/>
                  </a:cubicBezTo>
                  <a:cubicBezTo>
                    <a:pt x="31668" y="274844"/>
                    <a:pt x="36250" y="283344"/>
                    <a:pt x="36834" y="283344"/>
                  </a:cubicBezTo>
                  <a:cubicBezTo>
                    <a:pt x="36417" y="284343"/>
                    <a:pt x="32084" y="287760"/>
                    <a:pt x="30251" y="289593"/>
                  </a:cubicBezTo>
                  <a:cubicBezTo>
                    <a:pt x="22169" y="297676"/>
                    <a:pt x="18335" y="306841"/>
                    <a:pt x="17502" y="316174"/>
                  </a:cubicBezTo>
                  <a:cubicBezTo>
                    <a:pt x="13336" y="301759"/>
                    <a:pt x="11503" y="286427"/>
                    <a:pt x="9586" y="272928"/>
                  </a:cubicBezTo>
                  <a:lnTo>
                    <a:pt x="9586" y="272928"/>
                  </a:lnTo>
                  <a:close/>
                  <a:moveTo>
                    <a:pt x="69664" y="171520"/>
                  </a:moveTo>
                  <a:cubicBezTo>
                    <a:pt x="73331" y="159521"/>
                    <a:pt x="84079" y="148606"/>
                    <a:pt x="97412" y="149272"/>
                  </a:cubicBezTo>
                  <a:cubicBezTo>
                    <a:pt x="110327" y="149939"/>
                    <a:pt x="115410" y="162105"/>
                    <a:pt x="123909" y="169271"/>
                  </a:cubicBezTo>
                  <a:cubicBezTo>
                    <a:pt x="141824" y="184519"/>
                    <a:pt x="169655" y="200518"/>
                    <a:pt x="194070" y="201434"/>
                  </a:cubicBezTo>
                  <a:cubicBezTo>
                    <a:pt x="192987" y="208934"/>
                    <a:pt x="192070" y="216516"/>
                    <a:pt x="191154" y="224016"/>
                  </a:cubicBezTo>
                  <a:cubicBezTo>
                    <a:pt x="188487" y="218683"/>
                    <a:pt x="184904" y="213933"/>
                    <a:pt x="181571" y="211517"/>
                  </a:cubicBezTo>
                  <a:cubicBezTo>
                    <a:pt x="176155" y="207600"/>
                    <a:pt x="168738" y="206184"/>
                    <a:pt x="162322" y="205017"/>
                  </a:cubicBezTo>
                  <a:cubicBezTo>
                    <a:pt x="151073" y="202934"/>
                    <a:pt x="137074" y="207184"/>
                    <a:pt x="126825" y="203351"/>
                  </a:cubicBezTo>
                  <a:cubicBezTo>
                    <a:pt x="112660" y="198018"/>
                    <a:pt x="102078" y="190519"/>
                    <a:pt x="86329" y="196851"/>
                  </a:cubicBezTo>
                  <a:cubicBezTo>
                    <a:pt x="80080" y="199351"/>
                    <a:pt x="74414" y="203351"/>
                    <a:pt x="69331" y="207767"/>
                  </a:cubicBezTo>
                  <a:cubicBezTo>
                    <a:pt x="71497" y="195935"/>
                    <a:pt x="65915" y="183686"/>
                    <a:pt x="69664" y="171520"/>
                  </a:cubicBezTo>
                  <a:lnTo>
                    <a:pt x="69664" y="171520"/>
                  </a:lnTo>
                  <a:close/>
                  <a:moveTo>
                    <a:pt x="133991" y="168604"/>
                  </a:moveTo>
                  <a:cubicBezTo>
                    <a:pt x="123243" y="161688"/>
                    <a:pt x="116077" y="150272"/>
                    <a:pt x="104827" y="145606"/>
                  </a:cubicBezTo>
                  <a:cubicBezTo>
                    <a:pt x="104827" y="145523"/>
                    <a:pt x="104827" y="145523"/>
                    <a:pt x="104745" y="145439"/>
                  </a:cubicBezTo>
                  <a:cubicBezTo>
                    <a:pt x="102078" y="141190"/>
                    <a:pt x="98828" y="137857"/>
                    <a:pt x="97494" y="132774"/>
                  </a:cubicBezTo>
                  <a:cubicBezTo>
                    <a:pt x="94828" y="123025"/>
                    <a:pt x="98911" y="114776"/>
                    <a:pt x="107744" y="110443"/>
                  </a:cubicBezTo>
                  <a:cubicBezTo>
                    <a:pt x="112410" y="108193"/>
                    <a:pt x="118826" y="107026"/>
                    <a:pt x="123493" y="109693"/>
                  </a:cubicBezTo>
                  <a:cubicBezTo>
                    <a:pt x="126159" y="111192"/>
                    <a:pt x="128326" y="114859"/>
                    <a:pt x="130492" y="117025"/>
                  </a:cubicBezTo>
                  <a:cubicBezTo>
                    <a:pt x="132408" y="119025"/>
                    <a:pt x="134325" y="121025"/>
                    <a:pt x="136325" y="122775"/>
                  </a:cubicBezTo>
                  <a:cubicBezTo>
                    <a:pt x="132826" y="124358"/>
                    <a:pt x="129492" y="127191"/>
                    <a:pt x="126409" y="131607"/>
                  </a:cubicBezTo>
                  <a:cubicBezTo>
                    <a:pt x="118493" y="143273"/>
                    <a:pt x="125659" y="158438"/>
                    <a:pt x="133991" y="168604"/>
                  </a:cubicBezTo>
                  <a:lnTo>
                    <a:pt x="133991" y="168604"/>
                  </a:lnTo>
                  <a:close/>
                  <a:moveTo>
                    <a:pt x="178655" y="188019"/>
                  </a:moveTo>
                  <a:cubicBezTo>
                    <a:pt x="170988" y="183769"/>
                    <a:pt x="163239" y="179686"/>
                    <a:pt x="155989" y="174770"/>
                  </a:cubicBezTo>
                  <a:cubicBezTo>
                    <a:pt x="148074" y="169437"/>
                    <a:pt x="136908" y="159855"/>
                    <a:pt x="134742" y="149856"/>
                  </a:cubicBezTo>
                  <a:cubicBezTo>
                    <a:pt x="133492" y="144190"/>
                    <a:pt x="136074" y="135107"/>
                    <a:pt x="141658" y="131691"/>
                  </a:cubicBezTo>
                  <a:cubicBezTo>
                    <a:pt x="146991" y="128358"/>
                    <a:pt x="156823" y="133940"/>
                    <a:pt x="160906" y="136523"/>
                  </a:cubicBezTo>
                  <a:cubicBezTo>
                    <a:pt x="173489" y="144523"/>
                    <a:pt x="183237" y="155438"/>
                    <a:pt x="194736" y="164604"/>
                  </a:cubicBezTo>
                  <a:cubicBezTo>
                    <a:pt x="196903" y="166354"/>
                    <a:pt x="198986" y="167604"/>
                    <a:pt x="200985" y="168271"/>
                  </a:cubicBezTo>
                  <a:cubicBezTo>
                    <a:pt x="199319" y="174020"/>
                    <a:pt x="197902" y="179936"/>
                    <a:pt x="196819" y="185769"/>
                  </a:cubicBezTo>
                  <a:cubicBezTo>
                    <a:pt x="196403" y="187852"/>
                    <a:pt x="196070" y="189935"/>
                    <a:pt x="195736" y="192018"/>
                  </a:cubicBezTo>
                  <a:cubicBezTo>
                    <a:pt x="189987" y="191102"/>
                    <a:pt x="184320" y="189685"/>
                    <a:pt x="178655" y="188019"/>
                  </a:cubicBezTo>
                  <a:lnTo>
                    <a:pt x="178655" y="188019"/>
                  </a:lnTo>
                  <a:close/>
                  <a:moveTo>
                    <a:pt x="146573" y="121275"/>
                  </a:moveTo>
                  <a:cubicBezTo>
                    <a:pt x="146490" y="121108"/>
                    <a:pt x="146408" y="120858"/>
                    <a:pt x="146241" y="120692"/>
                  </a:cubicBezTo>
                  <a:cubicBezTo>
                    <a:pt x="145158" y="119275"/>
                    <a:pt x="143824" y="117609"/>
                    <a:pt x="142407" y="115942"/>
                  </a:cubicBezTo>
                  <a:cubicBezTo>
                    <a:pt x="140075" y="111109"/>
                    <a:pt x="138324" y="105443"/>
                    <a:pt x="138575" y="100194"/>
                  </a:cubicBezTo>
                  <a:cubicBezTo>
                    <a:pt x="136825" y="92444"/>
                    <a:pt x="141824" y="87945"/>
                    <a:pt x="153407" y="86528"/>
                  </a:cubicBezTo>
                  <a:cubicBezTo>
                    <a:pt x="155323" y="88278"/>
                    <a:pt x="156906" y="90278"/>
                    <a:pt x="158239" y="92527"/>
                  </a:cubicBezTo>
                  <a:cubicBezTo>
                    <a:pt x="164073" y="100527"/>
                    <a:pt x="167572" y="109693"/>
                    <a:pt x="174238" y="117192"/>
                  </a:cubicBezTo>
                  <a:cubicBezTo>
                    <a:pt x="184404" y="128691"/>
                    <a:pt x="196486" y="137440"/>
                    <a:pt x="211318" y="140523"/>
                  </a:cubicBezTo>
                  <a:cubicBezTo>
                    <a:pt x="208735" y="146106"/>
                    <a:pt x="206318" y="151855"/>
                    <a:pt x="204319" y="157688"/>
                  </a:cubicBezTo>
                  <a:cubicBezTo>
                    <a:pt x="187904" y="148772"/>
                    <a:pt x="165655" y="123275"/>
                    <a:pt x="146573" y="121275"/>
                  </a:cubicBezTo>
                  <a:lnTo>
                    <a:pt x="146573" y="121275"/>
                  </a:lnTo>
                  <a:close/>
                  <a:moveTo>
                    <a:pt x="195986" y="124191"/>
                  </a:moveTo>
                  <a:cubicBezTo>
                    <a:pt x="188653" y="119942"/>
                    <a:pt x="181904" y="113859"/>
                    <a:pt x="176737" y="107609"/>
                  </a:cubicBezTo>
                  <a:cubicBezTo>
                    <a:pt x="171655" y="101360"/>
                    <a:pt x="166156" y="88528"/>
                    <a:pt x="158490" y="81362"/>
                  </a:cubicBezTo>
                  <a:cubicBezTo>
                    <a:pt x="160573" y="76362"/>
                    <a:pt x="162823" y="70946"/>
                    <a:pt x="166739" y="67196"/>
                  </a:cubicBezTo>
                  <a:cubicBezTo>
                    <a:pt x="172405" y="61780"/>
                    <a:pt x="177488" y="66363"/>
                    <a:pt x="182487" y="70613"/>
                  </a:cubicBezTo>
                  <a:cubicBezTo>
                    <a:pt x="181571" y="71113"/>
                    <a:pt x="180654" y="71696"/>
                    <a:pt x="179738" y="72446"/>
                  </a:cubicBezTo>
                  <a:cubicBezTo>
                    <a:pt x="163989" y="86111"/>
                    <a:pt x="180237" y="108859"/>
                    <a:pt x="195986" y="124191"/>
                  </a:cubicBezTo>
                  <a:lnTo>
                    <a:pt x="195986" y="124191"/>
                  </a:lnTo>
                  <a:close/>
                  <a:moveTo>
                    <a:pt x="211068" y="130357"/>
                  </a:moveTo>
                  <a:cubicBezTo>
                    <a:pt x="203818" y="123191"/>
                    <a:pt x="197153" y="115025"/>
                    <a:pt x="191486" y="106693"/>
                  </a:cubicBezTo>
                  <a:cubicBezTo>
                    <a:pt x="189236" y="103443"/>
                    <a:pt x="187070" y="99943"/>
                    <a:pt x="185404" y="96360"/>
                  </a:cubicBezTo>
                  <a:cubicBezTo>
                    <a:pt x="180404" y="88861"/>
                    <a:pt x="182821" y="82528"/>
                    <a:pt x="192736" y="77279"/>
                  </a:cubicBezTo>
                  <a:cubicBezTo>
                    <a:pt x="197320" y="78945"/>
                    <a:pt x="201319" y="81528"/>
                    <a:pt x="204652" y="85111"/>
                  </a:cubicBezTo>
                  <a:cubicBezTo>
                    <a:pt x="211651" y="92027"/>
                    <a:pt x="216651" y="101527"/>
                    <a:pt x="221567" y="109943"/>
                  </a:cubicBezTo>
                  <a:cubicBezTo>
                    <a:pt x="222817" y="112109"/>
                    <a:pt x="223983" y="114025"/>
                    <a:pt x="225317" y="115692"/>
                  </a:cubicBezTo>
                  <a:cubicBezTo>
                    <a:pt x="221817" y="120942"/>
                    <a:pt x="218484" y="126441"/>
                    <a:pt x="215567" y="132024"/>
                  </a:cubicBezTo>
                  <a:cubicBezTo>
                    <a:pt x="214151" y="131441"/>
                    <a:pt x="212568" y="130857"/>
                    <a:pt x="211068" y="130357"/>
                  </a:cubicBezTo>
                  <a:lnTo>
                    <a:pt x="211068" y="130357"/>
                  </a:lnTo>
                  <a:close/>
                  <a:moveTo>
                    <a:pt x="222317" y="94027"/>
                  </a:moveTo>
                  <a:cubicBezTo>
                    <a:pt x="217651" y="87945"/>
                    <a:pt x="212985" y="82445"/>
                    <a:pt x="206985" y="77779"/>
                  </a:cubicBezTo>
                  <a:cubicBezTo>
                    <a:pt x="203235" y="74862"/>
                    <a:pt x="198569" y="71696"/>
                    <a:pt x="193820" y="70196"/>
                  </a:cubicBezTo>
                  <a:cubicBezTo>
                    <a:pt x="195320" y="60780"/>
                    <a:pt x="210068" y="56114"/>
                    <a:pt x="217317" y="55281"/>
                  </a:cubicBezTo>
                  <a:cubicBezTo>
                    <a:pt x="223234" y="54614"/>
                    <a:pt x="228650" y="56864"/>
                    <a:pt x="234316" y="56531"/>
                  </a:cubicBezTo>
                  <a:cubicBezTo>
                    <a:pt x="241982" y="56114"/>
                    <a:pt x="245648" y="51948"/>
                    <a:pt x="252231" y="48448"/>
                  </a:cubicBezTo>
                  <a:cubicBezTo>
                    <a:pt x="263396" y="42532"/>
                    <a:pt x="270063" y="51864"/>
                    <a:pt x="279562" y="55614"/>
                  </a:cubicBezTo>
                  <a:cubicBezTo>
                    <a:pt x="285061" y="57781"/>
                    <a:pt x="291978" y="55114"/>
                    <a:pt x="297810" y="55447"/>
                  </a:cubicBezTo>
                  <a:cubicBezTo>
                    <a:pt x="276312" y="64613"/>
                    <a:pt x="256397" y="78279"/>
                    <a:pt x="239315" y="97610"/>
                  </a:cubicBezTo>
                  <a:cubicBezTo>
                    <a:pt x="236566" y="100693"/>
                    <a:pt x="233982" y="104026"/>
                    <a:pt x="231400" y="107359"/>
                  </a:cubicBezTo>
                  <a:cubicBezTo>
                    <a:pt x="227983" y="103110"/>
                    <a:pt x="225067" y="97527"/>
                    <a:pt x="222317" y="94027"/>
                  </a:cubicBezTo>
                  <a:lnTo>
                    <a:pt x="222317" y="94027"/>
                  </a:lnTo>
                  <a:close/>
                  <a:moveTo>
                    <a:pt x="68747" y="364836"/>
                  </a:moveTo>
                  <a:cubicBezTo>
                    <a:pt x="55249" y="364586"/>
                    <a:pt x="45167" y="360253"/>
                    <a:pt x="37417" y="353337"/>
                  </a:cubicBezTo>
                  <a:cubicBezTo>
                    <a:pt x="33668" y="346838"/>
                    <a:pt x="29585" y="340505"/>
                    <a:pt x="27502" y="333089"/>
                  </a:cubicBezTo>
                  <a:cubicBezTo>
                    <a:pt x="24918" y="323757"/>
                    <a:pt x="25001" y="314674"/>
                    <a:pt x="29418" y="305842"/>
                  </a:cubicBezTo>
                  <a:cubicBezTo>
                    <a:pt x="32917" y="298842"/>
                    <a:pt x="39750" y="295343"/>
                    <a:pt x="43583" y="289176"/>
                  </a:cubicBezTo>
                  <a:cubicBezTo>
                    <a:pt x="47083" y="283677"/>
                    <a:pt x="45833" y="282760"/>
                    <a:pt x="44499" y="277011"/>
                  </a:cubicBezTo>
                  <a:cubicBezTo>
                    <a:pt x="41000" y="262512"/>
                    <a:pt x="39834" y="245680"/>
                    <a:pt x="55332" y="237181"/>
                  </a:cubicBezTo>
                  <a:cubicBezTo>
                    <a:pt x="63248" y="232848"/>
                    <a:pt x="68998" y="232015"/>
                    <a:pt x="75330" y="225099"/>
                  </a:cubicBezTo>
                  <a:cubicBezTo>
                    <a:pt x="80580" y="219433"/>
                    <a:pt x="85246" y="212517"/>
                    <a:pt x="92745" y="209434"/>
                  </a:cubicBezTo>
                  <a:cubicBezTo>
                    <a:pt x="102495" y="205434"/>
                    <a:pt x="109828" y="208517"/>
                    <a:pt x="118826" y="211517"/>
                  </a:cubicBezTo>
                  <a:cubicBezTo>
                    <a:pt x="123826" y="213183"/>
                    <a:pt x="129409" y="214933"/>
                    <a:pt x="134825" y="214850"/>
                  </a:cubicBezTo>
                  <a:cubicBezTo>
                    <a:pt x="144074" y="214600"/>
                    <a:pt x="150407" y="211100"/>
                    <a:pt x="159906" y="213933"/>
                  </a:cubicBezTo>
                  <a:cubicBezTo>
                    <a:pt x="170655" y="217100"/>
                    <a:pt x="180820" y="227599"/>
                    <a:pt x="181321" y="239598"/>
                  </a:cubicBezTo>
                  <a:cubicBezTo>
                    <a:pt x="181488" y="244097"/>
                    <a:pt x="184987" y="246180"/>
                    <a:pt x="188403" y="245847"/>
                  </a:cubicBezTo>
                  <a:cubicBezTo>
                    <a:pt x="185487" y="266262"/>
                    <a:pt x="181154" y="286260"/>
                    <a:pt x="171655" y="305758"/>
                  </a:cubicBezTo>
                  <a:cubicBezTo>
                    <a:pt x="152323" y="345421"/>
                    <a:pt x="112327" y="365669"/>
                    <a:pt x="68747" y="364836"/>
                  </a:cubicBezTo>
                  <a:lnTo>
                    <a:pt x="68747" y="364836"/>
                  </a:lnTo>
                  <a:close/>
                  <a:moveTo>
                    <a:pt x="533706" y="269262"/>
                  </a:moveTo>
                  <a:cubicBezTo>
                    <a:pt x="499459" y="320340"/>
                    <a:pt x="438464" y="335256"/>
                    <a:pt x="382469" y="348754"/>
                  </a:cubicBezTo>
                  <a:cubicBezTo>
                    <a:pt x="323808" y="362920"/>
                    <a:pt x="264064" y="373419"/>
                    <a:pt x="203985" y="379335"/>
                  </a:cubicBezTo>
                  <a:cubicBezTo>
                    <a:pt x="170405" y="382668"/>
                    <a:pt x="134909" y="384918"/>
                    <a:pt x="101161" y="382085"/>
                  </a:cubicBezTo>
                  <a:cubicBezTo>
                    <a:pt x="96745" y="381751"/>
                    <a:pt x="92246" y="381168"/>
                    <a:pt x="87746" y="380335"/>
                  </a:cubicBezTo>
                  <a:cubicBezTo>
                    <a:pt x="88412" y="380251"/>
                    <a:pt x="89079" y="380251"/>
                    <a:pt x="89746" y="380168"/>
                  </a:cubicBezTo>
                  <a:cubicBezTo>
                    <a:pt x="129075" y="375335"/>
                    <a:pt x="164989" y="355254"/>
                    <a:pt x="183737" y="319590"/>
                  </a:cubicBezTo>
                  <a:cubicBezTo>
                    <a:pt x="192569" y="302675"/>
                    <a:pt x="199902" y="283760"/>
                    <a:pt x="202985" y="264845"/>
                  </a:cubicBezTo>
                  <a:cubicBezTo>
                    <a:pt x="206819" y="241014"/>
                    <a:pt x="207485" y="216683"/>
                    <a:pt x="211401" y="192852"/>
                  </a:cubicBezTo>
                  <a:cubicBezTo>
                    <a:pt x="219234" y="144606"/>
                    <a:pt x="245731" y="104443"/>
                    <a:pt x="285645" y="76862"/>
                  </a:cubicBezTo>
                  <a:cubicBezTo>
                    <a:pt x="309726" y="60197"/>
                    <a:pt x="338473" y="51864"/>
                    <a:pt x="367971" y="48865"/>
                  </a:cubicBezTo>
                  <a:cubicBezTo>
                    <a:pt x="418632" y="49531"/>
                    <a:pt x="469878" y="68363"/>
                    <a:pt x="505874" y="104610"/>
                  </a:cubicBezTo>
                  <a:cubicBezTo>
                    <a:pt x="545454" y="144689"/>
                    <a:pt x="567203" y="219183"/>
                    <a:pt x="533706" y="269262"/>
                  </a:cubicBezTo>
                  <a:lnTo>
                    <a:pt x="533706" y="269262"/>
                  </a:lnTo>
                  <a:close/>
                </a:path>
              </a:pathLst>
            </a:custGeom>
            <a:grpFill/>
            <a:ln w="8332" cap="flat">
              <a:noFill/>
              <a:prstDash val="solid"/>
              <a:miter/>
            </a:ln>
          </p:spPr>
          <p:txBody>
            <a:bodyPr rtlCol="0" anchor="ctr"/>
            <a:lstStyle/>
            <a:p>
              <a:endParaRPr lang="en-US"/>
            </a:p>
          </p:txBody>
        </p:sp>
        <p:sp>
          <p:nvSpPr>
            <p:cNvPr id="2164" name="Freeform: Shape 2163"/>
            <p:cNvSpPr/>
            <p:nvPr/>
          </p:nvSpPr>
          <p:spPr>
            <a:xfrm>
              <a:off x="9660128" y="1294946"/>
              <a:ext cx="119679" cy="261517"/>
            </a:xfrm>
            <a:custGeom>
              <a:avLst/>
              <a:gdLst>
                <a:gd name="connsiteX0" fmla="*/ 115846 w 119679"/>
                <a:gd name="connsiteY0" fmla="*/ 447 h 261517"/>
                <a:gd name="connsiteX1" fmla="*/ 45102 w 119679"/>
                <a:gd name="connsiteY1" fmla="*/ 117270 h 261517"/>
                <a:gd name="connsiteX2" fmla="*/ 32853 w 119679"/>
                <a:gd name="connsiteY2" fmla="*/ 189097 h 261517"/>
                <a:gd name="connsiteX3" fmla="*/ 106 w 119679"/>
                <a:gd name="connsiteY3" fmla="*/ 260674 h 261517"/>
                <a:gd name="connsiteX4" fmla="*/ 1023 w 119679"/>
                <a:gd name="connsiteY4" fmla="*/ 261341 h 261517"/>
                <a:gd name="connsiteX5" fmla="*/ 53351 w 119679"/>
                <a:gd name="connsiteY5" fmla="*/ 144601 h 261517"/>
                <a:gd name="connsiteX6" fmla="*/ 119012 w 119679"/>
                <a:gd name="connsiteY6" fmla="*/ 4197 h 261517"/>
                <a:gd name="connsiteX7" fmla="*/ 115846 w 119679"/>
                <a:gd name="connsiteY7" fmla="*/ 447 h 261517"/>
                <a:gd name="connsiteX8" fmla="*/ 115846 w 119679"/>
                <a:gd name="connsiteY8" fmla="*/ 447 h 261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679" h="261517">
                  <a:moveTo>
                    <a:pt x="115846" y="447"/>
                  </a:moveTo>
                  <a:cubicBezTo>
                    <a:pt x="77266" y="29861"/>
                    <a:pt x="52019" y="68941"/>
                    <a:pt x="45102" y="117270"/>
                  </a:cubicBezTo>
                  <a:cubicBezTo>
                    <a:pt x="41603" y="141685"/>
                    <a:pt x="38853" y="165266"/>
                    <a:pt x="32853" y="189097"/>
                  </a:cubicBezTo>
                  <a:cubicBezTo>
                    <a:pt x="26187" y="215428"/>
                    <a:pt x="16188" y="238759"/>
                    <a:pt x="106" y="260674"/>
                  </a:cubicBezTo>
                  <a:cubicBezTo>
                    <a:pt x="-310" y="261174"/>
                    <a:pt x="606" y="261841"/>
                    <a:pt x="1023" y="261341"/>
                  </a:cubicBezTo>
                  <a:cubicBezTo>
                    <a:pt x="30353" y="229010"/>
                    <a:pt x="49101" y="188347"/>
                    <a:pt x="53351" y="144601"/>
                  </a:cubicBezTo>
                  <a:cubicBezTo>
                    <a:pt x="58768" y="89023"/>
                    <a:pt x="75099" y="40861"/>
                    <a:pt x="119012" y="4197"/>
                  </a:cubicBezTo>
                  <a:cubicBezTo>
                    <a:pt x="121012" y="2531"/>
                    <a:pt x="118095" y="-1302"/>
                    <a:pt x="115846" y="447"/>
                  </a:cubicBezTo>
                  <a:lnTo>
                    <a:pt x="115846" y="447"/>
                  </a:lnTo>
                  <a:close/>
                </a:path>
              </a:pathLst>
            </a:custGeom>
            <a:grpFill/>
            <a:ln w="8332" cap="flat">
              <a:noFill/>
              <a:prstDash val="solid"/>
              <a:miter/>
            </a:ln>
          </p:spPr>
          <p:txBody>
            <a:bodyPr rtlCol="0" anchor="ctr"/>
            <a:lstStyle/>
            <a:p>
              <a:endParaRPr lang="en-US"/>
            </a:p>
          </p:txBody>
        </p:sp>
        <p:sp>
          <p:nvSpPr>
            <p:cNvPr id="2165" name="Freeform: Shape 2164"/>
            <p:cNvSpPr/>
            <p:nvPr/>
          </p:nvSpPr>
          <p:spPr>
            <a:xfrm>
              <a:off x="9498164" y="1234978"/>
              <a:ext cx="193915" cy="197101"/>
            </a:xfrm>
            <a:custGeom>
              <a:avLst/>
              <a:gdLst>
                <a:gd name="connsiteX0" fmla="*/ 191401 w 193915"/>
                <a:gd name="connsiteY0" fmla="*/ 4 h 197101"/>
                <a:gd name="connsiteX1" fmla="*/ 64663 w 193915"/>
                <a:gd name="connsiteY1" fmla="*/ 60749 h 197101"/>
                <a:gd name="connsiteX2" fmla="*/ 19917 w 193915"/>
                <a:gd name="connsiteY2" fmla="*/ 123243 h 197101"/>
                <a:gd name="connsiteX3" fmla="*/ 3751 w 193915"/>
                <a:gd name="connsiteY3" fmla="*/ 159657 h 197101"/>
                <a:gd name="connsiteX4" fmla="*/ 2 w 193915"/>
                <a:gd name="connsiteY4" fmla="*/ 195570 h 197101"/>
                <a:gd name="connsiteX5" fmla="*/ 3168 w 193915"/>
                <a:gd name="connsiteY5" fmla="*/ 195570 h 197101"/>
                <a:gd name="connsiteX6" fmla="*/ 192068 w 193915"/>
                <a:gd name="connsiteY6" fmla="*/ 5087 h 197101"/>
                <a:gd name="connsiteX7" fmla="*/ 191401 w 193915"/>
                <a:gd name="connsiteY7" fmla="*/ 4 h 197101"/>
                <a:gd name="connsiteX8" fmla="*/ 191401 w 193915"/>
                <a:gd name="connsiteY8" fmla="*/ 4 h 197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3915" h="197101">
                  <a:moveTo>
                    <a:pt x="191401" y="4"/>
                  </a:moveTo>
                  <a:cubicBezTo>
                    <a:pt x="143822" y="3754"/>
                    <a:pt x="98576" y="27419"/>
                    <a:pt x="64663" y="60749"/>
                  </a:cubicBezTo>
                  <a:cubicBezTo>
                    <a:pt x="46497" y="78664"/>
                    <a:pt x="31999" y="100912"/>
                    <a:pt x="19917" y="123243"/>
                  </a:cubicBezTo>
                  <a:cubicBezTo>
                    <a:pt x="13584" y="134992"/>
                    <a:pt x="7585" y="146824"/>
                    <a:pt x="3751" y="159657"/>
                  </a:cubicBezTo>
                  <a:cubicBezTo>
                    <a:pt x="85" y="171739"/>
                    <a:pt x="419" y="183071"/>
                    <a:pt x="2" y="195570"/>
                  </a:cubicBezTo>
                  <a:cubicBezTo>
                    <a:pt x="-82" y="197653"/>
                    <a:pt x="2918" y="197570"/>
                    <a:pt x="3168" y="195570"/>
                  </a:cubicBezTo>
                  <a:cubicBezTo>
                    <a:pt x="14084" y="103745"/>
                    <a:pt x="102825" y="21169"/>
                    <a:pt x="192068" y="5087"/>
                  </a:cubicBezTo>
                  <a:cubicBezTo>
                    <a:pt x="194901" y="4587"/>
                    <a:pt x="194317" y="-162"/>
                    <a:pt x="191401" y="4"/>
                  </a:cubicBezTo>
                  <a:lnTo>
                    <a:pt x="191401" y="4"/>
                  </a:lnTo>
                  <a:close/>
                </a:path>
              </a:pathLst>
            </a:custGeom>
            <a:grpFill/>
            <a:ln w="8332" cap="flat">
              <a:noFill/>
              <a:prstDash val="solid"/>
              <a:miter/>
            </a:ln>
          </p:spPr>
          <p:txBody>
            <a:bodyPr rtlCol="0" anchor="ctr"/>
            <a:lstStyle/>
            <a:p>
              <a:endParaRPr lang="en-US"/>
            </a:p>
          </p:txBody>
        </p:sp>
        <p:sp>
          <p:nvSpPr>
            <p:cNvPr id="2166" name="Freeform: Shape 2165"/>
            <p:cNvSpPr/>
            <p:nvPr/>
          </p:nvSpPr>
          <p:spPr>
            <a:xfrm>
              <a:off x="9526752" y="1445536"/>
              <a:ext cx="74466" cy="114275"/>
            </a:xfrm>
            <a:custGeom>
              <a:avLst/>
              <a:gdLst>
                <a:gd name="connsiteX0" fmla="*/ 72988 w 74466"/>
                <a:gd name="connsiteY0" fmla="*/ 2344 h 114275"/>
                <a:gd name="connsiteX1" fmla="*/ 29159 w 74466"/>
                <a:gd name="connsiteY1" fmla="*/ 17760 h 114275"/>
                <a:gd name="connsiteX2" fmla="*/ 21659 w 74466"/>
                <a:gd name="connsiteY2" fmla="*/ 38924 h 114275"/>
                <a:gd name="connsiteX3" fmla="*/ 23743 w 74466"/>
                <a:gd name="connsiteY3" fmla="*/ 48673 h 114275"/>
                <a:gd name="connsiteX4" fmla="*/ 26909 w 74466"/>
                <a:gd name="connsiteY4" fmla="*/ 54340 h 114275"/>
                <a:gd name="connsiteX5" fmla="*/ 24909 w 74466"/>
                <a:gd name="connsiteY5" fmla="*/ 55756 h 114275"/>
                <a:gd name="connsiteX6" fmla="*/ 3411 w 74466"/>
                <a:gd name="connsiteY6" fmla="*/ 74921 h 114275"/>
                <a:gd name="connsiteX7" fmla="*/ 911 w 74466"/>
                <a:gd name="connsiteY7" fmla="*/ 96836 h 114275"/>
                <a:gd name="connsiteX8" fmla="*/ 36325 w 74466"/>
                <a:gd name="connsiteY8" fmla="*/ 109501 h 114275"/>
                <a:gd name="connsiteX9" fmla="*/ 33574 w 74466"/>
                <a:gd name="connsiteY9" fmla="*/ 102919 h 114275"/>
                <a:gd name="connsiteX10" fmla="*/ 10077 w 74466"/>
                <a:gd name="connsiteY10" fmla="*/ 82254 h 114275"/>
                <a:gd name="connsiteX11" fmla="*/ 26826 w 74466"/>
                <a:gd name="connsiteY11" fmla="*/ 64005 h 114275"/>
                <a:gd name="connsiteX12" fmla="*/ 37408 w 74466"/>
                <a:gd name="connsiteY12" fmla="*/ 55006 h 114275"/>
                <a:gd name="connsiteX13" fmla="*/ 35741 w 74466"/>
                <a:gd name="connsiteY13" fmla="*/ 51173 h 114275"/>
                <a:gd name="connsiteX14" fmla="*/ 32075 w 74466"/>
                <a:gd name="connsiteY14" fmla="*/ 28509 h 114275"/>
                <a:gd name="connsiteX15" fmla="*/ 71905 w 74466"/>
                <a:gd name="connsiteY15" fmla="*/ 6344 h 114275"/>
                <a:gd name="connsiteX16" fmla="*/ 72988 w 74466"/>
                <a:gd name="connsiteY16" fmla="*/ 2344 h 114275"/>
                <a:gd name="connsiteX17" fmla="*/ 72988 w 74466"/>
                <a:gd name="connsiteY17" fmla="*/ 2344 h 114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4466" h="114275">
                  <a:moveTo>
                    <a:pt x="72988" y="2344"/>
                  </a:moveTo>
                  <a:cubicBezTo>
                    <a:pt x="54573" y="-3572"/>
                    <a:pt x="40575" y="1761"/>
                    <a:pt x="29159" y="17760"/>
                  </a:cubicBezTo>
                  <a:cubicBezTo>
                    <a:pt x="24742" y="23926"/>
                    <a:pt x="21493" y="31175"/>
                    <a:pt x="21659" y="38924"/>
                  </a:cubicBezTo>
                  <a:cubicBezTo>
                    <a:pt x="21743" y="42424"/>
                    <a:pt x="22409" y="45424"/>
                    <a:pt x="23743" y="48673"/>
                  </a:cubicBezTo>
                  <a:cubicBezTo>
                    <a:pt x="24659" y="50673"/>
                    <a:pt x="25742" y="52507"/>
                    <a:pt x="26909" y="54340"/>
                  </a:cubicBezTo>
                  <a:cubicBezTo>
                    <a:pt x="26409" y="54173"/>
                    <a:pt x="25742" y="54590"/>
                    <a:pt x="24909" y="55756"/>
                  </a:cubicBezTo>
                  <a:cubicBezTo>
                    <a:pt x="17826" y="62589"/>
                    <a:pt x="8411" y="65672"/>
                    <a:pt x="3411" y="74921"/>
                  </a:cubicBezTo>
                  <a:cubicBezTo>
                    <a:pt x="-255" y="81671"/>
                    <a:pt x="-756" y="89420"/>
                    <a:pt x="911" y="96836"/>
                  </a:cubicBezTo>
                  <a:cubicBezTo>
                    <a:pt x="5244" y="116667"/>
                    <a:pt x="20743" y="117584"/>
                    <a:pt x="36325" y="109501"/>
                  </a:cubicBezTo>
                  <a:cubicBezTo>
                    <a:pt x="39907" y="107668"/>
                    <a:pt x="37408" y="101669"/>
                    <a:pt x="33574" y="102919"/>
                  </a:cubicBezTo>
                  <a:cubicBezTo>
                    <a:pt x="18493" y="107918"/>
                    <a:pt x="5911" y="96919"/>
                    <a:pt x="10077" y="82254"/>
                  </a:cubicBezTo>
                  <a:cubicBezTo>
                    <a:pt x="12077" y="75421"/>
                    <a:pt x="20826" y="67505"/>
                    <a:pt x="26826" y="64005"/>
                  </a:cubicBezTo>
                  <a:cubicBezTo>
                    <a:pt x="31658" y="61172"/>
                    <a:pt x="37158" y="61339"/>
                    <a:pt x="37408" y="55006"/>
                  </a:cubicBezTo>
                  <a:cubicBezTo>
                    <a:pt x="37492" y="53256"/>
                    <a:pt x="36075" y="52590"/>
                    <a:pt x="35741" y="51173"/>
                  </a:cubicBezTo>
                  <a:cubicBezTo>
                    <a:pt x="33409" y="42757"/>
                    <a:pt x="28742" y="38258"/>
                    <a:pt x="32075" y="28509"/>
                  </a:cubicBezTo>
                  <a:cubicBezTo>
                    <a:pt x="38074" y="10927"/>
                    <a:pt x="54157" y="1511"/>
                    <a:pt x="71905" y="6344"/>
                  </a:cubicBezTo>
                  <a:cubicBezTo>
                    <a:pt x="74488" y="7094"/>
                    <a:pt x="75571" y="3178"/>
                    <a:pt x="72988" y="2344"/>
                  </a:cubicBezTo>
                  <a:lnTo>
                    <a:pt x="72988" y="2344"/>
                  </a:lnTo>
                  <a:close/>
                </a:path>
              </a:pathLst>
            </a:custGeom>
            <a:grpFill/>
            <a:ln w="8332" cap="flat">
              <a:noFill/>
              <a:prstDash val="solid"/>
              <a:miter/>
            </a:ln>
          </p:spPr>
          <p:txBody>
            <a:bodyPr rtlCol="0" anchor="ctr"/>
            <a:lstStyle/>
            <a:p>
              <a:endParaRPr lang="en-US"/>
            </a:p>
          </p:txBody>
        </p:sp>
        <p:sp>
          <p:nvSpPr>
            <p:cNvPr id="2167" name="Freeform: Shape 2166"/>
            <p:cNvSpPr/>
            <p:nvPr/>
          </p:nvSpPr>
          <p:spPr>
            <a:xfrm>
              <a:off x="9572629" y="1489992"/>
              <a:ext cx="29964" cy="39012"/>
            </a:xfrm>
            <a:custGeom>
              <a:avLst/>
              <a:gdLst>
                <a:gd name="connsiteX0" fmla="*/ 25860 w 29964"/>
                <a:gd name="connsiteY0" fmla="*/ 28132 h 39012"/>
                <a:gd name="connsiteX1" fmla="*/ 9945 w 29964"/>
                <a:gd name="connsiteY1" fmla="*/ 26549 h 39012"/>
                <a:gd name="connsiteX2" fmla="*/ 11945 w 29964"/>
                <a:gd name="connsiteY2" fmla="*/ 13800 h 39012"/>
                <a:gd name="connsiteX3" fmla="*/ 19194 w 29964"/>
                <a:gd name="connsiteY3" fmla="*/ 2801 h 39012"/>
                <a:gd name="connsiteX4" fmla="*/ 16278 w 29964"/>
                <a:gd name="connsiteY4" fmla="*/ 551 h 39012"/>
                <a:gd name="connsiteX5" fmla="*/ 1529 w 29964"/>
                <a:gd name="connsiteY5" fmla="*/ 32298 h 39012"/>
                <a:gd name="connsiteX6" fmla="*/ 27944 w 29964"/>
                <a:gd name="connsiteY6" fmla="*/ 35714 h 39012"/>
                <a:gd name="connsiteX7" fmla="*/ 25860 w 29964"/>
                <a:gd name="connsiteY7" fmla="*/ 28132 h 39012"/>
                <a:gd name="connsiteX8" fmla="*/ 25860 w 29964"/>
                <a:gd name="connsiteY8" fmla="*/ 28132 h 39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964" h="39012">
                  <a:moveTo>
                    <a:pt x="25860" y="28132"/>
                  </a:moveTo>
                  <a:cubicBezTo>
                    <a:pt x="21943" y="28382"/>
                    <a:pt x="12861" y="29798"/>
                    <a:pt x="9945" y="26549"/>
                  </a:cubicBezTo>
                  <a:cubicBezTo>
                    <a:pt x="7279" y="23549"/>
                    <a:pt x="10445" y="16800"/>
                    <a:pt x="11945" y="13800"/>
                  </a:cubicBezTo>
                  <a:cubicBezTo>
                    <a:pt x="13861" y="9800"/>
                    <a:pt x="16611" y="6384"/>
                    <a:pt x="19194" y="2801"/>
                  </a:cubicBezTo>
                  <a:cubicBezTo>
                    <a:pt x="20361" y="1134"/>
                    <a:pt x="17611" y="-1032"/>
                    <a:pt x="16278" y="551"/>
                  </a:cubicBezTo>
                  <a:cubicBezTo>
                    <a:pt x="10195" y="7967"/>
                    <a:pt x="-4804" y="21549"/>
                    <a:pt x="1529" y="32298"/>
                  </a:cubicBezTo>
                  <a:cubicBezTo>
                    <a:pt x="7112" y="41881"/>
                    <a:pt x="19611" y="39464"/>
                    <a:pt x="27944" y="35714"/>
                  </a:cubicBezTo>
                  <a:cubicBezTo>
                    <a:pt x="31693" y="34131"/>
                    <a:pt x="29777" y="27965"/>
                    <a:pt x="25860" y="28132"/>
                  </a:cubicBezTo>
                  <a:lnTo>
                    <a:pt x="25860" y="28132"/>
                  </a:lnTo>
                  <a:close/>
                </a:path>
              </a:pathLst>
            </a:custGeom>
            <a:grpFill/>
            <a:ln w="8332" cap="flat">
              <a:noFill/>
              <a:prstDash val="solid"/>
              <a:miter/>
            </a:ln>
          </p:spPr>
          <p:txBody>
            <a:bodyPr rtlCol="0" anchor="ctr"/>
            <a:lstStyle/>
            <a:p>
              <a:endParaRPr lang="en-US"/>
            </a:p>
          </p:txBody>
        </p:sp>
        <p:sp>
          <p:nvSpPr>
            <p:cNvPr id="2168" name="Freeform: Shape 2167"/>
            <p:cNvSpPr/>
            <p:nvPr/>
          </p:nvSpPr>
          <p:spPr>
            <a:xfrm>
              <a:off x="9605500" y="1453762"/>
              <a:ext cx="23835" cy="35287"/>
            </a:xfrm>
            <a:custGeom>
              <a:avLst/>
              <a:gdLst>
                <a:gd name="connsiteX0" fmla="*/ 20987 w 23835"/>
                <a:gd name="connsiteY0" fmla="*/ 27365 h 35287"/>
                <a:gd name="connsiteX1" fmla="*/ 9404 w 23835"/>
                <a:gd name="connsiteY1" fmla="*/ 21032 h 35287"/>
                <a:gd name="connsiteX2" fmla="*/ 13070 w 23835"/>
                <a:gd name="connsiteY2" fmla="*/ 3784 h 35287"/>
                <a:gd name="connsiteX3" fmla="*/ 7571 w 23835"/>
                <a:gd name="connsiteY3" fmla="*/ 1451 h 35287"/>
                <a:gd name="connsiteX4" fmla="*/ 988 w 23835"/>
                <a:gd name="connsiteY4" fmla="*/ 26532 h 35287"/>
                <a:gd name="connsiteX5" fmla="*/ 19820 w 23835"/>
                <a:gd name="connsiteY5" fmla="*/ 35281 h 35287"/>
                <a:gd name="connsiteX6" fmla="*/ 20987 w 23835"/>
                <a:gd name="connsiteY6" fmla="*/ 27365 h 35287"/>
                <a:gd name="connsiteX7" fmla="*/ 20987 w 23835"/>
                <a:gd name="connsiteY7" fmla="*/ 27365 h 35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35" h="35287">
                  <a:moveTo>
                    <a:pt x="20987" y="27365"/>
                  </a:moveTo>
                  <a:cubicBezTo>
                    <a:pt x="16987" y="25865"/>
                    <a:pt x="11071" y="25532"/>
                    <a:pt x="9404" y="21032"/>
                  </a:cubicBezTo>
                  <a:cubicBezTo>
                    <a:pt x="7405" y="15700"/>
                    <a:pt x="11404" y="8784"/>
                    <a:pt x="13070" y="3784"/>
                  </a:cubicBezTo>
                  <a:cubicBezTo>
                    <a:pt x="14154" y="534"/>
                    <a:pt x="9154" y="-1549"/>
                    <a:pt x="7571" y="1451"/>
                  </a:cubicBezTo>
                  <a:cubicBezTo>
                    <a:pt x="3489" y="9117"/>
                    <a:pt x="-2345" y="17533"/>
                    <a:pt x="988" y="26532"/>
                  </a:cubicBezTo>
                  <a:cubicBezTo>
                    <a:pt x="3988" y="34698"/>
                    <a:pt x="12404" y="35364"/>
                    <a:pt x="19820" y="35281"/>
                  </a:cubicBezTo>
                  <a:cubicBezTo>
                    <a:pt x="24736" y="35364"/>
                    <a:pt x="25153" y="28948"/>
                    <a:pt x="20987" y="27365"/>
                  </a:cubicBezTo>
                  <a:lnTo>
                    <a:pt x="20987" y="27365"/>
                  </a:lnTo>
                  <a:close/>
                </a:path>
              </a:pathLst>
            </a:custGeom>
            <a:grpFill/>
            <a:ln w="8332" cap="flat">
              <a:noFill/>
              <a:prstDash val="solid"/>
              <a:miter/>
            </a:ln>
          </p:spPr>
          <p:txBody>
            <a:bodyPr rtlCol="0" anchor="ctr"/>
            <a:lstStyle/>
            <a:p>
              <a:endParaRPr lang="en-US"/>
            </a:p>
          </p:txBody>
        </p:sp>
        <p:sp>
          <p:nvSpPr>
            <p:cNvPr id="2169" name="Freeform: Shape 2168"/>
            <p:cNvSpPr/>
            <p:nvPr/>
          </p:nvSpPr>
          <p:spPr>
            <a:xfrm>
              <a:off x="6707500" y="373643"/>
              <a:ext cx="166" cy="499"/>
            </a:xfrm>
            <a:custGeom>
              <a:avLst/>
              <a:gdLst>
                <a:gd name="connsiteX0" fmla="*/ 0 w 166"/>
                <a:gd name="connsiteY0" fmla="*/ 0 h 499"/>
                <a:gd name="connsiteX1" fmla="*/ 166 w 166"/>
                <a:gd name="connsiteY1" fmla="*/ 500 h 499"/>
                <a:gd name="connsiteX2" fmla="*/ 0 w 166"/>
                <a:gd name="connsiteY2" fmla="*/ 0 h 499"/>
                <a:gd name="connsiteX3" fmla="*/ 0 w 166"/>
                <a:gd name="connsiteY3" fmla="*/ 0 h 499"/>
              </a:gdLst>
              <a:ahLst/>
              <a:cxnLst>
                <a:cxn ang="0">
                  <a:pos x="connsiteX0" y="connsiteY0"/>
                </a:cxn>
                <a:cxn ang="0">
                  <a:pos x="connsiteX1" y="connsiteY1"/>
                </a:cxn>
                <a:cxn ang="0">
                  <a:pos x="connsiteX2" y="connsiteY2"/>
                </a:cxn>
                <a:cxn ang="0">
                  <a:pos x="connsiteX3" y="connsiteY3"/>
                </a:cxn>
              </a:cxnLst>
              <a:rect l="l" t="t" r="r" b="b"/>
              <a:pathLst>
                <a:path w="166" h="499">
                  <a:moveTo>
                    <a:pt x="0" y="0"/>
                  </a:moveTo>
                  <a:cubicBezTo>
                    <a:pt x="0" y="83"/>
                    <a:pt x="83" y="167"/>
                    <a:pt x="166" y="500"/>
                  </a:cubicBezTo>
                  <a:cubicBezTo>
                    <a:pt x="83" y="333"/>
                    <a:pt x="83" y="167"/>
                    <a:pt x="0" y="0"/>
                  </a:cubicBezTo>
                  <a:lnTo>
                    <a:pt x="0" y="0"/>
                  </a:lnTo>
                  <a:close/>
                </a:path>
              </a:pathLst>
            </a:custGeom>
            <a:grpFill/>
            <a:ln w="8332" cap="flat">
              <a:noFill/>
              <a:prstDash val="solid"/>
              <a:miter/>
            </a:ln>
          </p:spPr>
          <p:txBody>
            <a:bodyPr rtlCol="0" anchor="ctr"/>
            <a:lstStyle/>
            <a:p>
              <a:endParaRPr lang="en-US"/>
            </a:p>
          </p:txBody>
        </p:sp>
        <p:sp>
          <p:nvSpPr>
            <p:cNvPr id="2170" name="Freeform: Shape 2169"/>
            <p:cNvSpPr/>
            <p:nvPr/>
          </p:nvSpPr>
          <p:spPr>
            <a:xfrm>
              <a:off x="6676083" y="98049"/>
              <a:ext cx="569137" cy="398781"/>
            </a:xfrm>
            <a:custGeom>
              <a:avLst/>
              <a:gdLst>
                <a:gd name="connsiteX0" fmla="*/ 532039 w 569137"/>
                <a:gd name="connsiteY0" fmla="*/ 107443 h 398781"/>
                <a:gd name="connsiteX1" fmla="*/ 449547 w 569137"/>
                <a:gd name="connsiteY1" fmla="*/ 48031 h 398781"/>
                <a:gd name="connsiteX2" fmla="*/ 398051 w 569137"/>
                <a:gd name="connsiteY2" fmla="*/ 36616 h 398781"/>
                <a:gd name="connsiteX3" fmla="*/ 385719 w 569137"/>
                <a:gd name="connsiteY3" fmla="*/ 36366 h 398781"/>
                <a:gd name="connsiteX4" fmla="*/ 382886 w 569137"/>
                <a:gd name="connsiteY4" fmla="*/ 33199 h 398781"/>
                <a:gd name="connsiteX5" fmla="*/ 143657 w 569137"/>
                <a:gd name="connsiteY5" fmla="*/ 21867 h 398781"/>
                <a:gd name="connsiteX6" fmla="*/ 49916 w 569137"/>
                <a:gd name="connsiteY6" fmla="*/ 91278 h 398781"/>
                <a:gd name="connsiteX7" fmla="*/ 2753 w 569137"/>
                <a:gd name="connsiteY7" fmla="*/ 212683 h 398781"/>
                <a:gd name="connsiteX8" fmla="*/ 1170 w 569137"/>
                <a:gd name="connsiteY8" fmla="*/ 269345 h 398781"/>
                <a:gd name="connsiteX9" fmla="*/ 11003 w 569137"/>
                <a:gd name="connsiteY9" fmla="*/ 334422 h 398781"/>
                <a:gd name="connsiteX10" fmla="*/ 34167 w 569137"/>
                <a:gd name="connsiteY10" fmla="*/ 368003 h 398781"/>
                <a:gd name="connsiteX11" fmla="*/ 43417 w 569137"/>
                <a:gd name="connsiteY11" fmla="*/ 375835 h 398781"/>
                <a:gd name="connsiteX12" fmla="*/ 86246 w 569137"/>
                <a:gd name="connsiteY12" fmla="*/ 394250 h 398781"/>
                <a:gd name="connsiteX13" fmla="*/ 189903 w 569137"/>
                <a:gd name="connsiteY13" fmla="*/ 396500 h 398781"/>
                <a:gd name="connsiteX14" fmla="*/ 394718 w 569137"/>
                <a:gd name="connsiteY14" fmla="*/ 363503 h 398781"/>
                <a:gd name="connsiteX15" fmla="*/ 552370 w 569137"/>
                <a:gd name="connsiteY15" fmla="*/ 274678 h 398781"/>
                <a:gd name="connsiteX16" fmla="*/ 532039 w 569137"/>
                <a:gd name="connsiteY16" fmla="*/ 107443 h 398781"/>
                <a:gd name="connsiteX17" fmla="*/ 532039 w 569137"/>
                <a:gd name="connsiteY17" fmla="*/ 107443 h 398781"/>
                <a:gd name="connsiteX18" fmla="*/ 9586 w 569137"/>
                <a:gd name="connsiteY18" fmla="*/ 272928 h 398781"/>
                <a:gd name="connsiteX19" fmla="*/ 112160 w 569137"/>
                <a:gd name="connsiteY19" fmla="*/ 50865 h 398781"/>
                <a:gd name="connsiteX20" fmla="*/ 243232 w 569137"/>
                <a:gd name="connsiteY20" fmla="*/ 15201 h 398781"/>
                <a:gd name="connsiteX21" fmla="*/ 362971 w 569137"/>
                <a:gd name="connsiteY21" fmla="*/ 39366 h 398781"/>
                <a:gd name="connsiteX22" fmla="*/ 352888 w 569137"/>
                <a:gd name="connsiteY22" fmla="*/ 41532 h 398781"/>
                <a:gd name="connsiteX23" fmla="*/ 311725 w 569137"/>
                <a:gd name="connsiteY23" fmla="*/ 50198 h 398781"/>
                <a:gd name="connsiteX24" fmla="*/ 290728 w 569137"/>
                <a:gd name="connsiteY24" fmla="*/ 43782 h 398781"/>
                <a:gd name="connsiteX25" fmla="*/ 271229 w 569137"/>
                <a:gd name="connsiteY25" fmla="*/ 32200 h 398781"/>
                <a:gd name="connsiteX26" fmla="*/ 250481 w 569137"/>
                <a:gd name="connsiteY26" fmla="*/ 33116 h 398781"/>
                <a:gd name="connsiteX27" fmla="*/ 228816 w 569137"/>
                <a:gd name="connsiteY27" fmla="*/ 45115 h 398781"/>
                <a:gd name="connsiteX28" fmla="*/ 205235 w 569137"/>
                <a:gd name="connsiteY28" fmla="*/ 48198 h 398781"/>
                <a:gd name="connsiteX29" fmla="*/ 187987 w 569137"/>
                <a:gd name="connsiteY29" fmla="*/ 63530 h 398781"/>
                <a:gd name="connsiteX30" fmla="*/ 184987 w 569137"/>
                <a:gd name="connsiteY30" fmla="*/ 61280 h 398781"/>
                <a:gd name="connsiteX31" fmla="*/ 164572 w 569137"/>
                <a:gd name="connsiteY31" fmla="*/ 56947 h 398781"/>
                <a:gd name="connsiteX32" fmla="*/ 150740 w 569137"/>
                <a:gd name="connsiteY32" fmla="*/ 76612 h 398781"/>
                <a:gd name="connsiteX33" fmla="*/ 150073 w 569137"/>
                <a:gd name="connsiteY33" fmla="*/ 76446 h 398781"/>
                <a:gd name="connsiteX34" fmla="*/ 131909 w 569137"/>
                <a:gd name="connsiteY34" fmla="*/ 89694 h 398781"/>
                <a:gd name="connsiteX35" fmla="*/ 131909 w 569137"/>
                <a:gd name="connsiteY35" fmla="*/ 105276 h 398781"/>
                <a:gd name="connsiteX36" fmla="*/ 126992 w 569137"/>
                <a:gd name="connsiteY36" fmla="*/ 102193 h 398781"/>
                <a:gd name="connsiteX37" fmla="*/ 99328 w 569137"/>
                <a:gd name="connsiteY37" fmla="*/ 106360 h 398781"/>
                <a:gd name="connsiteX38" fmla="*/ 95412 w 569137"/>
                <a:gd name="connsiteY38" fmla="*/ 143356 h 398781"/>
                <a:gd name="connsiteX39" fmla="*/ 62415 w 569137"/>
                <a:gd name="connsiteY39" fmla="*/ 212183 h 398781"/>
                <a:gd name="connsiteX40" fmla="*/ 63414 w 569137"/>
                <a:gd name="connsiteY40" fmla="*/ 213183 h 398781"/>
                <a:gd name="connsiteX41" fmla="*/ 47416 w 569137"/>
                <a:gd name="connsiteY41" fmla="*/ 223432 h 398781"/>
                <a:gd name="connsiteX42" fmla="*/ 28917 w 569137"/>
                <a:gd name="connsiteY42" fmla="*/ 255929 h 398781"/>
                <a:gd name="connsiteX43" fmla="*/ 31751 w 569137"/>
                <a:gd name="connsiteY43" fmla="*/ 275511 h 398781"/>
                <a:gd name="connsiteX44" fmla="*/ 36750 w 569137"/>
                <a:gd name="connsiteY44" fmla="*/ 283344 h 398781"/>
                <a:gd name="connsiteX45" fmla="*/ 30168 w 569137"/>
                <a:gd name="connsiteY45" fmla="*/ 289593 h 398781"/>
                <a:gd name="connsiteX46" fmla="*/ 17419 w 569137"/>
                <a:gd name="connsiteY46" fmla="*/ 316174 h 398781"/>
                <a:gd name="connsiteX47" fmla="*/ 9586 w 569137"/>
                <a:gd name="connsiteY47" fmla="*/ 272928 h 398781"/>
                <a:gd name="connsiteX48" fmla="*/ 9586 w 569137"/>
                <a:gd name="connsiteY48" fmla="*/ 272928 h 398781"/>
                <a:gd name="connsiteX49" fmla="*/ 69580 w 569137"/>
                <a:gd name="connsiteY49" fmla="*/ 171520 h 398781"/>
                <a:gd name="connsiteX50" fmla="*/ 97328 w 569137"/>
                <a:gd name="connsiteY50" fmla="*/ 149272 h 398781"/>
                <a:gd name="connsiteX51" fmla="*/ 123826 w 569137"/>
                <a:gd name="connsiteY51" fmla="*/ 169271 h 398781"/>
                <a:gd name="connsiteX52" fmla="*/ 193986 w 569137"/>
                <a:gd name="connsiteY52" fmla="*/ 201434 h 398781"/>
                <a:gd name="connsiteX53" fmla="*/ 191070 w 569137"/>
                <a:gd name="connsiteY53" fmla="*/ 224016 h 398781"/>
                <a:gd name="connsiteX54" fmla="*/ 181487 w 569137"/>
                <a:gd name="connsiteY54" fmla="*/ 211517 h 398781"/>
                <a:gd name="connsiteX55" fmla="*/ 162239 w 569137"/>
                <a:gd name="connsiteY55" fmla="*/ 205017 h 398781"/>
                <a:gd name="connsiteX56" fmla="*/ 126742 w 569137"/>
                <a:gd name="connsiteY56" fmla="*/ 203351 h 398781"/>
                <a:gd name="connsiteX57" fmla="*/ 86246 w 569137"/>
                <a:gd name="connsiteY57" fmla="*/ 196851 h 398781"/>
                <a:gd name="connsiteX58" fmla="*/ 69247 w 569137"/>
                <a:gd name="connsiteY58" fmla="*/ 207767 h 398781"/>
                <a:gd name="connsiteX59" fmla="*/ 69580 w 569137"/>
                <a:gd name="connsiteY59" fmla="*/ 171520 h 398781"/>
                <a:gd name="connsiteX60" fmla="*/ 69580 w 569137"/>
                <a:gd name="connsiteY60" fmla="*/ 171520 h 398781"/>
                <a:gd name="connsiteX61" fmla="*/ 133908 w 569137"/>
                <a:gd name="connsiteY61" fmla="*/ 168604 h 398781"/>
                <a:gd name="connsiteX62" fmla="*/ 104744 w 569137"/>
                <a:gd name="connsiteY62" fmla="*/ 145606 h 398781"/>
                <a:gd name="connsiteX63" fmla="*/ 104661 w 569137"/>
                <a:gd name="connsiteY63" fmla="*/ 145439 h 398781"/>
                <a:gd name="connsiteX64" fmla="*/ 97412 w 569137"/>
                <a:gd name="connsiteY64" fmla="*/ 132774 h 398781"/>
                <a:gd name="connsiteX65" fmla="*/ 107660 w 569137"/>
                <a:gd name="connsiteY65" fmla="*/ 110443 h 398781"/>
                <a:gd name="connsiteX66" fmla="*/ 123409 w 569137"/>
                <a:gd name="connsiteY66" fmla="*/ 109693 h 398781"/>
                <a:gd name="connsiteX67" fmla="*/ 130409 w 569137"/>
                <a:gd name="connsiteY67" fmla="*/ 117025 h 398781"/>
                <a:gd name="connsiteX68" fmla="*/ 136325 w 569137"/>
                <a:gd name="connsiteY68" fmla="*/ 122775 h 398781"/>
                <a:gd name="connsiteX69" fmla="*/ 126409 w 569137"/>
                <a:gd name="connsiteY69" fmla="*/ 131607 h 398781"/>
                <a:gd name="connsiteX70" fmla="*/ 133908 w 569137"/>
                <a:gd name="connsiteY70" fmla="*/ 168604 h 398781"/>
                <a:gd name="connsiteX71" fmla="*/ 133908 w 569137"/>
                <a:gd name="connsiteY71" fmla="*/ 168604 h 398781"/>
                <a:gd name="connsiteX72" fmla="*/ 178654 w 569137"/>
                <a:gd name="connsiteY72" fmla="*/ 188019 h 398781"/>
                <a:gd name="connsiteX73" fmla="*/ 155989 w 569137"/>
                <a:gd name="connsiteY73" fmla="*/ 174770 h 398781"/>
                <a:gd name="connsiteX74" fmla="*/ 134741 w 569137"/>
                <a:gd name="connsiteY74" fmla="*/ 149856 h 398781"/>
                <a:gd name="connsiteX75" fmla="*/ 141658 w 569137"/>
                <a:gd name="connsiteY75" fmla="*/ 131691 h 398781"/>
                <a:gd name="connsiteX76" fmla="*/ 160906 w 569137"/>
                <a:gd name="connsiteY76" fmla="*/ 136524 h 398781"/>
                <a:gd name="connsiteX77" fmla="*/ 194736 w 569137"/>
                <a:gd name="connsiteY77" fmla="*/ 164604 h 398781"/>
                <a:gd name="connsiteX78" fmla="*/ 200985 w 569137"/>
                <a:gd name="connsiteY78" fmla="*/ 168271 h 398781"/>
                <a:gd name="connsiteX79" fmla="*/ 196819 w 569137"/>
                <a:gd name="connsiteY79" fmla="*/ 185769 h 398781"/>
                <a:gd name="connsiteX80" fmla="*/ 195736 w 569137"/>
                <a:gd name="connsiteY80" fmla="*/ 192019 h 398781"/>
                <a:gd name="connsiteX81" fmla="*/ 178654 w 569137"/>
                <a:gd name="connsiteY81" fmla="*/ 188019 h 398781"/>
                <a:gd name="connsiteX82" fmla="*/ 178654 w 569137"/>
                <a:gd name="connsiteY82" fmla="*/ 188019 h 398781"/>
                <a:gd name="connsiteX83" fmla="*/ 146491 w 569137"/>
                <a:gd name="connsiteY83" fmla="*/ 121275 h 398781"/>
                <a:gd name="connsiteX84" fmla="*/ 146157 w 569137"/>
                <a:gd name="connsiteY84" fmla="*/ 120692 h 398781"/>
                <a:gd name="connsiteX85" fmla="*/ 142324 w 569137"/>
                <a:gd name="connsiteY85" fmla="*/ 115942 h 398781"/>
                <a:gd name="connsiteX86" fmla="*/ 138491 w 569137"/>
                <a:gd name="connsiteY86" fmla="*/ 100193 h 398781"/>
                <a:gd name="connsiteX87" fmla="*/ 153323 w 569137"/>
                <a:gd name="connsiteY87" fmla="*/ 86528 h 398781"/>
                <a:gd name="connsiteX88" fmla="*/ 158156 w 569137"/>
                <a:gd name="connsiteY88" fmla="*/ 92527 h 398781"/>
                <a:gd name="connsiteX89" fmla="*/ 174155 w 569137"/>
                <a:gd name="connsiteY89" fmla="*/ 117192 h 398781"/>
                <a:gd name="connsiteX90" fmla="*/ 211234 w 569137"/>
                <a:gd name="connsiteY90" fmla="*/ 140523 h 398781"/>
                <a:gd name="connsiteX91" fmla="*/ 204235 w 569137"/>
                <a:gd name="connsiteY91" fmla="*/ 157688 h 398781"/>
                <a:gd name="connsiteX92" fmla="*/ 146491 w 569137"/>
                <a:gd name="connsiteY92" fmla="*/ 121275 h 398781"/>
                <a:gd name="connsiteX93" fmla="*/ 146491 w 569137"/>
                <a:gd name="connsiteY93" fmla="*/ 121275 h 398781"/>
                <a:gd name="connsiteX94" fmla="*/ 195903 w 569137"/>
                <a:gd name="connsiteY94" fmla="*/ 124191 h 398781"/>
                <a:gd name="connsiteX95" fmla="*/ 176654 w 569137"/>
                <a:gd name="connsiteY95" fmla="*/ 107609 h 398781"/>
                <a:gd name="connsiteX96" fmla="*/ 158406 w 569137"/>
                <a:gd name="connsiteY96" fmla="*/ 81362 h 398781"/>
                <a:gd name="connsiteX97" fmla="*/ 166655 w 569137"/>
                <a:gd name="connsiteY97" fmla="*/ 67196 h 398781"/>
                <a:gd name="connsiteX98" fmla="*/ 182404 w 569137"/>
                <a:gd name="connsiteY98" fmla="*/ 70613 h 398781"/>
                <a:gd name="connsiteX99" fmla="*/ 179654 w 569137"/>
                <a:gd name="connsiteY99" fmla="*/ 72446 h 398781"/>
                <a:gd name="connsiteX100" fmla="*/ 195903 w 569137"/>
                <a:gd name="connsiteY100" fmla="*/ 124191 h 398781"/>
                <a:gd name="connsiteX101" fmla="*/ 195903 w 569137"/>
                <a:gd name="connsiteY101" fmla="*/ 124191 h 398781"/>
                <a:gd name="connsiteX102" fmla="*/ 211068 w 569137"/>
                <a:gd name="connsiteY102" fmla="*/ 130357 h 398781"/>
                <a:gd name="connsiteX103" fmla="*/ 191486 w 569137"/>
                <a:gd name="connsiteY103" fmla="*/ 106693 h 398781"/>
                <a:gd name="connsiteX104" fmla="*/ 185404 w 569137"/>
                <a:gd name="connsiteY104" fmla="*/ 96360 h 398781"/>
                <a:gd name="connsiteX105" fmla="*/ 192736 w 569137"/>
                <a:gd name="connsiteY105" fmla="*/ 77279 h 398781"/>
                <a:gd name="connsiteX106" fmla="*/ 204652 w 569137"/>
                <a:gd name="connsiteY106" fmla="*/ 85111 h 398781"/>
                <a:gd name="connsiteX107" fmla="*/ 221567 w 569137"/>
                <a:gd name="connsiteY107" fmla="*/ 109943 h 398781"/>
                <a:gd name="connsiteX108" fmla="*/ 225316 w 569137"/>
                <a:gd name="connsiteY108" fmla="*/ 115692 h 398781"/>
                <a:gd name="connsiteX109" fmla="*/ 215567 w 569137"/>
                <a:gd name="connsiteY109" fmla="*/ 132024 h 398781"/>
                <a:gd name="connsiteX110" fmla="*/ 211068 w 569137"/>
                <a:gd name="connsiteY110" fmla="*/ 130357 h 398781"/>
                <a:gd name="connsiteX111" fmla="*/ 211068 w 569137"/>
                <a:gd name="connsiteY111" fmla="*/ 130357 h 398781"/>
                <a:gd name="connsiteX112" fmla="*/ 222317 w 569137"/>
                <a:gd name="connsiteY112" fmla="*/ 93944 h 398781"/>
                <a:gd name="connsiteX113" fmla="*/ 206985 w 569137"/>
                <a:gd name="connsiteY113" fmla="*/ 77695 h 398781"/>
                <a:gd name="connsiteX114" fmla="*/ 193820 w 569137"/>
                <a:gd name="connsiteY114" fmla="*/ 70113 h 398781"/>
                <a:gd name="connsiteX115" fmla="*/ 217317 w 569137"/>
                <a:gd name="connsiteY115" fmla="*/ 55197 h 398781"/>
                <a:gd name="connsiteX116" fmla="*/ 234316 w 569137"/>
                <a:gd name="connsiteY116" fmla="*/ 56447 h 398781"/>
                <a:gd name="connsiteX117" fmla="*/ 252231 w 569137"/>
                <a:gd name="connsiteY117" fmla="*/ 48365 h 398781"/>
                <a:gd name="connsiteX118" fmla="*/ 279562 w 569137"/>
                <a:gd name="connsiteY118" fmla="*/ 55531 h 398781"/>
                <a:gd name="connsiteX119" fmla="*/ 297810 w 569137"/>
                <a:gd name="connsiteY119" fmla="*/ 55364 h 398781"/>
                <a:gd name="connsiteX120" fmla="*/ 239315 w 569137"/>
                <a:gd name="connsiteY120" fmla="*/ 97527 h 398781"/>
                <a:gd name="connsiteX121" fmla="*/ 231400 w 569137"/>
                <a:gd name="connsiteY121" fmla="*/ 107276 h 398781"/>
                <a:gd name="connsiteX122" fmla="*/ 222317 w 569137"/>
                <a:gd name="connsiteY122" fmla="*/ 93944 h 398781"/>
                <a:gd name="connsiteX123" fmla="*/ 222317 w 569137"/>
                <a:gd name="connsiteY123" fmla="*/ 93944 h 398781"/>
                <a:gd name="connsiteX124" fmla="*/ 68747 w 569137"/>
                <a:gd name="connsiteY124" fmla="*/ 364836 h 398781"/>
                <a:gd name="connsiteX125" fmla="*/ 37417 w 569137"/>
                <a:gd name="connsiteY125" fmla="*/ 353337 h 398781"/>
                <a:gd name="connsiteX126" fmla="*/ 27501 w 569137"/>
                <a:gd name="connsiteY126" fmla="*/ 333089 h 398781"/>
                <a:gd name="connsiteX127" fmla="*/ 29417 w 569137"/>
                <a:gd name="connsiteY127" fmla="*/ 305842 h 398781"/>
                <a:gd name="connsiteX128" fmla="*/ 43583 w 569137"/>
                <a:gd name="connsiteY128" fmla="*/ 289176 h 398781"/>
                <a:gd name="connsiteX129" fmla="*/ 44500 w 569137"/>
                <a:gd name="connsiteY129" fmla="*/ 277011 h 398781"/>
                <a:gd name="connsiteX130" fmla="*/ 55332 w 569137"/>
                <a:gd name="connsiteY130" fmla="*/ 237181 h 398781"/>
                <a:gd name="connsiteX131" fmla="*/ 75330 w 569137"/>
                <a:gd name="connsiteY131" fmla="*/ 225099 h 398781"/>
                <a:gd name="connsiteX132" fmla="*/ 92745 w 569137"/>
                <a:gd name="connsiteY132" fmla="*/ 209434 h 398781"/>
                <a:gd name="connsiteX133" fmla="*/ 118826 w 569137"/>
                <a:gd name="connsiteY133" fmla="*/ 211517 h 398781"/>
                <a:gd name="connsiteX134" fmla="*/ 134825 w 569137"/>
                <a:gd name="connsiteY134" fmla="*/ 214850 h 398781"/>
                <a:gd name="connsiteX135" fmla="*/ 159906 w 569137"/>
                <a:gd name="connsiteY135" fmla="*/ 213933 h 398781"/>
                <a:gd name="connsiteX136" fmla="*/ 181321 w 569137"/>
                <a:gd name="connsiteY136" fmla="*/ 239598 h 398781"/>
                <a:gd name="connsiteX137" fmla="*/ 188403 w 569137"/>
                <a:gd name="connsiteY137" fmla="*/ 245847 h 398781"/>
                <a:gd name="connsiteX138" fmla="*/ 171655 w 569137"/>
                <a:gd name="connsiteY138" fmla="*/ 305758 h 398781"/>
                <a:gd name="connsiteX139" fmla="*/ 68747 w 569137"/>
                <a:gd name="connsiteY139" fmla="*/ 364836 h 398781"/>
                <a:gd name="connsiteX140" fmla="*/ 68747 w 569137"/>
                <a:gd name="connsiteY140" fmla="*/ 364836 h 398781"/>
                <a:gd name="connsiteX141" fmla="*/ 533622 w 569137"/>
                <a:gd name="connsiteY141" fmla="*/ 269262 h 398781"/>
                <a:gd name="connsiteX142" fmla="*/ 382386 w 569137"/>
                <a:gd name="connsiteY142" fmla="*/ 348754 h 398781"/>
                <a:gd name="connsiteX143" fmla="*/ 203902 w 569137"/>
                <a:gd name="connsiteY143" fmla="*/ 379335 h 398781"/>
                <a:gd name="connsiteX144" fmla="*/ 101078 w 569137"/>
                <a:gd name="connsiteY144" fmla="*/ 382085 h 398781"/>
                <a:gd name="connsiteX145" fmla="*/ 87663 w 569137"/>
                <a:gd name="connsiteY145" fmla="*/ 380335 h 398781"/>
                <a:gd name="connsiteX146" fmla="*/ 89662 w 569137"/>
                <a:gd name="connsiteY146" fmla="*/ 380168 h 398781"/>
                <a:gd name="connsiteX147" fmla="*/ 183654 w 569137"/>
                <a:gd name="connsiteY147" fmla="*/ 319507 h 398781"/>
                <a:gd name="connsiteX148" fmla="*/ 202902 w 569137"/>
                <a:gd name="connsiteY148" fmla="*/ 264762 h 398781"/>
                <a:gd name="connsiteX149" fmla="*/ 211318 w 569137"/>
                <a:gd name="connsiteY149" fmla="*/ 192768 h 398781"/>
                <a:gd name="connsiteX150" fmla="*/ 285561 w 569137"/>
                <a:gd name="connsiteY150" fmla="*/ 76779 h 398781"/>
                <a:gd name="connsiteX151" fmla="*/ 367887 w 569137"/>
                <a:gd name="connsiteY151" fmla="*/ 48781 h 398781"/>
                <a:gd name="connsiteX152" fmla="*/ 505791 w 569137"/>
                <a:gd name="connsiteY152" fmla="*/ 104526 h 398781"/>
                <a:gd name="connsiteX153" fmla="*/ 533622 w 569137"/>
                <a:gd name="connsiteY153" fmla="*/ 269262 h 398781"/>
                <a:gd name="connsiteX154" fmla="*/ 533622 w 569137"/>
                <a:gd name="connsiteY154" fmla="*/ 269262 h 3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Lst>
              <a:rect l="l" t="t" r="r" b="b"/>
              <a:pathLst>
                <a:path w="569137" h="398781">
                  <a:moveTo>
                    <a:pt x="532039" y="107443"/>
                  </a:moveTo>
                  <a:cubicBezTo>
                    <a:pt x="511291" y="80695"/>
                    <a:pt x="481127" y="59864"/>
                    <a:pt x="449547" y="48031"/>
                  </a:cubicBezTo>
                  <a:cubicBezTo>
                    <a:pt x="433214" y="41865"/>
                    <a:pt x="415466" y="38366"/>
                    <a:pt x="398051" y="36616"/>
                  </a:cubicBezTo>
                  <a:cubicBezTo>
                    <a:pt x="393885" y="36199"/>
                    <a:pt x="389802" y="36199"/>
                    <a:pt x="385719" y="36366"/>
                  </a:cubicBezTo>
                  <a:cubicBezTo>
                    <a:pt x="385135" y="35199"/>
                    <a:pt x="384219" y="34116"/>
                    <a:pt x="382886" y="33199"/>
                  </a:cubicBezTo>
                  <a:cubicBezTo>
                    <a:pt x="316392" y="-9047"/>
                    <a:pt x="214651" y="-8880"/>
                    <a:pt x="143657" y="21867"/>
                  </a:cubicBezTo>
                  <a:cubicBezTo>
                    <a:pt x="106911" y="37782"/>
                    <a:pt x="74164" y="58864"/>
                    <a:pt x="49916" y="91278"/>
                  </a:cubicBezTo>
                  <a:cubicBezTo>
                    <a:pt x="22585" y="127941"/>
                    <a:pt x="8920" y="167771"/>
                    <a:pt x="2753" y="212683"/>
                  </a:cubicBezTo>
                  <a:cubicBezTo>
                    <a:pt x="170" y="231598"/>
                    <a:pt x="-1080" y="250347"/>
                    <a:pt x="1170" y="269345"/>
                  </a:cubicBezTo>
                  <a:cubicBezTo>
                    <a:pt x="3670" y="290510"/>
                    <a:pt x="4503" y="314008"/>
                    <a:pt x="11003" y="334422"/>
                  </a:cubicBezTo>
                  <a:cubicBezTo>
                    <a:pt x="15752" y="349338"/>
                    <a:pt x="23835" y="360337"/>
                    <a:pt x="34167" y="368003"/>
                  </a:cubicBezTo>
                  <a:cubicBezTo>
                    <a:pt x="37084" y="370752"/>
                    <a:pt x="40167" y="373419"/>
                    <a:pt x="43417" y="375835"/>
                  </a:cubicBezTo>
                  <a:cubicBezTo>
                    <a:pt x="55998" y="385084"/>
                    <a:pt x="70997" y="391084"/>
                    <a:pt x="86246" y="394250"/>
                  </a:cubicBezTo>
                  <a:cubicBezTo>
                    <a:pt x="119326" y="401083"/>
                    <a:pt x="156323" y="398750"/>
                    <a:pt x="189903" y="396500"/>
                  </a:cubicBezTo>
                  <a:cubicBezTo>
                    <a:pt x="258647" y="392001"/>
                    <a:pt x="327891" y="379835"/>
                    <a:pt x="394718" y="363503"/>
                  </a:cubicBezTo>
                  <a:cubicBezTo>
                    <a:pt x="454379" y="348921"/>
                    <a:pt x="517790" y="330339"/>
                    <a:pt x="552370" y="274678"/>
                  </a:cubicBezTo>
                  <a:cubicBezTo>
                    <a:pt x="584201" y="223432"/>
                    <a:pt x="566952" y="152355"/>
                    <a:pt x="532039" y="107443"/>
                  </a:cubicBezTo>
                  <a:lnTo>
                    <a:pt x="532039" y="107443"/>
                  </a:lnTo>
                  <a:close/>
                  <a:moveTo>
                    <a:pt x="9586" y="272928"/>
                  </a:moveTo>
                  <a:cubicBezTo>
                    <a:pt x="-1746" y="191185"/>
                    <a:pt x="37584" y="91528"/>
                    <a:pt x="112160" y="50865"/>
                  </a:cubicBezTo>
                  <a:cubicBezTo>
                    <a:pt x="153490" y="28367"/>
                    <a:pt x="196069" y="16784"/>
                    <a:pt x="243232" y="15201"/>
                  </a:cubicBezTo>
                  <a:cubicBezTo>
                    <a:pt x="282811" y="13868"/>
                    <a:pt x="326974" y="20367"/>
                    <a:pt x="362971" y="39366"/>
                  </a:cubicBezTo>
                  <a:cubicBezTo>
                    <a:pt x="359638" y="40032"/>
                    <a:pt x="356305" y="40782"/>
                    <a:pt x="352888" y="41532"/>
                  </a:cubicBezTo>
                  <a:cubicBezTo>
                    <a:pt x="338806" y="43032"/>
                    <a:pt x="324974" y="45865"/>
                    <a:pt x="311725" y="50198"/>
                  </a:cubicBezTo>
                  <a:cubicBezTo>
                    <a:pt x="307726" y="43615"/>
                    <a:pt x="298644" y="44532"/>
                    <a:pt x="290728" y="43782"/>
                  </a:cubicBezTo>
                  <a:cubicBezTo>
                    <a:pt x="282561" y="43032"/>
                    <a:pt x="278895" y="35116"/>
                    <a:pt x="271229" y="32200"/>
                  </a:cubicBezTo>
                  <a:cubicBezTo>
                    <a:pt x="264230" y="29533"/>
                    <a:pt x="257314" y="30033"/>
                    <a:pt x="250481" y="33116"/>
                  </a:cubicBezTo>
                  <a:cubicBezTo>
                    <a:pt x="242732" y="36616"/>
                    <a:pt x="237899" y="44282"/>
                    <a:pt x="228816" y="45115"/>
                  </a:cubicBezTo>
                  <a:cubicBezTo>
                    <a:pt x="220401" y="45865"/>
                    <a:pt x="213484" y="44615"/>
                    <a:pt x="205235" y="48198"/>
                  </a:cubicBezTo>
                  <a:cubicBezTo>
                    <a:pt x="198319" y="51198"/>
                    <a:pt x="190237" y="56697"/>
                    <a:pt x="187987" y="63530"/>
                  </a:cubicBezTo>
                  <a:cubicBezTo>
                    <a:pt x="186987" y="62780"/>
                    <a:pt x="185987" y="62030"/>
                    <a:pt x="184987" y="61280"/>
                  </a:cubicBezTo>
                  <a:cubicBezTo>
                    <a:pt x="178654" y="56447"/>
                    <a:pt x="172488" y="53448"/>
                    <a:pt x="164572" y="56947"/>
                  </a:cubicBezTo>
                  <a:cubicBezTo>
                    <a:pt x="159822" y="59030"/>
                    <a:pt x="151990" y="68780"/>
                    <a:pt x="150740" y="76612"/>
                  </a:cubicBezTo>
                  <a:cubicBezTo>
                    <a:pt x="150490" y="76529"/>
                    <a:pt x="150240" y="76446"/>
                    <a:pt x="150073" y="76446"/>
                  </a:cubicBezTo>
                  <a:cubicBezTo>
                    <a:pt x="141158" y="74779"/>
                    <a:pt x="133992" y="81695"/>
                    <a:pt x="131909" y="89694"/>
                  </a:cubicBezTo>
                  <a:cubicBezTo>
                    <a:pt x="130492" y="95111"/>
                    <a:pt x="130658" y="100360"/>
                    <a:pt x="131909" y="105276"/>
                  </a:cubicBezTo>
                  <a:cubicBezTo>
                    <a:pt x="130242" y="104026"/>
                    <a:pt x="128575" y="102943"/>
                    <a:pt x="126992" y="102193"/>
                  </a:cubicBezTo>
                  <a:cubicBezTo>
                    <a:pt x="117826" y="98027"/>
                    <a:pt x="107160" y="100693"/>
                    <a:pt x="99328" y="106360"/>
                  </a:cubicBezTo>
                  <a:cubicBezTo>
                    <a:pt x="86329" y="115859"/>
                    <a:pt x="85913" y="132607"/>
                    <a:pt x="95412" y="143356"/>
                  </a:cubicBezTo>
                  <a:cubicBezTo>
                    <a:pt x="59082" y="141940"/>
                    <a:pt x="47749" y="184853"/>
                    <a:pt x="62415" y="212183"/>
                  </a:cubicBezTo>
                  <a:cubicBezTo>
                    <a:pt x="62665" y="212600"/>
                    <a:pt x="62998" y="212933"/>
                    <a:pt x="63414" y="213183"/>
                  </a:cubicBezTo>
                  <a:cubicBezTo>
                    <a:pt x="58165" y="217600"/>
                    <a:pt x="53582" y="219516"/>
                    <a:pt x="47416" y="223432"/>
                  </a:cubicBezTo>
                  <a:cubicBezTo>
                    <a:pt x="36584" y="230182"/>
                    <a:pt x="29751" y="243347"/>
                    <a:pt x="28917" y="255929"/>
                  </a:cubicBezTo>
                  <a:cubicBezTo>
                    <a:pt x="28501" y="262262"/>
                    <a:pt x="29251" y="269595"/>
                    <a:pt x="31751" y="275511"/>
                  </a:cubicBezTo>
                  <a:cubicBezTo>
                    <a:pt x="31584" y="274844"/>
                    <a:pt x="36167" y="283344"/>
                    <a:pt x="36750" y="283344"/>
                  </a:cubicBezTo>
                  <a:cubicBezTo>
                    <a:pt x="36334" y="284344"/>
                    <a:pt x="32001" y="287760"/>
                    <a:pt x="30168" y="289593"/>
                  </a:cubicBezTo>
                  <a:cubicBezTo>
                    <a:pt x="22085" y="297676"/>
                    <a:pt x="18252" y="306842"/>
                    <a:pt x="17419" y="316174"/>
                  </a:cubicBezTo>
                  <a:cubicBezTo>
                    <a:pt x="13336" y="301842"/>
                    <a:pt x="11419" y="286343"/>
                    <a:pt x="9586" y="272928"/>
                  </a:cubicBezTo>
                  <a:lnTo>
                    <a:pt x="9586" y="272928"/>
                  </a:lnTo>
                  <a:close/>
                  <a:moveTo>
                    <a:pt x="69580" y="171520"/>
                  </a:moveTo>
                  <a:cubicBezTo>
                    <a:pt x="73247" y="159521"/>
                    <a:pt x="83996" y="148606"/>
                    <a:pt x="97328" y="149272"/>
                  </a:cubicBezTo>
                  <a:cubicBezTo>
                    <a:pt x="110244" y="149939"/>
                    <a:pt x="115327" y="162105"/>
                    <a:pt x="123826" y="169271"/>
                  </a:cubicBezTo>
                  <a:cubicBezTo>
                    <a:pt x="141741" y="184519"/>
                    <a:pt x="169571" y="200518"/>
                    <a:pt x="193986" y="201434"/>
                  </a:cubicBezTo>
                  <a:cubicBezTo>
                    <a:pt x="192903" y="208934"/>
                    <a:pt x="191986" y="216516"/>
                    <a:pt x="191070" y="224016"/>
                  </a:cubicBezTo>
                  <a:cubicBezTo>
                    <a:pt x="188403" y="218683"/>
                    <a:pt x="184820" y="213933"/>
                    <a:pt x="181487" y="211517"/>
                  </a:cubicBezTo>
                  <a:cubicBezTo>
                    <a:pt x="176071" y="207600"/>
                    <a:pt x="168655" y="206184"/>
                    <a:pt x="162239" y="205017"/>
                  </a:cubicBezTo>
                  <a:cubicBezTo>
                    <a:pt x="150990" y="202934"/>
                    <a:pt x="136991" y="207184"/>
                    <a:pt x="126742" y="203351"/>
                  </a:cubicBezTo>
                  <a:cubicBezTo>
                    <a:pt x="112577" y="198018"/>
                    <a:pt x="101994" y="190519"/>
                    <a:pt x="86246" y="196851"/>
                  </a:cubicBezTo>
                  <a:cubicBezTo>
                    <a:pt x="79996" y="199351"/>
                    <a:pt x="74330" y="203351"/>
                    <a:pt x="69247" y="207767"/>
                  </a:cubicBezTo>
                  <a:cubicBezTo>
                    <a:pt x="71414" y="195935"/>
                    <a:pt x="65914" y="183769"/>
                    <a:pt x="69580" y="171520"/>
                  </a:cubicBezTo>
                  <a:lnTo>
                    <a:pt x="69580" y="171520"/>
                  </a:lnTo>
                  <a:close/>
                  <a:moveTo>
                    <a:pt x="133908" y="168604"/>
                  </a:moveTo>
                  <a:cubicBezTo>
                    <a:pt x="123159" y="161688"/>
                    <a:pt x="115993" y="150272"/>
                    <a:pt x="104744" y="145606"/>
                  </a:cubicBezTo>
                  <a:cubicBezTo>
                    <a:pt x="104744" y="145523"/>
                    <a:pt x="104744" y="145523"/>
                    <a:pt x="104661" y="145439"/>
                  </a:cubicBezTo>
                  <a:cubicBezTo>
                    <a:pt x="101994" y="141190"/>
                    <a:pt x="98744" y="137857"/>
                    <a:pt x="97412" y="132774"/>
                  </a:cubicBezTo>
                  <a:cubicBezTo>
                    <a:pt x="94745" y="123025"/>
                    <a:pt x="98828" y="114775"/>
                    <a:pt x="107660" y="110443"/>
                  </a:cubicBezTo>
                  <a:cubicBezTo>
                    <a:pt x="112327" y="108193"/>
                    <a:pt x="118743" y="107026"/>
                    <a:pt x="123409" y="109693"/>
                  </a:cubicBezTo>
                  <a:cubicBezTo>
                    <a:pt x="126076" y="111192"/>
                    <a:pt x="128242" y="114859"/>
                    <a:pt x="130409" y="117025"/>
                  </a:cubicBezTo>
                  <a:cubicBezTo>
                    <a:pt x="132325" y="119025"/>
                    <a:pt x="134241" y="121025"/>
                    <a:pt x="136325" y="122775"/>
                  </a:cubicBezTo>
                  <a:cubicBezTo>
                    <a:pt x="132825" y="124358"/>
                    <a:pt x="129492" y="127191"/>
                    <a:pt x="126409" y="131607"/>
                  </a:cubicBezTo>
                  <a:cubicBezTo>
                    <a:pt x="118410" y="143273"/>
                    <a:pt x="125492" y="158438"/>
                    <a:pt x="133908" y="168604"/>
                  </a:cubicBezTo>
                  <a:lnTo>
                    <a:pt x="133908" y="168604"/>
                  </a:lnTo>
                  <a:close/>
                  <a:moveTo>
                    <a:pt x="178654" y="188019"/>
                  </a:moveTo>
                  <a:cubicBezTo>
                    <a:pt x="170988" y="183769"/>
                    <a:pt x="163239" y="179686"/>
                    <a:pt x="155989" y="174770"/>
                  </a:cubicBezTo>
                  <a:cubicBezTo>
                    <a:pt x="148074" y="169437"/>
                    <a:pt x="136908" y="159855"/>
                    <a:pt x="134741" y="149856"/>
                  </a:cubicBezTo>
                  <a:cubicBezTo>
                    <a:pt x="133492" y="144189"/>
                    <a:pt x="136075" y="135107"/>
                    <a:pt x="141658" y="131691"/>
                  </a:cubicBezTo>
                  <a:cubicBezTo>
                    <a:pt x="146990" y="128358"/>
                    <a:pt x="156823" y="133940"/>
                    <a:pt x="160906" y="136524"/>
                  </a:cubicBezTo>
                  <a:cubicBezTo>
                    <a:pt x="173488" y="144523"/>
                    <a:pt x="183237" y="155439"/>
                    <a:pt x="194736" y="164604"/>
                  </a:cubicBezTo>
                  <a:cubicBezTo>
                    <a:pt x="196903" y="166354"/>
                    <a:pt x="198986" y="167604"/>
                    <a:pt x="200985" y="168271"/>
                  </a:cubicBezTo>
                  <a:cubicBezTo>
                    <a:pt x="199319" y="174020"/>
                    <a:pt x="197902" y="179936"/>
                    <a:pt x="196819" y="185769"/>
                  </a:cubicBezTo>
                  <a:cubicBezTo>
                    <a:pt x="196403" y="187852"/>
                    <a:pt x="196069" y="189935"/>
                    <a:pt x="195736" y="192019"/>
                  </a:cubicBezTo>
                  <a:cubicBezTo>
                    <a:pt x="189903" y="191102"/>
                    <a:pt x="184237" y="189769"/>
                    <a:pt x="178654" y="188019"/>
                  </a:cubicBezTo>
                  <a:lnTo>
                    <a:pt x="178654" y="188019"/>
                  </a:lnTo>
                  <a:close/>
                  <a:moveTo>
                    <a:pt x="146491" y="121275"/>
                  </a:moveTo>
                  <a:cubicBezTo>
                    <a:pt x="146407" y="121108"/>
                    <a:pt x="146324" y="120858"/>
                    <a:pt x="146157" y="120692"/>
                  </a:cubicBezTo>
                  <a:cubicBezTo>
                    <a:pt x="145074" y="119275"/>
                    <a:pt x="143741" y="117609"/>
                    <a:pt x="142324" y="115942"/>
                  </a:cubicBezTo>
                  <a:cubicBezTo>
                    <a:pt x="139991" y="111109"/>
                    <a:pt x="138241" y="105443"/>
                    <a:pt x="138491" y="100193"/>
                  </a:cubicBezTo>
                  <a:cubicBezTo>
                    <a:pt x="136741" y="92444"/>
                    <a:pt x="141741" y="87945"/>
                    <a:pt x="153323" y="86528"/>
                  </a:cubicBezTo>
                  <a:cubicBezTo>
                    <a:pt x="155240" y="88278"/>
                    <a:pt x="156823" y="90278"/>
                    <a:pt x="158156" y="92527"/>
                  </a:cubicBezTo>
                  <a:cubicBezTo>
                    <a:pt x="163989" y="100527"/>
                    <a:pt x="167488" y="109693"/>
                    <a:pt x="174155" y="117192"/>
                  </a:cubicBezTo>
                  <a:cubicBezTo>
                    <a:pt x="184320" y="128691"/>
                    <a:pt x="196403" y="137440"/>
                    <a:pt x="211234" y="140523"/>
                  </a:cubicBezTo>
                  <a:cubicBezTo>
                    <a:pt x="208651" y="146106"/>
                    <a:pt x="206235" y="151855"/>
                    <a:pt x="204235" y="157688"/>
                  </a:cubicBezTo>
                  <a:cubicBezTo>
                    <a:pt x="187820" y="148772"/>
                    <a:pt x="165572" y="123275"/>
                    <a:pt x="146491" y="121275"/>
                  </a:cubicBezTo>
                  <a:lnTo>
                    <a:pt x="146491" y="121275"/>
                  </a:lnTo>
                  <a:close/>
                  <a:moveTo>
                    <a:pt x="195903" y="124191"/>
                  </a:moveTo>
                  <a:cubicBezTo>
                    <a:pt x="188570" y="119942"/>
                    <a:pt x="181821" y="113859"/>
                    <a:pt x="176654" y="107609"/>
                  </a:cubicBezTo>
                  <a:cubicBezTo>
                    <a:pt x="171572" y="101360"/>
                    <a:pt x="166072" y="88528"/>
                    <a:pt x="158406" y="81362"/>
                  </a:cubicBezTo>
                  <a:cubicBezTo>
                    <a:pt x="160489" y="76362"/>
                    <a:pt x="162739" y="70946"/>
                    <a:pt x="166655" y="67196"/>
                  </a:cubicBezTo>
                  <a:cubicBezTo>
                    <a:pt x="172321" y="61780"/>
                    <a:pt x="177404" y="66363"/>
                    <a:pt x="182404" y="70613"/>
                  </a:cubicBezTo>
                  <a:cubicBezTo>
                    <a:pt x="181487" y="71113"/>
                    <a:pt x="180571" y="71696"/>
                    <a:pt x="179654" y="72446"/>
                  </a:cubicBezTo>
                  <a:cubicBezTo>
                    <a:pt x="163905" y="86111"/>
                    <a:pt x="180154" y="108859"/>
                    <a:pt x="195903" y="124191"/>
                  </a:cubicBezTo>
                  <a:lnTo>
                    <a:pt x="195903" y="124191"/>
                  </a:lnTo>
                  <a:close/>
                  <a:moveTo>
                    <a:pt x="211068" y="130357"/>
                  </a:moveTo>
                  <a:cubicBezTo>
                    <a:pt x="203819" y="123191"/>
                    <a:pt x="197152" y="115025"/>
                    <a:pt x="191486" y="106693"/>
                  </a:cubicBezTo>
                  <a:cubicBezTo>
                    <a:pt x="189237" y="103443"/>
                    <a:pt x="187070" y="99943"/>
                    <a:pt x="185404" y="96360"/>
                  </a:cubicBezTo>
                  <a:cubicBezTo>
                    <a:pt x="180404" y="88861"/>
                    <a:pt x="182820" y="82528"/>
                    <a:pt x="192736" y="77279"/>
                  </a:cubicBezTo>
                  <a:cubicBezTo>
                    <a:pt x="197319" y="78945"/>
                    <a:pt x="201319" y="81528"/>
                    <a:pt x="204652" y="85111"/>
                  </a:cubicBezTo>
                  <a:cubicBezTo>
                    <a:pt x="211651" y="92028"/>
                    <a:pt x="216651" y="101527"/>
                    <a:pt x="221567" y="109943"/>
                  </a:cubicBezTo>
                  <a:cubicBezTo>
                    <a:pt x="222817" y="112109"/>
                    <a:pt x="223983" y="114026"/>
                    <a:pt x="225316" y="115692"/>
                  </a:cubicBezTo>
                  <a:cubicBezTo>
                    <a:pt x="221817" y="120942"/>
                    <a:pt x="218484" y="126441"/>
                    <a:pt x="215567" y="132024"/>
                  </a:cubicBezTo>
                  <a:cubicBezTo>
                    <a:pt x="214068" y="131357"/>
                    <a:pt x="212568" y="130857"/>
                    <a:pt x="211068" y="130357"/>
                  </a:cubicBezTo>
                  <a:lnTo>
                    <a:pt x="211068" y="130357"/>
                  </a:lnTo>
                  <a:close/>
                  <a:moveTo>
                    <a:pt x="222317" y="93944"/>
                  </a:moveTo>
                  <a:cubicBezTo>
                    <a:pt x="217651" y="87861"/>
                    <a:pt x="212984" y="82362"/>
                    <a:pt x="206985" y="77695"/>
                  </a:cubicBezTo>
                  <a:cubicBezTo>
                    <a:pt x="203235" y="74779"/>
                    <a:pt x="198569" y="71613"/>
                    <a:pt x="193820" y="70113"/>
                  </a:cubicBezTo>
                  <a:cubicBezTo>
                    <a:pt x="195319" y="60697"/>
                    <a:pt x="210068" y="56031"/>
                    <a:pt x="217317" y="55197"/>
                  </a:cubicBezTo>
                  <a:cubicBezTo>
                    <a:pt x="223233" y="54531"/>
                    <a:pt x="228650" y="56781"/>
                    <a:pt x="234316" y="56447"/>
                  </a:cubicBezTo>
                  <a:cubicBezTo>
                    <a:pt x="241982" y="56031"/>
                    <a:pt x="245648" y="51865"/>
                    <a:pt x="252231" y="48365"/>
                  </a:cubicBezTo>
                  <a:cubicBezTo>
                    <a:pt x="263396" y="42449"/>
                    <a:pt x="270062" y="51781"/>
                    <a:pt x="279562" y="55531"/>
                  </a:cubicBezTo>
                  <a:cubicBezTo>
                    <a:pt x="285061" y="57697"/>
                    <a:pt x="291977" y="55031"/>
                    <a:pt x="297810" y="55364"/>
                  </a:cubicBezTo>
                  <a:cubicBezTo>
                    <a:pt x="276312" y="64530"/>
                    <a:pt x="256397" y="78195"/>
                    <a:pt x="239315" y="97527"/>
                  </a:cubicBezTo>
                  <a:cubicBezTo>
                    <a:pt x="236566" y="100610"/>
                    <a:pt x="233983" y="103943"/>
                    <a:pt x="231400" y="107276"/>
                  </a:cubicBezTo>
                  <a:cubicBezTo>
                    <a:pt x="227900" y="103027"/>
                    <a:pt x="224983" y="97527"/>
                    <a:pt x="222317" y="93944"/>
                  </a:cubicBezTo>
                  <a:lnTo>
                    <a:pt x="222317" y="93944"/>
                  </a:lnTo>
                  <a:close/>
                  <a:moveTo>
                    <a:pt x="68747" y="364836"/>
                  </a:moveTo>
                  <a:cubicBezTo>
                    <a:pt x="55249" y="364586"/>
                    <a:pt x="45166" y="360253"/>
                    <a:pt x="37417" y="353337"/>
                  </a:cubicBezTo>
                  <a:cubicBezTo>
                    <a:pt x="33667" y="346838"/>
                    <a:pt x="29584" y="340505"/>
                    <a:pt x="27501" y="333089"/>
                  </a:cubicBezTo>
                  <a:cubicBezTo>
                    <a:pt x="24918" y="323757"/>
                    <a:pt x="25001" y="314674"/>
                    <a:pt x="29417" y="305842"/>
                  </a:cubicBezTo>
                  <a:cubicBezTo>
                    <a:pt x="32917" y="298842"/>
                    <a:pt x="39750" y="295343"/>
                    <a:pt x="43583" y="289176"/>
                  </a:cubicBezTo>
                  <a:cubicBezTo>
                    <a:pt x="47083" y="283677"/>
                    <a:pt x="45833" y="282760"/>
                    <a:pt x="44500" y="277011"/>
                  </a:cubicBezTo>
                  <a:cubicBezTo>
                    <a:pt x="41000" y="262512"/>
                    <a:pt x="39833" y="245680"/>
                    <a:pt x="55332" y="237181"/>
                  </a:cubicBezTo>
                  <a:cubicBezTo>
                    <a:pt x="63248" y="232848"/>
                    <a:pt x="68997" y="232015"/>
                    <a:pt x="75330" y="225099"/>
                  </a:cubicBezTo>
                  <a:cubicBezTo>
                    <a:pt x="80580" y="219433"/>
                    <a:pt x="85246" y="212517"/>
                    <a:pt x="92745" y="209434"/>
                  </a:cubicBezTo>
                  <a:cubicBezTo>
                    <a:pt x="102494" y="205434"/>
                    <a:pt x="109827" y="208517"/>
                    <a:pt x="118826" y="211517"/>
                  </a:cubicBezTo>
                  <a:cubicBezTo>
                    <a:pt x="123826" y="213183"/>
                    <a:pt x="129408" y="214933"/>
                    <a:pt x="134825" y="214850"/>
                  </a:cubicBezTo>
                  <a:cubicBezTo>
                    <a:pt x="144074" y="214600"/>
                    <a:pt x="150407" y="211100"/>
                    <a:pt x="159906" y="213933"/>
                  </a:cubicBezTo>
                  <a:cubicBezTo>
                    <a:pt x="170655" y="217100"/>
                    <a:pt x="180821" y="227599"/>
                    <a:pt x="181321" y="239598"/>
                  </a:cubicBezTo>
                  <a:cubicBezTo>
                    <a:pt x="181487" y="244097"/>
                    <a:pt x="184987" y="246180"/>
                    <a:pt x="188403" y="245847"/>
                  </a:cubicBezTo>
                  <a:cubicBezTo>
                    <a:pt x="185404" y="266262"/>
                    <a:pt x="181154" y="286260"/>
                    <a:pt x="171655" y="305758"/>
                  </a:cubicBezTo>
                  <a:cubicBezTo>
                    <a:pt x="152240" y="345421"/>
                    <a:pt x="112160" y="365670"/>
                    <a:pt x="68747" y="364836"/>
                  </a:cubicBezTo>
                  <a:lnTo>
                    <a:pt x="68747" y="364836"/>
                  </a:lnTo>
                  <a:close/>
                  <a:moveTo>
                    <a:pt x="533622" y="269262"/>
                  </a:moveTo>
                  <a:cubicBezTo>
                    <a:pt x="499375" y="320340"/>
                    <a:pt x="438381" y="335256"/>
                    <a:pt x="382386" y="348754"/>
                  </a:cubicBezTo>
                  <a:cubicBezTo>
                    <a:pt x="323724" y="362920"/>
                    <a:pt x="263980" y="373419"/>
                    <a:pt x="203902" y="379335"/>
                  </a:cubicBezTo>
                  <a:cubicBezTo>
                    <a:pt x="170322" y="382585"/>
                    <a:pt x="134825" y="384918"/>
                    <a:pt x="101078" y="382085"/>
                  </a:cubicBezTo>
                  <a:cubicBezTo>
                    <a:pt x="96661" y="381751"/>
                    <a:pt x="92162" y="381168"/>
                    <a:pt x="87663" y="380335"/>
                  </a:cubicBezTo>
                  <a:cubicBezTo>
                    <a:pt x="88329" y="380252"/>
                    <a:pt x="88996" y="380252"/>
                    <a:pt x="89662" y="380168"/>
                  </a:cubicBezTo>
                  <a:cubicBezTo>
                    <a:pt x="128992" y="375335"/>
                    <a:pt x="164905" y="355254"/>
                    <a:pt x="183654" y="319507"/>
                  </a:cubicBezTo>
                  <a:cubicBezTo>
                    <a:pt x="192486" y="302592"/>
                    <a:pt x="199819" y="283677"/>
                    <a:pt x="202902" y="264762"/>
                  </a:cubicBezTo>
                  <a:cubicBezTo>
                    <a:pt x="206735" y="240931"/>
                    <a:pt x="207402" y="216600"/>
                    <a:pt x="211318" y="192768"/>
                  </a:cubicBezTo>
                  <a:cubicBezTo>
                    <a:pt x="219150" y="144523"/>
                    <a:pt x="245648" y="104360"/>
                    <a:pt x="285561" y="76779"/>
                  </a:cubicBezTo>
                  <a:cubicBezTo>
                    <a:pt x="309642" y="60114"/>
                    <a:pt x="338390" y="51781"/>
                    <a:pt x="367887" y="48781"/>
                  </a:cubicBezTo>
                  <a:cubicBezTo>
                    <a:pt x="418549" y="49448"/>
                    <a:pt x="469795" y="68280"/>
                    <a:pt x="505791" y="104526"/>
                  </a:cubicBezTo>
                  <a:cubicBezTo>
                    <a:pt x="545455" y="144606"/>
                    <a:pt x="567203" y="219183"/>
                    <a:pt x="533622" y="269262"/>
                  </a:cubicBezTo>
                  <a:lnTo>
                    <a:pt x="533622" y="269262"/>
                  </a:lnTo>
                  <a:close/>
                </a:path>
              </a:pathLst>
            </a:custGeom>
            <a:grpFill/>
            <a:ln w="8332" cap="flat">
              <a:noFill/>
              <a:prstDash val="solid"/>
              <a:miter/>
            </a:ln>
          </p:spPr>
          <p:txBody>
            <a:bodyPr rtlCol="0" anchor="ctr"/>
            <a:lstStyle/>
            <a:p>
              <a:endParaRPr lang="en-US"/>
            </a:p>
          </p:txBody>
        </p:sp>
        <p:sp>
          <p:nvSpPr>
            <p:cNvPr id="2171" name="Freeform: Shape 2170"/>
            <p:cNvSpPr/>
            <p:nvPr/>
          </p:nvSpPr>
          <p:spPr>
            <a:xfrm>
              <a:off x="6861880" y="182166"/>
              <a:ext cx="119725" cy="261481"/>
            </a:xfrm>
            <a:custGeom>
              <a:avLst/>
              <a:gdLst>
                <a:gd name="connsiteX0" fmla="*/ 115846 w 119725"/>
                <a:gd name="connsiteY0" fmla="*/ 411 h 261481"/>
                <a:gd name="connsiteX1" fmla="*/ 45102 w 119725"/>
                <a:gd name="connsiteY1" fmla="*/ 117234 h 261481"/>
                <a:gd name="connsiteX2" fmla="*/ 32853 w 119725"/>
                <a:gd name="connsiteY2" fmla="*/ 189061 h 261481"/>
                <a:gd name="connsiteX3" fmla="*/ 106 w 119725"/>
                <a:gd name="connsiteY3" fmla="*/ 260638 h 261481"/>
                <a:gd name="connsiteX4" fmla="*/ 1023 w 119725"/>
                <a:gd name="connsiteY4" fmla="*/ 261304 h 261481"/>
                <a:gd name="connsiteX5" fmla="*/ 53351 w 119725"/>
                <a:gd name="connsiteY5" fmla="*/ 144565 h 261481"/>
                <a:gd name="connsiteX6" fmla="*/ 119012 w 119725"/>
                <a:gd name="connsiteY6" fmla="*/ 4161 h 261481"/>
                <a:gd name="connsiteX7" fmla="*/ 115846 w 119725"/>
                <a:gd name="connsiteY7" fmla="*/ 411 h 261481"/>
                <a:gd name="connsiteX8" fmla="*/ 115846 w 119725"/>
                <a:gd name="connsiteY8" fmla="*/ 411 h 261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725" h="261481">
                  <a:moveTo>
                    <a:pt x="115846" y="411"/>
                  </a:moveTo>
                  <a:cubicBezTo>
                    <a:pt x="77266" y="29825"/>
                    <a:pt x="52018" y="68905"/>
                    <a:pt x="45102" y="117234"/>
                  </a:cubicBezTo>
                  <a:cubicBezTo>
                    <a:pt x="41602" y="141649"/>
                    <a:pt x="38853" y="165230"/>
                    <a:pt x="32853" y="189061"/>
                  </a:cubicBezTo>
                  <a:cubicBezTo>
                    <a:pt x="26187" y="215392"/>
                    <a:pt x="16188" y="238723"/>
                    <a:pt x="106" y="260638"/>
                  </a:cubicBezTo>
                  <a:cubicBezTo>
                    <a:pt x="-310" y="261138"/>
                    <a:pt x="606" y="261804"/>
                    <a:pt x="1023" y="261304"/>
                  </a:cubicBezTo>
                  <a:cubicBezTo>
                    <a:pt x="30353" y="228974"/>
                    <a:pt x="49102" y="188311"/>
                    <a:pt x="53351" y="144565"/>
                  </a:cubicBezTo>
                  <a:cubicBezTo>
                    <a:pt x="58767" y="88987"/>
                    <a:pt x="75099" y="40824"/>
                    <a:pt x="119012" y="4161"/>
                  </a:cubicBezTo>
                  <a:cubicBezTo>
                    <a:pt x="121095" y="2578"/>
                    <a:pt x="118179" y="-1255"/>
                    <a:pt x="115846" y="411"/>
                  </a:cubicBezTo>
                  <a:lnTo>
                    <a:pt x="115846" y="411"/>
                  </a:lnTo>
                  <a:close/>
                </a:path>
              </a:pathLst>
            </a:custGeom>
            <a:grpFill/>
            <a:ln w="8332" cap="flat">
              <a:noFill/>
              <a:prstDash val="solid"/>
              <a:miter/>
            </a:ln>
          </p:spPr>
          <p:txBody>
            <a:bodyPr rtlCol="0" anchor="ctr"/>
            <a:lstStyle/>
            <a:p>
              <a:endParaRPr lang="en-US"/>
            </a:p>
          </p:txBody>
        </p:sp>
        <p:sp>
          <p:nvSpPr>
            <p:cNvPr id="2172" name="Freeform: Shape 2171"/>
            <p:cNvSpPr/>
            <p:nvPr/>
          </p:nvSpPr>
          <p:spPr>
            <a:xfrm>
              <a:off x="6699999" y="122240"/>
              <a:ext cx="193950" cy="197106"/>
            </a:xfrm>
            <a:custGeom>
              <a:avLst/>
              <a:gdLst>
                <a:gd name="connsiteX0" fmla="*/ 191401 w 193950"/>
                <a:gd name="connsiteY0" fmla="*/ 9 h 197106"/>
                <a:gd name="connsiteX1" fmla="*/ 64663 w 193950"/>
                <a:gd name="connsiteY1" fmla="*/ 60754 h 197106"/>
                <a:gd name="connsiteX2" fmla="*/ 19917 w 193950"/>
                <a:gd name="connsiteY2" fmla="*/ 123248 h 197106"/>
                <a:gd name="connsiteX3" fmla="*/ 3751 w 193950"/>
                <a:gd name="connsiteY3" fmla="*/ 159662 h 197106"/>
                <a:gd name="connsiteX4" fmla="*/ 2 w 193950"/>
                <a:gd name="connsiteY4" fmla="*/ 195575 h 197106"/>
                <a:gd name="connsiteX5" fmla="*/ 3168 w 193950"/>
                <a:gd name="connsiteY5" fmla="*/ 195575 h 197106"/>
                <a:gd name="connsiteX6" fmla="*/ 192068 w 193950"/>
                <a:gd name="connsiteY6" fmla="*/ 5092 h 197106"/>
                <a:gd name="connsiteX7" fmla="*/ 191401 w 193950"/>
                <a:gd name="connsiteY7" fmla="*/ 9 h 197106"/>
                <a:gd name="connsiteX8" fmla="*/ 191401 w 193950"/>
                <a:gd name="connsiteY8" fmla="*/ 9 h 197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3950" h="197106">
                  <a:moveTo>
                    <a:pt x="191401" y="9"/>
                  </a:moveTo>
                  <a:cubicBezTo>
                    <a:pt x="143822" y="3759"/>
                    <a:pt x="98576" y="27424"/>
                    <a:pt x="64663" y="60754"/>
                  </a:cubicBezTo>
                  <a:cubicBezTo>
                    <a:pt x="46498" y="78669"/>
                    <a:pt x="31999" y="100917"/>
                    <a:pt x="19917" y="123248"/>
                  </a:cubicBezTo>
                  <a:cubicBezTo>
                    <a:pt x="13584" y="134997"/>
                    <a:pt x="7584" y="146829"/>
                    <a:pt x="3751" y="159662"/>
                  </a:cubicBezTo>
                  <a:cubicBezTo>
                    <a:pt x="85" y="171744"/>
                    <a:pt x="418" y="183076"/>
                    <a:pt x="2" y="195575"/>
                  </a:cubicBezTo>
                  <a:cubicBezTo>
                    <a:pt x="-82" y="197658"/>
                    <a:pt x="2918" y="197575"/>
                    <a:pt x="3168" y="195575"/>
                  </a:cubicBezTo>
                  <a:cubicBezTo>
                    <a:pt x="14084" y="103750"/>
                    <a:pt x="102826" y="21174"/>
                    <a:pt x="192068" y="5092"/>
                  </a:cubicBezTo>
                  <a:cubicBezTo>
                    <a:pt x="194984" y="4592"/>
                    <a:pt x="194318" y="-241"/>
                    <a:pt x="191401" y="9"/>
                  </a:cubicBezTo>
                  <a:lnTo>
                    <a:pt x="191401" y="9"/>
                  </a:lnTo>
                  <a:close/>
                </a:path>
              </a:pathLst>
            </a:custGeom>
            <a:grpFill/>
            <a:ln w="8332" cap="flat">
              <a:noFill/>
              <a:prstDash val="solid"/>
              <a:miter/>
            </a:ln>
          </p:spPr>
          <p:txBody>
            <a:bodyPr rtlCol="0" anchor="ctr"/>
            <a:lstStyle/>
            <a:p>
              <a:endParaRPr lang="en-US"/>
            </a:p>
          </p:txBody>
        </p:sp>
        <p:sp>
          <p:nvSpPr>
            <p:cNvPr id="2173" name="Freeform: Shape 2172"/>
            <p:cNvSpPr/>
            <p:nvPr/>
          </p:nvSpPr>
          <p:spPr>
            <a:xfrm>
              <a:off x="6728504" y="332803"/>
              <a:ext cx="74466" cy="114275"/>
            </a:xfrm>
            <a:custGeom>
              <a:avLst/>
              <a:gdLst>
                <a:gd name="connsiteX0" fmla="*/ 72988 w 74466"/>
                <a:gd name="connsiteY0" fmla="*/ 2344 h 114275"/>
                <a:gd name="connsiteX1" fmla="*/ 29158 w 74466"/>
                <a:gd name="connsiteY1" fmla="*/ 17760 h 114275"/>
                <a:gd name="connsiteX2" fmla="*/ 21659 w 74466"/>
                <a:gd name="connsiteY2" fmla="*/ 38924 h 114275"/>
                <a:gd name="connsiteX3" fmla="*/ 23742 w 74466"/>
                <a:gd name="connsiteY3" fmla="*/ 48673 h 114275"/>
                <a:gd name="connsiteX4" fmla="*/ 26909 w 74466"/>
                <a:gd name="connsiteY4" fmla="*/ 54340 h 114275"/>
                <a:gd name="connsiteX5" fmla="*/ 24908 w 74466"/>
                <a:gd name="connsiteY5" fmla="*/ 55756 h 114275"/>
                <a:gd name="connsiteX6" fmla="*/ 3411 w 74466"/>
                <a:gd name="connsiteY6" fmla="*/ 74921 h 114275"/>
                <a:gd name="connsiteX7" fmla="*/ 911 w 74466"/>
                <a:gd name="connsiteY7" fmla="*/ 96836 h 114275"/>
                <a:gd name="connsiteX8" fmla="*/ 36325 w 74466"/>
                <a:gd name="connsiteY8" fmla="*/ 109501 h 114275"/>
                <a:gd name="connsiteX9" fmla="*/ 33575 w 74466"/>
                <a:gd name="connsiteY9" fmla="*/ 102919 h 114275"/>
                <a:gd name="connsiteX10" fmla="*/ 10077 w 74466"/>
                <a:gd name="connsiteY10" fmla="*/ 82254 h 114275"/>
                <a:gd name="connsiteX11" fmla="*/ 26825 w 74466"/>
                <a:gd name="connsiteY11" fmla="*/ 64005 h 114275"/>
                <a:gd name="connsiteX12" fmla="*/ 37407 w 74466"/>
                <a:gd name="connsiteY12" fmla="*/ 55006 h 114275"/>
                <a:gd name="connsiteX13" fmla="*/ 35741 w 74466"/>
                <a:gd name="connsiteY13" fmla="*/ 51173 h 114275"/>
                <a:gd name="connsiteX14" fmla="*/ 32075 w 74466"/>
                <a:gd name="connsiteY14" fmla="*/ 28509 h 114275"/>
                <a:gd name="connsiteX15" fmla="*/ 71904 w 74466"/>
                <a:gd name="connsiteY15" fmla="*/ 6344 h 114275"/>
                <a:gd name="connsiteX16" fmla="*/ 72988 w 74466"/>
                <a:gd name="connsiteY16" fmla="*/ 2344 h 114275"/>
                <a:gd name="connsiteX17" fmla="*/ 72988 w 74466"/>
                <a:gd name="connsiteY17" fmla="*/ 2344 h 114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4466" h="114275">
                  <a:moveTo>
                    <a:pt x="72988" y="2344"/>
                  </a:moveTo>
                  <a:cubicBezTo>
                    <a:pt x="54573" y="-3572"/>
                    <a:pt x="40574" y="1761"/>
                    <a:pt x="29158" y="17760"/>
                  </a:cubicBezTo>
                  <a:cubicBezTo>
                    <a:pt x="24742" y="23926"/>
                    <a:pt x="21492" y="31175"/>
                    <a:pt x="21659" y="38924"/>
                  </a:cubicBezTo>
                  <a:cubicBezTo>
                    <a:pt x="21743" y="42424"/>
                    <a:pt x="22409" y="45424"/>
                    <a:pt x="23742" y="48673"/>
                  </a:cubicBezTo>
                  <a:cubicBezTo>
                    <a:pt x="24659" y="50673"/>
                    <a:pt x="25742" y="52506"/>
                    <a:pt x="26909" y="54340"/>
                  </a:cubicBezTo>
                  <a:cubicBezTo>
                    <a:pt x="26409" y="54173"/>
                    <a:pt x="25742" y="54590"/>
                    <a:pt x="24908" y="55756"/>
                  </a:cubicBezTo>
                  <a:cubicBezTo>
                    <a:pt x="17826" y="62589"/>
                    <a:pt x="8410" y="65672"/>
                    <a:pt x="3411" y="74921"/>
                  </a:cubicBezTo>
                  <a:cubicBezTo>
                    <a:pt x="-256" y="81671"/>
                    <a:pt x="-756" y="89420"/>
                    <a:pt x="911" y="96836"/>
                  </a:cubicBezTo>
                  <a:cubicBezTo>
                    <a:pt x="5244" y="116667"/>
                    <a:pt x="20742" y="117584"/>
                    <a:pt x="36325" y="109501"/>
                  </a:cubicBezTo>
                  <a:cubicBezTo>
                    <a:pt x="39908" y="107668"/>
                    <a:pt x="37407" y="101669"/>
                    <a:pt x="33575" y="102919"/>
                  </a:cubicBezTo>
                  <a:cubicBezTo>
                    <a:pt x="18493" y="107918"/>
                    <a:pt x="5910" y="96919"/>
                    <a:pt x="10077" y="82254"/>
                  </a:cubicBezTo>
                  <a:cubicBezTo>
                    <a:pt x="12076" y="75421"/>
                    <a:pt x="20826" y="67505"/>
                    <a:pt x="26825" y="64005"/>
                  </a:cubicBezTo>
                  <a:cubicBezTo>
                    <a:pt x="31658" y="61172"/>
                    <a:pt x="37158" y="61339"/>
                    <a:pt x="37407" y="55006"/>
                  </a:cubicBezTo>
                  <a:cubicBezTo>
                    <a:pt x="37491" y="53256"/>
                    <a:pt x="36074" y="52590"/>
                    <a:pt x="35741" y="51173"/>
                  </a:cubicBezTo>
                  <a:cubicBezTo>
                    <a:pt x="33408" y="42757"/>
                    <a:pt x="28742" y="38258"/>
                    <a:pt x="32075" y="28509"/>
                  </a:cubicBezTo>
                  <a:cubicBezTo>
                    <a:pt x="38074" y="10927"/>
                    <a:pt x="54156" y="1511"/>
                    <a:pt x="71904" y="6344"/>
                  </a:cubicBezTo>
                  <a:cubicBezTo>
                    <a:pt x="74487" y="7011"/>
                    <a:pt x="75571" y="3094"/>
                    <a:pt x="72988" y="2344"/>
                  </a:cubicBezTo>
                  <a:lnTo>
                    <a:pt x="72988" y="2344"/>
                  </a:lnTo>
                  <a:close/>
                </a:path>
              </a:pathLst>
            </a:custGeom>
            <a:grpFill/>
            <a:ln w="8332" cap="flat">
              <a:noFill/>
              <a:prstDash val="solid"/>
              <a:miter/>
            </a:ln>
          </p:spPr>
          <p:txBody>
            <a:bodyPr rtlCol="0" anchor="ctr"/>
            <a:lstStyle/>
            <a:p>
              <a:endParaRPr lang="en-US"/>
            </a:p>
          </p:txBody>
        </p:sp>
        <p:sp>
          <p:nvSpPr>
            <p:cNvPr id="2174" name="Freeform: Shape 2173"/>
            <p:cNvSpPr/>
            <p:nvPr/>
          </p:nvSpPr>
          <p:spPr>
            <a:xfrm>
              <a:off x="6774382" y="377342"/>
              <a:ext cx="29964" cy="39012"/>
            </a:xfrm>
            <a:custGeom>
              <a:avLst/>
              <a:gdLst>
                <a:gd name="connsiteX0" fmla="*/ 25860 w 29964"/>
                <a:gd name="connsiteY0" fmla="*/ 28132 h 39012"/>
                <a:gd name="connsiteX1" fmla="*/ 9945 w 29964"/>
                <a:gd name="connsiteY1" fmla="*/ 26549 h 39012"/>
                <a:gd name="connsiteX2" fmla="*/ 11945 w 29964"/>
                <a:gd name="connsiteY2" fmla="*/ 13800 h 39012"/>
                <a:gd name="connsiteX3" fmla="*/ 19194 w 29964"/>
                <a:gd name="connsiteY3" fmla="*/ 2801 h 39012"/>
                <a:gd name="connsiteX4" fmla="*/ 16278 w 29964"/>
                <a:gd name="connsiteY4" fmla="*/ 551 h 39012"/>
                <a:gd name="connsiteX5" fmla="*/ 1529 w 29964"/>
                <a:gd name="connsiteY5" fmla="*/ 32298 h 39012"/>
                <a:gd name="connsiteX6" fmla="*/ 27944 w 29964"/>
                <a:gd name="connsiteY6" fmla="*/ 35714 h 39012"/>
                <a:gd name="connsiteX7" fmla="*/ 25860 w 29964"/>
                <a:gd name="connsiteY7" fmla="*/ 28132 h 39012"/>
                <a:gd name="connsiteX8" fmla="*/ 25860 w 29964"/>
                <a:gd name="connsiteY8" fmla="*/ 28132 h 39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964" h="39012">
                  <a:moveTo>
                    <a:pt x="25860" y="28132"/>
                  </a:moveTo>
                  <a:cubicBezTo>
                    <a:pt x="21944" y="28382"/>
                    <a:pt x="12862" y="29798"/>
                    <a:pt x="9945" y="26549"/>
                  </a:cubicBezTo>
                  <a:cubicBezTo>
                    <a:pt x="7278" y="23549"/>
                    <a:pt x="10445" y="16799"/>
                    <a:pt x="11945" y="13800"/>
                  </a:cubicBezTo>
                  <a:cubicBezTo>
                    <a:pt x="13862" y="9800"/>
                    <a:pt x="16611" y="6384"/>
                    <a:pt x="19194" y="2801"/>
                  </a:cubicBezTo>
                  <a:cubicBezTo>
                    <a:pt x="20361" y="1134"/>
                    <a:pt x="17611" y="-1032"/>
                    <a:pt x="16278" y="551"/>
                  </a:cubicBezTo>
                  <a:cubicBezTo>
                    <a:pt x="10195" y="7967"/>
                    <a:pt x="-4804" y="21549"/>
                    <a:pt x="1529" y="32298"/>
                  </a:cubicBezTo>
                  <a:cubicBezTo>
                    <a:pt x="7112" y="41881"/>
                    <a:pt x="19611" y="39464"/>
                    <a:pt x="27944" y="35714"/>
                  </a:cubicBezTo>
                  <a:cubicBezTo>
                    <a:pt x="31693" y="34048"/>
                    <a:pt x="29777" y="27882"/>
                    <a:pt x="25860" y="28132"/>
                  </a:cubicBezTo>
                  <a:lnTo>
                    <a:pt x="25860" y="28132"/>
                  </a:lnTo>
                  <a:close/>
                </a:path>
              </a:pathLst>
            </a:custGeom>
            <a:grpFill/>
            <a:ln w="8332" cap="flat">
              <a:noFill/>
              <a:prstDash val="solid"/>
              <a:miter/>
            </a:ln>
          </p:spPr>
          <p:txBody>
            <a:bodyPr rtlCol="0" anchor="ctr"/>
            <a:lstStyle/>
            <a:p>
              <a:endParaRPr lang="en-US"/>
            </a:p>
          </p:txBody>
        </p:sp>
        <p:sp>
          <p:nvSpPr>
            <p:cNvPr id="2175" name="Freeform: Shape 2174"/>
            <p:cNvSpPr/>
            <p:nvPr/>
          </p:nvSpPr>
          <p:spPr>
            <a:xfrm>
              <a:off x="6807253" y="341029"/>
              <a:ext cx="23835" cy="35287"/>
            </a:xfrm>
            <a:custGeom>
              <a:avLst/>
              <a:gdLst>
                <a:gd name="connsiteX0" fmla="*/ 20987 w 23835"/>
                <a:gd name="connsiteY0" fmla="*/ 27365 h 35287"/>
                <a:gd name="connsiteX1" fmla="*/ 9404 w 23835"/>
                <a:gd name="connsiteY1" fmla="*/ 21032 h 35287"/>
                <a:gd name="connsiteX2" fmla="*/ 13071 w 23835"/>
                <a:gd name="connsiteY2" fmla="*/ 3784 h 35287"/>
                <a:gd name="connsiteX3" fmla="*/ 7571 w 23835"/>
                <a:gd name="connsiteY3" fmla="*/ 1451 h 35287"/>
                <a:gd name="connsiteX4" fmla="*/ 988 w 23835"/>
                <a:gd name="connsiteY4" fmla="*/ 26532 h 35287"/>
                <a:gd name="connsiteX5" fmla="*/ 19820 w 23835"/>
                <a:gd name="connsiteY5" fmla="*/ 35281 h 35287"/>
                <a:gd name="connsiteX6" fmla="*/ 20987 w 23835"/>
                <a:gd name="connsiteY6" fmla="*/ 27365 h 35287"/>
                <a:gd name="connsiteX7" fmla="*/ 20987 w 23835"/>
                <a:gd name="connsiteY7" fmla="*/ 27365 h 35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35" h="35287">
                  <a:moveTo>
                    <a:pt x="20987" y="27365"/>
                  </a:moveTo>
                  <a:cubicBezTo>
                    <a:pt x="16987" y="25865"/>
                    <a:pt x="11071" y="25532"/>
                    <a:pt x="9404" y="21032"/>
                  </a:cubicBezTo>
                  <a:cubicBezTo>
                    <a:pt x="7405" y="15700"/>
                    <a:pt x="11404" y="8784"/>
                    <a:pt x="13071" y="3784"/>
                  </a:cubicBezTo>
                  <a:cubicBezTo>
                    <a:pt x="14154" y="534"/>
                    <a:pt x="9155" y="-1549"/>
                    <a:pt x="7571" y="1451"/>
                  </a:cubicBezTo>
                  <a:cubicBezTo>
                    <a:pt x="3488" y="9117"/>
                    <a:pt x="-2344" y="17533"/>
                    <a:pt x="988" y="26532"/>
                  </a:cubicBezTo>
                  <a:cubicBezTo>
                    <a:pt x="3988" y="34698"/>
                    <a:pt x="12404" y="35365"/>
                    <a:pt x="19820" y="35281"/>
                  </a:cubicBezTo>
                  <a:cubicBezTo>
                    <a:pt x="24736" y="35365"/>
                    <a:pt x="25153" y="28865"/>
                    <a:pt x="20987" y="27365"/>
                  </a:cubicBezTo>
                  <a:lnTo>
                    <a:pt x="20987" y="27365"/>
                  </a:lnTo>
                  <a:close/>
                </a:path>
              </a:pathLst>
            </a:custGeom>
            <a:grpFill/>
            <a:ln w="8332" cap="flat">
              <a:noFill/>
              <a:prstDash val="solid"/>
              <a:miter/>
            </a:ln>
          </p:spPr>
          <p:txBody>
            <a:bodyPr rtlCol="0" anchor="ctr"/>
            <a:lstStyle/>
            <a:p>
              <a:endParaRPr lang="en-US"/>
            </a:p>
          </p:txBody>
        </p:sp>
        <p:sp>
          <p:nvSpPr>
            <p:cNvPr id="2176" name="Freeform: Shape 2175"/>
            <p:cNvSpPr/>
            <p:nvPr/>
          </p:nvSpPr>
          <p:spPr>
            <a:xfrm>
              <a:off x="9899094" y="1611932"/>
              <a:ext cx="440326" cy="566532"/>
            </a:xfrm>
            <a:custGeom>
              <a:avLst/>
              <a:gdLst>
                <a:gd name="connsiteX0" fmla="*/ 422331 w 440326"/>
                <a:gd name="connsiteY0" fmla="*/ 375649 h 566532"/>
                <a:gd name="connsiteX1" fmla="*/ 423247 w 440326"/>
                <a:gd name="connsiteY1" fmla="*/ 374983 h 566532"/>
                <a:gd name="connsiteX2" fmla="*/ 422414 w 440326"/>
                <a:gd name="connsiteY2" fmla="*/ 271659 h 566532"/>
                <a:gd name="connsiteX3" fmla="*/ 383668 w 440326"/>
                <a:gd name="connsiteY3" fmla="*/ 227163 h 566532"/>
                <a:gd name="connsiteX4" fmla="*/ 317257 w 440326"/>
                <a:gd name="connsiteY4" fmla="*/ 194915 h 566532"/>
                <a:gd name="connsiteX5" fmla="*/ 212933 w 440326"/>
                <a:gd name="connsiteY5" fmla="*/ 81842 h 566532"/>
                <a:gd name="connsiteX6" fmla="*/ 155355 w 440326"/>
                <a:gd name="connsiteY6" fmla="*/ 433 h 566532"/>
                <a:gd name="connsiteX7" fmla="*/ 107025 w 440326"/>
                <a:gd name="connsiteY7" fmla="*/ 28431 h 566532"/>
                <a:gd name="connsiteX8" fmla="*/ 123024 w 440326"/>
                <a:gd name="connsiteY8" fmla="*/ 67010 h 566532"/>
                <a:gd name="connsiteX9" fmla="*/ 140356 w 440326"/>
                <a:gd name="connsiteY9" fmla="*/ 181917 h 566532"/>
                <a:gd name="connsiteX10" fmla="*/ 47864 w 440326"/>
                <a:gd name="connsiteY10" fmla="*/ 276158 h 566532"/>
                <a:gd name="connsiteX11" fmla="*/ 43032 w 440326"/>
                <a:gd name="connsiteY11" fmla="*/ 478140 h 566532"/>
                <a:gd name="connsiteX12" fmla="*/ 45115 w 440326"/>
                <a:gd name="connsiteY12" fmla="*/ 479056 h 566532"/>
                <a:gd name="connsiteX13" fmla="*/ 48114 w 440326"/>
                <a:gd name="connsiteY13" fmla="*/ 493305 h 566532"/>
                <a:gd name="connsiteX14" fmla="*/ 196351 w 440326"/>
                <a:gd name="connsiteY14" fmla="*/ 551217 h 566532"/>
                <a:gd name="connsiteX15" fmla="*/ 199850 w 440326"/>
                <a:gd name="connsiteY15" fmla="*/ 545134 h 566532"/>
                <a:gd name="connsiteX16" fmla="*/ 264261 w 440326"/>
                <a:gd name="connsiteY16" fmla="*/ 566215 h 566532"/>
                <a:gd name="connsiteX17" fmla="*/ 341838 w 440326"/>
                <a:gd name="connsiteY17" fmla="*/ 519719 h 566532"/>
                <a:gd name="connsiteX18" fmla="*/ 349421 w 440326"/>
                <a:gd name="connsiteY18" fmla="*/ 501471 h 566532"/>
                <a:gd name="connsiteX19" fmla="*/ 350170 w 440326"/>
                <a:gd name="connsiteY19" fmla="*/ 501471 h 566532"/>
                <a:gd name="connsiteX20" fmla="*/ 411665 w 440326"/>
                <a:gd name="connsiteY20" fmla="*/ 463308 h 566532"/>
                <a:gd name="connsiteX21" fmla="*/ 424747 w 440326"/>
                <a:gd name="connsiteY21" fmla="*/ 385065 h 566532"/>
                <a:gd name="connsiteX22" fmla="*/ 422331 w 440326"/>
                <a:gd name="connsiteY22" fmla="*/ 375649 h 566532"/>
                <a:gd name="connsiteX23" fmla="*/ 422331 w 440326"/>
                <a:gd name="connsiteY23" fmla="*/ 375649 h 566532"/>
                <a:gd name="connsiteX24" fmla="*/ 118858 w 440326"/>
                <a:gd name="connsiteY24" fmla="*/ 38513 h 566532"/>
                <a:gd name="connsiteX25" fmla="*/ 149355 w 440326"/>
                <a:gd name="connsiteY25" fmla="*/ 15182 h 566532"/>
                <a:gd name="connsiteX26" fmla="*/ 188019 w 440326"/>
                <a:gd name="connsiteY26" fmla="*/ 34347 h 566532"/>
                <a:gd name="connsiteX27" fmla="*/ 195767 w 440326"/>
                <a:gd name="connsiteY27" fmla="*/ 61927 h 566532"/>
                <a:gd name="connsiteX28" fmla="*/ 208350 w 440326"/>
                <a:gd name="connsiteY28" fmla="*/ 98674 h 566532"/>
                <a:gd name="connsiteX29" fmla="*/ 177936 w 440326"/>
                <a:gd name="connsiteY29" fmla="*/ 75593 h 566532"/>
                <a:gd name="connsiteX30" fmla="*/ 152854 w 440326"/>
                <a:gd name="connsiteY30" fmla="*/ 50678 h 566532"/>
                <a:gd name="connsiteX31" fmla="*/ 138272 w 440326"/>
                <a:gd name="connsiteY31" fmla="*/ 23514 h 566532"/>
                <a:gd name="connsiteX32" fmla="*/ 136439 w 440326"/>
                <a:gd name="connsiteY32" fmla="*/ 23764 h 566532"/>
                <a:gd name="connsiteX33" fmla="*/ 160854 w 440326"/>
                <a:gd name="connsiteY33" fmla="*/ 71343 h 566532"/>
                <a:gd name="connsiteX34" fmla="*/ 208350 w 440326"/>
                <a:gd name="connsiteY34" fmla="*/ 113423 h 566532"/>
                <a:gd name="connsiteX35" fmla="*/ 186268 w 440326"/>
                <a:gd name="connsiteY35" fmla="*/ 95924 h 566532"/>
                <a:gd name="connsiteX36" fmla="*/ 154188 w 440326"/>
                <a:gd name="connsiteY36" fmla="*/ 75093 h 566532"/>
                <a:gd name="connsiteX37" fmla="*/ 127274 w 440326"/>
                <a:gd name="connsiteY37" fmla="*/ 55345 h 566532"/>
                <a:gd name="connsiteX38" fmla="*/ 118858 w 440326"/>
                <a:gd name="connsiteY38" fmla="*/ 38513 h 566532"/>
                <a:gd name="connsiteX39" fmla="*/ 118858 w 440326"/>
                <a:gd name="connsiteY39" fmla="*/ 38513 h 566532"/>
                <a:gd name="connsiteX40" fmla="*/ 315673 w 440326"/>
                <a:gd name="connsiteY40" fmla="*/ 275658 h 566532"/>
                <a:gd name="connsiteX41" fmla="*/ 406582 w 440326"/>
                <a:gd name="connsiteY41" fmla="*/ 369316 h 566532"/>
                <a:gd name="connsiteX42" fmla="*/ 408749 w 440326"/>
                <a:gd name="connsiteY42" fmla="*/ 437310 h 566532"/>
                <a:gd name="connsiteX43" fmla="*/ 353087 w 440326"/>
                <a:gd name="connsiteY43" fmla="*/ 486639 h 566532"/>
                <a:gd name="connsiteX44" fmla="*/ 352753 w 440326"/>
                <a:gd name="connsiteY44" fmla="*/ 413896 h 566532"/>
                <a:gd name="connsiteX45" fmla="*/ 347503 w 440326"/>
                <a:gd name="connsiteY45" fmla="*/ 414646 h 566532"/>
                <a:gd name="connsiteX46" fmla="*/ 331005 w 440326"/>
                <a:gd name="connsiteY46" fmla="*/ 507387 h 566532"/>
                <a:gd name="connsiteX47" fmla="*/ 264344 w 440326"/>
                <a:gd name="connsiteY47" fmla="*/ 550550 h 566532"/>
                <a:gd name="connsiteX48" fmla="*/ 220932 w 440326"/>
                <a:gd name="connsiteY48" fmla="*/ 542967 h 566532"/>
                <a:gd name="connsiteX49" fmla="*/ 197517 w 440326"/>
                <a:gd name="connsiteY49" fmla="*/ 500971 h 566532"/>
                <a:gd name="connsiteX50" fmla="*/ 200934 w 440326"/>
                <a:gd name="connsiteY50" fmla="*/ 411812 h 566532"/>
                <a:gd name="connsiteX51" fmla="*/ 199600 w 440326"/>
                <a:gd name="connsiteY51" fmla="*/ 411646 h 566532"/>
                <a:gd name="connsiteX52" fmla="*/ 187768 w 440326"/>
                <a:gd name="connsiteY52" fmla="*/ 524803 h 566532"/>
                <a:gd name="connsiteX53" fmla="*/ 193934 w 440326"/>
                <a:gd name="connsiteY53" fmla="*/ 537051 h 566532"/>
                <a:gd name="connsiteX54" fmla="*/ 188852 w 440326"/>
                <a:gd name="connsiteY54" fmla="*/ 537968 h 566532"/>
                <a:gd name="connsiteX55" fmla="*/ 104026 w 440326"/>
                <a:gd name="connsiteY55" fmla="*/ 537468 h 566532"/>
                <a:gd name="connsiteX56" fmla="*/ 59697 w 440326"/>
                <a:gd name="connsiteY56" fmla="*/ 467557 h 566532"/>
                <a:gd name="connsiteX57" fmla="*/ 69612 w 440326"/>
                <a:gd name="connsiteY57" fmla="*/ 400897 h 566532"/>
                <a:gd name="connsiteX58" fmla="*/ 105609 w 440326"/>
                <a:gd name="connsiteY58" fmla="*/ 323404 h 566532"/>
                <a:gd name="connsiteX59" fmla="*/ 103526 w 440326"/>
                <a:gd name="connsiteY59" fmla="*/ 321821 h 566532"/>
                <a:gd name="connsiteX60" fmla="*/ 55781 w 440326"/>
                <a:gd name="connsiteY60" fmla="*/ 407146 h 566532"/>
                <a:gd name="connsiteX61" fmla="*/ 44365 w 440326"/>
                <a:gd name="connsiteY61" fmla="*/ 461391 h 566532"/>
                <a:gd name="connsiteX62" fmla="*/ 20450 w 440326"/>
                <a:gd name="connsiteY62" fmla="*/ 345652 h 566532"/>
                <a:gd name="connsiteX63" fmla="*/ 58697 w 440326"/>
                <a:gd name="connsiteY63" fmla="*/ 289740 h 566532"/>
                <a:gd name="connsiteX64" fmla="*/ 111108 w 440326"/>
                <a:gd name="connsiteY64" fmla="*/ 252993 h 566532"/>
                <a:gd name="connsiteX65" fmla="*/ 158855 w 440326"/>
                <a:gd name="connsiteY65" fmla="*/ 161918 h 566532"/>
                <a:gd name="connsiteX66" fmla="*/ 142355 w 440326"/>
                <a:gd name="connsiteY66" fmla="*/ 92841 h 566532"/>
                <a:gd name="connsiteX67" fmla="*/ 173353 w 440326"/>
                <a:gd name="connsiteY67" fmla="*/ 126838 h 566532"/>
                <a:gd name="connsiteX68" fmla="*/ 174686 w 440326"/>
                <a:gd name="connsiteY68" fmla="*/ 181583 h 566532"/>
                <a:gd name="connsiteX69" fmla="*/ 148105 w 440326"/>
                <a:gd name="connsiteY69" fmla="*/ 235578 h 566532"/>
                <a:gd name="connsiteX70" fmla="*/ 137523 w 440326"/>
                <a:gd name="connsiteY70" fmla="*/ 283241 h 566532"/>
                <a:gd name="connsiteX71" fmla="*/ 141522 w 440326"/>
                <a:gd name="connsiteY71" fmla="*/ 283241 h 566532"/>
                <a:gd name="connsiteX72" fmla="*/ 149771 w 440326"/>
                <a:gd name="connsiteY72" fmla="*/ 242828 h 566532"/>
                <a:gd name="connsiteX73" fmla="*/ 167937 w 440326"/>
                <a:gd name="connsiteY73" fmla="*/ 213747 h 566532"/>
                <a:gd name="connsiteX74" fmla="*/ 190268 w 440326"/>
                <a:gd name="connsiteY74" fmla="*/ 162418 h 566532"/>
                <a:gd name="connsiteX75" fmla="*/ 139940 w 440326"/>
                <a:gd name="connsiteY75" fmla="*/ 86675 h 566532"/>
                <a:gd name="connsiteX76" fmla="*/ 132357 w 440326"/>
                <a:gd name="connsiteY76" fmla="*/ 68427 h 566532"/>
                <a:gd name="connsiteX77" fmla="*/ 145106 w 440326"/>
                <a:gd name="connsiteY77" fmla="*/ 79343 h 566532"/>
                <a:gd name="connsiteX78" fmla="*/ 180852 w 440326"/>
                <a:gd name="connsiteY78" fmla="*/ 105174 h 566532"/>
                <a:gd name="connsiteX79" fmla="*/ 214933 w 440326"/>
                <a:gd name="connsiteY79" fmla="*/ 133004 h 566532"/>
                <a:gd name="connsiteX80" fmla="*/ 248096 w 440326"/>
                <a:gd name="connsiteY80" fmla="*/ 167251 h 566532"/>
                <a:gd name="connsiteX81" fmla="*/ 252762 w 440326"/>
                <a:gd name="connsiteY81" fmla="*/ 167418 h 566532"/>
                <a:gd name="connsiteX82" fmla="*/ 261012 w 440326"/>
                <a:gd name="connsiteY82" fmla="*/ 175334 h 566532"/>
                <a:gd name="connsiteX83" fmla="*/ 318174 w 440326"/>
                <a:gd name="connsiteY83" fmla="*/ 210331 h 566532"/>
                <a:gd name="connsiteX84" fmla="*/ 380668 w 440326"/>
                <a:gd name="connsiteY84" fmla="*/ 243411 h 566532"/>
                <a:gd name="connsiteX85" fmla="*/ 421830 w 440326"/>
                <a:gd name="connsiteY85" fmla="*/ 298406 h 566532"/>
                <a:gd name="connsiteX86" fmla="*/ 417165 w 440326"/>
                <a:gd name="connsiteY86" fmla="*/ 361734 h 566532"/>
                <a:gd name="connsiteX87" fmla="*/ 316174 w 440326"/>
                <a:gd name="connsiteY87" fmla="*/ 275325 h 566532"/>
                <a:gd name="connsiteX88" fmla="*/ 315673 w 440326"/>
                <a:gd name="connsiteY88" fmla="*/ 275658 h 566532"/>
                <a:gd name="connsiteX89" fmla="*/ 315673 w 440326"/>
                <a:gd name="connsiteY89" fmla="*/ 275658 h 56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440326" h="566532">
                  <a:moveTo>
                    <a:pt x="422331" y="375649"/>
                  </a:moveTo>
                  <a:cubicBezTo>
                    <a:pt x="422663" y="375399"/>
                    <a:pt x="422997" y="375233"/>
                    <a:pt x="423247" y="374983"/>
                  </a:cubicBezTo>
                  <a:cubicBezTo>
                    <a:pt x="451578" y="349485"/>
                    <a:pt x="439913" y="299906"/>
                    <a:pt x="422414" y="271659"/>
                  </a:cubicBezTo>
                  <a:cubicBezTo>
                    <a:pt x="412081" y="254910"/>
                    <a:pt x="399416" y="239162"/>
                    <a:pt x="383668" y="227163"/>
                  </a:cubicBezTo>
                  <a:cubicBezTo>
                    <a:pt x="364003" y="212247"/>
                    <a:pt x="339504" y="205165"/>
                    <a:pt x="317257" y="194915"/>
                  </a:cubicBezTo>
                  <a:cubicBezTo>
                    <a:pt x="266012" y="171418"/>
                    <a:pt x="231348" y="135337"/>
                    <a:pt x="212933" y="81842"/>
                  </a:cubicBezTo>
                  <a:cubicBezTo>
                    <a:pt x="202684" y="52262"/>
                    <a:pt x="199184" y="-5566"/>
                    <a:pt x="155355" y="433"/>
                  </a:cubicBezTo>
                  <a:cubicBezTo>
                    <a:pt x="139272" y="2599"/>
                    <a:pt x="113275" y="11432"/>
                    <a:pt x="107025" y="28431"/>
                  </a:cubicBezTo>
                  <a:cubicBezTo>
                    <a:pt x="102859" y="39929"/>
                    <a:pt x="112275" y="58761"/>
                    <a:pt x="123024" y="67010"/>
                  </a:cubicBezTo>
                  <a:cubicBezTo>
                    <a:pt x="131190" y="105423"/>
                    <a:pt x="149439" y="141087"/>
                    <a:pt x="140356" y="181917"/>
                  </a:cubicBezTo>
                  <a:cubicBezTo>
                    <a:pt x="130023" y="228412"/>
                    <a:pt x="81611" y="248161"/>
                    <a:pt x="47864" y="276158"/>
                  </a:cubicBezTo>
                  <a:cubicBezTo>
                    <a:pt x="-9214" y="323654"/>
                    <a:pt x="-20546" y="431727"/>
                    <a:pt x="43032" y="478140"/>
                  </a:cubicBezTo>
                  <a:cubicBezTo>
                    <a:pt x="43698" y="478640"/>
                    <a:pt x="44447" y="478890"/>
                    <a:pt x="45115" y="479056"/>
                  </a:cubicBezTo>
                  <a:cubicBezTo>
                    <a:pt x="45781" y="483889"/>
                    <a:pt x="46697" y="488639"/>
                    <a:pt x="48114" y="493305"/>
                  </a:cubicBezTo>
                  <a:cubicBezTo>
                    <a:pt x="64946" y="552217"/>
                    <a:pt x="143772" y="587213"/>
                    <a:pt x="196351" y="551217"/>
                  </a:cubicBezTo>
                  <a:cubicBezTo>
                    <a:pt x="198767" y="549550"/>
                    <a:pt x="199767" y="547300"/>
                    <a:pt x="199850" y="545134"/>
                  </a:cubicBezTo>
                  <a:cubicBezTo>
                    <a:pt x="215349" y="562049"/>
                    <a:pt x="239430" y="568048"/>
                    <a:pt x="264261" y="566215"/>
                  </a:cubicBezTo>
                  <a:cubicBezTo>
                    <a:pt x="294092" y="563965"/>
                    <a:pt x="327423" y="547050"/>
                    <a:pt x="341838" y="519719"/>
                  </a:cubicBezTo>
                  <a:cubicBezTo>
                    <a:pt x="344921" y="513887"/>
                    <a:pt x="347421" y="507721"/>
                    <a:pt x="349421" y="501471"/>
                  </a:cubicBezTo>
                  <a:cubicBezTo>
                    <a:pt x="349670" y="501471"/>
                    <a:pt x="349920" y="501471"/>
                    <a:pt x="350170" y="501471"/>
                  </a:cubicBezTo>
                  <a:cubicBezTo>
                    <a:pt x="373584" y="499971"/>
                    <a:pt x="397916" y="481556"/>
                    <a:pt x="411665" y="463308"/>
                  </a:cubicBezTo>
                  <a:cubicBezTo>
                    <a:pt x="428163" y="441477"/>
                    <a:pt x="430413" y="411146"/>
                    <a:pt x="424747" y="385065"/>
                  </a:cubicBezTo>
                  <a:cubicBezTo>
                    <a:pt x="424080" y="381815"/>
                    <a:pt x="423247" y="378732"/>
                    <a:pt x="422331" y="375649"/>
                  </a:cubicBezTo>
                  <a:lnTo>
                    <a:pt x="422331" y="375649"/>
                  </a:lnTo>
                  <a:close/>
                  <a:moveTo>
                    <a:pt x="118858" y="38513"/>
                  </a:moveTo>
                  <a:cubicBezTo>
                    <a:pt x="117608" y="24931"/>
                    <a:pt x="139689" y="17765"/>
                    <a:pt x="149355" y="15182"/>
                  </a:cubicBezTo>
                  <a:cubicBezTo>
                    <a:pt x="168353" y="10015"/>
                    <a:pt x="180935" y="16015"/>
                    <a:pt x="188019" y="34347"/>
                  </a:cubicBezTo>
                  <a:cubicBezTo>
                    <a:pt x="191434" y="43262"/>
                    <a:pt x="193268" y="52678"/>
                    <a:pt x="195767" y="61927"/>
                  </a:cubicBezTo>
                  <a:cubicBezTo>
                    <a:pt x="199267" y="74510"/>
                    <a:pt x="203434" y="86842"/>
                    <a:pt x="208350" y="98674"/>
                  </a:cubicBezTo>
                  <a:cubicBezTo>
                    <a:pt x="198268" y="90925"/>
                    <a:pt x="187768" y="83759"/>
                    <a:pt x="177936" y="75593"/>
                  </a:cubicBezTo>
                  <a:cubicBezTo>
                    <a:pt x="168603" y="67844"/>
                    <a:pt x="159688" y="60594"/>
                    <a:pt x="152854" y="50678"/>
                  </a:cubicBezTo>
                  <a:cubicBezTo>
                    <a:pt x="146939" y="42013"/>
                    <a:pt x="143273" y="32680"/>
                    <a:pt x="138272" y="23514"/>
                  </a:cubicBezTo>
                  <a:cubicBezTo>
                    <a:pt x="137856" y="22764"/>
                    <a:pt x="136690" y="22931"/>
                    <a:pt x="136439" y="23764"/>
                  </a:cubicBezTo>
                  <a:cubicBezTo>
                    <a:pt x="131690" y="40679"/>
                    <a:pt x="149605" y="61094"/>
                    <a:pt x="160854" y="71343"/>
                  </a:cubicBezTo>
                  <a:cubicBezTo>
                    <a:pt x="176436" y="85509"/>
                    <a:pt x="193434" y="98591"/>
                    <a:pt x="208350" y="113423"/>
                  </a:cubicBezTo>
                  <a:cubicBezTo>
                    <a:pt x="201100" y="107507"/>
                    <a:pt x="193434" y="101924"/>
                    <a:pt x="186268" y="95924"/>
                  </a:cubicBezTo>
                  <a:cubicBezTo>
                    <a:pt x="176103" y="87508"/>
                    <a:pt x="165353" y="81842"/>
                    <a:pt x="154188" y="75093"/>
                  </a:cubicBezTo>
                  <a:cubicBezTo>
                    <a:pt x="144605" y="69260"/>
                    <a:pt x="136189" y="61927"/>
                    <a:pt x="127274" y="55345"/>
                  </a:cubicBezTo>
                  <a:cubicBezTo>
                    <a:pt x="125024" y="49928"/>
                    <a:pt x="119441" y="44012"/>
                    <a:pt x="118858" y="38513"/>
                  </a:cubicBezTo>
                  <a:lnTo>
                    <a:pt x="118858" y="38513"/>
                  </a:lnTo>
                  <a:close/>
                  <a:moveTo>
                    <a:pt x="315673" y="275658"/>
                  </a:moveTo>
                  <a:cubicBezTo>
                    <a:pt x="353753" y="297073"/>
                    <a:pt x="392833" y="326237"/>
                    <a:pt x="406582" y="369316"/>
                  </a:cubicBezTo>
                  <a:cubicBezTo>
                    <a:pt x="413331" y="390814"/>
                    <a:pt x="415831" y="415646"/>
                    <a:pt x="408749" y="437310"/>
                  </a:cubicBezTo>
                  <a:cubicBezTo>
                    <a:pt x="401999" y="458142"/>
                    <a:pt x="375585" y="482223"/>
                    <a:pt x="353087" y="486639"/>
                  </a:cubicBezTo>
                  <a:cubicBezTo>
                    <a:pt x="357670" y="462725"/>
                    <a:pt x="356170" y="437310"/>
                    <a:pt x="352753" y="413896"/>
                  </a:cubicBezTo>
                  <a:cubicBezTo>
                    <a:pt x="352337" y="410813"/>
                    <a:pt x="347587" y="411729"/>
                    <a:pt x="347503" y="414646"/>
                  </a:cubicBezTo>
                  <a:cubicBezTo>
                    <a:pt x="346670" y="447226"/>
                    <a:pt x="345171" y="477307"/>
                    <a:pt x="331005" y="507387"/>
                  </a:cubicBezTo>
                  <a:cubicBezTo>
                    <a:pt x="319340" y="532218"/>
                    <a:pt x="291093" y="548217"/>
                    <a:pt x="264344" y="550550"/>
                  </a:cubicBezTo>
                  <a:cubicBezTo>
                    <a:pt x="249346" y="551883"/>
                    <a:pt x="234347" y="549800"/>
                    <a:pt x="220932" y="542967"/>
                  </a:cubicBezTo>
                  <a:cubicBezTo>
                    <a:pt x="204850" y="534801"/>
                    <a:pt x="198518" y="518470"/>
                    <a:pt x="197517" y="500971"/>
                  </a:cubicBezTo>
                  <a:cubicBezTo>
                    <a:pt x="195851" y="471891"/>
                    <a:pt x="197435" y="440727"/>
                    <a:pt x="200934" y="411812"/>
                  </a:cubicBezTo>
                  <a:cubicBezTo>
                    <a:pt x="201017" y="411063"/>
                    <a:pt x="199767" y="410896"/>
                    <a:pt x="199600" y="411646"/>
                  </a:cubicBezTo>
                  <a:cubicBezTo>
                    <a:pt x="192935" y="446893"/>
                    <a:pt x="174520" y="488972"/>
                    <a:pt x="187768" y="524803"/>
                  </a:cubicBezTo>
                  <a:cubicBezTo>
                    <a:pt x="189435" y="529302"/>
                    <a:pt x="191518" y="533385"/>
                    <a:pt x="193934" y="537051"/>
                  </a:cubicBezTo>
                  <a:cubicBezTo>
                    <a:pt x="192351" y="536801"/>
                    <a:pt x="190685" y="536968"/>
                    <a:pt x="188852" y="537968"/>
                  </a:cubicBezTo>
                  <a:cubicBezTo>
                    <a:pt x="161687" y="553050"/>
                    <a:pt x="131607" y="550633"/>
                    <a:pt x="104026" y="537468"/>
                  </a:cubicBezTo>
                  <a:cubicBezTo>
                    <a:pt x="75695" y="523969"/>
                    <a:pt x="63196" y="497388"/>
                    <a:pt x="59697" y="467557"/>
                  </a:cubicBezTo>
                  <a:cubicBezTo>
                    <a:pt x="56946" y="444310"/>
                    <a:pt x="61947" y="422645"/>
                    <a:pt x="69612" y="400897"/>
                  </a:cubicBezTo>
                  <a:cubicBezTo>
                    <a:pt x="78944" y="374399"/>
                    <a:pt x="90443" y="347068"/>
                    <a:pt x="105609" y="323404"/>
                  </a:cubicBezTo>
                  <a:cubicBezTo>
                    <a:pt x="106442" y="322154"/>
                    <a:pt x="104443" y="320571"/>
                    <a:pt x="103526" y="321821"/>
                  </a:cubicBezTo>
                  <a:cubicBezTo>
                    <a:pt x="82862" y="347235"/>
                    <a:pt x="68029" y="376982"/>
                    <a:pt x="55781" y="407146"/>
                  </a:cubicBezTo>
                  <a:cubicBezTo>
                    <a:pt x="48947" y="424061"/>
                    <a:pt x="44614" y="442727"/>
                    <a:pt x="44365" y="461391"/>
                  </a:cubicBezTo>
                  <a:cubicBezTo>
                    <a:pt x="15450" y="430644"/>
                    <a:pt x="5868" y="386398"/>
                    <a:pt x="20450" y="345652"/>
                  </a:cubicBezTo>
                  <a:cubicBezTo>
                    <a:pt x="28366" y="323487"/>
                    <a:pt x="39782" y="304156"/>
                    <a:pt x="58697" y="289740"/>
                  </a:cubicBezTo>
                  <a:cubicBezTo>
                    <a:pt x="75695" y="276825"/>
                    <a:pt x="94194" y="265992"/>
                    <a:pt x="111108" y="252993"/>
                  </a:cubicBezTo>
                  <a:cubicBezTo>
                    <a:pt x="141106" y="229912"/>
                    <a:pt x="161104" y="201332"/>
                    <a:pt x="158855" y="161918"/>
                  </a:cubicBezTo>
                  <a:cubicBezTo>
                    <a:pt x="157438" y="137587"/>
                    <a:pt x="150855" y="114923"/>
                    <a:pt x="142355" y="92841"/>
                  </a:cubicBezTo>
                  <a:cubicBezTo>
                    <a:pt x="152605" y="104257"/>
                    <a:pt x="165604" y="113089"/>
                    <a:pt x="173353" y="126838"/>
                  </a:cubicBezTo>
                  <a:cubicBezTo>
                    <a:pt x="183435" y="144670"/>
                    <a:pt x="180686" y="162918"/>
                    <a:pt x="174686" y="181583"/>
                  </a:cubicBezTo>
                  <a:cubicBezTo>
                    <a:pt x="168520" y="200748"/>
                    <a:pt x="156521" y="217413"/>
                    <a:pt x="148105" y="235578"/>
                  </a:cubicBezTo>
                  <a:cubicBezTo>
                    <a:pt x="140939" y="250994"/>
                    <a:pt x="138940" y="266492"/>
                    <a:pt x="137523" y="283241"/>
                  </a:cubicBezTo>
                  <a:cubicBezTo>
                    <a:pt x="137273" y="285824"/>
                    <a:pt x="141272" y="285741"/>
                    <a:pt x="141522" y="283241"/>
                  </a:cubicBezTo>
                  <a:cubicBezTo>
                    <a:pt x="142772" y="269575"/>
                    <a:pt x="143856" y="255410"/>
                    <a:pt x="149771" y="242828"/>
                  </a:cubicBezTo>
                  <a:cubicBezTo>
                    <a:pt x="154522" y="232662"/>
                    <a:pt x="161854" y="223163"/>
                    <a:pt x="167937" y="213747"/>
                  </a:cubicBezTo>
                  <a:cubicBezTo>
                    <a:pt x="178269" y="197749"/>
                    <a:pt x="187435" y="181667"/>
                    <a:pt x="190268" y="162418"/>
                  </a:cubicBezTo>
                  <a:cubicBezTo>
                    <a:pt x="195517" y="126922"/>
                    <a:pt x="165770" y="104590"/>
                    <a:pt x="139940" y="86675"/>
                  </a:cubicBezTo>
                  <a:cubicBezTo>
                    <a:pt x="137523" y="80592"/>
                    <a:pt x="134940" y="74510"/>
                    <a:pt x="132357" y="68427"/>
                  </a:cubicBezTo>
                  <a:cubicBezTo>
                    <a:pt x="136356" y="72260"/>
                    <a:pt x="140939" y="75760"/>
                    <a:pt x="145106" y="79343"/>
                  </a:cubicBezTo>
                  <a:cubicBezTo>
                    <a:pt x="156188" y="88925"/>
                    <a:pt x="169436" y="95758"/>
                    <a:pt x="180852" y="105174"/>
                  </a:cubicBezTo>
                  <a:cubicBezTo>
                    <a:pt x="192102" y="114506"/>
                    <a:pt x="204183" y="123089"/>
                    <a:pt x="214933" y="133004"/>
                  </a:cubicBezTo>
                  <a:cubicBezTo>
                    <a:pt x="226681" y="143753"/>
                    <a:pt x="236097" y="156752"/>
                    <a:pt x="248096" y="167251"/>
                  </a:cubicBezTo>
                  <a:cubicBezTo>
                    <a:pt x="249679" y="168585"/>
                    <a:pt x="251513" y="168335"/>
                    <a:pt x="252762" y="167418"/>
                  </a:cubicBezTo>
                  <a:cubicBezTo>
                    <a:pt x="255429" y="170084"/>
                    <a:pt x="258178" y="172751"/>
                    <a:pt x="261012" y="175334"/>
                  </a:cubicBezTo>
                  <a:cubicBezTo>
                    <a:pt x="277677" y="190249"/>
                    <a:pt x="298008" y="200748"/>
                    <a:pt x="318174" y="210331"/>
                  </a:cubicBezTo>
                  <a:cubicBezTo>
                    <a:pt x="339338" y="220413"/>
                    <a:pt x="362502" y="228246"/>
                    <a:pt x="380668" y="243411"/>
                  </a:cubicBezTo>
                  <a:cubicBezTo>
                    <a:pt x="397833" y="257660"/>
                    <a:pt x="414331" y="277158"/>
                    <a:pt x="421830" y="298406"/>
                  </a:cubicBezTo>
                  <a:cubicBezTo>
                    <a:pt x="428830" y="318238"/>
                    <a:pt x="430663" y="344319"/>
                    <a:pt x="417165" y="361734"/>
                  </a:cubicBezTo>
                  <a:cubicBezTo>
                    <a:pt x="398749" y="319571"/>
                    <a:pt x="358920" y="293407"/>
                    <a:pt x="316174" y="275325"/>
                  </a:cubicBezTo>
                  <a:cubicBezTo>
                    <a:pt x="315673" y="274742"/>
                    <a:pt x="315174" y="275325"/>
                    <a:pt x="315673" y="275658"/>
                  </a:cubicBezTo>
                  <a:lnTo>
                    <a:pt x="315673" y="275658"/>
                  </a:lnTo>
                  <a:close/>
                </a:path>
              </a:pathLst>
            </a:custGeom>
            <a:grpFill/>
            <a:ln w="8332" cap="flat">
              <a:noFill/>
              <a:prstDash val="solid"/>
              <a:miter/>
            </a:ln>
          </p:spPr>
          <p:txBody>
            <a:bodyPr rtlCol="0" anchor="ctr"/>
            <a:lstStyle/>
            <a:p>
              <a:endParaRPr lang="en-US"/>
            </a:p>
          </p:txBody>
        </p:sp>
        <p:sp>
          <p:nvSpPr>
            <p:cNvPr id="2177" name="Freeform: Shape 2176"/>
            <p:cNvSpPr/>
            <p:nvPr/>
          </p:nvSpPr>
          <p:spPr>
            <a:xfrm>
              <a:off x="10067604" y="1756721"/>
              <a:ext cx="40825" cy="131597"/>
            </a:xfrm>
            <a:custGeom>
              <a:avLst/>
              <a:gdLst>
                <a:gd name="connsiteX0" fmla="*/ 33924 w 40825"/>
                <a:gd name="connsiteY0" fmla="*/ 714 h 131597"/>
                <a:gd name="connsiteX1" fmla="*/ 31007 w 40825"/>
                <a:gd name="connsiteY1" fmla="*/ 1964 h 131597"/>
                <a:gd name="connsiteX2" fmla="*/ 20841 w 40825"/>
                <a:gd name="connsiteY2" fmla="*/ 65208 h 131597"/>
                <a:gd name="connsiteX3" fmla="*/ 9 w 40825"/>
                <a:gd name="connsiteY3" fmla="*/ 131286 h 131597"/>
                <a:gd name="connsiteX4" fmla="*/ 510 w 40825"/>
                <a:gd name="connsiteY4" fmla="*/ 131452 h 131597"/>
                <a:gd name="connsiteX5" fmla="*/ 33173 w 40825"/>
                <a:gd name="connsiteY5" fmla="*/ 58542 h 131597"/>
                <a:gd name="connsiteX6" fmla="*/ 33924 w 40825"/>
                <a:gd name="connsiteY6" fmla="*/ 714 h 131597"/>
                <a:gd name="connsiteX7" fmla="*/ 33924 w 40825"/>
                <a:gd name="connsiteY7" fmla="*/ 714 h 131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825" h="131597">
                  <a:moveTo>
                    <a:pt x="33924" y="714"/>
                  </a:moveTo>
                  <a:cubicBezTo>
                    <a:pt x="32924" y="-702"/>
                    <a:pt x="30590" y="131"/>
                    <a:pt x="31007" y="1964"/>
                  </a:cubicBezTo>
                  <a:cubicBezTo>
                    <a:pt x="35840" y="23129"/>
                    <a:pt x="27007" y="45627"/>
                    <a:pt x="20841" y="65208"/>
                  </a:cubicBezTo>
                  <a:cubicBezTo>
                    <a:pt x="13842" y="87456"/>
                    <a:pt x="3926" y="108204"/>
                    <a:pt x="9" y="131286"/>
                  </a:cubicBezTo>
                  <a:cubicBezTo>
                    <a:pt x="-74" y="131619"/>
                    <a:pt x="426" y="131702"/>
                    <a:pt x="510" y="131452"/>
                  </a:cubicBezTo>
                  <a:cubicBezTo>
                    <a:pt x="6592" y="105371"/>
                    <a:pt x="22341" y="82707"/>
                    <a:pt x="33173" y="58542"/>
                  </a:cubicBezTo>
                  <a:cubicBezTo>
                    <a:pt x="40589" y="42210"/>
                    <a:pt x="45506" y="16546"/>
                    <a:pt x="33924" y="714"/>
                  </a:cubicBezTo>
                  <a:lnTo>
                    <a:pt x="33924" y="714"/>
                  </a:lnTo>
                  <a:close/>
                </a:path>
              </a:pathLst>
            </a:custGeom>
            <a:grpFill/>
            <a:ln w="8332" cap="flat">
              <a:noFill/>
              <a:prstDash val="solid"/>
              <a:miter/>
            </a:ln>
          </p:spPr>
          <p:txBody>
            <a:bodyPr rtlCol="0" anchor="ctr"/>
            <a:lstStyle/>
            <a:p>
              <a:endParaRPr lang="en-US"/>
            </a:p>
          </p:txBody>
        </p:sp>
        <p:sp>
          <p:nvSpPr>
            <p:cNvPr id="2178" name="Freeform: Shape 2177"/>
            <p:cNvSpPr/>
            <p:nvPr/>
          </p:nvSpPr>
          <p:spPr>
            <a:xfrm>
              <a:off x="10114615" y="1886433"/>
              <a:ext cx="103214" cy="67078"/>
            </a:xfrm>
            <a:custGeom>
              <a:avLst/>
              <a:gdLst>
                <a:gd name="connsiteX0" fmla="*/ 102819 w 103214"/>
                <a:gd name="connsiteY0" fmla="*/ 62901 h 67078"/>
                <a:gd name="connsiteX1" fmla="*/ 57657 w 103214"/>
                <a:gd name="connsiteY1" fmla="*/ 12323 h 67078"/>
                <a:gd name="connsiteX2" fmla="*/ 496 w 103214"/>
                <a:gd name="connsiteY2" fmla="*/ 7156 h 67078"/>
                <a:gd name="connsiteX3" fmla="*/ 2078 w 103214"/>
                <a:gd name="connsiteY3" fmla="*/ 9906 h 67078"/>
                <a:gd name="connsiteX4" fmla="*/ 60406 w 103214"/>
                <a:gd name="connsiteY4" fmla="*/ 25822 h 67078"/>
                <a:gd name="connsiteX5" fmla="*/ 97820 w 103214"/>
                <a:gd name="connsiteY5" fmla="*/ 65734 h 67078"/>
                <a:gd name="connsiteX6" fmla="*/ 102819 w 103214"/>
                <a:gd name="connsiteY6" fmla="*/ 62901 h 67078"/>
                <a:gd name="connsiteX7" fmla="*/ 102819 w 103214"/>
                <a:gd name="connsiteY7" fmla="*/ 62901 h 67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214" h="67078">
                  <a:moveTo>
                    <a:pt x="102819" y="62901"/>
                  </a:moveTo>
                  <a:cubicBezTo>
                    <a:pt x="91237" y="41153"/>
                    <a:pt x="79822" y="24322"/>
                    <a:pt x="57657" y="12323"/>
                  </a:cubicBezTo>
                  <a:cubicBezTo>
                    <a:pt x="40324" y="2907"/>
                    <a:pt x="17827" y="-7176"/>
                    <a:pt x="496" y="7156"/>
                  </a:cubicBezTo>
                  <a:cubicBezTo>
                    <a:pt x="-755" y="8240"/>
                    <a:pt x="579" y="10490"/>
                    <a:pt x="2078" y="9906"/>
                  </a:cubicBezTo>
                  <a:cubicBezTo>
                    <a:pt x="22077" y="2824"/>
                    <a:pt x="43908" y="15739"/>
                    <a:pt x="60406" y="25822"/>
                  </a:cubicBezTo>
                  <a:cubicBezTo>
                    <a:pt x="76072" y="35404"/>
                    <a:pt x="87320" y="51069"/>
                    <a:pt x="97820" y="65734"/>
                  </a:cubicBezTo>
                  <a:cubicBezTo>
                    <a:pt x="100069" y="68734"/>
                    <a:pt x="104569" y="66234"/>
                    <a:pt x="102819" y="62901"/>
                  </a:cubicBezTo>
                  <a:lnTo>
                    <a:pt x="102819" y="62901"/>
                  </a:lnTo>
                  <a:close/>
                </a:path>
              </a:pathLst>
            </a:custGeom>
            <a:grpFill/>
            <a:ln w="8332" cap="flat">
              <a:noFill/>
              <a:prstDash val="solid"/>
              <a:miter/>
            </a:ln>
          </p:spPr>
          <p:txBody>
            <a:bodyPr rtlCol="0" anchor="ctr"/>
            <a:lstStyle/>
            <a:p>
              <a:endParaRPr lang="en-US"/>
            </a:p>
          </p:txBody>
        </p:sp>
        <p:sp>
          <p:nvSpPr>
            <p:cNvPr id="2179" name="Freeform: Shape 2178"/>
            <p:cNvSpPr/>
            <p:nvPr/>
          </p:nvSpPr>
          <p:spPr>
            <a:xfrm>
              <a:off x="10335508" y="2292862"/>
              <a:ext cx="343010" cy="710259"/>
            </a:xfrm>
            <a:custGeom>
              <a:avLst/>
              <a:gdLst>
                <a:gd name="connsiteX0" fmla="*/ 342718 w 343010"/>
                <a:gd name="connsiteY0" fmla="*/ 6691 h 710259"/>
                <a:gd name="connsiteX1" fmla="*/ 312887 w 343010"/>
                <a:gd name="connsiteY1" fmla="*/ 14523 h 710259"/>
                <a:gd name="connsiteX2" fmla="*/ 313220 w 343010"/>
                <a:gd name="connsiteY2" fmla="*/ 12107 h 710259"/>
                <a:gd name="connsiteX3" fmla="*/ 304221 w 343010"/>
                <a:gd name="connsiteY3" fmla="*/ 608 h 710259"/>
                <a:gd name="connsiteX4" fmla="*/ 278724 w 343010"/>
                <a:gd name="connsiteY4" fmla="*/ 27439 h 710259"/>
                <a:gd name="connsiteX5" fmla="*/ 265891 w 343010"/>
                <a:gd name="connsiteY5" fmla="*/ 46354 h 710259"/>
                <a:gd name="connsiteX6" fmla="*/ 261642 w 343010"/>
                <a:gd name="connsiteY6" fmla="*/ 38688 h 710259"/>
                <a:gd name="connsiteX7" fmla="*/ 223561 w 343010"/>
                <a:gd name="connsiteY7" fmla="*/ 81601 h 710259"/>
                <a:gd name="connsiteX8" fmla="*/ 191564 w 343010"/>
                <a:gd name="connsiteY8" fmla="*/ 168676 h 710259"/>
                <a:gd name="connsiteX9" fmla="*/ 177316 w 343010"/>
                <a:gd name="connsiteY9" fmla="*/ 211172 h 710259"/>
                <a:gd name="connsiteX10" fmla="*/ 172483 w 343010"/>
                <a:gd name="connsiteY10" fmla="*/ 224338 h 710259"/>
                <a:gd name="connsiteX11" fmla="*/ 169150 w 343010"/>
                <a:gd name="connsiteY11" fmla="*/ 223421 h 710259"/>
                <a:gd name="connsiteX12" fmla="*/ 149068 w 343010"/>
                <a:gd name="connsiteY12" fmla="*/ 252585 h 710259"/>
                <a:gd name="connsiteX13" fmla="*/ 130070 w 343010"/>
                <a:gd name="connsiteY13" fmla="*/ 306997 h 710259"/>
                <a:gd name="connsiteX14" fmla="*/ 110238 w 343010"/>
                <a:gd name="connsiteY14" fmla="*/ 369325 h 710259"/>
                <a:gd name="connsiteX15" fmla="*/ 97573 w 343010"/>
                <a:gd name="connsiteY15" fmla="*/ 410238 h 710259"/>
                <a:gd name="connsiteX16" fmla="*/ 82908 w 343010"/>
                <a:gd name="connsiteY16" fmla="*/ 429736 h 710259"/>
                <a:gd name="connsiteX17" fmla="*/ 80408 w 343010"/>
                <a:gd name="connsiteY17" fmla="*/ 427653 h 710259"/>
                <a:gd name="connsiteX18" fmla="*/ 72908 w 343010"/>
                <a:gd name="connsiteY18" fmla="*/ 428653 h 710259"/>
                <a:gd name="connsiteX19" fmla="*/ 62910 w 343010"/>
                <a:gd name="connsiteY19" fmla="*/ 450068 h 710259"/>
                <a:gd name="connsiteX20" fmla="*/ 51494 w 343010"/>
                <a:gd name="connsiteY20" fmla="*/ 480648 h 710259"/>
                <a:gd name="connsiteX21" fmla="*/ 32913 w 343010"/>
                <a:gd name="connsiteY21" fmla="*/ 548309 h 710259"/>
                <a:gd name="connsiteX22" fmla="*/ 27413 w 343010"/>
                <a:gd name="connsiteY22" fmla="*/ 580972 h 710259"/>
                <a:gd name="connsiteX23" fmla="*/ 4165 w 343010"/>
                <a:gd name="connsiteY23" fmla="*/ 670298 h 710259"/>
                <a:gd name="connsiteX24" fmla="*/ 12164 w 343010"/>
                <a:gd name="connsiteY24" fmla="*/ 708461 h 710259"/>
                <a:gd name="connsiteX25" fmla="*/ 50744 w 343010"/>
                <a:gd name="connsiteY25" fmla="*/ 686879 h 710259"/>
                <a:gd name="connsiteX26" fmla="*/ 73825 w 343010"/>
                <a:gd name="connsiteY26" fmla="*/ 618552 h 710259"/>
                <a:gd name="connsiteX27" fmla="*/ 89740 w 343010"/>
                <a:gd name="connsiteY27" fmla="*/ 553558 h 710259"/>
                <a:gd name="connsiteX28" fmla="*/ 109489 w 343010"/>
                <a:gd name="connsiteY28" fmla="*/ 510145 h 710259"/>
                <a:gd name="connsiteX29" fmla="*/ 138903 w 343010"/>
                <a:gd name="connsiteY29" fmla="*/ 460566 h 710259"/>
                <a:gd name="connsiteX30" fmla="*/ 185649 w 343010"/>
                <a:gd name="connsiteY30" fmla="*/ 349243 h 710259"/>
                <a:gd name="connsiteX31" fmla="*/ 187815 w 343010"/>
                <a:gd name="connsiteY31" fmla="*/ 335994 h 710259"/>
                <a:gd name="connsiteX32" fmla="*/ 246476 w 343010"/>
                <a:gd name="connsiteY32" fmla="*/ 242753 h 710259"/>
                <a:gd name="connsiteX33" fmla="*/ 268557 w 343010"/>
                <a:gd name="connsiteY33" fmla="*/ 188424 h 710259"/>
                <a:gd name="connsiteX34" fmla="*/ 272557 w 343010"/>
                <a:gd name="connsiteY34" fmla="*/ 147928 h 710259"/>
                <a:gd name="connsiteX35" fmla="*/ 270641 w 343010"/>
                <a:gd name="connsiteY35" fmla="*/ 146178 h 710259"/>
                <a:gd name="connsiteX36" fmla="*/ 306721 w 343010"/>
                <a:gd name="connsiteY36" fmla="*/ 91600 h 710259"/>
                <a:gd name="connsiteX37" fmla="*/ 314220 w 343010"/>
                <a:gd name="connsiteY37" fmla="*/ 71852 h 710259"/>
                <a:gd name="connsiteX38" fmla="*/ 314470 w 343010"/>
                <a:gd name="connsiteY38" fmla="*/ 71435 h 710259"/>
                <a:gd name="connsiteX39" fmla="*/ 324386 w 343010"/>
                <a:gd name="connsiteY39" fmla="*/ 56520 h 710259"/>
                <a:gd name="connsiteX40" fmla="*/ 333218 w 343010"/>
                <a:gd name="connsiteY40" fmla="*/ 37271 h 710259"/>
                <a:gd name="connsiteX41" fmla="*/ 339801 w 343010"/>
                <a:gd name="connsiteY41" fmla="*/ 19606 h 710259"/>
                <a:gd name="connsiteX42" fmla="*/ 342718 w 343010"/>
                <a:gd name="connsiteY42" fmla="*/ 6691 h 710259"/>
                <a:gd name="connsiteX43" fmla="*/ 342718 w 343010"/>
                <a:gd name="connsiteY43" fmla="*/ 6691 h 710259"/>
                <a:gd name="connsiteX44" fmla="*/ 135820 w 343010"/>
                <a:gd name="connsiteY44" fmla="*/ 333745 h 710259"/>
                <a:gd name="connsiteX45" fmla="*/ 152818 w 343010"/>
                <a:gd name="connsiteY45" fmla="*/ 280583 h 710259"/>
                <a:gd name="connsiteX46" fmla="*/ 164400 w 343010"/>
                <a:gd name="connsiteY46" fmla="*/ 255085 h 710259"/>
                <a:gd name="connsiteX47" fmla="*/ 169483 w 343010"/>
                <a:gd name="connsiteY47" fmla="*/ 240836 h 710259"/>
                <a:gd name="connsiteX48" fmla="*/ 172816 w 343010"/>
                <a:gd name="connsiteY48" fmla="*/ 262834 h 710259"/>
                <a:gd name="connsiteX49" fmla="*/ 175899 w 343010"/>
                <a:gd name="connsiteY49" fmla="*/ 290165 h 710259"/>
                <a:gd name="connsiteX50" fmla="*/ 177483 w 343010"/>
                <a:gd name="connsiteY50" fmla="*/ 326495 h 710259"/>
                <a:gd name="connsiteX51" fmla="*/ 151901 w 343010"/>
                <a:gd name="connsiteY51" fmla="*/ 351243 h 710259"/>
                <a:gd name="connsiteX52" fmla="*/ 114988 w 343010"/>
                <a:gd name="connsiteY52" fmla="*/ 390489 h 710259"/>
                <a:gd name="connsiteX53" fmla="*/ 135820 w 343010"/>
                <a:gd name="connsiteY53" fmla="*/ 333745 h 710259"/>
                <a:gd name="connsiteX54" fmla="*/ 135820 w 343010"/>
                <a:gd name="connsiteY54" fmla="*/ 333745 h 710259"/>
                <a:gd name="connsiteX55" fmla="*/ 81991 w 343010"/>
                <a:gd name="connsiteY55" fmla="*/ 545975 h 710259"/>
                <a:gd name="connsiteX56" fmla="*/ 81491 w 343010"/>
                <a:gd name="connsiteY56" fmla="*/ 553142 h 710259"/>
                <a:gd name="connsiteX57" fmla="*/ 80074 w 343010"/>
                <a:gd name="connsiteY57" fmla="*/ 558308 h 710259"/>
                <a:gd name="connsiteX58" fmla="*/ 80408 w 343010"/>
                <a:gd name="connsiteY58" fmla="*/ 560641 h 710259"/>
                <a:gd name="connsiteX59" fmla="*/ 67492 w 343010"/>
                <a:gd name="connsiteY59" fmla="*/ 600137 h 710259"/>
                <a:gd name="connsiteX60" fmla="*/ 49161 w 343010"/>
                <a:gd name="connsiteY60" fmla="*/ 652216 h 710259"/>
                <a:gd name="connsiteX61" fmla="*/ 38578 w 343010"/>
                <a:gd name="connsiteY61" fmla="*/ 679630 h 710259"/>
                <a:gd name="connsiteX62" fmla="*/ 31162 w 343010"/>
                <a:gd name="connsiteY62" fmla="*/ 691796 h 710259"/>
                <a:gd name="connsiteX63" fmla="*/ 17663 w 343010"/>
                <a:gd name="connsiteY63" fmla="*/ 690379 h 710259"/>
                <a:gd name="connsiteX64" fmla="*/ 9831 w 343010"/>
                <a:gd name="connsiteY64" fmla="*/ 682963 h 710259"/>
                <a:gd name="connsiteX65" fmla="*/ 9748 w 343010"/>
                <a:gd name="connsiteY65" fmla="*/ 681713 h 710259"/>
                <a:gd name="connsiteX66" fmla="*/ 29079 w 343010"/>
                <a:gd name="connsiteY66" fmla="*/ 618469 h 710259"/>
                <a:gd name="connsiteX67" fmla="*/ 34662 w 343010"/>
                <a:gd name="connsiteY67" fmla="*/ 588055 h 710259"/>
                <a:gd name="connsiteX68" fmla="*/ 37995 w 343010"/>
                <a:gd name="connsiteY68" fmla="*/ 569223 h 710259"/>
                <a:gd name="connsiteX69" fmla="*/ 40661 w 343010"/>
                <a:gd name="connsiteY69" fmla="*/ 557308 h 710259"/>
                <a:gd name="connsiteX70" fmla="*/ 59160 w 343010"/>
                <a:gd name="connsiteY70" fmla="*/ 494314 h 710259"/>
                <a:gd name="connsiteX71" fmla="*/ 70492 w 343010"/>
                <a:gd name="connsiteY71" fmla="*/ 463316 h 710259"/>
                <a:gd name="connsiteX72" fmla="*/ 77075 w 343010"/>
                <a:gd name="connsiteY72" fmla="*/ 448734 h 710259"/>
                <a:gd name="connsiteX73" fmla="*/ 77242 w 343010"/>
                <a:gd name="connsiteY73" fmla="*/ 448068 h 710259"/>
                <a:gd name="connsiteX74" fmla="*/ 77824 w 343010"/>
                <a:gd name="connsiteY74" fmla="*/ 447568 h 710259"/>
                <a:gd name="connsiteX75" fmla="*/ 78158 w 343010"/>
                <a:gd name="connsiteY75" fmla="*/ 447151 h 710259"/>
                <a:gd name="connsiteX76" fmla="*/ 81741 w 343010"/>
                <a:gd name="connsiteY76" fmla="*/ 487897 h 710259"/>
                <a:gd name="connsiteX77" fmla="*/ 81991 w 343010"/>
                <a:gd name="connsiteY77" fmla="*/ 545975 h 710259"/>
                <a:gd name="connsiteX78" fmla="*/ 81991 w 343010"/>
                <a:gd name="connsiteY78" fmla="*/ 545975 h 710259"/>
                <a:gd name="connsiteX79" fmla="*/ 176483 w 343010"/>
                <a:gd name="connsiteY79" fmla="*/ 347577 h 710259"/>
                <a:gd name="connsiteX80" fmla="*/ 172899 w 343010"/>
                <a:gd name="connsiteY80" fmla="*/ 365575 h 710259"/>
                <a:gd name="connsiteX81" fmla="*/ 164317 w 343010"/>
                <a:gd name="connsiteY81" fmla="*/ 389906 h 710259"/>
                <a:gd name="connsiteX82" fmla="*/ 141069 w 343010"/>
                <a:gd name="connsiteY82" fmla="*/ 434485 h 710259"/>
                <a:gd name="connsiteX83" fmla="*/ 118322 w 343010"/>
                <a:gd name="connsiteY83" fmla="*/ 475482 h 710259"/>
                <a:gd name="connsiteX84" fmla="*/ 93074 w 343010"/>
                <a:gd name="connsiteY84" fmla="*/ 517561 h 710259"/>
                <a:gd name="connsiteX85" fmla="*/ 89740 w 343010"/>
                <a:gd name="connsiteY85" fmla="*/ 525144 h 710259"/>
                <a:gd name="connsiteX86" fmla="*/ 86991 w 343010"/>
                <a:gd name="connsiteY86" fmla="*/ 469232 h 710259"/>
                <a:gd name="connsiteX87" fmla="*/ 86157 w 343010"/>
                <a:gd name="connsiteY87" fmla="*/ 438819 h 710259"/>
                <a:gd name="connsiteX88" fmla="*/ 146568 w 343010"/>
                <a:gd name="connsiteY88" fmla="*/ 377324 h 710259"/>
                <a:gd name="connsiteX89" fmla="*/ 177566 w 343010"/>
                <a:gd name="connsiteY89" fmla="*/ 343577 h 710259"/>
                <a:gd name="connsiteX90" fmla="*/ 178733 w 343010"/>
                <a:gd name="connsiteY90" fmla="*/ 342410 h 710259"/>
                <a:gd name="connsiteX91" fmla="*/ 179149 w 343010"/>
                <a:gd name="connsiteY91" fmla="*/ 342494 h 710259"/>
                <a:gd name="connsiteX92" fmla="*/ 176483 w 343010"/>
                <a:gd name="connsiteY92" fmla="*/ 347577 h 710259"/>
                <a:gd name="connsiteX93" fmla="*/ 176483 w 343010"/>
                <a:gd name="connsiteY93" fmla="*/ 347577 h 710259"/>
                <a:gd name="connsiteX94" fmla="*/ 253892 w 343010"/>
                <a:gd name="connsiteY94" fmla="*/ 202173 h 710259"/>
                <a:gd name="connsiteX95" fmla="*/ 230977 w 343010"/>
                <a:gd name="connsiteY95" fmla="*/ 250002 h 710259"/>
                <a:gd name="connsiteX96" fmla="*/ 204980 w 343010"/>
                <a:gd name="connsiteY96" fmla="*/ 295331 h 710259"/>
                <a:gd name="connsiteX97" fmla="*/ 192648 w 343010"/>
                <a:gd name="connsiteY97" fmla="*/ 316996 h 710259"/>
                <a:gd name="connsiteX98" fmla="*/ 185815 w 343010"/>
                <a:gd name="connsiteY98" fmla="*/ 325745 h 710259"/>
                <a:gd name="connsiteX99" fmla="*/ 182982 w 343010"/>
                <a:gd name="connsiteY99" fmla="*/ 282333 h 710259"/>
                <a:gd name="connsiteX100" fmla="*/ 180649 w 343010"/>
                <a:gd name="connsiteY100" fmla="*/ 249252 h 710259"/>
                <a:gd name="connsiteX101" fmla="*/ 221728 w 343010"/>
                <a:gd name="connsiteY101" fmla="*/ 206256 h 710259"/>
                <a:gd name="connsiteX102" fmla="*/ 244227 w 343010"/>
                <a:gd name="connsiteY102" fmla="*/ 181925 h 710259"/>
                <a:gd name="connsiteX103" fmla="*/ 266641 w 343010"/>
                <a:gd name="connsiteY103" fmla="*/ 156677 h 710259"/>
                <a:gd name="connsiteX104" fmla="*/ 253892 w 343010"/>
                <a:gd name="connsiteY104" fmla="*/ 202173 h 710259"/>
                <a:gd name="connsiteX105" fmla="*/ 253892 w 343010"/>
                <a:gd name="connsiteY105" fmla="*/ 202173 h 710259"/>
                <a:gd name="connsiteX106" fmla="*/ 327802 w 343010"/>
                <a:gd name="connsiteY106" fmla="*/ 20439 h 710259"/>
                <a:gd name="connsiteX107" fmla="*/ 320719 w 343010"/>
                <a:gd name="connsiteY107" fmla="*/ 38105 h 710259"/>
                <a:gd name="connsiteX108" fmla="*/ 311804 w 343010"/>
                <a:gd name="connsiteY108" fmla="*/ 56103 h 710259"/>
                <a:gd name="connsiteX109" fmla="*/ 307054 w 343010"/>
                <a:gd name="connsiteY109" fmla="*/ 62936 h 710259"/>
                <a:gd name="connsiteX110" fmla="*/ 304555 w 343010"/>
                <a:gd name="connsiteY110" fmla="*/ 62852 h 710259"/>
                <a:gd name="connsiteX111" fmla="*/ 282056 w 343010"/>
                <a:gd name="connsiteY111" fmla="*/ 75268 h 710259"/>
                <a:gd name="connsiteX112" fmla="*/ 270224 w 343010"/>
                <a:gd name="connsiteY112" fmla="*/ 95516 h 710259"/>
                <a:gd name="connsiteX113" fmla="*/ 273141 w 343010"/>
                <a:gd name="connsiteY113" fmla="*/ 95516 h 710259"/>
                <a:gd name="connsiteX114" fmla="*/ 280889 w 343010"/>
                <a:gd name="connsiteY114" fmla="*/ 89767 h 710259"/>
                <a:gd name="connsiteX115" fmla="*/ 290305 w 343010"/>
                <a:gd name="connsiteY115" fmla="*/ 81934 h 710259"/>
                <a:gd name="connsiteX116" fmla="*/ 299888 w 343010"/>
                <a:gd name="connsiteY116" fmla="*/ 73601 h 710259"/>
                <a:gd name="connsiteX117" fmla="*/ 300888 w 343010"/>
                <a:gd name="connsiteY117" fmla="*/ 77768 h 710259"/>
                <a:gd name="connsiteX118" fmla="*/ 294889 w 343010"/>
                <a:gd name="connsiteY118" fmla="*/ 89850 h 710259"/>
                <a:gd name="connsiteX119" fmla="*/ 281140 w 343010"/>
                <a:gd name="connsiteY119" fmla="*/ 114014 h 710259"/>
                <a:gd name="connsiteX120" fmla="*/ 255559 w 343010"/>
                <a:gd name="connsiteY120" fmla="*/ 153011 h 710259"/>
                <a:gd name="connsiteX121" fmla="*/ 213063 w 343010"/>
                <a:gd name="connsiteY121" fmla="*/ 197674 h 710259"/>
                <a:gd name="connsiteX122" fmla="*/ 178982 w 343010"/>
                <a:gd name="connsiteY122" fmla="*/ 239336 h 710259"/>
                <a:gd name="connsiteX123" fmla="*/ 178066 w 343010"/>
                <a:gd name="connsiteY123" fmla="*/ 235920 h 710259"/>
                <a:gd name="connsiteX124" fmla="*/ 196731 w 343010"/>
                <a:gd name="connsiteY124" fmla="*/ 199090 h 710259"/>
                <a:gd name="connsiteX125" fmla="*/ 220645 w 343010"/>
                <a:gd name="connsiteY125" fmla="*/ 132763 h 710259"/>
                <a:gd name="connsiteX126" fmla="*/ 248642 w 343010"/>
                <a:gd name="connsiteY126" fmla="*/ 61852 h 710259"/>
                <a:gd name="connsiteX127" fmla="*/ 255559 w 343010"/>
                <a:gd name="connsiteY127" fmla="*/ 50354 h 710259"/>
                <a:gd name="connsiteX128" fmla="*/ 257392 w 343010"/>
                <a:gd name="connsiteY128" fmla="*/ 63269 h 710259"/>
                <a:gd name="connsiteX129" fmla="*/ 255809 w 343010"/>
                <a:gd name="connsiteY129" fmla="*/ 70852 h 710259"/>
                <a:gd name="connsiteX130" fmla="*/ 256225 w 343010"/>
                <a:gd name="connsiteY130" fmla="*/ 72268 h 710259"/>
                <a:gd name="connsiteX131" fmla="*/ 253559 w 343010"/>
                <a:gd name="connsiteY131" fmla="*/ 101599 h 710259"/>
                <a:gd name="connsiteX132" fmla="*/ 239144 w 343010"/>
                <a:gd name="connsiteY132" fmla="*/ 119181 h 710259"/>
                <a:gd name="connsiteX133" fmla="*/ 225562 w 343010"/>
                <a:gd name="connsiteY133" fmla="*/ 142262 h 710259"/>
                <a:gd name="connsiteX134" fmla="*/ 228894 w 343010"/>
                <a:gd name="connsiteY134" fmla="*/ 144178 h 710259"/>
                <a:gd name="connsiteX135" fmla="*/ 228894 w 343010"/>
                <a:gd name="connsiteY135" fmla="*/ 144178 h 710259"/>
                <a:gd name="connsiteX136" fmla="*/ 235227 w 343010"/>
                <a:gd name="connsiteY136" fmla="*/ 138596 h 710259"/>
                <a:gd name="connsiteX137" fmla="*/ 241893 w 343010"/>
                <a:gd name="connsiteY137" fmla="*/ 130596 h 710259"/>
                <a:gd name="connsiteX138" fmla="*/ 251809 w 343010"/>
                <a:gd name="connsiteY138" fmla="*/ 118014 h 710259"/>
                <a:gd name="connsiteX139" fmla="*/ 258892 w 343010"/>
                <a:gd name="connsiteY139" fmla="*/ 110098 h 710259"/>
                <a:gd name="connsiteX140" fmla="*/ 259141 w 343010"/>
                <a:gd name="connsiteY140" fmla="*/ 107348 h 710259"/>
                <a:gd name="connsiteX141" fmla="*/ 259141 w 343010"/>
                <a:gd name="connsiteY141" fmla="*/ 110931 h 710259"/>
                <a:gd name="connsiteX142" fmla="*/ 258142 w 343010"/>
                <a:gd name="connsiteY142" fmla="*/ 132263 h 710259"/>
                <a:gd name="connsiteX143" fmla="*/ 263808 w 343010"/>
                <a:gd name="connsiteY143" fmla="*/ 133013 h 710259"/>
                <a:gd name="connsiteX144" fmla="*/ 260392 w 343010"/>
                <a:gd name="connsiteY144" fmla="*/ 98349 h 710259"/>
                <a:gd name="connsiteX145" fmla="*/ 264892 w 343010"/>
                <a:gd name="connsiteY145" fmla="*/ 65269 h 710259"/>
                <a:gd name="connsiteX146" fmla="*/ 301138 w 343010"/>
                <a:gd name="connsiteY146" fmla="*/ 15523 h 710259"/>
                <a:gd name="connsiteX147" fmla="*/ 301971 w 343010"/>
                <a:gd name="connsiteY147" fmla="*/ 14857 h 710259"/>
                <a:gd name="connsiteX148" fmla="*/ 301055 w 343010"/>
                <a:gd name="connsiteY148" fmla="*/ 19356 h 710259"/>
                <a:gd name="connsiteX149" fmla="*/ 296389 w 343010"/>
                <a:gd name="connsiteY149" fmla="*/ 49437 h 710259"/>
                <a:gd name="connsiteX150" fmla="*/ 304304 w 343010"/>
                <a:gd name="connsiteY150" fmla="*/ 52770 h 710259"/>
                <a:gd name="connsiteX151" fmla="*/ 311554 w 343010"/>
                <a:gd name="connsiteY151" fmla="*/ 25189 h 710259"/>
                <a:gd name="connsiteX152" fmla="*/ 328969 w 343010"/>
                <a:gd name="connsiteY152" fmla="*/ 14857 h 710259"/>
                <a:gd name="connsiteX153" fmla="*/ 327802 w 343010"/>
                <a:gd name="connsiteY153" fmla="*/ 20439 h 710259"/>
                <a:gd name="connsiteX154" fmla="*/ 327802 w 343010"/>
                <a:gd name="connsiteY154" fmla="*/ 20439 h 710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Lst>
              <a:rect l="l" t="t" r="r" b="b"/>
              <a:pathLst>
                <a:path w="343010" h="710259">
                  <a:moveTo>
                    <a:pt x="342718" y="6691"/>
                  </a:moveTo>
                  <a:cubicBezTo>
                    <a:pt x="338134" y="-7725"/>
                    <a:pt x="323053" y="4108"/>
                    <a:pt x="312887" y="14523"/>
                  </a:cubicBezTo>
                  <a:cubicBezTo>
                    <a:pt x="312971" y="13690"/>
                    <a:pt x="313136" y="12940"/>
                    <a:pt x="313220" y="12107"/>
                  </a:cubicBezTo>
                  <a:cubicBezTo>
                    <a:pt x="314303" y="5774"/>
                    <a:pt x="312720" y="-2225"/>
                    <a:pt x="304221" y="608"/>
                  </a:cubicBezTo>
                  <a:cubicBezTo>
                    <a:pt x="293889" y="4024"/>
                    <a:pt x="284223" y="18773"/>
                    <a:pt x="278724" y="27439"/>
                  </a:cubicBezTo>
                  <a:cubicBezTo>
                    <a:pt x="275140" y="33022"/>
                    <a:pt x="270224" y="39521"/>
                    <a:pt x="265891" y="46354"/>
                  </a:cubicBezTo>
                  <a:cubicBezTo>
                    <a:pt x="265391" y="43104"/>
                    <a:pt x="264224" y="40271"/>
                    <a:pt x="261642" y="38688"/>
                  </a:cubicBezTo>
                  <a:cubicBezTo>
                    <a:pt x="246476" y="29439"/>
                    <a:pt x="227395" y="73518"/>
                    <a:pt x="223561" y="81601"/>
                  </a:cubicBezTo>
                  <a:cubicBezTo>
                    <a:pt x="210146" y="109598"/>
                    <a:pt x="202064" y="139595"/>
                    <a:pt x="191564" y="168676"/>
                  </a:cubicBezTo>
                  <a:cubicBezTo>
                    <a:pt x="186482" y="182758"/>
                    <a:pt x="182315" y="197007"/>
                    <a:pt x="177316" y="211172"/>
                  </a:cubicBezTo>
                  <a:cubicBezTo>
                    <a:pt x="175899" y="215255"/>
                    <a:pt x="173983" y="219755"/>
                    <a:pt x="172483" y="224338"/>
                  </a:cubicBezTo>
                  <a:cubicBezTo>
                    <a:pt x="171566" y="223755"/>
                    <a:pt x="170483" y="223421"/>
                    <a:pt x="169150" y="223421"/>
                  </a:cubicBezTo>
                  <a:cubicBezTo>
                    <a:pt x="156318" y="223088"/>
                    <a:pt x="153151" y="243503"/>
                    <a:pt x="149068" y="252585"/>
                  </a:cubicBezTo>
                  <a:cubicBezTo>
                    <a:pt x="141153" y="270250"/>
                    <a:pt x="134737" y="288249"/>
                    <a:pt x="130070" y="306997"/>
                  </a:cubicBezTo>
                  <a:cubicBezTo>
                    <a:pt x="124737" y="328162"/>
                    <a:pt x="117155" y="348660"/>
                    <a:pt x="110238" y="369325"/>
                  </a:cubicBezTo>
                  <a:cubicBezTo>
                    <a:pt x="105739" y="382824"/>
                    <a:pt x="101906" y="396656"/>
                    <a:pt x="97573" y="410238"/>
                  </a:cubicBezTo>
                  <a:cubicBezTo>
                    <a:pt x="92323" y="416487"/>
                    <a:pt x="87407" y="422903"/>
                    <a:pt x="82908" y="429736"/>
                  </a:cubicBezTo>
                  <a:cubicBezTo>
                    <a:pt x="82158" y="428819"/>
                    <a:pt x="81408" y="428153"/>
                    <a:pt x="80408" y="427653"/>
                  </a:cubicBezTo>
                  <a:cubicBezTo>
                    <a:pt x="77824" y="426486"/>
                    <a:pt x="74992" y="426570"/>
                    <a:pt x="72908" y="428653"/>
                  </a:cubicBezTo>
                  <a:cubicBezTo>
                    <a:pt x="67325" y="434152"/>
                    <a:pt x="65993" y="443068"/>
                    <a:pt x="62910" y="450068"/>
                  </a:cubicBezTo>
                  <a:cubicBezTo>
                    <a:pt x="58493" y="460067"/>
                    <a:pt x="54910" y="470316"/>
                    <a:pt x="51494" y="480648"/>
                  </a:cubicBezTo>
                  <a:cubicBezTo>
                    <a:pt x="44245" y="503063"/>
                    <a:pt x="38079" y="525394"/>
                    <a:pt x="32913" y="548309"/>
                  </a:cubicBezTo>
                  <a:cubicBezTo>
                    <a:pt x="30496" y="559141"/>
                    <a:pt x="28912" y="570057"/>
                    <a:pt x="27413" y="580972"/>
                  </a:cubicBezTo>
                  <a:cubicBezTo>
                    <a:pt x="20080" y="610886"/>
                    <a:pt x="13247" y="640884"/>
                    <a:pt x="4165" y="670298"/>
                  </a:cubicBezTo>
                  <a:cubicBezTo>
                    <a:pt x="-168" y="684296"/>
                    <a:pt x="-5168" y="701295"/>
                    <a:pt x="12164" y="708461"/>
                  </a:cubicBezTo>
                  <a:cubicBezTo>
                    <a:pt x="29246" y="715460"/>
                    <a:pt x="43828" y="700712"/>
                    <a:pt x="50744" y="686879"/>
                  </a:cubicBezTo>
                  <a:cubicBezTo>
                    <a:pt x="61493" y="665298"/>
                    <a:pt x="66576" y="641300"/>
                    <a:pt x="73825" y="618552"/>
                  </a:cubicBezTo>
                  <a:cubicBezTo>
                    <a:pt x="80825" y="596638"/>
                    <a:pt x="88657" y="576473"/>
                    <a:pt x="89740" y="553558"/>
                  </a:cubicBezTo>
                  <a:cubicBezTo>
                    <a:pt x="96823" y="539393"/>
                    <a:pt x="101739" y="523978"/>
                    <a:pt x="109489" y="510145"/>
                  </a:cubicBezTo>
                  <a:cubicBezTo>
                    <a:pt x="118821" y="493397"/>
                    <a:pt x="129487" y="477398"/>
                    <a:pt x="138903" y="460566"/>
                  </a:cubicBezTo>
                  <a:cubicBezTo>
                    <a:pt x="158734" y="424986"/>
                    <a:pt x="175233" y="388656"/>
                    <a:pt x="185649" y="349243"/>
                  </a:cubicBezTo>
                  <a:cubicBezTo>
                    <a:pt x="186565" y="345743"/>
                    <a:pt x="187982" y="340494"/>
                    <a:pt x="187815" y="335994"/>
                  </a:cubicBezTo>
                  <a:cubicBezTo>
                    <a:pt x="210229" y="306580"/>
                    <a:pt x="232227" y="277333"/>
                    <a:pt x="246476" y="242753"/>
                  </a:cubicBezTo>
                  <a:cubicBezTo>
                    <a:pt x="253975" y="224671"/>
                    <a:pt x="262475" y="207089"/>
                    <a:pt x="268557" y="188424"/>
                  </a:cubicBezTo>
                  <a:cubicBezTo>
                    <a:pt x="272308" y="176926"/>
                    <a:pt x="277973" y="159510"/>
                    <a:pt x="272557" y="147928"/>
                  </a:cubicBezTo>
                  <a:cubicBezTo>
                    <a:pt x="272141" y="147095"/>
                    <a:pt x="271474" y="146511"/>
                    <a:pt x="270641" y="146178"/>
                  </a:cubicBezTo>
                  <a:cubicBezTo>
                    <a:pt x="285723" y="130346"/>
                    <a:pt x="297389" y="111181"/>
                    <a:pt x="306721" y="91600"/>
                  </a:cubicBezTo>
                  <a:cubicBezTo>
                    <a:pt x="309054" y="86767"/>
                    <a:pt x="314303" y="78518"/>
                    <a:pt x="314220" y="71852"/>
                  </a:cubicBezTo>
                  <a:cubicBezTo>
                    <a:pt x="314303" y="71685"/>
                    <a:pt x="314387" y="71602"/>
                    <a:pt x="314470" y="71435"/>
                  </a:cubicBezTo>
                  <a:cubicBezTo>
                    <a:pt x="316803" y="65852"/>
                    <a:pt x="321469" y="61852"/>
                    <a:pt x="324386" y="56520"/>
                  </a:cubicBezTo>
                  <a:cubicBezTo>
                    <a:pt x="327802" y="50354"/>
                    <a:pt x="330302" y="43604"/>
                    <a:pt x="333218" y="37271"/>
                  </a:cubicBezTo>
                  <a:cubicBezTo>
                    <a:pt x="335969" y="31438"/>
                    <a:pt x="337885" y="25689"/>
                    <a:pt x="339801" y="19606"/>
                  </a:cubicBezTo>
                  <a:cubicBezTo>
                    <a:pt x="340885" y="15857"/>
                    <a:pt x="343968" y="10607"/>
                    <a:pt x="342718" y="6691"/>
                  </a:cubicBezTo>
                  <a:lnTo>
                    <a:pt x="342718" y="6691"/>
                  </a:lnTo>
                  <a:close/>
                  <a:moveTo>
                    <a:pt x="135820" y="333745"/>
                  </a:moveTo>
                  <a:cubicBezTo>
                    <a:pt x="142153" y="316246"/>
                    <a:pt x="145902" y="297998"/>
                    <a:pt x="152818" y="280583"/>
                  </a:cubicBezTo>
                  <a:cubicBezTo>
                    <a:pt x="156318" y="271834"/>
                    <a:pt x="160317" y="263501"/>
                    <a:pt x="164400" y="255085"/>
                  </a:cubicBezTo>
                  <a:cubicBezTo>
                    <a:pt x="165400" y="253002"/>
                    <a:pt x="167483" y="245919"/>
                    <a:pt x="169483" y="240836"/>
                  </a:cubicBezTo>
                  <a:cubicBezTo>
                    <a:pt x="172066" y="247419"/>
                    <a:pt x="171900" y="257168"/>
                    <a:pt x="172816" y="262834"/>
                  </a:cubicBezTo>
                  <a:cubicBezTo>
                    <a:pt x="174400" y="272000"/>
                    <a:pt x="175066" y="280999"/>
                    <a:pt x="175899" y="290165"/>
                  </a:cubicBezTo>
                  <a:cubicBezTo>
                    <a:pt x="176982" y="302247"/>
                    <a:pt x="176732" y="314413"/>
                    <a:pt x="177483" y="326495"/>
                  </a:cubicBezTo>
                  <a:cubicBezTo>
                    <a:pt x="167483" y="327995"/>
                    <a:pt x="156984" y="345244"/>
                    <a:pt x="151901" y="351243"/>
                  </a:cubicBezTo>
                  <a:cubicBezTo>
                    <a:pt x="140319" y="364825"/>
                    <a:pt x="127404" y="377491"/>
                    <a:pt x="114988" y="390489"/>
                  </a:cubicBezTo>
                  <a:cubicBezTo>
                    <a:pt x="123488" y="372158"/>
                    <a:pt x="129237" y="351826"/>
                    <a:pt x="135820" y="333745"/>
                  </a:cubicBezTo>
                  <a:lnTo>
                    <a:pt x="135820" y="333745"/>
                  </a:lnTo>
                  <a:close/>
                  <a:moveTo>
                    <a:pt x="81991" y="545975"/>
                  </a:moveTo>
                  <a:cubicBezTo>
                    <a:pt x="81907" y="548392"/>
                    <a:pt x="81741" y="550808"/>
                    <a:pt x="81491" y="553142"/>
                  </a:cubicBezTo>
                  <a:cubicBezTo>
                    <a:pt x="81074" y="554891"/>
                    <a:pt x="80575" y="556558"/>
                    <a:pt x="80074" y="558308"/>
                  </a:cubicBezTo>
                  <a:cubicBezTo>
                    <a:pt x="79824" y="559224"/>
                    <a:pt x="79991" y="559974"/>
                    <a:pt x="80408" y="560641"/>
                  </a:cubicBezTo>
                  <a:cubicBezTo>
                    <a:pt x="77991" y="574306"/>
                    <a:pt x="73159" y="586722"/>
                    <a:pt x="67492" y="600137"/>
                  </a:cubicBezTo>
                  <a:cubicBezTo>
                    <a:pt x="60326" y="617052"/>
                    <a:pt x="55243" y="634884"/>
                    <a:pt x="49161" y="652216"/>
                  </a:cubicBezTo>
                  <a:cubicBezTo>
                    <a:pt x="45994" y="661465"/>
                    <a:pt x="42911" y="670798"/>
                    <a:pt x="38578" y="679630"/>
                  </a:cubicBezTo>
                  <a:cubicBezTo>
                    <a:pt x="36579" y="683796"/>
                    <a:pt x="34412" y="688379"/>
                    <a:pt x="31162" y="691796"/>
                  </a:cubicBezTo>
                  <a:cubicBezTo>
                    <a:pt x="26912" y="697795"/>
                    <a:pt x="22414" y="697379"/>
                    <a:pt x="17663" y="690379"/>
                  </a:cubicBezTo>
                  <a:cubicBezTo>
                    <a:pt x="10748" y="689546"/>
                    <a:pt x="8081" y="687046"/>
                    <a:pt x="9831" y="682963"/>
                  </a:cubicBezTo>
                  <a:cubicBezTo>
                    <a:pt x="9748" y="682547"/>
                    <a:pt x="9748" y="682130"/>
                    <a:pt x="9748" y="681713"/>
                  </a:cubicBezTo>
                  <a:cubicBezTo>
                    <a:pt x="17081" y="660882"/>
                    <a:pt x="24080" y="639967"/>
                    <a:pt x="29079" y="618469"/>
                  </a:cubicBezTo>
                  <a:cubicBezTo>
                    <a:pt x="31412" y="608387"/>
                    <a:pt x="32995" y="598221"/>
                    <a:pt x="34662" y="588055"/>
                  </a:cubicBezTo>
                  <a:cubicBezTo>
                    <a:pt x="35829" y="581806"/>
                    <a:pt x="36912" y="575473"/>
                    <a:pt x="37995" y="569223"/>
                  </a:cubicBezTo>
                  <a:cubicBezTo>
                    <a:pt x="38828" y="565224"/>
                    <a:pt x="39662" y="561224"/>
                    <a:pt x="40661" y="557308"/>
                  </a:cubicBezTo>
                  <a:cubicBezTo>
                    <a:pt x="46161" y="536060"/>
                    <a:pt x="52244" y="515145"/>
                    <a:pt x="59160" y="494314"/>
                  </a:cubicBezTo>
                  <a:cubicBezTo>
                    <a:pt x="62576" y="483898"/>
                    <a:pt x="66243" y="473482"/>
                    <a:pt x="70492" y="463316"/>
                  </a:cubicBezTo>
                  <a:cubicBezTo>
                    <a:pt x="72575" y="458400"/>
                    <a:pt x="75242" y="453734"/>
                    <a:pt x="77075" y="448734"/>
                  </a:cubicBezTo>
                  <a:cubicBezTo>
                    <a:pt x="77158" y="448568"/>
                    <a:pt x="77242" y="448318"/>
                    <a:pt x="77242" y="448068"/>
                  </a:cubicBezTo>
                  <a:cubicBezTo>
                    <a:pt x="77408" y="447901"/>
                    <a:pt x="77659" y="447818"/>
                    <a:pt x="77824" y="447568"/>
                  </a:cubicBezTo>
                  <a:cubicBezTo>
                    <a:pt x="77908" y="447401"/>
                    <a:pt x="78075" y="447318"/>
                    <a:pt x="78158" y="447151"/>
                  </a:cubicBezTo>
                  <a:cubicBezTo>
                    <a:pt x="80491" y="460483"/>
                    <a:pt x="81575" y="485148"/>
                    <a:pt x="81741" y="487897"/>
                  </a:cubicBezTo>
                  <a:cubicBezTo>
                    <a:pt x="83324" y="507062"/>
                    <a:pt x="82741" y="526644"/>
                    <a:pt x="81991" y="545975"/>
                  </a:cubicBezTo>
                  <a:lnTo>
                    <a:pt x="81991" y="545975"/>
                  </a:lnTo>
                  <a:close/>
                  <a:moveTo>
                    <a:pt x="176483" y="347577"/>
                  </a:moveTo>
                  <a:cubicBezTo>
                    <a:pt x="174649" y="352910"/>
                    <a:pt x="174483" y="359826"/>
                    <a:pt x="172899" y="365575"/>
                  </a:cubicBezTo>
                  <a:cubicBezTo>
                    <a:pt x="170650" y="373908"/>
                    <a:pt x="167483" y="381824"/>
                    <a:pt x="164317" y="389906"/>
                  </a:cubicBezTo>
                  <a:cubicBezTo>
                    <a:pt x="157984" y="405655"/>
                    <a:pt x="148402" y="419320"/>
                    <a:pt x="141069" y="434485"/>
                  </a:cubicBezTo>
                  <a:cubicBezTo>
                    <a:pt x="134236" y="448401"/>
                    <a:pt x="126321" y="462150"/>
                    <a:pt x="118322" y="475482"/>
                  </a:cubicBezTo>
                  <a:cubicBezTo>
                    <a:pt x="109822" y="489564"/>
                    <a:pt x="100490" y="502813"/>
                    <a:pt x="93074" y="517561"/>
                  </a:cubicBezTo>
                  <a:cubicBezTo>
                    <a:pt x="91824" y="520061"/>
                    <a:pt x="90740" y="522561"/>
                    <a:pt x="89740" y="525144"/>
                  </a:cubicBezTo>
                  <a:cubicBezTo>
                    <a:pt x="89574" y="506479"/>
                    <a:pt x="88824" y="487731"/>
                    <a:pt x="86991" y="469232"/>
                  </a:cubicBezTo>
                  <a:cubicBezTo>
                    <a:pt x="86407" y="463233"/>
                    <a:pt x="87824" y="449067"/>
                    <a:pt x="86157" y="438819"/>
                  </a:cubicBezTo>
                  <a:cubicBezTo>
                    <a:pt x="105739" y="417737"/>
                    <a:pt x="126487" y="397989"/>
                    <a:pt x="146568" y="377324"/>
                  </a:cubicBezTo>
                  <a:cubicBezTo>
                    <a:pt x="157234" y="366408"/>
                    <a:pt x="167150" y="354826"/>
                    <a:pt x="177566" y="343577"/>
                  </a:cubicBezTo>
                  <a:cubicBezTo>
                    <a:pt x="178149" y="342994"/>
                    <a:pt x="178483" y="342577"/>
                    <a:pt x="178733" y="342410"/>
                  </a:cubicBezTo>
                  <a:cubicBezTo>
                    <a:pt x="178899" y="342494"/>
                    <a:pt x="178982" y="342494"/>
                    <a:pt x="179149" y="342494"/>
                  </a:cubicBezTo>
                  <a:cubicBezTo>
                    <a:pt x="178733" y="343410"/>
                    <a:pt x="176982" y="346160"/>
                    <a:pt x="176483" y="347577"/>
                  </a:cubicBezTo>
                  <a:lnTo>
                    <a:pt x="176483" y="347577"/>
                  </a:lnTo>
                  <a:close/>
                  <a:moveTo>
                    <a:pt x="253892" y="202173"/>
                  </a:moveTo>
                  <a:cubicBezTo>
                    <a:pt x="247226" y="218338"/>
                    <a:pt x="239226" y="234587"/>
                    <a:pt x="230977" y="250002"/>
                  </a:cubicBezTo>
                  <a:cubicBezTo>
                    <a:pt x="222812" y="265334"/>
                    <a:pt x="214146" y="280499"/>
                    <a:pt x="204980" y="295331"/>
                  </a:cubicBezTo>
                  <a:cubicBezTo>
                    <a:pt x="200564" y="302414"/>
                    <a:pt x="197481" y="310247"/>
                    <a:pt x="192648" y="316996"/>
                  </a:cubicBezTo>
                  <a:cubicBezTo>
                    <a:pt x="190565" y="319996"/>
                    <a:pt x="188231" y="322912"/>
                    <a:pt x="185815" y="325745"/>
                  </a:cubicBezTo>
                  <a:cubicBezTo>
                    <a:pt x="185482" y="311247"/>
                    <a:pt x="183981" y="296665"/>
                    <a:pt x="182982" y="282333"/>
                  </a:cubicBezTo>
                  <a:cubicBezTo>
                    <a:pt x="182232" y="272000"/>
                    <a:pt x="182065" y="260418"/>
                    <a:pt x="180649" y="249252"/>
                  </a:cubicBezTo>
                  <a:cubicBezTo>
                    <a:pt x="193731" y="234587"/>
                    <a:pt x="208396" y="220838"/>
                    <a:pt x="221728" y="206256"/>
                  </a:cubicBezTo>
                  <a:cubicBezTo>
                    <a:pt x="229228" y="198090"/>
                    <a:pt x="236978" y="190257"/>
                    <a:pt x="244227" y="181925"/>
                  </a:cubicBezTo>
                  <a:cubicBezTo>
                    <a:pt x="251393" y="173759"/>
                    <a:pt x="258308" y="164010"/>
                    <a:pt x="266641" y="156677"/>
                  </a:cubicBezTo>
                  <a:cubicBezTo>
                    <a:pt x="268974" y="170426"/>
                    <a:pt x="258058" y="192174"/>
                    <a:pt x="253892" y="202173"/>
                  </a:cubicBezTo>
                  <a:lnTo>
                    <a:pt x="253892" y="202173"/>
                  </a:lnTo>
                  <a:close/>
                  <a:moveTo>
                    <a:pt x="327802" y="20439"/>
                  </a:moveTo>
                  <a:cubicBezTo>
                    <a:pt x="326052" y="26606"/>
                    <a:pt x="323303" y="32272"/>
                    <a:pt x="320719" y="38105"/>
                  </a:cubicBezTo>
                  <a:cubicBezTo>
                    <a:pt x="318053" y="44271"/>
                    <a:pt x="315803" y="50604"/>
                    <a:pt x="311804" y="56103"/>
                  </a:cubicBezTo>
                  <a:cubicBezTo>
                    <a:pt x="309971" y="58603"/>
                    <a:pt x="308304" y="60602"/>
                    <a:pt x="307054" y="62936"/>
                  </a:cubicBezTo>
                  <a:cubicBezTo>
                    <a:pt x="306221" y="62769"/>
                    <a:pt x="305388" y="62769"/>
                    <a:pt x="304555" y="62852"/>
                  </a:cubicBezTo>
                  <a:cubicBezTo>
                    <a:pt x="297055" y="57686"/>
                    <a:pt x="286473" y="70435"/>
                    <a:pt x="282056" y="75268"/>
                  </a:cubicBezTo>
                  <a:cubicBezTo>
                    <a:pt x="277806" y="79851"/>
                    <a:pt x="267141" y="88350"/>
                    <a:pt x="270224" y="95516"/>
                  </a:cubicBezTo>
                  <a:cubicBezTo>
                    <a:pt x="270724" y="96683"/>
                    <a:pt x="272557" y="96516"/>
                    <a:pt x="273141" y="95516"/>
                  </a:cubicBezTo>
                  <a:cubicBezTo>
                    <a:pt x="274391" y="93183"/>
                    <a:pt x="278890" y="91266"/>
                    <a:pt x="280889" y="89767"/>
                  </a:cubicBezTo>
                  <a:cubicBezTo>
                    <a:pt x="284139" y="87267"/>
                    <a:pt x="287222" y="84600"/>
                    <a:pt x="290305" y="81934"/>
                  </a:cubicBezTo>
                  <a:cubicBezTo>
                    <a:pt x="293472" y="79101"/>
                    <a:pt x="296555" y="76184"/>
                    <a:pt x="299888" y="73601"/>
                  </a:cubicBezTo>
                  <a:cubicBezTo>
                    <a:pt x="303138" y="72851"/>
                    <a:pt x="301804" y="74185"/>
                    <a:pt x="300888" y="77768"/>
                  </a:cubicBezTo>
                  <a:cubicBezTo>
                    <a:pt x="299971" y="81434"/>
                    <a:pt x="296722" y="86517"/>
                    <a:pt x="294889" y="89850"/>
                  </a:cubicBezTo>
                  <a:cubicBezTo>
                    <a:pt x="290472" y="97933"/>
                    <a:pt x="285973" y="106182"/>
                    <a:pt x="281140" y="114014"/>
                  </a:cubicBezTo>
                  <a:cubicBezTo>
                    <a:pt x="272974" y="127263"/>
                    <a:pt x="263892" y="139929"/>
                    <a:pt x="255559" y="153011"/>
                  </a:cubicBezTo>
                  <a:cubicBezTo>
                    <a:pt x="239226" y="164927"/>
                    <a:pt x="225978" y="183258"/>
                    <a:pt x="213063" y="197674"/>
                  </a:cubicBezTo>
                  <a:cubicBezTo>
                    <a:pt x="201564" y="210589"/>
                    <a:pt x="187815" y="223921"/>
                    <a:pt x="178982" y="239336"/>
                  </a:cubicBezTo>
                  <a:cubicBezTo>
                    <a:pt x="178733" y="238170"/>
                    <a:pt x="178399" y="237087"/>
                    <a:pt x="178066" y="235920"/>
                  </a:cubicBezTo>
                  <a:cubicBezTo>
                    <a:pt x="186732" y="226338"/>
                    <a:pt x="192648" y="209089"/>
                    <a:pt x="196731" y="199090"/>
                  </a:cubicBezTo>
                  <a:cubicBezTo>
                    <a:pt x="205397" y="177759"/>
                    <a:pt x="214312" y="154761"/>
                    <a:pt x="220645" y="132763"/>
                  </a:cubicBezTo>
                  <a:cubicBezTo>
                    <a:pt x="227645" y="108432"/>
                    <a:pt x="236477" y="84100"/>
                    <a:pt x="248642" y="61852"/>
                  </a:cubicBezTo>
                  <a:cubicBezTo>
                    <a:pt x="249642" y="60019"/>
                    <a:pt x="253309" y="50937"/>
                    <a:pt x="255559" y="50354"/>
                  </a:cubicBezTo>
                  <a:cubicBezTo>
                    <a:pt x="259809" y="49270"/>
                    <a:pt x="258308" y="58269"/>
                    <a:pt x="257392" y="63269"/>
                  </a:cubicBezTo>
                  <a:cubicBezTo>
                    <a:pt x="256559" y="65852"/>
                    <a:pt x="255975" y="68352"/>
                    <a:pt x="255809" y="70852"/>
                  </a:cubicBezTo>
                  <a:cubicBezTo>
                    <a:pt x="255809" y="71435"/>
                    <a:pt x="255892" y="71852"/>
                    <a:pt x="256225" y="72268"/>
                  </a:cubicBezTo>
                  <a:cubicBezTo>
                    <a:pt x="255142" y="82017"/>
                    <a:pt x="254392" y="91850"/>
                    <a:pt x="253559" y="101599"/>
                  </a:cubicBezTo>
                  <a:cubicBezTo>
                    <a:pt x="247393" y="106015"/>
                    <a:pt x="243310" y="113015"/>
                    <a:pt x="239144" y="119181"/>
                  </a:cubicBezTo>
                  <a:cubicBezTo>
                    <a:pt x="234394" y="126097"/>
                    <a:pt x="227228" y="133846"/>
                    <a:pt x="225562" y="142262"/>
                  </a:cubicBezTo>
                  <a:cubicBezTo>
                    <a:pt x="225145" y="144428"/>
                    <a:pt x="227645" y="145428"/>
                    <a:pt x="228894" y="144178"/>
                  </a:cubicBezTo>
                  <a:lnTo>
                    <a:pt x="228894" y="144178"/>
                  </a:lnTo>
                  <a:cubicBezTo>
                    <a:pt x="230728" y="142179"/>
                    <a:pt x="233311" y="140595"/>
                    <a:pt x="235227" y="138596"/>
                  </a:cubicBezTo>
                  <a:cubicBezTo>
                    <a:pt x="237644" y="136096"/>
                    <a:pt x="239644" y="133263"/>
                    <a:pt x="241893" y="130596"/>
                  </a:cubicBezTo>
                  <a:cubicBezTo>
                    <a:pt x="245310" y="126513"/>
                    <a:pt x="248559" y="122347"/>
                    <a:pt x="251809" y="118014"/>
                  </a:cubicBezTo>
                  <a:cubicBezTo>
                    <a:pt x="254059" y="115098"/>
                    <a:pt x="256476" y="112681"/>
                    <a:pt x="258892" y="110098"/>
                  </a:cubicBezTo>
                  <a:cubicBezTo>
                    <a:pt x="258975" y="109182"/>
                    <a:pt x="259058" y="108265"/>
                    <a:pt x="259141" y="107348"/>
                  </a:cubicBezTo>
                  <a:cubicBezTo>
                    <a:pt x="259225" y="108515"/>
                    <a:pt x="259225" y="109765"/>
                    <a:pt x="259141" y="110931"/>
                  </a:cubicBezTo>
                  <a:cubicBezTo>
                    <a:pt x="258975" y="118097"/>
                    <a:pt x="256892" y="125097"/>
                    <a:pt x="258142" y="132263"/>
                  </a:cubicBezTo>
                  <a:cubicBezTo>
                    <a:pt x="258642" y="135012"/>
                    <a:pt x="262475" y="135096"/>
                    <a:pt x="263808" y="133013"/>
                  </a:cubicBezTo>
                  <a:cubicBezTo>
                    <a:pt x="267641" y="126763"/>
                    <a:pt x="273640" y="95933"/>
                    <a:pt x="260392" y="98349"/>
                  </a:cubicBezTo>
                  <a:cubicBezTo>
                    <a:pt x="261975" y="87350"/>
                    <a:pt x="263475" y="76351"/>
                    <a:pt x="264892" y="65269"/>
                  </a:cubicBezTo>
                  <a:cubicBezTo>
                    <a:pt x="276057" y="48270"/>
                    <a:pt x="286056" y="28772"/>
                    <a:pt x="301138" y="15523"/>
                  </a:cubicBezTo>
                  <a:cubicBezTo>
                    <a:pt x="301055" y="15607"/>
                    <a:pt x="301388" y="15357"/>
                    <a:pt x="301971" y="14857"/>
                  </a:cubicBezTo>
                  <a:cubicBezTo>
                    <a:pt x="301472" y="17023"/>
                    <a:pt x="301138" y="19023"/>
                    <a:pt x="301055" y="19356"/>
                  </a:cubicBezTo>
                  <a:cubicBezTo>
                    <a:pt x="298721" y="29439"/>
                    <a:pt x="298472" y="39355"/>
                    <a:pt x="296389" y="49437"/>
                  </a:cubicBezTo>
                  <a:cubicBezTo>
                    <a:pt x="295471" y="54020"/>
                    <a:pt x="301804" y="57270"/>
                    <a:pt x="304304" y="52770"/>
                  </a:cubicBezTo>
                  <a:cubicBezTo>
                    <a:pt x="308804" y="44604"/>
                    <a:pt x="310304" y="34855"/>
                    <a:pt x="311554" y="25189"/>
                  </a:cubicBezTo>
                  <a:cubicBezTo>
                    <a:pt x="317636" y="22439"/>
                    <a:pt x="322969" y="17856"/>
                    <a:pt x="328969" y="14857"/>
                  </a:cubicBezTo>
                  <a:cubicBezTo>
                    <a:pt x="328469" y="16773"/>
                    <a:pt x="328219" y="19023"/>
                    <a:pt x="327802" y="20439"/>
                  </a:cubicBezTo>
                  <a:lnTo>
                    <a:pt x="327802" y="20439"/>
                  </a:lnTo>
                  <a:close/>
                </a:path>
              </a:pathLst>
            </a:custGeom>
            <a:grpFill/>
            <a:ln w="8332" cap="flat">
              <a:noFill/>
              <a:prstDash val="solid"/>
              <a:miter/>
            </a:ln>
          </p:spPr>
          <p:txBody>
            <a:bodyPr rtlCol="0" anchor="ctr"/>
            <a:lstStyle/>
            <a:p>
              <a:endParaRPr lang="en-US"/>
            </a:p>
          </p:txBody>
        </p:sp>
        <p:sp>
          <p:nvSpPr>
            <p:cNvPr id="2180" name="Freeform: Shape 2179"/>
            <p:cNvSpPr/>
            <p:nvPr/>
          </p:nvSpPr>
          <p:spPr>
            <a:xfrm>
              <a:off x="10380486" y="2399363"/>
              <a:ext cx="473586" cy="638834"/>
            </a:xfrm>
            <a:custGeom>
              <a:avLst/>
              <a:gdLst>
                <a:gd name="connsiteX0" fmla="*/ 473557 w 473586"/>
                <a:gd name="connsiteY0" fmla="*/ 13763 h 638834"/>
                <a:gd name="connsiteX1" fmla="*/ 442810 w 473586"/>
                <a:gd name="connsiteY1" fmla="*/ 15430 h 638834"/>
                <a:gd name="connsiteX2" fmla="*/ 443643 w 473586"/>
                <a:gd name="connsiteY2" fmla="*/ 13180 h 638834"/>
                <a:gd name="connsiteX3" fmla="*/ 437143 w 473586"/>
                <a:gd name="connsiteY3" fmla="*/ 98 h 638834"/>
                <a:gd name="connsiteX4" fmla="*/ 406813 w 473586"/>
                <a:gd name="connsiteY4" fmla="*/ 21262 h 638834"/>
                <a:gd name="connsiteX5" fmla="*/ 390398 w 473586"/>
                <a:gd name="connsiteY5" fmla="*/ 37177 h 638834"/>
                <a:gd name="connsiteX6" fmla="*/ 387732 w 473586"/>
                <a:gd name="connsiteY6" fmla="*/ 28762 h 638834"/>
                <a:gd name="connsiteX7" fmla="*/ 341819 w 473586"/>
                <a:gd name="connsiteY7" fmla="*/ 63175 h 638834"/>
                <a:gd name="connsiteX8" fmla="*/ 292990 w 473586"/>
                <a:gd name="connsiteY8" fmla="*/ 142085 h 638834"/>
                <a:gd name="connsiteX9" fmla="*/ 270492 w 473586"/>
                <a:gd name="connsiteY9" fmla="*/ 180831 h 638834"/>
                <a:gd name="connsiteX10" fmla="*/ 263159 w 473586"/>
                <a:gd name="connsiteY10" fmla="*/ 192747 h 638834"/>
                <a:gd name="connsiteX11" fmla="*/ 260076 w 473586"/>
                <a:gd name="connsiteY11" fmla="*/ 191164 h 638834"/>
                <a:gd name="connsiteX12" fmla="*/ 234495 w 473586"/>
                <a:gd name="connsiteY12" fmla="*/ 215745 h 638834"/>
                <a:gd name="connsiteX13" fmla="*/ 204914 w 473586"/>
                <a:gd name="connsiteY13" fmla="*/ 265240 h 638834"/>
                <a:gd name="connsiteX14" fmla="*/ 172917 w 473586"/>
                <a:gd name="connsiteY14" fmla="*/ 322318 h 638834"/>
                <a:gd name="connsiteX15" fmla="*/ 152336 w 473586"/>
                <a:gd name="connsiteY15" fmla="*/ 359815 h 638834"/>
                <a:gd name="connsiteX16" fmla="*/ 134004 w 473586"/>
                <a:gd name="connsiteY16" fmla="*/ 375980 h 638834"/>
                <a:gd name="connsiteX17" fmla="*/ 131921 w 473586"/>
                <a:gd name="connsiteY17" fmla="*/ 373481 h 638834"/>
                <a:gd name="connsiteX18" fmla="*/ 124339 w 473586"/>
                <a:gd name="connsiteY18" fmla="*/ 372897 h 638834"/>
                <a:gd name="connsiteX19" fmla="*/ 110256 w 473586"/>
                <a:gd name="connsiteY19" fmla="*/ 391812 h 638834"/>
                <a:gd name="connsiteX20" fmla="*/ 92925 w 473586"/>
                <a:gd name="connsiteY20" fmla="*/ 419476 h 638834"/>
                <a:gd name="connsiteX21" fmla="*/ 61177 w 473586"/>
                <a:gd name="connsiteY21" fmla="*/ 482137 h 638834"/>
                <a:gd name="connsiteX22" fmla="*/ 49262 w 473586"/>
                <a:gd name="connsiteY22" fmla="*/ 513051 h 638834"/>
                <a:gd name="connsiteX23" fmla="*/ 8599 w 473586"/>
                <a:gd name="connsiteY23" fmla="*/ 595877 h 638834"/>
                <a:gd name="connsiteX24" fmla="*/ 8848 w 473586"/>
                <a:gd name="connsiteY24" fmla="*/ 634874 h 638834"/>
                <a:gd name="connsiteX25" fmla="*/ 51012 w 473586"/>
                <a:gd name="connsiteY25" fmla="*/ 621458 h 638834"/>
                <a:gd name="connsiteX26" fmla="*/ 87342 w 473586"/>
                <a:gd name="connsiteY26" fmla="*/ 559131 h 638834"/>
                <a:gd name="connsiteX27" fmla="*/ 115923 w 473586"/>
                <a:gd name="connsiteY27" fmla="*/ 498552 h 638834"/>
                <a:gd name="connsiteX28" fmla="*/ 143920 w 473586"/>
                <a:gd name="connsiteY28" fmla="*/ 459973 h 638834"/>
                <a:gd name="connsiteX29" fmla="*/ 182667 w 473586"/>
                <a:gd name="connsiteY29" fmla="*/ 417310 h 638834"/>
                <a:gd name="connsiteX30" fmla="*/ 250827 w 473586"/>
                <a:gd name="connsiteY30" fmla="*/ 317652 h 638834"/>
                <a:gd name="connsiteX31" fmla="*/ 255577 w 473586"/>
                <a:gd name="connsiteY31" fmla="*/ 305153 h 638834"/>
                <a:gd name="connsiteX32" fmla="*/ 331819 w 473586"/>
                <a:gd name="connsiteY32" fmla="*/ 225577 h 638834"/>
                <a:gd name="connsiteX33" fmla="*/ 364317 w 473586"/>
                <a:gd name="connsiteY33" fmla="*/ 176748 h 638834"/>
                <a:gd name="connsiteX34" fmla="*/ 376399 w 473586"/>
                <a:gd name="connsiteY34" fmla="*/ 137918 h 638834"/>
                <a:gd name="connsiteX35" fmla="*/ 374816 w 473586"/>
                <a:gd name="connsiteY35" fmla="*/ 135835 h 638834"/>
                <a:gd name="connsiteX36" fmla="*/ 421145 w 473586"/>
                <a:gd name="connsiteY36" fmla="*/ 89673 h 638834"/>
                <a:gd name="connsiteX37" fmla="*/ 432394 w 473586"/>
                <a:gd name="connsiteY37" fmla="*/ 71841 h 638834"/>
                <a:gd name="connsiteX38" fmla="*/ 432727 w 473586"/>
                <a:gd name="connsiteY38" fmla="*/ 71424 h 638834"/>
                <a:gd name="connsiteX39" fmla="*/ 445392 w 473586"/>
                <a:gd name="connsiteY39" fmla="*/ 58759 h 638834"/>
                <a:gd name="connsiteX40" fmla="*/ 457975 w 473586"/>
                <a:gd name="connsiteY40" fmla="*/ 41677 h 638834"/>
                <a:gd name="connsiteX41" fmla="*/ 467974 w 473586"/>
                <a:gd name="connsiteY41" fmla="*/ 25678 h 638834"/>
                <a:gd name="connsiteX42" fmla="*/ 473557 w 473586"/>
                <a:gd name="connsiteY42" fmla="*/ 13763 h 638834"/>
                <a:gd name="connsiteX43" fmla="*/ 473557 w 473586"/>
                <a:gd name="connsiteY43" fmla="*/ 13763 h 638834"/>
                <a:gd name="connsiteX44" fmla="*/ 205164 w 473586"/>
                <a:gd name="connsiteY44" fmla="*/ 292821 h 638834"/>
                <a:gd name="connsiteX45" fmla="*/ 232412 w 473586"/>
                <a:gd name="connsiteY45" fmla="*/ 244159 h 638834"/>
                <a:gd name="connsiteX46" fmla="*/ 248827 w 473586"/>
                <a:gd name="connsiteY46" fmla="*/ 221494 h 638834"/>
                <a:gd name="connsiteX47" fmla="*/ 256660 w 473586"/>
                <a:gd name="connsiteY47" fmla="*/ 208579 h 638834"/>
                <a:gd name="connsiteX48" fmla="*/ 255494 w 473586"/>
                <a:gd name="connsiteY48" fmla="*/ 230743 h 638834"/>
                <a:gd name="connsiteX49" fmla="*/ 252993 w 473586"/>
                <a:gd name="connsiteY49" fmla="*/ 258158 h 638834"/>
                <a:gd name="connsiteX50" fmla="*/ 247244 w 473586"/>
                <a:gd name="connsiteY50" fmla="*/ 294071 h 638834"/>
                <a:gd name="connsiteX51" fmla="*/ 217246 w 473586"/>
                <a:gd name="connsiteY51" fmla="*/ 313153 h 638834"/>
                <a:gd name="connsiteX52" fmla="*/ 173168 w 473586"/>
                <a:gd name="connsiteY52" fmla="*/ 344233 h 638834"/>
                <a:gd name="connsiteX53" fmla="*/ 205164 w 473586"/>
                <a:gd name="connsiteY53" fmla="*/ 292821 h 638834"/>
                <a:gd name="connsiteX54" fmla="*/ 205164 w 473586"/>
                <a:gd name="connsiteY54" fmla="*/ 292821 h 638834"/>
                <a:gd name="connsiteX55" fmla="*/ 109923 w 473586"/>
                <a:gd name="connsiteY55" fmla="*/ 489887 h 638834"/>
                <a:gd name="connsiteX56" fmla="*/ 108006 w 473586"/>
                <a:gd name="connsiteY56" fmla="*/ 496803 h 638834"/>
                <a:gd name="connsiteX57" fmla="*/ 105590 w 473586"/>
                <a:gd name="connsiteY57" fmla="*/ 501552 h 638834"/>
                <a:gd name="connsiteX58" fmla="*/ 105507 w 473586"/>
                <a:gd name="connsiteY58" fmla="*/ 503885 h 638834"/>
                <a:gd name="connsiteX59" fmla="*/ 85008 w 473586"/>
                <a:gd name="connsiteY59" fmla="*/ 539965 h 638834"/>
                <a:gd name="connsiteX60" fmla="*/ 56595 w 473586"/>
                <a:gd name="connsiteY60" fmla="*/ 587378 h 638834"/>
                <a:gd name="connsiteX61" fmla="*/ 40763 w 473586"/>
                <a:gd name="connsiteY61" fmla="*/ 612126 h 638834"/>
                <a:gd name="connsiteX62" fmla="*/ 31013 w 473586"/>
                <a:gd name="connsiteY62" fmla="*/ 622541 h 638834"/>
                <a:gd name="connsiteX63" fmla="*/ 18098 w 473586"/>
                <a:gd name="connsiteY63" fmla="*/ 618458 h 638834"/>
                <a:gd name="connsiteX64" fmla="*/ 11931 w 473586"/>
                <a:gd name="connsiteY64" fmla="*/ 609626 h 638834"/>
                <a:gd name="connsiteX65" fmla="*/ 12098 w 473586"/>
                <a:gd name="connsiteY65" fmla="*/ 608459 h 638834"/>
                <a:gd name="connsiteX66" fmla="*/ 43762 w 473586"/>
                <a:gd name="connsiteY66" fmla="*/ 550298 h 638834"/>
                <a:gd name="connsiteX67" fmla="*/ 55345 w 473586"/>
                <a:gd name="connsiteY67" fmla="*/ 521634 h 638834"/>
                <a:gd name="connsiteX68" fmla="*/ 62427 w 473586"/>
                <a:gd name="connsiteY68" fmla="*/ 503802 h 638834"/>
                <a:gd name="connsiteX69" fmla="*/ 67427 w 473586"/>
                <a:gd name="connsiteY69" fmla="*/ 492636 h 638834"/>
                <a:gd name="connsiteX70" fmla="*/ 98174 w 473586"/>
                <a:gd name="connsiteY70" fmla="*/ 434558 h 638834"/>
                <a:gd name="connsiteX71" fmla="*/ 115506 w 473586"/>
                <a:gd name="connsiteY71" fmla="*/ 406478 h 638834"/>
                <a:gd name="connsiteX72" fmla="*/ 124922 w 473586"/>
                <a:gd name="connsiteY72" fmla="*/ 393562 h 638834"/>
                <a:gd name="connsiteX73" fmla="*/ 125255 w 473586"/>
                <a:gd name="connsiteY73" fmla="*/ 392979 h 638834"/>
                <a:gd name="connsiteX74" fmla="*/ 125921 w 473586"/>
                <a:gd name="connsiteY74" fmla="*/ 392645 h 638834"/>
                <a:gd name="connsiteX75" fmla="*/ 126339 w 473586"/>
                <a:gd name="connsiteY75" fmla="*/ 392312 h 638834"/>
                <a:gd name="connsiteX76" fmla="*/ 121672 w 473586"/>
                <a:gd name="connsiteY76" fmla="*/ 432975 h 638834"/>
                <a:gd name="connsiteX77" fmla="*/ 109923 w 473586"/>
                <a:gd name="connsiteY77" fmla="*/ 489887 h 638834"/>
                <a:gd name="connsiteX78" fmla="*/ 109923 w 473586"/>
                <a:gd name="connsiteY78" fmla="*/ 489887 h 638834"/>
                <a:gd name="connsiteX79" fmla="*/ 242327 w 473586"/>
                <a:gd name="connsiteY79" fmla="*/ 314569 h 638834"/>
                <a:gd name="connsiteX80" fmla="*/ 235245 w 473586"/>
                <a:gd name="connsiteY80" fmla="*/ 331484 h 638834"/>
                <a:gd name="connsiteX81" fmla="*/ 221913 w 473586"/>
                <a:gd name="connsiteY81" fmla="*/ 353566 h 638834"/>
                <a:gd name="connsiteX82" fmla="*/ 190165 w 473586"/>
                <a:gd name="connsiteY82" fmla="*/ 392562 h 638834"/>
                <a:gd name="connsiteX83" fmla="*/ 159585 w 473586"/>
                <a:gd name="connsiteY83" fmla="*/ 428142 h 638834"/>
                <a:gd name="connsiteX84" fmla="*/ 126422 w 473586"/>
                <a:gd name="connsiteY84" fmla="*/ 464306 h 638834"/>
                <a:gd name="connsiteX85" fmla="*/ 121672 w 473586"/>
                <a:gd name="connsiteY85" fmla="*/ 471055 h 638834"/>
                <a:gd name="connsiteX86" fmla="*/ 130255 w 473586"/>
                <a:gd name="connsiteY86" fmla="*/ 415727 h 638834"/>
                <a:gd name="connsiteX87" fmla="*/ 135588 w 473586"/>
                <a:gd name="connsiteY87" fmla="*/ 385729 h 638834"/>
                <a:gd name="connsiteX88" fmla="*/ 207081 w 473586"/>
                <a:gd name="connsiteY88" fmla="*/ 337567 h 638834"/>
                <a:gd name="connsiteX89" fmla="*/ 244161 w 473586"/>
                <a:gd name="connsiteY89" fmla="*/ 310736 h 638834"/>
                <a:gd name="connsiteX90" fmla="*/ 245577 w 473586"/>
                <a:gd name="connsiteY90" fmla="*/ 309820 h 638834"/>
                <a:gd name="connsiteX91" fmla="*/ 245911 w 473586"/>
                <a:gd name="connsiteY91" fmla="*/ 309986 h 638834"/>
                <a:gd name="connsiteX92" fmla="*/ 242327 w 473586"/>
                <a:gd name="connsiteY92" fmla="*/ 314569 h 638834"/>
                <a:gd name="connsiteX93" fmla="*/ 242327 w 473586"/>
                <a:gd name="connsiteY93" fmla="*/ 314569 h 638834"/>
                <a:gd name="connsiteX94" fmla="*/ 347318 w 473586"/>
                <a:gd name="connsiteY94" fmla="*/ 187581 h 638834"/>
                <a:gd name="connsiteX95" fmla="*/ 315238 w 473586"/>
                <a:gd name="connsiteY95" fmla="*/ 229827 h 638834"/>
                <a:gd name="connsiteX96" fmla="*/ 280657 w 473586"/>
                <a:gd name="connsiteY96" fmla="*/ 268990 h 638834"/>
                <a:gd name="connsiteX97" fmla="*/ 264242 w 473586"/>
                <a:gd name="connsiteY97" fmla="*/ 287822 h 638834"/>
                <a:gd name="connsiteX98" fmla="*/ 255826 w 473586"/>
                <a:gd name="connsiteY98" fmla="*/ 294988 h 638834"/>
                <a:gd name="connsiteX99" fmla="*/ 261826 w 473586"/>
                <a:gd name="connsiteY99" fmla="*/ 251908 h 638834"/>
                <a:gd name="connsiteX100" fmla="*/ 266158 w 473586"/>
                <a:gd name="connsiteY100" fmla="*/ 219078 h 638834"/>
                <a:gd name="connsiteX101" fmla="*/ 314988 w 473586"/>
                <a:gd name="connsiteY101" fmla="*/ 185248 h 638834"/>
                <a:gd name="connsiteX102" fmla="*/ 341902 w 473586"/>
                <a:gd name="connsiteY102" fmla="*/ 165916 h 638834"/>
                <a:gd name="connsiteX103" fmla="*/ 368900 w 473586"/>
                <a:gd name="connsiteY103" fmla="*/ 145668 h 638834"/>
                <a:gd name="connsiteX104" fmla="*/ 347318 w 473586"/>
                <a:gd name="connsiteY104" fmla="*/ 187581 h 638834"/>
                <a:gd name="connsiteX105" fmla="*/ 347318 w 473586"/>
                <a:gd name="connsiteY105" fmla="*/ 187581 h 638834"/>
                <a:gd name="connsiteX106" fmla="*/ 456225 w 473586"/>
                <a:gd name="connsiteY106" fmla="*/ 24262 h 638834"/>
                <a:gd name="connsiteX107" fmla="*/ 445726 w 473586"/>
                <a:gd name="connsiteY107" fmla="*/ 40177 h 638834"/>
                <a:gd name="connsiteX108" fmla="*/ 433394 w 473586"/>
                <a:gd name="connsiteY108" fmla="*/ 56009 h 638834"/>
                <a:gd name="connsiteX109" fmla="*/ 427395 w 473586"/>
                <a:gd name="connsiteY109" fmla="*/ 61759 h 638834"/>
                <a:gd name="connsiteX110" fmla="*/ 424895 w 473586"/>
                <a:gd name="connsiteY110" fmla="*/ 61175 h 638834"/>
                <a:gd name="connsiteX111" fmla="*/ 400314 w 473586"/>
                <a:gd name="connsiteY111" fmla="*/ 68841 h 638834"/>
                <a:gd name="connsiteX112" fmla="*/ 384649 w 473586"/>
                <a:gd name="connsiteY112" fmla="*/ 86340 h 638834"/>
                <a:gd name="connsiteX113" fmla="*/ 387481 w 473586"/>
                <a:gd name="connsiteY113" fmla="*/ 86923 h 638834"/>
                <a:gd name="connsiteX114" fmla="*/ 396231 w 473586"/>
                <a:gd name="connsiteY114" fmla="*/ 82840 h 638834"/>
                <a:gd name="connsiteX115" fmla="*/ 406979 w 473586"/>
                <a:gd name="connsiteY115" fmla="*/ 77007 h 638834"/>
                <a:gd name="connsiteX116" fmla="*/ 418062 w 473586"/>
                <a:gd name="connsiteY116" fmla="*/ 70841 h 638834"/>
                <a:gd name="connsiteX117" fmla="*/ 418228 w 473586"/>
                <a:gd name="connsiteY117" fmla="*/ 75091 h 638834"/>
                <a:gd name="connsiteX118" fmla="*/ 409979 w 473586"/>
                <a:gd name="connsiteY118" fmla="*/ 85673 h 638834"/>
                <a:gd name="connsiteX119" fmla="*/ 391648 w 473586"/>
                <a:gd name="connsiteY119" fmla="*/ 106588 h 638834"/>
                <a:gd name="connsiteX120" fmla="*/ 358734 w 473586"/>
                <a:gd name="connsiteY120" fmla="*/ 139668 h 638834"/>
                <a:gd name="connsiteX121" fmla="*/ 308155 w 473586"/>
                <a:gd name="connsiteY121" fmla="*/ 174915 h 638834"/>
                <a:gd name="connsiteX122" fmla="*/ 266409 w 473586"/>
                <a:gd name="connsiteY122" fmla="*/ 208912 h 638834"/>
                <a:gd name="connsiteX123" fmla="*/ 266242 w 473586"/>
                <a:gd name="connsiteY123" fmla="*/ 205412 h 638834"/>
                <a:gd name="connsiteX124" fmla="*/ 291990 w 473586"/>
                <a:gd name="connsiteY124" fmla="*/ 173082 h 638834"/>
                <a:gd name="connsiteX125" fmla="*/ 328736 w 473586"/>
                <a:gd name="connsiteY125" fmla="*/ 112754 h 638834"/>
                <a:gd name="connsiteX126" fmla="*/ 370399 w 473586"/>
                <a:gd name="connsiteY126" fmla="*/ 48926 h 638834"/>
                <a:gd name="connsiteX127" fmla="*/ 379482 w 473586"/>
                <a:gd name="connsiteY127" fmla="*/ 39011 h 638834"/>
                <a:gd name="connsiteX128" fmla="*/ 378648 w 473586"/>
                <a:gd name="connsiteY128" fmla="*/ 52093 h 638834"/>
                <a:gd name="connsiteX129" fmla="*/ 375649 w 473586"/>
                <a:gd name="connsiteY129" fmla="*/ 59176 h 638834"/>
                <a:gd name="connsiteX130" fmla="*/ 375732 w 473586"/>
                <a:gd name="connsiteY130" fmla="*/ 60592 h 638834"/>
                <a:gd name="connsiteX131" fmla="*/ 367233 w 473586"/>
                <a:gd name="connsiteY131" fmla="*/ 88756 h 638834"/>
                <a:gd name="connsiteX132" fmla="*/ 349568 w 473586"/>
                <a:gd name="connsiteY132" fmla="*/ 103088 h 638834"/>
                <a:gd name="connsiteX133" fmla="*/ 331570 w 473586"/>
                <a:gd name="connsiteY133" fmla="*/ 122920 h 638834"/>
                <a:gd name="connsiteX134" fmla="*/ 334403 w 473586"/>
                <a:gd name="connsiteY134" fmla="*/ 125503 h 638834"/>
                <a:gd name="connsiteX135" fmla="*/ 334403 w 473586"/>
                <a:gd name="connsiteY135" fmla="*/ 125503 h 638834"/>
                <a:gd name="connsiteX136" fmla="*/ 341652 w 473586"/>
                <a:gd name="connsiteY136" fmla="*/ 121337 h 638834"/>
                <a:gd name="connsiteX137" fmla="*/ 349735 w 473586"/>
                <a:gd name="connsiteY137" fmla="*/ 114837 h 638834"/>
                <a:gd name="connsiteX138" fmla="*/ 361900 w 473586"/>
                <a:gd name="connsiteY138" fmla="*/ 104505 h 638834"/>
                <a:gd name="connsiteX139" fmla="*/ 370483 w 473586"/>
                <a:gd name="connsiteY139" fmla="*/ 98172 h 638834"/>
                <a:gd name="connsiteX140" fmla="*/ 371233 w 473586"/>
                <a:gd name="connsiteY140" fmla="*/ 95505 h 638834"/>
                <a:gd name="connsiteX141" fmla="*/ 370566 w 473586"/>
                <a:gd name="connsiteY141" fmla="*/ 99005 h 638834"/>
                <a:gd name="connsiteX142" fmla="*/ 365316 w 473586"/>
                <a:gd name="connsiteY142" fmla="*/ 119670 h 638834"/>
                <a:gd name="connsiteX143" fmla="*/ 370733 w 473586"/>
                <a:gd name="connsiteY143" fmla="*/ 121503 h 638834"/>
                <a:gd name="connsiteX144" fmla="*/ 374316 w 473586"/>
                <a:gd name="connsiteY144" fmla="*/ 86840 h 638834"/>
                <a:gd name="connsiteX145" fmla="*/ 385315 w 473586"/>
                <a:gd name="connsiteY145" fmla="*/ 55342 h 638834"/>
                <a:gd name="connsiteX146" fmla="*/ 430810 w 473586"/>
                <a:gd name="connsiteY146" fmla="*/ 13929 h 638834"/>
                <a:gd name="connsiteX147" fmla="*/ 431727 w 473586"/>
                <a:gd name="connsiteY147" fmla="*/ 13430 h 638834"/>
                <a:gd name="connsiteX148" fmla="*/ 429894 w 473586"/>
                <a:gd name="connsiteY148" fmla="*/ 17679 h 638834"/>
                <a:gd name="connsiteX149" fmla="*/ 419311 w 473586"/>
                <a:gd name="connsiteY149" fmla="*/ 46177 h 638834"/>
                <a:gd name="connsiteX150" fmla="*/ 426395 w 473586"/>
                <a:gd name="connsiteY150" fmla="*/ 51010 h 638834"/>
                <a:gd name="connsiteX151" fmla="*/ 438976 w 473586"/>
                <a:gd name="connsiteY151" fmla="*/ 25428 h 638834"/>
                <a:gd name="connsiteX152" fmla="*/ 458142 w 473586"/>
                <a:gd name="connsiteY152" fmla="*/ 18762 h 638834"/>
                <a:gd name="connsiteX153" fmla="*/ 456225 w 473586"/>
                <a:gd name="connsiteY153" fmla="*/ 24262 h 638834"/>
                <a:gd name="connsiteX154" fmla="*/ 456225 w 473586"/>
                <a:gd name="connsiteY154" fmla="*/ 24262 h 638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Lst>
              <a:rect l="l" t="t" r="r" b="b"/>
              <a:pathLst>
                <a:path w="473586" h="638834">
                  <a:moveTo>
                    <a:pt x="473557" y="13763"/>
                  </a:moveTo>
                  <a:cubicBezTo>
                    <a:pt x="471974" y="-1319"/>
                    <a:pt x="454892" y="7263"/>
                    <a:pt x="442810" y="15430"/>
                  </a:cubicBezTo>
                  <a:cubicBezTo>
                    <a:pt x="443060" y="14680"/>
                    <a:pt x="443309" y="13929"/>
                    <a:pt x="443643" y="13180"/>
                  </a:cubicBezTo>
                  <a:cubicBezTo>
                    <a:pt x="445976" y="7180"/>
                    <a:pt x="446060" y="-986"/>
                    <a:pt x="437143" y="98"/>
                  </a:cubicBezTo>
                  <a:cubicBezTo>
                    <a:pt x="426312" y="1347"/>
                    <a:pt x="413896" y="13929"/>
                    <a:pt x="406813" y="21262"/>
                  </a:cubicBezTo>
                  <a:cubicBezTo>
                    <a:pt x="402230" y="26012"/>
                    <a:pt x="396064" y="31428"/>
                    <a:pt x="390398" y="37177"/>
                  </a:cubicBezTo>
                  <a:cubicBezTo>
                    <a:pt x="390564" y="33928"/>
                    <a:pt x="389982" y="30845"/>
                    <a:pt x="387732" y="28762"/>
                  </a:cubicBezTo>
                  <a:cubicBezTo>
                    <a:pt x="374732" y="16679"/>
                    <a:pt x="347152" y="56009"/>
                    <a:pt x="341819" y="63175"/>
                  </a:cubicBezTo>
                  <a:cubicBezTo>
                    <a:pt x="323071" y="87923"/>
                    <a:pt x="309155" y="115670"/>
                    <a:pt x="292990" y="142085"/>
                  </a:cubicBezTo>
                  <a:cubicBezTo>
                    <a:pt x="285240" y="154833"/>
                    <a:pt x="278241" y="167999"/>
                    <a:pt x="270492" y="180831"/>
                  </a:cubicBezTo>
                  <a:cubicBezTo>
                    <a:pt x="268242" y="184497"/>
                    <a:pt x="265492" y="188581"/>
                    <a:pt x="263159" y="192747"/>
                  </a:cubicBezTo>
                  <a:cubicBezTo>
                    <a:pt x="262326" y="191997"/>
                    <a:pt x="261326" y="191414"/>
                    <a:pt x="260076" y="191164"/>
                  </a:cubicBezTo>
                  <a:cubicBezTo>
                    <a:pt x="247577" y="188331"/>
                    <a:pt x="240328" y="207579"/>
                    <a:pt x="234495" y="215745"/>
                  </a:cubicBezTo>
                  <a:cubicBezTo>
                    <a:pt x="223163" y="231493"/>
                    <a:pt x="213330" y="247825"/>
                    <a:pt x="204914" y="265240"/>
                  </a:cubicBezTo>
                  <a:cubicBezTo>
                    <a:pt x="195415" y="284905"/>
                    <a:pt x="183916" y="303487"/>
                    <a:pt x="172917" y="322318"/>
                  </a:cubicBezTo>
                  <a:cubicBezTo>
                    <a:pt x="165835" y="334567"/>
                    <a:pt x="159252" y="347483"/>
                    <a:pt x="152336" y="359815"/>
                  </a:cubicBezTo>
                  <a:cubicBezTo>
                    <a:pt x="145920" y="364898"/>
                    <a:pt x="139837" y="370231"/>
                    <a:pt x="134004" y="375980"/>
                  </a:cubicBezTo>
                  <a:cubicBezTo>
                    <a:pt x="133504" y="374980"/>
                    <a:pt x="132837" y="374064"/>
                    <a:pt x="131921" y="373481"/>
                  </a:cubicBezTo>
                  <a:cubicBezTo>
                    <a:pt x="129671" y="371814"/>
                    <a:pt x="126838" y="371314"/>
                    <a:pt x="124339" y="372897"/>
                  </a:cubicBezTo>
                  <a:cubicBezTo>
                    <a:pt x="117756" y="377147"/>
                    <a:pt x="114673" y="385563"/>
                    <a:pt x="110256" y="391812"/>
                  </a:cubicBezTo>
                  <a:cubicBezTo>
                    <a:pt x="103923" y="400728"/>
                    <a:pt x="98341" y="410060"/>
                    <a:pt x="92925" y="419476"/>
                  </a:cubicBezTo>
                  <a:cubicBezTo>
                    <a:pt x="81342" y="439974"/>
                    <a:pt x="70760" y="460639"/>
                    <a:pt x="61177" y="482137"/>
                  </a:cubicBezTo>
                  <a:cubicBezTo>
                    <a:pt x="56595" y="492303"/>
                    <a:pt x="52928" y="502636"/>
                    <a:pt x="49262" y="513051"/>
                  </a:cubicBezTo>
                  <a:cubicBezTo>
                    <a:pt x="36096" y="540882"/>
                    <a:pt x="23430" y="568963"/>
                    <a:pt x="8599" y="595877"/>
                  </a:cubicBezTo>
                  <a:cubicBezTo>
                    <a:pt x="1599" y="608709"/>
                    <a:pt x="-6734" y="624375"/>
                    <a:pt x="8848" y="634874"/>
                  </a:cubicBezTo>
                  <a:cubicBezTo>
                    <a:pt x="24098" y="645123"/>
                    <a:pt x="41429" y="633624"/>
                    <a:pt x="51012" y="621458"/>
                  </a:cubicBezTo>
                  <a:cubicBezTo>
                    <a:pt x="65927" y="602543"/>
                    <a:pt x="75676" y="579962"/>
                    <a:pt x="87342" y="559131"/>
                  </a:cubicBezTo>
                  <a:cubicBezTo>
                    <a:pt x="98590" y="539049"/>
                    <a:pt x="110340" y="520884"/>
                    <a:pt x="115923" y="498552"/>
                  </a:cubicBezTo>
                  <a:cubicBezTo>
                    <a:pt x="125671" y="486137"/>
                    <a:pt x="133588" y="471972"/>
                    <a:pt x="143920" y="459973"/>
                  </a:cubicBezTo>
                  <a:cubicBezTo>
                    <a:pt x="156419" y="445474"/>
                    <a:pt x="170085" y="431892"/>
                    <a:pt x="182667" y="417310"/>
                  </a:cubicBezTo>
                  <a:cubicBezTo>
                    <a:pt x="209247" y="386479"/>
                    <a:pt x="232662" y="354149"/>
                    <a:pt x="250827" y="317652"/>
                  </a:cubicBezTo>
                  <a:cubicBezTo>
                    <a:pt x="252411" y="314403"/>
                    <a:pt x="254826" y="309570"/>
                    <a:pt x="255577" y="305153"/>
                  </a:cubicBezTo>
                  <a:cubicBezTo>
                    <a:pt x="283491" y="280822"/>
                    <a:pt x="310822" y="256574"/>
                    <a:pt x="331819" y="225577"/>
                  </a:cubicBezTo>
                  <a:cubicBezTo>
                    <a:pt x="342735" y="209329"/>
                    <a:pt x="354650" y="193830"/>
                    <a:pt x="364317" y="176748"/>
                  </a:cubicBezTo>
                  <a:cubicBezTo>
                    <a:pt x="370232" y="166249"/>
                    <a:pt x="379399" y="150334"/>
                    <a:pt x="376399" y="137918"/>
                  </a:cubicBezTo>
                  <a:cubicBezTo>
                    <a:pt x="376149" y="137002"/>
                    <a:pt x="375565" y="136335"/>
                    <a:pt x="374816" y="135835"/>
                  </a:cubicBezTo>
                  <a:cubicBezTo>
                    <a:pt x="392731" y="123420"/>
                    <a:pt x="408063" y="106921"/>
                    <a:pt x="421145" y="89673"/>
                  </a:cubicBezTo>
                  <a:cubicBezTo>
                    <a:pt x="424394" y="85423"/>
                    <a:pt x="431144" y="78340"/>
                    <a:pt x="432394" y="71841"/>
                  </a:cubicBezTo>
                  <a:cubicBezTo>
                    <a:pt x="432478" y="71674"/>
                    <a:pt x="432644" y="71591"/>
                    <a:pt x="432727" y="71424"/>
                  </a:cubicBezTo>
                  <a:cubicBezTo>
                    <a:pt x="436143" y="66425"/>
                    <a:pt x="441476" y="63425"/>
                    <a:pt x="445392" y="58759"/>
                  </a:cubicBezTo>
                  <a:cubicBezTo>
                    <a:pt x="449976" y="53426"/>
                    <a:pt x="453808" y="47260"/>
                    <a:pt x="457975" y="41677"/>
                  </a:cubicBezTo>
                  <a:cubicBezTo>
                    <a:pt x="461808" y="36511"/>
                    <a:pt x="464808" y="31261"/>
                    <a:pt x="467974" y="25678"/>
                  </a:cubicBezTo>
                  <a:cubicBezTo>
                    <a:pt x="469974" y="22429"/>
                    <a:pt x="473974" y="17929"/>
                    <a:pt x="473557" y="13763"/>
                  </a:cubicBezTo>
                  <a:lnTo>
                    <a:pt x="473557" y="13763"/>
                  </a:lnTo>
                  <a:close/>
                  <a:moveTo>
                    <a:pt x="205164" y="292821"/>
                  </a:moveTo>
                  <a:cubicBezTo>
                    <a:pt x="214914" y="276906"/>
                    <a:pt x="222247" y="259824"/>
                    <a:pt x="232412" y="244159"/>
                  </a:cubicBezTo>
                  <a:cubicBezTo>
                    <a:pt x="237578" y="236326"/>
                    <a:pt x="243160" y="228910"/>
                    <a:pt x="248827" y="221494"/>
                  </a:cubicBezTo>
                  <a:cubicBezTo>
                    <a:pt x="250244" y="219661"/>
                    <a:pt x="253660" y="213162"/>
                    <a:pt x="256660" y="208579"/>
                  </a:cubicBezTo>
                  <a:cubicBezTo>
                    <a:pt x="257909" y="215578"/>
                    <a:pt x="255743" y="225077"/>
                    <a:pt x="255494" y="230743"/>
                  </a:cubicBezTo>
                  <a:cubicBezTo>
                    <a:pt x="255160" y="239992"/>
                    <a:pt x="253993" y="248992"/>
                    <a:pt x="252993" y="258158"/>
                  </a:cubicBezTo>
                  <a:cubicBezTo>
                    <a:pt x="251660" y="270240"/>
                    <a:pt x="248910" y="282072"/>
                    <a:pt x="247244" y="294071"/>
                  </a:cubicBezTo>
                  <a:cubicBezTo>
                    <a:pt x="237161" y="293571"/>
                    <a:pt x="223412" y="308320"/>
                    <a:pt x="217246" y="313153"/>
                  </a:cubicBezTo>
                  <a:cubicBezTo>
                    <a:pt x="203165" y="324152"/>
                    <a:pt x="187999" y="333901"/>
                    <a:pt x="173168" y="344233"/>
                  </a:cubicBezTo>
                  <a:cubicBezTo>
                    <a:pt x="185333" y="327984"/>
                    <a:pt x="195082" y="309236"/>
                    <a:pt x="205164" y="292821"/>
                  </a:cubicBezTo>
                  <a:lnTo>
                    <a:pt x="205164" y="292821"/>
                  </a:lnTo>
                  <a:close/>
                  <a:moveTo>
                    <a:pt x="109923" y="489887"/>
                  </a:moveTo>
                  <a:cubicBezTo>
                    <a:pt x="109340" y="492220"/>
                    <a:pt x="108673" y="494553"/>
                    <a:pt x="108006" y="496803"/>
                  </a:cubicBezTo>
                  <a:cubicBezTo>
                    <a:pt x="107173" y="498386"/>
                    <a:pt x="106424" y="499969"/>
                    <a:pt x="105590" y="501552"/>
                  </a:cubicBezTo>
                  <a:cubicBezTo>
                    <a:pt x="105173" y="502386"/>
                    <a:pt x="105173" y="503219"/>
                    <a:pt x="105507" y="503885"/>
                  </a:cubicBezTo>
                  <a:cubicBezTo>
                    <a:pt x="100424" y="516718"/>
                    <a:pt x="93174" y="528050"/>
                    <a:pt x="85008" y="539965"/>
                  </a:cubicBezTo>
                  <a:cubicBezTo>
                    <a:pt x="74592" y="555131"/>
                    <a:pt x="66011" y="571546"/>
                    <a:pt x="56595" y="587378"/>
                  </a:cubicBezTo>
                  <a:cubicBezTo>
                    <a:pt x="51594" y="595794"/>
                    <a:pt x="46679" y="604293"/>
                    <a:pt x="40763" y="612126"/>
                  </a:cubicBezTo>
                  <a:cubicBezTo>
                    <a:pt x="37930" y="615792"/>
                    <a:pt x="34929" y="619875"/>
                    <a:pt x="31013" y="622541"/>
                  </a:cubicBezTo>
                  <a:cubicBezTo>
                    <a:pt x="25680" y="627624"/>
                    <a:pt x="21347" y="626208"/>
                    <a:pt x="18098" y="618458"/>
                  </a:cubicBezTo>
                  <a:cubicBezTo>
                    <a:pt x="11432" y="616209"/>
                    <a:pt x="9432" y="613292"/>
                    <a:pt x="11931" y="609626"/>
                  </a:cubicBezTo>
                  <a:cubicBezTo>
                    <a:pt x="11931" y="609209"/>
                    <a:pt x="12015" y="608793"/>
                    <a:pt x="12098" y="608459"/>
                  </a:cubicBezTo>
                  <a:cubicBezTo>
                    <a:pt x="23514" y="589544"/>
                    <a:pt x="34513" y="570463"/>
                    <a:pt x="43762" y="550298"/>
                  </a:cubicBezTo>
                  <a:cubicBezTo>
                    <a:pt x="48095" y="540882"/>
                    <a:pt x="51678" y="531300"/>
                    <a:pt x="55345" y="521634"/>
                  </a:cubicBezTo>
                  <a:cubicBezTo>
                    <a:pt x="57761" y="515718"/>
                    <a:pt x="60094" y="509801"/>
                    <a:pt x="62427" y="503802"/>
                  </a:cubicBezTo>
                  <a:cubicBezTo>
                    <a:pt x="64010" y="500053"/>
                    <a:pt x="65677" y="496303"/>
                    <a:pt x="67427" y="492636"/>
                  </a:cubicBezTo>
                  <a:cubicBezTo>
                    <a:pt x="77093" y="472888"/>
                    <a:pt x="87258" y="453640"/>
                    <a:pt x="98174" y="434558"/>
                  </a:cubicBezTo>
                  <a:cubicBezTo>
                    <a:pt x="103673" y="424976"/>
                    <a:pt x="109256" y="415560"/>
                    <a:pt x="115506" y="406478"/>
                  </a:cubicBezTo>
                  <a:cubicBezTo>
                    <a:pt x="118505" y="402061"/>
                    <a:pt x="122089" y="397978"/>
                    <a:pt x="124922" y="393562"/>
                  </a:cubicBezTo>
                  <a:cubicBezTo>
                    <a:pt x="125005" y="393395"/>
                    <a:pt x="125172" y="393145"/>
                    <a:pt x="125255" y="392979"/>
                  </a:cubicBezTo>
                  <a:cubicBezTo>
                    <a:pt x="125504" y="392895"/>
                    <a:pt x="125671" y="392812"/>
                    <a:pt x="125921" y="392645"/>
                  </a:cubicBezTo>
                  <a:cubicBezTo>
                    <a:pt x="126088" y="392562"/>
                    <a:pt x="126172" y="392479"/>
                    <a:pt x="126339" y="392312"/>
                  </a:cubicBezTo>
                  <a:cubicBezTo>
                    <a:pt x="126005" y="405894"/>
                    <a:pt x="122089" y="430225"/>
                    <a:pt x="121672" y="432975"/>
                  </a:cubicBezTo>
                  <a:cubicBezTo>
                    <a:pt x="119006" y="452140"/>
                    <a:pt x="114506" y="471138"/>
                    <a:pt x="109923" y="489887"/>
                  </a:cubicBezTo>
                  <a:lnTo>
                    <a:pt x="109923" y="489887"/>
                  </a:lnTo>
                  <a:close/>
                  <a:moveTo>
                    <a:pt x="242327" y="314569"/>
                  </a:moveTo>
                  <a:cubicBezTo>
                    <a:pt x="239495" y="319402"/>
                    <a:pt x="237912" y="326151"/>
                    <a:pt x="235245" y="331484"/>
                  </a:cubicBezTo>
                  <a:cubicBezTo>
                    <a:pt x="231329" y="339234"/>
                    <a:pt x="226746" y="346316"/>
                    <a:pt x="221913" y="353566"/>
                  </a:cubicBezTo>
                  <a:cubicBezTo>
                    <a:pt x="212581" y="367731"/>
                    <a:pt x="200498" y="379147"/>
                    <a:pt x="190165" y="392562"/>
                  </a:cubicBezTo>
                  <a:cubicBezTo>
                    <a:pt x="180750" y="404894"/>
                    <a:pt x="170085" y="416727"/>
                    <a:pt x="159585" y="428142"/>
                  </a:cubicBezTo>
                  <a:cubicBezTo>
                    <a:pt x="148419" y="440224"/>
                    <a:pt x="136671" y="451307"/>
                    <a:pt x="126422" y="464306"/>
                  </a:cubicBezTo>
                  <a:cubicBezTo>
                    <a:pt x="124671" y="466472"/>
                    <a:pt x="123172" y="468805"/>
                    <a:pt x="121672" y="471055"/>
                  </a:cubicBezTo>
                  <a:cubicBezTo>
                    <a:pt x="125255" y="452723"/>
                    <a:pt x="128338" y="434225"/>
                    <a:pt x="130255" y="415727"/>
                  </a:cubicBezTo>
                  <a:cubicBezTo>
                    <a:pt x="130837" y="409727"/>
                    <a:pt x="135171" y="396145"/>
                    <a:pt x="135588" y="385729"/>
                  </a:cubicBezTo>
                  <a:cubicBezTo>
                    <a:pt x="159002" y="369064"/>
                    <a:pt x="183250" y="353816"/>
                    <a:pt x="207081" y="337567"/>
                  </a:cubicBezTo>
                  <a:cubicBezTo>
                    <a:pt x="219663" y="328985"/>
                    <a:pt x="231745" y="319652"/>
                    <a:pt x="244161" y="310736"/>
                  </a:cubicBezTo>
                  <a:cubicBezTo>
                    <a:pt x="244828" y="310236"/>
                    <a:pt x="245244" y="309986"/>
                    <a:pt x="245577" y="309820"/>
                  </a:cubicBezTo>
                  <a:cubicBezTo>
                    <a:pt x="245661" y="309903"/>
                    <a:pt x="245827" y="309986"/>
                    <a:pt x="245911" y="309986"/>
                  </a:cubicBezTo>
                  <a:cubicBezTo>
                    <a:pt x="245327" y="310903"/>
                    <a:pt x="243078" y="313319"/>
                    <a:pt x="242327" y="314569"/>
                  </a:cubicBezTo>
                  <a:lnTo>
                    <a:pt x="242327" y="314569"/>
                  </a:lnTo>
                  <a:close/>
                  <a:moveTo>
                    <a:pt x="347318" y="187581"/>
                  </a:moveTo>
                  <a:cubicBezTo>
                    <a:pt x="337486" y="202079"/>
                    <a:pt x="326486" y="216411"/>
                    <a:pt x="315238" y="229827"/>
                  </a:cubicBezTo>
                  <a:cubicBezTo>
                    <a:pt x="304156" y="243159"/>
                    <a:pt x="292573" y="256324"/>
                    <a:pt x="280657" y="268990"/>
                  </a:cubicBezTo>
                  <a:cubicBezTo>
                    <a:pt x="274908" y="275073"/>
                    <a:pt x="270325" y="282072"/>
                    <a:pt x="264242" y="287822"/>
                  </a:cubicBezTo>
                  <a:cubicBezTo>
                    <a:pt x="261576" y="290321"/>
                    <a:pt x="258660" y="292738"/>
                    <a:pt x="255826" y="294988"/>
                  </a:cubicBezTo>
                  <a:cubicBezTo>
                    <a:pt x="258410" y="280739"/>
                    <a:pt x="259909" y="266157"/>
                    <a:pt x="261826" y="251908"/>
                  </a:cubicBezTo>
                  <a:cubicBezTo>
                    <a:pt x="263242" y="241659"/>
                    <a:pt x="265325" y="230243"/>
                    <a:pt x="266158" y="219078"/>
                  </a:cubicBezTo>
                  <a:cubicBezTo>
                    <a:pt x="281907" y="207329"/>
                    <a:pt x="298989" y="196746"/>
                    <a:pt x="314988" y="185248"/>
                  </a:cubicBezTo>
                  <a:cubicBezTo>
                    <a:pt x="323987" y="178748"/>
                    <a:pt x="333153" y="172665"/>
                    <a:pt x="341902" y="165916"/>
                  </a:cubicBezTo>
                  <a:cubicBezTo>
                    <a:pt x="350568" y="159417"/>
                    <a:pt x="359317" y="151167"/>
                    <a:pt x="368900" y="145668"/>
                  </a:cubicBezTo>
                  <a:cubicBezTo>
                    <a:pt x="368483" y="159500"/>
                    <a:pt x="353401" y="178581"/>
                    <a:pt x="347318" y="187581"/>
                  </a:cubicBezTo>
                  <a:lnTo>
                    <a:pt x="347318" y="187581"/>
                  </a:lnTo>
                  <a:close/>
                  <a:moveTo>
                    <a:pt x="456225" y="24262"/>
                  </a:moveTo>
                  <a:cubicBezTo>
                    <a:pt x="453309" y="29928"/>
                    <a:pt x="449392" y="34928"/>
                    <a:pt x="445726" y="40177"/>
                  </a:cubicBezTo>
                  <a:cubicBezTo>
                    <a:pt x="441893" y="45677"/>
                    <a:pt x="438393" y="51509"/>
                    <a:pt x="433394" y="56009"/>
                  </a:cubicBezTo>
                  <a:cubicBezTo>
                    <a:pt x="431061" y="58092"/>
                    <a:pt x="429061" y="59759"/>
                    <a:pt x="427395" y="61759"/>
                  </a:cubicBezTo>
                  <a:cubicBezTo>
                    <a:pt x="426644" y="61425"/>
                    <a:pt x="425811" y="61259"/>
                    <a:pt x="424895" y="61175"/>
                  </a:cubicBezTo>
                  <a:cubicBezTo>
                    <a:pt x="418645" y="54592"/>
                    <a:pt x="405646" y="65008"/>
                    <a:pt x="400314" y="68841"/>
                  </a:cubicBezTo>
                  <a:cubicBezTo>
                    <a:pt x="395230" y="72508"/>
                    <a:pt x="383065" y="78674"/>
                    <a:pt x="384649" y="86340"/>
                  </a:cubicBezTo>
                  <a:cubicBezTo>
                    <a:pt x="384898" y="87590"/>
                    <a:pt x="386732" y="87840"/>
                    <a:pt x="387481" y="86923"/>
                  </a:cubicBezTo>
                  <a:cubicBezTo>
                    <a:pt x="389147" y="84923"/>
                    <a:pt x="393981" y="83923"/>
                    <a:pt x="396231" y="82840"/>
                  </a:cubicBezTo>
                  <a:cubicBezTo>
                    <a:pt x="399897" y="81090"/>
                    <a:pt x="403480" y="79007"/>
                    <a:pt x="406979" y="77007"/>
                  </a:cubicBezTo>
                  <a:cubicBezTo>
                    <a:pt x="410646" y="74924"/>
                    <a:pt x="414229" y="72674"/>
                    <a:pt x="418062" y="70841"/>
                  </a:cubicBezTo>
                  <a:cubicBezTo>
                    <a:pt x="421395" y="70758"/>
                    <a:pt x="419812" y="71758"/>
                    <a:pt x="418228" y="75091"/>
                  </a:cubicBezTo>
                  <a:cubicBezTo>
                    <a:pt x="416645" y="78507"/>
                    <a:pt x="412396" y="82840"/>
                    <a:pt x="409979" y="85673"/>
                  </a:cubicBezTo>
                  <a:cubicBezTo>
                    <a:pt x="403980" y="92672"/>
                    <a:pt x="397981" y="99839"/>
                    <a:pt x="391648" y="106588"/>
                  </a:cubicBezTo>
                  <a:cubicBezTo>
                    <a:pt x="380982" y="117920"/>
                    <a:pt x="369566" y="128502"/>
                    <a:pt x="358734" y="139668"/>
                  </a:cubicBezTo>
                  <a:cubicBezTo>
                    <a:pt x="340319" y="148001"/>
                    <a:pt x="323737" y="163333"/>
                    <a:pt x="308155" y="174915"/>
                  </a:cubicBezTo>
                  <a:cubicBezTo>
                    <a:pt x="294239" y="185248"/>
                    <a:pt x="278075" y="195580"/>
                    <a:pt x="266409" y="208912"/>
                  </a:cubicBezTo>
                  <a:cubicBezTo>
                    <a:pt x="266409" y="207745"/>
                    <a:pt x="266325" y="206579"/>
                    <a:pt x="266242" y="205412"/>
                  </a:cubicBezTo>
                  <a:cubicBezTo>
                    <a:pt x="276658" y="197746"/>
                    <a:pt x="285907" y="182081"/>
                    <a:pt x="291990" y="173082"/>
                  </a:cubicBezTo>
                  <a:cubicBezTo>
                    <a:pt x="304822" y="153917"/>
                    <a:pt x="318071" y="133252"/>
                    <a:pt x="328736" y="112754"/>
                  </a:cubicBezTo>
                  <a:cubicBezTo>
                    <a:pt x="340402" y="90256"/>
                    <a:pt x="353984" y="68258"/>
                    <a:pt x="370399" y="48926"/>
                  </a:cubicBezTo>
                  <a:cubicBezTo>
                    <a:pt x="371733" y="47343"/>
                    <a:pt x="377149" y="39177"/>
                    <a:pt x="379482" y="39011"/>
                  </a:cubicBezTo>
                  <a:cubicBezTo>
                    <a:pt x="383815" y="38761"/>
                    <a:pt x="380566" y="47343"/>
                    <a:pt x="378648" y="52093"/>
                  </a:cubicBezTo>
                  <a:cubicBezTo>
                    <a:pt x="377316" y="54426"/>
                    <a:pt x="376316" y="56759"/>
                    <a:pt x="375649" y="59176"/>
                  </a:cubicBezTo>
                  <a:cubicBezTo>
                    <a:pt x="375482" y="59759"/>
                    <a:pt x="375565" y="60175"/>
                    <a:pt x="375732" y="60592"/>
                  </a:cubicBezTo>
                  <a:cubicBezTo>
                    <a:pt x="372733" y="69924"/>
                    <a:pt x="369983" y="79340"/>
                    <a:pt x="367233" y="88756"/>
                  </a:cubicBezTo>
                  <a:cubicBezTo>
                    <a:pt x="360317" y="91839"/>
                    <a:pt x="354901" y="97922"/>
                    <a:pt x="349568" y="103088"/>
                  </a:cubicBezTo>
                  <a:cubicBezTo>
                    <a:pt x="343485" y="108921"/>
                    <a:pt x="334986" y="115004"/>
                    <a:pt x="331570" y="122920"/>
                  </a:cubicBezTo>
                  <a:cubicBezTo>
                    <a:pt x="330736" y="124920"/>
                    <a:pt x="332986" y="126419"/>
                    <a:pt x="334403" y="125503"/>
                  </a:cubicBezTo>
                  <a:lnTo>
                    <a:pt x="334403" y="125503"/>
                  </a:lnTo>
                  <a:cubicBezTo>
                    <a:pt x="336569" y="123920"/>
                    <a:pt x="339402" y="122920"/>
                    <a:pt x="341652" y="121337"/>
                  </a:cubicBezTo>
                  <a:cubicBezTo>
                    <a:pt x="344485" y="119337"/>
                    <a:pt x="347069" y="117004"/>
                    <a:pt x="349735" y="114837"/>
                  </a:cubicBezTo>
                  <a:cubicBezTo>
                    <a:pt x="353901" y="111504"/>
                    <a:pt x="357900" y="108088"/>
                    <a:pt x="361900" y="104505"/>
                  </a:cubicBezTo>
                  <a:cubicBezTo>
                    <a:pt x="364650" y="102088"/>
                    <a:pt x="367483" y="100255"/>
                    <a:pt x="370483" y="98172"/>
                  </a:cubicBezTo>
                  <a:cubicBezTo>
                    <a:pt x="370733" y="97255"/>
                    <a:pt x="370983" y="96422"/>
                    <a:pt x="371233" y="95505"/>
                  </a:cubicBezTo>
                  <a:cubicBezTo>
                    <a:pt x="371066" y="96672"/>
                    <a:pt x="370816" y="97839"/>
                    <a:pt x="370566" y="99005"/>
                  </a:cubicBezTo>
                  <a:cubicBezTo>
                    <a:pt x="368983" y="106005"/>
                    <a:pt x="365483" y="112421"/>
                    <a:pt x="365316" y="119670"/>
                  </a:cubicBezTo>
                  <a:cubicBezTo>
                    <a:pt x="365233" y="122420"/>
                    <a:pt x="368983" y="123336"/>
                    <a:pt x="370733" y="121503"/>
                  </a:cubicBezTo>
                  <a:cubicBezTo>
                    <a:pt x="375732" y="116170"/>
                    <a:pt x="387815" y="87090"/>
                    <a:pt x="374316" y="86840"/>
                  </a:cubicBezTo>
                  <a:cubicBezTo>
                    <a:pt x="378066" y="76424"/>
                    <a:pt x="381731" y="65842"/>
                    <a:pt x="385315" y="55342"/>
                  </a:cubicBezTo>
                  <a:cubicBezTo>
                    <a:pt x="399730" y="40927"/>
                    <a:pt x="413396" y="23762"/>
                    <a:pt x="430810" y="13929"/>
                  </a:cubicBezTo>
                  <a:cubicBezTo>
                    <a:pt x="430727" y="14013"/>
                    <a:pt x="431061" y="13763"/>
                    <a:pt x="431727" y="13430"/>
                  </a:cubicBezTo>
                  <a:cubicBezTo>
                    <a:pt x="430810" y="15430"/>
                    <a:pt x="430061" y="17263"/>
                    <a:pt x="429894" y="17679"/>
                  </a:cubicBezTo>
                  <a:cubicBezTo>
                    <a:pt x="425561" y="27095"/>
                    <a:pt x="423312" y="36761"/>
                    <a:pt x="419311" y="46177"/>
                  </a:cubicBezTo>
                  <a:cubicBezTo>
                    <a:pt x="417478" y="50510"/>
                    <a:pt x="423062" y="54926"/>
                    <a:pt x="426395" y="51010"/>
                  </a:cubicBezTo>
                  <a:cubicBezTo>
                    <a:pt x="432478" y="43927"/>
                    <a:pt x="435893" y="34678"/>
                    <a:pt x="438976" y="25428"/>
                  </a:cubicBezTo>
                  <a:cubicBezTo>
                    <a:pt x="445476" y="23929"/>
                    <a:pt x="451642" y="20512"/>
                    <a:pt x="458142" y="18762"/>
                  </a:cubicBezTo>
                  <a:cubicBezTo>
                    <a:pt x="457642" y="20929"/>
                    <a:pt x="456891" y="23012"/>
                    <a:pt x="456225" y="24262"/>
                  </a:cubicBezTo>
                  <a:lnTo>
                    <a:pt x="456225" y="24262"/>
                  </a:lnTo>
                  <a:close/>
                </a:path>
              </a:pathLst>
            </a:custGeom>
            <a:grpFill/>
            <a:ln w="8332" cap="flat">
              <a:noFill/>
              <a:prstDash val="solid"/>
              <a:miter/>
            </a:ln>
          </p:spPr>
          <p:txBody>
            <a:bodyPr rtlCol="0" anchor="ctr"/>
            <a:lstStyle/>
            <a:p>
              <a:endParaRPr lang="en-US"/>
            </a:p>
          </p:txBody>
        </p:sp>
        <p:sp>
          <p:nvSpPr>
            <p:cNvPr id="2181" name="Freeform: Shape 2180"/>
            <p:cNvSpPr/>
            <p:nvPr/>
          </p:nvSpPr>
          <p:spPr>
            <a:xfrm>
              <a:off x="10385066" y="1702365"/>
              <a:ext cx="637992" cy="484662"/>
            </a:xfrm>
            <a:custGeom>
              <a:avLst/>
              <a:gdLst>
                <a:gd name="connsiteX0" fmla="*/ 615964 w 637992"/>
                <a:gd name="connsiteY0" fmla="*/ 100233 h 484662"/>
                <a:gd name="connsiteX1" fmla="*/ 593799 w 637992"/>
                <a:gd name="connsiteY1" fmla="*/ 46571 h 484662"/>
                <a:gd name="connsiteX2" fmla="*/ 580884 w 637992"/>
                <a:gd name="connsiteY2" fmla="*/ 17740 h 484662"/>
                <a:gd name="connsiteX3" fmla="*/ 573802 w 637992"/>
                <a:gd name="connsiteY3" fmla="*/ 3408 h 484662"/>
                <a:gd name="connsiteX4" fmla="*/ 536055 w 637992"/>
                <a:gd name="connsiteY4" fmla="*/ 8575 h 484662"/>
                <a:gd name="connsiteX5" fmla="*/ 478477 w 637992"/>
                <a:gd name="connsiteY5" fmla="*/ 28323 h 484662"/>
                <a:gd name="connsiteX6" fmla="*/ 393318 w 637992"/>
                <a:gd name="connsiteY6" fmla="*/ 57570 h 484662"/>
                <a:gd name="connsiteX7" fmla="*/ 344322 w 637992"/>
                <a:gd name="connsiteY7" fmla="*/ 73735 h 484662"/>
                <a:gd name="connsiteX8" fmla="*/ 128842 w 637992"/>
                <a:gd name="connsiteY8" fmla="*/ 154811 h 484662"/>
                <a:gd name="connsiteX9" fmla="*/ 31684 w 637992"/>
                <a:gd name="connsiteY9" fmla="*/ 196808 h 484662"/>
                <a:gd name="connsiteX10" fmla="*/ 3020 w 637992"/>
                <a:gd name="connsiteY10" fmla="*/ 220389 h 484662"/>
                <a:gd name="connsiteX11" fmla="*/ 3269 w 637992"/>
                <a:gd name="connsiteY11" fmla="*/ 259635 h 484662"/>
                <a:gd name="connsiteX12" fmla="*/ 107927 w 637992"/>
                <a:gd name="connsiteY12" fmla="*/ 411621 h 484662"/>
                <a:gd name="connsiteX13" fmla="*/ 309742 w 637992"/>
                <a:gd name="connsiteY13" fmla="*/ 482032 h 484662"/>
                <a:gd name="connsiteX14" fmla="*/ 508974 w 637992"/>
                <a:gd name="connsiteY14" fmla="*/ 443535 h 484662"/>
                <a:gd name="connsiteX15" fmla="*/ 622963 w 637992"/>
                <a:gd name="connsiteY15" fmla="*/ 295715 h 484662"/>
                <a:gd name="connsiteX16" fmla="*/ 615964 w 637992"/>
                <a:gd name="connsiteY16" fmla="*/ 100233 h 484662"/>
                <a:gd name="connsiteX17" fmla="*/ 615964 w 637992"/>
                <a:gd name="connsiteY17" fmla="*/ 100233 h 484662"/>
                <a:gd name="connsiteX18" fmla="*/ 138341 w 637992"/>
                <a:gd name="connsiteY18" fmla="*/ 168060 h 484662"/>
                <a:gd name="connsiteX19" fmla="*/ 347822 w 637992"/>
                <a:gd name="connsiteY19" fmla="*/ 86401 h 484662"/>
                <a:gd name="connsiteX20" fmla="*/ 373319 w 637992"/>
                <a:gd name="connsiteY20" fmla="*/ 77401 h 484662"/>
                <a:gd name="connsiteX21" fmla="*/ 437647 w 637992"/>
                <a:gd name="connsiteY21" fmla="*/ 55737 h 484662"/>
                <a:gd name="connsiteX22" fmla="*/ 518223 w 637992"/>
                <a:gd name="connsiteY22" fmla="*/ 29989 h 484662"/>
                <a:gd name="connsiteX23" fmla="*/ 551053 w 637992"/>
                <a:gd name="connsiteY23" fmla="*/ 97400 h 484662"/>
                <a:gd name="connsiteX24" fmla="*/ 568469 w 637992"/>
                <a:gd name="connsiteY24" fmla="*/ 181559 h 484662"/>
                <a:gd name="connsiteX25" fmla="*/ 501808 w 637992"/>
                <a:gd name="connsiteY25" fmla="*/ 334129 h 484662"/>
                <a:gd name="connsiteX26" fmla="*/ 336073 w 637992"/>
                <a:gd name="connsiteY26" fmla="*/ 383374 h 484662"/>
                <a:gd name="connsiteX27" fmla="*/ 187504 w 637992"/>
                <a:gd name="connsiteY27" fmla="*/ 321046 h 484662"/>
                <a:gd name="connsiteX28" fmla="*/ 118009 w 637992"/>
                <a:gd name="connsiteY28" fmla="*/ 254552 h 484662"/>
                <a:gd name="connsiteX29" fmla="*/ 75346 w 637992"/>
                <a:gd name="connsiteY29" fmla="*/ 194141 h 484662"/>
                <a:gd name="connsiteX30" fmla="*/ 138341 w 637992"/>
                <a:gd name="connsiteY30" fmla="*/ 168060 h 484662"/>
                <a:gd name="connsiteX31" fmla="*/ 138341 w 637992"/>
                <a:gd name="connsiteY31" fmla="*/ 168060 h 484662"/>
                <a:gd name="connsiteX32" fmla="*/ 349989 w 637992"/>
                <a:gd name="connsiteY32" fmla="*/ 470949 h 484662"/>
                <a:gd name="connsiteX33" fmla="*/ 250581 w 637992"/>
                <a:gd name="connsiteY33" fmla="*/ 456534 h 484662"/>
                <a:gd name="connsiteX34" fmla="*/ 153339 w 637992"/>
                <a:gd name="connsiteY34" fmla="*/ 422537 h 484662"/>
                <a:gd name="connsiteX35" fmla="*/ 27267 w 637992"/>
                <a:gd name="connsiteY35" fmla="*/ 288716 h 484662"/>
                <a:gd name="connsiteX36" fmla="*/ 18268 w 637992"/>
                <a:gd name="connsiteY36" fmla="*/ 248303 h 484662"/>
                <a:gd name="connsiteX37" fmla="*/ 19602 w 637992"/>
                <a:gd name="connsiteY37" fmla="*/ 226971 h 484662"/>
                <a:gd name="connsiteX38" fmla="*/ 48432 w 637992"/>
                <a:gd name="connsiteY38" fmla="*/ 269718 h 484662"/>
                <a:gd name="connsiteX39" fmla="*/ 93011 w 637992"/>
                <a:gd name="connsiteY39" fmla="*/ 325879 h 484662"/>
                <a:gd name="connsiteX40" fmla="*/ 155839 w 637992"/>
                <a:gd name="connsiteY40" fmla="*/ 373791 h 484662"/>
                <a:gd name="connsiteX41" fmla="*/ 217584 w 637992"/>
                <a:gd name="connsiteY41" fmla="*/ 413788 h 484662"/>
                <a:gd name="connsiteX42" fmla="*/ 349822 w 637992"/>
                <a:gd name="connsiteY42" fmla="*/ 461284 h 484662"/>
                <a:gd name="connsiteX43" fmla="*/ 430148 w 637992"/>
                <a:gd name="connsiteY43" fmla="*/ 460784 h 484662"/>
                <a:gd name="connsiteX44" fmla="*/ 435231 w 637992"/>
                <a:gd name="connsiteY44" fmla="*/ 460200 h 484662"/>
                <a:gd name="connsiteX45" fmla="*/ 349989 w 637992"/>
                <a:gd name="connsiteY45" fmla="*/ 470949 h 484662"/>
                <a:gd name="connsiteX46" fmla="*/ 349989 w 637992"/>
                <a:gd name="connsiteY46" fmla="*/ 470949 h 484662"/>
                <a:gd name="connsiteX47" fmla="*/ 619298 w 637992"/>
                <a:gd name="connsiteY47" fmla="*/ 247136 h 484662"/>
                <a:gd name="connsiteX48" fmla="*/ 532972 w 637992"/>
                <a:gd name="connsiteY48" fmla="*/ 407789 h 484662"/>
                <a:gd name="connsiteX49" fmla="*/ 489143 w 637992"/>
                <a:gd name="connsiteY49" fmla="*/ 438536 h 484662"/>
                <a:gd name="connsiteX50" fmla="*/ 341239 w 637992"/>
                <a:gd name="connsiteY50" fmla="*/ 445868 h 484662"/>
                <a:gd name="connsiteX51" fmla="*/ 215833 w 637992"/>
                <a:gd name="connsiteY51" fmla="*/ 396123 h 484662"/>
                <a:gd name="connsiteX52" fmla="*/ 98594 w 637992"/>
                <a:gd name="connsiteY52" fmla="*/ 312964 h 484662"/>
                <a:gd name="connsiteX53" fmla="*/ 25018 w 637992"/>
                <a:gd name="connsiteY53" fmla="*/ 220639 h 484662"/>
                <a:gd name="connsiteX54" fmla="*/ 45016 w 637992"/>
                <a:gd name="connsiteY54" fmla="*/ 208973 h 484662"/>
                <a:gd name="connsiteX55" fmla="*/ 71764 w 637992"/>
                <a:gd name="connsiteY55" fmla="*/ 195808 h 484662"/>
                <a:gd name="connsiteX56" fmla="*/ 108010 w 637992"/>
                <a:gd name="connsiteY56" fmla="*/ 254136 h 484662"/>
                <a:gd name="connsiteX57" fmla="*/ 171338 w 637992"/>
                <a:gd name="connsiteY57" fmla="*/ 320630 h 484662"/>
                <a:gd name="connsiteX58" fmla="*/ 325324 w 637992"/>
                <a:gd name="connsiteY58" fmla="*/ 393873 h 484662"/>
                <a:gd name="connsiteX59" fmla="*/ 503224 w 637992"/>
                <a:gd name="connsiteY59" fmla="*/ 348294 h 484662"/>
                <a:gd name="connsiteX60" fmla="*/ 579634 w 637992"/>
                <a:gd name="connsiteY60" fmla="*/ 198474 h 484662"/>
                <a:gd name="connsiteX61" fmla="*/ 562969 w 637992"/>
                <a:gd name="connsiteY61" fmla="*/ 97150 h 484662"/>
                <a:gd name="connsiteX62" fmla="*/ 530222 w 637992"/>
                <a:gd name="connsiteY62" fmla="*/ 26073 h 484662"/>
                <a:gd name="connsiteX63" fmla="*/ 564553 w 637992"/>
                <a:gd name="connsiteY63" fmla="*/ 19740 h 484662"/>
                <a:gd name="connsiteX64" fmla="*/ 571635 w 637992"/>
                <a:gd name="connsiteY64" fmla="*/ 38405 h 484662"/>
                <a:gd name="connsiteX65" fmla="*/ 583218 w 637992"/>
                <a:gd name="connsiteY65" fmla="*/ 62736 h 484662"/>
                <a:gd name="connsiteX66" fmla="*/ 619298 w 637992"/>
                <a:gd name="connsiteY66" fmla="*/ 247136 h 484662"/>
                <a:gd name="connsiteX67" fmla="*/ 619298 w 637992"/>
                <a:gd name="connsiteY67" fmla="*/ 247136 h 484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637992" h="484662">
                  <a:moveTo>
                    <a:pt x="615964" y="100233"/>
                  </a:moveTo>
                  <a:cubicBezTo>
                    <a:pt x="608632" y="82401"/>
                    <a:pt x="602050" y="63986"/>
                    <a:pt x="593799" y="46571"/>
                  </a:cubicBezTo>
                  <a:cubicBezTo>
                    <a:pt x="589217" y="36905"/>
                    <a:pt x="584634" y="27823"/>
                    <a:pt x="580884" y="17740"/>
                  </a:cubicBezTo>
                  <a:cubicBezTo>
                    <a:pt x="579217" y="13157"/>
                    <a:pt x="577551" y="6825"/>
                    <a:pt x="573802" y="3408"/>
                  </a:cubicBezTo>
                  <a:cubicBezTo>
                    <a:pt x="564303" y="-5424"/>
                    <a:pt x="545887" y="5325"/>
                    <a:pt x="536055" y="8575"/>
                  </a:cubicBezTo>
                  <a:cubicBezTo>
                    <a:pt x="516806" y="14991"/>
                    <a:pt x="497642" y="21823"/>
                    <a:pt x="478477" y="28323"/>
                  </a:cubicBezTo>
                  <a:cubicBezTo>
                    <a:pt x="450146" y="37905"/>
                    <a:pt x="421732" y="47571"/>
                    <a:pt x="393318" y="57570"/>
                  </a:cubicBezTo>
                  <a:cubicBezTo>
                    <a:pt x="376986" y="62819"/>
                    <a:pt x="360654" y="68236"/>
                    <a:pt x="344322" y="73735"/>
                  </a:cubicBezTo>
                  <a:cubicBezTo>
                    <a:pt x="271496" y="98233"/>
                    <a:pt x="200502" y="127397"/>
                    <a:pt x="128842" y="154811"/>
                  </a:cubicBezTo>
                  <a:cubicBezTo>
                    <a:pt x="96011" y="167394"/>
                    <a:pt x="62847" y="180226"/>
                    <a:pt x="31684" y="196808"/>
                  </a:cubicBezTo>
                  <a:cubicBezTo>
                    <a:pt x="20101" y="202974"/>
                    <a:pt x="8353" y="207807"/>
                    <a:pt x="3020" y="220389"/>
                  </a:cubicBezTo>
                  <a:cubicBezTo>
                    <a:pt x="-2563" y="233471"/>
                    <a:pt x="853" y="246220"/>
                    <a:pt x="3269" y="259635"/>
                  </a:cubicBezTo>
                  <a:cubicBezTo>
                    <a:pt x="14685" y="321796"/>
                    <a:pt x="54932" y="377958"/>
                    <a:pt x="107927" y="411621"/>
                  </a:cubicBezTo>
                  <a:cubicBezTo>
                    <a:pt x="168838" y="450368"/>
                    <a:pt x="237998" y="473449"/>
                    <a:pt x="309742" y="482032"/>
                  </a:cubicBezTo>
                  <a:cubicBezTo>
                    <a:pt x="379986" y="490448"/>
                    <a:pt x="447480" y="478949"/>
                    <a:pt x="508974" y="443535"/>
                  </a:cubicBezTo>
                  <a:cubicBezTo>
                    <a:pt x="563635" y="412038"/>
                    <a:pt x="602549" y="354293"/>
                    <a:pt x="622963" y="295715"/>
                  </a:cubicBezTo>
                  <a:cubicBezTo>
                    <a:pt x="645712" y="230888"/>
                    <a:pt x="642045" y="163477"/>
                    <a:pt x="615964" y="100233"/>
                  </a:cubicBezTo>
                  <a:lnTo>
                    <a:pt x="615964" y="100233"/>
                  </a:lnTo>
                  <a:close/>
                  <a:moveTo>
                    <a:pt x="138341" y="168060"/>
                  </a:moveTo>
                  <a:cubicBezTo>
                    <a:pt x="208085" y="140479"/>
                    <a:pt x="277079" y="111065"/>
                    <a:pt x="347822" y="86401"/>
                  </a:cubicBezTo>
                  <a:cubicBezTo>
                    <a:pt x="356321" y="83401"/>
                    <a:pt x="364820" y="80401"/>
                    <a:pt x="373319" y="77401"/>
                  </a:cubicBezTo>
                  <a:cubicBezTo>
                    <a:pt x="394735" y="69986"/>
                    <a:pt x="416149" y="62653"/>
                    <a:pt x="437647" y="55737"/>
                  </a:cubicBezTo>
                  <a:cubicBezTo>
                    <a:pt x="464478" y="47071"/>
                    <a:pt x="491309" y="38322"/>
                    <a:pt x="518223" y="29989"/>
                  </a:cubicBezTo>
                  <a:cubicBezTo>
                    <a:pt x="537138" y="46321"/>
                    <a:pt x="544721" y="74318"/>
                    <a:pt x="551053" y="97400"/>
                  </a:cubicBezTo>
                  <a:cubicBezTo>
                    <a:pt x="558636" y="125147"/>
                    <a:pt x="568802" y="152478"/>
                    <a:pt x="568469" y="181559"/>
                  </a:cubicBezTo>
                  <a:cubicBezTo>
                    <a:pt x="567969" y="237887"/>
                    <a:pt x="545805" y="297382"/>
                    <a:pt x="501808" y="334129"/>
                  </a:cubicBezTo>
                  <a:cubicBezTo>
                    <a:pt x="457229" y="371292"/>
                    <a:pt x="392817" y="385874"/>
                    <a:pt x="336073" y="383374"/>
                  </a:cubicBezTo>
                  <a:cubicBezTo>
                    <a:pt x="281411" y="380958"/>
                    <a:pt x="230083" y="353960"/>
                    <a:pt x="187504" y="321046"/>
                  </a:cubicBezTo>
                  <a:cubicBezTo>
                    <a:pt x="161839" y="301131"/>
                    <a:pt x="137508" y="280717"/>
                    <a:pt x="118009" y="254552"/>
                  </a:cubicBezTo>
                  <a:cubicBezTo>
                    <a:pt x="103344" y="234721"/>
                    <a:pt x="89012" y="214639"/>
                    <a:pt x="75346" y="194141"/>
                  </a:cubicBezTo>
                  <a:cubicBezTo>
                    <a:pt x="96178" y="184642"/>
                    <a:pt x="117343" y="176226"/>
                    <a:pt x="138341" y="168060"/>
                  </a:cubicBezTo>
                  <a:lnTo>
                    <a:pt x="138341" y="168060"/>
                  </a:lnTo>
                  <a:close/>
                  <a:moveTo>
                    <a:pt x="349989" y="470949"/>
                  </a:moveTo>
                  <a:cubicBezTo>
                    <a:pt x="316158" y="470366"/>
                    <a:pt x="283494" y="463950"/>
                    <a:pt x="250581" y="456534"/>
                  </a:cubicBezTo>
                  <a:cubicBezTo>
                    <a:pt x="217250" y="449035"/>
                    <a:pt x="183753" y="438452"/>
                    <a:pt x="153339" y="422537"/>
                  </a:cubicBezTo>
                  <a:cubicBezTo>
                    <a:pt x="96345" y="392707"/>
                    <a:pt x="49182" y="350794"/>
                    <a:pt x="27267" y="288716"/>
                  </a:cubicBezTo>
                  <a:cubicBezTo>
                    <a:pt x="22601" y="275550"/>
                    <a:pt x="20185" y="262135"/>
                    <a:pt x="18268" y="248303"/>
                  </a:cubicBezTo>
                  <a:cubicBezTo>
                    <a:pt x="17185" y="240470"/>
                    <a:pt x="16102" y="233471"/>
                    <a:pt x="19602" y="226971"/>
                  </a:cubicBezTo>
                  <a:cubicBezTo>
                    <a:pt x="28184" y="241887"/>
                    <a:pt x="38433" y="255552"/>
                    <a:pt x="48432" y="269718"/>
                  </a:cubicBezTo>
                  <a:cubicBezTo>
                    <a:pt x="62181" y="289216"/>
                    <a:pt x="75596" y="309297"/>
                    <a:pt x="93011" y="325879"/>
                  </a:cubicBezTo>
                  <a:cubicBezTo>
                    <a:pt x="112010" y="343961"/>
                    <a:pt x="134258" y="359126"/>
                    <a:pt x="155839" y="373791"/>
                  </a:cubicBezTo>
                  <a:cubicBezTo>
                    <a:pt x="176170" y="387540"/>
                    <a:pt x="196169" y="401622"/>
                    <a:pt x="217584" y="413788"/>
                  </a:cubicBezTo>
                  <a:cubicBezTo>
                    <a:pt x="258080" y="436786"/>
                    <a:pt x="303159" y="455951"/>
                    <a:pt x="349822" y="461284"/>
                  </a:cubicBezTo>
                  <a:cubicBezTo>
                    <a:pt x="376403" y="464367"/>
                    <a:pt x="403650" y="463867"/>
                    <a:pt x="430148" y="460784"/>
                  </a:cubicBezTo>
                  <a:cubicBezTo>
                    <a:pt x="431814" y="460617"/>
                    <a:pt x="433564" y="460367"/>
                    <a:pt x="435231" y="460200"/>
                  </a:cubicBezTo>
                  <a:cubicBezTo>
                    <a:pt x="407650" y="467950"/>
                    <a:pt x="378486" y="471449"/>
                    <a:pt x="349989" y="470949"/>
                  </a:cubicBezTo>
                  <a:lnTo>
                    <a:pt x="349989" y="470949"/>
                  </a:lnTo>
                  <a:close/>
                  <a:moveTo>
                    <a:pt x="619298" y="247136"/>
                  </a:moveTo>
                  <a:cubicBezTo>
                    <a:pt x="609299" y="307548"/>
                    <a:pt x="578551" y="366459"/>
                    <a:pt x="532972" y="407789"/>
                  </a:cubicBezTo>
                  <a:cubicBezTo>
                    <a:pt x="519640" y="419871"/>
                    <a:pt x="504891" y="430036"/>
                    <a:pt x="489143" y="438536"/>
                  </a:cubicBezTo>
                  <a:cubicBezTo>
                    <a:pt x="440230" y="448868"/>
                    <a:pt x="391318" y="455701"/>
                    <a:pt x="341239" y="445868"/>
                  </a:cubicBezTo>
                  <a:cubicBezTo>
                    <a:pt x="296744" y="437119"/>
                    <a:pt x="254580" y="419371"/>
                    <a:pt x="215833" y="396123"/>
                  </a:cubicBezTo>
                  <a:cubicBezTo>
                    <a:pt x="175838" y="372125"/>
                    <a:pt x="131841" y="345961"/>
                    <a:pt x="98594" y="312964"/>
                  </a:cubicBezTo>
                  <a:cubicBezTo>
                    <a:pt x="70764" y="285133"/>
                    <a:pt x="51849" y="248886"/>
                    <a:pt x="25018" y="220639"/>
                  </a:cubicBezTo>
                  <a:cubicBezTo>
                    <a:pt x="30767" y="215722"/>
                    <a:pt x="38683" y="212389"/>
                    <a:pt x="45016" y="208973"/>
                  </a:cubicBezTo>
                  <a:cubicBezTo>
                    <a:pt x="53765" y="204307"/>
                    <a:pt x="62764" y="199974"/>
                    <a:pt x="71764" y="195808"/>
                  </a:cubicBezTo>
                  <a:cubicBezTo>
                    <a:pt x="80679" y="217056"/>
                    <a:pt x="94844" y="235137"/>
                    <a:pt x="108010" y="254136"/>
                  </a:cubicBezTo>
                  <a:cubicBezTo>
                    <a:pt x="125926" y="280050"/>
                    <a:pt x="147256" y="300548"/>
                    <a:pt x="171338" y="320630"/>
                  </a:cubicBezTo>
                  <a:cubicBezTo>
                    <a:pt x="214917" y="357043"/>
                    <a:pt x="267745" y="388290"/>
                    <a:pt x="325324" y="393873"/>
                  </a:cubicBezTo>
                  <a:cubicBezTo>
                    <a:pt x="385735" y="399706"/>
                    <a:pt x="454063" y="385124"/>
                    <a:pt x="503224" y="348294"/>
                  </a:cubicBezTo>
                  <a:cubicBezTo>
                    <a:pt x="550554" y="312797"/>
                    <a:pt x="574385" y="256052"/>
                    <a:pt x="579634" y="198474"/>
                  </a:cubicBezTo>
                  <a:cubicBezTo>
                    <a:pt x="582968" y="162727"/>
                    <a:pt x="572802" y="130980"/>
                    <a:pt x="562969" y="97150"/>
                  </a:cubicBezTo>
                  <a:cubicBezTo>
                    <a:pt x="555887" y="72735"/>
                    <a:pt x="548554" y="44654"/>
                    <a:pt x="530222" y="26073"/>
                  </a:cubicBezTo>
                  <a:cubicBezTo>
                    <a:pt x="540637" y="22073"/>
                    <a:pt x="559469" y="13574"/>
                    <a:pt x="564553" y="19740"/>
                  </a:cubicBezTo>
                  <a:cubicBezTo>
                    <a:pt x="567802" y="23740"/>
                    <a:pt x="569302" y="33405"/>
                    <a:pt x="571635" y="38405"/>
                  </a:cubicBezTo>
                  <a:cubicBezTo>
                    <a:pt x="575468" y="46571"/>
                    <a:pt x="579801" y="54320"/>
                    <a:pt x="583218" y="62736"/>
                  </a:cubicBezTo>
                  <a:cubicBezTo>
                    <a:pt x="608132" y="122648"/>
                    <a:pt x="630296" y="181059"/>
                    <a:pt x="619298" y="247136"/>
                  </a:cubicBezTo>
                  <a:lnTo>
                    <a:pt x="619298" y="247136"/>
                  </a:lnTo>
                  <a:close/>
                </a:path>
              </a:pathLst>
            </a:custGeom>
            <a:grpFill/>
            <a:ln w="8332" cap="flat">
              <a:noFill/>
              <a:prstDash val="solid"/>
              <a:miter/>
            </a:ln>
          </p:spPr>
          <p:txBody>
            <a:bodyPr rtlCol="0" anchor="ctr"/>
            <a:lstStyle/>
            <a:p>
              <a:endParaRPr lang="en-US"/>
            </a:p>
          </p:txBody>
        </p:sp>
        <p:sp>
          <p:nvSpPr>
            <p:cNvPr id="2182" name="Freeform: Shape 2181"/>
            <p:cNvSpPr/>
            <p:nvPr/>
          </p:nvSpPr>
          <p:spPr>
            <a:xfrm>
              <a:off x="10597947" y="1866885"/>
              <a:ext cx="30933" cy="38079"/>
            </a:xfrm>
            <a:custGeom>
              <a:avLst/>
              <a:gdLst>
                <a:gd name="connsiteX0" fmla="*/ 21368 w 30933"/>
                <a:gd name="connsiteY0" fmla="*/ 1541 h 38079"/>
                <a:gd name="connsiteX1" fmla="*/ 8536 w 30933"/>
                <a:gd name="connsiteY1" fmla="*/ 15789 h 38079"/>
                <a:gd name="connsiteX2" fmla="*/ 370 w 30933"/>
                <a:gd name="connsiteY2" fmla="*/ 29538 h 38079"/>
                <a:gd name="connsiteX3" fmla="*/ 10619 w 30933"/>
                <a:gd name="connsiteY3" fmla="*/ 37454 h 38079"/>
                <a:gd name="connsiteX4" fmla="*/ 16701 w 30933"/>
                <a:gd name="connsiteY4" fmla="*/ 31538 h 38079"/>
                <a:gd name="connsiteX5" fmla="*/ 22034 w 30933"/>
                <a:gd name="connsiteY5" fmla="*/ 25039 h 38079"/>
                <a:gd name="connsiteX6" fmla="*/ 27117 w 30933"/>
                <a:gd name="connsiteY6" fmla="*/ 15539 h 38079"/>
                <a:gd name="connsiteX7" fmla="*/ 30867 w 30933"/>
                <a:gd name="connsiteY7" fmla="*/ 7040 h 38079"/>
                <a:gd name="connsiteX8" fmla="*/ 21368 w 30933"/>
                <a:gd name="connsiteY8" fmla="*/ 1541 h 38079"/>
                <a:gd name="connsiteX9" fmla="*/ 21368 w 30933"/>
                <a:gd name="connsiteY9" fmla="*/ 1541 h 38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933" h="38079">
                  <a:moveTo>
                    <a:pt x="21368" y="1541"/>
                  </a:moveTo>
                  <a:cubicBezTo>
                    <a:pt x="16202" y="5874"/>
                    <a:pt x="12869" y="10790"/>
                    <a:pt x="8536" y="15789"/>
                  </a:cubicBezTo>
                  <a:cubicBezTo>
                    <a:pt x="4869" y="20039"/>
                    <a:pt x="2119" y="24122"/>
                    <a:pt x="370" y="29538"/>
                  </a:cubicBezTo>
                  <a:cubicBezTo>
                    <a:pt x="-1713" y="35954"/>
                    <a:pt x="5453" y="39621"/>
                    <a:pt x="10619" y="37454"/>
                  </a:cubicBezTo>
                  <a:cubicBezTo>
                    <a:pt x="13452" y="36288"/>
                    <a:pt x="14785" y="33788"/>
                    <a:pt x="16701" y="31538"/>
                  </a:cubicBezTo>
                  <a:cubicBezTo>
                    <a:pt x="18035" y="29955"/>
                    <a:pt x="20452" y="27372"/>
                    <a:pt x="22034" y="25039"/>
                  </a:cubicBezTo>
                  <a:cubicBezTo>
                    <a:pt x="24034" y="22039"/>
                    <a:pt x="25534" y="18789"/>
                    <a:pt x="27117" y="15539"/>
                  </a:cubicBezTo>
                  <a:cubicBezTo>
                    <a:pt x="28367" y="12790"/>
                    <a:pt x="30367" y="10123"/>
                    <a:pt x="30867" y="7040"/>
                  </a:cubicBezTo>
                  <a:cubicBezTo>
                    <a:pt x="31617" y="1374"/>
                    <a:pt x="25867" y="-2209"/>
                    <a:pt x="21368" y="1541"/>
                  </a:cubicBezTo>
                  <a:lnTo>
                    <a:pt x="21368" y="1541"/>
                  </a:lnTo>
                  <a:close/>
                </a:path>
              </a:pathLst>
            </a:custGeom>
            <a:grpFill/>
            <a:ln w="8332" cap="flat">
              <a:noFill/>
              <a:prstDash val="solid"/>
              <a:miter/>
            </a:ln>
          </p:spPr>
          <p:txBody>
            <a:bodyPr rtlCol="0" anchor="ctr"/>
            <a:lstStyle/>
            <a:p>
              <a:endParaRPr lang="en-US"/>
            </a:p>
          </p:txBody>
        </p:sp>
        <p:sp>
          <p:nvSpPr>
            <p:cNvPr id="2183" name="Freeform: Shape 2182"/>
            <p:cNvSpPr/>
            <p:nvPr/>
          </p:nvSpPr>
          <p:spPr>
            <a:xfrm>
              <a:off x="10644999" y="1889146"/>
              <a:ext cx="24255" cy="45664"/>
            </a:xfrm>
            <a:custGeom>
              <a:avLst/>
              <a:gdLst>
                <a:gd name="connsiteX0" fmla="*/ 14061 w 24255"/>
                <a:gd name="connsiteY0" fmla="*/ 3527 h 45664"/>
                <a:gd name="connsiteX1" fmla="*/ 1063 w 24255"/>
                <a:gd name="connsiteY1" fmla="*/ 28691 h 45664"/>
                <a:gd name="connsiteX2" fmla="*/ 8479 w 24255"/>
                <a:gd name="connsiteY2" fmla="*/ 45606 h 45664"/>
                <a:gd name="connsiteX3" fmla="*/ 15728 w 24255"/>
                <a:gd name="connsiteY3" fmla="*/ 38440 h 45664"/>
                <a:gd name="connsiteX4" fmla="*/ 15895 w 24255"/>
                <a:gd name="connsiteY4" fmla="*/ 37524 h 45664"/>
                <a:gd name="connsiteX5" fmla="*/ 16561 w 24255"/>
                <a:gd name="connsiteY5" fmla="*/ 33691 h 45664"/>
                <a:gd name="connsiteX6" fmla="*/ 17978 w 24255"/>
                <a:gd name="connsiteY6" fmla="*/ 27525 h 45664"/>
                <a:gd name="connsiteX7" fmla="*/ 24228 w 24255"/>
                <a:gd name="connsiteY7" fmla="*/ 4943 h 45664"/>
                <a:gd name="connsiteX8" fmla="*/ 14061 w 24255"/>
                <a:gd name="connsiteY8" fmla="*/ 3527 h 45664"/>
                <a:gd name="connsiteX9" fmla="*/ 14061 w 24255"/>
                <a:gd name="connsiteY9" fmla="*/ 3527 h 45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255" h="45664">
                  <a:moveTo>
                    <a:pt x="14061" y="3527"/>
                  </a:moveTo>
                  <a:cubicBezTo>
                    <a:pt x="10479" y="12359"/>
                    <a:pt x="4229" y="19609"/>
                    <a:pt x="1063" y="28691"/>
                  </a:cubicBezTo>
                  <a:cubicBezTo>
                    <a:pt x="-937" y="34441"/>
                    <a:pt x="-937" y="46606"/>
                    <a:pt x="8479" y="45606"/>
                  </a:cubicBezTo>
                  <a:cubicBezTo>
                    <a:pt x="11978" y="45190"/>
                    <a:pt x="15728" y="42023"/>
                    <a:pt x="15728" y="38440"/>
                  </a:cubicBezTo>
                  <a:cubicBezTo>
                    <a:pt x="15812" y="38107"/>
                    <a:pt x="15895" y="37857"/>
                    <a:pt x="15895" y="37524"/>
                  </a:cubicBezTo>
                  <a:cubicBezTo>
                    <a:pt x="16228" y="36274"/>
                    <a:pt x="16311" y="34941"/>
                    <a:pt x="16561" y="33691"/>
                  </a:cubicBezTo>
                  <a:cubicBezTo>
                    <a:pt x="16978" y="31608"/>
                    <a:pt x="17394" y="29524"/>
                    <a:pt x="17978" y="27525"/>
                  </a:cubicBezTo>
                  <a:cubicBezTo>
                    <a:pt x="20228" y="19859"/>
                    <a:pt x="23477" y="13026"/>
                    <a:pt x="24228" y="4943"/>
                  </a:cubicBezTo>
                  <a:cubicBezTo>
                    <a:pt x="24810" y="-1389"/>
                    <a:pt x="16062" y="-1389"/>
                    <a:pt x="14061" y="3527"/>
                  </a:cubicBezTo>
                  <a:lnTo>
                    <a:pt x="14061" y="3527"/>
                  </a:lnTo>
                  <a:close/>
                </a:path>
              </a:pathLst>
            </a:custGeom>
            <a:grpFill/>
            <a:ln w="8332" cap="flat">
              <a:noFill/>
              <a:prstDash val="solid"/>
              <a:miter/>
            </a:ln>
          </p:spPr>
          <p:txBody>
            <a:bodyPr rtlCol="0" anchor="ctr"/>
            <a:lstStyle/>
            <a:p>
              <a:endParaRPr lang="en-US"/>
            </a:p>
          </p:txBody>
        </p:sp>
        <p:sp>
          <p:nvSpPr>
            <p:cNvPr id="2184" name="Freeform: Shape 2183"/>
            <p:cNvSpPr/>
            <p:nvPr/>
          </p:nvSpPr>
          <p:spPr>
            <a:xfrm>
              <a:off x="10711120" y="1900192"/>
              <a:ext cx="18145" cy="43788"/>
            </a:xfrm>
            <a:custGeom>
              <a:avLst/>
              <a:gdLst>
                <a:gd name="connsiteX0" fmla="*/ 17268 w 18145"/>
                <a:gd name="connsiteY0" fmla="*/ 32311 h 43788"/>
                <a:gd name="connsiteX1" fmla="*/ 16685 w 18145"/>
                <a:gd name="connsiteY1" fmla="*/ 20812 h 43788"/>
                <a:gd name="connsiteX2" fmla="*/ 15185 w 18145"/>
                <a:gd name="connsiteY2" fmla="*/ 5396 h 43788"/>
                <a:gd name="connsiteX3" fmla="*/ 4352 w 18145"/>
                <a:gd name="connsiteY3" fmla="*/ 3897 h 43788"/>
                <a:gd name="connsiteX4" fmla="*/ 1353 w 18145"/>
                <a:gd name="connsiteY4" fmla="*/ 14729 h 43788"/>
                <a:gd name="connsiteX5" fmla="*/ 270 w 18145"/>
                <a:gd name="connsiteY5" fmla="*/ 25728 h 43788"/>
                <a:gd name="connsiteX6" fmla="*/ 6769 w 18145"/>
                <a:gd name="connsiteY6" fmla="*/ 42810 h 43788"/>
                <a:gd name="connsiteX7" fmla="*/ 17268 w 18145"/>
                <a:gd name="connsiteY7" fmla="*/ 32311 h 43788"/>
                <a:gd name="connsiteX8" fmla="*/ 17268 w 18145"/>
                <a:gd name="connsiteY8" fmla="*/ 32311 h 43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145" h="43788">
                  <a:moveTo>
                    <a:pt x="17268" y="32311"/>
                  </a:moveTo>
                  <a:cubicBezTo>
                    <a:pt x="16519" y="30727"/>
                    <a:pt x="16935" y="23561"/>
                    <a:pt x="16685" y="20812"/>
                  </a:cubicBezTo>
                  <a:cubicBezTo>
                    <a:pt x="16185" y="15645"/>
                    <a:pt x="15685" y="10562"/>
                    <a:pt x="15185" y="5396"/>
                  </a:cubicBezTo>
                  <a:cubicBezTo>
                    <a:pt x="14685" y="-520"/>
                    <a:pt x="6103" y="-2353"/>
                    <a:pt x="4352" y="3897"/>
                  </a:cubicBezTo>
                  <a:cubicBezTo>
                    <a:pt x="3353" y="7563"/>
                    <a:pt x="1937" y="10896"/>
                    <a:pt x="1353" y="14729"/>
                  </a:cubicBezTo>
                  <a:cubicBezTo>
                    <a:pt x="853" y="18395"/>
                    <a:pt x="603" y="22061"/>
                    <a:pt x="270" y="25728"/>
                  </a:cubicBezTo>
                  <a:cubicBezTo>
                    <a:pt x="-480" y="32561"/>
                    <a:pt x="-63" y="39143"/>
                    <a:pt x="6769" y="42810"/>
                  </a:cubicBezTo>
                  <a:cubicBezTo>
                    <a:pt x="13852" y="46476"/>
                    <a:pt x="20602" y="39143"/>
                    <a:pt x="17268" y="32311"/>
                  </a:cubicBezTo>
                  <a:lnTo>
                    <a:pt x="17268" y="32311"/>
                  </a:lnTo>
                  <a:close/>
                </a:path>
              </a:pathLst>
            </a:custGeom>
            <a:grpFill/>
            <a:ln w="8332" cap="flat">
              <a:noFill/>
              <a:prstDash val="solid"/>
              <a:miter/>
            </a:ln>
          </p:spPr>
          <p:txBody>
            <a:bodyPr rtlCol="0" anchor="ctr"/>
            <a:lstStyle/>
            <a:p>
              <a:endParaRPr lang="en-US"/>
            </a:p>
          </p:txBody>
        </p:sp>
        <p:sp>
          <p:nvSpPr>
            <p:cNvPr id="2185" name="Freeform: Shape 2184"/>
            <p:cNvSpPr/>
            <p:nvPr/>
          </p:nvSpPr>
          <p:spPr>
            <a:xfrm>
              <a:off x="10765308" y="1895143"/>
              <a:ext cx="33721" cy="35149"/>
            </a:xfrm>
            <a:custGeom>
              <a:avLst/>
              <a:gdLst>
                <a:gd name="connsiteX0" fmla="*/ 31574 w 33721"/>
                <a:gd name="connsiteY0" fmla="*/ 21112 h 35149"/>
                <a:gd name="connsiteX1" fmla="*/ 20908 w 33721"/>
                <a:gd name="connsiteY1" fmla="*/ 8696 h 35149"/>
                <a:gd name="connsiteX2" fmla="*/ 14909 w 33721"/>
                <a:gd name="connsiteY2" fmla="*/ 3530 h 35149"/>
                <a:gd name="connsiteX3" fmla="*/ 7160 w 33721"/>
                <a:gd name="connsiteY3" fmla="*/ 613 h 35149"/>
                <a:gd name="connsiteX4" fmla="*/ 1410 w 33721"/>
                <a:gd name="connsiteY4" fmla="*/ 8113 h 35149"/>
                <a:gd name="connsiteX5" fmla="*/ 7077 w 33721"/>
                <a:gd name="connsiteY5" fmla="*/ 12529 h 35149"/>
                <a:gd name="connsiteX6" fmla="*/ 11326 w 33721"/>
                <a:gd name="connsiteY6" fmla="*/ 18945 h 35149"/>
                <a:gd name="connsiteX7" fmla="*/ 20242 w 33721"/>
                <a:gd name="connsiteY7" fmla="*/ 32611 h 35149"/>
                <a:gd name="connsiteX8" fmla="*/ 31574 w 33721"/>
                <a:gd name="connsiteY8" fmla="*/ 21112 h 35149"/>
                <a:gd name="connsiteX9" fmla="*/ 31574 w 33721"/>
                <a:gd name="connsiteY9" fmla="*/ 21112 h 35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3721" h="35149">
                  <a:moveTo>
                    <a:pt x="31574" y="21112"/>
                  </a:moveTo>
                  <a:cubicBezTo>
                    <a:pt x="27908" y="17029"/>
                    <a:pt x="24575" y="12779"/>
                    <a:pt x="20908" y="8696"/>
                  </a:cubicBezTo>
                  <a:cubicBezTo>
                    <a:pt x="19159" y="6779"/>
                    <a:pt x="17159" y="4863"/>
                    <a:pt x="14909" y="3530"/>
                  </a:cubicBezTo>
                  <a:cubicBezTo>
                    <a:pt x="12492" y="2030"/>
                    <a:pt x="9576" y="1947"/>
                    <a:pt x="7160" y="613"/>
                  </a:cubicBezTo>
                  <a:cubicBezTo>
                    <a:pt x="2493" y="-1970"/>
                    <a:pt x="-2506" y="4196"/>
                    <a:pt x="1410" y="8113"/>
                  </a:cubicBezTo>
                  <a:cubicBezTo>
                    <a:pt x="3160" y="9779"/>
                    <a:pt x="5410" y="10863"/>
                    <a:pt x="7077" y="12529"/>
                  </a:cubicBezTo>
                  <a:cubicBezTo>
                    <a:pt x="8743" y="14362"/>
                    <a:pt x="10076" y="16779"/>
                    <a:pt x="11326" y="18945"/>
                  </a:cubicBezTo>
                  <a:cubicBezTo>
                    <a:pt x="14159" y="23695"/>
                    <a:pt x="16576" y="28444"/>
                    <a:pt x="20242" y="32611"/>
                  </a:cubicBezTo>
                  <a:cubicBezTo>
                    <a:pt x="27074" y="40277"/>
                    <a:pt x="38491" y="28861"/>
                    <a:pt x="31574" y="21112"/>
                  </a:cubicBezTo>
                  <a:lnTo>
                    <a:pt x="31574" y="21112"/>
                  </a:lnTo>
                  <a:close/>
                </a:path>
              </a:pathLst>
            </a:custGeom>
            <a:grpFill/>
            <a:ln w="8332" cap="flat">
              <a:noFill/>
              <a:prstDash val="solid"/>
              <a:miter/>
            </a:ln>
          </p:spPr>
          <p:txBody>
            <a:bodyPr rtlCol="0" anchor="ctr"/>
            <a:lstStyle/>
            <a:p>
              <a:endParaRPr lang="en-US"/>
            </a:p>
          </p:txBody>
        </p:sp>
        <p:sp>
          <p:nvSpPr>
            <p:cNvPr id="2186" name="Freeform: Shape 2185"/>
            <p:cNvSpPr/>
            <p:nvPr/>
          </p:nvSpPr>
          <p:spPr>
            <a:xfrm>
              <a:off x="10801262" y="1858996"/>
              <a:ext cx="46695" cy="19305"/>
            </a:xfrm>
            <a:custGeom>
              <a:avLst/>
              <a:gdLst>
                <a:gd name="connsiteX0" fmla="*/ 43365 w 46695"/>
                <a:gd name="connsiteY0" fmla="*/ 6096 h 19305"/>
                <a:gd name="connsiteX1" fmla="*/ 24450 w 46695"/>
                <a:gd name="connsiteY1" fmla="*/ 2763 h 19305"/>
                <a:gd name="connsiteX2" fmla="*/ 6785 w 46695"/>
                <a:gd name="connsiteY2" fmla="*/ 97 h 19305"/>
                <a:gd name="connsiteX3" fmla="*/ 3869 w 46695"/>
                <a:gd name="connsiteY3" fmla="*/ 10512 h 19305"/>
                <a:gd name="connsiteX4" fmla="*/ 41783 w 46695"/>
                <a:gd name="connsiteY4" fmla="*/ 18595 h 19305"/>
                <a:gd name="connsiteX5" fmla="*/ 43365 w 46695"/>
                <a:gd name="connsiteY5" fmla="*/ 6096 h 19305"/>
                <a:gd name="connsiteX6" fmla="*/ 43365 w 46695"/>
                <a:gd name="connsiteY6" fmla="*/ 6096 h 19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695" h="19305">
                  <a:moveTo>
                    <a:pt x="43365" y="6096"/>
                  </a:moveTo>
                  <a:cubicBezTo>
                    <a:pt x="37116" y="3263"/>
                    <a:pt x="31200" y="3263"/>
                    <a:pt x="24450" y="2763"/>
                  </a:cubicBezTo>
                  <a:cubicBezTo>
                    <a:pt x="18368" y="2263"/>
                    <a:pt x="12702" y="1096"/>
                    <a:pt x="6785" y="97"/>
                  </a:cubicBezTo>
                  <a:cubicBezTo>
                    <a:pt x="36" y="-1070"/>
                    <a:pt x="-2963" y="8679"/>
                    <a:pt x="3869" y="10512"/>
                  </a:cubicBezTo>
                  <a:cubicBezTo>
                    <a:pt x="16618" y="13929"/>
                    <a:pt x="27950" y="21678"/>
                    <a:pt x="41783" y="18595"/>
                  </a:cubicBezTo>
                  <a:cubicBezTo>
                    <a:pt x="47116" y="17428"/>
                    <a:pt x="48782" y="8512"/>
                    <a:pt x="43365" y="6096"/>
                  </a:cubicBezTo>
                  <a:lnTo>
                    <a:pt x="43365" y="6096"/>
                  </a:lnTo>
                  <a:close/>
                </a:path>
              </a:pathLst>
            </a:custGeom>
            <a:grpFill/>
            <a:ln w="8332" cap="flat">
              <a:noFill/>
              <a:prstDash val="solid"/>
              <a:miter/>
            </a:ln>
          </p:spPr>
          <p:txBody>
            <a:bodyPr rtlCol="0" anchor="ctr"/>
            <a:lstStyle/>
            <a:p>
              <a:endParaRPr lang="en-US"/>
            </a:p>
          </p:txBody>
        </p:sp>
        <p:sp>
          <p:nvSpPr>
            <p:cNvPr id="2187" name="Freeform: Shape 2186"/>
            <p:cNvSpPr/>
            <p:nvPr/>
          </p:nvSpPr>
          <p:spPr>
            <a:xfrm>
              <a:off x="10808610" y="1809428"/>
              <a:ext cx="47763" cy="16326"/>
            </a:xfrm>
            <a:custGeom>
              <a:avLst/>
              <a:gdLst>
                <a:gd name="connsiteX0" fmla="*/ 42183 w 47763"/>
                <a:gd name="connsiteY0" fmla="*/ 3 h 16326"/>
                <a:gd name="connsiteX1" fmla="*/ 26102 w 47763"/>
                <a:gd name="connsiteY1" fmla="*/ 3169 h 16326"/>
                <a:gd name="connsiteX2" fmla="*/ 2687 w 47763"/>
                <a:gd name="connsiteY2" fmla="*/ 7919 h 16326"/>
                <a:gd name="connsiteX3" fmla="*/ 2687 w 47763"/>
                <a:gd name="connsiteY3" fmla="*/ 15168 h 16326"/>
                <a:gd name="connsiteX4" fmla="*/ 30352 w 47763"/>
                <a:gd name="connsiteY4" fmla="*/ 15751 h 16326"/>
                <a:gd name="connsiteX5" fmla="*/ 47184 w 47763"/>
                <a:gd name="connsiteY5" fmla="*/ 8669 h 16326"/>
                <a:gd name="connsiteX6" fmla="*/ 42183 w 47763"/>
                <a:gd name="connsiteY6" fmla="*/ 3 h 16326"/>
                <a:gd name="connsiteX7" fmla="*/ 42183 w 47763"/>
                <a:gd name="connsiteY7" fmla="*/ 3 h 16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763" h="16326">
                  <a:moveTo>
                    <a:pt x="42183" y="3"/>
                  </a:moveTo>
                  <a:cubicBezTo>
                    <a:pt x="36518" y="-81"/>
                    <a:pt x="31602" y="1669"/>
                    <a:pt x="26102" y="3169"/>
                  </a:cubicBezTo>
                  <a:cubicBezTo>
                    <a:pt x="18436" y="5252"/>
                    <a:pt x="10520" y="6752"/>
                    <a:pt x="2687" y="7919"/>
                  </a:cubicBezTo>
                  <a:cubicBezTo>
                    <a:pt x="-896" y="8502"/>
                    <a:pt x="-896" y="14668"/>
                    <a:pt x="2687" y="15168"/>
                  </a:cubicBezTo>
                  <a:cubicBezTo>
                    <a:pt x="11853" y="16501"/>
                    <a:pt x="21103" y="16668"/>
                    <a:pt x="30352" y="15751"/>
                  </a:cubicBezTo>
                  <a:cubicBezTo>
                    <a:pt x="36351" y="15168"/>
                    <a:pt x="44266" y="15001"/>
                    <a:pt x="47184" y="8669"/>
                  </a:cubicBezTo>
                  <a:cubicBezTo>
                    <a:pt x="48850" y="4836"/>
                    <a:pt x="46850" y="86"/>
                    <a:pt x="42183" y="3"/>
                  </a:cubicBezTo>
                  <a:lnTo>
                    <a:pt x="42183" y="3"/>
                  </a:lnTo>
                  <a:close/>
                </a:path>
              </a:pathLst>
            </a:custGeom>
            <a:grpFill/>
            <a:ln w="8332" cap="flat">
              <a:noFill/>
              <a:prstDash val="solid"/>
              <a:miter/>
            </a:ln>
          </p:spPr>
          <p:txBody>
            <a:bodyPr rtlCol="0" anchor="ctr"/>
            <a:lstStyle/>
            <a:p>
              <a:endParaRPr lang="en-US"/>
            </a:p>
          </p:txBody>
        </p:sp>
        <p:sp>
          <p:nvSpPr>
            <p:cNvPr id="2188" name="Freeform: Shape 2187"/>
            <p:cNvSpPr/>
            <p:nvPr/>
          </p:nvSpPr>
          <p:spPr>
            <a:xfrm>
              <a:off x="10809911" y="1777776"/>
              <a:ext cx="33355" cy="19689"/>
            </a:xfrm>
            <a:custGeom>
              <a:avLst/>
              <a:gdLst>
                <a:gd name="connsiteX0" fmla="*/ 24634 w 33355"/>
                <a:gd name="connsiteY0" fmla="*/ 74 h 19689"/>
                <a:gd name="connsiteX1" fmla="*/ 8386 w 33355"/>
                <a:gd name="connsiteY1" fmla="*/ 6907 h 19689"/>
                <a:gd name="connsiteX2" fmla="*/ 2385 w 33355"/>
                <a:gd name="connsiteY2" fmla="*/ 11407 h 19689"/>
                <a:gd name="connsiteX3" fmla="*/ 719 w 33355"/>
                <a:gd name="connsiteY3" fmla="*/ 13490 h 19689"/>
                <a:gd name="connsiteX4" fmla="*/ 302 w 33355"/>
                <a:gd name="connsiteY4" fmla="*/ 14990 h 19689"/>
                <a:gd name="connsiteX5" fmla="*/ 1136 w 33355"/>
                <a:gd name="connsiteY5" fmla="*/ 18323 h 19689"/>
                <a:gd name="connsiteX6" fmla="*/ 13468 w 33355"/>
                <a:gd name="connsiteY6" fmla="*/ 18739 h 19689"/>
                <a:gd name="connsiteX7" fmla="*/ 29883 w 33355"/>
                <a:gd name="connsiteY7" fmla="*/ 12490 h 19689"/>
                <a:gd name="connsiteX8" fmla="*/ 24634 w 33355"/>
                <a:gd name="connsiteY8" fmla="*/ 74 h 19689"/>
                <a:gd name="connsiteX9" fmla="*/ 24634 w 33355"/>
                <a:gd name="connsiteY9" fmla="*/ 74 h 19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3355" h="19689">
                  <a:moveTo>
                    <a:pt x="24634" y="74"/>
                  </a:moveTo>
                  <a:cubicBezTo>
                    <a:pt x="18551" y="908"/>
                    <a:pt x="13218" y="3157"/>
                    <a:pt x="8386" y="6907"/>
                  </a:cubicBezTo>
                  <a:cubicBezTo>
                    <a:pt x="6468" y="8407"/>
                    <a:pt x="4136" y="9657"/>
                    <a:pt x="2385" y="11407"/>
                  </a:cubicBezTo>
                  <a:cubicBezTo>
                    <a:pt x="1719" y="12073"/>
                    <a:pt x="1136" y="12740"/>
                    <a:pt x="719" y="13490"/>
                  </a:cubicBezTo>
                  <a:cubicBezTo>
                    <a:pt x="553" y="13740"/>
                    <a:pt x="-197" y="16240"/>
                    <a:pt x="302" y="14990"/>
                  </a:cubicBezTo>
                  <a:cubicBezTo>
                    <a:pt x="-280" y="16240"/>
                    <a:pt x="-30" y="17490"/>
                    <a:pt x="1136" y="18323"/>
                  </a:cubicBezTo>
                  <a:cubicBezTo>
                    <a:pt x="4053" y="20406"/>
                    <a:pt x="10219" y="19739"/>
                    <a:pt x="13468" y="18739"/>
                  </a:cubicBezTo>
                  <a:cubicBezTo>
                    <a:pt x="19051" y="17073"/>
                    <a:pt x="24801" y="15406"/>
                    <a:pt x="29883" y="12490"/>
                  </a:cubicBezTo>
                  <a:cubicBezTo>
                    <a:pt x="37133" y="8407"/>
                    <a:pt x="31883" y="-925"/>
                    <a:pt x="24634" y="74"/>
                  </a:cubicBezTo>
                  <a:lnTo>
                    <a:pt x="24634" y="74"/>
                  </a:lnTo>
                  <a:close/>
                </a:path>
              </a:pathLst>
            </a:custGeom>
            <a:grpFill/>
            <a:ln w="8332" cap="flat">
              <a:noFill/>
              <a:prstDash val="solid"/>
              <a:miter/>
            </a:ln>
          </p:spPr>
          <p:txBody>
            <a:bodyPr rtlCol="0" anchor="ctr"/>
            <a:lstStyle/>
            <a:p>
              <a:endParaRPr lang="en-US"/>
            </a:p>
          </p:txBody>
        </p:sp>
        <p:sp>
          <p:nvSpPr>
            <p:cNvPr id="2189" name="Freeform: Shape 2188"/>
            <p:cNvSpPr/>
            <p:nvPr/>
          </p:nvSpPr>
          <p:spPr>
            <a:xfrm>
              <a:off x="10583644" y="1925450"/>
              <a:ext cx="29918" cy="42618"/>
            </a:xfrm>
            <a:custGeom>
              <a:avLst/>
              <a:gdLst>
                <a:gd name="connsiteX0" fmla="*/ 18171 w 29918"/>
                <a:gd name="connsiteY0" fmla="*/ 2970 h 42618"/>
                <a:gd name="connsiteX1" fmla="*/ 3006 w 29918"/>
                <a:gd name="connsiteY1" fmla="*/ 24384 h 42618"/>
                <a:gd name="connsiteX2" fmla="*/ 5672 w 29918"/>
                <a:gd name="connsiteY2" fmla="*/ 41883 h 42618"/>
                <a:gd name="connsiteX3" fmla="*/ 15172 w 29918"/>
                <a:gd name="connsiteY3" fmla="*/ 32717 h 42618"/>
                <a:gd name="connsiteX4" fmla="*/ 15339 w 29918"/>
                <a:gd name="connsiteY4" fmla="*/ 32384 h 42618"/>
                <a:gd name="connsiteX5" fmla="*/ 16755 w 29918"/>
                <a:gd name="connsiteY5" fmla="*/ 29884 h 42618"/>
                <a:gd name="connsiteX6" fmla="*/ 20588 w 29918"/>
                <a:gd name="connsiteY6" fmla="*/ 23301 h 42618"/>
                <a:gd name="connsiteX7" fmla="*/ 29004 w 29918"/>
                <a:gd name="connsiteY7" fmla="*/ 9302 h 42618"/>
                <a:gd name="connsiteX8" fmla="*/ 18171 w 29918"/>
                <a:gd name="connsiteY8" fmla="*/ 2970 h 42618"/>
                <a:gd name="connsiteX9" fmla="*/ 18171 w 29918"/>
                <a:gd name="connsiteY9" fmla="*/ 2970 h 42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918" h="42618">
                  <a:moveTo>
                    <a:pt x="18171" y="2970"/>
                  </a:moveTo>
                  <a:cubicBezTo>
                    <a:pt x="13506" y="10469"/>
                    <a:pt x="7922" y="17051"/>
                    <a:pt x="3006" y="24384"/>
                  </a:cubicBezTo>
                  <a:cubicBezTo>
                    <a:pt x="-993" y="30384"/>
                    <a:pt x="-1826" y="38216"/>
                    <a:pt x="5672" y="41883"/>
                  </a:cubicBezTo>
                  <a:cubicBezTo>
                    <a:pt x="11339" y="44716"/>
                    <a:pt x="18755" y="38883"/>
                    <a:pt x="15172" y="32717"/>
                  </a:cubicBezTo>
                  <a:cubicBezTo>
                    <a:pt x="15255" y="32634"/>
                    <a:pt x="15255" y="32550"/>
                    <a:pt x="15339" y="32384"/>
                  </a:cubicBezTo>
                  <a:cubicBezTo>
                    <a:pt x="15839" y="31550"/>
                    <a:pt x="16255" y="30717"/>
                    <a:pt x="16755" y="29884"/>
                  </a:cubicBezTo>
                  <a:cubicBezTo>
                    <a:pt x="18006" y="27717"/>
                    <a:pt x="19338" y="25467"/>
                    <a:pt x="20588" y="23301"/>
                  </a:cubicBezTo>
                  <a:cubicBezTo>
                    <a:pt x="23337" y="18635"/>
                    <a:pt x="26255" y="13968"/>
                    <a:pt x="29004" y="9302"/>
                  </a:cubicBezTo>
                  <a:cubicBezTo>
                    <a:pt x="33087" y="2303"/>
                    <a:pt x="22421" y="-3863"/>
                    <a:pt x="18171" y="2970"/>
                  </a:cubicBezTo>
                  <a:lnTo>
                    <a:pt x="18171" y="2970"/>
                  </a:lnTo>
                  <a:close/>
                </a:path>
              </a:pathLst>
            </a:custGeom>
            <a:grpFill/>
            <a:ln w="8332" cap="flat">
              <a:noFill/>
              <a:prstDash val="solid"/>
              <a:miter/>
            </a:ln>
          </p:spPr>
          <p:txBody>
            <a:bodyPr rtlCol="0" anchor="ctr"/>
            <a:lstStyle/>
            <a:p>
              <a:endParaRPr lang="en-US"/>
            </a:p>
          </p:txBody>
        </p:sp>
        <p:sp>
          <p:nvSpPr>
            <p:cNvPr id="2190" name="Freeform: Shape 2189"/>
            <p:cNvSpPr/>
            <p:nvPr/>
          </p:nvSpPr>
          <p:spPr>
            <a:xfrm>
              <a:off x="10653581" y="1957522"/>
              <a:ext cx="22458" cy="44858"/>
            </a:xfrm>
            <a:custGeom>
              <a:avLst/>
              <a:gdLst>
                <a:gd name="connsiteX0" fmla="*/ 9313 w 22458"/>
                <a:gd name="connsiteY0" fmla="*/ 3228 h 44858"/>
                <a:gd name="connsiteX1" fmla="*/ 2897 w 22458"/>
                <a:gd name="connsiteY1" fmla="*/ 41808 h 44858"/>
                <a:gd name="connsiteX2" fmla="*/ 15146 w 22458"/>
                <a:gd name="connsiteY2" fmla="*/ 38475 h 44858"/>
                <a:gd name="connsiteX3" fmla="*/ 18062 w 22458"/>
                <a:gd name="connsiteY3" fmla="*/ 24643 h 44858"/>
                <a:gd name="connsiteX4" fmla="*/ 21979 w 22458"/>
                <a:gd name="connsiteY4" fmla="*/ 8561 h 44858"/>
                <a:gd name="connsiteX5" fmla="*/ 9313 w 22458"/>
                <a:gd name="connsiteY5" fmla="*/ 3228 h 44858"/>
                <a:gd name="connsiteX6" fmla="*/ 9313 w 22458"/>
                <a:gd name="connsiteY6" fmla="*/ 3228 h 44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458" h="44858">
                  <a:moveTo>
                    <a:pt x="9313" y="3228"/>
                  </a:moveTo>
                  <a:cubicBezTo>
                    <a:pt x="3814" y="13227"/>
                    <a:pt x="-4436" y="31142"/>
                    <a:pt x="2897" y="41808"/>
                  </a:cubicBezTo>
                  <a:cubicBezTo>
                    <a:pt x="6397" y="46974"/>
                    <a:pt x="15229" y="45391"/>
                    <a:pt x="15146" y="38475"/>
                  </a:cubicBezTo>
                  <a:cubicBezTo>
                    <a:pt x="15146" y="33892"/>
                    <a:pt x="17146" y="29143"/>
                    <a:pt x="18062" y="24643"/>
                  </a:cubicBezTo>
                  <a:cubicBezTo>
                    <a:pt x="19062" y="19144"/>
                    <a:pt x="19813" y="13811"/>
                    <a:pt x="21979" y="8561"/>
                  </a:cubicBezTo>
                  <a:cubicBezTo>
                    <a:pt x="24979" y="1312"/>
                    <a:pt x="13063" y="-3521"/>
                    <a:pt x="9313" y="3228"/>
                  </a:cubicBezTo>
                  <a:lnTo>
                    <a:pt x="9313" y="3228"/>
                  </a:lnTo>
                  <a:close/>
                </a:path>
              </a:pathLst>
            </a:custGeom>
            <a:grpFill/>
            <a:ln w="8332" cap="flat">
              <a:noFill/>
              <a:prstDash val="solid"/>
              <a:miter/>
            </a:ln>
          </p:spPr>
          <p:txBody>
            <a:bodyPr rtlCol="0" anchor="ctr"/>
            <a:lstStyle/>
            <a:p>
              <a:endParaRPr lang="en-US"/>
            </a:p>
          </p:txBody>
        </p:sp>
        <p:sp>
          <p:nvSpPr>
            <p:cNvPr id="2191" name="Freeform: Shape 2190"/>
            <p:cNvSpPr/>
            <p:nvPr/>
          </p:nvSpPr>
          <p:spPr>
            <a:xfrm>
              <a:off x="10724314" y="1964777"/>
              <a:ext cx="19511" cy="39068"/>
            </a:xfrm>
            <a:custGeom>
              <a:avLst/>
              <a:gdLst>
                <a:gd name="connsiteX0" fmla="*/ 19406 w 19511"/>
                <a:gd name="connsiteY0" fmla="*/ 31636 h 39068"/>
                <a:gd name="connsiteX1" fmla="*/ 11407 w 19511"/>
                <a:gd name="connsiteY1" fmla="*/ 3139 h 39068"/>
                <a:gd name="connsiteX2" fmla="*/ 158 w 19511"/>
                <a:gd name="connsiteY2" fmla="*/ 7889 h 39068"/>
                <a:gd name="connsiteX3" fmla="*/ 12240 w 19511"/>
                <a:gd name="connsiteY3" fmla="*/ 38802 h 39068"/>
                <a:gd name="connsiteX4" fmla="*/ 19406 w 19511"/>
                <a:gd name="connsiteY4" fmla="*/ 31636 h 39068"/>
                <a:gd name="connsiteX5" fmla="*/ 19406 w 19511"/>
                <a:gd name="connsiteY5" fmla="*/ 31636 h 39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511" h="39068">
                  <a:moveTo>
                    <a:pt x="19406" y="31636"/>
                  </a:moveTo>
                  <a:cubicBezTo>
                    <a:pt x="17740" y="22221"/>
                    <a:pt x="15573" y="11721"/>
                    <a:pt x="11407" y="3139"/>
                  </a:cubicBezTo>
                  <a:cubicBezTo>
                    <a:pt x="8241" y="-3444"/>
                    <a:pt x="-1342" y="1389"/>
                    <a:pt x="158" y="7889"/>
                  </a:cubicBezTo>
                  <a:cubicBezTo>
                    <a:pt x="2574" y="19054"/>
                    <a:pt x="-2175" y="34220"/>
                    <a:pt x="12240" y="38802"/>
                  </a:cubicBezTo>
                  <a:cubicBezTo>
                    <a:pt x="16823" y="40219"/>
                    <a:pt x="20156" y="35719"/>
                    <a:pt x="19406" y="31636"/>
                  </a:cubicBezTo>
                  <a:lnTo>
                    <a:pt x="19406" y="31636"/>
                  </a:lnTo>
                  <a:close/>
                </a:path>
              </a:pathLst>
            </a:custGeom>
            <a:grpFill/>
            <a:ln w="8332" cap="flat">
              <a:noFill/>
              <a:prstDash val="solid"/>
              <a:miter/>
            </a:ln>
          </p:spPr>
          <p:txBody>
            <a:bodyPr rtlCol="0" anchor="ctr"/>
            <a:lstStyle/>
            <a:p>
              <a:endParaRPr lang="en-US"/>
            </a:p>
          </p:txBody>
        </p:sp>
        <p:sp>
          <p:nvSpPr>
            <p:cNvPr id="2192" name="Freeform: Shape 2191"/>
            <p:cNvSpPr/>
            <p:nvPr/>
          </p:nvSpPr>
          <p:spPr>
            <a:xfrm>
              <a:off x="10780393" y="1957320"/>
              <a:ext cx="33929" cy="33117"/>
            </a:xfrm>
            <a:custGeom>
              <a:avLst/>
              <a:gdLst>
                <a:gd name="connsiteX0" fmla="*/ 33737 w 33929"/>
                <a:gd name="connsiteY0" fmla="*/ 24345 h 33117"/>
                <a:gd name="connsiteX1" fmla="*/ 20988 w 33929"/>
                <a:gd name="connsiteY1" fmla="*/ 10596 h 33117"/>
                <a:gd name="connsiteX2" fmla="*/ 7406 w 33929"/>
                <a:gd name="connsiteY2" fmla="*/ 764 h 33117"/>
                <a:gd name="connsiteX3" fmla="*/ 1407 w 33929"/>
                <a:gd name="connsiteY3" fmla="*/ 8513 h 33117"/>
                <a:gd name="connsiteX4" fmla="*/ 26987 w 33929"/>
                <a:gd name="connsiteY4" fmla="*/ 33094 h 33117"/>
                <a:gd name="connsiteX5" fmla="*/ 33737 w 33929"/>
                <a:gd name="connsiteY5" fmla="*/ 24345 h 33117"/>
                <a:gd name="connsiteX6" fmla="*/ 33737 w 33929"/>
                <a:gd name="connsiteY6" fmla="*/ 24345 h 33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929" h="33117">
                  <a:moveTo>
                    <a:pt x="33737" y="24345"/>
                  </a:moveTo>
                  <a:cubicBezTo>
                    <a:pt x="32237" y="18095"/>
                    <a:pt x="25904" y="14179"/>
                    <a:pt x="20988" y="10596"/>
                  </a:cubicBezTo>
                  <a:cubicBezTo>
                    <a:pt x="16488" y="7263"/>
                    <a:pt x="12072" y="3847"/>
                    <a:pt x="7406" y="764"/>
                  </a:cubicBezTo>
                  <a:cubicBezTo>
                    <a:pt x="2739" y="-2320"/>
                    <a:pt x="-2594" y="4680"/>
                    <a:pt x="1407" y="8513"/>
                  </a:cubicBezTo>
                  <a:cubicBezTo>
                    <a:pt x="10072" y="16679"/>
                    <a:pt x="13155" y="31844"/>
                    <a:pt x="26987" y="33094"/>
                  </a:cubicBezTo>
                  <a:cubicBezTo>
                    <a:pt x="31738" y="33511"/>
                    <a:pt x="34737" y="28344"/>
                    <a:pt x="33737" y="24345"/>
                  </a:cubicBezTo>
                  <a:lnTo>
                    <a:pt x="33737" y="24345"/>
                  </a:lnTo>
                  <a:close/>
                </a:path>
              </a:pathLst>
            </a:custGeom>
            <a:grpFill/>
            <a:ln w="8332" cap="flat">
              <a:noFill/>
              <a:prstDash val="solid"/>
              <a:miter/>
            </a:ln>
          </p:spPr>
          <p:txBody>
            <a:bodyPr rtlCol="0" anchor="ctr"/>
            <a:lstStyle/>
            <a:p>
              <a:endParaRPr lang="en-US"/>
            </a:p>
          </p:txBody>
        </p:sp>
        <p:sp>
          <p:nvSpPr>
            <p:cNvPr id="2193" name="Freeform: Shape 2192"/>
            <p:cNvSpPr/>
            <p:nvPr/>
          </p:nvSpPr>
          <p:spPr>
            <a:xfrm>
              <a:off x="10834691" y="1912581"/>
              <a:ext cx="46065" cy="18057"/>
            </a:xfrm>
            <a:custGeom>
              <a:avLst/>
              <a:gdLst>
                <a:gd name="connsiteX0" fmla="*/ 36183 w 46065"/>
                <a:gd name="connsiteY0" fmla="*/ 1923 h 18057"/>
                <a:gd name="connsiteX1" fmla="*/ 7019 w 46065"/>
                <a:gd name="connsiteY1" fmla="*/ 90 h 18057"/>
                <a:gd name="connsiteX2" fmla="*/ 4020 w 46065"/>
                <a:gd name="connsiteY2" fmla="*/ 10839 h 18057"/>
                <a:gd name="connsiteX3" fmla="*/ 42099 w 46065"/>
                <a:gd name="connsiteY3" fmla="*/ 15922 h 18057"/>
                <a:gd name="connsiteX4" fmla="*/ 36183 w 46065"/>
                <a:gd name="connsiteY4" fmla="*/ 1923 h 18057"/>
                <a:gd name="connsiteX5" fmla="*/ 36183 w 46065"/>
                <a:gd name="connsiteY5" fmla="*/ 1923 h 18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065" h="18057">
                  <a:moveTo>
                    <a:pt x="36183" y="1923"/>
                  </a:moveTo>
                  <a:cubicBezTo>
                    <a:pt x="26517" y="3507"/>
                    <a:pt x="16519" y="1757"/>
                    <a:pt x="7019" y="90"/>
                  </a:cubicBezTo>
                  <a:cubicBezTo>
                    <a:pt x="20" y="-1076"/>
                    <a:pt x="-3063" y="9423"/>
                    <a:pt x="4020" y="10839"/>
                  </a:cubicBezTo>
                  <a:cubicBezTo>
                    <a:pt x="16769" y="13422"/>
                    <a:pt x="29268" y="22005"/>
                    <a:pt x="42099" y="15922"/>
                  </a:cubicBezTo>
                  <a:cubicBezTo>
                    <a:pt x="50515" y="12006"/>
                    <a:pt x="44100" y="674"/>
                    <a:pt x="36183" y="1923"/>
                  </a:cubicBezTo>
                  <a:lnTo>
                    <a:pt x="36183" y="1923"/>
                  </a:lnTo>
                  <a:close/>
                </a:path>
              </a:pathLst>
            </a:custGeom>
            <a:grpFill/>
            <a:ln w="8332" cap="flat">
              <a:noFill/>
              <a:prstDash val="solid"/>
              <a:miter/>
            </a:ln>
          </p:spPr>
          <p:txBody>
            <a:bodyPr rtlCol="0" anchor="ctr"/>
            <a:lstStyle/>
            <a:p>
              <a:endParaRPr lang="en-US"/>
            </a:p>
          </p:txBody>
        </p:sp>
        <p:sp>
          <p:nvSpPr>
            <p:cNvPr id="2194" name="Freeform: Shape 2193"/>
            <p:cNvSpPr/>
            <p:nvPr/>
          </p:nvSpPr>
          <p:spPr>
            <a:xfrm>
              <a:off x="10866990" y="1850854"/>
              <a:ext cx="34132" cy="12244"/>
            </a:xfrm>
            <a:custGeom>
              <a:avLst/>
              <a:gdLst>
                <a:gd name="connsiteX0" fmla="*/ 30383 w 34132"/>
                <a:gd name="connsiteY0" fmla="*/ 656 h 12244"/>
                <a:gd name="connsiteX1" fmla="*/ 4969 w 34132"/>
                <a:gd name="connsiteY1" fmla="*/ 1489 h 12244"/>
                <a:gd name="connsiteX2" fmla="*/ 4969 w 34132"/>
                <a:gd name="connsiteY2" fmla="*/ 11822 h 12244"/>
                <a:gd name="connsiteX3" fmla="*/ 30383 w 34132"/>
                <a:gd name="connsiteY3" fmla="*/ 10738 h 12244"/>
                <a:gd name="connsiteX4" fmla="*/ 30383 w 34132"/>
                <a:gd name="connsiteY4" fmla="*/ 656 h 12244"/>
                <a:gd name="connsiteX5" fmla="*/ 30383 w 34132"/>
                <a:gd name="connsiteY5" fmla="*/ 656 h 12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132" h="12244">
                  <a:moveTo>
                    <a:pt x="30383" y="656"/>
                  </a:moveTo>
                  <a:cubicBezTo>
                    <a:pt x="21634" y="-844"/>
                    <a:pt x="13635" y="573"/>
                    <a:pt x="4969" y="1489"/>
                  </a:cubicBezTo>
                  <a:cubicBezTo>
                    <a:pt x="-1614" y="2156"/>
                    <a:pt x="-1698" y="11155"/>
                    <a:pt x="4969" y="11822"/>
                  </a:cubicBezTo>
                  <a:cubicBezTo>
                    <a:pt x="13635" y="12655"/>
                    <a:pt x="21884" y="12238"/>
                    <a:pt x="30383" y="10738"/>
                  </a:cubicBezTo>
                  <a:cubicBezTo>
                    <a:pt x="35383" y="9905"/>
                    <a:pt x="35383" y="1572"/>
                    <a:pt x="30383" y="656"/>
                  </a:cubicBezTo>
                  <a:lnTo>
                    <a:pt x="30383" y="656"/>
                  </a:lnTo>
                  <a:close/>
                </a:path>
              </a:pathLst>
            </a:custGeom>
            <a:grpFill/>
            <a:ln w="8332" cap="flat">
              <a:noFill/>
              <a:prstDash val="solid"/>
              <a:miter/>
            </a:ln>
          </p:spPr>
          <p:txBody>
            <a:bodyPr rtlCol="0" anchor="ctr"/>
            <a:lstStyle/>
            <a:p>
              <a:endParaRPr lang="en-US"/>
            </a:p>
          </p:txBody>
        </p:sp>
        <p:sp>
          <p:nvSpPr>
            <p:cNvPr id="2195" name="Freeform: Shape 2194"/>
            <p:cNvSpPr/>
            <p:nvPr/>
          </p:nvSpPr>
          <p:spPr>
            <a:xfrm>
              <a:off x="10225373" y="1249636"/>
              <a:ext cx="369136" cy="558127"/>
            </a:xfrm>
            <a:custGeom>
              <a:avLst/>
              <a:gdLst>
                <a:gd name="connsiteX0" fmla="*/ 313699 w 369136"/>
                <a:gd name="connsiteY0" fmla="*/ 121751 h 558127"/>
                <a:gd name="connsiteX1" fmla="*/ 262036 w 369136"/>
                <a:gd name="connsiteY1" fmla="*/ 98336 h 558127"/>
                <a:gd name="connsiteX2" fmla="*/ 199042 w 369136"/>
                <a:gd name="connsiteY2" fmla="*/ 98670 h 558127"/>
                <a:gd name="connsiteX3" fmla="*/ 180127 w 369136"/>
                <a:gd name="connsiteY3" fmla="*/ 102003 h 558127"/>
                <a:gd name="connsiteX4" fmla="*/ 171711 w 369136"/>
                <a:gd name="connsiteY4" fmla="*/ 90670 h 558127"/>
                <a:gd name="connsiteX5" fmla="*/ 162295 w 369136"/>
                <a:gd name="connsiteY5" fmla="*/ 50757 h 558127"/>
                <a:gd name="connsiteX6" fmla="*/ 157212 w 369136"/>
                <a:gd name="connsiteY6" fmla="*/ 16927 h 558127"/>
                <a:gd name="connsiteX7" fmla="*/ 150880 w 369136"/>
                <a:gd name="connsiteY7" fmla="*/ 1512 h 558127"/>
                <a:gd name="connsiteX8" fmla="*/ 115633 w 369136"/>
                <a:gd name="connsiteY8" fmla="*/ 19427 h 558127"/>
                <a:gd name="connsiteX9" fmla="*/ 107467 w 369136"/>
                <a:gd name="connsiteY9" fmla="*/ 59757 h 558127"/>
                <a:gd name="connsiteX10" fmla="*/ 118215 w 369136"/>
                <a:gd name="connsiteY10" fmla="*/ 91504 h 558127"/>
                <a:gd name="connsiteX11" fmla="*/ 127299 w 369136"/>
                <a:gd name="connsiteY11" fmla="*/ 115918 h 558127"/>
                <a:gd name="connsiteX12" fmla="*/ 117966 w 369136"/>
                <a:gd name="connsiteY12" fmla="*/ 116085 h 558127"/>
                <a:gd name="connsiteX13" fmla="*/ 106300 w 369136"/>
                <a:gd name="connsiteY13" fmla="*/ 121418 h 558127"/>
                <a:gd name="connsiteX14" fmla="*/ 93551 w 369136"/>
                <a:gd name="connsiteY14" fmla="*/ 129334 h 558127"/>
                <a:gd name="connsiteX15" fmla="*/ 76137 w 369136"/>
                <a:gd name="connsiteY15" fmla="*/ 142416 h 558127"/>
                <a:gd name="connsiteX16" fmla="*/ 69470 w 369136"/>
                <a:gd name="connsiteY16" fmla="*/ 147915 h 558127"/>
                <a:gd name="connsiteX17" fmla="*/ 53055 w 369136"/>
                <a:gd name="connsiteY17" fmla="*/ 163497 h 558127"/>
                <a:gd name="connsiteX18" fmla="*/ 2310 w 369136"/>
                <a:gd name="connsiteY18" fmla="*/ 254072 h 558127"/>
                <a:gd name="connsiteX19" fmla="*/ 5143 w 369136"/>
                <a:gd name="connsiteY19" fmla="*/ 275320 h 558127"/>
                <a:gd name="connsiteX20" fmla="*/ 16809 w 369136"/>
                <a:gd name="connsiteY20" fmla="*/ 272237 h 558127"/>
                <a:gd name="connsiteX21" fmla="*/ 18141 w 369136"/>
                <a:gd name="connsiteY21" fmla="*/ 323483 h 558127"/>
                <a:gd name="connsiteX22" fmla="*/ 49972 w 369136"/>
                <a:gd name="connsiteY22" fmla="*/ 401392 h 558127"/>
                <a:gd name="connsiteX23" fmla="*/ 181626 w 369136"/>
                <a:gd name="connsiteY23" fmla="*/ 529214 h 558127"/>
                <a:gd name="connsiteX24" fmla="*/ 260537 w 369136"/>
                <a:gd name="connsiteY24" fmla="*/ 557962 h 558127"/>
                <a:gd name="connsiteX25" fmla="*/ 323447 w 369136"/>
                <a:gd name="connsiteY25" fmla="*/ 515382 h 558127"/>
                <a:gd name="connsiteX26" fmla="*/ 369109 w 369136"/>
                <a:gd name="connsiteY26" fmla="*/ 349314 h 558127"/>
                <a:gd name="connsiteX27" fmla="*/ 359111 w 369136"/>
                <a:gd name="connsiteY27" fmla="*/ 244240 h 558127"/>
                <a:gd name="connsiteX28" fmla="*/ 328530 w 369136"/>
                <a:gd name="connsiteY28" fmla="*/ 161997 h 558127"/>
                <a:gd name="connsiteX29" fmla="*/ 337113 w 369136"/>
                <a:gd name="connsiteY29" fmla="*/ 163330 h 558127"/>
                <a:gd name="connsiteX30" fmla="*/ 342029 w 369136"/>
                <a:gd name="connsiteY30" fmla="*/ 156998 h 558127"/>
                <a:gd name="connsiteX31" fmla="*/ 313699 w 369136"/>
                <a:gd name="connsiteY31" fmla="*/ 121751 h 558127"/>
                <a:gd name="connsiteX32" fmla="*/ 313699 w 369136"/>
                <a:gd name="connsiteY32" fmla="*/ 121751 h 558127"/>
                <a:gd name="connsiteX33" fmla="*/ 352528 w 369136"/>
                <a:gd name="connsiteY33" fmla="*/ 309567 h 558127"/>
                <a:gd name="connsiteX34" fmla="*/ 332530 w 369136"/>
                <a:gd name="connsiteY34" fmla="*/ 464303 h 558127"/>
                <a:gd name="connsiteX35" fmla="*/ 285701 w 369136"/>
                <a:gd name="connsiteY35" fmla="*/ 530464 h 558127"/>
                <a:gd name="connsiteX36" fmla="*/ 243371 w 369136"/>
                <a:gd name="connsiteY36" fmla="*/ 540046 h 558127"/>
                <a:gd name="connsiteX37" fmla="*/ 208208 w 369136"/>
                <a:gd name="connsiteY37" fmla="*/ 525881 h 558127"/>
                <a:gd name="connsiteX38" fmla="*/ 140047 w 369136"/>
                <a:gd name="connsiteY38" fmla="*/ 484301 h 558127"/>
                <a:gd name="connsiteX39" fmla="*/ 82052 w 369136"/>
                <a:gd name="connsiteY39" fmla="*/ 425474 h 558127"/>
                <a:gd name="connsiteX40" fmla="*/ 35806 w 369136"/>
                <a:gd name="connsiteY40" fmla="*/ 343064 h 558127"/>
                <a:gd name="connsiteX41" fmla="*/ 26474 w 369136"/>
                <a:gd name="connsiteY41" fmla="*/ 298735 h 558127"/>
                <a:gd name="connsiteX42" fmla="*/ 25058 w 369136"/>
                <a:gd name="connsiteY42" fmla="*/ 263988 h 558127"/>
                <a:gd name="connsiteX43" fmla="*/ 66387 w 369136"/>
                <a:gd name="connsiteY43" fmla="*/ 219992 h 558127"/>
                <a:gd name="connsiteX44" fmla="*/ 88302 w 369136"/>
                <a:gd name="connsiteY44" fmla="*/ 202910 h 558127"/>
                <a:gd name="connsiteX45" fmla="*/ 82636 w 369136"/>
                <a:gd name="connsiteY45" fmla="*/ 223325 h 558127"/>
                <a:gd name="connsiteX46" fmla="*/ 80553 w 369136"/>
                <a:gd name="connsiteY46" fmla="*/ 276737 h 558127"/>
                <a:gd name="connsiteX47" fmla="*/ 90635 w 369136"/>
                <a:gd name="connsiteY47" fmla="*/ 278070 h 558127"/>
                <a:gd name="connsiteX48" fmla="*/ 122882 w 369136"/>
                <a:gd name="connsiteY48" fmla="*/ 229908 h 558127"/>
                <a:gd name="connsiteX49" fmla="*/ 137964 w 369136"/>
                <a:gd name="connsiteY49" fmla="*/ 200911 h 558127"/>
                <a:gd name="connsiteX50" fmla="*/ 143297 w 369136"/>
                <a:gd name="connsiteY50" fmla="*/ 190661 h 558127"/>
                <a:gd name="connsiteX51" fmla="*/ 146713 w 369136"/>
                <a:gd name="connsiteY51" fmla="*/ 220909 h 558127"/>
                <a:gd name="connsiteX52" fmla="*/ 156879 w 369136"/>
                <a:gd name="connsiteY52" fmla="*/ 261072 h 558127"/>
                <a:gd name="connsiteX53" fmla="*/ 167962 w 369136"/>
                <a:gd name="connsiteY53" fmla="*/ 261072 h 558127"/>
                <a:gd name="connsiteX54" fmla="*/ 176961 w 369136"/>
                <a:gd name="connsiteY54" fmla="*/ 221742 h 558127"/>
                <a:gd name="connsiteX55" fmla="*/ 176877 w 369136"/>
                <a:gd name="connsiteY55" fmla="*/ 174496 h 558127"/>
                <a:gd name="connsiteX56" fmla="*/ 194209 w 369136"/>
                <a:gd name="connsiteY56" fmla="*/ 189578 h 558127"/>
                <a:gd name="connsiteX57" fmla="*/ 213874 w 369136"/>
                <a:gd name="connsiteY57" fmla="*/ 210076 h 558127"/>
                <a:gd name="connsiteX58" fmla="*/ 241038 w 369136"/>
                <a:gd name="connsiteY58" fmla="*/ 238074 h 558127"/>
                <a:gd name="connsiteX59" fmla="*/ 249704 w 369136"/>
                <a:gd name="connsiteY59" fmla="*/ 231408 h 558127"/>
                <a:gd name="connsiteX60" fmla="*/ 234539 w 369136"/>
                <a:gd name="connsiteY60" fmla="*/ 187245 h 558127"/>
                <a:gd name="connsiteX61" fmla="*/ 224790 w 369136"/>
                <a:gd name="connsiteY61" fmla="*/ 163497 h 558127"/>
                <a:gd name="connsiteX62" fmla="*/ 219874 w 369136"/>
                <a:gd name="connsiteY62" fmla="*/ 152998 h 558127"/>
                <a:gd name="connsiteX63" fmla="*/ 257120 w 369136"/>
                <a:gd name="connsiteY63" fmla="*/ 172496 h 558127"/>
                <a:gd name="connsiteX64" fmla="*/ 300449 w 369136"/>
                <a:gd name="connsiteY64" fmla="*/ 199411 h 558127"/>
                <a:gd name="connsiteX65" fmla="*/ 308449 w 369136"/>
                <a:gd name="connsiteY65" fmla="*/ 191411 h 558127"/>
                <a:gd name="connsiteX66" fmla="*/ 283867 w 369136"/>
                <a:gd name="connsiteY66" fmla="*/ 155081 h 558127"/>
                <a:gd name="connsiteX67" fmla="*/ 262620 w 369136"/>
                <a:gd name="connsiteY67" fmla="*/ 131417 h 558127"/>
                <a:gd name="connsiteX68" fmla="*/ 300949 w 369136"/>
                <a:gd name="connsiteY68" fmla="*/ 147499 h 558127"/>
                <a:gd name="connsiteX69" fmla="*/ 312365 w 369136"/>
                <a:gd name="connsiteY69" fmla="*/ 153998 h 558127"/>
                <a:gd name="connsiteX70" fmla="*/ 352528 w 369136"/>
                <a:gd name="connsiteY70" fmla="*/ 309567 h 558127"/>
                <a:gd name="connsiteX71" fmla="*/ 352528 w 369136"/>
                <a:gd name="connsiteY71" fmla="*/ 309567 h 558127"/>
                <a:gd name="connsiteX72" fmla="*/ 314115 w 369136"/>
                <a:gd name="connsiteY72" fmla="*/ 142916 h 558127"/>
                <a:gd name="connsiteX73" fmla="*/ 287451 w 369136"/>
                <a:gd name="connsiteY73" fmla="*/ 130167 h 558127"/>
                <a:gd name="connsiteX74" fmla="*/ 251787 w 369136"/>
                <a:gd name="connsiteY74" fmla="*/ 120834 h 558127"/>
                <a:gd name="connsiteX75" fmla="*/ 247454 w 369136"/>
                <a:gd name="connsiteY75" fmla="*/ 128250 h 558127"/>
                <a:gd name="connsiteX76" fmla="*/ 268869 w 369136"/>
                <a:gd name="connsiteY76" fmla="*/ 155665 h 558127"/>
                <a:gd name="connsiteX77" fmla="*/ 284618 w 369136"/>
                <a:gd name="connsiteY77" fmla="*/ 177079 h 558127"/>
                <a:gd name="connsiteX78" fmla="*/ 261119 w 369136"/>
                <a:gd name="connsiteY78" fmla="*/ 162497 h 558127"/>
                <a:gd name="connsiteX79" fmla="*/ 212957 w 369136"/>
                <a:gd name="connsiteY79" fmla="*/ 138333 h 558127"/>
                <a:gd name="connsiteX80" fmla="*/ 205458 w 369136"/>
                <a:gd name="connsiteY80" fmla="*/ 144082 h 558127"/>
                <a:gd name="connsiteX81" fmla="*/ 218874 w 369136"/>
                <a:gd name="connsiteY81" fmla="*/ 181162 h 558127"/>
                <a:gd name="connsiteX82" fmla="*/ 231122 w 369136"/>
                <a:gd name="connsiteY82" fmla="*/ 211576 h 558127"/>
                <a:gd name="connsiteX83" fmla="*/ 226956 w 369136"/>
                <a:gd name="connsiteY83" fmla="*/ 206827 h 558127"/>
                <a:gd name="connsiteX84" fmla="*/ 204624 w 369136"/>
                <a:gd name="connsiteY84" fmla="*/ 184662 h 558127"/>
                <a:gd name="connsiteX85" fmla="*/ 169211 w 369136"/>
                <a:gd name="connsiteY85" fmla="*/ 162664 h 558127"/>
                <a:gd name="connsiteX86" fmla="*/ 165962 w 369136"/>
                <a:gd name="connsiteY86" fmla="*/ 166830 h 558127"/>
                <a:gd name="connsiteX87" fmla="*/ 164545 w 369136"/>
                <a:gd name="connsiteY87" fmla="*/ 208993 h 558127"/>
                <a:gd name="connsiteX88" fmla="*/ 162295 w 369136"/>
                <a:gd name="connsiteY88" fmla="*/ 239990 h 558127"/>
                <a:gd name="connsiteX89" fmla="*/ 158962 w 369136"/>
                <a:gd name="connsiteY89" fmla="*/ 213993 h 558127"/>
                <a:gd name="connsiteX90" fmla="*/ 154879 w 369136"/>
                <a:gd name="connsiteY90" fmla="*/ 172996 h 558127"/>
                <a:gd name="connsiteX91" fmla="*/ 147797 w 369136"/>
                <a:gd name="connsiteY91" fmla="*/ 165914 h 558127"/>
                <a:gd name="connsiteX92" fmla="*/ 138464 w 369136"/>
                <a:gd name="connsiteY92" fmla="*/ 173163 h 558127"/>
                <a:gd name="connsiteX93" fmla="*/ 122799 w 369136"/>
                <a:gd name="connsiteY93" fmla="*/ 201410 h 558127"/>
                <a:gd name="connsiteX94" fmla="*/ 89385 w 369136"/>
                <a:gd name="connsiteY94" fmla="*/ 260488 h 558127"/>
                <a:gd name="connsiteX95" fmla="*/ 96634 w 369136"/>
                <a:gd name="connsiteY95" fmla="*/ 222158 h 558127"/>
                <a:gd name="connsiteX96" fmla="*/ 113633 w 369136"/>
                <a:gd name="connsiteY96" fmla="*/ 184079 h 558127"/>
                <a:gd name="connsiteX97" fmla="*/ 106050 w 369136"/>
                <a:gd name="connsiteY97" fmla="*/ 174246 h 558127"/>
                <a:gd name="connsiteX98" fmla="*/ 44056 w 369136"/>
                <a:gd name="connsiteY98" fmla="*/ 224742 h 558127"/>
                <a:gd name="connsiteX99" fmla="*/ 20308 w 369136"/>
                <a:gd name="connsiteY99" fmla="*/ 251573 h 558127"/>
                <a:gd name="connsiteX100" fmla="*/ 15308 w 369136"/>
                <a:gd name="connsiteY100" fmla="*/ 258572 h 558127"/>
                <a:gd name="connsiteX101" fmla="*/ 13309 w 369136"/>
                <a:gd name="connsiteY101" fmla="*/ 258739 h 558127"/>
                <a:gd name="connsiteX102" fmla="*/ 18308 w 369136"/>
                <a:gd name="connsiteY102" fmla="*/ 242073 h 558127"/>
                <a:gd name="connsiteX103" fmla="*/ 58221 w 369136"/>
                <a:gd name="connsiteY103" fmla="*/ 174330 h 558127"/>
                <a:gd name="connsiteX104" fmla="*/ 78387 w 369136"/>
                <a:gd name="connsiteY104" fmla="*/ 153248 h 558127"/>
                <a:gd name="connsiteX105" fmla="*/ 101301 w 369136"/>
                <a:gd name="connsiteY105" fmla="*/ 139833 h 558127"/>
                <a:gd name="connsiteX106" fmla="*/ 128965 w 369136"/>
                <a:gd name="connsiteY106" fmla="*/ 129250 h 558127"/>
                <a:gd name="connsiteX107" fmla="*/ 139047 w 369136"/>
                <a:gd name="connsiteY107" fmla="*/ 126917 h 558127"/>
                <a:gd name="connsiteX108" fmla="*/ 141714 w 369136"/>
                <a:gd name="connsiteY108" fmla="*/ 120584 h 558127"/>
                <a:gd name="connsiteX109" fmla="*/ 125465 w 369136"/>
                <a:gd name="connsiteY109" fmla="*/ 77172 h 558127"/>
                <a:gd name="connsiteX110" fmla="*/ 115967 w 369136"/>
                <a:gd name="connsiteY110" fmla="*/ 48174 h 558127"/>
                <a:gd name="connsiteX111" fmla="*/ 128382 w 369136"/>
                <a:gd name="connsiteY111" fmla="*/ 21843 h 558127"/>
                <a:gd name="connsiteX112" fmla="*/ 146964 w 369136"/>
                <a:gd name="connsiteY112" fmla="*/ 16427 h 558127"/>
                <a:gd name="connsiteX113" fmla="*/ 150379 w 369136"/>
                <a:gd name="connsiteY113" fmla="*/ 43925 h 558127"/>
                <a:gd name="connsiteX114" fmla="*/ 161878 w 369136"/>
                <a:gd name="connsiteY114" fmla="*/ 101003 h 558127"/>
                <a:gd name="connsiteX115" fmla="*/ 178710 w 369136"/>
                <a:gd name="connsiteY115" fmla="*/ 115001 h 558127"/>
                <a:gd name="connsiteX116" fmla="*/ 238789 w 369136"/>
                <a:gd name="connsiteY116" fmla="*/ 108085 h 558127"/>
                <a:gd name="connsiteX117" fmla="*/ 290951 w 369136"/>
                <a:gd name="connsiteY117" fmla="*/ 122251 h 558127"/>
                <a:gd name="connsiteX118" fmla="*/ 313615 w 369136"/>
                <a:gd name="connsiteY118" fmla="*/ 138166 h 558127"/>
                <a:gd name="connsiteX119" fmla="*/ 324781 w 369136"/>
                <a:gd name="connsiteY119" fmla="*/ 149165 h 558127"/>
                <a:gd name="connsiteX120" fmla="*/ 314115 w 369136"/>
                <a:gd name="connsiteY120" fmla="*/ 142916 h 558127"/>
                <a:gd name="connsiteX121" fmla="*/ 314115 w 369136"/>
                <a:gd name="connsiteY121" fmla="*/ 142916 h 558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369136" h="558127">
                  <a:moveTo>
                    <a:pt x="313699" y="121751"/>
                  </a:moveTo>
                  <a:cubicBezTo>
                    <a:pt x="298783" y="110002"/>
                    <a:pt x="280701" y="101669"/>
                    <a:pt x="262036" y="98336"/>
                  </a:cubicBezTo>
                  <a:cubicBezTo>
                    <a:pt x="240538" y="94503"/>
                    <a:pt x="220623" y="94587"/>
                    <a:pt x="199042" y="98670"/>
                  </a:cubicBezTo>
                  <a:cubicBezTo>
                    <a:pt x="193709" y="99670"/>
                    <a:pt x="185543" y="103086"/>
                    <a:pt x="180127" y="102003"/>
                  </a:cubicBezTo>
                  <a:cubicBezTo>
                    <a:pt x="173794" y="100753"/>
                    <a:pt x="173377" y="96670"/>
                    <a:pt x="171711" y="90670"/>
                  </a:cubicBezTo>
                  <a:cubicBezTo>
                    <a:pt x="168128" y="77505"/>
                    <a:pt x="164795" y="64256"/>
                    <a:pt x="162295" y="50757"/>
                  </a:cubicBezTo>
                  <a:cubicBezTo>
                    <a:pt x="160295" y="39508"/>
                    <a:pt x="159129" y="28176"/>
                    <a:pt x="157212" y="16927"/>
                  </a:cubicBezTo>
                  <a:cubicBezTo>
                    <a:pt x="156296" y="11428"/>
                    <a:pt x="156129" y="4928"/>
                    <a:pt x="150880" y="1512"/>
                  </a:cubicBezTo>
                  <a:cubicBezTo>
                    <a:pt x="140380" y="-5321"/>
                    <a:pt x="122298" y="12844"/>
                    <a:pt x="115633" y="19427"/>
                  </a:cubicBezTo>
                  <a:cubicBezTo>
                    <a:pt x="103884" y="31009"/>
                    <a:pt x="103717" y="44508"/>
                    <a:pt x="107467" y="59757"/>
                  </a:cubicBezTo>
                  <a:cubicBezTo>
                    <a:pt x="110133" y="70589"/>
                    <a:pt x="114383" y="81005"/>
                    <a:pt x="118215" y="91504"/>
                  </a:cubicBezTo>
                  <a:cubicBezTo>
                    <a:pt x="120882" y="98670"/>
                    <a:pt x="125381" y="107752"/>
                    <a:pt x="127299" y="115918"/>
                  </a:cubicBezTo>
                  <a:cubicBezTo>
                    <a:pt x="124132" y="115835"/>
                    <a:pt x="119883" y="115585"/>
                    <a:pt x="117966" y="116085"/>
                  </a:cubicBezTo>
                  <a:cubicBezTo>
                    <a:pt x="113717" y="117168"/>
                    <a:pt x="109883" y="119084"/>
                    <a:pt x="106300" y="121418"/>
                  </a:cubicBezTo>
                  <a:cubicBezTo>
                    <a:pt x="102134" y="123417"/>
                    <a:pt x="98051" y="126084"/>
                    <a:pt x="93551" y="129334"/>
                  </a:cubicBezTo>
                  <a:cubicBezTo>
                    <a:pt x="87636" y="133583"/>
                    <a:pt x="81802" y="137916"/>
                    <a:pt x="76137" y="142416"/>
                  </a:cubicBezTo>
                  <a:cubicBezTo>
                    <a:pt x="73803" y="144166"/>
                    <a:pt x="71637" y="145999"/>
                    <a:pt x="69470" y="147915"/>
                  </a:cubicBezTo>
                  <a:cubicBezTo>
                    <a:pt x="63721" y="152831"/>
                    <a:pt x="58221" y="157914"/>
                    <a:pt x="53055" y="163497"/>
                  </a:cubicBezTo>
                  <a:cubicBezTo>
                    <a:pt x="29391" y="188995"/>
                    <a:pt x="11559" y="220742"/>
                    <a:pt x="2310" y="254072"/>
                  </a:cubicBezTo>
                  <a:cubicBezTo>
                    <a:pt x="643" y="260155"/>
                    <a:pt x="-3106" y="271904"/>
                    <a:pt x="5143" y="275320"/>
                  </a:cubicBezTo>
                  <a:cubicBezTo>
                    <a:pt x="8892" y="276904"/>
                    <a:pt x="13142" y="274987"/>
                    <a:pt x="16809" y="272237"/>
                  </a:cubicBezTo>
                  <a:cubicBezTo>
                    <a:pt x="13975" y="289319"/>
                    <a:pt x="15892" y="308901"/>
                    <a:pt x="18141" y="323483"/>
                  </a:cubicBezTo>
                  <a:cubicBezTo>
                    <a:pt x="22558" y="351397"/>
                    <a:pt x="35973" y="377228"/>
                    <a:pt x="49972" y="401392"/>
                  </a:cubicBezTo>
                  <a:cubicBezTo>
                    <a:pt x="81470" y="456054"/>
                    <a:pt x="126465" y="498967"/>
                    <a:pt x="181626" y="529214"/>
                  </a:cubicBezTo>
                  <a:cubicBezTo>
                    <a:pt x="205041" y="542046"/>
                    <a:pt x="232705" y="560045"/>
                    <a:pt x="260537" y="557962"/>
                  </a:cubicBezTo>
                  <a:cubicBezTo>
                    <a:pt x="286201" y="555962"/>
                    <a:pt x="308948" y="535214"/>
                    <a:pt x="323447" y="515382"/>
                  </a:cubicBezTo>
                  <a:cubicBezTo>
                    <a:pt x="357861" y="468470"/>
                    <a:pt x="368610" y="406142"/>
                    <a:pt x="369109" y="349314"/>
                  </a:cubicBezTo>
                  <a:cubicBezTo>
                    <a:pt x="369443" y="313650"/>
                    <a:pt x="366777" y="279070"/>
                    <a:pt x="359111" y="244240"/>
                  </a:cubicBezTo>
                  <a:cubicBezTo>
                    <a:pt x="352861" y="215576"/>
                    <a:pt x="343946" y="186828"/>
                    <a:pt x="328530" y="161997"/>
                  </a:cubicBezTo>
                  <a:cubicBezTo>
                    <a:pt x="331364" y="162831"/>
                    <a:pt x="334196" y="163330"/>
                    <a:pt x="337113" y="163330"/>
                  </a:cubicBezTo>
                  <a:cubicBezTo>
                    <a:pt x="340196" y="163330"/>
                    <a:pt x="342362" y="159748"/>
                    <a:pt x="342029" y="156998"/>
                  </a:cubicBezTo>
                  <a:cubicBezTo>
                    <a:pt x="340613" y="143666"/>
                    <a:pt x="323364" y="129417"/>
                    <a:pt x="313699" y="121751"/>
                  </a:cubicBezTo>
                  <a:lnTo>
                    <a:pt x="313699" y="121751"/>
                  </a:lnTo>
                  <a:close/>
                  <a:moveTo>
                    <a:pt x="352528" y="309567"/>
                  </a:moveTo>
                  <a:cubicBezTo>
                    <a:pt x="355445" y="361313"/>
                    <a:pt x="353028" y="416141"/>
                    <a:pt x="332530" y="464303"/>
                  </a:cubicBezTo>
                  <a:cubicBezTo>
                    <a:pt x="321614" y="489968"/>
                    <a:pt x="309115" y="514049"/>
                    <a:pt x="285701" y="530464"/>
                  </a:cubicBezTo>
                  <a:cubicBezTo>
                    <a:pt x="272368" y="539880"/>
                    <a:pt x="259704" y="544546"/>
                    <a:pt x="243371" y="540046"/>
                  </a:cubicBezTo>
                  <a:cubicBezTo>
                    <a:pt x="231289" y="536713"/>
                    <a:pt x="219373" y="531547"/>
                    <a:pt x="208208" y="525881"/>
                  </a:cubicBezTo>
                  <a:cubicBezTo>
                    <a:pt x="184460" y="513799"/>
                    <a:pt x="160712" y="501300"/>
                    <a:pt x="140047" y="484301"/>
                  </a:cubicBezTo>
                  <a:cubicBezTo>
                    <a:pt x="118549" y="466553"/>
                    <a:pt x="99051" y="447805"/>
                    <a:pt x="82052" y="425474"/>
                  </a:cubicBezTo>
                  <a:cubicBezTo>
                    <a:pt x="63221" y="400892"/>
                    <a:pt x="46472" y="372062"/>
                    <a:pt x="35806" y="343064"/>
                  </a:cubicBezTo>
                  <a:cubicBezTo>
                    <a:pt x="30558" y="328649"/>
                    <a:pt x="27557" y="314067"/>
                    <a:pt x="26474" y="298735"/>
                  </a:cubicBezTo>
                  <a:cubicBezTo>
                    <a:pt x="25724" y="288403"/>
                    <a:pt x="24141" y="275487"/>
                    <a:pt x="25058" y="263988"/>
                  </a:cubicBezTo>
                  <a:cubicBezTo>
                    <a:pt x="38306" y="248489"/>
                    <a:pt x="50388" y="233074"/>
                    <a:pt x="66387" y="219992"/>
                  </a:cubicBezTo>
                  <a:cubicBezTo>
                    <a:pt x="73553" y="214159"/>
                    <a:pt x="80886" y="208493"/>
                    <a:pt x="88302" y="202910"/>
                  </a:cubicBezTo>
                  <a:cubicBezTo>
                    <a:pt x="86052" y="209826"/>
                    <a:pt x="84302" y="216909"/>
                    <a:pt x="82636" y="223325"/>
                  </a:cubicBezTo>
                  <a:cubicBezTo>
                    <a:pt x="78803" y="238157"/>
                    <a:pt x="69804" y="263072"/>
                    <a:pt x="80553" y="276737"/>
                  </a:cubicBezTo>
                  <a:cubicBezTo>
                    <a:pt x="83052" y="279987"/>
                    <a:pt x="87385" y="280237"/>
                    <a:pt x="90635" y="278070"/>
                  </a:cubicBezTo>
                  <a:cubicBezTo>
                    <a:pt x="106551" y="267571"/>
                    <a:pt x="114550" y="246323"/>
                    <a:pt x="122882" y="229908"/>
                  </a:cubicBezTo>
                  <a:cubicBezTo>
                    <a:pt x="127798" y="220159"/>
                    <a:pt x="132714" y="210493"/>
                    <a:pt x="137964" y="200911"/>
                  </a:cubicBezTo>
                  <a:cubicBezTo>
                    <a:pt x="138881" y="199327"/>
                    <a:pt x="141047" y="195078"/>
                    <a:pt x="143297" y="190661"/>
                  </a:cubicBezTo>
                  <a:cubicBezTo>
                    <a:pt x="144130" y="200744"/>
                    <a:pt x="145547" y="210910"/>
                    <a:pt x="146713" y="220909"/>
                  </a:cubicBezTo>
                  <a:cubicBezTo>
                    <a:pt x="148214" y="234574"/>
                    <a:pt x="148214" y="249823"/>
                    <a:pt x="156879" y="261072"/>
                  </a:cubicBezTo>
                  <a:cubicBezTo>
                    <a:pt x="159795" y="264905"/>
                    <a:pt x="164961" y="264321"/>
                    <a:pt x="167962" y="261072"/>
                  </a:cubicBezTo>
                  <a:cubicBezTo>
                    <a:pt x="176710" y="251489"/>
                    <a:pt x="176128" y="233824"/>
                    <a:pt x="176961" y="221742"/>
                  </a:cubicBezTo>
                  <a:cubicBezTo>
                    <a:pt x="177378" y="216076"/>
                    <a:pt x="174627" y="175413"/>
                    <a:pt x="176877" y="174496"/>
                  </a:cubicBezTo>
                  <a:cubicBezTo>
                    <a:pt x="179543" y="173413"/>
                    <a:pt x="192209" y="187662"/>
                    <a:pt x="194209" y="189578"/>
                  </a:cubicBezTo>
                  <a:cubicBezTo>
                    <a:pt x="200958" y="196244"/>
                    <a:pt x="207458" y="203160"/>
                    <a:pt x="213874" y="210076"/>
                  </a:cubicBezTo>
                  <a:cubicBezTo>
                    <a:pt x="221873" y="218659"/>
                    <a:pt x="230540" y="232574"/>
                    <a:pt x="241038" y="238074"/>
                  </a:cubicBezTo>
                  <a:cubicBezTo>
                    <a:pt x="245204" y="240240"/>
                    <a:pt x="250454" y="235824"/>
                    <a:pt x="249704" y="231408"/>
                  </a:cubicBezTo>
                  <a:cubicBezTo>
                    <a:pt x="246955" y="215992"/>
                    <a:pt x="240371" y="201660"/>
                    <a:pt x="234539" y="187245"/>
                  </a:cubicBezTo>
                  <a:cubicBezTo>
                    <a:pt x="231373" y="179329"/>
                    <a:pt x="227956" y="171413"/>
                    <a:pt x="224790" y="163497"/>
                  </a:cubicBezTo>
                  <a:cubicBezTo>
                    <a:pt x="223456" y="160164"/>
                    <a:pt x="221540" y="156581"/>
                    <a:pt x="219874" y="152998"/>
                  </a:cubicBezTo>
                  <a:cubicBezTo>
                    <a:pt x="232623" y="158748"/>
                    <a:pt x="244871" y="165830"/>
                    <a:pt x="257120" y="172496"/>
                  </a:cubicBezTo>
                  <a:cubicBezTo>
                    <a:pt x="271952" y="180579"/>
                    <a:pt x="285034" y="192828"/>
                    <a:pt x="300449" y="199411"/>
                  </a:cubicBezTo>
                  <a:cubicBezTo>
                    <a:pt x="305032" y="201327"/>
                    <a:pt x="310865" y="196244"/>
                    <a:pt x="308449" y="191411"/>
                  </a:cubicBezTo>
                  <a:cubicBezTo>
                    <a:pt x="301949" y="178496"/>
                    <a:pt x="292367" y="166747"/>
                    <a:pt x="283867" y="155081"/>
                  </a:cubicBezTo>
                  <a:cubicBezTo>
                    <a:pt x="278035" y="146999"/>
                    <a:pt x="269118" y="139583"/>
                    <a:pt x="262620" y="131417"/>
                  </a:cubicBezTo>
                  <a:cubicBezTo>
                    <a:pt x="275618" y="133417"/>
                    <a:pt x="291534" y="142832"/>
                    <a:pt x="300949" y="147499"/>
                  </a:cubicBezTo>
                  <a:cubicBezTo>
                    <a:pt x="304699" y="149332"/>
                    <a:pt x="308449" y="151665"/>
                    <a:pt x="312365" y="153998"/>
                  </a:cubicBezTo>
                  <a:cubicBezTo>
                    <a:pt x="334779" y="202327"/>
                    <a:pt x="349611" y="256572"/>
                    <a:pt x="352528" y="309567"/>
                  </a:cubicBezTo>
                  <a:lnTo>
                    <a:pt x="352528" y="309567"/>
                  </a:lnTo>
                  <a:close/>
                  <a:moveTo>
                    <a:pt x="314115" y="142916"/>
                  </a:moveTo>
                  <a:cubicBezTo>
                    <a:pt x="305283" y="138499"/>
                    <a:pt x="296533" y="134000"/>
                    <a:pt x="287451" y="130167"/>
                  </a:cubicBezTo>
                  <a:cubicBezTo>
                    <a:pt x="277035" y="125751"/>
                    <a:pt x="263369" y="118585"/>
                    <a:pt x="251787" y="120834"/>
                  </a:cubicBezTo>
                  <a:cubicBezTo>
                    <a:pt x="248537" y="121501"/>
                    <a:pt x="245788" y="124917"/>
                    <a:pt x="247454" y="128250"/>
                  </a:cubicBezTo>
                  <a:cubicBezTo>
                    <a:pt x="252287" y="138333"/>
                    <a:pt x="262286" y="146582"/>
                    <a:pt x="268869" y="155665"/>
                  </a:cubicBezTo>
                  <a:cubicBezTo>
                    <a:pt x="273869" y="162581"/>
                    <a:pt x="279368" y="169747"/>
                    <a:pt x="284618" y="177079"/>
                  </a:cubicBezTo>
                  <a:cubicBezTo>
                    <a:pt x="276785" y="171996"/>
                    <a:pt x="269118" y="166664"/>
                    <a:pt x="261119" y="162497"/>
                  </a:cubicBezTo>
                  <a:cubicBezTo>
                    <a:pt x="245287" y="154331"/>
                    <a:pt x="229373" y="145166"/>
                    <a:pt x="212957" y="138333"/>
                  </a:cubicBezTo>
                  <a:cubicBezTo>
                    <a:pt x="209041" y="136750"/>
                    <a:pt x="205041" y="140083"/>
                    <a:pt x="205458" y="144082"/>
                  </a:cubicBezTo>
                  <a:cubicBezTo>
                    <a:pt x="206707" y="156248"/>
                    <a:pt x="214374" y="169830"/>
                    <a:pt x="218874" y="181162"/>
                  </a:cubicBezTo>
                  <a:cubicBezTo>
                    <a:pt x="222790" y="191078"/>
                    <a:pt x="227456" y="201244"/>
                    <a:pt x="231122" y="211576"/>
                  </a:cubicBezTo>
                  <a:cubicBezTo>
                    <a:pt x="229622" y="209743"/>
                    <a:pt x="228206" y="208076"/>
                    <a:pt x="226956" y="206827"/>
                  </a:cubicBezTo>
                  <a:cubicBezTo>
                    <a:pt x="219623" y="199327"/>
                    <a:pt x="212291" y="191828"/>
                    <a:pt x="204624" y="184662"/>
                  </a:cubicBezTo>
                  <a:cubicBezTo>
                    <a:pt x="196625" y="177079"/>
                    <a:pt x="181793" y="158914"/>
                    <a:pt x="169211" y="162664"/>
                  </a:cubicBezTo>
                  <a:cubicBezTo>
                    <a:pt x="167378" y="163247"/>
                    <a:pt x="166378" y="165080"/>
                    <a:pt x="165962" y="166830"/>
                  </a:cubicBezTo>
                  <a:cubicBezTo>
                    <a:pt x="162878" y="180079"/>
                    <a:pt x="165211" y="195411"/>
                    <a:pt x="164545" y="208993"/>
                  </a:cubicBezTo>
                  <a:cubicBezTo>
                    <a:pt x="164212" y="216659"/>
                    <a:pt x="164462" y="229574"/>
                    <a:pt x="162295" y="239990"/>
                  </a:cubicBezTo>
                  <a:cubicBezTo>
                    <a:pt x="160295" y="231408"/>
                    <a:pt x="160045" y="221742"/>
                    <a:pt x="158962" y="213993"/>
                  </a:cubicBezTo>
                  <a:cubicBezTo>
                    <a:pt x="157129" y="200494"/>
                    <a:pt x="154463" y="186745"/>
                    <a:pt x="154879" y="172996"/>
                  </a:cubicBezTo>
                  <a:cubicBezTo>
                    <a:pt x="155046" y="168747"/>
                    <a:pt x="152130" y="165664"/>
                    <a:pt x="147797" y="165914"/>
                  </a:cubicBezTo>
                  <a:cubicBezTo>
                    <a:pt x="142797" y="166164"/>
                    <a:pt x="141047" y="169163"/>
                    <a:pt x="138464" y="173163"/>
                  </a:cubicBezTo>
                  <a:cubicBezTo>
                    <a:pt x="132714" y="181996"/>
                    <a:pt x="127965" y="192078"/>
                    <a:pt x="122799" y="201410"/>
                  </a:cubicBezTo>
                  <a:cubicBezTo>
                    <a:pt x="113216" y="218742"/>
                    <a:pt x="104384" y="245323"/>
                    <a:pt x="89385" y="260488"/>
                  </a:cubicBezTo>
                  <a:cubicBezTo>
                    <a:pt x="88552" y="248489"/>
                    <a:pt x="94801" y="229574"/>
                    <a:pt x="96634" y="222158"/>
                  </a:cubicBezTo>
                  <a:cubicBezTo>
                    <a:pt x="99717" y="209826"/>
                    <a:pt x="103134" y="192245"/>
                    <a:pt x="113633" y="184079"/>
                  </a:cubicBezTo>
                  <a:cubicBezTo>
                    <a:pt x="119966" y="179162"/>
                    <a:pt x="112383" y="169330"/>
                    <a:pt x="106050" y="174246"/>
                  </a:cubicBezTo>
                  <a:cubicBezTo>
                    <a:pt x="85052" y="190328"/>
                    <a:pt x="62805" y="205910"/>
                    <a:pt x="44056" y="224742"/>
                  </a:cubicBezTo>
                  <a:cubicBezTo>
                    <a:pt x="35640" y="233241"/>
                    <a:pt x="27474" y="242073"/>
                    <a:pt x="20308" y="251573"/>
                  </a:cubicBezTo>
                  <a:cubicBezTo>
                    <a:pt x="18725" y="253989"/>
                    <a:pt x="17058" y="256322"/>
                    <a:pt x="15308" y="258572"/>
                  </a:cubicBezTo>
                  <a:cubicBezTo>
                    <a:pt x="8975" y="265155"/>
                    <a:pt x="8309" y="265155"/>
                    <a:pt x="13309" y="258739"/>
                  </a:cubicBezTo>
                  <a:cubicBezTo>
                    <a:pt x="14559" y="253156"/>
                    <a:pt x="16392" y="247490"/>
                    <a:pt x="18308" y="242073"/>
                  </a:cubicBezTo>
                  <a:cubicBezTo>
                    <a:pt x="26974" y="217576"/>
                    <a:pt x="42056" y="194494"/>
                    <a:pt x="58221" y="174330"/>
                  </a:cubicBezTo>
                  <a:cubicBezTo>
                    <a:pt x="64387" y="166664"/>
                    <a:pt x="71220" y="159831"/>
                    <a:pt x="78387" y="153248"/>
                  </a:cubicBezTo>
                  <a:cubicBezTo>
                    <a:pt x="85802" y="148499"/>
                    <a:pt x="93551" y="144249"/>
                    <a:pt x="101301" y="139833"/>
                  </a:cubicBezTo>
                  <a:cubicBezTo>
                    <a:pt x="110966" y="134333"/>
                    <a:pt x="117633" y="130084"/>
                    <a:pt x="128965" y="129250"/>
                  </a:cubicBezTo>
                  <a:cubicBezTo>
                    <a:pt x="133548" y="128917"/>
                    <a:pt x="134964" y="129334"/>
                    <a:pt x="139047" y="126917"/>
                  </a:cubicBezTo>
                  <a:cubicBezTo>
                    <a:pt x="141130" y="125751"/>
                    <a:pt x="141881" y="122751"/>
                    <a:pt x="141714" y="120584"/>
                  </a:cubicBezTo>
                  <a:cubicBezTo>
                    <a:pt x="140297" y="106336"/>
                    <a:pt x="130881" y="90337"/>
                    <a:pt x="125465" y="77172"/>
                  </a:cubicBezTo>
                  <a:cubicBezTo>
                    <a:pt x="121716" y="68006"/>
                    <a:pt x="117132" y="58090"/>
                    <a:pt x="115967" y="48174"/>
                  </a:cubicBezTo>
                  <a:cubicBezTo>
                    <a:pt x="114466" y="35675"/>
                    <a:pt x="119382" y="29593"/>
                    <a:pt x="128382" y="21843"/>
                  </a:cubicBezTo>
                  <a:cubicBezTo>
                    <a:pt x="133964" y="17010"/>
                    <a:pt x="142714" y="6345"/>
                    <a:pt x="146964" y="16427"/>
                  </a:cubicBezTo>
                  <a:cubicBezTo>
                    <a:pt x="150213" y="24093"/>
                    <a:pt x="149297" y="35675"/>
                    <a:pt x="150379" y="43925"/>
                  </a:cubicBezTo>
                  <a:cubicBezTo>
                    <a:pt x="152963" y="63173"/>
                    <a:pt x="157379" y="82171"/>
                    <a:pt x="161878" y="101003"/>
                  </a:cubicBezTo>
                  <a:cubicBezTo>
                    <a:pt x="164378" y="111669"/>
                    <a:pt x="167628" y="115168"/>
                    <a:pt x="178710" y="115001"/>
                  </a:cubicBezTo>
                  <a:cubicBezTo>
                    <a:pt x="198959" y="114668"/>
                    <a:pt x="218206" y="106336"/>
                    <a:pt x="238789" y="108085"/>
                  </a:cubicBezTo>
                  <a:cubicBezTo>
                    <a:pt x="256953" y="109669"/>
                    <a:pt x="274702" y="113835"/>
                    <a:pt x="290951" y="122251"/>
                  </a:cubicBezTo>
                  <a:cubicBezTo>
                    <a:pt x="299117" y="126500"/>
                    <a:pt x="306865" y="131833"/>
                    <a:pt x="313615" y="138166"/>
                  </a:cubicBezTo>
                  <a:cubicBezTo>
                    <a:pt x="315782" y="140166"/>
                    <a:pt x="320781" y="144666"/>
                    <a:pt x="324781" y="149165"/>
                  </a:cubicBezTo>
                  <a:cubicBezTo>
                    <a:pt x="321197" y="146999"/>
                    <a:pt x="317364" y="144499"/>
                    <a:pt x="314115" y="142916"/>
                  </a:cubicBezTo>
                  <a:lnTo>
                    <a:pt x="314115" y="142916"/>
                  </a:lnTo>
                  <a:close/>
                </a:path>
              </a:pathLst>
            </a:custGeom>
            <a:grpFill/>
            <a:ln w="8332" cap="flat">
              <a:noFill/>
              <a:prstDash val="solid"/>
              <a:miter/>
            </a:ln>
          </p:spPr>
          <p:txBody>
            <a:bodyPr rtlCol="0" anchor="ctr"/>
            <a:lstStyle/>
            <a:p>
              <a:endParaRPr lang="en-US"/>
            </a:p>
          </p:txBody>
        </p:sp>
        <p:sp>
          <p:nvSpPr>
            <p:cNvPr id="2196" name="Freeform: Shape 2195"/>
            <p:cNvSpPr/>
            <p:nvPr/>
          </p:nvSpPr>
          <p:spPr>
            <a:xfrm>
              <a:off x="10313017" y="1565845"/>
              <a:ext cx="20592" cy="26448"/>
            </a:xfrm>
            <a:custGeom>
              <a:avLst/>
              <a:gdLst>
                <a:gd name="connsiteX0" fmla="*/ 15989 w 20592"/>
                <a:gd name="connsiteY0" fmla="*/ 1941 h 26448"/>
                <a:gd name="connsiteX1" fmla="*/ 8990 w 20592"/>
                <a:gd name="connsiteY1" fmla="*/ 107 h 26448"/>
                <a:gd name="connsiteX2" fmla="*/ 2574 w 20592"/>
                <a:gd name="connsiteY2" fmla="*/ 3857 h 26448"/>
                <a:gd name="connsiteX3" fmla="*/ 574 w 20592"/>
                <a:gd name="connsiteY3" fmla="*/ 14106 h 26448"/>
                <a:gd name="connsiteX4" fmla="*/ 2824 w 20592"/>
                <a:gd name="connsiteY4" fmla="*/ 22855 h 26448"/>
                <a:gd name="connsiteX5" fmla="*/ 17573 w 20592"/>
                <a:gd name="connsiteY5" fmla="*/ 22855 h 26448"/>
                <a:gd name="connsiteX6" fmla="*/ 20573 w 20592"/>
                <a:gd name="connsiteY6" fmla="*/ 14273 h 26448"/>
                <a:gd name="connsiteX7" fmla="*/ 15989 w 20592"/>
                <a:gd name="connsiteY7" fmla="*/ 1941 h 26448"/>
                <a:gd name="connsiteX8" fmla="*/ 15989 w 20592"/>
                <a:gd name="connsiteY8" fmla="*/ 1941 h 26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592" h="26448">
                  <a:moveTo>
                    <a:pt x="15989" y="1941"/>
                  </a:moveTo>
                  <a:cubicBezTo>
                    <a:pt x="14240" y="524"/>
                    <a:pt x="11240" y="-309"/>
                    <a:pt x="8990" y="107"/>
                  </a:cubicBezTo>
                  <a:cubicBezTo>
                    <a:pt x="6324" y="524"/>
                    <a:pt x="4407" y="1857"/>
                    <a:pt x="2574" y="3857"/>
                  </a:cubicBezTo>
                  <a:cubicBezTo>
                    <a:pt x="-9" y="6607"/>
                    <a:pt x="-592" y="10690"/>
                    <a:pt x="574" y="14106"/>
                  </a:cubicBezTo>
                  <a:cubicBezTo>
                    <a:pt x="158" y="17189"/>
                    <a:pt x="908" y="20522"/>
                    <a:pt x="2824" y="22855"/>
                  </a:cubicBezTo>
                  <a:cubicBezTo>
                    <a:pt x="6657" y="27605"/>
                    <a:pt x="13823" y="27688"/>
                    <a:pt x="17573" y="22855"/>
                  </a:cubicBezTo>
                  <a:cubicBezTo>
                    <a:pt x="19489" y="20439"/>
                    <a:pt x="20489" y="17356"/>
                    <a:pt x="20573" y="14273"/>
                  </a:cubicBezTo>
                  <a:cubicBezTo>
                    <a:pt x="20740" y="9523"/>
                    <a:pt x="19906" y="5024"/>
                    <a:pt x="15989" y="1941"/>
                  </a:cubicBezTo>
                  <a:lnTo>
                    <a:pt x="15989" y="1941"/>
                  </a:lnTo>
                  <a:close/>
                </a:path>
              </a:pathLst>
            </a:custGeom>
            <a:grpFill/>
            <a:ln w="8332" cap="flat">
              <a:noFill/>
              <a:prstDash val="solid"/>
              <a:miter/>
            </a:ln>
          </p:spPr>
          <p:txBody>
            <a:bodyPr rtlCol="0" anchor="ctr"/>
            <a:lstStyle/>
            <a:p>
              <a:endParaRPr lang="en-US"/>
            </a:p>
          </p:txBody>
        </p:sp>
        <p:sp>
          <p:nvSpPr>
            <p:cNvPr id="2197" name="Freeform: Shape 2196"/>
            <p:cNvSpPr/>
            <p:nvPr/>
          </p:nvSpPr>
          <p:spPr>
            <a:xfrm>
              <a:off x="10368201" y="1565918"/>
              <a:ext cx="21642" cy="25586"/>
            </a:xfrm>
            <a:custGeom>
              <a:avLst/>
              <a:gdLst>
                <a:gd name="connsiteX0" fmla="*/ 11302 w 21642"/>
                <a:gd name="connsiteY0" fmla="*/ 35 h 25586"/>
                <a:gd name="connsiteX1" fmla="*/ 1053 w 21642"/>
                <a:gd name="connsiteY1" fmla="*/ 5951 h 25586"/>
                <a:gd name="connsiteX2" fmla="*/ 2886 w 21642"/>
                <a:gd name="connsiteY2" fmla="*/ 19949 h 25586"/>
                <a:gd name="connsiteX3" fmla="*/ 14635 w 21642"/>
                <a:gd name="connsiteY3" fmla="*/ 25366 h 25586"/>
                <a:gd name="connsiteX4" fmla="*/ 21468 w 21642"/>
                <a:gd name="connsiteY4" fmla="*/ 18533 h 25586"/>
                <a:gd name="connsiteX5" fmla="*/ 21551 w 21642"/>
                <a:gd name="connsiteY5" fmla="*/ 15616 h 25586"/>
                <a:gd name="connsiteX6" fmla="*/ 21134 w 21642"/>
                <a:gd name="connsiteY6" fmla="*/ 13950 h 25586"/>
                <a:gd name="connsiteX7" fmla="*/ 21384 w 21642"/>
                <a:gd name="connsiteY7" fmla="*/ 10200 h 25586"/>
                <a:gd name="connsiteX8" fmla="*/ 11302 w 21642"/>
                <a:gd name="connsiteY8" fmla="*/ 35 h 25586"/>
                <a:gd name="connsiteX9" fmla="*/ 11302 w 21642"/>
                <a:gd name="connsiteY9" fmla="*/ 35 h 25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642" h="25586">
                  <a:moveTo>
                    <a:pt x="11302" y="35"/>
                  </a:moveTo>
                  <a:cubicBezTo>
                    <a:pt x="7052" y="-299"/>
                    <a:pt x="2719" y="1784"/>
                    <a:pt x="1053" y="5951"/>
                  </a:cubicBezTo>
                  <a:cubicBezTo>
                    <a:pt x="-863" y="10784"/>
                    <a:pt x="-113" y="15783"/>
                    <a:pt x="2886" y="19949"/>
                  </a:cubicBezTo>
                  <a:cubicBezTo>
                    <a:pt x="5303" y="23366"/>
                    <a:pt x="10302" y="26449"/>
                    <a:pt x="14635" y="25366"/>
                  </a:cubicBezTo>
                  <a:cubicBezTo>
                    <a:pt x="18301" y="24449"/>
                    <a:pt x="20718" y="22366"/>
                    <a:pt x="21468" y="18533"/>
                  </a:cubicBezTo>
                  <a:cubicBezTo>
                    <a:pt x="21635" y="17533"/>
                    <a:pt x="21718" y="16783"/>
                    <a:pt x="21551" y="15616"/>
                  </a:cubicBezTo>
                  <a:cubicBezTo>
                    <a:pt x="21468" y="15033"/>
                    <a:pt x="21301" y="14450"/>
                    <a:pt x="21134" y="13950"/>
                  </a:cubicBezTo>
                  <a:cubicBezTo>
                    <a:pt x="21384" y="12700"/>
                    <a:pt x="21468" y="11367"/>
                    <a:pt x="21384" y="10200"/>
                  </a:cubicBezTo>
                  <a:cubicBezTo>
                    <a:pt x="20718" y="5034"/>
                    <a:pt x="16635" y="451"/>
                    <a:pt x="11302" y="35"/>
                  </a:cubicBezTo>
                  <a:lnTo>
                    <a:pt x="11302" y="35"/>
                  </a:lnTo>
                  <a:close/>
                </a:path>
              </a:pathLst>
            </a:custGeom>
            <a:grpFill/>
            <a:ln w="8332" cap="flat">
              <a:noFill/>
              <a:prstDash val="solid"/>
              <a:miter/>
            </a:ln>
          </p:spPr>
          <p:txBody>
            <a:bodyPr rtlCol="0" anchor="ctr"/>
            <a:lstStyle/>
            <a:p>
              <a:endParaRPr lang="en-US"/>
            </a:p>
          </p:txBody>
        </p:sp>
        <p:sp>
          <p:nvSpPr>
            <p:cNvPr id="2198" name="Freeform: Shape 2197"/>
            <p:cNvSpPr/>
            <p:nvPr/>
          </p:nvSpPr>
          <p:spPr>
            <a:xfrm>
              <a:off x="10429909" y="1556250"/>
              <a:ext cx="21513" cy="24291"/>
            </a:xfrm>
            <a:custGeom>
              <a:avLst/>
              <a:gdLst>
                <a:gd name="connsiteX0" fmla="*/ 14505 w 21513"/>
                <a:gd name="connsiteY0" fmla="*/ 703 h 24291"/>
                <a:gd name="connsiteX1" fmla="*/ 1840 w 21513"/>
                <a:gd name="connsiteY1" fmla="*/ 10452 h 24291"/>
                <a:gd name="connsiteX2" fmla="*/ 2006 w 21513"/>
                <a:gd name="connsiteY2" fmla="*/ 11285 h 24291"/>
                <a:gd name="connsiteX3" fmla="*/ 1589 w 21513"/>
                <a:gd name="connsiteY3" fmla="*/ 20618 h 24291"/>
                <a:gd name="connsiteX4" fmla="*/ 12088 w 21513"/>
                <a:gd name="connsiteY4" fmla="*/ 24201 h 24291"/>
                <a:gd name="connsiteX5" fmla="*/ 21504 w 21513"/>
                <a:gd name="connsiteY5" fmla="*/ 13535 h 24291"/>
                <a:gd name="connsiteX6" fmla="*/ 14505 w 21513"/>
                <a:gd name="connsiteY6" fmla="*/ 703 h 24291"/>
                <a:gd name="connsiteX7" fmla="*/ 14505 w 21513"/>
                <a:gd name="connsiteY7" fmla="*/ 703 h 24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513" h="24291">
                  <a:moveTo>
                    <a:pt x="14505" y="703"/>
                  </a:moveTo>
                  <a:cubicBezTo>
                    <a:pt x="8505" y="-2047"/>
                    <a:pt x="423" y="3703"/>
                    <a:pt x="1840" y="10452"/>
                  </a:cubicBezTo>
                  <a:cubicBezTo>
                    <a:pt x="1923" y="10702"/>
                    <a:pt x="2006" y="10952"/>
                    <a:pt x="2006" y="11285"/>
                  </a:cubicBezTo>
                  <a:cubicBezTo>
                    <a:pt x="-327" y="13868"/>
                    <a:pt x="-827" y="17618"/>
                    <a:pt x="1589" y="20618"/>
                  </a:cubicBezTo>
                  <a:cubicBezTo>
                    <a:pt x="4006" y="23618"/>
                    <a:pt x="8422" y="24618"/>
                    <a:pt x="12088" y="24201"/>
                  </a:cubicBezTo>
                  <a:cubicBezTo>
                    <a:pt x="17505" y="23534"/>
                    <a:pt x="21254" y="18868"/>
                    <a:pt x="21504" y="13535"/>
                  </a:cubicBezTo>
                  <a:cubicBezTo>
                    <a:pt x="21671" y="8119"/>
                    <a:pt x="19588" y="3036"/>
                    <a:pt x="14505" y="703"/>
                  </a:cubicBezTo>
                  <a:lnTo>
                    <a:pt x="14505" y="703"/>
                  </a:lnTo>
                  <a:close/>
                </a:path>
              </a:pathLst>
            </a:custGeom>
            <a:grpFill/>
            <a:ln w="8332" cap="flat">
              <a:noFill/>
              <a:prstDash val="solid"/>
              <a:miter/>
            </a:ln>
          </p:spPr>
          <p:txBody>
            <a:bodyPr rtlCol="0" anchor="ctr"/>
            <a:lstStyle/>
            <a:p>
              <a:endParaRPr lang="en-US"/>
            </a:p>
          </p:txBody>
        </p:sp>
        <p:sp>
          <p:nvSpPr>
            <p:cNvPr id="2199" name="Freeform: Shape 2198"/>
            <p:cNvSpPr/>
            <p:nvPr/>
          </p:nvSpPr>
          <p:spPr>
            <a:xfrm>
              <a:off x="10494409" y="1521278"/>
              <a:ext cx="22177" cy="22905"/>
            </a:xfrm>
            <a:custGeom>
              <a:avLst/>
              <a:gdLst>
                <a:gd name="connsiteX0" fmla="*/ 16914 w 22177"/>
                <a:gd name="connsiteY0" fmla="*/ 2012 h 22905"/>
                <a:gd name="connsiteX1" fmla="*/ 12165 w 22177"/>
                <a:gd name="connsiteY1" fmla="*/ 95 h 22905"/>
                <a:gd name="connsiteX2" fmla="*/ 7082 w 22177"/>
                <a:gd name="connsiteY2" fmla="*/ 762 h 22905"/>
                <a:gd name="connsiteX3" fmla="*/ 916 w 22177"/>
                <a:gd name="connsiteY3" fmla="*/ 8761 h 22905"/>
                <a:gd name="connsiteX4" fmla="*/ 1000 w 22177"/>
                <a:gd name="connsiteY4" fmla="*/ 11011 h 22905"/>
                <a:gd name="connsiteX5" fmla="*/ 82 w 22177"/>
                <a:gd name="connsiteY5" fmla="*/ 13344 h 22905"/>
                <a:gd name="connsiteX6" fmla="*/ 11748 w 22177"/>
                <a:gd name="connsiteY6" fmla="*/ 22843 h 22905"/>
                <a:gd name="connsiteX7" fmla="*/ 21414 w 22177"/>
                <a:gd name="connsiteY7" fmla="*/ 15927 h 22905"/>
                <a:gd name="connsiteX8" fmla="*/ 21247 w 22177"/>
                <a:gd name="connsiteY8" fmla="*/ 7344 h 22905"/>
                <a:gd name="connsiteX9" fmla="*/ 16914 w 22177"/>
                <a:gd name="connsiteY9" fmla="*/ 2012 h 22905"/>
                <a:gd name="connsiteX10" fmla="*/ 16914 w 22177"/>
                <a:gd name="connsiteY10" fmla="*/ 2012 h 229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177" h="22905">
                  <a:moveTo>
                    <a:pt x="16914" y="2012"/>
                  </a:moveTo>
                  <a:cubicBezTo>
                    <a:pt x="15498" y="928"/>
                    <a:pt x="13915" y="345"/>
                    <a:pt x="12165" y="95"/>
                  </a:cubicBezTo>
                  <a:cubicBezTo>
                    <a:pt x="10416" y="-155"/>
                    <a:pt x="8749" y="95"/>
                    <a:pt x="7082" y="762"/>
                  </a:cubicBezTo>
                  <a:cubicBezTo>
                    <a:pt x="3999" y="2012"/>
                    <a:pt x="1166" y="5261"/>
                    <a:pt x="916" y="8761"/>
                  </a:cubicBezTo>
                  <a:cubicBezTo>
                    <a:pt x="833" y="9511"/>
                    <a:pt x="916" y="10261"/>
                    <a:pt x="1000" y="11011"/>
                  </a:cubicBezTo>
                  <a:cubicBezTo>
                    <a:pt x="583" y="11677"/>
                    <a:pt x="249" y="12427"/>
                    <a:pt x="82" y="13344"/>
                  </a:cubicBezTo>
                  <a:cubicBezTo>
                    <a:pt x="-834" y="19927"/>
                    <a:pt x="6083" y="23426"/>
                    <a:pt x="11748" y="22843"/>
                  </a:cubicBezTo>
                  <a:cubicBezTo>
                    <a:pt x="15831" y="22426"/>
                    <a:pt x="19832" y="19843"/>
                    <a:pt x="21414" y="15927"/>
                  </a:cubicBezTo>
                  <a:cubicBezTo>
                    <a:pt x="22498" y="13261"/>
                    <a:pt x="22414" y="10011"/>
                    <a:pt x="21247" y="7344"/>
                  </a:cubicBezTo>
                  <a:cubicBezTo>
                    <a:pt x="20414" y="5261"/>
                    <a:pt x="18831" y="3095"/>
                    <a:pt x="16914" y="2012"/>
                  </a:cubicBezTo>
                  <a:lnTo>
                    <a:pt x="16914" y="2012"/>
                  </a:lnTo>
                  <a:close/>
                </a:path>
              </a:pathLst>
            </a:custGeom>
            <a:grpFill/>
            <a:ln w="8332" cap="flat">
              <a:noFill/>
              <a:prstDash val="solid"/>
              <a:miter/>
            </a:ln>
          </p:spPr>
          <p:txBody>
            <a:bodyPr rtlCol="0" anchor="ctr"/>
            <a:lstStyle/>
            <a:p>
              <a:endParaRPr lang="en-US"/>
            </a:p>
          </p:txBody>
        </p:sp>
        <p:sp>
          <p:nvSpPr>
            <p:cNvPr id="2200" name="Freeform: Shape 2199"/>
            <p:cNvSpPr/>
            <p:nvPr/>
          </p:nvSpPr>
          <p:spPr>
            <a:xfrm>
              <a:off x="10479963" y="1580045"/>
              <a:ext cx="23596" cy="27153"/>
            </a:xfrm>
            <a:custGeom>
              <a:avLst/>
              <a:gdLst>
                <a:gd name="connsiteX0" fmla="*/ 18613 w 23596"/>
                <a:gd name="connsiteY0" fmla="*/ 4656 h 27153"/>
                <a:gd name="connsiteX1" fmla="*/ 14779 w 23596"/>
                <a:gd name="connsiteY1" fmla="*/ 1323 h 27153"/>
                <a:gd name="connsiteX2" fmla="*/ 5947 w 23596"/>
                <a:gd name="connsiteY2" fmla="*/ 656 h 27153"/>
                <a:gd name="connsiteX3" fmla="*/ 30 w 23596"/>
                <a:gd name="connsiteY3" fmla="*/ 8322 h 27153"/>
                <a:gd name="connsiteX4" fmla="*/ 697 w 23596"/>
                <a:gd name="connsiteY4" fmla="*/ 5905 h 27153"/>
                <a:gd name="connsiteX5" fmla="*/ 30 w 23596"/>
                <a:gd name="connsiteY5" fmla="*/ 8322 h 27153"/>
                <a:gd name="connsiteX6" fmla="*/ 364 w 23596"/>
                <a:gd name="connsiteY6" fmla="*/ 12155 h 27153"/>
                <a:gd name="connsiteX7" fmla="*/ 4031 w 23596"/>
                <a:gd name="connsiteY7" fmla="*/ 17821 h 27153"/>
                <a:gd name="connsiteX8" fmla="*/ 4031 w 23596"/>
                <a:gd name="connsiteY8" fmla="*/ 17821 h 27153"/>
                <a:gd name="connsiteX9" fmla="*/ 4031 w 23596"/>
                <a:gd name="connsiteY9" fmla="*/ 18238 h 27153"/>
                <a:gd name="connsiteX10" fmla="*/ 4530 w 23596"/>
                <a:gd name="connsiteY10" fmla="*/ 20737 h 27153"/>
                <a:gd name="connsiteX11" fmla="*/ 19529 w 23596"/>
                <a:gd name="connsiteY11" fmla="*/ 25070 h 27153"/>
                <a:gd name="connsiteX12" fmla="*/ 22195 w 23596"/>
                <a:gd name="connsiteY12" fmla="*/ 9655 h 27153"/>
                <a:gd name="connsiteX13" fmla="*/ 18613 w 23596"/>
                <a:gd name="connsiteY13" fmla="*/ 4656 h 27153"/>
                <a:gd name="connsiteX14" fmla="*/ 18613 w 23596"/>
                <a:gd name="connsiteY14" fmla="*/ 4656 h 27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3596" h="27153">
                  <a:moveTo>
                    <a:pt x="18613" y="4656"/>
                  </a:moveTo>
                  <a:cubicBezTo>
                    <a:pt x="17363" y="3322"/>
                    <a:pt x="16279" y="2239"/>
                    <a:pt x="14779" y="1323"/>
                  </a:cubicBezTo>
                  <a:cubicBezTo>
                    <a:pt x="11946" y="-261"/>
                    <a:pt x="9030" y="-344"/>
                    <a:pt x="5947" y="656"/>
                  </a:cubicBezTo>
                  <a:cubicBezTo>
                    <a:pt x="2864" y="1656"/>
                    <a:pt x="364" y="5072"/>
                    <a:pt x="30" y="8322"/>
                  </a:cubicBezTo>
                  <a:cubicBezTo>
                    <a:pt x="280" y="7489"/>
                    <a:pt x="447" y="6739"/>
                    <a:pt x="697" y="5905"/>
                  </a:cubicBezTo>
                  <a:cubicBezTo>
                    <a:pt x="364" y="6655"/>
                    <a:pt x="113" y="7489"/>
                    <a:pt x="30" y="8322"/>
                  </a:cubicBezTo>
                  <a:cubicBezTo>
                    <a:pt x="-53" y="9655"/>
                    <a:pt x="30" y="10822"/>
                    <a:pt x="364" y="12155"/>
                  </a:cubicBezTo>
                  <a:cubicBezTo>
                    <a:pt x="948" y="14571"/>
                    <a:pt x="2280" y="16071"/>
                    <a:pt x="4031" y="17821"/>
                  </a:cubicBezTo>
                  <a:lnTo>
                    <a:pt x="4031" y="17821"/>
                  </a:lnTo>
                  <a:cubicBezTo>
                    <a:pt x="1697" y="15488"/>
                    <a:pt x="3031" y="17071"/>
                    <a:pt x="4031" y="18238"/>
                  </a:cubicBezTo>
                  <a:cubicBezTo>
                    <a:pt x="4113" y="19071"/>
                    <a:pt x="4196" y="19904"/>
                    <a:pt x="4530" y="20737"/>
                  </a:cubicBezTo>
                  <a:cubicBezTo>
                    <a:pt x="6530" y="26987"/>
                    <a:pt x="14446" y="29153"/>
                    <a:pt x="19529" y="25070"/>
                  </a:cubicBezTo>
                  <a:cubicBezTo>
                    <a:pt x="24278" y="21237"/>
                    <a:pt x="24445" y="14905"/>
                    <a:pt x="22195" y="9655"/>
                  </a:cubicBezTo>
                  <a:cubicBezTo>
                    <a:pt x="21279" y="7739"/>
                    <a:pt x="19945" y="6072"/>
                    <a:pt x="18613" y="4656"/>
                  </a:cubicBezTo>
                  <a:lnTo>
                    <a:pt x="18613" y="4656"/>
                  </a:lnTo>
                  <a:close/>
                </a:path>
              </a:pathLst>
            </a:custGeom>
            <a:grpFill/>
            <a:ln w="8332" cap="flat">
              <a:noFill/>
              <a:prstDash val="solid"/>
              <a:miter/>
            </a:ln>
          </p:spPr>
          <p:txBody>
            <a:bodyPr rtlCol="0" anchor="ctr"/>
            <a:lstStyle/>
            <a:p>
              <a:endParaRPr lang="en-US"/>
            </a:p>
          </p:txBody>
        </p:sp>
        <p:sp>
          <p:nvSpPr>
            <p:cNvPr id="2201" name="Freeform: Shape 2200"/>
            <p:cNvSpPr/>
            <p:nvPr/>
          </p:nvSpPr>
          <p:spPr>
            <a:xfrm>
              <a:off x="10410642" y="1618209"/>
              <a:ext cx="26763" cy="26884"/>
            </a:xfrm>
            <a:custGeom>
              <a:avLst/>
              <a:gdLst>
                <a:gd name="connsiteX0" fmla="*/ 22273 w 26763"/>
                <a:gd name="connsiteY0" fmla="*/ 5905 h 26884"/>
                <a:gd name="connsiteX1" fmla="*/ 2442 w 26763"/>
                <a:gd name="connsiteY1" fmla="*/ 4071 h 26884"/>
                <a:gd name="connsiteX2" fmla="*/ 8524 w 26763"/>
                <a:gd name="connsiteY2" fmla="*/ 24820 h 26884"/>
                <a:gd name="connsiteX3" fmla="*/ 13774 w 26763"/>
                <a:gd name="connsiteY3" fmla="*/ 25070 h 26884"/>
                <a:gd name="connsiteX4" fmla="*/ 21190 w 26763"/>
                <a:gd name="connsiteY4" fmla="*/ 26320 h 26884"/>
                <a:gd name="connsiteX5" fmla="*/ 26605 w 26763"/>
                <a:gd name="connsiteY5" fmla="*/ 18820 h 26884"/>
                <a:gd name="connsiteX6" fmla="*/ 22273 w 26763"/>
                <a:gd name="connsiteY6" fmla="*/ 5905 h 26884"/>
                <a:gd name="connsiteX7" fmla="*/ 22273 w 26763"/>
                <a:gd name="connsiteY7" fmla="*/ 5905 h 26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763" h="26884">
                  <a:moveTo>
                    <a:pt x="22273" y="5905"/>
                  </a:moveTo>
                  <a:cubicBezTo>
                    <a:pt x="17190" y="155"/>
                    <a:pt x="8107" y="-3011"/>
                    <a:pt x="2442" y="4071"/>
                  </a:cubicBezTo>
                  <a:cubicBezTo>
                    <a:pt x="-2641" y="10404"/>
                    <a:pt x="608" y="22320"/>
                    <a:pt x="8524" y="24820"/>
                  </a:cubicBezTo>
                  <a:cubicBezTo>
                    <a:pt x="10357" y="25403"/>
                    <a:pt x="12190" y="25403"/>
                    <a:pt x="13774" y="25070"/>
                  </a:cubicBezTo>
                  <a:cubicBezTo>
                    <a:pt x="15857" y="26736"/>
                    <a:pt x="18273" y="27486"/>
                    <a:pt x="21190" y="26320"/>
                  </a:cubicBezTo>
                  <a:cubicBezTo>
                    <a:pt x="24356" y="25070"/>
                    <a:pt x="26189" y="22153"/>
                    <a:pt x="26605" y="18820"/>
                  </a:cubicBezTo>
                  <a:cubicBezTo>
                    <a:pt x="27356" y="14237"/>
                    <a:pt x="25356" y="9404"/>
                    <a:pt x="22273" y="5905"/>
                  </a:cubicBezTo>
                  <a:lnTo>
                    <a:pt x="22273" y="5905"/>
                  </a:lnTo>
                  <a:close/>
                </a:path>
              </a:pathLst>
            </a:custGeom>
            <a:grpFill/>
            <a:ln w="8332" cap="flat">
              <a:noFill/>
              <a:prstDash val="solid"/>
              <a:miter/>
            </a:ln>
          </p:spPr>
          <p:txBody>
            <a:bodyPr rtlCol="0" anchor="ctr"/>
            <a:lstStyle/>
            <a:p>
              <a:endParaRPr lang="en-US"/>
            </a:p>
          </p:txBody>
        </p:sp>
        <p:sp>
          <p:nvSpPr>
            <p:cNvPr id="2202" name="Freeform: Shape 2201"/>
            <p:cNvSpPr/>
            <p:nvPr/>
          </p:nvSpPr>
          <p:spPr>
            <a:xfrm>
              <a:off x="10336600" y="1627002"/>
              <a:ext cx="23582" cy="22411"/>
            </a:xfrm>
            <a:custGeom>
              <a:avLst/>
              <a:gdLst>
                <a:gd name="connsiteX0" fmla="*/ 8656 w 23582"/>
                <a:gd name="connsiteY0" fmla="*/ 195 h 22411"/>
                <a:gd name="connsiteX1" fmla="*/ 656 w 23582"/>
                <a:gd name="connsiteY1" fmla="*/ 13861 h 22411"/>
                <a:gd name="connsiteX2" fmla="*/ 1822 w 23582"/>
                <a:gd name="connsiteY2" fmla="*/ 15944 h 22411"/>
                <a:gd name="connsiteX3" fmla="*/ 7905 w 23582"/>
                <a:gd name="connsiteY3" fmla="*/ 21443 h 22411"/>
                <a:gd name="connsiteX4" fmla="*/ 10989 w 23582"/>
                <a:gd name="connsiteY4" fmla="*/ 22026 h 22411"/>
                <a:gd name="connsiteX5" fmla="*/ 12405 w 23582"/>
                <a:gd name="connsiteY5" fmla="*/ 22276 h 22411"/>
                <a:gd name="connsiteX6" fmla="*/ 21238 w 23582"/>
                <a:gd name="connsiteY6" fmla="*/ 18860 h 22411"/>
                <a:gd name="connsiteX7" fmla="*/ 21238 w 23582"/>
                <a:gd name="connsiteY7" fmla="*/ 5278 h 22411"/>
                <a:gd name="connsiteX8" fmla="*/ 8656 w 23582"/>
                <a:gd name="connsiteY8" fmla="*/ 195 h 22411"/>
                <a:gd name="connsiteX9" fmla="*/ 8656 w 23582"/>
                <a:gd name="connsiteY9" fmla="*/ 195 h 22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582" h="22411">
                  <a:moveTo>
                    <a:pt x="8656" y="195"/>
                  </a:moveTo>
                  <a:cubicBezTo>
                    <a:pt x="2156" y="1445"/>
                    <a:pt x="-1593" y="7528"/>
                    <a:pt x="656" y="13861"/>
                  </a:cubicBezTo>
                  <a:cubicBezTo>
                    <a:pt x="906" y="14610"/>
                    <a:pt x="1323" y="15277"/>
                    <a:pt x="1822" y="15944"/>
                  </a:cubicBezTo>
                  <a:cubicBezTo>
                    <a:pt x="3239" y="18360"/>
                    <a:pt x="5322" y="20110"/>
                    <a:pt x="7905" y="21443"/>
                  </a:cubicBezTo>
                  <a:cubicBezTo>
                    <a:pt x="8822" y="21943"/>
                    <a:pt x="9906" y="22110"/>
                    <a:pt x="10989" y="22026"/>
                  </a:cubicBezTo>
                  <a:cubicBezTo>
                    <a:pt x="11238" y="22110"/>
                    <a:pt x="11655" y="22193"/>
                    <a:pt x="12405" y="22276"/>
                  </a:cubicBezTo>
                  <a:cubicBezTo>
                    <a:pt x="15655" y="22860"/>
                    <a:pt x="19238" y="21526"/>
                    <a:pt x="21238" y="18860"/>
                  </a:cubicBezTo>
                  <a:cubicBezTo>
                    <a:pt x="24237" y="14944"/>
                    <a:pt x="24488" y="9111"/>
                    <a:pt x="21238" y="5278"/>
                  </a:cubicBezTo>
                  <a:cubicBezTo>
                    <a:pt x="18321" y="1695"/>
                    <a:pt x="13488" y="-721"/>
                    <a:pt x="8656" y="195"/>
                  </a:cubicBezTo>
                  <a:lnTo>
                    <a:pt x="8656" y="195"/>
                  </a:lnTo>
                  <a:close/>
                </a:path>
              </a:pathLst>
            </a:custGeom>
            <a:grpFill/>
            <a:ln w="8332" cap="flat">
              <a:noFill/>
              <a:prstDash val="solid"/>
              <a:miter/>
            </a:ln>
          </p:spPr>
          <p:txBody>
            <a:bodyPr rtlCol="0" anchor="ctr"/>
            <a:lstStyle/>
            <a:p>
              <a:endParaRPr lang="en-US"/>
            </a:p>
          </p:txBody>
        </p:sp>
        <p:sp>
          <p:nvSpPr>
            <p:cNvPr id="2203" name="Freeform: Shape 2202"/>
            <p:cNvSpPr/>
            <p:nvPr/>
          </p:nvSpPr>
          <p:spPr>
            <a:xfrm>
              <a:off x="10386313" y="1672962"/>
              <a:ext cx="24973" cy="26704"/>
            </a:xfrm>
            <a:custGeom>
              <a:avLst/>
              <a:gdLst>
                <a:gd name="connsiteX0" fmla="*/ 18938 w 24973"/>
                <a:gd name="connsiteY0" fmla="*/ 2147 h 26704"/>
                <a:gd name="connsiteX1" fmla="*/ 3106 w 24973"/>
                <a:gd name="connsiteY1" fmla="*/ 6314 h 26704"/>
                <a:gd name="connsiteX2" fmla="*/ 2439 w 24973"/>
                <a:gd name="connsiteY2" fmla="*/ 9647 h 26704"/>
                <a:gd name="connsiteX3" fmla="*/ 2439 w 24973"/>
                <a:gd name="connsiteY3" fmla="*/ 9647 h 26704"/>
                <a:gd name="connsiteX4" fmla="*/ 1273 w 24973"/>
                <a:gd name="connsiteY4" fmla="*/ 18646 h 26704"/>
                <a:gd name="connsiteX5" fmla="*/ 4022 w 24973"/>
                <a:gd name="connsiteY5" fmla="*/ 22312 h 26704"/>
                <a:gd name="connsiteX6" fmla="*/ 5189 w 24973"/>
                <a:gd name="connsiteY6" fmla="*/ 23479 h 26704"/>
                <a:gd name="connsiteX7" fmla="*/ 5355 w 24973"/>
                <a:gd name="connsiteY7" fmla="*/ 23562 h 26704"/>
                <a:gd name="connsiteX8" fmla="*/ 8605 w 24973"/>
                <a:gd name="connsiteY8" fmla="*/ 25812 h 26704"/>
                <a:gd name="connsiteX9" fmla="*/ 24020 w 24973"/>
                <a:gd name="connsiteY9" fmla="*/ 18979 h 26704"/>
                <a:gd name="connsiteX10" fmla="*/ 18938 w 24973"/>
                <a:gd name="connsiteY10" fmla="*/ 2147 h 26704"/>
                <a:gd name="connsiteX11" fmla="*/ 18938 w 24973"/>
                <a:gd name="connsiteY11" fmla="*/ 2147 h 26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973" h="26704">
                  <a:moveTo>
                    <a:pt x="18938" y="2147"/>
                  </a:moveTo>
                  <a:cubicBezTo>
                    <a:pt x="13771" y="-2019"/>
                    <a:pt x="5606" y="148"/>
                    <a:pt x="3106" y="6314"/>
                  </a:cubicBezTo>
                  <a:cubicBezTo>
                    <a:pt x="2690" y="7397"/>
                    <a:pt x="2523" y="8480"/>
                    <a:pt x="2439" y="9647"/>
                  </a:cubicBezTo>
                  <a:lnTo>
                    <a:pt x="2439" y="9647"/>
                  </a:lnTo>
                  <a:cubicBezTo>
                    <a:pt x="-394" y="12063"/>
                    <a:pt x="-727" y="15646"/>
                    <a:pt x="1273" y="18646"/>
                  </a:cubicBezTo>
                  <a:cubicBezTo>
                    <a:pt x="2106" y="19979"/>
                    <a:pt x="2856" y="21229"/>
                    <a:pt x="4022" y="22312"/>
                  </a:cubicBezTo>
                  <a:cubicBezTo>
                    <a:pt x="4439" y="22645"/>
                    <a:pt x="4773" y="23145"/>
                    <a:pt x="5189" y="23479"/>
                  </a:cubicBezTo>
                  <a:cubicBezTo>
                    <a:pt x="5522" y="23729"/>
                    <a:pt x="5522" y="23645"/>
                    <a:pt x="5355" y="23562"/>
                  </a:cubicBezTo>
                  <a:cubicBezTo>
                    <a:pt x="6355" y="24479"/>
                    <a:pt x="7188" y="25229"/>
                    <a:pt x="8605" y="25812"/>
                  </a:cubicBezTo>
                  <a:cubicBezTo>
                    <a:pt x="14855" y="28395"/>
                    <a:pt x="21521" y="25145"/>
                    <a:pt x="24020" y="18979"/>
                  </a:cubicBezTo>
                  <a:cubicBezTo>
                    <a:pt x="26521" y="12896"/>
                    <a:pt x="23854" y="6147"/>
                    <a:pt x="18938" y="2147"/>
                  </a:cubicBezTo>
                  <a:lnTo>
                    <a:pt x="18938" y="2147"/>
                  </a:lnTo>
                  <a:close/>
                </a:path>
              </a:pathLst>
            </a:custGeom>
            <a:grpFill/>
            <a:ln w="8332" cap="flat">
              <a:noFill/>
              <a:prstDash val="solid"/>
              <a:miter/>
            </a:ln>
          </p:spPr>
          <p:txBody>
            <a:bodyPr rtlCol="0" anchor="ctr"/>
            <a:lstStyle/>
            <a:p>
              <a:endParaRPr lang="en-US"/>
            </a:p>
          </p:txBody>
        </p:sp>
        <p:sp>
          <p:nvSpPr>
            <p:cNvPr id="2204" name="Freeform: Shape 2203"/>
            <p:cNvSpPr/>
            <p:nvPr/>
          </p:nvSpPr>
          <p:spPr>
            <a:xfrm>
              <a:off x="10459814" y="1669496"/>
              <a:ext cx="21031" cy="23171"/>
            </a:xfrm>
            <a:custGeom>
              <a:avLst/>
              <a:gdLst>
                <a:gd name="connsiteX0" fmla="*/ 8764 w 21031"/>
                <a:gd name="connsiteY0" fmla="*/ 280 h 23171"/>
                <a:gd name="connsiteX1" fmla="*/ 1598 w 21031"/>
                <a:gd name="connsiteY1" fmla="*/ 8280 h 23171"/>
                <a:gd name="connsiteX2" fmla="*/ 1514 w 21031"/>
                <a:gd name="connsiteY2" fmla="*/ 11363 h 23171"/>
                <a:gd name="connsiteX3" fmla="*/ 1598 w 21031"/>
                <a:gd name="connsiteY3" fmla="*/ 11779 h 23171"/>
                <a:gd name="connsiteX4" fmla="*/ 598 w 21031"/>
                <a:gd name="connsiteY4" fmla="*/ 12946 h 23171"/>
                <a:gd name="connsiteX5" fmla="*/ 1765 w 21031"/>
                <a:gd name="connsiteY5" fmla="*/ 18945 h 23171"/>
                <a:gd name="connsiteX6" fmla="*/ 3931 w 21031"/>
                <a:gd name="connsiteY6" fmla="*/ 20278 h 23171"/>
                <a:gd name="connsiteX7" fmla="*/ 13014 w 21031"/>
                <a:gd name="connsiteY7" fmla="*/ 22528 h 23171"/>
                <a:gd name="connsiteX8" fmla="*/ 19680 w 21031"/>
                <a:gd name="connsiteY8" fmla="*/ 14612 h 23171"/>
                <a:gd name="connsiteX9" fmla="*/ 20930 w 21031"/>
                <a:gd name="connsiteY9" fmla="*/ 8946 h 23171"/>
                <a:gd name="connsiteX10" fmla="*/ 18680 w 21031"/>
                <a:gd name="connsiteY10" fmla="*/ 3613 h 23171"/>
                <a:gd name="connsiteX11" fmla="*/ 8764 w 21031"/>
                <a:gd name="connsiteY11" fmla="*/ 280 h 23171"/>
                <a:gd name="connsiteX12" fmla="*/ 8764 w 21031"/>
                <a:gd name="connsiteY12" fmla="*/ 280 h 23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031" h="23171">
                  <a:moveTo>
                    <a:pt x="8764" y="280"/>
                  </a:moveTo>
                  <a:cubicBezTo>
                    <a:pt x="5265" y="1197"/>
                    <a:pt x="1765" y="4447"/>
                    <a:pt x="1598" y="8280"/>
                  </a:cubicBezTo>
                  <a:cubicBezTo>
                    <a:pt x="1514" y="9280"/>
                    <a:pt x="1514" y="10363"/>
                    <a:pt x="1514" y="11363"/>
                  </a:cubicBezTo>
                  <a:cubicBezTo>
                    <a:pt x="1514" y="11529"/>
                    <a:pt x="1598" y="11613"/>
                    <a:pt x="1598" y="11779"/>
                  </a:cubicBezTo>
                  <a:cubicBezTo>
                    <a:pt x="1265" y="12113"/>
                    <a:pt x="932" y="12529"/>
                    <a:pt x="598" y="12946"/>
                  </a:cubicBezTo>
                  <a:cubicBezTo>
                    <a:pt x="-402" y="14779"/>
                    <a:pt x="-235" y="17779"/>
                    <a:pt x="1765" y="18945"/>
                  </a:cubicBezTo>
                  <a:cubicBezTo>
                    <a:pt x="2514" y="19362"/>
                    <a:pt x="3265" y="19779"/>
                    <a:pt x="3931" y="20278"/>
                  </a:cubicBezTo>
                  <a:cubicBezTo>
                    <a:pt x="6014" y="22945"/>
                    <a:pt x="9598" y="23945"/>
                    <a:pt x="13014" y="22528"/>
                  </a:cubicBezTo>
                  <a:cubicBezTo>
                    <a:pt x="16180" y="21278"/>
                    <a:pt x="18430" y="18029"/>
                    <a:pt x="19680" y="14612"/>
                  </a:cubicBezTo>
                  <a:cubicBezTo>
                    <a:pt x="20763" y="12946"/>
                    <a:pt x="21263" y="10863"/>
                    <a:pt x="20930" y="8946"/>
                  </a:cubicBezTo>
                  <a:cubicBezTo>
                    <a:pt x="20513" y="6780"/>
                    <a:pt x="19847" y="5446"/>
                    <a:pt x="18680" y="3613"/>
                  </a:cubicBezTo>
                  <a:cubicBezTo>
                    <a:pt x="16931" y="447"/>
                    <a:pt x="12097" y="-553"/>
                    <a:pt x="8764" y="280"/>
                  </a:cubicBezTo>
                  <a:lnTo>
                    <a:pt x="8764" y="280"/>
                  </a:lnTo>
                  <a:close/>
                </a:path>
              </a:pathLst>
            </a:custGeom>
            <a:grpFill/>
            <a:ln w="8332" cap="flat">
              <a:noFill/>
              <a:prstDash val="solid"/>
              <a:miter/>
            </a:ln>
          </p:spPr>
          <p:txBody>
            <a:bodyPr rtlCol="0" anchor="ctr"/>
            <a:lstStyle/>
            <a:p>
              <a:endParaRPr lang="en-US"/>
            </a:p>
          </p:txBody>
        </p:sp>
        <p:sp>
          <p:nvSpPr>
            <p:cNvPr id="2205" name="Freeform: Shape 2204"/>
            <p:cNvSpPr/>
            <p:nvPr/>
          </p:nvSpPr>
          <p:spPr>
            <a:xfrm>
              <a:off x="10515681" y="1622402"/>
              <a:ext cx="24278" cy="25533"/>
            </a:xfrm>
            <a:custGeom>
              <a:avLst/>
              <a:gdLst>
                <a:gd name="connsiteX0" fmla="*/ 12059 w 24278"/>
                <a:gd name="connsiteY0" fmla="*/ 46 h 25533"/>
                <a:gd name="connsiteX1" fmla="*/ 643 w 24278"/>
                <a:gd name="connsiteY1" fmla="*/ 8045 h 25533"/>
                <a:gd name="connsiteX2" fmla="*/ 4559 w 24278"/>
                <a:gd name="connsiteY2" fmla="*/ 19294 h 25533"/>
                <a:gd name="connsiteX3" fmla="*/ 5309 w 24278"/>
                <a:gd name="connsiteY3" fmla="*/ 19627 h 25533"/>
                <a:gd name="connsiteX4" fmla="*/ 6309 w 24278"/>
                <a:gd name="connsiteY4" fmla="*/ 22044 h 25533"/>
                <a:gd name="connsiteX5" fmla="*/ 13475 w 24278"/>
                <a:gd name="connsiteY5" fmla="*/ 25460 h 25533"/>
                <a:gd name="connsiteX6" fmla="*/ 18474 w 24278"/>
                <a:gd name="connsiteY6" fmla="*/ 24877 h 25533"/>
                <a:gd name="connsiteX7" fmla="*/ 24141 w 24278"/>
                <a:gd name="connsiteY7" fmla="*/ 17544 h 25533"/>
                <a:gd name="connsiteX8" fmla="*/ 23141 w 24278"/>
                <a:gd name="connsiteY8" fmla="*/ 10045 h 25533"/>
                <a:gd name="connsiteX9" fmla="*/ 20225 w 24278"/>
                <a:gd name="connsiteY9" fmla="*/ 4712 h 25533"/>
                <a:gd name="connsiteX10" fmla="*/ 12059 w 24278"/>
                <a:gd name="connsiteY10" fmla="*/ 46 h 25533"/>
                <a:gd name="connsiteX11" fmla="*/ 12059 w 24278"/>
                <a:gd name="connsiteY11" fmla="*/ 46 h 25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278" h="25533">
                  <a:moveTo>
                    <a:pt x="12059" y="46"/>
                  </a:moveTo>
                  <a:cubicBezTo>
                    <a:pt x="6559" y="-454"/>
                    <a:pt x="2560" y="3212"/>
                    <a:pt x="643" y="8045"/>
                  </a:cubicBezTo>
                  <a:cubicBezTo>
                    <a:pt x="-1024" y="12295"/>
                    <a:pt x="643" y="17127"/>
                    <a:pt x="4559" y="19294"/>
                  </a:cubicBezTo>
                  <a:cubicBezTo>
                    <a:pt x="4810" y="19461"/>
                    <a:pt x="5059" y="19544"/>
                    <a:pt x="5309" y="19627"/>
                  </a:cubicBezTo>
                  <a:cubicBezTo>
                    <a:pt x="5559" y="20460"/>
                    <a:pt x="5809" y="21210"/>
                    <a:pt x="6309" y="22044"/>
                  </a:cubicBezTo>
                  <a:cubicBezTo>
                    <a:pt x="7893" y="24710"/>
                    <a:pt x="10725" y="25627"/>
                    <a:pt x="13475" y="25460"/>
                  </a:cubicBezTo>
                  <a:cubicBezTo>
                    <a:pt x="15058" y="25627"/>
                    <a:pt x="16641" y="25543"/>
                    <a:pt x="18474" y="24877"/>
                  </a:cubicBezTo>
                  <a:cubicBezTo>
                    <a:pt x="21475" y="23877"/>
                    <a:pt x="23807" y="20627"/>
                    <a:pt x="24141" y="17544"/>
                  </a:cubicBezTo>
                  <a:cubicBezTo>
                    <a:pt x="24474" y="14878"/>
                    <a:pt x="24224" y="12545"/>
                    <a:pt x="23141" y="10045"/>
                  </a:cubicBezTo>
                  <a:cubicBezTo>
                    <a:pt x="22391" y="8212"/>
                    <a:pt x="21391" y="6295"/>
                    <a:pt x="20225" y="4712"/>
                  </a:cubicBezTo>
                  <a:cubicBezTo>
                    <a:pt x="18391" y="2295"/>
                    <a:pt x="15225" y="296"/>
                    <a:pt x="12059" y="46"/>
                  </a:cubicBezTo>
                  <a:lnTo>
                    <a:pt x="12059" y="46"/>
                  </a:lnTo>
                  <a:close/>
                </a:path>
              </a:pathLst>
            </a:custGeom>
            <a:grpFill/>
            <a:ln w="8332" cap="flat">
              <a:noFill/>
              <a:prstDash val="solid"/>
              <a:miter/>
            </a:ln>
          </p:spPr>
          <p:txBody>
            <a:bodyPr rtlCol="0" anchor="ctr"/>
            <a:lstStyle/>
            <a:p>
              <a:endParaRPr lang="en-US"/>
            </a:p>
          </p:txBody>
        </p:sp>
        <p:sp>
          <p:nvSpPr>
            <p:cNvPr id="2206" name="Freeform: Shape 2205"/>
            <p:cNvSpPr/>
            <p:nvPr/>
          </p:nvSpPr>
          <p:spPr>
            <a:xfrm>
              <a:off x="10443854" y="1725906"/>
              <a:ext cx="21258" cy="21810"/>
            </a:xfrm>
            <a:custGeom>
              <a:avLst/>
              <a:gdLst>
                <a:gd name="connsiteX0" fmla="*/ 17058 w 21258"/>
                <a:gd name="connsiteY0" fmla="*/ 1782 h 21810"/>
                <a:gd name="connsiteX1" fmla="*/ 6225 w 21258"/>
                <a:gd name="connsiteY1" fmla="*/ 1782 h 21810"/>
                <a:gd name="connsiteX2" fmla="*/ 3559 w 21258"/>
                <a:gd name="connsiteY2" fmla="*/ 5365 h 21810"/>
                <a:gd name="connsiteX3" fmla="*/ 1643 w 21258"/>
                <a:gd name="connsiteY3" fmla="*/ 6615 h 21810"/>
                <a:gd name="connsiteX4" fmla="*/ 1143 w 21258"/>
                <a:gd name="connsiteY4" fmla="*/ 13948 h 21810"/>
                <a:gd name="connsiteX5" fmla="*/ 4808 w 21258"/>
                <a:gd name="connsiteY5" fmla="*/ 17781 h 21810"/>
                <a:gd name="connsiteX6" fmla="*/ 5059 w 21258"/>
                <a:gd name="connsiteY6" fmla="*/ 17947 h 21810"/>
                <a:gd name="connsiteX7" fmla="*/ 5309 w 21258"/>
                <a:gd name="connsiteY7" fmla="*/ 18197 h 21810"/>
                <a:gd name="connsiteX8" fmla="*/ 7892 w 21258"/>
                <a:gd name="connsiteY8" fmla="*/ 20447 h 21810"/>
                <a:gd name="connsiteX9" fmla="*/ 18724 w 21258"/>
                <a:gd name="connsiteY9" fmla="*/ 17947 h 21810"/>
                <a:gd name="connsiteX10" fmla="*/ 18891 w 21258"/>
                <a:gd name="connsiteY10" fmla="*/ 17781 h 21810"/>
                <a:gd name="connsiteX11" fmla="*/ 20141 w 21258"/>
                <a:gd name="connsiteY11" fmla="*/ 15698 h 21810"/>
                <a:gd name="connsiteX12" fmla="*/ 21141 w 21258"/>
                <a:gd name="connsiteY12" fmla="*/ 12281 h 21810"/>
                <a:gd name="connsiteX13" fmla="*/ 20807 w 21258"/>
                <a:gd name="connsiteY13" fmla="*/ 7782 h 21810"/>
                <a:gd name="connsiteX14" fmla="*/ 17058 w 21258"/>
                <a:gd name="connsiteY14" fmla="*/ 1782 h 21810"/>
                <a:gd name="connsiteX15" fmla="*/ 17058 w 21258"/>
                <a:gd name="connsiteY15" fmla="*/ 1782 h 21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1258" h="21810">
                  <a:moveTo>
                    <a:pt x="17058" y="1782"/>
                  </a:moveTo>
                  <a:cubicBezTo>
                    <a:pt x="14308" y="-717"/>
                    <a:pt x="9058" y="-467"/>
                    <a:pt x="6225" y="1782"/>
                  </a:cubicBezTo>
                  <a:cubicBezTo>
                    <a:pt x="5059" y="2782"/>
                    <a:pt x="4142" y="4032"/>
                    <a:pt x="3559" y="5365"/>
                  </a:cubicBezTo>
                  <a:cubicBezTo>
                    <a:pt x="2809" y="5615"/>
                    <a:pt x="2226" y="6032"/>
                    <a:pt x="1643" y="6615"/>
                  </a:cubicBezTo>
                  <a:cubicBezTo>
                    <a:pt x="-274" y="8532"/>
                    <a:pt x="-607" y="11781"/>
                    <a:pt x="1143" y="13948"/>
                  </a:cubicBezTo>
                  <a:cubicBezTo>
                    <a:pt x="2226" y="15281"/>
                    <a:pt x="3476" y="16614"/>
                    <a:pt x="4808" y="17781"/>
                  </a:cubicBezTo>
                  <a:cubicBezTo>
                    <a:pt x="5059" y="17947"/>
                    <a:pt x="5559" y="18614"/>
                    <a:pt x="5059" y="17947"/>
                  </a:cubicBezTo>
                  <a:cubicBezTo>
                    <a:pt x="4476" y="17198"/>
                    <a:pt x="5142" y="18031"/>
                    <a:pt x="5309" y="18197"/>
                  </a:cubicBezTo>
                  <a:cubicBezTo>
                    <a:pt x="6142" y="19031"/>
                    <a:pt x="6891" y="19864"/>
                    <a:pt x="7892" y="20447"/>
                  </a:cubicBezTo>
                  <a:cubicBezTo>
                    <a:pt x="11975" y="22947"/>
                    <a:pt x="16307" y="21947"/>
                    <a:pt x="18724" y="17947"/>
                  </a:cubicBezTo>
                  <a:cubicBezTo>
                    <a:pt x="18724" y="17947"/>
                    <a:pt x="18808" y="17864"/>
                    <a:pt x="18891" y="17781"/>
                  </a:cubicBezTo>
                  <a:cubicBezTo>
                    <a:pt x="19390" y="17281"/>
                    <a:pt x="19807" y="16364"/>
                    <a:pt x="20141" y="15698"/>
                  </a:cubicBezTo>
                  <a:cubicBezTo>
                    <a:pt x="20640" y="14614"/>
                    <a:pt x="20974" y="13448"/>
                    <a:pt x="21141" y="12281"/>
                  </a:cubicBezTo>
                  <a:cubicBezTo>
                    <a:pt x="21391" y="10782"/>
                    <a:pt x="21224" y="9282"/>
                    <a:pt x="20807" y="7782"/>
                  </a:cubicBezTo>
                  <a:cubicBezTo>
                    <a:pt x="20308" y="5199"/>
                    <a:pt x="18891" y="3532"/>
                    <a:pt x="17058" y="1782"/>
                  </a:cubicBezTo>
                  <a:lnTo>
                    <a:pt x="17058" y="1782"/>
                  </a:lnTo>
                  <a:close/>
                </a:path>
              </a:pathLst>
            </a:custGeom>
            <a:grpFill/>
            <a:ln w="8332" cap="flat">
              <a:noFill/>
              <a:prstDash val="solid"/>
              <a:miter/>
            </a:ln>
          </p:spPr>
          <p:txBody>
            <a:bodyPr rtlCol="0" anchor="ctr"/>
            <a:lstStyle/>
            <a:p>
              <a:endParaRPr lang="en-US"/>
            </a:p>
          </p:txBody>
        </p:sp>
        <p:sp>
          <p:nvSpPr>
            <p:cNvPr id="2207" name="Freeform: Shape 2206"/>
            <p:cNvSpPr/>
            <p:nvPr/>
          </p:nvSpPr>
          <p:spPr>
            <a:xfrm>
              <a:off x="10502886" y="1694680"/>
              <a:ext cx="26264" cy="25572"/>
            </a:xfrm>
            <a:custGeom>
              <a:avLst/>
              <a:gdLst>
                <a:gd name="connsiteX0" fmla="*/ 18937 w 26264"/>
                <a:gd name="connsiteY0" fmla="*/ 761 h 25572"/>
                <a:gd name="connsiteX1" fmla="*/ 8688 w 26264"/>
                <a:gd name="connsiteY1" fmla="*/ 2927 h 25572"/>
                <a:gd name="connsiteX2" fmla="*/ 5856 w 26264"/>
                <a:gd name="connsiteY2" fmla="*/ 9426 h 25572"/>
                <a:gd name="connsiteX3" fmla="*/ 523 w 26264"/>
                <a:gd name="connsiteY3" fmla="*/ 13843 h 25572"/>
                <a:gd name="connsiteX4" fmla="*/ 4689 w 26264"/>
                <a:gd name="connsiteY4" fmla="*/ 23758 h 25572"/>
                <a:gd name="connsiteX5" fmla="*/ 20354 w 26264"/>
                <a:gd name="connsiteY5" fmla="*/ 22675 h 25572"/>
                <a:gd name="connsiteX6" fmla="*/ 25520 w 26264"/>
                <a:gd name="connsiteY6" fmla="*/ 15509 h 25572"/>
                <a:gd name="connsiteX7" fmla="*/ 24854 w 26264"/>
                <a:gd name="connsiteY7" fmla="*/ 5927 h 25572"/>
                <a:gd name="connsiteX8" fmla="*/ 18937 w 26264"/>
                <a:gd name="connsiteY8" fmla="*/ 761 h 25572"/>
                <a:gd name="connsiteX9" fmla="*/ 18937 w 26264"/>
                <a:gd name="connsiteY9" fmla="*/ 761 h 25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264" h="25572">
                  <a:moveTo>
                    <a:pt x="18937" y="761"/>
                  </a:moveTo>
                  <a:cubicBezTo>
                    <a:pt x="15604" y="-989"/>
                    <a:pt x="11105" y="510"/>
                    <a:pt x="8688" y="2927"/>
                  </a:cubicBezTo>
                  <a:cubicBezTo>
                    <a:pt x="7106" y="4510"/>
                    <a:pt x="5939" y="7010"/>
                    <a:pt x="5856" y="9426"/>
                  </a:cubicBezTo>
                  <a:cubicBezTo>
                    <a:pt x="3522" y="9926"/>
                    <a:pt x="1439" y="11509"/>
                    <a:pt x="523" y="13843"/>
                  </a:cubicBezTo>
                  <a:cubicBezTo>
                    <a:pt x="-978" y="17926"/>
                    <a:pt x="856" y="21842"/>
                    <a:pt x="4689" y="23758"/>
                  </a:cubicBezTo>
                  <a:cubicBezTo>
                    <a:pt x="9855" y="26258"/>
                    <a:pt x="15688" y="26425"/>
                    <a:pt x="20354" y="22675"/>
                  </a:cubicBezTo>
                  <a:cubicBezTo>
                    <a:pt x="22688" y="20759"/>
                    <a:pt x="24604" y="18342"/>
                    <a:pt x="25520" y="15509"/>
                  </a:cubicBezTo>
                  <a:cubicBezTo>
                    <a:pt x="26604" y="12259"/>
                    <a:pt x="26604" y="8926"/>
                    <a:pt x="24854" y="5927"/>
                  </a:cubicBezTo>
                  <a:cubicBezTo>
                    <a:pt x="23437" y="3510"/>
                    <a:pt x="21438" y="2094"/>
                    <a:pt x="18937" y="761"/>
                  </a:cubicBezTo>
                  <a:lnTo>
                    <a:pt x="18937" y="761"/>
                  </a:lnTo>
                  <a:close/>
                </a:path>
              </a:pathLst>
            </a:custGeom>
            <a:grpFill/>
            <a:ln w="8332" cap="flat">
              <a:noFill/>
              <a:prstDash val="solid"/>
              <a:miter/>
            </a:ln>
          </p:spPr>
          <p:txBody>
            <a:bodyPr rtlCol="0" anchor="ctr"/>
            <a:lstStyle/>
            <a:p>
              <a:endParaRPr lang="en-US"/>
            </a:p>
          </p:txBody>
        </p:sp>
        <p:sp>
          <p:nvSpPr>
            <p:cNvPr id="2208" name="Freeform: Shape 2207"/>
            <p:cNvSpPr/>
            <p:nvPr/>
          </p:nvSpPr>
          <p:spPr>
            <a:xfrm>
              <a:off x="10446163" y="1507535"/>
              <a:ext cx="20341" cy="21060"/>
            </a:xfrm>
            <a:custGeom>
              <a:avLst/>
              <a:gdLst>
                <a:gd name="connsiteX0" fmla="*/ 2916 w 20341"/>
                <a:gd name="connsiteY0" fmla="*/ 3005 h 21060"/>
                <a:gd name="connsiteX1" fmla="*/ 0 w 20341"/>
                <a:gd name="connsiteY1" fmla="*/ 10005 h 21060"/>
                <a:gd name="connsiteX2" fmla="*/ 3916 w 20341"/>
                <a:gd name="connsiteY2" fmla="*/ 18087 h 21060"/>
                <a:gd name="connsiteX3" fmla="*/ 6083 w 20341"/>
                <a:gd name="connsiteY3" fmla="*/ 19337 h 21060"/>
                <a:gd name="connsiteX4" fmla="*/ 18248 w 20341"/>
                <a:gd name="connsiteY4" fmla="*/ 17671 h 21060"/>
                <a:gd name="connsiteX5" fmla="*/ 17999 w 20341"/>
                <a:gd name="connsiteY5" fmla="*/ 3839 h 21060"/>
                <a:gd name="connsiteX6" fmla="*/ 2916 w 20341"/>
                <a:gd name="connsiteY6" fmla="*/ 3005 h 21060"/>
                <a:gd name="connsiteX7" fmla="*/ 2916 w 20341"/>
                <a:gd name="connsiteY7" fmla="*/ 3005 h 21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341" h="21060">
                  <a:moveTo>
                    <a:pt x="2916" y="3005"/>
                  </a:moveTo>
                  <a:cubicBezTo>
                    <a:pt x="1000" y="5005"/>
                    <a:pt x="0" y="7255"/>
                    <a:pt x="0" y="10005"/>
                  </a:cubicBezTo>
                  <a:cubicBezTo>
                    <a:pt x="0" y="13504"/>
                    <a:pt x="1499" y="15754"/>
                    <a:pt x="3916" y="18087"/>
                  </a:cubicBezTo>
                  <a:cubicBezTo>
                    <a:pt x="4582" y="18754"/>
                    <a:pt x="5333" y="19087"/>
                    <a:pt x="6083" y="19337"/>
                  </a:cubicBezTo>
                  <a:cubicBezTo>
                    <a:pt x="9749" y="22004"/>
                    <a:pt x="15832" y="21670"/>
                    <a:pt x="18248" y="17671"/>
                  </a:cubicBezTo>
                  <a:cubicBezTo>
                    <a:pt x="20915" y="13338"/>
                    <a:pt x="21247" y="8005"/>
                    <a:pt x="17999" y="3839"/>
                  </a:cubicBezTo>
                  <a:cubicBezTo>
                    <a:pt x="14248" y="-911"/>
                    <a:pt x="7166" y="-1328"/>
                    <a:pt x="2916" y="3005"/>
                  </a:cubicBezTo>
                  <a:lnTo>
                    <a:pt x="2916" y="3005"/>
                  </a:lnTo>
                  <a:close/>
                </a:path>
              </a:pathLst>
            </a:custGeom>
            <a:grpFill/>
            <a:ln w="8332" cap="flat">
              <a:noFill/>
              <a:prstDash val="solid"/>
              <a:miter/>
            </a:ln>
          </p:spPr>
          <p:txBody>
            <a:bodyPr rtlCol="0" anchor="ctr"/>
            <a:lstStyle/>
            <a:p>
              <a:endParaRPr lang="en-US"/>
            </a:p>
          </p:txBody>
        </p:sp>
        <p:sp>
          <p:nvSpPr>
            <p:cNvPr id="2209" name="Freeform: Shape 2208"/>
            <p:cNvSpPr/>
            <p:nvPr/>
          </p:nvSpPr>
          <p:spPr>
            <a:xfrm>
              <a:off x="10358887" y="1523778"/>
              <a:ext cx="21853" cy="25317"/>
            </a:xfrm>
            <a:custGeom>
              <a:avLst/>
              <a:gdLst>
                <a:gd name="connsiteX0" fmla="*/ 5368 w 21853"/>
                <a:gd name="connsiteY0" fmla="*/ 1428 h 25317"/>
                <a:gd name="connsiteX1" fmla="*/ 868 w 21853"/>
                <a:gd name="connsiteY1" fmla="*/ 14260 h 25317"/>
                <a:gd name="connsiteX2" fmla="*/ 2534 w 21853"/>
                <a:gd name="connsiteY2" fmla="*/ 17510 h 25317"/>
                <a:gd name="connsiteX3" fmla="*/ 2534 w 21853"/>
                <a:gd name="connsiteY3" fmla="*/ 17593 h 25317"/>
                <a:gd name="connsiteX4" fmla="*/ 1784 w 21853"/>
                <a:gd name="connsiteY4" fmla="*/ 16343 h 25317"/>
                <a:gd name="connsiteX5" fmla="*/ 2784 w 21853"/>
                <a:gd name="connsiteY5" fmla="*/ 18676 h 25317"/>
                <a:gd name="connsiteX6" fmla="*/ 2617 w 21853"/>
                <a:gd name="connsiteY6" fmla="*/ 17926 h 25317"/>
                <a:gd name="connsiteX7" fmla="*/ 4284 w 21853"/>
                <a:gd name="connsiteY7" fmla="*/ 21509 h 25317"/>
                <a:gd name="connsiteX8" fmla="*/ 4784 w 21853"/>
                <a:gd name="connsiteY8" fmla="*/ 22093 h 25317"/>
                <a:gd name="connsiteX9" fmla="*/ 4367 w 21853"/>
                <a:gd name="connsiteY9" fmla="*/ 21343 h 25317"/>
                <a:gd name="connsiteX10" fmla="*/ 14700 w 21853"/>
                <a:gd name="connsiteY10" fmla="*/ 24842 h 25317"/>
                <a:gd name="connsiteX11" fmla="*/ 18700 w 21853"/>
                <a:gd name="connsiteY11" fmla="*/ 4011 h 25317"/>
                <a:gd name="connsiteX12" fmla="*/ 5368 w 21853"/>
                <a:gd name="connsiteY12" fmla="*/ 1428 h 25317"/>
                <a:gd name="connsiteX13" fmla="*/ 5368 w 21853"/>
                <a:gd name="connsiteY13" fmla="*/ 1428 h 253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853" h="25317">
                  <a:moveTo>
                    <a:pt x="5368" y="1428"/>
                  </a:moveTo>
                  <a:cubicBezTo>
                    <a:pt x="1201" y="3844"/>
                    <a:pt x="-1466" y="9677"/>
                    <a:pt x="868" y="14260"/>
                  </a:cubicBezTo>
                  <a:cubicBezTo>
                    <a:pt x="1450" y="15343"/>
                    <a:pt x="1951" y="16427"/>
                    <a:pt x="2534" y="17510"/>
                  </a:cubicBezTo>
                  <a:cubicBezTo>
                    <a:pt x="2534" y="17510"/>
                    <a:pt x="2534" y="17510"/>
                    <a:pt x="2534" y="17593"/>
                  </a:cubicBezTo>
                  <a:cubicBezTo>
                    <a:pt x="2284" y="17176"/>
                    <a:pt x="2034" y="16760"/>
                    <a:pt x="1784" y="16343"/>
                  </a:cubicBezTo>
                  <a:cubicBezTo>
                    <a:pt x="2201" y="17093"/>
                    <a:pt x="2534" y="17843"/>
                    <a:pt x="2784" y="18676"/>
                  </a:cubicBezTo>
                  <a:cubicBezTo>
                    <a:pt x="2701" y="18426"/>
                    <a:pt x="2617" y="18176"/>
                    <a:pt x="2617" y="17926"/>
                  </a:cubicBezTo>
                  <a:cubicBezTo>
                    <a:pt x="2951" y="19176"/>
                    <a:pt x="3367" y="20259"/>
                    <a:pt x="4284" y="21509"/>
                  </a:cubicBezTo>
                  <a:cubicBezTo>
                    <a:pt x="4450" y="21759"/>
                    <a:pt x="4617" y="21926"/>
                    <a:pt x="4784" y="22093"/>
                  </a:cubicBezTo>
                  <a:cubicBezTo>
                    <a:pt x="4617" y="21843"/>
                    <a:pt x="4534" y="21593"/>
                    <a:pt x="4367" y="21343"/>
                  </a:cubicBezTo>
                  <a:cubicBezTo>
                    <a:pt x="6617" y="25092"/>
                    <a:pt x="10616" y="26009"/>
                    <a:pt x="14700" y="24842"/>
                  </a:cubicBezTo>
                  <a:cubicBezTo>
                    <a:pt x="23033" y="22509"/>
                    <a:pt x="23699" y="9677"/>
                    <a:pt x="18700" y="4011"/>
                  </a:cubicBezTo>
                  <a:cubicBezTo>
                    <a:pt x="15366" y="95"/>
                    <a:pt x="10033" y="-1322"/>
                    <a:pt x="5368" y="1428"/>
                  </a:cubicBezTo>
                  <a:lnTo>
                    <a:pt x="5368" y="1428"/>
                  </a:lnTo>
                  <a:close/>
                </a:path>
              </a:pathLst>
            </a:custGeom>
            <a:grpFill/>
            <a:ln w="8332" cap="flat">
              <a:noFill/>
              <a:prstDash val="solid"/>
              <a:miter/>
            </a:ln>
          </p:spPr>
          <p:txBody>
            <a:bodyPr rtlCol="0" anchor="ctr"/>
            <a:lstStyle/>
            <a:p>
              <a:endParaRPr lang="en-US"/>
            </a:p>
          </p:txBody>
        </p:sp>
        <p:sp>
          <p:nvSpPr>
            <p:cNvPr id="2210" name="Freeform: Shape 2209"/>
            <p:cNvSpPr/>
            <p:nvPr/>
          </p:nvSpPr>
          <p:spPr>
            <a:xfrm>
              <a:off x="10013018" y="2221463"/>
              <a:ext cx="389054" cy="752675"/>
            </a:xfrm>
            <a:custGeom>
              <a:avLst/>
              <a:gdLst>
                <a:gd name="connsiteX0" fmla="*/ 226748 w 389054"/>
                <a:gd name="connsiteY0" fmla="*/ 677119 h 752675"/>
                <a:gd name="connsiteX1" fmla="*/ 211915 w 389054"/>
                <a:gd name="connsiteY1" fmla="*/ 657038 h 752675"/>
                <a:gd name="connsiteX2" fmla="*/ 207416 w 389054"/>
                <a:gd name="connsiteY2" fmla="*/ 633040 h 752675"/>
                <a:gd name="connsiteX3" fmla="*/ 213082 w 389054"/>
                <a:gd name="connsiteY3" fmla="*/ 568879 h 752675"/>
                <a:gd name="connsiteX4" fmla="*/ 246663 w 389054"/>
                <a:gd name="connsiteY4" fmla="*/ 440807 h 752675"/>
                <a:gd name="connsiteX5" fmla="*/ 247245 w 389054"/>
                <a:gd name="connsiteY5" fmla="*/ 440724 h 752675"/>
                <a:gd name="connsiteX6" fmla="*/ 251162 w 389054"/>
                <a:gd name="connsiteY6" fmla="*/ 440141 h 752675"/>
                <a:gd name="connsiteX7" fmla="*/ 251412 w 389054"/>
                <a:gd name="connsiteY7" fmla="*/ 440057 h 752675"/>
                <a:gd name="connsiteX8" fmla="*/ 260828 w 389054"/>
                <a:gd name="connsiteY8" fmla="*/ 437308 h 752675"/>
                <a:gd name="connsiteX9" fmla="*/ 263495 w 389054"/>
                <a:gd name="connsiteY9" fmla="*/ 435224 h 752675"/>
                <a:gd name="connsiteX10" fmla="*/ 303158 w 389054"/>
                <a:gd name="connsiteY10" fmla="*/ 412643 h 752675"/>
                <a:gd name="connsiteX11" fmla="*/ 316740 w 389054"/>
                <a:gd name="connsiteY11" fmla="*/ 362564 h 752675"/>
                <a:gd name="connsiteX12" fmla="*/ 355236 w 389054"/>
                <a:gd name="connsiteY12" fmla="*/ 309402 h 752675"/>
                <a:gd name="connsiteX13" fmla="*/ 356736 w 389054"/>
                <a:gd name="connsiteY13" fmla="*/ 283155 h 752675"/>
                <a:gd name="connsiteX14" fmla="*/ 354986 w 389054"/>
                <a:gd name="connsiteY14" fmla="*/ 265740 h 752675"/>
                <a:gd name="connsiteX15" fmla="*/ 367318 w 389054"/>
                <a:gd name="connsiteY15" fmla="*/ 247241 h 752675"/>
                <a:gd name="connsiteX16" fmla="*/ 388983 w 389054"/>
                <a:gd name="connsiteY16" fmla="*/ 199579 h 752675"/>
                <a:gd name="connsiteX17" fmla="*/ 366485 w 389054"/>
                <a:gd name="connsiteY17" fmla="*/ 143584 h 752675"/>
                <a:gd name="connsiteX18" fmla="*/ 361569 w 389054"/>
                <a:gd name="connsiteY18" fmla="*/ 84089 h 752675"/>
                <a:gd name="connsiteX19" fmla="*/ 324322 w 389054"/>
                <a:gd name="connsiteY19" fmla="*/ 53759 h 752675"/>
                <a:gd name="connsiteX20" fmla="*/ 289492 w 389054"/>
                <a:gd name="connsiteY20" fmla="*/ 37427 h 752675"/>
                <a:gd name="connsiteX21" fmla="*/ 273660 w 389054"/>
                <a:gd name="connsiteY21" fmla="*/ 17512 h 752675"/>
                <a:gd name="connsiteX22" fmla="*/ 221081 w 389054"/>
                <a:gd name="connsiteY22" fmla="*/ 97 h 752675"/>
                <a:gd name="connsiteX23" fmla="*/ 162504 w 389054"/>
                <a:gd name="connsiteY23" fmla="*/ 12096 h 752675"/>
                <a:gd name="connsiteX24" fmla="*/ 106591 w 389054"/>
                <a:gd name="connsiteY24" fmla="*/ 23012 h 752675"/>
                <a:gd name="connsiteX25" fmla="*/ 65596 w 389054"/>
                <a:gd name="connsiteY25" fmla="*/ 60425 h 752675"/>
                <a:gd name="connsiteX26" fmla="*/ 23766 w 389054"/>
                <a:gd name="connsiteY26" fmla="*/ 88839 h 752675"/>
                <a:gd name="connsiteX27" fmla="*/ 9767 w 389054"/>
                <a:gd name="connsiteY27" fmla="*/ 137585 h 752675"/>
                <a:gd name="connsiteX28" fmla="*/ 11267 w 389054"/>
                <a:gd name="connsiteY28" fmla="*/ 152083 h 752675"/>
                <a:gd name="connsiteX29" fmla="*/ 5684 w 389054"/>
                <a:gd name="connsiteY29" fmla="*/ 169748 h 752675"/>
                <a:gd name="connsiteX30" fmla="*/ 18 w 389054"/>
                <a:gd name="connsiteY30" fmla="*/ 195246 h 752675"/>
                <a:gd name="connsiteX31" fmla="*/ 21933 w 389054"/>
                <a:gd name="connsiteY31" fmla="*/ 249741 h 752675"/>
                <a:gd name="connsiteX32" fmla="*/ 28515 w 389054"/>
                <a:gd name="connsiteY32" fmla="*/ 284655 h 752675"/>
                <a:gd name="connsiteX33" fmla="*/ 23849 w 389054"/>
                <a:gd name="connsiteY33" fmla="*/ 312402 h 752675"/>
                <a:gd name="connsiteX34" fmla="*/ 99592 w 389054"/>
                <a:gd name="connsiteY34" fmla="*/ 409060 h 752675"/>
                <a:gd name="connsiteX35" fmla="*/ 113008 w 389054"/>
                <a:gd name="connsiteY35" fmla="*/ 433474 h 752675"/>
                <a:gd name="connsiteX36" fmla="*/ 132256 w 389054"/>
                <a:gd name="connsiteY36" fmla="*/ 470305 h 752675"/>
                <a:gd name="connsiteX37" fmla="*/ 134423 w 389054"/>
                <a:gd name="connsiteY37" fmla="*/ 472304 h 752675"/>
                <a:gd name="connsiteX38" fmla="*/ 141172 w 389054"/>
                <a:gd name="connsiteY38" fmla="*/ 556547 h 752675"/>
                <a:gd name="connsiteX39" fmla="*/ 142756 w 389054"/>
                <a:gd name="connsiteY39" fmla="*/ 612375 h 752675"/>
                <a:gd name="connsiteX40" fmla="*/ 112508 w 389054"/>
                <a:gd name="connsiteY40" fmla="*/ 655371 h 752675"/>
                <a:gd name="connsiteX41" fmla="*/ 96259 w 389054"/>
                <a:gd name="connsiteY41" fmla="*/ 730198 h 752675"/>
                <a:gd name="connsiteX42" fmla="*/ 137922 w 389054"/>
                <a:gd name="connsiteY42" fmla="*/ 732614 h 752675"/>
                <a:gd name="connsiteX43" fmla="*/ 161254 w 389054"/>
                <a:gd name="connsiteY43" fmla="*/ 717699 h 752675"/>
                <a:gd name="connsiteX44" fmla="*/ 212999 w 389054"/>
                <a:gd name="connsiteY44" fmla="*/ 750863 h 752675"/>
                <a:gd name="connsiteX45" fmla="*/ 226748 w 389054"/>
                <a:gd name="connsiteY45" fmla="*/ 677119 h 752675"/>
                <a:gd name="connsiteX46" fmla="*/ 226748 w 389054"/>
                <a:gd name="connsiteY46" fmla="*/ 677119 h 752675"/>
                <a:gd name="connsiteX47" fmla="*/ 118424 w 389054"/>
                <a:gd name="connsiteY47" fmla="*/ 419726 h 752675"/>
                <a:gd name="connsiteX48" fmla="*/ 105175 w 389054"/>
                <a:gd name="connsiteY48" fmla="*/ 404561 h 752675"/>
                <a:gd name="connsiteX49" fmla="*/ 105175 w 389054"/>
                <a:gd name="connsiteY49" fmla="*/ 404561 h 752675"/>
                <a:gd name="connsiteX50" fmla="*/ 40931 w 389054"/>
                <a:gd name="connsiteY50" fmla="*/ 314069 h 752675"/>
                <a:gd name="connsiteX51" fmla="*/ 50597 w 389054"/>
                <a:gd name="connsiteY51" fmla="*/ 268073 h 752675"/>
                <a:gd name="connsiteX52" fmla="*/ 32099 w 389054"/>
                <a:gd name="connsiteY52" fmla="*/ 230659 h 752675"/>
                <a:gd name="connsiteX53" fmla="*/ 20933 w 389054"/>
                <a:gd name="connsiteY53" fmla="*/ 178498 h 752675"/>
                <a:gd name="connsiteX54" fmla="*/ 28515 w 389054"/>
                <a:gd name="connsiteY54" fmla="*/ 157416 h 752675"/>
                <a:gd name="connsiteX55" fmla="*/ 26515 w 389054"/>
                <a:gd name="connsiteY55" fmla="*/ 130752 h 752675"/>
                <a:gd name="connsiteX56" fmla="*/ 50763 w 389054"/>
                <a:gd name="connsiteY56" fmla="*/ 83006 h 752675"/>
                <a:gd name="connsiteX57" fmla="*/ 89427 w 389054"/>
                <a:gd name="connsiteY57" fmla="*/ 58675 h 752675"/>
                <a:gd name="connsiteX58" fmla="*/ 136339 w 389054"/>
                <a:gd name="connsiteY58" fmla="*/ 29844 h 752675"/>
                <a:gd name="connsiteX59" fmla="*/ 185585 w 389054"/>
                <a:gd name="connsiteY59" fmla="*/ 20928 h 752675"/>
                <a:gd name="connsiteX60" fmla="*/ 238996 w 389054"/>
                <a:gd name="connsiteY60" fmla="*/ 17762 h 752675"/>
                <a:gd name="connsiteX61" fmla="*/ 266661 w 389054"/>
                <a:gd name="connsiteY61" fmla="*/ 30761 h 752675"/>
                <a:gd name="connsiteX62" fmla="*/ 282659 w 389054"/>
                <a:gd name="connsiteY62" fmla="*/ 53675 h 752675"/>
                <a:gd name="connsiteX63" fmla="*/ 302324 w 389054"/>
                <a:gd name="connsiteY63" fmla="*/ 61092 h 752675"/>
                <a:gd name="connsiteX64" fmla="*/ 332238 w 389054"/>
                <a:gd name="connsiteY64" fmla="*/ 75674 h 752675"/>
                <a:gd name="connsiteX65" fmla="*/ 348153 w 389054"/>
                <a:gd name="connsiteY65" fmla="*/ 94838 h 752675"/>
                <a:gd name="connsiteX66" fmla="*/ 345821 w 389054"/>
                <a:gd name="connsiteY66" fmla="*/ 128252 h 752675"/>
                <a:gd name="connsiteX67" fmla="*/ 362069 w 389054"/>
                <a:gd name="connsiteY67" fmla="*/ 170165 h 752675"/>
                <a:gd name="connsiteX68" fmla="*/ 358652 w 389054"/>
                <a:gd name="connsiteY68" fmla="*/ 230076 h 752675"/>
                <a:gd name="connsiteX69" fmla="*/ 337821 w 389054"/>
                <a:gd name="connsiteY69" fmla="*/ 275155 h 752675"/>
                <a:gd name="connsiteX70" fmla="*/ 333405 w 389054"/>
                <a:gd name="connsiteY70" fmla="*/ 314569 h 752675"/>
                <a:gd name="connsiteX71" fmla="*/ 312823 w 389054"/>
                <a:gd name="connsiteY71" fmla="*/ 337650 h 752675"/>
                <a:gd name="connsiteX72" fmla="*/ 296741 w 389054"/>
                <a:gd name="connsiteY72" fmla="*/ 382896 h 752675"/>
                <a:gd name="connsiteX73" fmla="*/ 277910 w 389054"/>
                <a:gd name="connsiteY73" fmla="*/ 409477 h 752675"/>
                <a:gd name="connsiteX74" fmla="*/ 245496 w 389054"/>
                <a:gd name="connsiteY74" fmla="*/ 425892 h 752675"/>
                <a:gd name="connsiteX75" fmla="*/ 244996 w 389054"/>
                <a:gd name="connsiteY75" fmla="*/ 426225 h 752675"/>
                <a:gd name="connsiteX76" fmla="*/ 219081 w 389054"/>
                <a:gd name="connsiteY76" fmla="*/ 431641 h 752675"/>
                <a:gd name="connsiteX77" fmla="*/ 200250 w 389054"/>
                <a:gd name="connsiteY77" fmla="*/ 443807 h 752675"/>
                <a:gd name="connsiteX78" fmla="*/ 160837 w 389054"/>
                <a:gd name="connsiteY78" fmla="*/ 419393 h 752675"/>
                <a:gd name="connsiteX79" fmla="*/ 138005 w 389054"/>
                <a:gd name="connsiteY79" fmla="*/ 449307 h 752675"/>
                <a:gd name="connsiteX80" fmla="*/ 133506 w 389054"/>
                <a:gd name="connsiteY80" fmla="*/ 439807 h 752675"/>
                <a:gd name="connsiteX81" fmla="*/ 118424 w 389054"/>
                <a:gd name="connsiteY81" fmla="*/ 419726 h 752675"/>
                <a:gd name="connsiteX82" fmla="*/ 118424 w 389054"/>
                <a:gd name="connsiteY82" fmla="*/ 419726 h 752675"/>
                <a:gd name="connsiteX83" fmla="*/ 213332 w 389054"/>
                <a:gd name="connsiteY83" fmla="*/ 730948 h 752675"/>
                <a:gd name="connsiteX84" fmla="*/ 188917 w 389054"/>
                <a:gd name="connsiteY84" fmla="*/ 731198 h 752675"/>
                <a:gd name="connsiteX85" fmla="*/ 172836 w 389054"/>
                <a:gd name="connsiteY85" fmla="*/ 699867 h 752675"/>
                <a:gd name="connsiteX86" fmla="*/ 159920 w 389054"/>
                <a:gd name="connsiteY86" fmla="*/ 696451 h 752675"/>
                <a:gd name="connsiteX87" fmla="*/ 138339 w 389054"/>
                <a:gd name="connsiteY87" fmla="*/ 716116 h 752675"/>
                <a:gd name="connsiteX88" fmla="*/ 108425 w 389054"/>
                <a:gd name="connsiteY88" fmla="*/ 718032 h 752675"/>
                <a:gd name="connsiteX89" fmla="*/ 119591 w 389054"/>
                <a:gd name="connsiteY89" fmla="*/ 672120 h 752675"/>
                <a:gd name="connsiteX90" fmla="*/ 158254 w 389054"/>
                <a:gd name="connsiteY90" fmla="*/ 613875 h 752675"/>
                <a:gd name="connsiteX91" fmla="*/ 152587 w 389054"/>
                <a:gd name="connsiteY91" fmla="*/ 528799 h 752675"/>
                <a:gd name="connsiteX92" fmla="*/ 144839 w 389054"/>
                <a:gd name="connsiteY92" fmla="*/ 485303 h 752675"/>
                <a:gd name="connsiteX93" fmla="*/ 143088 w 389054"/>
                <a:gd name="connsiteY93" fmla="*/ 470471 h 752675"/>
                <a:gd name="connsiteX94" fmla="*/ 143589 w 389054"/>
                <a:gd name="connsiteY94" fmla="*/ 469971 h 752675"/>
                <a:gd name="connsiteX95" fmla="*/ 160587 w 389054"/>
                <a:gd name="connsiteY95" fmla="*/ 435558 h 752675"/>
                <a:gd name="connsiteX96" fmla="*/ 178668 w 389054"/>
                <a:gd name="connsiteY96" fmla="*/ 439641 h 752675"/>
                <a:gd name="connsiteX97" fmla="*/ 184751 w 389054"/>
                <a:gd name="connsiteY97" fmla="*/ 446973 h 752675"/>
                <a:gd name="connsiteX98" fmla="*/ 195001 w 389054"/>
                <a:gd name="connsiteY98" fmla="*/ 458139 h 752675"/>
                <a:gd name="connsiteX99" fmla="*/ 202250 w 389054"/>
                <a:gd name="connsiteY99" fmla="*/ 459139 h 752675"/>
                <a:gd name="connsiteX100" fmla="*/ 224498 w 389054"/>
                <a:gd name="connsiteY100" fmla="*/ 445057 h 752675"/>
                <a:gd name="connsiteX101" fmla="*/ 227831 w 389054"/>
                <a:gd name="connsiteY101" fmla="*/ 443890 h 752675"/>
                <a:gd name="connsiteX102" fmla="*/ 203000 w 389054"/>
                <a:gd name="connsiteY102" fmla="*/ 515134 h 752675"/>
                <a:gd name="connsiteX103" fmla="*/ 197584 w 389054"/>
                <a:gd name="connsiteY103" fmla="*/ 561713 h 752675"/>
                <a:gd name="connsiteX104" fmla="*/ 194250 w 389054"/>
                <a:gd name="connsiteY104" fmla="*/ 616791 h 752675"/>
                <a:gd name="connsiteX105" fmla="*/ 190084 w 389054"/>
                <a:gd name="connsiteY105" fmla="*/ 654705 h 752675"/>
                <a:gd name="connsiteX106" fmla="*/ 212666 w 389054"/>
                <a:gd name="connsiteY106" fmla="*/ 682452 h 752675"/>
                <a:gd name="connsiteX107" fmla="*/ 213332 w 389054"/>
                <a:gd name="connsiteY107" fmla="*/ 730948 h 752675"/>
                <a:gd name="connsiteX108" fmla="*/ 213332 w 389054"/>
                <a:gd name="connsiteY108" fmla="*/ 730948 h 752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389054" h="752675">
                  <a:moveTo>
                    <a:pt x="226748" y="677119"/>
                  </a:moveTo>
                  <a:cubicBezTo>
                    <a:pt x="222498" y="669870"/>
                    <a:pt x="217248" y="663454"/>
                    <a:pt x="211915" y="657038"/>
                  </a:cubicBezTo>
                  <a:cubicBezTo>
                    <a:pt x="205000" y="648705"/>
                    <a:pt x="205417" y="643372"/>
                    <a:pt x="207416" y="633040"/>
                  </a:cubicBezTo>
                  <a:cubicBezTo>
                    <a:pt x="211666" y="611375"/>
                    <a:pt x="211249" y="590627"/>
                    <a:pt x="213082" y="568879"/>
                  </a:cubicBezTo>
                  <a:cubicBezTo>
                    <a:pt x="216582" y="527466"/>
                    <a:pt x="218415" y="473971"/>
                    <a:pt x="246663" y="440807"/>
                  </a:cubicBezTo>
                  <a:cubicBezTo>
                    <a:pt x="246829" y="440807"/>
                    <a:pt x="247080" y="440724"/>
                    <a:pt x="247245" y="440724"/>
                  </a:cubicBezTo>
                  <a:cubicBezTo>
                    <a:pt x="248412" y="440891"/>
                    <a:pt x="249746" y="440724"/>
                    <a:pt x="251162" y="440141"/>
                  </a:cubicBezTo>
                  <a:cubicBezTo>
                    <a:pt x="251246" y="440141"/>
                    <a:pt x="251328" y="440057"/>
                    <a:pt x="251412" y="440057"/>
                  </a:cubicBezTo>
                  <a:cubicBezTo>
                    <a:pt x="254578" y="439474"/>
                    <a:pt x="257745" y="438641"/>
                    <a:pt x="260828" y="437308"/>
                  </a:cubicBezTo>
                  <a:cubicBezTo>
                    <a:pt x="261994" y="436808"/>
                    <a:pt x="262911" y="436058"/>
                    <a:pt x="263495" y="435224"/>
                  </a:cubicBezTo>
                  <a:cubicBezTo>
                    <a:pt x="277743" y="429558"/>
                    <a:pt x="292991" y="422976"/>
                    <a:pt x="303158" y="412643"/>
                  </a:cubicBezTo>
                  <a:cubicBezTo>
                    <a:pt x="317073" y="398644"/>
                    <a:pt x="309656" y="379063"/>
                    <a:pt x="316740" y="362564"/>
                  </a:cubicBezTo>
                  <a:cubicBezTo>
                    <a:pt x="325572" y="341983"/>
                    <a:pt x="348653" y="331900"/>
                    <a:pt x="355236" y="309402"/>
                  </a:cubicBezTo>
                  <a:cubicBezTo>
                    <a:pt x="357736" y="301070"/>
                    <a:pt x="357486" y="291737"/>
                    <a:pt x="356736" y="283155"/>
                  </a:cubicBezTo>
                  <a:cubicBezTo>
                    <a:pt x="356236" y="277655"/>
                    <a:pt x="354070" y="271239"/>
                    <a:pt x="354986" y="265740"/>
                  </a:cubicBezTo>
                  <a:cubicBezTo>
                    <a:pt x="356236" y="258324"/>
                    <a:pt x="362653" y="252658"/>
                    <a:pt x="367318" y="247241"/>
                  </a:cubicBezTo>
                  <a:cubicBezTo>
                    <a:pt x="378650" y="234076"/>
                    <a:pt x="390066" y="217827"/>
                    <a:pt x="388983" y="199579"/>
                  </a:cubicBezTo>
                  <a:cubicBezTo>
                    <a:pt x="387816" y="178664"/>
                    <a:pt x="375151" y="161832"/>
                    <a:pt x="366485" y="143584"/>
                  </a:cubicBezTo>
                  <a:cubicBezTo>
                    <a:pt x="357569" y="124669"/>
                    <a:pt x="370568" y="103671"/>
                    <a:pt x="361569" y="84089"/>
                  </a:cubicBezTo>
                  <a:cubicBezTo>
                    <a:pt x="354653" y="69091"/>
                    <a:pt x="338571" y="60508"/>
                    <a:pt x="324322" y="53759"/>
                  </a:cubicBezTo>
                  <a:cubicBezTo>
                    <a:pt x="313323" y="48593"/>
                    <a:pt x="297825" y="47093"/>
                    <a:pt x="289492" y="37427"/>
                  </a:cubicBezTo>
                  <a:cubicBezTo>
                    <a:pt x="283826" y="30677"/>
                    <a:pt x="281076" y="23178"/>
                    <a:pt x="273660" y="17512"/>
                  </a:cubicBezTo>
                  <a:cubicBezTo>
                    <a:pt x="258911" y="6180"/>
                    <a:pt x="239330" y="1013"/>
                    <a:pt x="221081" y="97"/>
                  </a:cubicBezTo>
                  <a:cubicBezTo>
                    <a:pt x="200416" y="-986"/>
                    <a:pt x="182168" y="7263"/>
                    <a:pt x="162504" y="12096"/>
                  </a:cubicBezTo>
                  <a:cubicBezTo>
                    <a:pt x="143755" y="16679"/>
                    <a:pt x="124007" y="13512"/>
                    <a:pt x="106591" y="23012"/>
                  </a:cubicBezTo>
                  <a:cubicBezTo>
                    <a:pt x="89677" y="32261"/>
                    <a:pt x="82677" y="52676"/>
                    <a:pt x="65596" y="60425"/>
                  </a:cubicBezTo>
                  <a:cubicBezTo>
                    <a:pt x="49347" y="67841"/>
                    <a:pt x="34098" y="72924"/>
                    <a:pt x="23766" y="88839"/>
                  </a:cubicBezTo>
                  <a:cubicBezTo>
                    <a:pt x="15600" y="101421"/>
                    <a:pt x="8684" y="122253"/>
                    <a:pt x="9767" y="137585"/>
                  </a:cubicBezTo>
                  <a:cubicBezTo>
                    <a:pt x="10100" y="142417"/>
                    <a:pt x="11517" y="147167"/>
                    <a:pt x="11267" y="152083"/>
                  </a:cubicBezTo>
                  <a:cubicBezTo>
                    <a:pt x="10933" y="158499"/>
                    <a:pt x="8268" y="163916"/>
                    <a:pt x="5684" y="169748"/>
                  </a:cubicBezTo>
                  <a:cubicBezTo>
                    <a:pt x="2101" y="178081"/>
                    <a:pt x="-232" y="185997"/>
                    <a:pt x="18" y="195246"/>
                  </a:cubicBezTo>
                  <a:cubicBezTo>
                    <a:pt x="601" y="215577"/>
                    <a:pt x="11767" y="232826"/>
                    <a:pt x="21933" y="249741"/>
                  </a:cubicBezTo>
                  <a:cubicBezTo>
                    <a:pt x="29932" y="263073"/>
                    <a:pt x="32765" y="269239"/>
                    <a:pt x="28515" y="284655"/>
                  </a:cubicBezTo>
                  <a:cubicBezTo>
                    <a:pt x="25933" y="293820"/>
                    <a:pt x="23432" y="302736"/>
                    <a:pt x="23849" y="312402"/>
                  </a:cubicBezTo>
                  <a:cubicBezTo>
                    <a:pt x="25682" y="357815"/>
                    <a:pt x="65345" y="386229"/>
                    <a:pt x="99592" y="409060"/>
                  </a:cubicBezTo>
                  <a:cubicBezTo>
                    <a:pt x="104176" y="417059"/>
                    <a:pt x="107591" y="425559"/>
                    <a:pt x="113008" y="433474"/>
                  </a:cubicBezTo>
                  <a:cubicBezTo>
                    <a:pt x="121008" y="445223"/>
                    <a:pt x="124924" y="458389"/>
                    <a:pt x="132256" y="470305"/>
                  </a:cubicBezTo>
                  <a:cubicBezTo>
                    <a:pt x="132756" y="471138"/>
                    <a:pt x="133506" y="471804"/>
                    <a:pt x="134423" y="472304"/>
                  </a:cubicBezTo>
                  <a:cubicBezTo>
                    <a:pt x="138089" y="500135"/>
                    <a:pt x="141172" y="528799"/>
                    <a:pt x="141172" y="556547"/>
                  </a:cubicBezTo>
                  <a:cubicBezTo>
                    <a:pt x="141172" y="575128"/>
                    <a:pt x="142839" y="593793"/>
                    <a:pt x="142756" y="612375"/>
                  </a:cubicBezTo>
                  <a:cubicBezTo>
                    <a:pt x="142672" y="631457"/>
                    <a:pt x="124423" y="642122"/>
                    <a:pt x="112508" y="655371"/>
                  </a:cubicBezTo>
                  <a:cubicBezTo>
                    <a:pt x="97259" y="672536"/>
                    <a:pt x="67762" y="711200"/>
                    <a:pt x="96259" y="730198"/>
                  </a:cubicBezTo>
                  <a:cubicBezTo>
                    <a:pt x="107925" y="737947"/>
                    <a:pt x="125090" y="736031"/>
                    <a:pt x="137922" y="732614"/>
                  </a:cubicBezTo>
                  <a:cubicBezTo>
                    <a:pt x="146838" y="730198"/>
                    <a:pt x="154837" y="724615"/>
                    <a:pt x="161254" y="717699"/>
                  </a:cubicBezTo>
                  <a:cubicBezTo>
                    <a:pt x="167670" y="739947"/>
                    <a:pt x="188001" y="758695"/>
                    <a:pt x="212999" y="750863"/>
                  </a:cubicBezTo>
                  <a:cubicBezTo>
                    <a:pt x="243079" y="741113"/>
                    <a:pt x="238996" y="697951"/>
                    <a:pt x="226748" y="677119"/>
                  </a:cubicBezTo>
                  <a:lnTo>
                    <a:pt x="226748" y="677119"/>
                  </a:lnTo>
                  <a:close/>
                  <a:moveTo>
                    <a:pt x="118424" y="419726"/>
                  </a:moveTo>
                  <a:cubicBezTo>
                    <a:pt x="114341" y="414393"/>
                    <a:pt x="110924" y="407644"/>
                    <a:pt x="105175" y="404561"/>
                  </a:cubicBezTo>
                  <a:lnTo>
                    <a:pt x="105175" y="404561"/>
                  </a:lnTo>
                  <a:cubicBezTo>
                    <a:pt x="77761" y="384562"/>
                    <a:pt x="42514" y="350315"/>
                    <a:pt x="40931" y="314069"/>
                  </a:cubicBezTo>
                  <a:cubicBezTo>
                    <a:pt x="40264" y="298070"/>
                    <a:pt x="51847" y="283988"/>
                    <a:pt x="50597" y="268073"/>
                  </a:cubicBezTo>
                  <a:cubicBezTo>
                    <a:pt x="49513" y="254407"/>
                    <a:pt x="38765" y="242075"/>
                    <a:pt x="32099" y="230659"/>
                  </a:cubicBezTo>
                  <a:cubicBezTo>
                    <a:pt x="22182" y="213828"/>
                    <a:pt x="13850" y="198162"/>
                    <a:pt x="20933" y="178498"/>
                  </a:cubicBezTo>
                  <a:cubicBezTo>
                    <a:pt x="23432" y="171498"/>
                    <a:pt x="27515" y="164999"/>
                    <a:pt x="28515" y="157416"/>
                  </a:cubicBezTo>
                  <a:cubicBezTo>
                    <a:pt x="29682" y="148334"/>
                    <a:pt x="25933" y="139751"/>
                    <a:pt x="26515" y="130752"/>
                  </a:cubicBezTo>
                  <a:cubicBezTo>
                    <a:pt x="27765" y="113170"/>
                    <a:pt x="36265" y="93089"/>
                    <a:pt x="50763" y="83006"/>
                  </a:cubicBezTo>
                  <a:cubicBezTo>
                    <a:pt x="64262" y="73507"/>
                    <a:pt x="78844" y="72257"/>
                    <a:pt x="89427" y="58675"/>
                  </a:cubicBezTo>
                  <a:cubicBezTo>
                    <a:pt x="102342" y="42093"/>
                    <a:pt x="114007" y="30344"/>
                    <a:pt x="136339" y="29844"/>
                  </a:cubicBezTo>
                  <a:cubicBezTo>
                    <a:pt x="153420" y="29511"/>
                    <a:pt x="169253" y="25678"/>
                    <a:pt x="185585" y="20928"/>
                  </a:cubicBezTo>
                  <a:cubicBezTo>
                    <a:pt x="203583" y="15679"/>
                    <a:pt x="220498" y="13262"/>
                    <a:pt x="238996" y="17762"/>
                  </a:cubicBezTo>
                  <a:cubicBezTo>
                    <a:pt x="248662" y="20179"/>
                    <a:pt x="258995" y="24178"/>
                    <a:pt x="266661" y="30761"/>
                  </a:cubicBezTo>
                  <a:cubicBezTo>
                    <a:pt x="274161" y="37260"/>
                    <a:pt x="275493" y="47343"/>
                    <a:pt x="282659" y="53675"/>
                  </a:cubicBezTo>
                  <a:cubicBezTo>
                    <a:pt x="288075" y="58425"/>
                    <a:pt x="295825" y="59008"/>
                    <a:pt x="302324" y="61092"/>
                  </a:cubicBezTo>
                  <a:cubicBezTo>
                    <a:pt x="312823" y="64425"/>
                    <a:pt x="323073" y="69591"/>
                    <a:pt x="332238" y="75674"/>
                  </a:cubicBezTo>
                  <a:cubicBezTo>
                    <a:pt x="339654" y="80590"/>
                    <a:pt x="345821" y="85922"/>
                    <a:pt x="348153" y="94838"/>
                  </a:cubicBezTo>
                  <a:cubicBezTo>
                    <a:pt x="350987" y="106004"/>
                    <a:pt x="346153" y="117086"/>
                    <a:pt x="345821" y="128252"/>
                  </a:cubicBezTo>
                  <a:cubicBezTo>
                    <a:pt x="345320" y="143917"/>
                    <a:pt x="355070" y="156916"/>
                    <a:pt x="362069" y="170165"/>
                  </a:cubicBezTo>
                  <a:cubicBezTo>
                    <a:pt x="373818" y="192496"/>
                    <a:pt x="374985" y="210078"/>
                    <a:pt x="358652" y="230076"/>
                  </a:cubicBezTo>
                  <a:cubicBezTo>
                    <a:pt x="346654" y="244825"/>
                    <a:pt x="335488" y="254907"/>
                    <a:pt x="337821" y="275155"/>
                  </a:cubicBezTo>
                  <a:cubicBezTo>
                    <a:pt x="339404" y="289154"/>
                    <a:pt x="341654" y="301903"/>
                    <a:pt x="333405" y="314569"/>
                  </a:cubicBezTo>
                  <a:cubicBezTo>
                    <a:pt x="327738" y="323234"/>
                    <a:pt x="319573" y="329900"/>
                    <a:pt x="312823" y="337650"/>
                  </a:cubicBezTo>
                  <a:cubicBezTo>
                    <a:pt x="300991" y="351232"/>
                    <a:pt x="297491" y="365314"/>
                    <a:pt x="296741" y="382896"/>
                  </a:cubicBezTo>
                  <a:cubicBezTo>
                    <a:pt x="296074" y="397228"/>
                    <a:pt x="289992" y="402811"/>
                    <a:pt x="277910" y="409477"/>
                  </a:cubicBezTo>
                  <a:cubicBezTo>
                    <a:pt x="267327" y="415309"/>
                    <a:pt x="256329" y="420559"/>
                    <a:pt x="245496" y="425892"/>
                  </a:cubicBezTo>
                  <a:cubicBezTo>
                    <a:pt x="245329" y="425975"/>
                    <a:pt x="245162" y="426142"/>
                    <a:pt x="244996" y="426225"/>
                  </a:cubicBezTo>
                  <a:cubicBezTo>
                    <a:pt x="236247" y="426975"/>
                    <a:pt x="227664" y="428225"/>
                    <a:pt x="219081" y="431641"/>
                  </a:cubicBezTo>
                  <a:cubicBezTo>
                    <a:pt x="211583" y="434641"/>
                    <a:pt x="206582" y="439807"/>
                    <a:pt x="200250" y="443807"/>
                  </a:cubicBezTo>
                  <a:cubicBezTo>
                    <a:pt x="187751" y="433141"/>
                    <a:pt x="180752" y="416143"/>
                    <a:pt x="160837" y="419393"/>
                  </a:cubicBezTo>
                  <a:cubicBezTo>
                    <a:pt x="143755" y="422226"/>
                    <a:pt x="142172" y="436224"/>
                    <a:pt x="138005" y="449307"/>
                  </a:cubicBezTo>
                  <a:cubicBezTo>
                    <a:pt x="136673" y="446057"/>
                    <a:pt x="135339" y="442807"/>
                    <a:pt x="133506" y="439807"/>
                  </a:cubicBezTo>
                  <a:cubicBezTo>
                    <a:pt x="129090" y="432641"/>
                    <a:pt x="123423" y="426308"/>
                    <a:pt x="118424" y="419726"/>
                  </a:cubicBezTo>
                  <a:lnTo>
                    <a:pt x="118424" y="419726"/>
                  </a:lnTo>
                  <a:close/>
                  <a:moveTo>
                    <a:pt x="213332" y="730948"/>
                  </a:moveTo>
                  <a:cubicBezTo>
                    <a:pt x="206250" y="738114"/>
                    <a:pt x="196667" y="735531"/>
                    <a:pt x="188917" y="731198"/>
                  </a:cubicBezTo>
                  <a:cubicBezTo>
                    <a:pt x="177335" y="724698"/>
                    <a:pt x="172336" y="713116"/>
                    <a:pt x="172836" y="699867"/>
                  </a:cubicBezTo>
                  <a:cubicBezTo>
                    <a:pt x="173169" y="692035"/>
                    <a:pt x="163587" y="689785"/>
                    <a:pt x="159920" y="696451"/>
                  </a:cubicBezTo>
                  <a:cubicBezTo>
                    <a:pt x="155171" y="704950"/>
                    <a:pt x="147338" y="712366"/>
                    <a:pt x="138339" y="716116"/>
                  </a:cubicBezTo>
                  <a:cubicBezTo>
                    <a:pt x="131173" y="719032"/>
                    <a:pt x="115675" y="721949"/>
                    <a:pt x="108425" y="718032"/>
                  </a:cubicBezTo>
                  <a:cubicBezTo>
                    <a:pt x="90093" y="708283"/>
                    <a:pt x="111508" y="681202"/>
                    <a:pt x="119591" y="672120"/>
                  </a:cubicBezTo>
                  <a:cubicBezTo>
                    <a:pt x="135922" y="653871"/>
                    <a:pt x="158753" y="640456"/>
                    <a:pt x="158254" y="613875"/>
                  </a:cubicBezTo>
                  <a:cubicBezTo>
                    <a:pt x="157670" y="585961"/>
                    <a:pt x="156754" y="556297"/>
                    <a:pt x="152587" y="528799"/>
                  </a:cubicBezTo>
                  <a:cubicBezTo>
                    <a:pt x="150421" y="514217"/>
                    <a:pt x="147671" y="499802"/>
                    <a:pt x="144839" y="485303"/>
                  </a:cubicBezTo>
                  <a:cubicBezTo>
                    <a:pt x="143922" y="480470"/>
                    <a:pt x="143672" y="475388"/>
                    <a:pt x="143088" y="470471"/>
                  </a:cubicBezTo>
                  <a:cubicBezTo>
                    <a:pt x="143255" y="470305"/>
                    <a:pt x="143422" y="470138"/>
                    <a:pt x="143589" y="469971"/>
                  </a:cubicBezTo>
                  <a:cubicBezTo>
                    <a:pt x="151588" y="459139"/>
                    <a:pt x="149172" y="443057"/>
                    <a:pt x="160587" y="435558"/>
                  </a:cubicBezTo>
                  <a:cubicBezTo>
                    <a:pt x="168503" y="430308"/>
                    <a:pt x="172086" y="433141"/>
                    <a:pt x="178668" y="439641"/>
                  </a:cubicBezTo>
                  <a:cubicBezTo>
                    <a:pt x="180835" y="441807"/>
                    <a:pt x="182751" y="444640"/>
                    <a:pt x="184751" y="446973"/>
                  </a:cubicBezTo>
                  <a:cubicBezTo>
                    <a:pt x="188001" y="450806"/>
                    <a:pt x="190917" y="455223"/>
                    <a:pt x="195001" y="458139"/>
                  </a:cubicBezTo>
                  <a:cubicBezTo>
                    <a:pt x="197084" y="459639"/>
                    <a:pt x="199917" y="460222"/>
                    <a:pt x="202250" y="459139"/>
                  </a:cubicBezTo>
                  <a:cubicBezTo>
                    <a:pt x="210333" y="455306"/>
                    <a:pt x="216082" y="448557"/>
                    <a:pt x="224498" y="445057"/>
                  </a:cubicBezTo>
                  <a:cubicBezTo>
                    <a:pt x="225581" y="444640"/>
                    <a:pt x="226664" y="444223"/>
                    <a:pt x="227831" y="443890"/>
                  </a:cubicBezTo>
                  <a:cubicBezTo>
                    <a:pt x="213332" y="463972"/>
                    <a:pt x="206166" y="492469"/>
                    <a:pt x="203000" y="515134"/>
                  </a:cubicBezTo>
                  <a:cubicBezTo>
                    <a:pt x="200833" y="530632"/>
                    <a:pt x="199333" y="546131"/>
                    <a:pt x="197584" y="561713"/>
                  </a:cubicBezTo>
                  <a:cubicBezTo>
                    <a:pt x="195584" y="580045"/>
                    <a:pt x="197084" y="598543"/>
                    <a:pt x="194250" y="616791"/>
                  </a:cubicBezTo>
                  <a:cubicBezTo>
                    <a:pt x="192501" y="627957"/>
                    <a:pt x="186085" y="643539"/>
                    <a:pt x="190084" y="654705"/>
                  </a:cubicBezTo>
                  <a:cubicBezTo>
                    <a:pt x="193918" y="665287"/>
                    <a:pt x="206749" y="672536"/>
                    <a:pt x="212666" y="682452"/>
                  </a:cubicBezTo>
                  <a:cubicBezTo>
                    <a:pt x="220832" y="695951"/>
                    <a:pt x="225915" y="718199"/>
                    <a:pt x="213332" y="730948"/>
                  </a:cubicBezTo>
                  <a:lnTo>
                    <a:pt x="213332" y="730948"/>
                  </a:lnTo>
                  <a:close/>
                </a:path>
              </a:pathLst>
            </a:custGeom>
            <a:grpFill/>
            <a:ln w="8332" cap="flat">
              <a:noFill/>
              <a:prstDash val="solid"/>
              <a:miter/>
            </a:ln>
          </p:spPr>
          <p:txBody>
            <a:bodyPr rtlCol="0" anchor="ctr"/>
            <a:lstStyle/>
            <a:p>
              <a:endParaRPr lang="en-US"/>
            </a:p>
          </p:txBody>
        </p:sp>
        <p:sp>
          <p:nvSpPr>
            <p:cNvPr id="2211" name="Freeform: Shape 2210"/>
            <p:cNvSpPr/>
            <p:nvPr/>
          </p:nvSpPr>
          <p:spPr>
            <a:xfrm>
              <a:off x="10081711" y="2317034"/>
              <a:ext cx="74983" cy="242579"/>
            </a:xfrm>
            <a:custGeom>
              <a:avLst/>
              <a:gdLst>
                <a:gd name="connsiteX0" fmla="*/ 61896 w 74983"/>
                <a:gd name="connsiteY0" fmla="*/ 234913 h 242579"/>
                <a:gd name="connsiteX1" fmla="*/ 31899 w 74983"/>
                <a:gd name="connsiteY1" fmla="*/ 209082 h 242579"/>
                <a:gd name="connsiteX2" fmla="*/ 43899 w 74983"/>
                <a:gd name="connsiteY2" fmla="*/ 176085 h 242579"/>
                <a:gd name="connsiteX3" fmla="*/ 18817 w 74983"/>
                <a:gd name="connsiteY3" fmla="*/ 127673 h 242579"/>
                <a:gd name="connsiteX4" fmla="*/ 24983 w 74983"/>
                <a:gd name="connsiteY4" fmla="*/ 89510 h 242579"/>
                <a:gd name="connsiteX5" fmla="*/ 17234 w 74983"/>
                <a:gd name="connsiteY5" fmla="*/ 67928 h 242579"/>
                <a:gd name="connsiteX6" fmla="*/ 25900 w 74983"/>
                <a:gd name="connsiteY6" fmla="*/ 19933 h 242579"/>
                <a:gd name="connsiteX7" fmla="*/ 73729 w 74983"/>
                <a:gd name="connsiteY7" fmla="*/ 4767 h 242579"/>
                <a:gd name="connsiteX8" fmla="*/ 74395 w 74983"/>
                <a:gd name="connsiteY8" fmla="*/ 3101 h 242579"/>
                <a:gd name="connsiteX9" fmla="*/ 5818 w 74983"/>
                <a:gd name="connsiteY9" fmla="*/ 28932 h 242579"/>
                <a:gd name="connsiteX10" fmla="*/ 3818 w 74983"/>
                <a:gd name="connsiteY10" fmla="*/ 65845 h 242579"/>
                <a:gd name="connsiteX11" fmla="*/ 9568 w 74983"/>
                <a:gd name="connsiteY11" fmla="*/ 94259 h 242579"/>
                <a:gd name="connsiteX12" fmla="*/ 1902 w 74983"/>
                <a:gd name="connsiteY12" fmla="*/ 116924 h 242579"/>
                <a:gd name="connsiteX13" fmla="*/ 14568 w 74983"/>
                <a:gd name="connsiteY13" fmla="*/ 153671 h 242579"/>
                <a:gd name="connsiteX14" fmla="*/ 29566 w 74983"/>
                <a:gd name="connsiteY14" fmla="*/ 170252 h 242579"/>
                <a:gd name="connsiteX15" fmla="*/ 21317 w 74983"/>
                <a:gd name="connsiteY15" fmla="*/ 188251 h 242579"/>
                <a:gd name="connsiteX16" fmla="*/ 23067 w 74983"/>
                <a:gd name="connsiteY16" fmla="*/ 226581 h 242579"/>
                <a:gd name="connsiteX17" fmla="*/ 58646 w 74983"/>
                <a:gd name="connsiteY17" fmla="*/ 242579 h 242579"/>
                <a:gd name="connsiteX18" fmla="*/ 61896 w 74983"/>
                <a:gd name="connsiteY18" fmla="*/ 234913 h 242579"/>
                <a:gd name="connsiteX19" fmla="*/ 61896 w 74983"/>
                <a:gd name="connsiteY19" fmla="*/ 234913 h 242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4983" h="242579">
                  <a:moveTo>
                    <a:pt x="61896" y="234913"/>
                  </a:moveTo>
                  <a:cubicBezTo>
                    <a:pt x="49898" y="227581"/>
                    <a:pt x="33982" y="226164"/>
                    <a:pt x="31899" y="209082"/>
                  </a:cubicBezTo>
                  <a:cubicBezTo>
                    <a:pt x="30233" y="195584"/>
                    <a:pt x="38649" y="187084"/>
                    <a:pt x="43899" y="176085"/>
                  </a:cubicBezTo>
                  <a:cubicBezTo>
                    <a:pt x="53148" y="156670"/>
                    <a:pt x="23984" y="145172"/>
                    <a:pt x="18817" y="127673"/>
                  </a:cubicBezTo>
                  <a:cubicBezTo>
                    <a:pt x="14651" y="113591"/>
                    <a:pt x="24234" y="103009"/>
                    <a:pt x="24983" y="89510"/>
                  </a:cubicBezTo>
                  <a:cubicBezTo>
                    <a:pt x="25483" y="80927"/>
                    <a:pt x="21650" y="74928"/>
                    <a:pt x="17234" y="67928"/>
                  </a:cubicBezTo>
                  <a:cubicBezTo>
                    <a:pt x="5651" y="49347"/>
                    <a:pt x="8402" y="33432"/>
                    <a:pt x="25900" y="19933"/>
                  </a:cubicBezTo>
                  <a:cubicBezTo>
                    <a:pt x="39565" y="9350"/>
                    <a:pt x="56147" y="-232"/>
                    <a:pt x="73729" y="4767"/>
                  </a:cubicBezTo>
                  <a:cubicBezTo>
                    <a:pt x="74812" y="5101"/>
                    <a:pt x="75562" y="3601"/>
                    <a:pt x="74395" y="3101"/>
                  </a:cubicBezTo>
                  <a:cubicBezTo>
                    <a:pt x="51647" y="-6898"/>
                    <a:pt x="18734" y="8767"/>
                    <a:pt x="5818" y="28932"/>
                  </a:cubicBezTo>
                  <a:cubicBezTo>
                    <a:pt x="-1431" y="40264"/>
                    <a:pt x="-1681" y="53846"/>
                    <a:pt x="3818" y="65845"/>
                  </a:cubicBezTo>
                  <a:cubicBezTo>
                    <a:pt x="8569" y="76094"/>
                    <a:pt x="13318" y="82594"/>
                    <a:pt x="9568" y="94259"/>
                  </a:cubicBezTo>
                  <a:cubicBezTo>
                    <a:pt x="6985" y="102092"/>
                    <a:pt x="2819" y="108425"/>
                    <a:pt x="1902" y="116924"/>
                  </a:cubicBezTo>
                  <a:cubicBezTo>
                    <a:pt x="318" y="131006"/>
                    <a:pt x="6068" y="142922"/>
                    <a:pt x="14568" y="153671"/>
                  </a:cubicBezTo>
                  <a:cubicBezTo>
                    <a:pt x="17651" y="157504"/>
                    <a:pt x="28733" y="166086"/>
                    <a:pt x="29566" y="170252"/>
                  </a:cubicBezTo>
                  <a:cubicBezTo>
                    <a:pt x="30316" y="174086"/>
                    <a:pt x="22650" y="184251"/>
                    <a:pt x="21317" y="188251"/>
                  </a:cubicBezTo>
                  <a:cubicBezTo>
                    <a:pt x="16818" y="201083"/>
                    <a:pt x="16067" y="214498"/>
                    <a:pt x="23067" y="226581"/>
                  </a:cubicBezTo>
                  <a:cubicBezTo>
                    <a:pt x="30899" y="240163"/>
                    <a:pt x="43815" y="242579"/>
                    <a:pt x="58646" y="242579"/>
                  </a:cubicBezTo>
                  <a:cubicBezTo>
                    <a:pt x="62313" y="242496"/>
                    <a:pt x="65979" y="237330"/>
                    <a:pt x="61896" y="234913"/>
                  </a:cubicBezTo>
                  <a:lnTo>
                    <a:pt x="61896" y="234913"/>
                  </a:lnTo>
                  <a:close/>
                </a:path>
              </a:pathLst>
            </a:custGeom>
            <a:grpFill/>
            <a:ln w="8332" cap="flat">
              <a:noFill/>
              <a:prstDash val="solid"/>
              <a:miter/>
            </a:ln>
          </p:spPr>
          <p:txBody>
            <a:bodyPr rtlCol="0" anchor="ctr"/>
            <a:lstStyle/>
            <a:p>
              <a:endParaRPr lang="en-US"/>
            </a:p>
          </p:txBody>
        </p:sp>
        <p:sp>
          <p:nvSpPr>
            <p:cNvPr id="2212" name="Freeform: Shape 2211"/>
            <p:cNvSpPr/>
            <p:nvPr/>
          </p:nvSpPr>
          <p:spPr>
            <a:xfrm>
              <a:off x="10149289" y="2522463"/>
              <a:ext cx="71029" cy="80183"/>
            </a:xfrm>
            <a:custGeom>
              <a:avLst/>
              <a:gdLst>
                <a:gd name="connsiteX0" fmla="*/ 66979 w 71029"/>
                <a:gd name="connsiteY0" fmla="*/ 66064 h 80183"/>
                <a:gd name="connsiteX1" fmla="*/ 24732 w 71029"/>
                <a:gd name="connsiteY1" fmla="*/ 51732 h 80183"/>
                <a:gd name="connsiteX2" fmla="*/ 16233 w 71029"/>
                <a:gd name="connsiteY2" fmla="*/ 37566 h 80183"/>
                <a:gd name="connsiteX3" fmla="*/ 17983 w 71029"/>
                <a:gd name="connsiteY3" fmla="*/ 5319 h 80183"/>
                <a:gd name="connsiteX4" fmla="*/ 11317 w 71029"/>
                <a:gd name="connsiteY4" fmla="*/ 1403 h 80183"/>
                <a:gd name="connsiteX5" fmla="*/ 151 w 71029"/>
                <a:gd name="connsiteY5" fmla="*/ 30233 h 80183"/>
                <a:gd name="connsiteX6" fmla="*/ 5734 w 71029"/>
                <a:gd name="connsiteY6" fmla="*/ 45482 h 80183"/>
                <a:gd name="connsiteX7" fmla="*/ 14567 w 71029"/>
                <a:gd name="connsiteY7" fmla="*/ 62647 h 80183"/>
                <a:gd name="connsiteX8" fmla="*/ 69228 w 71029"/>
                <a:gd name="connsiteY8" fmla="*/ 74396 h 80183"/>
                <a:gd name="connsiteX9" fmla="*/ 66979 w 71029"/>
                <a:gd name="connsiteY9" fmla="*/ 66064 h 80183"/>
                <a:gd name="connsiteX10" fmla="*/ 66979 w 71029"/>
                <a:gd name="connsiteY10" fmla="*/ 66064 h 80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1029" h="80183">
                  <a:moveTo>
                    <a:pt x="66979" y="66064"/>
                  </a:moveTo>
                  <a:cubicBezTo>
                    <a:pt x="51813" y="62064"/>
                    <a:pt x="34148" y="69230"/>
                    <a:pt x="24732" y="51732"/>
                  </a:cubicBezTo>
                  <a:cubicBezTo>
                    <a:pt x="22066" y="46732"/>
                    <a:pt x="19232" y="42399"/>
                    <a:pt x="16233" y="37566"/>
                  </a:cubicBezTo>
                  <a:cubicBezTo>
                    <a:pt x="9317" y="26317"/>
                    <a:pt x="11817" y="16235"/>
                    <a:pt x="17983" y="5319"/>
                  </a:cubicBezTo>
                  <a:cubicBezTo>
                    <a:pt x="20150" y="1403"/>
                    <a:pt x="13900" y="-2014"/>
                    <a:pt x="11317" y="1403"/>
                  </a:cubicBezTo>
                  <a:cubicBezTo>
                    <a:pt x="4734" y="10069"/>
                    <a:pt x="-1015" y="18901"/>
                    <a:pt x="151" y="30233"/>
                  </a:cubicBezTo>
                  <a:cubicBezTo>
                    <a:pt x="734" y="35983"/>
                    <a:pt x="2734" y="40649"/>
                    <a:pt x="5734" y="45482"/>
                  </a:cubicBezTo>
                  <a:cubicBezTo>
                    <a:pt x="9150" y="51065"/>
                    <a:pt x="11233" y="57148"/>
                    <a:pt x="14567" y="62647"/>
                  </a:cubicBezTo>
                  <a:cubicBezTo>
                    <a:pt x="24233" y="78563"/>
                    <a:pt x="54313" y="86312"/>
                    <a:pt x="69228" y="74396"/>
                  </a:cubicBezTo>
                  <a:cubicBezTo>
                    <a:pt x="72645" y="71646"/>
                    <a:pt x="70812" y="66980"/>
                    <a:pt x="66979" y="66064"/>
                  </a:cubicBezTo>
                  <a:lnTo>
                    <a:pt x="66979" y="66064"/>
                  </a:lnTo>
                  <a:close/>
                </a:path>
              </a:pathLst>
            </a:custGeom>
            <a:grpFill/>
            <a:ln w="8332" cap="flat">
              <a:noFill/>
              <a:prstDash val="solid"/>
              <a:miter/>
            </a:ln>
          </p:spPr>
          <p:txBody>
            <a:bodyPr rtlCol="0" anchor="ctr"/>
            <a:lstStyle/>
            <a:p>
              <a:endParaRPr lang="en-US"/>
            </a:p>
          </p:txBody>
        </p:sp>
        <p:sp>
          <p:nvSpPr>
            <p:cNvPr id="2213" name="Freeform: Shape 2212"/>
            <p:cNvSpPr/>
            <p:nvPr/>
          </p:nvSpPr>
          <p:spPr>
            <a:xfrm>
              <a:off x="10127668" y="2422353"/>
              <a:ext cx="81760" cy="95315"/>
            </a:xfrm>
            <a:custGeom>
              <a:avLst/>
              <a:gdLst>
                <a:gd name="connsiteX0" fmla="*/ 75433 w 81760"/>
                <a:gd name="connsiteY0" fmla="*/ 80515 h 95315"/>
                <a:gd name="connsiteX1" fmla="*/ 54518 w 81760"/>
                <a:gd name="connsiteY1" fmla="*/ 68349 h 95315"/>
                <a:gd name="connsiteX2" fmla="*/ 66768 w 81760"/>
                <a:gd name="connsiteY2" fmla="*/ 47934 h 95315"/>
                <a:gd name="connsiteX3" fmla="*/ 58352 w 81760"/>
                <a:gd name="connsiteY3" fmla="*/ 41352 h 95315"/>
                <a:gd name="connsiteX4" fmla="*/ 41353 w 81760"/>
                <a:gd name="connsiteY4" fmla="*/ 68433 h 95315"/>
                <a:gd name="connsiteX5" fmla="*/ 14272 w 81760"/>
                <a:gd name="connsiteY5" fmla="*/ 47851 h 95315"/>
                <a:gd name="connsiteX6" fmla="*/ 30771 w 81760"/>
                <a:gd name="connsiteY6" fmla="*/ 6355 h 95315"/>
                <a:gd name="connsiteX7" fmla="*/ 26438 w 81760"/>
                <a:gd name="connsiteY7" fmla="*/ 605 h 95315"/>
                <a:gd name="connsiteX8" fmla="*/ 1857 w 81760"/>
                <a:gd name="connsiteY8" fmla="*/ 53517 h 95315"/>
                <a:gd name="connsiteX9" fmla="*/ 43019 w 81760"/>
                <a:gd name="connsiteY9" fmla="*/ 79515 h 95315"/>
                <a:gd name="connsiteX10" fmla="*/ 57436 w 81760"/>
                <a:gd name="connsiteY10" fmla="*/ 93847 h 95315"/>
                <a:gd name="connsiteX11" fmla="*/ 79349 w 81760"/>
                <a:gd name="connsiteY11" fmla="*/ 90264 h 95315"/>
                <a:gd name="connsiteX12" fmla="*/ 75433 w 81760"/>
                <a:gd name="connsiteY12" fmla="*/ 80515 h 95315"/>
                <a:gd name="connsiteX13" fmla="*/ 75433 w 81760"/>
                <a:gd name="connsiteY13" fmla="*/ 80515 h 95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1760" h="95315">
                  <a:moveTo>
                    <a:pt x="75433" y="80515"/>
                  </a:moveTo>
                  <a:cubicBezTo>
                    <a:pt x="67268" y="81348"/>
                    <a:pt x="54186" y="79682"/>
                    <a:pt x="54518" y="68349"/>
                  </a:cubicBezTo>
                  <a:cubicBezTo>
                    <a:pt x="54769" y="60516"/>
                    <a:pt x="62352" y="53684"/>
                    <a:pt x="66768" y="47934"/>
                  </a:cubicBezTo>
                  <a:cubicBezTo>
                    <a:pt x="71017" y="42518"/>
                    <a:pt x="62602" y="35936"/>
                    <a:pt x="58352" y="41352"/>
                  </a:cubicBezTo>
                  <a:cubicBezTo>
                    <a:pt x="51936" y="49601"/>
                    <a:pt x="42687" y="58100"/>
                    <a:pt x="41353" y="68433"/>
                  </a:cubicBezTo>
                  <a:cubicBezTo>
                    <a:pt x="29688" y="65350"/>
                    <a:pt x="18105" y="60683"/>
                    <a:pt x="14272" y="47851"/>
                  </a:cubicBezTo>
                  <a:cubicBezTo>
                    <a:pt x="9106" y="30519"/>
                    <a:pt x="17022" y="16604"/>
                    <a:pt x="30771" y="6355"/>
                  </a:cubicBezTo>
                  <a:cubicBezTo>
                    <a:pt x="34521" y="3605"/>
                    <a:pt x="30271" y="-1811"/>
                    <a:pt x="26438" y="605"/>
                  </a:cubicBezTo>
                  <a:cubicBezTo>
                    <a:pt x="8273" y="12188"/>
                    <a:pt x="-5059" y="31102"/>
                    <a:pt x="1857" y="53517"/>
                  </a:cubicBezTo>
                  <a:cubicBezTo>
                    <a:pt x="7023" y="70099"/>
                    <a:pt x="25438" y="84181"/>
                    <a:pt x="43019" y="79515"/>
                  </a:cubicBezTo>
                  <a:cubicBezTo>
                    <a:pt x="45770" y="85681"/>
                    <a:pt x="51352" y="91181"/>
                    <a:pt x="57436" y="93847"/>
                  </a:cubicBezTo>
                  <a:cubicBezTo>
                    <a:pt x="65351" y="97180"/>
                    <a:pt x="72601" y="94347"/>
                    <a:pt x="79349" y="90264"/>
                  </a:cubicBezTo>
                  <a:cubicBezTo>
                    <a:pt x="84517" y="87347"/>
                    <a:pt x="80516" y="80015"/>
                    <a:pt x="75433" y="80515"/>
                  </a:cubicBezTo>
                  <a:lnTo>
                    <a:pt x="75433" y="80515"/>
                  </a:lnTo>
                  <a:close/>
                </a:path>
              </a:pathLst>
            </a:custGeom>
            <a:grpFill/>
            <a:ln w="8332" cap="flat">
              <a:noFill/>
              <a:prstDash val="solid"/>
              <a:miter/>
            </a:ln>
          </p:spPr>
          <p:txBody>
            <a:bodyPr rtlCol="0" anchor="ctr"/>
            <a:lstStyle/>
            <a:p>
              <a:endParaRPr lang="en-US"/>
            </a:p>
          </p:txBody>
        </p:sp>
        <p:sp>
          <p:nvSpPr>
            <p:cNvPr id="2214" name="Freeform: Shape 2213"/>
            <p:cNvSpPr/>
            <p:nvPr/>
          </p:nvSpPr>
          <p:spPr>
            <a:xfrm>
              <a:off x="10145796" y="2356887"/>
              <a:ext cx="32737" cy="47806"/>
            </a:xfrm>
            <a:custGeom>
              <a:avLst/>
              <a:gdLst>
                <a:gd name="connsiteX0" fmla="*/ 27725 w 32737"/>
                <a:gd name="connsiteY0" fmla="*/ 35492 h 47806"/>
                <a:gd name="connsiteX1" fmla="*/ 13476 w 32737"/>
                <a:gd name="connsiteY1" fmla="*/ 24826 h 47806"/>
                <a:gd name="connsiteX2" fmla="*/ 21142 w 32737"/>
                <a:gd name="connsiteY2" fmla="*/ 8161 h 47806"/>
                <a:gd name="connsiteX3" fmla="*/ 11143 w 32737"/>
                <a:gd name="connsiteY3" fmla="*/ 2328 h 47806"/>
                <a:gd name="connsiteX4" fmla="*/ 144 w 32737"/>
                <a:gd name="connsiteY4" fmla="*/ 30492 h 47806"/>
                <a:gd name="connsiteX5" fmla="*/ 27809 w 32737"/>
                <a:gd name="connsiteY5" fmla="*/ 47241 h 47806"/>
                <a:gd name="connsiteX6" fmla="*/ 27725 w 32737"/>
                <a:gd name="connsiteY6" fmla="*/ 35492 h 47806"/>
                <a:gd name="connsiteX7" fmla="*/ 27725 w 32737"/>
                <a:gd name="connsiteY7" fmla="*/ 35492 h 47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737" h="47806">
                  <a:moveTo>
                    <a:pt x="27725" y="35492"/>
                  </a:moveTo>
                  <a:cubicBezTo>
                    <a:pt x="21059" y="34908"/>
                    <a:pt x="12309" y="33492"/>
                    <a:pt x="13476" y="24826"/>
                  </a:cubicBezTo>
                  <a:cubicBezTo>
                    <a:pt x="14310" y="18826"/>
                    <a:pt x="18309" y="13327"/>
                    <a:pt x="21142" y="8161"/>
                  </a:cubicBezTo>
                  <a:cubicBezTo>
                    <a:pt x="24225" y="2411"/>
                    <a:pt x="14559" y="-3338"/>
                    <a:pt x="11143" y="2328"/>
                  </a:cubicBezTo>
                  <a:cubicBezTo>
                    <a:pt x="6060" y="10744"/>
                    <a:pt x="-1106" y="20076"/>
                    <a:pt x="144" y="30492"/>
                  </a:cubicBezTo>
                  <a:cubicBezTo>
                    <a:pt x="1728" y="44824"/>
                    <a:pt x="15226" y="49574"/>
                    <a:pt x="27809" y="47241"/>
                  </a:cubicBezTo>
                  <a:cubicBezTo>
                    <a:pt x="34058" y="46074"/>
                    <a:pt x="34724" y="36158"/>
                    <a:pt x="27725" y="35492"/>
                  </a:cubicBezTo>
                  <a:lnTo>
                    <a:pt x="27725" y="35492"/>
                  </a:lnTo>
                  <a:close/>
                </a:path>
              </a:pathLst>
            </a:custGeom>
            <a:grpFill/>
            <a:ln w="8332" cap="flat">
              <a:noFill/>
              <a:prstDash val="solid"/>
              <a:miter/>
            </a:ln>
          </p:spPr>
          <p:txBody>
            <a:bodyPr rtlCol="0" anchor="ctr"/>
            <a:lstStyle/>
            <a:p>
              <a:endParaRPr lang="en-US"/>
            </a:p>
          </p:txBody>
        </p:sp>
        <p:sp>
          <p:nvSpPr>
            <p:cNvPr id="2215" name="Freeform: Shape 2214"/>
            <p:cNvSpPr/>
            <p:nvPr/>
          </p:nvSpPr>
          <p:spPr>
            <a:xfrm>
              <a:off x="10180757" y="2271689"/>
              <a:ext cx="110081" cy="58638"/>
            </a:xfrm>
            <a:custGeom>
              <a:avLst/>
              <a:gdLst>
                <a:gd name="connsiteX0" fmla="*/ 109753 w 110081"/>
                <a:gd name="connsiteY0" fmla="*/ 36696 h 58638"/>
                <a:gd name="connsiteX1" fmla="*/ 77339 w 110081"/>
                <a:gd name="connsiteY1" fmla="*/ 2200 h 58638"/>
                <a:gd name="connsiteX2" fmla="*/ 35177 w 110081"/>
                <a:gd name="connsiteY2" fmla="*/ 10699 h 58638"/>
                <a:gd name="connsiteX3" fmla="*/ 32927 w 110081"/>
                <a:gd name="connsiteY3" fmla="*/ 12199 h 58638"/>
                <a:gd name="connsiteX4" fmla="*/ 27510 w 110081"/>
                <a:gd name="connsiteY4" fmla="*/ 11199 h 58638"/>
                <a:gd name="connsiteX5" fmla="*/ 9513 w 110081"/>
                <a:gd name="connsiteY5" fmla="*/ 20031 h 58638"/>
                <a:gd name="connsiteX6" fmla="*/ 3596 w 110081"/>
                <a:gd name="connsiteY6" fmla="*/ 55945 h 58638"/>
                <a:gd name="connsiteX7" fmla="*/ 12095 w 110081"/>
                <a:gd name="connsiteY7" fmla="*/ 52445 h 58638"/>
                <a:gd name="connsiteX8" fmla="*/ 33843 w 110081"/>
                <a:gd name="connsiteY8" fmla="*/ 23781 h 58638"/>
                <a:gd name="connsiteX9" fmla="*/ 39343 w 110081"/>
                <a:gd name="connsiteY9" fmla="*/ 23115 h 58638"/>
                <a:gd name="connsiteX10" fmla="*/ 50176 w 110081"/>
                <a:gd name="connsiteY10" fmla="*/ 16865 h 58638"/>
                <a:gd name="connsiteX11" fmla="*/ 83755 w 110081"/>
                <a:gd name="connsiteY11" fmla="*/ 24448 h 58638"/>
                <a:gd name="connsiteX12" fmla="*/ 105420 w 110081"/>
                <a:gd name="connsiteY12" fmla="*/ 42446 h 58638"/>
                <a:gd name="connsiteX13" fmla="*/ 109753 w 110081"/>
                <a:gd name="connsiteY13" fmla="*/ 36696 h 58638"/>
                <a:gd name="connsiteX14" fmla="*/ 109753 w 110081"/>
                <a:gd name="connsiteY14" fmla="*/ 36696 h 58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0081" h="58638">
                  <a:moveTo>
                    <a:pt x="109753" y="36696"/>
                  </a:moveTo>
                  <a:cubicBezTo>
                    <a:pt x="104420" y="24531"/>
                    <a:pt x="89505" y="7699"/>
                    <a:pt x="77339" y="2200"/>
                  </a:cubicBezTo>
                  <a:cubicBezTo>
                    <a:pt x="63924" y="-3883"/>
                    <a:pt x="46759" y="3866"/>
                    <a:pt x="35177" y="10699"/>
                  </a:cubicBezTo>
                  <a:cubicBezTo>
                    <a:pt x="33843" y="11449"/>
                    <a:pt x="33010" y="11949"/>
                    <a:pt x="32927" y="12199"/>
                  </a:cubicBezTo>
                  <a:cubicBezTo>
                    <a:pt x="31177" y="11949"/>
                    <a:pt x="29261" y="11199"/>
                    <a:pt x="27510" y="11199"/>
                  </a:cubicBezTo>
                  <a:cubicBezTo>
                    <a:pt x="20595" y="11282"/>
                    <a:pt x="14262" y="15282"/>
                    <a:pt x="9513" y="20031"/>
                  </a:cubicBezTo>
                  <a:cubicBezTo>
                    <a:pt x="-1070" y="30614"/>
                    <a:pt x="-2487" y="42863"/>
                    <a:pt x="3596" y="55945"/>
                  </a:cubicBezTo>
                  <a:cubicBezTo>
                    <a:pt x="6096" y="61278"/>
                    <a:pt x="14262" y="57945"/>
                    <a:pt x="12095" y="52445"/>
                  </a:cubicBezTo>
                  <a:cubicBezTo>
                    <a:pt x="6762" y="38863"/>
                    <a:pt x="16762" y="17948"/>
                    <a:pt x="33843" y="23781"/>
                  </a:cubicBezTo>
                  <a:cubicBezTo>
                    <a:pt x="35510" y="24364"/>
                    <a:pt x="37926" y="24448"/>
                    <a:pt x="39343" y="23115"/>
                  </a:cubicBezTo>
                  <a:cubicBezTo>
                    <a:pt x="42593" y="19948"/>
                    <a:pt x="45926" y="18531"/>
                    <a:pt x="50176" y="16865"/>
                  </a:cubicBezTo>
                  <a:cubicBezTo>
                    <a:pt x="63757" y="11782"/>
                    <a:pt x="73506" y="13365"/>
                    <a:pt x="83755" y="24448"/>
                  </a:cubicBezTo>
                  <a:cubicBezTo>
                    <a:pt x="90088" y="31280"/>
                    <a:pt x="95922" y="40363"/>
                    <a:pt x="105420" y="42446"/>
                  </a:cubicBezTo>
                  <a:cubicBezTo>
                    <a:pt x="108504" y="43279"/>
                    <a:pt x="111003" y="39446"/>
                    <a:pt x="109753" y="36696"/>
                  </a:cubicBezTo>
                  <a:lnTo>
                    <a:pt x="109753" y="36696"/>
                  </a:lnTo>
                  <a:close/>
                </a:path>
              </a:pathLst>
            </a:custGeom>
            <a:grpFill/>
            <a:ln w="8332" cap="flat">
              <a:noFill/>
              <a:prstDash val="solid"/>
              <a:miter/>
            </a:ln>
          </p:spPr>
          <p:txBody>
            <a:bodyPr rtlCol="0" anchor="ctr"/>
            <a:lstStyle/>
            <a:p>
              <a:endParaRPr lang="en-US"/>
            </a:p>
          </p:txBody>
        </p:sp>
        <p:sp>
          <p:nvSpPr>
            <p:cNvPr id="2216" name="Freeform: Shape 2215"/>
            <p:cNvSpPr/>
            <p:nvPr/>
          </p:nvSpPr>
          <p:spPr>
            <a:xfrm>
              <a:off x="10305042" y="2369198"/>
              <a:ext cx="40130" cy="116369"/>
            </a:xfrm>
            <a:custGeom>
              <a:avLst/>
              <a:gdLst>
                <a:gd name="connsiteX0" fmla="*/ 32964 w 40130"/>
                <a:gd name="connsiteY0" fmla="*/ 54094 h 116369"/>
                <a:gd name="connsiteX1" fmla="*/ 34380 w 40130"/>
                <a:gd name="connsiteY1" fmla="*/ 12264 h 116369"/>
                <a:gd name="connsiteX2" fmla="*/ 3800 w 40130"/>
                <a:gd name="connsiteY2" fmla="*/ 432 h 116369"/>
                <a:gd name="connsiteX3" fmla="*/ 3800 w 40130"/>
                <a:gd name="connsiteY3" fmla="*/ 7681 h 116369"/>
                <a:gd name="connsiteX4" fmla="*/ 20048 w 40130"/>
                <a:gd name="connsiteY4" fmla="*/ 55427 h 116369"/>
                <a:gd name="connsiteX5" fmla="*/ 21299 w 40130"/>
                <a:gd name="connsiteY5" fmla="*/ 88841 h 116369"/>
                <a:gd name="connsiteX6" fmla="*/ 1467 w 40130"/>
                <a:gd name="connsiteY6" fmla="*/ 107089 h 116369"/>
                <a:gd name="connsiteX7" fmla="*/ 8299 w 40130"/>
                <a:gd name="connsiteY7" fmla="*/ 116088 h 116369"/>
                <a:gd name="connsiteX8" fmla="*/ 37797 w 40130"/>
                <a:gd name="connsiteY8" fmla="*/ 87674 h 116369"/>
                <a:gd name="connsiteX9" fmla="*/ 32964 w 40130"/>
                <a:gd name="connsiteY9" fmla="*/ 54094 h 116369"/>
                <a:gd name="connsiteX10" fmla="*/ 32964 w 40130"/>
                <a:gd name="connsiteY10" fmla="*/ 54094 h 11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130" h="116369">
                  <a:moveTo>
                    <a:pt x="32964" y="54094"/>
                  </a:moveTo>
                  <a:cubicBezTo>
                    <a:pt x="27298" y="41511"/>
                    <a:pt x="40880" y="27013"/>
                    <a:pt x="34380" y="12264"/>
                  </a:cubicBezTo>
                  <a:cubicBezTo>
                    <a:pt x="28631" y="-651"/>
                    <a:pt x="15966" y="-651"/>
                    <a:pt x="3800" y="432"/>
                  </a:cubicBezTo>
                  <a:cubicBezTo>
                    <a:pt x="-283" y="849"/>
                    <a:pt x="-366" y="7598"/>
                    <a:pt x="3800" y="7681"/>
                  </a:cubicBezTo>
                  <a:cubicBezTo>
                    <a:pt x="37463" y="8515"/>
                    <a:pt x="12549" y="38678"/>
                    <a:pt x="20048" y="55427"/>
                  </a:cubicBezTo>
                  <a:cubicBezTo>
                    <a:pt x="25632" y="68009"/>
                    <a:pt x="31130" y="75592"/>
                    <a:pt x="21299" y="88841"/>
                  </a:cubicBezTo>
                  <a:cubicBezTo>
                    <a:pt x="15882" y="96090"/>
                    <a:pt x="7633" y="100590"/>
                    <a:pt x="1467" y="107089"/>
                  </a:cubicBezTo>
                  <a:cubicBezTo>
                    <a:pt x="-2866" y="111672"/>
                    <a:pt x="3300" y="117755"/>
                    <a:pt x="8299" y="116088"/>
                  </a:cubicBezTo>
                  <a:cubicBezTo>
                    <a:pt x="21881" y="111505"/>
                    <a:pt x="32547" y="101006"/>
                    <a:pt x="37797" y="87674"/>
                  </a:cubicBezTo>
                  <a:cubicBezTo>
                    <a:pt x="43130" y="74009"/>
                    <a:pt x="38381" y="66009"/>
                    <a:pt x="32964" y="54094"/>
                  </a:cubicBezTo>
                  <a:lnTo>
                    <a:pt x="32964" y="54094"/>
                  </a:lnTo>
                  <a:close/>
                </a:path>
              </a:pathLst>
            </a:custGeom>
            <a:grpFill/>
            <a:ln w="8332" cap="flat">
              <a:noFill/>
              <a:prstDash val="solid"/>
              <a:miter/>
            </a:ln>
          </p:spPr>
          <p:txBody>
            <a:bodyPr rtlCol="0" anchor="ctr"/>
            <a:lstStyle/>
            <a:p>
              <a:endParaRPr lang="en-US"/>
            </a:p>
          </p:txBody>
        </p:sp>
        <p:sp>
          <p:nvSpPr>
            <p:cNvPr id="2217" name="Freeform: Shape 2216"/>
            <p:cNvSpPr/>
            <p:nvPr/>
          </p:nvSpPr>
          <p:spPr>
            <a:xfrm>
              <a:off x="10270715" y="2481085"/>
              <a:ext cx="21101" cy="55822"/>
            </a:xfrm>
            <a:custGeom>
              <a:avLst/>
              <a:gdLst>
                <a:gd name="connsiteX0" fmla="*/ 16129 w 21101"/>
                <a:gd name="connsiteY0" fmla="*/ 2702 h 55822"/>
                <a:gd name="connsiteX1" fmla="*/ 8130 w 21101"/>
                <a:gd name="connsiteY1" fmla="*/ 6034 h 55822"/>
                <a:gd name="connsiteX2" fmla="*/ 10546 w 21101"/>
                <a:gd name="connsiteY2" fmla="*/ 29532 h 55822"/>
                <a:gd name="connsiteX3" fmla="*/ 297 w 21101"/>
                <a:gd name="connsiteY3" fmla="*/ 50447 h 55822"/>
                <a:gd name="connsiteX4" fmla="*/ 5297 w 21101"/>
                <a:gd name="connsiteY4" fmla="*/ 55447 h 55822"/>
                <a:gd name="connsiteX5" fmla="*/ 16129 w 21101"/>
                <a:gd name="connsiteY5" fmla="*/ 2702 h 55822"/>
                <a:gd name="connsiteX6" fmla="*/ 16129 w 21101"/>
                <a:gd name="connsiteY6" fmla="*/ 2702 h 55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101" h="55822">
                  <a:moveTo>
                    <a:pt x="16129" y="2702"/>
                  </a:moveTo>
                  <a:cubicBezTo>
                    <a:pt x="14380" y="-2631"/>
                    <a:pt x="6463" y="702"/>
                    <a:pt x="8130" y="6034"/>
                  </a:cubicBezTo>
                  <a:cubicBezTo>
                    <a:pt x="10546" y="13701"/>
                    <a:pt x="12796" y="21616"/>
                    <a:pt x="10546" y="29532"/>
                  </a:cubicBezTo>
                  <a:cubicBezTo>
                    <a:pt x="8546" y="36782"/>
                    <a:pt x="3547" y="43615"/>
                    <a:pt x="297" y="50447"/>
                  </a:cubicBezTo>
                  <a:cubicBezTo>
                    <a:pt x="-1036" y="53280"/>
                    <a:pt x="2380" y="57030"/>
                    <a:pt x="5297" y="55447"/>
                  </a:cubicBezTo>
                  <a:cubicBezTo>
                    <a:pt x="26295" y="44198"/>
                    <a:pt x="22379" y="21450"/>
                    <a:pt x="16129" y="2702"/>
                  </a:cubicBezTo>
                  <a:lnTo>
                    <a:pt x="16129" y="2702"/>
                  </a:lnTo>
                  <a:close/>
                </a:path>
              </a:pathLst>
            </a:custGeom>
            <a:grpFill/>
            <a:ln w="8332" cap="flat">
              <a:noFill/>
              <a:prstDash val="solid"/>
              <a:miter/>
            </a:ln>
          </p:spPr>
          <p:txBody>
            <a:bodyPr rtlCol="0" anchor="ctr"/>
            <a:lstStyle/>
            <a:p>
              <a:endParaRPr lang="en-US"/>
            </a:p>
          </p:txBody>
        </p:sp>
        <p:sp>
          <p:nvSpPr>
            <p:cNvPr id="2218" name="Freeform: Shape 2217"/>
            <p:cNvSpPr/>
            <p:nvPr/>
          </p:nvSpPr>
          <p:spPr>
            <a:xfrm>
              <a:off x="6378248" y="751117"/>
              <a:ext cx="384948" cy="743864"/>
            </a:xfrm>
            <a:custGeom>
              <a:avLst/>
              <a:gdLst>
                <a:gd name="connsiteX0" fmla="*/ 156268 w 384948"/>
                <a:gd name="connsiteY0" fmla="*/ 672598 h 743864"/>
                <a:gd name="connsiteX1" fmla="*/ 144436 w 384948"/>
                <a:gd name="connsiteY1" fmla="*/ 650600 h 743864"/>
                <a:gd name="connsiteX2" fmla="*/ 143435 w 384948"/>
                <a:gd name="connsiteY2" fmla="*/ 626186 h 743864"/>
                <a:gd name="connsiteX3" fmla="*/ 158184 w 384948"/>
                <a:gd name="connsiteY3" fmla="*/ 563358 h 743864"/>
                <a:gd name="connsiteX4" fmla="*/ 209596 w 384948"/>
                <a:gd name="connsiteY4" fmla="*/ 441369 h 743864"/>
                <a:gd name="connsiteX5" fmla="*/ 210179 w 384948"/>
                <a:gd name="connsiteY5" fmla="*/ 441369 h 743864"/>
                <a:gd name="connsiteX6" fmla="*/ 214179 w 384948"/>
                <a:gd name="connsiteY6" fmla="*/ 441369 h 743864"/>
                <a:gd name="connsiteX7" fmla="*/ 214429 w 384948"/>
                <a:gd name="connsiteY7" fmla="*/ 441286 h 743864"/>
                <a:gd name="connsiteX8" fmla="*/ 224178 w 384948"/>
                <a:gd name="connsiteY8" fmla="*/ 439869 h 743864"/>
                <a:gd name="connsiteX9" fmla="*/ 227095 w 384948"/>
                <a:gd name="connsiteY9" fmla="*/ 438203 h 743864"/>
                <a:gd name="connsiteX10" fmla="*/ 269591 w 384948"/>
                <a:gd name="connsiteY10" fmla="*/ 421454 h 743864"/>
                <a:gd name="connsiteX11" fmla="*/ 290172 w 384948"/>
                <a:gd name="connsiteY11" fmla="*/ 373792 h 743864"/>
                <a:gd name="connsiteX12" fmla="*/ 335835 w 384948"/>
                <a:gd name="connsiteY12" fmla="*/ 326630 h 743864"/>
                <a:gd name="connsiteX13" fmla="*/ 341001 w 384948"/>
                <a:gd name="connsiteY13" fmla="*/ 300882 h 743864"/>
                <a:gd name="connsiteX14" fmla="*/ 341751 w 384948"/>
                <a:gd name="connsiteY14" fmla="*/ 283383 h 743864"/>
                <a:gd name="connsiteX15" fmla="*/ 356583 w 384948"/>
                <a:gd name="connsiteY15" fmla="*/ 266802 h 743864"/>
                <a:gd name="connsiteX16" fmla="*/ 384747 w 384948"/>
                <a:gd name="connsiteY16" fmla="*/ 222722 h 743864"/>
                <a:gd name="connsiteX17" fmla="*/ 370415 w 384948"/>
                <a:gd name="connsiteY17" fmla="*/ 164061 h 743864"/>
                <a:gd name="connsiteX18" fmla="*/ 373915 w 384948"/>
                <a:gd name="connsiteY18" fmla="*/ 104483 h 743864"/>
                <a:gd name="connsiteX19" fmla="*/ 341334 w 384948"/>
                <a:gd name="connsiteY19" fmla="*/ 69236 h 743864"/>
                <a:gd name="connsiteX20" fmla="*/ 309170 w 384948"/>
                <a:gd name="connsiteY20" fmla="*/ 48071 h 743864"/>
                <a:gd name="connsiteX21" fmla="*/ 296338 w 384948"/>
                <a:gd name="connsiteY21" fmla="*/ 26073 h 743864"/>
                <a:gd name="connsiteX22" fmla="*/ 246759 w 384948"/>
                <a:gd name="connsiteY22" fmla="*/ 1409 h 743864"/>
                <a:gd name="connsiteX23" fmla="*/ 187098 w 384948"/>
                <a:gd name="connsiteY23" fmla="*/ 4992 h 743864"/>
                <a:gd name="connsiteX24" fmla="*/ 130187 w 384948"/>
                <a:gd name="connsiteY24" fmla="*/ 7908 h 743864"/>
                <a:gd name="connsiteX25" fmla="*/ 84357 w 384948"/>
                <a:gd name="connsiteY25" fmla="*/ 39155 h 743864"/>
                <a:gd name="connsiteX26" fmla="*/ 38945 w 384948"/>
                <a:gd name="connsiteY26" fmla="*/ 61403 h 743864"/>
                <a:gd name="connsiteX27" fmla="*/ 18197 w 384948"/>
                <a:gd name="connsiteY27" fmla="*/ 107649 h 743864"/>
                <a:gd name="connsiteX28" fmla="*/ 17613 w 384948"/>
                <a:gd name="connsiteY28" fmla="*/ 122231 h 743864"/>
                <a:gd name="connsiteX29" fmla="*/ 9614 w 384948"/>
                <a:gd name="connsiteY29" fmla="*/ 138896 h 743864"/>
                <a:gd name="connsiteX30" fmla="*/ 365 w 384948"/>
                <a:gd name="connsiteY30" fmla="*/ 163311 h 743864"/>
                <a:gd name="connsiteX31" fmla="*/ 14364 w 384948"/>
                <a:gd name="connsiteY31" fmla="*/ 220389 h 743864"/>
                <a:gd name="connsiteX32" fmla="*/ 15947 w 384948"/>
                <a:gd name="connsiteY32" fmla="*/ 255886 h 743864"/>
                <a:gd name="connsiteX33" fmla="*/ 7364 w 384948"/>
                <a:gd name="connsiteY33" fmla="*/ 282633 h 743864"/>
                <a:gd name="connsiteX34" fmla="*/ 68609 w 384948"/>
                <a:gd name="connsiteY34" fmla="*/ 389041 h 743864"/>
                <a:gd name="connsiteX35" fmla="*/ 78441 w 384948"/>
                <a:gd name="connsiteY35" fmla="*/ 415038 h 743864"/>
                <a:gd name="connsiteX36" fmla="*/ 92274 w 384948"/>
                <a:gd name="connsiteY36" fmla="*/ 454201 h 743864"/>
                <a:gd name="connsiteX37" fmla="*/ 94106 w 384948"/>
                <a:gd name="connsiteY37" fmla="*/ 456451 h 743864"/>
                <a:gd name="connsiteX38" fmla="*/ 88857 w 384948"/>
                <a:gd name="connsiteY38" fmla="*/ 540777 h 743864"/>
                <a:gd name="connsiteX39" fmla="*/ 82524 w 384948"/>
                <a:gd name="connsiteY39" fmla="*/ 596272 h 743864"/>
                <a:gd name="connsiteX40" fmla="*/ 46528 w 384948"/>
                <a:gd name="connsiteY40" fmla="*/ 634602 h 743864"/>
                <a:gd name="connsiteX41" fmla="*/ 19863 w 384948"/>
                <a:gd name="connsiteY41" fmla="*/ 706345 h 743864"/>
                <a:gd name="connsiteX42" fmla="*/ 60693 w 384948"/>
                <a:gd name="connsiteY42" fmla="*/ 714595 h 743864"/>
                <a:gd name="connsiteX43" fmla="*/ 85941 w 384948"/>
                <a:gd name="connsiteY43" fmla="*/ 703179 h 743864"/>
                <a:gd name="connsiteX44" fmla="*/ 132520 w 384948"/>
                <a:gd name="connsiteY44" fmla="*/ 743342 h 743864"/>
                <a:gd name="connsiteX45" fmla="*/ 156268 w 384948"/>
                <a:gd name="connsiteY45" fmla="*/ 672598 h 743864"/>
                <a:gd name="connsiteX46" fmla="*/ 156268 w 384948"/>
                <a:gd name="connsiteY46" fmla="*/ 672598 h 743864"/>
                <a:gd name="connsiteX47" fmla="*/ 85441 w 384948"/>
                <a:gd name="connsiteY47" fmla="*/ 402456 h 743864"/>
                <a:gd name="connsiteX48" fmla="*/ 74442 w 384948"/>
                <a:gd name="connsiteY48" fmla="*/ 385541 h 743864"/>
                <a:gd name="connsiteX49" fmla="*/ 74442 w 384948"/>
                <a:gd name="connsiteY49" fmla="*/ 385541 h 743864"/>
                <a:gd name="connsiteX50" fmla="*/ 23696 w 384948"/>
                <a:gd name="connsiteY50" fmla="*/ 286883 h 743864"/>
                <a:gd name="connsiteX51" fmla="*/ 39778 w 384948"/>
                <a:gd name="connsiteY51" fmla="*/ 242720 h 743864"/>
                <a:gd name="connsiteX52" fmla="*/ 26779 w 384948"/>
                <a:gd name="connsiteY52" fmla="*/ 203057 h 743864"/>
                <a:gd name="connsiteX53" fmla="*/ 23113 w 384948"/>
                <a:gd name="connsiteY53" fmla="*/ 149895 h 743864"/>
                <a:gd name="connsiteX54" fmla="*/ 33612 w 384948"/>
                <a:gd name="connsiteY54" fmla="*/ 130064 h 743864"/>
                <a:gd name="connsiteX55" fmla="*/ 35445 w 384948"/>
                <a:gd name="connsiteY55" fmla="*/ 103400 h 743864"/>
                <a:gd name="connsiteX56" fmla="*/ 66193 w 384948"/>
                <a:gd name="connsiteY56" fmla="*/ 59570 h 743864"/>
                <a:gd name="connsiteX57" fmla="*/ 107855 w 384948"/>
                <a:gd name="connsiteY57" fmla="*/ 40905 h 743864"/>
                <a:gd name="connsiteX58" fmla="*/ 158351 w 384948"/>
                <a:gd name="connsiteY58" fmla="*/ 18991 h 743864"/>
                <a:gd name="connsiteX59" fmla="*/ 208346 w 384948"/>
                <a:gd name="connsiteY59" fmla="*/ 17074 h 743864"/>
                <a:gd name="connsiteX60" fmla="*/ 261675 w 384948"/>
                <a:gd name="connsiteY60" fmla="*/ 21574 h 743864"/>
                <a:gd name="connsiteX61" fmla="*/ 287172 w 384948"/>
                <a:gd name="connsiteY61" fmla="*/ 38406 h 743864"/>
                <a:gd name="connsiteX62" fmla="*/ 299755 w 384948"/>
                <a:gd name="connsiteY62" fmla="*/ 63403 h 743864"/>
                <a:gd name="connsiteX63" fmla="*/ 318170 w 384948"/>
                <a:gd name="connsiteY63" fmla="*/ 73486 h 743864"/>
                <a:gd name="connsiteX64" fmla="*/ 345751 w 384948"/>
                <a:gd name="connsiteY64" fmla="*/ 92151 h 743864"/>
                <a:gd name="connsiteX65" fmla="*/ 358749 w 384948"/>
                <a:gd name="connsiteY65" fmla="*/ 113399 h 743864"/>
                <a:gd name="connsiteX66" fmla="*/ 351667 w 384948"/>
                <a:gd name="connsiteY66" fmla="*/ 146146 h 743864"/>
                <a:gd name="connsiteX67" fmla="*/ 361832 w 384948"/>
                <a:gd name="connsiteY67" fmla="*/ 189975 h 743864"/>
                <a:gd name="connsiteX68" fmla="*/ 350000 w 384948"/>
                <a:gd name="connsiteY68" fmla="*/ 248803 h 743864"/>
                <a:gd name="connsiteX69" fmla="*/ 323003 w 384948"/>
                <a:gd name="connsiteY69" fmla="*/ 290466 h 743864"/>
                <a:gd name="connsiteX70" fmla="*/ 313087 w 384948"/>
                <a:gd name="connsiteY70" fmla="*/ 328796 h 743864"/>
                <a:gd name="connsiteX71" fmla="*/ 289422 w 384948"/>
                <a:gd name="connsiteY71" fmla="*/ 348711 h 743864"/>
                <a:gd name="connsiteX72" fmla="*/ 267091 w 384948"/>
                <a:gd name="connsiteY72" fmla="*/ 391207 h 743864"/>
                <a:gd name="connsiteX73" fmla="*/ 244760 w 384948"/>
                <a:gd name="connsiteY73" fmla="*/ 414872 h 743864"/>
                <a:gd name="connsiteX74" fmla="*/ 210346 w 384948"/>
                <a:gd name="connsiteY74" fmla="*/ 426454 h 743864"/>
                <a:gd name="connsiteX75" fmla="*/ 209763 w 384948"/>
                <a:gd name="connsiteY75" fmla="*/ 426704 h 743864"/>
                <a:gd name="connsiteX76" fmla="*/ 183349 w 384948"/>
                <a:gd name="connsiteY76" fmla="*/ 428370 h 743864"/>
                <a:gd name="connsiteX77" fmla="*/ 163017 w 384948"/>
                <a:gd name="connsiteY77" fmla="*/ 437786 h 743864"/>
                <a:gd name="connsiteX78" fmla="*/ 127437 w 384948"/>
                <a:gd name="connsiteY78" fmla="*/ 408039 h 743864"/>
                <a:gd name="connsiteX79" fmla="*/ 100606 w 384948"/>
                <a:gd name="connsiteY79" fmla="*/ 434453 h 743864"/>
                <a:gd name="connsiteX80" fmla="*/ 97523 w 384948"/>
                <a:gd name="connsiteY80" fmla="*/ 424371 h 743864"/>
                <a:gd name="connsiteX81" fmla="*/ 85441 w 384948"/>
                <a:gd name="connsiteY81" fmla="*/ 402456 h 743864"/>
                <a:gd name="connsiteX82" fmla="*/ 85441 w 384948"/>
                <a:gd name="connsiteY82" fmla="*/ 402456 h 743864"/>
                <a:gd name="connsiteX83" fmla="*/ 135353 w 384948"/>
                <a:gd name="connsiteY83" fmla="*/ 724094 h 743864"/>
                <a:gd name="connsiteX84" fmla="*/ 111188 w 384948"/>
                <a:gd name="connsiteY84" fmla="*/ 720927 h 743864"/>
                <a:gd name="connsiteX85" fmla="*/ 99773 w 384948"/>
                <a:gd name="connsiteY85" fmla="*/ 687597 h 743864"/>
                <a:gd name="connsiteX86" fmla="*/ 87440 w 384948"/>
                <a:gd name="connsiteY86" fmla="*/ 682347 h 743864"/>
                <a:gd name="connsiteX87" fmla="*/ 63276 w 384948"/>
                <a:gd name="connsiteY87" fmla="*/ 698763 h 743864"/>
                <a:gd name="connsiteX88" fmla="*/ 33362 w 384948"/>
                <a:gd name="connsiteY88" fmla="*/ 696430 h 743864"/>
                <a:gd name="connsiteX89" fmla="*/ 50944 w 384948"/>
                <a:gd name="connsiteY89" fmla="*/ 652517 h 743864"/>
                <a:gd name="connsiteX90" fmla="*/ 97440 w 384948"/>
                <a:gd name="connsiteY90" fmla="*/ 600355 h 743864"/>
                <a:gd name="connsiteX91" fmla="*/ 103939 w 384948"/>
                <a:gd name="connsiteY91" fmla="*/ 515362 h 743864"/>
                <a:gd name="connsiteX92" fmla="*/ 102439 w 384948"/>
                <a:gd name="connsiteY92" fmla="*/ 471200 h 743864"/>
                <a:gd name="connsiteX93" fmla="*/ 102773 w 384948"/>
                <a:gd name="connsiteY93" fmla="*/ 456284 h 743864"/>
                <a:gd name="connsiteX94" fmla="*/ 103356 w 384948"/>
                <a:gd name="connsiteY94" fmla="*/ 455868 h 743864"/>
                <a:gd name="connsiteX95" fmla="*/ 125021 w 384948"/>
                <a:gd name="connsiteY95" fmla="*/ 424204 h 743864"/>
                <a:gd name="connsiteX96" fmla="*/ 142352 w 384948"/>
                <a:gd name="connsiteY96" fmla="*/ 430787 h 743864"/>
                <a:gd name="connsiteX97" fmla="*/ 147352 w 384948"/>
                <a:gd name="connsiteY97" fmla="*/ 438953 h 743864"/>
                <a:gd name="connsiteX98" fmla="*/ 155934 w 384948"/>
                <a:gd name="connsiteY98" fmla="*/ 451452 h 743864"/>
                <a:gd name="connsiteX99" fmla="*/ 163017 w 384948"/>
                <a:gd name="connsiteY99" fmla="*/ 453451 h 743864"/>
                <a:gd name="connsiteX100" fmla="*/ 187015 w 384948"/>
                <a:gd name="connsiteY100" fmla="*/ 442702 h 743864"/>
                <a:gd name="connsiteX101" fmla="*/ 190431 w 384948"/>
                <a:gd name="connsiteY101" fmla="*/ 441952 h 743864"/>
                <a:gd name="connsiteX102" fmla="*/ 155768 w 384948"/>
                <a:gd name="connsiteY102" fmla="*/ 508946 h 743864"/>
                <a:gd name="connsiteX103" fmla="*/ 143852 w 384948"/>
                <a:gd name="connsiteY103" fmla="*/ 554276 h 743864"/>
                <a:gd name="connsiteX104" fmla="*/ 132770 w 384948"/>
                <a:gd name="connsiteY104" fmla="*/ 608354 h 743864"/>
                <a:gd name="connsiteX105" fmla="*/ 123270 w 384948"/>
                <a:gd name="connsiteY105" fmla="*/ 645268 h 743864"/>
                <a:gd name="connsiteX106" fmla="*/ 141686 w 384948"/>
                <a:gd name="connsiteY106" fmla="*/ 675931 h 743864"/>
                <a:gd name="connsiteX107" fmla="*/ 135353 w 384948"/>
                <a:gd name="connsiteY107" fmla="*/ 724094 h 743864"/>
                <a:gd name="connsiteX108" fmla="*/ 135353 w 384948"/>
                <a:gd name="connsiteY108" fmla="*/ 724094 h 743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384948" h="743864">
                  <a:moveTo>
                    <a:pt x="156268" y="672598"/>
                  </a:moveTo>
                  <a:cubicBezTo>
                    <a:pt x="153101" y="664849"/>
                    <a:pt x="148768" y="657683"/>
                    <a:pt x="144436" y="650600"/>
                  </a:cubicBezTo>
                  <a:cubicBezTo>
                    <a:pt x="138769" y="641351"/>
                    <a:pt x="139936" y="636185"/>
                    <a:pt x="143435" y="626186"/>
                  </a:cubicBezTo>
                  <a:cubicBezTo>
                    <a:pt x="150685" y="605271"/>
                    <a:pt x="153185" y="584773"/>
                    <a:pt x="158184" y="563358"/>
                  </a:cubicBezTo>
                  <a:cubicBezTo>
                    <a:pt x="167516" y="522862"/>
                    <a:pt x="176932" y="470117"/>
                    <a:pt x="209596" y="441369"/>
                  </a:cubicBezTo>
                  <a:cubicBezTo>
                    <a:pt x="209763" y="441369"/>
                    <a:pt x="210013" y="441369"/>
                    <a:pt x="210179" y="441369"/>
                  </a:cubicBezTo>
                  <a:cubicBezTo>
                    <a:pt x="211346" y="441702"/>
                    <a:pt x="212679" y="441702"/>
                    <a:pt x="214179" y="441369"/>
                  </a:cubicBezTo>
                  <a:cubicBezTo>
                    <a:pt x="214262" y="441369"/>
                    <a:pt x="214346" y="441286"/>
                    <a:pt x="214429" y="441286"/>
                  </a:cubicBezTo>
                  <a:cubicBezTo>
                    <a:pt x="217679" y="441119"/>
                    <a:pt x="220929" y="440786"/>
                    <a:pt x="224178" y="439869"/>
                  </a:cubicBezTo>
                  <a:cubicBezTo>
                    <a:pt x="225428" y="439536"/>
                    <a:pt x="226345" y="438953"/>
                    <a:pt x="227095" y="438203"/>
                  </a:cubicBezTo>
                  <a:cubicBezTo>
                    <a:pt x="242010" y="434536"/>
                    <a:pt x="258008" y="430203"/>
                    <a:pt x="269591" y="421454"/>
                  </a:cubicBezTo>
                  <a:cubicBezTo>
                    <a:pt x="285339" y="409539"/>
                    <a:pt x="280757" y="389124"/>
                    <a:pt x="290172" y="373792"/>
                  </a:cubicBezTo>
                  <a:cubicBezTo>
                    <a:pt x="301838" y="354627"/>
                    <a:pt x="326086" y="347961"/>
                    <a:pt x="335835" y="326630"/>
                  </a:cubicBezTo>
                  <a:cubicBezTo>
                    <a:pt x="339418" y="318714"/>
                    <a:pt x="340584" y="309464"/>
                    <a:pt x="341001" y="300882"/>
                  </a:cubicBezTo>
                  <a:cubicBezTo>
                    <a:pt x="341334" y="295382"/>
                    <a:pt x="340084" y="288716"/>
                    <a:pt x="341751" y="283383"/>
                  </a:cubicBezTo>
                  <a:cubicBezTo>
                    <a:pt x="344001" y="276217"/>
                    <a:pt x="351167" y="271468"/>
                    <a:pt x="356583" y="266802"/>
                  </a:cubicBezTo>
                  <a:cubicBezTo>
                    <a:pt x="369665" y="255386"/>
                    <a:pt x="383247" y="240887"/>
                    <a:pt x="384747" y="222722"/>
                  </a:cubicBezTo>
                  <a:cubicBezTo>
                    <a:pt x="386497" y="201807"/>
                    <a:pt x="376414" y="183392"/>
                    <a:pt x="370415" y="164061"/>
                  </a:cubicBezTo>
                  <a:cubicBezTo>
                    <a:pt x="364249" y="144063"/>
                    <a:pt x="380081" y="125148"/>
                    <a:pt x="373915" y="104483"/>
                  </a:cubicBezTo>
                  <a:cubicBezTo>
                    <a:pt x="369165" y="88651"/>
                    <a:pt x="354500" y="77902"/>
                    <a:pt x="341334" y="69236"/>
                  </a:cubicBezTo>
                  <a:cubicBezTo>
                    <a:pt x="331169" y="62570"/>
                    <a:pt x="316003" y="58904"/>
                    <a:pt x="309170" y="48071"/>
                  </a:cubicBezTo>
                  <a:cubicBezTo>
                    <a:pt x="304504" y="40572"/>
                    <a:pt x="302838" y="32823"/>
                    <a:pt x="296338" y="26073"/>
                  </a:cubicBezTo>
                  <a:cubicBezTo>
                    <a:pt x="283423" y="12741"/>
                    <a:pt x="264675" y="4908"/>
                    <a:pt x="246759" y="1409"/>
                  </a:cubicBezTo>
                  <a:cubicBezTo>
                    <a:pt x="226428" y="-2591"/>
                    <a:pt x="207180" y="2992"/>
                    <a:pt x="187098" y="4992"/>
                  </a:cubicBezTo>
                  <a:cubicBezTo>
                    <a:pt x="167850" y="6908"/>
                    <a:pt x="148768" y="909"/>
                    <a:pt x="130187" y="7908"/>
                  </a:cubicBezTo>
                  <a:cubicBezTo>
                    <a:pt x="112105" y="14658"/>
                    <a:pt x="102356" y="33823"/>
                    <a:pt x="84357" y="39155"/>
                  </a:cubicBezTo>
                  <a:cubicBezTo>
                    <a:pt x="67192" y="44155"/>
                    <a:pt x="51444" y="47071"/>
                    <a:pt x="38945" y="61403"/>
                  </a:cubicBezTo>
                  <a:cubicBezTo>
                    <a:pt x="29029" y="72736"/>
                    <a:pt x="19280" y="92317"/>
                    <a:pt x="18197" y="107649"/>
                  </a:cubicBezTo>
                  <a:cubicBezTo>
                    <a:pt x="17864" y="112482"/>
                    <a:pt x="18530" y="117398"/>
                    <a:pt x="17613" y="122231"/>
                  </a:cubicBezTo>
                  <a:cubicBezTo>
                    <a:pt x="16363" y="128564"/>
                    <a:pt x="12947" y="133480"/>
                    <a:pt x="9614" y="138896"/>
                  </a:cubicBezTo>
                  <a:cubicBezTo>
                    <a:pt x="4865" y="146646"/>
                    <a:pt x="1448" y="154145"/>
                    <a:pt x="365" y="163311"/>
                  </a:cubicBezTo>
                  <a:cubicBezTo>
                    <a:pt x="-1885" y="183476"/>
                    <a:pt x="6698" y="202141"/>
                    <a:pt x="14364" y="220389"/>
                  </a:cubicBezTo>
                  <a:cubicBezTo>
                    <a:pt x="20363" y="234638"/>
                    <a:pt x="22363" y="241221"/>
                    <a:pt x="15947" y="255886"/>
                  </a:cubicBezTo>
                  <a:cubicBezTo>
                    <a:pt x="12114" y="264552"/>
                    <a:pt x="8364" y="273051"/>
                    <a:pt x="7364" y="282633"/>
                  </a:cubicBezTo>
                  <a:cubicBezTo>
                    <a:pt x="2782" y="327796"/>
                    <a:pt x="38028" y="361626"/>
                    <a:pt x="68609" y="389041"/>
                  </a:cubicBezTo>
                  <a:cubicBezTo>
                    <a:pt x="72025" y="397623"/>
                    <a:pt x="74191" y="406539"/>
                    <a:pt x="78441" y="415038"/>
                  </a:cubicBezTo>
                  <a:cubicBezTo>
                    <a:pt x="84691" y="427870"/>
                    <a:pt x="86690" y="441452"/>
                    <a:pt x="92274" y="454201"/>
                  </a:cubicBezTo>
                  <a:cubicBezTo>
                    <a:pt x="92690" y="455118"/>
                    <a:pt x="93357" y="455868"/>
                    <a:pt x="94106" y="456451"/>
                  </a:cubicBezTo>
                  <a:cubicBezTo>
                    <a:pt x="93773" y="484532"/>
                    <a:pt x="92773" y="513363"/>
                    <a:pt x="88857" y="540777"/>
                  </a:cubicBezTo>
                  <a:cubicBezTo>
                    <a:pt x="86274" y="559192"/>
                    <a:pt x="85274" y="577857"/>
                    <a:pt x="82524" y="596272"/>
                  </a:cubicBezTo>
                  <a:cubicBezTo>
                    <a:pt x="79691" y="615103"/>
                    <a:pt x="60109" y="623103"/>
                    <a:pt x="46528" y="634602"/>
                  </a:cubicBezTo>
                  <a:cubicBezTo>
                    <a:pt x="28946" y="649434"/>
                    <a:pt x="-5634" y="683514"/>
                    <a:pt x="19863" y="706345"/>
                  </a:cubicBezTo>
                  <a:cubicBezTo>
                    <a:pt x="30279" y="715678"/>
                    <a:pt x="47611" y="716261"/>
                    <a:pt x="60693" y="714595"/>
                  </a:cubicBezTo>
                  <a:cubicBezTo>
                    <a:pt x="69859" y="713428"/>
                    <a:pt x="78525" y="709095"/>
                    <a:pt x="85941" y="703179"/>
                  </a:cubicBezTo>
                  <a:cubicBezTo>
                    <a:pt x="89107" y="726094"/>
                    <a:pt x="106605" y="747508"/>
                    <a:pt x="132520" y="743342"/>
                  </a:cubicBezTo>
                  <a:cubicBezTo>
                    <a:pt x="163350" y="738342"/>
                    <a:pt x="165433" y="695013"/>
                    <a:pt x="156268" y="672598"/>
                  </a:cubicBezTo>
                  <a:lnTo>
                    <a:pt x="156268" y="672598"/>
                  </a:lnTo>
                  <a:close/>
                  <a:moveTo>
                    <a:pt x="85441" y="402456"/>
                  </a:moveTo>
                  <a:cubicBezTo>
                    <a:pt x="82191" y="396540"/>
                    <a:pt x="79775" y="389457"/>
                    <a:pt x="74442" y="385541"/>
                  </a:cubicBezTo>
                  <a:lnTo>
                    <a:pt x="74442" y="385541"/>
                  </a:lnTo>
                  <a:cubicBezTo>
                    <a:pt x="50111" y="361876"/>
                    <a:pt x="20113" y="323046"/>
                    <a:pt x="23696" y="286883"/>
                  </a:cubicBezTo>
                  <a:cubicBezTo>
                    <a:pt x="25279" y="270885"/>
                    <a:pt x="38778" y="258636"/>
                    <a:pt x="39778" y="242720"/>
                  </a:cubicBezTo>
                  <a:cubicBezTo>
                    <a:pt x="40611" y="229055"/>
                    <a:pt x="31779" y="215306"/>
                    <a:pt x="26779" y="203057"/>
                  </a:cubicBezTo>
                  <a:cubicBezTo>
                    <a:pt x="19363" y="185059"/>
                    <a:pt x="13364" y="168310"/>
                    <a:pt x="23113" y="149895"/>
                  </a:cubicBezTo>
                  <a:cubicBezTo>
                    <a:pt x="26613" y="143313"/>
                    <a:pt x="31612" y="137397"/>
                    <a:pt x="33612" y="130064"/>
                  </a:cubicBezTo>
                  <a:cubicBezTo>
                    <a:pt x="36029" y="121231"/>
                    <a:pt x="33528" y="112149"/>
                    <a:pt x="35445" y="103400"/>
                  </a:cubicBezTo>
                  <a:cubicBezTo>
                    <a:pt x="39112" y="86151"/>
                    <a:pt x="50444" y="67570"/>
                    <a:pt x="66193" y="59570"/>
                  </a:cubicBezTo>
                  <a:cubicBezTo>
                    <a:pt x="80941" y="52154"/>
                    <a:pt x="95523" y="52904"/>
                    <a:pt x="107855" y="40905"/>
                  </a:cubicBezTo>
                  <a:cubicBezTo>
                    <a:pt x="123021" y="26323"/>
                    <a:pt x="136186" y="16324"/>
                    <a:pt x="158351" y="18991"/>
                  </a:cubicBezTo>
                  <a:cubicBezTo>
                    <a:pt x="175349" y="21074"/>
                    <a:pt x="191514" y="19491"/>
                    <a:pt x="208346" y="17074"/>
                  </a:cubicBezTo>
                  <a:cubicBezTo>
                    <a:pt x="226844" y="14408"/>
                    <a:pt x="244010" y="14408"/>
                    <a:pt x="261675" y="21574"/>
                  </a:cubicBezTo>
                  <a:cubicBezTo>
                    <a:pt x="270924" y="25323"/>
                    <a:pt x="280506" y="30740"/>
                    <a:pt x="287172" y="38406"/>
                  </a:cubicBezTo>
                  <a:cubicBezTo>
                    <a:pt x="293672" y="45905"/>
                    <a:pt x="293505" y="56071"/>
                    <a:pt x="299755" y="63403"/>
                  </a:cubicBezTo>
                  <a:cubicBezTo>
                    <a:pt x="304421" y="68903"/>
                    <a:pt x="312004" y="70486"/>
                    <a:pt x="318170" y="73486"/>
                  </a:cubicBezTo>
                  <a:cubicBezTo>
                    <a:pt x="328086" y="78319"/>
                    <a:pt x="337501" y="84818"/>
                    <a:pt x="345751" y="92151"/>
                  </a:cubicBezTo>
                  <a:cubicBezTo>
                    <a:pt x="352417" y="98067"/>
                    <a:pt x="357750" y="104233"/>
                    <a:pt x="358749" y="113399"/>
                  </a:cubicBezTo>
                  <a:cubicBezTo>
                    <a:pt x="359999" y="124898"/>
                    <a:pt x="353667" y="135147"/>
                    <a:pt x="351667" y="146146"/>
                  </a:cubicBezTo>
                  <a:cubicBezTo>
                    <a:pt x="348917" y="161561"/>
                    <a:pt x="356750" y="175810"/>
                    <a:pt x="361832" y="189975"/>
                  </a:cubicBezTo>
                  <a:cubicBezTo>
                    <a:pt x="370332" y="213723"/>
                    <a:pt x="368915" y="231305"/>
                    <a:pt x="350000" y="248803"/>
                  </a:cubicBezTo>
                  <a:cubicBezTo>
                    <a:pt x="336002" y="261719"/>
                    <a:pt x="323503" y="270051"/>
                    <a:pt x="323003" y="290466"/>
                  </a:cubicBezTo>
                  <a:cubicBezTo>
                    <a:pt x="322586" y="304548"/>
                    <a:pt x="323086" y="317464"/>
                    <a:pt x="313087" y="328796"/>
                  </a:cubicBezTo>
                  <a:cubicBezTo>
                    <a:pt x="306254" y="336629"/>
                    <a:pt x="297255" y="341961"/>
                    <a:pt x="289422" y="348711"/>
                  </a:cubicBezTo>
                  <a:cubicBezTo>
                    <a:pt x="275757" y="360460"/>
                    <a:pt x="270341" y="373959"/>
                    <a:pt x="267091" y="391207"/>
                  </a:cubicBezTo>
                  <a:cubicBezTo>
                    <a:pt x="264424" y="405289"/>
                    <a:pt x="257592" y="410039"/>
                    <a:pt x="244760" y="414872"/>
                  </a:cubicBezTo>
                  <a:cubicBezTo>
                    <a:pt x="233428" y="419121"/>
                    <a:pt x="221845" y="422787"/>
                    <a:pt x="210346" y="426454"/>
                  </a:cubicBezTo>
                  <a:cubicBezTo>
                    <a:pt x="210096" y="426537"/>
                    <a:pt x="209930" y="426620"/>
                    <a:pt x="209763" y="426704"/>
                  </a:cubicBezTo>
                  <a:cubicBezTo>
                    <a:pt x="200930" y="426204"/>
                    <a:pt x="192265" y="426204"/>
                    <a:pt x="183349" y="428370"/>
                  </a:cubicBezTo>
                  <a:cubicBezTo>
                    <a:pt x="175516" y="430287"/>
                    <a:pt x="169766" y="434703"/>
                    <a:pt x="163017" y="437786"/>
                  </a:cubicBezTo>
                  <a:cubicBezTo>
                    <a:pt x="152185" y="425454"/>
                    <a:pt x="147602" y="407622"/>
                    <a:pt x="127437" y="408039"/>
                  </a:cubicBezTo>
                  <a:cubicBezTo>
                    <a:pt x="110188" y="408372"/>
                    <a:pt x="106605" y="422038"/>
                    <a:pt x="100606" y="434453"/>
                  </a:cubicBezTo>
                  <a:cubicBezTo>
                    <a:pt x="99773" y="431037"/>
                    <a:pt x="98856" y="427620"/>
                    <a:pt x="97523" y="424371"/>
                  </a:cubicBezTo>
                  <a:cubicBezTo>
                    <a:pt x="94190" y="416871"/>
                    <a:pt x="89440" y="409705"/>
                    <a:pt x="85441" y="402456"/>
                  </a:cubicBezTo>
                  <a:lnTo>
                    <a:pt x="85441" y="402456"/>
                  </a:lnTo>
                  <a:close/>
                  <a:moveTo>
                    <a:pt x="135353" y="724094"/>
                  </a:moveTo>
                  <a:cubicBezTo>
                    <a:pt x="127353" y="730176"/>
                    <a:pt x="118188" y="726260"/>
                    <a:pt x="111188" y="720927"/>
                  </a:cubicBezTo>
                  <a:cubicBezTo>
                    <a:pt x="100606" y="712845"/>
                    <a:pt x="97273" y="700679"/>
                    <a:pt x="99773" y="687597"/>
                  </a:cubicBezTo>
                  <a:cubicBezTo>
                    <a:pt x="101189" y="679848"/>
                    <a:pt x="92107" y="676265"/>
                    <a:pt x="87440" y="682347"/>
                  </a:cubicBezTo>
                  <a:cubicBezTo>
                    <a:pt x="81524" y="690097"/>
                    <a:pt x="72775" y="696346"/>
                    <a:pt x="63276" y="698763"/>
                  </a:cubicBezTo>
                  <a:cubicBezTo>
                    <a:pt x="55777" y="700679"/>
                    <a:pt x="40028" y="701346"/>
                    <a:pt x="33362" y="696430"/>
                  </a:cubicBezTo>
                  <a:cubicBezTo>
                    <a:pt x="16614" y="684181"/>
                    <a:pt x="41611" y="660349"/>
                    <a:pt x="50944" y="652517"/>
                  </a:cubicBezTo>
                  <a:cubicBezTo>
                    <a:pt x="69692" y="636768"/>
                    <a:pt x="94190" y="626769"/>
                    <a:pt x="97440" y="600355"/>
                  </a:cubicBezTo>
                  <a:cubicBezTo>
                    <a:pt x="100856" y="572691"/>
                    <a:pt x="104106" y="543277"/>
                    <a:pt x="103939" y="515362"/>
                  </a:cubicBezTo>
                  <a:cubicBezTo>
                    <a:pt x="103855" y="500614"/>
                    <a:pt x="103189" y="485948"/>
                    <a:pt x="102439" y="471200"/>
                  </a:cubicBezTo>
                  <a:cubicBezTo>
                    <a:pt x="102189" y="466284"/>
                    <a:pt x="102689" y="461201"/>
                    <a:pt x="102773" y="456284"/>
                  </a:cubicBezTo>
                  <a:cubicBezTo>
                    <a:pt x="102939" y="456118"/>
                    <a:pt x="103189" y="456034"/>
                    <a:pt x="103356" y="455868"/>
                  </a:cubicBezTo>
                  <a:cubicBezTo>
                    <a:pt x="112771" y="446285"/>
                    <a:pt x="112688" y="430037"/>
                    <a:pt x="125021" y="424204"/>
                  </a:cubicBezTo>
                  <a:cubicBezTo>
                    <a:pt x="133603" y="420121"/>
                    <a:pt x="136769" y="423454"/>
                    <a:pt x="142352" y="430787"/>
                  </a:cubicBezTo>
                  <a:cubicBezTo>
                    <a:pt x="144185" y="433287"/>
                    <a:pt x="145685" y="436286"/>
                    <a:pt x="147352" y="438953"/>
                  </a:cubicBezTo>
                  <a:cubicBezTo>
                    <a:pt x="150102" y="443202"/>
                    <a:pt x="152268" y="447952"/>
                    <a:pt x="155934" y="451452"/>
                  </a:cubicBezTo>
                  <a:cubicBezTo>
                    <a:pt x="157768" y="453201"/>
                    <a:pt x="160434" y="454201"/>
                    <a:pt x="163017" y="453451"/>
                  </a:cubicBezTo>
                  <a:cubicBezTo>
                    <a:pt x="171599" y="450868"/>
                    <a:pt x="178182" y="444952"/>
                    <a:pt x="187015" y="442702"/>
                  </a:cubicBezTo>
                  <a:cubicBezTo>
                    <a:pt x="188182" y="442369"/>
                    <a:pt x="189348" y="442202"/>
                    <a:pt x="190431" y="441952"/>
                  </a:cubicBezTo>
                  <a:cubicBezTo>
                    <a:pt x="173183" y="459784"/>
                    <a:pt x="162101" y="486948"/>
                    <a:pt x="155768" y="508946"/>
                  </a:cubicBezTo>
                  <a:cubicBezTo>
                    <a:pt x="151435" y="524028"/>
                    <a:pt x="147685" y="539110"/>
                    <a:pt x="143852" y="554276"/>
                  </a:cubicBezTo>
                  <a:cubicBezTo>
                    <a:pt x="139269" y="572191"/>
                    <a:pt x="138186" y="590689"/>
                    <a:pt x="132770" y="608354"/>
                  </a:cubicBezTo>
                  <a:cubicBezTo>
                    <a:pt x="129437" y="619186"/>
                    <a:pt x="120854" y="633685"/>
                    <a:pt x="123270" y="645268"/>
                  </a:cubicBezTo>
                  <a:cubicBezTo>
                    <a:pt x="125520" y="656266"/>
                    <a:pt x="137269" y="665266"/>
                    <a:pt x="141686" y="675931"/>
                  </a:cubicBezTo>
                  <a:cubicBezTo>
                    <a:pt x="147685" y="690430"/>
                    <a:pt x="149602" y="713178"/>
                    <a:pt x="135353" y="724094"/>
                  </a:cubicBezTo>
                  <a:lnTo>
                    <a:pt x="135353" y="724094"/>
                  </a:lnTo>
                  <a:close/>
                </a:path>
              </a:pathLst>
            </a:custGeom>
            <a:grpFill/>
            <a:ln w="8332" cap="flat">
              <a:noFill/>
              <a:prstDash val="solid"/>
              <a:miter/>
            </a:ln>
          </p:spPr>
          <p:txBody>
            <a:bodyPr rtlCol="0" anchor="ctr"/>
            <a:lstStyle/>
            <a:p>
              <a:endParaRPr lang="en-US"/>
            </a:p>
          </p:txBody>
        </p:sp>
        <p:sp>
          <p:nvSpPr>
            <p:cNvPr id="2219" name="Freeform: Shape 2218"/>
            <p:cNvSpPr/>
            <p:nvPr/>
          </p:nvSpPr>
          <p:spPr>
            <a:xfrm>
              <a:off x="6444470" y="833402"/>
              <a:ext cx="89698" cy="240510"/>
            </a:xfrm>
            <a:custGeom>
              <a:avLst/>
              <a:gdLst>
                <a:gd name="connsiteX0" fmla="*/ 43883 w 89698"/>
                <a:gd name="connsiteY0" fmla="*/ 233596 h 240510"/>
                <a:gd name="connsiteX1" fmla="*/ 17803 w 89698"/>
                <a:gd name="connsiteY1" fmla="*/ 203765 h 240510"/>
                <a:gd name="connsiteX2" fmla="*/ 34384 w 89698"/>
                <a:gd name="connsiteY2" fmla="*/ 172851 h 240510"/>
                <a:gd name="connsiteX3" fmla="*/ 16469 w 89698"/>
                <a:gd name="connsiteY3" fmla="*/ 121356 h 240510"/>
                <a:gd name="connsiteX4" fmla="*/ 27968 w 89698"/>
                <a:gd name="connsiteY4" fmla="*/ 84443 h 240510"/>
                <a:gd name="connsiteX5" fmla="*/ 23385 w 89698"/>
                <a:gd name="connsiteY5" fmla="*/ 61945 h 240510"/>
                <a:gd name="connsiteX6" fmla="*/ 38800 w 89698"/>
                <a:gd name="connsiteY6" fmla="*/ 15616 h 240510"/>
                <a:gd name="connsiteX7" fmla="*/ 88296 w 89698"/>
                <a:gd name="connsiteY7" fmla="*/ 7366 h 240510"/>
                <a:gd name="connsiteX8" fmla="*/ 89212 w 89698"/>
                <a:gd name="connsiteY8" fmla="*/ 5783 h 240510"/>
                <a:gd name="connsiteX9" fmla="*/ 17636 w 89698"/>
                <a:gd name="connsiteY9" fmla="*/ 21698 h 240510"/>
                <a:gd name="connsiteX10" fmla="*/ 10470 w 89698"/>
                <a:gd name="connsiteY10" fmla="*/ 57945 h 240510"/>
                <a:gd name="connsiteX11" fmla="*/ 12136 w 89698"/>
                <a:gd name="connsiteY11" fmla="*/ 86859 h 240510"/>
                <a:gd name="connsiteX12" fmla="*/ 1304 w 89698"/>
                <a:gd name="connsiteY12" fmla="*/ 108191 h 240510"/>
                <a:gd name="connsiteX13" fmla="*/ 8636 w 89698"/>
                <a:gd name="connsiteY13" fmla="*/ 146354 h 240510"/>
                <a:gd name="connsiteX14" fmla="*/ 21135 w 89698"/>
                <a:gd name="connsiteY14" fmla="*/ 164852 h 240510"/>
                <a:gd name="connsiteX15" fmla="*/ 10387 w 89698"/>
                <a:gd name="connsiteY15" fmla="*/ 181434 h 240510"/>
                <a:gd name="connsiteX16" fmla="*/ 6720 w 89698"/>
                <a:gd name="connsiteY16" fmla="*/ 219597 h 240510"/>
                <a:gd name="connsiteX17" fmla="*/ 39634 w 89698"/>
                <a:gd name="connsiteY17" fmla="*/ 240429 h 240510"/>
                <a:gd name="connsiteX18" fmla="*/ 43883 w 89698"/>
                <a:gd name="connsiteY18" fmla="*/ 233596 h 240510"/>
                <a:gd name="connsiteX19" fmla="*/ 43883 w 89698"/>
                <a:gd name="connsiteY19" fmla="*/ 233596 h 240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9698" h="240510">
                  <a:moveTo>
                    <a:pt x="43883" y="233596"/>
                  </a:moveTo>
                  <a:cubicBezTo>
                    <a:pt x="33051" y="224597"/>
                    <a:pt x="17469" y="221014"/>
                    <a:pt x="17803" y="203765"/>
                  </a:cubicBezTo>
                  <a:cubicBezTo>
                    <a:pt x="18136" y="190183"/>
                    <a:pt x="27635" y="182934"/>
                    <a:pt x="34384" y="172851"/>
                  </a:cubicBezTo>
                  <a:cubicBezTo>
                    <a:pt x="46300" y="154936"/>
                    <a:pt x="19052" y="139354"/>
                    <a:pt x="16469" y="121356"/>
                  </a:cubicBezTo>
                  <a:cubicBezTo>
                    <a:pt x="14386" y="106857"/>
                    <a:pt x="25302" y="97691"/>
                    <a:pt x="27968" y="84443"/>
                  </a:cubicBezTo>
                  <a:cubicBezTo>
                    <a:pt x="29635" y="76027"/>
                    <a:pt x="26718" y="69527"/>
                    <a:pt x="23385" y="61945"/>
                  </a:cubicBezTo>
                  <a:cubicBezTo>
                    <a:pt x="14553" y="41863"/>
                    <a:pt x="19552" y="26531"/>
                    <a:pt x="38800" y="15616"/>
                  </a:cubicBezTo>
                  <a:cubicBezTo>
                    <a:pt x="53799" y="7116"/>
                    <a:pt x="71547" y="-50"/>
                    <a:pt x="88296" y="7366"/>
                  </a:cubicBezTo>
                  <a:cubicBezTo>
                    <a:pt x="89379" y="7866"/>
                    <a:pt x="90296" y="6450"/>
                    <a:pt x="89212" y="5783"/>
                  </a:cubicBezTo>
                  <a:cubicBezTo>
                    <a:pt x="68131" y="-7299"/>
                    <a:pt x="33301" y="3450"/>
                    <a:pt x="17636" y="21698"/>
                  </a:cubicBezTo>
                  <a:cubicBezTo>
                    <a:pt x="8887" y="31864"/>
                    <a:pt x="6637" y="45279"/>
                    <a:pt x="10470" y="57945"/>
                  </a:cubicBezTo>
                  <a:cubicBezTo>
                    <a:pt x="13719" y="68777"/>
                    <a:pt x="17552" y="75860"/>
                    <a:pt x="12136" y="86859"/>
                  </a:cubicBezTo>
                  <a:cubicBezTo>
                    <a:pt x="8470" y="94275"/>
                    <a:pt x="3470" y="99858"/>
                    <a:pt x="1304" y="108191"/>
                  </a:cubicBezTo>
                  <a:cubicBezTo>
                    <a:pt x="-2196" y="121939"/>
                    <a:pt x="1720" y="134521"/>
                    <a:pt x="8636" y="146354"/>
                  </a:cubicBezTo>
                  <a:cubicBezTo>
                    <a:pt x="11136" y="150603"/>
                    <a:pt x="20886" y="160686"/>
                    <a:pt x="21135" y="164852"/>
                  </a:cubicBezTo>
                  <a:cubicBezTo>
                    <a:pt x="21386" y="168768"/>
                    <a:pt x="12303" y="177767"/>
                    <a:pt x="10387" y="181434"/>
                  </a:cubicBezTo>
                  <a:cubicBezTo>
                    <a:pt x="4137" y="193516"/>
                    <a:pt x="1471" y="206682"/>
                    <a:pt x="6720" y="219597"/>
                  </a:cubicBezTo>
                  <a:cubicBezTo>
                    <a:pt x="12553" y="234096"/>
                    <a:pt x="24969" y="238345"/>
                    <a:pt x="39634" y="240429"/>
                  </a:cubicBezTo>
                  <a:cubicBezTo>
                    <a:pt x="43217" y="241178"/>
                    <a:pt x="47550" y="236595"/>
                    <a:pt x="43883" y="233596"/>
                  </a:cubicBezTo>
                  <a:lnTo>
                    <a:pt x="43883" y="233596"/>
                  </a:lnTo>
                  <a:close/>
                </a:path>
              </a:pathLst>
            </a:custGeom>
            <a:grpFill/>
            <a:ln w="8332" cap="flat">
              <a:noFill/>
              <a:prstDash val="solid"/>
              <a:miter/>
            </a:ln>
          </p:spPr>
          <p:txBody>
            <a:bodyPr rtlCol="0" anchor="ctr"/>
            <a:lstStyle/>
            <a:p>
              <a:endParaRPr lang="en-US"/>
            </a:p>
          </p:txBody>
        </p:sp>
        <p:sp>
          <p:nvSpPr>
            <p:cNvPr id="2220" name="Freeform: Shape 2219"/>
            <p:cNvSpPr/>
            <p:nvPr/>
          </p:nvSpPr>
          <p:spPr>
            <a:xfrm>
              <a:off x="6493990" y="1040567"/>
              <a:ext cx="64560" cy="85015"/>
            </a:xfrm>
            <a:custGeom>
              <a:avLst/>
              <a:gdLst>
                <a:gd name="connsiteX0" fmla="*/ 61191 w 64560"/>
                <a:gd name="connsiteY0" fmla="*/ 72927 h 85015"/>
                <a:gd name="connsiteX1" fmla="*/ 21444 w 64560"/>
                <a:gd name="connsiteY1" fmla="*/ 52762 h 85015"/>
                <a:gd name="connsiteX2" fmla="*/ 15029 w 64560"/>
                <a:gd name="connsiteY2" fmla="*/ 37513 h 85015"/>
                <a:gd name="connsiteX3" fmla="*/ 21278 w 64560"/>
                <a:gd name="connsiteY3" fmla="*/ 5850 h 85015"/>
                <a:gd name="connsiteX4" fmla="*/ 15195 w 64560"/>
                <a:gd name="connsiteY4" fmla="*/ 1017 h 85015"/>
                <a:gd name="connsiteX5" fmla="*/ 30 w 64560"/>
                <a:gd name="connsiteY5" fmla="*/ 28014 h 85015"/>
                <a:gd name="connsiteX6" fmla="*/ 3446 w 64560"/>
                <a:gd name="connsiteY6" fmla="*/ 43929 h 85015"/>
                <a:gd name="connsiteX7" fmla="*/ 9696 w 64560"/>
                <a:gd name="connsiteY7" fmla="*/ 62178 h 85015"/>
                <a:gd name="connsiteX8" fmla="*/ 62191 w 64560"/>
                <a:gd name="connsiteY8" fmla="*/ 81509 h 85015"/>
                <a:gd name="connsiteX9" fmla="*/ 61191 w 64560"/>
                <a:gd name="connsiteY9" fmla="*/ 72927 h 85015"/>
                <a:gd name="connsiteX10" fmla="*/ 61191 w 64560"/>
                <a:gd name="connsiteY10" fmla="*/ 72927 h 85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4560" h="85015">
                  <a:moveTo>
                    <a:pt x="61191" y="72927"/>
                  </a:moveTo>
                  <a:cubicBezTo>
                    <a:pt x="46692" y="66844"/>
                    <a:pt x="28277" y="71427"/>
                    <a:pt x="21444" y="52762"/>
                  </a:cubicBezTo>
                  <a:cubicBezTo>
                    <a:pt x="19528" y="47429"/>
                    <a:pt x="17361" y="42763"/>
                    <a:pt x="15029" y="37513"/>
                  </a:cubicBezTo>
                  <a:cubicBezTo>
                    <a:pt x="9779" y="25431"/>
                    <a:pt x="13612" y="15765"/>
                    <a:pt x="21278" y="5850"/>
                  </a:cubicBezTo>
                  <a:cubicBezTo>
                    <a:pt x="24027" y="2266"/>
                    <a:pt x="18278" y="-1983"/>
                    <a:pt x="15195" y="1017"/>
                  </a:cubicBezTo>
                  <a:cubicBezTo>
                    <a:pt x="7446" y="8683"/>
                    <a:pt x="530" y="16599"/>
                    <a:pt x="30" y="28014"/>
                  </a:cubicBezTo>
                  <a:cubicBezTo>
                    <a:pt x="-220" y="33764"/>
                    <a:pt x="1113" y="38680"/>
                    <a:pt x="3446" y="43929"/>
                  </a:cubicBezTo>
                  <a:cubicBezTo>
                    <a:pt x="6029" y="49929"/>
                    <a:pt x="7196" y="56262"/>
                    <a:pt x="9696" y="62178"/>
                  </a:cubicBezTo>
                  <a:cubicBezTo>
                    <a:pt x="17028" y="79343"/>
                    <a:pt x="45692" y="91259"/>
                    <a:pt x="62191" y="81509"/>
                  </a:cubicBezTo>
                  <a:cubicBezTo>
                    <a:pt x="66024" y="79260"/>
                    <a:pt x="64857" y="74427"/>
                    <a:pt x="61191" y="72927"/>
                  </a:cubicBezTo>
                  <a:lnTo>
                    <a:pt x="61191" y="72927"/>
                  </a:lnTo>
                  <a:close/>
                </a:path>
              </a:pathLst>
            </a:custGeom>
            <a:grpFill/>
            <a:ln w="8332" cap="flat">
              <a:noFill/>
              <a:prstDash val="solid"/>
              <a:miter/>
            </a:ln>
          </p:spPr>
          <p:txBody>
            <a:bodyPr rtlCol="0" anchor="ctr"/>
            <a:lstStyle/>
            <a:p>
              <a:endParaRPr lang="en-US"/>
            </a:p>
          </p:txBody>
        </p:sp>
        <p:sp>
          <p:nvSpPr>
            <p:cNvPr id="2221" name="Freeform: Shape 2220"/>
            <p:cNvSpPr/>
            <p:nvPr/>
          </p:nvSpPr>
          <p:spPr>
            <a:xfrm>
              <a:off x="6484719" y="940716"/>
              <a:ext cx="75031" cy="99688"/>
            </a:xfrm>
            <a:custGeom>
              <a:avLst/>
              <a:gdLst>
                <a:gd name="connsiteX0" fmla="*/ 69545 w 75031"/>
                <a:gd name="connsiteY0" fmla="*/ 86119 h 99688"/>
                <a:gd name="connsiteX1" fmla="*/ 50546 w 75031"/>
                <a:gd name="connsiteY1" fmla="*/ 71120 h 99688"/>
                <a:gd name="connsiteX2" fmla="*/ 65545 w 75031"/>
                <a:gd name="connsiteY2" fmla="*/ 52705 h 99688"/>
                <a:gd name="connsiteX3" fmla="*/ 58129 w 75031"/>
                <a:gd name="connsiteY3" fmla="*/ 45039 h 99688"/>
                <a:gd name="connsiteX4" fmla="*/ 37464 w 75031"/>
                <a:gd name="connsiteY4" fmla="*/ 69453 h 99688"/>
                <a:gd name="connsiteX5" fmla="*/ 13550 w 75031"/>
                <a:gd name="connsiteY5" fmla="*/ 45289 h 99688"/>
                <a:gd name="connsiteX6" fmla="*/ 35798 w 75031"/>
                <a:gd name="connsiteY6" fmla="*/ 6626 h 99688"/>
                <a:gd name="connsiteX7" fmla="*/ 32298 w 75031"/>
                <a:gd name="connsiteY7" fmla="*/ 376 h 99688"/>
                <a:gd name="connsiteX8" fmla="*/ 551 w 75031"/>
                <a:gd name="connsiteY8" fmla="*/ 49289 h 99688"/>
                <a:gd name="connsiteX9" fmla="*/ 37631 w 75031"/>
                <a:gd name="connsiteY9" fmla="*/ 80869 h 99688"/>
                <a:gd name="connsiteX10" fmla="*/ 49880 w 75031"/>
                <a:gd name="connsiteY10" fmla="*/ 97034 h 99688"/>
                <a:gd name="connsiteX11" fmla="*/ 72128 w 75031"/>
                <a:gd name="connsiteY11" fmla="*/ 96534 h 99688"/>
                <a:gd name="connsiteX12" fmla="*/ 69545 w 75031"/>
                <a:gd name="connsiteY12" fmla="*/ 86119 h 99688"/>
                <a:gd name="connsiteX13" fmla="*/ 69545 w 75031"/>
                <a:gd name="connsiteY13" fmla="*/ 86119 h 99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5031" h="99688">
                  <a:moveTo>
                    <a:pt x="69545" y="86119"/>
                  </a:moveTo>
                  <a:cubicBezTo>
                    <a:pt x="61296" y="85785"/>
                    <a:pt x="48630" y="82286"/>
                    <a:pt x="50546" y="71120"/>
                  </a:cubicBezTo>
                  <a:cubicBezTo>
                    <a:pt x="51880" y="63371"/>
                    <a:pt x="60296" y="57704"/>
                    <a:pt x="65545" y="52705"/>
                  </a:cubicBezTo>
                  <a:cubicBezTo>
                    <a:pt x="70461" y="47955"/>
                    <a:pt x="63129" y="40206"/>
                    <a:pt x="58129" y="45039"/>
                  </a:cubicBezTo>
                  <a:cubicBezTo>
                    <a:pt x="50630" y="52288"/>
                    <a:pt x="40297" y="59371"/>
                    <a:pt x="37464" y="69453"/>
                  </a:cubicBezTo>
                  <a:cubicBezTo>
                    <a:pt x="26382" y="64704"/>
                    <a:pt x="15550" y="58454"/>
                    <a:pt x="13550" y="45289"/>
                  </a:cubicBezTo>
                  <a:cubicBezTo>
                    <a:pt x="10884" y="27374"/>
                    <a:pt x="20633" y="14708"/>
                    <a:pt x="35798" y="6626"/>
                  </a:cubicBezTo>
                  <a:cubicBezTo>
                    <a:pt x="39881" y="4376"/>
                    <a:pt x="36464" y="-1540"/>
                    <a:pt x="32298" y="376"/>
                  </a:cubicBezTo>
                  <a:cubicBezTo>
                    <a:pt x="12717" y="9209"/>
                    <a:pt x="-3198" y="26124"/>
                    <a:pt x="551" y="49289"/>
                  </a:cubicBezTo>
                  <a:cubicBezTo>
                    <a:pt x="3301" y="66454"/>
                    <a:pt x="19549" y="82952"/>
                    <a:pt x="37631" y="80869"/>
                  </a:cubicBezTo>
                  <a:cubicBezTo>
                    <a:pt x="39464" y="87368"/>
                    <a:pt x="44214" y="93618"/>
                    <a:pt x="49880" y="97034"/>
                  </a:cubicBezTo>
                  <a:cubicBezTo>
                    <a:pt x="57213" y="101450"/>
                    <a:pt x="64795" y="99701"/>
                    <a:pt x="72128" y="96534"/>
                  </a:cubicBezTo>
                  <a:cubicBezTo>
                    <a:pt x="77544" y="94118"/>
                    <a:pt x="74628" y="86369"/>
                    <a:pt x="69545" y="86119"/>
                  </a:cubicBezTo>
                  <a:lnTo>
                    <a:pt x="69545" y="86119"/>
                  </a:lnTo>
                  <a:close/>
                </a:path>
              </a:pathLst>
            </a:custGeom>
            <a:grpFill/>
            <a:ln w="8332" cap="flat">
              <a:noFill/>
              <a:prstDash val="solid"/>
              <a:miter/>
            </a:ln>
          </p:spPr>
          <p:txBody>
            <a:bodyPr rtlCol="0" anchor="ctr"/>
            <a:lstStyle/>
            <a:p>
              <a:endParaRPr lang="en-US"/>
            </a:p>
          </p:txBody>
        </p:sp>
        <p:sp>
          <p:nvSpPr>
            <p:cNvPr id="2222" name="Freeform: Shape 2221"/>
            <p:cNvSpPr/>
            <p:nvPr/>
          </p:nvSpPr>
          <p:spPr>
            <a:xfrm>
              <a:off x="6514007" y="876299"/>
              <a:ext cx="30857" cy="48654"/>
            </a:xfrm>
            <a:custGeom>
              <a:avLst/>
              <a:gdLst>
                <a:gd name="connsiteX0" fmla="*/ 26591 w 30857"/>
                <a:gd name="connsiteY0" fmla="*/ 36962 h 48654"/>
                <a:gd name="connsiteX1" fmla="*/ 14009 w 30857"/>
                <a:gd name="connsiteY1" fmla="*/ 24380 h 48654"/>
                <a:gd name="connsiteX2" fmla="*/ 24008 w 30857"/>
                <a:gd name="connsiteY2" fmla="*/ 8965 h 48654"/>
                <a:gd name="connsiteX3" fmla="*/ 14926 w 30857"/>
                <a:gd name="connsiteY3" fmla="*/ 1799 h 48654"/>
                <a:gd name="connsiteX4" fmla="*/ 10 w 30857"/>
                <a:gd name="connsiteY4" fmla="*/ 28129 h 48654"/>
                <a:gd name="connsiteX5" fmla="*/ 25008 w 30857"/>
                <a:gd name="connsiteY5" fmla="*/ 48628 h 48654"/>
                <a:gd name="connsiteX6" fmla="*/ 26591 w 30857"/>
                <a:gd name="connsiteY6" fmla="*/ 36962 h 48654"/>
                <a:gd name="connsiteX7" fmla="*/ 26591 w 30857"/>
                <a:gd name="connsiteY7" fmla="*/ 36962 h 486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857" h="48654">
                  <a:moveTo>
                    <a:pt x="26591" y="36962"/>
                  </a:moveTo>
                  <a:cubicBezTo>
                    <a:pt x="20092" y="35379"/>
                    <a:pt x="11592" y="32796"/>
                    <a:pt x="14009" y="24380"/>
                  </a:cubicBezTo>
                  <a:cubicBezTo>
                    <a:pt x="15675" y="18547"/>
                    <a:pt x="20425" y="13714"/>
                    <a:pt x="24008" y="8965"/>
                  </a:cubicBezTo>
                  <a:cubicBezTo>
                    <a:pt x="27924" y="3715"/>
                    <a:pt x="19092" y="-3368"/>
                    <a:pt x="14926" y="1799"/>
                  </a:cubicBezTo>
                  <a:cubicBezTo>
                    <a:pt x="8676" y="9381"/>
                    <a:pt x="344" y="17630"/>
                    <a:pt x="10" y="28129"/>
                  </a:cubicBezTo>
                  <a:cubicBezTo>
                    <a:pt x="-407" y="42628"/>
                    <a:pt x="12259" y="49128"/>
                    <a:pt x="25008" y="48628"/>
                  </a:cubicBezTo>
                  <a:cubicBezTo>
                    <a:pt x="31424" y="48294"/>
                    <a:pt x="33424" y="38545"/>
                    <a:pt x="26591" y="36962"/>
                  </a:cubicBezTo>
                  <a:lnTo>
                    <a:pt x="26591" y="36962"/>
                  </a:lnTo>
                  <a:close/>
                </a:path>
              </a:pathLst>
            </a:custGeom>
            <a:grpFill/>
            <a:ln w="8332" cap="flat">
              <a:noFill/>
              <a:prstDash val="solid"/>
              <a:miter/>
            </a:ln>
          </p:spPr>
          <p:txBody>
            <a:bodyPr rtlCol="0" anchor="ctr"/>
            <a:lstStyle/>
            <a:p>
              <a:endParaRPr lang="en-US"/>
            </a:p>
          </p:txBody>
        </p:sp>
        <p:sp>
          <p:nvSpPr>
            <p:cNvPr id="2223" name="Freeform: Shape 2222"/>
            <p:cNvSpPr/>
            <p:nvPr/>
          </p:nvSpPr>
          <p:spPr>
            <a:xfrm>
              <a:off x="6558771" y="803887"/>
              <a:ext cx="109765" cy="50276"/>
            </a:xfrm>
            <a:custGeom>
              <a:avLst/>
              <a:gdLst>
                <a:gd name="connsiteX0" fmla="*/ 109649 w 109765"/>
                <a:gd name="connsiteY0" fmla="*/ 42797 h 50276"/>
                <a:gd name="connsiteX1" fmla="*/ 82402 w 109765"/>
                <a:gd name="connsiteY1" fmla="*/ 4051 h 50276"/>
                <a:gd name="connsiteX2" fmla="*/ 39489 w 109765"/>
                <a:gd name="connsiteY2" fmla="*/ 6551 h 50276"/>
                <a:gd name="connsiteX3" fmla="*/ 37072 w 109765"/>
                <a:gd name="connsiteY3" fmla="*/ 7717 h 50276"/>
                <a:gd name="connsiteX4" fmla="*/ 31823 w 109765"/>
                <a:gd name="connsiteY4" fmla="*/ 5967 h 50276"/>
                <a:gd name="connsiteX5" fmla="*/ 12741 w 109765"/>
                <a:gd name="connsiteY5" fmla="*/ 12217 h 50276"/>
                <a:gd name="connsiteX6" fmla="*/ 1742 w 109765"/>
                <a:gd name="connsiteY6" fmla="*/ 46964 h 50276"/>
                <a:gd name="connsiteX7" fmla="*/ 10658 w 109765"/>
                <a:gd name="connsiteY7" fmla="*/ 44714 h 50276"/>
                <a:gd name="connsiteX8" fmla="*/ 36239 w 109765"/>
                <a:gd name="connsiteY8" fmla="*/ 19466 h 50276"/>
                <a:gd name="connsiteX9" fmla="*/ 41739 w 109765"/>
                <a:gd name="connsiteY9" fmla="*/ 19549 h 50276"/>
                <a:gd name="connsiteX10" fmla="*/ 53321 w 109765"/>
                <a:gd name="connsiteY10" fmla="*/ 14966 h 50276"/>
                <a:gd name="connsiteX11" fmla="*/ 85485 w 109765"/>
                <a:gd name="connsiteY11" fmla="*/ 27215 h 50276"/>
                <a:gd name="connsiteX12" fmla="*/ 104400 w 109765"/>
                <a:gd name="connsiteY12" fmla="*/ 48130 h 50276"/>
                <a:gd name="connsiteX13" fmla="*/ 109649 w 109765"/>
                <a:gd name="connsiteY13" fmla="*/ 42797 h 50276"/>
                <a:gd name="connsiteX14" fmla="*/ 109649 w 109765"/>
                <a:gd name="connsiteY14" fmla="*/ 42797 h 50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9765" h="50276">
                  <a:moveTo>
                    <a:pt x="109649" y="42797"/>
                  </a:moveTo>
                  <a:cubicBezTo>
                    <a:pt x="106149" y="30048"/>
                    <a:pt x="93651" y="11217"/>
                    <a:pt x="82402" y="4051"/>
                  </a:cubicBezTo>
                  <a:cubicBezTo>
                    <a:pt x="69986" y="-3865"/>
                    <a:pt x="51905" y="1384"/>
                    <a:pt x="39489" y="6551"/>
                  </a:cubicBezTo>
                  <a:cubicBezTo>
                    <a:pt x="38072" y="7134"/>
                    <a:pt x="37156" y="7467"/>
                    <a:pt x="37072" y="7717"/>
                  </a:cubicBezTo>
                  <a:cubicBezTo>
                    <a:pt x="35406" y="7300"/>
                    <a:pt x="33573" y="6217"/>
                    <a:pt x="31823" y="5967"/>
                  </a:cubicBezTo>
                  <a:cubicBezTo>
                    <a:pt x="24990" y="5051"/>
                    <a:pt x="18074" y="8134"/>
                    <a:pt x="12741" y="12217"/>
                  </a:cubicBezTo>
                  <a:cubicBezTo>
                    <a:pt x="743" y="21216"/>
                    <a:pt x="-2424" y="33131"/>
                    <a:pt x="1742" y="46964"/>
                  </a:cubicBezTo>
                  <a:cubicBezTo>
                    <a:pt x="3409" y="52630"/>
                    <a:pt x="11991" y="50463"/>
                    <a:pt x="10658" y="44714"/>
                  </a:cubicBezTo>
                  <a:cubicBezTo>
                    <a:pt x="7325" y="30465"/>
                    <a:pt x="20158" y="11217"/>
                    <a:pt x="36239" y="19466"/>
                  </a:cubicBezTo>
                  <a:cubicBezTo>
                    <a:pt x="37823" y="20299"/>
                    <a:pt x="40156" y="20716"/>
                    <a:pt x="41739" y="19549"/>
                  </a:cubicBezTo>
                  <a:cubicBezTo>
                    <a:pt x="45405" y="16883"/>
                    <a:pt x="48905" y="15883"/>
                    <a:pt x="53321" y="14966"/>
                  </a:cubicBezTo>
                  <a:cubicBezTo>
                    <a:pt x="67487" y="11883"/>
                    <a:pt x="76902" y="14800"/>
                    <a:pt x="85485" y="27215"/>
                  </a:cubicBezTo>
                  <a:cubicBezTo>
                    <a:pt x="90734" y="34881"/>
                    <a:pt x="95317" y="44630"/>
                    <a:pt x="104400" y="48130"/>
                  </a:cubicBezTo>
                  <a:cubicBezTo>
                    <a:pt x="107400" y="49130"/>
                    <a:pt x="110399" y="45714"/>
                    <a:pt x="109649" y="42797"/>
                  </a:cubicBezTo>
                  <a:lnTo>
                    <a:pt x="109649" y="42797"/>
                  </a:lnTo>
                  <a:close/>
                </a:path>
              </a:pathLst>
            </a:custGeom>
            <a:grpFill/>
            <a:ln w="8332" cap="flat">
              <a:noFill/>
              <a:prstDash val="solid"/>
              <a:miter/>
            </a:ln>
          </p:spPr>
          <p:txBody>
            <a:bodyPr rtlCol="0" anchor="ctr"/>
            <a:lstStyle/>
            <a:p>
              <a:endParaRPr lang="en-US"/>
            </a:p>
          </p:txBody>
        </p:sp>
        <p:sp>
          <p:nvSpPr>
            <p:cNvPr id="2224" name="Freeform: Shape 2223"/>
            <p:cNvSpPr/>
            <p:nvPr/>
          </p:nvSpPr>
          <p:spPr>
            <a:xfrm>
              <a:off x="6658421" y="909925"/>
              <a:ext cx="48767" cy="115256"/>
            </a:xfrm>
            <a:custGeom>
              <a:avLst/>
              <a:gdLst>
                <a:gd name="connsiteX0" fmla="*/ 40663 w 48767"/>
                <a:gd name="connsiteY0" fmla="*/ 57165 h 115256"/>
                <a:gd name="connsiteX1" fmla="*/ 47996 w 48767"/>
                <a:gd name="connsiteY1" fmla="*/ 16002 h 115256"/>
                <a:gd name="connsiteX2" fmla="*/ 19415 w 48767"/>
                <a:gd name="connsiteY2" fmla="*/ 3 h 115256"/>
                <a:gd name="connsiteX3" fmla="*/ 18415 w 48767"/>
                <a:gd name="connsiteY3" fmla="*/ 7252 h 115256"/>
                <a:gd name="connsiteX4" fmla="*/ 27748 w 48767"/>
                <a:gd name="connsiteY4" fmla="*/ 56831 h 115256"/>
                <a:gd name="connsiteX5" fmla="*/ 24248 w 48767"/>
                <a:gd name="connsiteY5" fmla="*/ 90078 h 115256"/>
                <a:gd name="connsiteX6" fmla="*/ 2000 w 48767"/>
                <a:gd name="connsiteY6" fmla="*/ 105327 h 115256"/>
                <a:gd name="connsiteX7" fmla="*/ 7499 w 48767"/>
                <a:gd name="connsiteY7" fmla="*/ 115159 h 115256"/>
                <a:gd name="connsiteX8" fmla="*/ 40747 w 48767"/>
                <a:gd name="connsiteY8" fmla="*/ 91162 h 115256"/>
                <a:gd name="connsiteX9" fmla="*/ 40663 w 48767"/>
                <a:gd name="connsiteY9" fmla="*/ 57165 h 115256"/>
                <a:gd name="connsiteX10" fmla="*/ 40663 w 48767"/>
                <a:gd name="connsiteY10" fmla="*/ 57165 h 115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8767" h="115256">
                  <a:moveTo>
                    <a:pt x="40663" y="57165"/>
                  </a:moveTo>
                  <a:cubicBezTo>
                    <a:pt x="36830" y="43916"/>
                    <a:pt x="52329" y="31417"/>
                    <a:pt x="47996" y="16002"/>
                  </a:cubicBezTo>
                  <a:cubicBezTo>
                    <a:pt x="44163" y="2336"/>
                    <a:pt x="31581" y="586"/>
                    <a:pt x="19415" y="3"/>
                  </a:cubicBezTo>
                  <a:cubicBezTo>
                    <a:pt x="15332" y="-164"/>
                    <a:pt x="14249" y="6502"/>
                    <a:pt x="18415" y="7252"/>
                  </a:cubicBezTo>
                  <a:cubicBezTo>
                    <a:pt x="51662" y="12919"/>
                    <a:pt x="22748" y="39166"/>
                    <a:pt x="27748" y="56831"/>
                  </a:cubicBezTo>
                  <a:cubicBezTo>
                    <a:pt x="31497" y="70080"/>
                    <a:pt x="35830" y="78413"/>
                    <a:pt x="24248" y="90078"/>
                  </a:cubicBezTo>
                  <a:cubicBezTo>
                    <a:pt x="17915" y="96494"/>
                    <a:pt x="9082" y="99744"/>
                    <a:pt x="2000" y="105327"/>
                  </a:cubicBezTo>
                  <a:cubicBezTo>
                    <a:pt x="-2999" y="109243"/>
                    <a:pt x="2333" y="116159"/>
                    <a:pt x="7499" y="115159"/>
                  </a:cubicBezTo>
                  <a:cubicBezTo>
                    <a:pt x="21581" y="112576"/>
                    <a:pt x="33664" y="103660"/>
                    <a:pt x="40747" y="91162"/>
                  </a:cubicBezTo>
                  <a:cubicBezTo>
                    <a:pt x="47913" y="78413"/>
                    <a:pt x="44330" y="69830"/>
                    <a:pt x="40663" y="57165"/>
                  </a:cubicBezTo>
                  <a:lnTo>
                    <a:pt x="40663" y="57165"/>
                  </a:lnTo>
                  <a:close/>
                </a:path>
              </a:pathLst>
            </a:custGeom>
            <a:grpFill/>
            <a:ln w="8332" cap="flat">
              <a:noFill/>
              <a:prstDash val="solid"/>
              <a:miter/>
            </a:ln>
          </p:spPr>
          <p:txBody>
            <a:bodyPr rtlCol="0" anchor="ctr"/>
            <a:lstStyle/>
            <a:p>
              <a:endParaRPr lang="en-US"/>
            </a:p>
          </p:txBody>
        </p:sp>
        <p:sp>
          <p:nvSpPr>
            <p:cNvPr id="2225" name="Freeform: Shape 2224"/>
            <p:cNvSpPr/>
            <p:nvPr/>
          </p:nvSpPr>
          <p:spPr>
            <a:xfrm>
              <a:off x="6616806" y="1016554"/>
              <a:ext cx="24843" cy="54144"/>
            </a:xfrm>
            <a:custGeom>
              <a:avLst/>
              <a:gdLst>
                <a:gd name="connsiteX0" fmla="*/ 22950 w 24843"/>
                <a:gd name="connsiteY0" fmla="*/ 3197 h 54144"/>
                <a:gd name="connsiteX1" fmla="*/ 14534 w 24843"/>
                <a:gd name="connsiteY1" fmla="*/ 5364 h 54144"/>
                <a:gd name="connsiteX2" fmla="*/ 13618 w 24843"/>
                <a:gd name="connsiteY2" fmla="*/ 29028 h 54144"/>
                <a:gd name="connsiteX3" fmla="*/ 536 w 24843"/>
                <a:gd name="connsiteY3" fmla="*/ 48277 h 54144"/>
                <a:gd name="connsiteX4" fmla="*/ 4785 w 24843"/>
                <a:gd name="connsiteY4" fmla="*/ 53943 h 54144"/>
                <a:gd name="connsiteX5" fmla="*/ 22950 w 24843"/>
                <a:gd name="connsiteY5" fmla="*/ 3197 h 54144"/>
                <a:gd name="connsiteX6" fmla="*/ 22950 w 24843"/>
                <a:gd name="connsiteY6" fmla="*/ 3197 h 54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843" h="54144">
                  <a:moveTo>
                    <a:pt x="22950" y="3197"/>
                  </a:moveTo>
                  <a:cubicBezTo>
                    <a:pt x="21950" y="-2302"/>
                    <a:pt x="13618" y="-136"/>
                    <a:pt x="14534" y="5364"/>
                  </a:cubicBezTo>
                  <a:cubicBezTo>
                    <a:pt x="15784" y="13280"/>
                    <a:pt x="16950" y="21446"/>
                    <a:pt x="13618" y="29028"/>
                  </a:cubicBezTo>
                  <a:cubicBezTo>
                    <a:pt x="10618" y="35945"/>
                    <a:pt x="4702" y="41944"/>
                    <a:pt x="536" y="48277"/>
                  </a:cubicBezTo>
                  <a:cubicBezTo>
                    <a:pt x="-1214" y="50943"/>
                    <a:pt x="1619" y="55110"/>
                    <a:pt x="4785" y="53943"/>
                  </a:cubicBezTo>
                  <a:cubicBezTo>
                    <a:pt x="27200" y="45777"/>
                    <a:pt x="26533" y="22696"/>
                    <a:pt x="22950" y="3197"/>
                  </a:cubicBezTo>
                  <a:lnTo>
                    <a:pt x="22950" y="3197"/>
                  </a:lnTo>
                  <a:close/>
                </a:path>
              </a:pathLst>
            </a:custGeom>
            <a:grpFill/>
            <a:ln w="8332" cap="flat">
              <a:noFill/>
              <a:prstDash val="solid"/>
              <a:miter/>
            </a:ln>
          </p:spPr>
          <p:txBody>
            <a:bodyPr rtlCol="0" anchor="ctr"/>
            <a:lstStyle/>
            <a:p>
              <a:endParaRPr lang="en-US"/>
            </a:p>
          </p:txBody>
        </p:sp>
        <p:sp>
          <p:nvSpPr>
            <p:cNvPr id="2226" name="Freeform: Shape 2225"/>
            <p:cNvSpPr/>
            <p:nvPr/>
          </p:nvSpPr>
          <p:spPr>
            <a:xfrm>
              <a:off x="9191367" y="2234943"/>
              <a:ext cx="423736" cy="526990"/>
            </a:xfrm>
            <a:custGeom>
              <a:avLst/>
              <a:gdLst>
                <a:gd name="connsiteX0" fmla="*/ 423121 w 423736"/>
                <a:gd name="connsiteY0" fmla="*/ 248343 h 526990"/>
                <a:gd name="connsiteX1" fmla="*/ 410538 w 423736"/>
                <a:gd name="connsiteY1" fmla="*/ 222429 h 526990"/>
                <a:gd name="connsiteX2" fmla="*/ 403206 w 423736"/>
                <a:gd name="connsiteY2" fmla="*/ 202931 h 526990"/>
                <a:gd name="connsiteX3" fmla="*/ 411206 w 423736"/>
                <a:gd name="connsiteY3" fmla="*/ 180266 h 526990"/>
                <a:gd name="connsiteX4" fmla="*/ 406290 w 423736"/>
                <a:gd name="connsiteY4" fmla="*/ 125271 h 526990"/>
                <a:gd name="connsiteX5" fmla="*/ 376875 w 423736"/>
                <a:gd name="connsiteY5" fmla="*/ 107189 h 526990"/>
                <a:gd name="connsiteX6" fmla="*/ 383125 w 423736"/>
                <a:gd name="connsiteY6" fmla="*/ 71942 h 526990"/>
                <a:gd name="connsiteX7" fmla="*/ 358210 w 423736"/>
                <a:gd name="connsiteY7" fmla="*/ 25780 h 526990"/>
                <a:gd name="connsiteX8" fmla="*/ 329130 w 423736"/>
                <a:gd name="connsiteY8" fmla="*/ 21697 h 526990"/>
                <a:gd name="connsiteX9" fmla="*/ 308881 w 423736"/>
                <a:gd name="connsiteY9" fmla="*/ 31279 h 526990"/>
                <a:gd name="connsiteX10" fmla="*/ 308548 w 423736"/>
                <a:gd name="connsiteY10" fmla="*/ 30946 h 526990"/>
                <a:gd name="connsiteX11" fmla="*/ 253636 w 423736"/>
                <a:gd name="connsiteY11" fmla="*/ 1449 h 526990"/>
                <a:gd name="connsiteX12" fmla="*/ 192642 w 423736"/>
                <a:gd name="connsiteY12" fmla="*/ 10031 h 526990"/>
                <a:gd name="connsiteX13" fmla="*/ 135147 w 423736"/>
                <a:gd name="connsiteY13" fmla="*/ 40779 h 526990"/>
                <a:gd name="connsiteX14" fmla="*/ 74652 w 423736"/>
                <a:gd name="connsiteY14" fmla="*/ 58610 h 526990"/>
                <a:gd name="connsiteX15" fmla="*/ 38989 w 423736"/>
                <a:gd name="connsiteY15" fmla="*/ 107773 h 526990"/>
                <a:gd name="connsiteX16" fmla="*/ 38989 w 423736"/>
                <a:gd name="connsiteY16" fmla="*/ 141853 h 526990"/>
                <a:gd name="connsiteX17" fmla="*/ 14325 w 423736"/>
                <a:gd name="connsiteY17" fmla="*/ 168601 h 526990"/>
                <a:gd name="connsiteX18" fmla="*/ 2659 w 423736"/>
                <a:gd name="connsiteY18" fmla="*/ 224429 h 526990"/>
                <a:gd name="connsiteX19" fmla="*/ 40988 w 423736"/>
                <a:gd name="connsiteY19" fmla="*/ 258759 h 526990"/>
                <a:gd name="connsiteX20" fmla="*/ 41489 w 423736"/>
                <a:gd name="connsiteY20" fmla="*/ 264759 h 526990"/>
                <a:gd name="connsiteX21" fmla="*/ 37406 w 423736"/>
                <a:gd name="connsiteY21" fmla="*/ 302088 h 526990"/>
                <a:gd name="connsiteX22" fmla="*/ 34906 w 423736"/>
                <a:gd name="connsiteY22" fmla="*/ 372499 h 526990"/>
                <a:gd name="connsiteX23" fmla="*/ 40155 w 423736"/>
                <a:gd name="connsiteY23" fmla="*/ 440909 h 526990"/>
                <a:gd name="connsiteX24" fmla="*/ 72319 w 423736"/>
                <a:gd name="connsiteY24" fmla="*/ 478656 h 526990"/>
                <a:gd name="connsiteX25" fmla="*/ 206807 w 423736"/>
                <a:gd name="connsiteY25" fmla="*/ 525902 h 526990"/>
                <a:gd name="connsiteX26" fmla="*/ 264469 w 423736"/>
                <a:gd name="connsiteY26" fmla="*/ 520985 h 526990"/>
                <a:gd name="connsiteX27" fmla="*/ 295382 w 423736"/>
                <a:gd name="connsiteY27" fmla="*/ 477739 h 526990"/>
                <a:gd name="connsiteX28" fmla="*/ 325880 w 423736"/>
                <a:gd name="connsiteY28" fmla="*/ 401329 h 526990"/>
                <a:gd name="connsiteX29" fmla="*/ 353877 w 423736"/>
                <a:gd name="connsiteY29" fmla="*/ 327836 h 526990"/>
                <a:gd name="connsiteX30" fmla="*/ 353877 w 423736"/>
                <a:gd name="connsiteY30" fmla="*/ 327669 h 526990"/>
                <a:gd name="connsiteX31" fmla="*/ 401957 w 423736"/>
                <a:gd name="connsiteY31" fmla="*/ 300755 h 526990"/>
                <a:gd name="connsiteX32" fmla="*/ 423121 w 423736"/>
                <a:gd name="connsiteY32" fmla="*/ 248343 h 526990"/>
                <a:gd name="connsiteX33" fmla="*/ 423121 w 423736"/>
                <a:gd name="connsiteY33" fmla="*/ 248343 h 526990"/>
                <a:gd name="connsiteX34" fmla="*/ 72986 w 423736"/>
                <a:gd name="connsiteY34" fmla="*/ 461991 h 526990"/>
                <a:gd name="connsiteX35" fmla="*/ 51571 w 423736"/>
                <a:gd name="connsiteY35" fmla="*/ 431410 h 526990"/>
                <a:gd name="connsiteX36" fmla="*/ 48154 w 423736"/>
                <a:gd name="connsiteY36" fmla="*/ 387831 h 526990"/>
                <a:gd name="connsiteX37" fmla="*/ 47155 w 423736"/>
                <a:gd name="connsiteY37" fmla="*/ 312338 h 526990"/>
                <a:gd name="connsiteX38" fmla="*/ 49905 w 423736"/>
                <a:gd name="connsiteY38" fmla="*/ 275924 h 526990"/>
                <a:gd name="connsiteX39" fmla="*/ 49488 w 423736"/>
                <a:gd name="connsiteY39" fmla="*/ 261509 h 526990"/>
                <a:gd name="connsiteX40" fmla="*/ 84402 w 423736"/>
                <a:gd name="connsiteY40" fmla="*/ 268425 h 526990"/>
                <a:gd name="connsiteX41" fmla="*/ 88901 w 423736"/>
                <a:gd name="connsiteY41" fmla="*/ 269758 h 526990"/>
                <a:gd name="connsiteX42" fmla="*/ 84484 w 423736"/>
                <a:gd name="connsiteY42" fmla="*/ 308505 h 526990"/>
                <a:gd name="connsiteX43" fmla="*/ 79819 w 423736"/>
                <a:gd name="connsiteY43" fmla="*/ 358583 h 526990"/>
                <a:gd name="connsiteX44" fmla="*/ 76152 w 423736"/>
                <a:gd name="connsiteY44" fmla="*/ 411329 h 526990"/>
                <a:gd name="connsiteX45" fmla="*/ 75402 w 423736"/>
                <a:gd name="connsiteY45" fmla="*/ 463991 h 526990"/>
                <a:gd name="connsiteX46" fmla="*/ 72986 w 423736"/>
                <a:gd name="connsiteY46" fmla="*/ 461991 h 526990"/>
                <a:gd name="connsiteX47" fmla="*/ 72986 w 423736"/>
                <a:gd name="connsiteY47" fmla="*/ 461991 h 526990"/>
                <a:gd name="connsiteX48" fmla="*/ 82735 w 423736"/>
                <a:gd name="connsiteY48" fmla="*/ 469073 h 526990"/>
                <a:gd name="connsiteX49" fmla="*/ 81485 w 423736"/>
                <a:gd name="connsiteY49" fmla="*/ 463991 h 526990"/>
                <a:gd name="connsiteX50" fmla="*/ 84235 w 423736"/>
                <a:gd name="connsiteY50" fmla="*/ 448658 h 526990"/>
                <a:gd name="connsiteX51" fmla="*/ 84152 w 423736"/>
                <a:gd name="connsiteY51" fmla="*/ 422244 h 526990"/>
                <a:gd name="connsiteX52" fmla="*/ 87651 w 423736"/>
                <a:gd name="connsiteY52" fmla="*/ 367749 h 526990"/>
                <a:gd name="connsiteX53" fmla="*/ 91900 w 423736"/>
                <a:gd name="connsiteY53" fmla="*/ 313754 h 526990"/>
                <a:gd name="connsiteX54" fmla="*/ 95150 w 423736"/>
                <a:gd name="connsiteY54" fmla="*/ 272841 h 526990"/>
                <a:gd name="connsiteX55" fmla="*/ 101400 w 423736"/>
                <a:gd name="connsiteY55" fmla="*/ 281424 h 526990"/>
                <a:gd name="connsiteX56" fmla="*/ 108066 w 423736"/>
                <a:gd name="connsiteY56" fmla="*/ 294922 h 526990"/>
                <a:gd name="connsiteX57" fmla="*/ 133147 w 423736"/>
                <a:gd name="connsiteY57" fmla="*/ 315337 h 526990"/>
                <a:gd name="connsiteX58" fmla="*/ 116232 w 423736"/>
                <a:gd name="connsiteY58" fmla="*/ 487238 h 526990"/>
                <a:gd name="connsiteX59" fmla="*/ 82735 w 423736"/>
                <a:gd name="connsiteY59" fmla="*/ 469073 h 526990"/>
                <a:gd name="connsiteX60" fmla="*/ 82735 w 423736"/>
                <a:gd name="connsiteY60" fmla="*/ 469073 h 526990"/>
                <a:gd name="connsiteX61" fmla="*/ 194058 w 423736"/>
                <a:gd name="connsiteY61" fmla="*/ 320587 h 526990"/>
                <a:gd name="connsiteX62" fmla="*/ 180309 w 423736"/>
                <a:gd name="connsiteY62" fmla="*/ 365666 h 526990"/>
                <a:gd name="connsiteX63" fmla="*/ 168311 w 423736"/>
                <a:gd name="connsiteY63" fmla="*/ 420578 h 526990"/>
                <a:gd name="connsiteX64" fmla="*/ 158645 w 423736"/>
                <a:gd name="connsiteY64" fmla="*/ 464574 h 526990"/>
                <a:gd name="connsiteX65" fmla="*/ 151395 w 423736"/>
                <a:gd name="connsiteY65" fmla="*/ 500321 h 526990"/>
                <a:gd name="connsiteX66" fmla="*/ 142979 w 423736"/>
                <a:gd name="connsiteY66" fmla="*/ 497654 h 526990"/>
                <a:gd name="connsiteX67" fmla="*/ 124064 w 423736"/>
                <a:gd name="connsiteY67" fmla="*/ 490738 h 526990"/>
                <a:gd name="connsiteX68" fmla="*/ 129898 w 423736"/>
                <a:gd name="connsiteY68" fmla="*/ 399913 h 526990"/>
                <a:gd name="connsiteX69" fmla="*/ 137646 w 423736"/>
                <a:gd name="connsiteY69" fmla="*/ 317420 h 526990"/>
                <a:gd name="connsiteX70" fmla="*/ 159895 w 423736"/>
                <a:gd name="connsiteY70" fmla="*/ 321920 h 526990"/>
                <a:gd name="connsiteX71" fmla="*/ 192808 w 423736"/>
                <a:gd name="connsiteY71" fmla="*/ 320920 h 526990"/>
                <a:gd name="connsiteX72" fmla="*/ 194225 w 423736"/>
                <a:gd name="connsiteY72" fmla="*/ 320670 h 526990"/>
                <a:gd name="connsiteX73" fmla="*/ 194058 w 423736"/>
                <a:gd name="connsiteY73" fmla="*/ 320587 h 526990"/>
                <a:gd name="connsiteX74" fmla="*/ 194058 w 423736"/>
                <a:gd name="connsiteY74" fmla="*/ 320587 h 526990"/>
                <a:gd name="connsiteX75" fmla="*/ 203974 w 423736"/>
                <a:gd name="connsiteY75" fmla="*/ 473240 h 526990"/>
                <a:gd name="connsiteX76" fmla="*/ 195308 w 423736"/>
                <a:gd name="connsiteY76" fmla="*/ 510153 h 526990"/>
                <a:gd name="connsiteX77" fmla="*/ 161561 w 423736"/>
                <a:gd name="connsiteY77" fmla="*/ 503237 h 526990"/>
                <a:gd name="connsiteX78" fmla="*/ 176060 w 423736"/>
                <a:gd name="connsiteY78" fmla="*/ 422328 h 526990"/>
                <a:gd name="connsiteX79" fmla="*/ 185059 w 423736"/>
                <a:gd name="connsiteY79" fmla="*/ 372832 h 526990"/>
                <a:gd name="connsiteX80" fmla="*/ 197391 w 423736"/>
                <a:gd name="connsiteY80" fmla="*/ 321753 h 526990"/>
                <a:gd name="connsiteX81" fmla="*/ 196642 w 423736"/>
                <a:gd name="connsiteY81" fmla="*/ 319920 h 526990"/>
                <a:gd name="connsiteX82" fmla="*/ 213390 w 423736"/>
                <a:gd name="connsiteY82" fmla="*/ 322003 h 526990"/>
                <a:gd name="connsiteX83" fmla="*/ 226056 w 423736"/>
                <a:gd name="connsiteY83" fmla="*/ 333002 h 526990"/>
                <a:gd name="connsiteX84" fmla="*/ 244053 w 423736"/>
                <a:gd name="connsiteY84" fmla="*/ 342918 h 526990"/>
                <a:gd name="connsiteX85" fmla="*/ 216889 w 423736"/>
                <a:gd name="connsiteY85" fmla="*/ 429910 h 526990"/>
                <a:gd name="connsiteX86" fmla="*/ 203974 w 423736"/>
                <a:gd name="connsiteY86" fmla="*/ 473240 h 526990"/>
                <a:gd name="connsiteX87" fmla="*/ 203974 w 423736"/>
                <a:gd name="connsiteY87" fmla="*/ 473240 h 526990"/>
                <a:gd name="connsiteX88" fmla="*/ 204557 w 423736"/>
                <a:gd name="connsiteY88" fmla="*/ 511070 h 526990"/>
                <a:gd name="connsiteX89" fmla="*/ 213057 w 423736"/>
                <a:gd name="connsiteY89" fmla="*/ 477489 h 526990"/>
                <a:gd name="connsiteX90" fmla="*/ 225056 w 423736"/>
                <a:gd name="connsiteY90" fmla="*/ 431910 h 526990"/>
                <a:gd name="connsiteX91" fmla="*/ 248053 w 423736"/>
                <a:gd name="connsiteY91" fmla="*/ 344668 h 526990"/>
                <a:gd name="connsiteX92" fmla="*/ 288883 w 423736"/>
                <a:gd name="connsiteY92" fmla="*/ 350168 h 526990"/>
                <a:gd name="connsiteX93" fmla="*/ 291383 w 423736"/>
                <a:gd name="connsiteY93" fmla="*/ 349834 h 526990"/>
                <a:gd name="connsiteX94" fmla="*/ 255803 w 423736"/>
                <a:gd name="connsiteY94" fmla="*/ 439576 h 526990"/>
                <a:gd name="connsiteX95" fmla="*/ 238804 w 423736"/>
                <a:gd name="connsiteY95" fmla="*/ 483655 h 526990"/>
                <a:gd name="connsiteX96" fmla="*/ 227388 w 423736"/>
                <a:gd name="connsiteY96" fmla="*/ 511653 h 526990"/>
                <a:gd name="connsiteX97" fmla="*/ 222306 w 423736"/>
                <a:gd name="connsiteY97" fmla="*/ 511736 h 526990"/>
                <a:gd name="connsiteX98" fmla="*/ 204557 w 423736"/>
                <a:gd name="connsiteY98" fmla="*/ 511070 h 526990"/>
                <a:gd name="connsiteX99" fmla="*/ 204557 w 423736"/>
                <a:gd name="connsiteY99" fmla="*/ 511070 h 526990"/>
                <a:gd name="connsiteX100" fmla="*/ 310465 w 423736"/>
                <a:gd name="connsiteY100" fmla="*/ 399330 h 526990"/>
                <a:gd name="connsiteX101" fmla="*/ 281717 w 423736"/>
                <a:gd name="connsiteY101" fmla="*/ 470657 h 526990"/>
                <a:gd name="connsiteX102" fmla="*/ 257636 w 423736"/>
                <a:gd name="connsiteY102" fmla="*/ 507403 h 526990"/>
                <a:gd name="connsiteX103" fmla="*/ 240554 w 423736"/>
                <a:gd name="connsiteY103" fmla="*/ 511236 h 526990"/>
                <a:gd name="connsiteX104" fmla="*/ 294049 w 423736"/>
                <a:gd name="connsiteY104" fmla="*/ 349418 h 526990"/>
                <a:gd name="connsiteX105" fmla="*/ 336962 w 423736"/>
                <a:gd name="connsiteY105" fmla="*/ 331836 h 526990"/>
                <a:gd name="connsiteX106" fmla="*/ 310465 w 423736"/>
                <a:gd name="connsiteY106" fmla="*/ 399330 h 526990"/>
                <a:gd name="connsiteX107" fmla="*/ 310465 w 423736"/>
                <a:gd name="connsiteY107" fmla="*/ 399330 h 526990"/>
                <a:gd name="connsiteX108" fmla="*/ 400373 w 423736"/>
                <a:gd name="connsiteY108" fmla="*/ 277757 h 526990"/>
                <a:gd name="connsiteX109" fmla="*/ 348127 w 423736"/>
                <a:gd name="connsiteY109" fmla="*/ 314504 h 526990"/>
                <a:gd name="connsiteX110" fmla="*/ 328880 w 423736"/>
                <a:gd name="connsiteY110" fmla="*/ 318170 h 526990"/>
                <a:gd name="connsiteX111" fmla="*/ 302715 w 423736"/>
                <a:gd name="connsiteY111" fmla="*/ 330836 h 526990"/>
                <a:gd name="connsiteX112" fmla="*/ 242054 w 423736"/>
                <a:gd name="connsiteY112" fmla="*/ 324920 h 526990"/>
                <a:gd name="connsiteX113" fmla="*/ 218556 w 423736"/>
                <a:gd name="connsiteY113" fmla="*/ 306421 h 526990"/>
                <a:gd name="connsiteX114" fmla="*/ 197725 w 423736"/>
                <a:gd name="connsiteY114" fmla="*/ 303505 h 526990"/>
                <a:gd name="connsiteX115" fmla="*/ 135397 w 423736"/>
                <a:gd name="connsiteY115" fmla="*/ 299089 h 526990"/>
                <a:gd name="connsiteX116" fmla="*/ 115065 w 423736"/>
                <a:gd name="connsiteY116" fmla="*/ 272258 h 526990"/>
                <a:gd name="connsiteX117" fmla="*/ 105566 w 423736"/>
                <a:gd name="connsiteY117" fmla="*/ 256509 h 526990"/>
                <a:gd name="connsiteX118" fmla="*/ 82485 w 423736"/>
                <a:gd name="connsiteY118" fmla="*/ 251343 h 526990"/>
                <a:gd name="connsiteX119" fmla="*/ 53404 w 423736"/>
                <a:gd name="connsiteY119" fmla="*/ 245510 h 526990"/>
                <a:gd name="connsiteX120" fmla="*/ 21240 w 423736"/>
                <a:gd name="connsiteY120" fmla="*/ 226762 h 526990"/>
                <a:gd name="connsiteX121" fmla="*/ 21491 w 423736"/>
                <a:gd name="connsiteY121" fmla="*/ 184932 h 526990"/>
                <a:gd name="connsiteX122" fmla="*/ 55238 w 423736"/>
                <a:gd name="connsiteY122" fmla="*/ 147936 h 526990"/>
                <a:gd name="connsiteX123" fmla="*/ 56238 w 423736"/>
                <a:gd name="connsiteY123" fmla="*/ 132771 h 526990"/>
                <a:gd name="connsiteX124" fmla="*/ 64320 w 423736"/>
                <a:gd name="connsiteY124" fmla="*/ 90107 h 526990"/>
                <a:gd name="connsiteX125" fmla="*/ 124064 w 423736"/>
                <a:gd name="connsiteY125" fmla="*/ 58444 h 526990"/>
                <a:gd name="connsiteX126" fmla="*/ 169811 w 423736"/>
                <a:gd name="connsiteY126" fmla="*/ 42195 h 526990"/>
                <a:gd name="connsiteX127" fmla="*/ 231555 w 423736"/>
                <a:gd name="connsiteY127" fmla="*/ 11698 h 526990"/>
                <a:gd name="connsiteX128" fmla="*/ 300715 w 423736"/>
                <a:gd name="connsiteY128" fmla="*/ 34946 h 526990"/>
                <a:gd name="connsiteX129" fmla="*/ 308298 w 423736"/>
                <a:gd name="connsiteY129" fmla="*/ 45445 h 526990"/>
                <a:gd name="connsiteX130" fmla="*/ 325880 w 423736"/>
                <a:gd name="connsiteY130" fmla="*/ 36446 h 526990"/>
                <a:gd name="connsiteX131" fmla="*/ 354627 w 423736"/>
                <a:gd name="connsiteY131" fmla="*/ 40695 h 526990"/>
                <a:gd name="connsiteX132" fmla="*/ 356460 w 423736"/>
                <a:gd name="connsiteY132" fmla="*/ 97857 h 526990"/>
                <a:gd name="connsiteX133" fmla="*/ 372709 w 423736"/>
                <a:gd name="connsiteY133" fmla="*/ 123605 h 526990"/>
                <a:gd name="connsiteX134" fmla="*/ 398206 w 423736"/>
                <a:gd name="connsiteY134" fmla="*/ 140936 h 526990"/>
                <a:gd name="connsiteX135" fmla="*/ 396123 w 423736"/>
                <a:gd name="connsiteY135" fmla="*/ 174850 h 526990"/>
                <a:gd name="connsiteX136" fmla="*/ 390790 w 423736"/>
                <a:gd name="connsiteY136" fmla="*/ 218513 h 526990"/>
                <a:gd name="connsiteX137" fmla="*/ 401957 w 423736"/>
                <a:gd name="connsiteY137" fmla="*/ 238094 h 526990"/>
                <a:gd name="connsiteX138" fmla="*/ 400373 w 423736"/>
                <a:gd name="connsiteY138" fmla="*/ 277757 h 526990"/>
                <a:gd name="connsiteX139" fmla="*/ 400373 w 423736"/>
                <a:gd name="connsiteY139" fmla="*/ 277757 h 526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Lst>
              <a:rect l="l" t="t" r="r" b="b"/>
              <a:pathLst>
                <a:path w="423736" h="526990">
                  <a:moveTo>
                    <a:pt x="423121" y="248343"/>
                  </a:moveTo>
                  <a:cubicBezTo>
                    <a:pt x="421288" y="238928"/>
                    <a:pt x="415288" y="230512"/>
                    <a:pt x="410538" y="222429"/>
                  </a:cubicBezTo>
                  <a:cubicBezTo>
                    <a:pt x="406872" y="216179"/>
                    <a:pt x="403123" y="210513"/>
                    <a:pt x="403206" y="202931"/>
                  </a:cubicBezTo>
                  <a:cubicBezTo>
                    <a:pt x="403289" y="194432"/>
                    <a:pt x="407706" y="187849"/>
                    <a:pt x="411206" y="180266"/>
                  </a:cubicBezTo>
                  <a:cubicBezTo>
                    <a:pt x="419622" y="162185"/>
                    <a:pt x="421121" y="140520"/>
                    <a:pt x="406290" y="125271"/>
                  </a:cubicBezTo>
                  <a:cubicBezTo>
                    <a:pt x="397874" y="116688"/>
                    <a:pt x="385624" y="114522"/>
                    <a:pt x="376875" y="107189"/>
                  </a:cubicBezTo>
                  <a:cubicBezTo>
                    <a:pt x="369292" y="100773"/>
                    <a:pt x="381625" y="81025"/>
                    <a:pt x="383125" y="71942"/>
                  </a:cubicBezTo>
                  <a:cubicBezTo>
                    <a:pt x="386375" y="51861"/>
                    <a:pt x="376792" y="34113"/>
                    <a:pt x="358210" y="25780"/>
                  </a:cubicBezTo>
                  <a:cubicBezTo>
                    <a:pt x="349127" y="21697"/>
                    <a:pt x="338878" y="20197"/>
                    <a:pt x="329130" y="21697"/>
                  </a:cubicBezTo>
                  <a:cubicBezTo>
                    <a:pt x="321046" y="22864"/>
                    <a:pt x="315631" y="28196"/>
                    <a:pt x="308881" y="31279"/>
                  </a:cubicBezTo>
                  <a:cubicBezTo>
                    <a:pt x="308798" y="31196"/>
                    <a:pt x="308714" y="31029"/>
                    <a:pt x="308548" y="30946"/>
                  </a:cubicBezTo>
                  <a:cubicBezTo>
                    <a:pt x="291799" y="16614"/>
                    <a:pt x="275634" y="5615"/>
                    <a:pt x="253636" y="1449"/>
                  </a:cubicBezTo>
                  <a:cubicBezTo>
                    <a:pt x="233222" y="-2384"/>
                    <a:pt x="211390" y="1699"/>
                    <a:pt x="192642" y="10031"/>
                  </a:cubicBezTo>
                  <a:cubicBezTo>
                    <a:pt x="172310" y="19114"/>
                    <a:pt x="157895" y="38862"/>
                    <a:pt x="135147" y="40779"/>
                  </a:cubicBezTo>
                  <a:cubicBezTo>
                    <a:pt x="112732" y="42695"/>
                    <a:pt x="93484" y="45445"/>
                    <a:pt x="74652" y="58610"/>
                  </a:cubicBezTo>
                  <a:cubicBezTo>
                    <a:pt x="57487" y="70693"/>
                    <a:pt x="41739" y="85941"/>
                    <a:pt x="38989" y="107773"/>
                  </a:cubicBezTo>
                  <a:cubicBezTo>
                    <a:pt x="37573" y="118855"/>
                    <a:pt x="42489" y="131520"/>
                    <a:pt x="38989" y="141853"/>
                  </a:cubicBezTo>
                  <a:cubicBezTo>
                    <a:pt x="35406" y="152602"/>
                    <a:pt x="21574" y="159768"/>
                    <a:pt x="14325" y="168601"/>
                  </a:cubicBezTo>
                  <a:cubicBezTo>
                    <a:pt x="2159" y="183432"/>
                    <a:pt x="-3841" y="206014"/>
                    <a:pt x="2659" y="224429"/>
                  </a:cubicBezTo>
                  <a:cubicBezTo>
                    <a:pt x="8908" y="242260"/>
                    <a:pt x="23907" y="252510"/>
                    <a:pt x="40988" y="258759"/>
                  </a:cubicBezTo>
                  <a:cubicBezTo>
                    <a:pt x="41239" y="260759"/>
                    <a:pt x="41406" y="262675"/>
                    <a:pt x="41489" y="264759"/>
                  </a:cubicBezTo>
                  <a:cubicBezTo>
                    <a:pt x="41905" y="277257"/>
                    <a:pt x="38489" y="289756"/>
                    <a:pt x="37406" y="302088"/>
                  </a:cubicBezTo>
                  <a:cubicBezTo>
                    <a:pt x="35239" y="325503"/>
                    <a:pt x="34822" y="349084"/>
                    <a:pt x="34906" y="372499"/>
                  </a:cubicBezTo>
                  <a:cubicBezTo>
                    <a:pt x="34989" y="395080"/>
                    <a:pt x="34240" y="418994"/>
                    <a:pt x="40155" y="440909"/>
                  </a:cubicBezTo>
                  <a:cubicBezTo>
                    <a:pt x="44655" y="457408"/>
                    <a:pt x="58404" y="469323"/>
                    <a:pt x="72319" y="478656"/>
                  </a:cubicBezTo>
                  <a:cubicBezTo>
                    <a:pt x="112232" y="505403"/>
                    <a:pt x="159062" y="521402"/>
                    <a:pt x="206807" y="525902"/>
                  </a:cubicBezTo>
                  <a:cubicBezTo>
                    <a:pt x="224806" y="527568"/>
                    <a:pt x="247470" y="528235"/>
                    <a:pt x="264469" y="520985"/>
                  </a:cubicBezTo>
                  <a:cubicBezTo>
                    <a:pt x="280218" y="514319"/>
                    <a:pt x="288883" y="492238"/>
                    <a:pt x="295382" y="477739"/>
                  </a:cubicBezTo>
                  <a:cubicBezTo>
                    <a:pt x="306798" y="452575"/>
                    <a:pt x="315797" y="426911"/>
                    <a:pt x="325880" y="401329"/>
                  </a:cubicBezTo>
                  <a:cubicBezTo>
                    <a:pt x="335545" y="376749"/>
                    <a:pt x="346211" y="353084"/>
                    <a:pt x="353877" y="327836"/>
                  </a:cubicBezTo>
                  <a:cubicBezTo>
                    <a:pt x="353877" y="327753"/>
                    <a:pt x="353877" y="327753"/>
                    <a:pt x="353877" y="327669"/>
                  </a:cubicBezTo>
                  <a:cubicBezTo>
                    <a:pt x="371209" y="323587"/>
                    <a:pt x="389374" y="312421"/>
                    <a:pt x="401957" y="300755"/>
                  </a:cubicBezTo>
                  <a:cubicBezTo>
                    <a:pt x="414622" y="288840"/>
                    <a:pt x="426621" y="266425"/>
                    <a:pt x="423121" y="248343"/>
                  </a:cubicBezTo>
                  <a:lnTo>
                    <a:pt x="423121" y="248343"/>
                  </a:lnTo>
                  <a:close/>
                  <a:moveTo>
                    <a:pt x="72986" y="461991"/>
                  </a:moveTo>
                  <a:cubicBezTo>
                    <a:pt x="62237" y="453325"/>
                    <a:pt x="54571" y="445159"/>
                    <a:pt x="51571" y="431410"/>
                  </a:cubicBezTo>
                  <a:cubicBezTo>
                    <a:pt x="48488" y="417078"/>
                    <a:pt x="48738" y="402413"/>
                    <a:pt x="48154" y="387831"/>
                  </a:cubicBezTo>
                  <a:cubicBezTo>
                    <a:pt x="47155" y="362583"/>
                    <a:pt x="46488" y="337419"/>
                    <a:pt x="47155" y="312338"/>
                  </a:cubicBezTo>
                  <a:cubicBezTo>
                    <a:pt x="47488" y="300172"/>
                    <a:pt x="49404" y="288090"/>
                    <a:pt x="49905" y="275924"/>
                  </a:cubicBezTo>
                  <a:cubicBezTo>
                    <a:pt x="50072" y="271258"/>
                    <a:pt x="50238" y="266175"/>
                    <a:pt x="49488" y="261509"/>
                  </a:cubicBezTo>
                  <a:cubicBezTo>
                    <a:pt x="60987" y="264592"/>
                    <a:pt x="72820" y="265675"/>
                    <a:pt x="84402" y="268425"/>
                  </a:cubicBezTo>
                  <a:cubicBezTo>
                    <a:pt x="86068" y="268841"/>
                    <a:pt x="87485" y="269258"/>
                    <a:pt x="88901" y="269758"/>
                  </a:cubicBezTo>
                  <a:cubicBezTo>
                    <a:pt x="85568" y="282090"/>
                    <a:pt x="85485" y="295922"/>
                    <a:pt x="84484" y="308505"/>
                  </a:cubicBezTo>
                  <a:cubicBezTo>
                    <a:pt x="83068" y="325253"/>
                    <a:pt x="80735" y="341835"/>
                    <a:pt x="79819" y="358583"/>
                  </a:cubicBezTo>
                  <a:cubicBezTo>
                    <a:pt x="78819" y="376165"/>
                    <a:pt x="77153" y="393747"/>
                    <a:pt x="76152" y="411329"/>
                  </a:cubicBezTo>
                  <a:cubicBezTo>
                    <a:pt x="75152" y="428827"/>
                    <a:pt x="77069" y="446575"/>
                    <a:pt x="75402" y="463991"/>
                  </a:cubicBezTo>
                  <a:cubicBezTo>
                    <a:pt x="74652" y="463240"/>
                    <a:pt x="73819" y="462657"/>
                    <a:pt x="72986" y="461991"/>
                  </a:cubicBezTo>
                  <a:lnTo>
                    <a:pt x="72986" y="461991"/>
                  </a:lnTo>
                  <a:close/>
                  <a:moveTo>
                    <a:pt x="82735" y="469073"/>
                  </a:moveTo>
                  <a:cubicBezTo>
                    <a:pt x="83818" y="467490"/>
                    <a:pt x="83818" y="465240"/>
                    <a:pt x="81485" y="463991"/>
                  </a:cubicBezTo>
                  <a:cubicBezTo>
                    <a:pt x="86402" y="466574"/>
                    <a:pt x="84319" y="452742"/>
                    <a:pt x="84235" y="448658"/>
                  </a:cubicBezTo>
                  <a:cubicBezTo>
                    <a:pt x="84068" y="439826"/>
                    <a:pt x="83985" y="431077"/>
                    <a:pt x="84152" y="422244"/>
                  </a:cubicBezTo>
                  <a:cubicBezTo>
                    <a:pt x="84484" y="404079"/>
                    <a:pt x="86818" y="385998"/>
                    <a:pt x="87651" y="367749"/>
                  </a:cubicBezTo>
                  <a:cubicBezTo>
                    <a:pt x="88485" y="349668"/>
                    <a:pt x="90318" y="331752"/>
                    <a:pt x="91900" y="313754"/>
                  </a:cubicBezTo>
                  <a:cubicBezTo>
                    <a:pt x="93067" y="300255"/>
                    <a:pt x="95150" y="286506"/>
                    <a:pt x="95150" y="272841"/>
                  </a:cubicBezTo>
                  <a:cubicBezTo>
                    <a:pt x="97567" y="274841"/>
                    <a:pt x="99567" y="277507"/>
                    <a:pt x="101400" y="281424"/>
                  </a:cubicBezTo>
                  <a:cubicBezTo>
                    <a:pt x="103650" y="286090"/>
                    <a:pt x="105067" y="290506"/>
                    <a:pt x="108066" y="294922"/>
                  </a:cubicBezTo>
                  <a:cubicBezTo>
                    <a:pt x="114649" y="304505"/>
                    <a:pt x="123314" y="311088"/>
                    <a:pt x="133147" y="315337"/>
                  </a:cubicBezTo>
                  <a:cubicBezTo>
                    <a:pt x="124147" y="371749"/>
                    <a:pt x="117399" y="430077"/>
                    <a:pt x="116232" y="487238"/>
                  </a:cubicBezTo>
                  <a:cubicBezTo>
                    <a:pt x="104483" y="482156"/>
                    <a:pt x="93151" y="476156"/>
                    <a:pt x="82735" y="469073"/>
                  </a:cubicBezTo>
                  <a:lnTo>
                    <a:pt x="82735" y="469073"/>
                  </a:lnTo>
                  <a:close/>
                  <a:moveTo>
                    <a:pt x="194058" y="320587"/>
                  </a:moveTo>
                  <a:cubicBezTo>
                    <a:pt x="187142" y="334335"/>
                    <a:pt x="184642" y="350917"/>
                    <a:pt x="180309" y="365666"/>
                  </a:cubicBezTo>
                  <a:cubicBezTo>
                    <a:pt x="174977" y="383831"/>
                    <a:pt x="172393" y="402163"/>
                    <a:pt x="168311" y="420578"/>
                  </a:cubicBezTo>
                  <a:cubicBezTo>
                    <a:pt x="165061" y="435243"/>
                    <a:pt x="161644" y="449909"/>
                    <a:pt x="158645" y="464574"/>
                  </a:cubicBezTo>
                  <a:cubicBezTo>
                    <a:pt x="156395" y="475739"/>
                    <a:pt x="152228" y="488322"/>
                    <a:pt x="151395" y="500321"/>
                  </a:cubicBezTo>
                  <a:cubicBezTo>
                    <a:pt x="148562" y="499487"/>
                    <a:pt x="145730" y="498571"/>
                    <a:pt x="142979" y="497654"/>
                  </a:cubicBezTo>
                  <a:cubicBezTo>
                    <a:pt x="136730" y="495571"/>
                    <a:pt x="130314" y="493238"/>
                    <a:pt x="124064" y="490738"/>
                  </a:cubicBezTo>
                  <a:cubicBezTo>
                    <a:pt x="127564" y="460741"/>
                    <a:pt x="127814" y="429994"/>
                    <a:pt x="129898" y="399913"/>
                  </a:cubicBezTo>
                  <a:cubicBezTo>
                    <a:pt x="131730" y="372832"/>
                    <a:pt x="137730" y="344585"/>
                    <a:pt x="137646" y="317420"/>
                  </a:cubicBezTo>
                  <a:cubicBezTo>
                    <a:pt x="144646" y="319920"/>
                    <a:pt x="152146" y="321337"/>
                    <a:pt x="159895" y="321920"/>
                  </a:cubicBezTo>
                  <a:cubicBezTo>
                    <a:pt x="170811" y="322753"/>
                    <a:pt x="181976" y="322753"/>
                    <a:pt x="192808" y="320920"/>
                  </a:cubicBezTo>
                  <a:cubicBezTo>
                    <a:pt x="193308" y="320837"/>
                    <a:pt x="193725" y="320754"/>
                    <a:pt x="194225" y="320670"/>
                  </a:cubicBezTo>
                  <a:cubicBezTo>
                    <a:pt x="194058" y="320504"/>
                    <a:pt x="194058" y="320504"/>
                    <a:pt x="194058" y="320587"/>
                  </a:cubicBezTo>
                  <a:lnTo>
                    <a:pt x="194058" y="320587"/>
                  </a:lnTo>
                  <a:close/>
                  <a:moveTo>
                    <a:pt x="203974" y="473240"/>
                  </a:moveTo>
                  <a:cubicBezTo>
                    <a:pt x="200641" y="484572"/>
                    <a:pt x="196141" y="498237"/>
                    <a:pt x="195308" y="510153"/>
                  </a:cubicBezTo>
                  <a:cubicBezTo>
                    <a:pt x="183892" y="508653"/>
                    <a:pt x="172560" y="506237"/>
                    <a:pt x="161561" y="503237"/>
                  </a:cubicBezTo>
                  <a:cubicBezTo>
                    <a:pt x="168060" y="476823"/>
                    <a:pt x="170977" y="448908"/>
                    <a:pt x="176060" y="422328"/>
                  </a:cubicBezTo>
                  <a:cubicBezTo>
                    <a:pt x="179227" y="405746"/>
                    <a:pt x="180893" y="389247"/>
                    <a:pt x="185059" y="372832"/>
                  </a:cubicBezTo>
                  <a:cubicBezTo>
                    <a:pt x="189225" y="356250"/>
                    <a:pt x="191559" y="337669"/>
                    <a:pt x="197391" y="321753"/>
                  </a:cubicBezTo>
                  <a:cubicBezTo>
                    <a:pt x="197725" y="320920"/>
                    <a:pt x="197224" y="320254"/>
                    <a:pt x="196642" y="319920"/>
                  </a:cubicBezTo>
                  <a:cubicBezTo>
                    <a:pt x="202307" y="318670"/>
                    <a:pt x="206557" y="317587"/>
                    <a:pt x="213390" y="322003"/>
                  </a:cubicBezTo>
                  <a:cubicBezTo>
                    <a:pt x="217889" y="324920"/>
                    <a:pt x="221556" y="329836"/>
                    <a:pt x="226056" y="333002"/>
                  </a:cubicBezTo>
                  <a:cubicBezTo>
                    <a:pt x="231638" y="336919"/>
                    <a:pt x="237721" y="340252"/>
                    <a:pt x="244053" y="342918"/>
                  </a:cubicBezTo>
                  <a:cubicBezTo>
                    <a:pt x="236055" y="372082"/>
                    <a:pt x="225806" y="401163"/>
                    <a:pt x="216889" y="429910"/>
                  </a:cubicBezTo>
                  <a:cubicBezTo>
                    <a:pt x="212223" y="444409"/>
                    <a:pt x="208307" y="458824"/>
                    <a:pt x="203974" y="473240"/>
                  </a:cubicBezTo>
                  <a:lnTo>
                    <a:pt x="203974" y="473240"/>
                  </a:lnTo>
                  <a:close/>
                  <a:moveTo>
                    <a:pt x="204557" y="511070"/>
                  </a:moveTo>
                  <a:cubicBezTo>
                    <a:pt x="209307" y="500487"/>
                    <a:pt x="210224" y="488738"/>
                    <a:pt x="213057" y="477489"/>
                  </a:cubicBezTo>
                  <a:cubicBezTo>
                    <a:pt x="216973" y="462324"/>
                    <a:pt x="221055" y="447075"/>
                    <a:pt x="225056" y="431910"/>
                  </a:cubicBezTo>
                  <a:cubicBezTo>
                    <a:pt x="232721" y="402996"/>
                    <a:pt x="241638" y="373832"/>
                    <a:pt x="248053" y="344668"/>
                  </a:cubicBezTo>
                  <a:cubicBezTo>
                    <a:pt x="261052" y="349418"/>
                    <a:pt x="275051" y="351417"/>
                    <a:pt x="288883" y="350168"/>
                  </a:cubicBezTo>
                  <a:cubicBezTo>
                    <a:pt x="289716" y="350084"/>
                    <a:pt x="290550" y="350001"/>
                    <a:pt x="291383" y="349834"/>
                  </a:cubicBezTo>
                  <a:cubicBezTo>
                    <a:pt x="280051" y="379915"/>
                    <a:pt x="267635" y="409745"/>
                    <a:pt x="255803" y="439576"/>
                  </a:cubicBezTo>
                  <a:cubicBezTo>
                    <a:pt x="250054" y="454241"/>
                    <a:pt x="244804" y="469073"/>
                    <a:pt x="238804" y="483655"/>
                  </a:cubicBezTo>
                  <a:cubicBezTo>
                    <a:pt x="235055" y="492821"/>
                    <a:pt x="230471" y="502070"/>
                    <a:pt x="227388" y="511653"/>
                  </a:cubicBezTo>
                  <a:cubicBezTo>
                    <a:pt x="225639" y="511653"/>
                    <a:pt x="223889" y="511653"/>
                    <a:pt x="222306" y="511736"/>
                  </a:cubicBezTo>
                  <a:cubicBezTo>
                    <a:pt x="216557" y="511820"/>
                    <a:pt x="210556" y="511570"/>
                    <a:pt x="204557" y="511070"/>
                  </a:cubicBezTo>
                  <a:lnTo>
                    <a:pt x="204557" y="511070"/>
                  </a:lnTo>
                  <a:close/>
                  <a:moveTo>
                    <a:pt x="310465" y="399330"/>
                  </a:moveTo>
                  <a:cubicBezTo>
                    <a:pt x="301298" y="423411"/>
                    <a:pt x="292466" y="447242"/>
                    <a:pt x="281717" y="470657"/>
                  </a:cubicBezTo>
                  <a:cubicBezTo>
                    <a:pt x="276551" y="481989"/>
                    <a:pt x="269552" y="501654"/>
                    <a:pt x="257636" y="507403"/>
                  </a:cubicBezTo>
                  <a:cubicBezTo>
                    <a:pt x="252720" y="509820"/>
                    <a:pt x="246637" y="510820"/>
                    <a:pt x="240554" y="511236"/>
                  </a:cubicBezTo>
                  <a:cubicBezTo>
                    <a:pt x="260802" y="458491"/>
                    <a:pt x="279884" y="404163"/>
                    <a:pt x="294049" y="349418"/>
                  </a:cubicBezTo>
                  <a:cubicBezTo>
                    <a:pt x="309714" y="346501"/>
                    <a:pt x="322463" y="337169"/>
                    <a:pt x="336962" y="331836"/>
                  </a:cubicBezTo>
                  <a:cubicBezTo>
                    <a:pt x="329213" y="354834"/>
                    <a:pt x="319047" y="376582"/>
                    <a:pt x="310465" y="399330"/>
                  </a:cubicBezTo>
                  <a:lnTo>
                    <a:pt x="310465" y="399330"/>
                  </a:lnTo>
                  <a:close/>
                  <a:moveTo>
                    <a:pt x="400373" y="277757"/>
                  </a:moveTo>
                  <a:cubicBezTo>
                    <a:pt x="390957" y="293589"/>
                    <a:pt x="366460" y="311504"/>
                    <a:pt x="348127" y="314504"/>
                  </a:cubicBezTo>
                  <a:cubicBezTo>
                    <a:pt x="340795" y="315671"/>
                    <a:pt x="335879" y="315087"/>
                    <a:pt x="328880" y="318170"/>
                  </a:cubicBezTo>
                  <a:cubicBezTo>
                    <a:pt x="319963" y="322087"/>
                    <a:pt x="311881" y="327669"/>
                    <a:pt x="302715" y="330836"/>
                  </a:cubicBezTo>
                  <a:cubicBezTo>
                    <a:pt x="282800" y="337669"/>
                    <a:pt x="260386" y="334752"/>
                    <a:pt x="242054" y="324920"/>
                  </a:cubicBezTo>
                  <a:cubicBezTo>
                    <a:pt x="232805" y="319920"/>
                    <a:pt x="226889" y="312338"/>
                    <a:pt x="218556" y="306421"/>
                  </a:cubicBezTo>
                  <a:cubicBezTo>
                    <a:pt x="211640" y="301588"/>
                    <a:pt x="205724" y="302422"/>
                    <a:pt x="197725" y="303505"/>
                  </a:cubicBezTo>
                  <a:cubicBezTo>
                    <a:pt x="177726" y="306172"/>
                    <a:pt x="153895" y="309255"/>
                    <a:pt x="135397" y="299089"/>
                  </a:cubicBezTo>
                  <a:cubicBezTo>
                    <a:pt x="124147" y="292922"/>
                    <a:pt x="119315" y="283673"/>
                    <a:pt x="115065" y="272258"/>
                  </a:cubicBezTo>
                  <a:cubicBezTo>
                    <a:pt x="112732" y="266092"/>
                    <a:pt x="111399" y="260342"/>
                    <a:pt x="105566" y="256509"/>
                  </a:cubicBezTo>
                  <a:cubicBezTo>
                    <a:pt x="99066" y="252176"/>
                    <a:pt x="89901" y="252426"/>
                    <a:pt x="82485" y="251343"/>
                  </a:cubicBezTo>
                  <a:cubicBezTo>
                    <a:pt x="72736" y="249927"/>
                    <a:pt x="62903" y="248260"/>
                    <a:pt x="53404" y="245510"/>
                  </a:cubicBezTo>
                  <a:cubicBezTo>
                    <a:pt x="42155" y="242260"/>
                    <a:pt x="28074" y="237011"/>
                    <a:pt x="21240" y="226762"/>
                  </a:cubicBezTo>
                  <a:cubicBezTo>
                    <a:pt x="12991" y="214430"/>
                    <a:pt x="14658" y="197515"/>
                    <a:pt x="21491" y="184932"/>
                  </a:cubicBezTo>
                  <a:cubicBezTo>
                    <a:pt x="29489" y="170184"/>
                    <a:pt x="48655" y="163018"/>
                    <a:pt x="55238" y="147936"/>
                  </a:cubicBezTo>
                  <a:cubicBezTo>
                    <a:pt x="57403" y="142936"/>
                    <a:pt x="56654" y="138020"/>
                    <a:pt x="56238" y="132771"/>
                  </a:cubicBezTo>
                  <a:cubicBezTo>
                    <a:pt x="54821" y="117188"/>
                    <a:pt x="53821" y="103190"/>
                    <a:pt x="64320" y="90107"/>
                  </a:cubicBezTo>
                  <a:cubicBezTo>
                    <a:pt x="79069" y="71693"/>
                    <a:pt x="100984" y="60860"/>
                    <a:pt x="124064" y="58444"/>
                  </a:cubicBezTo>
                  <a:cubicBezTo>
                    <a:pt x="142730" y="56444"/>
                    <a:pt x="156561" y="56277"/>
                    <a:pt x="169811" y="42195"/>
                  </a:cubicBezTo>
                  <a:cubicBezTo>
                    <a:pt x="185976" y="25113"/>
                    <a:pt x="208307" y="14448"/>
                    <a:pt x="231555" y="11698"/>
                  </a:cubicBezTo>
                  <a:cubicBezTo>
                    <a:pt x="258636" y="8448"/>
                    <a:pt x="280051" y="18864"/>
                    <a:pt x="300715" y="34946"/>
                  </a:cubicBezTo>
                  <a:cubicBezTo>
                    <a:pt x="297632" y="39112"/>
                    <a:pt x="301549" y="46945"/>
                    <a:pt x="308298" y="45445"/>
                  </a:cubicBezTo>
                  <a:cubicBezTo>
                    <a:pt x="314880" y="44028"/>
                    <a:pt x="319714" y="38696"/>
                    <a:pt x="325880" y="36446"/>
                  </a:cubicBezTo>
                  <a:cubicBezTo>
                    <a:pt x="334879" y="33196"/>
                    <a:pt x="346795" y="35779"/>
                    <a:pt x="354627" y="40695"/>
                  </a:cubicBezTo>
                  <a:cubicBezTo>
                    <a:pt x="378458" y="55527"/>
                    <a:pt x="361210" y="77942"/>
                    <a:pt x="356460" y="97857"/>
                  </a:cubicBezTo>
                  <a:cubicBezTo>
                    <a:pt x="353210" y="111439"/>
                    <a:pt x="361543" y="117938"/>
                    <a:pt x="372709" y="123605"/>
                  </a:cubicBezTo>
                  <a:cubicBezTo>
                    <a:pt x="381625" y="128187"/>
                    <a:pt x="392707" y="131854"/>
                    <a:pt x="398206" y="140936"/>
                  </a:cubicBezTo>
                  <a:cubicBezTo>
                    <a:pt x="404956" y="152019"/>
                    <a:pt x="400873" y="164184"/>
                    <a:pt x="396123" y="174850"/>
                  </a:cubicBezTo>
                  <a:cubicBezTo>
                    <a:pt x="389374" y="190015"/>
                    <a:pt x="383624" y="202264"/>
                    <a:pt x="390790" y="218513"/>
                  </a:cubicBezTo>
                  <a:cubicBezTo>
                    <a:pt x="393791" y="225429"/>
                    <a:pt x="398290" y="231511"/>
                    <a:pt x="401957" y="238094"/>
                  </a:cubicBezTo>
                  <a:cubicBezTo>
                    <a:pt x="408956" y="251010"/>
                    <a:pt x="407956" y="265092"/>
                    <a:pt x="400373" y="277757"/>
                  </a:cubicBezTo>
                  <a:lnTo>
                    <a:pt x="400373" y="277757"/>
                  </a:lnTo>
                  <a:close/>
                </a:path>
              </a:pathLst>
            </a:custGeom>
            <a:grpFill/>
            <a:ln w="8332" cap="flat">
              <a:noFill/>
              <a:prstDash val="solid"/>
              <a:miter/>
            </a:ln>
          </p:spPr>
          <p:txBody>
            <a:bodyPr rtlCol="0" anchor="ctr"/>
            <a:lstStyle/>
            <a:p>
              <a:endParaRPr lang="en-US"/>
            </a:p>
          </p:txBody>
        </p:sp>
        <p:sp>
          <p:nvSpPr>
            <p:cNvPr id="2227" name="Freeform: Shape 2226"/>
            <p:cNvSpPr/>
            <p:nvPr/>
          </p:nvSpPr>
          <p:spPr>
            <a:xfrm>
              <a:off x="9275373" y="2341539"/>
              <a:ext cx="134080" cy="164177"/>
            </a:xfrm>
            <a:custGeom>
              <a:avLst/>
              <a:gdLst>
                <a:gd name="connsiteX0" fmla="*/ 129301 w 134080"/>
                <a:gd name="connsiteY0" fmla="*/ 146331 h 164177"/>
                <a:gd name="connsiteX1" fmla="*/ 81305 w 134080"/>
                <a:gd name="connsiteY1" fmla="*/ 137498 h 164177"/>
                <a:gd name="connsiteX2" fmla="*/ 80888 w 134080"/>
                <a:gd name="connsiteY2" fmla="*/ 113084 h 164177"/>
                <a:gd name="connsiteX3" fmla="*/ 78472 w 134080"/>
                <a:gd name="connsiteY3" fmla="*/ 106834 h 164177"/>
                <a:gd name="connsiteX4" fmla="*/ 67723 w 134080"/>
                <a:gd name="connsiteY4" fmla="*/ 104668 h 164177"/>
                <a:gd name="connsiteX5" fmla="*/ 43142 w 134080"/>
                <a:gd name="connsiteY5" fmla="*/ 100501 h 164177"/>
                <a:gd name="connsiteX6" fmla="*/ 22060 w 134080"/>
                <a:gd name="connsiteY6" fmla="*/ 77087 h 164177"/>
                <a:gd name="connsiteX7" fmla="*/ 33808 w 134080"/>
                <a:gd name="connsiteY7" fmla="*/ 54756 h 164177"/>
                <a:gd name="connsiteX8" fmla="*/ 33559 w 134080"/>
                <a:gd name="connsiteY8" fmla="*/ 48173 h 164177"/>
                <a:gd name="connsiteX9" fmla="*/ 15477 w 134080"/>
                <a:gd name="connsiteY9" fmla="*/ 22175 h 164177"/>
                <a:gd name="connsiteX10" fmla="*/ 54224 w 134080"/>
                <a:gd name="connsiteY10" fmla="*/ 4593 h 164177"/>
                <a:gd name="connsiteX11" fmla="*/ 53391 w 134080"/>
                <a:gd name="connsiteY11" fmla="*/ 10 h 164177"/>
                <a:gd name="connsiteX12" fmla="*/ 3229 w 134080"/>
                <a:gd name="connsiteY12" fmla="*/ 19842 h 164177"/>
                <a:gd name="connsiteX13" fmla="*/ 2728 w 134080"/>
                <a:gd name="connsiteY13" fmla="*/ 38674 h 164177"/>
                <a:gd name="connsiteX14" fmla="*/ 12311 w 134080"/>
                <a:gd name="connsiteY14" fmla="*/ 48923 h 164177"/>
                <a:gd name="connsiteX15" fmla="*/ 19144 w 134080"/>
                <a:gd name="connsiteY15" fmla="*/ 52756 h 164177"/>
                <a:gd name="connsiteX16" fmla="*/ 7478 w 134080"/>
                <a:gd name="connsiteY16" fmla="*/ 75837 h 164177"/>
                <a:gd name="connsiteX17" fmla="*/ 14644 w 134080"/>
                <a:gd name="connsiteY17" fmla="*/ 99835 h 164177"/>
                <a:gd name="connsiteX18" fmla="*/ 34643 w 134080"/>
                <a:gd name="connsiteY18" fmla="*/ 113250 h 164177"/>
                <a:gd name="connsiteX19" fmla="*/ 52224 w 134080"/>
                <a:gd name="connsiteY19" fmla="*/ 116667 h 164177"/>
                <a:gd name="connsiteX20" fmla="*/ 69639 w 134080"/>
                <a:gd name="connsiteY20" fmla="*/ 115750 h 164177"/>
                <a:gd name="connsiteX21" fmla="*/ 70223 w 134080"/>
                <a:gd name="connsiteY21" fmla="*/ 118000 h 164177"/>
                <a:gd name="connsiteX22" fmla="*/ 68472 w 134080"/>
                <a:gd name="connsiteY22" fmla="*/ 126916 h 164177"/>
                <a:gd name="connsiteX23" fmla="*/ 68472 w 134080"/>
                <a:gd name="connsiteY23" fmla="*/ 138165 h 164177"/>
                <a:gd name="connsiteX24" fmla="*/ 80138 w 134080"/>
                <a:gd name="connsiteY24" fmla="*/ 155080 h 164177"/>
                <a:gd name="connsiteX25" fmla="*/ 132800 w 134080"/>
                <a:gd name="connsiteY25" fmla="*/ 154247 h 164177"/>
                <a:gd name="connsiteX26" fmla="*/ 129301 w 134080"/>
                <a:gd name="connsiteY26" fmla="*/ 146331 h 164177"/>
                <a:gd name="connsiteX27" fmla="*/ 129301 w 134080"/>
                <a:gd name="connsiteY27" fmla="*/ 146331 h 164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34080" h="164177">
                  <a:moveTo>
                    <a:pt x="129301" y="146331"/>
                  </a:moveTo>
                  <a:cubicBezTo>
                    <a:pt x="112802" y="148580"/>
                    <a:pt x="90971" y="157246"/>
                    <a:pt x="81305" y="137498"/>
                  </a:cubicBezTo>
                  <a:cubicBezTo>
                    <a:pt x="76888" y="128416"/>
                    <a:pt x="81888" y="122083"/>
                    <a:pt x="80888" y="113084"/>
                  </a:cubicBezTo>
                  <a:cubicBezTo>
                    <a:pt x="80639" y="110750"/>
                    <a:pt x="80388" y="108667"/>
                    <a:pt x="78472" y="106834"/>
                  </a:cubicBezTo>
                  <a:cubicBezTo>
                    <a:pt x="75805" y="104418"/>
                    <a:pt x="71056" y="104918"/>
                    <a:pt x="67723" y="104668"/>
                  </a:cubicBezTo>
                  <a:cubicBezTo>
                    <a:pt x="59390" y="103918"/>
                    <a:pt x="51141" y="103168"/>
                    <a:pt x="43142" y="100501"/>
                  </a:cubicBezTo>
                  <a:cubicBezTo>
                    <a:pt x="32226" y="96918"/>
                    <a:pt x="21893" y="89836"/>
                    <a:pt x="22060" y="77087"/>
                  </a:cubicBezTo>
                  <a:cubicBezTo>
                    <a:pt x="22227" y="67754"/>
                    <a:pt x="29393" y="62005"/>
                    <a:pt x="33808" y="54756"/>
                  </a:cubicBezTo>
                  <a:cubicBezTo>
                    <a:pt x="34975" y="52839"/>
                    <a:pt x="34809" y="49922"/>
                    <a:pt x="33559" y="48173"/>
                  </a:cubicBezTo>
                  <a:cubicBezTo>
                    <a:pt x="27310" y="39340"/>
                    <a:pt x="6395" y="37174"/>
                    <a:pt x="15477" y="22175"/>
                  </a:cubicBezTo>
                  <a:cubicBezTo>
                    <a:pt x="23060" y="9843"/>
                    <a:pt x="41308" y="7176"/>
                    <a:pt x="54224" y="4593"/>
                  </a:cubicBezTo>
                  <a:cubicBezTo>
                    <a:pt x="56806" y="4093"/>
                    <a:pt x="56057" y="-240"/>
                    <a:pt x="53391" y="10"/>
                  </a:cubicBezTo>
                  <a:cubicBezTo>
                    <a:pt x="36225" y="1677"/>
                    <a:pt x="13561" y="3593"/>
                    <a:pt x="3229" y="19842"/>
                  </a:cubicBezTo>
                  <a:cubicBezTo>
                    <a:pt x="-771" y="26175"/>
                    <a:pt x="-1188" y="32257"/>
                    <a:pt x="2728" y="38674"/>
                  </a:cubicBezTo>
                  <a:cubicBezTo>
                    <a:pt x="4978" y="42340"/>
                    <a:pt x="9061" y="46256"/>
                    <a:pt x="12311" y="48923"/>
                  </a:cubicBezTo>
                  <a:cubicBezTo>
                    <a:pt x="13811" y="50172"/>
                    <a:pt x="16727" y="51423"/>
                    <a:pt x="19144" y="52756"/>
                  </a:cubicBezTo>
                  <a:cubicBezTo>
                    <a:pt x="13728" y="59922"/>
                    <a:pt x="8395" y="65588"/>
                    <a:pt x="7478" y="75837"/>
                  </a:cubicBezTo>
                  <a:cubicBezTo>
                    <a:pt x="6728" y="84586"/>
                    <a:pt x="9061" y="93002"/>
                    <a:pt x="14644" y="99835"/>
                  </a:cubicBezTo>
                  <a:cubicBezTo>
                    <a:pt x="19727" y="106084"/>
                    <a:pt x="27143" y="110501"/>
                    <a:pt x="34643" y="113250"/>
                  </a:cubicBezTo>
                  <a:cubicBezTo>
                    <a:pt x="40391" y="115333"/>
                    <a:pt x="46058" y="116333"/>
                    <a:pt x="52224" y="116667"/>
                  </a:cubicBezTo>
                  <a:cubicBezTo>
                    <a:pt x="57724" y="117000"/>
                    <a:pt x="64389" y="115000"/>
                    <a:pt x="69639" y="115750"/>
                  </a:cubicBezTo>
                  <a:cubicBezTo>
                    <a:pt x="71889" y="112167"/>
                    <a:pt x="72139" y="112917"/>
                    <a:pt x="70223" y="118000"/>
                  </a:cubicBezTo>
                  <a:cubicBezTo>
                    <a:pt x="69556" y="120916"/>
                    <a:pt x="68889" y="123916"/>
                    <a:pt x="68472" y="126916"/>
                  </a:cubicBezTo>
                  <a:cubicBezTo>
                    <a:pt x="68056" y="130749"/>
                    <a:pt x="67639" y="134332"/>
                    <a:pt x="68472" y="138165"/>
                  </a:cubicBezTo>
                  <a:cubicBezTo>
                    <a:pt x="69889" y="145164"/>
                    <a:pt x="74555" y="150913"/>
                    <a:pt x="80138" y="155080"/>
                  </a:cubicBezTo>
                  <a:cubicBezTo>
                    <a:pt x="94804" y="165912"/>
                    <a:pt x="119718" y="168745"/>
                    <a:pt x="132800" y="154247"/>
                  </a:cubicBezTo>
                  <a:cubicBezTo>
                    <a:pt x="135550" y="151247"/>
                    <a:pt x="133634" y="145664"/>
                    <a:pt x="129301" y="146331"/>
                  </a:cubicBezTo>
                  <a:lnTo>
                    <a:pt x="129301" y="146331"/>
                  </a:lnTo>
                  <a:close/>
                </a:path>
              </a:pathLst>
            </a:custGeom>
            <a:grpFill/>
            <a:ln w="8332" cap="flat">
              <a:noFill/>
              <a:prstDash val="solid"/>
              <a:miter/>
            </a:ln>
          </p:spPr>
          <p:txBody>
            <a:bodyPr rtlCol="0" anchor="ctr"/>
            <a:lstStyle/>
            <a:p>
              <a:endParaRPr lang="en-US"/>
            </a:p>
          </p:txBody>
        </p:sp>
        <p:sp>
          <p:nvSpPr>
            <p:cNvPr id="2228" name="Freeform: Shape 2227"/>
            <p:cNvSpPr/>
            <p:nvPr/>
          </p:nvSpPr>
          <p:spPr>
            <a:xfrm>
              <a:off x="9453552" y="2477919"/>
              <a:ext cx="95144" cy="45710"/>
            </a:xfrm>
            <a:custGeom>
              <a:avLst/>
              <a:gdLst>
                <a:gd name="connsiteX0" fmla="*/ 90860 w 95144"/>
                <a:gd name="connsiteY0" fmla="*/ 2117 h 45710"/>
                <a:gd name="connsiteX1" fmla="*/ 82527 w 95144"/>
                <a:gd name="connsiteY1" fmla="*/ 3534 h 45710"/>
                <a:gd name="connsiteX2" fmla="*/ 80694 w 95144"/>
                <a:gd name="connsiteY2" fmla="*/ 17699 h 45710"/>
                <a:gd name="connsiteX3" fmla="*/ 64946 w 95144"/>
                <a:gd name="connsiteY3" fmla="*/ 28865 h 45710"/>
                <a:gd name="connsiteX4" fmla="*/ 45780 w 95144"/>
                <a:gd name="connsiteY4" fmla="*/ 23282 h 45710"/>
                <a:gd name="connsiteX5" fmla="*/ 42864 w 95144"/>
                <a:gd name="connsiteY5" fmla="*/ 21032 h 45710"/>
                <a:gd name="connsiteX6" fmla="*/ 34615 w 95144"/>
                <a:gd name="connsiteY6" fmla="*/ 22032 h 45710"/>
                <a:gd name="connsiteX7" fmla="*/ 31198 w 95144"/>
                <a:gd name="connsiteY7" fmla="*/ 25115 h 45710"/>
                <a:gd name="connsiteX8" fmla="*/ 28782 w 95144"/>
                <a:gd name="connsiteY8" fmla="*/ 27865 h 45710"/>
                <a:gd name="connsiteX9" fmla="*/ 8867 w 95144"/>
                <a:gd name="connsiteY9" fmla="*/ 19616 h 45710"/>
                <a:gd name="connsiteX10" fmla="*/ 1868 w 95144"/>
                <a:gd name="connsiteY10" fmla="*/ 17033 h 45710"/>
                <a:gd name="connsiteX11" fmla="*/ 14533 w 95144"/>
                <a:gd name="connsiteY11" fmla="*/ 44530 h 45710"/>
                <a:gd name="connsiteX12" fmla="*/ 30865 w 95144"/>
                <a:gd name="connsiteY12" fmla="*/ 42280 h 45710"/>
                <a:gd name="connsiteX13" fmla="*/ 37365 w 95144"/>
                <a:gd name="connsiteY13" fmla="*/ 36031 h 45710"/>
                <a:gd name="connsiteX14" fmla="*/ 39448 w 95144"/>
                <a:gd name="connsiteY14" fmla="*/ 34281 h 45710"/>
                <a:gd name="connsiteX15" fmla="*/ 39781 w 95144"/>
                <a:gd name="connsiteY15" fmla="*/ 34614 h 45710"/>
                <a:gd name="connsiteX16" fmla="*/ 80860 w 95144"/>
                <a:gd name="connsiteY16" fmla="*/ 39864 h 45710"/>
                <a:gd name="connsiteX17" fmla="*/ 90860 w 95144"/>
                <a:gd name="connsiteY17" fmla="*/ 2117 h 45710"/>
                <a:gd name="connsiteX18" fmla="*/ 90860 w 95144"/>
                <a:gd name="connsiteY18" fmla="*/ 2117 h 45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5144" h="45710">
                  <a:moveTo>
                    <a:pt x="90860" y="2117"/>
                  </a:moveTo>
                  <a:cubicBezTo>
                    <a:pt x="88943" y="-1549"/>
                    <a:pt x="83361" y="-49"/>
                    <a:pt x="82527" y="3534"/>
                  </a:cubicBezTo>
                  <a:cubicBezTo>
                    <a:pt x="82277" y="4450"/>
                    <a:pt x="80111" y="19032"/>
                    <a:pt x="80694" y="17699"/>
                  </a:cubicBezTo>
                  <a:cubicBezTo>
                    <a:pt x="77861" y="23616"/>
                    <a:pt x="71195" y="28032"/>
                    <a:pt x="64946" y="28865"/>
                  </a:cubicBezTo>
                  <a:cubicBezTo>
                    <a:pt x="55447" y="30115"/>
                    <a:pt x="54863" y="27698"/>
                    <a:pt x="45780" y="23282"/>
                  </a:cubicBezTo>
                  <a:cubicBezTo>
                    <a:pt x="44697" y="22782"/>
                    <a:pt x="44280" y="21366"/>
                    <a:pt x="42864" y="21032"/>
                  </a:cubicBezTo>
                  <a:cubicBezTo>
                    <a:pt x="39614" y="20199"/>
                    <a:pt x="37448" y="20449"/>
                    <a:pt x="34615" y="22032"/>
                  </a:cubicBezTo>
                  <a:cubicBezTo>
                    <a:pt x="33198" y="22782"/>
                    <a:pt x="32365" y="24115"/>
                    <a:pt x="31198" y="25115"/>
                  </a:cubicBezTo>
                  <a:cubicBezTo>
                    <a:pt x="30365" y="26032"/>
                    <a:pt x="29532" y="26948"/>
                    <a:pt x="28782" y="27865"/>
                  </a:cubicBezTo>
                  <a:cubicBezTo>
                    <a:pt x="23365" y="35281"/>
                    <a:pt x="16700" y="32531"/>
                    <a:pt x="8867" y="19616"/>
                  </a:cubicBezTo>
                  <a:cubicBezTo>
                    <a:pt x="10200" y="15616"/>
                    <a:pt x="3701" y="13283"/>
                    <a:pt x="1868" y="17033"/>
                  </a:cubicBezTo>
                  <a:cubicBezTo>
                    <a:pt x="-3465" y="28032"/>
                    <a:pt x="3201" y="40197"/>
                    <a:pt x="14533" y="44530"/>
                  </a:cubicBezTo>
                  <a:cubicBezTo>
                    <a:pt x="20449" y="46780"/>
                    <a:pt x="25782" y="45697"/>
                    <a:pt x="30865" y="42280"/>
                  </a:cubicBezTo>
                  <a:cubicBezTo>
                    <a:pt x="32781" y="40947"/>
                    <a:pt x="36365" y="37948"/>
                    <a:pt x="37365" y="36031"/>
                  </a:cubicBezTo>
                  <a:cubicBezTo>
                    <a:pt x="38448" y="35364"/>
                    <a:pt x="39114" y="34781"/>
                    <a:pt x="39448" y="34281"/>
                  </a:cubicBezTo>
                  <a:cubicBezTo>
                    <a:pt x="39531" y="34364"/>
                    <a:pt x="39614" y="34531"/>
                    <a:pt x="39781" y="34614"/>
                  </a:cubicBezTo>
                  <a:cubicBezTo>
                    <a:pt x="48864" y="45030"/>
                    <a:pt x="69195" y="44780"/>
                    <a:pt x="80860" y="39864"/>
                  </a:cubicBezTo>
                  <a:cubicBezTo>
                    <a:pt x="97026" y="33031"/>
                    <a:pt x="98109" y="15949"/>
                    <a:pt x="90860" y="2117"/>
                  </a:cubicBezTo>
                  <a:lnTo>
                    <a:pt x="90860" y="2117"/>
                  </a:lnTo>
                  <a:close/>
                </a:path>
              </a:pathLst>
            </a:custGeom>
            <a:grpFill/>
            <a:ln w="8332" cap="flat">
              <a:noFill/>
              <a:prstDash val="solid"/>
              <a:miter/>
            </a:ln>
          </p:spPr>
          <p:txBody>
            <a:bodyPr rtlCol="0" anchor="ctr"/>
            <a:lstStyle/>
            <a:p>
              <a:endParaRPr lang="en-US"/>
            </a:p>
          </p:txBody>
        </p:sp>
        <p:sp>
          <p:nvSpPr>
            <p:cNvPr id="2229" name="Freeform: Shape 2228"/>
            <p:cNvSpPr/>
            <p:nvPr/>
          </p:nvSpPr>
          <p:spPr>
            <a:xfrm>
              <a:off x="9370342" y="2280638"/>
              <a:ext cx="122064" cy="72194"/>
            </a:xfrm>
            <a:custGeom>
              <a:avLst/>
              <a:gdLst>
                <a:gd name="connsiteX0" fmla="*/ 121907 w 122064"/>
                <a:gd name="connsiteY0" fmla="*/ 25498 h 72194"/>
                <a:gd name="connsiteX1" fmla="*/ 74411 w 122064"/>
                <a:gd name="connsiteY1" fmla="*/ 1 h 72194"/>
                <a:gd name="connsiteX2" fmla="*/ 43081 w 122064"/>
                <a:gd name="connsiteY2" fmla="*/ 23415 h 72194"/>
                <a:gd name="connsiteX3" fmla="*/ 27166 w 122064"/>
                <a:gd name="connsiteY3" fmla="*/ 17916 h 72194"/>
                <a:gd name="connsiteX4" fmla="*/ 8334 w 122064"/>
                <a:gd name="connsiteY4" fmla="*/ 28081 h 72194"/>
                <a:gd name="connsiteX5" fmla="*/ 6501 w 122064"/>
                <a:gd name="connsiteY5" fmla="*/ 71244 h 72194"/>
                <a:gd name="connsiteX6" fmla="*/ 10417 w 122064"/>
                <a:gd name="connsiteY6" fmla="*/ 69411 h 72194"/>
                <a:gd name="connsiteX7" fmla="*/ 13584 w 122064"/>
                <a:gd name="connsiteY7" fmla="*/ 37914 h 72194"/>
                <a:gd name="connsiteX8" fmla="*/ 38914 w 122064"/>
                <a:gd name="connsiteY8" fmla="*/ 34247 h 72194"/>
                <a:gd name="connsiteX9" fmla="*/ 43915 w 122064"/>
                <a:gd name="connsiteY9" fmla="*/ 37914 h 72194"/>
                <a:gd name="connsiteX10" fmla="*/ 52580 w 122064"/>
                <a:gd name="connsiteY10" fmla="*/ 33914 h 72194"/>
                <a:gd name="connsiteX11" fmla="*/ 63995 w 122064"/>
                <a:gd name="connsiteY11" fmla="*/ 14249 h 72194"/>
                <a:gd name="connsiteX12" fmla="*/ 81994 w 122064"/>
                <a:gd name="connsiteY12" fmla="*/ 13666 h 72194"/>
                <a:gd name="connsiteX13" fmla="*/ 114991 w 122064"/>
                <a:gd name="connsiteY13" fmla="*/ 29914 h 72194"/>
                <a:gd name="connsiteX14" fmla="*/ 121907 w 122064"/>
                <a:gd name="connsiteY14" fmla="*/ 25498 h 72194"/>
                <a:gd name="connsiteX15" fmla="*/ 121907 w 122064"/>
                <a:gd name="connsiteY15" fmla="*/ 25498 h 7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2064" h="72194">
                  <a:moveTo>
                    <a:pt x="121907" y="25498"/>
                  </a:moveTo>
                  <a:cubicBezTo>
                    <a:pt x="116991" y="6250"/>
                    <a:pt x="92160" y="1"/>
                    <a:pt x="74411" y="1"/>
                  </a:cubicBezTo>
                  <a:cubicBezTo>
                    <a:pt x="56080" y="-83"/>
                    <a:pt x="47831" y="9166"/>
                    <a:pt x="43081" y="23415"/>
                  </a:cubicBezTo>
                  <a:cubicBezTo>
                    <a:pt x="38331" y="20249"/>
                    <a:pt x="34082" y="17416"/>
                    <a:pt x="27166" y="17916"/>
                  </a:cubicBezTo>
                  <a:cubicBezTo>
                    <a:pt x="20000" y="18415"/>
                    <a:pt x="12917" y="22749"/>
                    <a:pt x="8334" y="28081"/>
                  </a:cubicBezTo>
                  <a:cubicBezTo>
                    <a:pt x="-2582" y="40997"/>
                    <a:pt x="-2332" y="57912"/>
                    <a:pt x="6501" y="71244"/>
                  </a:cubicBezTo>
                  <a:cubicBezTo>
                    <a:pt x="7834" y="73244"/>
                    <a:pt x="11251" y="71827"/>
                    <a:pt x="10417" y="69411"/>
                  </a:cubicBezTo>
                  <a:cubicBezTo>
                    <a:pt x="6751" y="59412"/>
                    <a:pt x="6168" y="46663"/>
                    <a:pt x="13584" y="37914"/>
                  </a:cubicBezTo>
                  <a:cubicBezTo>
                    <a:pt x="21083" y="28998"/>
                    <a:pt x="28665" y="28165"/>
                    <a:pt x="38914" y="34247"/>
                  </a:cubicBezTo>
                  <a:cubicBezTo>
                    <a:pt x="40665" y="35331"/>
                    <a:pt x="41915" y="36830"/>
                    <a:pt x="43915" y="37914"/>
                  </a:cubicBezTo>
                  <a:cubicBezTo>
                    <a:pt x="47497" y="39830"/>
                    <a:pt x="51580" y="37664"/>
                    <a:pt x="52580" y="33914"/>
                  </a:cubicBezTo>
                  <a:cubicBezTo>
                    <a:pt x="54746" y="25748"/>
                    <a:pt x="53913" y="18832"/>
                    <a:pt x="63995" y="14249"/>
                  </a:cubicBezTo>
                  <a:cubicBezTo>
                    <a:pt x="69579" y="11750"/>
                    <a:pt x="76327" y="12749"/>
                    <a:pt x="81994" y="13666"/>
                  </a:cubicBezTo>
                  <a:cubicBezTo>
                    <a:pt x="95409" y="15916"/>
                    <a:pt x="104909" y="20915"/>
                    <a:pt x="114991" y="29914"/>
                  </a:cubicBezTo>
                  <a:cubicBezTo>
                    <a:pt x="118241" y="32831"/>
                    <a:pt x="122991" y="29581"/>
                    <a:pt x="121907" y="25498"/>
                  </a:cubicBezTo>
                  <a:lnTo>
                    <a:pt x="121907" y="25498"/>
                  </a:lnTo>
                  <a:close/>
                </a:path>
              </a:pathLst>
            </a:custGeom>
            <a:grpFill/>
            <a:ln w="8332" cap="flat">
              <a:noFill/>
              <a:prstDash val="solid"/>
              <a:miter/>
            </a:ln>
          </p:spPr>
          <p:txBody>
            <a:bodyPr rtlCol="0" anchor="ctr"/>
            <a:lstStyle/>
            <a:p>
              <a:endParaRPr lang="en-US"/>
            </a:p>
          </p:txBody>
        </p:sp>
        <p:sp>
          <p:nvSpPr>
            <p:cNvPr id="2230" name="Freeform: Shape 2229"/>
            <p:cNvSpPr/>
            <p:nvPr/>
          </p:nvSpPr>
          <p:spPr>
            <a:xfrm>
              <a:off x="9449323" y="2353076"/>
              <a:ext cx="79387" cy="72137"/>
            </a:xfrm>
            <a:custGeom>
              <a:avLst/>
              <a:gdLst>
                <a:gd name="connsiteX0" fmla="*/ 79173 w 79387"/>
                <a:gd name="connsiteY0" fmla="*/ 36969 h 72137"/>
                <a:gd name="connsiteX1" fmla="*/ 52175 w 79387"/>
                <a:gd name="connsiteY1" fmla="*/ 17554 h 72137"/>
                <a:gd name="connsiteX2" fmla="*/ 42926 w 79387"/>
                <a:gd name="connsiteY2" fmla="*/ 19387 h 72137"/>
                <a:gd name="connsiteX3" fmla="*/ 40760 w 79387"/>
                <a:gd name="connsiteY3" fmla="*/ 19804 h 72137"/>
                <a:gd name="connsiteX4" fmla="*/ 40259 w 79387"/>
                <a:gd name="connsiteY4" fmla="*/ 18804 h 72137"/>
                <a:gd name="connsiteX5" fmla="*/ 34344 w 79387"/>
                <a:gd name="connsiteY5" fmla="*/ 3805 h 72137"/>
                <a:gd name="connsiteX6" fmla="*/ 1347 w 79387"/>
                <a:gd name="connsiteY6" fmla="*/ 9888 h 72137"/>
                <a:gd name="connsiteX7" fmla="*/ 4347 w 79387"/>
                <a:gd name="connsiteY7" fmla="*/ 14721 h 72137"/>
                <a:gd name="connsiteX8" fmla="*/ 22428 w 79387"/>
                <a:gd name="connsiteY8" fmla="*/ 7638 h 72137"/>
                <a:gd name="connsiteX9" fmla="*/ 29428 w 79387"/>
                <a:gd name="connsiteY9" fmla="*/ 22720 h 72137"/>
                <a:gd name="connsiteX10" fmla="*/ 34594 w 79387"/>
                <a:gd name="connsiteY10" fmla="*/ 31386 h 72137"/>
                <a:gd name="connsiteX11" fmla="*/ 54509 w 79387"/>
                <a:gd name="connsiteY11" fmla="*/ 30719 h 72137"/>
                <a:gd name="connsiteX12" fmla="*/ 51842 w 79387"/>
                <a:gd name="connsiteY12" fmla="*/ 62966 h 72137"/>
                <a:gd name="connsiteX13" fmla="*/ 57508 w 79387"/>
                <a:gd name="connsiteY13" fmla="*/ 71965 h 72137"/>
                <a:gd name="connsiteX14" fmla="*/ 79173 w 79387"/>
                <a:gd name="connsiteY14" fmla="*/ 36969 h 72137"/>
                <a:gd name="connsiteX15" fmla="*/ 79173 w 79387"/>
                <a:gd name="connsiteY15" fmla="*/ 36969 h 72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9387" h="72137">
                  <a:moveTo>
                    <a:pt x="79173" y="36969"/>
                  </a:moveTo>
                  <a:cubicBezTo>
                    <a:pt x="77423" y="22970"/>
                    <a:pt x="65341" y="16637"/>
                    <a:pt x="52175" y="17554"/>
                  </a:cubicBezTo>
                  <a:cubicBezTo>
                    <a:pt x="49009" y="17804"/>
                    <a:pt x="46009" y="18970"/>
                    <a:pt x="42926" y="19387"/>
                  </a:cubicBezTo>
                  <a:cubicBezTo>
                    <a:pt x="41927" y="19554"/>
                    <a:pt x="41259" y="19637"/>
                    <a:pt x="40760" y="19804"/>
                  </a:cubicBezTo>
                  <a:cubicBezTo>
                    <a:pt x="40676" y="19554"/>
                    <a:pt x="40593" y="19220"/>
                    <a:pt x="40259" y="18804"/>
                  </a:cubicBezTo>
                  <a:cubicBezTo>
                    <a:pt x="37343" y="14304"/>
                    <a:pt x="38927" y="8055"/>
                    <a:pt x="34344" y="3805"/>
                  </a:cubicBezTo>
                  <a:cubicBezTo>
                    <a:pt x="24262" y="-5444"/>
                    <a:pt x="10429" y="4388"/>
                    <a:pt x="1347" y="9888"/>
                  </a:cubicBezTo>
                  <a:cubicBezTo>
                    <a:pt x="-1819" y="11804"/>
                    <a:pt x="1180" y="16304"/>
                    <a:pt x="4347" y="14721"/>
                  </a:cubicBezTo>
                  <a:cubicBezTo>
                    <a:pt x="9346" y="12221"/>
                    <a:pt x="16679" y="6721"/>
                    <a:pt x="22428" y="7638"/>
                  </a:cubicBezTo>
                  <a:cubicBezTo>
                    <a:pt x="33677" y="9388"/>
                    <a:pt x="28844" y="17220"/>
                    <a:pt x="29428" y="22720"/>
                  </a:cubicBezTo>
                  <a:cubicBezTo>
                    <a:pt x="29844" y="26803"/>
                    <a:pt x="30677" y="29469"/>
                    <a:pt x="34594" y="31386"/>
                  </a:cubicBezTo>
                  <a:cubicBezTo>
                    <a:pt x="40676" y="34219"/>
                    <a:pt x="48093" y="30136"/>
                    <a:pt x="54509" y="30719"/>
                  </a:cubicBezTo>
                  <a:cubicBezTo>
                    <a:pt x="76090" y="32636"/>
                    <a:pt x="57758" y="54884"/>
                    <a:pt x="51842" y="62966"/>
                  </a:cubicBezTo>
                  <a:cubicBezTo>
                    <a:pt x="48592" y="67383"/>
                    <a:pt x="51925" y="73215"/>
                    <a:pt x="57508" y="71965"/>
                  </a:cubicBezTo>
                  <a:cubicBezTo>
                    <a:pt x="71840" y="68716"/>
                    <a:pt x="80922" y="50884"/>
                    <a:pt x="79173" y="36969"/>
                  </a:cubicBezTo>
                  <a:lnTo>
                    <a:pt x="79173" y="36969"/>
                  </a:lnTo>
                  <a:close/>
                </a:path>
              </a:pathLst>
            </a:custGeom>
            <a:grpFill/>
            <a:ln w="8332" cap="flat">
              <a:noFill/>
              <a:prstDash val="solid"/>
              <a:miter/>
            </a:ln>
          </p:spPr>
          <p:txBody>
            <a:bodyPr rtlCol="0" anchor="ctr"/>
            <a:lstStyle/>
            <a:p>
              <a:endParaRPr lang="en-US"/>
            </a:p>
          </p:txBody>
        </p:sp>
        <p:sp>
          <p:nvSpPr>
            <p:cNvPr id="2231" name="Freeform: Shape 2230"/>
            <p:cNvSpPr/>
            <p:nvPr/>
          </p:nvSpPr>
          <p:spPr>
            <a:xfrm>
              <a:off x="9378413" y="2378028"/>
              <a:ext cx="34643" cy="47931"/>
            </a:xfrm>
            <a:custGeom>
              <a:avLst/>
              <a:gdLst>
                <a:gd name="connsiteX0" fmla="*/ 31677 w 34643"/>
                <a:gd name="connsiteY0" fmla="*/ 36514 h 47931"/>
                <a:gd name="connsiteX1" fmla="*/ 11762 w 34643"/>
                <a:gd name="connsiteY1" fmla="*/ 30765 h 47931"/>
                <a:gd name="connsiteX2" fmla="*/ 32177 w 34643"/>
                <a:gd name="connsiteY2" fmla="*/ 3684 h 47931"/>
                <a:gd name="connsiteX3" fmla="*/ 32926 w 34643"/>
                <a:gd name="connsiteY3" fmla="*/ 267 h 47931"/>
                <a:gd name="connsiteX4" fmla="*/ 15012 w 34643"/>
                <a:gd name="connsiteY4" fmla="*/ 7517 h 47931"/>
                <a:gd name="connsiteX5" fmla="*/ 13 w 34643"/>
                <a:gd name="connsiteY5" fmla="*/ 30348 h 47931"/>
                <a:gd name="connsiteX6" fmla="*/ 29094 w 34643"/>
                <a:gd name="connsiteY6" fmla="*/ 47680 h 47931"/>
                <a:gd name="connsiteX7" fmla="*/ 31677 w 34643"/>
                <a:gd name="connsiteY7" fmla="*/ 36514 h 47931"/>
                <a:gd name="connsiteX8" fmla="*/ 31677 w 34643"/>
                <a:gd name="connsiteY8" fmla="*/ 36514 h 47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643" h="47931">
                  <a:moveTo>
                    <a:pt x="31677" y="36514"/>
                  </a:moveTo>
                  <a:cubicBezTo>
                    <a:pt x="27177" y="33598"/>
                    <a:pt x="14595" y="35514"/>
                    <a:pt x="11762" y="30765"/>
                  </a:cubicBezTo>
                  <a:cubicBezTo>
                    <a:pt x="8179" y="24765"/>
                    <a:pt x="24927" y="2517"/>
                    <a:pt x="32177" y="3684"/>
                  </a:cubicBezTo>
                  <a:cubicBezTo>
                    <a:pt x="34427" y="4017"/>
                    <a:pt x="35176" y="601"/>
                    <a:pt x="32926" y="267"/>
                  </a:cubicBezTo>
                  <a:cubicBezTo>
                    <a:pt x="25011" y="-982"/>
                    <a:pt x="20761" y="2267"/>
                    <a:pt x="15012" y="7517"/>
                  </a:cubicBezTo>
                  <a:cubicBezTo>
                    <a:pt x="8763" y="13350"/>
                    <a:pt x="430" y="21182"/>
                    <a:pt x="13" y="30348"/>
                  </a:cubicBezTo>
                  <a:cubicBezTo>
                    <a:pt x="-570" y="43347"/>
                    <a:pt x="18594" y="49263"/>
                    <a:pt x="29094" y="47680"/>
                  </a:cubicBezTo>
                  <a:cubicBezTo>
                    <a:pt x="34926" y="46763"/>
                    <a:pt x="36760" y="39847"/>
                    <a:pt x="31677" y="36514"/>
                  </a:cubicBezTo>
                  <a:lnTo>
                    <a:pt x="31677" y="36514"/>
                  </a:lnTo>
                  <a:close/>
                </a:path>
              </a:pathLst>
            </a:custGeom>
            <a:grpFill/>
            <a:ln w="8332" cap="flat">
              <a:noFill/>
              <a:prstDash val="solid"/>
              <a:miter/>
            </a:ln>
          </p:spPr>
          <p:txBody>
            <a:bodyPr rtlCol="0" anchor="ctr"/>
            <a:lstStyle/>
            <a:p>
              <a:endParaRPr lang="en-US"/>
            </a:p>
          </p:txBody>
        </p:sp>
        <p:sp>
          <p:nvSpPr>
            <p:cNvPr id="2232" name="Freeform: Shape 2231"/>
            <p:cNvSpPr/>
            <p:nvPr/>
          </p:nvSpPr>
          <p:spPr>
            <a:xfrm>
              <a:off x="9277410" y="1748476"/>
              <a:ext cx="542911" cy="392866"/>
            </a:xfrm>
            <a:custGeom>
              <a:avLst/>
              <a:gdLst>
                <a:gd name="connsiteX0" fmla="*/ 542893 w 542911"/>
                <a:gd name="connsiteY0" fmla="*/ 197025 h 392866"/>
                <a:gd name="connsiteX1" fmla="*/ 515145 w 542911"/>
                <a:gd name="connsiteY1" fmla="*/ 93701 h 392866"/>
                <a:gd name="connsiteX2" fmla="*/ 441569 w 542911"/>
                <a:gd name="connsiteY2" fmla="*/ 20708 h 392866"/>
                <a:gd name="connsiteX3" fmla="*/ 417072 w 542911"/>
                <a:gd name="connsiteY3" fmla="*/ 7292 h 392866"/>
                <a:gd name="connsiteX4" fmla="*/ 416488 w 542911"/>
                <a:gd name="connsiteY4" fmla="*/ 6959 h 392866"/>
                <a:gd name="connsiteX5" fmla="*/ 415488 w 542911"/>
                <a:gd name="connsiteY5" fmla="*/ 6626 h 392866"/>
                <a:gd name="connsiteX6" fmla="*/ 365075 w 542911"/>
                <a:gd name="connsiteY6" fmla="*/ 2709 h 392866"/>
                <a:gd name="connsiteX7" fmla="*/ 334995 w 542911"/>
                <a:gd name="connsiteY7" fmla="*/ 17708 h 392866"/>
                <a:gd name="connsiteX8" fmla="*/ 323330 w 542911"/>
                <a:gd name="connsiteY8" fmla="*/ 52205 h 392866"/>
                <a:gd name="connsiteX9" fmla="*/ 311748 w 542911"/>
                <a:gd name="connsiteY9" fmla="*/ 52955 h 392866"/>
                <a:gd name="connsiteX10" fmla="*/ 271751 w 542911"/>
                <a:gd name="connsiteY10" fmla="*/ 67787 h 392866"/>
                <a:gd name="connsiteX11" fmla="*/ 182342 w 542911"/>
                <a:gd name="connsiteY11" fmla="*/ 112533 h 392866"/>
                <a:gd name="connsiteX12" fmla="*/ 140930 w 542911"/>
                <a:gd name="connsiteY12" fmla="*/ 131781 h 392866"/>
                <a:gd name="connsiteX13" fmla="*/ 98850 w 542911"/>
                <a:gd name="connsiteY13" fmla="*/ 160945 h 392866"/>
                <a:gd name="connsiteX14" fmla="*/ 48771 w 542911"/>
                <a:gd name="connsiteY14" fmla="*/ 185110 h 392866"/>
                <a:gd name="connsiteX15" fmla="*/ 18774 w 542911"/>
                <a:gd name="connsiteY15" fmla="*/ 204191 h 392866"/>
                <a:gd name="connsiteX16" fmla="*/ 17941 w 542911"/>
                <a:gd name="connsiteY16" fmla="*/ 206608 h 392866"/>
                <a:gd name="connsiteX17" fmla="*/ 1526 w 542911"/>
                <a:gd name="connsiteY17" fmla="*/ 237105 h 392866"/>
                <a:gd name="connsiteX18" fmla="*/ 1526 w 542911"/>
                <a:gd name="connsiteY18" fmla="*/ 284017 h 392866"/>
                <a:gd name="connsiteX19" fmla="*/ 525 w 542911"/>
                <a:gd name="connsiteY19" fmla="*/ 334846 h 392866"/>
                <a:gd name="connsiteX20" fmla="*/ 11191 w 542911"/>
                <a:gd name="connsiteY20" fmla="*/ 367677 h 392866"/>
                <a:gd name="connsiteX21" fmla="*/ 51687 w 542911"/>
                <a:gd name="connsiteY21" fmla="*/ 386175 h 392866"/>
                <a:gd name="connsiteX22" fmla="*/ 157261 w 542911"/>
                <a:gd name="connsiteY22" fmla="*/ 392841 h 392866"/>
                <a:gd name="connsiteX23" fmla="*/ 276334 w 542911"/>
                <a:gd name="connsiteY23" fmla="*/ 392008 h 392866"/>
                <a:gd name="connsiteX24" fmla="*/ 388574 w 542911"/>
                <a:gd name="connsiteY24" fmla="*/ 385842 h 392866"/>
                <a:gd name="connsiteX25" fmla="*/ 495065 w 542911"/>
                <a:gd name="connsiteY25" fmla="*/ 371510 h 392866"/>
                <a:gd name="connsiteX26" fmla="*/ 538227 w 542911"/>
                <a:gd name="connsiteY26" fmla="*/ 305932 h 392866"/>
                <a:gd name="connsiteX27" fmla="*/ 542893 w 542911"/>
                <a:gd name="connsiteY27" fmla="*/ 197025 h 392866"/>
                <a:gd name="connsiteX28" fmla="*/ 542893 w 542911"/>
                <a:gd name="connsiteY28" fmla="*/ 197025 h 392866"/>
                <a:gd name="connsiteX29" fmla="*/ 352910 w 542911"/>
                <a:gd name="connsiteY29" fmla="*/ 21375 h 392866"/>
                <a:gd name="connsiteX30" fmla="*/ 398406 w 542911"/>
                <a:gd name="connsiteY30" fmla="*/ 15875 h 392866"/>
                <a:gd name="connsiteX31" fmla="*/ 470150 w 542911"/>
                <a:gd name="connsiteY31" fmla="*/ 63537 h 392866"/>
                <a:gd name="connsiteX32" fmla="*/ 514813 w 542911"/>
                <a:gd name="connsiteY32" fmla="*/ 121532 h 392866"/>
                <a:gd name="connsiteX33" fmla="*/ 513729 w 542911"/>
                <a:gd name="connsiteY33" fmla="*/ 120949 h 392866"/>
                <a:gd name="connsiteX34" fmla="*/ 482982 w 542911"/>
                <a:gd name="connsiteY34" fmla="*/ 117616 h 392866"/>
                <a:gd name="connsiteX35" fmla="*/ 464067 w 542911"/>
                <a:gd name="connsiteY35" fmla="*/ 134947 h 392866"/>
                <a:gd name="connsiteX36" fmla="*/ 461484 w 542911"/>
                <a:gd name="connsiteY36" fmla="*/ 141114 h 392866"/>
                <a:gd name="connsiteX37" fmla="*/ 425487 w 542911"/>
                <a:gd name="connsiteY37" fmla="*/ 108450 h 392866"/>
                <a:gd name="connsiteX38" fmla="*/ 344578 w 542911"/>
                <a:gd name="connsiteY38" fmla="*/ 64370 h 392866"/>
                <a:gd name="connsiteX39" fmla="*/ 334245 w 542911"/>
                <a:gd name="connsiteY39" fmla="*/ 46539 h 392866"/>
                <a:gd name="connsiteX40" fmla="*/ 352910 w 542911"/>
                <a:gd name="connsiteY40" fmla="*/ 21375 h 392866"/>
                <a:gd name="connsiteX41" fmla="*/ 352910 w 542911"/>
                <a:gd name="connsiteY41" fmla="*/ 21375 h 392866"/>
                <a:gd name="connsiteX42" fmla="*/ 95184 w 542911"/>
                <a:gd name="connsiteY42" fmla="*/ 176610 h 392866"/>
                <a:gd name="connsiteX43" fmla="*/ 174260 w 542911"/>
                <a:gd name="connsiteY43" fmla="*/ 130698 h 392866"/>
                <a:gd name="connsiteX44" fmla="*/ 244420 w 542911"/>
                <a:gd name="connsiteY44" fmla="*/ 97701 h 392866"/>
                <a:gd name="connsiteX45" fmla="*/ 281417 w 542911"/>
                <a:gd name="connsiteY45" fmla="*/ 74620 h 392866"/>
                <a:gd name="connsiteX46" fmla="*/ 325662 w 542911"/>
                <a:gd name="connsiteY46" fmla="*/ 59204 h 392866"/>
                <a:gd name="connsiteX47" fmla="*/ 337245 w 542911"/>
                <a:gd name="connsiteY47" fmla="*/ 74786 h 392866"/>
                <a:gd name="connsiteX48" fmla="*/ 373491 w 542911"/>
                <a:gd name="connsiteY48" fmla="*/ 99034 h 392866"/>
                <a:gd name="connsiteX49" fmla="*/ 418738 w 542911"/>
                <a:gd name="connsiteY49" fmla="*/ 119699 h 392866"/>
                <a:gd name="connsiteX50" fmla="*/ 448818 w 542911"/>
                <a:gd name="connsiteY50" fmla="*/ 161528 h 392866"/>
                <a:gd name="connsiteX51" fmla="*/ 427903 w 542911"/>
                <a:gd name="connsiteY51" fmla="*/ 169861 h 392866"/>
                <a:gd name="connsiteX52" fmla="*/ 390574 w 542911"/>
                <a:gd name="connsiteY52" fmla="*/ 174111 h 392866"/>
                <a:gd name="connsiteX53" fmla="*/ 276084 w 542911"/>
                <a:gd name="connsiteY53" fmla="*/ 183277 h 392866"/>
                <a:gd name="connsiteX54" fmla="*/ 161261 w 542911"/>
                <a:gd name="connsiteY54" fmla="*/ 192442 h 392866"/>
                <a:gd name="connsiteX55" fmla="*/ 58270 w 542911"/>
                <a:gd name="connsiteY55" fmla="*/ 195192 h 392866"/>
                <a:gd name="connsiteX56" fmla="*/ 95184 w 542911"/>
                <a:gd name="connsiteY56" fmla="*/ 176610 h 392866"/>
                <a:gd name="connsiteX57" fmla="*/ 95184 w 542911"/>
                <a:gd name="connsiteY57" fmla="*/ 176610 h 392866"/>
                <a:gd name="connsiteX58" fmla="*/ 27523 w 542911"/>
                <a:gd name="connsiteY58" fmla="*/ 218273 h 392866"/>
                <a:gd name="connsiteX59" fmla="*/ 68352 w 542911"/>
                <a:gd name="connsiteY59" fmla="*/ 211274 h 392866"/>
                <a:gd name="connsiteX60" fmla="*/ 117181 w 542911"/>
                <a:gd name="connsiteY60" fmla="*/ 209691 h 392866"/>
                <a:gd name="connsiteX61" fmla="*/ 214673 w 542911"/>
                <a:gd name="connsiteY61" fmla="*/ 202858 h 392866"/>
                <a:gd name="connsiteX62" fmla="*/ 308665 w 542911"/>
                <a:gd name="connsiteY62" fmla="*/ 192276 h 392866"/>
                <a:gd name="connsiteX63" fmla="*/ 405489 w 542911"/>
                <a:gd name="connsiteY63" fmla="*/ 184110 h 392866"/>
                <a:gd name="connsiteX64" fmla="*/ 460150 w 542911"/>
                <a:gd name="connsiteY64" fmla="*/ 165695 h 392866"/>
                <a:gd name="connsiteX65" fmla="*/ 467984 w 542911"/>
                <a:gd name="connsiteY65" fmla="*/ 221856 h 392866"/>
                <a:gd name="connsiteX66" fmla="*/ 468067 w 542911"/>
                <a:gd name="connsiteY66" fmla="*/ 223356 h 392866"/>
                <a:gd name="connsiteX67" fmla="*/ 434069 w 542911"/>
                <a:gd name="connsiteY67" fmla="*/ 223606 h 392866"/>
                <a:gd name="connsiteX68" fmla="*/ 383658 w 542911"/>
                <a:gd name="connsiteY68" fmla="*/ 227189 h 392866"/>
                <a:gd name="connsiteX69" fmla="*/ 254419 w 542911"/>
                <a:gd name="connsiteY69" fmla="*/ 247854 h 392866"/>
                <a:gd name="connsiteX70" fmla="*/ 123848 w 542911"/>
                <a:gd name="connsiteY70" fmla="*/ 236022 h 392866"/>
                <a:gd name="connsiteX71" fmla="*/ 14441 w 542911"/>
                <a:gd name="connsiteY71" fmla="*/ 257770 h 392866"/>
                <a:gd name="connsiteX72" fmla="*/ 27523 w 542911"/>
                <a:gd name="connsiteY72" fmla="*/ 218273 h 392866"/>
                <a:gd name="connsiteX73" fmla="*/ 27523 w 542911"/>
                <a:gd name="connsiteY73" fmla="*/ 218273 h 392866"/>
                <a:gd name="connsiteX74" fmla="*/ 132514 w 542911"/>
                <a:gd name="connsiteY74" fmla="*/ 245604 h 392866"/>
                <a:gd name="connsiteX75" fmla="*/ 257252 w 542911"/>
                <a:gd name="connsiteY75" fmla="*/ 256853 h 392866"/>
                <a:gd name="connsiteX76" fmla="*/ 375325 w 542911"/>
                <a:gd name="connsiteY76" fmla="*/ 234688 h 392866"/>
                <a:gd name="connsiteX77" fmla="*/ 425237 w 542911"/>
                <a:gd name="connsiteY77" fmla="*/ 231189 h 392866"/>
                <a:gd name="connsiteX78" fmla="*/ 468483 w 542911"/>
                <a:gd name="connsiteY78" fmla="*/ 232772 h 392866"/>
                <a:gd name="connsiteX79" fmla="*/ 469233 w 542911"/>
                <a:gd name="connsiteY79" fmla="*/ 260769 h 392866"/>
                <a:gd name="connsiteX80" fmla="*/ 470733 w 542911"/>
                <a:gd name="connsiteY80" fmla="*/ 276518 h 392866"/>
                <a:gd name="connsiteX81" fmla="*/ 357744 w 542911"/>
                <a:gd name="connsiteY81" fmla="*/ 274268 h 392866"/>
                <a:gd name="connsiteX82" fmla="*/ 233588 w 542911"/>
                <a:gd name="connsiteY82" fmla="*/ 302099 h 392866"/>
                <a:gd name="connsiteX83" fmla="*/ 98433 w 542911"/>
                <a:gd name="connsiteY83" fmla="*/ 288600 h 392866"/>
                <a:gd name="connsiteX84" fmla="*/ 49604 w 542911"/>
                <a:gd name="connsiteY84" fmla="*/ 283268 h 392866"/>
                <a:gd name="connsiteX85" fmla="*/ 12274 w 542911"/>
                <a:gd name="connsiteY85" fmla="*/ 298683 h 392866"/>
                <a:gd name="connsiteX86" fmla="*/ 14524 w 542911"/>
                <a:gd name="connsiteY86" fmla="*/ 261353 h 392866"/>
                <a:gd name="connsiteX87" fmla="*/ 132514 w 542911"/>
                <a:gd name="connsiteY87" fmla="*/ 245604 h 392866"/>
                <a:gd name="connsiteX88" fmla="*/ 132514 w 542911"/>
                <a:gd name="connsiteY88" fmla="*/ 245604 h 392866"/>
                <a:gd name="connsiteX89" fmla="*/ 12441 w 542911"/>
                <a:gd name="connsiteY89" fmla="*/ 344845 h 392866"/>
                <a:gd name="connsiteX90" fmla="*/ 11858 w 542911"/>
                <a:gd name="connsiteY90" fmla="*/ 302849 h 392866"/>
                <a:gd name="connsiteX91" fmla="*/ 30606 w 542911"/>
                <a:gd name="connsiteY91" fmla="*/ 296100 h 392866"/>
                <a:gd name="connsiteX92" fmla="*/ 61353 w 542911"/>
                <a:gd name="connsiteY92" fmla="*/ 291517 h 392866"/>
                <a:gd name="connsiteX93" fmla="*/ 122764 w 542911"/>
                <a:gd name="connsiteY93" fmla="*/ 302099 h 392866"/>
                <a:gd name="connsiteX94" fmla="*/ 244420 w 542911"/>
                <a:gd name="connsiteY94" fmla="*/ 310265 h 392866"/>
                <a:gd name="connsiteX95" fmla="*/ 363159 w 542911"/>
                <a:gd name="connsiteY95" fmla="*/ 281601 h 392866"/>
                <a:gd name="connsiteX96" fmla="*/ 471483 w 542911"/>
                <a:gd name="connsiteY96" fmla="*/ 286767 h 392866"/>
                <a:gd name="connsiteX97" fmla="*/ 471233 w 542911"/>
                <a:gd name="connsiteY97" fmla="*/ 294100 h 392866"/>
                <a:gd name="connsiteX98" fmla="*/ 406656 w 542911"/>
                <a:gd name="connsiteY98" fmla="*/ 338013 h 392866"/>
                <a:gd name="connsiteX99" fmla="*/ 325246 w 542911"/>
                <a:gd name="connsiteY99" fmla="*/ 345762 h 392866"/>
                <a:gd name="connsiteX100" fmla="*/ 240170 w 542911"/>
                <a:gd name="connsiteY100" fmla="*/ 348095 h 392866"/>
                <a:gd name="connsiteX101" fmla="*/ 158511 w 542911"/>
                <a:gd name="connsiteY101" fmla="*/ 343595 h 392866"/>
                <a:gd name="connsiteX102" fmla="*/ 80185 w 542911"/>
                <a:gd name="connsiteY102" fmla="*/ 343179 h 392866"/>
                <a:gd name="connsiteX103" fmla="*/ 12441 w 542911"/>
                <a:gd name="connsiteY103" fmla="*/ 344845 h 392866"/>
                <a:gd name="connsiteX104" fmla="*/ 12441 w 542911"/>
                <a:gd name="connsiteY104" fmla="*/ 344845 h 392866"/>
                <a:gd name="connsiteX105" fmla="*/ 527312 w 542911"/>
                <a:gd name="connsiteY105" fmla="*/ 231355 h 392866"/>
                <a:gd name="connsiteX106" fmla="*/ 517312 w 542911"/>
                <a:gd name="connsiteY106" fmla="*/ 325597 h 392866"/>
                <a:gd name="connsiteX107" fmla="*/ 488148 w 542911"/>
                <a:gd name="connsiteY107" fmla="*/ 357844 h 392866"/>
                <a:gd name="connsiteX108" fmla="*/ 436820 w 542911"/>
                <a:gd name="connsiteY108" fmla="*/ 366927 h 392866"/>
                <a:gd name="connsiteX109" fmla="*/ 246503 w 542911"/>
                <a:gd name="connsiteY109" fmla="*/ 380425 h 392866"/>
                <a:gd name="connsiteX110" fmla="*/ 150928 w 542911"/>
                <a:gd name="connsiteY110" fmla="*/ 381509 h 392866"/>
                <a:gd name="connsiteX111" fmla="*/ 51687 w 542911"/>
                <a:gd name="connsiteY111" fmla="*/ 375342 h 392866"/>
                <a:gd name="connsiteX112" fmla="*/ 15025 w 542911"/>
                <a:gd name="connsiteY112" fmla="*/ 353261 h 392866"/>
                <a:gd name="connsiteX113" fmla="*/ 139013 w 542911"/>
                <a:gd name="connsiteY113" fmla="*/ 353261 h 392866"/>
                <a:gd name="connsiteX114" fmla="*/ 283167 w 542911"/>
                <a:gd name="connsiteY114" fmla="*/ 357844 h 392866"/>
                <a:gd name="connsiteX115" fmla="*/ 422904 w 542911"/>
                <a:gd name="connsiteY115" fmla="*/ 345012 h 392866"/>
                <a:gd name="connsiteX116" fmla="*/ 470399 w 542911"/>
                <a:gd name="connsiteY116" fmla="*/ 324930 h 392866"/>
                <a:gd name="connsiteX117" fmla="*/ 481732 w 542911"/>
                <a:gd name="connsiteY117" fmla="*/ 280851 h 392866"/>
                <a:gd name="connsiteX118" fmla="*/ 477982 w 542911"/>
                <a:gd name="connsiteY118" fmla="*/ 232939 h 392866"/>
                <a:gd name="connsiteX119" fmla="*/ 477399 w 542911"/>
                <a:gd name="connsiteY119" fmla="*/ 226939 h 392866"/>
                <a:gd name="connsiteX120" fmla="*/ 475482 w 542911"/>
                <a:gd name="connsiteY120" fmla="*/ 211691 h 392866"/>
                <a:gd name="connsiteX121" fmla="*/ 465066 w 542911"/>
                <a:gd name="connsiteY121" fmla="*/ 165778 h 392866"/>
                <a:gd name="connsiteX122" fmla="*/ 479149 w 542911"/>
                <a:gd name="connsiteY122" fmla="*/ 128448 h 392866"/>
                <a:gd name="connsiteX123" fmla="*/ 510813 w 542911"/>
                <a:gd name="connsiteY123" fmla="*/ 125782 h 392866"/>
                <a:gd name="connsiteX124" fmla="*/ 522645 w 542911"/>
                <a:gd name="connsiteY124" fmla="*/ 143863 h 392866"/>
                <a:gd name="connsiteX125" fmla="*/ 527312 w 542911"/>
                <a:gd name="connsiteY125" fmla="*/ 231355 h 392866"/>
                <a:gd name="connsiteX126" fmla="*/ 527312 w 542911"/>
                <a:gd name="connsiteY126" fmla="*/ 231355 h 392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Lst>
              <a:rect l="l" t="t" r="r" b="b"/>
              <a:pathLst>
                <a:path w="542911" h="392866">
                  <a:moveTo>
                    <a:pt x="542893" y="197025"/>
                  </a:moveTo>
                  <a:cubicBezTo>
                    <a:pt x="542810" y="160695"/>
                    <a:pt x="537811" y="123449"/>
                    <a:pt x="515145" y="93701"/>
                  </a:cubicBezTo>
                  <a:cubicBezTo>
                    <a:pt x="493814" y="65787"/>
                    <a:pt x="470650" y="40373"/>
                    <a:pt x="441569" y="20708"/>
                  </a:cubicBezTo>
                  <a:cubicBezTo>
                    <a:pt x="433986" y="15542"/>
                    <a:pt x="425737" y="10875"/>
                    <a:pt x="417072" y="7292"/>
                  </a:cubicBezTo>
                  <a:cubicBezTo>
                    <a:pt x="416905" y="7209"/>
                    <a:pt x="416738" y="7043"/>
                    <a:pt x="416488" y="6959"/>
                  </a:cubicBezTo>
                  <a:cubicBezTo>
                    <a:pt x="416154" y="6876"/>
                    <a:pt x="415822" y="6709"/>
                    <a:pt x="415488" y="6626"/>
                  </a:cubicBezTo>
                  <a:cubicBezTo>
                    <a:pt x="399240" y="126"/>
                    <a:pt x="381741" y="-2373"/>
                    <a:pt x="365075" y="2709"/>
                  </a:cubicBezTo>
                  <a:cubicBezTo>
                    <a:pt x="354743" y="5209"/>
                    <a:pt x="344744" y="10126"/>
                    <a:pt x="334995" y="17708"/>
                  </a:cubicBezTo>
                  <a:cubicBezTo>
                    <a:pt x="323080" y="27041"/>
                    <a:pt x="320164" y="39956"/>
                    <a:pt x="323330" y="52205"/>
                  </a:cubicBezTo>
                  <a:cubicBezTo>
                    <a:pt x="319496" y="52038"/>
                    <a:pt x="315414" y="52538"/>
                    <a:pt x="311748" y="52955"/>
                  </a:cubicBezTo>
                  <a:cubicBezTo>
                    <a:pt x="296832" y="54538"/>
                    <a:pt x="284667" y="60871"/>
                    <a:pt x="271751" y="67787"/>
                  </a:cubicBezTo>
                  <a:cubicBezTo>
                    <a:pt x="242253" y="83536"/>
                    <a:pt x="213923" y="101201"/>
                    <a:pt x="182342" y="112533"/>
                  </a:cubicBezTo>
                  <a:cubicBezTo>
                    <a:pt x="167927" y="117782"/>
                    <a:pt x="153512" y="122865"/>
                    <a:pt x="140930" y="131781"/>
                  </a:cubicBezTo>
                  <a:cubicBezTo>
                    <a:pt x="126931" y="141780"/>
                    <a:pt x="113765" y="152279"/>
                    <a:pt x="98850" y="160945"/>
                  </a:cubicBezTo>
                  <a:cubicBezTo>
                    <a:pt x="82602" y="170444"/>
                    <a:pt x="66603" y="178860"/>
                    <a:pt x="48771" y="185110"/>
                  </a:cubicBezTo>
                  <a:cubicBezTo>
                    <a:pt x="36105" y="189526"/>
                    <a:pt x="27689" y="193859"/>
                    <a:pt x="18774" y="204191"/>
                  </a:cubicBezTo>
                  <a:cubicBezTo>
                    <a:pt x="18108" y="204941"/>
                    <a:pt x="17941" y="205774"/>
                    <a:pt x="17941" y="206608"/>
                  </a:cubicBezTo>
                  <a:cubicBezTo>
                    <a:pt x="8608" y="213191"/>
                    <a:pt x="2359" y="223023"/>
                    <a:pt x="1526" y="237105"/>
                  </a:cubicBezTo>
                  <a:cubicBezTo>
                    <a:pt x="608" y="252687"/>
                    <a:pt x="2025" y="268352"/>
                    <a:pt x="1526" y="284017"/>
                  </a:cubicBezTo>
                  <a:cubicBezTo>
                    <a:pt x="942" y="301016"/>
                    <a:pt x="-891" y="317848"/>
                    <a:pt x="525" y="334846"/>
                  </a:cubicBezTo>
                  <a:cubicBezTo>
                    <a:pt x="1526" y="346678"/>
                    <a:pt x="3025" y="358344"/>
                    <a:pt x="11191" y="367677"/>
                  </a:cubicBezTo>
                  <a:cubicBezTo>
                    <a:pt x="20774" y="378592"/>
                    <a:pt x="37856" y="383509"/>
                    <a:pt x="51687" y="386175"/>
                  </a:cubicBezTo>
                  <a:cubicBezTo>
                    <a:pt x="85934" y="392674"/>
                    <a:pt x="122431" y="392841"/>
                    <a:pt x="157261" y="392841"/>
                  </a:cubicBezTo>
                  <a:cubicBezTo>
                    <a:pt x="196924" y="392924"/>
                    <a:pt x="236588" y="392841"/>
                    <a:pt x="276334" y="392008"/>
                  </a:cubicBezTo>
                  <a:cubicBezTo>
                    <a:pt x="313914" y="391258"/>
                    <a:pt x="351161" y="389591"/>
                    <a:pt x="388574" y="385842"/>
                  </a:cubicBezTo>
                  <a:cubicBezTo>
                    <a:pt x="423654" y="382259"/>
                    <a:pt x="461067" y="381592"/>
                    <a:pt x="495065" y="371510"/>
                  </a:cubicBezTo>
                  <a:cubicBezTo>
                    <a:pt x="525312" y="362594"/>
                    <a:pt x="534227" y="334846"/>
                    <a:pt x="538227" y="305932"/>
                  </a:cubicBezTo>
                  <a:cubicBezTo>
                    <a:pt x="542977" y="269685"/>
                    <a:pt x="542977" y="233189"/>
                    <a:pt x="542893" y="197025"/>
                  </a:cubicBezTo>
                  <a:lnTo>
                    <a:pt x="542893" y="197025"/>
                  </a:lnTo>
                  <a:close/>
                  <a:moveTo>
                    <a:pt x="352910" y="21375"/>
                  </a:moveTo>
                  <a:cubicBezTo>
                    <a:pt x="366076" y="13209"/>
                    <a:pt x="383658" y="12792"/>
                    <a:pt x="398406" y="15875"/>
                  </a:cubicBezTo>
                  <a:cubicBezTo>
                    <a:pt x="426488" y="21708"/>
                    <a:pt x="450402" y="44122"/>
                    <a:pt x="470150" y="63537"/>
                  </a:cubicBezTo>
                  <a:cubicBezTo>
                    <a:pt x="486732" y="79869"/>
                    <a:pt x="504480" y="99701"/>
                    <a:pt x="514813" y="121532"/>
                  </a:cubicBezTo>
                  <a:cubicBezTo>
                    <a:pt x="514479" y="121366"/>
                    <a:pt x="514145" y="121115"/>
                    <a:pt x="513729" y="120949"/>
                  </a:cubicBezTo>
                  <a:cubicBezTo>
                    <a:pt x="502646" y="115449"/>
                    <a:pt x="494814" y="113200"/>
                    <a:pt x="482982" y="117616"/>
                  </a:cubicBezTo>
                  <a:cubicBezTo>
                    <a:pt x="474316" y="120865"/>
                    <a:pt x="468150" y="126698"/>
                    <a:pt x="464067" y="134947"/>
                  </a:cubicBezTo>
                  <a:cubicBezTo>
                    <a:pt x="463150" y="136781"/>
                    <a:pt x="462317" y="138864"/>
                    <a:pt x="461484" y="141114"/>
                  </a:cubicBezTo>
                  <a:cubicBezTo>
                    <a:pt x="454984" y="126865"/>
                    <a:pt x="437236" y="115783"/>
                    <a:pt x="425487" y="108450"/>
                  </a:cubicBezTo>
                  <a:cubicBezTo>
                    <a:pt x="399323" y="92035"/>
                    <a:pt x="367076" y="87368"/>
                    <a:pt x="344578" y="64370"/>
                  </a:cubicBezTo>
                  <a:cubicBezTo>
                    <a:pt x="339995" y="59621"/>
                    <a:pt x="335746" y="53288"/>
                    <a:pt x="334245" y="46539"/>
                  </a:cubicBezTo>
                  <a:cubicBezTo>
                    <a:pt x="335911" y="36457"/>
                    <a:pt x="344162" y="26791"/>
                    <a:pt x="352910" y="21375"/>
                  </a:cubicBezTo>
                  <a:lnTo>
                    <a:pt x="352910" y="21375"/>
                  </a:lnTo>
                  <a:close/>
                  <a:moveTo>
                    <a:pt x="95184" y="176610"/>
                  </a:moveTo>
                  <a:cubicBezTo>
                    <a:pt x="121514" y="160445"/>
                    <a:pt x="144345" y="139614"/>
                    <a:pt x="174260" y="130698"/>
                  </a:cubicBezTo>
                  <a:cubicBezTo>
                    <a:pt x="200507" y="122865"/>
                    <a:pt x="221422" y="112533"/>
                    <a:pt x="244420" y="97701"/>
                  </a:cubicBezTo>
                  <a:cubicBezTo>
                    <a:pt x="256669" y="89785"/>
                    <a:pt x="269085" y="82369"/>
                    <a:pt x="281417" y="74620"/>
                  </a:cubicBezTo>
                  <a:cubicBezTo>
                    <a:pt x="292165" y="67870"/>
                    <a:pt x="310831" y="57455"/>
                    <a:pt x="325662" y="59204"/>
                  </a:cubicBezTo>
                  <a:cubicBezTo>
                    <a:pt x="328329" y="64954"/>
                    <a:pt x="332246" y="70287"/>
                    <a:pt x="337245" y="74786"/>
                  </a:cubicBezTo>
                  <a:cubicBezTo>
                    <a:pt x="348078" y="84535"/>
                    <a:pt x="360493" y="92451"/>
                    <a:pt x="373491" y="99034"/>
                  </a:cubicBezTo>
                  <a:cubicBezTo>
                    <a:pt x="388240" y="106450"/>
                    <a:pt x="404822" y="110950"/>
                    <a:pt x="418738" y="119699"/>
                  </a:cubicBezTo>
                  <a:cubicBezTo>
                    <a:pt x="429820" y="126615"/>
                    <a:pt x="460818" y="145613"/>
                    <a:pt x="448818" y="161528"/>
                  </a:cubicBezTo>
                  <a:cubicBezTo>
                    <a:pt x="444153" y="167778"/>
                    <a:pt x="434986" y="168695"/>
                    <a:pt x="427903" y="169861"/>
                  </a:cubicBezTo>
                  <a:cubicBezTo>
                    <a:pt x="415571" y="171944"/>
                    <a:pt x="402989" y="173027"/>
                    <a:pt x="390574" y="174111"/>
                  </a:cubicBezTo>
                  <a:cubicBezTo>
                    <a:pt x="352411" y="177444"/>
                    <a:pt x="314247" y="179027"/>
                    <a:pt x="276084" y="183277"/>
                  </a:cubicBezTo>
                  <a:cubicBezTo>
                    <a:pt x="237838" y="187526"/>
                    <a:pt x="199674" y="190609"/>
                    <a:pt x="161261" y="192442"/>
                  </a:cubicBezTo>
                  <a:cubicBezTo>
                    <a:pt x="127264" y="194109"/>
                    <a:pt x="92350" y="192276"/>
                    <a:pt x="58270" y="195192"/>
                  </a:cubicBezTo>
                  <a:cubicBezTo>
                    <a:pt x="71519" y="190859"/>
                    <a:pt x="83518" y="183777"/>
                    <a:pt x="95184" y="176610"/>
                  </a:cubicBezTo>
                  <a:lnTo>
                    <a:pt x="95184" y="176610"/>
                  </a:lnTo>
                  <a:close/>
                  <a:moveTo>
                    <a:pt x="27523" y="218273"/>
                  </a:moveTo>
                  <a:cubicBezTo>
                    <a:pt x="39272" y="211107"/>
                    <a:pt x="55187" y="211774"/>
                    <a:pt x="68352" y="211274"/>
                  </a:cubicBezTo>
                  <a:cubicBezTo>
                    <a:pt x="84601" y="210691"/>
                    <a:pt x="100933" y="210524"/>
                    <a:pt x="117181" y="209691"/>
                  </a:cubicBezTo>
                  <a:cubicBezTo>
                    <a:pt x="149678" y="207941"/>
                    <a:pt x="182176" y="205941"/>
                    <a:pt x="214673" y="202858"/>
                  </a:cubicBezTo>
                  <a:cubicBezTo>
                    <a:pt x="246004" y="199858"/>
                    <a:pt x="277251" y="195276"/>
                    <a:pt x="308665" y="192276"/>
                  </a:cubicBezTo>
                  <a:cubicBezTo>
                    <a:pt x="340912" y="189193"/>
                    <a:pt x="373242" y="187859"/>
                    <a:pt x="405489" y="184110"/>
                  </a:cubicBezTo>
                  <a:cubicBezTo>
                    <a:pt x="422821" y="182110"/>
                    <a:pt x="449902" y="182027"/>
                    <a:pt x="460150" y="165695"/>
                  </a:cubicBezTo>
                  <a:cubicBezTo>
                    <a:pt x="464484" y="184110"/>
                    <a:pt x="466817" y="203608"/>
                    <a:pt x="467984" y="221856"/>
                  </a:cubicBezTo>
                  <a:cubicBezTo>
                    <a:pt x="467984" y="222356"/>
                    <a:pt x="468067" y="222856"/>
                    <a:pt x="468067" y="223356"/>
                  </a:cubicBezTo>
                  <a:cubicBezTo>
                    <a:pt x="457318" y="221106"/>
                    <a:pt x="444735" y="223356"/>
                    <a:pt x="434069" y="223606"/>
                  </a:cubicBezTo>
                  <a:cubicBezTo>
                    <a:pt x="417237" y="223940"/>
                    <a:pt x="400240" y="224939"/>
                    <a:pt x="383658" y="227189"/>
                  </a:cubicBezTo>
                  <a:cubicBezTo>
                    <a:pt x="340244" y="232939"/>
                    <a:pt x="298498" y="246271"/>
                    <a:pt x="254419" y="247854"/>
                  </a:cubicBezTo>
                  <a:cubicBezTo>
                    <a:pt x="210173" y="249437"/>
                    <a:pt x="167677" y="238438"/>
                    <a:pt x="123848" y="236022"/>
                  </a:cubicBezTo>
                  <a:cubicBezTo>
                    <a:pt x="85017" y="233855"/>
                    <a:pt x="48688" y="239438"/>
                    <a:pt x="14441" y="257770"/>
                  </a:cubicBezTo>
                  <a:cubicBezTo>
                    <a:pt x="14691" y="243521"/>
                    <a:pt x="14274" y="226356"/>
                    <a:pt x="27523" y="218273"/>
                  </a:cubicBezTo>
                  <a:lnTo>
                    <a:pt x="27523" y="218273"/>
                  </a:lnTo>
                  <a:close/>
                  <a:moveTo>
                    <a:pt x="132514" y="245604"/>
                  </a:moveTo>
                  <a:cubicBezTo>
                    <a:pt x="174344" y="249937"/>
                    <a:pt x="214756" y="258686"/>
                    <a:pt x="257252" y="256853"/>
                  </a:cubicBezTo>
                  <a:cubicBezTo>
                    <a:pt x="297915" y="255020"/>
                    <a:pt x="335245" y="239188"/>
                    <a:pt x="375325" y="234688"/>
                  </a:cubicBezTo>
                  <a:cubicBezTo>
                    <a:pt x="391824" y="232855"/>
                    <a:pt x="408656" y="230856"/>
                    <a:pt x="425237" y="231189"/>
                  </a:cubicBezTo>
                  <a:cubicBezTo>
                    <a:pt x="438820" y="231439"/>
                    <a:pt x="454901" y="229439"/>
                    <a:pt x="468483" y="232772"/>
                  </a:cubicBezTo>
                  <a:cubicBezTo>
                    <a:pt x="468733" y="242105"/>
                    <a:pt x="468733" y="251437"/>
                    <a:pt x="469233" y="260769"/>
                  </a:cubicBezTo>
                  <a:cubicBezTo>
                    <a:pt x="469483" y="265936"/>
                    <a:pt x="470150" y="271269"/>
                    <a:pt x="470733" y="276518"/>
                  </a:cubicBezTo>
                  <a:cubicBezTo>
                    <a:pt x="433236" y="279935"/>
                    <a:pt x="395406" y="270602"/>
                    <a:pt x="357744" y="274268"/>
                  </a:cubicBezTo>
                  <a:cubicBezTo>
                    <a:pt x="315414" y="278435"/>
                    <a:pt x="276501" y="300599"/>
                    <a:pt x="233588" y="302099"/>
                  </a:cubicBezTo>
                  <a:cubicBezTo>
                    <a:pt x="188008" y="303682"/>
                    <a:pt x="143262" y="295850"/>
                    <a:pt x="98433" y="288600"/>
                  </a:cubicBezTo>
                  <a:cubicBezTo>
                    <a:pt x="82351" y="286017"/>
                    <a:pt x="65937" y="281018"/>
                    <a:pt x="49604" y="283268"/>
                  </a:cubicBezTo>
                  <a:cubicBezTo>
                    <a:pt x="34939" y="285351"/>
                    <a:pt x="23440" y="290267"/>
                    <a:pt x="12274" y="298683"/>
                  </a:cubicBezTo>
                  <a:cubicBezTo>
                    <a:pt x="13274" y="286184"/>
                    <a:pt x="14107" y="273852"/>
                    <a:pt x="14524" y="261353"/>
                  </a:cubicBezTo>
                  <a:cubicBezTo>
                    <a:pt x="52438" y="246854"/>
                    <a:pt x="91767" y="241438"/>
                    <a:pt x="132514" y="245604"/>
                  </a:cubicBezTo>
                  <a:lnTo>
                    <a:pt x="132514" y="245604"/>
                  </a:lnTo>
                  <a:close/>
                  <a:moveTo>
                    <a:pt x="12441" y="344845"/>
                  </a:moveTo>
                  <a:cubicBezTo>
                    <a:pt x="9608" y="331346"/>
                    <a:pt x="10691" y="316598"/>
                    <a:pt x="11858" y="302849"/>
                  </a:cubicBezTo>
                  <a:cubicBezTo>
                    <a:pt x="18357" y="301349"/>
                    <a:pt x="24023" y="297933"/>
                    <a:pt x="30606" y="296100"/>
                  </a:cubicBezTo>
                  <a:cubicBezTo>
                    <a:pt x="40522" y="293267"/>
                    <a:pt x="51104" y="291183"/>
                    <a:pt x="61353" y="291517"/>
                  </a:cubicBezTo>
                  <a:cubicBezTo>
                    <a:pt x="81518" y="292183"/>
                    <a:pt x="102849" y="298683"/>
                    <a:pt x="122764" y="302099"/>
                  </a:cubicBezTo>
                  <a:cubicBezTo>
                    <a:pt x="162094" y="308765"/>
                    <a:pt x="204341" y="315015"/>
                    <a:pt x="244420" y="310265"/>
                  </a:cubicBezTo>
                  <a:cubicBezTo>
                    <a:pt x="285083" y="305432"/>
                    <a:pt x="321997" y="284101"/>
                    <a:pt x="363159" y="281601"/>
                  </a:cubicBezTo>
                  <a:cubicBezTo>
                    <a:pt x="399323" y="279351"/>
                    <a:pt x="435320" y="289517"/>
                    <a:pt x="471483" y="286767"/>
                  </a:cubicBezTo>
                  <a:cubicBezTo>
                    <a:pt x="471483" y="289184"/>
                    <a:pt x="471483" y="291683"/>
                    <a:pt x="471233" y="294100"/>
                  </a:cubicBezTo>
                  <a:cubicBezTo>
                    <a:pt x="467567" y="328430"/>
                    <a:pt x="434903" y="333930"/>
                    <a:pt x="406656" y="338013"/>
                  </a:cubicBezTo>
                  <a:cubicBezTo>
                    <a:pt x="379408" y="341929"/>
                    <a:pt x="352577" y="343845"/>
                    <a:pt x="325246" y="345762"/>
                  </a:cubicBezTo>
                  <a:cubicBezTo>
                    <a:pt x="296665" y="347762"/>
                    <a:pt x="269002" y="349761"/>
                    <a:pt x="240170" y="348095"/>
                  </a:cubicBezTo>
                  <a:cubicBezTo>
                    <a:pt x="212923" y="346512"/>
                    <a:pt x="185759" y="345345"/>
                    <a:pt x="158511" y="343595"/>
                  </a:cubicBezTo>
                  <a:cubicBezTo>
                    <a:pt x="132681" y="342012"/>
                    <a:pt x="106016" y="341179"/>
                    <a:pt x="80185" y="343179"/>
                  </a:cubicBezTo>
                  <a:cubicBezTo>
                    <a:pt x="57354" y="345012"/>
                    <a:pt x="35105" y="346345"/>
                    <a:pt x="12441" y="344845"/>
                  </a:cubicBezTo>
                  <a:lnTo>
                    <a:pt x="12441" y="344845"/>
                  </a:lnTo>
                  <a:close/>
                  <a:moveTo>
                    <a:pt x="527312" y="231355"/>
                  </a:moveTo>
                  <a:cubicBezTo>
                    <a:pt x="526811" y="262519"/>
                    <a:pt x="525978" y="295600"/>
                    <a:pt x="517312" y="325597"/>
                  </a:cubicBezTo>
                  <a:cubicBezTo>
                    <a:pt x="512313" y="342929"/>
                    <a:pt x="506063" y="352595"/>
                    <a:pt x="488148" y="357844"/>
                  </a:cubicBezTo>
                  <a:cubicBezTo>
                    <a:pt x="471483" y="362760"/>
                    <a:pt x="454068" y="365010"/>
                    <a:pt x="436820" y="366927"/>
                  </a:cubicBezTo>
                  <a:cubicBezTo>
                    <a:pt x="373326" y="374009"/>
                    <a:pt x="310414" y="379009"/>
                    <a:pt x="246503" y="380425"/>
                  </a:cubicBezTo>
                  <a:cubicBezTo>
                    <a:pt x="214673" y="381175"/>
                    <a:pt x="182842" y="381425"/>
                    <a:pt x="150928" y="381509"/>
                  </a:cubicBezTo>
                  <a:cubicBezTo>
                    <a:pt x="118681" y="381592"/>
                    <a:pt x="83351" y="382425"/>
                    <a:pt x="51687" y="375342"/>
                  </a:cubicBezTo>
                  <a:cubicBezTo>
                    <a:pt x="37022" y="372010"/>
                    <a:pt x="21607" y="367010"/>
                    <a:pt x="15025" y="353261"/>
                  </a:cubicBezTo>
                  <a:cubicBezTo>
                    <a:pt x="56104" y="357094"/>
                    <a:pt x="97683" y="352761"/>
                    <a:pt x="139013" y="353261"/>
                  </a:cubicBezTo>
                  <a:cubicBezTo>
                    <a:pt x="186926" y="353928"/>
                    <a:pt x="235171" y="360011"/>
                    <a:pt x="283167" y="357844"/>
                  </a:cubicBezTo>
                  <a:cubicBezTo>
                    <a:pt x="329912" y="355678"/>
                    <a:pt x="376492" y="351428"/>
                    <a:pt x="422904" y="345012"/>
                  </a:cubicBezTo>
                  <a:cubicBezTo>
                    <a:pt x="439986" y="342679"/>
                    <a:pt x="458568" y="338596"/>
                    <a:pt x="470399" y="324930"/>
                  </a:cubicBezTo>
                  <a:cubicBezTo>
                    <a:pt x="480982" y="312765"/>
                    <a:pt x="483315" y="296350"/>
                    <a:pt x="481732" y="280851"/>
                  </a:cubicBezTo>
                  <a:cubicBezTo>
                    <a:pt x="480149" y="264936"/>
                    <a:pt x="479399" y="248854"/>
                    <a:pt x="477982" y="232939"/>
                  </a:cubicBezTo>
                  <a:cubicBezTo>
                    <a:pt x="479232" y="231189"/>
                    <a:pt x="479316" y="228439"/>
                    <a:pt x="477399" y="226939"/>
                  </a:cubicBezTo>
                  <a:cubicBezTo>
                    <a:pt x="476899" y="221856"/>
                    <a:pt x="476233" y="216773"/>
                    <a:pt x="475482" y="211691"/>
                  </a:cubicBezTo>
                  <a:cubicBezTo>
                    <a:pt x="473150" y="196775"/>
                    <a:pt x="470650" y="180444"/>
                    <a:pt x="465066" y="165778"/>
                  </a:cubicBezTo>
                  <a:cubicBezTo>
                    <a:pt x="473066" y="154446"/>
                    <a:pt x="469733" y="139281"/>
                    <a:pt x="479149" y="128448"/>
                  </a:cubicBezTo>
                  <a:cubicBezTo>
                    <a:pt x="487482" y="118949"/>
                    <a:pt x="500647" y="119366"/>
                    <a:pt x="510813" y="125782"/>
                  </a:cubicBezTo>
                  <a:cubicBezTo>
                    <a:pt x="518228" y="130531"/>
                    <a:pt x="517812" y="137197"/>
                    <a:pt x="522645" y="143863"/>
                  </a:cubicBezTo>
                  <a:cubicBezTo>
                    <a:pt x="529478" y="172361"/>
                    <a:pt x="527811" y="202358"/>
                    <a:pt x="527312" y="231355"/>
                  </a:cubicBezTo>
                  <a:lnTo>
                    <a:pt x="527312" y="231355"/>
                  </a:lnTo>
                  <a:close/>
                </a:path>
              </a:pathLst>
            </a:custGeom>
            <a:grpFill/>
            <a:ln w="8332" cap="flat">
              <a:noFill/>
              <a:prstDash val="solid"/>
              <a:miter/>
            </a:ln>
          </p:spPr>
          <p:txBody>
            <a:bodyPr rtlCol="0" anchor="ctr"/>
            <a:lstStyle/>
            <a:p>
              <a:endParaRPr lang="en-US"/>
            </a:p>
          </p:txBody>
        </p:sp>
        <p:sp>
          <p:nvSpPr>
            <p:cNvPr id="2233" name="Freeform: Shape 2232"/>
            <p:cNvSpPr/>
            <p:nvPr/>
          </p:nvSpPr>
          <p:spPr>
            <a:xfrm>
              <a:off x="6428087" y="1449840"/>
              <a:ext cx="490176" cy="421977"/>
            </a:xfrm>
            <a:custGeom>
              <a:avLst/>
              <a:gdLst>
                <a:gd name="connsiteX0" fmla="*/ 487394 w 490176"/>
                <a:gd name="connsiteY0" fmla="*/ 140527 h 421977"/>
                <a:gd name="connsiteX1" fmla="*/ 381154 w 490176"/>
                <a:gd name="connsiteY1" fmla="*/ 10289 h 421977"/>
                <a:gd name="connsiteX2" fmla="*/ 296162 w 490176"/>
                <a:gd name="connsiteY2" fmla="*/ 2123 h 421977"/>
                <a:gd name="connsiteX3" fmla="*/ 250666 w 490176"/>
                <a:gd name="connsiteY3" fmla="*/ 19372 h 421977"/>
                <a:gd name="connsiteX4" fmla="*/ 152425 w 490176"/>
                <a:gd name="connsiteY4" fmla="*/ 91782 h 421977"/>
                <a:gd name="connsiteX5" fmla="*/ 91930 w 490176"/>
                <a:gd name="connsiteY5" fmla="*/ 155859 h 421977"/>
                <a:gd name="connsiteX6" fmla="*/ 31769 w 490176"/>
                <a:gd name="connsiteY6" fmla="*/ 215937 h 421977"/>
                <a:gd name="connsiteX7" fmla="*/ 13687 w 490176"/>
                <a:gd name="connsiteY7" fmla="*/ 354258 h 421977"/>
                <a:gd name="connsiteX8" fmla="*/ 154758 w 490176"/>
                <a:gd name="connsiteY8" fmla="*/ 421752 h 421977"/>
                <a:gd name="connsiteX9" fmla="*/ 323576 w 490176"/>
                <a:gd name="connsiteY9" fmla="*/ 385839 h 421977"/>
                <a:gd name="connsiteX10" fmla="*/ 487394 w 490176"/>
                <a:gd name="connsiteY10" fmla="*/ 140527 h 421977"/>
                <a:gd name="connsiteX11" fmla="*/ 487394 w 490176"/>
                <a:gd name="connsiteY11" fmla="*/ 140527 h 421977"/>
                <a:gd name="connsiteX12" fmla="*/ 340825 w 490176"/>
                <a:gd name="connsiteY12" fmla="*/ 362341 h 421977"/>
                <a:gd name="connsiteX13" fmla="*/ 267581 w 490176"/>
                <a:gd name="connsiteY13" fmla="*/ 391338 h 421977"/>
                <a:gd name="connsiteX14" fmla="*/ 193171 w 490176"/>
                <a:gd name="connsiteY14" fmla="*/ 406920 h 421977"/>
                <a:gd name="connsiteX15" fmla="*/ 44935 w 490176"/>
                <a:gd name="connsiteY15" fmla="*/ 370423 h 421977"/>
                <a:gd name="connsiteX16" fmla="*/ 40352 w 490176"/>
                <a:gd name="connsiteY16" fmla="*/ 230269 h 421977"/>
                <a:gd name="connsiteX17" fmla="*/ 90847 w 490176"/>
                <a:gd name="connsiteY17" fmla="*/ 179357 h 421977"/>
                <a:gd name="connsiteX18" fmla="*/ 140509 w 490176"/>
                <a:gd name="connsiteY18" fmla="*/ 126279 h 421977"/>
                <a:gd name="connsiteX19" fmla="*/ 192088 w 490176"/>
                <a:gd name="connsiteY19" fmla="*/ 71034 h 421977"/>
                <a:gd name="connsiteX20" fmla="*/ 227668 w 490176"/>
                <a:gd name="connsiteY20" fmla="*/ 44786 h 421977"/>
                <a:gd name="connsiteX21" fmla="*/ 227918 w 490176"/>
                <a:gd name="connsiteY21" fmla="*/ 44619 h 421977"/>
                <a:gd name="connsiteX22" fmla="*/ 228085 w 490176"/>
                <a:gd name="connsiteY22" fmla="*/ 44536 h 421977"/>
                <a:gd name="connsiteX23" fmla="*/ 256499 w 490176"/>
                <a:gd name="connsiteY23" fmla="*/ 29954 h 421977"/>
                <a:gd name="connsiteX24" fmla="*/ 351907 w 490176"/>
                <a:gd name="connsiteY24" fmla="*/ 14039 h 421977"/>
                <a:gd name="connsiteX25" fmla="*/ 367155 w 490176"/>
                <a:gd name="connsiteY25" fmla="*/ 18122 h 421977"/>
                <a:gd name="connsiteX26" fmla="*/ 468313 w 490176"/>
                <a:gd name="connsiteY26" fmla="*/ 125195 h 421977"/>
                <a:gd name="connsiteX27" fmla="*/ 445482 w 490176"/>
                <a:gd name="connsiteY27" fmla="*/ 269849 h 421977"/>
                <a:gd name="connsiteX28" fmla="*/ 340825 w 490176"/>
                <a:gd name="connsiteY28" fmla="*/ 362341 h 421977"/>
                <a:gd name="connsiteX29" fmla="*/ 340825 w 490176"/>
                <a:gd name="connsiteY29" fmla="*/ 362341 h 421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90176" h="421977">
                  <a:moveTo>
                    <a:pt x="487394" y="140527"/>
                  </a:moveTo>
                  <a:cubicBezTo>
                    <a:pt x="477062" y="82449"/>
                    <a:pt x="435983" y="32121"/>
                    <a:pt x="381154" y="10289"/>
                  </a:cubicBezTo>
                  <a:cubicBezTo>
                    <a:pt x="353657" y="-626"/>
                    <a:pt x="325326" y="-1960"/>
                    <a:pt x="296162" y="2123"/>
                  </a:cubicBezTo>
                  <a:cubicBezTo>
                    <a:pt x="278830" y="4540"/>
                    <a:pt x="264081" y="10622"/>
                    <a:pt x="250666" y="19372"/>
                  </a:cubicBezTo>
                  <a:cubicBezTo>
                    <a:pt x="212669" y="35287"/>
                    <a:pt x="180422" y="60868"/>
                    <a:pt x="152425" y="91782"/>
                  </a:cubicBezTo>
                  <a:cubicBezTo>
                    <a:pt x="132843" y="113613"/>
                    <a:pt x="112428" y="134861"/>
                    <a:pt x="91930" y="155859"/>
                  </a:cubicBezTo>
                  <a:cubicBezTo>
                    <a:pt x="72099" y="176108"/>
                    <a:pt x="50101" y="194273"/>
                    <a:pt x="31769" y="215937"/>
                  </a:cubicBezTo>
                  <a:cubicBezTo>
                    <a:pt x="522" y="252851"/>
                    <a:pt x="-11727" y="311345"/>
                    <a:pt x="13687" y="354258"/>
                  </a:cubicBezTo>
                  <a:cubicBezTo>
                    <a:pt x="42351" y="402504"/>
                    <a:pt x="101596" y="419586"/>
                    <a:pt x="154758" y="421752"/>
                  </a:cubicBezTo>
                  <a:cubicBezTo>
                    <a:pt x="213503" y="424085"/>
                    <a:pt x="269664" y="408003"/>
                    <a:pt x="323576" y="385839"/>
                  </a:cubicBezTo>
                  <a:cubicBezTo>
                    <a:pt x="419317" y="346592"/>
                    <a:pt x="507060" y="250851"/>
                    <a:pt x="487394" y="140527"/>
                  </a:cubicBezTo>
                  <a:lnTo>
                    <a:pt x="487394" y="140527"/>
                  </a:lnTo>
                  <a:close/>
                  <a:moveTo>
                    <a:pt x="340825" y="362341"/>
                  </a:moveTo>
                  <a:cubicBezTo>
                    <a:pt x="317743" y="374840"/>
                    <a:pt x="292329" y="382756"/>
                    <a:pt x="267581" y="391338"/>
                  </a:cubicBezTo>
                  <a:cubicBezTo>
                    <a:pt x="243666" y="399671"/>
                    <a:pt x="218502" y="405087"/>
                    <a:pt x="193171" y="406920"/>
                  </a:cubicBezTo>
                  <a:cubicBezTo>
                    <a:pt x="145175" y="410503"/>
                    <a:pt x="81348" y="406087"/>
                    <a:pt x="44935" y="370423"/>
                  </a:cubicBezTo>
                  <a:cubicBezTo>
                    <a:pt x="6188" y="332427"/>
                    <a:pt x="7938" y="272266"/>
                    <a:pt x="40352" y="230269"/>
                  </a:cubicBezTo>
                  <a:cubicBezTo>
                    <a:pt x="55017" y="211271"/>
                    <a:pt x="73848" y="196189"/>
                    <a:pt x="90847" y="179357"/>
                  </a:cubicBezTo>
                  <a:cubicBezTo>
                    <a:pt x="108096" y="162276"/>
                    <a:pt x="123761" y="143777"/>
                    <a:pt x="140509" y="126279"/>
                  </a:cubicBezTo>
                  <a:cubicBezTo>
                    <a:pt x="157924" y="108114"/>
                    <a:pt x="173506" y="88115"/>
                    <a:pt x="192088" y="71034"/>
                  </a:cubicBezTo>
                  <a:cubicBezTo>
                    <a:pt x="202837" y="61118"/>
                    <a:pt x="214919" y="52369"/>
                    <a:pt x="227668" y="44786"/>
                  </a:cubicBezTo>
                  <a:cubicBezTo>
                    <a:pt x="227751" y="44703"/>
                    <a:pt x="227835" y="44703"/>
                    <a:pt x="227918" y="44619"/>
                  </a:cubicBezTo>
                  <a:cubicBezTo>
                    <a:pt x="228001" y="44619"/>
                    <a:pt x="228001" y="44536"/>
                    <a:pt x="228085" y="44536"/>
                  </a:cubicBezTo>
                  <a:cubicBezTo>
                    <a:pt x="237334" y="39037"/>
                    <a:pt x="246833" y="34120"/>
                    <a:pt x="256499" y="29954"/>
                  </a:cubicBezTo>
                  <a:cubicBezTo>
                    <a:pt x="286663" y="16705"/>
                    <a:pt x="319993" y="10206"/>
                    <a:pt x="351907" y="14039"/>
                  </a:cubicBezTo>
                  <a:cubicBezTo>
                    <a:pt x="356990" y="15039"/>
                    <a:pt x="362156" y="16372"/>
                    <a:pt x="367155" y="18122"/>
                  </a:cubicBezTo>
                  <a:cubicBezTo>
                    <a:pt x="414151" y="34204"/>
                    <a:pt x="456314" y="76117"/>
                    <a:pt x="468313" y="125195"/>
                  </a:cubicBezTo>
                  <a:cubicBezTo>
                    <a:pt x="480645" y="175524"/>
                    <a:pt x="471229" y="225186"/>
                    <a:pt x="445482" y="269849"/>
                  </a:cubicBezTo>
                  <a:cubicBezTo>
                    <a:pt x="422234" y="310429"/>
                    <a:pt x="381488" y="340343"/>
                    <a:pt x="340825" y="362341"/>
                  </a:cubicBezTo>
                  <a:lnTo>
                    <a:pt x="340825" y="362341"/>
                  </a:lnTo>
                  <a:close/>
                </a:path>
              </a:pathLst>
            </a:custGeom>
            <a:grpFill/>
            <a:ln w="8332" cap="flat">
              <a:noFill/>
              <a:prstDash val="solid"/>
              <a:miter/>
            </a:ln>
          </p:spPr>
          <p:txBody>
            <a:bodyPr rtlCol="0" anchor="ctr"/>
            <a:lstStyle/>
            <a:p>
              <a:endParaRPr lang="en-US"/>
            </a:p>
          </p:txBody>
        </p:sp>
        <p:sp>
          <p:nvSpPr>
            <p:cNvPr id="2234" name="Freeform: Shape 2233"/>
            <p:cNvSpPr/>
            <p:nvPr/>
          </p:nvSpPr>
          <p:spPr>
            <a:xfrm>
              <a:off x="6464420" y="1485458"/>
              <a:ext cx="261714" cy="241320"/>
            </a:xfrm>
            <a:custGeom>
              <a:avLst/>
              <a:gdLst>
                <a:gd name="connsiteX0" fmla="*/ 259912 w 261714"/>
                <a:gd name="connsiteY0" fmla="*/ 85 h 241320"/>
                <a:gd name="connsiteX1" fmla="*/ 183419 w 261714"/>
                <a:gd name="connsiteY1" fmla="*/ 42665 h 241320"/>
                <a:gd name="connsiteX2" fmla="*/ 114342 w 261714"/>
                <a:gd name="connsiteY2" fmla="*/ 103243 h 241320"/>
                <a:gd name="connsiteX3" fmla="*/ 58264 w 261714"/>
                <a:gd name="connsiteY3" fmla="*/ 168153 h 241320"/>
                <a:gd name="connsiteX4" fmla="*/ 185 w 261714"/>
                <a:gd name="connsiteY4" fmla="*/ 237981 h 241320"/>
                <a:gd name="connsiteX5" fmla="*/ 5185 w 261714"/>
                <a:gd name="connsiteY5" fmla="*/ 240064 h 241320"/>
                <a:gd name="connsiteX6" fmla="*/ 34349 w 261714"/>
                <a:gd name="connsiteY6" fmla="*/ 201234 h 241320"/>
                <a:gd name="connsiteX7" fmla="*/ 69262 w 261714"/>
                <a:gd name="connsiteY7" fmla="*/ 171486 h 241320"/>
                <a:gd name="connsiteX8" fmla="*/ 118675 w 261714"/>
                <a:gd name="connsiteY8" fmla="*/ 112242 h 241320"/>
                <a:gd name="connsiteX9" fmla="*/ 179669 w 261714"/>
                <a:gd name="connsiteY9" fmla="*/ 53747 h 241320"/>
                <a:gd name="connsiteX10" fmla="*/ 260995 w 261714"/>
                <a:gd name="connsiteY10" fmla="*/ 2585 h 241320"/>
                <a:gd name="connsiteX11" fmla="*/ 259912 w 261714"/>
                <a:gd name="connsiteY11" fmla="*/ 85 h 241320"/>
                <a:gd name="connsiteX12" fmla="*/ 259912 w 261714"/>
                <a:gd name="connsiteY12" fmla="*/ 85 h 241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1714" h="241320">
                  <a:moveTo>
                    <a:pt x="259912" y="85"/>
                  </a:moveTo>
                  <a:cubicBezTo>
                    <a:pt x="231831" y="10584"/>
                    <a:pt x="207333" y="24416"/>
                    <a:pt x="183419" y="42665"/>
                  </a:cubicBezTo>
                  <a:cubicBezTo>
                    <a:pt x="158921" y="61330"/>
                    <a:pt x="134506" y="79578"/>
                    <a:pt x="114342" y="103243"/>
                  </a:cubicBezTo>
                  <a:cubicBezTo>
                    <a:pt x="95593" y="125241"/>
                    <a:pt x="80012" y="148655"/>
                    <a:pt x="58264" y="168153"/>
                  </a:cubicBezTo>
                  <a:cubicBezTo>
                    <a:pt x="34766" y="189318"/>
                    <a:pt x="12434" y="208150"/>
                    <a:pt x="185" y="237981"/>
                  </a:cubicBezTo>
                  <a:cubicBezTo>
                    <a:pt x="-981" y="240897"/>
                    <a:pt x="3685" y="242647"/>
                    <a:pt x="5185" y="240064"/>
                  </a:cubicBezTo>
                  <a:cubicBezTo>
                    <a:pt x="13767" y="225982"/>
                    <a:pt x="22017" y="212483"/>
                    <a:pt x="34349" y="201234"/>
                  </a:cubicBezTo>
                  <a:cubicBezTo>
                    <a:pt x="45598" y="190901"/>
                    <a:pt x="58013" y="181819"/>
                    <a:pt x="69262" y="171486"/>
                  </a:cubicBezTo>
                  <a:cubicBezTo>
                    <a:pt x="88594" y="153738"/>
                    <a:pt x="103010" y="132990"/>
                    <a:pt x="118675" y="112242"/>
                  </a:cubicBezTo>
                  <a:cubicBezTo>
                    <a:pt x="135506" y="89827"/>
                    <a:pt x="157921" y="71079"/>
                    <a:pt x="179669" y="53747"/>
                  </a:cubicBezTo>
                  <a:cubicBezTo>
                    <a:pt x="205667" y="32916"/>
                    <a:pt x="230164" y="15500"/>
                    <a:pt x="260995" y="2585"/>
                  </a:cubicBezTo>
                  <a:cubicBezTo>
                    <a:pt x="262495" y="2085"/>
                    <a:pt x="261412" y="-498"/>
                    <a:pt x="259912" y="85"/>
                  </a:cubicBezTo>
                  <a:lnTo>
                    <a:pt x="259912" y="85"/>
                  </a:lnTo>
                  <a:close/>
                </a:path>
              </a:pathLst>
            </a:custGeom>
            <a:grpFill/>
            <a:ln w="8332" cap="flat">
              <a:noFill/>
              <a:prstDash val="solid"/>
              <a:miter/>
            </a:ln>
          </p:spPr>
          <p:txBody>
            <a:bodyPr rtlCol="0" anchor="ctr"/>
            <a:lstStyle/>
            <a:p>
              <a:endParaRPr lang="en-US"/>
            </a:p>
          </p:txBody>
        </p:sp>
        <p:sp>
          <p:nvSpPr>
            <p:cNvPr id="2235" name="Freeform: Shape 2234"/>
            <p:cNvSpPr/>
            <p:nvPr/>
          </p:nvSpPr>
          <p:spPr>
            <a:xfrm>
              <a:off x="6594260" y="1804764"/>
              <a:ext cx="129988" cy="31997"/>
            </a:xfrm>
            <a:custGeom>
              <a:avLst/>
              <a:gdLst>
                <a:gd name="connsiteX0" fmla="*/ 129988 w 129988"/>
                <a:gd name="connsiteY0" fmla="*/ 0 h 31997"/>
                <a:gd name="connsiteX1" fmla="*/ 0 w 129988"/>
                <a:gd name="connsiteY1" fmla="*/ 31997 h 31997"/>
              </a:gdLst>
              <a:ahLst/>
              <a:cxnLst>
                <a:cxn ang="0">
                  <a:pos x="connsiteX0" y="connsiteY0"/>
                </a:cxn>
                <a:cxn ang="0">
                  <a:pos x="connsiteX1" y="connsiteY1"/>
                </a:cxn>
              </a:cxnLst>
              <a:rect l="l" t="t" r="r" b="b"/>
              <a:pathLst>
                <a:path w="129988" h="31997">
                  <a:moveTo>
                    <a:pt x="129988" y="0"/>
                  </a:moveTo>
                  <a:cubicBezTo>
                    <a:pt x="88992" y="17915"/>
                    <a:pt x="45162" y="32080"/>
                    <a:pt x="0" y="31997"/>
                  </a:cubicBezTo>
                </a:path>
              </a:pathLst>
            </a:custGeom>
            <a:grpFill/>
            <a:ln w="8332" cap="flat">
              <a:noFill/>
              <a:prstDash val="solid"/>
              <a:miter/>
            </a:ln>
          </p:spPr>
          <p:txBody>
            <a:bodyPr rtlCol="0" anchor="ctr"/>
            <a:lstStyle/>
            <a:p>
              <a:endParaRPr lang="en-US"/>
            </a:p>
          </p:txBody>
        </p:sp>
        <p:sp>
          <p:nvSpPr>
            <p:cNvPr id="2236" name="Freeform: Shape 2235"/>
            <p:cNvSpPr/>
            <p:nvPr/>
          </p:nvSpPr>
          <p:spPr>
            <a:xfrm>
              <a:off x="6593259" y="1555195"/>
              <a:ext cx="225797" cy="201097"/>
            </a:xfrm>
            <a:custGeom>
              <a:avLst/>
              <a:gdLst>
                <a:gd name="connsiteX0" fmla="*/ 222815 w 225797"/>
                <a:gd name="connsiteY0" fmla="*/ 55754 h 201097"/>
                <a:gd name="connsiteX1" fmla="*/ 167653 w 225797"/>
                <a:gd name="connsiteY1" fmla="*/ 5092 h 201097"/>
                <a:gd name="connsiteX2" fmla="*/ 77745 w 225797"/>
                <a:gd name="connsiteY2" fmla="*/ 14924 h 201097"/>
                <a:gd name="connsiteX3" fmla="*/ 12500 w 225797"/>
                <a:gd name="connsiteY3" fmla="*/ 74669 h 201097"/>
                <a:gd name="connsiteX4" fmla="*/ 8751 w 225797"/>
                <a:gd name="connsiteY4" fmla="*/ 81668 h 201097"/>
                <a:gd name="connsiteX5" fmla="*/ 57746 w 225797"/>
                <a:gd name="connsiteY5" fmla="*/ 197491 h 201097"/>
                <a:gd name="connsiteX6" fmla="*/ 136073 w 225797"/>
                <a:gd name="connsiteY6" fmla="*/ 187408 h 201097"/>
                <a:gd name="connsiteX7" fmla="*/ 207566 w 225797"/>
                <a:gd name="connsiteY7" fmla="*/ 130914 h 201097"/>
                <a:gd name="connsiteX8" fmla="*/ 222815 w 225797"/>
                <a:gd name="connsiteY8" fmla="*/ 55754 h 201097"/>
                <a:gd name="connsiteX9" fmla="*/ 222815 w 225797"/>
                <a:gd name="connsiteY9" fmla="*/ 55754 h 201097"/>
                <a:gd name="connsiteX10" fmla="*/ 199567 w 225797"/>
                <a:gd name="connsiteY10" fmla="*/ 117581 h 201097"/>
                <a:gd name="connsiteX11" fmla="*/ 145738 w 225797"/>
                <a:gd name="connsiteY11" fmla="*/ 166327 h 201097"/>
                <a:gd name="connsiteX12" fmla="*/ 74162 w 225797"/>
                <a:gd name="connsiteY12" fmla="*/ 187908 h 201097"/>
                <a:gd name="connsiteX13" fmla="*/ 21166 w 225797"/>
                <a:gd name="connsiteY13" fmla="*/ 83168 h 201097"/>
                <a:gd name="connsiteX14" fmla="*/ 72745 w 225797"/>
                <a:gd name="connsiteY14" fmla="*/ 29673 h 201097"/>
                <a:gd name="connsiteX15" fmla="*/ 105575 w 225797"/>
                <a:gd name="connsiteY15" fmla="*/ 14674 h 201097"/>
                <a:gd name="connsiteX16" fmla="*/ 138906 w 225797"/>
                <a:gd name="connsiteY16" fmla="*/ 11008 h 201097"/>
                <a:gd name="connsiteX17" fmla="*/ 203400 w 225797"/>
                <a:gd name="connsiteY17" fmla="*/ 47421 h 201097"/>
                <a:gd name="connsiteX18" fmla="*/ 199567 w 225797"/>
                <a:gd name="connsiteY18" fmla="*/ 117581 h 201097"/>
                <a:gd name="connsiteX19" fmla="*/ 199567 w 225797"/>
                <a:gd name="connsiteY19" fmla="*/ 117581 h 201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25797" h="201097">
                  <a:moveTo>
                    <a:pt x="222815" y="55754"/>
                  </a:moveTo>
                  <a:cubicBezTo>
                    <a:pt x="215066" y="29589"/>
                    <a:pt x="191734" y="14591"/>
                    <a:pt x="167653" y="5092"/>
                  </a:cubicBezTo>
                  <a:cubicBezTo>
                    <a:pt x="139156" y="-6241"/>
                    <a:pt x="104742" y="3258"/>
                    <a:pt x="77745" y="14924"/>
                  </a:cubicBezTo>
                  <a:cubicBezTo>
                    <a:pt x="49914" y="26923"/>
                    <a:pt x="26083" y="47671"/>
                    <a:pt x="12500" y="74669"/>
                  </a:cubicBezTo>
                  <a:cubicBezTo>
                    <a:pt x="11167" y="77002"/>
                    <a:pt x="9917" y="79335"/>
                    <a:pt x="8751" y="81668"/>
                  </a:cubicBezTo>
                  <a:cubicBezTo>
                    <a:pt x="-13747" y="127247"/>
                    <a:pt x="8751" y="182742"/>
                    <a:pt x="57746" y="197491"/>
                  </a:cubicBezTo>
                  <a:cubicBezTo>
                    <a:pt x="84327" y="205490"/>
                    <a:pt x="111575" y="199324"/>
                    <a:pt x="136073" y="187408"/>
                  </a:cubicBezTo>
                  <a:cubicBezTo>
                    <a:pt x="162654" y="174493"/>
                    <a:pt x="190318" y="155245"/>
                    <a:pt x="207566" y="130914"/>
                  </a:cubicBezTo>
                  <a:cubicBezTo>
                    <a:pt x="222648" y="109499"/>
                    <a:pt x="230481" y="81418"/>
                    <a:pt x="222815" y="55754"/>
                  </a:cubicBezTo>
                  <a:lnTo>
                    <a:pt x="222815" y="55754"/>
                  </a:lnTo>
                  <a:close/>
                  <a:moveTo>
                    <a:pt x="199567" y="117581"/>
                  </a:moveTo>
                  <a:cubicBezTo>
                    <a:pt x="186985" y="138496"/>
                    <a:pt x="166237" y="153745"/>
                    <a:pt x="145738" y="166327"/>
                  </a:cubicBezTo>
                  <a:cubicBezTo>
                    <a:pt x="124907" y="179159"/>
                    <a:pt x="99326" y="190825"/>
                    <a:pt x="74162" y="187908"/>
                  </a:cubicBezTo>
                  <a:cubicBezTo>
                    <a:pt x="23333" y="181909"/>
                    <a:pt x="-3498" y="127664"/>
                    <a:pt x="21166" y="83168"/>
                  </a:cubicBezTo>
                  <a:cubicBezTo>
                    <a:pt x="33165" y="61587"/>
                    <a:pt x="51913" y="42672"/>
                    <a:pt x="72745" y="29673"/>
                  </a:cubicBezTo>
                  <a:cubicBezTo>
                    <a:pt x="83411" y="23007"/>
                    <a:pt x="94326" y="18340"/>
                    <a:pt x="105575" y="14674"/>
                  </a:cubicBezTo>
                  <a:cubicBezTo>
                    <a:pt x="116491" y="12341"/>
                    <a:pt x="127740" y="11091"/>
                    <a:pt x="138906" y="11008"/>
                  </a:cubicBezTo>
                  <a:cubicBezTo>
                    <a:pt x="162070" y="10924"/>
                    <a:pt x="191401" y="27756"/>
                    <a:pt x="203400" y="47421"/>
                  </a:cubicBezTo>
                  <a:cubicBezTo>
                    <a:pt x="216732" y="69336"/>
                    <a:pt x="212232" y="96583"/>
                    <a:pt x="199567" y="117581"/>
                  </a:cubicBezTo>
                  <a:lnTo>
                    <a:pt x="199567" y="117581"/>
                  </a:lnTo>
                  <a:close/>
                </a:path>
              </a:pathLst>
            </a:custGeom>
            <a:grpFill/>
            <a:ln w="8332" cap="flat">
              <a:noFill/>
              <a:prstDash val="solid"/>
              <a:miter/>
            </a:ln>
          </p:spPr>
          <p:txBody>
            <a:bodyPr rtlCol="0" anchor="ctr"/>
            <a:lstStyle/>
            <a:p>
              <a:endParaRPr lang="en-US"/>
            </a:p>
          </p:txBody>
        </p:sp>
        <p:sp>
          <p:nvSpPr>
            <p:cNvPr id="2237" name="Freeform: Shape 2236"/>
            <p:cNvSpPr/>
            <p:nvPr/>
          </p:nvSpPr>
          <p:spPr>
            <a:xfrm>
              <a:off x="6370077" y="2566508"/>
              <a:ext cx="427807" cy="665610"/>
            </a:xfrm>
            <a:custGeom>
              <a:avLst/>
              <a:gdLst>
                <a:gd name="connsiteX0" fmla="*/ 5870 w 427807"/>
                <a:gd name="connsiteY0" fmla="*/ 331741 h 665610"/>
                <a:gd name="connsiteX1" fmla="*/ 68614 w 427807"/>
                <a:gd name="connsiteY1" fmla="*/ 499893 h 665610"/>
                <a:gd name="connsiteX2" fmla="*/ 170938 w 427807"/>
                <a:gd name="connsiteY2" fmla="*/ 628715 h 665610"/>
                <a:gd name="connsiteX3" fmla="*/ 312676 w 427807"/>
                <a:gd name="connsiteY3" fmla="*/ 663878 h 665610"/>
                <a:gd name="connsiteX4" fmla="*/ 423582 w 427807"/>
                <a:gd name="connsiteY4" fmla="*/ 573969 h 665610"/>
                <a:gd name="connsiteX5" fmla="*/ 386419 w 427807"/>
                <a:gd name="connsiteY5" fmla="*/ 418817 h 665610"/>
                <a:gd name="connsiteX6" fmla="*/ 264680 w 427807"/>
                <a:gd name="connsiteY6" fmla="*/ 292911 h 665610"/>
                <a:gd name="connsiteX7" fmla="*/ 241182 w 427807"/>
                <a:gd name="connsiteY7" fmla="*/ 273830 h 665610"/>
                <a:gd name="connsiteX8" fmla="*/ 239765 w 427807"/>
                <a:gd name="connsiteY8" fmla="*/ 271663 h 665610"/>
                <a:gd name="connsiteX9" fmla="*/ 170522 w 427807"/>
                <a:gd name="connsiteY9" fmla="*/ 196670 h 665610"/>
                <a:gd name="connsiteX10" fmla="*/ 132692 w 427807"/>
                <a:gd name="connsiteY10" fmla="*/ 114761 h 665610"/>
                <a:gd name="connsiteX11" fmla="*/ 112694 w 427807"/>
                <a:gd name="connsiteY11" fmla="*/ 106178 h 665610"/>
                <a:gd name="connsiteX12" fmla="*/ 125359 w 427807"/>
                <a:gd name="connsiteY12" fmla="*/ 67098 h 665610"/>
                <a:gd name="connsiteX13" fmla="*/ 147024 w 427807"/>
                <a:gd name="connsiteY13" fmla="*/ 27102 h 665610"/>
                <a:gd name="connsiteX14" fmla="*/ 110361 w 427807"/>
                <a:gd name="connsiteY14" fmla="*/ 1438 h 665610"/>
                <a:gd name="connsiteX15" fmla="*/ 77113 w 427807"/>
                <a:gd name="connsiteY15" fmla="*/ 3021 h 665610"/>
                <a:gd name="connsiteX16" fmla="*/ 68614 w 427807"/>
                <a:gd name="connsiteY16" fmla="*/ 26436 h 665610"/>
                <a:gd name="connsiteX17" fmla="*/ 69198 w 427807"/>
                <a:gd name="connsiteY17" fmla="*/ 116011 h 665610"/>
                <a:gd name="connsiteX18" fmla="*/ 16036 w 427807"/>
                <a:gd name="connsiteY18" fmla="*/ 168589 h 665610"/>
                <a:gd name="connsiteX19" fmla="*/ 870 w 427807"/>
                <a:gd name="connsiteY19" fmla="*/ 246832 h 665610"/>
                <a:gd name="connsiteX20" fmla="*/ 5870 w 427807"/>
                <a:gd name="connsiteY20" fmla="*/ 331741 h 665610"/>
                <a:gd name="connsiteX21" fmla="*/ 5870 w 427807"/>
                <a:gd name="connsiteY21" fmla="*/ 331741 h 665610"/>
                <a:gd name="connsiteX22" fmla="*/ 103945 w 427807"/>
                <a:gd name="connsiteY22" fmla="*/ 105762 h 665610"/>
                <a:gd name="connsiteX23" fmla="*/ 82113 w 427807"/>
                <a:gd name="connsiteY23" fmla="*/ 110428 h 665610"/>
                <a:gd name="connsiteX24" fmla="*/ 78697 w 427807"/>
                <a:gd name="connsiteY24" fmla="*/ 41101 h 665610"/>
                <a:gd name="connsiteX25" fmla="*/ 90113 w 427807"/>
                <a:gd name="connsiteY25" fmla="*/ 11520 h 665610"/>
                <a:gd name="connsiteX26" fmla="*/ 124859 w 427807"/>
                <a:gd name="connsiteY26" fmla="*/ 12603 h 665610"/>
                <a:gd name="connsiteX27" fmla="*/ 137442 w 427807"/>
                <a:gd name="connsiteY27" fmla="*/ 18686 h 665610"/>
                <a:gd name="connsiteX28" fmla="*/ 126943 w 427807"/>
                <a:gd name="connsiteY28" fmla="*/ 37684 h 665610"/>
                <a:gd name="connsiteX29" fmla="*/ 114777 w 427807"/>
                <a:gd name="connsiteY29" fmla="*/ 60599 h 665610"/>
                <a:gd name="connsiteX30" fmla="*/ 103945 w 427807"/>
                <a:gd name="connsiteY30" fmla="*/ 105762 h 665610"/>
                <a:gd name="connsiteX31" fmla="*/ 103945 w 427807"/>
                <a:gd name="connsiteY31" fmla="*/ 105762 h 665610"/>
                <a:gd name="connsiteX32" fmla="*/ 181437 w 427807"/>
                <a:gd name="connsiteY32" fmla="*/ 234500 h 665610"/>
                <a:gd name="connsiteX33" fmla="*/ 129359 w 427807"/>
                <a:gd name="connsiteY33" fmla="*/ 194837 h 665610"/>
                <a:gd name="connsiteX34" fmla="*/ 124109 w 427807"/>
                <a:gd name="connsiteY34" fmla="*/ 189087 h 665610"/>
                <a:gd name="connsiteX35" fmla="*/ 116943 w 427807"/>
                <a:gd name="connsiteY35" fmla="*/ 196920 h 665610"/>
                <a:gd name="connsiteX36" fmla="*/ 121193 w 427807"/>
                <a:gd name="connsiteY36" fmla="*/ 201920 h 665610"/>
                <a:gd name="connsiteX37" fmla="*/ 125859 w 427807"/>
                <a:gd name="connsiteY37" fmla="*/ 220001 h 665610"/>
                <a:gd name="connsiteX38" fmla="*/ 131525 w 427807"/>
                <a:gd name="connsiteY38" fmla="*/ 237833 h 665610"/>
                <a:gd name="connsiteX39" fmla="*/ 129192 w 427807"/>
                <a:gd name="connsiteY39" fmla="*/ 253998 h 665610"/>
                <a:gd name="connsiteX40" fmla="*/ 119110 w 427807"/>
                <a:gd name="connsiteY40" fmla="*/ 246332 h 665610"/>
                <a:gd name="connsiteX41" fmla="*/ 75864 w 427807"/>
                <a:gd name="connsiteY41" fmla="*/ 193754 h 665610"/>
                <a:gd name="connsiteX42" fmla="*/ 66781 w 427807"/>
                <a:gd name="connsiteY42" fmla="*/ 199670 h 665610"/>
                <a:gd name="connsiteX43" fmla="*/ 75447 w 427807"/>
                <a:gd name="connsiteY43" fmla="*/ 231000 h 665610"/>
                <a:gd name="connsiteX44" fmla="*/ 71281 w 427807"/>
                <a:gd name="connsiteY44" fmla="*/ 244666 h 665610"/>
                <a:gd name="connsiteX45" fmla="*/ 48200 w 427807"/>
                <a:gd name="connsiteY45" fmla="*/ 199420 h 665610"/>
                <a:gd name="connsiteX46" fmla="*/ 39784 w 427807"/>
                <a:gd name="connsiteY46" fmla="*/ 202086 h 665610"/>
                <a:gd name="connsiteX47" fmla="*/ 15536 w 427807"/>
                <a:gd name="connsiteY47" fmla="*/ 243416 h 665610"/>
                <a:gd name="connsiteX48" fmla="*/ 15952 w 427807"/>
                <a:gd name="connsiteY48" fmla="*/ 237250 h 665610"/>
                <a:gd name="connsiteX49" fmla="*/ 36617 w 427807"/>
                <a:gd name="connsiteY49" fmla="*/ 161090 h 665610"/>
                <a:gd name="connsiteX50" fmla="*/ 77280 w 427807"/>
                <a:gd name="connsiteY50" fmla="*/ 127093 h 665610"/>
                <a:gd name="connsiteX51" fmla="*/ 81780 w 427807"/>
                <a:gd name="connsiteY51" fmla="*/ 125093 h 665610"/>
                <a:gd name="connsiteX52" fmla="*/ 98778 w 427807"/>
                <a:gd name="connsiteY52" fmla="*/ 120010 h 665610"/>
                <a:gd name="connsiteX53" fmla="*/ 147940 w 427807"/>
                <a:gd name="connsiteY53" fmla="*/ 175172 h 665610"/>
                <a:gd name="connsiteX54" fmla="*/ 163189 w 427807"/>
                <a:gd name="connsiteY54" fmla="*/ 207586 h 665610"/>
                <a:gd name="connsiteX55" fmla="*/ 174021 w 427807"/>
                <a:gd name="connsiteY55" fmla="*/ 225334 h 665610"/>
                <a:gd name="connsiteX56" fmla="*/ 181437 w 427807"/>
                <a:gd name="connsiteY56" fmla="*/ 234500 h 665610"/>
                <a:gd name="connsiteX57" fmla="*/ 181437 w 427807"/>
                <a:gd name="connsiteY57" fmla="*/ 234500 h 665610"/>
                <a:gd name="connsiteX58" fmla="*/ 16952 w 427807"/>
                <a:gd name="connsiteY58" fmla="*/ 315576 h 665610"/>
                <a:gd name="connsiteX59" fmla="*/ 14619 w 427807"/>
                <a:gd name="connsiteY59" fmla="*/ 256748 h 665610"/>
                <a:gd name="connsiteX60" fmla="*/ 39534 w 427807"/>
                <a:gd name="connsiteY60" fmla="*/ 248749 h 665610"/>
                <a:gd name="connsiteX61" fmla="*/ 47700 w 427807"/>
                <a:gd name="connsiteY61" fmla="*/ 223918 h 665610"/>
                <a:gd name="connsiteX62" fmla="*/ 78863 w 427807"/>
                <a:gd name="connsiteY62" fmla="*/ 261581 h 665610"/>
                <a:gd name="connsiteX63" fmla="*/ 86696 w 427807"/>
                <a:gd name="connsiteY63" fmla="*/ 228334 h 665610"/>
                <a:gd name="connsiteX64" fmla="*/ 104944 w 427807"/>
                <a:gd name="connsiteY64" fmla="*/ 250249 h 665610"/>
                <a:gd name="connsiteX65" fmla="*/ 132858 w 427807"/>
                <a:gd name="connsiteY65" fmla="*/ 267497 h 665610"/>
                <a:gd name="connsiteX66" fmla="*/ 143441 w 427807"/>
                <a:gd name="connsiteY66" fmla="*/ 238083 h 665610"/>
                <a:gd name="connsiteX67" fmla="*/ 135942 w 427807"/>
                <a:gd name="connsiteY67" fmla="*/ 214835 h 665610"/>
                <a:gd name="connsiteX68" fmla="*/ 155190 w 427807"/>
                <a:gd name="connsiteY68" fmla="*/ 228751 h 665610"/>
                <a:gd name="connsiteX69" fmla="*/ 193020 w 427807"/>
                <a:gd name="connsiteY69" fmla="*/ 247499 h 665610"/>
                <a:gd name="connsiteX70" fmla="*/ 229100 w 427807"/>
                <a:gd name="connsiteY70" fmla="*/ 281329 h 665610"/>
                <a:gd name="connsiteX71" fmla="*/ 361088 w 427807"/>
                <a:gd name="connsiteY71" fmla="*/ 409068 h 665610"/>
                <a:gd name="connsiteX72" fmla="*/ 410417 w 427807"/>
                <a:gd name="connsiteY72" fmla="*/ 561221 h 665610"/>
                <a:gd name="connsiteX73" fmla="*/ 368337 w 427807"/>
                <a:gd name="connsiteY73" fmla="*/ 627381 h 665610"/>
                <a:gd name="connsiteX74" fmla="*/ 290761 w 427807"/>
                <a:gd name="connsiteY74" fmla="*/ 651879 h 665610"/>
                <a:gd name="connsiteX75" fmla="*/ 161856 w 427807"/>
                <a:gd name="connsiteY75" fmla="*/ 604383 h 665610"/>
                <a:gd name="connsiteX76" fmla="*/ 68281 w 427807"/>
                <a:gd name="connsiteY76" fmla="*/ 468229 h 665610"/>
                <a:gd name="connsiteX77" fmla="*/ 16952 w 427807"/>
                <a:gd name="connsiteY77" fmla="*/ 315576 h 665610"/>
                <a:gd name="connsiteX78" fmla="*/ 16952 w 427807"/>
                <a:gd name="connsiteY78" fmla="*/ 315576 h 665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427807" h="665610">
                  <a:moveTo>
                    <a:pt x="5870" y="331741"/>
                  </a:moveTo>
                  <a:cubicBezTo>
                    <a:pt x="19535" y="390403"/>
                    <a:pt x="40950" y="446398"/>
                    <a:pt x="68614" y="499893"/>
                  </a:cubicBezTo>
                  <a:cubicBezTo>
                    <a:pt x="94112" y="549138"/>
                    <a:pt x="124609" y="596551"/>
                    <a:pt x="170938" y="628715"/>
                  </a:cubicBezTo>
                  <a:cubicBezTo>
                    <a:pt x="212768" y="657795"/>
                    <a:pt x="262097" y="670544"/>
                    <a:pt x="312676" y="663878"/>
                  </a:cubicBezTo>
                  <a:cubicBezTo>
                    <a:pt x="363088" y="657212"/>
                    <a:pt x="409834" y="624715"/>
                    <a:pt x="423582" y="573969"/>
                  </a:cubicBezTo>
                  <a:cubicBezTo>
                    <a:pt x="437748" y="521557"/>
                    <a:pt x="414000" y="462396"/>
                    <a:pt x="386419" y="418817"/>
                  </a:cubicBezTo>
                  <a:cubicBezTo>
                    <a:pt x="354922" y="369154"/>
                    <a:pt x="310093" y="329741"/>
                    <a:pt x="264680" y="292911"/>
                  </a:cubicBezTo>
                  <a:cubicBezTo>
                    <a:pt x="256847" y="286579"/>
                    <a:pt x="249015" y="280246"/>
                    <a:pt x="241182" y="273830"/>
                  </a:cubicBezTo>
                  <a:cubicBezTo>
                    <a:pt x="241016" y="272997"/>
                    <a:pt x="240599" y="272247"/>
                    <a:pt x="239765" y="271663"/>
                  </a:cubicBezTo>
                  <a:cubicBezTo>
                    <a:pt x="212935" y="250832"/>
                    <a:pt x="186270" y="227167"/>
                    <a:pt x="170522" y="196670"/>
                  </a:cubicBezTo>
                  <a:cubicBezTo>
                    <a:pt x="157190" y="170839"/>
                    <a:pt x="156190" y="134509"/>
                    <a:pt x="132692" y="114761"/>
                  </a:cubicBezTo>
                  <a:cubicBezTo>
                    <a:pt x="126609" y="109678"/>
                    <a:pt x="119860" y="107095"/>
                    <a:pt x="112694" y="106178"/>
                  </a:cubicBezTo>
                  <a:cubicBezTo>
                    <a:pt x="115860" y="93013"/>
                    <a:pt x="120526" y="79431"/>
                    <a:pt x="125359" y="67098"/>
                  </a:cubicBezTo>
                  <a:cubicBezTo>
                    <a:pt x="130942" y="52766"/>
                    <a:pt x="140525" y="40851"/>
                    <a:pt x="147024" y="27102"/>
                  </a:cubicBezTo>
                  <a:cubicBezTo>
                    <a:pt x="159690" y="354"/>
                    <a:pt x="129275" y="1771"/>
                    <a:pt x="110361" y="1438"/>
                  </a:cubicBezTo>
                  <a:cubicBezTo>
                    <a:pt x="101028" y="1271"/>
                    <a:pt x="85613" y="-2562"/>
                    <a:pt x="77113" y="3021"/>
                  </a:cubicBezTo>
                  <a:cubicBezTo>
                    <a:pt x="70364" y="7520"/>
                    <a:pt x="69281" y="19103"/>
                    <a:pt x="68614" y="26436"/>
                  </a:cubicBezTo>
                  <a:cubicBezTo>
                    <a:pt x="65865" y="55683"/>
                    <a:pt x="64948" y="86847"/>
                    <a:pt x="69198" y="116011"/>
                  </a:cubicBezTo>
                  <a:cubicBezTo>
                    <a:pt x="46449" y="127260"/>
                    <a:pt x="26285" y="145091"/>
                    <a:pt x="16036" y="168589"/>
                  </a:cubicBezTo>
                  <a:cubicBezTo>
                    <a:pt x="5286" y="193087"/>
                    <a:pt x="2120" y="220501"/>
                    <a:pt x="870" y="246832"/>
                  </a:cubicBezTo>
                  <a:cubicBezTo>
                    <a:pt x="-713" y="275663"/>
                    <a:pt x="-713" y="303494"/>
                    <a:pt x="5870" y="331741"/>
                  </a:cubicBezTo>
                  <a:lnTo>
                    <a:pt x="5870" y="331741"/>
                  </a:lnTo>
                  <a:close/>
                  <a:moveTo>
                    <a:pt x="103945" y="105762"/>
                  </a:moveTo>
                  <a:cubicBezTo>
                    <a:pt x="96612" y="106095"/>
                    <a:pt x="89196" y="107928"/>
                    <a:pt x="82113" y="110428"/>
                  </a:cubicBezTo>
                  <a:cubicBezTo>
                    <a:pt x="78614" y="87513"/>
                    <a:pt x="78030" y="64265"/>
                    <a:pt x="78697" y="41101"/>
                  </a:cubicBezTo>
                  <a:cubicBezTo>
                    <a:pt x="79030" y="30102"/>
                    <a:pt x="76947" y="13603"/>
                    <a:pt x="90113" y="11520"/>
                  </a:cubicBezTo>
                  <a:cubicBezTo>
                    <a:pt x="100611" y="9853"/>
                    <a:pt x="114193" y="11604"/>
                    <a:pt x="124859" y="12603"/>
                  </a:cubicBezTo>
                  <a:cubicBezTo>
                    <a:pt x="130109" y="13103"/>
                    <a:pt x="135775" y="12687"/>
                    <a:pt x="137442" y="18686"/>
                  </a:cubicBezTo>
                  <a:cubicBezTo>
                    <a:pt x="138608" y="22936"/>
                    <a:pt x="129359" y="33768"/>
                    <a:pt x="126943" y="37684"/>
                  </a:cubicBezTo>
                  <a:cubicBezTo>
                    <a:pt x="122443" y="45100"/>
                    <a:pt x="118027" y="52516"/>
                    <a:pt x="114777" y="60599"/>
                  </a:cubicBezTo>
                  <a:cubicBezTo>
                    <a:pt x="109527" y="73265"/>
                    <a:pt x="102778" y="90846"/>
                    <a:pt x="103945" y="105762"/>
                  </a:cubicBezTo>
                  <a:lnTo>
                    <a:pt x="103945" y="105762"/>
                  </a:lnTo>
                  <a:close/>
                  <a:moveTo>
                    <a:pt x="181437" y="234500"/>
                  </a:moveTo>
                  <a:cubicBezTo>
                    <a:pt x="163023" y="222751"/>
                    <a:pt x="143774" y="210585"/>
                    <a:pt x="129359" y="194837"/>
                  </a:cubicBezTo>
                  <a:cubicBezTo>
                    <a:pt x="128109" y="192420"/>
                    <a:pt x="126526" y="190421"/>
                    <a:pt x="124109" y="189087"/>
                  </a:cubicBezTo>
                  <a:cubicBezTo>
                    <a:pt x="118860" y="186171"/>
                    <a:pt x="113194" y="192004"/>
                    <a:pt x="116943" y="196920"/>
                  </a:cubicBezTo>
                  <a:cubicBezTo>
                    <a:pt x="118276" y="198670"/>
                    <a:pt x="119693" y="200336"/>
                    <a:pt x="121193" y="201920"/>
                  </a:cubicBezTo>
                  <a:cubicBezTo>
                    <a:pt x="123693" y="207336"/>
                    <a:pt x="124609" y="216168"/>
                    <a:pt x="125859" y="220001"/>
                  </a:cubicBezTo>
                  <a:cubicBezTo>
                    <a:pt x="127692" y="226001"/>
                    <a:pt x="129942" y="231834"/>
                    <a:pt x="131525" y="237833"/>
                  </a:cubicBezTo>
                  <a:cubicBezTo>
                    <a:pt x="132858" y="242833"/>
                    <a:pt x="135858" y="254248"/>
                    <a:pt x="129192" y="253998"/>
                  </a:cubicBezTo>
                  <a:cubicBezTo>
                    <a:pt x="126192" y="253915"/>
                    <a:pt x="121193" y="248249"/>
                    <a:pt x="119110" y="246332"/>
                  </a:cubicBezTo>
                  <a:cubicBezTo>
                    <a:pt x="102111" y="230834"/>
                    <a:pt x="91446" y="210252"/>
                    <a:pt x="75864" y="193754"/>
                  </a:cubicBezTo>
                  <a:cubicBezTo>
                    <a:pt x="71364" y="189004"/>
                    <a:pt x="64781" y="194004"/>
                    <a:pt x="66781" y="199670"/>
                  </a:cubicBezTo>
                  <a:cubicBezTo>
                    <a:pt x="70198" y="209419"/>
                    <a:pt x="73530" y="220835"/>
                    <a:pt x="75447" y="231000"/>
                  </a:cubicBezTo>
                  <a:cubicBezTo>
                    <a:pt x="76364" y="236000"/>
                    <a:pt x="79030" y="255081"/>
                    <a:pt x="71281" y="244666"/>
                  </a:cubicBezTo>
                  <a:cubicBezTo>
                    <a:pt x="61282" y="231167"/>
                    <a:pt x="59532" y="212335"/>
                    <a:pt x="48200" y="199420"/>
                  </a:cubicBezTo>
                  <a:cubicBezTo>
                    <a:pt x="45533" y="196420"/>
                    <a:pt x="39950" y="197920"/>
                    <a:pt x="39784" y="202086"/>
                  </a:cubicBezTo>
                  <a:cubicBezTo>
                    <a:pt x="38950" y="219251"/>
                    <a:pt x="37784" y="247749"/>
                    <a:pt x="15536" y="243416"/>
                  </a:cubicBezTo>
                  <a:cubicBezTo>
                    <a:pt x="15702" y="241333"/>
                    <a:pt x="15869" y="239249"/>
                    <a:pt x="15952" y="237250"/>
                  </a:cubicBezTo>
                  <a:cubicBezTo>
                    <a:pt x="17869" y="211752"/>
                    <a:pt x="22035" y="182755"/>
                    <a:pt x="36617" y="161090"/>
                  </a:cubicBezTo>
                  <a:cubicBezTo>
                    <a:pt x="45783" y="147591"/>
                    <a:pt x="60949" y="134926"/>
                    <a:pt x="77280" y="127093"/>
                  </a:cubicBezTo>
                  <a:cubicBezTo>
                    <a:pt x="78947" y="126926"/>
                    <a:pt x="80613" y="126260"/>
                    <a:pt x="81780" y="125093"/>
                  </a:cubicBezTo>
                  <a:cubicBezTo>
                    <a:pt x="87446" y="122760"/>
                    <a:pt x="93196" y="120927"/>
                    <a:pt x="98778" y="120010"/>
                  </a:cubicBezTo>
                  <a:cubicBezTo>
                    <a:pt x="132358" y="114261"/>
                    <a:pt x="139858" y="150924"/>
                    <a:pt x="147940" y="175172"/>
                  </a:cubicBezTo>
                  <a:cubicBezTo>
                    <a:pt x="151857" y="186838"/>
                    <a:pt x="157023" y="197587"/>
                    <a:pt x="163189" y="207586"/>
                  </a:cubicBezTo>
                  <a:cubicBezTo>
                    <a:pt x="166106" y="213669"/>
                    <a:pt x="169689" y="219668"/>
                    <a:pt x="174021" y="225334"/>
                  </a:cubicBezTo>
                  <a:cubicBezTo>
                    <a:pt x="176438" y="228501"/>
                    <a:pt x="178938" y="231500"/>
                    <a:pt x="181437" y="234500"/>
                  </a:cubicBezTo>
                  <a:lnTo>
                    <a:pt x="181437" y="234500"/>
                  </a:lnTo>
                  <a:close/>
                  <a:moveTo>
                    <a:pt x="16952" y="315576"/>
                  </a:moveTo>
                  <a:cubicBezTo>
                    <a:pt x="13453" y="296411"/>
                    <a:pt x="13536" y="276330"/>
                    <a:pt x="14619" y="256748"/>
                  </a:cubicBezTo>
                  <a:cubicBezTo>
                    <a:pt x="24118" y="258415"/>
                    <a:pt x="32701" y="257748"/>
                    <a:pt x="39534" y="248749"/>
                  </a:cubicBezTo>
                  <a:cubicBezTo>
                    <a:pt x="45116" y="241416"/>
                    <a:pt x="46949" y="232750"/>
                    <a:pt x="47700" y="223918"/>
                  </a:cubicBezTo>
                  <a:cubicBezTo>
                    <a:pt x="54449" y="242999"/>
                    <a:pt x="63948" y="267164"/>
                    <a:pt x="78863" y="261581"/>
                  </a:cubicBezTo>
                  <a:cubicBezTo>
                    <a:pt x="89779" y="257498"/>
                    <a:pt x="89779" y="242916"/>
                    <a:pt x="86696" y="228334"/>
                  </a:cubicBezTo>
                  <a:cubicBezTo>
                    <a:pt x="92196" y="236000"/>
                    <a:pt x="97945" y="243499"/>
                    <a:pt x="104944" y="250249"/>
                  </a:cubicBezTo>
                  <a:cubicBezTo>
                    <a:pt x="111777" y="256915"/>
                    <a:pt x="122276" y="268164"/>
                    <a:pt x="132858" y="267497"/>
                  </a:cubicBezTo>
                  <a:cubicBezTo>
                    <a:pt x="146940" y="266580"/>
                    <a:pt x="145774" y="247832"/>
                    <a:pt x="143441" y="238083"/>
                  </a:cubicBezTo>
                  <a:cubicBezTo>
                    <a:pt x="141608" y="230250"/>
                    <a:pt x="138691" y="222501"/>
                    <a:pt x="135942" y="214835"/>
                  </a:cubicBezTo>
                  <a:cubicBezTo>
                    <a:pt x="142274" y="219585"/>
                    <a:pt x="148941" y="223918"/>
                    <a:pt x="155190" y="228751"/>
                  </a:cubicBezTo>
                  <a:cubicBezTo>
                    <a:pt x="166189" y="237083"/>
                    <a:pt x="179021" y="245666"/>
                    <a:pt x="193020" y="247499"/>
                  </a:cubicBezTo>
                  <a:cubicBezTo>
                    <a:pt x="204435" y="259414"/>
                    <a:pt x="216767" y="270497"/>
                    <a:pt x="229100" y="281329"/>
                  </a:cubicBezTo>
                  <a:cubicBezTo>
                    <a:pt x="274929" y="321492"/>
                    <a:pt x="324925" y="359239"/>
                    <a:pt x="361088" y="409068"/>
                  </a:cubicBezTo>
                  <a:cubicBezTo>
                    <a:pt x="392418" y="452147"/>
                    <a:pt x="417083" y="506725"/>
                    <a:pt x="410417" y="561221"/>
                  </a:cubicBezTo>
                  <a:cubicBezTo>
                    <a:pt x="407167" y="588135"/>
                    <a:pt x="390086" y="612383"/>
                    <a:pt x="368337" y="627381"/>
                  </a:cubicBezTo>
                  <a:cubicBezTo>
                    <a:pt x="344506" y="643963"/>
                    <a:pt x="319675" y="650629"/>
                    <a:pt x="290761" y="651879"/>
                  </a:cubicBezTo>
                  <a:cubicBezTo>
                    <a:pt x="243432" y="653962"/>
                    <a:pt x="197436" y="634881"/>
                    <a:pt x="161856" y="604383"/>
                  </a:cubicBezTo>
                  <a:cubicBezTo>
                    <a:pt x="119277" y="567970"/>
                    <a:pt x="91862" y="518308"/>
                    <a:pt x="68281" y="468229"/>
                  </a:cubicBezTo>
                  <a:cubicBezTo>
                    <a:pt x="45700" y="419650"/>
                    <a:pt x="26618" y="368571"/>
                    <a:pt x="16952" y="315576"/>
                  </a:cubicBezTo>
                  <a:lnTo>
                    <a:pt x="16952" y="315576"/>
                  </a:lnTo>
                  <a:close/>
                </a:path>
              </a:pathLst>
            </a:custGeom>
            <a:grpFill/>
            <a:ln w="8332" cap="flat">
              <a:noFill/>
              <a:prstDash val="solid"/>
              <a:miter/>
            </a:ln>
          </p:spPr>
          <p:txBody>
            <a:bodyPr rtlCol="0" anchor="ctr"/>
            <a:lstStyle/>
            <a:p>
              <a:endParaRPr lang="en-US"/>
            </a:p>
          </p:txBody>
        </p:sp>
        <p:sp>
          <p:nvSpPr>
            <p:cNvPr id="2238" name="Freeform: Shape 2237"/>
            <p:cNvSpPr/>
            <p:nvPr/>
          </p:nvSpPr>
          <p:spPr>
            <a:xfrm>
              <a:off x="4574912" y="6573812"/>
              <a:ext cx="296449" cy="754540"/>
            </a:xfrm>
            <a:custGeom>
              <a:avLst/>
              <a:gdLst>
                <a:gd name="connsiteX0" fmla="*/ 220178 w 296449"/>
                <a:gd name="connsiteY0" fmla="*/ 134426 h 754540"/>
                <a:gd name="connsiteX1" fmla="*/ 236926 w 296449"/>
                <a:gd name="connsiteY1" fmla="*/ 53351 h 754540"/>
                <a:gd name="connsiteX2" fmla="*/ 239926 w 296449"/>
                <a:gd name="connsiteY2" fmla="*/ 14438 h 754540"/>
                <a:gd name="connsiteX3" fmla="*/ 215095 w 296449"/>
                <a:gd name="connsiteY3" fmla="*/ 4938 h 754540"/>
                <a:gd name="connsiteX4" fmla="*/ 191430 w 296449"/>
                <a:gd name="connsiteY4" fmla="*/ 3522 h 754540"/>
                <a:gd name="connsiteX5" fmla="*/ 189764 w 296449"/>
                <a:gd name="connsiteY5" fmla="*/ 11854 h 754540"/>
                <a:gd name="connsiteX6" fmla="*/ 186764 w 296449"/>
                <a:gd name="connsiteY6" fmla="*/ 44351 h 754540"/>
                <a:gd name="connsiteX7" fmla="*/ 181681 w 296449"/>
                <a:gd name="connsiteY7" fmla="*/ 95930 h 754540"/>
                <a:gd name="connsiteX8" fmla="*/ 180848 w 296449"/>
                <a:gd name="connsiteY8" fmla="*/ 111179 h 754540"/>
                <a:gd name="connsiteX9" fmla="*/ 143018 w 296449"/>
                <a:gd name="connsiteY9" fmla="*/ 80348 h 754540"/>
                <a:gd name="connsiteX10" fmla="*/ 62608 w 296449"/>
                <a:gd name="connsiteY10" fmla="*/ 82015 h 754540"/>
                <a:gd name="connsiteX11" fmla="*/ 13030 w 296449"/>
                <a:gd name="connsiteY11" fmla="*/ 149842 h 754540"/>
                <a:gd name="connsiteX12" fmla="*/ 30695 w 296449"/>
                <a:gd name="connsiteY12" fmla="*/ 215169 h 754540"/>
                <a:gd name="connsiteX13" fmla="*/ 10947 w 296449"/>
                <a:gd name="connsiteY13" fmla="*/ 239417 h 754540"/>
                <a:gd name="connsiteX14" fmla="*/ 8446 w 296449"/>
                <a:gd name="connsiteY14" fmla="*/ 330492 h 754540"/>
                <a:gd name="connsiteX15" fmla="*/ 31695 w 296449"/>
                <a:gd name="connsiteY15" fmla="*/ 365072 h 754540"/>
                <a:gd name="connsiteX16" fmla="*/ 63525 w 296449"/>
                <a:gd name="connsiteY16" fmla="*/ 374155 h 754540"/>
                <a:gd name="connsiteX17" fmla="*/ 78857 w 296449"/>
                <a:gd name="connsiteY17" fmla="*/ 409652 h 754540"/>
                <a:gd name="connsiteX18" fmla="*/ 100772 w 296449"/>
                <a:gd name="connsiteY18" fmla="*/ 453814 h 754540"/>
                <a:gd name="connsiteX19" fmla="*/ 138935 w 296449"/>
                <a:gd name="connsiteY19" fmla="*/ 536140 h 754540"/>
                <a:gd name="connsiteX20" fmla="*/ 180681 w 296449"/>
                <a:gd name="connsiteY20" fmla="*/ 628466 h 754540"/>
                <a:gd name="connsiteX21" fmla="*/ 224761 w 296449"/>
                <a:gd name="connsiteY21" fmla="*/ 711791 h 754540"/>
                <a:gd name="connsiteX22" fmla="*/ 276423 w 296449"/>
                <a:gd name="connsiteY22" fmla="*/ 752704 h 754540"/>
                <a:gd name="connsiteX23" fmla="*/ 292421 w 296449"/>
                <a:gd name="connsiteY23" fmla="*/ 684544 h 754540"/>
                <a:gd name="connsiteX24" fmla="*/ 292504 w 296449"/>
                <a:gd name="connsiteY24" fmla="*/ 485728 h 754540"/>
                <a:gd name="connsiteX25" fmla="*/ 291838 w 296449"/>
                <a:gd name="connsiteY25" fmla="*/ 371905 h 754540"/>
                <a:gd name="connsiteX26" fmla="*/ 289921 w 296449"/>
                <a:gd name="connsiteY26" fmla="*/ 317910 h 754540"/>
                <a:gd name="connsiteX27" fmla="*/ 285505 w 296449"/>
                <a:gd name="connsiteY27" fmla="*/ 266664 h 754540"/>
                <a:gd name="connsiteX28" fmla="*/ 296421 w 296449"/>
                <a:gd name="connsiteY28" fmla="*/ 234668 h 754540"/>
                <a:gd name="connsiteX29" fmla="*/ 288338 w 296449"/>
                <a:gd name="connsiteY29" fmla="*/ 178589 h 754540"/>
                <a:gd name="connsiteX30" fmla="*/ 256008 w 296449"/>
                <a:gd name="connsiteY30" fmla="*/ 139843 h 754540"/>
                <a:gd name="connsiteX31" fmla="*/ 220178 w 296449"/>
                <a:gd name="connsiteY31" fmla="*/ 134426 h 754540"/>
                <a:gd name="connsiteX32" fmla="*/ 220178 w 296449"/>
                <a:gd name="connsiteY32" fmla="*/ 134426 h 754540"/>
                <a:gd name="connsiteX33" fmla="*/ 189680 w 296449"/>
                <a:gd name="connsiteY33" fmla="*/ 112345 h 754540"/>
                <a:gd name="connsiteX34" fmla="*/ 193430 w 296449"/>
                <a:gd name="connsiteY34" fmla="*/ 73015 h 754540"/>
                <a:gd name="connsiteX35" fmla="*/ 196180 w 296449"/>
                <a:gd name="connsiteY35" fmla="*/ 33852 h 754540"/>
                <a:gd name="connsiteX36" fmla="*/ 197596 w 296449"/>
                <a:gd name="connsiteY36" fmla="*/ 11437 h 754540"/>
                <a:gd name="connsiteX37" fmla="*/ 213428 w 296449"/>
                <a:gd name="connsiteY37" fmla="*/ 12188 h 754540"/>
                <a:gd name="connsiteX38" fmla="*/ 228760 w 296449"/>
                <a:gd name="connsiteY38" fmla="*/ 15020 h 754540"/>
                <a:gd name="connsiteX39" fmla="*/ 229927 w 296449"/>
                <a:gd name="connsiteY39" fmla="*/ 40685 h 754540"/>
                <a:gd name="connsiteX40" fmla="*/ 222344 w 296449"/>
                <a:gd name="connsiteY40" fmla="*/ 77015 h 754540"/>
                <a:gd name="connsiteX41" fmla="*/ 210095 w 296449"/>
                <a:gd name="connsiteY41" fmla="*/ 136926 h 754540"/>
                <a:gd name="connsiteX42" fmla="*/ 197346 w 296449"/>
                <a:gd name="connsiteY42" fmla="*/ 142176 h 754540"/>
                <a:gd name="connsiteX43" fmla="*/ 189180 w 296449"/>
                <a:gd name="connsiteY43" fmla="*/ 123094 h 754540"/>
                <a:gd name="connsiteX44" fmla="*/ 189680 w 296449"/>
                <a:gd name="connsiteY44" fmla="*/ 112345 h 754540"/>
                <a:gd name="connsiteX45" fmla="*/ 189680 w 296449"/>
                <a:gd name="connsiteY45" fmla="*/ 112345 h 754540"/>
                <a:gd name="connsiteX46" fmla="*/ 27195 w 296449"/>
                <a:gd name="connsiteY46" fmla="*/ 150592 h 754540"/>
                <a:gd name="connsiteX47" fmla="*/ 66775 w 296449"/>
                <a:gd name="connsiteY47" fmla="*/ 89597 h 754540"/>
                <a:gd name="connsiteX48" fmla="*/ 138435 w 296449"/>
                <a:gd name="connsiteY48" fmla="*/ 88847 h 754540"/>
                <a:gd name="connsiteX49" fmla="*/ 183514 w 296449"/>
                <a:gd name="connsiteY49" fmla="*/ 149925 h 754540"/>
                <a:gd name="connsiteX50" fmla="*/ 150351 w 296449"/>
                <a:gd name="connsiteY50" fmla="*/ 190671 h 754540"/>
                <a:gd name="connsiteX51" fmla="*/ 104521 w 296449"/>
                <a:gd name="connsiteY51" fmla="*/ 177839 h 754540"/>
                <a:gd name="connsiteX52" fmla="*/ 41860 w 296449"/>
                <a:gd name="connsiteY52" fmla="*/ 206004 h 754540"/>
                <a:gd name="connsiteX53" fmla="*/ 36777 w 296449"/>
                <a:gd name="connsiteY53" fmla="*/ 209920 h 754540"/>
                <a:gd name="connsiteX54" fmla="*/ 27195 w 296449"/>
                <a:gd name="connsiteY54" fmla="*/ 150592 h 754540"/>
                <a:gd name="connsiteX55" fmla="*/ 27195 w 296449"/>
                <a:gd name="connsiteY55" fmla="*/ 150592 h 754540"/>
                <a:gd name="connsiteX56" fmla="*/ 40277 w 296449"/>
                <a:gd name="connsiteY56" fmla="*/ 353573 h 754540"/>
                <a:gd name="connsiteX57" fmla="*/ 16363 w 296449"/>
                <a:gd name="connsiteY57" fmla="*/ 305161 h 754540"/>
                <a:gd name="connsiteX58" fmla="*/ 17529 w 296449"/>
                <a:gd name="connsiteY58" fmla="*/ 253999 h 754540"/>
                <a:gd name="connsiteX59" fmla="*/ 52526 w 296449"/>
                <a:gd name="connsiteY59" fmla="*/ 207170 h 754540"/>
                <a:gd name="connsiteX60" fmla="*/ 103022 w 296449"/>
                <a:gd name="connsiteY60" fmla="*/ 190755 h 754540"/>
                <a:gd name="connsiteX61" fmla="*/ 178348 w 296449"/>
                <a:gd name="connsiteY61" fmla="*/ 232085 h 754540"/>
                <a:gd name="connsiteX62" fmla="*/ 196263 w 296449"/>
                <a:gd name="connsiteY62" fmla="*/ 276914 h 754540"/>
                <a:gd name="connsiteX63" fmla="*/ 198930 w 296449"/>
                <a:gd name="connsiteY63" fmla="*/ 297579 h 754540"/>
                <a:gd name="connsiteX64" fmla="*/ 185597 w 296449"/>
                <a:gd name="connsiteY64" fmla="*/ 326492 h 754540"/>
                <a:gd name="connsiteX65" fmla="*/ 184597 w 296449"/>
                <a:gd name="connsiteY65" fmla="*/ 385154 h 754540"/>
                <a:gd name="connsiteX66" fmla="*/ 197346 w 296449"/>
                <a:gd name="connsiteY66" fmla="*/ 422984 h 754540"/>
                <a:gd name="connsiteX67" fmla="*/ 194763 w 296449"/>
                <a:gd name="connsiteY67" fmla="*/ 442065 h 754540"/>
                <a:gd name="connsiteX68" fmla="*/ 176181 w 296449"/>
                <a:gd name="connsiteY68" fmla="*/ 425817 h 754540"/>
                <a:gd name="connsiteX69" fmla="*/ 148767 w 296449"/>
                <a:gd name="connsiteY69" fmla="*/ 385654 h 754540"/>
                <a:gd name="connsiteX70" fmla="*/ 131352 w 296449"/>
                <a:gd name="connsiteY70" fmla="*/ 402902 h 754540"/>
                <a:gd name="connsiteX71" fmla="*/ 97022 w 296449"/>
                <a:gd name="connsiteY71" fmla="*/ 375571 h 754540"/>
                <a:gd name="connsiteX72" fmla="*/ 40277 w 296449"/>
                <a:gd name="connsiteY72" fmla="*/ 353573 h 754540"/>
                <a:gd name="connsiteX73" fmla="*/ 40277 w 296449"/>
                <a:gd name="connsiteY73" fmla="*/ 353573 h 754540"/>
                <a:gd name="connsiteX74" fmla="*/ 227760 w 296449"/>
                <a:gd name="connsiteY74" fmla="*/ 535640 h 754540"/>
                <a:gd name="connsiteX75" fmla="*/ 233343 w 296449"/>
                <a:gd name="connsiteY75" fmla="*/ 548223 h 754540"/>
                <a:gd name="connsiteX76" fmla="*/ 244509 w 296449"/>
                <a:gd name="connsiteY76" fmla="*/ 574970 h 754540"/>
                <a:gd name="connsiteX77" fmla="*/ 218011 w 296449"/>
                <a:gd name="connsiteY77" fmla="*/ 591969 h 754540"/>
                <a:gd name="connsiteX78" fmla="*/ 205762 w 296449"/>
                <a:gd name="connsiteY78" fmla="*/ 565138 h 754540"/>
                <a:gd name="connsiteX79" fmla="*/ 197596 w 296449"/>
                <a:gd name="connsiteY79" fmla="*/ 548806 h 754540"/>
                <a:gd name="connsiteX80" fmla="*/ 227760 w 296449"/>
                <a:gd name="connsiteY80" fmla="*/ 535640 h 754540"/>
                <a:gd name="connsiteX81" fmla="*/ 227760 w 296449"/>
                <a:gd name="connsiteY81" fmla="*/ 535640 h 754540"/>
                <a:gd name="connsiteX82" fmla="*/ 196513 w 296449"/>
                <a:gd name="connsiteY82" fmla="*/ 546806 h 754540"/>
                <a:gd name="connsiteX83" fmla="*/ 176265 w 296449"/>
                <a:gd name="connsiteY83" fmla="*/ 510392 h 754540"/>
                <a:gd name="connsiteX84" fmla="*/ 206012 w 296449"/>
                <a:gd name="connsiteY84" fmla="*/ 495061 h 754540"/>
                <a:gd name="connsiteX85" fmla="*/ 207845 w 296449"/>
                <a:gd name="connsiteY85" fmla="*/ 493894 h 754540"/>
                <a:gd name="connsiteX86" fmla="*/ 224761 w 296449"/>
                <a:gd name="connsiteY86" fmla="*/ 528808 h 754540"/>
                <a:gd name="connsiteX87" fmla="*/ 196513 w 296449"/>
                <a:gd name="connsiteY87" fmla="*/ 546806 h 754540"/>
                <a:gd name="connsiteX88" fmla="*/ 196513 w 296449"/>
                <a:gd name="connsiteY88" fmla="*/ 546806 h 754540"/>
                <a:gd name="connsiteX89" fmla="*/ 248092 w 296449"/>
                <a:gd name="connsiteY89" fmla="*/ 583219 h 754540"/>
                <a:gd name="connsiteX90" fmla="*/ 263590 w 296449"/>
                <a:gd name="connsiteY90" fmla="*/ 611300 h 754540"/>
                <a:gd name="connsiteX91" fmla="*/ 264673 w 296449"/>
                <a:gd name="connsiteY91" fmla="*/ 611967 h 754540"/>
                <a:gd name="connsiteX92" fmla="*/ 254424 w 296449"/>
                <a:gd name="connsiteY92" fmla="*/ 620799 h 754540"/>
                <a:gd name="connsiteX93" fmla="*/ 234593 w 296449"/>
                <a:gd name="connsiteY93" fmla="*/ 630298 h 754540"/>
                <a:gd name="connsiteX94" fmla="*/ 233593 w 296449"/>
                <a:gd name="connsiteY94" fmla="*/ 627882 h 754540"/>
                <a:gd name="connsiteX95" fmla="*/ 221344 w 296449"/>
                <a:gd name="connsiteY95" fmla="*/ 599718 h 754540"/>
                <a:gd name="connsiteX96" fmla="*/ 248092 w 296449"/>
                <a:gd name="connsiteY96" fmla="*/ 583219 h 754540"/>
                <a:gd name="connsiteX97" fmla="*/ 248092 w 296449"/>
                <a:gd name="connsiteY97" fmla="*/ 583219 h 754540"/>
                <a:gd name="connsiteX98" fmla="*/ 229343 w 296449"/>
                <a:gd name="connsiteY98" fmla="*/ 525141 h 754540"/>
                <a:gd name="connsiteX99" fmla="*/ 210345 w 296449"/>
                <a:gd name="connsiteY99" fmla="*/ 492478 h 754540"/>
                <a:gd name="connsiteX100" fmla="*/ 246092 w 296449"/>
                <a:gd name="connsiteY100" fmla="*/ 461480 h 754540"/>
                <a:gd name="connsiteX101" fmla="*/ 260757 w 296449"/>
                <a:gd name="connsiteY101" fmla="*/ 494561 h 754540"/>
                <a:gd name="connsiteX102" fmla="*/ 245092 w 296449"/>
                <a:gd name="connsiteY102" fmla="*/ 510476 h 754540"/>
                <a:gd name="connsiteX103" fmla="*/ 229343 w 296449"/>
                <a:gd name="connsiteY103" fmla="*/ 525141 h 754540"/>
                <a:gd name="connsiteX104" fmla="*/ 229343 w 296449"/>
                <a:gd name="connsiteY104" fmla="*/ 525141 h 754540"/>
                <a:gd name="connsiteX105" fmla="*/ 205345 w 296449"/>
                <a:gd name="connsiteY105" fmla="*/ 484562 h 754540"/>
                <a:gd name="connsiteX106" fmla="*/ 197596 w 296449"/>
                <a:gd name="connsiteY106" fmla="*/ 472479 h 754540"/>
                <a:gd name="connsiteX107" fmla="*/ 196929 w 296449"/>
                <a:gd name="connsiteY107" fmla="*/ 472896 h 754540"/>
                <a:gd name="connsiteX108" fmla="*/ 203596 w 296449"/>
                <a:gd name="connsiteY108" fmla="*/ 485562 h 754540"/>
                <a:gd name="connsiteX109" fmla="*/ 171349 w 296449"/>
                <a:gd name="connsiteY109" fmla="*/ 501643 h 754540"/>
                <a:gd name="connsiteX110" fmla="*/ 153017 w 296449"/>
                <a:gd name="connsiteY110" fmla="*/ 468480 h 754540"/>
                <a:gd name="connsiteX111" fmla="*/ 180098 w 296449"/>
                <a:gd name="connsiteY111" fmla="*/ 453814 h 754540"/>
                <a:gd name="connsiteX112" fmla="*/ 213012 w 296449"/>
                <a:gd name="connsiteY112" fmla="*/ 430650 h 754540"/>
                <a:gd name="connsiteX113" fmla="*/ 224677 w 296449"/>
                <a:gd name="connsiteY113" fmla="*/ 424317 h 754540"/>
                <a:gd name="connsiteX114" fmla="*/ 229510 w 296449"/>
                <a:gd name="connsiteY114" fmla="*/ 420568 h 754540"/>
                <a:gd name="connsiteX115" fmla="*/ 238259 w 296449"/>
                <a:gd name="connsiteY115" fmla="*/ 441065 h 754540"/>
                <a:gd name="connsiteX116" fmla="*/ 243509 w 296449"/>
                <a:gd name="connsiteY116" fmla="*/ 454231 h 754540"/>
                <a:gd name="connsiteX117" fmla="*/ 205345 w 296449"/>
                <a:gd name="connsiteY117" fmla="*/ 484562 h 754540"/>
                <a:gd name="connsiteX118" fmla="*/ 205345 w 296449"/>
                <a:gd name="connsiteY118" fmla="*/ 484562 h 754540"/>
                <a:gd name="connsiteX119" fmla="*/ 113021 w 296449"/>
                <a:gd name="connsiteY119" fmla="*/ 452815 h 754540"/>
                <a:gd name="connsiteX120" fmla="*/ 87940 w 296449"/>
                <a:gd name="connsiteY120" fmla="*/ 405235 h 754540"/>
                <a:gd name="connsiteX121" fmla="*/ 78357 w 296449"/>
                <a:gd name="connsiteY121" fmla="*/ 384738 h 754540"/>
                <a:gd name="connsiteX122" fmla="*/ 72274 w 296449"/>
                <a:gd name="connsiteY122" fmla="*/ 375571 h 754540"/>
                <a:gd name="connsiteX123" fmla="*/ 77024 w 296449"/>
                <a:gd name="connsiteY123" fmla="*/ 376821 h 754540"/>
                <a:gd name="connsiteX124" fmla="*/ 106271 w 296449"/>
                <a:gd name="connsiteY124" fmla="*/ 414984 h 754540"/>
                <a:gd name="connsiteX125" fmla="*/ 134935 w 296449"/>
                <a:gd name="connsiteY125" fmla="*/ 413735 h 754540"/>
                <a:gd name="connsiteX126" fmla="*/ 145184 w 296449"/>
                <a:gd name="connsiteY126" fmla="*/ 401819 h 754540"/>
                <a:gd name="connsiteX127" fmla="*/ 156267 w 296449"/>
                <a:gd name="connsiteY127" fmla="*/ 402902 h 754540"/>
                <a:gd name="connsiteX128" fmla="*/ 159350 w 296449"/>
                <a:gd name="connsiteY128" fmla="*/ 411318 h 754540"/>
                <a:gd name="connsiteX129" fmla="*/ 174015 w 296449"/>
                <a:gd name="connsiteY129" fmla="*/ 447482 h 754540"/>
                <a:gd name="connsiteX130" fmla="*/ 160600 w 296449"/>
                <a:gd name="connsiteY130" fmla="*/ 456981 h 754540"/>
                <a:gd name="connsiteX131" fmla="*/ 150100 w 296449"/>
                <a:gd name="connsiteY131" fmla="*/ 463314 h 754540"/>
                <a:gd name="connsiteX132" fmla="*/ 143101 w 296449"/>
                <a:gd name="connsiteY132" fmla="*/ 449232 h 754540"/>
                <a:gd name="connsiteX133" fmla="*/ 142851 w 296449"/>
                <a:gd name="connsiteY133" fmla="*/ 449398 h 754540"/>
                <a:gd name="connsiteX134" fmla="*/ 149767 w 296449"/>
                <a:gd name="connsiteY134" fmla="*/ 463480 h 754540"/>
                <a:gd name="connsiteX135" fmla="*/ 131352 w 296449"/>
                <a:gd name="connsiteY135" fmla="*/ 471646 h 754540"/>
                <a:gd name="connsiteX136" fmla="*/ 131519 w 296449"/>
                <a:gd name="connsiteY136" fmla="*/ 472479 h 754540"/>
                <a:gd name="connsiteX137" fmla="*/ 152434 w 296449"/>
                <a:gd name="connsiteY137" fmla="*/ 468896 h 754540"/>
                <a:gd name="connsiteX138" fmla="*/ 168516 w 296449"/>
                <a:gd name="connsiteY138" fmla="*/ 503060 h 754540"/>
                <a:gd name="connsiteX139" fmla="*/ 141601 w 296449"/>
                <a:gd name="connsiteY139" fmla="*/ 512309 h 754540"/>
                <a:gd name="connsiteX140" fmla="*/ 113021 w 296449"/>
                <a:gd name="connsiteY140" fmla="*/ 452815 h 754540"/>
                <a:gd name="connsiteX141" fmla="*/ 113021 w 296449"/>
                <a:gd name="connsiteY141" fmla="*/ 452815 h 754540"/>
                <a:gd name="connsiteX142" fmla="*/ 151684 w 296449"/>
                <a:gd name="connsiteY142" fmla="*/ 534141 h 754540"/>
                <a:gd name="connsiteX143" fmla="*/ 144351 w 296449"/>
                <a:gd name="connsiteY143" fmla="*/ 518392 h 754540"/>
                <a:gd name="connsiteX144" fmla="*/ 172515 w 296449"/>
                <a:gd name="connsiteY144" fmla="*/ 511892 h 754540"/>
                <a:gd name="connsiteX145" fmla="*/ 199596 w 296449"/>
                <a:gd name="connsiteY145" fmla="*/ 573637 h 754540"/>
                <a:gd name="connsiteX146" fmla="*/ 209345 w 296449"/>
                <a:gd name="connsiteY146" fmla="*/ 595885 h 754540"/>
                <a:gd name="connsiteX147" fmla="*/ 181431 w 296449"/>
                <a:gd name="connsiteY147" fmla="*/ 600551 h 754540"/>
                <a:gd name="connsiteX148" fmla="*/ 151684 w 296449"/>
                <a:gd name="connsiteY148" fmla="*/ 534141 h 754540"/>
                <a:gd name="connsiteX149" fmla="*/ 151684 w 296449"/>
                <a:gd name="connsiteY149" fmla="*/ 534141 h 754540"/>
                <a:gd name="connsiteX150" fmla="*/ 226011 w 296449"/>
                <a:gd name="connsiteY150" fmla="*/ 688460 h 754540"/>
                <a:gd name="connsiteX151" fmla="*/ 182847 w 296449"/>
                <a:gd name="connsiteY151" fmla="*/ 603551 h 754540"/>
                <a:gd name="connsiteX152" fmla="*/ 212512 w 296449"/>
                <a:gd name="connsiteY152" fmla="*/ 602884 h 754540"/>
                <a:gd name="connsiteX153" fmla="*/ 226427 w 296449"/>
                <a:gd name="connsiteY153" fmla="*/ 632215 h 754540"/>
                <a:gd name="connsiteX154" fmla="*/ 222677 w 296449"/>
                <a:gd name="connsiteY154" fmla="*/ 632882 h 754540"/>
                <a:gd name="connsiteX155" fmla="*/ 222677 w 296449"/>
                <a:gd name="connsiteY155" fmla="*/ 634048 h 754540"/>
                <a:gd name="connsiteX156" fmla="*/ 227260 w 296449"/>
                <a:gd name="connsiteY156" fmla="*/ 633881 h 754540"/>
                <a:gd name="connsiteX157" fmla="*/ 252008 w 296449"/>
                <a:gd name="connsiteY157" fmla="*/ 679127 h 754540"/>
                <a:gd name="connsiteX158" fmla="*/ 227760 w 296449"/>
                <a:gd name="connsiteY158" fmla="*/ 691376 h 754540"/>
                <a:gd name="connsiteX159" fmla="*/ 226011 w 296449"/>
                <a:gd name="connsiteY159" fmla="*/ 688460 h 754540"/>
                <a:gd name="connsiteX160" fmla="*/ 226011 w 296449"/>
                <a:gd name="connsiteY160" fmla="*/ 688460 h 754540"/>
                <a:gd name="connsiteX161" fmla="*/ 276423 w 296449"/>
                <a:gd name="connsiteY161" fmla="*/ 625716 h 754540"/>
                <a:gd name="connsiteX162" fmla="*/ 275423 w 296449"/>
                <a:gd name="connsiteY162" fmla="*/ 708958 h 754540"/>
                <a:gd name="connsiteX163" fmla="*/ 272756 w 296449"/>
                <a:gd name="connsiteY163" fmla="*/ 730289 h 754540"/>
                <a:gd name="connsiteX164" fmla="*/ 251675 w 296449"/>
                <a:gd name="connsiteY164" fmla="*/ 724707 h 754540"/>
                <a:gd name="connsiteX165" fmla="*/ 229927 w 296449"/>
                <a:gd name="connsiteY165" fmla="*/ 694626 h 754540"/>
                <a:gd name="connsiteX166" fmla="*/ 245759 w 296449"/>
                <a:gd name="connsiteY166" fmla="*/ 689626 h 754540"/>
                <a:gd name="connsiteX167" fmla="*/ 255091 w 296449"/>
                <a:gd name="connsiteY167" fmla="*/ 683960 h 754540"/>
                <a:gd name="connsiteX168" fmla="*/ 263840 w 296449"/>
                <a:gd name="connsiteY168" fmla="*/ 697626 h 754540"/>
                <a:gd name="connsiteX169" fmla="*/ 266090 w 296449"/>
                <a:gd name="connsiteY169" fmla="*/ 696209 h 754540"/>
                <a:gd name="connsiteX170" fmla="*/ 258091 w 296449"/>
                <a:gd name="connsiteY170" fmla="*/ 681794 h 754540"/>
                <a:gd name="connsiteX171" fmla="*/ 269590 w 296449"/>
                <a:gd name="connsiteY171" fmla="*/ 670545 h 754540"/>
                <a:gd name="connsiteX172" fmla="*/ 266590 w 296449"/>
                <a:gd name="connsiteY172" fmla="*/ 667795 h 754540"/>
                <a:gd name="connsiteX173" fmla="*/ 255424 w 296449"/>
                <a:gd name="connsiteY173" fmla="*/ 676378 h 754540"/>
                <a:gd name="connsiteX174" fmla="*/ 236093 w 296449"/>
                <a:gd name="connsiteY174" fmla="*/ 633215 h 754540"/>
                <a:gd name="connsiteX175" fmla="*/ 256258 w 296449"/>
                <a:gd name="connsiteY175" fmla="*/ 627549 h 754540"/>
                <a:gd name="connsiteX176" fmla="*/ 276839 w 296449"/>
                <a:gd name="connsiteY176" fmla="*/ 611383 h 754540"/>
                <a:gd name="connsiteX177" fmla="*/ 276423 w 296449"/>
                <a:gd name="connsiteY177" fmla="*/ 625716 h 754540"/>
                <a:gd name="connsiteX178" fmla="*/ 276423 w 296449"/>
                <a:gd name="connsiteY178" fmla="*/ 625716 h 754540"/>
                <a:gd name="connsiteX179" fmla="*/ 277006 w 296449"/>
                <a:gd name="connsiteY179" fmla="*/ 599968 h 754540"/>
                <a:gd name="connsiteX180" fmla="*/ 266757 w 296449"/>
                <a:gd name="connsiteY180" fmla="*/ 609967 h 754540"/>
                <a:gd name="connsiteX181" fmla="*/ 257424 w 296449"/>
                <a:gd name="connsiteY181" fmla="*/ 584136 h 754540"/>
                <a:gd name="connsiteX182" fmla="*/ 254424 w 296449"/>
                <a:gd name="connsiteY182" fmla="*/ 577637 h 754540"/>
                <a:gd name="connsiteX183" fmla="*/ 267174 w 296449"/>
                <a:gd name="connsiteY183" fmla="*/ 564638 h 754540"/>
                <a:gd name="connsiteX184" fmla="*/ 264507 w 296449"/>
                <a:gd name="connsiteY184" fmla="*/ 561471 h 754540"/>
                <a:gd name="connsiteX185" fmla="*/ 251091 w 296449"/>
                <a:gd name="connsiteY185" fmla="*/ 570304 h 754540"/>
                <a:gd name="connsiteX186" fmla="*/ 239676 w 296449"/>
                <a:gd name="connsiteY186" fmla="*/ 545223 h 754540"/>
                <a:gd name="connsiteX187" fmla="*/ 233010 w 296449"/>
                <a:gd name="connsiteY187" fmla="*/ 532141 h 754540"/>
                <a:gd name="connsiteX188" fmla="*/ 244509 w 296449"/>
                <a:gd name="connsiteY188" fmla="*/ 523308 h 754540"/>
                <a:gd name="connsiteX189" fmla="*/ 280255 w 296449"/>
                <a:gd name="connsiteY189" fmla="*/ 488811 h 754540"/>
                <a:gd name="connsiteX190" fmla="*/ 277006 w 296449"/>
                <a:gd name="connsiteY190" fmla="*/ 599968 h 754540"/>
                <a:gd name="connsiteX191" fmla="*/ 277006 w 296449"/>
                <a:gd name="connsiteY191" fmla="*/ 599968 h 754540"/>
                <a:gd name="connsiteX192" fmla="*/ 277089 w 296449"/>
                <a:gd name="connsiteY192" fmla="*/ 312660 h 754540"/>
                <a:gd name="connsiteX193" fmla="*/ 279339 w 296449"/>
                <a:gd name="connsiteY193" fmla="*/ 357573 h 754540"/>
                <a:gd name="connsiteX194" fmla="*/ 280506 w 296449"/>
                <a:gd name="connsiteY194" fmla="*/ 435483 h 754540"/>
                <a:gd name="connsiteX195" fmla="*/ 256424 w 296449"/>
                <a:gd name="connsiteY195" fmla="*/ 392153 h 754540"/>
                <a:gd name="connsiteX196" fmla="*/ 256008 w 296449"/>
                <a:gd name="connsiteY196" fmla="*/ 392403 h 754540"/>
                <a:gd name="connsiteX197" fmla="*/ 276672 w 296449"/>
                <a:gd name="connsiteY197" fmla="*/ 437566 h 754540"/>
                <a:gd name="connsiteX198" fmla="*/ 280506 w 296449"/>
                <a:gd name="connsiteY198" fmla="*/ 437316 h 754540"/>
                <a:gd name="connsiteX199" fmla="*/ 280589 w 296449"/>
                <a:gd name="connsiteY199" fmla="*/ 445732 h 754540"/>
                <a:gd name="connsiteX200" fmla="*/ 280506 w 296449"/>
                <a:gd name="connsiteY200" fmla="*/ 477896 h 754540"/>
                <a:gd name="connsiteX201" fmla="*/ 267674 w 296449"/>
                <a:gd name="connsiteY201" fmla="*/ 488311 h 754540"/>
                <a:gd name="connsiteX202" fmla="*/ 253008 w 296449"/>
                <a:gd name="connsiteY202" fmla="*/ 453648 h 754540"/>
                <a:gd name="connsiteX203" fmla="*/ 268923 w 296449"/>
                <a:gd name="connsiteY203" fmla="*/ 432316 h 754540"/>
                <a:gd name="connsiteX204" fmla="*/ 267007 w 296449"/>
                <a:gd name="connsiteY204" fmla="*/ 430983 h 754540"/>
                <a:gd name="connsiteX205" fmla="*/ 250008 w 296449"/>
                <a:gd name="connsiteY205" fmla="*/ 448065 h 754540"/>
                <a:gd name="connsiteX206" fmla="*/ 245842 w 296449"/>
                <a:gd name="connsiteY206" fmla="*/ 440483 h 754540"/>
                <a:gd name="connsiteX207" fmla="*/ 233343 w 296449"/>
                <a:gd name="connsiteY207" fmla="*/ 417318 h 754540"/>
                <a:gd name="connsiteX208" fmla="*/ 240176 w 296449"/>
                <a:gd name="connsiteY208" fmla="*/ 410068 h 754540"/>
                <a:gd name="connsiteX209" fmla="*/ 238509 w 296449"/>
                <a:gd name="connsiteY209" fmla="*/ 407485 h 754540"/>
                <a:gd name="connsiteX210" fmla="*/ 230177 w 296449"/>
                <a:gd name="connsiteY210" fmla="*/ 411568 h 754540"/>
                <a:gd name="connsiteX211" fmla="*/ 214095 w 296449"/>
                <a:gd name="connsiteY211" fmla="*/ 381904 h 754540"/>
                <a:gd name="connsiteX212" fmla="*/ 239343 w 296449"/>
                <a:gd name="connsiteY212" fmla="*/ 363489 h 754540"/>
                <a:gd name="connsiteX213" fmla="*/ 236260 w 296449"/>
                <a:gd name="connsiteY213" fmla="*/ 359823 h 754540"/>
                <a:gd name="connsiteX214" fmla="*/ 213095 w 296449"/>
                <a:gd name="connsiteY214" fmla="*/ 380071 h 754540"/>
                <a:gd name="connsiteX215" fmla="*/ 211845 w 296449"/>
                <a:gd name="connsiteY215" fmla="*/ 377655 h 754540"/>
                <a:gd name="connsiteX216" fmla="*/ 211095 w 296449"/>
                <a:gd name="connsiteY216" fmla="*/ 377988 h 754540"/>
                <a:gd name="connsiteX217" fmla="*/ 212345 w 296449"/>
                <a:gd name="connsiteY217" fmla="*/ 380821 h 754540"/>
                <a:gd name="connsiteX218" fmla="*/ 211511 w 296449"/>
                <a:gd name="connsiteY218" fmla="*/ 381654 h 754540"/>
                <a:gd name="connsiteX219" fmla="*/ 212845 w 296449"/>
                <a:gd name="connsiteY219" fmla="*/ 382904 h 754540"/>
                <a:gd name="connsiteX220" fmla="*/ 213095 w 296449"/>
                <a:gd name="connsiteY220" fmla="*/ 382737 h 754540"/>
                <a:gd name="connsiteX221" fmla="*/ 226593 w 296449"/>
                <a:gd name="connsiteY221" fmla="*/ 414151 h 754540"/>
                <a:gd name="connsiteX222" fmla="*/ 222677 w 296449"/>
                <a:gd name="connsiteY222" fmla="*/ 417067 h 754540"/>
                <a:gd name="connsiteX223" fmla="*/ 213178 w 296449"/>
                <a:gd name="connsiteY223" fmla="*/ 423567 h 754540"/>
                <a:gd name="connsiteX224" fmla="*/ 213095 w 296449"/>
                <a:gd name="connsiteY224" fmla="*/ 422651 h 754540"/>
                <a:gd name="connsiteX225" fmla="*/ 200096 w 296449"/>
                <a:gd name="connsiteY225" fmla="*/ 382737 h 754540"/>
                <a:gd name="connsiteX226" fmla="*/ 190014 w 296449"/>
                <a:gd name="connsiteY226" fmla="*/ 354240 h 754540"/>
                <a:gd name="connsiteX227" fmla="*/ 195263 w 296449"/>
                <a:gd name="connsiteY227" fmla="*/ 334825 h 754540"/>
                <a:gd name="connsiteX228" fmla="*/ 221511 w 296449"/>
                <a:gd name="connsiteY228" fmla="*/ 344658 h 754540"/>
                <a:gd name="connsiteX229" fmla="*/ 235343 w 296449"/>
                <a:gd name="connsiteY229" fmla="*/ 341741 h 754540"/>
                <a:gd name="connsiteX230" fmla="*/ 241926 w 296449"/>
                <a:gd name="connsiteY230" fmla="*/ 367739 h 754540"/>
                <a:gd name="connsiteX231" fmla="*/ 247342 w 296449"/>
                <a:gd name="connsiteY231" fmla="*/ 387321 h 754540"/>
                <a:gd name="connsiteX232" fmla="*/ 254091 w 296449"/>
                <a:gd name="connsiteY232" fmla="*/ 388820 h 754540"/>
                <a:gd name="connsiteX233" fmla="*/ 266590 w 296449"/>
                <a:gd name="connsiteY233" fmla="*/ 349824 h 754540"/>
                <a:gd name="connsiteX234" fmla="*/ 262840 w 296449"/>
                <a:gd name="connsiteY234" fmla="*/ 324576 h 754540"/>
                <a:gd name="connsiteX235" fmla="*/ 273423 w 296449"/>
                <a:gd name="connsiteY235" fmla="*/ 283246 h 754540"/>
                <a:gd name="connsiteX236" fmla="*/ 275589 w 296449"/>
                <a:gd name="connsiteY236" fmla="*/ 280497 h 754540"/>
                <a:gd name="connsiteX237" fmla="*/ 277089 w 296449"/>
                <a:gd name="connsiteY237" fmla="*/ 312660 h 754540"/>
                <a:gd name="connsiteX238" fmla="*/ 277089 w 296449"/>
                <a:gd name="connsiteY238" fmla="*/ 312660 h 754540"/>
                <a:gd name="connsiteX239" fmla="*/ 275839 w 296449"/>
                <a:gd name="connsiteY239" fmla="*/ 208587 h 754540"/>
                <a:gd name="connsiteX240" fmla="*/ 273589 w 296449"/>
                <a:gd name="connsiteY240" fmla="*/ 256165 h 754540"/>
                <a:gd name="connsiteX241" fmla="*/ 253674 w 296449"/>
                <a:gd name="connsiteY241" fmla="*/ 292412 h 754540"/>
                <a:gd name="connsiteX242" fmla="*/ 254424 w 296449"/>
                <a:gd name="connsiteY242" fmla="*/ 327076 h 754540"/>
                <a:gd name="connsiteX243" fmla="*/ 252592 w 296449"/>
                <a:gd name="connsiteY243" fmla="*/ 376238 h 754540"/>
                <a:gd name="connsiteX244" fmla="*/ 248675 w 296449"/>
                <a:gd name="connsiteY244" fmla="*/ 346991 h 754540"/>
                <a:gd name="connsiteX245" fmla="*/ 237426 w 296449"/>
                <a:gd name="connsiteY245" fmla="*/ 326743 h 754540"/>
                <a:gd name="connsiteX246" fmla="*/ 224094 w 296449"/>
                <a:gd name="connsiteY246" fmla="*/ 326492 h 754540"/>
                <a:gd name="connsiteX247" fmla="*/ 208928 w 296449"/>
                <a:gd name="connsiteY247" fmla="*/ 331742 h 754540"/>
                <a:gd name="connsiteX248" fmla="*/ 201429 w 296449"/>
                <a:gd name="connsiteY248" fmla="*/ 324076 h 754540"/>
                <a:gd name="connsiteX249" fmla="*/ 201679 w 296449"/>
                <a:gd name="connsiteY249" fmla="*/ 323660 h 754540"/>
                <a:gd name="connsiteX250" fmla="*/ 188347 w 296449"/>
                <a:gd name="connsiteY250" fmla="*/ 229335 h 754540"/>
                <a:gd name="connsiteX251" fmla="*/ 157350 w 296449"/>
                <a:gd name="connsiteY251" fmla="*/ 195171 h 754540"/>
                <a:gd name="connsiteX252" fmla="*/ 225177 w 296449"/>
                <a:gd name="connsiteY252" fmla="*/ 146759 h 754540"/>
                <a:gd name="connsiteX253" fmla="*/ 266674 w 296449"/>
                <a:gd name="connsiteY253" fmla="*/ 168257 h 754540"/>
                <a:gd name="connsiteX254" fmla="*/ 275839 w 296449"/>
                <a:gd name="connsiteY254" fmla="*/ 208587 h 754540"/>
                <a:gd name="connsiteX255" fmla="*/ 275839 w 296449"/>
                <a:gd name="connsiteY255" fmla="*/ 208587 h 754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Lst>
              <a:rect l="l" t="t" r="r" b="b"/>
              <a:pathLst>
                <a:path w="296449" h="754540">
                  <a:moveTo>
                    <a:pt x="220178" y="134426"/>
                  </a:moveTo>
                  <a:cubicBezTo>
                    <a:pt x="226093" y="107512"/>
                    <a:pt x="232343" y="80515"/>
                    <a:pt x="236926" y="53351"/>
                  </a:cubicBezTo>
                  <a:cubicBezTo>
                    <a:pt x="238592" y="43351"/>
                    <a:pt x="244259" y="24353"/>
                    <a:pt x="239926" y="14438"/>
                  </a:cubicBezTo>
                  <a:cubicBezTo>
                    <a:pt x="235926" y="5188"/>
                    <a:pt x="223428" y="6855"/>
                    <a:pt x="215095" y="4938"/>
                  </a:cubicBezTo>
                  <a:cubicBezTo>
                    <a:pt x="207845" y="3272"/>
                    <a:pt x="197013" y="-4394"/>
                    <a:pt x="191430" y="3522"/>
                  </a:cubicBezTo>
                  <a:cubicBezTo>
                    <a:pt x="189764" y="5938"/>
                    <a:pt x="190014" y="9021"/>
                    <a:pt x="189764" y="11854"/>
                  </a:cubicBezTo>
                  <a:cubicBezTo>
                    <a:pt x="188597" y="22687"/>
                    <a:pt x="187847" y="33519"/>
                    <a:pt x="186764" y="44351"/>
                  </a:cubicBezTo>
                  <a:cubicBezTo>
                    <a:pt x="185014" y="61516"/>
                    <a:pt x="182847" y="78681"/>
                    <a:pt x="181681" y="95930"/>
                  </a:cubicBezTo>
                  <a:cubicBezTo>
                    <a:pt x="181348" y="100763"/>
                    <a:pt x="180848" y="106013"/>
                    <a:pt x="180848" y="111179"/>
                  </a:cubicBezTo>
                  <a:cubicBezTo>
                    <a:pt x="170766" y="98263"/>
                    <a:pt x="157517" y="87514"/>
                    <a:pt x="143018" y="80348"/>
                  </a:cubicBezTo>
                  <a:cubicBezTo>
                    <a:pt x="117020" y="67433"/>
                    <a:pt x="88273" y="69349"/>
                    <a:pt x="62608" y="82015"/>
                  </a:cubicBezTo>
                  <a:cubicBezTo>
                    <a:pt x="37111" y="94514"/>
                    <a:pt x="17529" y="122178"/>
                    <a:pt x="13030" y="149842"/>
                  </a:cubicBezTo>
                  <a:cubicBezTo>
                    <a:pt x="9863" y="169257"/>
                    <a:pt x="13030" y="202254"/>
                    <a:pt x="30695" y="215169"/>
                  </a:cubicBezTo>
                  <a:cubicBezTo>
                    <a:pt x="23028" y="222252"/>
                    <a:pt x="16279" y="230418"/>
                    <a:pt x="10947" y="239417"/>
                  </a:cubicBezTo>
                  <a:cubicBezTo>
                    <a:pt x="-5302" y="267164"/>
                    <a:pt x="-1136" y="301161"/>
                    <a:pt x="8446" y="330492"/>
                  </a:cubicBezTo>
                  <a:cubicBezTo>
                    <a:pt x="12696" y="343575"/>
                    <a:pt x="19945" y="357323"/>
                    <a:pt x="31695" y="365072"/>
                  </a:cubicBezTo>
                  <a:cubicBezTo>
                    <a:pt x="41694" y="371739"/>
                    <a:pt x="52526" y="372572"/>
                    <a:pt x="63525" y="374155"/>
                  </a:cubicBezTo>
                  <a:cubicBezTo>
                    <a:pt x="66941" y="386154"/>
                    <a:pt x="73774" y="398569"/>
                    <a:pt x="78857" y="409652"/>
                  </a:cubicBezTo>
                  <a:cubicBezTo>
                    <a:pt x="85690" y="424650"/>
                    <a:pt x="93356" y="439149"/>
                    <a:pt x="100772" y="453814"/>
                  </a:cubicBezTo>
                  <a:cubicBezTo>
                    <a:pt x="114521" y="480895"/>
                    <a:pt x="126103" y="508726"/>
                    <a:pt x="138935" y="536140"/>
                  </a:cubicBezTo>
                  <a:cubicBezTo>
                    <a:pt x="153267" y="566888"/>
                    <a:pt x="167183" y="597385"/>
                    <a:pt x="180681" y="628466"/>
                  </a:cubicBezTo>
                  <a:cubicBezTo>
                    <a:pt x="193180" y="657130"/>
                    <a:pt x="207679" y="685544"/>
                    <a:pt x="224761" y="711791"/>
                  </a:cubicBezTo>
                  <a:cubicBezTo>
                    <a:pt x="233843" y="725873"/>
                    <a:pt x="254258" y="763203"/>
                    <a:pt x="276423" y="752704"/>
                  </a:cubicBezTo>
                  <a:cubicBezTo>
                    <a:pt x="296671" y="743121"/>
                    <a:pt x="292254" y="702209"/>
                    <a:pt x="292421" y="684544"/>
                  </a:cubicBezTo>
                  <a:cubicBezTo>
                    <a:pt x="293004" y="618300"/>
                    <a:pt x="291588" y="551972"/>
                    <a:pt x="292504" y="485728"/>
                  </a:cubicBezTo>
                  <a:cubicBezTo>
                    <a:pt x="293004" y="447815"/>
                    <a:pt x="292838" y="409818"/>
                    <a:pt x="291838" y="371905"/>
                  </a:cubicBezTo>
                  <a:cubicBezTo>
                    <a:pt x="291338" y="353907"/>
                    <a:pt x="291005" y="335908"/>
                    <a:pt x="289921" y="317910"/>
                  </a:cubicBezTo>
                  <a:cubicBezTo>
                    <a:pt x="288922" y="300995"/>
                    <a:pt x="289505" y="283246"/>
                    <a:pt x="285505" y="266664"/>
                  </a:cubicBezTo>
                  <a:cubicBezTo>
                    <a:pt x="291671" y="257082"/>
                    <a:pt x="296171" y="246667"/>
                    <a:pt x="296421" y="234668"/>
                  </a:cubicBezTo>
                  <a:cubicBezTo>
                    <a:pt x="296838" y="216503"/>
                    <a:pt x="292671" y="196171"/>
                    <a:pt x="288338" y="178589"/>
                  </a:cubicBezTo>
                  <a:cubicBezTo>
                    <a:pt x="284088" y="161507"/>
                    <a:pt x="269590" y="150008"/>
                    <a:pt x="256008" y="139843"/>
                  </a:cubicBezTo>
                  <a:cubicBezTo>
                    <a:pt x="245592" y="132094"/>
                    <a:pt x="232593" y="131927"/>
                    <a:pt x="220178" y="134426"/>
                  </a:cubicBezTo>
                  <a:lnTo>
                    <a:pt x="220178" y="134426"/>
                  </a:lnTo>
                  <a:close/>
                  <a:moveTo>
                    <a:pt x="189680" y="112345"/>
                  </a:moveTo>
                  <a:cubicBezTo>
                    <a:pt x="190763" y="99263"/>
                    <a:pt x="192430" y="86181"/>
                    <a:pt x="193430" y="73015"/>
                  </a:cubicBezTo>
                  <a:cubicBezTo>
                    <a:pt x="194430" y="59933"/>
                    <a:pt x="195346" y="46934"/>
                    <a:pt x="196180" y="33852"/>
                  </a:cubicBezTo>
                  <a:cubicBezTo>
                    <a:pt x="196430" y="29769"/>
                    <a:pt x="195013" y="14354"/>
                    <a:pt x="197596" y="11437"/>
                  </a:cubicBezTo>
                  <a:cubicBezTo>
                    <a:pt x="202429" y="5938"/>
                    <a:pt x="207595" y="10688"/>
                    <a:pt x="213428" y="12188"/>
                  </a:cubicBezTo>
                  <a:cubicBezTo>
                    <a:pt x="217344" y="13187"/>
                    <a:pt x="225594" y="12604"/>
                    <a:pt x="228760" y="15020"/>
                  </a:cubicBezTo>
                  <a:cubicBezTo>
                    <a:pt x="235009" y="19770"/>
                    <a:pt x="230927" y="34435"/>
                    <a:pt x="229927" y="40685"/>
                  </a:cubicBezTo>
                  <a:cubicBezTo>
                    <a:pt x="227927" y="52934"/>
                    <a:pt x="225011" y="64933"/>
                    <a:pt x="222344" y="77015"/>
                  </a:cubicBezTo>
                  <a:cubicBezTo>
                    <a:pt x="217928" y="96846"/>
                    <a:pt x="213428" y="116928"/>
                    <a:pt x="210095" y="136926"/>
                  </a:cubicBezTo>
                  <a:cubicBezTo>
                    <a:pt x="206096" y="138260"/>
                    <a:pt x="201762" y="140009"/>
                    <a:pt x="197346" y="142176"/>
                  </a:cubicBezTo>
                  <a:cubicBezTo>
                    <a:pt x="195430" y="135510"/>
                    <a:pt x="192597" y="129177"/>
                    <a:pt x="189180" y="123094"/>
                  </a:cubicBezTo>
                  <a:cubicBezTo>
                    <a:pt x="189597" y="119344"/>
                    <a:pt x="189514" y="115178"/>
                    <a:pt x="189680" y="112345"/>
                  </a:cubicBezTo>
                  <a:lnTo>
                    <a:pt x="189680" y="112345"/>
                  </a:lnTo>
                  <a:close/>
                  <a:moveTo>
                    <a:pt x="27195" y="150592"/>
                  </a:moveTo>
                  <a:cubicBezTo>
                    <a:pt x="31195" y="127261"/>
                    <a:pt x="45693" y="101513"/>
                    <a:pt x="66775" y="89597"/>
                  </a:cubicBezTo>
                  <a:cubicBezTo>
                    <a:pt x="89523" y="76682"/>
                    <a:pt x="115854" y="74765"/>
                    <a:pt x="138435" y="88847"/>
                  </a:cubicBezTo>
                  <a:cubicBezTo>
                    <a:pt x="160266" y="102430"/>
                    <a:pt x="178098" y="124927"/>
                    <a:pt x="183514" y="149925"/>
                  </a:cubicBezTo>
                  <a:cubicBezTo>
                    <a:pt x="167432" y="160341"/>
                    <a:pt x="152850" y="174923"/>
                    <a:pt x="150351" y="190671"/>
                  </a:cubicBezTo>
                  <a:cubicBezTo>
                    <a:pt x="137018" y="182755"/>
                    <a:pt x="121686" y="178089"/>
                    <a:pt x="104521" y="177839"/>
                  </a:cubicBezTo>
                  <a:cubicBezTo>
                    <a:pt x="81107" y="177506"/>
                    <a:pt x="58859" y="189422"/>
                    <a:pt x="41860" y="206004"/>
                  </a:cubicBezTo>
                  <a:cubicBezTo>
                    <a:pt x="40111" y="207253"/>
                    <a:pt x="38444" y="208587"/>
                    <a:pt x="36777" y="209920"/>
                  </a:cubicBezTo>
                  <a:cubicBezTo>
                    <a:pt x="30945" y="190255"/>
                    <a:pt x="23612" y="171507"/>
                    <a:pt x="27195" y="150592"/>
                  </a:cubicBezTo>
                  <a:lnTo>
                    <a:pt x="27195" y="150592"/>
                  </a:lnTo>
                  <a:close/>
                  <a:moveTo>
                    <a:pt x="40277" y="353573"/>
                  </a:moveTo>
                  <a:cubicBezTo>
                    <a:pt x="24445" y="343908"/>
                    <a:pt x="20112" y="321826"/>
                    <a:pt x="16363" y="305161"/>
                  </a:cubicBezTo>
                  <a:cubicBezTo>
                    <a:pt x="12696" y="288829"/>
                    <a:pt x="11613" y="269998"/>
                    <a:pt x="17529" y="253999"/>
                  </a:cubicBezTo>
                  <a:cubicBezTo>
                    <a:pt x="24362" y="235501"/>
                    <a:pt x="36861" y="219169"/>
                    <a:pt x="52526" y="207170"/>
                  </a:cubicBezTo>
                  <a:cubicBezTo>
                    <a:pt x="67525" y="196921"/>
                    <a:pt x="85273" y="190505"/>
                    <a:pt x="103022" y="190755"/>
                  </a:cubicBezTo>
                  <a:cubicBezTo>
                    <a:pt x="133769" y="191171"/>
                    <a:pt x="161016" y="207170"/>
                    <a:pt x="178348" y="232085"/>
                  </a:cubicBezTo>
                  <a:cubicBezTo>
                    <a:pt x="187764" y="245667"/>
                    <a:pt x="193347" y="260749"/>
                    <a:pt x="196263" y="276914"/>
                  </a:cubicBezTo>
                  <a:cubicBezTo>
                    <a:pt x="197429" y="283413"/>
                    <a:pt x="199179" y="290913"/>
                    <a:pt x="198930" y="297579"/>
                  </a:cubicBezTo>
                  <a:cubicBezTo>
                    <a:pt x="198513" y="309327"/>
                    <a:pt x="191514" y="317243"/>
                    <a:pt x="185597" y="326492"/>
                  </a:cubicBezTo>
                  <a:cubicBezTo>
                    <a:pt x="173182" y="345907"/>
                    <a:pt x="175265" y="364739"/>
                    <a:pt x="184597" y="385154"/>
                  </a:cubicBezTo>
                  <a:cubicBezTo>
                    <a:pt x="190180" y="397319"/>
                    <a:pt x="196096" y="409485"/>
                    <a:pt x="197346" y="422984"/>
                  </a:cubicBezTo>
                  <a:cubicBezTo>
                    <a:pt x="197680" y="426734"/>
                    <a:pt x="198596" y="439399"/>
                    <a:pt x="194763" y="442065"/>
                  </a:cubicBezTo>
                  <a:cubicBezTo>
                    <a:pt x="186264" y="447982"/>
                    <a:pt x="178681" y="430816"/>
                    <a:pt x="176181" y="425817"/>
                  </a:cubicBezTo>
                  <a:cubicBezTo>
                    <a:pt x="171682" y="416485"/>
                    <a:pt x="164016" y="382987"/>
                    <a:pt x="148767" y="385654"/>
                  </a:cubicBezTo>
                  <a:cubicBezTo>
                    <a:pt x="140185" y="387154"/>
                    <a:pt x="137519" y="398153"/>
                    <a:pt x="131352" y="402902"/>
                  </a:cubicBezTo>
                  <a:cubicBezTo>
                    <a:pt x="108355" y="420651"/>
                    <a:pt x="105438" y="388654"/>
                    <a:pt x="97022" y="375571"/>
                  </a:cubicBezTo>
                  <a:cubicBezTo>
                    <a:pt x="84190" y="355490"/>
                    <a:pt x="58192" y="364489"/>
                    <a:pt x="40277" y="353573"/>
                  </a:cubicBezTo>
                  <a:lnTo>
                    <a:pt x="40277" y="353573"/>
                  </a:lnTo>
                  <a:close/>
                  <a:moveTo>
                    <a:pt x="227760" y="535640"/>
                  </a:moveTo>
                  <a:cubicBezTo>
                    <a:pt x="229594" y="539807"/>
                    <a:pt x="231510" y="544056"/>
                    <a:pt x="233343" y="548223"/>
                  </a:cubicBezTo>
                  <a:cubicBezTo>
                    <a:pt x="237093" y="557139"/>
                    <a:pt x="240676" y="566138"/>
                    <a:pt x="244509" y="574970"/>
                  </a:cubicBezTo>
                  <a:cubicBezTo>
                    <a:pt x="235843" y="581136"/>
                    <a:pt x="227177" y="587219"/>
                    <a:pt x="218011" y="591969"/>
                  </a:cubicBezTo>
                  <a:cubicBezTo>
                    <a:pt x="214012" y="582969"/>
                    <a:pt x="210012" y="573970"/>
                    <a:pt x="205762" y="565138"/>
                  </a:cubicBezTo>
                  <a:cubicBezTo>
                    <a:pt x="203179" y="559638"/>
                    <a:pt x="200430" y="554222"/>
                    <a:pt x="197596" y="548806"/>
                  </a:cubicBezTo>
                  <a:cubicBezTo>
                    <a:pt x="208512" y="545556"/>
                    <a:pt x="218344" y="541307"/>
                    <a:pt x="227760" y="535640"/>
                  </a:cubicBezTo>
                  <a:lnTo>
                    <a:pt x="227760" y="535640"/>
                  </a:lnTo>
                  <a:close/>
                  <a:moveTo>
                    <a:pt x="196513" y="546806"/>
                  </a:moveTo>
                  <a:cubicBezTo>
                    <a:pt x="190014" y="534557"/>
                    <a:pt x="183181" y="522475"/>
                    <a:pt x="176265" y="510392"/>
                  </a:cubicBezTo>
                  <a:cubicBezTo>
                    <a:pt x="186764" y="505976"/>
                    <a:pt x="196763" y="500393"/>
                    <a:pt x="206012" y="495061"/>
                  </a:cubicBezTo>
                  <a:cubicBezTo>
                    <a:pt x="206679" y="494727"/>
                    <a:pt x="207262" y="494311"/>
                    <a:pt x="207845" y="493894"/>
                  </a:cubicBezTo>
                  <a:cubicBezTo>
                    <a:pt x="213678" y="505393"/>
                    <a:pt x="219344" y="517058"/>
                    <a:pt x="224761" y="528808"/>
                  </a:cubicBezTo>
                  <a:cubicBezTo>
                    <a:pt x="216011" y="535724"/>
                    <a:pt x="206762" y="541807"/>
                    <a:pt x="196513" y="546806"/>
                  </a:cubicBezTo>
                  <a:lnTo>
                    <a:pt x="196513" y="546806"/>
                  </a:lnTo>
                  <a:close/>
                  <a:moveTo>
                    <a:pt x="248092" y="583219"/>
                  </a:moveTo>
                  <a:cubicBezTo>
                    <a:pt x="252508" y="592969"/>
                    <a:pt x="257507" y="602467"/>
                    <a:pt x="263590" y="611300"/>
                  </a:cubicBezTo>
                  <a:cubicBezTo>
                    <a:pt x="263840" y="611717"/>
                    <a:pt x="264257" y="611883"/>
                    <a:pt x="264673" y="611967"/>
                  </a:cubicBezTo>
                  <a:cubicBezTo>
                    <a:pt x="261424" y="615050"/>
                    <a:pt x="258091" y="618050"/>
                    <a:pt x="254424" y="620799"/>
                  </a:cubicBezTo>
                  <a:cubicBezTo>
                    <a:pt x="248342" y="625299"/>
                    <a:pt x="241676" y="628299"/>
                    <a:pt x="234593" y="630298"/>
                  </a:cubicBezTo>
                  <a:cubicBezTo>
                    <a:pt x="234260" y="629548"/>
                    <a:pt x="233926" y="628715"/>
                    <a:pt x="233593" y="627882"/>
                  </a:cubicBezTo>
                  <a:cubicBezTo>
                    <a:pt x="229510" y="618550"/>
                    <a:pt x="225511" y="609134"/>
                    <a:pt x="221344" y="599718"/>
                  </a:cubicBezTo>
                  <a:cubicBezTo>
                    <a:pt x="230927" y="595801"/>
                    <a:pt x="239926" y="589969"/>
                    <a:pt x="248092" y="583219"/>
                  </a:cubicBezTo>
                  <a:lnTo>
                    <a:pt x="248092" y="583219"/>
                  </a:lnTo>
                  <a:close/>
                  <a:moveTo>
                    <a:pt x="229343" y="525141"/>
                  </a:moveTo>
                  <a:cubicBezTo>
                    <a:pt x="223344" y="514059"/>
                    <a:pt x="216928" y="503227"/>
                    <a:pt x="210345" y="492478"/>
                  </a:cubicBezTo>
                  <a:cubicBezTo>
                    <a:pt x="223927" y="483978"/>
                    <a:pt x="235593" y="473312"/>
                    <a:pt x="246092" y="461480"/>
                  </a:cubicBezTo>
                  <a:cubicBezTo>
                    <a:pt x="250342" y="472896"/>
                    <a:pt x="254758" y="484311"/>
                    <a:pt x="260757" y="494561"/>
                  </a:cubicBezTo>
                  <a:cubicBezTo>
                    <a:pt x="255424" y="499893"/>
                    <a:pt x="250342" y="505310"/>
                    <a:pt x="245092" y="510476"/>
                  </a:cubicBezTo>
                  <a:cubicBezTo>
                    <a:pt x="240009" y="515725"/>
                    <a:pt x="234760" y="520642"/>
                    <a:pt x="229343" y="525141"/>
                  </a:cubicBezTo>
                  <a:lnTo>
                    <a:pt x="229343" y="525141"/>
                  </a:lnTo>
                  <a:close/>
                  <a:moveTo>
                    <a:pt x="205345" y="484562"/>
                  </a:moveTo>
                  <a:cubicBezTo>
                    <a:pt x="202762" y="480562"/>
                    <a:pt x="200179" y="476479"/>
                    <a:pt x="197596" y="472479"/>
                  </a:cubicBezTo>
                  <a:cubicBezTo>
                    <a:pt x="197263" y="472063"/>
                    <a:pt x="196680" y="472479"/>
                    <a:pt x="196929" y="472896"/>
                  </a:cubicBezTo>
                  <a:cubicBezTo>
                    <a:pt x="199179" y="477062"/>
                    <a:pt x="201346" y="481312"/>
                    <a:pt x="203596" y="485562"/>
                  </a:cubicBezTo>
                  <a:cubicBezTo>
                    <a:pt x="193013" y="491728"/>
                    <a:pt x="182265" y="497061"/>
                    <a:pt x="171349" y="501643"/>
                  </a:cubicBezTo>
                  <a:cubicBezTo>
                    <a:pt x="165099" y="490644"/>
                    <a:pt x="158850" y="479645"/>
                    <a:pt x="153017" y="468480"/>
                  </a:cubicBezTo>
                  <a:cubicBezTo>
                    <a:pt x="162933" y="465147"/>
                    <a:pt x="172598" y="459980"/>
                    <a:pt x="180098" y="453814"/>
                  </a:cubicBezTo>
                  <a:cubicBezTo>
                    <a:pt x="198013" y="469729"/>
                    <a:pt x="210929" y="449315"/>
                    <a:pt x="213012" y="430650"/>
                  </a:cubicBezTo>
                  <a:cubicBezTo>
                    <a:pt x="217261" y="429400"/>
                    <a:pt x="221511" y="426483"/>
                    <a:pt x="224677" y="424317"/>
                  </a:cubicBezTo>
                  <a:cubicBezTo>
                    <a:pt x="226427" y="423151"/>
                    <a:pt x="228010" y="421901"/>
                    <a:pt x="229510" y="420568"/>
                  </a:cubicBezTo>
                  <a:cubicBezTo>
                    <a:pt x="232426" y="427400"/>
                    <a:pt x="235343" y="434233"/>
                    <a:pt x="238259" y="441065"/>
                  </a:cubicBezTo>
                  <a:cubicBezTo>
                    <a:pt x="240093" y="445315"/>
                    <a:pt x="241759" y="449732"/>
                    <a:pt x="243509" y="454231"/>
                  </a:cubicBezTo>
                  <a:cubicBezTo>
                    <a:pt x="231760" y="465647"/>
                    <a:pt x="219511" y="476229"/>
                    <a:pt x="205345" y="484562"/>
                  </a:cubicBezTo>
                  <a:lnTo>
                    <a:pt x="205345" y="484562"/>
                  </a:lnTo>
                  <a:close/>
                  <a:moveTo>
                    <a:pt x="113021" y="452815"/>
                  </a:moveTo>
                  <a:cubicBezTo>
                    <a:pt x="104771" y="436899"/>
                    <a:pt x="95939" y="421234"/>
                    <a:pt x="87940" y="405235"/>
                  </a:cubicBezTo>
                  <a:cubicBezTo>
                    <a:pt x="84606" y="398486"/>
                    <a:pt x="81857" y="391403"/>
                    <a:pt x="78357" y="384738"/>
                  </a:cubicBezTo>
                  <a:cubicBezTo>
                    <a:pt x="76607" y="381488"/>
                    <a:pt x="74441" y="378571"/>
                    <a:pt x="72274" y="375571"/>
                  </a:cubicBezTo>
                  <a:cubicBezTo>
                    <a:pt x="73858" y="375905"/>
                    <a:pt x="75441" y="376322"/>
                    <a:pt x="77024" y="376821"/>
                  </a:cubicBezTo>
                  <a:cubicBezTo>
                    <a:pt x="95439" y="382321"/>
                    <a:pt x="92106" y="404486"/>
                    <a:pt x="106271" y="414984"/>
                  </a:cubicBezTo>
                  <a:cubicBezTo>
                    <a:pt x="114604" y="421151"/>
                    <a:pt x="126769" y="419651"/>
                    <a:pt x="134935" y="413735"/>
                  </a:cubicBezTo>
                  <a:cubicBezTo>
                    <a:pt x="139602" y="410402"/>
                    <a:pt x="141184" y="405402"/>
                    <a:pt x="145184" y="401819"/>
                  </a:cubicBezTo>
                  <a:cubicBezTo>
                    <a:pt x="150684" y="396819"/>
                    <a:pt x="151850" y="396819"/>
                    <a:pt x="156267" y="402902"/>
                  </a:cubicBezTo>
                  <a:cubicBezTo>
                    <a:pt x="157600" y="404735"/>
                    <a:pt x="158683" y="409402"/>
                    <a:pt x="159350" y="411318"/>
                  </a:cubicBezTo>
                  <a:cubicBezTo>
                    <a:pt x="163433" y="423400"/>
                    <a:pt x="166349" y="436982"/>
                    <a:pt x="174015" y="447482"/>
                  </a:cubicBezTo>
                  <a:cubicBezTo>
                    <a:pt x="169266" y="449981"/>
                    <a:pt x="165266" y="454148"/>
                    <a:pt x="160600" y="456981"/>
                  </a:cubicBezTo>
                  <a:cubicBezTo>
                    <a:pt x="157267" y="458981"/>
                    <a:pt x="153767" y="461147"/>
                    <a:pt x="150100" y="463314"/>
                  </a:cubicBezTo>
                  <a:cubicBezTo>
                    <a:pt x="147684" y="458647"/>
                    <a:pt x="145351" y="453981"/>
                    <a:pt x="143101" y="449232"/>
                  </a:cubicBezTo>
                  <a:cubicBezTo>
                    <a:pt x="143018" y="449065"/>
                    <a:pt x="142768" y="449232"/>
                    <a:pt x="142851" y="449398"/>
                  </a:cubicBezTo>
                  <a:cubicBezTo>
                    <a:pt x="145184" y="454064"/>
                    <a:pt x="147517" y="458730"/>
                    <a:pt x="149767" y="463480"/>
                  </a:cubicBezTo>
                  <a:cubicBezTo>
                    <a:pt x="143768" y="466897"/>
                    <a:pt x="137435" y="470063"/>
                    <a:pt x="131352" y="471646"/>
                  </a:cubicBezTo>
                  <a:cubicBezTo>
                    <a:pt x="130852" y="471813"/>
                    <a:pt x="131019" y="472479"/>
                    <a:pt x="131519" y="472479"/>
                  </a:cubicBezTo>
                  <a:cubicBezTo>
                    <a:pt x="138185" y="472563"/>
                    <a:pt x="145351" y="471146"/>
                    <a:pt x="152434" y="468896"/>
                  </a:cubicBezTo>
                  <a:cubicBezTo>
                    <a:pt x="157933" y="480229"/>
                    <a:pt x="163266" y="491561"/>
                    <a:pt x="168516" y="503060"/>
                  </a:cubicBezTo>
                  <a:cubicBezTo>
                    <a:pt x="159766" y="506643"/>
                    <a:pt x="150851" y="509726"/>
                    <a:pt x="141601" y="512309"/>
                  </a:cubicBezTo>
                  <a:cubicBezTo>
                    <a:pt x="132269" y="492228"/>
                    <a:pt x="123103" y="472313"/>
                    <a:pt x="113021" y="452815"/>
                  </a:cubicBezTo>
                  <a:lnTo>
                    <a:pt x="113021" y="452815"/>
                  </a:lnTo>
                  <a:close/>
                  <a:moveTo>
                    <a:pt x="151684" y="534141"/>
                  </a:moveTo>
                  <a:cubicBezTo>
                    <a:pt x="149267" y="528891"/>
                    <a:pt x="146768" y="523642"/>
                    <a:pt x="144351" y="518392"/>
                  </a:cubicBezTo>
                  <a:cubicBezTo>
                    <a:pt x="153850" y="517892"/>
                    <a:pt x="163349" y="515392"/>
                    <a:pt x="172515" y="511892"/>
                  </a:cubicBezTo>
                  <a:cubicBezTo>
                    <a:pt x="181765" y="532391"/>
                    <a:pt x="190763" y="553055"/>
                    <a:pt x="199596" y="573637"/>
                  </a:cubicBezTo>
                  <a:cubicBezTo>
                    <a:pt x="202762" y="581053"/>
                    <a:pt x="206012" y="588469"/>
                    <a:pt x="209345" y="595885"/>
                  </a:cubicBezTo>
                  <a:cubicBezTo>
                    <a:pt x="200679" y="599302"/>
                    <a:pt x="191514" y="601218"/>
                    <a:pt x="181431" y="600551"/>
                  </a:cubicBezTo>
                  <a:cubicBezTo>
                    <a:pt x="171515" y="578387"/>
                    <a:pt x="161850" y="556055"/>
                    <a:pt x="151684" y="534141"/>
                  </a:cubicBezTo>
                  <a:lnTo>
                    <a:pt x="151684" y="534141"/>
                  </a:lnTo>
                  <a:close/>
                  <a:moveTo>
                    <a:pt x="226011" y="688460"/>
                  </a:moveTo>
                  <a:cubicBezTo>
                    <a:pt x="209595" y="661296"/>
                    <a:pt x="195847" y="632465"/>
                    <a:pt x="182847" y="603551"/>
                  </a:cubicBezTo>
                  <a:cubicBezTo>
                    <a:pt x="192930" y="606051"/>
                    <a:pt x="202929" y="605551"/>
                    <a:pt x="212512" y="602884"/>
                  </a:cubicBezTo>
                  <a:cubicBezTo>
                    <a:pt x="217011" y="612717"/>
                    <a:pt x="221594" y="622549"/>
                    <a:pt x="226427" y="632215"/>
                  </a:cubicBezTo>
                  <a:cubicBezTo>
                    <a:pt x="225177" y="632465"/>
                    <a:pt x="223927" y="632632"/>
                    <a:pt x="222677" y="632882"/>
                  </a:cubicBezTo>
                  <a:cubicBezTo>
                    <a:pt x="221927" y="632965"/>
                    <a:pt x="221927" y="634048"/>
                    <a:pt x="222677" y="634048"/>
                  </a:cubicBezTo>
                  <a:cubicBezTo>
                    <a:pt x="224261" y="633965"/>
                    <a:pt x="225760" y="633881"/>
                    <a:pt x="227260" y="633881"/>
                  </a:cubicBezTo>
                  <a:cubicBezTo>
                    <a:pt x="234926" y="649297"/>
                    <a:pt x="243176" y="664462"/>
                    <a:pt x="252008" y="679127"/>
                  </a:cubicBezTo>
                  <a:cubicBezTo>
                    <a:pt x="244592" y="684710"/>
                    <a:pt x="236843" y="689710"/>
                    <a:pt x="227760" y="691376"/>
                  </a:cubicBezTo>
                  <a:cubicBezTo>
                    <a:pt x="227177" y="690377"/>
                    <a:pt x="226593" y="689460"/>
                    <a:pt x="226011" y="688460"/>
                  </a:cubicBezTo>
                  <a:lnTo>
                    <a:pt x="226011" y="688460"/>
                  </a:lnTo>
                  <a:close/>
                  <a:moveTo>
                    <a:pt x="276423" y="625716"/>
                  </a:moveTo>
                  <a:cubicBezTo>
                    <a:pt x="276006" y="653463"/>
                    <a:pt x="276923" y="681377"/>
                    <a:pt x="275423" y="708958"/>
                  </a:cubicBezTo>
                  <a:cubicBezTo>
                    <a:pt x="275089" y="715374"/>
                    <a:pt x="276006" y="724540"/>
                    <a:pt x="272756" y="730289"/>
                  </a:cubicBezTo>
                  <a:cubicBezTo>
                    <a:pt x="265173" y="743621"/>
                    <a:pt x="256758" y="730706"/>
                    <a:pt x="251675" y="724707"/>
                  </a:cubicBezTo>
                  <a:cubicBezTo>
                    <a:pt x="243592" y="715208"/>
                    <a:pt x="236509" y="705125"/>
                    <a:pt x="229927" y="694626"/>
                  </a:cubicBezTo>
                  <a:cubicBezTo>
                    <a:pt x="235260" y="694459"/>
                    <a:pt x="239926" y="692960"/>
                    <a:pt x="245759" y="689626"/>
                  </a:cubicBezTo>
                  <a:cubicBezTo>
                    <a:pt x="248842" y="687876"/>
                    <a:pt x="252008" y="686043"/>
                    <a:pt x="255091" y="683960"/>
                  </a:cubicBezTo>
                  <a:cubicBezTo>
                    <a:pt x="257924" y="688543"/>
                    <a:pt x="260841" y="693126"/>
                    <a:pt x="263840" y="697626"/>
                  </a:cubicBezTo>
                  <a:cubicBezTo>
                    <a:pt x="264757" y="699042"/>
                    <a:pt x="267007" y="697626"/>
                    <a:pt x="266090" y="696209"/>
                  </a:cubicBezTo>
                  <a:cubicBezTo>
                    <a:pt x="263257" y="691543"/>
                    <a:pt x="260674" y="686710"/>
                    <a:pt x="258091" y="681794"/>
                  </a:cubicBezTo>
                  <a:cubicBezTo>
                    <a:pt x="262507" y="678544"/>
                    <a:pt x="266590" y="674878"/>
                    <a:pt x="269590" y="670545"/>
                  </a:cubicBezTo>
                  <a:cubicBezTo>
                    <a:pt x="270840" y="668795"/>
                    <a:pt x="268256" y="666628"/>
                    <a:pt x="266590" y="667795"/>
                  </a:cubicBezTo>
                  <a:cubicBezTo>
                    <a:pt x="262840" y="670545"/>
                    <a:pt x="259091" y="673461"/>
                    <a:pt x="255424" y="676378"/>
                  </a:cubicBezTo>
                  <a:cubicBezTo>
                    <a:pt x="248425" y="662296"/>
                    <a:pt x="242259" y="647630"/>
                    <a:pt x="236093" y="633215"/>
                  </a:cubicBezTo>
                  <a:cubicBezTo>
                    <a:pt x="242925" y="632632"/>
                    <a:pt x="249508" y="631382"/>
                    <a:pt x="256258" y="627549"/>
                  </a:cubicBezTo>
                  <a:cubicBezTo>
                    <a:pt x="263924" y="623216"/>
                    <a:pt x="271006" y="617883"/>
                    <a:pt x="276839" y="611383"/>
                  </a:cubicBezTo>
                  <a:cubicBezTo>
                    <a:pt x="276672" y="616300"/>
                    <a:pt x="276506" y="620966"/>
                    <a:pt x="276423" y="625716"/>
                  </a:cubicBezTo>
                  <a:lnTo>
                    <a:pt x="276423" y="625716"/>
                  </a:lnTo>
                  <a:close/>
                  <a:moveTo>
                    <a:pt x="277006" y="599968"/>
                  </a:moveTo>
                  <a:cubicBezTo>
                    <a:pt x="273506" y="603218"/>
                    <a:pt x="270173" y="606634"/>
                    <a:pt x="266757" y="609967"/>
                  </a:cubicBezTo>
                  <a:cubicBezTo>
                    <a:pt x="265673" y="601051"/>
                    <a:pt x="261341" y="592135"/>
                    <a:pt x="257424" y="584136"/>
                  </a:cubicBezTo>
                  <a:cubicBezTo>
                    <a:pt x="256341" y="581970"/>
                    <a:pt x="255424" y="579803"/>
                    <a:pt x="254424" y="577637"/>
                  </a:cubicBezTo>
                  <a:cubicBezTo>
                    <a:pt x="259007" y="573470"/>
                    <a:pt x="263257" y="569054"/>
                    <a:pt x="267174" y="564638"/>
                  </a:cubicBezTo>
                  <a:cubicBezTo>
                    <a:pt x="268757" y="562888"/>
                    <a:pt x="266507" y="560222"/>
                    <a:pt x="264507" y="561471"/>
                  </a:cubicBezTo>
                  <a:cubicBezTo>
                    <a:pt x="260007" y="564221"/>
                    <a:pt x="255508" y="567221"/>
                    <a:pt x="251091" y="570304"/>
                  </a:cubicBezTo>
                  <a:cubicBezTo>
                    <a:pt x="247342" y="561888"/>
                    <a:pt x="243759" y="553472"/>
                    <a:pt x="239676" y="545223"/>
                  </a:cubicBezTo>
                  <a:cubicBezTo>
                    <a:pt x="237510" y="540807"/>
                    <a:pt x="235260" y="536474"/>
                    <a:pt x="233010" y="532141"/>
                  </a:cubicBezTo>
                  <a:cubicBezTo>
                    <a:pt x="236926" y="529474"/>
                    <a:pt x="240676" y="526558"/>
                    <a:pt x="244509" y="523308"/>
                  </a:cubicBezTo>
                  <a:cubicBezTo>
                    <a:pt x="255757" y="513642"/>
                    <a:pt x="270757" y="501977"/>
                    <a:pt x="280255" y="488811"/>
                  </a:cubicBezTo>
                  <a:cubicBezTo>
                    <a:pt x="279672" y="525974"/>
                    <a:pt x="278006" y="562971"/>
                    <a:pt x="277006" y="599968"/>
                  </a:cubicBezTo>
                  <a:lnTo>
                    <a:pt x="277006" y="599968"/>
                  </a:lnTo>
                  <a:close/>
                  <a:moveTo>
                    <a:pt x="277089" y="312660"/>
                  </a:moveTo>
                  <a:cubicBezTo>
                    <a:pt x="278172" y="327576"/>
                    <a:pt x="278755" y="342575"/>
                    <a:pt x="279339" y="357573"/>
                  </a:cubicBezTo>
                  <a:cubicBezTo>
                    <a:pt x="280339" y="383571"/>
                    <a:pt x="280339" y="409568"/>
                    <a:pt x="280506" y="435483"/>
                  </a:cubicBezTo>
                  <a:cubicBezTo>
                    <a:pt x="274506" y="420234"/>
                    <a:pt x="264007" y="406652"/>
                    <a:pt x="256424" y="392153"/>
                  </a:cubicBezTo>
                  <a:cubicBezTo>
                    <a:pt x="256258" y="391903"/>
                    <a:pt x="255841" y="392070"/>
                    <a:pt x="256008" y="392403"/>
                  </a:cubicBezTo>
                  <a:cubicBezTo>
                    <a:pt x="262090" y="407485"/>
                    <a:pt x="268340" y="423484"/>
                    <a:pt x="276672" y="437566"/>
                  </a:cubicBezTo>
                  <a:cubicBezTo>
                    <a:pt x="277589" y="439149"/>
                    <a:pt x="279839" y="438649"/>
                    <a:pt x="280506" y="437316"/>
                  </a:cubicBezTo>
                  <a:cubicBezTo>
                    <a:pt x="280506" y="440149"/>
                    <a:pt x="280506" y="442899"/>
                    <a:pt x="280589" y="445732"/>
                  </a:cubicBezTo>
                  <a:cubicBezTo>
                    <a:pt x="280672" y="456481"/>
                    <a:pt x="280589" y="467146"/>
                    <a:pt x="280506" y="477896"/>
                  </a:cubicBezTo>
                  <a:cubicBezTo>
                    <a:pt x="276006" y="480979"/>
                    <a:pt x="271756" y="484562"/>
                    <a:pt x="267674" y="488311"/>
                  </a:cubicBezTo>
                  <a:cubicBezTo>
                    <a:pt x="264507" y="476479"/>
                    <a:pt x="258841" y="464730"/>
                    <a:pt x="253008" y="453648"/>
                  </a:cubicBezTo>
                  <a:cubicBezTo>
                    <a:pt x="258591" y="446815"/>
                    <a:pt x="263840" y="439649"/>
                    <a:pt x="268923" y="432316"/>
                  </a:cubicBezTo>
                  <a:cubicBezTo>
                    <a:pt x="269673" y="431150"/>
                    <a:pt x="267923" y="430067"/>
                    <a:pt x="267007" y="430983"/>
                  </a:cubicBezTo>
                  <a:cubicBezTo>
                    <a:pt x="261257" y="436649"/>
                    <a:pt x="255675" y="442399"/>
                    <a:pt x="250008" y="448065"/>
                  </a:cubicBezTo>
                  <a:cubicBezTo>
                    <a:pt x="248592" y="445482"/>
                    <a:pt x="247175" y="442982"/>
                    <a:pt x="245842" y="440483"/>
                  </a:cubicBezTo>
                  <a:cubicBezTo>
                    <a:pt x="241676" y="432733"/>
                    <a:pt x="237510" y="425067"/>
                    <a:pt x="233343" y="417318"/>
                  </a:cubicBezTo>
                  <a:cubicBezTo>
                    <a:pt x="235676" y="414984"/>
                    <a:pt x="237843" y="412568"/>
                    <a:pt x="240176" y="410068"/>
                  </a:cubicBezTo>
                  <a:cubicBezTo>
                    <a:pt x="241259" y="408818"/>
                    <a:pt x="240009" y="407152"/>
                    <a:pt x="238509" y="407485"/>
                  </a:cubicBezTo>
                  <a:cubicBezTo>
                    <a:pt x="235760" y="408152"/>
                    <a:pt x="232926" y="409735"/>
                    <a:pt x="230177" y="411568"/>
                  </a:cubicBezTo>
                  <a:cubicBezTo>
                    <a:pt x="224844" y="401652"/>
                    <a:pt x="219428" y="391737"/>
                    <a:pt x="214095" y="381904"/>
                  </a:cubicBezTo>
                  <a:cubicBezTo>
                    <a:pt x="222094" y="375238"/>
                    <a:pt x="231926" y="371072"/>
                    <a:pt x="239343" y="363489"/>
                  </a:cubicBezTo>
                  <a:cubicBezTo>
                    <a:pt x="241426" y="361406"/>
                    <a:pt x="238592" y="358656"/>
                    <a:pt x="236260" y="359823"/>
                  </a:cubicBezTo>
                  <a:cubicBezTo>
                    <a:pt x="227427" y="364239"/>
                    <a:pt x="220094" y="372905"/>
                    <a:pt x="213095" y="380071"/>
                  </a:cubicBezTo>
                  <a:cubicBezTo>
                    <a:pt x="212678" y="379238"/>
                    <a:pt x="212262" y="378488"/>
                    <a:pt x="211845" y="377655"/>
                  </a:cubicBezTo>
                  <a:cubicBezTo>
                    <a:pt x="211595" y="377238"/>
                    <a:pt x="210929" y="377571"/>
                    <a:pt x="211095" y="377988"/>
                  </a:cubicBezTo>
                  <a:cubicBezTo>
                    <a:pt x="211511" y="378905"/>
                    <a:pt x="211929" y="379904"/>
                    <a:pt x="212345" y="380821"/>
                  </a:cubicBezTo>
                  <a:cubicBezTo>
                    <a:pt x="212095" y="381071"/>
                    <a:pt x="211845" y="381404"/>
                    <a:pt x="211511" y="381654"/>
                  </a:cubicBezTo>
                  <a:cubicBezTo>
                    <a:pt x="210678" y="382488"/>
                    <a:pt x="212011" y="383654"/>
                    <a:pt x="212845" y="382904"/>
                  </a:cubicBezTo>
                  <a:cubicBezTo>
                    <a:pt x="212928" y="382821"/>
                    <a:pt x="213012" y="382737"/>
                    <a:pt x="213095" y="382737"/>
                  </a:cubicBezTo>
                  <a:cubicBezTo>
                    <a:pt x="217595" y="393236"/>
                    <a:pt x="222094" y="403736"/>
                    <a:pt x="226593" y="414151"/>
                  </a:cubicBezTo>
                  <a:cubicBezTo>
                    <a:pt x="225260" y="415151"/>
                    <a:pt x="223927" y="416151"/>
                    <a:pt x="222677" y="417067"/>
                  </a:cubicBezTo>
                  <a:cubicBezTo>
                    <a:pt x="219678" y="419317"/>
                    <a:pt x="216261" y="421317"/>
                    <a:pt x="213178" y="423567"/>
                  </a:cubicBezTo>
                  <a:cubicBezTo>
                    <a:pt x="213178" y="423234"/>
                    <a:pt x="213178" y="422900"/>
                    <a:pt x="213095" y="422651"/>
                  </a:cubicBezTo>
                  <a:cubicBezTo>
                    <a:pt x="211929" y="408152"/>
                    <a:pt x="206429" y="395570"/>
                    <a:pt x="200096" y="382737"/>
                  </a:cubicBezTo>
                  <a:cubicBezTo>
                    <a:pt x="195596" y="373738"/>
                    <a:pt x="190347" y="364572"/>
                    <a:pt x="190014" y="354240"/>
                  </a:cubicBezTo>
                  <a:cubicBezTo>
                    <a:pt x="189764" y="346824"/>
                    <a:pt x="192097" y="340741"/>
                    <a:pt x="195263" y="334825"/>
                  </a:cubicBezTo>
                  <a:cubicBezTo>
                    <a:pt x="202262" y="343491"/>
                    <a:pt x="209345" y="352907"/>
                    <a:pt x="221511" y="344658"/>
                  </a:cubicBezTo>
                  <a:cubicBezTo>
                    <a:pt x="226093" y="341574"/>
                    <a:pt x="229010" y="336158"/>
                    <a:pt x="235343" y="341741"/>
                  </a:cubicBezTo>
                  <a:cubicBezTo>
                    <a:pt x="241175" y="346991"/>
                    <a:pt x="240926" y="360406"/>
                    <a:pt x="241926" y="367739"/>
                  </a:cubicBezTo>
                  <a:cubicBezTo>
                    <a:pt x="242842" y="374322"/>
                    <a:pt x="243092" y="381904"/>
                    <a:pt x="247342" y="387321"/>
                  </a:cubicBezTo>
                  <a:cubicBezTo>
                    <a:pt x="248842" y="389154"/>
                    <a:pt x="251925" y="390653"/>
                    <a:pt x="254091" y="388820"/>
                  </a:cubicBezTo>
                  <a:cubicBezTo>
                    <a:pt x="265673" y="379071"/>
                    <a:pt x="267174" y="364239"/>
                    <a:pt x="266590" y="349824"/>
                  </a:cubicBezTo>
                  <a:cubicBezTo>
                    <a:pt x="266257" y="341074"/>
                    <a:pt x="265173" y="333075"/>
                    <a:pt x="262840" y="324576"/>
                  </a:cubicBezTo>
                  <a:cubicBezTo>
                    <a:pt x="258174" y="307161"/>
                    <a:pt x="262924" y="296412"/>
                    <a:pt x="273423" y="283246"/>
                  </a:cubicBezTo>
                  <a:cubicBezTo>
                    <a:pt x="274173" y="282330"/>
                    <a:pt x="274839" y="281413"/>
                    <a:pt x="275589" y="280497"/>
                  </a:cubicBezTo>
                  <a:cubicBezTo>
                    <a:pt x="276506" y="291079"/>
                    <a:pt x="276339" y="302161"/>
                    <a:pt x="277089" y="312660"/>
                  </a:cubicBezTo>
                  <a:lnTo>
                    <a:pt x="277089" y="312660"/>
                  </a:lnTo>
                  <a:close/>
                  <a:moveTo>
                    <a:pt x="275839" y="208587"/>
                  </a:moveTo>
                  <a:cubicBezTo>
                    <a:pt x="278422" y="224835"/>
                    <a:pt x="280589" y="240750"/>
                    <a:pt x="273589" y="256165"/>
                  </a:cubicBezTo>
                  <a:cubicBezTo>
                    <a:pt x="267840" y="268831"/>
                    <a:pt x="258507" y="279247"/>
                    <a:pt x="253674" y="292412"/>
                  </a:cubicBezTo>
                  <a:cubicBezTo>
                    <a:pt x="249092" y="304911"/>
                    <a:pt x="250758" y="314660"/>
                    <a:pt x="254424" y="327076"/>
                  </a:cubicBezTo>
                  <a:cubicBezTo>
                    <a:pt x="258174" y="339908"/>
                    <a:pt x="261090" y="363489"/>
                    <a:pt x="252592" y="376238"/>
                  </a:cubicBezTo>
                  <a:cubicBezTo>
                    <a:pt x="249758" y="367406"/>
                    <a:pt x="251091" y="355407"/>
                    <a:pt x="248675" y="346991"/>
                  </a:cubicBezTo>
                  <a:cubicBezTo>
                    <a:pt x="246759" y="340408"/>
                    <a:pt x="243425" y="330576"/>
                    <a:pt x="237426" y="326743"/>
                  </a:cubicBezTo>
                  <a:cubicBezTo>
                    <a:pt x="233093" y="323993"/>
                    <a:pt x="228594" y="324326"/>
                    <a:pt x="224094" y="326492"/>
                  </a:cubicBezTo>
                  <a:cubicBezTo>
                    <a:pt x="219011" y="328909"/>
                    <a:pt x="216261" y="335159"/>
                    <a:pt x="208928" y="331742"/>
                  </a:cubicBezTo>
                  <a:cubicBezTo>
                    <a:pt x="207262" y="330992"/>
                    <a:pt x="203929" y="326909"/>
                    <a:pt x="201429" y="324076"/>
                  </a:cubicBezTo>
                  <a:cubicBezTo>
                    <a:pt x="201513" y="323909"/>
                    <a:pt x="201596" y="323826"/>
                    <a:pt x="201679" y="323660"/>
                  </a:cubicBezTo>
                  <a:cubicBezTo>
                    <a:pt x="218594" y="294579"/>
                    <a:pt x="204679" y="256082"/>
                    <a:pt x="188347" y="229335"/>
                  </a:cubicBezTo>
                  <a:cubicBezTo>
                    <a:pt x="179931" y="215586"/>
                    <a:pt x="169599" y="203920"/>
                    <a:pt x="157350" y="195171"/>
                  </a:cubicBezTo>
                  <a:cubicBezTo>
                    <a:pt x="173349" y="172090"/>
                    <a:pt x="196347" y="150425"/>
                    <a:pt x="225177" y="146759"/>
                  </a:cubicBezTo>
                  <a:cubicBezTo>
                    <a:pt x="243425" y="144426"/>
                    <a:pt x="255924" y="154175"/>
                    <a:pt x="266674" y="168257"/>
                  </a:cubicBezTo>
                  <a:cubicBezTo>
                    <a:pt x="275589" y="179756"/>
                    <a:pt x="273673" y="194754"/>
                    <a:pt x="275839" y="208587"/>
                  </a:cubicBezTo>
                  <a:lnTo>
                    <a:pt x="275839" y="208587"/>
                  </a:lnTo>
                  <a:close/>
                </a:path>
              </a:pathLst>
            </a:custGeom>
            <a:grpFill/>
            <a:ln w="8332" cap="flat">
              <a:noFill/>
              <a:prstDash val="solid"/>
              <a:miter/>
            </a:ln>
          </p:spPr>
          <p:txBody>
            <a:bodyPr rtlCol="0" anchor="ctr"/>
            <a:lstStyle/>
            <a:p>
              <a:endParaRPr lang="en-US"/>
            </a:p>
          </p:txBody>
        </p:sp>
        <p:sp>
          <p:nvSpPr>
            <p:cNvPr id="2239" name="Freeform: Shape 2238"/>
            <p:cNvSpPr/>
            <p:nvPr/>
          </p:nvSpPr>
          <p:spPr>
            <a:xfrm>
              <a:off x="3396948" y="4491075"/>
              <a:ext cx="507919" cy="632568"/>
            </a:xfrm>
            <a:custGeom>
              <a:avLst/>
              <a:gdLst>
                <a:gd name="connsiteX0" fmla="*/ 408647 w 507919"/>
                <a:gd name="connsiteY0" fmla="*/ 152351 h 632568"/>
                <a:gd name="connsiteX1" fmla="*/ 477640 w 507919"/>
                <a:gd name="connsiteY1" fmla="*/ 106355 h 632568"/>
                <a:gd name="connsiteX2" fmla="*/ 507138 w 507919"/>
                <a:gd name="connsiteY2" fmla="*/ 80773 h 632568"/>
                <a:gd name="connsiteX3" fmla="*/ 496055 w 507919"/>
                <a:gd name="connsiteY3" fmla="*/ 56526 h 632568"/>
                <a:gd name="connsiteX4" fmla="*/ 480223 w 507919"/>
                <a:gd name="connsiteY4" fmla="*/ 38944 h 632568"/>
                <a:gd name="connsiteX5" fmla="*/ 473141 w 507919"/>
                <a:gd name="connsiteY5" fmla="*/ 43694 h 632568"/>
                <a:gd name="connsiteX6" fmla="*/ 448143 w 507919"/>
                <a:gd name="connsiteY6" fmla="*/ 64692 h 632568"/>
                <a:gd name="connsiteX7" fmla="*/ 408313 w 507919"/>
                <a:gd name="connsiteY7" fmla="*/ 97856 h 632568"/>
                <a:gd name="connsiteX8" fmla="*/ 397064 w 507919"/>
                <a:gd name="connsiteY8" fmla="*/ 108105 h 632568"/>
                <a:gd name="connsiteX9" fmla="*/ 391815 w 507919"/>
                <a:gd name="connsiteY9" fmla="*/ 59525 h 632568"/>
                <a:gd name="connsiteX10" fmla="*/ 333403 w 507919"/>
                <a:gd name="connsiteY10" fmla="*/ 4197 h 632568"/>
                <a:gd name="connsiteX11" fmla="*/ 250411 w 507919"/>
                <a:gd name="connsiteY11" fmla="*/ 17696 h 632568"/>
                <a:gd name="connsiteX12" fmla="*/ 217081 w 507919"/>
                <a:gd name="connsiteY12" fmla="*/ 76524 h 632568"/>
                <a:gd name="connsiteX13" fmla="*/ 186000 w 507919"/>
                <a:gd name="connsiteY13" fmla="*/ 79940 h 632568"/>
                <a:gd name="connsiteX14" fmla="*/ 120173 w 507919"/>
                <a:gd name="connsiteY14" fmla="*/ 142935 h 632568"/>
                <a:gd name="connsiteX15" fmla="*/ 112423 w 507919"/>
                <a:gd name="connsiteY15" fmla="*/ 183848 h 632568"/>
                <a:gd name="connsiteX16" fmla="*/ 128671 w 507919"/>
                <a:gd name="connsiteY16" fmla="*/ 212678 h 632568"/>
                <a:gd name="connsiteX17" fmla="*/ 114589 w 507919"/>
                <a:gd name="connsiteY17" fmla="*/ 248675 h 632568"/>
                <a:gd name="connsiteX18" fmla="*/ 99174 w 507919"/>
                <a:gd name="connsiteY18" fmla="*/ 295504 h 632568"/>
                <a:gd name="connsiteX19" fmla="*/ 68510 w 507919"/>
                <a:gd name="connsiteY19" fmla="*/ 380913 h 632568"/>
                <a:gd name="connsiteX20" fmla="*/ 33264 w 507919"/>
                <a:gd name="connsiteY20" fmla="*/ 475905 h 632568"/>
                <a:gd name="connsiteX21" fmla="*/ 6016 w 507919"/>
                <a:gd name="connsiteY21" fmla="*/ 566146 h 632568"/>
                <a:gd name="connsiteX22" fmla="*/ 14015 w 507919"/>
                <a:gd name="connsiteY22" fmla="*/ 631474 h 632568"/>
                <a:gd name="connsiteX23" fmla="*/ 73344 w 507919"/>
                <a:gd name="connsiteY23" fmla="*/ 594144 h 632568"/>
                <a:gd name="connsiteX24" fmla="*/ 213247 w 507919"/>
                <a:gd name="connsiteY24" fmla="*/ 452740 h 632568"/>
                <a:gd name="connsiteX25" fmla="*/ 292823 w 507919"/>
                <a:gd name="connsiteY25" fmla="*/ 371248 h 632568"/>
                <a:gd name="connsiteX26" fmla="*/ 329404 w 507919"/>
                <a:gd name="connsiteY26" fmla="*/ 331418 h 632568"/>
                <a:gd name="connsiteX27" fmla="*/ 362234 w 507919"/>
                <a:gd name="connsiteY27" fmla="*/ 291838 h 632568"/>
                <a:gd name="connsiteX28" fmla="*/ 392481 w 507919"/>
                <a:gd name="connsiteY28" fmla="*/ 276756 h 632568"/>
                <a:gd name="connsiteX29" fmla="*/ 426145 w 507919"/>
                <a:gd name="connsiteY29" fmla="*/ 231177 h 632568"/>
                <a:gd name="connsiteX30" fmla="*/ 430394 w 507919"/>
                <a:gd name="connsiteY30" fmla="*/ 180848 h 632568"/>
                <a:gd name="connsiteX31" fmla="*/ 408647 w 507919"/>
                <a:gd name="connsiteY31" fmla="*/ 152351 h 632568"/>
                <a:gd name="connsiteX32" fmla="*/ 408647 w 507919"/>
                <a:gd name="connsiteY32" fmla="*/ 152351 h 632568"/>
                <a:gd name="connsiteX33" fmla="*/ 402397 w 507919"/>
                <a:gd name="connsiteY33" fmla="*/ 115270 h 632568"/>
                <a:gd name="connsiteX34" fmla="*/ 432644 w 507919"/>
                <a:gd name="connsiteY34" fmla="*/ 89940 h 632568"/>
                <a:gd name="connsiteX35" fmla="*/ 462142 w 507919"/>
                <a:gd name="connsiteY35" fmla="*/ 64025 h 632568"/>
                <a:gd name="connsiteX36" fmla="*/ 478890 w 507919"/>
                <a:gd name="connsiteY36" fmla="*/ 49026 h 632568"/>
                <a:gd name="connsiteX37" fmla="*/ 489639 w 507919"/>
                <a:gd name="connsiteY37" fmla="*/ 60692 h 632568"/>
                <a:gd name="connsiteX38" fmla="*/ 498555 w 507919"/>
                <a:gd name="connsiteY38" fmla="*/ 73441 h 632568"/>
                <a:gd name="connsiteX39" fmla="*/ 481390 w 507919"/>
                <a:gd name="connsiteY39" fmla="*/ 92523 h 632568"/>
                <a:gd name="connsiteX40" fmla="*/ 450476 w 507919"/>
                <a:gd name="connsiteY40" fmla="*/ 113021 h 632568"/>
                <a:gd name="connsiteX41" fmla="*/ 399647 w 507919"/>
                <a:gd name="connsiteY41" fmla="*/ 147101 h 632568"/>
                <a:gd name="connsiteX42" fmla="*/ 386899 w 507919"/>
                <a:gd name="connsiteY42" fmla="*/ 141851 h 632568"/>
                <a:gd name="connsiteX43" fmla="*/ 394481 w 507919"/>
                <a:gd name="connsiteY43" fmla="*/ 122520 h 632568"/>
                <a:gd name="connsiteX44" fmla="*/ 402397 w 507919"/>
                <a:gd name="connsiteY44" fmla="*/ 115270 h 632568"/>
                <a:gd name="connsiteX45" fmla="*/ 402397 w 507919"/>
                <a:gd name="connsiteY45" fmla="*/ 115270 h 632568"/>
                <a:gd name="connsiteX46" fmla="*/ 259910 w 507919"/>
                <a:gd name="connsiteY46" fmla="*/ 28445 h 632568"/>
                <a:gd name="connsiteX47" fmla="*/ 330987 w 507919"/>
                <a:gd name="connsiteY47" fmla="*/ 12780 h 632568"/>
                <a:gd name="connsiteX48" fmla="*/ 382482 w 507919"/>
                <a:gd name="connsiteY48" fmla="*/ 62608 h 632568"/>
                <a:gd name="connsiteX49" fmla="*/ 371650 w 507919"/>
                <a:gd name="connsiteY49" fmla="*/ 137685 h 632568"/>
                <a:gd name="connsiteX50" fmla="*/ 319488 w 507919"/>
                <a:gd name="connsiteY50" fmla="*/ 143351 h 632568"/>
                <a:gd name="connsiteX51" fmla="*/ 295823 w 507919"/>
                <a:gd name="connsiteY51" fmla="*/ 102022 h 632568"/>
                <a:gd name="connsiteX52" fmla="*/ 231496 w 507919"/>
                <a:gd name="connsiteY52" fmla="*/ 78024 h 632568"/>
                <a:gd name="connsiteX53" fmla="*/ 225163 w 507919"/>
                <a:gd name="connsiteY53" fmla="*/ 77190 h 632568"/>
                <a:gd name="connsiteX54" fmla="*/ 259910 w 507919"/>
                <a:gd name="connsiteY54" fmla="*/ 28445 h 632568"/>
                <a:gd name="connsiteX55" fmla="*/ 259910 w 507919"/>
                <a:gd name="connsiteY55" fmla="*/ 28445 h 632568"/>
                <a:gd name="connsiteX56" fmla="*/ 126422 w 507919"/>
                <a:gd name="connsiteY56" fmla="*/ 182098 h 632568"/>
                <a:gd name="connsiteX57" fmla="*/ 143420 w 507919"/>
                <a:gd name="connsiteY57" fmla="*/ 130852 h 632568"/>
                <a:gd name="connsiteX58" fmla="*/ 180167 w 507919"/>
                <a:gd name="connsiteY58" fmla="*/ 95189 h 632568"/>
                <a:gd name="connsiteX59" fmla="*/ 237995 w 507919"/>
                <a:gd name="connsiteY59" fmla="*/ 86357 h 632568"/>
                <a:gd name="connsiteX60" fmla="*/ 285491 w 507919"/>
                <a:gd name="connsiteY60" fmla="*/ 110188 h 632568"/>
                <a:gd name="connsiteX61" fmla="*/ 310072 w 507919"/>
                <a:gd name="connsiteY61" fmla="*/ 192430 h 632568"/>
                <a:gd name="connsiteX62" fmla="*/ 291324 w 507919"/>
                <a:gd name="connsiteY62" fmla="*/ 236926 h 632568"/>
                <a:gd name="connsiteX63" fmla="*/ 278658 w 507919"/>
                <a:gd name="connsiteY63" fmla="*/ 253508 h 632568"/>
                <a:gd name="connsiteX64" fmla="*/ 248911 w 507919"/>
                <a:gd name="connsiteY64" fmla="*/ 264757 h 632568"/>
                <a:gd name="connsiteX65" fmla="*/ 206998 w 507919"/>
                <a:gd name="connsiteY65" fmla="*/ 305837 h 632568"/>
                <a:gd name="connsiteX66" fmla="*/ 189500 w 507919"/>
                <a:gd name="connsiteY66" fmla="*/ 341750 h 632568"/>
                <a:gd name="connsiteX67" fmla="*/ 174251 w 507919"/>
                <a:gd name="connsiteY67" fmla="*/ 353499 h 632568"/>
                <a:gd name="connsiteX68" fmla="*/ 172501 w 507919"/>
                <a:gd name="connsiteY68" fmla="*/ 328918 h 632568"/>
                <a:gd name="connsiteX69" fmla="*/ 181167 w 507919"/>
                <a:gd name="connsiteY69" fmla="*/ 281006 h 632568"/>
                <a:gd name="connsiteX70" fmla="*/ 156669 w 507919"/>
                <a:gd name="connsiteY70" fmla="*/ 281089 h 632568"/>
                <a:gd name="connsiteX71" fmla="*/ 151420 w 507919"/>
                <a:gd name="connsiteY71" fmla="*/ 237593 h 632568"/>
                <a:gd name="connsiteX72" fmla="*/ 126422 w 507919"/>
                <a:gd name="connsiteY72" fmla="*/ 182098 h 632568"/>
                <a:gd name="connsiteX73" fmla="*/ 126422 w 507919"/>
                <a:gd name="connsiteY73" fmla="*/ 182098 h 632568"/>
                <a:gd name="connsiteX74" fmla="*/ 131838 w 507919"/>
                <a:gd name="connsiteY74" fmla="*/ 443241 h 632568"/>
                <a:gd name="connsiteX75" fmla="*/ 126922 w 507919"/>
                <a:gd name="connsiteY75" fmla="*/ 456157 h 632568"/>
                <a:gd name="connsiteX76" fmla="*/ 116090 w 507919"/>
                <a:gd name="connsiteY76" fmla="*/ 483071 h 632568"/>
                <a:gd name="connsiteX77" fmla="*/ 85342 w 507919"/>
                <a:gd name="connsiteY77" fmla="*/ 476571 h 632568"/>
                <a:gd name="connsiteX78" fmla="*/ 95508 w 507919"/>
                <a:gd name="connsiteY78" fmla="*/ 448824 h 632568"/>
                <a:gd name="connsiteX79" fmla="*/ 101174 w 507919"/>
                <a:gd name="connsiteY79" fmla="*/ 431409 h 632568"/>
                <a:gd name="connsiteX80" fmla="*/ 131838 w 507919"/>
                <a:gd name="connsiteY80" fmla="*/ 443241 h 632568"/>
                <a:gd name="connsiteX81" fmla="*/ 131838 w 507919"/>
                <a:gd name="connsiteY81" fmla="*/ 443241 h 632568"/>
                <a:gd name="connsiteX82" fmla="*/ 101674 w 507919"/>
                <a:gd name="connsiteY82" fmla="*/ 429159 h 632568"/>
                <a:gd name="connsiteX83" fmla="*/ 112840 w 507919"/>
                <a:gd name="connsiteY83" fmla="*/ 388996 h 632568"/>
                <a:gd name="connsiteX84" fmla="*/ 144754 w 507919"/>
                <a:gd name="connsiteY84" fmla="*/ 398995 h 632568"/>
                <a:gd name="connsiteX85" fmla="*/ 146837 w 507919"/>
                <a:gd name="connsiteY85" fmla="*/ 399495 h 632568"/>
                <a:gd name="connsiteX86" fmla="*/ 134338 w 507919"/>
                <a:gd name="connsiteY86" fmla="*/ 436158 h 632568"/>
                <a:gd name="connsiteX87" fmla="*/ 101674 w 507919"/>
                <a:gd name="connsiteY87" fmla="*/ 429159 h 632568"/>
                <a:gd name="connsiteX88" fmla="*/ 101674 w 507919"/>
                <a:gd name="connsiteY88" fmla="*/ 429159 h 632568"/>
                <a:gd name="connsiteX89" fmla="*/ 112923 w 507919"/>
                <a:gd name="connsiteY89" fmla="*/ 491403 h 632568"/>
                <a:gd name="connsiteX90" fmla="*/ 104257 w 507919"/>
                <a:gd name="connsiteY90" fmla="*/ 522317 h 632568"/>
                <a:gd name="connsiteX91" fmla="*/ 104591 w 507919"/>
                <a:gd name="connsiteY91" fmla="*/ 523567 h 632568"/>
                <a:gd name="connsiteX92" fmla="*/ 91092 w 507919"/>
                <a:gd name="connsiteY92" fmla="*/ 522651 h 632568"/>
                <a:gd name="connsiteX93" fmla="*/ 70260 w 507919"/>
                <a:gd name="connsiteY93" fmla="*/ 515485 h 632568"/>
                <a:gd name="connsiteX94" fmla="*/ 71177 w 507919"/>
                <a:gd name="connsiteY94" fmla="*/ 513068 h 632568"/>
                <a:gd name="connsiteX95" fmla="*/ 82259 w 507919"/>
                <a:gd name="connsiteY95" fmla="*/ 484487 h 632568"/>
                <a:gd name="connsiteX96" fmla="*/ 112923 w 507919"/>
                <a:gd name="connsiteY96" fmla="*/ 491403 h 632568"/>
                <a:gd name="connsiteX97" fmla="*/ 112923 w 507919"/>
                <a:gd name="connsiteY97" fmla="*/ 491403 h 632568"/>
                <a:gd name="connsiteX98" fmla="*/ 140337 w 507919"/>
                <a:gd name="connsiteY98" fmla="*/ 436825 h 632568"/>
                <a:gd name="connsiteX99" fmla="*/ 149753 w 507919"/>
                <a:gd name="connsiteY99" fmla="*/ 400245 h 632568"/>
                <a:gd name="connsiteX100" fmla="*/ 196915 w 507919"/>
                <a:gd name="connsiteY100" fmla="*/ 403328 h 632568"/>
                <a:gd name="connsiteX101" fmla="*/ 184083 w 507919"/>
                <a:gd name="connsiteY101" fmla="*/ 437242 h 632568"/>
                <a:gd name="connsiteX102" fmla="*/ 161752 w 507919"/>
                <a:gd name="connsiteY102" fmla="*/ 437575 h 632568"/>
                <a:gd name="connsiteX103" fmla="*/ 140337 w 507919"/>
                <a:gd name="connsiteY103" fmla="*/ 436825 h 632568"/>
                <a:gd name="connsiteX104" fmla="*/ 140337 w 507919"/>
                <a:gd name="connsiteY104" fmla="*/ 436825 h 632568"/>
                <a:gd name="connsiteX105" fmla="*/ 151836 w 507919"/>
                <a:gd name="connsiteY105" fmla="*/ 391162 h 632568"/>
                <a:gd name="connsiteX106" fmla="*/ 154836 w 507919"/>
                <a:gd name="connsiteY106" fmla="*/ 377080 h 632568"/>
                <a:gd name="connsiteX107" fmla="*/ 154003 w 507919"/>
                <a:gd name="connsiteY107" fmla="*/ 376914 h 632568"/>
                <a:gd name="connsiteX108" fmla="*/ 149837 w 507919"/>
                <a:gd name="connsiteY108" fmla="*/ 390579 h 632568"/>
                <a:gd name="connsiteX109" fmla="*/ 115590 w 507919"/>
                <a:gd name="connsiteY109" fmla="*/ 379330 h 632568"/>
                <a:gd name="connsiteX110" fmla="*/ 125839 w 507919"/>
                <a:gd name="connsiteY110" fmla="*/ 342833 h 632568"/>
                <a:gd name="connsiteX111" fmla="*/ 155336 w 507919"/>
                <a:gd name="connsiteY111" fmla="*/ 351416 h 632568"/>
                <a:gd name="connsiteX112" fmla="*/ 194999 w 507919"/>
                <a:gd name="connsiteY112" fmla="*/ 358082 h 632568"/>
                <a:gd name="connsiteX113" fmla="*/ 207748 w 507919"/>
                <a:gd name="connsiteY113" fmla="*/ 361832 h 632568"/>
                <a:gd name="connsiteX114" fmla="*/ 213831 w 507919"/>
                <a:gd name="connsiteY114" fmla="*/ 362581 h 632568"/>
                <a:gd name="connsiteX115" fmla="*/ 205665 w 507919"/>
                <a:gd name="connsiteY115" fmla="*/ 383329 h 632568"/>
                <a:gd name="connsiteX116" fmla="*/ 200165 w 507919"/>
                <a:gd name="connsiteY116" fmla="*/ 396329 h 632568"/>
                <a:gd name="connsiteX117" fmla="*/ 151836 w 507919"/>
                <a:gd name="connsiteY117" fmla="*/ 391162 h 632568"/>
                <a:gd name="connsiteX118" fmla="*/ 151836 w 507919"/>
                <a:gd name="connsiteY118" fmla="*/ 391162 h 632568"/>
                <a:gd name="connsiteX119" fmla="*/ 108423 w 507919"/>
                <a:gd name="connsiteY119" fmla="*/ 303753 h 632568"/>
                <a:gd name="connsiteX120" fmla="*/ 124005 w 507919"/>
                <a:gd name="connsiteY120" fmla="*/ 252258 h 632568"/>
                <a:gd name="connsiteX121" fmla="*/ 131588 w 507919"/>
                <a:gd name="connsiteY121" fmla="*/ 230927 h 632568"/>
                <a:gd name="connsiteX122" fmla="*/ 133671 w 507919"/>
                <a:gd name="connsiteY122" fmla="*/ 220094 h 632568"/>
                <a:gd name="connsiteX123" fmla="*/ 136171 w 507919"/>
                <a:gd name="connsiteY123" fmla="*/ 224261 h 632568"/>
                <a:gd name="connsiteX124" fmla="*/ 130255 w 507919"/>
                <a:gd name="connsiteY124" fmla="*/ 271923 h 632568"/>
                <a:gd name="connsiteX125" fmla="*/ 151503 w 507919"/>
                <a:gd name="connsiteY125" fmla="*/ 291171 h 632568"/>
                <a:gd name="connsiteX126" fmla="*/ 167168 w 507919"/>
                <a:gd name="connsiteY126" fmla="*/ 289838 h 632568"/>
                <a:gd name="connsiteX127" fmla="*/ 174251 w 507919"/>
                <a:gd name="connsiteY127" fmla="*/ 298421 h 632568"/>
                <a:gd name="connsiteX128" fmla="*/ 170585 w 507919"/>
                <a:gd name="connsiteY128" fmla="*/ 306503 h 632568"/>
                <a:gd name="connsiteX129" fmla="*/ 155586 w 507919"/>
                <a:gd name="connsiteY129" fmla="*/ 342500 h 632568"/>
                <a:gd name="connsiteX130" fmla="*/ 139337 w 507919"/>
                <a:gd name="connsiteY130" fmla="*/ 339834 h 632568"/>
                <a:gd name="connsiteX131" fmla="*/ 127422 w 507919"/>
                <a:gd name="connsiteY131" fmla="*/ 336917 h 632568"/>
                <a:gd name="connsiteX132" fmla="*/ 132338 w 507919"/>
                <a:gd name="connsiteY132" fmla="*/ 322002 h 632568"/>
                <a:gd name="connsiteX133" fmla="*/ 132005 w 507919"/>
                <a:gd name="connsiteY133" fmla="*/ 321918 h 632568"/>
                <a:gd name="connsiteX134" fmla="*/ 127088 w 507919"/>
                <a:gd name="connsiteY134" fmla="*/ 336834 h 632568"/>
                <a:gd name="connsiteX135" fmla="*/ 108257 w 507919"/>
                <a:gd name="connsiteY135" fmla="*/ 329751 h 632568"/>
                <a:gd name="connsiteX136" fmla="*/ 107757 w 507919"/>
                <a:gd name="connsiteY136" fmla="*/ 330418 h 632568"/>
                <a:gd name="connsiteX137" fmla="*/ 125172 w 507919"/>
                <a:gd name="connsiteY137" fmla="*/ 342500 h 632568"/>
                <a:gd name="connsiteX138" fmla="*/ 112590 w 507919"/>
                <a:gd name="connsiteY138" fmla="*/ 378080 h 632568"/>
                <a:gd name="connsiteX139" fmla="*/ 86926 w 507919"/>
                <a:gd name="connsiteY139" fmla="*/ 365748 h 632568"/>
                <a:gd name="connsiteX140" fmla="*/ 108423 w 507919"/>
                <a:gd name="connsiteY140" fmla="*/ 303753 h 632568"/>
                <a:gd name="connsiteX141" fmla="*/ 108423 w 507919"/>
                <a:gd name="connsiteY141" fmla="*/ 303753 h 632568"/>
                <a:gd name="connsiteX142" fmla="*/ 78759 w 507919"/>
                <a:gd name="connsiteY142" fmla="*/ 388829 h 632568"/>
                <a:gd name="connsiteX143" fmla="*/ 84676 w 507919"/>
                <a:gd name="connsiteY143" fmla="*/ 372497 h 632568"/>
                <a:gd name="connsiteX144" fmla="*/ 109257 w 507919"/>
                <a:gd name="connsiteY144" fmla="*/ 387579 h 632568"/>
                <a:gd name="connsiteX145" fmla="*/ 85092 w 507919"/>
                <a:gd name="connsiteY145" fmla="*/ 450491 h 632568"/>
                <a:gd name="connsiteX146" fmla="*/ 76427 w 507919"/>
                <a:gd name="connsiteY146" fmla="*/ 473155 h 632568"/>
                <a:gd name="connsiteX147" fmla="*/ 53262 w 507919"/>
                <a:gd name="connsiteY147" fmla="*/ 456906 h 632568"/>
                <a:gd name="connsiteX148" fmla="*/ 78759 w 507919"/>
                <a:gd name="connsiteY148" fmla="*/ 388829 h 632568"/>
                <a:gd name="connsiteX149" fmla="*/ 78759 w 507919"/>
                <a:gd name="connsiteY149" fmla="*/ 388829 h 632568"/>
                <a:gd name="connsiteX150" fmla="*/ 23098 w 507919"/>
                <a:gd name="connsiteY150" fmla="*/ 550731 h 632568"/>
                <a:gd name="connsiteX151" fmla="*/ 52095 w 507919"/>
                <a:gd name="connsiteY151" fmla="*/ 459989 h 632568"/>
                <a:gd name="connsiteX152" fmla="*/ 73677 w 507919"/>
                <a:gd name="connsiteY152" fmla="*/ 480404 h 632568"/>
                <a:gd name="connsiteX153" fmla="*/ 63011 w 507919"/>
                <a:gd name="connsiteY153" fmla="*/ 511068 h 632568"/>
                <a:gd name="connsiteX154" fmla="*/ 59845 w 507919"/>
                <a:gd name="connsiteY154" fmla="*/ 508902 h 632568"/>
                <a:gd name="connsiteX155" fmla="*/ 59011 w 507919"/>
                <a:gd name="connsiteY155" fmla="*/ 509735 h 632568"/>
                <a:gd name="connsiteX156" fmla="*/ 62344 w 507919"/>
                <a:gd name="connsiteY156" fmla="*/ 512818 h 632568"/>
                <a:gd name="connsiteX157" fmla="*/ 48179 w 507919"/>
                <a:gd name="connsiteY157" fmla="*/ 562480 h 632568"/>
                <a:gd name="connsiteX158" fmla="*/ 22348 w 507919"/>
                <a:gd name="connsiteY158" fmla="*/ 554231 h 632568"/>
                <a:gd name="connsiteX159" fmla="*/ 23098 w 507919"/>
                <a:gd name="connsiteY159" fmla="*/ 550731 h 632568"/>
                <a:gd name="connsiteX160" fmla="*/ 23098 w 507919"/>
                <a:gd name="connsiteY160" fmla="*/ 550731 h 632568"/>
                <a:gd name="connsiteX161" fmla="*/ 103174 w 507919"/>
                <a:gd name="connsiteY161" fmla="*/ 541399 h 632568"/>
                <a:gd name="connsiteX162" fmla="*/ 43929 w 507919"/>
                <a:gd name="connsiteY162" fmla="*/ 600060 h 632568"/>
                <a:gd name="connsiteX163" fmla="*/ 27014 w 507919"/>
                <a:gd name="connsiteY163" fmla="*/ 613392 h 632568"/>
                <a:gd name="connsiteX164" fmla="*/ 15932 w 507919"/>
                <a:gd name="connsiteY164" fmla="*/ 594561 h 632568"/>
                <a:gd name="connsiteX165" fmla="*/ 21515 w 507919"/>
                <a:gd name="connsiteY165" fmla="*/ 557897 h 632568"/>
                <a:gd name="connsiteX166" fmla="*/ 36263 w 507919"/>
                <a:gd name="connsiteY166" fmla="*/ 565480 h 632568"/>
                <a:gd name="connsiteX167" fmla="*/ 46846 w 507919"/>
                <a:gd name="connsiteY167" fmla="*/ 567980 h 632568"/>
                <a:gd name="connsiteX168" fmla="*/ 43513 w 507919"/>
                <a:gd name="connsiteY168" fmla="*/ 583895 h 632568"/>
                <a:gd name="connsiteX169" fmla="*/ 46096 w 507919"/>
                <a:gd name="connsiteY169" fmla="*/ 584478 h 632568"/>
                <a:gd name="connsiteX170" fmla="*/ 50512 w 507919"/>
                <a:gd name="connsiteY170" fmla="*/ 568647 h 632568"/>
                <a:gd name="connsiteX171" fmla="*/ 66511 w 507919"/>
                <a:gd name="connsiteY171" fmla="*/ 568729 h 632568"/>
                <a:gd name="connsiteX172" fmla="*/ 66344 w 507919"/>
                <a:gd name="connsiteY172" fmla="*/ 564730 h 632568"/>
                <a:gd name="connsiteX173" fmla="*/ 52345 w 507919"/>
                <a:gd name="connsiteY173" fmla="*/ 562980 h 632568"/>
                <a:gd name="connsiteX174" fmla="*/ 68927 w 507919"/>
                <a:gd name="connsiteY174" fmla="*/ 518651 h 632568"/>
                <a:gd name="connsiteX175" fmla="*/ 87259 w 507919"/>
                <a:gd name="connsiteY175" fmla="*/ 528733 h 632568"/>
                <a:gd name="connsiteX176" fmla="*/ 113256 w 507919"/>
                <a:gd name="connsiteY176" fmla="*/ 531733 h 632568"/>
                <a:gd name="connsiteX177" fmla="*/ 103174 w 507919"/>
                <a:gd name="connsiteY177" fmla="*/ 541399 h 632568"/>
                <a:gd name="connsiteX178" fmla="*/ 103174 w 507919"/>
                <a:gd name="connsiteY178" fmla="*/ 541399 h 632568"/>
                <a:gd name="connsiteX179" fmla="*/ 121672 w 507919"/>
                <a:gd name="connsiteY179" fmla="*/ 523650 h 632568"/>
                <a:gd name="connsiteX180" fmla="*/ 107340 w 507919"/>
                <a:gd name="connsiteY180" fmla="*/ 523567 h 632568"/>
                <a:gd name="connsiteX181" fmla="*/ 118839 w 507919"/>
                <a:gd name="connsiteY181" fmla="*/ 498653 h 632568"/>
                <a:gd name="connsiteX182" fmla="*/ 121256 w 507919"/>
                <a:gd name="connsiteY182" fmla="*/ 491903 h 632568"/>
                <a:gd name="connsiteX183" fmla="*/ 139504 w 507919"/>
                <a:gd name="connsiteY183" fmla="*/ 491570 h 632568"/>
                <a:gd name="connsiteX184" fmla="*/ 139837 w 507919"/>
                <a:gd name="connsiteY184" fmla="*/ 487487 h 632568"/>
                <a:gd name="connsiteX185" fmla="*/ 124089 w 507919"/>
                <a:gd name="connsiteY185" fmla="*/ 484404 h 632568"/>
                <a:gd name="connsiteX186" fmla="*/ 133588 w 507919"/>
                <a:gd name="connsiteY186" fmla="*/ 458573 h 632568"/>
                <a:gd name="connsiteX187" fmla="*/ 138087 w 507919"/>
                <a:gd name="connsiteY187" fmla="*/ 444574 h 632568"/>
                <a:gd name="connsiteX188" fmla="*/ 152503 w 507919"/>
                <a:gd name="connsiteY188" fmla="*/ 446324 h 632568"/>
                <a:gd name="connsiteX189" fmla="*/ 202165 w 507919"/>
                <a:gd name="connsiteY189" fmla="*/ 446907 h 632568"/>
                <a:gd name="connsiteX190" fmla="*/ 121672 w 507919"/>
                <a:gd name="connsiteY190" fmla="*/ 523650 h 632568"/>
                <a:gd name="connsiteX191" fmla="*/ 121672 w 507919"/>
                <a:gd name="connsiteY191" fmla="*/ 523650 h 632568"/>
                <a:gd name="connsiteX192" fmla="*/ 323821 w 507919"/>
                <a:gd name="connsiteY192" fmla="*/ 319169 h 632568"/>
                <a:gd name="connsiteX193" fmla="*/ 293907 w 507919"/>
                <a:gd name="connsiteY193" fmla="*/ 352666 h 632568"/>
                <a:gd name="connsiteX194" fmla="*/ 239995 w 507919"/>
                <a:gd name="connsiteY194" fmla="*/ 408994 h 632568"/>
                <a:gd name="connsiteX195" fmla="*/ 253327 w 507919"/>
                <a:gd name="connsiteY195" fmla="*/ 361248 h 632568"/>
                <a:gd name="connsiteX196" fmla="*/ 252827 w 507919"/>
                <a:gd name="connsiteY196" fmla="*/ 361082 h 632568"/>
                <a:gd name="connsiteX197" fmla="*/ 235829 w 507919"/>
                <a:gd name="connsiteY197" fmla="*/ 407744 h 632568"/>
                <a:gd name="connsiteX198" fmla="*/ 238745 w 507919"/>
                <a:gd name="connsiteY198" fmla="*/ 410244 h 632568"/>
                <a:gd name="connsiteX199" fmla="*/ 232912 w 507919"/>
                <a:gd name="connsiteY199" fmla="*/ 416243 h 632568"/>
                <a:gd name="connsiteX200" fmla="*/ 210248 w 507919"/>
                <a:gd name="connsiteY200" fmla="*/ 439074 h 632568"/>
                <a:gd name="connsiteX201" fmla="*/ 193749 w 507919"/>
                <a:gd name="connsiteY201" fmla="*/ 437491 h 632568"/>
                <a:gd name="connsiteX202" fmla="*/ 207581 w 507919"/>
                <a:gd name="connsiteY202" fmla="*/ 402495 h 632568"/>
                <a:gd name="connsiteX203" fmla="*/ 233912 w 507919"/>
                <a:gd name="connsiteY203" fmla="*/ 398495 h 632568"/>
                <a:gd name="connsiteX204" fmla="*/ 233496 w 507919"/>
                <a:gd name="connsiteY204" fmla="*/ 396245 h 632568"/>
                <a:gd name="connsiteX205" fmla="*/ 209414 w 507919"/>
                <a:gd name="connsiteY205" fmla="*/ 396495 h 632568"/>
                <a:gd name="connsiteX206" fmla="*/ 211831 w 507919"/>
                <a:gd name="connsiteY206" fmla="*/ 388163 h 632568"/>
                <a:gd name="connsiteX207" fmla="*/ 219164 w 507919"/>
                <a:gd name="connsiteY207" fmla="*/ 362915 h 632568"/>
                <a:gd name="connsiteX208" fmla="*/ 229080 w 507919"/>
                <a:gd name="connsiteY208" fmla="*/ 362498 h 632568"/>
                <a:gd name="connsiteX209" fmla="*/ 229746 w 507919"/>
                <a:gd name="connsiteY209" fmla="*/ 359498 h 632568"/>
                <a:gd name="connsiteX210" fmla="*/ 220997 w 507919"/>
                <a:gd name="connsiteY210" fmla="*/ 356582 h 632568"/>
                <a:gd name="connsiteX211" fmla="*/ 230412 w 507919"/>
                <a:gd name="connsiteY211" fmla="*/ 324168 h 632568"/>
                <a:gd name="connsiteX212" fmla="*/ 261327 w 507919"/>
                <a:gd name="connsiteY212" fmla="*/ 328835 h 632568"/>
                <a:gd name="connsiteX213" fmla="*/ 261743 w 507919"/>
                <a:gd name="connsiteY213" fmla="*/ 324085 h 632568"/>
                <a:gd name="connsiteX214" fmla="*/ 231079 w 507919"/>
                <a:gd name="connsiteY214" fmla="*/ 322252 h 632568"/>
                <a:gd name="connsiteX215" fmla="*/ 231829 w 507919"/>
                <a:gd name="connsiteY215" fmla="*/ 319669 h 632568"/>
                <a:gd name="connsiteX216" fmla="*/ 231079 w 507919"/>
                <a:gd name="connsiteY216" fmla="*/ 319419 h 632568"/>
                <a:gd name="connsiteX217" fmla="*/ 229913 w 507919"/>
                <a:gd name="connsiteY217" fmla="*/ 322335 h 632568"/>
                <a:gd name="connsiteX218" fmla="*/ 228746 w 507919"/>
                <a:gd name="connsiteY218" fmla="*/ 322335 h 632568"/>
                <a:gd name="connsiteX219" fmla="*/ 228829 w 507919"/>
                <a:gd name="connsiteY219" fmla="*/ 324168 h 632568"/>
                <a:gd name="connsiteX220" fmla="*/ 229162 w 507919"/>
                <a:gd name="connsiteY220" fmla="*/ 324168 h 632568"/>
                <a:gd name="connsiteX221" fmla="*/ 216664 w 507919"/>
                <a:gd name="connsiteY221" fmla="*/ 355999 h 632568"/>
                <a:gd name="connsiteX222" fmla="*/ 211831 w 507919"/>
                <a:gd name="connsiteY222" fmla="*/ 355332 h 632568"/>
                <a:gd name="connsiteX223" fmla="*/ 200498 w 507919"/>
                <a:gd name="connsiteY223" fmla="*/ 353249 h 632568"/>
                <a:gd name="connsiteX224" fmla="*/ 201165 w 507919"/>
                <a:gd name="connsiteY224" fmla="*/ 352499 h 632568"/>
                <a:gd name="connsiteX225" fmla="*/ 219913 w 507919"/>
                <a:gd name="connsiteY225" fmla="*/ 315003 h 632568"/>
                <a:gd name="connsiteX226" fmla="*/ 232746 w 507919"/>
                <a:gd name="connsiteY226" fmla="*/ 287588 h 632568"/>
                <a:gd name="connsiteX227" fmla="*/ 250077 w 507919"/>
                <a:gd name="connsiteY227" fmla="*/ 277423 h 632568"/>
                <a:gd name="connsiteX228" fmla="*/ 261826 w 507919"/>
                <a:gd name="connsiteY228" fmla="*/ 302920 h 632568"/>
                <a:gd name="connsiteX229" fmla="*/ 273659 w 507919"/>
                <a:gd name="connsiteY229" fmla="*/ 310586 h 632568"/>
                <a:gd name="connsiteX230" fmla="*/ 260076 w 507919"/>
                <a:gd name="connsiteY230" fmla="*/ 333751 h 632568"/>
                <a:gd name="connsiteX231" fmla="*/ 250161 w 507919"/>
                <a:gd name="connsiteY231" fmla="*/ 351499 h 632568"/>
                <a:gd name="connsiteX232" fmla="*/ 253910 w 507919"/>
                <a:gd name="connsiteY232" fmla="*/ 357332 h 632568"/>
                <a:gd name="connsiteX233" fmla="*/ 290240 w 507919"/>
                <a:gd name="connsiteY233" fmla="*/ 338334 h 632568"/>
                <a:gd name="connsiteX234" fmla="*/ 305322 w 507919"/>
                <a:gd name="connsiteY234" fmla="*/ 317752 h 632568"/>
                <a:gd name="connsiteX235" fmla="*/ 341902 w 507919"/>
                <a:gd name="connsiteY235" fmla="*/ 295754 h 632568"/>
                <a:gd name="connsiteX236" fmla="*/ 345402 w 507919"/>
                <a:gd name="connsiteY236" fmla="*/ 295337 h 632568"/>
                <a:gd name="connsiteX237" fmla="*/ 323821 w 507919"/>
                <a:gd name="connsiteY237" fmla="*/ 319169 h 632568"/>
                <a:gd name="connsiteX238" fmla="*/ 323821 w 507919"/>
                <a:gd name="connsiteY238" fmla="*/ 319169 h 632568"/>
                <a:gd name="connsiteX239" fmla="*/ 396148 w 507919"/>
                <a:gd name="connsiteY239" fmla="*/ 244259 h 632568"/>
                <a:gd name="connsiteX240" fmla="*/ 361067 w 507919"/>
                <a:gd name="connsiteY240" fmla="*/ 276589 h 632568"/>
                <a:gd name="connsiteX241" fmla="*/ 321488 w 507919"/>
                <a:gd name="connsiteY241" fmla="*/ 288338 h 632568"/>
                <a:gd name="connsiteX242" fmla="*/ 297657 w 507919"/>
                <a:gd name="connsiteY242" fmla="*/ 313503 h 632568"/>
                <a:gd name="connsiteX243" fmla="*/ 261826 w 507919"/>
                <a:gd name="connsiteY243" fmla="*/ 347166 h 632568"/>
                <a:gd name="connsiteX244" fmla="*/ 279575 w 507919"/>
                <a:gd name="connsiteY244" fmla="*/ 323585 h 632568"/>
                <a:gd name="connsiteX245" fmla="*/ 285824 w 507919"/>
                <a:gd name="connsiteY245" fmla="*/ 301254 h 632568"/>
                <a:gd name="connsiteX246" fmla="*/ 276492 w 507919"/>
                <a:gd name="connsiteY246" fmla="*/ 291671 h 632568"/>
                <a:gd name="connsiteX247" fmla="*/ 261993 w 507919"/>
                <a:gd name="connsiteY247" fmla="*/ 284755 h 632568"/>
                <a:gd name="connsiteX248" fmla="*/ 262076 w 507919"/>
                <a:gd name="connsiteY248" fmla="*/ 274089 h 632568"/>
                <a:gd name="connsiteX249" fmla="*/ 262576 w 507919"/>
                <a:gd name="connsiteY249" fmla="*/ 273923 h 632568"/>
                <a:gd name="connsiteX250" fmla="*/ 319404 w 507919"/>
                <a:gd name="connsiteY250" fmla="*/ 197430 h 632568"/>
                <a:gd name="connsiteX251" fmla="*/ 321321 w 507919"/>
                <a:gd name="connsiteY251" fmla="*/ 151351 h 632568"/>
                <a:gd name="connsiteX252" fmla="*/ 403564 w 507919"/>
                <a:gd name="connsiteY252" fmla="*/ 164516 h 632568"/>
                <a:gd name="connsiteX253" fmla="*/ 417979 w 507919"/>
                <a:gd name="connsiteY253" fmla="*/ 208929 h 632568"/>
                <a:gd name="connsiteX254" fmla="*/ 396148 w 507919"/>
                <a:gd name="connsiteY254" fmla="*/ 244259 h 632568"/>
                <a:gd name="connsiteX255" fmla="*/ 396148 w 507919"/>
                <a:gd name="connsiteY255" fmla="*/ 244259 h 632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Lst>
              <a:rect l="l" t="t" r="r" b="b"/>
              <a:pathLst>
                <a:path w="507919" h="632568">
                  <a:moveTo>
                    <a:pt x="408647" y="152351"/>
                  </a:moveTo>
                  <a:cubicBezTo>
                    <a:pt x="431811" y="137352"/>
                    <a:pt x="455143" y="122436"/>
                    <a:pt x="477640" y="106355"/>
                  </a:cubicBezTo>
                  <a:cubicBezTo>
                    <a:pt x="485889" y="100439"/>
                    <a:pt x="503221" y="90856"/>
                    <a:pt x="507138" y="80773"/>
                  </a:cubicBezTo>
                  <a:cubicBezTo>
                    <a:pt x="510804" y="71358"/>
                    <a:pt x="500638" y="63775"/>
                    <a:pt x="496055" y="56526"/>
                  </a:cubicBezTo>
                  <a:cubicBezTo>
                    <a:pt x="492056" y="50276"/>
                    <a:pt x="489722" y="37194"/>
                    <a:pt x="480223" y="38944"/>
                  </a:cubicBezTo>
                  <a:cubicBezTo>
                    <a:pt x="477307" y="39444"/>
                    <a:pt x="475391" y="41944"/>
                    <a:pt x="473141" y="43694"/>
                  </a:cubicBezTo>
                  <a:cubicBezTo>
                    <a:pt x="464725" y="50527"/>
                    <a:pt x="456559" y="57776"/>
                    <a:pt x="448143" y="64692"/>
                  </a:cubicBezTo>
                  <a:cubicBezTo>
                    <a:pt x="434811" y="75691"/>
                    <a:pt x="421229" y="86357"/>
                    <a:pt x="408313" y="97856"/>
                  </a:cubicBezTo>
                  <a:cubicBezTo>
                    <a:pt x="404730" y="101105"/>
                    <a:pt x="400647" y="104438"/>
                    <a:pt x="397064" y="108105"/>
                  </a:cubicBezTo>
                  <a:cubicBezTo>
                    <a:pt x="398980" y="91773"/>
                    <a:pt x="397064" y="74858"/>
                    <a:pt x="391815" y="59525"/>
                  </a:cubicBezTo>
                  <a:cubicBezTo>
                    <a:pt x="382399" y="32028"/>
                    <a:pt x="360567" y="13280"/>
                    <a:pt x="333403" y="4197"/>
                  </a:cubicBezTo>
                  <a:cubicBezTo>
                    <a:pt x="306489" y="-4802"/>
                    <a:pt x="273159" y="1114"/>
                    <a:pt x="250411" y="17696"/>
                  </a:cubicBezTo>
                  <a:cubicBezTo>
                    <a:pt x="234495" y="29278"/>
                    <a:pt x="213581" y="55026"/>
                    <a:pt x="217081" y="76524"/>
                  </a:cubicBezTo>
                  <a:cubicBezTo>
                    <a:pt x="206581" y="76191"/>
                    <a:pt x="196082" y="77190"/>
                    <a:pt x="186000" y="79940"/>
                  </a:cubicBezTo>
                  <a:cubicBezTo>
                    <a:pt x="154919" y="88356"/>
                    <a:pt x="134088" y="115354"/>
                    <a:pt x="120173" y="142935"/>
                  </a:cubicBezTo>
                  <a:cubicBezTo>
                    <a:pt x="114007" y="155267"/>
                    <a:pt x="109507" y="170099"/>
                    <a:pt x="112423" y="183848"/>
                  </a:cubicBezTo>
                  <a:cubicBezTo>
                    <a:pt x="114923" y="195680"/>
                    <a:pt x="122006" y="203846"/>
                    <a:pt x="128671" y="212678"/>
                  </a:cubicBezTo>
                  <a:cubicBezTo>
                    <a:pt x="122672" y="223594"/>
                    <a:pt x="118756" y="237260"/>
                    <a:pt x="114589" y="248675"/>
                  </a:cubicBezTo>
                  <a:cubicBezTo>
                    <a:pt x="108923" y="264090"/>
                    <a:pt x="104174" y="279839"/>
                    <a:pt x="99174" y="295504"/>
                  </a:cubicBezTo>
                  <a:cubicBezTo>
                    <a:pt x="89925" y="324419"/>
                    <a:pt x="78676" y="352416"/>
                    <a:pt x="68510" y="380913"/>
                  </a:cubicBezTo>
                  <a:cubicBezTo>
                    <a:pt x="57178" y="412827"/>
                    <a:pt x="45512" y="444324"/>
                    <a:pt x="33264" y="475905"/>
                  </a:cubicBezTo>
                  <a:cubicBezTo>
                    <a:pt x="22015" y="505069"/>
                    <a:pt x="12349" y="535566"/>
                    <a:pt x="6016" y="566146"/>
                  </a:cubicBezTo>
                  <a:cubicBezTo>
                    <a:pt x="2600" y="582562"/>
                    <a:pt x="-9149" y="623475"/>
                    <a:pt x="14015" y="631474"/>
                  </a:cubicBezTo>
                  <a:cubicBezTo>
                    <a:pt x="35180" y="638890"/>
                    <a:pt x="60761" y="606643"/>
                    <a:pt x="73344" y="594144"/>
                  </a:cubicBezTo>
                  <a:cubicBezTo>
                    <a:pt x="120339" y="547315"/>
                    <a:pt x="166002" y="499236"/>
                    <a:pt x="213247" y="452740"/>
                  </a:cubicBezTo>
                  <a:cubicBezTo>
                    <a:pt x="240245" y="426076"/>
                    <a:pt x="266909" y="398912"/>
                    <a:pt x="292823" y="371248"/>
                  </a:cubicBezTo>
                  <a:cubicBezTo>
                    <a:pt x="305156" y="358082"/>
                    <a:pt x="317488" y="345000"/>
                    <a:pt x="329404" y="331418"/>
                  </a:cubicBezTo>
                  <a:cubicBezTo>
                    <a:pt x="340570" y="318669"/>
                    <a:pt x="353485" y="306420"/>
                    <a:pt x="362234" y="291838"/>
                  </a:cubicBezTo>
                  <a:cubicBezTo>
                    <a:pt x="373316" y="289338"/>
                    <a:pt x="383815" y="285089"/>
                    <a:pt x="392481" y="276756"/>
                  </a:cubicBezTo>
                  <a:cubicBezTo>
                    <a:pt x="405564" y="264090"/>
                    <a:pt x="416896" y="246759"/>
                    <a:pt x="426145" y="231177"/>
                  </a:cubicBezTo>
                  <a:cubicBezTo>
                    <a:pt x="435144" y="216095"/>
                    <a:pt x="432894" y="197680"/>
                    <a:pt x="430394" y="180848"/>
                  </a:cubicBezTo>
                  <a:cubicBezTo>
                    <a:pt x="428395" y="168516"/>
                    <a:pt x="419229" y="159350"/>
                    <a:pt x="408647" y="152351"/>
                  </a:cubicBezTo>
                  <a:lnTo>
                    <a:pt x="408647" y="152351"/>
                  </a:lnTo>
                  <a:close/>
                  <a:moveTo>
                    <a:pt x="402397" y="115270"/>
                  </a:moveTo>
                  <a:cubicBezTo>
                    <a:pt x="412396" y="106688"/>
                    <a:pt x="422729" y="98522"/>
                    <a:pt x="432644" y="89940"/>
                  </a:cubicBezTo>
                  <a:cubicBezTo>
                    <a:pt x="442560" y="81357"/>
                    <a:pt x="452309" y="72691"/>
                    <a:pt x="462142" y="64025"/>
                  </a:cubicBezTo>
                  <a:cubicBezTo>
                    <a:pt x="465225" y="61359"/>
                    <a:pt x="475057" y="49360"/>
                    <a:pt x="478890" y="49026"/>
                  </a:cubicBezTo>
                  <a:cubicBezTo>
                    <a:pt x="486139" y="48443"/>
                    <a:pt x="486473" y="55526"/>
                    <a:pt x="489639" y="60692"/>
                  </a:cubicBezTo>
                  <a:cubicBezTo>
                    <a:pt x="491722" y="64192"/>
                    <a:pt x="498055" y="69608"/>
                    <a:pt x="498555" y="73441"/>
                  </a:cubicBezTo>
                  <a:cubicBezTo>
                    <a:pt x="499638" y="81190"/>
                    <a:pt x="486473" y="88773"/>
                    <a:pt x="481390" y="92523"/>
                  </a:cubicBezTo>
                  <a:cubicBezTo>
                    <a:pt x="471391" y="99855"/>
                    <a:pt x="460892" y="106355"/>
                    <a:pt x="450476" y="113021"/>
                  </a:cubicBezTo>
                  <a:cubicBezTo>
                    <a:pt x="433394" y="124020"/>
                    <a:pt x="416063" y="135185"/>
                    <a:pt x="399647" y="147101"/>
                  </a:cubicBezTo>
                  <a:cubicBezTo>
                    <a:pt x="395897" y="145268"/>
                    <a:pt x="391565" y="143435"/>
                    <a:pt x="386899" y="141851"/>
                  </a:cubicBezTo>
                  <a:cubicBezTo>
                    <a:pt x="390148" y="135769"/>
                    <a:pt x="392731" y="129269"/>
                    <a:pt x="394481" y="122520"/>
                  </a:cubicBezTo>
                  <a:cubicBezTo>
                    <a:pt x="397481" y="120103"/>
                    <a:pt x="400314" y="117104"/>
                    <a:pt x="402397" y="115270"/>
                  </a:cubicBezTo>
                  <a:lnTo>
                    <a:pt x="402397" y="115270"/>
                  </a:lnTo>
                  <a:close/>
                  <a:moveTo>
                    <a:pt x="259910" y="28445"/>
                  </a:moveTo>
                  <a:cubicBezTo>
                    <a:pt x="279158" y="14696"/>
                    <a:pt x="307572" y="6447"/>
                    <a:pt x="330987" y="12780"/>
                  </a:cubicBezTo>
                  <a:cubicBezTo>
                    <a:pt x="356234" y="19529"/>
                    <a:pt x="376316" y="36778"/>
                    <a:pt x="382482" y="62608"/>
                  </a:cubicBezTo>
                  <a:cubicBezTo>
                    <a:pt x="388482" y="87606"/>
                    <a:pt x="385398" y="116104"/>
                    <a:pt x="371650" y="137685"/>
                  </a:cubicBezTo>
                  <a:cubicBezTo>
                    <a:pt x="352902" y="133769"/>
                    <a:pt x="332237" y="133935"/>
                    <a:pt x="319488" y="143351"/>
                  </a:cubicBezTo>
                  <a:cubicBezTo>
                    <a:pt x="315572" y="128353"/>
                    <a:pt x="307905" y="114271"/>
                    <a:pt x="295823" y="102022"/>
                  </a:cubicBezTo>
                  <a:cubicBezTo>
                    <a:pt x="279408" y="85357"/>
                    <a:pt x="255243" y="78190"/>
                    <a:pt x="231496" y="78024"/>
                  </a:cubicBezTo>
                  <a:cubicBezTo>
                    <a:pt x="229413" y="77690"/>
                    <a:pt x="227246" y="77441"/>
                    <a:pt x="225163" y="77190"/>
                  </a:cubicBezTo>
                  <a:cubicBezTo>
                    <a:pt x="234662" y="59359"/>
                    <a:pt x="242578" y="40861"/>
                    <a:pt x="259910" y="28445"/>
                  </a:cubicBezTo>
                  <a:lnTo>
                    <a:pt x="259910" y="28445"/>
                  </a:lnTo>
                  <a:close/>
                  <a:moveTo>
                    <a:pt x="126422" y="182098"/>
                  </a:moveTo>
                  <a:cubicBezTo>
                    <a:pt x="121922" y="164099"/>
                    <a:pt x="134421" y="145351"/>
                    <a:pt x="143420" y="130852"/>
                  </a:cubicBezTo>
                  <a:cubicBezTo>
                    <a:pt x="152253" y="116604"/>
                    <a:pt x="164752" y="102438"/>
                    <a:pt x="180167" y="95189"/>
                  </a:cubicBezTo>
                  <a:cubicBezTo>
                    <a:pt x="197999" y="86857"/>
                    <a:pt x="218414" y="83940"/>
                    <a:pt x="237995" y="86357"/>
                  </a:cubicBezTo>
                  <a:cubicBezTo>
                    <a:pt x="255827" y="89606"/>
                    <a:pt x="272992" y="97522"/>
                    <a:pt x="285491" y="110188"/>
                  </a:cubicBezTo>
                  <a:cubicBezTo>
                    <a:pt x="307072" y="132019"/>
                    <a:pt x="315238" y="162599"/>
                    <a:pt x="310072" y="192430"/>
                  </a:cubicBezTo>
                  <a:cubicBezTo>
                    <a:pt x="307239" y="208762"/>
                    <a:pt x="300656" y="223344"/>
                    <a:pt x="291324" y="236926"/>
                  </a:cubicBezTo>
                  <a:cubicBezTo>
                    <a:pt x="287574" y="242426"/>
                    <a:pt x="283574" y="248925"/>
                    <a:pt x="278658" y="253508"/>
                  </a:cubicBezTo>
                  <a:cubicBezTo>
                    <a:pt x="270076" y="261591"/>
                    <a:pt x="259577" y="262257"/>
                    <a:pt x="248911" y="264757"/>
                  </a:cubicBezTo>
                  <a:cubicBezTo>
                    <a:pt x="226413" y="269840"/>
                    <a:pt x="214664" y="284755"/>
                    <a:pt x="206998" y="305837"/>
                  </a:cubicBezTo>
                  <a:cubicBezTo>
                    <a:pt x="202415" y="318419"/>
                    <a:pt x="198082" y="331251"/>
                    <a:pt x="189500" y="341750"/>
                  </a:cubicBezTo>
                  <a:cubicBezTo>
                    <a:pt x="187083" y="344667"/>
                    <a:pt x="178834" y="354332"/>
                    <a:pt x="174251" y="353499"/>
                  </a:cubicBezTo>
                  <a:cubicBezTo>
                    <a:pt x="164002" y="351749"/>
                    <a:pt x="170668" y="334168"/>
                    <a:pt x="172501" y="328918"/>
                  </a:cubicBezTo>
                  <a:cubicBezTo>
                    <a:pt x="175834" y="319086"/>
                    <a:pt x="193999" y="289838"/>
                    <a:pt x="181167" y="281006"/>
                  </a:cubicBezTo>
                  <a:cubicBezTo>
                    <a:pt x="174001" y="276006"/>
                    <a:pt x="164419" y="282006"/>
                    <a:pt x="156669" y="281089"/>
                  </a:cubicBezTo>
                  <a:cubicBezTo>
                    <a:pt x="127838" y="277506"/>
                    <a:pt x="148253" y="252758"/>
                    <a:pt x="151420" y="237593"/>
                  </a:cubicBezTo>
                  <a:cubicBezTo>
                    <a:pt x="156419" y="214262"/>
                    <a:pt x="131505" y="202429"/>
                    <a:pt x="126422" y="182098"/>
                  </a:cubicBezTo>
                  <a:lnTo>
                    <a:pt x="126422" y="182098"/>
                  </a:lnTo>
                  <a:close/>
                  <a:moveTo>
                    <a:pt x="131838" y="443241"/>
                  </a:moveTo>
                  <a:cubicBezTo>
                    <a:pt x="130255" y="447574"/>
                    <a:pt x="128589" y="451824"/>
                    <a:pt x="126922" y="456157"/>
                  </a:cubicBezTo>
                  <a:cubicBezTo>
                    <a:pt x="123339" y="465156"/>
                    <a:pt x="119589" y="474071"/>
                    <a:pt x="116090" y="483071"/>
                  </a:cubicBezTo>
                  <a:cubicBezTo>
                    <a:pt x="105591" y="481321"/>
                    <a:pt x="95175" y="479655"/>
                    <a:pt x="85342" y="476571"/>
                  </a:cubicBezTo>
                  <a:cubicBezTo>
                    <a:pt x="88842" y="467405"/>
                    <a:pt x="92258" y="458156"/>
                    <a:pt x="95508" y="448824"/>
                  </a:cubicBezTo>
                  <a:cubicBezTo>
                    <a:pt x="97508" y="443074"/>
                    <a:pt x="99341" y="437242"/>
                    <a:pt x="101174" y="431409"/>
                  </a:cubicBezTo>
                  <a:cubicBezTo>
                    <a:pt x="111090" y="436742"/>
                    <a:pt x="121089" y="440658"/>
                    <a:pt x="131838" y="443241"/>
                  </a:cubicBezTo>
                  <a:lnTo>
                    <a:pt x="131838" y="443241"/>
                  </a:lnTo>
                  <a:close/>
                  <a:moveTo>
                    <a:pt x="101674" y="429159"/>
                  </a:moveTo>
                  <a:cubicBezTo>
                    <a:pt x="105674" y="415910"/>
                    <a:pt x="109340" y="402495"/>
                    <a:pt x="112840" y="388996"/>
                  </a:cubicBezTo>
                  <a:cubicBezTo>
                    <a:pt x="123422" y="393245"/>
                    <a:pt x="134504" y="396245"/>
                    <a:pt x="144754" y="398995"/>
                  </a:cubicBezTo>
                  <a:cubicBezTo>
                    <a:pt x="145420" y="399162"/>
                    <a:pt x="146170" y="399328"/>
                    <a:pt x="146837" y="399495"/>
                  </a:cubicBezTo>
                  <a:cubicBezTo>
                    <a:pt x="142920" y="411827"/>
                    <a:pt x="138754" y="424076"/>
                    <a:pt x="134338" y="436158"/>
                  </a:cubicBezTo>
                  <a:cubicBezTo>
                    <a:pt x="123339" y="434992"/>
                    <a:pt x="112506" y="432825"/>
                    <a:pt x="101674" y="429159"/>
                  </a:cubicBezTo>
                  <a:lnTo>
                    <a:pt x="101674" y="429159"/>
                  </a:lnTo>
                  <a:close/>
                  <a:moveTo>
                    <a:pt x="112923" y="491403"/>
                  </a:moveTo>
                  <a:cubicBezTo>
                    <a:pt x="109257" y="501486"/>
                    <a:pt x="106090" y="511651"/>
                    <a:pt x="104257" y="522317"/>
                  </a:cubicBezTo>
                  <a:cubicBezTo>
                    <a:pt x="104174" y="522817"/>
                    <a:pt x="104340" y="523234"/>
                    <a:pt x="104591" y="523567"/>
                  </a:cubicBezTo>
                  <a:cubicBezTo>
                    <a:pt x="100091" y="523484"/>
                    <a:pt x="95591" y="523317"/>
                    <a:pt x="91092" y="522651"/>
                  </a:cubicBezTo>
                  <a:cubicBezTo>
                    <a:pt x="83592" y="521567"/>
                    <a:pt x="76760" y="518984"/>
                    <a:pt x="70260" y="515485"/>
                  </a:cubicBezTo>
                  <a:cubicBezTo>
                    <a:pt x="70594" y="514651"/>
                    <a:pt x="70927" y="513901"/>
                    <a:pt x="71177" y="513068"/>
                  </a:cubicBezTo>
                  <a:cubicBezTo>
                    <a:pt x="74843" y="503569"/>
                    <a:pt x="78593" y="493986"/>
                    <a:pt x="82259" y="484487"/>
                  </a:cubicBezTo>
                  <a:cubicBezTo>
                    <a:pt x="91758" y="488320"/>
                    <a:pt x="102341" y="490403"/>
                    <a:pt x="112923" y="491403"/>
                  </a:cubicBezTo>
                  <a:lnTo>
                    <a:pt x="112923" y="491403"/>
                  </a:lnTo>
                  <a:close/>
                  <a:moveTo>
                    <a:pt x="140337" y="436825"/>
                  </a:moveTo>
                  <a:cubicBezTo>
                    <a:pt x="143837" y="424743"/>
                    <a:pt x="146920" y="412494"/>
                    <a:pt x="149753" y="400245"/>
                  </a:cubicBezTo>
                  <a:cubicBezTo>
                    <a:pt x="165418" y="403744"/>
                    <a:pt x="181167" y="404328"/>
                    <a:pt x="196915" y="403328"/>
                  </a:cubicBezTo>
                  <a:cubicBezTo>
                    <a:pt x="191916" y="414410"/>
                    <a:pt x="187083" y="425659"/>
                    <a:pt x="184083" y="437242"/>
                  </a:cubicBezTo>
                  <a:cubicBezTo>
                    <a:pt x="176584" y="437242"/>
                    <a:pt x="169085" y="437575"/>
                    <a:pt x="161752" y="437575"/>
                  </a:cubicBezTo>
                  <a:cubicBezTo>
                    <a:pt x="154586" y="437575"/>
                    <a:pt x="147420" y="437408"/>
                    <a:pt x="140337" y="436825"/>
                  </a:cubicBezTo>
                  <a:lnTo>
                    <a:pt x="140337" y="436825"/>
                  </a:lnTo>
                  <a:close/>
                  <a:moveTo>
                    <a:pt x="151836" y="391162"/>
                  </a:moveTo>
                  <a:cubicBezTo>
                    <a:pt x="152836" y="386496"/>
                    <a:pt x="153836" y="381830"/>
                    <a:pt x="154836" y="377080"/>
                  </a:cubicBezTo>
                  <a:cubicBezTo>
                    <a:pt x="154919" y="376580"/>
                    <a:pt x="154169" y="376414"/>
                    <a:pt x="154003" y="376914"/>
                  </a:cubicBezTo>
                  <a:cubicBezTo>
                    <a:pt x="152669" y="381497"/>
                    <a:pt x="151253" y="386079"/>
                    <a:pt x="149837" y="390579"/>
                  </a:cubicBezTo>
                  <a:cubicBezTo>
                    <a:pt x="138004" y="387496"/>
                    <a:pt x="126588" y="383830"/>
                    <a:pt x="115590" y="379330"/>
                  </a:cubicBezTo>
                  <a:cubicBezTo>
                    <a:pt x="118839" y="367081"/>
                    <a:pt x="122172" y="354916"/>
                    <a:pt x="125839" y="342833"/>
                  </a:cubicBezTo>
                  <a:cubicBezTo>
                    <a:pt x="135255" y="347416"/>
                    <a:pt x="145754" y="350500"/>
                    <a:pt x="155336" y="351416"/>
                  </a:cubicBezTo>
                  <a:cubicBezTo>
                    <a:pt x="156919" y="375331"/>
                    <a:pt x="180417" y="369914"/>
                    <a:pt x="194999" y="358082"/>
                  </a:cubicBezTo>
                  <a:cubicBezTo>
                    <a:pt x="198832" y="360165"/>
                    <a:pt x="203998" y="361082"/>
                    <a:pt x="207748" y="361832"/>
                  </a:cubicBezTo>
                  <a:cubicBezTo>
                    <a:pt x="209831" y="362248"/>
                    <a:pt x="211831" y="362415"/>
                    <a:pt x="213831" y="362581"/>
                  </a:cubicBezTo>
                  <a:cubicBezTo>
                    <a:pt x="211081" y="369498"/>
                    <a:pt x="208414" y="376414"/>
                    <a:pt x="205665" y="383329"/>
                  </a:cubicBezTo>
                  <a:cubicBezTo>
                    <a:pt x="203915" y="387663"/>
                    <a:pt x="202082" y="391996"/>
                    <a:pt x="200165" y="396329"/>
                  </a:cubicBezTo>
                  <a:cubicBezTo>
                    <a:pt x="183917" y="396245"/>
                    <a:pt x="167835" y="395162"/>
                    <a:pt x="151836" y="391162"/>
                  </a:cubicBezTo>
                  <a:lnTo>
                    <a:pt x="151836" y="391162"/>
                  </a:lnTo>
                  <a:close/>
                  <a:moveTo>
                    <a:pt x="108423" y="303753"/>
                  </a:moveTo>
                  <a:cubicBezTo>
                    <a:pt x="113756" y="286672"/>
                    <a:pt x="118423" y="269340"/>
                    <a:pt x="124005" y="252258"/>
                  </a:cubicBezTo>
                  <a:cubicBezTo>
                    <a:pt x="126339" y="245092"/>
                    <a:pt x="129422" y="238093"/>
                    <a:pt x="131588" y="230927"/>
                  </a:cubicBezTo>
                  <a:cubicBezTo>
                    <a:pt x="132671" y="227427"/>
                    <a:pt x="133088" y="223761"/>
                    <a:pt x="133671" y="220094"/>
                  </a:cubicBezTo>
                  <a:cubicBezTo>
                    <a:pt x="134588" y="221427"/>
                    <a:pt x="135421" y="222844"/>
                    <a:pt x="136171" y="224261"/>
                  </a:cubicBezTo>
                  <a:cubicBezTo>
                    <a:pt x="145420" y="241093"/>
                    <a:pt x="127505" y="254591"/>
                    <a:pt x="130255" y="271923"/>
                  </a:cubicBezTo>
                  <a:cubicBezTo>
                    <a:pt x="131838" y="282172"/>
                    <a:pt x="141587" y="289588"/>
                    <a:pt x="151503" y="291171"/>
                  </a:cubicBezTo>
                  <a:cubicBezTo>
                    <a:pt x="157169" y="292088"/>
                    <a:pt x="161836" y="289588"/>
                    <a:pt x="167168" y="289838"/>
                  </a:cubicBezTo>
                  <a:cubicBezTo>
                    <a:pt x="174584" y="290171"/>
                    <a:pt x="175418" y="291005"/>
                    <a:pt x="174251" y="298421"/>
                  </a:cubicBezTo>
                  <a:cubicBezTo>
                    <a:pt x="173918" y="300670"/>
                    <a:pt x="171418" y="304753"/>
                    <a:pt x="170585" y="306503"/>
                  </a:cubicBezTo>
                  <a:cubicBezTo>
                    <a:pt x="165002" y="318002"/>
                    <a:pt x="157502" y="329668"/>
                    <a:pt x="155586" y="342500"/>
                  </a:cubicBezTo>
                  <a:cubicBezTo>
                    <a:pt x="150503" y="341000"/>
                    <a:pt x="144670" y="341084"/>
                    <a:pt x="139337" y="339834"/>
                  </a:cubicBezTo>
                  <a:cubicBezTo>
                    <a:pt x="135588" y="338917"/>
                    <a:pt x="131505" y="338001"/>
                    <a:pt x="127422" y="336917"/>
                  </a:cubicBezTo>
                  <a:cubicBezTo>
                    <a:pt x="129005" y="331918"/>
                    <a:pt x="130588" y="326918"/>
                    <a:pt x="132338" y="322002"/>
                  </a:cubicBezTo>
                  <a:cubicBezTo>
                    <a:pt x="132421" y="321835"/>
                    <a:pt x="132088" y="321752"/>
                    <a:pt x="132005" y="321918"/>
                  </a:cubicBezTo>
                  <a:cubicBezTo>
                    <a:pt x="130421" y="326918"/>
                    <a:pt x="128755" y="331834"/>
                    <a:pt x="127088" y="336834"/>
                  </a:cubicBezTo>
                  <a:cubicBezTo>
                    <a:pt x="120422" y="335084"/>
                    <a:pt x="113756" y="332834"/>
                    <a:pt x="108257" y="329751"/>
                  </a:cubicBezTo>
                  <a:cubicBezTo>
                    <a:pt x="107840" y="329501"/>
                    <a:pt x="107423" y="330085"/>
                    <a:pt x="107757" y="330418"/>
                  </a:cubicBezTo>
                  <a:cubicBezTo>
                    <a:pt x="112423" y="335167"/>
                    <a:pt x="118506" y="339167"/>
                    <a:pt x="125172" y="342500"/>
                  </a:cubicBezTo>
                  <a:cubicBezTo>
                    <a:pt x="121089" y="354416"/>
                    <a:pt x="116923" y="366248"/>
                    <a:pt x="112590" y="378080"/>
                  </a:cubicBezTo>
                  <a:cubicBezTo>
                    <a:pt x="103841" y="374414"/>
                    <a:pt x="95341" y="370414"/>
                    <a:pt x="86926" y="365748"/>
                  </a:cubicBezTo>
                  <a:cubicBezTo>
                    <a:pt x="94425" y="345333"/>
                    <a:pt x="101924" y="324752"/>
                    <a:pt x="108423" y="303753"/>
                  </a:cubicBezTo>
                  <a:lnTo>
                    <a:pt x="108423" y="303753"/>
                  </a:lnTo>
                  <a:close/>
                  <a:moveTo>
                    <a:pt x="78759" y="388829"/>
                  </a:moveTo>
                  <a:cubicBezTo>
                    <a:pt x="80676" y="383329"/>
                    <a:pt x="82676" y="377914"/>
                    <a:pt x="84676" y="372497"/>
                  </a:cubicBezTo>
                  <a:cubicBezTo>
                    <a:pt x="91758" y="378830"/>
                    <a:pt x="100258" y="383747"/>
                    <a:pt x="109257" y="387579"/>
                  </a:cubicBezTo>
                  <a:cubicBezTo>
                    <a:pt x="101424" y="408661"/>
                    <a:pt x="93341" y="429742"/>
                    <a:pt x="85092" y="450491"/>
                  </a:cubicBezTo>
                  <a:cubicBezTo>
                    <a:pt x="82176" y="457990"/>
                    <a:pt x="79259" y="465573"/>
                    <a:pt x="76427" y="473155"/>
                  </a:cubicBezTo>
                  <a:cubicBezTo>
                    <a:pt x="67844" y="469489"/>
                    <a:pt x="60011" y="464406"/>
                    <a:pt x="53262" y="456906"/>
                  </a:cubicBezTo>
                  <a:cubicBezTo>
                    <a:pt x="61761" y="434242"/>
                    <a:pt x="70594" y="411660"/>
                    <a:pt x="78759" y="388829"/>
                  </a:cubicBezTo>
                  <a:lnTo>
                    <a:pt x="78759" y="388829"/>
                  </a:lnTo>
                  <a:close/>
                  <a:moveTo>
                    <a:pt x="23098" y="550731"/>
                  </a:moveTo>
                  <a:cubicBezTo>
                    <a:pt x="30514" y="519817"/>
                    <a:pt x="40930" y="489737"/>
                    <a:pt x="52095" y="459989"/>
                  </a:cubicBezTo>
                  <a:cubicBezTo>
                    <a:pt x="57511" y="468905"/>
                    <a:pt x="65011" y="475488"/>
                    <a:pt x="73677" y="480404"/>
                  </a:cubicBezTo>
                  <a:cubicBezTo>
                    <a:pt x="69927" y="490570"/>
                    <a:pt x="66344" y="500736"/>
                    <a:pt x="63011" y="511068"/>
                  </a:cubicBezTo>
                  <a:cubicBezTo>
                    <a:pt x="61928" y="510318"/>
                    <a:pt x="60928" y="509652"/>
                    <a:pt x="59845" y="508902"/>
                  </a:cubicBezTo>
                  <a:cubicBezTo>
                    <a:pt x="59261" y="508485"/>
                    <a:pt x="58511" y="509235"/>
                    <a:pt x="59011" y="509735"/>
                  </a:cubicBezTo>
                  <a:cubicBezTo>
                    <a:pt x="60178" y="510735"/>
                    <a:pt x="61261" y="511818"/>
                    <a:pt x="62344" y="512818"/>
                  </a:cubicBezTo>
                  <a:cubicBezTo>
                    <a:pt x="57011" y="529233"/>
                    <a:pt x="52178" y="545815"/>
                    <a:pt x="48179" y="562480"/>
                  </a:cubicBezTo>
                  <a:cubicBezTo>
                    <a:pt x="38930" y="561230"/>
                    <a:pt x="29931" y="559314"/>
                    <a:pt x="22348" y="554231"/>
                  </a:cubicBezTo>
                  <a:cubicBezTo>
                    <a:pt x="22681" y="552898"/>
                    <a:pt x="22848" y="551815"/>
                    <a:pt x="23098" y="550731"/>
                  </a:cubicBezTo>
                  <a:lnTo>
                    <a:pt x="23098" y="550731"/>
                  </a:lnTo>
                  <a:close/>
                  <a:moveTo>
                    <a:pt x="103174" y="541399"/>
                  </a:moveTo>
                  <a:cubicBezTo>
                    <a:pt x="83426" y="560814"/>
                    <a:pt x="64428" y="581312"/>
                    <a:pt x="43929" y="600060"/>
                  </a:cubicBezTo>
                  <a:cubicBezTo>
                    <a:pt x="39180" y="604393"/>
                    <a:pt x="33430" y="611559"/>
                    <a:pt x="27014" y="613392"/>
                  </a:cubicBezTo>
                  <a:cubicBezTo>
                    <a:pt x="12182" y="617559"/>
                    <a:pt x="15349" y="602393"/>
                    <a:pt x="15932" y="594561"/>
                  </a:cubicBezTo>
                  <a:cubicBezTo>
                    <a:pt x="16848" y="582145"/>
                    <a:pt x="18848" y="569980"/>
                    <a:pt x="21515" y="557897"/>
                  </a:cubicBezTo>
                  <a:cubicBezTo>
                    <a:pt x="25348" y="561480"/>
                    <a:pt x="29764" y="563730"/>
                    <a:pt x="36263" y="565480"/>
                  </a:cubicBezTo>
                  <a:cubicBezTo>
                    <a:pt x="39680" y="566397"/>
                    <a:pt x="43262" y="567313"/>
                    <a:pt x="46846" y="567980"/>
                  </a:cubicBezTo>
                  <a:cubicBezTo>
                    <a:pt x="45596" y="573313"/>
                    <a:pt x="44513" y="578562"/>
                    <a:pt x="43513" y="583895"/>
                  </a:cubicBezTo>
                  <a:cubicBezTo>
                    <a:pt x="43180" y="585561"/>
                    <a:pt x="45679" y="586145"/>
                    <a:pt x="46096" y="584478"/>
                  </a:cubicBezTo>
                  <a:cubicBezTo>
                    <a:pt x="47429" y="579145"/>
                    <a:pt x="48929" y="573896"/>
                    <a:pt x="50512" y="568647"/>
                  </a:cubicBezTo>
                  <a:cubicBezTo>
                    <a:pt x="55928" y="569396"/>
                    <a:pt x="61428" y="569646"/>
                    <a:pt x="66511" y="568729"/>
                  </a:cubicBezTo>
                  <a:cubicBezTo>
                    <a:pt x="68594" y="568313"/>
                    <a:pt x="68260" y="564980"/>
                    <a:pt x="66344" y="564730"/>
                  </a:cubicBezTo>
                  <a:cubicBezTo>
                    <a:pt x="61761" y="563980"/>
                    <a:pt x="57011" y="563563"/>
                    <a:pt x="52345" y="562980"/>
                  </a:cubicBezTo>
                  <a:cubicBezTo>
                    <a:pt x="57262" y="548065"/>
                    <a:pt x="63177" y="533233"/>
                    <a:pt x="68927" y="518651"/>
                  </a:cubicBezTo>
                  <a:cubicBezTo>
                    <a:pt x="74177" y="523067"/>
                    <a:pt x="79759" y="526733"/>
                    <a:pt x="87259" y="528733"/>
                  </a:cubicBezTo>
                  <a:cubicBezTo>
                    <a:pt x="95758" y="531067"/>
                    <a:pt x="104507" y="532150"/>
                    <a:pt x="113256" y="531733"/>
                  </a:cubicBezTo>
                  <a:cubicBezTo>
                    <a:pt x="110007" y="534983"/>
                    <a:pt x="106590" y="538232"/>
                    <a:pt x="103174" y="541399"/>
                  </a:cubicBezTo>
                  <a:lnTo>
                    <a:pt x="103174" y="541399"/>
                  </a:lnTo>
                  <a:close/>
                  <a:moveTo>
                    <a:pt x="121672" y="523650"/>
                  </a:moveTo>
                  <a:cubicBezTo>
                    <a:pt x="116923" y="523484"/>
                    <a:pt x="112173" y="523567"/>
                    <a:pt x="107340" y="523567"/>
                  </a:cubicBezTo>
                  <a:cubicBezTo>
                    <a:pt x="112840" y="516484"/>
                    <a:pt x="116006" y="507069"/>
                    <a:pt x="118839" y="498653"/>
                  </a:cubicBezTo>
                  <a:cubicBezTo>
                    <a:pt x="119589" y="496403"/>
                    <a:pt x="120422" y="494153"/>
                    <a:pt x="121256" y="491903"/>
                  </a:cubicBezTo>
                  <a:cubicBezTo>
                    <a:pt x="127422" y="492153"/>
                    <a:pt x="133588" y="491987"/>
                    <a:pt x="139504" y="491570"/>
                  </a:cubicBezTo>
                  <a:cubicBezTo>
                    <a:pt x="141837" y="491403"/>
                    <a:pt x="142170" y="487987"/>
                    <a:pt x="139837" y="487487"/>
                  </a:cubicBezTo>
                  <a:cubicBezTo>
                    <a:pt x="134671" y="486237"/>
                    <a:pt x="129422" y="485237"/>
                    <a:pt x="124089" y="484404"/>
                  </a:cubicBezTo>
                  <a:cubicBezTo>
                    <a:pt x="127338" y="475821"/>
                    <a:pt x="130672" y="467239"/>
                    <a:pt x="133588" y="458573"/>
                  </a:cubicBezTo>
                  <a:cubicBezTo>
                    <a:pt x="135171" y="453907"/>
                    <a:pt x="136588" y="449240"/>
                    <a:pt x="138087" y="444574"/>
                  </a:cubicBezTo>
                  <a:cubicBezTo>
                    <a:pt x="142754" y="445407"/>
                    <a:pt x="147503" y="445991"/>
                    <a:pt x="152503" y="446324"/>
                  </a:cubicBezTo>
                  <a:cubicBezTo>
                    <a:pt x="167251" y="447324"/>
                    <a:pt x="186166" y="449574"/>
                    <a:pt x="202165" y="446907"/>
                  </a:cubicBezTo>
                  <a:cubicBezTo>
                    <a:pt x="175667" y="472738"/>
                    <a:pt x="148420" y="497986"/>
                    <a:pt x="121672" y="523650"/>
                  </a:cubicBezTo>
                  <a:lnTo>
                    <a:pt x="121672" y="523650"/>
                  </a:lnTo>
                  <a:close/>
                  <a:moveTo>
                    <a:pt x="323821" y="319169"/>
                  </a:moveTo>
                  <a:cubicBezTo>
                    <a:pt x="314071" y="330585"/>
                    <a:pt x="303989" y="341667"/>
                    <a:pt x="293907" y="352666"/>
                  </a:cubicBezTo>
                  <a:cubicBezTo>
                    <a:pt x="276325" y="371831"/>
                    <a:pt x="258077" y="390329"/>
                    <a:pt x="239995" y="408994"/>
                  </a:cubicBezTo>
                  <a:cubicBezTo>
                    <a:pt x="246494" y="393912"/>
                    <a:pt x="248494" y="376914"/>
                    <a:pt x="253327" y="361248"/>
                  </a:cubicBezTo>
                  <a:cubicBezTo>
                    <a:pt x="253411" y="360998"/>
                    <a:pt x="252994" y="360832"/>
                    <a:pt x="252827" y="361082"/>
                  </a:cubicBezTo>
                  <a:cubicBezTo>
                    <a:pt x="246494" y="376080"/>
                    <a:pt x="239828" y="391912"/>
                    <a:pt x="235829" y="407744"/>
                  </a:cubicBezTo>
                  <a:cubicBezTo>
                    <a:pt x="235412" y="409494"/>
                    <a:pt x="237329" y="410744"/>
                    <a:pt x="238745" y="410244"/>
                  </a:cubicBezTo>
                  <a:cubicBezTo>
                    <a:pt x="236829" y="412244"/>
                    <a:pt x="234829" y="414244"/>
                    <a:pt x="232912" y="416243"/>
                  </a:cubicBezTo>
                  <a:cubicBezTo>
                    <a:pt x="225496" y="423910"/>
                    <a:pt x="217914" y="431492"/>
                    <a:pt x="210248" y="439074"/>
                  </a:cubicBezTo>
                  <a:cubicBezTo>
                    <a:pt x="204831" y="438158"/>
                    <a:pt x="199332" y="437658"/>
                    <a:pt x="193749" y="437491"/>
                  </a:cubicBezTo>
                  <a:cubicBezTo>
                    <a:pt x="199832" y="426826"/>
                    <a:pt x="204082" y="414494"/>
                    <a:pt x="207581" y="402495"/>
                  </a:cubicBezTo>
                  <a:cubicBezTo>
                    <a:pt x="216330" y="401495"/>
                    <a:pt x="225163" y="400161"/>
                    <a:pt x="233912" y="398495"/>
                  </a:cubicBezTo>
                  <a:cubicBezTo>
                    <a:pt x="235246" y="398245"/>
                    <a:pt x="234746" y="396245"/>
                    <a:pt x="233496" y="396245"/>
                  </a:cubicBezTo>
                  <a:cubicBezTo>
                    <a:pt x="225413" y="396245"/>
                    <a:pt x="217414" y="396412"/>
                    <a:pt x="209414" y="396495"/>
                  </a:cubicBezTo>
                  <a:cubicBezTo>
                    <a:pt x="210248" y="393662"/>
                    <a:pt x="210997" y="390912"/>
                    <a:pt x="211831" y="388163"/>
                  </a:cubicBezTo>
                  <a:cubicBezTo>
                    <a:pt x="214247" y="379747"/>
                    <a:pt x="216747" y="371331"/>
                    <a:pt x="219164" y="362915"/>
                  </a:cubicBezTo>
                  <a:cubicBezTo>
                    <a:pt x="222413" y="362915"/>
                    <a:pt x="225663" y="362748"/>
                    <a:pt x="229080" y="362498"/>
                  </a:cubicBezTo>
                  <a:cubicBezTo>
                    <a:pt x="230746" y="362415"/>
                    <a:pt x="231079" y="360332"/>
                    <a:pt x="229746" y="359498"/>
                  </a:cubicBezTo>
                  <a:cubicBezTo>
                    <a:pt x="227329" y="358082"/>
                    <a:pt x="224163" y="357166"/>
                    <a:pt x="220997" y="356582"/>
                  </a:cubicBezTo>
                  <a:cubicBezTo>
                    <a:pt x="224163" y="345750"/>
                    <a:pt x="227246" y="335001"/>
                    <a:pt x="230412" y="324168"/>
                  </a:cubicBezTo>
                  <a:cubicBezTo>
                    <a:pt x="240828" y="325085"/>
                    <a:pt x="250744" y="328918"/>
                    <a:pt x="261327" y="328835"/>
                  </a:cubicBezTo>
                  <a:cubicBezTo>
                    <a:pt x="264243" y="328835"/>
                    <a:pt x="264159" y="324835"/>
                    <a:pt x="261743" y="324085"/>
                  </a:cubicBezTo>
                  <a:cubicBezTo>
                    <a:pt x="252327" y="321002"/>
                    <a:pt x="241078" y="322002"/>
                    <a:pt x="231079" y="322252"/>
                  </a:cubicBezTo>
                  <a:cubicBezTo>
                    <a:pt x="231329" y="321418"/>
                    <a:pt x="231579" y="320502"/>
                    <a:pt x="231829" y="319669"/>
                  </a:cubicBezTo>
                  <a:cubicBezTo>
                    <a:pt x="231996" y="319252"/>
                    <a:pt x="231246" y="318919"/>
                    <a:pt x="231079" y="319419"/>
                  </a:cubicBezTo>
                  <a:cubicBezTo>
                    <a:pt x="230663" y="320419"/>
                    <a:pt x="230329" y="321336"/>
                    <a:pt x="229913" y="322335"/>
                  </a:cubicBezTo>
                  <a:cubicBezTo>
                    <a:pt x="229579" y="322335"/>
                    <a:pt x="229162" y="322335"/>
                    <a:pt x="228746" y="322335"/>
                  </a:cubicBezTo>
                  <a:cubicBezTo>
                    <a:pt x="227579" y="322335"/>
                    <a:pt x="227663" y="324085"/>
                    <a:pt x="228829" y="324168"/>
                  </a:cubicBezTo>
                  <a:cubicBezTo>
                    <a:pt x="228913" y="324168"/>
                    <a:pt x="228996" y="324168"/>
                    <a:pt x="229162" y="324168"/>
                  </a:cubicBezTo>
                  <a:cubicBezTo>
                    <a:pt x="224996" y="334834"/>
                    <a:pt x="220830" y="345416"/>
                    <a:pt x="216664" y="355999"/>
                  </a:cubicBezTo>
                  <a:cubicBezTo>
                    <a:pt x="214997" y="355749"/>
                    <a:pt x="213331" y="355582"/>
                    <a:pt x="211831" y="355332"/>
                  </a:cubicBezTo>
                  <a:cubicBezTo>
                    <a:pt x="208081" y="354749"/>
                    <a:pt x="204331" y="353832"/>
                    <a:pt x="200498" y="353249"/>
                  </a:cubicBezTo>
                  <a:cubicBezTo>
                    <a:pt x="200749" y="352999"/>
                    <a:pt x="200915" y="352749"/>
                    <a:pt x="201165" y="352499"/>
                  </a:cubicBezTo>
                  <a:cubicBezTo>
                    <a:pt x="210581" y="341333"/>
                    <a:pt x="215497" y="328585"/>
                    <a:pt x="219913" y="315003"/>
                  </a:cubicBezTo>
                  <a:cubicBezTo>
                    <a:pt x="223080" y="305503"/>
                    <a:pt x="225746" y="295255"/>
                    <a:pt x="232746" y="287588"/>
                  </a:cubicBezTo>
                  <a:cubicBezTo>
                    <a:pt x="237745" y="282172"/>
                    <a:pt x="243744" y="279422"/>
                    <a:pt x="250077" y="277423"/>
                  </a:cubicBezTo>
                  <a:cubicBezTo>
                    <a:pt x="248994" y="288505"/>
                    <a:pt x="247411" y="300254"/>
                    <a:pt x="261826" y="302920"/>
                  </a:cubicBezTo>
                  <a:cubicBezTo>
                    <a:pt x="267326" y="303920"/>
                    <a:pt x="273159" y="302170"/>
                    <a:pt x="273659" y="310586"/>
                  </a:cubicBezTo>
                  <a:cubicBezTo>
                    <a:pt x="274159" y="318419"/>
                    <a:pt x="264493" y="327751"/>
                    <a:pt x="260076" y="333751"/>
                  </a:cubicBezTo>
                  <a:cubicBezTo>
                    <a:pt x="256077" y="339083"/>
                    <a:pt x="250911" y="344667"/>
                    <a:pt x="250161" y="351499"/>
                  </a:cubicBezTo>
                  <a:cubicBezTo>
                    <a:pt x="249911" y="353832"/>
                    <a:pt x="251077" y="357082"/>
                    <a:pt x="253910" y="357332"/>
                  </a:cubicBezTo>
                  <a:cubicBezTo>
                    <a:pt x="269076" y="358499"/>
                    <a:pt x="280491" y="348999"/>
                    <a:pt x="290240" y="338334"/>
                  </a:cubicBezTo>
                  <a:cubicBezTo>
                    <a:pt x="296157" y="331834"/>
                    <a:pt x="300990" y="325335"/>
                    <a:pt x="305322" y="317752"/>
                  </a:cubicBezTo>
                  <a:cubicBezTo>
                    <a:pt x="314238" y="302087"/>
                    <a:pt x="325154" y="297838"/>
                    <a:pt x="341902" y="295754"/>
                  </a:cubicBezTo>
                  <a:cubicBezTo>
                    <a:pt x="343069" y="295588"/>
                    <a:pt x="344235" y="295504"/>
                    <a:pt x="345402" y="295337"/>
                  </a:cubicBezTo>
                  <a:cubicBezTo>
                    <a:pt x="338569" y="303420"/>
                    <a:pt x="330654" y="311170"/>
                    <a:pt x="323821" y="319169"/>
                  </a:cubicBezTo>
                  <a:lnTo>
                    <a:pt x="323821" y="319169"/>
                  </a:lnTo>
                  <a:close/>
                  <a:moveTo>
                    <a:pt x="396148" y="244259"/>
                  </a:moveTo>
                  <a:cubicBezTo>
                    <a:pt x="386565" y="257591"/>
                    <a:pt x="376983" y="270507"/>
                    <a:pt x="361067" y="276589"/>
                  </a:cubicBezTo>
                  <a:cubicBezTo>
                    <a:pt x="348152" y="281589"/>
                    <a:pt x="334070" y="282422"/>
                    <a:pt x="321488" y="288338"/>
                  </a:cubicBezTo>
                  <a:cubicBezTo>
                    <a:pt x="309405" y="294004"/>
                    <a:pt x="303823" y="302170"/>
                    <a:pt x="297657" y="313503"/>
                  </a:cubicBezTo>
                  <a:cubicBezTo>
                    <a:pt x="291324" y="325252"/>
                    <a:pt x="276825" y="344083"/>
                    <a:pt x="261826" y="347166"/>
                  </a:cubicBezTo>
                  <a:cubicBezTo>
                    <a:pt x="265993" y="338834"/>
                    <a:pt x="275409" y="331334"/>
                    <a:pt x="279575" y="323585"/>
                  </a:cubicBezTo>
                  <a:cubicBezTo>
                    <a:pt x="282824" y="317586"/>
                    <a:pt x="287408" y="308170"/>
                    <a:pt x="285824" y="301254"/>
                  </a:cubicBezTo>
                  <a:cubicBezTo>
                    <a:pt x="284741" y="296254"/>
                    <a:pt x="281241" y="293338"/>
                    <a:pt x="276492" y="291671"/>
                  </a:cubicBezTo>
                  <a:cubicBezTo>
                    <a:pt x="271159" y="289838"/>
                    <a:pt x="264826" y="292338"/>
                    <a:pt x="261993" y="284755"/>
                  </a:cubicBezTo>
                  <a:cubicBezTo>
                    <a:pt x="261327" y="283089"/>
                    <a:pt x="261826" y="277839"/>
                    <a:pt x="262076" y="274089"/>
                  </a:cubicBezTo>
                  <a:cubicBezTo>
                    <a:pt x="262243" y="274006"/>
                    <a:pt x="262410" y="274006"/>
                    <a:pt x="262576" y="273923"/>
                  </a:cubicBezTo>
                  <a:cubicBezTo>
                    <a:pt x="295073" y="265091"/>
                    <a:pt x="312239" y="227844"/>
                    <a:pt x="319404" y="197430"/>
                  </a:cubicBezTo>
                  <a:cubicBezTo>
                    <a:pt x="323071" y="181765"/>
                    <a:pt x="323904" y="166182"/>
                    <a:pt x="321321" y="151351"/>
                  </a:cubicBezTo>
                  <a:cubicBezTo>
                    <a:pt x="348902" y="146185"/>
                    <a:pt x="380482" y="146851"/>
                    <a:pt x="403564" y="164516"/>
                  </a:cubicBezTo>
                  <a:cubicBezTo>
                    <a:pt x="418146" y="175682"/>
                    <a:pt x="420229" y="191430"/>
                    <a:pt x="417979" y="208929"/>
                  </a:cubicBezTo>
                  <a:cubicBezTo>
                    <a:pt x="416146" y="223511"/>
                    <a:pt x="404313" y="232843"/>
                    <a:pt x="396148" y="244259"/>
                  </a:cubicBezTo>
                  <a:lnTo>
                    <a:pt x="396148" y="244259"/>
                  </a:lnTo>
                  <a:close/>
                </a:path>
              </a:pathLst>
            </a:custGeom>
            <a:grpFill/>
            <a:ln w="8332" cap="flat">
              <a:noFill/>
              <a:prstDash val="solid"/>
              <a:miter/>
            </a:ln>
          </p:spPr>
          <p:txBody>
            <a:bodyPr rtlCol="0" anchor="ctr"/>
            <a:lstStyle/>
            <a:p>
              <a:endParaRPr lang="en-US"/>
            </a:p>
          </p:txBody>
        </p:sp>
        <p:sp>
          <p:nvSpPr>
            <p:cNvPr id="2240" name="Freeform: Shape 2239"/>
            <p:cNvSpPr/>
            <p:nvPr/>
          </p:nvSpPr>
          <p:spPr>
            <a:xfrm>
              <a:off x="4932433" y="5878494"/>
              <a:ext cx="378368" cy="812463"/>
            </a:xfrm>
            <a:custGeom>
              <a:avLst/>
              <a:gdLst>
                <a:gd name="connsiteX0" fmla="*/ 376026 w 378368"/>
                <a:gd name="connsiteY0" fmla="*/ 363037 h 812463"/>
                <a:gd name="connsiteX1" fmla="*/ 364778 w 378368"/>
                <a:gd name="connsiteY1" fmla="*/ 270545 h 812463"/>
                <a:gd name="connsiteX2" fmla="*/ 347029 w 378368"/>
                <a:gd name="connsiteY2" fmla="*/ 233049 h 812463"/>
                <a:gd name="connsiteX3" fmla="*/ 342446 w 378368"/>
                <a:gd name="connsiteY3" fmla="*/ 183553 h 812463"/>
                <a:gd name="connsiteX4" fmla="*/ 347279 w 378368"/>
                <a:gd name="connsiteY4" fmla="*/ 136641 h 812463"/>
                <a:gd name="connsiteX5" fmla="*/ 350695 w 378368"/>
                <a:gd name="connsiteY5" fmla="*/ 109976 h 812463"/>
                <a:gd name="connsiteX6" fmla="*/ 373027 w 378368"/>
                <a:gd name="connsiteY6" fmla="*/ 91478 h 812463"/>
                <a:gd name="connsiteX7" fmla="*/ 368194 w 378368"/>
                <a:gd name="connsiteY7" fmla="*/ 42899 h 812463"/>
                <a:gd name="connsiteX8" fmla="*/ 300450 w 378368"/>
                <a:gd name="connsiteY8" fmla="*/ 9485 h 812463"/>
                <a:gd name="connsiteX9" fmla="*/ 266370 w 378368"/>
                <a:gd name="connsiteY9" fmla="*/ 3986 h 812463"/>
                <a:gd name="connsiteX10" fmla="*/ 216874 w 378368"/>
                <a:gd name="connsiteY10" fmla="*/ 403 h 812463"/>
                <a:gd name="connsiteX11" fmla="*/ 159463 w 378368"/>
                <a:gd name="connsiteY11" fmla="*/ 27901 h 812463"/>
                <a:gd name="connsiteX12" fmla="*/ 167212 w 378368"/>
                <a:gd name="connsiteY12" fmla="*/ 73980 h 812463"/>
                <a:gd name="connsiteX13" fmla="*/ 168878 w 378368"/>
                <a:gd name="connsiteY13" fmla="*/ 75396 h 812463"/>
                <a:gd name="connsiteX14" fmla="*/ 163462 w 378368"/>
                <a:gd name="connsiteY14" fmla="*/ 108227 h 812463"/>
                <a:gd name="connsiteX15" fmla="*/ 152963 w 378368"/>
                <a:gd name="connsiteY15" fmla="*/ 153639 h 812463"/>
                <a:gd name="connsiteX16" fmla="*/ 98635 w 378368"/>
                <a:gd name="connsiteY16" fmla="*/ 220633 h 812463"/>
                <a:gd name="connsiteX17" fmla="*/ 44556 w 378368"/>
                <a:gd name="connsiteY17" fmla="*/ 371036 h 812463"/>
                <a:gd name="connsiteX18" fmla="*/ 31391 w 378368"/>
                <a:gd name="connsiteY18" fmla="*/ 455529 h 812463"/>
                <a:gd name="connsiteX19" fmla="*/ 16225 w 378368"/>
                <a:gd name="connsiteY19" fmla="*/ 544688 h 812463"/>
                <a:gd name="connsiteX20" fmla="*/ 5226 w 378368"/>
                <a:gd name="connsiteY20" fmla="*/ 632763 h 812463"/>
                <a:gd name="connsiteX21" fmla="*/ 4643 w 378368"/>
                <a:gd name="connsiteY21" fmla="*/ 716088 h 812463"/>
                <a:gd name="connsiteX22" fmla="*/ 123133 w 378368"/>
                <a:gd name="connsiteY22" fmla="*/ 800331 h 812463"/>
                <a:gd name="connsiteX23" fmla="*/ 204959 w 378368"/>
                <a:gd name="connsiteY23" fmla="*/ 811497 h 812463"/>
                <a:gd name="connsiteX24" fmla="*/ 267953 w 378368"/>
                <a:gd name="connsiteY24" fmla="*/ 789498 h 812463"/>
                <a:gd name="connsiteX25" fmla="*/ 300450 w 378368"/>
                <a:gd name="connsiteY25" fmla="*/ 724921 h 812463"/>
                <a:gd name="connsiteX26" fmla="*/ 324031 w 378368"/>
                <a:gd name="connsiteY26" fmla="*/ 641095 h 812463"/>
                <a:gd name="connsiteX27" fmla="*/ 361944 w 378368"/>
                <a:gd name="connsiteY27" fmla="*/ 460112 h 812463"/>
                <a:gd name="connsiteX28" fmla="*/ 376026 w 378368"/>
                <a:gd name="connsiteY28" fmla="*/ 363037 h 812463"/>
                <a:gd name="connsiteX29" fmla="*/ 376026 w 378368"/>
                <a:gd name="connsiteY29" fmla="*/ 363037 h 812463"/>
                <a:gd name="connsiteX30" fmla="*/ 180461 w 378368"/>
                <a:gd name="connsiteY30" fmla="*/ 24901 h 812463"/>
                <a:gd name="connsiteX31" fmla="*/ 215791 w 378368"/>
                <a:gd name="connsiteY31" fmla="*/ 13819 h 812463"/>
                <a:gd name="connsiteX32" fmla="*/ 281535 w 378368"/>
                <a:gd name="connsiteY32" fmla="*/ 16568 h 812463"/>
                <a:gd name="connsiteX33" fmla="*/ 289034 w 378368"/>
                <a:gd name="connsiteY33" fmla="*/ 18235 h 812463"/>
                <a:gd name="connsiteX34" fmla="*/ 356861 w 378368"/>
                <a:gd name="connsiteY34" fmla="*/ 50815 h 812463"/>
                <a:gd name="connsiteX35" fmla="*/ 362611 w 378368"/>
                <a:gd name="connsiteY35" fmla="*/ 81896 h 812463"/>
                <a:gd name="connsiteX36" fmla="*/ 341280 w 378368"/>
                <a:gd name="connsiteY36" fmla="*/ 101060 h 812463"/>
                <a:gd name="connsiteX37" fmla="*/ 338946 w 378368"/>
                <a:gd name="connsiteY37" fmla="*/ 101977 h 812463"/>
                <a:gd name="connsiteX38" fmla="*/ 332864 w 378368"/>
                <a:gd name="connsiteY38" fmla="*/ 104061 h 812463"/>
                <a:gd name="connsiteX39" fmla="*/ 250621 w 378368"/>
                <a:gd name="connsiteY39" fmla="*/ 101394 h 812463"/>
                <a:gd name="connsiteX40" fmla="*/ 174545 w 378368"/>
                <a:gd name="connsiteY40" fmla="*/ 66564 h 812463"/>
                <a:gd name="connsiteX41" fmla="*/ 180461 w 378368"/>
                <a:gd name="connsiteY41" fmla="*/ 24901 h 812463"/>
                <a:gd name="connsiteX42" fmla="*/ 180461 w 378368"/>
                <a:gd name="connsiteY42" fmla="*/ 24901 h 812463"/>
                <a:gd name="connsiteX43" fmla="*/ 166129 w 378368"/>
                <a:gd name="connsiteY43" fmla="*/ 159888 h 812463"/>
                <a:gd name="connsiteX44" fmla="*/ 173961 w 378368"/>
                <a:gd name="connsiteY44" fmla="*/ 121475 h 812463"/>
                <a:gd name="connsiteX45" fmla="*/ 177711 w 378368"/>
                <a:gd name="connsiteY45" fmla="*/ 97228 h 812463"/>
                <a:gd name="connsiteX46" fmla="*/ 178044 w 378368"/>
                <a:gd name="connsiteY46" fmla="*/ 82146 h 812463"/>
                <a:gd name="connsiteX47" fmla="*/ 237789 w 378368"/>
                <a:gd name="connsiteY47" fmla="*/ 107477 h 812463"/>
                <a:gd name="connsiteX48" fmla="*/ 317282 w 378368"/>
                <a:gd name="connsiteY48" fmla="*/ 117393 h 812463"/>
                <a:gd name="connsiteX49" fmla="*/ 336030 w 378368"/>
                <a:gd name="connsiteY49" fmla="*/ 114726 h 812463"/>
                <a:gd name="connsiteX50" fmla="*/ 332947 w 378368"/>
                <a:gd name="connsiteY50" fmla="*/ 131558 h 812463"/>
                <a:gd name="connsiteX51" fmla="*/ 328114 w 378368"/>
                <a:gd name="connsiteY51" fmla="*/ 169721 h 812463"/>
                <a:gd name="connsiteX52" fmla="*/ 332113 w 378368"/>
                <a:gd name="connsiteY52" fmla="*/ 238382 h 812463"/>
                <a:gd name="connsiteX53" fmla="*/ 337446 w 378368"/>
                <a:gd name="connsiteY53" fmla="*/ 250214 h 812463"/>
                <a:gd name="connsiteX54" fmla="*/ 313115 w 378368"/>
                <a:gd name="connsiteY54" fmla="*/ 256297 h 812463"/>
                <a:gd name="connsiteX55" fmla="*/ 272036 w 378368"/>
                <a:gd name="connsiteY55" fmla="*/ 251797 h 812463"/>
                <a:gd name="connsiteX56" fmla="*/ 232956 w 378368"/>
                <a:gd name="connsiteY56" fmla="*/ 236299 h 812463"/>
                <a:gd name="connsiteX57" fmla="*/ 202042 w 378368"/>
                <a:gd name="connsiteY57" fmla="*/ 219633 h 812463"/>
                <a:gd name="connsiteX58" fmla="*/ 139048 w 378368"/>
                <a:gd name="connsiteY58" fmla="*/ 216384 h 812463"/>
                <a:gd name="connsiteX59" fmla="*/ 121716 w 378368"/>
                <a:gd name="connsiteY59" fmla="*/ 219967 h 812463"/>
                <a:gd name="connsiteX60" fmla="*/ 166129 w 378368"/>
                <a:gd name="connsiteY60" fmla="*/ 159888 h 812463"/>
                <a:gd name="connsiteX61" fmla="*/ 166129 w 378368"/>
                <a:gd name="connsiteY61" fmla="*/ 159888 h 812463"/>
                <a:gd name="connsiteX62" fmla="*/ 131298 w 378368"/>
                <a:gd name="connsiteY62" fmla="*/ 227466 h 812463"/>
                <a:gd name="connsiteX63" fmla="*/ 168128 w 378368"/>
                <a:gd name="connsiteY63" fmla="*/ 223133 h 812463"/>
                <a:gd name="connsiteX64" fmla="*/ 232789 w 378368"/>
                <a:gd name="connsiteY64" fmla="*/ 245215 h 812463"/>
                <a:gd name="connsiteX65" fmla="*/ 297534 w 378368"/>
                <a:gd name="connsiteY65" fmla="*/ 266379 h 812463"/>
                <a:gd name="connsiteX66" fmla="*/ 336697 w 378368"/>
                <a:gd name="connsiteY66" fmla="*/ 262129 h 812463"/>
                <a:gd name="connsiteX67" fmla="*/ 325781 w 378368"/>
                <a:gd name="connsiteY67" fmla="*/ 274128 h 812463"/>
                <a:gd name="connsiteX68" fmla="*/ 298450 w 378368"/>
                <a:gd name="connsiteY68" fmla="*/ 286294 h 812463"/>
                <a:gd name="connsiteX69" fmla="*/ 229290 w 378368"/>
                <a:gd name="connsiteY69" fmla="*/ 294876 h 812463"/>
                <a:gd name="connsiteX70" fmla="*/ 154963 w 378368"/>
                <a:gd name="connsiteY70" fmla="*/ 273962 h 812463"/>
                <a:gd name="connsiteX71" fmla="*/ 123049 w 378368"/>
                <a:gd name="connsiteY71" fmla="*/ 253214 h 812463"/>
                <a:gd name="connsiteX72" fmla="*/ 108217 w 378368"/>
                <a:gd name="connsiteY72" fmla="*/ 234299 h 812463"/>
                <a:gd name="connsiteX73" fmla="*/ 110217 w 378368"/>
                <a:gd name="connsiteY73" fmla="*/ 231966 h 812463"/>
                <a:gd name="connsiteX74" fmla="*/ 131298 w 378368"/>
                <a:gd name="connsiteY74" fmla="*/ 227466 h 812463"/>
                <a:gd name="connsiteX75" fmla="*/ 131298 w 378368"/>
                <a:gd name="connsiteY75" fmla="*/ 227466 h 812463"/>
                <a:gd name="connsiteX76" fmla="*/ 342196 w 378368"/>
                <a:gd name="connsiteY76" fmla="*/ 475694 h 812463"/>
                <a:gd name="connsiteX77" fmla="*/ 326198 w 378368"/>
                <a:gd name="connsiteY77" fmla="*/ 557853 h 812463"/>
                <a:gd name="connsiteX78" fmla="*/ 283035 w 378368"/>
                <a:gd name="connsiteY78" fmla="*/ 725838 h 812463"/>
                <a:gd name="connsiteX79" fmla="*/ 243455 w 378368"/>
                <a:gd name="connsiteY79" fmla="*/ 786082 h 812463"/>
                <a:gd name="connsiteX80" fmla="*/ 163046 w 378368"/>
                <a:gd name="connsiteY80" fmla="*/ 792998 h 812463"/>
                <a:gd name="connsiteX81" fmla="*/ 83219 w 378368"/>
                <a:gd name="connsiteY81" fmla="*/ 768084 h 812463"/>
                <a:gd name="connsiteX82" fmla="*/ 22391 w 378368"/>
                <a:gd name="connsiteY82" fmla="*/ 720255 h 812463"/>
                <a:gd name="connsiteX83" fmla="*/ 18475 w 378368"/>
                <a:gd name="connsiteY83" fmla="*/ 629180 h 812463"/>
                <a:gd name="connsiteX84" fmla="*/ 28308 w 378368"/>
                <a:gd name="connsiteY84" fmla="*/ 549770 h 812463"/>
                <a:gd name="connsiteX85" fmla="*/ 55305 w 378368"/>
                <a:gd name="connsiteY85" fmla="*/ 389701 h 812463"/>
                <a:gd name="connsiteX86" fmla="*/ 76053 w 378368"/>
                <a:gd name="connsiteY86" fmla="*/ 303376 h 812463"/>
                <a:gd name="connsiteX87" fmla="*/ 103134 w 378368"/>
                <a:gd name="connsiteY87" fmla="*/ 240965 h 812463"/>
                <a:gd name="connsiteX88" fmla="*/ 148130 w 378368"/>
                <a:gd name="connsiteY88" fmla="*/ 282711 h 812463"/>
                <a:gd name="connsiteX89" fmla="*/ 233456 w 378368"/>
                <a:gd name="connsiteY89" fmla="*/ 307959 h 812463"/>
                <a:gd name="connsiteX90" fmla="*/ 307449 w 378368"/>
                <a:gd name="connsiteY90" fmla="*/ 297043 h 812463"/>
                <a:gd name="connsiteX91" fmla="*/ 338363 w 378368"/>
                <a:gd name="connsiteY91" fmla="*/ 281128 h 812463"/>
                <a:gd name="connsiteX92" fmla="*/ 346529 w 378368"/>
                <a:gd name="connsiteY92" fmla="*/ 269629 h 812463"/>
                <a:gd name="connsiteX93" fmla="*/ 358861 w 378368"/>
                <a:gd name="connsiteY93" fmla="*/ 308542 h 812463"/>
                <a:gd name="connsiteX94" fmla="*/ 357028 w 378368"/>
                <a:gd name="connsiteY94" fmla="*/ 396617 h 812463"/>
                <a:gd name="connsiteX95" fmla="*/ 342196 w 378368"/>
                <a:gd name="connsiteY95" fmla="*/ 475694 h 812463"/>
                <a:gd name="connsiteX96" fmla="*/ 342196 w 378368"/>
                <a:gd name="connsiteY96" fmla="*/ 475694 h 812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378368" h="812463">
                  <a:moveTo>
                    <a:pt x="376026" y="363037"/>
                  </a:moveTo>
                  <a:cubicBezTo>
                    <a:pt x="377193" y="331540"/>
                    <a:pt x="377526" y="299876"/>
                    <a:pt x="364778" y="270545"/>
                  </a:cubicBezTo>
                  <a:cubicBezTo>
                    <a:pt x="359278" y="257880"/>
                    <a:pt x="352445" y="245797"/>
                    <a:pt x="347029" y="233049"/>
                  </a:cubicBezTo>
                  <a:cubicBezTo>
                    <a:pt x="340280" y="217217"/>
                    <a:pt x="341196" y="200302"/>
                    <a:pt x="342446" y="183553"/>
                  </a:cubicBezTo>
                  <a:cubicBezTo>
                    <a:pt x="343696" y="167805"/>
                    <a:pt x="345779" y="152306"/>
                    <a:pt x="347279" y="136641"/>
                  </a:cubicBezTo>
                  <a:cubicBezTo>
                    <a:pt x="348112" y="128475"/>
                    <a:pt x="351112" y="118392"/>
                    <a:pt x="350695" y="109976"/>
                  </a:cubicBezTo>
                  <a:cubicBezTo>
                    <a:pt x="359861" y="105977"/>
                    <a:pt x="368027" y="100061"/>
                    <a:pt x="373027" y="91478"/>
                  </a:cubicBezTo>
                  <a:cubicBezTo>
                    <a:pt x="382109" y="76063"/>
                    <a:pt x="379026" y="56398"/>
                    <a:pt x="368194" y="42899"/>
                  </a:cubicBezTo>
                  <a:cubicBezTo>
                    <a:pt x="351445" y="21901"/>
                    <a:pt x="325447" y="15235"/>
                    <a:pt x="300450" y="9485"/>
                  </a:cubicBezTo>
                  <a:cubicBezTo>
                    <a:pt x="288867" y="6819"/>
                    <a:pt x="277619" y="4986"/>
                    <a:pt x="266370" y="3986"/>
                  </a:cubicBezTo>
                  <a:cubicBezTo>
                    <a:pt x="249787" y="653"/>
                    <a:pt x="233039" y="-763"/>
                    <a:pt x="216874" y="403"/>
                  </a:cubicBezTo>
                  <a:cubicBezTo>
                    <a:pt x="194042" y="1986"/>
                    <a:pt x="172961" y="7819"/>
                    <a:pt x="159463" y="27901"/>
                  </a:cubicBezTo>
                  <a:cubicBezTo>
                    <a:pt x="148047" y="44899"/>
                    <a:pt x="152630" y="61148"/>
                    <a:pt x="167212" y="73980"/>
                  </a:cubicBezTo>
                  <a:cubicBezTo>
                    <a:pt x="167795" y="74480"/>
                    <a:pt x="168295" y="74897"/>
                    <a:pt x="168878" y="75396"/>
                  </a:cubicBezTo>
                  <a:cubicBezTo>
                    <a:pt x="165712" y="85812"/>
                    <a:pt x="165879" y="97561"/>
                    <a:pt x="163462" y="108227"/>
                  </a:cubicBezTo>
                  <a:cubicBezTo>
                    <a:pt x="160129" y="123225"/>
                    <a:pt x="158546" y="139224"/>
                    <a:pt x="152963" y="153639"/>
                  </a:cubicBezTo>
                  <a:cubicBezTo>
                    <a:pt x="142131" y="181637"/>
                    <a:pt x="118383" y="199385"/>
                    <a:pt x="98635" y="220633"/>
                  </a:cubicBezTo>
                  <a:cubicBezTo>
                    <a:pt x="61555" y="260713"/>
                    <a:pt x="56222" y="319874"/>
                    <a:pt x="44556" y="371036"/>
                  </a:cubicBezTo>
                  <a:cubicBezTo>
                    <a:pt x="38224" y="398867"/>
                    <a:pt x="36307" y="427531"/>
                    <a:pt x="31391" y="455529"/>
                  </a:cubicBezTo>
                  <a:cubicBezTo>
                    <a:pt x="26225" y="485276"/>
                    <a:pt x="20641" y="514940"/>
                    <a:pt x="16225" y="544688"/>
                  </a:cubicBezTo>
                  <a:cubicBezTo>
                    <a:pt x="11892" y="574018"/>
                    <a:pt x="9226" y="603516"/>
                    <a:pt x="5226" y="632763"/>
                  </a:cubicBezTo>
                  <a:cubicBezTo>
                    <a:pt x="1393" y="661094"/>
                    <a:pt x="-4023" y="688258"/>
                    <a:pt x="4643" y="716088"/>
                  </a:cubicBezTo>
                  <a:cubicBezTo>
                    <a:pt x="19892" y="764918"/>
                    <a:pt x="78053" y="787665"/>
                    <a:pt x="123133" y="800331"/>
                  </a:cubicBezTo>
                  <a:cubicBezTo>
                    <a:pt x="149463" y="807747"/>
                    <a:pt x="177544" y="815163"/>
                    <a:pt x="204959" y="811497"/>
                  </a:cubicBezTo>
                  <a:cubicBezTo>
                    <a:pt x="226540" y="808580"/>
                    <a:pt x="251454" y="804831"/>
                    <a:pt x="267953" y="789498"/>
                  </a:cubicBezTo>
                  <a:cubicBezTo>
                    <a:pt x="285701" y="773167"/>
                    <a:pt x="292867" y="747002"/>
                    <a:pt x="300450" y="724921"/>
                  </a:cubicBezTo>
                  <a:cubicBezTo>
                    <a:pt x="309949" y="697423"/>
                    <a:pt x="317365" y="669259"/>
                    <a:pt x="324031" y="641095"/>
                  </a:cubicBezTo>
                  <a:cubicBezTo>
                    <a:pt x="338280" y="581018"/>
                    <a:pt x="349279" y="520439"/>
                    <a:pt x="361944" y="460112"/>
                  </a:cubicBezTo>
                  <a:cubicBezTo>
                    <a:pt x="368944" y="428198"/>
                    <a:pt x="374776" y="395784"/>
                    <a:pt x="376026" y="363037"/>
                  </a:cubicBezTo>
                  <a:lnTo>
                    <a:pt x="376026" y="363037"/>
                  </a:lnTo>
                  <a:close/>
                  <a:moveTo>
                    <a:pt x="180461" y="24901"/>
                  </a:moveTo>
                  <a:cubicBezTo>
                    <a:pt x="191043" y="16902"/>
                    <a:pt x="203042" y="15069"/>
                    <a:pt x="215791" y="13819"/>
                  </a:cubicBezTo>
                  <a:cubicBezTo>
                    <a:pt x="237206" y="11569"/>
                    <a:pt x="259537" y="12735"/>
                    <a:pt x="281535" y="16568"/>
                  </a:cubicBezTo>
                  <a:cubicBezTo>
                    <a:pt x="284035" y="17068"/>
                    <a:pt x="286534" y="17652"/>
                    <a:pt x="289034" y="18235"/>
                  </a:cubicBezTo>
                  <a:cubicBezTo>
                    <a:pt x="313032" y="24234"/>
                    <a:pt x="340363" y="30817"/>
                    <a:pt x="356861" y="50815"/>
                  </a:cubicBezTo>
                  <a:cubicBezTo>
                    <a:pt x="363778" y="59231"/>
                    <a:pt x="366361" y="71396"/>
                    <a:pt x="362611" y="81896"/>
                  </a:cubicBezTo>
                  <a:cubicBezTo>
                    <a:pt x="359194" y="91311"/>
                    <a:pt x="350529" y="97228"/>
                    <a:pt x="341280" y="101060"/>
                  </a:cubicBezTo>
                  <a:cubicBezTo>
                    <a:pt x="340446" y="101227"/>
                    <a:pt x="339613" y="101560"/>
                    <a:pt x="338946" y="101977"/>
                  </a:cubicBezTo>
                  <a:cubicBezTo>
                    <a:pt x="336863" y="102727"/>
                    <a:pt x="334863" y="103394"/>
                    <a:pt x="332864" y="104061"/>
                  </a:cubicBezTo>
                  <a:cubicBezTo>
                    <a:pt x="306783" y="111810"/>
                    <a:pt x="276619" y="106727"/>
                    <a:pt x="250621" y="101394"/>
                  </a:cubicBezTo>
                  <a:cubicBezTo>
                    <a:pt x="224373" y="95894"/>
                    <a:pt x="192709" y="87812"/>
                    <a:pt x="174545" y="66564"/>
                  </a:cubicBezTo>
                  <a:cubicBezTo>
                    <a:pt x="161795" y="51815"/>
                    <a:pt x="165462" y="36317"/>
                    <a:pt x="180461" y="24901"/>
                  </a:cubicBezTo>
                  <a:lnTo>
                    <a:pt x="180461" y="24901"/>
                  </a:lnTo>
                  <a:close/>
                  <a:moveTo>
                    <a:pt x="166129" y="159888"/>
                  </a:moveTo>
                  <a:cubicBezTo>
                    <a:pt x="170462" y="147556"/>
                    <a:pt x="171961" y="134308"/>
                    <a:pt x="173961" y="121475"/>
                  </a:cubicBezTo>
                  <a:cubicBezTo>
                    <a:pt x="175211" y="113393"/>
                    <a:pt x="176961" y="105310"/>
                    <a:pt x="177711" y="97228"/>
                  </a:cubicBezTo>
                  <a:cubicBezTo>
                    <a:pt x="178127" y="92228"/>
                    <a:pt x="177628" y="87145"/>
                    <a:pt x="178044" y="82146"/>
                  </a:cubicBezTo>
                  <a:cubicBezTo>
                    <a:pt x="195876" y="94311"/>
                    <a:pt x="217540" y="102060"/>
                    <a:pt x="237789" y="107477"/>
                  </a:cubicBezTo>
                  <a:cubicBezTo>
                    <a:pt x="263703" y="114476"/>
                    <a:pt x="290368" y="119059"/>
                    <a:pt x="317282" y="117393"/>
                  </a:cubicBezTo>
                  <a:cubicBezTo>
                    <a:pt x="323198" y="117059"/>
                    <a:pt x="329614" y="116142"/>
                    <a:pt x="336030" y="114726"/>
                  </a:cubicBezTo>
                  <a:cubicBezTo>
                    <a:pt x="335363" y="120392"/>
                    <a:pt x="333530" y="126725"/>
                    <a:pt x="332947" y="131558"/>
                  </a:cubicBezTo>
                  <a:cubicBezTo>
                    <a:pt x="331364" y="144390"/>
                    <a:pt x="328781" y="156723"/>
                    <a:pt x="328114" y="169721"/>
                  </a:cubicBezTo>
                  <a:cubicBezTo>
                    <a:pt x="326864" y="192886"/>
                    <a:pt x="322698" y="216384"/>
                    <a:pt x="332113" y="238382"/>
                  </a:cubicBezTo>
                  <a:cubicBezTo>
                    <a:pt x="333780" y="242381"/>
                    <a:pt x="335613" y="246298"/>
                    <a:pt x="337446" y="250214"/>
                  </a:cubicBezTo>
                  <a:cubicBezTo>
                    <a:pt x="329614" y="253047"/>
                    <a:pt x="321948" y="255963"/>
                    <a:pt x="313115" y="256297"/>
                  </a:cubicBezTo>
                  <a:cubicBezTo>
                    <a:pt x="299283" y="256880"/>
                    <a:pt x="285368" y="255463"/>
                    <a:pt x="272036" y="251797"/>
                  </a:cubicBezTo>
                  <a:cubicBezTo>
                    <a:pt x="258620" y="248047"/>
                    <a:pt x="245621" y="241965"/>
                    <a:pt x="232956" y="236299"/>
                  </a:cubicBezTo>
                  <a:cubicBezTo>
                    <a:pt x="222207" y="231466"/>
                    <a:pt x="212874" y="224049"/>
                    <a:pt x="202042" y="219633"/>
                  </a:cubicBezTo>
                  <a:cubicBezTo>
                    <a:pt x="182127" y="211384"/>
                    <a:pt x="159879" y="212467"/>
                    <a:pt x="139048" y="216384"/>
                  </a:cubicBezTo>
                  <a:cubicBezTo>
                    <a:pt x="135381" y="217050"/>
                    <a:pt x="128632" y="218134"/>
                    <a:pt x="121716" y="219967"/>
                  </a:cubicBezTo>
                  <a:cubicBezTo>
                    <a:pt x="139631" y="201885"/>
                    <a:pt x="157129" y="185053"/>
                    <a:pt x="166129" y="159888"/>
                  </a:cubicBezTo>
                  <a:lnTo>
                    <a:pt x="166129" y="159888"/>
                  </a:lnTo>
                  <a:close/>
                  <a:moveTo>
                    <a:pt x="131298" y="227466"/>
                  </a:moveTo>
                  <a:cubicBezTo>
                    <a:pt x="143464" y="224883"/>
                    <a:pt x="155713" y="222883"/>
                    <a:pt x="168128" y="223133"/>
                  </a:cubicBezTo>
                  <a:cubicBezTo>
                    <a:pt x="193209" y="223633"/>
                    <a:pt x="211041" y="234715"/>
                    <a:pt x="232789" y="245215"/>
                  </a:cubicBezTo>
                  <a:cubicBezTo>
                    <a:pt x="252954" y="254964"/>
                    <a:pt x="275035" y="264296"/>
                    <a:pt x="297534" y="266379"/>
                  </a:cubicBezTo>
                  <a:cubicBezTo>
                    <a:pt x="312949" y="267796"/>
                    <a:pt x="324364" y="266379"/>
                    <a:pt x="336697" y="262129"/>
                  </a:cubicBezTo>
                  <a:cubicBezTo>
                    <a:pt x="333863" y="266712"/>
                    <a:pt x="330780" y="271045"/>
                    <a:pt x="325781" y="274128"/>
                  </a:cubicBezTo>
                  <a:cubicBezTo>
                    <a:pt x="317365" y="279461"/>
                    <a:pt x="307949" y="283211"/>
                    <a:pt x="298450" y="286294"/>
                  </a:cubicBezTo>
                  <a:cubicBezTo>
                    <a:pt x="276785" y="293460"/>
                    <a:pt x="252037" y="299293"/>
                    <a:pt x="229290" y="294876"/>
                  </a:cubicBezTo>
                  <a:cubicBezTo>
                    <a:pt x="203709" y="289960"/>
                    <a:pt x="178627" y="285544"/>
                    <a:pt x="154963" y="273962"/>
                  </a:cubicBezTo>
                  <a:cubicBezTo>
                    <a:pt x="143381" y="268295"/>
                    <a:pt x="132131" y="262546"/>
                    <a:pt x="123049" y="253214"/>
                  </a:cubicBezTo>
                  <a:cubicBezTo>
                    <a:pt x="117383" y="247298"/>
                    <a:pt x="113633" y="240048"/>
                    <a:pt x="108217" y="234299"/>
                  </a:cubicBezTo>
                  <a:cubicBezTo>
                    <a:pt x="108884" y="233549"/>
                    <a:pt x="109467" y="232716"/>
                    <a:pt x="110217" y="231966"/>
                  </a:cubicBezTo>
                  <a:cubicBezTo>
                    <a:pt x="117049" y="229549"/>
                    <a:pt x="126382" y="228466"/>
                    <a:pt x="131298" y="227466"/>
                  </a:cubicBezTo>
                  <a:lnTo>
                    <a:pt x="131298" y="227466"/>
                  </a:lnTo>
                  <a:close/>
                  <a:moveTo>
                    <a:pt x="342196" y="475694"/>
                  </a:moveTo>
                  <a:cubicBezTo>
                    <a:pt x="336530" y="503025"/>
                    <a:pt x="332364" y="530606"/>
                    <a:pt x="326198" y="557853"/>
                  </a:cubicBezTo>
                  <a:cubicBezTo>
                    <a:pt x="313532" y="614181"/>
                    <a:pt x="302700" y="671426"/>
                    <a:pt x="283035" y="725838"/>
                  </a:cubicBezTo>
                  <a:cubicBezTo>
                    <a:pt x="274869" y="748419"/>
                    <a:pt x="267536" y="775833"/>
                    <a:pt x="243455" y="786082"/>
                  </a:cubicBezTo>
                  <a:cubicBezTo>
                    <a:pt x="218540" y="796748"/>
                    <a:pt x="189210" y="798081"/>
                    <a:pt x="163046" y="792998"/>
                  </a:cubicBezTo>
                  <a:cubicBezTo>
                    <a:pt x="135132" y="787582"/>
                    <a:pt x="109550" y="778583"/>
                    <a:pt x="83219" y="768084"/>
                  </a:cubicBezTo>
                  <a:cubicBezTo>
                    <a:pt x="60221" y="758835"/>
                    <a:pt x="33224" y="743503"/>
                    <a:pt x="22391" y="720255"/>
                  </a:cubicBezTo>
                  <a:cubicBezTo>
                    <a:pt x="8726" y="691174"/>
                    <a:pt x="15226" y="659761"/>
                    <a:pt x="18475" y="629180"/>
                  </a:cubicBezTo>
                  <a:cubicBezTo>
                    <a:pt x="21308" y="602682"/>
                    <a:pt x="24558" y="576101"/>
                    <a:pt x="28308" y="549770"/>
                  </a:cubicBezTo>
                  <a:cubicBezTo>
                    <a:pt x="35974" y="496358"/>
                    <a:pt x="45473" y="442780"/>
                    <a:pt x="55305" y="389701"/>
                  </a:cubicBezTo>
                  <a:cubicBezTo>
                    <a:pt x="60638" y="360704"/>
                    <a:pt x="68971" y="331957"/>
                    <a:pt x="76053" y="303376"/>
                  </a:cubicBezTo>
                  <a:cubicBezTo>
                    <a:pt x="81803" y="279878"/>
                    <a:pt x="89552" y="259463"/>
                    <a:pt x="103134" y="240965"/>
                  </a:cubicBezTo>
                  <a:cubicBezTo>
                    <a:pt x="109717" y="259963"/>
                    <a:pt x="132215" y="274212"/>
                    <a:pt x="148130" y="282711"/>
                  </a:cubicBezTo>
                  <a:cubicBezTo>
                    <a:pt x="174211" y="296710"/>
                    <a:pt x="204375" y="303292"/>
                    <a:pt x="233456" y="307959"/>
                  </a:cubicBezTo>
                  <a:cubicBezTo>
                    <a:pt x="257454" y="311792"/>
                    <a:pt x="284784" y="304376"/>
                    <a:pt x="307449" y="297043"/>
                  </a:cubicBezTo>
                  <a:cubicBezTo>
                    <a:pt x="317782" y="293710"/>
                    <a:pt x="330447" y="288627"/>
                    <a:pt x="338363" y="281128"/>
                  </a:cubicBezTo>
                  <a:cubicBezTo>
                    <a:pt x="341780" y="277878"/>
                    <a:pt x="344196" y="273712"/>
                    <a:pt x="346529" y="269629"/>
                  </a:cubicBezTo>
                  <a:cubicBezTo>
                    <a:pt x="352195" y="281961"/>
                    <a:pt x="357111" y="294627"/>
                    <a:pt x="358861" y="308542"/>
                  </a:cubicBezTo>
                  <a:cubicBezTo>
                    <a:pt x="362528" y="337206"/>
                    <a:pt x="360778" y="368203"/>
                    <a:pt x="357028" y="396617"/>
                  </a:cubicBezTo>
                  <a:cubicBezTo>
                    <a:pt x="353612" y="423115"/>
                    <a:pt x="347695" y="449363"/>
                    <a:pt x="342196" y="475694"/>
                  </a:cubicBezTo>
                  <a:lnTo>
                    <a:pt x="342196" y="475694"/>
                  </a:lnTo>
                  <a:close/>
                </a:path>
              </a:pathLst>
            </a:custGeom>
            <a:grpFill/>
            <a:ln w="8332" cap="flat">
              <a:noFill/>
              <a:prstDash val="solid"/>
              <a:miter/>
            </a:ln>
          </p:spPr>
          <p:txBody>
            <a:bodyPr rtlCol="0" anchor="ctr"/>
            <a:lstStyle/>
            <a:p>
              <a:endParaRPr lang="en-US"/>
            </a:p>
          </p:txBody>
        </p:sp>
        <p:sp>
          <p:nvSpPr>
            <p:cNvPr id="2241" name="Freeform: Shape 2240"/>
            <p:cNvSpPr/>
            <p:nvPr/>
          </p:nvSpPr>
          <p:spPr>
            <a:xfrm>
              <a:off x="5118940" y="5903261"/>
              <a:ext cx="155756" cy="68849"/>
            </a:xfrm>
            <a:custGeom>
              <a:avLst/>
              <a:gdLst>
                <a:gd name="connsiteX0" fmla="*/ 141024 w 155756"/>
                <a:gd name="connsiteY0" fmla="*/ 28381 h 68849"/>
                <a:gd name="connsiteX1" fmla="*/ 138358 w 155756"/>
                <a:gd name="connsiteY1" fmla="*/ 32381 h 68849"/>
                <a:gd name="connsiteX2" fmla="*/ 146357 w 155756"/>
                <a:gd name="connsiteY2" fmla="*/ 42297 h 68849"/>
                <a:gd name="connsiteX3" fmla="*/ 138192 w 155756"/>
                <a:gd name="connsiteY3" fmla="*/ 53296 h 68849"/>
                <a:gd name="connsiteX4" fmla="*/ 136608 w 155756"/>
                <a:gd name="connsiteY4" fmla="*/ 54129 h 68849"/>
                <a:gd name="connsiteX5" fmla="*/ 136691 w 155756"/>
                <a:gd name="connsiteY5" fmla="*/ 53796 h 68849"/>
                <a:gd name="connsiteX6" fmla="*/ 90279 w 155756"/>
                <a:gd name="connsiteY6" fmla="*/ 19049 h 68849"/>
                <a:gd name="connsiteX7" fmla="*/ 11702 w 155756"/>
                <a:gd name="connsiteY7" fmla="*/ 27048 h 68849"/>
                <a:gd name="connsiteX8" fmla="*/ 11120 w 155756"/>
                <a:gd name="connsiteY8" fmla="*/ 23215 h 68849"/>
                <a:gd name="connsiteX9" fmla="*/ 18702 w 155756"/>
                <a:gd name="connsiteY9" fmla="*/ 10300 h 68849"/>
                <a:gd name="connsiteX10" fmla="*/ 29534 w 155756"/>
                <a:gd name="connsiteY10" fmla="*/ 8050 h 68849"/>
                <a:gd name="connsiteX11" fmla="*/ 58615 w 155756"/>
                <a:gd name="connsiteY11" fmla="*/ 6133 h 68849"/>
                <a:gd name="connsiteX12" fmla="*/ 129692 w 155756"/>
                <a:gd name="connsiteY12" fmla="*/ 18216 h 68849"/>
                <a:gd name="connsiteX13" fmla="*/ 130525 w 155756"/>
                <a:gd name="connsiteY13" fmla="*/ 16382 h 68849"/>
                <a:gd name="connsiteX14" fmla="*/ 24201 w 155756"/>
                <a:gd name="connsiteY14" fmla="*/ 2551 h 68849"/>
                <a:gd name="connsiteX15" fmla="*/ 287 w 155756"/>
                <a:gd name="connsiteY15" fmla="*/ 19466 h 68849"/>
                <a:gd name="connsiteX16" fmla="*/ 18702 w 155756"/>
                <a:gd name="connsiteY16" fmla="*/ 47213 h 68849"/>
                <a:gd name="connsiteX17" fmla="*/ 121609 w 155756"/>
                <a:gd name="connsiteY17" fmla="*/ 67211 h 68849"/>
                <a:gd name="connsiteX18" fmla="*/ 155106 w 155756"/>
                <a:gd name="connsiteY18" fmla="*/ 50213 h 68849"/>
                <a:gd name="connsiteX19" fmla="*/ 141024 w 155756"/>
                <a:gd name="connsiteY19" fmla="*/ 28381 h 68849"/>
                <a:gd name="connsiteX20" fmla="*/ 141024 w 155756"/>
                <a:gd name="connsiteY20" fmla="*/ 28381 h 68849"/>
                <a:gd name="connsiteX21" fmla="*/ 120860 w 155756"/>
                <a:gd name="connsiteY21" fmla="*/ 56629 h 68849"/>
                <a:gd name="connsiteX22" fmla="*/ 85946 w 155756"/>
                <a:gd name="connsiteY22" fmla="*/ 57712 h 68849"/>
                <a:gd name="connsiteX23" fmla="*/ 20618 w 155756"/>
                <a:gd name="connsiteY23" fmla="*/ 38131 h 68849"/>
                <a:gd name="connsiteX24" fmla="*/ 12369 w 155756"/>
                <a:gd name="connsiteY24" fmla="*/ 29131 h 68849"/>
                <a:gd name="connsiteX25" fmla="*/ 39200 w 155756"/>
                <a:gd name="connsiteY25" fmla="*/ 26382 h 68849"/>
                <a:gd name="connsiteX26" fmla="*/ 78864 w 155756"/>
                <a:gd name="connsiteY26" fmla="*/ 27215 h 68849"/>
                <a:gd name="connsiteX27" fmla="*/ 114777 w 155756"/>
                <a:gd name="connsiteY27" fmla="*/ 39214 h 68849"/>
                <a:gd name="connsiteX28" fmla="*/ 132108 w 155756"/>
                <a:gd name="connsiteY28" fmla="*/ 55462 h 68849"/>
                <a:gd name="connsiteX29" fmla="*/ 120860 w 155756"/>
                <a:gd name="connsiteY29" fmla="*/ 56629 h 68849"/>
                <a:gd name="connsiteX30" fmla="*/ 120860 w 155756"/>
                <a:gd name="connsiteY30" fmla="*/ 56629 h 68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55756" h="68849">
                  <a:moveTo>
                    <a:pt x="141024" y="28381"/>
                  </a:moveTo>
                  <a:cubicBezTo>
                    <a:pt x="138441" y="27298"/>
                    <a:pt x="136525" y="30382"/>
                    <a:pt x="138358" y="32381"/>
                  </a:cubicBezTo>
                  <a:cubicBezTo>
                    <a:pt x="141441" y="35297"/>
                    <a:pt x="144107" y="38631"/>
                    <a:pt x="146357" y="42297"/>
                  </a:cubicBezTo>
                  <a:cubicBezTo>
                    <a:pt x="143607" y="45963"/>
                    <a:pt x="140941" y="49630"/>
                    <a:pt x="138192" y="53296"/>
                  </a:cubicBezTo>
                  <a:cubicBezTo>
                    <a:pt x="137692" y="53629"/>
                    <a:pt x="137192" y="53879"/>
                    <a:pt x="136608" y="54129"/>
                  </a:cubicBezTo>
                  <a:cubicBezTo>
                    <a:pt x="136608" y="54046"/>
                    <a:pt x="136691" y="53879"/>
                    <a:pt x="136691" y="53796"/>
                  </a:cubicBezTo>
                  <a:cubicBezTo>
                    <a:pt x="137858" y="34298"/>
                    <a:pt x="104861" y="22466"/>
                    <a:pt x="90279" y="19049"/>
                  </a:cubicBezTo>
                  <a:cubicBezTo>
                    <a:pt x="65281" y="13050"/>
                    <a:pt x="33367" y="11383"/>
                    <a:pt x="11702" y="27048"/>
                  </a:cubicBezTo>
                  <a:cubicBezTo>
                    <a:pt x="11453" y="25965"/>
                    <a:pt x="11286" y="24715"/>
                    <a:pt x="11120" y="23215"/>
                  </a:cubicBezTo>
                  <a:cubicBezTo>
                    <a:pt x="7703" y="15882"/>
                    <a:pt x="10203" y="11633"/>
                    <a:pt x="18702" y="10300"/>
                  </a:cubicBezTo>
                  <a:cubicBezTo>
                    <a:pt x="22285" y="9216"/>
                    <a:pt x="25868" y="8467"/>
                    <a:pt x="29534" y="8050"/>
                  </a:cubicBezTo>
                  <a:cubicBezTo>
                    <a:pt x="39034" y="6633"/>
                    <a:pt x="48949" y="6050"/>
                    <a:pt x="58615" y="6133"/>
                  </a:cubicBezTo>
                  <a:cubicBezTo>
                    <a:pt x="82529" y="6300"/>
                    <a:pt x="107111" y="10050"/>
                    <a:pt x="129692" y="18216"/>
                  </a:cubicBezTo>
                  <a:cubicBezTo>
                    <a:pt x="130859" y="18632"/>
                    <a:pt x="131775" y="16966"/>
                    <a:pt x="130525" y="16382"/>
                  </a:cubicBezTo>
                  <a:cubicBezTo>
                    <a:pt x="97695" y="2217"/>
                    <a:pt x="59698" y="-3866"/>
                    <a:pt x="24201" y="2551"/>
                  </a:cubicBezTo>
                  <a:cubicBezTo>
                    <a:pt x="14369" y="4301"/>
                    <a:pt x="2620" y="8133"/>
                    <a:pt x="287" y="19466"/>
                  </a:cubicBezTo>
                  <a:cubicBezTo>
                    <a:pt x="-2046" y="30964"/>
                    <a:pt x="10369" y="41464"/>
                    <a:pt x="18702" y="47213"/>
                  </a:cubicBezTo>
                  <a:cubicBezTo>
                    <a:pt x="46366" y="66128"/>
                    <a:pt x="88946" y="72127"/>
                    <a:pt x="121609" y="67211"/>
                  </a:cubicBezTo>
                  <a:cubicBezTo>
                    <a:pt x="132359" y="65545"/>
                    <a:pt x="151607" y="62962"/>
                    <a:pt x="155106" y="50213"/>
                  </a:cubicBezTo>
                  <a:cubicBezTo>
                    <a:pt x="158189" y="39797"/>
                    <a:pt x="149773" y="31881"/>
                    <a:pt x="141024" y="28381"/>
                  </a:cubicBezTo>
                  <a:lnTo>
                    <a:pt x="141024" y="28381"/>
                  </a:lnTo>
                  <a:close/>
                  <a:moveTo>
                    <a:pt x="120860" y="56629"/>
                  </a:moveTo>
                  <a:cubicBezTo>
                    <a:pt x="109361" y="58045"/>
                    <a:pt x="97445" y="58795"/>
                    <a:pt x="85946" y="57712"/>
                  </a:cubicBezTo>
                  <a:cubicBezTo>
                    <a:pt x="64615" y="55712"/>
                    <a:pt x="38617" y="50213"/>
                    <a:pt x="20618" y="38131"/>
                  </a:cubicBezTo>
                  <a:cubicBezTo>
                    <a:pt x="15619" y="34798"/>
                    <a:pt x="13536" y="33131"/>
                    <a:pt x="12369" y="29131"/>
                  </a:cubicBezTo>
                  <a:cubicBezTo>
                    <a:pt x="21035" y="30131"/>
                    <a:pt x="30618" y="26965"/>
                    <a:pt x="39200" y="26382"/>
                  </a:cubicBezTo>
                  <a:cubicBezTo>
                    <a:pt x="52366" y="25465"/>
                    <a:pt x="65698" y="25382"/>
                    <a:pt x="78864" y="27215"/>
                  </a:cubicBezTo>
                  <a:cubicBezTo>
                    <a:pt x="91362" y="29048"/>
                    <a:pt x="104028" y="32381"/>
                    <a:pt x="114777" y="39214"/>
                  </a:cubicBezTo>
                  <a:cubicBezTo>
                    <a:pt x="122026" y="43797"/>
                    <a:pt x="125276" y="51213"/>
                    <a:pt x="132108" y="55462"/>
                  </a:cubicBezTo>
                  <a:cubicBezTo>
                    <a:pt x="128192" y="56129"/>
                    <a:pt x="123943" y="56212"/>
                    <a:pt x="120860" y="56629"/>
                  </a:cubicBezTo>
                  <a:lnTo>
                    <a:pt x="120860" y="56629"/>
                  </a:lnTo>
                  <a:close/>
                </a:path>
              </a:pathLst>
            </a:custGeom>
            <a:grpFill/>
            <a:ln w="8332" cap="flat">
              <a:noFill/>
              <a:prstDash val="solid"/>
              <a:miter/>
            </a:ln>
          </p:spPr>
          <p:txBody>
            <a:bodyPr rtlCol="0" anchor="ctr"/>
            <a:lstStyle/>
            <a:p>
              <a:endParaRPr lang="en-US"/>
            </a:p>
          </p:txBody>
        </p:sp>
        <p:sp>
          <p:nvSpPr>
            <p:cNvPr id="2242" name="Freeform: Shape 2241"/>
            <p:cNvSpPr/>
            <p:nvPr/>
          </p:nvSpPr>
          <p:spPr>
            <a:xfrm>
              <a:off x="5028536" y="6292361"/>
              <a:ext cx="163236" cy="199084"/>
            </a:xfrm>
            <a:custGeom>
              <a:avLst/>
              <a:gdLst>
                <a:gd name="connsiteX0" fmla="*/ 148102 w 163236"/>
                <a:gd name="connsiteY0" fmla="*/ 42662 h 199084"/>
                <a:gd name="connsiteX1" fmla="*/ 85441 w 163236"/>
                <a:gd name="connsiteY1" fmla="*/ 165 h 199084"/>
                <a:gd name="connsiteX2" fmla="*/ 27196 w 163236"/>
                <a:gd name="connsiteY2" fmla="*/ 28913 h 199084"/>
                <a:gd name="connsiteX3" fmla="*/ 1282 w 163236"/>
                <a:gd name="connsiteY3" fmla="*/ 115988 h 199084"/>
                <a:gd name="connsiteX4" fmla="*/ 8615 w 163236"/>
                <a:gd name="connsiteY4" fmla="*/ 141153 h 199084"/>
                <a:gd name="connsiteX5" fmla="*/ 42362 w 163236"/>
                <a:gd name="connsiteY5" fmla="*/ 188398 h 199084"/>
                <a:gd name="connsiteX6" fmla="*/ 109273 w 163236"/>
                <a:gd name="connsiteY6" fmla="*/ 191398 h 199084"/>
                <a:gd name="connsiteX7" fmla="*/ 148102 w 163236"/>
                <a:gd name="connsiteY7" fmla="*/ 42662 h 199084"/>
                <a:gd name="connsiteX8" fmla="*/ 148102 w 163236"/>
                <a:gd name="connsiteY8" fmla="*/ 42662 h 199084"/>
                <a:gd name="connsiteX9" fmla="*/ 100023 w 163236"/>
                <a:gd name="connsiteY9" fmla="*/ 182899 h 199084"/>
                <a:gd name="connsiteX10" fmla="*/ 27696 w 163236"/>
                <a:gd name="connsiteY10" fmla="*/ 156484 h 199084"/>
                <a:gd name="connsiteX11" fmla="*/ 16864 w 163236"/>
                <a:gd name="connsiteY11" fmla="*/ 74658 h 199084"/>
                <a:gd name="connsiteX12" fmla="*/ 39612 w 163236"/>
                <a:gd name="connsiteY12" fmla="*/ 29663 h 199084"/>
                <a:gd name="connsiteX13" fmla="*/ 42529 w 163236"/>
                <a:gd name="connsiteY13" fmla="*/ 27246 h 199084"/>
                <a:gd name="connsiteX14" fmla="*/ 120688 w 163236"/>
                <a:gd name="connsiteY14" fmla="*/ 24913 h 199084"/>
                <a:gd name="connsiteX15" fmla="*/ 152602 w 163236"/>
                <a:gd name="connsiteY15" fmla="*/ 107156 h 199084"/>
                <a:gd name="connsiteX16" fmla="*/ 100023 w 163236"/>
                <a:gd name="connsiteY16" fmla="*/ 182899 h 199084"/>
                <a:gd name="connsiteX17" fmla="*/ 100023 w 163236"/>
                <a:gd name="connsiteY17" fmla="*/ 182899 h 199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3236" h="199084">
                  <a:moveTo>
                    <a:pt x="148102" y="42662"/>
                  </a:moveTo>
                  <a:cubicBezTo>
                    <a:pt x="133770" y="19330"/>
                    <a:pt x="113689" y="2748"/>
                    <a:pt x="85441" y="165"/>
                  </a:cubicBezTo>
                  <a:cubicBezTo>
                    <a:pt x="64110" y="-1751"/>
                    <a:pt x="40695" y="13331"/>
                    <a:pt x="27196" y="28913"/>
                  </a:cubicBezTo>
                  <a:cubicBezTo>
                    <a:pt x="8198" y="50827"/>
                    <a:pt x="-4134" y="87074"/>
                    <a:pt x="1282" y="115988"/>
                  </a:cubicBezTo>
                  <a:cubicBezTo>
                    <a:pt x="2699" y="123654"/>
                    <a:pt x="5199" y="132487"/>
                    <a:pt x="8615" y="141153"/>
                  </a:cubicBezTo>
                  <a:cubicBezTo>
                    <a:pt x="14281" y="160067"/>
                    <a:pt x="25280" y="177650"/>
                    <a:pt x="42362" y="188398"/>
                  </a:cubicBezTo>
                  <a:cubicBezTo>
                    <a:pt x="62526" y="201064"/>
                    <a:pt x="88441" y="202980"/>
                    <a:pt x="109273" y="191398"/>
                  </a:cubicBezTo>
                  <a:cubicBezTo>
                    <a:pt x="161351" y="162650"/>
                    <a:pt x="178766" y="92490"/>
                    <a:pt x="148102" y="42662"/>
                  </a:cubicBezTo>
                  <a:lnTo>
                    <a:pt x="148102" y="42662"/>
                  </a:lnTo>
                  <a:close/>
                  <a:moveTo>
                    <a:pt x="100023" y="182899"/>
                  </a:moveTo>
                  <a:cubicBezTo>
                    <a:pt x="72276" y="196231"/>
                    <a:pt x="43445" y="179649"/>
                    <a:pt x="27696" y="156484"/>
                  </a:cubicBezTo>
                  <a:cubicBezTo>
                    <a:pt x="11614" y="132820"/>
                    <a:pt x="9365" y="101656"/>
                    <a:pt x="16864" y="74658"/>
                  </a:cubicBezTo>
                  <a:cubicBezTo>
                    <a:pt x="21697" y="57493"/>
                    <a:pt x="27363" y="42745"/>
                    <a:pt x="39612" y="29663"/>
                  </a:cubicBezTo>
                  <a:cubicBezTo>
                    <a:pt x="40612" y="28829"/>
                    <a:pt x="41529" y="27996"/>
                    <a:pt x="42529" y="27246"/>
                  </a:cubicBezTo>
                  <a:cubicBezTo>
                    <a:pt x="67110" y="8581"/>
                    <a:pt x="95274" y="4665"/>
                    <a:pt x="120688" y="24913"/>
                  </a:cubicBezTo>
                  <a:cubicBezTo>
                    <a:pt x="143686" y="43162"/>
                    <a:pt x="156185" y="78575"/>
                    <a:pt x="152602" y="107156"/>
                  </a:cubicBezTo>
                  <a:cubicBezTo>
                    <a:pt x="148936" y="136236"/>
                    <a:pt x="126771" y="170067"/>
                    <a:pt x="100023" y="182899"/>
                  </a:cubicBezTo>
                  <a:lnTo>
                    <a:pt x="100023" y="182899"/>
                  </a:lnTo>
                  <a:close/>
                </a:path>
              </a:pathLst>
            </a:custGeom>
            <a:grpFill/>
            <a:ln w="8332" cap="flat">
              <a:noFill/>
              <a:prstDash val="solid"/>
              <a:miter/>
            </a:ln>
          </p:spPr>
          <p:txBody>
            <a:bodyPr rtlCol="0" anchor="ctr"/>
            <a:lstStyle/>
            <a:p>
              <a:endParaRPr lang="en-US"/>
            </a:p>
          </p:txBody>
        </p:sp>
        <p:sp>
          <p:nvSpPr>
            <p:cNvPr id="2243" name="Freeform: Shape 2242"/>
            <p:cNvSpPr/>
            <p:nvPr/>
          </p:nvSpPr>
          <p:spPr>
            <a:xfrm>
              <a:off x="4110937" y="6810844"/>
              <a:ext cx="468439" cy="888261"/>
            </a:xfrm>
            <a:custGeom>
              <a:avLst/>
              <a:gdLst>
                <a:gd name="connsiteX0" fmla="*/ 465088 w 468439"/>
                <a:gd name="connsiteY0" fmla="*/ 395600 h 888261"/>
                <a:gd name="connsiteX1" fmla="*/ 452423 w 468439"/>
                <a:gd name="connsiteY1" fmla="*/ 384018 h 888261"/>
                <a:gd name="connsiteX2" fmla="*/ 457339 w 468439"/>
                <a:gd name="connsiteY2" fmla="*/ 323940 h 888261"/>
                <a:gd name="connsiteX3" fmla="*/ 438174 w 468439"/>
                <a:gd name="connsiteY3" fmla="*/ 256112 h 888261"/>
                <a:gd name="connsiteX4" fmla="*/ 398095 w 468439"/>
                <a:gd name="connsiteY4" fmla="*/ 206784 h 888261"/>
                <a:gd name="connsiteX5" fmla="*/ 370597 w 468439"/>
                <a:gd name="connsiteY5" fmla="*/ 194201 h 888261"/>
                <a:gd name="connsiteX6" fmla="*/ 371181 w 468439"/>
                <a:gd name="connsiteY6" fmla="*/ 190118 h 888261"/>
                <a:gd name="connsiteX7" fmla="*/ 379763 w 468439"/>
                <a:gd name="connsiteY7" fmla="*/ 146956 h 888261"/>
                <a:gd name="connsiteX8" fmla="*/ 397428 w 468439"/>
                <a:gd name="connsiteY8" fmla="*/ 65546 h 888261"/>
                <a:gd name="connsiteX9" fmla="*/ 402761 w 468439"/>
                <a:gd name="connsiteY9" fmla="*/ 33549 h 888261"/>
                <a:gd name="connsiteX10" fmla="*/ 404177 w 468439"/>
                <a:gd name="connsiteY10" fmla="*/ 10135 h 888261"/>
                <a:gd name="connsiteX11" fmla="*/ 385263 w 468439"/>
                <a:gd name="connsiteY11" fmla="*/ 5302 h 888261"/>
                <a:gd name="connsiteX12" fmla="*/ 358765 w 468439"/>
                <a:gd name="connsiteY12" fmla="*/ 885 h 888261"/>
                <a:gd name="connsiteX13" fmla="*/ 352599 w 468439"/>
                <a:gd name="connsiteY13" fmla="*/ 14301 h 888261"/>
                <a:gd name="connsiteX14" fmla="*/ 347099 w 468439"/>
                <a:gd name="connsiteY14" fmla="*/ 51881 h 888261"/>
                <a:gd name="connsiteX15" fmla="*/ 339017 w 468439"/>
                <a:gd name="connsiteY15" fmla="*/ 123458 h 888261"/>
                <a:gd name="connsiteX16" fmla="*/ 331684 w 468439"/>
                <a:gd name="connsiteY16" fmla="*/ 166121 h 888261"/>
                <a:gd name="connsiteX17" fmla="*/ 328851 w 468439"/>
                <a:gd name="connsiteY17" fmla="*/ 182536 h 888261"/>
                <a:gd name="connsiteX18" fmla="*/ 294687 w 468439"/>
                <a:gd name="connsiteY18" fmla="*/ 183202 h 888261"/>
                <a:gd name="connsiteX19" fmla="*/ 224194 w 468439"/>
                <a:gd name="connsiteY19" fmla="*/ 204367 h 888261"/>
                <a:gd name="connsiteX20" fmla="*/ 151534 w 468439"/>
                <a:gd name="connsiteY20" fmla="*/ 283360 h 888261"/>
                <a:gd name="connsiteX21" fmla="*/ 116703 w 468439"/>
                <a:gd name="connsiteY21" fmla="*/ 285860 h 888261"/>
                <a:gd name="connsiteX22" fmla="*/ 112120 w 468439"/>
                <a:gd name="connsiteY22" fmla="*/ 346854 h 888261"/>
                <a:gd name="connsiteX23" fmla="*/ 99788 w 468439"/>
                <a:gd name="connsiteY23" fmla="*/ 393767 h 888261"/>
                <a:gd name="connsiteX24" fmla="*/ 79873 w 468439"/>
                <a:gd name="connsiteY24" fmla="*/ 452762 h 888261"/>
                <a:gd name="connsiteX25" fmla="*/ 46710 w 468439"/>
                <a:gd name="connsiteY25" fmla="*/ 570918 h 888261"/>
                <a:gd name="connsiteX26" fmla="*/ 14129 w 468439"/>
                <a:gd name="connsiteY26" fmla="*/ 688323 h 888261"/>
                <a:gd name="connsiteX27" fmla="*/ 8213 w 468439"/>
                <a:gd name="connsiteY27" fmla="*/ 788898 h 888261"/>
                <a:gd name="connsiteX28" fmla="*/ 34461 w 468439"/>
                <a:gd name="connsiteY28" fmla="*/ 818312 h 888261"/>
                <a:gd name="connsiteX29" fmla="*/ 87456 w 468439"/>
                <a:gd name="connsiteY29" fmla="*/ 854059 h 888261"/>
                <a:gd name="connsiteX30" fmla="*/ 193530 w 468439"/>
                <a:gd name="connsiteY30" fmla="*/ 888139 h 888261"/>
                <a:gd name="connsiteX31" fmla="*/ 221277 w 468439"/>
                <a:gd name="connsiteY31" fmla="*/ 872974 h 888261"/>
                <a:gd name="connsiteX32" fmla="*/ 256774 w 468439"/>
                <a:gd name="connsiteY32" fmla="*/ 818979 h 888261"/>
                <a:gd name="connsiteX33" fmla="*/ 311519 w 468439"/>
                <a:gd name="connsiteY33" fmla="*/ 716071 h 888261"/>
                <a:gd name="connsiteX34" fmla="*/ 369431 w 468439"/>
                <a:gd name="connsiteY34" fmla="*/ 591749 h 888261"/>
                <a:gd name="connsiteX35" fmla="*/ 429342 w 468439"/>
                <a:gd name="connsiteY35" fmla="*/ 469010 h 888261"/>
                <a:gd name="connsiteX36" fmla="*/ 429509 w 468439"/>
                <a:gd name="connsiteY36" fmla="*/ 468593 h 888261"/>
                <a:gd name="connsiteX37" fmla="*/ 433675 w 468439"/>
                <a:gd name="connsiteY37" fmla="*/ 465844 h 888261"/>
                <a:gd name="connsiteX38" fmla="*/ 465088 w 468439"/>
                <a:gd name="connsiteY38" fmla="*/ 395600 h 888261"/>
                <a:gd name="connsiteX39" fmla="*/ 465088 w 468439"/>
                <a:gd name="connsiteY39" fmla="*/ 395600 h 888261"/>
                <a:gd name="connsiteX40" fmla="*/ 354265 w 468439"/>
                <a:gd name="connsiteY40" fmla="*/ 87795 h 888261"/>
                <a:gd name="connsiteX41" fmla="*/ 359098 w 468439"/>
                <a:gd name="connsiteY41" fmla="*/ 45048 h 888261"/>
                <a:gd name="connsiteX42" fmla="*/ 363681 w 468439"/>
                <a:gd name="connsiteY42" fmla="*/ 12884 h 888261"/>
                <a:gd name="connsiteX43" fmla="*/ 390179 w 468439"/>
                <a:gd name="connsiteY43" fmla="*/ 15634 h 888261"/>
                <a:gd name="connsiteX44" fmla="*/ 394428 w 468439"/>
                <a:gd name="connsiteY44" fmla="*/ 27466 h 888261"/>
                <a:gd name="connsiteX45" fmla="*/ 392262 w 468439"/>
                <a:gd name="connsiteY45" fmla="*/ 42132 h 888261"/>
                <a:gd name="connsiteX46" fmla="*/ 375513 w 468439"/>
                <a:gd name="connsiteY46" fmla="*/ 118625 h 888261"/>
                <a:gd name="connsiteX47" fmla="*/ 367181 w 468439"/>
                <a:gd name="connsiteY47" fmla="*/ 156705 h 888261"/>
                <a:gd name="connsiteX48" fmla="*/ 358765 w 468439"/>
                <a:gd name="connsiteY48" fmla="*/ 198534 h 888261"/>
                <a:gd name="connsiteX49" fmla="*/ 345849 w 468439"/>
                <a:gd name="connsiteY49" fmla="*/ 210617 h 888261"/>
                <a:gd name="connsiteX50" fmla="*/ 336184 w 468439"/>
                <a:gd name="connsiteY50" fmla="*/ 201368 h 888261"/>
                <a:gd name="connsiteX51" fmla="*/ 340266 w 468439"/>
                <a:gd name="connsiteY51" fmla="*/ 190118 h 888261"/>
                <a:gd name="connsiteX52" fmla="*/ 345599 w 468439"/>
                <a:gd name="connsiteY52" fmla="*/ 158371 h 888261"/>
                <a:gd name="connsiteX53" fmla="*/ 354265 w 468439"/>
                <a:gd name="connsiteY53" fmla="*/ 87795 h 888261"/>
                <a:gd name="connsiteX54" fmla="*/ 354265 w 468439"/>
                <a:gd name="connsiteY54" fmla="*/ 87795 h 888261"/>
                <a:gd name="connsiteX55" fmla="*/ 222444 w 468439"/>
                <a:gd name="connsiteY55" fmla="*/ 219866 h 888261"/>
                <a:gd name="connsiteX56" fmla="*/ 280689 w 468439"/>
                <a:gd name="connsiteY56" fmla="*/ 196701 h 888261"/>
                <a:gd name="connsiteX57" fmla="*/ 309853 w 468439"/>
                <a:gd name="connsiteY57" fmla="*/ 191618 h 888261"/>
                <a:gd name="connsiteX58" fmla="*/ 327851 w 468439"/>
                <a:gd name="connsiteY58" fmla="*/ 189035 h 888261"/>
                <a:gd name="connsiteX59" fmla="*/ 326184 w 468439"/>
                <a:gd name="connsiteY59" fmla="*/ 197784 h 888261"/>
                <a:gd name="connsiteX60" fmla="*/ 326351 w 468439"/>
                <a:gd name="connsiteY60" fmla="*/ 216116 h 888261"/>
                <a:gd name="connsiteX61" fmla="*/ 363098 w 468439"/>
                <a:gd name="connsiteY61" fmla="*/ 214783 h 888261"/>
                <a:gd name="connsiteX62" fmla="*/ 369764 w 468439"/>
                <a:gd name="connsiteY62" fmla="*/ 200618 h 888261"/>
                <a:gd name="connsiteX63" fmla="*/ 399428 w 468439"/>
                <a:gd name="connsiteY63" fmla="*/ 224532 h 888261"/>
                <a:gd name="connsiteX64" fmla="*/ 431592 w 468439"/>
                <a:gd name="connsiteY64" fmla="*/ 272611 h 888261"/>
                <a:gd name="connsiteX65" fmla="*/ 444674 w 468439"/>
                <a:gd name="connsiteY65" fmla="*/ 326190 h 888261"/>
                <a:gd name="connsiteX66" fmla="*/ 441091 w 468439"/>
                <a:gd name="connsiteY66" fmla="*/ 371602 h 888261"/>
                <a:gd name="connsiteX67" fmla="*/ 425509 w 468439"/>
                <a:gd name="connsiteY67" fmla="*/ 333939 h 888261"/>
                <a:gd name="connsiteX68" fmla="*/ 392762 w 468439"/>
                <a:gd name="connsiteY68" fmla="*/ 253780 h 888261"/>
                <a:gd name="connsiteX69" fmla="*/ 387762 w 468439"/>
                <a:gd name="connsiteY69" fmla="*/ 249113 h 888261"/>
                <a:gd name="connsiteX70" fmla="*/ 372597 w 468439"/>
                <a:gd name="connsiteY70" fmla="*/ 255946 h 888261"/>
                <a:gd name="connsiteX71" fmla="*/ 338516 w 468439"/>
                <a:gd name="connsiteY71" fmla="*/ 248447 h 888261"/>
                <a:gd name="connsiteX72" fmla="*/ 305520 w 468439"/>
                <a:gd name="connsiteY72" fmla="*/ 222282 h 888261"/>
                <a:gd name="connsiteX73" fmla="*/ 263107 w 468439"/>
                <a:gd name="connsiteY73" fmla="*/ 240031 h 888261"/>
                <a:gd name="connsiteX74" fmla="*/ 236943 w 468439"/>
                <a:gd name="connsiteY74" fmla="*/ 233698 h 888261"/>
                <a:gd name="connsiteX75" fmla="*/ 193280 w 468439"/>
                <a:gd name="connsiteY75" fmla="*/ 242697 h 888261"/>
                <a:gd name="connsiteX76" fmla="*/ 222444 w 468439"/>
                <a:gd name="connsiteY76" fmla="*/ 219866 h 888261"/>
                <a:gd name="connsiteX77" fmla="*/ 222444 w 468439"/>
                <a:gd name="connsiteY77" fmla="*/ 219866 h 888261"/>
                <a:gd name="connsiteX78" fmla="*/ 166532 w 468439"/>
                <a:gd name="connsiteY78" fmla="*/ 284860 h 888261"/>
                <a:gd name="connsiteX79" fmla="*/ 262690 w 468439"/>
                <a:gd name="connsiteY79" fmla="*/ 248030 h 888261"/>
                <a:gd name="connsiteX80" fmla="*/ 295937 w 468439"/>
                <a:gd name="connsiteY80" fmla="*/ 284527 h 888261"/>
                <a:gd name="connsiteX81" fmla="*/ 331601 w 468439"/>
                <a:gd name="connsiteY81" fmla="*/ 301942 h 888261"/>
                <a:gd name="connsiteX82" fmla="*/ 332517 w 468439"/>
                <a:gd name="connsiteY82" fmla="*/ 297942 h 888261"/>
                <a:gd name="connsiteX83" fmla="*/ 281272 w 468439"/>
                <a:gd name="connsiteY83" fmla="*/ 254363 h 888261"/>
                <a:gd name="connsiteX84" fmla="*/ 268107 w 468439"/>
                <a:gd name="connsiteY84" fmla="*/ 242364 h 888261"/>
                <a:gd name="connsiteX85" fmla="*/ 284022 w 468439"/>
                <a:gd name="connsiteY85" fmla="*/ 231032 h 888261"/>
                <a:gd name="connsiteX86" fmla="*/ 315185 w 468439"/>
                <a:gd name="connsiteY86" fmla="*/ 237947 h 888261"/>
                <a:gd name="connsiteX87" fmla="*/ 340850 w 468439"/>
                <a:gd name="connsiteY87" fmla="*/ 261779 h 888261"/>
                <a:gd name="connsiteX88" fmla="*/ 384846 w 468439"/>
                <a:gd name="connsiteY88" fmla="*/ 261112 h 888261"/>
                <a:gd name="connsiteX89" fmla="*/ 384512 w 468439"/>
                <a:gd name="connsiteY89" fmla="*/ 265279 h 888261"/>
                <a:gd name="connsiteX90" fmla="*/ 387346 w 468439"/>
                <a:gd name="connsiteY90" fmla="*/ 276611 h 888261"/>
                <a:gd name="connsiteX91" fmla="*/ 407011 w 468439"/>
                <a:gd name="connsiteY91" fmla="*/ 312357 h 888261"/>
                <a:gd name="connsiteX92" fmla="*/ 422426 w 468439"/>
                <a:gd name="connsiteY92" fmla="*/ 350354 h 888261"/>
                <a:gd name="connsiteX93" fmla="*/ 430092 w 468439"/>
                <a:gd name="connsiteY93" fmla="*/ 378601 h 888261"/>
                <a:gd name="connsiteX94" fmla="*/ 423592 w 468439"/>
                <a:gd name="connsiteY94" fmla="*/ 377768 h 888261"/>
                <a:gd name="connsiteX95" fmla="*/ 349933 w 468439"/>
                <a:gd name="connsiteY95" fmla="*/ 361687 h 888261"/>
                <a:gd name="connsiteX96" fmla="*/ 216528 w 468439"/>
                <a:gd name="connsiteY96" fmla="*/ 317941 h 888261"/>
                <a:gd name="connsiteX97" fmla="*/ 204945 w 468439"/>
                <a:gd name="connsiteY97" fmla="*/ 312274 h 888261"/>
                <a:gd name="connsiteX98" fmla="*/ 163866 w 468439"/>
                <a:gd name="connsiteY98" fmla="*/ 289693 h 888261"/>
                <a:gd name="connsiteX99" fmla="*/ 163782 w 468439"/>
                <a:gd name="connsiteY99" fmla="*/ 288277 h 888261"/>
                <a:gd name="connsiteX100" fmla="*/ 164366 w 468439"/>
                <a:gd name="connsiteY100" fmla="*/ 286693 h 888261"/>
                <a:gd name="connsiteX101" fmla="*/ 166532 w 468439"/>
                <a:gd name="connsiteY101" fmla="*/ 284860 h 888261"/>
                <a:gd name="connsiteX102" fmla="*/ 166532 w 468439"/>
                <a:gd name="connsiteY102" fmla="*/ 284860 h 888261"/>
                <a:gd name="connsiteX103" fmla="*/ 215778 w 468439"/>
                <a:gd name="connsiteY103" fmla="*/ 853892 h 888261"/>
                <a:gd name="connsiteX104" fmla="*/ 196946 w 468439"/>
                <a:gd name="connsiteY104" fmla="*/ 872141 h 888261"/>
                <a:gd name="connsiteX105" fmla="*/ 169115 w 468439"/>
                <a:gd name="connsiteY105" fmla="*/ 869724 h 888261"/>
                <a:gd name="connsiteX106" fmla="*/ 115287 w 468439"/>
                <a:gd name="connsiteY106" fmla="*/ 850809 h 888261"/>
                <a:gd name="connsiteX107" fmla="*/ 28461 w 468439"/>
                <a:gd name="connsiteY107" fmla="*/ 789731 h 888261"/>
                <a:gd name="connsiteX108" fmla="*/ 16212 w 468439"/>
                <a:gd name="connsiteY108" fmla="*/ 759067 h 888261"/>
                <a:gd name="connsiteX109" fmla="*/ 51626 w 468439"/>
                <a:gd name="connsiteY109" fmla="*/ 754068 h 888261"/>
                <a:gd name="connsiteX110" fmla="*/ 143534 w 468439"/>
                <a:gd name="connsiteY110" fmla="*/ 752984 h 888261"/>
                <a:gd name="connsiteX111" fmla="*/ 179364 w 468439"/>
                <a:gd name="connsiteY111" fmla="*/ 814395 h 888261"/>
                <a:gd name="connsiteX112" fmla="*/ 220194 w 468439"/>
                <a:gd name="connsiteY112" fmla="*/ 847726 h 888261"/>
                <a:gd name="connsiteX113" fmla="*/ 215778 w 468439"/>
                <a:gd name="connsiteY113" fmla="*/ 853892 h 888261"/>
                <a:gd name="connsiteX114" fmla="*/ 215778 w 468439"/>
                <a:gd name="connsiteY114" fmla="*/ 853892 h 888261"/>
                <a:gd name="connsiteX115" fmla="*/ 227277 w 468439"/>
                <a:gd name="connsiteY115" fmla="*/ 837310 h 888261"/>
                <a:gd name="connsiteX116" fmla="*/ 197613 w 468439"/>
                <a:gd name="connsiteY116" fmla="*/ 821228 h 888261"/>
                <a:gd name="connsiteX117" fmla="*/ 178698 w 468439"/>
                <a:gd name="connsiteY117" fmla="*/ 794981 h 888261"/>
                <a:gd name="connsiteX118" fmla="*/ 169699 w 468439"/>
                <a:gd name="connsiteY118" fmla="*/ 780065 h 888261"/>
                <a:gd name="connsiteX119" fmla="*/ 162699 w 468439"/>
                <a:gd name="connsiteY119" fmla="*/ 763817 h 888261"/>
                <a:gd name="connsiteX120" fmla="*/ 143451 w 468439"/>
                <a:gd name="connsiteY120" fmla="*/ 744568 h 888261"/>
                <a:gd name="connsiteX121" fmla="*/ 83206 w 468439"/>
                <a:gd name="connsiteY121" fmla="*/ 737069 h 888261"/>
                <a:gd name="connsiteX122" fmla="*/ 45127 w 468439"/>
                <a:gd name="connsiteY122" fmla="*/ 747318 h 888261"/>
                <a:gd name="connsiteX123" fmla="*/ 16046 w 468439"/>
                <a:gd name="connsiteY123" fmla="*/ 752568 h 888261"/>
                <a:gd name="connsiteX124" fmla="*/ 31628 w 468439"/>
                <a:gd name="connsiteY124" fmla="*/ 683574 h 888261"/>
                <a:gd name="connsiteX125" fmla="*/ 37544 w 468439"/>
                <a:gd name="connsiteY125" fmla="*/ 662076 h 888261"/>
                <a:gd name="connsiteX126" fmla="*/ 70041 w 468439"/>
                <a:gd name="connsiteY126" fmla="*/ 688323 h 888261"/>
                <a:gd name="connsiteX127" fmla="*/ 161532 w 468439"/>
                <a:gd name="connsiteY127" fmla="*/ 691157 h 888261"/>
                <a:gd name="connsiteX128" fmla="*/ 216278 w 468439"/>
                <a:gd name="connsiteY128" fmla="*/ 684157 h 888261"/>
                <a:gd name="connsiteX129" fmla="*/ 235360 w 468439"/>
                <a:gd name="connsiteY129" fmla="*/ 732903 h 888261"/>
                <a:gd name="connsiteX130" fmla="*/ 257607 w 468439"/>
                <a:gd name="connsiteY130" fmla="*/ 758068 h 888261"/>
                <a:gd name="connsiteX131" fmla="*/ 271023 w 468439"/>
                <a:gd name="connsiteY131" fmla="*/ 764650 h 888261"/>
                <a:gd name="connsiteX132" fmla="*/ 227277 w 468439"/>
                <a:gd name="connsiteY132" fmla="*/ 837310 h 888261"/>
                <a:gd name="connsiteX133" fmla="*/ 227277 w 468439"/>
                <a:gd name="connsiteY133" fmla="*/ 837310 h 888261"/>
                <a:gd name="connsiteX134" fmla="*/ 275856 w 468439"/>
                <a:gd name="connsiteY134" fmla="*/ 755567 h 888261"/>
                <a:gd name="connsiteX135" fmla="*/ 275606 w 468439"/>
                <a:gd name="connsiteY135" fmla="*/ 755567 h 888261"/>
                <a:gd name="connsiteX136" fmla="*/ 257774 w 468439"/>
                <a:gd name="connsiteY136" fmla="*/ 745402 h 888261"/>
                <a:gd name="connsiteX137" fmla="*/ 242359 w 468439"/>
                <a:gd name="connsiteY137" fmla="*/ 725237 h 888261"/>
                <a:gd name="connsiteX138" fmla="*/ 239776 w 468439"/>
                <a:gd name="connsiteY138" fmla="*/ 707489 h 888261"/>
                <a:gd name="connsiteX139" fmla="*/ 230443 w 468439"/>
                <a:gd name="connsiteY139" fmla="*/ 684491 h 888261"/>
                <a:gd name="connsiteX140" fmla="*/ 199113 w 468439"/>
                <a:gd name="connsiteY140" fmla="*/ 677325 h 888261"/>
                <a:gd name="connsiteX141" fmla="*/ 162783 w 468439"/>
                <a:gd name="connsiteY141" fmla="*/ 683324 h 888261"/>
                <a:gd name="connsiteX142" fmla="*/ 116370 w 468439"/>
                <a:gd name="connsiteY142" fmla="*/ 686490 h 888261"/>
                <a:gd name="connsiteX143" fmla="*/ 40544 w 468439"/>
                <a:gd name="connsiteY143" fmla="*/ 650660 h 888261"/>
                <a:gd name="connsiteX144" fmla="*/ 60125 w 468439"/>
                <a:gd name="connsiteY144" fmla="*/ 576084 h 888261"/>
                <a:gd name="connsiteX145" fmla="*/ 72374 w 468439"/>
                <a:gd name="connsiteY145" fmla="*/ 527505 h 888261"/>
                <a:gd name="connsiteX146" fmla="*/ 75624 w 468439"/>
                <a:gd name="connsiteY146" fmla="*/ 546170 h 888261"/>
                <a:gd name="connsiteX147" fmla="*/ 103204 w 468439"/>
                <a:gd name="connsiteY147" fmla="*/ 574084 h 888261"/>
                <a:gd name="connsiteX148" fmla="*/ 191280 w 468439"/>
                <a:gd name="connsiteY148" fmla="*/ 592749 h 888261"/>
                <a:gd name="connsiteX149" fmla="*/ 244442 w 468439"/>
                <a:gd name="connsiteY149" fmla="*/ 587333 h 888261"/>
                <a:gd name="connsiteX150" fmla="*/ 273189 w 468439"/>
                <a:gd name="connsiteY150" fmla="*/ 599915 h 888261"/>
                <a:gd name="connsiteX151" fmla="*/ 281355 w 468439"/>
                <a:gd name="connsiteY151" fmla="*/ 622413 h 888261"/>
                <a:gd name="connsiteX152" fmla="*/ 298520 w 468439"/>
                <a:gd name="connsiteY152" fmla="*/ 655993 h 888261"/>
                <a:gd name="connsiteX153" fmla="*/ 317352 w 468439"/>
                <a:gd name="connsiteY153" fmla="*/ 671492 h 888261"/>
                <a:gd name="connsiteX154" fmla="*/ 275856 w 468439"/>
                <a:gd name="connsiteY154" fmla="*/ 755567 h 888261"/>
                <a:gd name="connsiteX155" fmla="*/ 275856 w 468439"/>
                <a:gd name="connsiteY155" fmla="*/ 755567 h 888261"/>
                <a:gd name="connsiteX156" fmla="*/ 325351 w 468439"/>
                <a:gd name="connsiteY156" fmla="*/ 654243 h 888261"/>
                <a:gd name="connsiteX157" fmla="*/ 321518 w 468439"/>
                <a:gd name="connsiteY157" fmla="*/ 662576 h 888261"/>
                <a:gd name="connsiteX158" fmla="*/ 307686 w 468439"/>
                <a:gd name="connsiteY158" fmla="*/ 652744 h 888261"/>
                <a:gd name="connsiteX159" fmla="*/ 292271 w 468439"/>
                <a:gd name="connsiteY159" fmla="*/ 630412 h 888261"/>
                <a:gd name="connsiteX160" fmla="*/ 281772 w 468439"/>
                <a:gd name="connsiteY160" fmla="*/ 599165 h 888261"/>
                <a:gd name="connsiteX161" fmla="*/ 229776 w 468439"/>
                <a:gd name="connsiteY161" fmla="*/ 577167 h 888261"/>
                <a:gd name="connsiteX162" fmla="*/ 187030 w 468439"/>
                <a:gd name="connsiteY162" fmla="*/ 582083 h 888261"/>
                <a:gd name="connsiteX163" fmla="*/ 134035 w 468439"/>
                <a:gd name="connsiteY163" fmla="*/ 576000 h 888261"/>
                <a:gd name="connsiteX164" fmla="*/ 91622 w 468439"/>
                <a:gd name="connsiteY164" fmla="*/ 552836 h 888261"/>
                <a:gd name="connsiteX165" fmla="*/ 76290 w 468439"/>
                <a:gd name="connsiteY165" fmla="*/ 513756 h 888261"/>
                <a:gd name="connsiteX166" fmla="*/ 91539 w 468439"/>
                <a:gd name="connsiteY166" fmla="*/ 460094 h 888261"/>
                <a:gd name="connsiteX167" fmla="*/ 91539 w 468439"/>
                <a:gd name="connsiteY167" fmla="*/ 460011 h 888261"/>
                <a:gd name="connsiteX168" fmla="*/ 117786 w 468439"/>
                <a:gd name="connsiteY168" fmla="*/ 494841 h 888261"/>
                <a:gd name="connsiteX169" fmla="*/ 209279 w 468439"/>
                <a:gd name="connsiteY169" fmla="*/ 505090 h 888261"/>
                <a:gd name="connsiteX170" fmla="*/ 270439 w 468439"/>
                <a:gd name="connsiteY170" fmla="*/ 503174 h 888261"/>
                <a:gd name="connsiteX171" fmla="*/ 312353 w 468439"/>
                <a:gd name="connsiteY171" fmla="*/ 543587 h 888261"/>
                <a:gd name="connsiteX172" fmla="*/ 346766 w 468439"/>
                <a:gd name="connsiteY172" fmla="*/ 566751 h 888261"/>
                <a:gd name="connsiteX173" fmla="*/ 362765 w 468439"/>
                <a:gd name="connsiteY173" fmla="*/ 572501 h 888261"/>
                <a:gd name="connsiteX174" fmla="*/ 325351 w 468439"/>
                <a:gd name="connsiteY174" fmla="*/ 654243 h 888261"/>
                <a:gd name="connsiteX175" fmla="*/ 325351 w 468439"/>
                <a:gd name="connsiteY175" fmla="*/ 654243 h 888261"/>
                <a:gd name="connsiteX176" fmla="*/ 367181 w 468439"/>
                <a:gd name="connsiteY176" fmla="*/ 562502 h 888261"/>
                <a:gd name="connsiteX177" fmla="*/ 344849 w 468439"/>
                <a:gd name="connsiteY177" fmla="*/ 556585 h 888261"/>
                <a:gd name="connsiteX178" fmla="*/ 306520 w 468439"/>
                <a:gd name="connsiteY178" fmla="*/ 522339 h 888261"/>
                <a:gd name="connsiteX179" fmla="*/ 246358 w 468439"/>
                <a:gd name="connsiteY179" fmla="*/ 492508 h 888261"/>
                <a:gd name="connsiteX180" fmla="*/ 151033 w 468439"/>
                <a:gd name="connsiteY180" fmla="*/ 499507 h 888261"/>
                <a:gd name="connsiteX181" fmla="*/ 106454 w 468439"/>
                <a:gd name="connsiteY181" fmla="*/ 474676 h 888261"/>
                <a:gd name="connsiteX182" fmla="*/ 95789 w 468439"/>
                <a:gd name="connsiteY182" fmla="*/ 445845 h 888261"/>
                <a:gd name="connsiteX183" fmla="*/ 110537 w 468439"/>
                <a:gd name="connsiteY183" fmla="*/ 400849 h 888261"/>
                <a:gd name="connsiteX184" fmla="*/ 120787 w 468439"/>
                <a:gd name="connsiteY184" fmla="*/ 356520 h 888261"/>
                <a:gd name="connsiteX185" fmla="*/ 215528 w 468439"/>
                <a:gd name="connsiteY185" fmla="*/ 420598 h 888261"/>
                <a:gd name="connsiteX186" fmla="*/ 329101 w 468439"/>
                <a:gd name="connsiteY186" fmla="*/ 467177 h 888261"/>
                <a:gd name="connsiteX187" fmla="*/ 385929 w 468439"/>
                <a:gd name="connsiteY187" fmla="*/ 475010 h 888261"/>
                <a:gd name="connsiteX188" fmla="*/ 409261 w 468439"/>
                <a:gd name="connsiteY188" fmla="*/ 475010 h 888261"/>
                <a:gd name="connsiteX189" fmla="*/ 367181 w 468439"/>
                <a:gd name="connsiteY189" fmla="*/ 562502 h 888261"/>
                <a:gd name="connsiteX190" fmla="*/ 367181 w 468439"/>
                <a:gd name="connsiteY190" fmla="*/ 562502 h 888261"/>
                <a:gd name="connsiteX191" fmla="*/ 434175 w 468439"/>
                <a:gd name="connsiteY191" fmla="*/ 445012 h 888261"/>
                <a:gd name="connsiteX192" fmla="*/ 387179 w 468439"/>
                <a:gd name="connsiteY192" fmla="*/ 461178 h 888261"/>
                <a:gd name="connsiteX193" fmla="*/ 331934 w 468439"/>
                <a:gd name="connsiteY193" fmla="*/ 455095 h 888261"/>
                <a:gd name="connsiteX194" fmla="*/ 236193 w 468439"/>
                <a:gd name="connsiteY194" fmla="*/ 417681 h 888261"/>
                <a:gd name="connsiteX195" fmla="*/ 150533 w 468439"/>
                <a:gd name="connsiteY195" fmla="*/ 366019 h 888261"/>
                <a:gd name="connsiteX196" fmla="*/ 115787 w 468439"/>
                <a:gd name="connsiteY196" fmla="*/ 328689 h 888261"/>
                <a:gd name="connsiteX197" fmla="*/ 120036 w 468439"/>
                <a:gd name="connsiteY197" fmla="*/ 300775 h 888261"/>
                <a:gd name="connsiteX198" fmla="*/ 153450 w 468439"/>
                <a:gd name="connsiteY198" fmla="*/ 298859 h 888261"/>
                <a:gd name="connsiteX199" fmla="*/ 235026 w 468439"/>
                <a:gd name="connsiteY199" fmla="*/ 338105 h 888261"/>
                <a:gd name="connsiteX200" fmla="*/ 346099 w 468439"/>
                <a:gd name="connsiteY200" fmla="*/ 376352 h 888261"/>
                <a:gd name="connsiteX201" fmla="*/ 424009 w 468439"/>
                <a:gd name="connsiteY201" fmla="*/ 390351 h 888261"/>
                <a:gd name="connsiteX202" fmla="*/ 428509 w 468439"/>
                <a:gd name="connsiteY202" fmla="*/ 391100 h 888261"/>
                <a:gd name="connsiteX203" fmla="*/ 436091 w 468439"/>
                <a:gd name="connsiteY203" fmla="*/ 392850 h 888261"/>
                <a:gd name="connsiteX204" fmla="*/ 438591 w 468439"/>
                <a:gd name="connsiteY204" fmla="*/ 393600 h 888261"/>
                <a:gd name="connsiteX205" fmla="*/ 443091 w 468439"/>
                <a:gd name="connsiteY205" fmla="*/ 395350 h 888261"/>
                <a:gd name="connsiteX206" fmla="*/ 452340 w 468439"/>
                <a:gd name="connsiteY206" fmla="*/ 404016 h 888261"/>
                <a:gd name="connsiteX207" fmla="*/ 434175 w 468439"/>
                <a:gd name="connsiteY207" fmla="*/ 445012 h 888261"/>
                <a:gd name="connsiteX208" fmla="*/ 434175 w 468439"/>
                <a:gd name="connsiteY208" fmla="*/ 445012 h 888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Lst>
              <a:rect l="l" t="t" r="r" b="b"/>
              <a:pathLst>
                <a:path w="468439" h="888261">
                  <a:moveTo>
                    <a:pt x="465088" y="395600"/>
                  </a:moveTo>
                  <a:cubicBezTo>
                    <a:pt x="462172" y="390100"/>
                    <a:pt x="457673" y="386434"/>
                    <a:pt x="452423" y="384018"/>
                  </a:cubicBezTo>
                  <a:cubicBezTo>
                    <a:pt x="459173" y="365519"/>
                    <a:pt x="461172" y="342188"/>
                    <a:pt x="457339" y="323940"/>
                  </a:cubicBezTo>
                  <a:cubicBezTo>
                    <a:pt x="452840" y="302025"/>
                    <a:pt x="448673" y="275944"/>
                    <a:pt x="438174" y="256112"/>
                  </a:cubicBezTo>
                  <a:cubicBezTo>
                    <a:pt x="428675" y="238114"/>
                    <a:pt x="413510" y="219949"/>
                    <a:pt x="398095" y="206784"/>
                  </a:cubicBezTo>
                  <a:cubicBezTo>
                    <a:pt x="392345" y="201868"/>
                    <a:pt x="379179" y="192535"/>
                    <a:pt x="370597" y="194201"/>
                  </a:cubicBezTo>
                  <a:cubicBezTo>
                    <a:pt x="370764" y="192785"/>
                    <a:pt x="370930" y="191452"/>
                    <a:pt x="371181" y="190118"/>
                  </a:cubicBezTo>
                  <a:cubicBezTo>
                    <a:pt x="373430" y="175620"/>
                    <a:pt x="376680" y="161288"/>
                    <a:pt x="379763" y="146956"/>
                  </a:cubicBezTo>
                  <a:cubicBezTo>
                    <a:pt x="385596" y="119875"/>
                    <a:pt x="392345" y="92711"/>
                    <a:pt x="397428" y="65546"/>
                  </a:cubicBezTo>
                  <a:cubicBezTo>
                    <a:pt x="399428" y="54881"/>
                    <a:pt x="401094" y="44215"/>
                    <a:pt x="402761" y="33549"/>
                  </a:cubicBezTo>
                  <a:cubicBezTo>
                    <a:pt x="403761" y="27383"/>
                    <a:pt x="408761" y="15968"/>
                    <a:pt x="404177" y="10135"/>
                  </a:cubicBezTo>
                  <a:cubicBezTo>
                    <a:pt x="400261" y="5135"/>
                    <a:pt x="390679" y="6135"/>
                    <a:pt x="385263" y="5302"/>
                  </a:cubicBezTo>
                  <a:cubicBezTo>
                    <a:pt x="378096" y="4302"/>
                    <a:pt x="365931" y="-2364"/>
                    <a:pt x="358765" y="885"/>
                  </a:cubicBezTo>
                  <a:cubicBezTo>
                    <a:pt x="353349" y="3302"/>
                    <a:pt x="353432" y="8968"/>
                    <a:pt x="352599" y="14301"/>
                  </a:cubicBezTo>
                  <a:cubicBezTo>
                    <a:pt x="350682" y="26800"/>
                    <a:pt x="348932" y="39299"/>
                    <a:pt x="347099" y="51881"/>
                  </a:cubicBezTo>
                  <a:cubicBezTo>
                    <a:pt x="343683" y="75629"/>
                    <a:pt x="341266" y="99627"/>
                    <a:pt x="339017" y="123458"/>
                  </a:cubicBezTo>
                  <a:cubicBezTo>
                    <a:pt x="336433" y="137707"/>
                    <a:pt x="334100" y="151955"/>
                    <a:pt x="331684" y="166121"/>
                  </a:cubicBezTo>
                  <a:cubicBezTo>
                    <a:pt x="330767" y="171703"/>
                    <a:pt x="329851" y="177120"/>
                    <a:pt x="328851" y="182536"/>
                  </a:cubicBezTo>
                  <a:cubicBezTo>
                    <a:pt x="318102" y="179619"/>
                    <a:pt x="303603" y="182202"/>
                    <a:pt x="294687" y="183202"/>
                  </a:cubicBezTo>
                  <a:cubicBezTo>
                    <a:pt x="270273" y="185869"/>
                    <a:pt x="245608" y="192035"/>
                    <a:pt x="224194" y="204367"/>
                  </a:cubicBezTo>
                  <a:cubicBezTo>
                    <a:pt x="195446" y="220949"/>
                    <a:pt x="157866" y="248197"/>
                    <a:pt x="151534" y="283360"/>
                  </a:cubicBezTo>
                  <a:cubicBezTo>
                    <a:pt x="140118" y="278861"/>
                    <a:pt x="127202" y="278194"/>
                    <a:pt x="116703" y="285860"/>
                  </a:cubicBezTo>
                  <a:cubicBezTo>
                    <a:pt x="94706" y="301859"/>
                    <a:pt x="98205" y="327939"/>
                    <a:pt x="112120" y="346854"/>
                  </a:cubicBezTo>
                  <a:cubicBezTo>
                    <a:pt x="107204" y="362187"/>
                    <a:pt x="104538" y="378352"/>
                    <a:pt x="99788" y="393767"/>
                  </a:cubicBezTo>
                  <a:cubicBezTo>
                    <a:pt x="93622" y="413598"/>
                    <a:pt x="86290" y="433097"/>
                    <a:pt x="79873" y="452762"/>
                  </a:cubicBezTo>
                  <a:cubicBezTo>
                    <a:pt x="67208" y="491675"/>
                    <a:pt x="56875" y="531338"/>
                    <a:pt x="46710" y="570918"/>
                  </a:cubicBezTo>
                  <a:cubicBezTo>
                    <a:pt x="36627" y="610247"/>
                    <a:pt x="25295" y="649327"/>
                    <a:pt x="14129" y="688323"/>
                  </a:cubicBezTo>
                  <a:cubicBezTo>
                    <a:pt x="4963" y="720404"/>
                    <a:pt x="-9119" y="757151"/>
                    <a:pt x="8213" y="788898"/>
                  </a:cubicBezTo>
                  <a:cubicBezTo>
                    <a:pt x="14546" y="800564"/>
                    <a:pt x="25045" y="809229"/>
                    <a:pt x="34461" y="818312"/>
                  </a:cubicBezTo>
                  <a:cubicBezTo>
                    <a:pt x="49709" y="832977"/>
                    <a:pt x="68958" y="843976"/>
                    <a:pt x="87456" y="854059"/>
                  </a:cubicBezTo>
                  <a:cubicBezTo>
                    <a:pt x="118203" y="870807"/>
                    <a:pt x="157533" y="889972"/>
                    <a:pt x="193530" y="888139"/>
                  </a:cubicBezTo>
                  <a:cubicBezTo>
                    <a:pt x="205612" y="887556"/>
                    <a:pt x="213695" y="882139"/>
                    <a:pt x="221277" y="872974"/>
                  </a:cubicBezTo>
                  <a:cubicBezTo>
                    <a:pt x="234860" y="856475"/>
                    <a:pt x="245858" y="837310"/>
                    <a:pt x="256774" y="818979"/>
                  </a:cubicBezTo>
                  <a:cubicBezTo>
                    <a:pt x="276605" y="785565"/>
                    <a:pt x="294604" y="751068"/>
                    <a:pt x="311519" y="716071"/>
                  </a:cubicBezTo>
                  <a:cubicBezTo>
                    <a:pt x="331434" y="674825"/>
                    <a:pt x="351182" y="633745"/>
                    <a:pt x="369431" y="591749"/>
                  </a:cubicBezTo>
                  <a:cubicBezTo>
                    <a:pt x="387679" y="549919"/>
                    <a:pt x="409010" y="509840"/>
                    <a:pt x="429342" y="469010"/>
                  </a:cubicBezTo>
                  <a:cubicBezTo>
                    <a:pt x="429425" y="468843"/>
                    <a:pt x="429425" y="468760"/>
                    <a:pt x="429509" y="468593"/>
                  </a:cubicBezTo>
                  <a:cubicBezTo>
                    <a:pt x="430925" y="467760"/>
                    <a:pt x="432341" y="466844"/>
                    <a:pt x="433675" y="465844"/>
                  </a:cubicBezTo>
                  <a:cubicBezTo>
                    <a:pt x="451340" y="452678"/>
                    <a:pt x="477837" y="419515"/>
                    <a:pt x="465088" y="395600"/>
                  </a:cubicBezTo>
                  <a:lnTo>
                    <a:pt x="465088" y="395600"/>
                  </a:lnTo>
                  <a:close/>
                  <a:moveTo>
                    <a:pt x="354265" y="87795"/>
                  </a:moveTo>
                  <a:cubicBezTo>
                    <a:pt x="355348" y="73462"/>
                    <a:pt x="356848" y="59297"/>
                    <a:pt x="359098" y="45048"/>
                  </a:cubicBezTo>
                  <a:cubicBezTo>
                    <a:pt x="360098" y="38965"/>
                    <a:pt x="359682" y="16051"/>
                    <a:pt x="363681" y="12884"/>
                  </a:cubicBezTo>
                  <a:cubicBezTo>
                    <a:pt x="367347" y="9968"/>
                    <a:pt x="386012" y="14134"/>
                    <a:pt x="390179" y="15634"/>
                  </a:cubicBezTo>
                  <a:cubicBezTo>
                    <a:pt x="397345" y="18217"/>
                    <a:pt x="395762" y="19717"/>
                    <a:pt x="394428" y="27466"/>
                  </a:cubicBezTo>
                  <a:cubicBezTo>
                    <a:pt x="393595" y="32383"/>
                    <a:pt x="393095" y="37299"/>
                    <a:pt x="392262" y="42132"/>
                  </a:cubicBezTo>
                  <a:cubicBezTo>
                    <a:pt x="387595" y="67880"/>
                    <a:pt x="381096" y="93211"/>
                    <a:pt x="375513" y="118625"/>
                  </a:cubicBezTo>
                  <a:cubicBezTo>
                    <a:pt x="372764" y="131290"/>
                    <a:pt x="370014" y="144040"/>
                    <a:pt x="367181" y="156705"/>
                  </a:cubicBezTo>
                  <a:cubicBezTo>
                    <a:pt x="364181" y="169954"/>
                    <a:pt x="363514" y="185952"/>
                    <a:pt x="358765" y="198534"/>
                  </a:cubicBezTo>
                  <a:cubicBezTo>
                    <a:pt x="356599" y="204201"/>
                    <a:pt x="352599" y="209450"/>
                    <a:pt x="345849" y="210617"/>
                  </a:cubicBezTo>
                  <a:cubicBezTo>
                    <a:pt x="335600" y="212450"/>
                    <a:pt x="335100" y="207534"/>
                    <a:pt x="336184" y="201368"/>
                  </a:cubicBezTo>
                  <a:cubicBezTo>
                    <a:pt x="337767" y="197618"/>
                    <a:pt x="339350" y="193785"/>
                    <a:pt x="340266" y="190118"/>
                  </a:cubicBezTo>
                  <a:cubicBezTo>
                    <a:pt x="342850" y="179703"/>
                    <a:pt x="343933" y="168954"/>
                    <a:pt x="345599" y="158371"/>
                  </a:cubicBezTo>
                  <a:cubicBezTo>
                    <a:pt x="349182" y="135207"/>
                    <a:pt x="352432" y="111292"/>
                    <a:pt x="354265" y="87795"/>
                  </a:cubicBezTo>
                  <a:lnTo>
                    <a:pt x="354265" y="87795"/>
                  </a:lnTo>
                  <a:close/>
                  <a:moveTo>
                    <a:pt x="222444" y="219866"/>
                  </a:moveTo>
                  <a:cubicBezTo>
                    <a:pt x="240526" y="208117"/>
                    <a:pt x="259524" y="200951"/>
                    <a:pt x="280689" y="196701"/>
                  </a:cubicBezTo>
                  <a:cubicBezTo>
                    <a:pt x="290354" y="194785"/>
                    <a:pt x="300103" y="193035"/>
                    <a:pt x="309853" y="191618"/>
                  </a:cubicBezTo>
                  <a:cubicBezTo>
                    <a:pt x="314769" y="190952"/>
                    <a:pt x="321685" y="189285"/>
                    <a:pt x="327851" y="189035"/>
                  </a:cubicBezTo>
                  <a:cubicBezTo>
                    <a:pt x="327351" y="191952"/>
                    <a:pt x="326768" y="194785"/>
                    <a:pt x="326184" y="197784"/>
                  </a:cubicBezTo>
                  <a:cubicBezTo>
                    <a:pt x="325101" y="203117"/>
                    <a:pt x="323768" y="211033"/>
                    <a:pt x="326351" y="216116"/>
                  </a:cubicBezTo>
                  <a:cubicBezTo>
                    <a:pt x="333434" y="229865"/>
                    <a:pt x="354432" y="222366"/>
                    <a:pt x="363098" y="214783"/>
                  </a:cubicBezTo>
                  <a:cubicBezTo>
                    <a:pt x="367181" y="211200"/>
                    <a:pt x="368764" y="205951"/>
                    <a:pt x="369764" y="200618"/>
                  </a:cubicBezTo>
                  <a:cubicBezTo>
                    <a:pt x="380596" y="206034"/>
                    <a:pt x="391595" y="215950"/>
                    <a:pt x="399428" y="224532"/>
                  </a:cubicBezTo>
                  <a:cubicBezTo>
                    <a:pt x="412010" y="238114"/>
                    <a:pt x="426259" y="254529"/>
                    <a:pt x="431592" y="272611"/>
                  </a:cubicBezTo>
                  <a:cubicBezTo>
                    <a:pt x="436841" y="290109"/>
                    <a:pt x="441674" y="308191"/>
                    <a:pt x="444674" y="326190"/>
                  </a:cubicBezTo>
                  <a:cubicBezTo>
                    <a:pt x="447174" y="341188"/>
                    <a:pt x="444840" y="356687"/>
                    <a:pt x="441091" y="371602"/>
                  </a:cubicBezTo>
                  <a:cubicBezTo>
                    <a:pt x="437258" y="358770"/>
                    <a:pt x="431092" y="346021"/>
                    <a:pt x="425509" y="333939"/>
                  </a:cubicBezTo>
                  <a:cubicBezTo>
                    <a:pt x="413843" y="308441"/>
                    <a:pt x="387096" y="283027"/>
                    <a:pt x="392762" y="253780"/>
                  </a:cubicBezTo>
                  <a:cubicBezTo>
                    <a:pt x="393262" y="250946"/>
                    <a:pt x="390262" y="248697"/>
                    <a:pt x="387762" y="249113"/>
                  </a:cubicBezTo>
                  <a:cubicBezTo>
                    <a:pt x="382096" y="250113"/>
                    <a:pt x="378263" y="254446"/>
                    <a:pt x="372597" y="255946"/>
                  </a:cubicBezTo>
                  <a:cubicBezTo>
                    <a:pt x="361015" y="258946"/>
                    <a:pt x="347849" y="255863"/>
                    <a:pt x="338516" y="248447"/>
                  </a:cubicBezTo>
                  <a:cubicBezTo>
                    <a:pt x="326768" y="239031"/>
                    <a:pt x="321185" y="226782"/>
                    <a:pt x="305520" y="222282"/>
                  </a:cubicBezTo>
                  <a:cubicBezTo>
                    <a:pt x="292521" y="218533"/>
                    <a:pt x="263190" y="224365"/>
                    <a:pt x="263107" y="240031"/>
                  </a:cubicBezTo>
                  <a:cubicBezTo>
                    <a:pt x="255108" y="236364"/>
                    <a:pt x="246192" y="234615"/>
                    <a:pt x="236943" y="233698"/>
                  </a:cubicBezTo>
                  <a:cubicBezTo>
                    <a:pt x="221944" y="232281"/>
                    <a:pt x="206945" y="236198"/>
                    <a:pt x="193280" y="242697"/>
                  </a:cubicBezTo>
                  <a:cubicBezTo>
                    <a:pt x="202029" y="234115"/>
                    <a:pt x="211945" y="226699"/>
                    <a:pt x="222444" y="219866"/>
                  </a:cubicBezTo>
                  <a:lnTo>
                    <a:pt x="222444" y="219866"/>
                  </a:lnTo>
                  <a:close/>
                  <a:moveTo>
                    <a:pt x="166532" y="284860"/>
                  </a:moveTo>
                  <a:cubicBezTo>
                    <a:pt x="182031" y="253446"/>
                    <a:pt x="229110" y="230448"/>
                    <a:pt x="262690" y="248030"/>
                  </a:cubicBezTo>
                  <a:cubicBezTo>
                    <a:pt x="277689" y="255863"/>
                    <a:pt x="283272" y="273528"/>
                    <a:pt x="295937" y="284527"/>
                  </a:cubicBezTo>
                  <a:cubicBezTo>
                    <a:pt x="306103" y="293359"/>
                    <a:pt x="317602" y="301608"/>
                    <a:pt x="331601" y="301942"/>
                  </a:cubicBezTo>
                  <a:cubicBezTo>
                    <a:pt x="333767" y="302025"/>
                    <a:pt x="334934" y="298609"/>
                    <a:pt x="332517" y="297942"/>
                  </a:cubicBezTo>
                  <a:cubicBezTo>
                    <a:pt x="308353" y="290860"/>
                    <a:pt x="295271" y="273777"/>
                    <a:pt x="281272" y="254363"/>
                  </a:cubicBezTo>
                  <a:cubicBezTo>
                    <a:pt x="277522" y="249197"/>
                    <a:pt x="273106" y="245364"/>
                    <a:pt x="268107" y="242364"/>
                  </a:cubicBezTo>
                  <a:cubicBezTo>
                    <a:pt x="270856" y="236531"/>
                    <a:pt x="278022" y="232948"/>
                    <a:pt x="284022" y="231032"/>
                  </a:cubicBezTo>
                  <a:cubicBezTo>
                    <a:pt x="295854" y="227282"/>
                    <a:pt x="305936" y="230615"/>
                    <a:pt x="315185" y="237947"/>
                  </a:cubicBezTo>
                  <a:cubicBezTo>
                    <a:pt x="324685" y="245447"/>
                    <a:pt x="329934" y="255863"/>
                    <a:pt x="340850" y="261779"/>
                  </a:cubicBezTo>
                  <a:cubicBezTo>
                    <a:pt x="355932" y="269945"/>
                    <a:pt x="371347" y="269361"/>
                    <a:pt x="384846" y="261112"/>
                  </a:cubicBezTo>
                  <a:cubicBezTo>
                    <a:pt x="384679" y="262612"/>
                    <a:pt x="384429" y="264112"/>
                    <a:pt x="384512" y="265279"/>
                  </a:cubicBezTo>
                  <a:cubicBezTo>
                    <a:pt x="384846" y="269278"/>
                    <a:pt x="386096" y="272861"/>
                    <a:pt x="387346" y="276611"/>
                  </a:cubicBezTo>
                  <a:cubicBezTo>
                    <a:pt x="391929" y="289860"/>
                    <a:pt x="400345" y="300192"/>
                    <a:pt x="407011" y="312357"/>
                  </a:cubicBezTo>
                  <a:cubicBezTo>
                    <a:pt x="413677" y="324523"/>
                    <a:pt x="418093" y="337355"/>
                    <a:pt x="422426" y="350354"/>
                  </a:cubicBezTo>
                  <a:cubicBezTo>
                    <a:pt x="425426" y="359270"/>
                    <a:pt x="430675" y="369186"/>
                    <a:pt x="430092" y="378601"/>
                  </a:cubicBezTo>
                  <a:cubicBezTo>
                    <a:pt x="427842" y="378268"/>
                    <a:pt x="425675" y="378018"/>
                    <a:pt x="423592" y="377768"/>
                  </a:cubicBezTo>
                  <a:cubicBezTo>
                    <a:pt x="398428" y="374435"/>
                    <a:pt x="374264" y="368686"/>
                    <a:pt x="349933" y="361687"/>
                  </a:cubicBezTo>
                  <a:cubicBezTo>
                    <a:pt x="305020" y="348604"/>
                    <a:pt x="260940" y="332689"/>
                    <a:pt x="216528" y="317941"/>
                  </a:cubicBezTo>
                  <a:cubicBezTo>
                    <a:pt x="212611" y="316107"/>
                    <a:pt x="208779" y="314191"/>
                    <a:pt x="204945" y="312274"/>
                  </a:cubicBezTo>
                  <a:cubicBezTo>
                    <a:pt x="190947" y="305358"/>
                    <a:pt x="177614" y="297109"/>
                    <a:pt x="163866" y="289693"/>
                  </a:cubicBezTo>
                  <a:cubicBezTo>
                    <a:pt x="163866" y="289193"/>
                    <a:pt x="163866" y="288693"/>
                    <a:pt x="163782" y="288277"/>
                  </a:cubicBezTo>
                  <a:cubicBezTo>
                    <a:pt x="163949" y="287693"/>
                    <a:pt x="164199" y="287193"/>
                    <a:pt x="164366" y="286693"/>
                  </a:cubicBezTo>
                  <a:cubicBezTo>
                    <a:pt x="165199" y="286443"/>
                    <a:pt x="166032" y="285943"/>
                    <a:pt x="166532" y="284860"/>
                  </a:cubicBezTo>
                  <a:lnTo>
                    <a:pt x="166532" y="284860"/>
                  </a:lnTo>
                  <a:close/>
                  <a:moveTo>
                    <a:pt x="215778" y="853892"/>
                  </a:moveTo>
                  <a:cubicBezTo>
                    <a:pt x="210862" y="860725"/>
                    <a:pt x="205696" y="869891"/>
                    <a:pt x="196946" y="872141"/>
                  </a:cubicBezTo>
                  <a:cubicBezTo>
                    <a:pt x="188530" y="874307"/>
                    <a:pt x="177114" y="871890"/>
                    <a:pt x="169115" y="869724"/>
                  </a:cubicBezTo>
                  <a:cubicBezTo>
                    <a:pt x="150950" y="864808"/>
                    <a:pt x="132202" y="858892"/>
                    <a:pt x="115287" y="850809"/>
                  </a:cubicBezTo>
                  <a:cubicBezTo>
                    <a:pt x="83873" y="835810"/>
                    <a:pt x="51293" y="816396"/>
                    <a:pt x="28461" y="789731"/>
                  </a:cubicBezTo>
                  <a:cubicBezTo>
                    <a:pt x="20712" y="780649"/>
                    <a:pt x="17129" y="770149"/>
                    <a:pt x="16212" y="759067"/>
                  </a:cubicBezTo>
                  <a:cubicBezTo>
                    <a:pt x="28128" y="760484"/>
                    <a:pt x="42543" y="756484"/>
                    <a:pt x="51626" y="754068"/>
                  </a:cubicBezTo>
                  <a:cubicBezTo>
                    <a:pt x="82123" y="745985"/>
                    <a:pt x="115037" y="731236"/>
                    <a:pt x="143534" y="752984"/>
                  </a:cubicBezTo>
                  <a:cubicBezTo>
                    <a:pt x="163032" y="767900"/>
                    <a:pt x="165199" y="795314"/>
                    <a:pt x="179364" y="814395"/>
                  </a:cubicBezTo>
                  <a:cubicBezTo>
                    <a:pt x="188113" y="826228"/>
                    <a:pt x="203529" y="844059"/>
                    <a:pt x="220194" y="847726"/>
                  </a:cubicBezTo>
                  <a:cubicBezTo>
                    <a:pt x="218694" y="849726"/>
                    <a:pt x="217277" y="851809"/>
                    <a:pt x="215778" y="853892"/>
                  </a:cubicBezTo>
                  <a:lnTo>
                    <a:pt x="215778" y="853892"/>
                  </a:lnTo>
                  <a:close/>
                  <a:moveTo>
                    <a:pt x="227277" y="837310"/>
                  </a:moveTo>
                  <a:cubicBezTo>
                    <a:pt x="217361" y="832144"/>
                    <a:pt x="206529" y="829811"/>
                    <a:pt x="197613" y="821228"/>
                  </a:cubicBezTo>
                  <a:cubicBezTo>
                    <a:pt x="189280" y="813146"/>
                    <a:pt x="184031" y="804980"/>
                    <a:pt x="178698" y="794981"/>
                  </a:cubicBezTo>
                  <a:cubicBezTo>
                    <a:pt x="175948" y="789815"/>
                    <a:pt x="172198" y="785398"/>
                    <a:pt x="169699" y="780065"/>
                  </a:cubicBezTo>
                  <a:cubicBezTo>
                    <a:pt x="167199" y="774733"/>
                    <a:pt x="165699" y="768983"/>
                    <a:pt x="162699" y="763817"/>
                  </a:cubicBezTo>
                  <a:cubicBezTo>
                    <a:pt x="158116" y="755901"/>
                    <a:pt x="150950" y="749652"/>
                    <a:pt x="143451" y="744568"/>
                  </a:cubicBezTo>
                  <a:cubicBezTo>
                    <a:pt x="125119" y="732153"/>
                    <a:pt x="104121" y="731903"/>
                    <a:pt x="83206" y="737069"/>
                  </a:cubicBezTo>
                  <a:cubicBezTo>
                    <a:pt x="70457" y="740236"/>
                    <a:pt x="57792" y="743819"/>
                    <a:pt x="45127" y="747318"/>
                  </a:cubicBezTo>
                  <a:cubicBezTo>
                    <a:pt x="38127" y="749235"/>
                    <a:pt x="26045" y="752984"/>
                    <a:pt x="16046" y="752568"/>
                  </a:cubicBezTo>
                  <a:cubicBezTo>
                    <a:pt x="16129" y="729320"/>
                    <a:pt x="25962" y="704072"/>
                    <a:pt x="31628" y="683574"/>
                  </a:cubicBezTo>
                  <a:cubicBezTo>
                    <a:pt x="33628" y="676408"/>
                    <a:pt x="35544" y="669242"/>
                    <a:pt x="37544" y="662076"/>
                  </a:cubicBezTo>
                  <a:cubicBezTo>
                    <a:pt x="44043" y="674158"/>
                    <a:pt x="57375" y="683157"/>
                    <a:pt x="70041" y="688323"/>
                  </a:cubicBezTo>
                  <a:cubicBezTo>
                    <a:pt x="97622" y="699573"/>
                    <a:pt x="132785" y="697406"/>
                    <a:pt x="161532" y="691157"/>
                  </a:cubicBezTo>
                  <a:cubicBezTo>
                    <a:pt x="178364" y="687490"/>
                    <a:pt x="199029" y="678075"/>
                    <a:pt x="216278" y="684157"/>
                  </a:cubicBezTo>
                  <a:cubicBezTo>
                    <a:pt x="239609" y="692407"/>
                    <a:pt x="230110" y="714821"/>
                    <a:pt x="235360" y="732903"/>
                  </a:cubicBezTo>
                  <a:cubicBezTo>
                    <a:pt x="238443" y="743402"/>
                    <a:pt x="249608" y="751318"/>
                    <a:pt x="257607" y="758068"/>
                  </a:cubicBezTo>
                  <a:cubicBezTo>
                    <a:pt x="261941" y="761817"/>
                    <a:pt x="266273" y="763650"/>
                    <a:pt x="271023" y="764650"/>
                  </a:cubicBezTo>
                  <a:cubicBezTo>
                    <a:pt x="257441" y="789564"/>
                    <a:pt x="242942" y="813979"/>
                    <a:pt x="227277" y="837310"/>
                  </a:cubicBezTo>
                  <a:lnTo>
                    <a:pt x="227277" y="837310"/>
                  </a:lnTo>
                  <a:close/>
                  <a:moveTo>
                    <a:pt x="275856" y="755567"/>
                  </a:moveTo>
                  <a:cubicBezTo>
                    <a:pt x="275772" y="755567"/>
                    <a:pt x="275689" y="755567"/>
                    <a:pt x="275606" y="755567"/>
                  </a:cubicBezTo>
                  <a:cubicBezTo>
                    <a:pt x="268107" y="753984"/>
                    <a:pt x="263440" y="750401"/>
                    <a:pt x="257774" y="745402"/>
                  </a:cubicBezTo>
                  <a:cubicBezTo>
                    <a:pt x="251275" y="739569"/>
                    <a:pt x="244525" y="734070"/>
                    <a:pt x="242359" y="725237"/>
                  </a:cubicBezTo>
                  <a:cubicBezTo>
                    <a:pt x="240942" y="719488"/>
                    <a:pt x="241026" y="713321"/>
                    <a:pt x="239776" y="707489"/>
                  </a:cubicBezTo>
                  <a:cubicBezTo>
                    <a:pt x="237943" y="699406"/>
                    <a:pt x="237026" y="690324"/>
                    <a:pt x="230443" y="684491"/>
                  </a:cubicBezTo>
                  <a:cubicBezTo>
                    <a:pt x="222527" y="677575"/>
                    <a:pt x="208945" y="677075"/>
                    <a:pt x="199113" y="677325"/>
                  </a:cubicBezTo>
                  <a:cubicBezTo>
                    <a:pt x="186697" y="677575"/>
                    <a:pt x="174865" y="680991"/>
                    <a:pt x="162783" y="683324"/>
                  </a:cubicBezTo>
                  <a:cubicBezTo>
                    <a:pt x="148034" y="686157"/>
                    <a:pt x="131369" y="686574"/>
                    <a:pt x="116370" y="686490"/>
                  </a:cubicBezTo>
                  <a:cubicBezTo>
                    <a:pt x="92955" y="686407"/>
                    <a:pt x="45293" y="679408"/>
                    <a:pt x="40544" y="650660"/>
                  </a:cubicBezTo>
                  <a:cubicBezTo>
                    <a:pt x="47293" y="625829"/>
                    <a:pt x="54042" y="600915"/>
                    <a:pt x="60125" y="576084"/>
                  </a:cubicBezTo>
                  <a:cubicBezTo>
                    <a:pt x="64042" y="559835"/>
                    <a:pt x="68208" y="543670"/>
                    <a:pt x="72374" y="527505"/>
                  </a:cubicBezTo>
                  <a:cubicBezTo>
                    <a:pt x="72374" y="534004"/>
                    <a:pt x="73040" y="540337"/>
                    <a:pt x="75624" y="546170"/>
                  </a:cubicBezTo>
                  <a:cubicBezTo>
                    <a:pt x="81040" y="558169"/>
                    <a:pt x="92289" y="567501"/>
                    <a:pt x="103204" y="574084"/>
                  </a:cubicBezTo>
                  <a:cubicBezTo>
                    <a:pt x="129619" y="589916"/>
                    <a:pt x="160783" y="595749"/>
                    <a:pt x="191280" y="592749"/>
                  </a:cubicBezTo>
                  <a:cubicBezTo>
                    <a:pt x="208945" y="590999"/>
                    <a:pt x="226527" y="585416"/>
                    <a:pt x="244442" y="587333"/>
                  </a:cubicBezTo>
                  <a:cubicBezTo>
                    <a:pt x="254274" y="588416"/>
                    <a:pt x="267190" y="590999"/>
                    <a:pt x="273189" y="599915"/>
                  </a:cubicBezTo>
                  <a:cubicBezTo>
                    <a:pt x="277356" y="605998"/>
                    <a:pt x="279272" y="615580"/>
                    <a:pt x="281355" y="622413"/>
                  </a:cubicBezTo>
                  <a:cubicBezTo>
                    <a:pt x="285021" y="634579"/>
                    <a:pt x="289854" y="646411"/>
                    <a:pt x="298520" y="655993"/>
                  </a:cubicBezTo>
                  <a:cubicBezTo>
                    <a:pt x="303186" y="661243"/>
                    <a:pt x="310103" y="668575"/>
                    <a:pt x="317352" y="671492"/>
                  </a:cubicBezTo>
                  <a:cubicBezTo>
                    <a:pt x="304436" y="699489"/>
                    <a:pt x="290604" y="727820"/>
                    <a:pt x="275856" y="755567"/>
                  </a:cubicBezTo>
                  <a:lnTo>
                    <a:pt x="275856" y="755567"/>
                  </a:lnTo>
                  <a:close/>
                  <a:moveTo>
                    <a:pt x="325351" y="654243"/>
                  </a:moveTo>
                  <a:cubicBezTo>
                    <a:pt x="324101" y="656993"/>
                    <a:pt x="322768" y="659826"/>
                    <a:pt x="321518" y="662576"/>
                  </a:cubicBezTo>
                  <a:cubicBezTo>
                    <a:pt x="317019" y="661326"/>
                    <a:pt x="310436" y="655160"/>
                    <a:pt x="307686" y="652744"/>
                  </a:cubicBezTo>
                  <a:cubicBezTo>
                    <a:pt x="300687" y="646578"/>
                    <a:pt x="295771" y="638911"/>
                    <a:pt x="292271" y="630412"/>
                  </a:cubicBezTo>
                  <a:cubicBezTo>
                    <a:pt x="288188" y="620413"/>
                    <a:pt x="286605" y="608747"/>
                    <a:pt x="281772" y="599165"/>
                  </a:cubicBezTo>
                  <a:cubicBezTo>
                    <a:pt x="272439" y="580583"/>
                    <a:pt x="248608" y="576500"/>
                    <a:pt x="229776" y="577167"/>
                  </a:cubicBezTo>
                  <a:cubicBezTo>
                    <a:pt x="215445" y="577667"/>
                    <a:pt x="201362" y="580917"/>
                    <a:pt x="187030" y="582083"/>
                  </a:cubicBezTo>
                  <a:cubicBezTo>
                    <a:pt x="168782" y="583583"/>
                    <a:pt x="151367" y="581417"/>
                    <a:pt x="134035" y="576000"/>
                  </a:cubicBezTo>
                  <a:cubicBezTo>
                    <a:pt x="118620" y="571167"/>
                    <a:pt x="102871" y="565085"/>
                    <a:pt x="91622" y="552836"/>
                  </a:cubicBezTo>
                  <a:cubicBezTo>
                    <a:pt x="82040" y="542420"/>
                    <a:pt x="78957" y="527755"/>
                    <a:pt x="76290" y="513756"/>
                  </a:cubicBezTo>
                  <a:cubicBezTo>
                    <a:pt x="81123" y="495758"/>
                    <a:pt x="86206" y="477843"/>
                    <a:pt x="91539" y="460094"/>
                  </a:cubicBezTo>
                  <a:lnTo>
                    <a:pt x="91539" y="460011"/>
                  </a:lnTo>
                  <a:cubicBezTo>
                    <a:pt x="95372" y="473926"/>
                    <a:pt x="106038" y="486592"/>
                    <a:pt x="117786" y="494841"/>
                  </a:cubicBezTo>
                  <a:cubicBezTo>
                    <a:pt x="144534" y="513756"/>
                    <a:pt x="178864" y="509923"/>
                    <a:pt x="209279" y="505090"/>
                  </a:cubicBezTo>
                  <a:cubicBezTo>
                    <a:pt x="227527" y="502174"/>
                    <a:pt x="252608" y="496508"/>
                    <a:pt x="270439" y="503174"/>
                  </a:cubicBezTo>
                  <a:cubicBezTo>
                    <a:pt x="288438" y="509923"/>
                    <a:pt x="300270" y="529755"/>
                    <a:pt x="312353" y="543587"/>
                  </a:cubicBezTo>
                  <a:cubicBezTo>
                    <a:pt x="321435" y="554086"/>
                    <a:pt x="334184" y="561252"/>
                    <a:pt x="346766" y="566751"/>
                  </a:cubicBezTo>
                  <a:cubicBezTo>
                    <a:pt x="351015" y="568584"/>
                    <a:pt x="356932" y="571251"/>
                    <a:pt x="362765" y="572501"/>
                  </a:cubicBezTo>
                  <a:cubicBezTo>
                    <a:pt x="350099" y="599582"/>
                    <a:pt x="337767" y="626912"/>
                    <a:pt x="325351" y="654243"/>
                  </a:cubicBezTo>
                  <a:lnTo>
                    <a:pt x="325351" y="654243"/>
                  </a:lnTo>
                  <a:close/>
                  <a:moveTo>
                    <a:pt x="367181" y="562502"/>
                  </a:moveTo>
                  <a:cubicBezTo>
                    <a:pt x="359682" y="561085"/>
                    <a:pt x="352182" y="560085"/>
                    <a:pt x="344849" y="556585"/>
                  </a:cubicBezTo>
                  <a:cubicBezTo>
                    <a:pt x="327768" y="548336"/>
                    <a:pt x="318352" y="536504"/>
                    <a:pt x="306520" y="522339"/>
                  </a:cubicBezTo>
                  <a:cubicBezTo>
                    <a:pt x="289938" y="502424"/>
                    <a:pt x="272773" y="490675"/>
                    <a:pt x="246358" y="492508"/>
                  </a:cubicBezTo>
                  <a:cubicBezTo>
                    <a:pt x="214611" y="494674"/>
                    <a:pt x="182947" y="504507"/>
                    <a:pt x="151033" y="499507"/>
                  </a:cubicBezTo>
                  <a:cubicBezTo>
                    <a:pt x="133119" y="496674"/>
                    <a:pt x="117953" y="489008"/>
                    <a:pt x="106454" y="474676"/>
                  </a:cubicBezTo>
                  <a:cubicBezTo>
                    <a:pt x="99372" y="465760"/>
                    <a:pt x="97122" y="456178"/>
                    <a:pt x="95789" y="445845"/>
                  </a:cubicBezTo>
                  <a:cubicBezTo>
                    <a:pt x="100705" y="430847"/>
                    <a:pt x="105871" y="415932"/>
                    <a:pt x="110537" y="400849"/>
                  </a:cubicBezTo>
                  <a:cubicBezTo>
                    <a:pt x="114954" y="386351"/>
                    <a:pt x="117703" y="371352"/>
                    <a:pt x="120787" y="356520"/>
                  </a:cubicBezTo>
                  <a:cubicBezTo>
                    <a:pt x="148700" y="382684"/>
                    <a:pt x="181864" y="402516"/>
                    <a:pt x="215528" y="420598"/>
                  </a:cubicBezTo>
                  <a:cubicBezTo>
                    <a:pt x="251191" y="439846"/>
                    <a:pt x="289521" y="457511"/>
                    <a:pt x="329101" y="467177"/>
                  </a:cubicBezTo>
                  <a:cubicBezTo>
                    <a:pt x="347766" y="471760"/>
                    <a:pt x="366681" y="474426"/>
                    <a:pt x="385929" y="475010"/>
                  </a:cubicBezTo>
                  <a:cubicBezTo>
                    <a:pt x="394261" y="475260"/>
                    <a:pt x="401928" y="475676"/>
                    <a:pt x="409261" y="475010"/>
                  </a:cubicBezTo>
                  <a:cubicBezTo>
                    <a:pt x="394595" y="503924"/>
                    <a:pt x="380763" y="533171"/>
                    <a:pt x="367181" y="562502"/>
                  </a:cubicBezTo>
                  <a:lnTo>
                    <a:pt x="367181" y="562502"/>
                  </a:lnTo>
                  <a:close/>
                  <a:moveTo>
                    <a:pt x="434175" y="445012"/>
                  </a:moveTo>
                  <a:cubicBezTo>
                    <a:pt x="420760" y="460678"/>
                    <a:pt x="406511" y="461261"/>
                    <a:pt x="387179" y="461178"/>
                  </a:cubicBezTo>
                  <a:cubicBezTo>
                    <a:pt x="368597" y="461094"/>
                    <a:pt x="350015" y="459094"/>
                    <a:pt x="331934" y="455095"/>
                  </a:cubicBezTo>
                  <a:cubicBezTo>
                    <a:pt x="298770" y="447679"/>
                    <a:pt x="266607" y="432763"/>
                    <a:pt x="236193" y="417681"/>
                  </a:cubicBezTo>
                  <a:cubicBezTo>
                    <a:pt x="206945" y="403183"/>
                    <a:pt x="176114" y="386684"/>
                    <a:pt x="150533" y="366019"/>
                  </a:cubicBezTo>
                  <a:cubicBezTo>
                    <a:pt x="137368" y="355354"/>
                    <a:pt x="122120" y="345021"/>
                    <a:pt x="115787" y="328689"/>
                  </a:cubicBezTo>
                  <a:cubicBezTo>
                    <a:pt x="111871" y="318607"/>
                    <a:pt x="112704" y="309525"/>
                    <a:pt x="120036" y="300775"/>
                  </a:cubicBezTo>
                  <a:cubicBezTo>
                    <a:pt x="129369" y="289776"/>
                    <a:pt x="142368" y="292776"/>
                    <a:pt x="153450" y="298859"/>
                  </a:cubicBezTo>
                  <a:cubicBezTo>
                    <a:pt x="180031" y="313441"/>
                    <a:pt x="206862" y="326856"/>
                    <a:pt x="235026" y="338105"/>
                  </a:cubicBezTo>
                  <a:cubicBezTo>
                    <a:pt x="271606" y="352687"/>
                    <a:pt x="307936" y="366103"/>
                    <a:pt x="346099" y="376352"/>
                  </a:cubicBezTo>
                  <a:cubicBezTo>
                    <a:pt x="371764" y="383351"/>
                    <a:pt x="397678" y="389934"/>
                    <a:pt x="424009" y="390351"/>
                  </a:cubicBezTo>
                  <a:cubicBezTo>
                    <a:pt x="425509" y="390600"/>
                    <a:pt x="427009" y="390851"/>
                    <a:pt x="428509" y="391100"/>
                  </a:cubicBezTo>
                  <a:cubicBezTo>
                    <a:pt x="430175" y="393350"/>
                    <a:pt x="433592" y="394517"/>
                    <a:pt x="436091" y="392850"/>
                  </a:cubicBezTo>
                  <a:cubicBezTo>
                    <a:pt x="436925" y="393100"/>
                    <a:pt x="437758" y="393350"/>
                    <a:pt x="438591" y="393600"/>
                  </a:cubicBezTo>
                  <a:cubicBezTo>
                    <a:pt x="439841" y="394683"/>
                    <a:pt x="441424" y="395350"/>
                    <a:pt x="443091" y="395350"/>
                  </a:cubicBezTo>
                  <a:cubicBezTo>
                    <a:pt x="447590" y="397433"/>
                    <a:pt x="451006" y="400183"/>
                    <a:pt x="452340" y="404016"/>
                  </a:cubicBezTo>
                  <a:cubicBezTo>
                    <a:pt x="457006" y="416848"/>
                    <a:pt x="441674" y="436263"/>
                    <a:pt x="434175" y="445012"/>
                  </a:cubicBezTo>
                  <a:lnTo>
                    <a:pt x="434175" y="445012"/>
                  </a:lnTo>
                  <a:close/>
                </a:path>
              </a:pathLst>
            </a:custGeom>
            <a:grpFill/>
            <a:ln w="8332" cap="flat">
              <a:noFill/>
              <a:prstDash val="solid"/>
              <a:miter/>
            </a:ln>
          </p:spPr>
          <p:txBody>
            <a:bodyPr rtlCol="0" anchor="ctr"/>
            <a:lstStyle/>
            <a:p>
              <a:endParaRPr lang="en-US"/>
            </a:p>
          </p:txBody>
        </p:sp>
        <p:sp>
          <p:nvSpPr>
            <p:cNvPr id="2244" name="Freeform: Shape 2243"/>
            <p:cNvSpPr/>
            <p:nvPr/>
          </p:nvSpPr>
          <p:spPr>
            <a:xfrm>
              <a:off x="2770353" y="4390287"/>
              <a:ext cx="748057" cy="671205"/>
            </a:xfrm>
            <a:custGeom>
              <a:avLst/>
              <a:gdLst>
                <a:gd name="connsiteX0" fmla="*/ 596199 w 748057"/>
                <a:gd name="connsiteY0" fmla="*/ 391459 h 671205"/>
                <a:gd name="connsiteX1" fmla="*/ 591616 w 748057"/>
                <a:gd name="connsiteY1" fmla="*/ 374877 h 671205"/>
                <a:gd name="connsiteX2" fmla="*/ 627529 w 748057"/>
                <a:gd name="connsiteY2" fmla="*/ 326381 h 671205"/>
                <a:gd name="connsiteX3" fmla="*/ 647027 w 748057"/>
                <a:gd name="connsiteY3" fmla="*/ 258721 h 671205"/>
                <a:gd name="connsiteX4" fmla="*/ 639028 w 748057"/>
                <a:gd name="connsiteY4" fmla="*/ 195727 h 671205"/>
                <a:gd name="connsiteX5" fmla="*/ 622280 w 748057"/>
                <a:gd name="connsiteY5" fmla="*/ 170562 h 671205"/>
                <a:gd name="connsiteX6" fmla="*/ 624863 w 748057"/>
                <a:gd name="connsiteY6" fmla="*/ 167396 h 671205"/>
                <a:gd name="connsiteX7" fmla="*/ 654943 w 748057"/>
                <a:gd name="connsiteY7" fmla="*/ 135232 h 671205"/>
                <a:gd name="connsiteX8" fmla="*/ 712938 w 748057"/>
                <a:gd name="connsiteY8" fmla="*/ 75321 h 671205"/>
                <a:gd name="connsiteX9" fmla="*/ 734436 w 748057"/>
                <a:gd name="connsiteY9" fmla="*/ 50906 h 671205"/>
                <a:gd name="connsiteX10" fmla="*/ 748018 w 748057"/>
                <a:gd name="connsiteY10" fmla="*/ 31825 h 671205"/>
                <a:gd name="connsiteX11" fmla="*/ 734519 w 748057"/>
                <a:gd name="connsiteY11" fmla="*/ 17826 h 671205"/>
                <a:gd name="connsiteX12" fmla="*/ 714271 w 748057"/>
                <a:gd name="connsiteY12" fmla="*/ 78 h 671205"/>
                <a:gd name="connsiteX13" fmla="*/ 701939 w 748057"/>
                <a:gd name="connsiteY13" fmla="*/ 8243 h 671205"/>
                <a:gd name="connsiteX14" fmla="*/ 677441 w 748057"/>
                <a:gd name="connsiteY14" fmla="*/ 37241 h 671205"/>
                <a:gd name="connsiteX15" fmla="*/ 632779 w 748057"/>
                <a:gd name="connsiteY15" fmla="*/ 93903 h 671205"/>
                <a:gd name="connsiteX16" fmla="*/ 604114 w 748057"/>
                <a:gd name="connsiteY16" fmla="*/ 126233 h 671205"/>
                <a:gd name="connsiteX17" fmla="*/ 593032 w 748057"/>
                <a:gd name="connsiteY17" fmla="*/ 138649 h 671205"/>
                <a:gd name="connsiteX18" fmla="*/ 563618 w 748057"/>
                <a:gd name="connsiteY18" fmla="*/ 121150 h 671205"/>
                <a:gd name="connsiteX19" fmla="*/ 492624 w 748057"/>
                <a:gd name="connsiteY19" fmla="*/ 101985 h 671205"/>
                <a:gd name="connsiteX20" fmla="*/ 389051 w 748057"/>
                <a:gd name="connsiteY20" fmla="*/ 130816 h 671205"/>
                <a:gd name="connsiteX21" fmla="*/ 358137 w 748057"/>
                <a:gd name="connsiteY21" fmla="*/ 114567 h 671205"/>
                <a:gd name="connsiteX22" fmla="*/ 322057 w 748057"/>
                <a:gd name="connsiteY22" fmla="*/ 163979 h 671205"/>
                <a:gd name="connsiteX23" fmla="*/ 286810 w 748057"/>
                <a:gd name="connsiteY23" fmla="*/ 197310 h 671205"/>
                <a:gd name="connsiteX24" fmla="*/ 238731 w 748057"/>
                <a:gd name="connsiteY24" fmla="*/ 236973 h 671205"/>
                <a:gd name="connsiteX25" fmla="*/ 148072 w 748057"/>
                <a:gd name="connsiteY25" fmla="*/ 319882 h 671205"/>
                <a:gd name="connsiteX26" fmla="*/ 58247 w 748057"/>
                <a:gd name="connsiteY26" fmla="*/ 402374 h 671205"/>
                <a:gd name="connsiteX27" fmla="*/ 86 w 748057"/>
                <a:gd name="connsiteY27" fmla="*/ 484700 h 671205"/>
                <a:gd name="connsiteX28" fmla="*/ 6918 w 748057"/>
                <a:gd name="connsiteY28" fmla="*/ 523531 h 671205"/>
                <a:gd name="connsiteX29" fmla="*/ 32999 w 748057"/>
                <a:gd name="connsiteY29" fmla="*/ 581859 h 671205"/>
                <a:gd name="connsiteX30" fmla="*/ 105076 w 748057"/>
                <a:gd name="connsiteY30" fmla="*/ 666684 h 671205"/>
                <a:gd name="connsiteX31" fmla="*/ 136657 w 748057"/>
                <a:gd name="connsiteY31" fmla="*/ 668434 h 671205"/>
                <a:gd name="connsiteX32" fmla="*/ 195318 w 748057"/>
                <a:gd name="connsiteY32" fmla="*/ 641270 h 671205"/>
                <a:gd name="connsiteX33" fmla="*/ 296226 w 748057"/>
                <a:gd name="connsiteY33" fmla="*/ 582608 h 671205"/>
                <a:gd name="connsiteX34" fmla="*/ 411132 w 748057"/>
                <a:gd name="connsiteY34" fmla="*/ 507615 h 671205"/>
                <a:gd name="connsiteX35" fmla="*/ 526872 w 748057"/>
                <a:gd name="connsiteY35" fmla="*/ 434955 h 671205"/>
                <a:gd name="connsiteX36" fmla="*/ 527205 w 748057"/>
                <a:gd name="connsiteY36" fmla="*/ 434705 h 671205"/>
                <a:gd name="connsiteX37" fmla="*/ 532288 w 748057"/>
                <a:gd name="connsiteY37" fmla="*/ 434539 h 671205"/>
                <a:gd name="connsiteX38" fmla="*/ 596199 w 748057"/>
                <a:gd name="connsiteY38" fmla="*/ 391459 h 671205"/>
                <a:gd name="connsiteX39" fmla="*/ 596199 w 748057"/>
                <a:gd name="connsiteY39" fmla="*/ 391459 h 671205"/>
                <a:gd name="connsiteX40" fmla="*/ 664526 w 748057"/>
                <a:gd name="connsiteY40" fmla="*/ 71571 h 671205"/>
                <a:gd name="connsiteX41" fmla="*/ 691190 w 748057"/>
                <a:gd name="connsiteY41" fmla="*/ 37824 h 671205"/>
                <a:gd name="connsiteX42" fmla="*/ 712021 w 748057"/>
                <a:gd name="connsiteY42" fmla="*/ 12910 h 671205"/>
                <a:gd name="connsiteX43" fmla="*/ 733103 w 748057"/>
                <a:gd name="connsiteY43" fmla="*/ 29242 h 671205"/>
                <a:gd name="connsiteX44" fmla="*/ 730520 w 748057"/>
                <a:gd name="connsiteY44" fmla="*/ 41574 h 671205"/>
                <a:gd name="connsiteX45" fmla="*/ 720937 w 748057"/>
                <a:gd name="connsiteY45" fmla="*/ 52906 h 671205"/>
                <a:gd name="connsiteX46" fmla="*/ 666275 w 748057"/>
                <a:gd name="connsiteY46" fmla="*/ 109151 h 671205"/>
                <a:gd name="connsiteX47" fmla="*/ 639111 w 748057"/>
                <a:gd name="connsiteY47" fmla="*/ 137065 h 671205"/>
                <a:gd name="connsiteX48" fmla="*/ 609864 w 748057"/>
                <a:gd name="connsiteY48" fmla="*/ 168146 h 671205"/>
                <a:gd name="connsiteX49" fmla="*/ 592532 w 748057"/>
                <a:gd name="connsiteY49" fmla="*/ 171645 h 671205"/>
                <a:gd name="connsiteX50" fmla="*/ 589199 w 748057"/>
                <a:gd name="connsiteY50" fmla="*/ 158646 h 671205"/>
                <a:gd name="connsiteX51" fmla="*/ 598615 w 748057"/>
                <a:gd name="connsiteY51" fmla="*/ 151231 h 671205"/>
                <a:gd name="connsiteX52" fmla="*/ 619863 w 748057"/>
                <a:gd name="connsiteY52" fmla="*/ 127066 h 671205"/>
                <a:gd name="connsiteX53" fmla="*/ 664526 w 748057"/>
                <a:gd name="connsiteY53" fmla="*/ 71571 h 671205"/>
                <a:gd name="connsiteX54" fmla="*/ 664526 w 748057"/>
                <a:gd name="connsiteY54" fmla="*/ 71571 h 671205"/>
                <a:gd name="connsiteX55" fmla="*/ 482876 w 748057"/>
                <a:gd name="connsiteY55" fmla="*/ 114234 h 671205"/>
                <a:gd name="connsiteX56" fmla="*/ 544537 w 748057"/>
                <a:gd name="connsiteY56" fmla="*/ 125233 h 671205"/>
                <a:gd name="connsiteX57" fmla="*/ 571951 w 748057"/>
                <a:gd name="connsiteY57" fmla="*/ 136315 h 671205"/>
                <a:gd name="connsiteX58" fmla="*/ 588616 w 748057"/>
                <a:gd name="connsiteY58" fmla="*/ 143648 h 671205"/>
                <a:gd name="connsiteX59" fmla="*/ 582617 w 748057"/>
                <a:gd name="connsiteY59" fmla="*/ 150148 h 671205"/>
                <a:gd name="connsiteX60" fmla="*/ 573034 w 748057"/>
                <a:gd name="connsiteY60" fmla="*/ 165813 h 671205"/>
                <a:gd name="connsiteX61" fmla="*/ 604948 w 748057"/>
                <a:gd name="connsiteY61" fmla="*/ 184061 h 671205"/>
                <a:gd name="connsiteX62" fmla="*/ 618113 w 748057"/>
                <a:gd name="connsiteY62" fmla="*/ 175478 h 671205"/>
                <a:gd name="connsiteX63" fmla="*/ 630695 w 748057"/>
                <a:gd name="connsiteY63" fmla="*/ 211475 h 671205"/>
                <a:gd name="connsiteX64" fmla="*/ 632695 w 748057"/>
                <a:gd name="connsiteY64" fmla="*/ 269220 h 671205"/>
                <a:gd name="connsiteX65" fmla="*/ 615530 w 748057"/>
                <a:gd name="connsiteY65" fmla="*/ 321632 h 671205"/>
                <a:gd name="connsiteX66" fmla="*/ 588533 w 748057"/>
                <a:gd name="connsiteY66" fmla="*/ 358295 h 671205"/>
                <a:gd name="connsiteX67" fmla="*/ 595199 w 748057"/>
                <a:gd name="connsiteY67" fmla="*/ 318049 h 671205"/>
                <a:gd name="connsiteX68" fmla="*/ 609697 w 748057"/>
                <a:gd name="connsiteY68" fmla="*/ 232723 h 671205"/>
                <a:gd name="connsiteX69" fmla="*/ 607864 w 748057"/>
                <a:gd name="connsiteY69" fmla="*/ 226057 h 671205"/>
                <a:gd name="connsiteX70" fmla="*/ 591449 w 748057"/>
                <a:gd name="connsiteY70" fmla="*/ 223891 h 671205"/>
                <a:gd name="connsiteX71" fmla="*/ 566535 w 748057"/>
                <a:gd name="connsiteY71" fmla="*/ 199560 h 671205"/>
                <a:gd name="connsiteX72" fmla="*/ 552369 w 748057"/>
                <a:gd name="connsiteY72" fmla="*/ 159980 h 671205"/>
                <a:gd name="connsiteX73" fmla="*/ 507040 w 748057"/>
                <a:gd name="connsiteY73" fmla="*/ 152647 h 671205"/>
                <a:gd name="connsiteX74" fmla="*/ 488208 w 748057"/>
                <a:gd name="connsiteY74" fmla="*/ 133482 h 671205"/>
                <a:gd name="connsiteX75" fmla="*/ 446379 w 748057"/>
                <a:gd name="connsiteY75" fmla="*/ 118150 h 671205"/>
                <a:gd name="connsiteX76" fmla="*/ 482876 w 748057"/>
                <a:gd name="connsiteY76" fmla="*/ 114234 h 671205"/>
                <a:gd name="connsiteX77" fmla="*/ 482876 w 748057"/>
                <a:gd name="connsiteY77" fmla="*/ 114234 h 671205"/>
                <a:gd name="connsiteX78" fmla="*/ 401049 w 748057"/>
                <a:gd name="connsiteY78" fmla="*/ 139982 h 671205"/>
                <a:gd name="connsiteX79" fmla="*/ 502207 w 748057"/>
                <a:gd name="connsiteY79" fmla="*/ 159397 h 671205"/>
                <a:gd name="connsiteX80" fmla="*/ 511206 w 748057"/>
                <a:gd name="connsiteY80" fmla="*/ 207892 h 671205"/>
                <a:gd name="connsiteX81" fmla="*/ 532288 w 748057"/>
                <a:gd name="connsiteY81" fmla="*/ 241472 h 671205"/>
                <a:gd name="connsiteX82" fmla="*/ 535204 w 748057"/>
                <a:gd name="connsiteY82" fmla="*/ 238556 h 671205"/>
                <a:gd name="connsiteX83" fmla="*/ 514623 w 748057"/>
                <a:gd name="connsiteY83" fmla="*/ 174562 h 671205"/>
                <a:gd name="connsiteX84" fmla="*/ 509790 w 748057"/>
                <a:gd name="connsiteY84" fmla="*/ 157397 h 671205"/>
                <a:gd name="connsiteX85" fmla="*/ 529205 w 748057"/>
                <a:gd name="connsiteY85" fmla="*/ 156147 h 671205"/>
                <a:gd name="connsiteX86" fmla="*/ 552036 w 748057"/>
                <a:gd name="connsiteY86" fmla="*/ 178478 h 671205"/>
                <a:gd name="connsiteX87" fmla="*/ 561285 w 748057"/>
                <a:gd name="connsiteY87" fmla="*/ 212225 h 671205"/>
                <a:gd name="connsiteX88" fmla="*/ 599032 w 748057"/>
                <a:gd name="connsiteY88" fmla="*/ 234890 h 671205"/>
                <a:gd name="connsiteX89" fmla="*/ 596532 w 748057"/>
                <a:gd name="connsiteY89" fmla="*/ 238223 h 671205"/>
                <a:gd name="connsiteX90" fmla="*/ 592949 w 748057"/>
                <a:gd name="connsiteY90" fmla="*/ 249305 h 671205"/>
                <a:gd name="connsiteX91" fmla="*/ 590782 w 748057"/>
                <a:gd name="connsiteY91" fmla="*/ 290051 h 671205"/>
                <a:gd name="connsiteX92" fmla="*/ 583866 w 748057"/>
                <a:gd name="connsiteY92" fmla="*/ 330465 h 671205"/>
                <a:gd name="connsiteX93" fmla="*/ 575450 w 748057"/>
                <a:gd name="connsiteY93" fmla="*/ 358462 h 671205"/>
                <a:gd name="connsiteX94" fmla="*/ 570368 w 748057"/>
                <a:gd name="connsiteY94" fmla="*/ 354296 h 671205"/>
                <a:gd name="connsiteX95" fmla="*/ 516289 w 748057"/>
                <a:gd name="connsiteY95" fmla="*/ 301717 h 671205"/>
                <a:gd name="connsiteX96" fmla="*/ 426047 w 748057"/>
                <a:gd name="connsiteY96" fmla="*/ 194227 h 671205"/>
                <a:gd name="connsiteX97" fmla="*/ 419131 w 748057"/>
                <a:gd name="connsiteY97" fmla="*/ 183311 h 671205"/>
                <a:gd name="connsiteX98" fmla="*/ 396133 w 748057"/>
                <a:gd name="connsiteY98" fmla="*/ 142481 h 671205"/>
                <a:gd name="connsiteX99" fmla="*/ 396800 w 748057"/>
                <a:gd name="connsiteY99" fmla="*/ 141232 h 671205"/>
                <a:gd name="connsiteX100" fmla="*/ 398133 w 748057"/>
                <a:gd name="connsiteY100" fmla="*/ 140148 h 671205"/>
                <a:gd name="connsiteX101" fmla="*/ 401049 w 748057"/>
                <a:gd name="connsiteY101" fmla="*/ 139982 h 671205"/>
                <a:gd name="connsiteX102" fmla="*/ 401049 w 748057"/>
                <a:gd name="connsiteY102" fmla="*/ 139982 h 671205"/>
                <a:gd name="connsiteX103" fmla="*/ 142239 w 748057"/>
                <a:gd name="connsiteY103" fmla="*/ 649269 h 671205"/>
                <a:gd name="connsiteX104" fmla="*/ 116575 w 748057"/>
                <a:gd name="connsiteY104" fmla="*/ 654852 h 671205"/>
                <a:gd name="connsiteX105" fmla="*/ 94244 w 748057"/>
                <a:gd name="connsiteY105" fmla="*/ 638104 h 671205"/>
                <a:gd name="connsiteX106" fmla="*/ 58497 w 748057"/>
                <a:gd name="connsiteY106" fmla="*/ 593607 h 671205"/>
                <a:gd name="connsiteX107" fmla="*/ 17084 w 748057"/>
                <a:gd name="connsiteY107" fmla="*/ 495950 h 671205"/>
                <a:gd name="connsiteX108" fmla="*/ 22917 w 748057"/>
                <a:gd name="connsiteY108" fmla="*/ 463452 h 671205"/>
                <a:gd name="connsiteX109" fmla="*/ 55581 w 748057"/>
                <a:gd name="connsiteY109" fmla="*/ 477868 h 671205"/>
                <a:gd name="connsiteX110" fmla="*/ 134157 w 748057"/>
                <a:gd name="connsiteY110" fmla="*/ 525447 h 671205"/>
                <a:gd name="connsiteX111" fmla="*/ 132157 w 748057"/>
                <a:gd name="connsiteY111" fmla="*/ 596524 h 671205"/>
                <a:gd name="connsiteX112" fmla="*/ 149239 w 748057"/>
                <a:gd name="connsiteY112" fmla="*/ 646353 h 671205"/>
                <a:gd name="connsiteX113" fmla="*/ 142239 w 748057"/>
                <a:gd name="connsiteY113" fmla="*/ 649269 h 671205"/>
                <a:gd name="connsiteX114" fmla="*/ 142239 w 748057"/>
                <a:gd name="connsiteY114" fmla="*/ 649269 h 671205"/>
                <a:gd name="connsiteX115" fmla="*/ 160738 w 748057"/>
                <a:gd name="connsiteY115" fmla="*/ 641270 h 671205"/>
                <a:gd name="connsiteX116" fmla="*/ 144073 w 748057"/>
                <a:gd name="connsiteY116" fmla="*/ 611939 h 671205"/>
                <a:gd name="connsiteX117" fmla="*/ 141906 w 748057"/>
                <a:gd name="connsiteY117" fmla="*/ 579692 h 671205"/>
                <a:gd name="connsiteX118" fmla="*/ 142156 w 748057"/>
                <a:gd name="connsiteY118" fmla="*/ 562194 h 671205"/>
                <a:gd name="connsiteX119" fmla="*/ 144739 w 748057"/>
                <a:gd name="connsiteY119" fmla="*/ 544695 h 671205"/>
                <a:gd name="connsiteX120" fmla="*/ 138573 w 748057"/>
                <a:gd name="connsiteY120" fmla="*/ 518198 h 671205"/>
                <a:gd name="connsiteX121" fmla="*/ 91328 w 748057"/>
                <a:gd name="connsiteY121" fmla="*/ 480034 h 671205"/>
                <a:gd name="connsiteX122" fmla="*/ 53581 w 748057"/>
                <a:gd name="connsiteY122" fmla="*/ 468619 h 671205"/>
                <a:gd name="connsiteX123" fmla="*/ 26167 w 748057"/>
                <a:gd name="connsiteY123" fmla="*/ 457703 h 671205"/>
                <a:gd name="connsiteX124" fmla="*/ 75829 w 748057"/>
                <a:gd name="connsiteY124" fmla="*/ 407207 h 671205"/>
                <a:gd name="connsiteX125" fmla="*/ 92161 w 748057"/>
                <a:gd name="connsiteY125" fmla="*/ 392042 h 671205"/>
                <a:gd name="connsiteX126" fmla="*/ 105910 w 748057"/>
                <a:gd name="connsiteY126" fmla="*/ 431456 h 671205"/>
                <a:gd name="connsiteX127" fmla="*/ 181986 w 748057"/>
                <a:gd name="connsiteY127" fmla="*/ 482117 h 671205"/>
                <a:gd name="connsiteX128" fmla="*/ 232148 w 748057"/>
                <a:gd name="connsiteY128" fmla="*/ 505115 h 671205"/>
                <a:gd name="connsiteX129" fmla="*/ 222649 w 748057"/>
                <a:gd name="connsiteY129" fmla="*/ 556611 h 671205"/>
                <a:gd name="connsiteX130" fmla="*/ 228232 w 748057"/>
                <a:gd name="connsiteY130" fmla="*/ 589775 h 671205"/>
                <a:gd name="connsiteX131" fmla="*/ 236148 w 748057"/>
                <a:gd name="connsiteY131" fmla="*/ 602523 h 671205"/>
                <a:gd name="connsiteX132" fmla="*/ 160738 w 748057"/>
                <a:gd name="connsiteY132" fmla="*/ 641270 h 671205"/>
                <a:gd name="connsiteX133" fmla="*/ 160738 w 748057"/>
                <a:gd name="connsiteY133" fmla="*/ 641270 h 671205"/>
                <a:gd name="connsiteX134" fmla="*/ 245313 w 748057"/>
                <a:gd name="connsiteY134" fmla="*/ 597440 h 671205"/>
                <a:gd name="connsiteX135" fmla="*/ 245147 w 748057"/>
                <a:gd name="connsiteY135" fmla="*/ 597274 h 671205"/>
                <a:gd name="connsiteX136" fmla="*/ 235398 w 748057"/>
                <a:gd name="connsiteY136" fmla="*/ 579276 h 671205"/>
                <a:gd name="connsiteX137" fmla="*/ 232981 w 748057"/>
                <a:gd name="connsiteY137" fmla="*/ 554028 h 671205"/>
                <a:gd name="connsiteX138" fmla="*/ 240147 w 748057"/>
                <a:gd name="connsiteY138" fmla="*/ 537613 h 671205"/>
                <a:gd name="connsiteX139" fmla="*/ 244314 w 748057"/>
                <a:gd name="connsiteY139" fmla="*/ 513198 h 671205"/>
                <a:gd name="connsiteX140" fmla="*/ 221482 w 748057"/>
                <a:gd name="connsiteY140" fmla="*/ 490617 h 671205"/>
                <a:gd name="connsiteX141" fmla="*/ 187485 w 748057"/>
                <a:gd name="connsiteY141" fmla="*/ 476535 h 671205"/>
                <a:gd name="connsiteX142" fmla="*/ 146406 w 748057"/>
                <a:gd name="connsiteY142" fmla="*/ 454787 h 671205"/>
                <a:gd name="connsiteX143" fmla="*/ 100910 w 748057"/>
                <a:gd name="connsiteY143" fmla="*/ 384460 h 671205"/>
                <a:gd name="connsiteX144" fmla="*/ 156905 w 748057"/>
                <a:gd name="connsiteY144" fmla="*/ 331381 h 671205"/>
                <a:gd name="connsiteX145" fmla="*/ 192985 w 748057"/>
                <a:gd name="connsiteY145" fmla="*/ 296634 h 671205"/>
                <a:gd name="connsiteX146" fmla="*/ 185902 w 748057"/>
                <a:gd name="connsiteY146" fmla="*/ 314216 h 671205"/>
                <a:gd name="connsiteX147" fmla="*/ 194568 w 748057"/>
                <a:gd name="connsiteY147" fmla="*/ 352462 h 671205"/>
                <a:gd name="connsiteX148" fmla="*/ 259479 w 748057"/>
                <a:gd name="connsiteY148" fmla="*/ 414707 h 671205"/>
                <a:gd name="connsiteX149" fmla="*/ 307474 w 748057"/>
                <a:gd name="connsiteY149" fmla="*/ 438122 h 671205"/>
                <a:gd name="connsiteX150" fmla="*/ 325306 w 748057"/>
                <a:gd name="connsiteY150" fmla="*/ 463952 h 671205"/>
                <a:gd name="connsiteX151" fmla="*/ 320390 w 748057"/>
                <a:gd name="connsiteY151" fmla="*/ 487367 h 671205"/>
                <a:gd name="connsiteX152" fmla="*/ 317224 w 748057"/>
                <a:gd name="connsiteY152" fmla="*/ 524947 h 671205"/>
                <a:gd name="connsiteX153" fmla="*/ 325056 w 748057"/>
                <a:gd name="connsiteY153" fmla="*/ 548028 h 671205"/>
                <a:gd name="connsiteX154" fmla="*/ 245313 w 748057"/>
                <a:gd name="connsiteY154" fmla="*/ 597440 h 671205"/>
                <a:gd name="connsiteX155" fmla="*/ 245313 w 748057"/>
                <a:gd name="connsiteY155" fmla="*/ 597440 h 671205"/>
                <a:gd name="connsiteX156" fmla="*/ 340805 w 748057"/>
                <a:gd name="connsiteY156" fmla="*/ 537446 h 671205"/>
                <a:gd name="connsiteX157" fmla="*/ 333139 w 748057"/>
                <a:gd name="connsiteY157" fmla="*/ 542529 h 671205"/>
                <a:gd name="connsiteX158" fmla="*/ 326640 w 748057"/>
                <a:gd name="connsiteY158" fmla="*/ 526863 h 671205"/>
                <a:gd name="connsiteX159" fmla="*/ 325306 w 748057"/>
                <a:gd name="connsiteY159" fmla="*/ 499699 h 671205"/>
                <a:gd name="connsiteX160" fmla="*/ 332889 w 748057"/>
                <a:gd name="connsiteY160" fmla="*/ 467619 h 671205"/>
                <a:gd name="connsiteX161" fmla="*/ 300309 w 748057"/>
                <a:gd name="connsiteY161" fmla="*/ 421540 h 671205"/>
                <a:gd name="connsiteX162" fmla="*/ 261395 w 748057"/>
                <a:gd name="connsiteY162" fmla="*/ 403125 h 671205"/>
                <a:gd name="connsiteX163" fmla="*/ 219566 w 748057"/>
                <a:gd name="connsiteY163" fmla="*/ 369961 h 671205"/>
                <a:gd name="connsiteX164" fmla="*/ 195735 w 748057"/>
                <a:gd name="connsiteY164" fmla="*/ 327881 h 671205"/>
                <a:gd name="connsiteX165" fmla="*/ 203317 w 748057"/>
                <a:gd name="connsiteY165" fmla="*/ 286552 h 671205"/>
                <a:gd name="connsiteX166" fmla="*/ 244647 w 748057"/>
                <a:gd name="connsiteY166" fmla="*/ 248972 h 671205"/>
                <a:gd name="connsiteX167" fmla="*/ 244730 w 748057"/>
                <a:gd name="connsiteY167" fmla="*/ 248888 h 671205"/>
                <a:gd name="connsiteX168" fmla="*/ 248646 w 748057"/>
                <a:gd name="connsiteY168" fmla="*/ 292301 h 671205"/>
                <a:gd name="connsiteX169" fmla="*/ 320890 w 748057"/>
                <a:gd name="connsiteY169" fmla="*/ 349213 h 671205"/>
                <a:gd name="connsiteX170" fmla="*/ 373802 w 748057"/>
                <a:gd name="connsiteY170" fmla="*/ 379877 h 671205"/>
                <a:gd name="connsiteX171" fmla="*/ 388051 w 748057"/>
                <a:gd name="connsiteY171" fmla="*/ 436288 h 671205"/>
                <a:gd name="connsiteX172" fmla="*/ 405132 w 748057"/>
                <a:gd name="connsiteY172" fmla="*/ 474118 h 671205"/>
                <a:gd name="connsiteX173" fmla="*/ 415632 w 748057"/>
                <a:gd name="connsiteY173" fmla="*/ 487450 h 671205"/>
                <a:gd name="connsiteX174" fmla="*/ 340805 w 748057"/>
                <a:gd name="connsiteY174" fmla="*/ 537446 h 671205"/>
                <a:gd name="connsiteX175" fmla="*/ 340805 w 748057"/>
                <a:gd name="connsiteY175" fmla="*/ 537446 h 671205"/>
                <a:gd name="connsiteX176" fmla="*/ 424797 w 748057"/>
                <a:gd name="connsiteY176" fmla="*/ 481534 h 671205"/>
                <a:gd name="connsiteX177" fmla="*/ 408966 w 748057"/>
                <a:gd name="connsiteY177" fmla="*/ 464703 h 671205"/>
                <a:gd name="connsiteX178" fmla="*/ 394467 w 748057"/>
                <a:gd name="connsiteY178" fmla="*/ 415373 h 671205"/>
                <a:gd name="connsiteX179" fmla="*/ 359137 w 748057"/>
                <a:gd name="connsiteY179" fmla="*/ 358295 h 671205"/>
                <a:gd name="connsiteX180" fmla="*/ 274561 w 748057"/>
                <a:gd name="connsiteY180" fmla="*/ 313966 h 671205"/>
                <a:gd name="connsiteX181" fmla="*/ 249813 w 748057"/>
                <a:gd name="connsiteY181" fmla="*/ 269387 h 671205"/>
                <a:gd name="connsiteX182" fmla="*/ 255979 w 748057"/>
                <a:gd name="connsiteY182" fmla="*/ 239306 h 671205"/>
                <a:gd name="connsiteX183" fmla="*/ 292226 w 748057"/>
                <a:gd name="connsiteY183" fmla="*/ 208809 h 671205"/>
                <a:gd name="connsiteX184" fmla="*/ 324390 w 748057"/>
                <a:gd name="connsiteY184" fmla="*/ 176562 h 671205"/>
                <a:gd name="connsiteX185" fmla="*/ 370969 w 748057"/>
                <a:gd name="connsiteY185" fmla="*/ 280886 h 671205"/>
                <a:gd name="connsiteX186" fmla="*/ 442796 w 748057"/>
                <a:gd name="connsiteY186" fmla="*/ 380210 h 671205"/>
                <a:gd name="connsiteX187" fmla="*/ 486958 w 748057"/>
                <a:gd name="connsiteY187" fmla="*/ 416790 h 671205"/>
                <a:gd name="connsiteX188" fmla="*/ 506790 w 748057"/>
                <a:gd name="connsiteY188" fmla="*/ 429122 h 671205"/>
                <a:gd name="connsiteX189" fmla="*/ 424797 w 748057"/>
                <a:gd name="connsiteY189" fmla="*/ 481534 h 671205"/>
                <a:gd name="connsiteX190" fmla="*/ 424797 w 748057"/>
                <a:gd name="connsiteY190" fmla="*/ 481534 h 671205"/>
                <a:gd name="connsiteX191" fmla="*/ 543870 w 748057"/>
                <a:gd name="connsiteY191" fmla="*/ 417123 h 671205"/>
                <a:gd name="connsiteX192" fmla="*/ 495374 w 748057"/>
                <a:gd name="connsiteY192" fmla="*/ 406041 h 671205"/>
                <a:gd name="connsiteX193" fmla="*/ 451628 w 748057"/>
                <a:gd name="connsiteY193" fmla="*/ 371711 h 671205"/>
                <a:gd name="connsiteX194" fmla="*/ 390134 w 748057"/>
                <a:gd name="connsiteY194" fmla="*/ 289551 h 671205"/>
                <a:gd name="connsiteX195" fmla="*/ 344721 w 748057"/>
                <a:gd name="connsiteY195" fmla="*/ 200643 h 671205"/>
                <a:gd name="connsiteX196" fmla="*/ 334889 w 748057"/>
                <a:gd name="connsiteY196" fmla="*/ 150564 h 671205"/>
                <a:gd name="connsiteX197" fmla="*/ 353221 w 748057"/>
                <a:gd name="connsiteY197" fmla="*/ 129149 h 671205"/>
                <a:gd name="connsiteX198" fmla="*/ 382635 w 748057"/>
                <a:gd name="connsiteY198" fmla="*/ 145231 h 671205"/>
                <a:gd name="connsiteX199" fmla="*/ 431297 w 748057"/>
                <a:gd name="connsiteY199" fmla="*/ 221558 h 671205"/>
                <a:gd name="connsiteX200" fmla="*/ 505373 w 748057"/>
                <a:gd name="connsiteY200" fmla="*/ 312549 h 671205"/>
                <a:gd name="connsiteX201" fmla="*/ 564118 w 748057"/>
                <a:gd name="connsiteY201" fmla="*/ 365545 h 671205"/>
                <a:gd name="connsiteX202" fmla="*/ 567535 w 748057"/>
                <a:gd name="connsiteY202" fmla="*/ 368544 h 671205"/>
                <a:gd name="connsiteX203" fmla="*/ 573034 w 748057"/>
                <a:gd name="connsiteY203" fmla="*/ 373961 h 671205"/>
                <a:gd name="connsiteX204" fmla="*/ 574784 w 748057"/>
                <a:gd name="connsiteY204" fmla="*/ 375877 h 671205"/>
                <a:gd name="connsiteX205" fmla="*/ 577617 w 748057"/>
                <a:gd name="connsiteY205" fmla="*/ 379710 h 671205"/>
                <a:gd name="connsiteX206" fmla="*/ 580950 w 748057"/>
                <a:gd name="connsiteY206" fmla="*/ 391959 h 671205"/>
                <a:gd name="connsiteX207" fmla="*/ 543870 w 748057"/>
                <a:gd name="connsiteY207" fmla="*/ 417123 h 671205"/>
                <a:gd name="connsiteX208" fmla="*/ 543870 w 748057"/>
                <a:gd name="connsiteY208" fmla="*/ 417123 h 671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Lst>
              <a:rect l="l" t="t" r="r" b="b"/>
              <a:pathLst>
                <a:path w="748057" h="671205">
                  <a:moveTo>
                    <a:pt x="596199" y="391459"/>
                  </a:moveTo>
                  <a:cubicBezTo>
                    <a:pt x="596615" y="385209"/>
                    <a:pt x="594699" y="379793"/>
                    <a:pt x="591616" y="374877"/>
                  </a:cubicBezTo>
                  <a:cubicBezTo>
                    <a:pt x="607114" y="362795"/>
                    <a:pt x="621113" y="343963"/>
                    <a:pt x="627529" y="326381"/>
                  </a:cubicBezTo>
                  <a:cubicBezTo>
                    <a:pt x="635279" y="305384"/>
                    <a:pt x="645444" y="281052"/>
                    <a:pt x="647027" y="258721"/>
                  </a:cubicBezTo>
                  <a:cubicBezTo>
                    <a:pt x="648444" y="238389"/>
                    <a:pt x="645111" y="214975"/>
                    <a:pt x="639028" y="195727"/>
                  </a:cubicBezTo>
                  <a:cubicBezTo>
                    <a:pt x="636778" y="188561"/>
                    <a:pt x="630445" y="173645"/>
                    <a:pt x="622280" y="170562"/>
                  </a:cubicBezTo>
                  <a:cubicBezTo>
                    <a:pt x="623196" y="169479"/>
                    <a:pt x="624029" y="168396"/>
                    <a:pt x="624863" y="167396"/>
                  </a:cubicBezTo>
                  <a:cubicBezTo>
                    <a:pt x="634445" y="156314"/>
                    <a:pt x="644778" y="145814"/>
                    <a:pt x="654943" y="135232"/>
                  </a:cubicBezTo>
                  <a:cubicBezTo>
                    <a:pt x="674192" y="115234"/>
                    <a:pt x="694273" y="95819"/>
                    <a:pt x="712938" y="75321"/>
                  </a:cubicBezTo>
                  <a:cubicBezTo>
                    <a:pt x="720271" y="67322"/>
                    <a:pt x="727270" y="59072"/>
                    <a:pt x="734436" y="50906"/>
                  </a:cubicBezTo>
                  <a:cubicBezTo>
                    <a:pt x="738519" y="46157"/>
                    <a:pt x="748768" y="39157"/>
                    <a:pt x="748018" y="31825"/>
                  </a:cubicBezTo>
                  <a:cubicBezTo>
                    <a:pt x="747352" y="25575"/>
                    <a:pt x="738686" y="21242"/>
                    <a:pt x="734519" y="17826"/>
                  </a:cubicBezTo>
                  <a:cubicBezTo>
                    <a:pt x="729020" y="13160"/>
                    <a:pt x="722104" y="1161"/>
                    <a:pt x="714271" y="78"/>
                  </a:cubicBezTo>
                  <a:cubicBezTo>
                    <a:pt x="708355" y="-673"/>
                    <a:pt x="705439" y="4161"/>
                    <a:pt x="701939" y="8243"/>
                  </a:cubicBezTo>
                  <a:cubicBezTo>
                    <a:pt x="693690" y="17826"/>
                    <a:pt x="685607" y="27575"/>
                    <a:pt x="677441" y="37241"/>
                  </a:cubicBezTo>
                  <a:cubicBezTo>
                    <a:pt x="662026" y="55572"/>
                    <a:pt x="647277" y="74738"/>
                    <a:pt x="632779" y="93903"/>
                  </a:cubicBezTo>
                  <a:cubicBezTo>
                    <a:pt x="623030" y="104568"/>
                    <a:pt x="613614" y="115567"/>
                    <a:pt x="604114" y="126233"/>
                  </a:cubicBezTo>
                  <a:cubicBezTo>
                    <a:pt x="600365" y="130483"/>
                    <a:pt x="596782" y="134566"/>
                    <a:pt x="593032" y="138649"/>
                  </a:cubicBezTo>
                  <a:cubicBezTo>
                    <a:pt x="585450" y="130483"/>
                    <a:pt x="571701" y="125066"/>
                    <a:pt x="563618" y="121150"/>
                  </a:cubicBezTo>
                  <a:cubicBezTo>
                    <a:pt x="541454" y="110568"/>
                    <a:pt x="517289" y="102735"/>
                    <a:pt x="492624" y="101985"/>
                  </a:cubicBezTo>
                  <a:cubicBezTo>
                    <a:pt x="459461" y="100902"/>
                    <a:pt x="413132" y="104235"/>
                    <a:pt x="389051" y="130816"/>
                  </a:cubicBezTo>
                  <a:cubicBezTo>
                    <a:pt x="381718" y="120983"/>
                    <a:pt x="371052" y="113567"/>
                    <a:pt x="358137" y="114567"/>
                  </a:cubicBezTo>
                  <a:cubicBezTo>
                    <a:pt x="330972" y="116567"/>
                    <a:pt x="320224" y="140565"/>
                    <a:pt x="322057" y="163979"/>
                  </a:cubicBezTo>
                  <a:cubicBezTo>
                    <a:pt x="309724" y="174395"/>
                    <a:pt x="299059" y="186728"/>
                    <a:pt x="286810" y="197310"/>
                  </a:cubicBezTo>
                  <a:cubicBezTo>
                    <a:pt x="271061" y="210892"/>
                    <a:pt x="254563" y="223558"/>
                    <a:pt x="238731" y="236973"/>
                  </a:cubicBezTo>
                  <a:cubicBezTo>
                    <a:pt x="207483" y="263387"/>
                    <a:pt x="177653" y="291635"/>
                    <a:pt x="148072" y="319882"/>
                  </a:cubicBezTo>
                  <a:cubicBezTo>
                    <a:pt x="118742" y="347963"/>
                    <a:pt x="88494" y="375211"/>
                    <a:pt x="58247" y="402374"/>
                  </a:cubicBezTo>
                  <a:cubicBezTo>
                    <a:pt x="33499" y="424789"/>
                    <a:pt x="2169" y="448704"/>
                    <a:pt x="86" y="484700"/>
                  </a:cubicBezTo>
                  <a:cubicBezTo>
                    <a:pt x="-664" y="497949"/>
                    <a:pt x="3669" y="510865"/>
                    <a:pt x="6918" y="523531"/>
                  </a:cubicBezTo>
                  <a:cubicBezTo>
                    <a:pt x="12168" y="544028"/>
                    <a:pt x="22667" y="563610"/>
                    <a:pt x="32999" y="581859"/>
                  </a:cubicBezTo>
                  <a:cubicBezTo>
                    <a:pt x="50248" y="612272"/>
                    <a:pt x="73579" y="649269"/>
                    <a:pt x="105076" y="666684"/>
                  </a:cubicBezTo>
                  <a:cubicBezTo>
                    <a:pt x="115659" y="672517"/>
                    <a:pt x="125408" y="672267"/>
                    <a:pt x="136657" y="668434"/>
                  </a:cubicBezTo>
                  <a:cubicBezTo>
                    <a:pt x="156905" y="661518"/>
                    <a:pt x="176403" y="651102"/>
                    <a:pt x="195318" y="641270"/>
                  </a:cubicBezTo>
                  <a:cubicBezTo>
                    <a:pt x="229815" y="623355"/>
                    <a:pt x="263312" y="603440"/>
                    <a:pt x="296226" y="582608"/>
                  </a:cubicBezTo>
                  <a:cubicBezTo>
                    <a:pt x="334889" y="558028"/>
                    <a:pt x="373385" y="533530"/>
                    <a:pt x="411132" y="507615"/>
                  </a:cubicBezTo>
                  <a:cubicBezTo>
                    <a:pt x="448712" y="481701"/>
                    <a:pt x="488042" y="458870"/>
                    <a:pt x="526872" y="434955"/>
                  </a:cubicBezTo>
                  <a:cubicBezTo>
                    <a:pt x="527038" y="434872"/>
                    <a:pt x="527122" y="434788"/>
                    <a:pt x="527205" y="434705"/>
                  </a:cubicBezTo>
                  <a:cubicBezTo>
                    <a:pt x="528871" y="434705"/>
                    <a:pt x="530538" y="434705"/>
                    <a:pt x="532288" y="434539"/>
                  </a:cubicBezTo>
                  <a:cubicBezTo>
                    <a:pt x="554369" y="432789"/>
                    <a:pt x="594366" y="418457"/>
                    <a:pt x="596199" y="391459"/>
                  </a:cubicBezTo>
                  <a:lnTo>
                    <a:pt x="596199" y="391459"/>
                  </a:lnTo>
                  <a:close/>
                  <a:moveTo>
                    <a:pt x="664526" y="71571"/>
                  </a:moveTo>
                  <a:cubicBezTo>
                    <a:pt x="673025" y="59989"/>
                    <a:pt x="681774" y="48657"/>
                    <a:pt x="691190" y="37824"/>
                  </a:cubicBezTo>
                  <a:cubicBezTo>
                    <a:pt x="695190" y="33158"/>
                    <a:pt x="706939" y="13493"/>
                    <a:pt x="712021" y="12910"/>
                  </a:cubicBezTo>
                  <a:cubicBezTo>
                    <a:pt x="716688" y="12410"/>
                    <a:pt x="730353" y="25742"/>
                    <a:pt x="733103" y="29242"/>
                  </a:cubicBezTo>
                  <a:cubicBezTo>
                    <a:pt x="737853" y="35241"/>
                    <a:pt x="735686" y="35741"/>
                    <a:pt x="730520" y="41574"/>
                  </a:cubicBezTo>
                  <a:cubicBezTo>
                    <a:pt x="727187" y="45240"/>
                    <a:pt x="724270" y="49240"/>
                    <a:pt x="720937" y="52906"/>
                  </a:cubicBezTo>
                  <a:cubicBezTo>
                    <a:pt x="703356" y="72321"/>
                    <a:pt x="684524" y="90403"/>
                    <a:pt x="666275" y="109151"/>
                  </a:cubicBezTo>
                  <a:cubicBezTo>
                    <a:pt x="657193" y="118484"/>
                    <a:pt x="648194" y="127816"/>
                    <a:pt x="639111" y="137065"/>
                  </a:cubicBezTo>
                  <a:cubicBezTo>
                    <a:pt x="629612" y="146731"/>
                    <a:pt x="620530" y="159980"/>
                    <a:pt x="609864" y="168146"/>
                  </a:cubicBezTo>
                  <a:cubicBezTo>
                    <a:pt x="605031" y="171812"/>
                    <a:pt x="598865" y="174145"/>
                    <a:pt x="592532" y="171645"/>
                  </a:cubicBezTo>
                  <a:cubicBezTo>
                    <a:pt x="582867" y="167729"/>
                    <a:pt x="585033" y="163396"/>
                    <a:pt x="589199" y="158646"/>
                  </a:cubicBezTo>
                  <a:cubicBezTo>
                    <a:pt x="592532" y="156230"/>
                    <a:pt x="595865" y="153897"/>
                    <a:pt x="598615" y="151231"/>
                  </a:cubicBezTo>
                  <a:cubicBezTo>
                    <a:pt x="606281" y="143731"/>
                    <a:pt x="612947" y="135232"/>
                    <a:pt x="619863" y="127066"/>
                  </a:cubicBezTo>
                  <a:cubicBezTo>
                    <a:pt x="635279" y="109234"/>
                    <a:pt x="650610" y="90569"/>
                    <a:pt x="664526" y="71571"/>
                  </a:cubicBezTo>
                  <a:lnTo>
                    <a:pt x="664526" y="71571"/>
                  </a:lnTo>
                  <a:close/>
                  <a:moveTo>
                    <a:pt x="482876" y="114234"/>
                  </a:moveTo>
                  <a:cubicBezTo>
                    <a:pt x="504373" y="113818"/>
                    <a:pt x="524372" y="117734"/>
                    <a:pt x="544537" y="125233"/>
                  </a:cubicBezTo>
                  <a:cubicBezTo>
                    <a:pt x="553786" y="128649"/>
                    <a:pt x="562952" y="132316"/>
                    <a:pt x="571951" y="136315"/>
                  </a:cubicBezTo>
                  <a:cubicBezTo>
                    <a:pt x="576534" y="138315"/>
                    <a:pt x="583283" y="140565"/>
                    <a:pt x="588616" y="143648"/>
                  </a:cubicBezTo>
                  <a:cubicBezTo>
                    <a:pt x="586616" y="145814"/>
                    <a:pt x="584616" y="147981"/>
                    <a:pt x="582617" y="150148"/>
                  </a:cubicBezTo>
                  <a:cubicBezTo>
                    <a:pt x="578950" y="154064"/>
                    <a:pt x="573534" y="160147"/>
                    <a:pt x="573034" y="165813"/>
                  </a:cubicBezTo>
                  <a:cubicBezTo>
                    <a:pt x="571867" y="181228"/>
                    <a:pt x="593616" y="185894"/>
                    <a:pt x="604948" y="184061"/>
                  </a:cubicBezTo>
                  <a:cubicBezTo>
                    <a:pt x="610281" y="183144"/>
                    <a:pt x="614447" y="179561"/>
                    <a:pt x="618113" y="175478"/>
                  </a:cubicBezTo>
                  <a:cubicBezTo>
                    <a:pt x="624446" y="185811"/>
                    <a:pt x="628529" y="200060"/>
                    <a:pt x="630695" y="211475"/>
                  </a:cubicBezTo>
                  <a:cubicBezTo>
                    <a:pt x="634195" y="229640"/>
                    <a:pt x="637612" y="251138"/>
                    <a:pt x="632695" y="269220"/>
                  </a:cubicBezTo>
                  <a:cubicBezTo>
                    <a:pt x="627862" y="286885"/>
                    <a:pt x="622530" y="304717"/>
                    <a:pt x="615530" y="321632"/>
                  </a:cubicBezTo>
                  <a:cubicBezTo>
                    <a:pt x="609781" y="335714"/>
                    <a:pt x="599532" y="347630"/>
                    <a:pt x="588533" y="358295"/>
                  </a:cubicBezTo>
                  <a:cubicBezTo>
                    <a:pt x="592032" y="345380"/>
                    <a:pt x="593532" y="331214"/>
                    <a:pt x="595199" y="318049"/>
                  </a:cubicBezTo>
                  <a:cubicBezTo>
                    <a:pt x="598698" y="290218"/>
                    <a:pt x="589449" y="254638"/>
                    <a:pt x="609697" y="232723"/>
                  </a:cubicBezTo>
                  <a:cubicBezTo>
                    <a:pt x="611614" y="230640"/>
                    <a:pt x="610281" y="227057"/>
                    <a:pt x="607864" y="226057"/>
                  </a:cubicBezTo>
                  <a:cubicBezTo>
                    <a:pt x="602531" y="223891"/>
                    <a:pt x="596949" y="225557"/>
                    <a:pt x="591449" y="223891"/>
                  </a:cubicBezTo>
                  <a:cubicBezTo>
                    <a:pt x="580033" y="220308"/>
                    <a:pt x="570451" y="210725"/>
                    <a:pt x="566535" y="199560"/>
                  </a:cubicBezTo>
                  <a:cubicBezTo>
                    <a:pt x="561535" y="185394"/>
                    <a:pt x="563201" y="171979"/>
                    <a:pt x="552369" y="159980"/>
                  </a:cubicBezTo>
                  <a:cubicBezTo>
                    <a:pt x="543370" y="149981"/>
                    <a:pt x="515373" y="139398"/>
                    <a:pt x="507040" y="152647"/>
                  </a:cubicBezTo>
                  <a:cubicBezTo>
                    <a:pt x="502207" y="145314"/>
                    <a:pt x="495541" y="139065"/>
                    <a:pt x="488208" y="133482"/>
                  </a:cubicBezTo>
                  <a:cubicBezTo>
                    <a:pt x="476209" y="124400"/>
                    <a:pt x="461377" y="119733"/>
                    <a:pt x="446379" y="118150"/>
                  </a:cubicBezTo>
                  <a:cubicBezTo>
                    <a:pt x="458044" y="115567"/>
                    <a:pt x="470377" y="114484"/>
                    <a:pt x="482876" y="114234"/>
                  </a:cubicBezTo>
                  <a:lnTo>
                    <a:pt x="482876" y="114234"/>
                  </a:lnTo>
                  <a:close/>
                  <a:moveTo>
                    <a:pt x="401049" y="139982"/>
                  </a:moveTo>
                  <a:cubicBezTo>
                    <a:pt x="430797" y="121483"/>
                    <a:pt x="482959" y="126816"/>
                    <a:pt x="502207" y="159397"/>
                  </a:cubicBezTo>
                  <a:cubicBezTo>
                    <a:pt x="510790" y="173979"/>
                    <a:pt x="506207" y="191977"/>
                    <a:pt x="511206" y="207892"/>
                  </a:cubicBezTo>
                  <a:cubicBezTo>
                    <a:pt x="515206" y="220808"/>
                    <a:pt x="520622" y="233890"/>
                    <a:pt x="532288" y="241472"/>
                  </a:cubicBezTo>
                  <a:cubicBezTo>
                    <a:pt x="534121" y="242639"/>
                    <a:pt x="536871" y="240389"/>
                    <a:pt x="535204" y="238556"/>
                  </a:cubicBezTo>
                  <a:cubicBezTo>
                    <a:pt x="518372" y="219724"/>
                    <a:pt x="516289" y="198310"/>
                    <a:pt x="514623" y="174562"/>
                  </a:cubicBezTo>
                  <a:cubicBezTo>
                    <a:pt x="514206" y="168229"/>
                    <a:pt x="512456" y="162563"/>
                    <a:pt x="509790" y="157397"/>
                  </a:cubicBezTo>
                  <a:cubicBezTo>
                    <a:pt x="515206" y="153897"/>
                    <a:pt x="523122" y="154647"/>
                    <a:pt x="529205" y="156147"/>
                  </a:cubicBezTo>
                  <a:cubicBezTo>
                    <a:pt x="541287" y="159230"/>
                    <a:pt x="548036" y="167313"/>
                    <a:pt x="552036" y="178478"/>
                  </a:cubicBezTo>
                  <a:cubicBezTo>
                    <a:pt x="556119" y="189894"/>
                    <a:pt x="555119" y="201476"/>
                    <a:pt x="561285" y="212225"/>
                  </a:cubicBezTo>
                  <a:cubicBezTo>
                    <a:pt x="569784" y="227140"/>
                    <a:pt x="583200" y="234806"/>
                    <a:pt x="599032" y="234890"/>
                  </a:cubicBezTo>
                  <a:cubicBezTo>
                    <a:pt x="598032" y="236056"/>
                    <a:pt x="597115" y="237223"/>
                    <a:pt x="596532" y="238223"/>
                  </a:cubicBezTo>
                  <a:cubicBezTo>
                    <a:pt x="594699" y="241806"/>
                    <a:pt x="593866" y="245472"/>
                    <a:pt x="592949" y="249305"/>
                  </a:cubicBezTo>
                  <a:cubicBezTo>
                    <a:pt x="589866" y="262971"/>
                    <a:pt x="591532" y="276220"/>
                    <a:pt x="590782" y="290051"/>
                  </a:cubicBezTo>
                  <a:cubicBezTo>
                    <a:pt x="590032" y="303884"/>
                    <a:pt x="587033" y="317132"/>
                    <a:pt x="583866" y="330465"/>
                  </a:cubicBezTo>
                  <a:cubicBezTo>
                    <a:pt x="581700" y="339630"/>
                    <a:pt x="580950" y="350796"/>
                    <a:pt x="575450" y="358462"/>
                  </a:cubicBezTo>
                  <a:cubicBezTo>
                    <a:pt x="573701" y="357045"/>
                    <a:pt x="571951" y="355629"/>
                    <a:pt x="570368" y="354296"/>
                  </a:cubicBezTo>
                  <a:cubicBezTo>
                    <a:pt x="550786" y="338214"/>
                    <a:pt x="533288" y="320549"/>
                    <a:pt x="516289" y="301717"/>
                  </a:cubicBezTo>
                  <a:cubicBezTo>
                    <a:pt x="485042" y="266887"/>
                    <a:pt x="456045" y="230224"/>
                    <a:pt x="426047" y="194227"/>
                  </a:cubicBezTo>
                  <a:cubicBezTo>
                    <a:pt x="423714" y="190560"/>
                    <a:pt x="421464" y="186977"/>
                    <a:pt x="419131" y="183311"/>
                  </a:cubicBezTo>
                  <a:cubicBezTo>
                    <a:pt x="410882" y="170063"/>
                    <a:pt x="403883" y="155980"/>
                    <a:pt x="396133" y="142481"/>
                  </a:cubicBezTo>
                  <a:cubicBezTo>
                    <a:pt x="396383" y="142065"/>
                    <a:pt x="396633" y="141648"/>
                    <a:pt x="396800" y="141232"/>
                  </a:cubicBezTo>
                  <a:cubicBezTo>
                    <a:pt x="397217" y="140898"/>
                    <a:pt x="397717" y="140565"/>
                    <a:pt x="398133" y="140148"/>
                  </a:cubicBezTo>
                  <a:cubicBezTo>
                    <a:pt x="399133" y="140565"/>
                    <a:pt x="400133" y="140565"/>
                    <a:pt x="401049" y="139982"/>
                  </a:cubicBezTo>
                  <a:lnTo>
                    <a:pt x="401049" y="139982"/>
                  </a:lnTo>
                  <a:close/>
                  <a:moveTo>
                    <a:pt x="142239" y="649269"/>
                  </a:moveTo>
                  <a:cubicBezTo>
                    <a:pt x="134490" y="652519"/>
                    <a:pt x="125241" y="657601"/>
                    <a:pt x="116575" y="654852"/>
                  </a:cubicBezTo>
                  <a:cubicBezTo>
                    <a:pt x="108326" y="652269"/>
                    <a:pt x="99910" y="644186"/>
                    <a:pt x="94244" y="638104"/>
                  </a:cubicBezTo>
                  <a:cubicBezTo>
                    <a:pt x="81412" y="624355"/>
                    <a:pt x="68663" y="609439"/>
                    <a:pt x="58497" y="593607"/>
                  </a:cubicBezTo>
                  <a:cubicBezTo>
                    <a:pt x="39749" y="564360"/>
                    <a:pt x="22334" y="530696"/>
                    <a:pt x="17084" y="495950"/>
                  </a:cubicBezTo>
                  <a:cubicBezTo>
                    <a:pt x="15251" y="484117"/>
                    <a:pt x="17834" y="473285"/>
                    <a:pt x="22917" y="463452"/>
                  </a:cubicBezTo>
                  <a:cubicBezTo>
                    <a:pt x="32249" y="470952"/>
                    <a:pt x="46581" y="475118"/>
                    <a:pt x="55581" y="477868"/>
                  </a:cubicBezTo>
                  <a:cubicBezTo>
                    <a:pt x="85745" y="487117"/>
                    <a:pt x="121491" y="491950"/>
                    <a:pt x="134157" y="525447"/>
                  </a:cubicBezTo>
                  <a:cubicBezTo>
                    <a:pt x="142823" y="548445"/>
                    <a:pt x="130241" y="572859"/>
                    <a:pt x="132157" y="596524"/>
                  </a:cubicBezTo>
                  <a:cubicBezTo>
                    <a:pt x="133324" y="611189"/>
                    <a:pt x="137073" y="634521"/>
                    <a:pt x="149239" y="646353"/>
                  </a:cubicBezTo>
                  <a:cubicBezTo>
                    <a:pt x="146906" y="647353"/>
                    <a:pt x="144573" y="648352"/>
                    <a:pt x="142239" y="649269"/>
                  </a:cubicBezTo>
                  <a:lnTo>
                    <a:pt x="142239" y="649269"/>
                  </a:lnTo>
                  <a:close/>
                  <a:moveTo>
                    <a:pt x="160738" y="641270"/>
                  </a:moveTo>
                  <a:cubicBezTo>
                    <a:pt x="154988" y="631687"/>
                    <a:pt x="146989" y="623938"/>
                    <a:pt x="144073" y="611939"/>
                  </a:cubicBezTo>
                  <a:cubicBezTo>
                    <a:pt x="141240" y="600690"/>
                    <a:pt x="141073" y="590941"/>
                    <a:pt x="141906" y="579692"/>
                  </a:cubicBezTo>
                  <a:cubicBezTo>
                    <a:pt x="142323" y="573859"/>
                    <a:pt x="141490" y="568110"/>
                    <a:pt x="142156" y="562194"/>
                  </a:cubicBezTo>
                  <a:cubicBezTo>
                    <a:pt x="142823" y="556361"/>
                    <a:pt x="144573" y="550695"/>
                    <a:pt x="144739" y="544695"/>
                  </a:cubicBezTo>
                  <a:cubicBezTo>
                    <a:pt x="144989" y="535529"/>
                    <a:pt x="142239" y="526447"/>
                    <a:pt x="138573" y="518198"/>
                  </a:cubicBezTo>
                  <a:cubicBezTo>
                    <a:pt x="129574" y="498033"/>
                    <a:pt x="111909" y="486701"/>
                    <a:pt x="91328" y="480034"/>
                  </a:cubicBezTo>
                  <a:cubicBezTo>
                    <a:pt x="78829" y="476035"/>
                    <a:pt x="66163" y="472368"/>
                    <a:pt x="53581" y="468619"/>
                  </a:cubicBezTo>
                  <a:cubicBezTo>
                    <a:pt x="46581" y="466535"/>
                    <a:pt x="34332" y="463369"/>
                    <a:pt x="26167" y="457703"/>
                  </a:cubicBezTo>
                  <a:cubicBezTo>
                    <a:pt x="38499" y="437955"/>
                    <a:pt x="60163" y="421706"/>
                    <a:pt x="75829" y="407207"/>
                  </a:cubicBezTo>
                  <a:cubicBezTo>
                    <a:pt x="81245" y="402125"/>
                    <a:pt x="86744" y="397125"/>
                    <a:pt x="92161" y="392042"/>
                  </a:cubicBezTo>
                  <a:cubicBezTo>
                    <a:pt x="91328" y="405791"/>
                    <a:pt x="97910" y="420457"/>
                    <a:pt x="105910" y="431456"/>
                  </a:cubicBezTo>
                  <a:cubicBezTo>
                    <a:pt x="123408" y="455536"/>
                    <a:pt x="154405" y="472285"/>
                    <a:pt x="181986" y="482117"/>
                  </a:cubicBezTo>
                  <a:cubicBezTo>
                    <a:pt x="198234" y="487867"/>
                    <a:pt x="220733" y="490784"/>
                    <a:pt x="232148" y="505115"/>
                  </a:cubicBezTo>
                  <a:cubicBezTo>
                    <a:pt x="247563" y="524447"/>
                    <a:pt x="227648" y="538446"/>
                    <a:pt x="222649" y="556611"/>
                  </a:cubicBezTo>
                  <a:cubicBezTo>
                    <a:pt x="219732" y="567110"/>
                    <a:pt x="225065" y="579775"/>
                    <a:pt x="228232" y="589775"/>
                  </a:cubicBezTo>
                  <a:cubicBezTo>
                    <a:pt x="229982" y="595274"/>
                    <a:pt x="232731" y="599107"/>
                    <a:pt x="236148" y="602523"/>
                  </a:cubicBezTo>
                  <a:cubicBezTo>
                    <a:pt x="211650" y="616605"/>
                    <a:pt x="186485" y="629771"/>
                    <a:pt x="160738" y="641270"/>
                  </a:cubicBezTo>
                  <a:lnTo>
                    <a:pt x="160738" y="641270"/>
                  </a:lnTo>
                  <a:close/>
                  <a:moveTo>
                    <a:pt x="245313" y="597440"/>
                  </a:moveTo>
                  <a:cubicBezTo>
                    <a:pt x="245230" y="597357"/>
                    <a:pt x="245230" y="597357"/>
                    <a:pt x="245147" y="597274"/>
                  </a:cubicBezTo>
                  <a:cubicBezTo>
                    <a:pt x="239564" y="592024"/>
                    <a:pt x="237481" y="586441"/>
                    <a:pt x="235398" y="579276"/>
                  </a:cubicBezTo>
                  <a:cubicBezTo>
                    <a:pt x="232898" y="570860"/>
                    <a:pt x="230148" y="562694"/>
                    <a:pt x="232981" y="554028"/>
                  </a:cubicBezTo>
                  <a:cubicBezTo>
                    <a:pt x="234815" y="548445"/>
                    <a:pt x="238148" y="543279"/>
                    <a:pt x="240147" y="537613"/>
                  </a:cubicBezTo>
                  <a:cubicBezTo>
                    <a:pt x="242814" y="529780"/>
                    <a:pt x="246897" y="521614"/>
                    <a:pt x="244314" y="513198"/>
                  </a:cubicBezTo>
                  <a:cubicBezTo>
                    <a:pt x="241231" y="503116"/>
                    <a:pt x="229898" y="495533"/>
                    <a:pt x="221482" y="490617"/>
                  </a:cubicBezTo>
                  <a:cubicBezTo>
                    <a:pt x="210817" y="484284"/>
                    <a:pt x="198984" y="480951"/>
                    <a:pt x="187485" y="476535"/>
                  </a:cubicBezTo>
                  <a:cubicBezTo>
                    <a:pt x="173487" y="471118"/>
                    <a:pt x="159155" y="462703"/>
                    <a:pt x="146406" y="454787"/>
                  </a:cubicBezTo>
                  <a:cubicBezTo>
                    <a:pt x="126574" y="442371"/>
                    <a:pt x="89744" y="411290"/>
                    <a:pt x="100910" y="384460"/>
                  </a:cubicBezTo>
                  <a:cubicBezTo>
                    <a:pt x="119741" y="366961"/>
                    <a:pt x="138573" y="349379"/>
                    <a:pt x="156905" y="331381"/>
                  </a:cubicBezTo>
                  <a:cubicBezTo>
                    <a:pt x="168820" y="319715"/>
                    <a:pt x="180819" y="308133"/>
                    <a:pt x="192985" y="296634"/>
                  </a:cubicBezTo>
                  <a:cubicBezTo>
                    <a:pt x="189568" y="302134"/>
                    <a:pt x="186735" y="307883"/>
                    <a:pt x="185902" y="314216"/>
                  </a:cubicBezTo>
                  <a:cubicBezTo>
                    <a:pt x="184152" y="327215"/>
                    <a:pt x="188819" y="341130"/>
                    <a:pt x="194568" y="352462"/>
                  </a:cubicBezTo>
                  <a:cubicBezTo>
                    <a:pt x="208650" y="379877"/>
                    <a:pt x="232065" y="401208"/>
                    <a:pt x="259479" y="414707"/>
                  </a:cubicBezTo>
                  <a:cubicBezTo>
                    <a:pt x="275394" y="422623"/>
                    <a:pt x="293309" y="427039"/>
                    <a:pt x="307474" y="438122"/>
                  </a:cubicBezTo>
                  <a:cubicBezTo>
                    <a:pt x="315307" y="444204"/>
                    <a:pt x="324806" y="453287"/>
                    <a:pt x="325306" y="463952"/>
                  </a:cubicBezTo>
                  <a:cubicBezTo>
                    <a:pt x="325640" y="471285"/>
                    <a:pt x="322223" y="480451"/>
                    <a:pt x="320390" y="487367"/>
                  </a:cubicBezTo>
                  <a:cubicBezTo>
                    <a:pt x="317057" y="499699"/>
                    <a:pt x="314974" y="512198"/>
                    <a:pt x="317224" y="524947"/>
                  </a:cubicBezTo>
                  <a:cubicBezTo>
                    <a:pt x="318474" y="531863"/>
                    <a:pt x="320390" y="541695"/>
                    <a:pt x="325056" y="548028"/>
                  </a:cubicBezTo>
                  <a:cubicBezTo>
                    <a:pt x="299059" y="564943"/>
                    <a:pt x="272478" y="581775"/>
                    <a:pt x="245313" y="597440"/>
                  </a:cubicBezTo>
                  <a:lnTo>
                    <a:pt x="245313" y="597440"/>
                  </a:lnTo>
                  <a:close/>
                  <a:moveTo>
                    <a:pt x="340805" y="537446"/>
                  </a:moveTo>
                  <a:cubicBezTo>
                    <a:pt x="338305" y="539112"/>
                    <a:pt x="335722" y="540862"/>
                    <a:pt x="333139" y="542529"/>
                  </a:cubicBezTo>
                  <a:cubicBezTo>
                    <a:pt x="329973" y="539112"/>
                    <a:pt x="327639" y="530363"/>
                    <a:pt x="326640" y="526863"/>
                  </a:cubicBezTo>
                  <a:cubicBezTo>
                    <a:pt x="323973" y="517948"/>
                    <a:pt x="323807" y="508865"/>
                    <a:pt x="325306" y="499699"/>
                  </a:cubicBezTo>
                  <a:cubicBezTo>
                    <a:pt x="327056" y="489117"/>
                    <a:pt x="331889" y="478285"/>
                    <a:pt x="332889" y="467619"/>
                  </a:cubicBezTo>
                  <a:cubicBezTo>
                    <a:pt x="334806" y="446871"/>
                    <a:pt x="316640" y="430872"/>
                    <a:pt x="300309" y="421540"/>
                  </a:cubicBezTo>
                  <a:cubicBezTo>
                    <a:pt x="287810" y="414373"/>
                    <a:pt x="274144" y="409707"/>
                    <a:pt x="261395" y="403125"/>
                  </a:cubicBezTo>
                  <a:cubicBezTo>
                    <a:pt x="245147" y="394792"/>
                    <a:pt x="231398" y="383710"/>
                    <a:pt x="219566" y="369961"/>
                  </a:cubicBezTo>
                  <a:cubicBezTo>
                    <a:pt x="208984" y="357712"/>
                    <a:pt x="198818" y="344213"/>
                    <a:pt x="195735" y="327881"/>
                  </a:cubicBezTo>
                  <a:cubicBezTo>
                    <a:pt x="193068" y="313966"/>
                    <a:pt x="198151" y="299884"/>
                    <a:pt x="203317" y="286552"/>
                  </a:cubicBezTo>
                  <a:cubicBezTo>
                    <a:pt x="216899" y="273803"/>
                    <a:pt x="230648" y="261304"/>
                    <a:pt x="244647" y="248972"/>
                  </a:cubicBezTo>
                  <a:lnTo>
                    <a:pt x="244730" y="248888"/>
                  </a:lnTo>
                  <a:cubicBezTo>
                    <a:pt x="240647" y="262721"/>
                    <a:pt x="243064" y="279136"/>
                    <a:pt x="248646" y="292301"/>
                  </a:cubicBezTo>
                  <a:cubicBezTo>
                    <a:pt x="261395" y="322465"/>
                    <a:pt x="292559" y="337380"/>
                    <a:pt x="320890" y="349213"/>
                  </a:cubicBezTo>
                  <a:cubicBezTo>
                    <a:pt x="337889" y="356379"/>
                    <a:pt x="362220" y="364795"/>
                    <a:pt x="373802" y="379877"/>
                  </a:cubicBezTo>
                  <a:cubicBezTo>
                    <a:pt x="385551" y="395125"/>
                    <a:pt x="385134" y="418207"/>
                    <a:pt x="388051" y="436288"/>
                  </a:cubicBezTo>
                  <a:cubicBezTo>
                    <a:pt x="390300" y="449954"/>
                    <a:pt x="397300" y="462786"/>
                    <a:pt x="405132" y="474118"/>
                  </a:cubicBezTo>
                  <a:cubicBezTo>
                    <a:pt x="407799" y="477951"/>
                    <a:pt x="411382" y="483284"/>
                    <a:pt x="415632" y="487450"/>
                  </a:cubicBezTo>
                  <a:cubicBezTo>
                    <a:pt x="390717" y="504115"/>
                    <a:pt x="365886" y="520781"/>
                    <a:pt x="340805" y="537446"/>
                  </a:cubicBezTo>
                  <a:lnTo>
                    <a:pt x="340805" y="537446"/>
                  </a:lnTo>
                  <a:close/>
                  <a:moveTo>
                    <a:pt x="424797" y="481534"/>
                  </a:moveTo>
                  <a:cubicBezTo>
                    <a:pt x="419131" y="476368"/>
                    <a:pt x="413298" y="471618"/>
                    <a:pt x="408966" y="464703"/>
                  </a:cubicBezTo>
                  <a:cubicBezTo>
                    <a:pt x="398800" y="448621"/>
                    <a:pt x="397050" y="433622"/>
                    <a:pt x="394467" y="415373"/>
                  </a:cubicBezTo>
                  <a:cubicBezTo>
                    <a:pt x="390884" y="389709"/>
                    <a:pt x="382468" y="370711"/>
                    <a:pt x="359137" y="358295"/>
                  </a:cubicBezTo>
                  <a:cubicBezTo>
                    <a:pt x="331056" y="343380"/>
                    <a:pt x="298892" y="335048"/>
                    <a:pt x="274561" y="313966"/>
                  </a:cubicBezTo>
                  <a:cubicBezTo>
                    <a:pt x="260895" y="302134"/>
                    <a:pt x="251980" y="287635"/>
                    <a:pt x="249813" y="269387"/>
                  </a:cubicBezTo>
                  <a:cubicBezTo>
                    <a:pt x="248480" y="258055"/>
                    <a:pt x="251646" y="248722"/>
                    <a:pt x="255979" y="239306"/>
                  </a:cubicBezTo>
                  <a:cubicBezTo>
                    <a:pt x="268062" y="229140"/>
                    <a:pt x="280310" y="219224"/>
                    <a:pt x="292226" y="208809"/>
                  </a:cubicBezTo>
                  <a:cubicBezTo>
                    <a:pt x="303642" y="198810"/>
                    <a:pt x="313891" y="187561"/>
                    <a:pt x="324390" y="176562"/>
                  </a:cubicBezTo>
                  <a:cubicBezTo>
                    <a:pt x="334222" y="213558"/>
                    <a:pt x="352054" y="247805"/>
                    <a:pt x="370969" y="280886"/>
                  </a:cubicBezTo>
                  <a:cubicBezTo>
                    <a:pt x="391134" y="316132"/>
                    <a:pt x="414382" y="351129"/>
                    <a:pt x="442796" y="380210"/>
                  </a:cubicBezTo>
                  <a:cubicBezTo>
                    <a:pt x="456211" y="393959"/>
                    <a:pt x="470877" y="406208"/>
                    <a:pt x="486958" y="416790"/>
                  </a:cubicBezTo>
                  <a:cubicBezTo>
                    <a:pt x="493875" y="421373"/>
                    <a:pt x="500207" y="425789"/>
                    <a:pt x="506790" y="429122"/>
                  </a:cubicBezTo>
                  <a:cubicBezTo>
                    <a:pt x="479043" y="446287"/>
                    <a:pt x="451878" y="463869"/>
                    <a:pt x="424797" y="481534"/>
                  </a:cubicBezTo>
                  <a:lnTo>
                    <a:pt x="424797" y="481534"/>
                  </a:lnTo>
                  <a:close/>
                  <a:moveTo>
                    <a:pt x="543870" y="417123"/>
                  </a:moveTo>
                  <a:cubicBezTo>
                    <a:pt x="524205" y="423373"/>
                    <a:pt x="511790" y="416374"/>
                    <a:pt x="495374" y="406041"/>
                  </a:cubicBezTo>
                  <a:cubicBezTo>
                    <a:pt x="479626" y="396208"/>
                    <a:pt x="464877" y="384709"/>
                    <a:pt x="451628" y="371711"/>
                  </a:cubicBezTo>
                  <a:cubicBezTo>
                    <a:pt x="427380" y="347880"/>
                    <a:pt x="407966" y="318216"/>
                    <a:pt x="390134" y="289551"/>
                  </a:cubicBezTo>
                  <a:cubicBezTo>
                    <a:pt x="372969" y="261804"/>
                    <a:pt x="355470" y="231474"/>
                    <a:pt x="344721" y="200643"/>
                  </a:cubicBezTo>
                  <a:cubicBezTo>
                    <a:pt x="339138" y="184645"/>
                    <a:pt x="331722" y="167813"/>
                    <a:pt x="334889" y="150564"/>
                  </a:cubicBezTo>
                  <a:cubicBezTo>
                    <a:pt x="336805" y="139982"/>
                    <a:pt x="342388" y="132649"/>
                    <a:pt x="353221" y="129149"/>
                  </a:cubicBezTo>
                  <a:cubicBezTo>
                    <a:pt x="366886" y="124733"/>
                    <a:pt x="376385" y="134149"/>
                    <a:pt x="382635" y="145231"/>
                  </a:cubicBezTo>
                  <a:cubicBezTo>
                    <a:pt x="397550" y="171645"/>
                    <a:pt x="413215" y="197226"/>
                    <a:pt x="431297" y="221558"/>
                  </a:cubicBezTo>
                  <a:cubicBezTo>
                    <a:pt x="454711" y="253222"/>
                    <a:pt x="478459" y="283719"/>
                    <a:pt x="505373" y="312549"/>
                  </a:cubicBezTo>
                  <a:cubicBezTo>
                    <a:pt x="523539" y="332047"/>
                    <a:pt x="541954" y="351296"/>
                    <a:pt x="564118" y="365545"/>
                  </a:cubicBezTo>
                  <a:cubicBezTo>
                    <a:pt x="565285" y="366544"/>
                    <a:pt x="566451" y="367544"/>
                    <a:pt x="567535" y="368544"/>
                  </a:cubicBezTo>
                  <a:cubicBezTo>
                    <a:pt x="567785" y="371377"/>
                    <a:pt x="570034" y="374211"/>
                    <a:pt x="573034" y="373961"/>
                  </a:cubicBezTo>
                  <a:cubicBezTo>
                    <a:pt x="573617" y="374627"/>
                    <a:pt x="574201" y="375211"/>
                    <a:pt x="574784" y="375877"/>
                  </a:cubicBezTo>
                  <a:cubicBezTo>
                    <a:pt x="575284" y="377460"/>
                    <a:pt x="576284" y="378794"/>
                    <a:pt x="577617" y="379710"/>
                  </a:cubicBezTo>
                  <a:cubicBezTo>
                    <a:pt x="580367" y="383876"/>
                    <a:pt x="581783" y="387959"/>
                    <a:pt x="580950" y="391959"/>
                  </a:cubicBezTo>
                  <a:cubicBezTo>
                    <a:pt x="578117" y="405291"/>
                    <a:pt x="554869" y="413624"/>
                    <a:pt x="543870" y="417123"/>
                  </a:cubicBezTo>
                  <a:lnTo>
                    <a:pt x="543870" y="417123"/>
                  </a:lnTo>
                  <a:close/>
                </a:path>
              </a:pathLst>
            </a:custGeom>
            <a:grpFill/>
            <a:ln w="8332" cap="flat">
              <a:noFill/>
              <a:prstDash val="solid"/>
              <a:miter/>
            </a:ln>
          </p:spPr>
          <p:txBody>
            <a:bodyPr rtlCol="0" anchor="ctr"/>
            <a:lstStyle/>
            <a:p>
              <a:endParaRPr lang="en-US"/>
            </a:p>
          </p:txBody>
        </p:sp>
        <p:sp>
          <p:nvSpPr>
            <p:cNvPr id="2245" name="Freeform: Shape 2244"/>
            <p:cNvSpPr/>
            <p:nvPr/>
          </p:nvSpPr>
          <p:spPr>
            <a:xfrm>
              <a:off x="3131961" y="4531817"/>
              <a:ext cx="176044" cy="239310"/>
            </a:xfrm>
            <a:custGeom>
              <a:avLst/>
              <a:gdLst>
                <a:gd name="connsiteX0" fmla="*/ 174679 w 176044"/>
                <a:gd name="connsiteY0" fmla="*/ 232598 h 239310"/>
                <a:gd name="connsiteX1" fmla="*/ 74355 w 176044"/>
                <a:gd name="connsiteY1" fmla="*/ 127940 h 239310"/>
                <a:gd name="connsiteX2" fmla="*/ 31692 w 176044"/>
                <a:gd name="connsiteY2" fmla="*/ 64613 h 239310"/>
                <a:gd name="connsiteX3" fmla="*/ 18276 w 176044"/>
                <a:gd name="connsiteY3" fmla="*/ 34865 h 239310"/>
                <a:gd name="connsiteX4" fmla="*/ 3694 w 176044"/>
                <a:gd name="connsiteY4" fmla="*/ 1535 h 239310"/>
                <a:gd name="connsiteX5" fmla="*/ 28 w 176044"/>
                <a:gd name="connsiteY5" fmla="*/ 1535 h 239310"/>
                <a:gd name="connsiteX6" fmla="*/ 6611 w 176044"/>
                <a:gd name="connsiteY6" fmla="*/ 27450 h 239310"/>
                <a:gd name="connsiteX7" fmla="*/ 19860 w 176044"/>
                <a:gd name="connsiteY7" fmla="*/ 63529 h 239310"/>
                <a:gd name="connsiteX8" fmla="*/ 61189 w 176044"/>
                <a:gd name="connsiteY8" fmla="*/ 130857 h 239310"/>
                <a:gd name="connsiteX9" fmla="*/ 171013 w 176044"/>
                <a:gd name="connsiteY9" fmla="*/ 238931 h 239310"/>
                <a:gd name="connsiteX10" fmla="*/ 174679 w 176044"/>
                <a:gd name="connsiteY10" fmla="*/ 232598 h 239310"/>
                <a:gd name="connsiteX11" fmla="*/ 174679 w 176044"/>
                <a:gd name="connsiteY11" fmla="*/ 232598 h 239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6044" h="239310">
                  <a:moveTo>
                    <a:pt x="174679" y="232598"/>
                  </a:moveTo>
                  <a:cubicBezTo>
                    <a:pt x="136183" y="203267"/>
                    <a:pt x="103852" y="166103"/>
                    <a:pt x="74355" y="127940"/>
                  </a:cubicBezTo>
                  <a:cubicBezTo>
                    <a:pt x="58689" y="107609"/>
                    <a:pt x="43607" y="87444"/>
                    <a:pt x="31692" y="64613"/>
                  </a:cubicBezTo>
                  <a:cubicBezTo>
                    <a:pt x="26692" y="54947"/>
                    <a:pt x="22359" y="44948"/>
                    <a:pt x="18276" y="34865"/>
                  </a:cubicBezTo>
                  <a:cubicBezTo>
                    <a:pt x="14193" y="24449"/>
                    <a:pt x="6194" y="12284"/>
                    <a:pt x="3694" y="1535"/>
                  </a:cubicBezTo>
                  <a:cubicBezTo>
                    <a:pt x="3278" y="-298"/>
                    <a:pt x="195" y="-715"/>
                    <a:pt x="28" y="1535"/>
                  </a:cubicBezTo>
                  <a:cubicBezTo>
                    <a:pt x="-389" y="10534"/>
                    <a:pt x="3944" y="19034"/>
                    <a:pt x="6611" y="27450"/>
                  </a:cubicBezTo>
                  <a:cubicBezTo>
                    <a:pt x="10444" y="39782"/>
                    <a:pt x="14610" y="51781"/>
                    <a:pt x="19860" y="63529"/>
                  </a:cubicBezTo>
                  <a:cubicBezTo>
                    <a:pt x="30775" y="87944"/>
                    <a:pt x="45024" y="109858"/>
                    <a:pt x="61189" y="130857"/>
                  </a:cubicBezTo>
                  <a:cubicBezTo>
                    <a:pt x="92103" y="171187"/>
                    <a:pt x="125017" y="214933"/>
                    <a:pt x="171013" y="238931"/>
                  </a:cubicBezTo>
                  <a:cubicBezTo>
                    <a:pt x="174846" y="240847"/>
                    <a:pt x="177929" y="235014"/>
                    <a:pt x="174679" y="232598"/>
                  </a:cubicBezTo>
                  <a:lnTo>
                    <a:pt x="174679" y="232598"/>
                  </a:lnTo>
                  <a:close/>
                </a:path>
              </a:pathLst>
            </a:custGeom>
            <a:grpFill/>
            <a:ln w="8332" cap="flat">
              <a:noFill/>
              <a:prstDash val="solid"/>
              <a:miter/>
            </a:ln>
          </p:spPr>
          <p:txBody>
            <a:bodyPr rtlCol="0" anchor="ctr"/>
            <a:lstStyle/>
            <a:p>
              <a:endParaRPr lang="en-US"/>
            </a:p>
          </p:txBody>
        </p:sp>
        <p:sp>
          <p:nvSpPr>
            <p:cNvPr id="2246" name="Freeform: Shape 2245"/>
            <p:cNvSpPr/>
            <p:nvPr/>
          </p:nvSpPr>
          <p:spPr>
            <a:xfrm>
              <a:off x="4251307" y="4468025"/>
              <a:ext cx="651174" cy="642999"/>
            </a:xfrm>
            <a:custGeom>
              <a:avLst/>
              <a:gdLst>
                <a:gd name="connsiteX0" fmla="*/ 273139 w 651174"/>
                <a:gd name="connsiteY0" fmla="*/ 43829 h 642999"/>
                <a:gd name="connsiteX1" fmla="*/ 202646 w 651174"/>
                <a:gd name="connsiteY1" fmla="*/ 144903 h 642999"/>
                <a:gd name="connsiteX2" fmla="*/ 139735 w 651174"/>
                <a:gd name="connsiteY2" fmla="*/ 256809 h 642999"/>
                <a:gd name="connsiteX3" fmla="*/ 79240 w 651174"/>
                <a:gd name="connsiteY3" fmla="*/ 368216 h 642999"/>
                <a:gd name="connsiteX4" fmla="*/ 31078 w 651174"/>
                <a:gd name="connsiteY4" fmla="*/ 480872 h 642999"/>
                <a:gd name="connsiteX5" fmla="*/ 748 w 651174"/>
                <a:gd name="connsiteY5" fmla="*/ 587863 h 642999"/>
                <a:gd name="connsiteX6" fmla="*/ 10330 w 651174"/>
                <a:gd name="connsiteY6" fmla="*/ 633608 h 642999"/>
                <a:gd name="connsiteX7" fmla="*/ 55409 w 651174"/>
                <a:gd name="connsiteY7" fmla="*/ 640108 h 642999"/>
                <a:gd name="connsiteX8" fmla="*/ 107488 w 651174"/>
                <a:gd name="connsiteY8" fmla="*/ 621776 h 642999"/>
                <a:gd name="connsiteX9" fmla="*/ 169316 w 651174"/>
                <a:gd name="connsiteY9" fmla="*/ 595612 h 642999"/>
                <a:gd name="connsiteX10" fmla="*/ 276139 w 651174"/>
                <a:gd name="connsiteY10" fmla="*/ 543783 h 642999"/>
                <a:gd name="connsiteX11" fmla="*/ 286639 w 651174"/>
                <a:gd name="connsiteY11" fmla="*/ 539117 h 642999"/>
                <a:gd name="connsiteX12" fmla="*/ 288555 w 651174"/>
                <a:gd name="connsiteY12" fmla="*/ 538284 h 642999"/>
                <a:gd name="connsiteX13" fmla="*/ 481204 w 651174"/>
                <a:gd name="connsiteY13" fmla="*/ 445376 h 642999"/>
                <a:gd name="connsiteX14" fmla="*/ 580695 w 651174"/>
                <a:gd name="connsiteY14" fmla="*/ 392963 h 642999"/>
                <a:gd name="connsiteX15" fmla="*/ 650855 w 651174"/>
                <a:gd name="connsiteY15" fmla="*/ 328720 h 642999"/>
                <a:gd name="connsiteX16" fmla="*/ 639190 w 651174"/>
                <a:gd name="connsiteY16" fmla="*/ 283390 h 642999"/>
                <a:gd name="connsiteX17" fmla="*/ 610192 w 651174"/>
                <a:gd name="connsiteY17" fmla="*/ 227978 h 642999"/>
                <a:gd name="connsiteX18" fmla="*/ 538282 w 651174"/>
                <a:gd name="connsiteY18" fmla="*/ 131154 h 642999"/>
                <a:gd name="connsiteX19" fmla="*/ 361298 w 651174"/>
                <a:gd name="connsiteY19" fmla="*/ 916 h 642999"/>
                <a:gd name="connsiteX20" fmla="*/ 273139 w 651174"/>
                <a:gd name="connsiteY20" fmla="*/ 43829 h 642999"/>
                <a:gd name="connsiteX21" fmla="*/ 273139 w 651174"/>
                <a:gd name="connsiteY21" fmla="*/ 43829 h 642999"/>
                <a:gd name="connsiteX22" fmla="*/ 190814 w 651174"/>
                <a:gd name="connsiteY22" fmla="*/ 201814 h 642999"/>
                <a:gd name="connsiteX23" fmla="*/ 220561 w 651174"/>
                <a:gd name="connsiteY23" fmla="*/ 149402 h 642999"/>
                <a:gd name="connsiteX24" fmla="*/ 242809 w 651174"/>
                <a:gd name="connsiteY24" fmla="*/ 152152 h 642999"/>
                <a:gd name="connsiteX25" fmla="*/ 270806 w 651174"/>
                <a:gd name="connsiteY25" fmla="*/ 176733 h 642999"/>
                <a:gd name="connsiteX26" fmla="*/ 270806 w 651174"/>
                <a:gd name="connsiteY26" fmla="*/ 210646 h 642999"/>
                <a:gd name="connsiteX27" fmla="*/ 245392 w 651174"/>
                <a:gd name="connsiteY27" fmla="*/ 223895 h 642999"/>
                <a:gd name="connsiteX28" fmla="*/ 229810 w 651174"/>
                <a:gd name="connsiteY28" fmla="*/ 266558 h 642999"/>
                <a:gd name="connsiteX29" fmla="*/ 162983 w 651174"/>
                <a:gd name="connsiteY29" fmla="*/ 253143 h 642999"/>
                <a:gd name="connsiteX30" fmla="*/ 190814 w 651174"/>
                <a:gd name="connsiteY30" fmla="*/ 201814 h 642999"/>
                <a:gd name="connsiteX31" fmla="*/ 190814 w 651174"/>
                <a:gd name="connsiteY31" fmla="*/ 201814 h 642999"/>
                <a:gd name="connsiteX32" fmla="*/ 79740 w 651174"/>
                <a:gd name="connsiteY32" fmla="*/ 410212 h 642999"/>
                <a:gd name="connsiteX33" fmla="*/ 133986 w 651174"/>
                <a:gd name="connsiteY33" fmla="*/ 302888 h 642999"/>
                <a:gd name="connsiteX34" fmla="*/ 139152 w 651174"/>
                <a:gd name="connsiteY34" fmla="*/ 294139 h 642999"/>
                <a:gd name="connsiteX35" fmla="*/ 194147 w 651174"/>
                <a:gd name="connsiteY35" fmla="*/ 393297 h 642999"/>
                <a:gd name="connsiteX36" fmla="*/ 74824 w 651174"/>
                <a:gd name="connsiteY36" fmla="*/ 421128 h 642999"/>
                <a:gd name="connsiteX37" fmla="*/ 79740 w 651174"/>
                <a:gd name="connsiteY37" fmla="*/ 410212 h 642999"/>
                <a:gd name="connsiteX38" fmla="*/ 79740 w 651174"/>
                <a:gd name="connsiteY38" fmla="*/ 410212 h 642999"/>
                <a:gd name="connsiteX39" fmla="*/ 21996 w 651174"/>
                <a:gd name="connsiteY39" fmla="*/ 563281 h 642999"/>
                <a:gd name="connsiteX40" fmla="*/ 22496 w 651174"/>
                <a:gd name="connsiteY40" fmla="*/ 561198 h 642999"/>
                <a:gd name="connsiteX41" fmla="*/ 37578 w 651174"/>
                <a:gd name="connsiteY41" fmla="*/ 507870 h 642999"/>
                <a:gd name="connsiteX42" fmla="*/ 55326 w 651174"/>
                <a:gd name="connsiteY42" fmla="*/ 465707 h 642999"/>
                <a:gd name="connsiteX43" fmla="*/ 92489 w 651174"/>
                <a:gd name="connsiteY43" fmla="*/ 482206 h 642999"/>
                <a:gd name="connsiteX44" fmla="*/ 101988 w 651174"/>
                <a:gd name="connsiteY44" fmla="*/ 515286 h 642999"/>
                <a:gd name="connsiteX45" fmla="*/ 79074 w 651174"/>
                <a:gd name="connsiteY45" fmla="*/ 531868 h 642999"/>
                <a:gd name="connsiteX46" fmla="*/ 67075 w 651174"/>
                <a:gd name="connsiteY46" fmla="*/ 554949 h 642999"/>
                <a:gd name="connsiteX47" fmla="*/ 21996 w 651174"/>
                <a:gd name="connsiteY47" fmla="*/ 563281 h 642999"/>
                <a:gd name="connsiteX48" fmla="*/ 21996 w 651174"/>
                <a:gd name="connsiteY48" fmla="*/ 563281 h 642999"/>
                <a:gd name="connsiteX49" fmla="*/ 199729 w 651174"/>
                <a:gd name="connsiteY49" fmla="*/ 563448 h 642999"/>
                <a:gd name="connsiteX50" fmla="*/ 237476 w 651174"/>
                <a:gd name="connsiteY50" fmla="*/ 530451 h 642999"/>
                <a:gd name="connsiteX51" fmla="*/ 272890 w 651174"/>
                <a:gd name="connsiteY51" fmla="*/ 531034 h 642999"/>
                <a:gd name="connsiteX52" fmla="*/ 263557 w 651174"/>
                <a:gd name="connsiteY52" fmla="*/ 535284 h 642999"/>
                <a:gd name="connsiteX53" fmla="*/ 199729 w 651174"/>
                <a:gd name="connsiteY53" fmla="*/ 563448 h 642999"/>
                <a:gd name="connsiteX54" fmla="*/ 199729 w 651174"/>
                <a:gd name="connsiteY54" fmla="*/ 563448 h 642999"/>
                <a:gd name="connsiteX55" fmla="*/ 320052 w 651174"/>
                <a:gd name="connsiteY55" fmla="*/ 508787 h 642999"/>
                <a:gd name="connsiteX56" fmla="*/ 305137 w 651174"/>
                <a:gd name="connsiteY56" fmla="*/ 446709 h 642999"/>
                <a:gd name="connsiteX57" fmla="*/ 342633 w 651174"/>
                <a:gd name="connsiteY57" fmla="*/ 394963 h 642999"/>
                <a:gd name="connsiteX58" fmla="*/ 415294 w 651174"/>
                <a:gd name="connsiteY58" fmla="*/ 391380 h 642999"/>
                <a:gd name="connsiteX59" fmla="*/ 445207 w 651174"/>
                <a:gd name="connsiteY59" fmla="*/ 419628 h 642999"/>
                <a:gd name="connsiteX60" fmla="*/ 452373 w 651174"/>
                <a:gd name="connsiteY60" fmla="*/ 441792 h 642999"/>
                <a:gd name="connsiteX61" fmla="*/ 320052 w 651174"/>
                <a:gd name="connsiteY61" fmla="*/ 508787 h 642999"/>
                <a:gd name="connsiteX62" fmla="*/ 320052 w 651174"/>
                <a:gd name="connsiteY62" fmla="*/ 508787 h 642999"/>
                <a:gd name="connsiteX63" fmla="*/ 476205 w 651174"/>
                <a:gd name="connsiteY63" fmla="*/ 429877 h 642999"/>
                <a:gd name="connsiteX64" fmla="*/ 460289 w 651174"/>
                <a:gd name="connsiteY64" fmla="*/ 437793 h 642999"/>
                <a:gd name="connsiteX65" fmla="*/ 438708 w 651174"/>
                <a:gd name="connsiteY65" fmla="*/ 395047 h 642999"/>
                <a:gd name="connsiteX66" fmla="*/ 352633 w 651174"/>
                <a:gd name="connsiteY66" fmla="*/ 379465 h 642999"/>
                <a:gd name="connsiteX67" fmla="*/ 295804 w 651174"/>
                <a:gd name="connsiteY67" fmla="*/ 435876 h 642999"/>
                <a:gd name="connsiteX68" fmla="*/ 309220 w 651174"/>
                <a:gd name="connsiteY68" fmla="*/ 514036 h 642999"/>
                <a:gd name="connsiteX69" fmla="*/ 280555 w 651174"/>
                <a:gd name="connsiteY69" fmla="*/ 527618 h 642999"/>
                <a:gd name="connsiteX70" fmla="*/ 234643 w 651174"/>
                <a:gd name="connsiteY70" fmla="*/ 520619 h 642999"/>
                <a:gd name="connsiteX71" fmla="*/ 204562 w 651174"/>
                <a:gd name="connsiteY71" fmla="*/ 540700 h 642999"/>
                <a:gd name="connsiteX72" fmla="*/ 184981 w 651174"/>
                <a:gd name="connsiteY72" fmla="*/ 569947 h 642999"/>
                <a:gd name="connsiteX73" fmla="*/ 151984 w 651174"/>
                <a:gd name="connsiteY73" fmla="*/ 584780 h 642999"/>
                <a:gd name="connsiteX74" fmla="*/ 115570 w 651174"/>
                <a:gd name="connsiteY74" fmla="*/ 602112 h 642999"/>
                <a:gd name="connsiteX75" fmla="*/ 64408 w 651174"/>
                <a:gd name="connsiteY75" fmla="*/ 620943 h 642999"/>
                <a:gd name="connsiteX76" fmla="*/ 17246 w 651174"/>
                <a:gd name="connsiteY76" fmla="*/ 610361 h 642999"/>
                <a:gd name="connsiteX77" fmla="*/ 20079 w 651174"/>
                <a:gd name="connsiteY77" fmla="*/ 571781 h 642999"/>
                <a:gd name="connsiteX78" fmla="*/ 64658 w 651174"/>
                <a:gd name="connsiteY78" fmla="*/ 575197 h 642999"/>
                <a:gd name="connsiteX79" fmla="*/ 76574 w 651174"/>
                <a:gd name="connsiteY79" fmla="*/ 559449 h 642999"/>
                <a:gd name="connsiteX80" fmla="*/ 76741 w 651174"/>
                <a:gd name="connsiteY80" fmla="*/ 549450 h 642999"/>
                <a:gd name="connsiteX81" fmla="*/ 90906 w 651174"/>
                <a:gd name="connsiteY81" fmla="*/ 534951 h 642999"/>
                <a:gd name="connsiteX82" fmla="*/ 104155 w 651174"/>
                <a:gd name="connsiteY82" fmla="*/ 527035 h 642999"/>
                <a:gd name="connsiteX83" fmla="*/ 60325 w 651174"/>
                <a:gd name="connsiteY83" fmla="*/ 453958 h 642999"/>
                <a:gd name="connsiteX84" fmla="*/ 73908 w 651174"/>
                <a:gd name="connsiteY84" fmla="*/ 422878 h 642999"/>
                <a:gd name="connsiteX85" fmla="*/ 142651 w 651174"/>
                <a:gd name="connsiteY85" fmla="*/ 442293 h 642999"/>
                <a:gd name="connsiteX86" fmla="*/ 204979 w 651174"/>
                <a:gd name="connsiteY86" fmla="*/ 398963 h 642999"/>
                <a:gd name="connsiteX87" fmla="*/ 145818 w 651174"/>
                <a:gd name="connsiteY87" fmla="*/ 282473 h 642999"/>
                <a:gd name="connsiteX88" fmla="*/ 161316 w 651174"/>
                <a:gd name="connsiteY88" fmla="*/ 256143 h 642999"/>
                <a:gd name="connsiteX89" fmla="*/ 234226 w 651174"/>
                <a:gd name="connsiteY89" fmla="*/ 275141 h 642999"/>
                <a:gd name="connsiteX90" fmla="*/ 248892 w 651174"/>
                <a:gd name="connsiteY90" fmla="*/ 252309 h 642999"/>
                <a:gd name="connsiteX91" fmla="*/ 257224 w 651174"/>
                <a:gd name="connsiteY91" fmla="*/ 230561 h 642999"/>
                <a:gd name="connsiteX92" fmla="*/ 277723 w 651174"/>
                <a:gd name="connsiteY92" fmla="*/ 220479 h 642999"/>
                <a:gd name="connsiteX93" fmla="*/ 273890 w 651174"/>
                <a:gd name="connsiteY93" fmla="*/ 157984 h 642999"/>
                <a:gd name="connsiteX94" fmla="*/ 236393 w 651174"/>
                <a:gd name="connsiteY94" fmla="*/ 136820 h 642999"/>
                <a:gd name="connsiteX95" fmla="*/ 229310 w 651174"/>
                <a:gd name="connsiteY95" fmla="*/ 136070 h 642999"/>
                <a:gd name="connsiteX96" fmla="*/ 250642 w 651174"/>
                <a:gd name="connsiteY96" fmla="*/ 103573 h 642999"/>
                <a:gd name="connsiteX97" fmla="*/ 268890 w 651174"/>
                <a:gd name="connsiteY97" fmla="*/ 77242 h 642999"/>
                <a:gd name="connsiteX98" fmla="*/ 286139 w 651174"/>
                <a:gd name="connsiteY98" fmla="*/ 84492 h 642999"/>
                <a:gd name="connsiteX99" fmla="*/ 310970 w 651174"/>
                <a:gd name="connsiteY99" fmla="*/ 93657 h 642999"/>
                <a:gd name="connsiteX100" fmla="*/ 364298 w 651174"/>
                <a:gd name="connsiteY100" fmla="*/ 119155 h 642999"/>
                <a:gd name="connsiteX101" fmla="*/ 417377 w 651174"/>
                <a:gd name="connsiteY101" fmla="*/ 151818 h 642999"/>
                <a:gd name="connsiteX102" fmla="*/ 457373 w 651174"/>
                <a:gd name="connsiteY102" fmla="*/ 191982 h 642999"/>
                <a:gd name="connsiteX103" fmla="*/ 515534 w 651174"/>
                <a:gd name="connsiteY103" fmla="*/ 255809 h 642999"/>
                <a:gd name="connsiteX104" fmla="*/ 481537 w 651174"/>
                <a:gd name="connsiteY104" fmla="*/ 281640 h 642999"/>
                <a:gd name="connsiteX105" fmla="*/ 495370 w 651174"/>
                <a:gd name="connsiteY105" fmla="*/ 331469 h 642999"/>
                <a:gd name="connsiteX106" fmla="*/ 473455 w 651174"/>
                <a:gd name="connsiteY106" fmla="*/ 383298 h 642999"/>
                <a:gd name="connsiteX107" fmla="*/ 507202 w 651174"/>
                <a:gd name="connsiteY107" fmla="*/ 413295 h 642999"/>
                <a:gd name="connsiteX108" fmla="*/ 476205 w 651174"/>
                <a:gd name="connsiteY108" fmla="*/ 429877 h 642999"/>
                <a:gd name="connsiteX109" fmla="*/ 476205 w 651174"/>
                <a:gd name="connsiteY109" fmla="*/ 429877 h 642999"/>
                <a:gd name="connsiteX110" fmla="*/ 562447 w 651174"/>
                <a:gd name="connsiteY110" fmla="*/ 382714 h 642999"/>
                <a:gd name="connsiteX111" fmla="*/ 513951 w 651174"/>
                <a:gd name="connsiteY111" fmla="*/ 409295 h 642999"/>
                <a:gd name="connsiteX112" fmla="*/ 487203 w 651174"/>
                <a:gd name="connsiteY112" fmla="*/ 368132 h 642999"/>
                <a:gd name="connsiteX113" fmla="*/ 510285 w 651174"/>
                <a:gd name="connsiteY113" fmla="*/ 342218 h 642999"/>
                <a:gd name="connsiteX114" fmla="*/ 490204 w 651174"/>
                <a:gd name="connsiteY114" fmla="*/ 304138 h 642999"/>
                <a:gd name="connsiteX115" fmla="*/ 523200 w 651174"/>
                <a:gd name="connsiteY115" fmla="*/ 265142 h 642999"/>
                <a:gd name="connsiteX116" fmla="*/ 540365 w 651174"/>
                <a:gd name="connsiteY116" fmla="*/ 289306 h 642999"/>
                <a:gd name="connsiteX117" fmla="*/ 566946 w 651174"/>
                <a:gd name="connsiteY117" fmla="*/ 340301 h 642999"/>
                <a:gd name="connsiteX118" fmla="*/ 577279 w 651174"/>
                <a:gd name="connsiteY118" fmla="*/ 367799 h 642999"/>
                <a:gd name="connsiteX119" fmla="*/ 579029 w 651174"/>
                <a:gd name="connsiteY119" fmla="*/ 374965 h 642999"/>
                <a:gd name="connsiteX120" fmla="*/ 562447 w 651174"/>
                <a:gd name="connsiteY120" fmla="*/ 382714 h 642999"/>
                <a:gd name="connsiteX121" fmla="*/ 562447 w 651174"/>
                <a:gd name="connsiteY121" fmla="*/ 382714 h 642999"/>
                <a:gd name="connsiteX122" fmla="*/ 333301 w 651174"/>
                <a:gd name="connsiteY122" fmla="*/ 21664 h 642999"/>
                <a:gd name="connsiteX123" fmla="*/ 426209 w 651174"/>
                <a:gd name="connsiteY123" fmla="*/ 45661 h 642999"/>
                <a:gd name="connsiteX124" fmla="*/ 508118 w 651174"/>
                <a:gd name="connsiteY124" fmla="*/ 120155 h 642999"/>
                <a:gd name="connsiteX125" fmla="*/ 580528 w 651174"/>
                <a:gd name="connsiteY125" fmla="*/ 207314 h 642999"/>
                <a:gd name="connsiteX126" fmla="*/ 631274 w 651174"/>
                <a:gd name="connsiteY126" fmla="*/ 306638 h 642999"/>
                <a:gd name="connsiteX127" fmla="*/ 585111 w 651174"/>
                <a:gd name="connsiteY127" fmla="*/ 372382 h 642999"/>
                <a:gd name="connsiteX128" fmla="*/ 584111 w 651174"/>
                <a:gd name="connsiteY128" fmla="*/ 358050 h 642999"/>
                <a:gd name="connsiteX129" fmla="*/ 577112 w 651174"/>
                <a:gd name="connsiteY129" fmla="*/ 332302 h 642999"/>
                <a:gd name="connsiteX130" fmla="*/ 547448 w 651174"/>
                <a:gd name="connsiteY130" fmla="*/ 272641 h 642999"/>
                <a:gd name="connsiteX131" fmla="*/ 460622 w 651174"/>
                <a:gd name="connsiteY131" fmla="*/ 169567 h 642999"/>
                <a:gd name="connsiteX132" fmla="*/ 417793 w 651174"/>
                <a:gd name="connsiteY132" fmla="*/ 129654 h 642999"/>
                <a:gd name="connsiteX133" fmla="*/ 362381 w 651174"/>
                <a:gd name="connsiteY133" fmla="*/ 97324 h 642999"/>
                <a:gd name="connsiteX134" fmla="*/ 310053 w 651174"/>
                <a:gd name="connsiteY134" fmla="*/ 74242 h 642999"/>
                <a:gd name="connsiteX135" fmla="*/ 280056 w 651174"/>
                <a:gd name="connsiteY135" fmla="*/ 64410 h 642999"/>
                <a:gd name="connsiteX136" fmla="*/ 279306 w 651174"/>
                <a:gd name="connsiteY136" fmla="*/ 64160 h 642999"/>
                <a:gd name="connsiteX137" fmla="*/ 333301 w 651174"/>
                <a:gd name="connsiteY137" fmla="*/ 21664 h 642999"/>
                <a:gd name="connsiteX138" fmla="*/ 333301 w 651174"/>
                <a:gd name="connsiteY138" fmla="*/ 21664 h 642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651174" h="642999">
                  <a:moveTo>
                    <a:pt x="273139" y="43829"/>
                  </a:moveTo>
                  <a:cubicBezTo>
                    <a:pt x="244892" y="73242"/>
                    <a:pt x="224144" y="110489"/>
                    <a:pt x="202646" y="144903"/>
                  </a:cubicBezTo>
                  <a:cubicBezTo>
                    <a:pt x="180065" y="181233"/>
                    <a:pt x="160983" y="219562"/>
                    <a:pt x="139735" y="256809"/>
                  </a:cubicBezTo>
                  <a:cubicBezTo>
                    <a:pt x="118737" y="293556"/>
                    <a:pt x="96572" y="329636"/>
                    <a:pt x="79240" y="368216"/>
                  </a:cubicBezTo>
                  <a:cubicBezTo>
                    <a:pt x="62409" y="405546"/>
                    <a:pt x="46993" y="443293"/>
                    <a:pt x="31078" y="480872"/>
                  </a:cubicBezTo>
                  <a:cubicBezTo>
                    <a:pt x="16579" y="515286"/>
                    <a:pt x="4580" y="550283"/>
                    <a:pt x="748" y="587863"/>
                  </a:cubicBezTo>
                  <a:cubicBezTo>
                    <a:pt x="-836" y="602861"/>
                    <a:pt x="-836" y="621943"/>
                    <a:pt x="10330" y="633608"/>
                  </a:cubicBezTo>
                  <a:cubicBezTo>
                    <a:pt x="21829" y="645691"/>
                    <a:pt x="40827" y="644024"/>
                    <a:pt x="55409" y="640108"/>
                  </a:cubicBezTo>
                  <a:cubicBezTo>
                    <a:pt x="73074" y="635442"/>
                    <a:pt x="90656" y="628859"/>
                    <a:pt x="107488" y="621776"/>
                  </a:cubicBezTo>
                  <a:cubicBezTo>
                    <a:pt x="128069" y="613194"/>
                    <a:pt x="149484" y="605778"/>
                    <a:pt x="169316" y="595612"/>
                  </a:cubicBezTo>
                  <a:cubicBezTo>
                    <a:pt x="204562" y="577530"/>
                    <a:pt x="240726" y="561448"/>
                    <a:pt x="276139" y="543783"/>
                  </a:cubicBezTo>
                  <a:cubicBezTo>
                    <a:pt x="279722" y="542284"/>
                    <a:pt x="283222" y="540700"/>
                    <a:pt x="286639" y="539117"/>
                  </a:cubicBezTo>
                  <a:cubicBezTo>
                    <a:pt x="287388" y="539450"/>
                    <a:pt x="288305" y="538950"/>
                    <a:pt x="288555" y="538284"/>
                  </a:cubicBezTo>
                  <a:cubicBezTo>
                    <a:pt x="354049" y="509536"/>
                    <a:pt x="416876" y="476623"/>
                    <a:pt x="481204" y="445376"/>
                  </a:cubicBezTo>
                  <a:cubicBezTo>
                    <a:pt x="514951" y="428960"/>
                    <a:pt x="546698" y="408879"/>
                    <a:pt x="580695" y="392963"/>
                  </a:cubicBezTo>
                  <a:cubicBezTo>
                    <a:pt x="608443" y="379965"/>
                    <a:pt x="646606" y="363966"/>
                    <a:pt x="650855" y="328720"/>
                  </a:cubicBezTo>
                  <a:cubicBezTo>
                    <a:pt x="652772" y="312637"/>
                    <a:pt x="645689" y="297722"/>
                    <a:pt x="639190" y="283390"/>
                  </a:cubicBezTo>
                  <a:cubicBezTo>
                    <a:pt x="630441" y="264475"/>
                    <a:pt x="620192" y="246310"/>
                    <a:pt x="610192" y="227978"/>
                  </a:cubicBezTo>
                  <a:cubicBezTo>
                    <a:pt x="590444" y="191732"/>
                    <a:pt x="565113" y="162234"/>
                    <a:pt x="538282" y="131154"/>
                  </a:cubicBezTo>
                  <a:cubicBezTo>
                    <a:pt x="492036" y="77492"/>
                    <a:pt x="434375" y="14581"/>
                    <a:pt x="361298" y="916"/>
                  </a:cubicBezTo>
                  <a:cubicBezTo>
                    <a:pt x="328135" y="-5334"/>
                    <a:pt x="294388" y="21664"/>
                    <a:pt x="273139" y="43829"/>
                  </a:cubicBezTo>
                  <a:lnTo>
                    <a:pt x="273139" y="43829"/>
                  </a:lnTo>
                  <a:close/>
                  <a:moveTo>
                    <a:pt x="190814" y="201814"/>
                  </a:moveTo>
                  <a:cubicBezTo>
                    <a:pt x="199563" y="183899"/>
                    <a:pt x="209895" y="166484"/>
                    <a:pt x="220561" y="149402"/>
                  </a:cubicBezTo>
                  <a:cubicBezTo>
                    <a:pt x="227811" y="149069"/>
                    <a:pt x="240059" y="151319"/>
                    <a:pt x="242809" y="152152"/>
                  </a:cubicBezTo>
                  <a:cubicBezTo>
                    <a:pt x="255225" y="155818"/>
                    <a:pt x="264974" y="165401"/>
                    <a:pt x="270806" y="176733"/>
                  </a:cubicBezTo>
                  <a:cubicBezTo>
                    <a:pt x="276306" y="187315"/>
                    <a:pt x="280806" y="201981"/>
                    <a:pt x="270806" y="210646"/>
                  </a:cubicBezTo>
                  <a:cubicBezTo>
                    <a:pt x="263390" y="217063"/>
                    <a:pt x="252891" y="218063"/>
                    <a:pt x="245392" y="223895"/>
                  </a:cubicBezTo>
                  <a:cubicBezTo>
                    <a:pt x="230894" y="235228"/>
                    <a:pt x="245809" y="256726"/>
                    <a:pt x="229810" y="266558"/>
                  </a:cubicBezTo>
                  <a:cubicBezTo>
                    <a:pt x="212062" y="277641"/>
                    <a:pt x="181398" y="264059"/>
                    <a:pt x="162983" y="253143"/>
                  </a:cubicBezTo>
                  <a:cubicBezTo>
                    <a:pt x="172815" y="236311"/>
                    <a:pt x="182231" y="219313"/>
                    <a:pt x="190814" y="201814"/>
                  </a:cubicBezTo>
                  <a:lnTo>
                    <a:pt x="190814" y="201814"/>
                  </a:lnTo>
                  <a:close/>
                  <a:moveTo>
                    <a:pt x="79740" y="410212"/>
                  </a:moveTo>
                  <a:cubicBezTo>
                    <a:pt x="96489" y="373382"/>
                    <a:pt x="113738" y="337885"/>
                    <a:pt x="133986" y="302888"/>
                  </a:cubicBezTo>
                  <a:cubicBezTo>
                    <a:pt x="135652" y="299972"/>
                    <a:pt x="137402" y="297055"/>
                    <a:pt x="139152" y="294139"/>
                  </a:cubicBezTo>
                  <a:cubicBezTo>
                    <a:pt x="181898" y="301388"/>
                    <a:pt x="207729" y="354050"/>
                    <a:pt x="194147" y="393297"/>
                  </a:cubicBezTo>
                  <a:cubicBezTo>
                    <a:pt x="179065" y="436876"/>
                    <a:pt x="110071" y="441959"/>
                    <a:pt x="74824" y="421128"/>
                  </a:cubicBezTo>
                  <a:cubicBezTo>
                    <a:pt x="76491" y="417461"/>
                    <a:pt x="78074" y="413795"/>
                    <a:pt x="79740" y="410212"/>
                  </a:cubicBezTo>
                  <a:lnTo>
                    <a:pt x="79740" y="410212"/>
                  </a:lnTo>
                  <a:close/>
                  <a:moveTo>
                    <a:pt x="21996" y="563281"/>
                  </a:moveTo>
                  <a:cubicBezTo>
                    <a:pt x="22162" y="562532"/>
                    <a:pt x="22329" y="561865"/>
                    <a:pt x="22496" y="561198"/>
                  </a:cubicBezTo>
                  <a:cubicBezTo>
                    <a:pt x="26412" y="543117"/>
                    <a:pt x="30412" y="525035"/>
                    <a:pt x="37578" y="507870"/>
                  </a:cubicBezTo>
                  <a:cubicBezTo>
                    <a:pt x="43410" y="493705"/>
                    <a:pt x="49326" y="479706"/>
                    <a:pt x="55326" y="465707"/>
                  </a:cubicBezTo>
                  <a:cubicBezTo>
                    <a:pt x="69658" y="469540"/>
                    <a:pt x="81157" y="468790"/>
                    <a:pt x="92489" y="482206"/>
                  </a:cubicBezTo>
                  <a:cubicBezTo>
                    <a:pt x="98989" y="489871"/>
                    <a:pt x="106071" y="504953"/>
                    <a:pt x="101988" y="515286"/>
                  </a:cubicBezTo>
                  <a:cubicBezTo>
                    <a:pt x="98322" y="524702"/>
                    <a:pt x="86740" y="526951"/>
                    <a:pt x="79074" y="531868"/>
                  </a:cubicBezTo>
                  <a:cubicBezTo>
                    <a:pt x="68575" y="538534"/>
                    <a:pt x="69408" y="544367"/>
                    <a:pt x="67075" y="554949"/>
                  </a:cubicBezTo>
                  <a:cubicBezTo>
                    <a:pt x="62992" y="572781"/>
                    <a:pt x="38911" y="568614"/>
                    <a:pt x="21996" y="563281"/>
                  </a:cubicBezTo>
                  <a:lnTo>
                    <a:pt x="21996" y="563281"/>
                  </a:lnTo>
                  <a:close/>
                  <a:moveTo>
                    <a:pt x="199729" y="563448"/>
                  </a:moveTo>
                  <a:cubicBezTo>
                    <a:pt x="207479" y="549033"/>
                    <a:pt x="223977" y="534951"/>
                    <a:pt x="237476" y="530451"/>
                  </a:cubicBezTo>
                  <a:cubicBezTo>
                    <a:pt x="250308" y="526118"/>
                    <a:pt x="261891" y="526452"/>
                    <a:pt x="272890" y="531034"/>
                  </a:cubicBezTo>
                  <a:cubicBezTo>
                    <a:pt x="269807" y="532451"/>
                    <a:pt x="266724" y="533868"/>
                    <a:pt x="263557" y="535284"/>
                  </a:cubicBezTo>
                  <a:cubicBezTo>
                    <a:pt x="242226" y="544867"/>
                    <a:pt x="220978" y="554116"/>
                    <a:pt x="199729" y="563448"/>
                  </a:cubicBezTo>
                  <a:lnTo>
                    <a:pt x="199729" y="563448"/>
                  </a:lnTo>
                  <a:close/>
                  <a:moveTo>
                    <a:pt x="320052" y="508787"/>
                  </a:moveTo>
                  <a:cubicBezTo>
                    <a:pt x="308636" y="491371"/>
                    <a:pt x="301054" y="467040"/>
                    <a:pt x="305137" y="446709"/>
                  </a:cubicBezTo>
                  <a:cubicBezTo>
                    <a:pt x="309636" y="424211"/>
                    <a:pt x="324218" y="408045"/>
                    <a:pt x="342633" y="394963"/>
                  </a:cubicBezTo>
                  <a:cubicBezTo>
                    <a:pt x="362881" y="380715"/>
                    <a:pt x="392962" y="381881"/>
                    <a:pt x="415294" y="391380"/>
                  </a:cubicBezTo>
                  <a:cubicBezTo>
                    <a:pt x="428626" y="397130"/>
                    <a:pt x="438791" y="406546"/>
                    <a:pt x="445207" y="419628"/>
                  </a:cubicBezTo>
                  <a:cubicBezTo>
                    <a:pt x="447041" y="423294"/>
                    <a:pt x="451873" y="433960"/>
                    <a:pt x="452373" y="441792"/>
                  </a:cubicBezTo>
                  <a:cubicBezTo>
                    <a:pt x="408211" y="463874"/>
                    <a:pt x="364548" y="487039"/>
                    <a:pt x="320052" y="508787"/>
                  </a:cubicBezTo>
                  <a:lnTo>
                    <a:pt x="320052" y="508787"/>
                  </a:lnTo>
                  <a:close/>
                  <a:moveTo>
                    <a:pt x="476205" y="429877"/>
                  </a:moveTo>
                  <a:cubicBezTo>
                    <a:pt x="470872" y="432543"/>
                    <a:pt x="465622" y="435126"/>
                    <a:pt x="460289" y="437793"/>
                  </a:cubicBezTo>
                  <a:cubicBezTo>
                    <a:pt x="458539" y="422711"/>
                    <a:pt x="443208" y="399213"/>
                    <a:pt x="438708" y="395047"/>
                  </a:cubicBezTo>
                  <a:cubicBezTo>
                    <a:pt x="417460" y="375549"/>
                    <a:pt x="379463" y="370216"/>
                    <a:pt x="352633" y="379465"/>
                  </a:cubicBezTo>
                  <a:cubicBezTo>
                    <a:pt x="328218" y="387797"/>
                    <a:pt x="304553" y="411962"/>
                    <a:pt x="295804" y="435876"/>
                  </a:cubicBezTo>
                  <a:cubicBezTo>
                    <a:pt x="286139" y="462291"/>
                    <a:pt x="292721" y="491871"/>
                    <a:pt x="309220" y="514036"/>
                  </a:cubicBezTo>
                  <a:cubicBezTo>
                    <a:pt x="299720" y="518619"/>
                    <a:pt x="290138" y="523118"/>
                    <a:pt x="280555" y="527618"/>
                  </a:cubicBezTo>
                  <a:cubicBezTo>
                    <a:pt x="268390" y="516619"/>
                    <a:pt x="252142" y="515203"/>
                    <a:pt x="234643" y="520619"/>
                  </a:cubicBezTo>
                  <a:cubicBezTo>
                    <a:pt x="222644" y="524368"/>
                    <a:pt x="212895" y="531618"/>
                    <a:pt x="204562" y="540700"/>
                  </a:cubicBezTo>
                  <a:cubicBezTo>
                    <a:pt x="196646" y="549366"/>
                    <a:pt x="186231" y="557532"/>
                    <a:pt x="184981" y="569947"/>
                  </a:cubicBezTo>
                  <a:cubicBezTo>
                    <a:pt x="173982" y="574780"/>
                    <a:pt x="162983" y="579780"/>
                    <a:pt x="151984" y="584780"/>
                  </a:cubicBezTo>
                  <a:cubicBezTo>
                    <a:pt x="139735" y="590362"/>
                    <a:pt x="127736" y="596445"/>
                    <a:pt x="115570" y="602112"/>
                  </a:cubicBezTo>
                  <a:cubicBezTo>
                    <a:pt x="98656" y="608944"/>
                    <a:pt x="81907" y="615443"/>
                    <a:pt x="64408" y="620943"/>
                  </a:cubicBezTo>
                  <a:cubicBezTo>
                    <a:pt x="47660" y="626109"/>
                    <a:pt x="21829" y="634608"/>
                    <a:pt x="17246" y="610361"/>
                  </a:cubicBezTo>
                  <a:cubicBezTo>
                    <a:pt x="14829" y="597862"/>
                    <a:pt x="17329" y="584447"/>
                    <a:pt x="20079" y="571781"/>
                  </a:cubicBezTo>
                  <a:cubicBezTo>
                    <a:pt x="33578" y="577947"/>
                    <a:pt x="55326" y="578697"/>
                    <a:pt x="64658" y="575197"/>
                  </a:cubicBezTo>
                  <a:cubicBezTo>
                    <a:pt x="72324" y="572281"/>
                    <a:pt x="75824" y="567281"/>
                    <a:pt x="76574" y="559449"/>
                  </a:cubicBezTo>
                  <a:cubicBezTo>
                    <a:pt x="76824" y="556449"/>
                    <a:pt x="75741" y="552282"/>
                    <a:pt x="76741" y="549450"/>
                  </a:cubicBezTo>
                  <a:cubicBezTo>
                    <a:pt x="78824" y="543700"/>
                    <a:pt x="85906" y="538034"/>
                    <a:pt x="90906" y="534951"/>
                  </a:cubicBezTo>
                  <a:cubicBezTo>
                    <a:pt x="95322" y="532284"/>
                    <a:pt x="100322" y="530701"/>
                    <a:pt x="104155" y="527035"/>
                  </a:cubicBezTo>
                  <a:cubicBezTo>
                    <a:pt x="129819" y="502787"/>
                    <a:pt x="92156" y="452291"/>
                    <a:pt x="60325" y="453958"/>
                  </a:cubicBezTo>
                  <a:cubicBezTo>
                    <a:pt x="64825" y="443626"/>
                    <a:pt x="69241" y="433210"/>
                    <a:pt x="73908" y="422878"/>
                  </a:cubicBezTo>
                  <a:cubicBezTo>
                    <a:pt x="90489" y="441376"/>
                    <a:pt x="118570" y="445209"/>
                    <a:pt x="142651" y="442293"/>
                  </a:cubicBezTo>
                  <a:cubicBezTo>
                    <a:pt x="169816" y="438959"/>
                    <a:pt x="194980" y="425544"/>
                    <a:pt x="204979" y="398963"/>
                  </a:cubicBezTo>
                  <a:cubicBezTo>
                    <a:pt x="222394" y="352717"/>
                    <a:pt x="193647" y="294806"/>
                    <a:pt x="145818" y="282473"/>
                  </a:cubicBezTo>
                  <a:cubicBezTo>
                    <a:pt x="150984" y="273724"/>
                    <a:pt x="156150" y="264892"/>
                    <a:pt x="161316" y="256143"/>
                  </a:cubicBezTo>
                  <a:cubicBezTo>
                    <a:pt x="181148" y="270641"/>
                    <a:pt x="211312" y="285556"/>
                    <a:pt x="234226" y="275141"/>
                  </a:cubicBezTo>
                  <a:cubicBezTo>
                    <a:pt x="243975" y="270641"/>
                    <a:pt x="248475" y="262809"/>
                    <a:pt x="248892" y="252309"/>
                  </a:cubicBezTo>
                  <a:cubicBezTo>
                    <a:pt x="249142" y="242977"/>
                    <a:pt x="247642" y="236394"/>
                    <a:pt x="257224" y="230561"/>
                  </a:cubicBezTo>
                  <a:cubicBezTo>
                    <a:pt x="263641" y="226645"/>
                    <a:pt x="271390" y="224895"/>
                    <a:pt x="277723" y="220479"/>
                  </a:cubicBezTo>
                  <a:cubicBezTo>
                    <a:pt x="298804" y="205564"/>
                    <a:pt x="287472" y="174650"/>
                    <a:pt x="273890" y="157984"/>
                  </a:cubicBezTo>
                  <a:cubicBezTo>
                    <a:pt x="264807" y="146819"/>
                    <a:pt x="250891" y="138320"/>
                    <a:pt x="236393" y="136820"/>
                  </a:cubicBezTo>
                  <a:cubicBezTo>
                    <a:pt x="234477" y="136653"/>
                    <a:pt x="232060" y="136320"/>
                    <a:pt x="229310" y="136070"/>
                  </a:cubicBezTo>
                  <a:cubicBezTo>
                    <a:pt x="236393" y="125154"/>
                    <a:pt x="243559" y="114322"/>
                    <a:pt x="250642" y="103573"/>
                  </a:cubicBezTo>
                  <a:cubicBezTo>
                    <a:pt x="256474" y="94740"/>
                    <a:pt x="262474" y="85825"/>
                    <a:pt x="268890" y="77242"/>
                  </a:cubicBezTo>
                  <a:cubicBezTo>
                    <a:pt x="274806" y="79075"/>
                    <a:pt x="281722" y="83075"/>
                    <a:pt x="286139" y="84492"/>
                  </a:cubicBezTo>
                  <a:cubicBezTo>
                    <a:pt x="294721" y="87241"/>
                    <a:pt x="302637" y="90324"/>
                    <a:pt x="310970" y="93657"/>
                  </a:cubicBezTo>
                  <a:cubicBezTo>
                    <a:pt x="329551" y="101157"/>
                    <a:pt x="346883" y="109156"/>
                    <a:pt x="364298" y="119155"/>
                  </a:cubicBezTo>
                  <a:cubicBezTo>
                    <a:pt x="382546" y="129571"/>
                    <a:pt x="401212" y="138403"/>
                    <a:pt x="417377" y="151818"/>
                  </a:cubicBezTo>
                  <a:cubicBezTo>
                    <a:pt x="431959" y="163901"/>
                    <a:pt x="444541" y="178066"/>
                    <a:pt x="457373" y="191982"/>
                  </a:cubicBezTo>
                  <a:cubicBezTo>
                    <a:pt x="477038" y="213396"/>
                    <a:pt x="497286" y="233644"/>
                    <a:pt x="515534" y="255809"/>
                  </a:cubicBezTo>
                  <a:cubicBezTo>
                    <a:pt x="501036" y="259642"/>
                    <a:pt x="486703" y="266725"/>
                    <a:pt x="481537" y="281640"/>
                  </a:cubicBezTo>
                  <a:cubicBezTo>
                    <a:pt x="474622" y="301555"/>
                    <a:pt x="483620" y="316221"/>
                    <a:pt x="495370" y="331469"/>
                  </a:cubicBezTo>
                  <a:cubicBezTo>
                    <a:pt x="510035" y="350384"/>
                    <a:pt x="468622" y="361300"/>
                    <a:pt x="473455" y="383298"/>
                  </a:cubicBezTo>
                  <a:cubicBezTo>
                    <a:pt x="476955" y="399463"/>
                    <a:pt x="492787" y="407045"/>
                    <a:pt x="507202" y="413295"/>
                  </a:cubicBezTo>
                  <a:cubicBezTo>
                    <a:pt x="497036" y="418961"/>
                    <a:pt x="486703" y="424711"/>
                    <a:pt x="476205" y="429877"/>
                  </a:cubicBezTo>
                  <a:lnTo>
                    <a:pt x="476205" y="429877"/>
                  </a:lnTo>
                  <a:close/>
                  <a:moveTo>
                    <a:pt x="562447" y="382714"/>
                  </a:moveTo>
                  <a:cubicBezTo>
                    <a:pt x="545782" y="390714"/>
                    <a:pt x="529950" y="400046"/>
                    <a:pt x="513951" y="409295"/>
                  </a:cubicBezTo>
                  <a:cubicBezTo>
                    <a:pt x="497036" y="400380"/>
                    <a:pt x="471122" y="386881"/>
                    <a:pt x="487203" y="368132"/>
                  </a:cubicBezTo>
                  <a:cubicBezTo>
                    <a:pt x="494786" y="359300"/>
                    <a:pt x="510118" y="355883"/>
                    <a:pt x="510285" y="342218"/>
                  </a:cubicBezTo>
                  <a:cubicBezTo>
                    <a:pt x="510452" y="327469"/>
                    <a:pt x="493453" y="318054"/>
                    <a:pt x="490204" y="304138"/>
                  </a:cubicBezTo>
                  <a:cubicBezTo>
                    <a:pt x="484038" y="278141"/>
                    <a:pt x="505285" y="272891"/>
                    <a:pt x="523200" y="265142"/>
                  </a:cubicBezTo>
                  <a:cubicBezTo>
                    <a:pt x="529200" y="272891"/>
                    <a:pt x="534949" y="280973"/>
                    <a:pt x="540365" y="289306"/>
                  </a:cubicBezTo>
                  <a:cubicBezTo>
                    <a:pt x="550698" y="305471"/>
                    <a:pt x="559197" y="322720"/>
                    <a:pt x="566946" y="340301"/>
                  </a:cubicBezTo>
                  <a:cubicBezTo>
                    <a:pt x="570946" y="349217"/>
                    <a:pt x="574862" y="358300"/>
                    <a:pt x="577279" y="367799"/>
                  </a:cubicBezTo>
                  <a:cubicBezTo>
                    <a:pt x="577945" y="370382"/>
                    <a:pt x="578362" y="372799"/>
                    <a:pt x="579029" y="374965"/>
                  </a:cubicBezTo>
                  <a:cubicBezTo>
                    <a:pt x="573112" y="377798"/>
                    <a:pt x="567363" y="380298"/>
                    <a:pt x="562447" y="382714"/>
                  </a:cubicBezTo>
                  <a:lnTo>
                    <a:pt x="562447" y="382714"/>
                  </a:lnTo>
                  <a:close/>
                  <a:moveTo>
                    <a:pt x="333301" y="21664"/>
                  </a:moveTo>
                  <a:cubicBezTo>
                    <a:pt x="362215" y="9081"/>
                    <a:pt x="402128" y="29163"/>
                    <a:pt x="426209" y="45661"/>
                  </a:cubicBezTo>
                  <a:cubicBezTo>
                    <a:pt x="456123" y="66160"/>
                    <a:pt x="483704" y="93407"/>
                    <a:pt x="508118" y="120155"/>
                  </a:cubicBezTo>
                  <a:cubicBezTo>
                    <a:pt x="533116" y="147569"/>
                    <a:pt x="560613" y="175900"/>
                    <a:pt x="580528" y="207314"/>
                  </a:cubicBezTo>
                  <a:cubicBezTo>
                    <a:pt x="599693" y="237727"/>
                    <a:pt x="619275" y="272641"/>
                    <a:pt x="631274" y="306638"/>
                  </a:cubicBezTo>
                  <a:cubicBezTo>
                    <a:pt x="643190" y="340468"/>
                    <a:pt x="613275" y="358967"/>
                    <a:pt x="585111" y="372382"/>
                  </a:cubicBezTo>
                  <a:cubicBezTo>
                    <a:pt x="584695" y="367466"/>
                    <a:pt x="585028" y="362133"/>
                    <a:pt x="584111" y="358050"/>
                  </a:cubicBezTo>
                  <a:cubicBezTo>
                    <a:pt x="582445" y="349384"/>
                    <a:pt x="580112" y="340718"/>
                    <a:pt x="577112" y="332302"/>
                  </a:cubicBezTo>
                  <a:cubicBezTo>
                    <a:pt x="569613" y="311221"/>
                    <a:pt x="559364" y="291639"/>
                    <a:pt x="547448" y="272641"/>
                  </a:cubicBezTo>
                  <a:cubicBezTo>
                    <a:pt x="523450" y="234395"/>
                    <a:pt x="490787" y="202814"/>
                    <a:pt x="460622" y="169567"/>
                  </a:cubicBezTo>
                  <a:cubicBezTo>
                    <a:pt x="447457" y="155152"/>
                    <a:pt x="433625" y="141236"/>
                    <a:pt x="417793" y="129654"/>
                  </a:cubicBezTo>
                  <a:cubicBezTo>
                    <a:pt x="400628" y="117155"/>
                    <a:pt x="380713" y="107989"/>
                    <a:pt x="362381" y="97324"/>
                  </a:cubicBezTo>
                  <a:cubicBezTo>
                    <a:pt x="345716" y="87657"/>
                    <a:pt x="327718" y="81575"/>
                    <a:pt x="310053" y="74242"/>
                  </a:cubicBezTo>
                  <a:cubicBezTo>
                    <a:pt x="300220" y="70243"/>
                    <a:pt x="290055" y="67826"/>
                    <a:pt x="280056" y="64410"/>
                  </a:cubicBezTo>
                  <a:cubicBezTo>
                    <a:pt x="279806" y="64326"/>
                    <a:pt x="279556" y="64160"/>
                    <a:pt x="279306" y="64160"/>
                  </a:cubicBezTo>
                  <a:cubicBezTo>
                    <a:pt x="294221" y="46495"/>
                    <a:pt x="311553" y="31163"/>
                    <a:pt x="333301" y="21664"/>
                  </a:cubicBezTo>
                  <a:lnTo>
                    <a:pt x="333301" y="21664"/>
                  </a:lnTo>
                  <a:close/>
                </a:path>
              </a:pathLst>
            </a:custGeom>
            <a:grpFill/>
            <a:ln w="8332" cap="flat">
              <a:noFill/>
              <a:prstDash val="solid"/>
              <a:miter/>
            </a:ln>
          </p:spPr>
          <p:txBody>
            <a:bodyPr rtlCol="0" anchor="ctr"/>
            <a:lstStyle/>
            <a:p>
              <a:endParaRPr lang="en-US"/>
            </a:p>
          </p:txBody>
        </p:sp>
        <p:sp>
          <p:nvSpPr>
            <p:cNvPr id="2247" name="Freeform: Shape 2246"/>
            <p:cNvSpPr/>
            <p:nvPr/>
          </p:nvSpPr>
          <p:spPr>
            <a:xfrm>
              <a:off x="4500502" y="4754729"/>
              <a:ext cx="156360" cy="65911"/>
            </a:xfrm>
            <a:custGeom>
              <a:avLst/>
              <a:gdLst>
                <a:gd name="connsiteX0" fmla="*/ 1113 w 156360"/>
                <a:gd name="connsiteY0" fmla="*/ 42682 h 65911"/>
                <a:gd name="connsiteX1" fmla="*/ 36027 w 156360"/>
                <a:gd name="connsiteY1" fmla="*/ 57931 h 65911"/>
                <a:gd name="connsiteX2" fmla="*/ 86022 w 156360"/>
                <a:gd name="connsiteY2" fmla="*/ 65764 h 65911"/>
                <a:gd name="connsiteX3" fmla="*/ 127352 w 156360"/>
                <a:gd name="connsiteY3" fmla="*/ 52182 h 65911"/>
                <a:gd name="connsiteX4" fmla="*/ 153183 w 156360"/>
                <a:gd name="connsiteY4" fmla="*/ 18851 h 65911"/>
                <a:gd name="connsiteX5" fmla="*/ 156016 w 156360"/>
                <a:gd name="connsiteY5" fmla="*/ 13102 h 65911"/>
                <a:gd name="connsiteX6" fmla="*/ 152766 w 156360"/>
                <a:gd name="connsiteY6" fmla="*/ 10019 h 65911"/>
                <a:gd name="connsiteX7" fmla="*/ 126436 w 156360"/>
                <a:gd name="connsiteY7" fmla="*/ 2186 h 65911"/>
                <a:gd name="connsiteX8" fmla="*/ 82606 w 156360"/>
                <a:gd name="connsiteY8" fmla="*/ 686 h 65911"/>
                <a:gd name="connsiteX9" fmla="*/ 2363 w 156360"/>
                <a:gd name="connsiteY9" fmla="*/ 36267 h 65911"/>
                <a:gd name="connsiteX10" fmla="*/ 1113 w 156360"/>
                <a:gd name="connsiteY10" fmla="*/ 42682 h 65911"/>
                <a:gd name="connsiteX11" fmla="*/ 1113 w 156360"/>
                <a:gd name="connsiteY11" fmla="*/ 42682 h 65911"/>
                <a:gd name="connsiteX12" fmla="*/ 74523 w 156360"/>
                <a:gd name="connsiteY12" fmla="*/ 9352 h 65911"/>
                <a:gd name="connsiteX13" fmla="*/ 113187 w 156360"/>
                <a:gd name="connsiteY13" fmla="*/ 9352 h 65911"/>
                <a:gd name="connsiteX14" fmla="*/ 141851 w 156360"/>
                <a:gd name="connsiteY14" fmla="*/ 13685 h 65911"/>
                <a:gd name="connsiteX15" fmla="*/ 109353 w 156360"/>
                <a:gd name="connsiteY15" fmla="*/ 26184 h 65911"/>
                <a:gd name="connsiteX16" fmla="*/ 69107 w 156360"/>
                <a:gd name="connsiteY16" fmla="*/ 32684 h 65911"/>
                <a:gd name="connsiteX17" fmla="*/ 69440 w 156360"/>
                <a:gd name="connsiteY17" fmla="*/ 36267 h 65911"/>
                <a:gd name="connsiteX18" fmla="*/ 108104 w 156360"/>
                <a:gd name="connsiteY18" fmla="*/ 31933 h 65911"/>
                <a:gd name="connsiteX19" fmla="*/ 144850 w 156360"/>
                <a:gd name="connsiteY19" fmla="*/ 20434 h 65911"/>
                <a:gd name="connsiteX20" fmla="*/ 79189 w 156360"/>
                <a:gd name="connsiteY20" fmla="*/ 55764 h 65911"/>
                <a:gd name="connsiteX21" fmla="*/ 39110 w 156360"/>
                <a:gd name="connsiteY21" fmla="*/ 47932 h 65911"/>
                <a:gd name="connsiteX22" fmla="*/ 12029 w 156360"/>
                <a:gd name="connsiteY22" fmla="*/ 39350 h 65911"/>
                <a:gd name="connsiteX23" fmla="*/ 74523 w 156360"/>
                <a:gd name="connsiteY23" fmla="*/ 9352 h 65911"/>
                <a:gd name="connsiteX24" fmla="*/ 74523 w 156360"/>
                <a:gd name="connsiteY24" fmla="*/ 9352 h 65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56360" h="65911">
                  <a:moveTo>
                    <a:pt x="1113" y="42682"/>
                  </a:moveTo>
                  <a:cubicBezTo>
                    <a:pt x="9779" y="50349"/>
                    <a:pt x="25111" y="54681"/>
                    <a:pt x="36027" y="57931"/>
                  </a:cubicBezTo>
                  <a:cubicBezTo>
                    <a:pt x="51775" y="62514"/>
                    <a:pt x="69524" y="66764"/>
                    <a:pt x="86022" y="65764"/>
                  </a:cubicBezTo>
                  <a:cubicBezTo>
                    <a:pt x="100604" y="64931"/>
                    <a:pt x="115186" y="60264"/>
                    <a:pt x="127352" y="52182"/>
                  </a:cubicBezTo>
                  <a:cubicBezTo>
                    <a:pt x="139851" y="43932"/>
                    <a:pt x="146767" y="31767"/>
                    <a:pt x="153183" y="18851"/>
                  </a:cubicBezTo>
                  <a:cubicBezTo>
                    <a:pt x="155766" y="18351"/>
                    <a:pt x="157016" y="15185"/>
                    <a:pt x="156016" y="13102"/>
                  </a:cubicBezTo>
                  <a:cubicBezTo>
                    <a:pt x="156683" y="10935"/>
                    <a:pt x="154516" y="9102"/>
                    <a:pt x="152766" y="10019"/>
                  </a:cubicBezTo>
                  <a:cubicBezTo>
                    <a:pt x="145600" y="5019"/>
                    <a:pt x="134435" y="3186"/>
                    <a:pt x="126436" y="2186"/>
                  </a:cubicBezTo>
                  <a:cubicBezTo>
                    <a:pt x="111603" y="353"/>
                    <a:pt x="97521" y="-814"/>
                    <a:pt x="82606" y="686"/>
                  </a:cubicBezTo>
                  <a:cubicBezTo>
                    <a:pt x="51609" y="3686"/>
                    <a:pt x="28944" y="22018"/>
                    <a:pt x="2363" y="36267"/>
                  </a:cubicBezTo>
                  <a:cubicBezTo>
                    <a:pt x="113" y="37350"/>
                    <a:pt x="-970" y="40766"/>
                    <a:pt x="1113" y="42682"/>
                  </a:cubicBezTo>
                  <a:lnTo>
                    <a:pt x="1113" y="42682"/>
                  </a:lnTo>
                  <a:close/>
                  <a:moveTo>
                    <a:pt x="74523" y="9352"/>
                  </a:moveTo>
                  <a:cubicBezTo>
                    <a:pt x="87439" y="7936"/>
                    <a:pt x="100438" y="7352"/>
                    <a:pt x="113187" y="9352"/>
                  </a:cubicBezTo>
                  <a:cubicBezTo>
                    <a:pt x="120852" y="10602"/>
                    <a:pt x="133018" y="10602"/>
                    <a:pt x="141851" y="13685"/>
                  </a:cubicBezTo>
                  <a:cubicBezTo>
                    <a:pt x="130935" y="17601"/>
                    <a:pt x="120436" y="22934"/>
                    <a:pt x="109353" y="26184"/>
                  </a:cubicBezTo>
                  <a:cubicBezTo>
                    <a:pt x="96105" y="30183"/>
                    <a:pt x="82690" y="31017"/>
                    <a:pt x="69107" y="32684"/>
                  </a:cubicBezTo>
                  <a:cubicBezTo>
                    <a:pt x="67024" y="32933"/>
                    <a:pt x="67357" y="36267"/>
                    <a:pt x="69440" y="36267"/>
                  </a:cubicBezTo>
                  <a:cubicBezTo>
                    <a:pt x="82439" y="36433"/>
                    <a:pt x="95438" y="35183"/>
                    <a:pt x="108104" y="31933"/>
                  </a:cubicBezTo>
                  <a:cubicBezTo>
                    <a:pt x="120519" y="28850"/>
                    <a:pt x="132435" y="23517"/>
                    <a:pt x="144850" y="20434"/>
                  </a:cubicBezTo>
                  <a:cubicBezTo>
                    <a:pt x="128768" y="41933"/>
                    <a:pt x="108771" y="56931"/>
                    <a:pt x="79189" y="55764"/>
                  </a:cubicBezTo>
                  <a:cubicBezTo>
                    <a:pt x="65691" y="55265"/>
                    <a:pt x="52026" y="51515"/>
                    <a:pt x="39110" y="47932"/>
                  </a:cubicBezTo>
                  <a:cubicBezTo>
                    <a:pt x="31361" y="45765"/>
                    <a:pt x="20279" y="43349"/>
                    <a:pt x="12029" y="39350"/>
                  </a:cubicBezTo>
                  <a:cubicBezTo>
                    <a:pt x="30694" y="26851"/>
                    <a:pt x="52275" y="11769"/>
                    <a:pt x="74523" y="9352"/>
                  </a:cubicBezTo>
                  <a:lnTo>
                    <a:pt x="74523" y="9352"/>
                  </a:lnTo>
                  <a:close/>
                </a:path>
              </a:pathLst>
            </a:custGeom>
            <a:grpFill/>
            <a:ln w="8332" cap="flat">
              <a:noFill/>
              <a:prstDash val="solid"/>
              <a:miter/>
            </a:ln>
          </p:spPr>
          <p:txBody>
            <a:bodyPr rtlCol="0" anchor="ctr"/>
            <a:lstStyle/>
            <a:p>
              <a:endParaRPr lang="en-US"/>
            </a:p>
          </p:txBody>
        </p:sp>
        <p:sp>
          <p:nvSpPr>
            <p:cNvPr id="2248" name="Freeform: Shape 2247"/>
            <p:cNvSpPr/>
            <p:nvPr/>
          </p:nvSpPr>
          <p:spPr>
            <a:xfrm>
              <a:off x="4369601" y="4902959"/>
              <a:ext cx="126959" cy="87486"/>
            </a:xfrm>
            <a:custGeom>
              <a:avLst/>
              <a:gdLst>
                <a:gd name="connsiteX0" fmla="*/ 26607 w 126959"/>
                <a:gd name="connsiteY0" fmla="*/ 38440 h 87486"/>
                <a:gd name="connsiteX1" fmla="*/ 1526 w 126959"/>
                <a:gd name="connsiteY1" fmla="*/ 70687 h 87486"/>
                <a:gd name="connsiteX2" fmla="*/ 2193 w 126959"/>
                <a:gd name="connsiteY2" fmla="*/ 78353 h 87486"/>
                <a:gd name="connsiteX3" fmla="*/ 36106 w 126959"/>
                <a:gd name="connsiteY3" fmla="*/ 86269 h 87486"/>
                <a:gd name="connsiteX4" fmla="*/ 85019 w 126959"/>
                <a:gd name="connsiteY4" fmla="*/ 78603 h 87486"/>
                <a:gd name="connsiteX5" fmla="*/ 116099 w 126959"/>
                <a:gd name="connsiteY5" fmla="*/ 41439 h 87486"/>
                <a:gd name="connsiteX6" fmla="*/ 126515 w 126959"/>
                <a:gd name="connsiteY6" fmla="*/ 8192 h 87486"/>
                <a:gd name="connsiteX7" fmla="*/ 126265 w 126959"/>
                <a:gd name="connsiteY7" fmla="*/ 3693 h 87486"/>
                <a:gd name="connsiteX8" fmla="*/ 126182 w 126959"/>
                <a:gd name="connsiteY8" fmla="*/ 2276 h 87486"/>
                <a:gd name="connsiteX9" fmla="*/ 120599 w 126959"/>
                <a:gd name="connsiteY9" fmla="*/ 1443 h 87486"/>
                <a:gd name="connsiteX10" fmla="*/ 55021 w 126959"/>
                <a:gd name="connsiteY10" fmla="*/ 15609 h 87486"/>
                <a:gd name="connsiteX11" fmla="*/ 26607 w 126959"/>
                <a:gd name="connsiteY11" fmla="*/ 38440 h 87486"/>
                <a:gd name="connsiteX12" fmla="*/ 26607 w 126959"/>
                <a:gd name="connsiteY12" fmla="*/ 38440 h 87486"/>
                <a:gd name="connsiteX13" fmla="*/ 51355 w 126959"/>
                <a:gd name="connsiteY13" fmla="*/ 27774 h 87486"/>
                <a:gd name="connsiteX14" fmla="*/ 110350 w 126959"/>
                <a:gd name="connsiteY14" fmla="*/ 9442 h 87486"/>
                <a:gd name="connsiteX15" fmla="*/ 96851 w 126959"/>
                <a:gd name="connsiteY15" fmla="*/ 25691 h 87486"/>
                <a:gd name="connsiteX16" fmla="*/ 53522 w 126959"/>
                <a:gd name="connsiteY16" fmla="*/ 56272 h 87486"/>
                <a:gd name="connsiteX17" fmla="*/ 55272 w 126959"/>
                <a:gd name="connsiteY17" fmla="*/ 61271 h 87486"/>
                <a:gd name="connsiteX18" fmla="*/ 89935 w 126959"/>
                <a:gd name="connsiteY18" fmla="*/ 41939 h 87486"/>
                <a:gd name="connsiteX19" fmla="*/ 105767 w 126959"/>
                <a:gd name="connsiteY19" fmla="*/ 27357 h 87486"/>
                <a:gd name="connsiteX20" fmla="*/ 118932 w 126959"/>
                <a:gd name="connsiteY20" fmla="*/ 12608 h 87486"/>
                <a:gd name="connsiteX21" fmla="*/ 78352 w 126959"/>
                <a:gd name="connsiteY21" fmla="*/ 71603 h 87486"/>
                <a:gd name="connsiteX22" fmla="*/ 36523 w 126959"/>
                <a:gd name="connsiteY22" fmla="*/ 76853 h 87486"/>
                <a:gd name="connsiteX23" fmla="*/ 12692 w 126959"/>
                <a:gd name="connsiteY23" fmla="*/ 72603 h 87486"/>
                <a:gd name="connsiteX24" fmla="*/ 51355 w 126959"/>
                <a:gd name="connsiteY24" fmla="*/ 27774 h 87486"/>
                <a:gd name="connsiteX25" fmla="*/ 51355 w 126959"/>
                <a:gd name="connsiteY25" fmla="*/ 27774 h 87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26959" h="87486">
                  <a:moveTo>
                    <a:pt x="26607" y="38440"/>
                  </a:moveTo>
                  <a:cubicBezTo>
                    <a:pt x="17608" y="48689"/>
                    <a:pt x="11359" y="60938"/>
                    <a:pt x="1526" y="70687"/>
                  </a:cubicBezTo>
                  <a:cubicBezTo>
                    <a:pt x="-724" y="72937"/>
                    <a:pt x="-473" y="76603"/>
                    <a:pt x="2193" y="78353"/>
                  </a:cubicBezTo>
                  <a:cubicBezTo>
                    <a:pt x="10775" y="83935"/>
                    <a:pt x="26024" y="84936"/>
                    <a:pt x="36106" y="86269"/>
                  </a:cubicBezTo>
                  <a:cubicBezTo>
                    <a:pt x="53022" y="88519"/>
                    <a:pt x="70187" y="88519"/>
                    <a:pt x="85019" y="78603"/>
                  </a:cubicBezTo>
                  <a:cubicBezTo>
                    <a:pt x="98184" y="69770"/>
                    <a:pt x="107767" y="54605"/>
                    <a:pt x="116099" y="41439"/>
                  </a:cubicBezTo>
                  <a:cubicBezTo>
                    <a:pt x="122849" y="30774"/>
                    <a:pt x="126598" y="20275"/>
                    <a:pt x="126515" y="8192"/>
                  </a:cubicBezTo>
                  <a:cubicBezTo>
                    <a:pt x="127182" y="6859"/>
                    <a:pt x="127098" y="5109"/>
                    <a:pt x="126265" y="3693"/>
                  </a:cubicBezTo>
                  <a:cubicBezTo>
                    <a:pt x="126182" y="3193"/>
                    <a:pt x="126182" y="2776"/>
                    <a:pt x="126182" y="2276"/>
                  </a:cubicBezTo>
                  <a:cubicBezTo>
                    <a:pt x="125848" y="-557"/>
                    <a:pt x="121932" y="-640"/>
                    <a:pt x="120599" y="1443"/>
                  </a:cubicBezTo>
                  <a:cubicBezTo>
                    <a:pt x="97518" y="-724"/>
                    <a:pt x="75103" y="3943"/>
                    <a:pt x="55021" y="15609"/>
                  </a:cubicBezTo>
                  <a:cubicBezTo>
                    <a:pt x="44522" y="21691"/>
                    <a:pt x="34606" y="29357"/>
                    <a:pt x="26607" y="38440"/>
                  </a:cubicBezTo>
                  <a:lnTo>
                    <a:pt x="26607" y="38440"/>
                  </a:lnTo>
                  <a:close/>
                  <a:moveTo>
                    <a:pt x="51355" y="27774"/>
                  </a:moveTo>
                  <a:cubicBezTo>
                    <a:pt x="69187" y="15191"/>
                    <a:pt x="89102" y="9109"/>
                    <a:pt x="110350" y="9442"/>
                  </a:cubicBezTo>
                  <a:cubicBezTo>
                    <a:pt x="105350" y="14775"/>
                    <a:pt x="100934" y="21524"/>
                    <a:pt x="96851" y="25691"/>
                  </a:cubicBezTo>
                  <a:cubicBezTo>
                    <a:pt x="83769" y="39106"/>
                    <a:pt x="70437" y="48189"/>
                    <a:pt x="53522" y="56272"/>
                  </a:cubicBezTo>
                  <a:cubicBezTo>
                    <a:pt x="50855" y="57521"/>
                    <a:pt x="52355" y="62187"/>
                    <a:pt x="55272" y="61271"/>
                  </a:cubicBezTo>
                  <a:cubicBezTo>
                    <a:pt x="68437" y="57355"/>
                    <a:pt x="79603" y="50939"/>
                    <a:pt x="89935" y="41939"/>
                  </a:cubicBezTo>
                  <a:cubicBezTo>
                    <a:pt x="95351" y="37190"/>
                    <a:pt x="100684" y="32440"/>
                    <a:pt x="105767" y="27357"/>
                  </a:cubicBezTo>
                  <a:cubicBezTo>
                    <a:pt x="109016" y="24191"/>
                    <a:pt x="113933" y="16608"/>
                    <a:pt x="118932" y="12608"/>
                  </a:cubicBezTo>
                  <a:cubicBezTo>
                    <a:pt x="114100" y="34607"/>
                    <a:pt x="95351" y="60854"/>
                    <a:pt x="78352" y="71603"/>
                  </a:cubicBezTo>
                  <a:cubicBezTo>
                    <a:pt x="65687" y="79603"/>
                    <a:pt x="50605" y="78936"/>
                    <a:pt x="36523" y="76853"/>
                  </a:cubicBezTo>
                  <a:cubicBezTo>
                    <a:pt x="30524" y="75936"/>
                    <a:pt x="20024" y="75020"/>
                    <a:pt x="12692" y="72603"/>
                  </a:cubicBezTo>
                  <a:cubicBezTo>
                    <a:pt x="25608" y="57188"/>
                    <a:pt x="34273" y="39856"/>
                    <a:pt x="51355" y="27774"/>
                  </a:cubicBezTo>
                  <a:lnTo>
                    <a:pt x="51355" y="27774"/>
                  </a:lnTo>
                  <a:close/>
                </a:path>
              </a:pathLst>
            </a:custGeom>
            <a:grpFill/>
            <a:ln w="8332" cap="flat">
              <a:noFill/>
              <a:prstDash val="solid"/>
              <a:miter/>
            </a:ln>
          </p:spPr>
          <p:txBody>
            <a:bodyPr rtlCol="0" anchor="ctr"/>
            <a:lstStyle/>
            <a:p>
              <a:endParaRPr lang="en-US"/>
            </a:p>
          </p:txBody>
        </p:sp>
        <p:sp>
          <p:nvSpPr>
            <p:cNvPr id="2249" name="Freeform: Shape 2248"/>
            <p:cNvSpPr/>
            <p:nvPr/>
          </p:nvSpPr>
          <p:spPr>
            <a:xfrm>
              <a:off x="4573406" y="4667962"/>
              <a:ext cx="54869" cy="56488"/>
            </a:xfrm>
            <a:custGeom>
              <a:avLst/>
              <a:gdLst>
                <a:gd name="connsiteX0" fmla="*/ 15618 w 54869"/>
                <a:gd name="connsiteY0" fmla="*/ 55789 h 56488"/>
                <a:gd name="connsiteX1" fmla="*/ 45116 w 54869"/>
                <a:gd name="connsiteY1" fmla="*/ 47707 h 56488"/>
                <a:gd name="connsiteX2" fmla="*/ 52115 w 54869"/>
                <a:gd name="connsiteY2" fmla="*/ 39124 h 56488"/>
                <a:gd name="connsiteX3" fmla="*/ 52282 w 54869"/>
                <a:gd name="connsiteY3" fmla="*/ 38291 h 56488"/>
                <a:gd name="connsiteX4" fmla="*/ 54865 w 54869"/>
                <a:gd name="connsiteY4" fmla="*/ 26375 h 56488"/>
                <a:gd name="connsiteX5" fmla="*/ 13535 w 54869"/>
                <a:gd name="connsiteY5" fmla="*/ 5211 h 56488"/>
                <a:gd name="connsiteX6" fmla="*/ 15618 w 54869"/>
                <a:gd name="connsiteY6" fmla="*/ 55789 h 56488"/>
                <a:gd name="connsiteX7" fmla="*/ 15618 w 54869"/>
                <a:gd name="connsiteY7" fmla="*/ 55789 h 56488"/>
                <a:gd name="connsiteX8" fmla="*/ 45532 w 54869"/>
                <a:gd name="connsiteY8" fmla="*/ 24042 h 56488"/>
                <a:gd name="connsiteX9" fmla="*/ 46116 w 54869"/>
                <a:gd name="connsiteY9" fmla="*/ 30792 h 56488"/>
                <a:gd name="connsiteX10" fmla="*/ 37700 w 54869"/>
                <a:gd name="connsiteY10" fmla="*/ 43957 h 56488"/>
                <a:gd name="connsiteX11" fmla="*/ 33450 w 54869"/>
                <a:gd name="connsiteY11" fmla="*/ 45707 h 56488"/>
                <a:gd name="connsiteX12" fmla="*/ 30867 w 54869"/>
                <a:gd name="connsiteY12" fmla="*/ 46623 h 56488"/>
                <a:gd name="connsiteX13" fmla="*/ 19535 w 54869"/>
                <a:gd name="connsiteY13" fmla="*/ 47790 h 56488"/>
                <a:gd name="connsiteX14" fmla="*/ 9952 w 54869"/>
                <a:gd name="connsiteY14" fmla="*/ 38041 h 56488"/>
                <a:gd name="connsiteX15" fmla="*/ 14618 w 54869"/>
                <a:gd name="connsiteY15" fmla="*/ 16376 h 56488"/>
                <a:gd name="connsiteX16" fmla="*/ 45532 w 54869"/>
                <a:gd name="connsiteY16" fmla="*/ 24042 h 56488"/>
                <a:gd name="connsiteX17" fmla="*/ 45532 w 54869"/>
                <a:gd name="connsiteY17" fmla="*/ 24042 h 56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4869" h="56488">
                  <a:moveTo>
                    <a:pt x="15618" y="55789"/>
                  </a:moveTo>
                  <a:cubicBezTo>
                    <a:pt x="25784" y="58372"/>
                    <a:pt x="36783" y="53373"/>
                    <a:pt x="45116" y="47707"/>
                  </a:cubicBezTo>
                  <a:cubicBezTo>
                    <a:pt x="48448" y="45457"/>
                    <a:pt x="50865" y="43040"/>
                    <a:pt x="52115" y="39124"/>
                  </a:cubicBezTo>
                  <a:cubicBezTo>
                    <a:pt x="52198" y="38874"/>
                    <a:pt x="52198" y="38541"/>
                    <a:pt x="52282" y="38291"/>
                  </a:cubicBezTo>
                  <a:cubicBezTo>
                    <a:pt x="54032" y="34708"/>
                    <a:pt x="54948" y="30625"/>
                    <a:pt x="54865" y="26375"/>
                  </a:cubicBezTo>
                  <a:cubicBezTo>
                    <a:pt x="54198" y="5127"/>
                    <a:pt x="30867" y="-7788"/>
                    <a:pt x="13535" y="5211"/>
                  </a:cubicBezTo>
                  <a:cubicBezTo>
                    <a:pt x="-1547" y="16459"/>
                    <a:pt x="-8046" y="49873"/>
                    <a:pt x="15618" y="55789"/>
                  </a:cubicBezTo>
                  <a:lnTo>
                    <a:pt x="15618" y="55789"/>
                  </a:lnTo>
                  <a:close/>
                  <a:moveTo>
                    <a:pt x="45532" y="24042"/>
                  </a:moveTo>
                  <a:cubicBezTo>
                    <a:pt x="44866" y="26542"/>
                    <a:pt x="45699" y="28292"/>
                    <a:pt x="46116" y="30792"/>
                  </a:cubicBezTo>
                  <a:cubicBezTo>
                    <a:pt x="45699" y="36874"/>
                    <a:pt x="42366" y="41207"/>
                    <a:pt x="37700" y="43957"/>
                  </a:cubicBezTo>
                  <a:cubicBezTo>
                    <a:pt x="36283" y="44707"/>
                    <a:pt x="34867" y="45207"/>
                    <a:pt x="33450" y="45707"/>
                  </a:cubicBezTo>
                  <a:cubicBezTo>
                    <a:pt x="32617" y="46040"/>
                    <a:pt x="31700" y="46290"/>
                    <a:pt x="30867" y="46623"/>
                  </a:cubicBezTo>
                  <a:cubicBezTo>
                    <a:pt x="27201" y="47540"/>
                    <a:pt x="23368" y="47957"/>
                    <a:pt x="19535" y="47790"/>
                  </a:cubicBezTo>
                  <a:cubicBezTo>
                    <a:pt x="15118" y="46957"/>
                    <a:pt x="11452" y="44124"/>
                    <a:pt x="9952" y="38041"/>
                  </a:cubicBezTo>
                  <a:cubicBezTo>
                    <a:pt x="8036" y="30292"/>
                    <a:pt x="9452" y="22542"/>
                    <a:pt x="14618" y="16376"/>
                  </a:cubicBezTo>
                  <a:cubicBezTo>
                    <a:pt x="24868" y="4211"/>
                    <a:pt x="42033" y="9710"/>
                    <a:pt x="45532" y="24042"/>
                  </a:cubicBezTo>
                  <a:lnTo>
                    <a:pt x="45532" y="24042"/>
                  </a:lnTo>
                  <a:close/>
                </a:path>
              </a:pathLst>
            </a:custGeom>
            <a:grpFill/>
            <a:ln w="8332" cap="flat">
              <a:noFill/>
              <a:prstDash val="solid"/>
              <a:miter/>
            </a:ln>
          </p:spPr>
          <p:txBody>
            <a:bodyPr rtlCol="0" anchor="ctr"/>
            <a:lstStyle/>
            <a:p>
              <a:endParaRPr lang="en-US"/>
            </a:p>
          </p:txBody>
        </p:sp>
        <p:sp>
          <p:nvSpPr>
            <p:cNvPr id="2250" name="Freeform: Shape 2249"/>
            <p:cNvSpPr/>
            <p:nvPr/>
          </p:nvSpPr>
          <p:spPr>
            <a:xfrm>
              <a:off x="4488298" y="4835697"/>
              <a:ext cx="54902" cy="56488"/>
            </a:xfrm>
            <a:custGeom>
              <a:avLst/>
              <a:gdLst>
                <a:gd name="connsiteX0" fmla="*/ 15651 w 54902"/>
                <a:gd name="connsiteY0" fmla="*/ 55789 h 56488"/>
                <a:gd name="connsiteX1" fmla="*/ 45148 w 54902"/>
                <a:gd name="connsiteY1" fmla="*/ 47707 h 56488"/>
                <a:gd name="connsiteX2" fmla="*/ 52148 w 54902"/>
                <a:gd name="connsiteY2" fmla="*/ 39124 h 56488"/>
                <a:gd name="connsiteX3" fmla="*/ 52314 w 54902"/>
                <a:gd name="connsiteY3" fmla="*/ 38291 h 56488"/>
                <a:gd name="connsiteX4" fmla="*/ 54897 w 54902"/>
                <a:gd name="connsiteY4" fmla="*/ 26375 h 56488"/>
                <a:gd name="connsiteX5" fmla="*/ 13568 w 54902"/>
                <a:gd name="connsiteY5" fmla="*/ 5211 h 56488"/>
                <a:gd name="connsiteX6" fmla="*/ 15651 w 54902"/>
                <a:gd name="connsiteY6" fmla="*/ 55789 h 56488"/>
                <a:gd name="connsiteX7" fmla="*/ 15651 w 54902"/>
                <a:gd name="connsiteY7" fmla="*/ 55789 h 56488"/>
                <a:gd name="connsiteX8" fmla="*/ 45565 w 54902"/>
                <a:gd name="connsiteY8" fmla="*/ 24125 h 56488"/>
                <a:gd name="connsiteX9" fmla="*/ 46148 w 54902"/>
                <a:gd name="connsiteY9" fmla="*/ 30875 h 56488"/>
                <a:gd name="connsiteX10" fmla="*/ 37732 w 54902"/>
                <a:gd name="connsiteY10" fmla="*/ 44040 h 56488"/>
                <a:gd name="connsiteX11" fmla="*/ 33483 w 54902"/>
                <a:gd name="connsiteY11" fmla="*/ 45790 h 56488"/>
                <a:gd name="connsiteX12" fmla="*/ 30900 w 54902"/>
                <a:gd name="connsiteY12" fmla="*/ 46707 h 56488"/>
                <a:gd name="connsiteX13" fmla="*/ 19567 w 54902"/>
                <a:gd name="connsiteY13" fmla="*/ 47790 h 56488"/>
                <a:gd name="connsiteX14" fmla="*/ 9985 w 54902"/>
                <a:gd name="connsiteY14" fmla="*/ 38041 h 56488"/>
                <a:gd name="connsiteX15" fmla="*/ 14651 w 54902"/>
                <a:gd name="connsiteY15" fmla="*/ 16376 h 56488"/>
                <a:gd name="connsiteX16" fmla="*/ 45565 w 54902"/>
                <a:gd name="connsiteY16" fmla="*/ 24125 h 56488"/>
                <a:gd name="connsiteX17" fmla="*/ 45565 w 54902"/>
                <a:gd name="connsiteY17" fmla="*/ 24125 h 56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4902" h="56488">
                  <a:moveTo>
                    <a:pt x="15651" y="55789"/>
                  </a:moveTo>
                  <a:cubicBezTo>
                    <a:pt x="25817" y="58372"/>
                    <a:pt x="36816" y="53373"/>
                    <a:pt x="45148" y="47707"/>
                  </a:cubicBezTo>
                  <a:cubicBezTo>
                    <a:pt x="48482" y="45457"/>
                    <a:pt x="50898" y="43040"/>
                    <a:pt x="52148" y="39124"/>
                  </a:cubicBezTo>
                  <a:cubicBezTo>
                    <a:pt x="52231" y="38874"/>
                    <a:pt x="52231" y="38541"/>
                    <a:pt x="52314" y="38291"/>
                  </a:cubicBezTo>
                  <a:cubicBezTo>
                    <a:pt x="54064" y="34708"/>
                    <a:pt x="54981" y="30625"/>
                    <a:pt x="54897" y="26375"/>
                  </a:cubicBezTo>
                  <a:cubicBezTo>
                    <a:pt x="54231" y="5127"/>
                    <a:pt x="30900" y="-7788"/>
                    <a:pt x="13568" y="5211"/>
                  </a:cubicBezTo>
                  <a:cubicBezTo>
                    <a:pt x="-1514" y="16459"/>
                    <a:pt x="-8097" y="49873"/>
                    <a:pt x="15651" y="55789"/>
                  </a:cubicBezTo>
                  <a:lnTo>
                    <a:pt x="15651" y="55789"/>
                  </a:lnTo>
                  <a:close/>
                  <a:moveTo>
                    <a:pt x="45565" y="24125"/>
                  </a:moveTo>
                  <a:cubicBezTo>
                    <a:pt x="44899" y="26625"/>
                    <a:pt x="45732" y="28375"/>
                    <a:pt x="46148" y="30875"/>
                  </a:cubicBezTo>
                  <a:cubicBezTo>
                    <a:pt x="45732" y="36958"/>
                    <a:pt x="42399" y="41291"/>
                    <a:pt x="37732" y="44040"/>
                  </a:cubicBezTo>
                  <a:cubicBezTo>
                    <a:pt x="36316" y="44790"/>
                    <a:pt x="34899" y="45290"/>
                    <a:pt x="33483" y="45790"/>
                  </a:cubicBezTo>
                  <a:cubicBezTo>
                    <a:pt x="32650" y="46123"/>
                    <a:pt x="31733" y="46374"/>
                    <a:pt x="30900" y="46707"/>
                  </a:cubicBezTo>
                  <a:cubicBezTo>
                    <a:pt x="27234" y="47623"/>
                    <a:pt x="23400" y="48040"/>
                    <a:pt x="19567" y="47790"/>
                  </a:cubicBezTo>
                  <a:cubicBezTo>
                    <a:pt x="15151" y="46957"/>
                    <a:pt x="11485" y="44124"/>
                    <a:pt x="9985" y="38041"/>
                  </a:cubicBezTo>
                  <a:cubicBezTo>
                    <a:pt x="8068" y="30292"/>
                    <a:pt x="9485" y="22542"/>
                    <a:pt x="14651" y="16376"/>
                  </a:cubicBezTo>
                  <a:cubicBezTo>
                    <a:pt x="24900" y="4294"/>
                    <a:pt x="42065" y="9793"/>
                    <a:pt x="45565" y="24125"/>
                  </a:cubicBezTo>
                  <a:lnTo>
                    <a:pt x="45565" y="24125"/>
                  </a:lnTo>
                  <a:close/>
                </a:path>
              </a:pathLst>
            </a:custGeom>
            <a:grpFill/>
            <a:ln w="8332" cap="flat">
              <a:noFill/>
              <a:prstDash val="solid"/>
              <a:miter/>
            </a:ln>
          </p:spPr>
          <p:txBody>
            <a:bodyPr rtlCol="0" anchor="ctr"/>
            <a:lstStyle/>
            <a:p>
              <a:endParaRPr lang="en-US"/>
            </a:p>
          </p:txBody>
        </p:sp>
        <p:sp>
          <p:nvSpPr>
            <p:cNvPr id="2251" name="Freeform: Shape 2250"/>
            <p:cNvSpPr/>
            <p:nvPr/>
          </p:nvSpPr>
          <p:spPr>
            <a:xfrm>
              <a:off x="4348539" y="4992933"/>
              <a:ext cx="54840" cy="56488"/>
            </a:xfrm>
            <a:custGeom>
              <a:avLst/>
              <a:gdLst>
                <a:gd name="connsiteX0" fmla="*/ 15589 w 54840"/>
                <a:gd name="connsiteY0" fmla="*/ 55789 h 56488"/>
                <a:gd name="connsiteX1" fmla="*/ 45086 w 54840"/>
                <a:gd name="connsiteY1" fmla="*/ 47707 h 56488"/>
                <a:gd name="connsiteX2" fmla="*/ 52085 w 54840"/>
                <a:gd name="connsiteY2" fmla="*/ 39124 h 56488"/>
                <a:gd name="connsiteX3" fmla="*/ 52252 w 54840"/>
                <a:gd name="connsiteY3" fmla="*/ 38291 h 56488"/>
                <a:gd name="connsiteX4" fmla="*/ 54835 w 54840"/>
                <a:gd name="connsiteY4" fmla="*/ 26375 h 56488"/>
                <a:gd name="connsiteX5" fmla="*/ 13506 w 54840"/>
                <a:gd name="connsiteY5" fmla="*/ 5211 h 56488"/>
                <a:gd name="connsiteX6" fmla="*/ 15589 w 54840"/>
                <a:gd name="connsiteY6" fmla="*/ 55789 h 56488"/>
                <a:gd name="connsiteX7" fmla="*/ 15589 w 54840"/>
                <a:gd name="connsiteY7" fmla="*/ 55789 h 56488"/>
                <a:gd name="connsiteX8" fmla="*/ 45586 w 54840"/>
                <a:gd name="connsiteY8" fmla="*/ 24126 h 56488"/>
                <a:gd name="connsiteX9" fmla="*/ 46170 w 54840"/>
                <a:gd name="connsiteY9" fmla="*/ 30875 h 56488"/>
                <a:gd name="connsiteX10" fmla="*/ 37754 w 54840"/>
                <a:gd name="connsiteY10" fmla="*/ 44040 h 56488"/>
                <a:gd name="connsiteX11" fmla="*/ 33504 w 54840"/>
                <a:gd name="connsiteY11" fmla="*/ 45790 h 56488"/>
                <a:gd name="connsiteX12" fmla="*/ 30921 w 54840"/>
                <a:gd name="connsiteY12" fmla="*/ 46707 h 56488"/>
                <a:gd name="connsiteX13" fmla="*/ 19589 w 54840"/>
                <a:gd name="connsiteY13" fmla="*/ 47873 h 56488"/>
                <a:gd name="connsiteX14" fmla="*/ 10006 w 54840"/>
                <a:gd name="connsiteY14" fmla="*/ 38124 h 56488"/>
                <a:gd name="connsiteX15" fmla="*/ 14672 w 54840"/>
                <a:gd name="connsiteY15" fmla="*/ 16459 h 56488"/>
                <a:gd name="connsiteX16" fmla="*/ 45586 w 54840"/>
                <a:gd name="connsiteY16" fmla="*/ 24126 h 56488"/>
                <a:gd name="connsiteX17" fmla="*/ 45586 w 54840"/>
                <a:gd name="connsiteY17" fmla="*/ 24126 h 56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4840" h="56488">
                  <a:moveTo>
                    <a:pt x="15589" y="55789"/>
                  </a:moveTo>
                  <a:cubicBezTo>
                    <a:pt x="25755" y="58372"/>
                    <a:pt x="36754" y="53373"/>
                    <a:pt x="45086" y="47707"/>
                  </a:cubicBezTo>
                  <a:cubicBezTo>
                    <a:pt x="48419" y="45457"/>
                    <a:pt x="50836" y="43040"/>
                    <a:pt x="52085" y="39124"/>
                  </a:cubicBezTo>
                  <a:cubicBezTo>
                    <a:pt x="52169" y="38874"/>
                    <a:pt x="52169" y="38541"/>
                    <a:pt x="52252" y="38291"/>
                  </a:cubicBezTo>
                  <a:cubicBezTo>
                    <a:pt x="54002" y="34708"/>
                    <a:pt x="54919" y="30625"/>
                    <a:pt x="54835" y="26375"/>
                  </a:cubicBezTo>
                  <a:cubicBezTo>
                    <a:pt x="54169" y="5127"/>
                    <a:pt x="30837" y="-7788"/>
                    <a:pt x="13506" y="5211"/>
                  </a:cubicBezTo>
                  <a:cubicBezTo>
                    <a:pt x="-1493" y="16543"/>
                    <a:pt x="-8076" y="49873"/>
                    <a:pt x="15589" y="55789"/>
                  </a:cubicBezTo>
                  <a:lnTo>
                    <a:pt x="15589" y="55789"/>
                  </a:lnTo>
                  <a:close/>
                  <a:moveTo>
                    <a:pt x="45586" y="24126"/>
                  </a:moveTo>
                  <a:cubicBezTo>
                    <a:pt x="44920" y="26625"/>
                    <a:pt x="45753" y="28375"/>
                    <a:pt x="46170" y="30875"/>
                  </a:cubicBezTo>
                  <a:cubicBezTo>
                    <a:pt x="45753" y="36958"/>
                    <a:pt x="42420" y="41291"/>
                    <a:pt x="37754" y="44040"/>
                  </a:cubicBezTo>
                  <a:cubicBezTo>
                    <a:pt x="36337" y="44790"/>
                    <a:pt x="34920" y="45290"/>
                    <a:pt x="33504" y="45790"/>
                  </a:cubicBezTo>
                  <a:cubicBezTo>
                    <a:pt x="32671" y="46123"/>
                    <a:pt x="31754" y="46374"/>
                    <a:pt x="30921" y="46707"/>
                  </a:cubicBezTo>
                  <a:cubicBezTo>
                    <a:pt x="27255" y="47623"/>
                    <a:pt x="23421" y="48040"/>
                    <a:pt x="19589" y="47873"/>
                  </a:cubicBezTo>
                  <a:cubicBezTo>
                    <a:pt x="15172" y="47040"/>
                    <a:pt x="11506" y="44207"/>
                    <a:pt x="10006" y="38124"/>
                  </a:cubicBezTo>
                  <a:cubicBezTo>
                    <a:pt x="8090" y="30375"/>
                    <a:pt x="9506" y="22625"/>
                    <a:pt x="14672" y="16459"/>
                  </a:cubicBezTo>
                  <a:cubicBezTo>
                    <a:pt x="24838" y="4211"/>
                    <a:pt x="42003" y="9877"/>
                    <a:pt x="45586" y="24126"/>
                  </a:cubicBezTo>
                  <a:lnTo>
                    <a:pt x="45586" y="24126"/>
                  </a:lnTo>
                  <a:close/>
                </a:path>
              </a:pathLst>
            </a:custGeom>
            <a:grpFill/>
            <a:ln w="8332" cap="flat">
              <a:noFill/>
              <a:prstDash val="solid"/>
              <a:miter/>
            </a:ln>
          </p:spPr>
          <p:txBody>
            <a:bodyPr rtlCol="0" anchor="ctr"/>
            <a:lstStyle/>
            <a:p>
              <a:endParaRPr lang="en-US"/>
            </a:p>
          </p:txBody>
        </p:sp>
        <p:sp>
          <p:nvSpPr>
            <p:cNvPr id="2252" name="Freeform: Shape 2251"/>
            <p:cNvSpPr/>
            <p:nvPr/>
          </p:nvSpPr>
          <p:spPr>
            <a:xfrm>
              <a:off x="4544905" y="4583469"/>
              <a:ext cx="54873" cy="56488"/>
            </a:xfrm>
            <a:custGeom>
              <a:avLst/>
              <a:gdLst>
                <a:gd name="connsiteX0" fmla="*/ 15622 w 54873"/>
                <a:gd name="connsiteY0" fmla="*/ 55789 h 56488"/>
                <a:gd name="connsiteX1" fmla="*/ 45119 w 54873"/>
                <a:gd name="connsiteY1" fmla="*/ 47707 h 56488"/>
                <a:gd name="connsiteX2" fmla="*/ 52118 w 54873"/>
                <a:gd name="connsiteY2" fmla="*/ 39124 h 56488"/>
                <a:gd name="connsiteX3" fmla="*/ 52285 w 54873"/>
                <a:gd name="connsiteY3" fmla="*/ 38291 h 56488"/>
                <a:gd name="connsiteX4" fmla="*/ 54868 w 54873"/>
                <a:gd name="connsiteY4" fmla="*/ 26375 h 56488"/>
                <a:gd name="connsiteX5" fmla="*/ 13539 w 54873"/>
                <a:gd name="connsiteY5" fmla="*/ 5211 h 56488"/>
                <a:gd name="connsiteX6" fmla="*/ 15622 w 54873"/>
                <a:gd name="connsiteY6" fmla="*/ 55789 h 56488"/>
                <a:gd name="connsiteX7" fmla="*/ 15622 w 54873"/>
                <a:gd name="connsiteY7" fmla="*/ 55789 h 56488"/>
                <a:gd name="connsiteX8" fmla="*/ 45536 w 54873"/>
                <a:gd name="connsiteY8" fmla="*/ 24042 h 56488"/>
                <a:gd name="connsiteX9" fmla="*/ 46119 w 54873"/>
                <a:gd name="connsiteY9" fmla="*/ 30792 h 56488"/>
                <a:gd name="connsiteX10" fmla="*/ 37703 w 54873"/>
                <a:gd name="connsiteY10" fmla="*/ 43957 h 56488"/>
                <a:gd name="connsiteX11" fmla="*/ 33454 w 54873"/>
                <a:gd name="connsiteY11" fmla="*/ 45707 h 56488"/>
                <a:gd name="connsiteX12" fmla="*/ 30870 w 54873"/>
                <a:gd name="connsiteY12" fmla="*/ 46624 h 56488"/>
                <a:gd name="connsiteX13" fmla="*/ 19538 w 54873"/>
                <a:gd name="connsiteY13" fmla="*/ 47707 h 56488"/>
                <a:gd name="connsiteX14" fmla="*/ 9956 w 54873"/>
                <a:gd name="connsiteY14" fmla="*/ 37958 h 56488"/>
                <a:gd name="connsiteX15" fmla="*/ 14622 w 54873"/>
                <a:gd name="connsiteY15" fmla="*/ 16293 h 56488"/>
                <a:gd name="connsiteX16" fmla="*/ 45536 w 54873"/>
                <a:gd name="connsiteY16" fmla="*/ 24042 h 56488"/>
                <a:gd name="connsiteX17" fmla="*/ 45536 w 54873"/>
                <a:gd name="connsiteY17" fmla="*/ 24042 h 56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4873" h="56488">
                  <a:moveTo>
                    <a:pt x="15622" y="55789"/>
                  </a:moveTo>
                  <a:cubicBezTo>
                    <a:pt x="25788" y="58372"/>
                    <a:pt x="36787" y="53373"/>
                    <a:pt x="45119" y="47707"/>
                  </a:cubicBezTo>
                  <a:cubicBezTo>
                    <a:pt x="48452" y="45457"/>
                    <a:pt x="50869" y="43040"/>
                    <a:pt x="52118" y="39124"/>
                  </a:cubicBezTo>
                  <a:cubicBezTo>
                    <a:pt x="52202" y="38874"/>
                    <a:pt x="52202" y="38541"/>
                    <a:pt x="52285" y="38291"/>
                  </a:cubicBezTo>
                  <a:cubicBezTo>
                    <a:pt x="54035" y="34708"/>
                    <a:pt x="54952" y="30625"/>
                    <a:pt x="54868" y="26375"/>
                  </a:cubicBezTo>
                  <a:cubicBezTo>
                    <a:pt x="54202" y="5127"/>
                    <a:pt x="30870" y="-7788"/>
                    <a:pt x="13539" y="5211"/>
                  </a:cubicBezTo>
                  <a:cubicBezTo>
                    <a:pt x="-1460" y="16543"/>
                    <a:pt x="-8126" y="49873"/>
                    <a:pt x="15622" y="55789"/>
                  </a:cubicBezTo>
                  <a:lnTo>
                    <a:pt x="15622" y="55789"/>
                  </a:lnTo>
                  <a:close/>
                  <a:moveTo>
                    <a:pt x="45536" y="24042"/>
                  </a:moveTo>
                  <a:cubicBezTo>
                    <a:pt x="44869" y="26542"/>
                    <a:pt x="45702" y="28292"/>
                    <a:pt x="46119" y="30792"/>
                  </a:cubicBezTo>
                  <a:cubicBezTo>
                    <a:pt x="45702" y="36874"/>
                    <a:pt x="42369" y="41207"/>
                    <a:pt x="37703" y="43957"/>
                  </a:cubicBezTo>
                  <a:cubicBezTo>
                    <a:pt x="36287" y="44707"/>
                    <a:pt x="34870" y="45207"/>
                    <a:pt x="33454" y="45707"/>
                  </a:cubicBezTo>
                  <a:cubicBezTo>
                    <a:pt x="32620" y="46040"/>
                    <a:pt x="31703" y="46290"/>
                    <a:pt x="30870" y="46624"/>
                  </a:cubicBezTo>
                  <a:cubicBezTo>
                    <a:pt x="27204" y="47540"/>
                    <a:pt x="23371" y="47957"/>
                    <a:pt x="19538" y="47707"/>
                  </a:cubicBezTo>
                  <a:cubicBezTo>
                    <a:pt x="15122" y="46873"/>
                    <a:pt x="11455" y="44041"/>
                    <a:pt x="9956" y="37958"/>
                  </a:cubicBezTo>
                  <a:cubicBezTo>
                    <a:pt x="8039" y="30208"/>
                    <a:pt x="9456" y="22459"/>
                    <a:pt x="14622" y="16293"/>
                  </a:cubicBezTo>
                  <a:cubicBezTo>
                    <a:pt x="24871" y="4211"/>
                    <a:pt x="42036" y="9793"/>
                    <a:pt x="45536" y="24042"/>
                  </a:cubicBezTo>
                  <a:lnTo>
                    <a:pt x="45536" y="24042"/>
                  </a:lnTo>
                  <a:close/>
                </a:path>
              </a:pathLst>
            </a:custGeom>
            <a:grpFill/>
            <a:ln w="8332" cap="flat">
              <a:noFill/>
              <a:prstDash val="solid"/>
              <a:miter/>
            </a:ln>
          </p:spPr>
          <p:txBody>
            <a:bodyPr rtlCol="0" anchor="ctr"/>
            <a:lstStyle/>
            <a:p>
              <a:endParaRPr lang="en-US"/>
            </a:p>
          </p:txBody>
        </p:sp>
        <p:sp>
          <p:nvSpPr>
            <p:cNvPr id="2253" name="Freeform: Shape 2252"/>
            <p:cNvSpPr/>
            <p:nvPr/>
          </p:nvSpPr>
          <p:spPr>
            <a:xfrm>
              <a:off x="4669865" y="4686124"/>
              <a:ext cx="48823" cy="139165"/>
            </a:xfrm>
            <a:custGeom>
              <a:avLst/>
              <a:gdLst>
                <a:gd name="connsiteX0" fmla="*/ 6985 w 48823"/>
                <a:gd name="connsiteY0" fmla="*/ 37210 h 139165"/>
                <a:gd name="connsiteX1" fmla="*/ 10234 w 48823"/>
                <a:gd name="connsiteY1" fmla="*/ 76790 h 139165"/>
                <a:gd name="connsiteX2" fmla="*/ 3985 w 48823"/>
                <a:gd name="connsiteY2" fmla="*/ 107787 h 139165"/>
                <a:gd name="connsiteX3" fmla="*/ 7984 w 48823"/>
                <a:gd name="connsiteY3" fmla="*/ 138868 h 139165"/>
                <a:gd name="connsiteX4" fmla="*/ 32399 w 48823"/>
                <a:gd name="connsiteY4" fmla="*/ 113453 h 139165"/>
                <a:gd name="connsiteX5" fmla="*/ 40648 w 48823"/>
                <a:gd name="connsiteY5" fmla="*/ 86872 h 139165"/>
                <a:gd name="connsiteX6" fmla="*/ 45064 w 48823"/>
                <a:gd name="connsiteY6" fmla="*/ 71541 h 139165"/>
                <a:gd name="connsiteX7" fmla="*/ 45064 w 48823"/>
                <a:gd name="connsiteY7" fmla="*/ 23628 h 139165"/>
                <a:gd name="connsiteX8" fmla="*/ 13484 w 48823"/>
                <a:gd name="connsiteY8" fmla="*/ 1797 h 139165"/>
                <a:gd name="connsiteX9" fmla="*/ 6985 w 48823"/>
                <a:gd name="connsiteY9" fmla="*/ 37210 h 139165"/>
                <a:gd name="connsiteX10" fmla="*/ 6985 w 48823"/>
                <a:gd name="connsiteY10" fmla="*/ 37210 h 139165"/>
                <a:gd name="connsiteX11" fmla="*/ 24233 w 48823"/>
                <a:gd name="connsiteY11" fmla="*/ 10879 h 139165"/>
                <a:gd name="connsiteX12" fmla="*/ 38898 w 48823"/>
                <a:gd name="connsiteY12" fmla="*/ 55709 h 139165"/>
                <a:gd name="connsiteX13" fmla="*/ 35232 w 48823"/>
                <a:gd name="connsiteY13" fmla="*/ 75873 h 139165"/>
                <a:gd name="connsiteX14" fmla="*/ 30816 w 48823"/>
                <a:gd name="connsiteY14" fmla="*/ 91872 h 139165"/>
                <a:gd name="connsiteX15" fmla="*/ 24899 w 48823"/>
                <a:gd name="connsiteY15" fmla="*/ 110870 h 139165"/>
                <a:gd name="connsiteX16" fmla="*/ 18233 w 48823"/>
                <a:gd name="connsiteY16" fmla="*/ 124452 h 139165"/>
                <a:gd name="connsiteX17" fmla="*/ 9151 w 48823"/>
                <a:gd name="connsiteY17" fmla="*/ 120453 h 139165"/>
                <a:gd name="connsiteX18" fmla="*/ 15067 w 48823"/>
                <a:gd name="connsiteY18" fmla="*/ 99705 h 139165"/>
                <a:gd name="connsiteX19" fmla="*/ 19483 w 48823"/>
                <a:gd name="connsiteY19" fmla="*/ 79540 h 139165"/>
                <a:gd name="connsiteX20" fmla="*/ 21400 w 48823"/>
                <a:gd name="connsiteY20" fmla="*/ 51126 h 139165"/>
                <a:gd name="connsiteX21" fmla="*/ 17233 w 48823"/>
                <a:gd name="connsiteY21" fmla="*/ 38293 h 139165"/>
                <a:gd name="connsiteX22" fmla="*/ 24233 w 48823"/>
                <a:gd name="connsiteY22" fmla="*/ 10879 h 139165"/>
                <a:gd name="connsiteX23" fmla="*/ 24233 w 48823"/>
                <a:gd name="connsiteY23" fmla="*/ 10879 h 1391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8823" h="139165">
                  <a:moveTo>
                    <a:pt x="6985" y="37210"/>
                  </a:moveTo>
                  <a:cubicBezTo>
                    <a:pt x="11067" y="51709"/>
                    <a:pt x="13067" y="61541"/>
                    <a:pt x="10234" y="76790"/>
                  </a:cubicBezTo>
                  <a:cubicBezTo>
                    <a:pt x="8318" y="87123"/>
                    <a:pt x="6568" y="97538"/>
                    <a:pt x="3985" y="107787"/>
                  </a:cubicBezTo>
                  <a:cubicBezTo>
                    <a:pt x="1985" y="115787"/>
                    <a:pt x="-5765" y="135785"/>
                    <a:pt x="7984" y="138868"/>
                  </a:cubicBezTo>
                  <a:cubicBezTo>
                    <a:pt x="21150" y="141784"/>
                    <a:pt x="29066" y="122536"/>
                    <a:pt x="32399" y="113453"/>
                  </a:cubicBezTo>
                  <a:cubicBezTo>
                    <a:pt x="35649" y="104788"/>
                    <a:pt x="38481" y="95955"/>
                    <a:pt x="40648" y="86872"/>
                  </a:cubicBezTo>
                  <a:cubicBezTo>
                    <a:pt x="42231" y="81706"/>
                    <a:pt x="43731" y="76540"/>
                    <a:pt x="45064" y="71541"/>
                  </a:cubicBezTo>
                  <a:cubicBezTo>
                    <a:pt x="49564" y="55459"/>
                    <a:pt x="50564" y="39627"/>
                    <a:pt x="45064" y="23628"/>
                  </a:cubicBezTo>
                  <a:cubicBezTo>
                    <a:pt x="41064" y="11963"/>
                    <a:pt x="28149" y="-5703"/>
                    <a:pt x="13484" y="1797"/>
                  </a:cubicBezTo>
                  <a:cubicBezTo>
                    <a:pt x="1402" y="7796"/>
                    <a:pt x="3902" y="26628"/>
                    <a:pt x="6985" y="37210"/>
                  </a:cubicBezTo>
                  <a:lnTo>
                    <a:pt x="6985" y="37210"/>
                  </a:lnTo>
                  <a:close/>
                  <a:moveTo>
                    <a:pt x="24233" y="10879"/>
                  </a:moveTo>
                  <a:cubicBezTo>
                    <a:pt x="38732" y="14546"/>
                    <a:pt x="40398" y="44210"/>
                    <a:pt x="38898" y="55709"/>
                  </a:cubicBezTo>
                  <a:cubicBezTo>
                    <a:pt x="38065" y="62291"/>
                    <a:pt x="36815" y="69041"/>
                    <a:pt x="35232" y="75873"/>
                  </a:cubicBezTo>
                  <a:cubicBezTo>
                    <a:pt x="33815" y="81290"/>
                    <a:pt x="32399" y="86539"/>
                    <a:pt x="30816" y="91872"/>
                  </a:cubicBezTo>
                  <a:cubicBezTo>
                    <a:pt x="28816" y="98205"/>
                    <a:pt x="27399" y="104704"/>
                    <a:pt x="24899" y="110870"/>
                  </a:cubicBezTo>
                  <a:cubicBezTo>
                    <a:pt x="23316" y="115703"/>
                    <a:pt x="21067" y="120203"/>
                    <a:pt x="18233" y="124452"/>
                  </a:cubicBezTo>
                  <a:cubicBezTo>
                    <a:pt x="15234" y="123119"/>
                    <a:pt x="12151" y="121786"/>
                    <a:pt x="9151" y="120453"/>
                  </a:cubicBezTo>
                  <a:cubicBezTo>
                    <a:pt x="7984" y="117953"/>
                    <a:pt x="14317" y="102871"/>
                    <a:pt x="15067" y="99705"/>
                  </a:cubicBezTo>
                  <a:cubicBezTo>
                    <a:pt x="16733" y="93038"/>
                    <a:pt x="18233" y="86289"/>
                    <a:pt x="19483" y="79540"/>
                  </a:cubicBezTo>
                  <a:cubicBezTo>
                    <a:pt x="21400" y="70041"/>
                    <a:pt x="23316" y="60791"/>
                    <a:pt x="21400" y="51126"/>
                  </a:cubicBezTo>
                  <a:cubicBezTo>
                    <a:pt x="20483" y="46543"/>
                    <a:pt x="18817" y="42626"/>
                    <a:pt x="17233" y="38293"/>
                  </a:cubicBezTo>
                  <a:cubicBezTo>
                    <a:pt x="15150" y="32961"/>
                    <a:pt x="6318" y="6296"/>
                    <a:pt x="24233" y="10879"/>
                  </a:cubicBezTo>
                  <a:lnTo>
                    <a:pt x="24233" y="10879"/>
                  </a:lnTo>
                  <a:close/>
                </a:path>
              </a:pathLst>
            </a:custGeom>
            <a:grpFill/>
            <a:ln w="8332" cap="flat">
              <a:noFill/>
              <a:prstDash val="solid"/>
              <a:miter/>
            </a:ln>
          </p:spPr>
          <p:txBody>
            <a:bodyPr rtlCol="0" anchor="ctr"/>
            <a:lstStyle/>
            <a:p>
              <a:endParaRPr lang="en-US"/>
            </a:p>
          </p:txBody>
        </p:sp>
        <p:sp>
          <p:nvSpPr>
            <p:cNvPr id="2254" name="Freeform: Shape 2253"/>
            <p:cNvSpPr/>
            <p:nvPr/>
          </p:nvSpPr>
          <p:spPr>
            <a:xfrm>
              <a:off x="4464340" y="4713639"/>
              <a:ext cx="103348" cy="81984"/>
            </a:xfrm>
            <a:custGeom>
              <a:avLst/>
              <a:gdLst>
                <a:gd name="connsiteX0" fmla="*/ 196 w 103348"/>
                <a:gd name="connsiteY0" fmla="*/ 67190 h 81984"/>
                <a:gd name="connsiteX1" fmla="*/ 16861 w 103348"/>
                <a:gd name="connsiteY1" fmla="*/ 81939 h 81984"/>
                <a:gd name="connsiteX2" fmla="*/ 48442 w 103348"/>
                <a:gd name="connsiteY2" fmla="*/ 62274 h 81984"/>
                <a:gd name="connsiteX3" fmla="*/ 70273 w 103348"/>
                <a:gd name="connsiteY3" fmla="*/ 38776 h 81984"/>
                <a:gd name="connsiteX4" fmla="*/ 96271 w 103348"/>
                <a:gd name="connsiteY4" fmla="*/ 1946 h 81984"/>
                <a:gd name="connsiteX5" fmla="*/ 65356 w 103348"/>
                <a:gd name="connsiteY5" fmla="*/ 7612 h 81984"/>
                <a:gd name="connsiteX6" fmla="*/ 22110 w 103348"/>
                <a:gd name="connsiteY6" fmla="*/ 37109 h 81984"/>
                <a:gd name="connsiteX7" fmla="*/ 196 w 103348"/>
                <a:gd name="connsiteY7" fmla="*/ 67190 h 81984"/>
                <a:gd name="connsiteX8" fmla="*/ 196 w 103348"/>
                <a:gd name="connsiteY8" fmla="*/ 67190 h 81984"/>
                <a:gd name="connsiteX9" fmla="*/ 46442 w 103348"/>
                <a:gd name="connsiteY9" fmla="*/ 28277 h 81984"/>
                <a:gd name="connsiteX10" fmla="*/ 70356 w 103348"/>
                <a:gd name="connsiteY10" fmla="*/ 12361 h 81984"/>
                <a:gd name="connsiteX11" fmla="*/ 84688 w 103348"/>
                <a:gd name="connsiteY11" fmla="*/ 7112 h 81984"/>
                <a:gd name="connsiteX12" fmla="*/ 93938 w 103348"/>
                <a:gd name="connsiteY12" fmla="*/ 16945 h 81984"/>
                <a:gd name="connsiteX13" fmla="*/ 93104 w 103348"/>
                <a:gd name="connsiteY13" fmla="*/ 16945 h 81984"/>
                <a:gd name="connsiteX14" fmla="*/ 48858 w 103348"/>
                <a:gd name="connsiteY14" fmla="*/ 47109 h 81984"/>
                <a:gd name="connsiteX15" fmla="*/ 28777 w 103348"/>
                <a:gd name="connsiteY15" fmla="*/ 68190 h 81984"/>
                <a:gd name="connsiteX16" fmla="*/ 16361 w 103348"/>
                <a:gd name="connsiteY16" fmla="*/ 74439 h 81984"/>
                <a:gd name="connsiteX17" fmla="*/ 8362 w 103348"/>
                <a:gd name="connsiteY17" fmla="*/ 64607 h 81984"/>
                <a:gd name="connsiteX18" fmla="*/ 17778 w 103348"/>
                <a:gd name="connsiteY18" fmla="*/ 51608 h 81984"/>
                <a:gd name="connsiteX19" fmla="*/ 46442 w 103348"/>
                <a:gd name="connsiteY19" fmla="*/ 28277 h 81984"/>
                <a:gd name="connsiteX20" fmla="*/ 46442 w 103348"/>
                <a:gd name="connsiteY20" fmla="*/ 28277 h 81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03348" h="81984">
                  <a:moveTo>
                    <a:pt x="196" y="67190"/>
                  </a:moveTo>
                  <a:cubicBezTo>
                    <a:pt x="-1471" y="77522"/>
                    <a:pt x="7779" y="82522"/>
                    <a:pt x="16861" y="81939"/>
                  </a:cubicBezTo>
                  <a:cubicBezTo>
                    <a:pt x="29193" y="81105"/>
                    <a:pt x="40526" y="70856"/>
                    <a:pt x="48442" y="62274"/>
                  </a:cubicBezTo>
                  <a:cubicBezTo>
                    <a:pt x="55774" y="54191"/>
                    <a:pt x="62773" y="46192"/>
                    <a:pt x="70273" y="38776"/>
                  </a:cubicBezTo>
                  <a:cubicBezTo>
                    <a:pt x="82855" y="31860"/>
                    <a:pt x="118352" y="13862"/>
                    <a:pt x="96271" y="1946"/>
                  </a:cubicBezTo>
                  <a:cubicBezTo>
                    <a:pt x="86688" y="-3220"/>
                    <a:pt x="73689" y="3029"/>
                    <a:pt x="65356" y="7612"/>
                  </a:cubicBezTo>
                  <a:cubicBezTo>
                    <a:pt x="50774" y="15695"/>
                    <a:pt x="34609" y="26194"/>
                    <a:pt x="22110" y="37109"/>
                  </a:cubicBezTo>
                  <a:cubicBezTo>
                    <a:pt x="14278" y="43859"/>
                    <a:pt x="1946" y="56441"/>
                    <a:pt x="196" y="67190"/>
                  </a:cubicBezTo>
                  <a:lnTo>
                    <a:pt x="196" y="67190"/>
                  </a:lnTo>
                  <a:close/>
                  <a:moveTo>
                    <a:pt x="46442" y="28277"/>
                  </a:moveTo>
                  <a:cubicBezTo>
                    <a:pt x="54524" y="23111"/>
                    <a:pt x="61857" y="16611"/>
                    <a:pt x="70356" y="12361"/>
                  </a:cubicBezTo>
                  <a:cubicBezTo>
                    <a:pt x="74106" y="10445"/>
                    <a:pt x="80355" y="6946"/>
                    <a:pt x="84688" y="7112"/>
                  </a:cubicBezTo>
                  <a:cubicBezTo>
                    <a:pt x="94438" y="9778"/>
                    <a:pt x="97354" y="13112"/>
                    <a:pt x="93938" y="16945"/>
                  </a:cubicBezTo>
                  <a:cubicBezTo>
                    <a:pt x="93687" y="16861"/>
                    <a:pt x="93354" y="16861"/>
                    <a:pt x="93104" y="16945"/>
                  </a:cubicBezTo>
                  <a:cubicBezTo>
                    <a:pt x="74772" y="22694"/>
                    <a:pt x="61357" y="32443"/>
                    <a:pt x="48858" y="47109"/>
                  </a:cubicBezTo>
                  <a:cubicBezTo>
                    <a:pt x="42609" y="54358"/>
                    <a:pt x="36443" y="62274"/>
                    <a:pt x="28777" y="68190"/>
                  </a:cubicBezTo>
                  <a:cubicBezTo>
                    <a:pt x="25110" y="71273"/>
                    <a:pt x="20944" y="73356"/>
                    <a:pt x="16361" y="74439"/>
                  </a:cubicBezTo>
                  <a:cubicBezTo>
                    <a:pt x="13695" y="71189"/>
                    <a:pt x="11028" y="67857"/>
                    <a:pt x="8362" y="64607"/>
                  </a:cubicBezTo>
                  <a:cubicBezTo>
                    <a:pt x="8028" y="61524"/>
                    <a:pt x="15861" y="53858"/>
                    <a:pt x="17778" y="51608"/>
                  </a:cubicBezTo>
                  <a:cubicBezTo>
                    <a:pt x="25860" y="41692"/>
                    <a:pt x="35776" y="35110"/>
                    <a:pt x="46442" y="28277"/>
                  </a:cubicBezTo>
                  <a:lnTo>
                    <a:pt x="46442" y="28277"/>
                  </a:lnTo>
                  <a:close/>
                </a:path>
              </a:pathLst>
            </a:custGeom>
            <a:grpFill/>
            <a:ln w="8332" cap="flat">
              <a:noFill/>
              <a:prstDash val="solid"/>
              <a:miter/>
            </a:ln>
          </p:spPr>
          <p:txBody>
            <a:bodyPr rtlCol="0" anchor="ctr"/>
            <a:lstStyle/>
            <a:p>
              <a:endParaRPr lang="en-US"/>
            </a:p>
          </p:txBody>
        </p:sp>
        <p:sp>
          <p:nvSpPr>
            <p:cNvPr id="2255" name="Freeform: Shape 2254"/>
            <p:cNvSpPr/>
            <p:nvPr/>
          </p:nvSpPr>
          <p:spPr>
            <a:xfrm>
              <a:off x="4309133" y="6426014"/>
              <a:ext cx="166" cy="499"/>
            </a:xfrm>
            <a:custGeom>
              <a:avLst/>
              <a:gdLst>
                <a:gd name="connsiteX0" fmla="*/ 0 w 166"/>
                <a:gd name="connsiteY0" fmla="*/ 0 h 499"/>
                <a:gd name="connsiteX1" fmla="*/ 167 w 166"/>
                <a:gd name="connsiteY1" fmla="*/ 500 h 499"/>
                <a:gd name="connsiteX2" fmla="*/ 0 w 166"/>
                <a:gd name="connsiteY2" fmla="*/ 0 h 499"/>
                <a:gd name="connsiteX3" fmla="*/ 0 w 166"/>
                <a:gd name="connsiteY3" fmla="*/ 0 h 499"/>
              </a:gdLst>
              <a:ahLst/>
              <a:cxnLst>
                <a:cxn ang="0">
                  <a:pos x="connsiteX0" y="connsiteY0"/>
                </a:cxn>
                <a:cxn ang="0">
                  <a:pos x="connsiteX1" y="connsiteY1"/>
                </a:cxn>
                <a:cxn ang="0">
                  <a:pos x="connsiteX2" y="connsiteY2"/>
                </a:cxn>
                <a:cxn ang="0">
                  <a:pos x="connsiteX3" y="connsiteY3"/>
                </a:cxn>
              </a:cxnLst>
              <a:rect l="l" t="t" r="r" b="b"/>
              <a:pathLst>
                <a:path w="166" h="499">
                  <a:moveTo>
                    <a:pt x="0" y="0"/>
                  </a:moveTo>
                  <a:cubicBezTo>
                    <a:pt x="0" y="83"/>
                    <a:pt x="83" y="167"/>
                    <a:pt x="167" y="500"/>
                  </a:cubicBezTo>
                  <a:cubicBezTo>
                    <a:pt x="83" y="333"/>
                    <a:pt x="83" y="167"/>
                    <a:pt x="0" y="0"/>
                  </a:cubicBezTo>
                  <a:lnTo>
                    <a:pt x="0" y="0"/>
                  </a:lnTo>
                  <a:close/>
                </a:path>
              </a:pathLst>
            </a:custGeom>
            <a:grpFill/>
            <a:ln w="8332" cap="flat">
              <a:noFill/>
              <a:prstDash val="solid"/>
              <a:miter/>
            </a:ln>
          </p:spPr>
          <p:txBody>
            <a:bodyPr rtlCol="0" anchor="ctr"/>
            <a:lstStyle/>
            <a:p>
              <a:endParaRPr lang="en-US"/>
            </a:p>
          </p:txBody>
        </p:sp>
        <p:sp>
          <p:nvSpPr>
            <p:cNvPr id="2256" name="Freeform: Shape 2255"/>
            <p:cNvSpPr/>
            <p:nvPr/>
          </p:nvSpPr>
          <p:spPr>
            <a:xfrm>
              <a:off x="4277715" y="6150420"/>
              <a:ext cx="569137" cy="398781"/>
            </a:xfrm>
            <a:custGeom>
              <a:avLst/>
              <a:gdLst>
                <a:gd name="connsiteX0" fmla="*/ 532039 w 569137"/>
                <a:gd name="connsiteY0" fmla="*/ 107443 h 398781"/>
                <a:gd name="connsiteX1" fmla="*/ 449547 w 569137"/>
                <a:gd name="connsiteY1" fmla="*/ 48031 h 398781"/>
                <a:gd name="connsiteX2" fmla="*/ 398051 w 569137"/>
                <a:gd name="connsiteY2" fmla="*/ 36616 h 398781"/>
                <a:gd name="connsiteX3" fmla="*/ 385719 w 569137"/>
                <a:gd name="connsiteY3" fmla="*/ 36366 h 398781"/>
                <a:gd name="connsiteX4" fmla="*/ 382886 w 569137"/>
                <a:gd name="connsiteY4" fmla="*/ 33200 h 398781"/>
                <a:gd name="connsiteX5" fmla="*/ 143657 w 569137"/>
                <a:gd name="connsiteY5" fmla="*/ 21867 h 398781"/>
                <a:gd name="connsiteX6" fmla="*/ 49916 w 569137"/>
                <a:gd name="connsiteY6" fmla="*/ 91278 h 398781"/>
                <a:gd name="connsiteX7" fmla="*/ 2753 w 569137"/>
                <a:gd name="connsiteY7" fmla="*/ 212683 h 398781"/>
                <a:gd name="connsiteX8" fmla="*/ 1170 w 569137"/>
                <a:gd name="connsiteY8" fmla="*/ 269345 h 398781"/>
                <a:gd name="connsiteX9" fmla="*/ 11003 w 569137"/>
                <a:gd name="connsiteY9" fmla="*/ 334422 h 398781"/>
                <a:gd name="connsiteX10" fmla="*/ 34167 w 569137"/>
                <a:gd name="connsiteY10" fmla="*/ 368003 h 398781"/>
                <a:gd name="connsiteX11" fmla="*/ 43417 w 569137"/>
                <a:gd name="connsiteY11" fmla="*/ 375835 h 398781"/>
                <a:gd name="connsiteX12" fmla="*/ 86246 w 569137"/>
                <a:gd name="connsiteY12" fmla="*/ 394250 h 398781"/>
                <a:gd name="connsiteX13" fmla="*/ 189903 w 569137"/>
                <a:gd name="connsiteY13" fmla="*/ 396500 h 398781"/>
                <a:gd name="connsiteX14" fmla="*/ 394718 w 569137"/>
                <a:gd name="connsiteY14" fmla="*/ 363503 h 398781"/>
                <a:gd name="connsiteX15" fmla="*/ 552371 w 569137"/>
                <a:gd name="connsiteY15" fmla="*/ 274678 h 398781"/>
                <a:gd name="connsiteX16" fmla="*/ 532039 w 569137"/>
                <a:gd name="connsiteY16" fmla="*/ 107443 h 398781"/>
                <a:gd name="connsiteX17" fmla="*/ 532039 w 569137"/>
                <a:gd name="connsiteY17" fmla="*/ 107443 h 398781"/>
                <a:gd name="connsiteX18" fmla="*/ 9586 w 569137"/>
                <a:gd name="connsiteY18" fmla="*/ 272928 h 398781"/>
                <a:gd name="connsiteX19" fmla="*/ 112160 w 569137"/>
                <a:gd name="connsiteY19" fmla="*/ 50865 h 398781"/>
                <a:gd name="connsiteX20" fmla="*/ 243232 w 569137"/>
                <a:gd name="connsiteY20" fmla="*/ 15201 h 398781"/>
                <a:gd name="connsiteX21" fmla="*/ 362971 w 569137"/>
                <a:gd name="connsiteY21" fmla="*/ 39366 h 398781"/>
                <a:gd name="connsiteX22" fmla="*/ 352889 w 569137"/>
                <a:gd name="connsiteY22" fmla="*/ 41532 h 398781"/>
                <a:gd name="connsiteX23" fmla="*/ 311726 w 569137"/>
                <a:gd name="connsiteY23" fmla="*/ 50198 h 398781"/>
                <a:gd name="connsiteX24" fmla="*/ 290728 w 569137"/>
                <a:gd name="connsiteY24" fmla="*/ 43782 h 398781"/>
                <a:gd name="connsiteX25" fmla="*/ 271229 w 569137"/>
                <a:gd name="connsiteY25" fmla="*/ 32199 h 398781"/>
                <a:gd name="connsiteX26" fmla="*/ 250481 w 569137"/>
                <a:gd name="connsiteY26" fmla="*/ 33116 h 398781"/>
                <a:gd name="connsiteX27" fmla="*/ 228816 w 569137"/>
                <a:gd name="connsiteY27" fmla="*/ 45115 h 398781"/>
                <a:gd name="connsiteX28" fmla="*/ 205235 w 569137"/>
                <a:gd name="connsiteY28" fmla="*/ 48198 h 398781"/>
                <a:gd name="connsiteX29" fmla="*/ 187987 w 569137"/>
                <a:gd name="connsiteY29" fmla="*/ 63530 h 398781"/>
                <a:gd name="connsiteX30" fmla="*/ 184987 w 569137"/>
                <a:gd name="connsiteY30" fmla="*/ 61280 h 398781"/>
                <a:gd name="connsiteX31" fmla="*/ 164572 w 569137"/>
                <a:gd name="connsiteY31" fmla="*/ 56947 h 398781"/>
                <a:gd name="connsiteX32" fmla="*/ 150740 w 569137"/>
                <a:gd name="connsiteY32" fmla="*/ 76612 h 398781"/>
                <a:gd name="connsiteX33" fmla="*/ 150073 w 569137"/>
                <a:gd name="connsiteY33" fmla="*/ 76446 h 398781"/>
                <a:gd name="connsiteX34" fmla="*/ 131909 w 569137"/>
                <a:gd name="connsiteY34" fmla="*/ 89694 h 398781"/>
                <a:gd name="connsiteX35" fmla="*/ 131909 w 569137"/>
                <a:gd name="connsiteY35" fmla="*/ 105276 h 398781"/>
                <a:gd name="connsiteX36" fmla="*/ 126992 w 569137"/>
                <a:gd name="connsiteY36" fmla="*/ 102193 h 398781"/>
                <a:gd name="connsiteX37" fmla="*/ 99328 w 569137"/>
                <a:gd name="connsiteY37" fmla="*/ 106360 h 398781"/>
                <a:gd name="connsiteX38" fmla="*/ 95412 w 569137"/>
                <a:gd name="connsiteY38" fmla="*/ 143356 h 398781"/>
                <a:gd name="connsiteX39" fmla="*/ 62498 w 569137"/>
                <a:gd name="connsiteY39" fmla="*/ 212183 h 398781"/>
                <a:gd name="connsiteX40" fmla="*/ 63498 w 569137"/>
                <a:gd name="connsiteY40" fmla="*/ 213183 h 398781"/>
                <a:gd name="connsiteX41" fmla="*/ 47499 w 569137"/>
                <a:gd name="connsiteY41" fmla="*/ 223432 h 398781"/>
                <a:gd name="connsiteX42" fmla="*/ 29001 w 569137"/>
                <a:gd name="connsiteY42" fmla="*/ 255929 h 398781"/>
                <a:gd name="connsiteX43" fmla="*/ 31834 w 569137"/>
                <a:gd name="connsiteY43" fmla="*/ 275511 h 398781"/>
                <a:gd name="connsiteX44" fmla="*/ 36834 w 569137"/>
                <a:gd name="connsiteY44" fmla="*/ 283344 h 398781"/>
                <a:gd name="connsiteX45" fmla="*/ 30251 w 569137"/>
                <a:gd name="connsiteY45" fmla="*/ 289593 h 398781"/>
                <a:gd name="connsiteX46" fmla="*/ 17502 w 569137"/>
                <a:gd name="connsiteY46" fmla="*/ 316174 h 398781"/>
                <a:gd name="connsiteX47" fmla="*/ 9586 w 569137"/>
                <a:gd name="connsiteY47" fmla="*/ 272928 h 398781"/>
                <a:gd name="connsiteX48" fmla="*/ 9586 w 569137"/>
                <a:gd name="connsiteY48" fmla="*/ 272928 h 398781"/>
                <a:gd name="connsiteX49" fmla="*/ 69581 w 569137"/>
                <a:gd name="connsiteY49" fmla="*/ 171520 h 398781"/>
                <a:gd name="connsiteX50" fmla="*/ 97328 w 569137"/>
                <a:gd name="connsiteY50" fmla="*/ 149273 h 398781"/>
                <a:gd name="connsiteX51" fmla="*/ 123826 w 569137"/>
                <a:gd name="connsiteY51" fmla="*/ 169270 h 398781"/>
                <a:gd name="connsiteX52" fmla="*/ 193986 w 569137"/>
                <a:gd name="connsiteY52" fmla="*/ 201435 h 398781"/>
                <a:gd name="connsiteX53" fmla="*/ 191070 w 569137"/>
                <a:gd name="connsiteY53" fmla="*/ 224016 h 398781"/>
                <a:gd name="connsiteX54" fmla="*/ 181487 w 569137"/>
                <a:gd name="connsiteY54" fmla="*/ 211517 h 398781"/>
                <a:gd name="connsiteX55" fmla="*/ 162239 w 569137"/>
                <a:gd name="connsiteY55" fmla="*/ 205018 h 398781"/>
                <a:gd name="connsiteX56" fmla="*/ 126742 w 569137"/>
                <a:gd name="connsiteY56" fmla="*/ 203351 h 398781"/>
                <a:gd name="connsiteX57" fmla="*/ 86246 w 569137"/>
                <a:gd name="connsiteY57" fmla="*/ 196851 h 398781"/>
                <a:gd name="connsiteX58" fmla="*/ 69247 w 569137"/>
                <a:gd name="connsiteY58" fmla="*/ 207767 h 398781"/>
                <a:gd name="connsiteX59" fmla="*/ 69581 w 569137"/>
                <a:gd name="connsiteY59" fmla="*/ 171520 h 398781"/>
                <a:gd name="connsiteX60" fmla="*/ 69581 w 569137"/>
                <a:gd name="connsiteY60" fmla="*/ 171520 h 398781"/>
                <a:gd name="connsiteX61" fmla="*/ 133992 w 569137"/>
                <a:gd name="connsiteY61" fmla="*/ 168604 h 398781"/>
                <a:gd name="connsiteX62" fmla="*/ 104828 w 569137"/>
                <a:gd name="connsiteY62" fmla="*/ 145606 h 398781"/>
                <a:gd name="connsiteX63" fmla="*/ 104744 w 569137"/>
                <a:gd name="connsiteY63" fmla="*/ 145439 h 398781"/>
                <a:gd name="connsiteX64" fmla="*/ 97495 w 569137"/>
                <a:gd name="connsiteY64" fmla="*/ 132774 h 398781"/>
                <a:gd name="connsiteX65" fmla="*/ 107744 w 569137"/>
                <a:gd name="connsiteY65" fmla="*/ 110442 h 398781"/>
                <a:gd name="connsiteX66" fmla="*/ 123493 w 569137"/>
                <a:gd name="connsiteY66" fmla="*/ 109693 h 398781"/>
                <a:gd name="connsiteX67" fmla="*/ 130492 w 569137"/>
                <a:gd name="connsiteY67" fmla="*/ 117025 h 398781"/>
                <a:gd name="connsiteX68" fmla="*/ 136408 w 569137"/>
                <a:gd name="connsiteY68" fmla="*/ 122775 h 398781"/>
                <a:gd name="connsiteX69" fmla="*/ 126492 w 569137"/>
                <a:gd name="connsiteY69" fmla="*/ 131608 h 398781"/>
                <a:gd name="connsiteX70" fmla="*/ 133992 w 569137"/>
                <a:gd name="connsiteY70" fmla="*/ 168604 h 398781"/>
                <a:gd name="connsiteX71" fmla="*/ 133992 w 569137"/>
                <a:gd name="connsiteY71" fmla="*/ 168604 h 398781"/>
                <a:gd name="connsiteX72" fmla="*/ 178654 w 569137"/>
                <a:gd name="connsiteY72" fmla="*/ 188019 h 398781"/>
                <a:gd name="connsiteX73" fmla="*/ 155990 w 569137"/>
                <a:gd name="connsiteY73" fmla="*/ 174770 h 398781"/>
                <a:gd name="connsiteX74" fmla="*/ 134742 w 569137"/>
                <a:gd name="connsiteY74" fmla="*/ 149856 h 398781"/>
                <a:gd name="connsiteX75" fmla="*/ 141658 w 569137"/>
                <a:gd name="connsiteY75" fmla="*/ 131690 h 398781"/>
                <a:gd name="connsiteX76" fmla="*/ 160906 w 569137"/>
                <a:gd name="connsiteY76" fmla="*/ 136523 h 398781"/>
                <a:gd name="connsiteX77" fmla="*/ 194736 w 569137"/>
                <a:gd name="connsiteY77" fmla="*/ 164604 h 398781"/>
                <a:gd name="connsiteX78" fmla="*/ 200985 w 569137"/>
                <a:gd name="connsiteY78" fmla="*/ 168271 h 398781"/>
                <a:gd name="connsiteX79" fmla="*/ 196819 w 569137"/>
                <a:gd name="connsiteY79" fmla="*/ 185769 h 398781"/>
                <a:gd name="connsiteX80" fmla="*/ 195736 w 569137"/>
                <a:gd name="connsiteY80" fmla="*/ 192019 h 398781"/>
                <a:gd name="connsiteX81" fmla="*/ 178654 w 569137"/>
                <a:gd name="connsiteY81" fmla="*/ 188019 h 398781"/>
                <a:gd name="connsiteX82" fmla="*/ 178654 w 569137"/>
                <a:gd name="connsiteY82" fmla="*/ 188019 h 398781"/>
                <a:gd name="connsiteX83" fmla="*/ 146491 w 569137"/>
                <a:gd name="connsiteY83" fmla="*/ 121275 h 398781"/>
                <a:gd name="connsiteX84" fmla="*/ 146157 w 569137"/>
                <a:gd name="connsiteY84" fmla="*/ 120692 h 398781"/>
                <a:gd name="connsiteX85" fmla="*/ 142324 w 569137"/>
                <a:gd name="connsiteY85" fmla="*/ 115942 h 398781"/>
                <a:gd name="connsiteX86" fmla="*/ 138491 w 569137"/>
                <a:gd name="connsiteY86" fmla="*/ 100194 h 398781"/>
                <a:gd name="connsiteX87" fmla="*/ 153323 w 569137"/>
                <a:gd name="connsiteY87" fmla="*/ 86528 h 398781"/>
                <a:gd name="connsiteX88" fmla="*/ 158156 w 569137"/>
                <a:gd name="connsiteY88" fmla="*/ 92528 h 398781"/>
                <a:gd name="connsiteX89" fmla="*/ 174155 w 569137"/>
                <a:gd name="connsiteY89" fmla="*/ 117192 h 398781"/>
                <a:gd name="connsiteX90" fmla="*/ 211235 w 569137"/>
                <a:gd name="connsiteY90" fmla="*/ 140523 h 398781"/>
                <a:gd name="connsiteX91" fmla="*/ 204235 w 569137"/>
                <a:gd name="connsiteY91" fmla="*/ 157689 h 398781"/>
                <a:gd name="connsiteX92" fmla="*/ 146491 w 569137"/>
                <a:gd name="connsiteY92" fmla="*/ 121275 h 398781"/>
                <a:gd name="connsiteX93" fmla="*/ 146491 w 569137"/>
                <a:gd name="connsiteY93" fmla="*/ 121275 h 398781"/>
                <a:gd name="connsiteX94" fmla="*/ 195903 w 569137"/>
                <a:gd name="connsiteY94" fmla="*/ 124108 h 398781"/>
                <a:gd name="connsiteX95" fmla="*/ 176654 w 569137"/>
                <a:gd name="connsiteY95" fmla="*/ 107526 h 398781"/>
                <a:gd name="connsiteX96" fmla="*/ 158406 w 569137"/>
                <a:gd name="connsiteY96" fmla="*/ 81278 h 398781"/>
                <a:gd name="connsiteX97" fmla="*/ 166655 w 569137"/>
                <a:gd name="connsiteY97" fmla="*/ 67113 h 398781"/>
                <a:gd name="connsiteX98" fmla="*/ 182404 w 569137"/>
                <a:gd name="connsiteY98" fmla="*/ 70530 h 398781"/>
                <a:gd name="connsiteX99" fmla="*/ 179654 w 569137"/>
                <a:gd name="connsiteY99" fmla="*/ 72362 h 398781"/>
                <a:gd name="connsiteX100" fmla="*/ 195903 w 569137"/>
                <a:gd name="connsiteY100" fmla="*/ 124108 h 398781"/>
                <a:gd name="connsiteX101" fmla="*/ 195903 w 569137"/>
                <a:gd name="connsiteY101" fmla="*/ 124108 h 398781"/>
                <a:gd name="connsiteX102" fmla="*/ 211068 w 569137"/>
                <a:gd name="connsiteY102" fmla="*/ 130357 h 398781"/>
                <a:gd name="connsiteX103" fmla="*/ 191487 w 569137"/>
                <a:gd name="connsiteY103" fmla="*/ 106693 h 398781"/>
                <a:gd name="connsiteX104" fmla="*/ 185404 w 569137"/>
                <a:gd name="connsiteY104" fmla="*/ 96360 h 398781"/>
                <a:gd name="connsiteX105" fmla="*/ 192736 w 569137"/>
                <a:gd name="connsiteY105" fmla="*/ 77279 h 398781"/>
                <a:gd name="connsiteX106" fmla="*/ 204652 w 569137"/>
                <a:gd name="connsiteY106" fmla="*/ 85112 h 398781"/>
                <a:gd name="connsiteX107" fmla="*/ 221567 w 569137"/>
                <a:gd name="connsiteY107" fmla="*/ 109942 h 398781"/>
                <a:gd name="connsiteX108" fmla="*/ 225317 w 569137"/>
                <a:gd name="connsiteY108" fmla="*/ 115692 h 398781"/>
                <a:gd name="connsiteX109" fmla="*/ 215567 w 569137"/>
                <a:gd name="connsiteY109" fmla="*/ 132024 h 398781"/>
                <a:gd name="connsiteX110" fmla="*/ 211068 w 569137"/>
                <a:gd name="connsiteY110" fmla="*/ 130357 h 398781"/>
                <a:gd name="connsiteX111" fmla="*/ 211068 w 569137"/>
                <a:gd name="connsiteY111" fmla="*/ 130357 h 398781"/>
                <a:gd name="connsiteX112" fmla="*/ 222317 w 569137"/>
                <a:gd name="connsiteY112" fmla="*/ 94027 h 398781"/>
                <a:gd name="connsiteX113" fmla="*/ 206985 w 569137"/>
                <a:gd name="connsiteY113" fmla="*/ 77779 h 398781"/>
                <a:gd name="connsiteX114" fmla="*/ 193820 w 569137"/>
                <a:gd name="connsiteY114" fmla="*/ 70196 h 398781"/>
                <a:gd name="connsiteX115" fmla="*/ 217317 w 569137"/>
                <a:gd name="connsiteY115" fmla="*/ 55281 h 398781"/>
                <a:gd name="connsiteX116" fmla="*/ 234316 w 569137"/>
                <a:gd name="connsiteY116" fmla="*/ 56531 h 398781"/>
                <a:gd name="connsiteX117" fmla="*/ 252231 w 569137"/>
                <a:gd name="connsiteY117" fmla="*/ 48448 h 398781"/>
                <a:gd name="connsiteX118" fmla="*/ 279562 w 569137"/>
                <a:gd name="connsiteY118" fmla="*/ 55614 h 398781"/>
                <a:gd name="connsiteX119" fmla="*/ 297810 w 569137"/>
                <a:gd name="connsiteY119" fmla="*/ 55364 h 398781"/>
                <a:gd name="connsiteX120" fmla="*/ 239316 w 569137"/>
                <a:gd name="connsiteY120" fmla="*/ 97527 h 398781"/>
                <a:gd name="connsiteX121" fmla="*/ 231400 w 569137"/>
                <a:gd name="connsiteY121" fmla="*/ 107276 h 398781"/>
                <a:gd name="connsiteX122" fmla="*/ 222317 w 569137"/>
                <a:gd name="connsiteY122" fmla="*/ 94027 h 398781"/>
                <a:gd name="connsiteX123" fmla="*/ 222317 w 569137"/>
                <a:gd name="connsiteY123" fmla="*/ 94027 h 398781"/>
                <a:gd name="connsiteX124" fmla="*/ 68747 w 569137"/>
                <a:gd name="connsiteY124" fmla="*/ 364836 h 398781"/>
                <a:gd name="connsiteX125" fmla="*/ 37417 w 569137"/>
                <a:gd name="connsiteY125" fmla="*/ 353337 h 398781"/>
                <a:gd name="connsiteX126" fmla="*/ 27501 w 569137"/>
                <a:gd name="connsiteY126" fmla="*/ 333089 h 398781"/>
                <a:gd name="connsiteX127" fmla="*/ 29418 w 569137"/>
                <a:gd name="connsiteY127" fmla="*/ 305842 h 398781"/>
                <a:gd name="connsiteX128" fmla="*/ 43583 w 569137"/>
                <a:gd name="connsiteY128" fmla="*/ 289176 h 398781"/>
                <a:gd name="connsiteX129" fmla="*/ 44500 w 569137"/>
                <a:gd name="connsiteY129" fmla="*/ 277011 h 398781"/>
                <a:gd name="connsiteX130" fmla="*/ 55332 w 569137"/>
                <a:gd name="connsiteY130" fmla="*/ 237181 h 398781"/>
                <a:gd name="connsiteX131" fmla="*/ 75330 w 569137"/>
                <a:gd name="connsiteY131" fmla="*/ 225099 h 398781"/>
                <a:gd name="connsiteX132" fmla="*/ 92745 w 569137"/>
                <a:gd name="connsiteY132" fmla="*/ 209434 h 398781"/>
                <a:gd name="connsiteX133" fmla="*/ 118826 w 569137"/>
                <a:gd name="connsiteY133" fmla="*/ 211517 h 398781"/>
                <a:gd name="connsiteX134" fmla="*/ 134825 w 569137"/>
                <a:gd name="connsiteY134" fmla="*/ 214850 h 398781"/>
                <a:gd name="connsiteX135" fmla="*/ 159906 w 569137"/>
                <a:gd name="connsiteY135" fmla="*/ 213933 h 398781"/>
                <a:gd name="connsiteX136" fmla="*/ 181321 w 569137"/>
                <a:gd name="connsiteY136" fmla="*/ 239597 h 398781"/>
                <a:gd name="connsiteX137" fmla="*/ 188403 w 569137"/>
                <a:gd name="connsiteY137" fmla="*/ 245847 h 398781"/>
                <a:gd name="connsiteX138" fmla="*/ 171655 w 569137"/>
                <a:gd name="connsiteY138" fmla="*/ 305758 h 398781"/>
                <a:gd name="connsiteX139" fmla="*/ 68747 w 569137"/>
                <a:gd name="connsiteY139" fmla="*/ 364836 h 398781"/>
                <a:gd name="connsiteX140" fmla="*/ 68747 w 569137"/>
                <a:gd name="connsiteY140" fmla="*/ 364836 h 398781"/>
                <a:gd name="connsiteX141" fmla="*/ 533623 w 569137"/>
                <a:gd name="connsiteY141" fmla="*/ 269261 h 398781"/>
                <a:gd name="connsiteX142" fmla="*/ 382386 w 569137"/>
                <a:gd name="connsiteY142" fmla="*/ 348755 h 398781"/>
                <a:gd name="connsiteX143" fmla="*/ 203902 w 569137"/>
                <a:gd name="connsiteY143" fmla="*/ 379335 h 398781"/>
                <a:gd name="connsiteX144" fmla="*/ 101078 w 569137"/>
                <a:gd name="connsiteY144" fmla="*/ 382085 h 398781"/>
                <a:gd name="connsiteX145" fmla="*/ 87663 w 569137"/>
                <a:gd name="connsiteY145" fmla="*/ 380335 h 398781"/>
                <a:gd name="connsiteX146" fmla="*/ 89662 w 569137"/>
                <a:gd name="connsiteY146" fmla="*/ 380168 h 398781"/>
                <a:gd name="connsiteX147" fmla="*/ 183654 w 569137"/>
                <a:gd name="connsiteY147" fmla="*/ 319507 h 398781"/>
                <a:gd name="connsiteX148" fmla="*/ 202902 w 569137"/>
                <a:gd name="connsiteY148" fmla="*/ 264762 h 398781"/>
                <a:gd name="connsiteX149" fmla="*/ 211318 w 569137"/>
                <a:gd name="connsiteY149" fmla="*/ 192768 h 398781"/>
                <a:gd name="connsiteX150" fmla="*/ 285561 w 569137"/>
                <a:gd name="connsiteY150" fmla="*/ 76779 h 398781"/>
                <a:gd name="connsiteX151" fmla="*/ 367887 w 569137"/>
                <a:gd name="connsiteY151" fmla="*/ 48782 h 398781"/>
                <a:gd name="connsiteX152" fmla="*/ 505791 w 569137"/>
                <a:gd name="connsiteY152" fmla="*/ 104527 h 398781"/>
                <a:gd name="connsiteX153" fmla="*/ 533623 w 569137"/>
                <a:gd name="connsiteY153" fmla="*/ 269261 h 398781"/>
                <a:gd name="connsiteX154" fmla="*/ 533623 w 569137"/>
                <a:gd name="connsiteY154" fmla="*/ 269261 h 3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Lst>
              <a:rect l="l" t="t" r="r" b="b"/>
              <a:pathLst>
                <a:path w="569137" h="398781">
                  <a:moveTo>
                    <a:pt x="532039" y="107443"/>
                  </a:moveTo>
                  <a:cubicBezTo>
                    <a:pt x="511291" y="80695"/>
                    <a:pt x="481127" y="59864"/>
                    <a:pt x="449547" y="48031"/>
                  </a:cubicBezTo>
                  <a:cubicBezTo>
                    <a:pt x="433214" y="41865"/>
                    <a:pt x="415466" y="38366"/>
                    <a:pt x="398051" y="36616"/>
                  </a:cubicBezTo>
                  <a:cubicBezTo>
                    <a:pt x="393885" y="36199"/>
                    <a:pt x="389802" y="36199"/>
                    <a:pt x="385719" y="36366"/>
                  </a:cubicBezTo>
                  <a:cubicBezTo>
                    <a:pt x="385136" y="35199"/>
                    <a:pt x="384219" y="34116"/>
                    <a:pt x="382886" y="33200"/>
                  </a:cubicBezTo>
                  <a:cubicBezTo>
                    <a:pt x="316392" y="-9047"/>
                    <a:pt x="214651" y="-8880"/>
                    <a:pt x="143657" y="21867"/>
                  </a:cubicBezTo>
                  <a:cubicBezTo>
                    <a:pt x="106911" y="37783"/>
                    <a:pt x="74164" y="58864"/>
                    <a:pt x="49916" y="91278"/>
                  </a:cubicBezTo>
                  <a:cubicBezTo>
                    <a:pt x="22585" y="127941"/>
                    <a:pt x="8920" y="167771"/>
                    <a:pt x="2753" y="212683"/>
                  </a:cubicBezTo>
                  <a:cubicBezTo>
                    <a:pt x="170" y="231598"/>
                    <a:pt x="-1080" y="250347"/>
                    <a:pt x="1170" y="269345"/>
                  </a:cubicBezTo>
                  <a:cubicBezTo>
                    <a:pt x="3670" y="290509"/>
                    <a:pt x="4504" y="314007"/>
                    <a:pt x="11003" y="334422"/>
                  </a:cubicBezTo>
                  <a:cubicBezTo>
                    <a:pt x="15752" y="349338"/>
                    <a:pt x="23835" y="360336"/>
                    <a:pt x="34167" y="368003"/>
                  </a:cubicBezTo>
                  <a:cubicBezTo>
                    <a:pt x="37084" y="370752"/>
                    <a:pt x="40167" y="373419"/>
                    <a:pt x="43417" y="375835"/>
                  </a:cubicBezTo>
                  <a:cubicBezTo>
                    <a:pt x="55999" y="385085"/>
                    <a:pt x="70997" y="391084"/>
                    <a:pt x="86246" y="394250"/>
                  </a:cubicBezTo>
                  <a:cubicBezTo>
                    <a:pt x="119326" y="401083"/>
                    <a:pt x="156323" y="398750"/>
                    <a:pt x="189903" y="396500"/>
                  </a:cubicBezTo>
                  <a:cubicBezTo>
                    <a:pt x="258647" y="392001"/>
                    <a:pt x="327891" y="379835"/>
                    <a:pt x="394718" y="363503"/>
                  </a:cubicBezTo>
                  <a:cubicBezTo>
                    <a:pt x="454380" y="348921"/>
                    <a:pt x="517790" y="330339"/>
                    <a:pt x="552371" y="274678"/>
                  </a:cubicBezTo>
                  <a:cubicBezTo>
                    <a:pt x="584201" y="223516"/>
                    <a:pt x="566953" y="152356"/>
                    <a:pt x="532039" y="107443"/>
                  </a:cubicBezTo>
                  <a:lnTo>
                    <a:pt x="532039" y="107443"/>
                  </a:lnTo>
                  <a:close/>
                  <a:moveTo>
                    <a:pt x="9586" y="272928"/>
                  </a:moveTo>
                  <a:cubicBezTo>
                    <a:pt x="-1746" y="191185"/>
                    <a:pt x="37584" y="91528"/>
                    <a:pt x="112160" y="50865"/>
                  </a:cubicBezTo>
                  <a:cubicBezTo>
                    <a:pt x="153490" y="28367"/>
                    <a:pt x="196070" y="16784"/>
                    <a:pt x="243232" y="15201"/>
                  </a:cubicBezTo>
                  <a:cubicBezTo>
                    <a:pt x="282811" y="13868"/>
                    <a:pt x="326974" y="20367"/>
                    <a:pt x="362971" y="39366"/>
                  </a:cubicBezTo>
                  <a:cubicBezTo>
                    <a:pt x="359638" y="40032"/>
                    <a:pt x="356305" y="40782"/>
                    <a:pt x="352889" y="41532"/>
                  </a:cubicBezTo>
                  <a:cubicBezTo>
                    <a:pt x="338807" y="43032"/>
                    <a:pt x="324974" y="45865"/>
                    <a:pt x="311726" y="50198"/>
                  </a:cubicBezTo>
                  <a:cubicBezTo>
                    <a:pt x="307726" y="43615"/>
                    <a:pt x="298644" y="44532"/>
                    <a:pt x="290728" y="43782"/>
                  </a:cubicBezTo>
                  <a:cubicBezTo>
                    <a:pt x="282562" y="43032"/>
                    <a:pt x="278895" y="35116"/>
                    <a:pt x="271229" y="32199"/>
                  </a:cubicBezTo>
                  <a:cubicBezTo>
                    <a:pt x="264230" y="29533"/>
                    <a:pt x="257314" y="30033"/>
                    <a:pt x="250481" y="33116"/>
                  </a:cubicBezTo>
                  <a:cubicBezTo>
                    <a:pt x="242732" y="36616"/>
                    <a:pt x="237899" y="44282"/>
                    <a:pt x="228816" y="45115"/>
                  </a:cubicBezTo>
                  <a:cubicBezTo>
                    <a:pt x="220401" y="45865"/>
                    <a:pt x="213484" y="44615"/>
                    <a:pt x="205235" y="48198"/>
                  </a:cubicBezTo>
                  <a:cubicBezTo>
                    <a:pt x="198319" y="51198"/>
                    <a:pt x="190237" y="56697"/>
                    <a:pt x="187987" y="63530"/>
                  </a:cubicBezTo>
                  <a:cubicBezTo>
                    <a:pt x="186987" y="62780"/>
                    <a:pt x="185987" y="62030"/>
                    <a:pt x="184987" y="61280"/>
                  </a:cubicBezTo>
                  <a:cubicBezTo>
                    <a:pt x="178654" y="56447"/>
                    <a:pt x="172488" y="53448"/>
                    <a:pt x="164572" y="56947"/>
                  </a:cubicBezTo>
                  <a:cubicBezTo>
                    <a:pt x="159822" y="59031"/>
                    <a:pt x="151990" y="68780"/>
                    <a:pt x="150740" y="76612"/>
                  </a:cubicBezTo>
                  <a:cubicBezTo>
                    <a:pt x="150490" y="76529"/>
                    <a:pt x="150240" y="76446"/>
                    <a:pt x="150073" y="76446"/>
                  </a:cubicBezTo>
                  <a:cubicBezTo>
                    <a:pt x="141158" y="74779"/>
                    <a:pt x="133992" y="81695"/>
                    <a:pt x="131909" y="89694"/>
                  </a:cubicBezTo>
                  <a:cubicBezTo>
                    <a:pt x="130492" y="95111"/>
                    <a:pt x="130658" y="100360"/>
                    <a:pt x="131909" y="105276"/>
                  </a:cubicBezTo>
                  <a:cubicBezTo>
                    <a:pt x="130242" y="104027"/>
                    <a:pt x="128575" y="102943"/>
                    <a:pt x="126992" y="102193"/>
                  </a:cubicBezTo>
                  <a:cubicBezTo>
                    <a:pt x="117826" y="98027"/>
                    <a:pt x="107160" y="100693"/>
                    <a:pt x="99328" y="106360"/>
                  </a:cubicBezTo>
                  <a:cubicBezTo>
                    <a:pt x="86329" y="115859"/>
                    <a:pt x="85913" y="132607"/>
                    <a:pt x="95412" y="143356"/>
                  </a:cubicBezTo>
                  <a:cubicBezTo>
                    <a:pt x="59082" y="141940"/>
                    <a:pt x="47750" y="184852"/>
                    <a:pt x="62498" y="212183"/>
                  </a:cubicBezTo>
                  <a:cubicBezTo>
                    <a:pt x="62748" y="212600"/>
                    <a:pt x="63081" y="212933"/>
                    <a:pt x="63498" y="213183"/>
                  </a:cubicBezTo>
                  <a:cubicBezTo>
                    <a:pt x="58248" y="217599"/>
                    <a:pt x="53665" y="219516"/>
                    <a:pt x="47499" y="223432"/>
                  </a:cubicBezTo>
                  <a:cubicBezTo>
                    <a:pt x="36667" y="230182"/>
                    <a:pt x="29834" y="243347"/>
                    <a:pt x="29001" y="255929"/>
                  </a:cubicBezTo>
                  <a:cubicBezTo>
                    <a:pt x="28584" y="262262"/>
                    <a:pt x="29334" y="269595"/>
                    <a:pt x="31834" y="275511"/>
                  </a:cubicBezTo>
                  <a:cubicBezTo>
                    <a:pt x="31667" y="274845"/>
                    <a:pt x="36251" y="283344"/>
                    <a:pt x="36834" y="283344"/>
                  </a:cubicBezTo>
                  <a:cubicBezTo>
                    <a:pt x="36417" y="284343"/>
                    <a:pt x="32084" y="287760"/>
                    <a:pt x="30251" y="289593"/>
                  </a:cubicBezTo>
                  <a:cubicBezTo>
                    <a:pt x="22169" y="297676"/>
                    <a:pt x="18335" y="306841"/>
                    <a:pt x="17502" y="316174"/>
                  </a:cubicBezTo>
                  <a:cubicBezTo>
                    <a:pt x="13336" y="301842"/>
                    <a:pt x="11419" y="286343"/>
                    <a:pt x="9586" y="272928"/>
                  </a:cubicBezTo>
                  <a:lnTo>
                    <a:pt x="9586" y="272928"/>
                  </a:lnTo>
                  <a:close/>
                  <a:moveTo>
                    <a:pt x="69581" y="171520"/>
                  </a:moveTo>
                  <a:cubicBezTo>
                    <a:pt x="73247" y="159521"/>
                    <a:pt x="83996" y="148606"/>
                    <a:pt x="97328" y="149273"/>
                  </a:cubicBezTo>
                  <a:cubicBezTo>
                    <a:pt x="110244" y="149939"/>
                    <a:pt x="115327" y="162105"/>
                    <a:pt x="123826" y="169270"/>
                  </a:cubicBezTo>
                  <a:cubicBezTo>
                    <a:pt x="141741" y="184519"/>
                    <a:pt x="169572" y="200518"/>
                    <a:pt x="193986" y="201435"/>
                  </a:cubicBezTo>
                  <a:cubicBezTo>
                    <a:pt x="192903" y="208934"/>
                    <a:pt x="191987" y="216517"/>
                    <a:pt x="191070" y="224016"/>
                  </a:cubicBezTo>
                  <a:cubicBezTo>
                    <a:pt x="188403" y="218683"/>
                    <a:pt x="184820" y="213933"/>
                    <a:pt x="181487" y="211517"/>
                  </a:cubicBezTo>
                  <a:cubicBezTo>
                    <a:pt x="176071" y="207601"/>
                    <a:pt x="168655" y="206184"/>
                    <a:pt x="162239" y="205018"/>
                  </a:cubicBezTo>
                  <a:cubicBezTo>
                    <a:pt x="150990" y="202934"/>
                    <a:pt x="136991" y="207184"/>
                    <a:pt x="126742" y="203351"/>
                  </a:cubicBezTo>
                  <a:cubicBezTo>
                    <a:pt x="112577" y="198018"/>
                    <a:pt x="101994" y="190518"/>
                    <a:pt x="86246" y="196851"/>
                  </a:cubicBezTo>
                  <a:cubicBezTo>
                    <a:pt x="79997" y="199351"/>
                    <a:pt x="74331" y="203351"/>
                    <a:pt x="69247" y="207767"/>
                  </a:cubicBezTo>
                  <a:cubicBezTo>
                    <a:pt x="71414" y="196018"/>
                    <a:pt x="65915" y="183769"/>
                    <a:pt x="69581" y="171520"/>
                  </a:cubicBezTo>
                  <a:lnTo>
                    <a:pt x="69581" y="171520"/>
                  </a:lnTo>
                  <a:close/>
                  <a:moveTo>
                    <a:pt x="133992" y="168604"/>
                  </a:moveTo>
                  <a:cubicBezTo>
                    <a:pt x="123243" y="161688"/>
                    <a:pt x="116076" y="150272"/>
                    <a:pt x="104828" y="145606"/>
                  </a:cubicBezTo>
                  <a:cubicBezTo>
                    <a:pt x="104828" y="145523"/>
                    <a:pt x="104828" y="145523"/>
                    <a:pt x="104744" y="145439"/>
                  </a:cubicBezTo>
                  <a:cubicBezTo>
                    <a:pt x="102078" y="141190"/>
                    <a:pt x="98828" y="137857"/>
                    <a:pt x="97495" y="132774"/>
                  </a:cubicBezTo>
                  <a:cubicBezTo>
                    <a:pt x="94828" y="123025"/>
                    <a:pt x="98911" y="114776"/>
                    <a:pt x="107744" y="110442"/>
                  </a:cubicBezTo>
                  <a:cubicBezTo>
                    <a:pt x="112410" y="108193"/>
                    <a:pt x="118826" y="107026"/>
                    <a:pt x="123493" y="109693"/>
                  </a:cubicBezTo>
                  <a:cubicBezTo>
                    <a:pt x="126159" y="111193"/>
                    <a:pt x="128326" y="114859"/>
                    <a:pt x="130492" y="117025"/>
                  </a:cubicBezTo>
                  <a:cubicBezTo>
                    <a:pt x="132408" y="119025"/>
                    <a:pt x="134325" y="121025"/>
                    <a:pt x="136408" y="122775"/>
                  </a:cubicBezTo>
                  <a:cubicBezTo>
                    <a:pt x="132908" y="124358"/>
                    <a:pt x="129575" y="127191"/>
                    <a:pt x="126492" y="131608"/>
                  </a:cubicBezTo>
                  <a:cubicBezTo>
                    <a:pt x="118410" y="143273"/>
                    <a:pt x="125492" y="158438"/>
                    <a:pt x="133992" y="168604"/>
                  </a:cubicBezTo>
                  <a:lnTo>
                    <a:pt x="133992" y="168604"/>
                  </a:lnTo>
                  <a:close/>
                  <a:moveTo>
                    <a:pt x="178654" y="188019"/>
                  </a:moveTo>
                  <a:cubicBezTo>
                    <a:pt x="170988" y="183769"/>
                    <a:pt x="163239" y="179686"/>
                    <a:pt x="155990" y="174770"/>
                  </a:cubicBezTo>
                  <a:cubicBezTo>
                    <a:pt x="148074" y="169437"/>
                    <a:pt x="136908" y="159855"/>
                    <a:pt x="134742" y="149856"/>
                  </a:cubicBezTo>
                  <a:cubicBezTo>
                    <a:pt x="133492" y="144189"/>
                    <a:pt x="136075" y="135107"/>
                    <a:pt x="141658" y="131690"/>
                  </a:cubicBezTo>
                  <a:cubicBezTo>
                    <a:pt x="146990" y="128358"/>
                    <a:pt x="156823" y="133940"/>
                    <a:pt x="160906" y="136523"/>
                  </a:cubicBezTo>
                  <a:cubicBezTo>
                    <a:pt x="173488" y="144523"/>
                    <a:pt x="183237" y="155439"/>
                    <a:pt x="194736" y="164604"/>
                  </a:cubicBezTo>
                  <a:cubicBezTo>
                    <a:pt x="196903" y="166354"/>
                    <a:pt x="198986" y="167604"/>
                    <a:pt x="200985" y="168271"/>
                  </a:cubicBezTo>
                  <a:cubicBezTo>
                    <a:pt x="199319" y="174020"/>
                    <a:pt x="197902" y="179936"/>
                    <a:pt x="196819" y="185769"/>
                  </a:cubicBezTo>
                  <a:cubicBezTo>
                    <a:pt x="196403" y="187852"/>
                    <a:pt x="196070" y="189936"/>
                    <a:pt x="195736" y="192019"/>
                  </a:cubicBezTo>
                  <a:cubicBezTo>
                    <a:pt x="189903" y="191102"/>
                    <a:pt x="184237" y="189769"/>
                    <a:pt x="178654" y="188019"/>
                  </a:cubicBezTo>
                  <a:lnTo>
                    <a:pt x="178654" y="188019"/>
                  </a:lnTo>
                  <a:close/>
                  <a:moveTo>
                    <a:pt x="146491" y="121275"/>
                  </a:moveTo>
                  <a:cubicBezTo>
                    <a:pt x="146407" y="121108"/>
                    <a:pt x="146324" y="120858"/>
                    <a:pt x="146157" y="120692"/>
                  </a:cubicBezTo>
                  <a:cubicBezTo>
                    <a:pt x="145074" y="119275"/>
                    <a:pt x="143741" y="117608"/>
                    <a:pt x="142324" y="115942"/>
                  </a:cubicBezTo>
                  <a:cubicBezTo>
                    <a:pt x="139991" y="111109"/>
                    <a:pt x="138241" y="105443"/>
                    <a:pt x="138491" y="100194"/>
                  </a:cubicBezTo>
                  <a:cubicBezTo>
                    <a:pt x="136742" y="92444"/>
                    <a:pt x="141741" y="87944"/>
                    <a:pt x="153323" y="86528"/>
                  </a:cubicBezTo>
                  <a:cubicBezTo>
                    <a:pt x="155240" y="88278"/>
                    <a:pt x="156823" y="90278"/>
                    <a:pt x="158156" y="92528"/>
                  </a:cubicBezTo>
                  <a:cubicBezTo>
                    <a:pt x="163989" y="100527"/>
                    <a:pt x="167489" y="109693"/>
                    <a:pt x="174155" y="117192"/>
                  </a:cubicBezTo>
                  <a:cubicBezTo>
                    <a:pt x="184320" y="128691"/>
                    <a:pt x="196403" y="137440"/>
                    <a:pt x="211235" y="140523"/>
                  </a:cubicBezTo>
                  <a:cubicBezTo>
                    <a:pt x="208652" y="146106"/>
                    <a:pt x="206235" y="151856"/>
                    <a:pt x="204235" y="157689"/>
                  </a:cubicBezTo>
                  <a:cubicBezTo>
                    <a:pt x="187820" y="148773"/>
                    <a:pt x="165572" y="123275"/>
                    <a:pt x="146491" y="121275"/>
                  </a:cubicBezTo>
                  <a:lnTo>
                    <a:pt x="146491" y="121275"/>
                  </a:lnTo>
                  <a:close/>
                  <a:moveTo>
                    <a:pt x="195903" y="124108"/>
                  </a:moveTo>
                  <a:cubicBezTo>
                    <a:pt x="188570" y="119858"/>
                    <a:pt x="181821" y="113776"/>
                    <a:pt x="176654" y="107526"/>
                  </a:cubicBezTo>
                  <a:cubicBezTo>
                    <a:pt x="171572" y="101277"/>
                    <a:pt x="166072" y="88444"/>
                    <a:pt x="158406" y="81278"/>
                  </a:cubicBezTo>
                  <a:cubicBezTo>
                    <a:pt x="160489" y="76279"/>
                    <a:pt x="162739" y="70863"/>
                    <a:pt x="166655" y="67113"/>
                  </a:cubicBezTo>
                  <a:cubicBezTo>
                    <a:pt x="172321" y="61697"/>
                    <a:pt x="177405" y="66280"/>
                    <a:pt x="182404" y="70530"/>
                  </a:cubicBezTo>
                  <a:cubicBezTo>
                    <a:pt x="181487" y="71029"/>
                    <a:pt x="180571" y="71613"/>
                    <a:pt x="179654" y="72362"/>
                  </a:cubicBezTo>
                  <a:cubicBezTo>
                    <a:pt x="163906" y="86195"/>
                    <a:pt x="180154" y="108859"/>
                    <a:pt x="195903" y="124108"/>
                  </a:cubicBezTo>
                  <a:lnTo>
                    <a:pt x="195903" y="124108"/>
                  </a:lnTo>
                  <a:close/>
                  <a:moveTo>
                    <a:pt x="211068" y="130357"/>
                  </a:moveTo>
                  <a:cubicBezTo>
                    <a:pt x="203819" y="123192"/>
                    <a:pt x="197153" y="115025"/>
                    <a:pt x="191487" y="106693"/>
                  </a:cubicBezTo>
                  <a:cubicBezTo>
                    <a:pt x="189237" y="103443"/>
                    <a:pt x="187070" y="99943"/>
                    <a:pt x="185404" y="96360"/>
                  </a:cubicBezTo>
                  <a:cubicBezTo>
                    <a:pt x="180404" y="88861"/>
                    <a:pt x="182820" y="82528"/>
                    <a:pt x="192736" y="77279"/>
                  </a:cubicBezTo>
                  <a:cubicBezTo>
                    <a:pt x="197319" y="78946"/>
                    <a:pt x="201319" y="81529"/>
                    <a:pt x="204652" y="85112"/>
                  </a:cubicBezTo>
                  <a:cubicBezTo>
                    <a:pt x="211651" y="92028"/>
                    <a:pt x="216651" y="101526"/>
                    <a:pt x="221567" y="109942"/>
                  </a:cubicBezTo>
                  <a:cubicBezTo>
                    <a:pt x="222817" y="112109"/>
                    <a:pt x="223983" y="114025"/>
                    <a:pt x="225317" y="115692"/>
                  </a:cubicBezTo>
                  <a:cubicBezTo>
                    <a:pt x="221817" y="120942"/>
                    <a:pt x="218484" y="126441"/>
                    <a:pt x="215567" y="132024"/>
                  </a:cubicBezTo>
                  <a:cubicBezTo>
                    <a:pt x="214068" y="131357"/>
                    <a:pt x="212568" y="130857"/>
                    <a:pt x="211068" y="130357"/>
                  </a:cubicBezTo>
                  <a:lnTo>
                    <a:pt x="211068" y="130357"/>
                  </a:lnTo>
                  <a:close/>
                  <a:moveTo>
                    <a:pt x="222317" y="94027"/>
                  </a:moveTo>
                  <a:cubicBezTo>
                    <a:pt x="217651" y="87944"/>
                    <a:pt x="212984" y="82445"/>
                    <a:pt x="206985" y="77779"/>
                  </a:cubicBezTo>
                  <a:cubicBezTo>
                    <a:pt x="203235" y="74863"/>
                    <a:pt x="198569" y="71696"/>
                    <a:pt x="193820" y="70196"/>
                  </a:cubicBezTo>
                  <a:cubicBezTo>
                    <a:pt x="195319" y="60781"/>
                    <a:pt x="210068" y="56114"/>
                    <a:pt x="217317" y="55281"/>
                  </a:cubicBezTo>
                  <a:cubicBezTo>
                    <a:pt x="223234" y="54614"/>
                    <a:pt x="228650" y="56864"/>
                    <a:pt x="234316" y="56531"/>
                  </a:cubicBezTo>
                  <a:cubicBezTo>
                    <a:pt x="241982" y="56114"/>
                    <a:pt x="245648" y="51948"/>
                    <a:pt x="252231" y="48448"/>
                  </a:cubicBezTo>
                  <a:cubicBezTo>
                    <a:pt x="263396" y="42532"/>
                    <a:pt x="270063" y="51865"/>
                    <a:pt x="279562" y="55614"/>
                  </a:cubicBezTo>
                  <a:cubicBezTo>
                    <a:pt x="285061" y="57780"/>
                    <a:pt x="291978" y="55114"/>
                    <a:pt x="297810" y="55364"/>
                  </a:cubicBezTo>
                  <a:cubicBezTo>
                    <a:pt x="276312" y="64530"/>
                    <a:pt x="256397" y="78195"/>
                    <a:pt x="239316" y="97527"/>
                  </a:cubicBezTo>
                  <a:cubicBezTo>
                    <a:pt x="236566" y="100610"/>
                    <a:pt x="233983" y="103943"/>
                    <a:pt x="231400" y="107276"/>
                  </a:cubicBezTo>
                  <a:cubicBezTo>
                    <a:pt x="227900" y="103110"/>
                    <a:pt x="224983" y="97527"/>
                    <a:pt x="222317" y="94027"/>
                  </a:cubicBezTo>
                  <a:lnTo>
                    <a:pt x="222317" y="94027"/>
                  </a:lnTo>
                  <a:close/>
                  <a:moveTo>
                    <a:pt x="68747" y="364836"/>
                  </a:moveTo>
                  <a:cubicBezTo>
                    <a:pt x="55249" y="364586"/>
                    <a:pt x="45167" y="360254"/>
                    <a:pt x="37417" y="353337"/>
                  </a:cubicBezTo>
                  <a:cubicBezTo>
                    <a:pt x="33668" y="346838"/>
                    <a:pt x="29584" y="340505"/>
                    <a:pt x="27501" y="333089"/>
                  </a:cubicBezTo>
                  <a:cubicBezTo>
                    <a:pt x="24918" y="323757"/>
                    <a:pt x="25001" y="314674"/>
                    <a:pt x="29418" y="305842"/>
                  </a:cubicBezTo>
                  <a:cubicBezTo>
                    <a:pt x="32917" y="298842"/>
                    <a:pt x="39750" y="295342"/>
                    <a:pt x="43583" y="289176"/>
                  </a:cubicBezTo>
                  <a:cubicBezTo>
                    <a:pt x="47083" y="283677"/>
                    <a:pt x="45833" y="282760"/>
                    <a:pt x="44500" y="277011"/>
                  </a:cubicBezTo>
                  <a:cubicBezTo>
                    <a:pt x="41000" y="262512"/>
                    <a:pt x="39834" y="245681"/>
                    <a:pt x="55332" y="237181"/>
                  </a:cubicBezTo>
                  <a:cubicBezTo>
                    <a:pt x="63248" y="232848"/>
                    <a:pt x="68998" y="232015"/>
                    <a:pt x="75330" y="225099"/>
                  </a:cubicBezTo>
                  <a:cubicBezTo>
                    <a:pt x="80580" y="219433"/>
                    <a:pt x="85246" y="212517"/>
                    <a:pt x="92745" y="209434"/>
                  </a:cubicBezTo>
                  <a:cubicBezTo>
                    <a:pt x="102494" y="205434"/>
                    <a:pt x="109827" y="208517"/>
                    <a:pt x="118826" y="211517"/>
                  </a:cubicBezTo>
                  <a:cubicBezTo>
                    <a:pt x="123826" y="213183"/>
                    <a:pt x="129409" y="214933"/>
                    <a:pt x="134825" y="214850"/>
                  </a:cubicBezTo>
                  <a:cubicBezTo>
                    <a:pt x="144074" y="214600"/>
                    <a:pt x="150407" y="211100"/>
                    <a:pt x="159906" y="213933"/>
                  </a:cubicBezTo>
                  <a:cubicBezTo>
                    <a:pt x="170655" y="217099"/>
                    <a:pt x="180821" y="227599"/>
                    <a:pt x="181321" y="239597"/>
                  </a:cubicBezTo>
                  <a:cubicBezTo>
                    <a:pt x="181487" y="244097"/>
                    <a:pt x="184987" y="246181"/>
                    <a:pt x="188403" y="245847"/>
                  </a:cubicBezTo>
                  <a:cubicBezTo>
                    <a:pt x="185487" y="266262"/>
                    <a:pt x="181154" y="286260"/>
                    <a:pt x="171655" y="305758"/>
                  </a:cubicBezTo>
                  <a:cubicBezTo>
                    <a:pt x="152323" y="345421"/>
                    <a:pt x="112160" y="365669"/>
                    <a:pt x="68747" y="364836"/>
                  </a:cubicBezTo>
                  <a:lnTo>
                    <a:pt x="68747" y="364836"/>
                  </a:lnTo>
                  <a:close/>
                  <a:moveTo>
                    <a:pt x="533623" y="269261"/>
                  </a:moveTo>
                  <a:cubicBezTo>
                    <a:pt x="499375" y="320340"/>
                    <a:pt x="438381" y="335256"/>
                    <a:pt x="382386" y="348755"/>
                  </a:cubicBezTo>
                  <a:cubicBezTo>
                    <a:pt x="323725" y="362920"/>
                    <a:pt x="263980" y="373419"/>
                    <a:pt x="203902" y="379335"/>
                  </a:cubicBezTo>
                  <a:cubicBezTo>
                    <a:pt x="170322" y="382668"/>
                    <a:pt x="134825" y="384918"/>
                    <a:pt x="101078" y="382085"/>
                  </a:cubicBezTo>
                  <a:cubicBezTo>
                    <a:pt x="96662" y="381751"/>
                    <a:pt x="92162" y="381168"/>
                    <a:pt x="87663" y="380335"/>
                  </a:cubicBezTo>
                  <a:cubicBezTo>
                    <a:pt x="88329" y="380251"/>
                    <a:pt x="88996" y="380251"/>
                    <a:pt x="89662" y="380168"/>
                  </a:cubicBezTo>
                  <a:cubicBezTo>
                    <a:pt x="128992" y="375336"/>
                    <a:pt x="164906" y="355254"/>
                    <a:pt x="183654" y="319507"/>
                  </a:cubicBezTo>
                  <a:cubicBezTo>
                    <a:pt x="192487" y="302592"/>
                    <a:pt x="199819" y="283677"/>
                    <a:pt x="202902" y="264762"/>
                  </a:cubicBezTo>
                  <a:cubicBezTo>
                    <a:pt x="206735" y="240848"/>
                    <a:pt x="207485" y="216599"/>
                    <a:pt x="211318" y="192768"/>
                  </a:cubicBezTo>
                  <a:cubicBezTo>
                    <a:pt x="219150" y="144523"/>
                    <a:pt x="245648" y="104360"/>
                    <a:pt x="285561" y="76779"/>
                  </a:cubicBezTo>
                  <a:cubicBezTo>
                    <a:pt x="309643" y="60114"/>
                    <a:pt x="338390" y="51781"/>
                    <a:pt x="367887" y="48782"/>
                  </a:cubicBezTo>
                  <a:cubicBezTo>
                    <a:pt x="418550" y="49448"/>
                    <a:pt x="469795" y="68280"/>
                    <a:pt x="505791" y="104527"/>
                  </a:cubicBezTo>
                  <a:cubicBezTo>
                    <a:pt x="545455" y="144606"/>
                    <a:pt x="567203" y="219266"/>
                    <a:pt x="533623" y="269261"/>
                  </a:cubicBezTo>
                  <a:lnTo>
                    <a:pt x="533623" y="269261"/>
                  </a:lnTo>
                  <a:close/>
                </a:path>
              </a:pathLst>
            </a:custGeom>
            <a:grpFill/>
            <a:ln w="8332" cap="flat">
              <a:noFill/>
              <a:prstDash val="solid"/>
              <a:miter/>
            </a:ln>
          </p:spPr>
          <p:txBody>
            <a:bodyPr rtlCol="0" anchor="ctr"/>
            <a:lstStyle/>
            <a:p>
              <a:endParaRPr lang="en-US"/>
            </a:p>
          </p:txBody>
        </p:sp>
        <p:sp>
          <p:nvSpPr>
            <p:cNvPr id="2257" name="Freeform: Shape 2256"/>
            <p:cNvSpPr/>
            <p:nvPr/>
          </p:nvSpPr>
          <p:spPr>
            <a:xfrm>
              <a:off x="4463596" y="6234591"/>
              <a:ext cx="119725" cy="261548"/>
            </a:xfrm>
            <a:custGeom>
              <a:avLst/>
              <a:gdLst>
                <a:gd name="connsiteX0" fmla="*/ 115846 w 119725"/>
                <a:gd name="connsiteY0" fmla="*/ 441 h 261548"/>
                <a:gd name="connsiteX1" fmla="*/ 45102 w 119725"/>
                <a:gd name="connsiteY1" fmla="*/ 117264 h 261548"/>
                <a:gd name="connsiteX2" fmla="*/ 32853 w 119725"/>
                <a:gd name="connsiteY2" fmla="*/ 189090 h 261548"/>
                <a:gd name="connsiteX3" fmla="*/ 106 w 119725"/>
                <a:gd name="connsiteY3" fmla="*/ 260667 h 261548"/>
                <a:gd name="connsiteX4" fmla="*/ 1023 w 119725"/>
                <a:gd name="connsiteY4" fmla="*/ 261417 h 261548"/>
                <a:gd name="connsiteX5" fmla="*/ 53351 w 119725"/>
                <a:gd name="connsiteY5" fmla="*/ 144678 h 261548"/>
                <a:gd name="connsiteX6" fmla="*/ 119012 w 119725"/>
                <a:gd name="connsiteY6" fmla="*/ 4273 h 261548"/>
                <a:gd name="connsiteX7" fmla="*/ 115846 w 119725"/>
                <a:gd name="connsiteY7" fmla="*/ 441 h 261548"/>
                <a:gd name="connsiteX8" fmla="*/ 115846 w 119725"/>
                <a:gd name="connsiteY8" fmla="*/ 441 h 261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725" h="261548">
                  <a:moveTo>
                    <a:pt x="115846" y="441"/>
                  </a:moveTo>
                  <a:cubicBezTo>
                    <a:pt x="77266" y="29854"/>
                    <a:pt x="52018" y="68934"/>
                    <a:pt x="45102" y="117264"/>
                  </a:cubicBezTo>
                  <a:cubicBezTo>
                    <a:pt x="41602" y="141678"/>
                    <a:pt x="38853" y="165259"/>
                    <a:pt x="32853" y="189090"/>
                  </a:cubicBezTo>
                  <a:cubicBezTo>
                    <a:pt x="26187" y="215421"/>
                    <a:pt x="16188" y="238752"/>
                    <a:pt x="106" y="260667"/>
                  </a:cubicBezTo>
                  <a:cubicBezTo>
                    <a:pt x="-310" y="261167"/>
                    <a:pt x="606" y="261834"/>
                    <a:pt x="1023" y="261417"/>
                  </a:cubicBezTo>
                  <a:cubicBezTo>
                    <a:pt x="30353" y="229087"/>
                    <a:pt x="49102" y="188424"/>
                    <a:pt x="53351" y="144678"/>
                  </a:cubicBezTo>
                  <a:cubicBezTo>
                    <a:pt x="58767" y="89099"/>
                    <a:pt x="75099" y="40937"/>
                    <a:pt x="119012" y="4273"/>
                  </a:cubicBezTo>
                  <a:cubicBezTo>
                    <a:pt x="121095" y="2607"/>
                    <a:pt x="118179" y="-1309"/>
                    <a:pt x="115846" y="441"/>
                  </a:cubicBezTo>
                  <a:lnTo>
                    <a:pt x="115846" y="441"/>
                  </a:lnTo>
                  <a:close/>
                </a:path>
              </a:pathLst>
            </a:custGeom>
            <a:grpFill/>
            <a:ln w="8332" cap="flat">
              <a:noFill/>
              <a:prstDash val="solid"/>
              <a:miter/>
            </a:ln>
          </p:spPr>
          <p:txBody>
            <a:bodyPr rtlCol="0" anchor="ctr"/>
            <a:lstStyle/>
            <a:p>
              <a:endParaRPr lang="en-US"/>
            </a:p>
          </p:txBody>
        </p:sp>
        <p:sp>
          <p:nvSpPr>
            <p:cNvPr id="2258" name="Freeform: Shape 2257"/>
            <p:cNvSpPr/>
            <p:nvPr/>
          </p:nvSpPr>
          <p:spPr>
            <a:xfrm>
              <a:off x="4301632" y="6174611"/>
              <a:ext cx="193950" cy="197189"/>
            </a:xfrm>
            <a:custGeom>
              <a:avLst/>
              <a:gdLst>
                <a:gd name="connsiteX0" fmla="*/ 191401 w 193950"/>
                <a:gd name="connsiteY0" fmla="*/ 9 h 197189"/>
                <a:gd name="connsiteX1" fmla="*/ 64663 w 193950"/>
                <a:gd name="connsiteY1" fmla="*/ 60837 h 197189"/>
                <a:gd name="connsiteX2" fmla="*/ 19917 w 193950"/>
                <a:gd name="connsiteY2" fmla="*/ 123331 h 197189"/>
                <a:gd name="connsiteX3" fmla="*/ 3751 w 193950"/>
                <a:gd name="connsiteY3" fmla="*/ 159745 h 197189"/>
                <a:gd name="connsiteX4" fmla="*/ 2 w 193950"/>
                <a:gd name="connsiteY4" fmla="*/ 195658 h 197189"/>
                <a:gd name="connsiteX5" fmla="*/ 3168 w 193950"/>
                <a:gd name="connsiteY5" fmla="*/ 195658 h 197189"/>
                <a:gd name="connsiteX6" fmla="*/ 192068 w 193950"/>
                <a:gd name="connsiteY6" fmla="*/ 5176 h 197189"/>
                <a:gd name="connsiteX7" fmla="*/ 191401 w 193950"/>
                <a:gd name="connsiteY7" fmla="*/ 9 h 197189"/>
                <a:gd name="connsiteX8" fmla="*/ 191401 w 193950"/>
                <a:gd name="connsiteY8" fmla="*/ 9 h 197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3950" h="197189">
                  <a:moveTo>
                    <a:pt x="191401" y="9"/>
                  </a:moveTo>
                  <a:cubicBezTo>
                    <a:pt x="143822" y="3759"/>
                    <a:pt x="98576" y="27423"/>
                    <a:pt x="64663" y="60837"/>
                  </a:cubicBezTo>
                  <a:cubicBezTo>
                    <a:pt x="46498" y="78752"/>
                    <a:pt x="31999" y="101000"/>
                    <a:pt x="19917" y="123331"/>
                  </a:cubicBezTo>
                  <a:cubicBezTo>
                    <a:pt x="13584" y="135080"/>
                    <a:pt x="7585" y="146913"/>
                    <a:pt x="3751" y="159745"/>
                  </a:cubicBezTo>
                  <a:cubicBezTo>
                    <a:pt x="85" y="171827"/>
                    <a:pt x="419" y="183159"/>
                    <a:pt x="2" y="195658"/>
                  </a:cubicBezTo>
                  <a:cubicBezTo>
                    <a:pt x="-82" y="197741"/>
                    <a:pt x="2918" y="197658"/>
                    <a:pt x="3168" y="195658"/>
                  </a:cubicBezTo>
                  <a:cubicBezTo>
                    <a:pt x="14084" y="103833"/>
                    <a:pt x="102826" y="21257"/>
                    <a:pt x="192068" y="5176"/>
                  </a:cubicBezTo>
                  <a:cubicBezTo>
                    <a:pt x="194984" y="4592"/>
                    <a:pt x="194318" y="-241"/>
                    <a:pt x="191401" y="9"/>
                  </a:cubicBezTo>
                  <a:lnTo>
                    <a:pt x="191401" y="9"/>
                  </a:lnTo>
                  <a:close/>
                </a:path>
              </a:pathLst>
            </a:custGeom>
            <a:grpFill/>
            <a:ln w="8332" cap="flat">
              <a:noFill/>
              <a:prstDash val="solid"/>
              <a:miter/>
            </a:ln>
          </p:spPr>
          <p:txBody>
            <a:bodyPr rtlCol="0" anchor="ctr"/>
            <a:lstStyle/>
            <a:p>
              <a:endParaRPr lang="en-US"/>
            </a:p>
          </p:txBody>
        </p:sp>
        <p:sp>
          <p:nvSpPr>
            <p:cNvPr id="2259" name="Freeform: Shape 2258"/>
            <p:cNvSpPr/>
            <p:nvPr/>
          </p:nvSpPr>
          <p:spPr>
            <a:xfrm>
              <a:off x="4330137" y="6385173"/>
              <a:ext cx="74502" cy="114275"/>
            </a:xfrm>
            <a:custGeom>
              <a:avLst/>
              <a:gdLst>
                <a:gd name="connsiteX0" fmla="*/ 72988 w 74502"/>
                <a:gd name="connsiteY0" fmla="*/ 2344 h 114275"/>
                <a:gd name="connsiteX1" fmla="*/ 29159 w 74502"/>
                <a:gd name="connsiteY1" fmla="*/ 17759 h 114275"/>
                <a:gd name="connsiteX2" fmla="*/ 21659 w 74502"/>
                <a:gd name="connsiteY2" fmla="*/ 38925 h 114275"/>
                <a:gd name="connsiteX3" fmla="*/ 23742 w 74502"/>
                <a:gd name="connsiteY3" fmla="*/ 48674 h 114275"/>
                <a:gd name="connsiteX4" fmla="*/ 26909 w 74502"/>
                <a:gd name="connsiteY4" fmla="*/ 54340 h 114275"/>
                <a:gd name="connsiteX5" fmla="*/ 24909 w 74502"/>
                <a:gd name="connsiteY5" fmla="*/ 55756 h 114275"/>
                <a:gd name="connsiteX6" fmla="*/ 3411 w 74502"/>
                <a:gd name="connsiteY6" fmla="*/ 74921 h 114275"/>
                <a:gd name="connsiteX7" fmla="*/ 911 w 74502"/>
                <a:gd name="connsiteY7" fmla="*/ 96836 h 114275"/>
                <a:gd name="connsiteX8" fmla="*/ 36325 w 74502"/>
                <a:gd name="connsiteY8" fmla="*/ 109501 h 114275"/>
                <a:gd name="connsiteX9" fmla="*/ 33575 w 74502"/>
                <a:gd name="connsiteY9" fmla="*/ 102919 h 114275"/>
                <a:gd name="connsiteX10" fmla="*/ 10077 w 74502"/>
                <a:gd name="connsiteY10" fmla="*/ 82254 h 114275"/>
                <a:gd name="connsiteX11" fmla="*/ 26825 w 74502"/>
                <a:gd name="connsiteY11" fmla="*/ 64006 h 114275"/>
                <a:gd name="connsiteX12" fmla="*/ 37408 w 74502"/>
                <a:gd name="connsiteY12" fmla="*/ 55006 h 114275"/>
                <a:gd name="connsiteX13" fmla="*/ 35741 w 74502"/>
                <a:gd name="connsiteY13" fmla="*/ 51173 h 114275"/>
                <a:gd name="connsiteX14" fmla="*/ 32075 w 74502"/>
                <a:gd name="connsiteY14" fmla="*/ 28509 h 114275"/>
                <a:gd name="connsiteX15" fmla="*/ 71905 w 74502"/>
                <a:gd name="connsiteY15" fmla="*/ 6344 h 114275"/>
                <a:gd name="connsiteX16" fmla="*/ 72988 w 74502"/>
                <a:gd name="connsiteY16" fmla="*/ 2344 h 114275"/>
                <a:gd name="connsiteX17" fmla="*/ 72988 w 74502"/>
                <a:gd name="connsiteY17" fmla="*/ 2344 h 114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4502" h="114275">
                  <a:moveTo>
                    <a:pt x="72988" y="2344"/>
                  </a:moveTo>
                  <a:cubicBezTo>
                    <a:pt x="54573" y="-3572"/>
                    <a:pt x="40574" y="1761"/>
                    <a:pt x="29159" y="17759"/>
                  </a:cubicBezTo>
                  <a:cubicBezTo>
                    <a:pt x="24742" y="23926"/>
                    <a:pt x="21492" y="31175"/>
                    <a:pt x="21659" y="38925"/>
                  </a:cubicBezTo>
                  <a:cubicBezTo>
                    <a:pt x="21743" y="42424"/>
                    <a:pt x="22409" y="45424"/>
                    <a:pt x="23742" y="48674"/>
                  </a:cubicBezTo>
                  <a:cubicBezTo>
                    <a:pt x="24659" y="50673"/>
                    <a:pt x="25742" y="52507"/>
                    <a:pt x="26909" y="54340"/>
                  </a:cubicBezTo>
                  <a:cubicBezTo>
                    <a:pt x="26409" y="54173"/>
                    <a:pt x="25742" y="54590"/>
                    <a:pt x="24909" y="55756"/>
                  </a:cubicBezTo>
                  <a:cubicBezTo>
                    <a:pt x="17826" y="62589"/>
                    <a:pt x="8410" y="65672"/>
                    <a:pt x="3411" y="74921"/>
                  </a:cubicBezTo>
                  <a:cubicBezTo>
                    <a:pt x="-256" y="81671"/>
                    <a:pt x="-756" y="89420"/>
                    <a:pt x="911" y="96836"/>
                  </a:cubicBezTo>
                  <a:cubicBezTo>
                    <a:pt x="5244" y="116668"/>
                    <a:pt x="20743" y="117584"/>
                    <a:pt x="36325" y="109501"/>
                  </a:cubicBezTo>
                  <a:cubicBezTo>
                    <a:pt x="39908" y="107668"/>
                    <a:pt x="37408" y="101669"/>
                    <a:pt x="33575" y="102919"/>
                  </a:cubicBezTo>
                  <a:cubicBezTo>
                    <a:pt x="18493" y="107918"/>
                    <a:pt x="5910" y="96919"/>
                    <a:pt x="10077" y="82254"/>
                  </a:cubicBezTo>
                  <a:cubicBezTo>
                    <a:pt x="12076" y="75421"/>
                    <a:pt x="20826" y="67505"/>
                    <a:pt x="26825" y="64006"/>
                  </a:cubicBezTo>
                  <a:cubicBezTo>
                    <a:pt x="31658" y="61172"/>
                    <a:pt x="37158" y="61339"/>
                    <a:pt x="37408" y="55006"/>
                  </a:cubicBezTo>
                  <a:cubicBezTo>
                    <a:pt x="37491" y="53256"/>
                    <a:pt x="36074" y="52590"/>
                    <a:pt x="35741" y="51173"/>
                  </a:cubicBezTo>
                  <a:cubicBezTo>
                    <a:pt x="33408" y="42757"/>
                    <a:pt x="28742" y="38258"/>
                    <a:pt x="32075" y="28509"/>
                  </a:cubicBezTo>
                  <a:cubicBezTo>
                    <a:pt x="38074" y="10927"/>
                    <a:pt x="54156" y="1511"/>
                    <a:pt x="71905" y="6344"/>
                  </a:cubicBezTo>
                  <a:cubicBezTo>
                    <a:pt x="74488" y="7011"/>
                    <a:pt x="75654" y="3095"/>
                    <a:pt x="72988" y="2344"/>
                  </a:cubicBezTo>
                  <a:lnTo>
                    <a:pt x="72988" y="2344"/>
                  </a:lnTo>
                  <a:close/>
                </a:path>
              </a:pathLst>
            </a:custGeom>
            <a:grpFill/>
            <a:ln w="8332" cap="flat">
              <a:noFill/>
              <a:prstDash val="solid"/>
              <a:miter/>
            </a:ln>
          </p:spPr>
          <p:txBody>
            <a:bodyPr rtlCol="0" anchor="ctr"/>
            <a:lstStyle/>
            <a:p>
              <a:endParaRPr lang="en-US"/>
            </a:p>
          </p:txBody>
        </p:sp>
        <p:sp>
          <p:nvSpPr>
            <p:cNvPr id="2260" name="Freeform: Shape 2259"/>
            <p:cNvSpPr/>
            <p:nvPr/>
          </p:nvSpPr>
          <p:spPr>
            <a:xfrm>
              <a:off x="4376098" y="6429713"/>
              <a:ext cx="29960" cy="39012"/>
            </a:xfrm>
            <a:custGeom>
              <a:avLst/>
              <a:gdLst>
                <a:gd name="connsiteX0" fmla="*/ 25777 w 29960"/>
                <a:gd name="connsiteY0" fmla="*/ 28132 h 39012"/>
                <a:gd name="connsiteX1" fmla="*/ 9945 w 29960"/>
                <a:gd name="connsiteY1" fmla="*/ 26549 h 39012"/>
                <a:gd name="connsiteX2" fmla="*/ 11945 w 29960"/>
                <a:gd name="connsiteY2" fmla="*/ 13800 h 39012"/>
                <a:gd name="connsiteX3" fmla="*/ 19194 w 29960"/>
                <a:gd name="connsiteY3" fmla="*/ 2801 h 39012"/>
                <a:gd name="connsiteX4" fmla="*/ 16278 w 29960"/>
                <a:gd name="connsiteY4" fmla="*/ 551 h 39012"/>
                <a:gd name="connsiteX5" fmla="*/ 1529 w 29960"/>
                <a:gd name="connsiteY5" fmla="*/ 32298 h 39012"/>
                <a:gd name="connsiteX6" fmla="*/ 27943 w 29960"/>
                <a:gd name="connsiteY6" fmla="*/ 35714 h 39012"/>
                <a:gd name="connsiteX7" fmla="*/ 25777 w 29960"/>
                <a:gd name="connsiteY7" fmla="*/ 28132 h 39012"/>
                <a:gd name="connsiteX8" fmla="*/ 25777 w 29960"/>
                <a:gd name="connsiteY8" fmla="*/ 28132 h 39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960" h="39012">
                  <a:moveTo>
                    <a:pt x="25777" y="28132"/>
                  </a:moveTo>
                  <a:cubicBezTo>
                    <a:pt x="21860" y="28382"/>
                    <a:pt x="12778" y="29798"/>
                    <a:pt x="9945" y="26549"/>
                  </a:cubicBezTo>
                  <a:cubicBezTo>
                    <a:pt x="7278" y="23549"/>
                    <a:pt x="10445" y="16800"/>
                    <a:pt x="11945" y="13800"/>
                  </a:cubicBezTo>
                  <a:cubicBezTo>
                    <a:pt x="13861" y="9800"/>
                    <a:pt x="16611" y="6384"/>
                    <a:pt x="19194" y="2801"/>
                  </a:cubicBezTo>
                  <a:cubicBezTo>
                    <a:pt x="20361" y="1134"/>
                    <a:pt x="17611" y="-1032"/>
                    <a:pt x="16278" y="551"/>
                  </a:cubicBezTo>
                  <a:cubicBezTo>
                    <a:pt x="10195" y="7967"/>
                    <a:pt x="-4804" y="21549"/>
                    <a:pt x="1529" y="32298"/>
                  </a:cubicBezTo>
                  <a:cubicBezTo>
                    <a:pt x="7112" y="41881"/>
                    <a:pt x="19611" y="39464"/>
                    <a:pt x="27943" y="35714"/>
                  </a:cubicBezTo>
                  <a:cubicBezTo>
                    <a:pt x="31693" y="34048"/>
                    <a:pt x="29776" y="27882"/>
                    <a:pt x="25777" y="28132"/>
                  </a:cubicBezTo>
                  <a:lnTo>
                    <a:pt x="25777" y="28132"/>
                  </a:lnTo>
                  <a:close/>
                </a:path>
              </a:pathLst>
            </a:custGeom>
            <a:grpFill/>
            <a:ln w="8332" cap="flat">
              <a:noFill/>
              <a:prstDash val="solid"/>
              <a:miter/>
            </a:ln>
          </p:spPr>
          <p:txBody>
            <a:bodyPr rtlCol="0" anchor="ctr"/>
            <a:lstStyle/>
            <a:p>
              <a:endParaRPr lang="en-US"/>
            </a:p>
          </p:txBody>
        </p:sp>
        <p:sp>
          <p:nvSpPr>
            <p:cNvPr id="2261" name="Freeform: Shape 2260"/>
            <p:cNvSpPr/>
            <p:nvPr/>
          </p:nvSpPr>
          <p:spPr>
            <a:xfrm>
              <a:off x="4408969" y="6393400"/>
              <a:ext cx="23835" cy="35287"/>
            </a:xfrm>
            <a:custGeom>
              <a:avLst/>
              <a:gdLst>
                <a:gd name="connsiteX0" fmla="*/ 20987 w 23835"/>
                <a:gd name="connsiteY0" fmla="*/ 27365 h 35287"/>
                <a:gd name="connsiteX1" fmla="*/ 9404 w 23835"/>
                <a:gd name="connsiteY1" fmla="*/ 21032 h 35287"/>
                <a:gd name="connsiteX2" fmla="*/ 13071 w 23835"/>
                <a:gd name="connsiteY2" fmla="*/ 3784 h 35287"/>
                <a:gd name="connsiteX3" fmla="*/ 7571 w 23835"/>
                <a:gd name="connsiteY3" fmla="*/ 1451 h 35287"/>
                <a:gd name="connsiteX4" fmla="*/ 988 w 23835"/>
                <a:gd name="connsiteY4" fmla="*/ 26532 h 35287"/>
                <a:gd name="connsiteX5" fmla="*/ 19820 w 23835"/>
                <a:gd name="connsiteY5" fmla="*/ 35281 h 35287"/>
                <a:gd name="connsiteX6" fmla="*/ 20987 w 23835"/>
                <a:gd name="connsiteY6" fmla="*/ 27365 h 35287"/>
                <a:gd name="connsiteX7" fmla="*/ 20987 w 23835"/>
                <a:gd name="connsiteY7" fmla="*/ 27365 h 35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35" h="35287">
                  <a:moveTo>
                    <a:pt x="20987" y="27365"/>
                  </a:moveTo>
                  <a:cubicBezTo>
                    <a:pt x="16987" y="25865"/>
                    <a:pt x="11071" y="25532"/>
                    <a:pt x="9404" y="21032"/>
                  </a:cubicBezTo>
                  <a:cubicBezTo>
                    <a:pt x="7404" y="15700"/>
                    <a:pt x="11404" y="8784"/>
                    <a:pt x="13071" y="3784"/>
                  </a:cubicBezTo>
                  <a:cubicBezTo>
                    <a:pt x="14154" y="534"/>
                    <a:pt x="9155" y="-1549"/>
                    <a:pt x="7571" y="1451"/>
                  </a:cubicBezTo>
                  <a:cubicBezTo>
                    <a:pt x="3488" y="9117"/>
                    <a:pt x="-2344" y="17533"/>
                    <a:pt x="988" y="26532"/>
                  </a:cubicBezTo>
                  <a:cubicBezTo>
                    <a:pt x="3988" y="34698"/>
                    <a:pt x="12404" y="35365"/>
                    <a:pt x="19820" y="35281"/>
                  </a:cubicBezTo>
                  <a:cubicBezTo>
                    <a:pt x="24736" y="35365"/>
                    <a:pt x="25153" y="28865"/>
                    <a:pt x="20987" y="27365"/>
                  </a:cubicBezTo>
                  <a:lnTo>
                    <a:pt x="20987" y="27365"/>
                  </a:lnTo>
                  <a:close/>
                </a:path>
              </a:pathLst>
            </a:custGeom>
            <a:grpFill/>
            <a:ln w="8332" cap="flat">
              <a:noFill/>
              <a:prstDash val="solid"/>
              <a:miter/>
            </a:ln>
          </p:spPr>
          <p:txBody>
            <a:bodyPr rtlCol="0" anchor="ctr"/>
            <a:lstStyle/>
            <a:p>
              <a:endParaRPr lang="en-US"/>
            </a:p>
          </p:txBody>
        </p:sp>
        <p:sp>
          <p:nvSpPr>
            <p:cNvPr id="2262" name="Freeform: Shape 2261"/>
            <p:cNvSpPr/>
            <p:nvPr/>
          </p:nvSpPr>
          <p:spPr>
            <a:xfrm>
              <a:off x="5538232" y="6678386"/>
              <a:ext cx="582663" cy="567958"/>
            </a:xfrm>
            <a:custGeom>
              <a:avLst/>
              <a:gdLst>
                <a:gd name="connsiteX0" fmla="*/ 462332 w 582663"/>
                <a:gd name="connsiteY0" fmla="*/ 39019 h 567958"/>
                <a:gd name="connsiteX1" fmla="*/ 462332 w 582663"/>
                <a:gd name="connsiteY1" fmla="*/ 38519 h 567958"/>
                <a:gd name="connsiteX2" fmla="*/ 429335 w 582663"/>
                <a:gd name="connsiteY2" fmla="*/ 2772 h 567958"/>
                <a:gd name="connsiteX3" fmla="*/ 388172 w 582663"/>
                <a:gd name="connsiteY3" fmla="*/ 6605 h 567958"/>
                <a:gd name="connsiteX4" fmla="*/ 370757 w 582663"/>
                <a:gd name="connsiteY4" fmla="*/ 47852 h 567958"/>
                <a:gd name="connsiteX5" fmla="*/ 378840 w 582663"/>
                <a:gd name="connsiteY5" fmla="*/ 71099 h 567958"/>
                <a:gd name="connsiteX6" fmla="*/ 390589 w 582663"/>
                <a:gd name="connsiteY6" fmla="*/ 82015 h 567958"/>
                <a:gd name="connsiteX7" fmla="*/ 387589 w 582663"/>
                <a:gd name="connsiteY7" fmla="*/ 121845 h 567958"/>
                <a:gd name="connsiteX8" fmla="*/ 359842 w 582663"/>
                <a:gd name="connsiteY8" fmla="*/ 153758 h 567958"/>
                <a:gd name="connsiteX9" fmla="*/ 359342 w 582663"/>
                <a:gd name="connsiteY9" fmla="*/ 193505 h 567958"/>
                <a:gd name="connsiteX10" fmla="*/ 316345 w 582663"/>
                <a:gd name="connsiteY10" fmla="*/ 216753 h 567958"/>
                <a:gd name="connsiteX11" fmla="*/ 260434 w 582663"/>
                <a:gd name="connsiteY11" fmla="*/ 205004 h 567958"/>
                <a:gd name="connsiteX12" fmla="*/ 223521 w 582663"/>
                <a:gd name="connsiteY12" fmla="*/ 230085 h 567958"/>
                <a:gd name="connsiteX13" fmla="*/ 190774 w 582663"/>
                <a:gd name="connsiteY13" fmla="*/ 221002 h 567958"/>
                <a:gd name="connsiteX14" fmla="*/ 190690 w 582663"/>
                <a:gd name="connsiteY14" fmla="*/ 204754 h 567958"/>
                <a:gd name="connsiteX15" fmla="*/ 184191 w 582663"/>
                <a:gd name="connsiteY15" fmla="*/ 179506 h 567958"/>
                <a:gd name="connsiteX16" fmla="*/ 152777 w 582663"/>
                <a:gd name="connsiteY16" fmla="*/ 136010 h 567958"/>
                <a:gd name="connsiteX17" fmla="*/ 138528 w 582663"/>
                <a:gd name="connsiteY17" fmla="*/ 127928 h 567958"/>
                <a:gd name="connsiteX18" fmla="*/ 119780 w 582663"/>
                <a:gd name="connsiteY18" fmla="*/ 89931 h 567958"/>
                <a:gd name="connsiteX19" fmla="*/ 68785 w 582663"/>
                <a:gd name="connsiteY19" fmla="*/ 85098 h 567958"/>
                <a:gd name="connsiteX20" fmla="*/ 18206 w 582663"/>
                <a:gd name="connsiteY20" fmla="*/ 179673 h 567958"/>
                <a:gd name="connsiteX21" fmla="*/ 541 w 582663"/>
                <a:gd name="connsiteY21" fmla="*/ 229252 h 567958"/>
                <a:gd name="connsiteX22" fmla="*/ 38621 w 582663"/>
                <a:gd name="connsiteY22" fmla="*/ 314327 h 567958"/>
                <a:gd name="connsiteX23" fmla="*/ 21622 w 582663"/>
                <a:gd name="connsiteY23" fmla="*/ 370072 h 567958"/>
                <a:gd name="connsiteX24" fmla="*/ 102531 w 582663"/>
                <a:gd name="connsiteY24" fmla="*/ 478979 h 567958"/>
                <a:gd name="connsiteX25" fmla="*/ 158110 w 582663"/>
                <a:gd name="connsiteY25" fmla="*/ 500311 h 567958"/>
                <a:gd name="connsiteX26" fmla="*/ 185941 w 582663"/>
                <a:gd name="connsiteY26" fmla="*/ 493645 h 567958"/>
                <a:gd name="connsiteX27" fmla="*/ 185607 w 582663"/>
                <a:gd name="connsiteY27" fmla="*/ 498644 h 567958"/>
                <a:gd name="connsiteX28" fmla="*/ 249018 w 582663"/>
                <a:gd name="connsiteY28" fmla="*/ 565221 h 567958"/>
                <a:gd name="connsiteX29" fmla="*/ 351842 w 582663"/>
                <a:gd name="connsiteY29" fmla="*/ 544473 h 567958"/>
                <a:gd name="connsiteX30" fmla="*/ 396005 w 582663"/>
                <a:gd name="connsiteY30" fmla="*/ 501060 h 567958"/>
                <a:gd name="connsiteX31" fmla="*/ 399588 w 582663"/>
                <a:gd name="connsiteY31" fmla="*/ 501477 h 567958"/>
                <a:gd name="connsiteX32" fmla="*/ 414836 w 582663"/>
                <a:gd name="connsiteY32" fmla="*/ 496228 h 567958"/>
                <a:gd name="connsiteX33" fmla="*/ 434251 w 582663"/>
                <a:gd name="connsiteY33" fmla="*/ 487645 h 567958"/>
                <a:gd name="connsiteX34" fmla="*/ 463749 w 582663"/>
                <a:gd name="connsiteY34" fmla="*/ 470230 h 567958"/>
                <a:gd name="connsiteX35" fmla="*/ 511578 w 582663"/>
                <a:gd name="connsiteY35" fmla="*/ 422401 h 567958"/>
                <a:gd name="connsiteX36" fmla="*/ 535909 w 582663"/>
                <a:gd name="connsiteY36" fmla="*/ 331992 h 567958"/>
                <a:gd name="connsiteX37" fmla="*/ 566156 w 582663"/>
                <a:gd name="connsiteY37" fmla="*/ 300996 h 567958"/>
                <a:gd name="connsiteX38" fmla="*/ 582655 w 582663"/>
                <a:gd name="connsiteY38" fmla="*/ 245584 h 567958"/>
                <a:gd name="connsiteX39" fmla="*/ 526577 w 582663"/>
                <a:gd name="connsiteY39" fmla="*/ 146259 h 567958"/>
                <a:gd name="connsiteX40" fmla="*/ 520911 w 582663"/>
                <a:gd name="connsiteY40" fmla="*/ 82182 h 567958"/>
                <a:gd name="connsiteX41" fmla="*/ 468582 w 582663"/>
                <a:gd name="connsiteY41" fmla="*/ 39519 h 567958"/>
                <a:gd name="connsiteX42" fmla="*/ 462332 w 582663"/>
                <a:gd name="connsiteY42" fmla="*/ 39019 h 567958"/>
                <a:gd name="connsiteX43" fmla="*/ 462332 w 582663"/>
                <a:gd name="connsiteY43" fmla="*/ 39019 h 567958"/>
                <a:gd name="connsiteX44" fmla="*/ 124279 w 582663"/>
                <a:gd name="connsiteY44" fmla="*/ 124511 h 567958"/>
                <a:gd name="connsiteX45" fmla="*/ 61118 w 582663"/>
                <a:gd name="connsiteY45" fmla="*/ 140760 h 567958"/>
                <a:gd name="connsiteX46" fmla="*/ 23122 w 582663"/>
                <a:gd name="connsiteY46" fmla="*/ 172507 h 567958"/>
                <a:gd name="connsiteX47" fmla="*/ 66035 w 582663"/>
                <a:gd name="connsiteY47" fmla="*/ 102013 h 567958"/>
                <a:gd name="connsiteX48" fmla="*/ 106947 w 582663"/>
                <a:gd name="connsiteY48" fmla="*/ 97847 h 567958"/>
                <a:gd name="connsiteX49" fmla="*/ 124279 w 582663"/>
                <a:gd name="connsiteY49" fmla="*/ 124511 h 567958"/>
                <a:gd name="connsiteX50" fmla="*/ 124279 w 582663"/>
                <a:gd name="connsiteY50" fmla="*/ 124511 h 567958"/>
                <a:gd name="connsiteX51" fmla="*/ 174525 w 582663"/>
                <a:gd name="connsiteY51" fmla="*/ 222502 h 567958"/>
                <a:gd name="connsiteX52" fmla="*/ 97615 w 582663"/>
                <a:gd name="connsiteY52" fmla="*/ 256332 h 567958"/>
                <a:gd name="connsiteX53" fmla="*/ 44370 w 582663"/>
                <a:gd name="connsiteY53" fmla="*/ 304995 h 567958"/>
                <a:gd name="connsiteX54" fmla="*/ 20622 w 582663"/>
                <a:gd name="connsiteY54" fmla="*/ 269331 h 567958"/>
                <a:gd name="connsiteX55" fmla="*/ 17039 w 582663"/>
                <a:gd name="connsiteY55" fmla="*/ 221169 h 567958"/>
                <a:gd name="connsiteX56" fmla="*/ 72201 w 582663"/>
                <a:gd name="connsiteY56" fmla="*/ 149342 h 567958"/>
                <a:gd name="connsiteX57" fmla="*/ 115280 w 582663"/>
                <a:gd name="connsiteY57" fmla="*/ 135260 h 567958"/>
                <a:gd name="connsiteX58" fmla="*/ 126113 w 582663"/>
                <a:gd name="connsiteY58" fmla="*/ 135593 h 567958"/>
                <a:gd name="connsiteX59" fmla="*/ 130779 w 582663"/>
                <a:gd name="connsiteY59" fmla="*/ 136677 h 567958"/>
                <a:gd name="connsiteX60" fmla="*/ 154277 w 582663"/>
                <a:gd name="connsiteY60" fmla="*/ 155175 h 567958"/>
                <a:gd name="connsiteX61" fmla="*/ 173942 w 582663"/>
                <a:gd name="connsiteY61" fmla="*/ 199754 h 567958"/>
                <a:gd name="connsiteX62" fmla="*/ 174525 w 582663"/>
                <a:gd name="connsiteY62" fmla="*/ 222502 h 567958"/>
                <a:gd name="connsiteX63" fmla="*/ 174525 w 582663"/>
                <a:gd name="connsiteY63" fmla="*/ 222502 h 567958"/>
                <a:gd name="connsiteX64" fmla="*/ 222104 w 582663"/>
                <a:gd name="connsiteY64" fmla="*/ 248917 h 567958"/>
                <a:gd name="connsiteX65" fmla="*/ 227604 w 582663"/>
                <a:gd name="connsiteY65" fmla="*/ 280997 h 567958"/>
                <a:gd name="connsiteX66" fmla="*/ 231520 w 582663"/>
                <a:gd name="connsiteY66" fmla="*/ 346408 h 567958"/>
                <a:gd name="connsiteX67" fmla="*/ 230603 w 582663"/>
                <a:gd name="connsiteY67" fmla="*/ 360907 h 567958"/>
                <a:gd name="connsiteX68" fmla="*/ 226687 w 582663"/>
                <a:gd name="connsiteY68" fmla="*/ 377072 h 567958"/>
                <a:gd name="connsiteX69" fmla="*/ 187524 w 582663"/>
                <a:gd name="connsiteY69" fmla="*/ 480146 h 567958"/>
                <a:gd name="connsiteX70" fmla="*/ 142278 w 582663"/>
                <a:gd name="connsiteY70" fmla="*/ 484145 h 567958"/>
                <a:gd name="connsiteX71" fmla="*/ 96865 w 582663"/>
                <a:gd name="connsiteY71" fmla="*/ 457481 h 567958"/>
                <a:gd name="connsiteX72" fmla="*/ 36371 w 582663"/>
                <a:gd name="connsiteY72" fmla="*/ 362407 h 567958"/>
                <a:gd name="connsiteX73" fmla="*/ 108364 w 582663"/>
                <a:gd name="connsiteY73" fmla="*/ 266915 h 567958"/>
                <a:gd name="connsiteX74" fmla="*/ 178441 w 582663"/>
                <a:gd name="connsiteY74" fmla="*/ 237418 h 567958"/>
                <a:gd name="connsiteX75" fmla="*/ 185524 w 582663"/>
                <a:gd name="connsiteY75" fmla="*/ 236835 h 567958"/>
                <a:gd name="connsiteX76" fmla="*/ 221854 w 582663"/>
                <a:gd name="connsiteY76" fmla="*/ 249000 h 567958"/>
                <a:gd name="connsiteX77" fmla="*/ 222104 w 582663"/>
                <a:gd name="connsiteY77" fmla="*/ 248917 h 567958"/>
                <a:gd name="connsiteX78" fmla="*/ 222104 w 582663"/>
                <a:gd name="connsiteY78" fmla="*/ 248917 h 567958"/>
                <a:gd name="connsiteX79" fmla="*/ 381173 w 582663"/>
                <a:gd name="connsiteY79" fmla="*/ 285580 h 567958"/>
                <a:gd name="connsiteX80" fmla="*/ 419003 w 582663"/>
                <a:gd name="connsiteY80" fmla="*/ 385987 h 567958"/>
                <a:gd name="connsiteX81" fmla="*/ 294597 w 582663"/>
                <a:gd name="connsiteY81" fmla="*/ 551806 h 567958"/>
                <a:gd name="connsiteX82" fmla="*/ 206022 w 582663"/>
                <a:gd name="connsiteY82" fmla="*/ 512059 h 567958"/>
                <a:gd name="connsiteX83" fmla="*/ 215688 w 582663"/>
                <a:gd name="connsiteY83" fmla="*/ 455481 h 567958"/>
                <a:gd name="connsiteX84" fmla="*/ 234436 w 582663"/>
                <a:gd name="connsiteY84" fmla="*/ 410152 h 567958"/>
                <a:gd name="connsiteX85" fmla="*/ 253351 w 582663"/>
                <a:gd name="connsiteY85" fmla="*/ 317244 h 567958"/>
                <a:gd name="connsiteX86" fmla="*/ 246685 w 582663"/>
                <a:gd name="connsiteY86" fmla="*/ 272248 h 567958"/>
                <a:gd name="connsiteX87" fmla="*/ 236936 w 582663"/>
                <a:gd name="connsiteY87" fmla="*/ 253000 h 567958"/>
                <a:gd name="connsiteX88" fmla="*/ 236686 w 582663"/>
                <a:gd name="connsiteY88" fmla="*/ 248167 h 567958"/>
                <a:gd name="connsiteX89" fmla="*/ 295097 w 582663"/>
                <a:gd name="connsiteY89" fmla="*/ 223752 h 567958"/>
                <a:gd name="connsiteX90" fmla="*/ 340260 w 582663"/>
                <a:gd name="connsiteY90" fmla="*/ 249000 h 567958"/>
                <a:gd name="connsiteX91" fmla="*/ 381173 w 582663"/>
                <a:gd name="connsiteY91" fmla="*/ 285580 h 567958"/>
                <a:gd name="connsiteX92" fmla="*/ 381173 w 582663"/>
                <a:gd name="connsiteY92" fmla="*/ 285580 h 567958"/>
                <a:gd name="connsiteX93" fmla="*/ 375340 w 582663"/>
                <a:gd name="connsiteY93" fmla="*/ 205504 h 567958"/>
                <a:gd name="connsiteX94" fmla="*/ 440917 w 582663"/>
                <a:gd name="connsiteY94" fmla="*/ 218919 h 567958"/>
                <a:gd name="connsiteX95" fmla="*/ 522577 w 582663"/>
                <a:gd name="connsiteY95" fmla="*/ 321577 h 567958"/>
                <a:gd name="connsiteX96" fmla="*/ 480581 w 582663"/>
                <a:gd name="connsiteY96" fmla="*/ 436650 h 567958"/>
                <a:gd name="connsiteX97" fmla="*/ 431085 w 582663"/>
                <a:gd name="connsiteY97" fmla="*/ 474563 h 567958"/>
                <a:gd name="connsiteX98" fmla="*/ 403337 w 582663"/>
                <a:gd name="connsiteY98" fmla="*/ 488812 h 567958"/>
                <a:gd name="connsiteX99" fmla="*/ 419253 w 582663"/>
                <a:gd name="connsiteY99" fmla="*/ 452482 h 567958"/>
                <a:gd name="connsiteX100" fmla="*/ 421419 w 582663"/>
                <a:gd name="connsiteY100" fmla="*/ 341075 h 567958"/>
                <a:gd name="connsiteX101" fmla="*/ 356842 w 582663"/>
                <a:gd name="connsiteY101" fmla="*/ 243417 h 567958"/>
                <a:gd name="connsiteX102" fmla="*/ 331261 w 582663"/>
                <a:gd name="connsiteY102" fmla="*/ 225169 h 567958"/>
                <a:gd name="connsiteX103" fmla="*/ 375340 w 582663"/>
                <a:gd name="connsiteY103" fmla="*/ 205504 h 567958"/>
                <a:gd name="connsiteX104" fmla="*/ 375340 w 582663"/>
                <a:gd name="connsiteY104" fmla="*/ 205504 h 567958"/>
                <a:gd name="connsiteX105" fmla="*/ 426252 w 582663"/>
                <a:gd name="connsiteY105" fmla="*/ 121762 h 567958"/>
                <a:gd name="connsiteX106" fmla="*/ 514661 w 582663"/>
                <a:gd name="connsiteY106" fmla="*/ 155175 h 567958"/>
                <a:gd name="connsiteX107" fmla="*/ 568489 w 582663"/>
                <a:gd name="connsiteY107" fmla="*/ 245167 h 567958"/>
                <a:gd name="connsiteX108" fmla="*/ 557240 w 582663"/>
                <a:gd name="connsiteY108" fmla="*/ 288830 h 567958"/>
                <a:gd name="connsiteX109" fmla="*/ 533409 w 582663"/>
                <a:gd name="connsiteY109" fmla="*/ 318410 h 567958"/>
                <a:gd name="connsiteX110" fmla="*/ 527910 w 582663"/>
                <a:gd name="connsiteY110" fmla="*/ 301578 h 567958"/>
                <a:gd name="connsiteX111" fmla="*/ 432501 w 582663"/>
                <a:gd name="connsiteY111" fmla="*/ 200254 h 567958"/>
                <a:gd name="connsiteX112" fmla="*/ 367841 w 582663"/>
                <a:gd name="connsiteY112" fmla="*/ 191505 h 567958"/>
                <a:gd name="connsiteX113" fmla="*/ 381340 w 582663"/>
                <a:gd name="connsiteY113" fmla="*/ 144260 h 567958"/>
                <a:gd name="connsiteX114" fmla="*/ 426252 w 582663"/>
                <a:gd name="connsiteY114" fmla="*/ 121762 h 567958"/>
                <a:gd name="connsiteX115" fmla="*/ 426252 w 582663"/>
                <a:gd name="connsiteY115" fmla="*/ 121762 h 567958"/>
                <a:gd name="connsiteX116" fmla="*/ 479914 w 582663"/>
                <a:gd name="connsiteY116" fmla="*/ 58184 h 567958"/>
                <a:gd name="connsiteX117" fmla="*/ 514661 w 582663"/>
                <a:gd name="connsiteY117" fmla="*/ 137260 h 567958"/>
                <a:gd name="connsiteX118" fmla="*/ 402004 w 582663"/>
                <a:gd name="connsiteY118" fmla="*/ 114262 h 567958"/>
                <a:gd name="connsiteX119" fmla="*/ 394339 w 582663"/>
                <a:gd name="connsiteY119" fmla="*/ 117928 h 567958"/>
                <a:gd name="connsiteX120" fmla="*/ 479914 w 582663"/>
                <a:gd name="connsiteY120" fmla="*/ 58184 h 567958"/>
                <a:gd name="connsiteX121" fmla="*/ 479914 w 582663"/>
                <a:gd name="connsiteY121" fmla="*/ 58184 h 567958"/>
                <a:gd name="connsiteX122" fmla="*/ 449500 w 582663"/>
                <a:gd name="connsiteY122" fmla="*/ 39519 h 567958"/>
                <a:gd name="connsiteX123" fmla="*/ 399421 w 582663"/>
                <a:gd name="connsiteY123" fmla="*/ 68100 h 567958"/>
                <a:gd name="connsiteX124" fmla="*/ 393588 w 582663"/>
                <a:gd name="connsiteY124" fmla="*/ 76516 h 567958"/>
                <a:gd name="connsiteX125" fmla="*/ 398255 w 582663"/>
                <a:gd name="connsiteY125" fmla="*/ 18770 h 567958"/>
                <a:gd name="connsiteX126" fmla="*/ 424003 w 582663"/>
                <a:gd name="connsiteY126" fmla="*/ 17021 h 567958"/>
                <a:gd name="connsiteX127" fmla="*/ 449500 w 582663"/>
                <a:gd name="connsiteY127" fmla="*/ 39519 h 567958"/>
                <a:gd name="connsiteX128" fmla="*/ 449500 w 582663"/>
                <a:gd name="connsiteY128" fmla="*/ 39519 h 56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582663" h="567958">
                  <a:moveTo>
                    <a:pt x="462332" y="39019"/>
                  </a:moveTo>
                  <a:cubicBezTo>
                    <a:pt x="462332" y="38852"/>
                    <a:pt x="462332" y="38685"/>
                    <a:pt x="462332" y="38519"/>
                  </a:cubicBezTo>
                  <a:cubicBezTo>
                    <a:pt x="460499" y="24687"/>
                    <a:pt x="441584" y="7772"/>
                    <a:pt x="429335" y="2772"/>
                  </a:cubicBezTo>
                  <a:cubicBezTo>
                    <a:pt x="417253" y="-2144"/>
                    <a:pt x="399088" y="-311"/>
                    <a:pt x="388172" y="6605"/>
                  </a:cubicBezTo>
                  <a:cubicBezTo>
                    <a:pt x="375007" y="14854"/>
                    <a:pt x="369507" y="33019"/>
                    <a:pt x="370757" y="47852"/>
                  </a:cubicBezTo>
                  <a:cubicBezTo>
                    <a:pt x="371424" y="56101"/>
                    <a:pt x="374590" y="64100"/>
                    <a:pt x="378840" y="71099"/>
                  </a:cubicBezTo>
                  <a:cubicBezTo>
                    <a:pt x="382673" y="77349"/>
                    <a:pt x="385839" y="79349"/>
                    <a:pt x="390589" y="82015"/>
                  </a:cubicBezTo>
                  <a:cubicBezTo>
                    <a:pt x="384089" y="94764"/>
                    <a:pt x="381090" y="109346"/>
                    <a:pt x="387589" y="121845"/>
                  </a:cubicBezTo>
                  <a:cubicBezTo>
                    <a:pt x="375340" y="129594"/>
                    <a:pt x="364508" y="140260"/>
                    <a:pt x="359842" y="153758"/>
                  </a:cubicBezTo>
                  <a:cubicBezTo>
                    <a:pt x="356008" y="164924"/>
                    <a:pt x="354509" y="181423"/>
                    <a:pt x="359342" y="193505"/>
                  </a:cubicBezTo>
                  <a:cubicBezTo>
                    <a:pt x="343426" y="197588"/>
                    <a:pt x="328511" y="205337"/>
                    <a:pt x="316345" y="216753"/>
                  </a:cubicBezTo>
                  <a:cubicBezTo>
                    <a:pt x="299597" y="208420"/>
                    <a:pt x="281515" y="203588"/>
                    <a:pt x="260434" y="205004"/>
                  </a:cubicBezTo>
                  <a:cubicBezTo>
                    <a:pt x="245102" y="206087"/>
                    <a:pt x="228270" y="214670"/>
                    <a:pt x="223521" y="230085"/>
                  </a:cubicBezTo>
                  <a:cubicBezTo>
                    <a:pt x="213938" y="223419"/>
                    <a:pt x="202689" y="220836"/>
                    <a:pt x="190774" y="221002"/>
                  </a:cubicBezTo>
                  <a:cubicBezTo>
                    <a:pt x="191023" y="215753"/>
                    <a:pt x="191523" y="210670"/>
                    <a:pt x="190690" y="204754"/>
                  </a:cubicBezTo>
                  <a:cubicBezTo>
                    <a:pt x="189524" y="195838"/>
                    <a:pt x="187690" y="187839"/>
                    <a:pt x="184191" y="179506"/>
                  </a:cubicBezTo>
                  <a:cubicBezTo>
                    <a:pt x="177108" y="162591"/>
                    <a:pt x="167109" y="147592"/>
                    <a:pt x="152777" y="136010"/>
                  </a:cubicBezTo>
                  <a:cubicBezTo>
                    <a:pt x="148277" y="132427"/>
                    <a:pt x="143528" y="129761"/>
                    <a:pt x="138528" y="127928"/>
                  </a:cubicBezTo>
                  <a:cubicBezTo>
                    <a:pt x="140944" y="114679"/>
                    <a:pt x="128029" y="97847"/>
                    <a:pt x="119780" y="89931"/>
                  </a:cubicBezTo>
                  <a:cubicBezTo>
                    <a:pt x="104281" y="75182"/>
                    <a:pt x="87949" y="79515"/>
                    <a:pt x="68785" y="85098"/>
                  </a:cubicBezTo>
                  <a:cubicBezTo>
                    <a:pt x="35538" y="94847"/>
                    <a:pt x="-2209" y="144842"/>
                    <a:pt x="18206" y="179673"/>
                  </a:cubicBezTo>
                  <a:cubicBezTo>
                    <a:pt x="8706" y="194005"/>
                    <a:pt x="2707" y="210587"/>
                    <a:pt x="541" y="229252"/>
                  </a:cubicBezTo>
                  <a:cubicBezTo>
                    <a:pt x="-2959" y="259749"/>
                    <a:pt x="10623" y="298079"/>
                    <a:pt x="38621" y="314327"/>
                  </a:cubicBezTo>
                  <a:cubicBezTo>
                    <a:pt x="28455" y="331159"/>
                    <a:pt x="22039" y="349824"/>
                    <a:pt x="21622" y="370072"/>
                  </a:cubicBezTo>
                  <a:cubicBezTo>
                    <a:pt x="20539" y="420235"/>
                    <a:pt x="64618" y="453482"/>
                    <a:pt x="102531" y="478979"/>
                  </a:cubicBezTo>
                  <a:cubicBezTo>
                    <a:pt x="118946" y="489978"/>
                    <a:pt x="137695" y="500811"/>
                    <a:pt x="158110" y="500311"/>
                  </a:cubicBezTo>
                  <a:cubicBezTo>
                    <a:pt x="167692" y="500060"/>
                    <a:pt x="177525" y="498394"/>
                    <a:pt x="185941" y="493645"/>
                  </a:cubicBezTo>
                  <a:cubicBezTo>
                    <a:pt x="185774" y="495311"/>
                    <a:pt x="185607" y="496977"/>
                    <a:pt x="185607" y="498644"/>
                  </a:cubicBezTo>
                  <a:cubicBezTo>
                    <a:pt x="184524" y="533141"/>
                    <a:pt x="218437" y="558722"/>
                    <a:pt x="249018" y="565221"/>
                  </a:cubicBezTo>
                  <a:cubicBezTo>
                    <a:pt x="284598" y="572887"/>
                    <a:pt x="321595" y="563972"/>
                    <a:pt x="351842" y="544473"/>
                  </a:cubicBezTo>
                  <a:cubicBezTo>
                    <a:pt x="369674" y="532974"/>
                    <a:pt x="384339" y="518059"/>
                    <a:pt x="396005" y="501060"/>
                  </a:cubicBezTo>
                  <a:cubicBezTo>
                    <a:pt x="396838" y="502060"/>
                    <a:pt x="398421" y="502394"/>
                    <a:pt x="399588" y="501477"/>
                  </a:cubicBezTo>
                  <a:cubicBezTo>
                    <a:pt x="402754" y="498811"/>
                    <a:pt x="410837" y="497811"/>
                    <a:pt x="414836" y="496228"/>
                  </a:cubicBezTo>
                  <a:cubicBezTo>
                    <a:pt x="421419" y="493645"/>
                    <a:pt x="427919" y="490811"/>
                    <a:pt x="434251" y="487645"/>
                  </a:cubicBezTo>
                  <a:cubicBezTo>
                    <a:pt x="444417" y="482562"/>
                    <a:pt x="454500" y="476729"/>
                    <a:pt x="463749" y="470230"/>
                  </a:cubicBezTo>
                  <a:cubicBezTo>
                    <a:pt x="481914" y="457481"/>
                    <a:pt x="499162" y="440816"/>
                    <a:pt x="511578" y="422401"/>
                  </a:cubicBezTo>
                  <a:cubicBezTo>
                    <a:pt x="529409" y="395903"/>
                    <a:pt x="539409" y="363406"/>
                    <a:pt x="535909" y="331992"/>
                  </a:cubicBezTo>
                  <a:cubicBezTo>
                    <a:pt x="549408" y="328493"/>
                    <a:pt x="559407" y="311661"/>
                    <a:pt x="566156" y="300996"/>
                  </a:cubicBezTo>
                  <a:cubicBezTo>
                    <a:pt x="577738" y="282747"/>
                    <a:pt x="582905" y="267415"/>
                    <a:pt x="582655" y="245584"/>
                  </a:cubicBezTo>
                  <a:cubicBezTo>
                    <a:pt x="582238" y="206087"/>
                    <a:pt x="556741" y="171090"/>
                    <a:pt x="526577" y="146259"/>
                  </a:cubicBezTo>
                  <a:cubicBezTo>
                    <a:pt x="537409" y="128844"/>
                    <a:pt x="528660" y="98930"/>
                    <a:pt x="520911" y="82182"/>
                  </a:cubicBezTo>
                  <a:cubicBezTo>
                    <a:pt x="511495" y="61767"/>
                    <a:pt x="491329" y="42935"/>
                    <a:pt x="468582" y="39519"/>
                  </a:cubicBezTo>
                  <a:cubicBezTo>
                    <a:pt x="466499" y="39352"/>
                    <a:pt x="464415" y="39185"/>
                    <a:pt x="462332" y="39019"/>
                  </a:cubicBezTo>
                  <a:lnTo>
                    <a:pt x="462332" y="39019"/>
                  </a:lnTo>
                  <a:close/>
                  <a:moveTo>
                    <a:pt x="124279" y="124511"/>
                  </a:moveTo>
                  <a:cubicBezTo>
                    <a:pt x="102781" y="122178"/>
                    <a:pt x="79284" y="130677"/>
                    <a:pt x="61118" y="140760"/>
                  </a:cubicBezTo>
                  <a:cubicBezTo>
                    <a:pt x="45786" y="149259"/>
                    <a:pt x="32955" y="159842"/>
                    <a:pt x="23122" y="172507"/>
                  </a:cubicBezTo>
                  <a:cubicBezTo>
                    <a:pt x="18955" y="146009"/>
                    <a:pt x="44120" y="111429"/>
                    <a:pt x="66035" y="102013"/>
                  </a:cubicBezTo>
                  <a:cubicBezTo>
                    <a:pt x="76950" y="97347"/>
                    <a:pt x="96365" y="91181"/>
                    <a:pt x="106947" y="97847"/>
                  </a:cubicBezTo>
                  <a:cubicBezTo>
                    <a:pt x="113197" y="101596"/>
                    <a:pt x="124613" y="115345"/>
                    <a:pt x="124279" y="124511"/>
                  </a:cubicBezTo>
                  <a:lnTo>
                    <a:pt x="124279" y="124511"/>
                  </a:lnTo>
                  <a:close/>
                  <a:moveTo>
                    <a:pt x="174525" y="222502"/>
                  </a:moveTo>
                  <a:cubicBezTo>
                    <a:pt x="146194" y="227835"/>
                    <a:pt x="116613" y="244584"/>
                    <a:pt x="97615" y="256332"/>
                  </a:cubicBezTo>
                  <a:cubicBezTo>
                    <a:pt x="77450" y="268831"/>
                    <a:pt x="58452" y="285413"/>
                    <a:pt x="44370" y="304995"/>
                  </a:cubicBezTo>
                  <a:cubicBezTo>
                    <a:pt x="34204" y="294996"/>
                    <a:pt x="26205" y="282330"/>
                    <a:pt x="20622" y="269331"/>
                  </a:cubicBezTo>
                  <a:cubicBezTo>
                    <a:pt x="13789" y="253583"/>
                    <a:pt x="14372" y="237751"/>
                    <a:pt x="17039" y="221169"/>
                  </a:cubicBezTo>
                  <a:cubicBezTo>
                    <a:pt x="22039" y="190339"/>
                    <a:pt x="45203" y="164091"/>
                    <a:pt x="72201" y="149342"/>
                  </a:cubicBezTo>
                  <a:cubicBezTo>
                    <a:pt x="86033" y="141759"/>
                    <a:pt x="99448" y="136677"/>
                    <a:pt x="115280" y="135260"/>
                  </a:cubicBezTo>
                  <a:cubicBezTo>
                    <a:pt x="119197" y="134927"/>
                    <a:pt x="122779" y="135093"/>
                    <a:pt x="126113" y="135593"/>
                  </a:cubicBezTo>
                  <a:cubicBezTo>
                    <a:pt x="127529" y="136427"/>
                    <a:pt x="129196" y="136844"/>
                    <a:pt x="130779" y="136677"/>
                  </a:cubicBezTo>
                  <a:cubicBezTo>
                    <a:pt x="140111" y="139593"/>
                    <a:pt x="147444" y="146176"/>
                    <a:pt x="154277" y="155175"/>
                  </a:cubicBezTo>
                  <a:cubicBezTo>
                    <a:pt x="163693" y="167757"/>
                    <a:pt x="171442" y="184256"/>
                    <a:pt x="173942" y="199754"/>
                  </a:cubicBezTo>
                  <a:cubicBezTo>
                    <a:pt x="175275" y="207670"/>
                    <a:pt x="174775" y="215003"/>
                    <a:pt x="174525" y="222502"/>
                  </a:cubicBezTo>
                  <a:lnTo>
                    <a:pt x="174525" y="222502"/>
                  </a:lnTo>
                  <a:close/>
                  <a:moveTo>
                    <a:pt x="222104" y="248917"/>
                  </a:moveTo>
                  <a:cubicBezTo>
                    <a:pt x="223187" y="259833"/>
                    <a:pt x="226187" y="271414"/>
                    <a:pt x="227604" y="280997"/>
                  </a:cubicBezTo>
                  <a:cubicBezTo>
                    <a:pt x="230853" y="303495"/>
                    <a:pt x="232186" y="323827"/>
                    <a:pt x="231520" y="346408"/>
                  </a:cubicBezTo>
                  <a:cubicBezTo>
                    <a:pt x="231353" y="351324"/>
                    <a:pt x="231020" y="356157"/>
                    <a:pt x="230603" y="360907"/>
                  </a:cubicBezTo>
                  <a:cubicBezTo>
                    <a:pt x="229353" y="366323"/>
                    <a:pt x="228020" y="371656"/>
                    <a:pt x="226687" y="377072"/>
                  </a:cubicBezTo>
                  <a:cubicBezTo>
                    <a:pt x="218104" y="412152"/>
                    <a:pt x="194940" y="444649"/>
                    <a:pt x="187524" y="480146"/>
                  </a:cubicBezTo>
                  <a:cubicBezTo>
                    <a:pt x="174442" y="487979"/>
                    <a:pt x="156943" y="488728"/>
                    <a:pt x="142278" y="484145"/>
                  </a:cubicBezTo>
                  <a:cubicBezTo>
                    <a:pt x="125529" y="478896"/>
                    <a:pt x="110614" y="468064"/>
                    <a:pt x="96865" y="457481"/>
                  </a:cubicBezTo>
                  <a:cubicBezTo>
                    <a:pt x="65118" y="432900"/>
                    <a:pt x="31371" y="406653"/>
                    <a:pt x="36371" y="362407"/>
                  </a:cubicBezTo>
                  <a:cubicBezTo>
                    <a:pt x="41037" y="321077"/>
                    <a:pt x="73867" y="287247"/>
                    <a:pt x="108364" y="266915"/>
                  </a:cubicBezTo>
                  <a:cubicBezTo>
                    <a:pt x="127446" y="255666"/>
                    <a:pt x="153527" y="240667"/>
                    <a:pt x="178441" y="237418"/>
                  </a:cubicBezTo>
                  <a:cubicBezTo>
                    <a:pt x="180608" y="238251"/>
                    <a:pt x="183274" y="238001"/>
                    <a:pt x="185524" y="236835"/>
                  </a:cubicBezTo>
                  <a:cubicBezTo>
                    <a:pt x="198606" y="236335"/>
                    <a:pt x="211105" y="239584"/>
                    <a:pt x="221854" y="249000"/>
                  </a:cubicBezTo>
                  <a:cubicBezTo>
                    <a:pt x="222021" y="248833"/>
                    <a:pt x="222104" y="248833"/>
                    <a:pt x="222104" y="248917"/>
                  </a:cubicBezTo>
                  <a:lnTo>
                    <a:pt x="222104" y="248917"/>
                  </a:lnTo>
                  <a:close/>
                  <a:moveTo>
                    <a:pt x="381173" y="285580"/>
                  </a:moveTo>
                  <a:cubicBezTo>
                    <a:pt x="402504" y="313244"/>
                    <a:pt x="417086" y="350991"/>
                    <a:pt x="419003" y="385987"/>
                  </a:cubicBezTo>
                  <a:cubicBezTo>
                    <a:pt x="423169" y="460231"/>
                    <a:pt x="374090" y="544224"/>
                    <a:pt x="294597" y="551806"/>
                  </a:cubicBezTo>
                  <a:cubicBezTo>
                    <a:pt x="260767" y="555056"/>
                    <a:pt x="220604" y="546890"/>
                    <a:pt x="206022" y="512059"/>
                  </a:cubicBezTo>
                  <a:cubicBezTo>
                    <a:pt x="198606" y="494311"/>
                    <a:pt x="208855" y="472063"/>
                    <a:pt x="215688" y="455481"/>
                  </a:cubicBezTo>
                  <a:cubicBezTo>
                    <a:pt x="221937" y="440316"/>
                    <a:pt x="229103" y="425734"/>
                    <a:pt x="234436" y="410152"/>
                  </a:cubicBezTo>
                  <a:cubicBezTo>
                    <a:pt x="244435" y="380821"/>
                    <a:pt x="253685" y="348408"/>
                    <a:pt x="253351" y="317244"/>
                  </a:cubicBezTo>
                  <a:cubicBezTo>
                    <a:pt x="253185" y="302245"/>
                    <a:pt x="251518" y="286580"/>
                    <a:pt x="246685" y="272248"/>
                  </a:cubicBezTo>
                  <a:cubicBezTo>
                    <a:pt x="244352" y="265248"/>
                    <a:pt x="241352" y="258833"/>
                    <a:pt x="236936" y="253000"/>
                  </a:cubicBezTo>
                  <a:cubicBezTo>
                    <a:pt x="236853" y="251417"/>
                    <a:pt x="236769" y="249833"/>
                    <a:pt x="236686" y="248167"/>
                  </a:cubicBezTo>
                  <a:cubicBezTo>
                    <a:pt x="235769" y="214170"/>
                    <a:pt x="271599" y="217670"/>
                    <a:pt x="295097" y="223752"/>
                  </a:cubicBezTo>
                  <a:cubicBezTo>
                    <a:pt x="312596" y="228335"/>
                    <a:pt x="326095" y="238334"/>
                    <a:pt x="340260" y="249000"/>
                  </a:cubicBezTo>
                  <a:cubicBezTo>
                    <a:pt x="355259" y="260332"/>
                    <a:pt x="369757" y="270665"/>
                    <a:pt x="381173" y="285580"/>
                  </a:cubicBezTo>
                  <a:lnTo>
                    <a:pt x="381173" y="285580"/>
                  </a:lnTo>
                  <a:close/>
                  <a:moveTo>
                    <a:pt x="375340" y="205504"/>
                  </a:moveTo>
                  <a:cubicBezTo>
                    <a:pt x="398838" y="202337"/>
                    <a:pt x="420336" y="207587"/>
                    <a:pt x="440917" y="218919"/>
                  </a:cubicBezTo>
                  <a:cubicBezTo>
                    <a:pt x="479497" y="240084"/>
                    <a:pt x="513411" y="277414"/>
                    <a:pt x="522577" y="321577"/>
                  </a:cubicBezTo>
                  <a:cubicBezTo>
                    <a:pt x="530993" y="361990"/>
                    <a:pt x="509161" y="408902"/>
                    <a:pt x="480581" y="436650"/>
                  </a:cubicBezTo>
                  <a:cubicBezTo>
                    <a:pt x="465582" y="451148"/>
                    <a:pt x="449250" y="464147"/>
                    <a:pt x="431085" y="474563"/>
                  </a:cubicBezTo>
                  <a:cubicBezTo>
                    <a:pt x="423919" y="478646"/>
                    <a:pt x="411753" y="482646"/>
                    <a:pt x="403337" y="488812"/>
                  </a:cubicBezTo>
                  <a:cubicBezTo>
                    <a:pt x="409837" y="477396"/>
                    <a:pt x="415170" y="465147"/>
                    <a:pt x="419253" y="452482"/>
                  </a:cubicBezTo>
                  <a:cubicBezTo>
                    <a:pt x="431335" y="414818"/>
                    <a:pt x="431752" y="378988"/>
                    <a:pt x="421419" y="341075"/>
                  </a:cubicBezTo>
                  <a:cubicBezTo>
                    <a:pt x="410670" y="301662"/>
                    <a:pt x="389255" y="268415"/>
                    <a:pt x="356842" y="243417"/>
                  </a:cubicBezTo>
                  <a:cubicBezTo>
                    <a:pt x="348343" y="236835"/>
                    <a:pt x="339843" y="230668"/>
                    <a:pt x="331261" y="225169"/>
                  </a:cubicBezTo>
                  <a:cubicBezTo>
                    <a:pt x="344760" y="215087"/>
                    <a:pt x="357008" y="207920"/>
                    <a:pt x="375340" y="205504"/>
                  </a:cubicBezTo>
                  <a:lnTo>
                    <a:pt x="375340" y="205504"/>
                  </a:lnTo>
                  <a:close/>
                  <a:moveTo>
                    <a:pt x="426252" y="121762"/>
                  </a:moveTo>
                  <a:cubicBezTo>
                    <a:pt x="455250" y="117345"/>
                    <a:pt x="493079" y="137010"/>
                    <a:pt x="514661" y="155175"/>
                  </a:cubicBezTo>
                  <a:cubicBezTo>
                    <a:pt x="541908" y="178256"/>
                    <a:pt x="567989" y="207920"/>
                    <a:pt x="568489" y="245167"/>
                  </a:cubicBezTo>
                  <a:cubicBezTo>
                    <a:pt x="568739" y="261582"/>
                    <a:pt x="565906" y="274748"/>
                    <a:pt x="557240" y="288830"/>
                  </a:cubicBezTo>
                  <a:cubicBezTo>
                    <a:pt x="550824" y="299245"/>
                    <a:pt x="543908" y="311328"/>
                    <a:pt x="533409" y="318410"/>
                  </a:cubicBezTo>
                  <a:cubicBezTo>
                    <a:pt x="532076" y="312744"/>
                    <a:pt x="530243" y="307078"/>
                    <a:pt x="527910" y="301578"/>
                  </a:cubicBezTo>
                  <a:cubicBezTo>
                    <a:pt x="508912" y="257083"/>
                    <a:pt x="476414" y="221502"/>
                    <a:pt x="432501" y="200254"/>
                  </a:cubicBezTo>
                  <a:cubicBezTo>
                    <a:pt x="412420" y="190505"/>
                    <a:pt x="389506" y="187755"/>
                    <a:pt x="367841" y="191505"/>
                  </a:cubicBezTo>
                  <a:cubicBezTo>
                    <a:pt x="364758" y="176173"/>
                    <a:pt x="372174" y="153842"/>
                    <a:pt x="381340" y="144260"/>
                  </a:cubicBezTo>
                  <a:cubicBezTo>
                    <a:pt x="392839" y="132094"/>
                    <a:pt x="409670" y="124261"/>
                    <a:pt x="426252" y="121762"/>
                  </a:cubicBezTo>
                  <a:lnTo>
                    <a:pt x="426252" y="121762"/>
                  </a:lnTo>
                  <a:close/>
                  <a:moveTo>
                    <a:pt x="479914" y="58184"/>
                  </a:moveTo>
                  <a:cubicBezTo>
                    <a:pt x="508912" y="75099"/>
                    <a:pt x="516827" y="106513"/>
                    <a:pt x="514661" y="137260"/>
                  </a:cubicBezTo>
                  <a:cubicBezTo>
                    <a:pt x="482497" y="114429"/>
                    <a:pt x="440084" y="98180"/>
                    <a:pt x="402004" y="114262"/>
                  </a:cubicBezTo>
                  <a:cubicBezTo>
                    <a:pt x="399421" y="115345"/>
                    <a:pt x="396838" y="116595"/>
                    <a:pt x="394339" y="117928"/>
                  </a:cubicBezTo>
                  <a:cubicBezTo>
                    <a:pt x="386672" y="77765"/>
                    <a:pt x="445167" y="37936"/>
                    <a:pt x="479914" y="58184"/>
                  </a:cubicBezTo>
                  <a:lnTo>
                    <a:pt x="479914" y="58184"/>
                  </a:lnTo>
                  <a:close/>
                  <a:moveTo>
                    <a:pt x="449500" y="39519"/>
                  </a:moveTo>
                  <a:cubicBezTo>
                    <a:pt x="429918" y="42102"/>
                    <a:pt x="411504" y="52684"/>
                    <a:pt x="399421" y="68100"/>
                  </a:cubicBezTo>
                  <a:cubicBezTo>
                    <a:pt x="397422" y="70683"/>
                    <a:pt x="395422" y="73516"/>
                    <a:pt x="393588" y="76516"/>
                  </a:cubicBezTo>
                  <a:cubicBezTo>
                    <a:pt x="381340" y="59684"/>
                    <a:pt x="376840" y="28437"/>
                    <a:pt x="398255" y="18770"/>
                  </a:cubicBezTo>
                  <a:cubicBezTo>
                    <a:pt x="405671" y="15438"/>
                    <a:pt x="416086" y="14104"/>
                    <a:pt x="424003" y="17021"/>
                  </a:cubicBezTo>
                  <a:cubicBezTo>
                    <a:pt x="431418" y="19604"/>
                    <a:pt x="446500" y="30853"/>
                    <a:pt x="449500" y="39519"/>
                  </a:cubicBezTo>
                  <a:lnTo>
                    <a:pt x="449500" y="39519"/>
                  </a:lnTo>
                  <a:close/>
                </a:path>
              </a:pathLst>
            </a:custGeom>
            <a:grpFill/>
            <a:ln w="8332" cap="flat">
              <a:noFill/>
              <a:prstDash val="solid"/>
              <a:miter/>
            </a:ln>
          </p:spPr>
          <p:txBody>
            <a:bodyPr rtlCol="0" anchor="ctr"/>
            <a:lstStyle/>
            <a:p>
              <a:endParaRPr lang="en-US"/>
            </a:p>
          </p:txBody>
        </p:sp>
        <p:sp>
          <p:nvSpPr>
            <p:cNvPr id="2263" name="Freeform: Shape 2262"/>
            <p:cNvSpPr/>
            <p:nvPr/>
          </p:nvSpPr>
          <p:spPr>
            <a:xfrm>
              <a:off x="5563186" y="6824695"/>
              <a:ext cx="100510" cy="76461"/>
            </a:xfrm>
            <a:custGeom>
              <a:avLst/>
              <a:gdLst>
                <a:gd name="connsiteX0" fmla="*/ 98658 w 100510"/>
                <a:gd name="connsiteY0" fmla="*/ 6365 h 76461"/>
                <a:gd name="connsiteX1" fmla="*/ 43996 w 100510"/>
                <a:gd name="connsiteY1" fmla="*/ 35947 h 76461"/>
                <a:gd name="connsiteX2" fmla="*/ 1251 w 100510"/>
                <a:gd name="connsiteY2" fmla="*/ 76276 h 76461"/>
                <a:gd name="connsiteX3" fmla="*/ 167 w 100510"/>
                <a:gd name="connsiteY3" fmla="*/ 75276 h 76461"/>
                <a:gd name="connsiteX4" fmla="*/ 96825 w 100510"/>
                <a:gd name="connsiteY4" fmla="*/ 116 h 76461"/>
                <a:gd name="connsiteX5" fmla="*/ 98658 w 100510"/>
                <a:gd name="connsiteY5" fmla="*/ 6365 h 76461"/>
                <a:gd name="connsiteX6" fmla="*/ 98658 w 100510"/>
                <a:gd name="connsiteY6" fmla="*/ 6365 h 76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510" h="76461">
                  <a:moveTo>
                    <a:pt x="98658" y="6365"/>
                  </a:moveTo>
                  <a:cubicBezTo>
                    <a:pt x="79410" y="15281"/>
                    <a:pt x="60995" y="23031"/>
                    <a:pt x="43996" y="35947"/>
                  </a:cubicBezTo>
                  <a:cubicBezTo>
                    <a:pt x="28081" y="48028"/>
                    <a:pt x="15332" y="62194"/>
                    <a:pt x="1251" y="76276"/>
                  </a:cubicBezTo>
                  <a:cubicBezTo>
                    <a:pt x="667" y="76859"/>
                    <a:pt x="-416" y="75943"/>
                    <a:pt x="167" y="75276"/>
                  </a:cubicBezTo>
                  <a:cubicBezTo>
                    <a:pt x="28081" y="42946"/>
                    <a:pt x="53079" y="11032"/>
                    <a:pt x="96825" y="116"/>
                  </a:cubicBezTo>
                  <a:cubicBezTo>
                    <a:pt x="100491" y="-884"/>
                    <a:pt x="101991" y="4866"/>
                    <a:pt x="98658" y="6365"/>
                  </a:cubicBezTo>
                  <a:lnTo>
                    <a:pt x="98658" y="6365"/>
                  </a:lnTo>
                  <a:close/>
                </a:path>
              </a:pathLst>
            </a:custGeom>
            <a:grpFill/>
            <a:ln w="8332" cap="flat">
              <a:noFill/>
              <a:prstDash val="solid"/>
              <a:miter/>
            </a:ln>
          </p:spPr>
          <p:txBody>
            <a:bodyPr rtlCol="0" anchor="ctr"/>
            <a:lstStyle/>
            <a:p>
              <a:endParaRPr lang="en-US"/>
            </a:p>
          </p:txBody>
        </p:sp>
        <p:sp>
          <p:nvSpPr>
            <p:cNvPr id="2264" name="Freeform: Shape 2263"/>
            <p:cNvSpPr/>
            <p:nvPr/>
          </p:nvSpPr>
          <p:spPr>
            <a:xfrm>
              <a:off x="5950506" y="6852363"/>
              <a:ext cx="125134" cy="104471"/>
            </a:xfrm>
            <a:custGeom>
              <a:avLst/>
              <a:gdLst>
                <a:gd name="connsiteX0" fmla="*/ 125134 w 125134"/>
                <a:gd name="connsiteY0" fmla="*/ 104354 h 104471"/>
                <a:gd name="connsiteX1" fmla="*/ 124967 w 125134"/>
                <a:gd name="connsiteY1" fmla="*/ 104437 h 104471"/>
                <a:gd name="connsiteX2" fmla="*/ 74388 w 125134"/>
                <a:gd name="connsiteY2" fmla="*/ 37777 h 104471"/>
                <a:gd name="connsiteX3" fmla="*/ 2228 w 125134"/>
                <a:gd name="connsiteY3" fmla="*/ 6529 h 104471"/>
                <a:gd name="connsiteX4" fmla="*/ 4561 w 125134"/>
                <a:gd name="connsiteY4" fmla="*/ 113 h 104471"/>
                <a:gd name="connsiteX5" fmla="*/ 82471 w 125134"/>
                <a:gd name="connsiteY5" fmla="*/ 35110 h 104471"/>
                <a:gd name="connsiteX6" fmla="*/ 125134 w 125134"/>
                <a:gd name="connsiteY6" fmla="*/ 104354 h 104471"/>
                <a:gd name="connsiteX7" fmla="*/ 125134 w 125134"/>
                <a:gd name="connsiteY7" fmla="*/ 104354 h 104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5134" h="104471">
                  <a:moveTo>
                    <a:pt x="125134" y="104354"/>
                  </a:moveTo>
                  <a:cubicBezTo>
                    <a:pt x="125134" y="104437"/>
                    <a:pt x="125051" y="104521"/>
                    <a:pt x="124967" y="104437"/>
                  </a:cubicBezTo>
                  <a:cubicBezTo>
                    <a:pt x="112968" y="77940"/>
                    <a:pt x="99136" y="54275"/>
                    <a:pt x="74388" y="37777"/>
                  </a:cubicBezTo>
                  <a:cubicBezTo>
                    <a:pt x="52307" y="22944"/>
                    <a:pt x="27143" y="15112"/>
                    <a:pt x="2228" y="6529"/>
                  </a:cubicBezTo>
                  <a:cubicBezTo>
                    <a:pt x="-2021" y="5030"/>
                    <a:pt x="395" y="-887"/>
                    <a:pt x="4561" y="113"/>
                  </a:cubicBezTo>
                  <a:cubicBezTo>
                    <a:pt x="32142" y="6696"/>
                    <a:pt x="59973" y="17528"/>
                    <a:pt x="82471" y="35110"/>
                  </a:cubicBezTo>
                  <a:cubicBezTo>
                    <a:pt x="105386" y="52942"/>
                    <a:pt x="116051" y="77440"/>
                    <a:pt x="125134" y="104354"/>
                  </a:cubicBezTo>
                  <a:lnTo>
                    <a:pt x="125134" y="104354"/>
                  </a:lnTo>
                  <a:close/>
                </a:path>
              </a:pathLst>
            </a:custGeom>
            <a:grpFill/>
            <a:ln w="8332" cap="flat">
              <a:noFill/>
              <a:prstDash val="solid"/>
              <a:miter/>
            </a:ln>
          </p:spPr>
          <p:txBody>
            <a:bodyPr rtlCol="0" anchor="ctr"/>
            <a:lstStyle/>
            <a:p>
              <a:endParaRPr lang="en-US"/>
            </a:p>
          </p:txBody>
        </p:sp>
        <p:sp>
          <p:nvSpPr>
            <p:cNvPr id="2265" name="Freeform: Shape 2264"/>
            <p:cNvSpPr/>
            <p:nvPr/>
          </p:nvSpPr>
          <p:spPr>
            <a:xfrm>
              <a:off x="5959239" y="6759880"/>
              <a:ext cx="82858" cy="39099"/>
            </a:xfrm>
            <a:custGeom>
              <a:avLst/>
              <a:gdLst>
                <a:gd name="connsiteX0" fmla="*/ 80405 w 82858"/>
                <a:gd name="connsiteY0" fmla="*/ 38767 h 39099"/>
                <a:gd name="connsiteX1" fmla="*/ 2662 w 82858"/>
                <a:gd name="connsiteY1" fmla="*/ 6186 h 39099"/>
                <a:gd name="connsiteX2" fmla="*/ 3245 w 82858"/>
                <a:gd name="connsiteY2" fmla="*/ 20 h 39099"/>
                <a:gd name="connsiteX3" fmla="*/ 82238 w 82858"/>
                <a:gd name="connsiteY3" fmla="*/ 36101 h 39099"/>
                <a:gd name="connsiteX4" fmla="*/ 80405 w 82858"/>
                <a:gd name="connsiteY4" fmla="*/ 38767 h 39099"/>
                <a:gd name="connsiteX5" fmla="*/ 80405 w 82858"/>
                <a:gd name="connsiteY5" fmla="*/ 38767 h 39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858" h="39099">
                  <a:moveTo>
                    <a:pt x="80405" y="38767"/>
                  </a:moveTo>
                  <a:cubicBezTo>
                    <a:pt x="55990" y="19852"/>
                    <a:pt x="33576" y="9853"/>
                    <a:pt x="2662" y="6186"/>
                  </a:cubicBezTo>
                  <a:cubicBezTo>
                    <a:pt x="-1254" y="5687"/>
                    <a:pt x="-671" y="-396"/>
                    <a:pt x="3245" y="20"/>
                  </a:cubicBezTo>
                  <a:cubicBezTo>
                    <a:pt x="35075" y="3770"/>
                    <a:pt x="57907" y="15519"/>
                    <a:pt x="82238" y="36101"/>
                  </a:cubicBezTo>
                  <a:cubicBezTo>
                    <a:pt x="83821" y="37434"/>
                    <a:pt x="82071" y="40017"/>
                    <a:pt x="80405" y="38767"/>
                  </a:cubicBezTo>
                  <a:lnTo>
                    <a:pt x="80405" y="38767"/>
                  </a:lnTo>
                  <a:close/>
                </a:path>
              </a:pathLst>
            </a:custGeom>
            <a:grpFill/>
            <a:ln w="8332" cap="flat">
              <a:noFill/>
              <a:prstDash val="solid"/>
              <a:miter/>
            </a:ln>
          </p:spPr>
          <p:txBody>
            <a:bodyPr rtlCol="0" anchor="ctr"/>
            <a:lstStyle/>
            <a:p>
              <a:endParaRPr lang="en-US"/>
            </a:p>
          </p:txBody>
        </p:sp>
        <p:sp>
          <p:nvSpPr>
            <p:cNvPr id="2266" name="Freeform: Shape 2265"/>
            <p:cNvSpPr/>
            <p:nvPr/>
          </p:nvSpPr>
          <p:spPr>
            <a:xfrm>
              <a:off x="3405179" y="5231439"/>
              <a:ext cx="440326" cy="566449"/>
            </a:xfrm>
            <a:custGeom>
              <a:avLst/>
              <a:gdLst>
                <a:gd name="connsiteX0" fmla="*/ 422331 w 440326"/>
                <a:gd name="connsiteY0" fmla="*/ 375649 h 566449"/>
                <a:gd name="connsiteX1" fmla="*/ 423247 w 440326"/>
                <a:gd name="connsiteY1" fmla="*/ 374983 h 566449"/>
                <a:gd name="connsiteX2" fmla="*/ 422414 w 440326"/>
                <a:gd name="connsiteY2" fmla="*/ 271658 h 566449"/>
                <a:gd name="connsiteX3" fmla="*/ 383667 w 440326"/>
                <a:gd name="connsiteY3" fmla="*/ 227163 h 566449"/>
                <a:gd name="connsiteX4" fmla="*/ 317256 w 440326"/>
                <a:gd name="connsiteY4" fmla="*/ 194916 h 566449"/>
                <a:gd name="connsiteX5" fmla="*/ 212933 w 440326"/>
                <a:gd name="connsiteY5" fmla="*/ 81842 h 566449"/>
                <a:gd name="connsiteX6" fmla="*/ 155354 w 440326"/>
                <a:gd name="connsiteY6" fmla="*/ 433 h 566449"/>
                <a:gd name="connsiteX7" fmla="*/ 107026 w 440326"/>
                <a:gd name="connsiteY7" fmla="*/ 28430 h 566449"/>
                <a:gd name="connsiteX8" fmla="*/ 123024 w 440326"/>
                <a:gd name="connsiteY8" fmla="*/ 67010 h 566449"/>
                <a:gd name="connsiteX9" fmla="*/ 140356 w 440326"/>
                <a:gd name="connsiteY9" fmla="*/ 181917 h 566449"/>
                <a:gd name="connsiteX10" fmla="*/ 47864 w 440326"/>
                <a:gd name="connsiteY10" fmla="*/ 276158 h 566449"/>
                <a:gd name="connsiteX11" fmla="*/ 43031 w 440326"/>
                <a:gd name="connsiteY11" fmla="*/ 478140 h 566449"/>
                <a:gd name="connsiteX12" fmla="*/ 45115 w 440326"/>
                <a:gd name="connsiteY12" fmla="*/ 479057 h 566449"/>
                <a:gd name="connsiteX13" fmla="*/ 48114 w 440326"/>
                <a:gd name="connsiteY13" fmla="*/ 493305 h 566449"/>
                <a:gd name="connsiteX14" fmla="*/ 196351 w 440326"/>
                <a:gd name="connsiteY14" fmla="*/ 551134 h 566449"/>
                <a:gd name="connsiteX15" fmla="*/ 199851 w 440326"/>
                <a:gd name="connsiteY15" fmla="*/ 545050 h 566449"/>
                <a:gd name="connsiteX16" fmla="*/ 264261 w 440326"/>
                <a:gd name="connsiteY16" fmla="*/ 566132 h 566449"/>
                <a:gd name="connsiteX17" fmla="*/ 341838 w 440326"/>
                <a:gd name="connsiteY17" fmla="*/ 519636 h 566449"/>
                <a:gd name="connsiteX18" fmla="*/ 349421 w 440326"/>
                <a:gd name="connsiteY18" fmla="*/ 501388 h 566449"/>
                <a:gd name="connsiteX19" fmla="*/ 350170 w 440326"/>
                <a:gd name="connsiteY19" fmla="*/ 501388 h 566449"/>
                <a:gd name="connsiteX20" fmla="*/ 411665 w 440326"/>
                <a:gd name="connsiteY20" fmla="*/ 463224 h 566449"/>
                <a:gd name="connsiteX21" fmla="*/ 424747 w 440326"/>
                <a:gd name="connsiteY21" fmla="*/ 384982 h 566449"/>
                <a:gd name="connsiteX22" fmla="*/ 422331 w 440326"/>
                <a:gd name="connsiteY22" fmla="*/ 375649 h 566449"/>
                <a:gd name="connsiteX23" fmla="*/ 422331 w 440326"/>
                <a:gd name="connsiteY23" fmla="*/ 375649 h 566449"/>
                <a:gd name="connsiteX24" fmla="*/ 118941 w 440326"/>
                <a:gd name="connsiteY24" fmla="*/ 38596 h 566449"/>
                <a:gd name="connsiteX25" fmla="*/ 149439 w 440326"/>
                <a:gd name="connsiteY25" fmla="*/ 15265 h 566449"/>
                <a:gd name="connsiteX26" fmla="*/ 188101 w 440326"/>
                <a:gd name="connsiteY26" fmla="*/ 34430 h 566449"/>
                <a:gd name="connsiteX27" fmla="*/ 195851 w 440326"/>
                <a:gd name="connsiteY27" fmla="*/ 62011 h 566449"/>
                <a:gd name="connsiteX28" fmla="*/ 208433 w 440326"/>
                <a:gd name="connsiteY28" fmla="*/ 98757 h 566449"/>
                <a:gd name="connsiteX29" fmla="*/ 178019 w 440326"/>
                <a:gd name="connsiteY29" fmla="*/ 75676 h 566449"/>
                <a:gd name="connsiteX30" fmla="*/ 152938 w 440326"/>
                <a:gd name="connsiteY30" fmla="*/ 50762 h 566449"/>
                <a:gd name="connsiteX31" fmla="*/ 138356 w 440326"/>
                <a:gd name="connsiteY31" fmla="*/ 23598 h 566449"/>
                <a:gd name="connsiteX32" fmla="*/ 136523 w 440326"/>
                <a:gd name="connsiteY32" fmla="*/ 23848 h 566449"/>
                <a:gd name="connsiteX33" fmla="*/ 160938 w 440326"/>
                <a:gd name="connsiteY33" fmla="*/ 71427 h 566449"/>
                <a:gd name="connsiteX34" fmla="*/ 208433 w 440326"/>
                <a:gd name="connsiteY34" fmla="*/ 113506 h 566449"/>
                <a:gd name="connsiteX35" fmla="*/ 186352 w 440326"/>
                <a:gd name="connsiteY35" fmla="*/ 96008 h 566449"/>
                <a:gd name="connsiteX36" fmla="*/ 154271 w 440326"/>
                <a:gd name="connsiteY36" fmla="*/ 75177 h 566449"/>
                <a:gd name="connsiteX37" fmla="*/ 127357 w 440326"/>
                <a:gd name="connsiteY37" fmla="*/ 55428 h 566449"/>
                <a:gd name="connsiteX38" fmla="*/ 118941 w 440326"/>
                <a:gd name="connsiteY38" fmla="*/ 38596 h 566449"/>
                <a:gd name="connsiteX39" fmla="*/ 118941 w 440326"/>
                <a:gd name="connsiteY39" fmla="*/ 38596 h 566449"/>
                <a:gd name="connsiteX40" fmla="*/ 315840 w 440326"/>
                <a:gd name="connsiteY40" fmla="*/ 275741 h 566449"/>
                <a:gd name="connsiteX41" fmla="*/ 406749 w 440326"/>
                <a:gd name="connsiteY41" fmla="*/ 369400 h 566449"/>
                <a:gd name="connsiteX42" fmla="*/ 408915 w 440326"/>
                <a:gd name="connsiteY42" fmla="*/ 437394 h 566449"/>
                <a:gd name="connsiteX43" fmla="*/ 353253 w 440326"/>
                <a:gd name="connsiteY43" fmla="*/ 486722 h 566449"/>
                <a:gd name="connsiteX44" fmla="*/ 352920 w 440326"/>
                <a:gd name="connsiteY44" fmla="*/ 413979 h 566449"/>
                <a:gd name="connsiteX45" fmla="*/ 347671 w 440326"/>
                <a:gd name="connsiteY45" fmla="*/ 414729 h 566449"/>
                <a:gd name="connsiteX46" fmla="*/ 331172 w 440326"/>
                <a:gd name="connsiteY46" fmla="*/ 507470 h 566449"/>
                <a:gd name="connsiteX47" fmla="*/ 264512 w 440326"/>
                <a:gd name="connsiteY47" fmla="*/ 550634 h 566449"/>
                <a:gd name="connsiteX48" fmla="*/ 221099 w 440326"/>
                <a:gd name="connsiteY48" fmla="*/ 543051 h 566449"/>
                <a:gd name="connsiteX49" fmla="*/ 197684 w 440326"/>
                <a:gd name="connsiteY49" fmla="*/ 501055 h 566449"/>
                <a:gd name="connsiteX50" fmla="*/ 201101 w 440326"/>
                <a:gd name="connsiteY50" fmla="*/ 411896 h 566449"/>
                <a:gd name="connsiteX51" fmla="*/ 199767 w 440326"/>
                <a:gd name="connsiteY51" fmla="*/ 411729 h 566449"/>
                <a:gd name="connsiteX52" fmla="*/ 187935 w 440326"/>
                <a:gd name="connsiteY52" fmla="*/ 524886 h 566449"/>
                <a:gd name="connsiteX53" fmla="*/ 194101 w 440326"/>
                <a:gd name="connsiteY53" fmla="*/ 537135 h 566449"/>
                <a:gd name="connsiteX54" fmla="*/ 189018 w 440326"/>
                <a:gd name="connsiteY54" fmla="*/ 538051 h 566449"/>
                <a:gd name="connsiteX55" fmla="*/ 104193 w 440326"/>
                <a:gd name="connsiteY55" fmla="*/ 537551 h 566449"/>
                <a:gd name="connsiteX56" fmla="*/ 59863 w 440326"/>
                <a:gd name="connsiteY56" fmla="*/ 467641 h 566449"/>
                <a:gd name="connsiteX57" fmla="*/ 69779 w 440326"/>
                <a:gd name="connsiteY57" fmla="*/ 400980 h 566449"/>
                <a:gd name="connsiteX58" fmla="*/ 105776 w 440326"/>
                <a:gd name="connsiteY58" fmla="*/ 323487 h 566449"/>
                <a:gd name="connsiteX59" fmla="*/ 103693 w 440326"/>
                <a:gd name="connsiteY59" fmla="*/ 321904 h 566449"/>
                <a:gd name="connsiteX60" fmla="*/ 55947 w 440326"/>
                <a:gd name="connsiteY60" fmla="*/ 407230 h 566449"/>
                <a:gd name="connsiteX61" fmla="*/ 44531 w 440326"/>
                <a:gd name="connsiteY61" fmla="*/ 461475 h 566449"/>
                <a:gd name="connsiteX62" fmla="*/ 20617 w 440326"/>
                <a:gd name="connsiteY62" fmla="*/ 345735 h 566449"/>
                <a:gd name="connsiteX63" fmla="*/ 58864 w 440326"/>
                <a:gd name="connsiteY63" fmla="*/ 289823 h 566449"/>
                <a:gd name="connsiteX64" fmla="*/ 111275 w 440326"/>
                <a:gd name="connsiteY64" fmla="*/ 253077 h 566449"/>
                <a:gd name="connsiteX65" fmla="*/ 159021 w 440326"/>
                <a:gd name="connsiteY65" fmla="*/ 162002 h 566449"/>
                <a:gd name="connsiteX66" fmla="*/ 142522 w 440326"/>
                <a:gd name="connsiteY66" fmla="*/ 92924 h 566449"/>
                <a:gd name="connsiteX67" fmla="*/ 173519 w 440326"/>
                <a:gd name="connsiteY67" fmla="*/ 126922 h 566449"/>
                <a:gd name="connsiteX68" fmla="*/ 174853 w 440326"/>
                <a:gd name="connsiteY68" fmla="*/ 181667 h 566449"/>
                <a:gd name="connsiteX69" fmla="*/ 148272 w 440326"/>
                <a:gd name="connsiteY69" fmla="*/ 235662 h 566449"/>
                <a:gd name="connsiteX70" fmla="*/ 137689 w 440326"/>
                <a:gd name="connsiteY70" fmla="*/ 283324 h 566449"/>
                <a:gd name="connsiteX71" fmla="*/ 141689 w 440326"/>
                <a:gd name="connsiteY71" fmla="*/ 283324 h 566449"/>
                <a:gd name="connsiteX72" fmla="*/ 149939 w 440326"/>
                <a:gd name="connsiteY72" fmla="*/ 242911 h 566449"/>
                <a:gd name="connsiteX73" fmla="*/ 168104 w 440326"/>
                <a:gd name="connsiteY73" fmla="*/ 213830 h 566449"/>
                <a:gd name="connsiteX74" fmla="*/ 190435 w 440326"/>
                <a:gd name="connsiteY74" fmla="*/ 162502 h 566449"/>
                <a:gd name="connsiteX75" fmla="*/ 140106 w 440326"/>
                <a:gd name="connsiteY75" fmla="*/ 86758 h 566449"/>
                <a:gd name="connsiteX76" fmla="*/ 132523 w 440326"/>
                <a:gd name="connsiteY76" fmla="*/ 68510 h 566449"/>
                <a:gd name="connsiteX77" fmla="*/ 145272 w 440326"/>
                <a:gd name="connsiteY77" fmla="*/ 79426 h 566449"/>
                <a:gd name="connsiteX78" fmla="*/ 181019 w 440326"/>
                <a:gd name="connsiteY78" fmla="*/ 105257 h 566449"/>
                <a:gd name="connsiteX79" fmla="*/ 215099 w 440326"/>
                <a:gd name="connsiteY79" fmla="*/ 133088 h 566449"/>
                <a:gd name="connsiteX80" fmla="*/ 248263 w 440326"/>
                <a:gd name="connsiteY80" fmla="*/ 167335 h 566449"/>
                <a:gd name="connsiteX81" fmla="*/ 252929 w 440326"/>
                <a:gd name="connsiteY81" fmla="*/ 167501 h 566449"/>
                <a:gd name="connsiteX82" fmla="*/ 261178 w 440326"/>
                <a:gd name="connsiteY82" fmla="*/ 175417 h 566449"/>
                <a:gd name="connsiteX83" fmla="*/ 318340 w 440326"/>
                <a:gd name="connsiteY83" fmla="*/ 210414 h 566449"/>
                <a:gd name="connsiteX84" fmla="*/ 380834 w 440326"/>
                <a:gd name="connsiteY84" fmla="*/ 243494 h 566449"/>
                <a:gd name="connsiteX85" fmla="*/ 421997 w 440326"/>
                <a:gd name="connsiteY85" fmla="*/ 298490 h 566449"/>
                <a:gd name="connsiteX86" fmla="*/ 417331 w 440326"/>
                <a:gd name="connsiteY86" fmla="*/ 361817 h 566449"/>
                <a:gd name="connsiteX87" fmla="*/ 316340 w 440326"/>
                <a:gd name="connsiteY87" fmla="*/ 275408 h 566449"/>
                <a:gd name="connsiteX88" fmla="*/ 315840 w 440326"/>
                <a:gd name="connsiteY88" fmla="*/ 275741 h 566449"/>
                <a:gd name="connsiteX89" fmla="*/ 315840 w 440326"/>
                <a:gd name="connsiteY89" fmla="*/ 275741 h 566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440326" h="566449">
                  <a:moveTo>
                    <a:pt x="422331" y="375649"/>
                  </a:moveTo>
                  <a:cubicBezTo>
                    <a:pt x="422664" y="375399"/>
                    <a:pt x="422997" y="375232"/>
                    <a:pt x="423247" y="374983"/>
                  </a:cubicBezTo>
                  <a:cubicBezTo>
                    <a:pt x="451578" y="349485"/>
                    <a:pt x="439912" y="299906"/>
                    <a:pt x="422414" y="271658"/>
                  </a:cubicBezTo>
                  <a:cubicBezTo>
                    <a:pt x="412081" y="254910"/>
                    <a:pt x="399416" y="239162"/>
                    <a:pt x="383667" y="227163"/>
                  </a:cubicBezTo>
                  <a:cubicBezTo>
                    <a:pt x="364003" y="212247"/>
                    <a:pt x="339505" y="205165"/>
                    <a:pt x="317256" y="194916"/>
                  </a:cubicBezTo>
                  <a:cubicBezTo>
                    <a:pt x="266011" y="171418"/>
                    <a:pt x="231348" y="135254"/>
                    <a:pt x="212933" y="81842"/>
                  </a:cubicBezTo>
                  <a:cubicBezTo>
                    <a:pt x="202683" y="52262"/>
                    <a:pt x="199184" y="-5566"/>
                    <a:pt x="155354" y="433"/>
                  </a:cubicBezTo>
                  <a:cubicBezTo>
                    <a:pt x="139273" y="2600"/>
                    <a:pt x="113275" y="11432"/>
                    <a:pt x="107026" y="28430"/>
                  </a:cubicBezTo>
                  <a:cubicBezTo>
                    <a:pt x="102859" y="39929"/>
                    <a:pt x="112275" y="58761"/>
                    <a:pt x="123024" y="67010"/>
                  </a:cubicBezTo>
                  <a:cubicBezTo>
                    <a:pt x="131190" y="105423"/>
                    <a:pt x="149439" y="141087"/>
                    <a:pt x="140356" y="181917"/>
                  </a:cubicBezTo>
                  <a:cubicBezTo>
                    <a:pt x="130024" y="228412"/>
                    <a:pt x="81611" y="248160"/>
                    <a:pt x="47864" y="276158"/>
                  </a:cubicBezTo>
                  <a:cubicBezTo>
                    <a:pt x="-9214" y="323654"/>
                    <a:pt x="-20546" y="431728"/>
                    <a:pt x="43031" y="478140"/>
                  </a:cubicBezTo>
                  <a:cubicBezTo>
                    <a:pt x="43698" y="478640"/>
                    <a:pt x="44364" y="478890"/>
                    <a:pt x="45115" y="479057"/>
                  </a:cubicBezTo>
                  <a:cubicBezTo>
                    <a:pt x="45781" y="483890"/>
                    <a:pt x="46698" y="488639"/>
                    <a:pt x="48114" y="493305"/>
                  </a:cubicBezTo>
                  <a:cubicBezTo>
                    <a:pt x="64946" y="552133"/>
                    <a:pt x="143773" y="587213"/>
                    <a:pt x="196351" y="551134"/>
                  </a:cubicBezTo>
                  <a:cubicBezTo>
                    <a:pt x="198767" y="549467"/>
                    <a:pt x="199767" y="547217"/>
                    <a:pt x="199851" y="545050"/>
                  </a:cubicBezTo>
                  <a:cubicBezTo>
                    <a:pt x="215349" y="561966"/>
                    <a:pt x="239430" y="567965"/>
                    <a:pt x="264261" y="566132"/>
                  </a:cubicBezTo>
                  <a:cubicBezTo>
                    <a:pt x="294092" y="563882"/>
                    <a:pt x="327423" y="546967"/>
                    <a:pt x="341838" y="519636"/>
                  </a:cubicBezTo>
                  <a:cubicBezTo>
                    <a:pt x="344921" y="513803"/>
                    <a:pt x="347421" y="507637"/>
                    <a:pt x="349421" y="501388"/>
                  </a:cubicBezTo>
                  <a:cubicBezTo>
                    <a:pt x="349670" y="501388"/>
                    <a:pt x="349921" y="501388"/>
                    <a:pt x="350170" y="501388"/>
                  </a:cubicBezTo>
                  <a:cubicBezTo>
                    <a:pt x="373585" y="499888"/>
                    <a:pt x="397916" y="481473"/>
                    <a:pt x="411665" y="463224"/>
                  </a:cubicBezTo>
                  <a:cubicBezTo>
                    <a:pt x="428164" y="441393"/>
                    <a:pt x="430413" y="411063"/>
                    <a:pt x="424747" y="384982"/>
                  </a:cubicBezTo>
                  <a:cubicBezTo>
                    <a:pt x="424080" y="381899"/>
                    <a:pt x="423247" y="378732"/>
                    <a:pt x="422331" y="375649"/>
                  </a:cubicBezTo>
                  <a:lnTo>
                    <a:pt x="422331" y="375649"/>
                  </a:lnTo>
                  <a:close/>
                  <a:moveTo>
                    <a:pt x="118941" y="38596"/>
                  </a:moveTo>
                  <a:cubicBezTo>
                    <a:pt x="117692" y="25014"/>
                    <a:pt x="139773" y="17848"/>
                    <a:pt x="149439" y="15265"/>
                  </a:cubicBezTo>
                  <a:cubicBezTo>
                    <a:pt x="168437" y="10099"/>
                    <a:pt x="181019" y="16098"/>
                    <a:pt x="188101" y="34430"/>
                  </a:cubicBezTo>
                  <a:cubicBezTo>
                    <a:pt x="191518" y="43346"/>
                    <a:pt x="193351" y="52762"/>
                    <a:pt x="195851" y="62011"/>
                  </a:cubicBezTo>
                  <a:cubicBezTo>
                    <a:pt x="199351" y="74593"/>
                    <a:pt x="203517" y="86925"/>
                    <a:pt x="208433" y="98757"/>
                  </a:cubicBezTo>
                  <a:cubicBezTo>
                    <a:pt x="198351" y="91008"/>
                    <a:pt x="187852" y="83842"/>
                    <a:pt x="178019" y="75676"/>
                  </a:cubicBezTo>
                  <a:cubicBezTo>
                    <a:pt x="168687" y="67927"/>
                    <a:pt x="159771" y="60677"/>
                    <a:pt x="152938" y="50762"/>
                  </a:cubicBezTo>
                  <a:cubicBezTo>
                    <a:pt x="147022" y="42096"/>
                    <a:pt x="143356" y="32763"/>
                    <a:pt x="138356" y="23598"/>
                  </a:cubicBezTo>
                  <a:cubicBezTo>
                    <a:pt x="137940" y="22848"/>
                    <a:pt x="136773" y="23014"/>
                    <a:pt x="136523" y="23848"/>
                  </a:cubicBezTo>
                  <a:cubicBezTo>
                    <a:pt x="131774" y="40763"/>
                    <a:pt x="149688" y="61177"/>
                    <a:pt x="160938" y="71427"/>
                  </a:cubicBezTo>
                  <a:cubicBezTo>
                    <a:pt x="176520" y="85592"/>
                    <a:pt x="193518" y="98674"/>
                    <a:pt x="208433" y="113506"/>
                  </a:cubicBezTo>
                  <a:cubicBezTo>
                    <a:pt x="201184" y="107590"/>
                    <a:pt x="193518" y="102007"/>
                    <a:pt x="186352" y="96008"/>
                  </a:cubicBezTo>
                  <a:cubicBezTo>
                    <a:pt x="176186" y="87592"/>
                    <a:pt x="165437" y="81926"/>
                    <a:pt x="154271" y="75177"/>
                  </a:cubicBezTo>
                  <a:cubicBezTo>
                    <a:pt x="144689" y="69344"/>
                    <a:pt x="136273" y="62011"/>
                    <a:pt x="127357" y="55428"/>
                  </a:cubicBezTo>
                  <a:cubicBezTo>
                    <a:pt x="125024" y="49929"/>
                    <a:pt x="119441" y="44179"/>
                    <a:pt x="118941" y="38596"/>
                  </a:cubicBezTo>
                  <a:lnTo>
                    <a:pt x="118941" y="38596"/>
                  </a:lnTo>
                  <a:close/>
                  <a:moveTo>
                    <a:pt x="315840" y="275741"/>
                  </a:moveTo>
                  <a:cubicBezTo>
                    <a:pt x="353920" y="297156"/>
                    <a:pt x="393000" y="326320"/>
                    <a:pt x="406749" y="369400"/>
                  </a:cubicBezTo>
                  <a:cubicBezTo>
                    <a:pt x="413498" y="390898"/>
                    <a:pt x="415998" y="415729"/>
                    <a:pt x="408915" y="437394"/>
                  </a:cubicBezTo>
                  <a:cubicBezTo>
                    <a:pt x="402166" y="458225"/>
                    <a:pt x="375751" y="482306"/>
                    <a:pt x="353253" y="486722"/>
                  </a:cubicBezTo>
                  <a:cubicBezTo>
                    <a:pt x="357837" y="462808"/>
                    <a:pt x="356336" y="437394"/>
                    <a:pt x="352920" y="413979"/>
                  </a:cubicBezTo>
                  <a:cubicBezTo>
                    <a:pt x="352504" y="410896"/>
                    <a:pt x="347754" y="411813"/>
                    <a:pt x="347671" y="414729"/>
                  </a:cubicBezTo>
                  <a:cubicBezTo>
                    <a:pt x="346838" y="447309"/>
                    <a:pt x="345338" y="477390"/>
                    <a:pt x="331172" y="507470"/>
                  </a:cubicBezTo>
                  <a:cubicBezTo>
                    <a:pt x="319506" y="532302"/>
                    <a:pt x="291259" y="548300"/>
                    <a:pt x="264512" y="550634"/>
                  </a:cubicBezTo>
                  <a:cubicBezTo>
                    <a:pt x="249513" y="551967"/>
                    <a:pt x="234514" y="549883"/>
                    <a:pt x="221099" y="543051"/>
                  </a:cubicBezTo>
                  <a:cubicBezTo>
                    <a:pt x="205017" y="534885"/>
                    <a:pt x="198684" y="518553"/>
                    <a:pt x="197684" y="501055"/>
                  </a:cubicBezTo>
                  <a:cubicBezTo>
                    <a:pt x="196018" y="471974"/>
                    <a:pt x="197601" y="440727"/>
                    <a:pt x="201101" y="411896"/>
                  </a:cubicBezTo>
                  <a:cubicBezTo>
                    <a:pt x="201184" y="411146"/>
                    <a:pt x="199934" y="410979"/>
                    <a:pt x="199767" y="411729"/>
                  </a:cubicBezTo>
                  <a:cubicBezTo>
                    <a:pt x="193101" y="446976"/>
                    <a:pt x="174686" y="489056"/>
                    <a:pt x="187935" y="524886"/>
                  </a:cubicBezTo>
                  <a:cubicBezTo>
                    <a:pt x="189602" y="529385"/>
                    <a:pt x="191685" y="533469"/>
                    <a:pt x="194101" y="537135"/>
                  </a:cubicBezTo>
                  <a:cubicBezTo>
                    <a:pt x="192518" y="536885"/>
                    <a:pt x="190851" y="537051"/>
                    <a:pt x="189018" y="538051"/>
                  </a:cubicBezTo>
                  <a:cubicBezTo>
                    <a:pt x="161854" y="553133"/>
                    <a:pt x="131774" y="550717"/>
                    <a:pt x="104193" y="537551"/>
                  </a:cubicBezTo>
                  <a:cubicBezTo>
                    <a:pt x="75862" y="524053"/>
                    <a:pt x="63363" y="497472"/>
                    <a:pt x="59863" y="467641"/>
                  </a:cubicBezTo>
                  <a:cubicBezTo>
                    <a:pt x="57113" y="444393"/>
                    <a:pt x="62113" y="422728"/>
                    <a:pt x="69779" y="400980"/>
                  </a:cubicBezTo>
                  <a:cubicBezTo>
                    <a:pt x="79112" y="374483"/>
                    <a:pt x="90611" y="347152"/>
                    <a:pt x="105776" y="323487"/>
                  </a:cubicBezTo>
                  <a:cubicBezTo>
                    <a:pt x="106609" y="322237"/>
                    <a:pt x="104609" y="320654"/>
                    <a:pt x="103693" y="321904"/>
                  </a:cubicBezTo>
                  <a:cubicBezTo>
                    <a:pt x="83028" y="347318"/>
                    <a:pt x="68196" y="377066"/>
                    <a:pt x="55947" y="407230"/>
                  </a:cubicBezTo>
                  <a:cubicBezTo>
                    <a:pt x="49114" y="424145"/>
                    <a:pt x="44781" y="442810"/>
                    <a:pt x="44531" y="461475"/>
                  </a:cubicBezTo>
                  <a:cubicBezTo>
                    <a:pt x="15617" y="430728"/>
                    <a:pt x="6035" y="386482"/>
                    <a:pt x="20617" y="345735"/>
                  </a:cubicBezTo>
                  <a:cubicBezTo>
                    <a:pt x="28533" y="323571"/>
                    <a:pt x="39948" y="304239"/>
                    <a:pt x="58864" y="289823"/>
                  </a:cubicBezTo>
                  <a:cubicBezTo>
                    <a:pt x="75862" y="276908"/>
                    <a:pt x="94360" y="266076"/>
                    <a:pt x="111275" y="253077"/>
                  </a:cubicBezTo>
                  <a:cubicBezTo>
                    <a:pt x="141272" y="229996"/>
                    <a:pt x="161271" y="201415"/>
                    <a:pt x="159021" y="162002"/>
                  </a:cubicBezTo>
                  <a:cubicBezTo>
                    <a:pt x="157604" y="137671"/>
                    <a:pt x="151022" y="115006"/>
                    <a:pt x="142522" y="92924"/>
                  </a:cubicBezTo>
                  <a:cubicBezTo>
                    <a:pt x="152771" y="104341"/>
                    <a:pt x="165770" y="113173"/>
                    <a:pt x="173519" y="126922"/>
                  </a:cubicBezTo>
                  <a:cubicBezTo>
                    <a:pt x="183602" y="144753"/>
                    <a:pt x="180852" y="163002"/>
                    <a:pt x="174853" y="181667"/>
                  </a:cubicBezTo>
                  <a:cubicBezTo>
                    <a:pt x="168687" y="200831"/>
                    <a:pt x="156688" y="217497"/>
                    <a:pt x="148272" y="235662"/>
                  </a:cubicBezTo>
                  <a:cubicBezTo>
                    <a:pt x="141106" y="251077"/>
                    <a:pt x="139106" y="266576"/>
                    <a:pt x="137689" y="283324"/>
                  </a:cubicBezTo>
                  <a:cubicBezTo>
                    <a:pt x="137440" y="285907"/>
                    <a:pt x="141439" y="285824"/>
                    <a:pt x="141689" y="283324"/>
                  </a:cubicBezTo>
                  <a:cubicBezTo>
                    <a:pt x="142939" y="269659"/>
                    <a:pt x="144022" y="255493"/>
                    <a:pt x="149939" y="242911"/>
                  </a:cubicBezTo>
                  <a:cubicBezTo>
                    <a:pt x="154688" y="232745"/>
                    <a:pt x="162021" y="223246"/>
                    <a:pt x="168104" y="213830"/>
                  </a:cubicBezTo>
                  <a:cubicBezTo>
                    <a:pt x="178436" y="197832"/>
                    <a:pt x="187602" y="181750"/>
                    <a:pt x="190435" y="162502"/>
                  </a:cubicBezTo>
                  <a:cubicBezTo>
                    <a:pt x="195684" y="127005"/>
                    <a:pt x="165937" y="104674"/>
                    <a:pt x="140106" y="86758"/>
                  </a:cubicBezTo>
                  <a:cubicBezTo>
                    <a:pt x="137689" y="80676"/>
                    <a:pt x="135106" y="74593"/>
                    <a:pt x="132523" y="68510"/>
                  </a:cubicBezTo>
                  <a:cubicBezTo>
                    <a:pt x="136523" y="72343"/>
                    <a:pt x="141106" y="75843"/>
                    <a:pt x="145272" y="79426"/>
                  </a:cubicBezTo>
                  <a:cubicBezTo>
                    <a:pt x="156354" y="89008"/>
                    <a:pt x="169603" y="95841"/>
                    <a:pt x="181019" y="105257"/>
                  </a:cubicBezTo>
                  <a:cubicBezTo>
                    <a:pt x="192268" y="114589"/>
                    <a:pt x="204350" y="123172"/>
                    <a:pt x="215099" y="133088"/>
                  </a:cubicBezTo>
                  <a:cubicBezTo>
                    <a:pt x="226848" y="143837"/>
                    <a:pt x="236264" y="156836"/>
                    <a:pt x="248263" y="167335"/>
                  </a:cubicBezTo>
                  <a:cubicBezTo>
                    <a:pt x="249846" y="168668"/>
                    <a:pt x="251679" y="168418"/>
                    <a:pt x="252929" y="167501"/>
                  </a:cubicBezTo>
                  <a:cubicBezTo>
                    <a:pt x="255596" y="170168"/>
                    <a:pt x="258346" y="172834"/>
                    <a:pt x="261178" y="175417"/>
                  </a:cubicBezTo>
                  <a:cubicBezTo>
                    <a:pt x="277844" y="190332"/>
                    <a:pt x="298175" y="200831"/>
                    <a:pt x="318340" y="210414"/>
                  </a:cubicBezTo>
                  <a:cubicBezTo>
                    <a:pt x="339505" y="220497"/>
                    <a:pt x="362669" y="228329"/>
                    <a:pt x="380834" y="243494"/>
                  </a:cubicBezTo>
                  <a:cubicBezTo>
                    <a:pt x="397999" y="257743"/>
                    <a:pt x="414498" y="277242"/>
                    <a:pt x="421997" y="298490"/>
                  </a:cubicBezTo>
                  <a:cubicBezTo>
                    <a:pt x="428997" y="318321"/>
                    <a:pt x="430830" y="344402"/>
                    <a:pt x="417331" y="361817"/>
                  </a:cubicBezTo>
                  <a:cubicBezTo>
                    <a:pt x="398916" y="319654"/>
                    <a:pt x="359086" y="293490"/>
                    <a:pt x="316340" y="275408"/>
                  </a:cubicBezTo>
                  <a:cubicBezTo>
                    <a:pt x="315757" y="274825"/>
                    <a:pt x="315340" y="275492"/>
                    <a:pt x="315840" y="275741"/>
                  </a:cubicBezTo>
                  <a:lnTo>
                    <a:pt x="315840" y="275741"/>
                  </a:lnTo>
                  <a:close/>
                </a:path>
              </a:pathLst>
            </a:custGeom>
            <a:grpFill/>
            <a:ln w="8332" cap="flat">
              <a:noFill/>
              <a:prstDash val="solid"/>
              <a:miter/>
            </a:ln>
          </p:spPr>
          <p:txBody>
            <a:bodyPr rtlCol="0" anchor="ctr"/>
            <a:lstStyle/>
            <a:p>
              <a:endParaRPr lang="en-US"/>
            </a:p>
          </p:txBody>
        </p:sp>
        <p:sp>
          <p:nvSpPr>
            <p:cNvPr id="2267" name="Freeform: Shape 2266"/>
            <p:cNvSpPr/>
            <p:nvPr/>
          </p:nvSpPr>
          <p:spPr>
            <a:xfrm>
              <a:off x="3573773" y="5376395"/>
              <a:ext cx="40764" cy="131597"/>
            </a:xfrm>
            <a:custGeom>
              <a:avLst/>
              <a:gdLst>
                <a:gd name="connsiteX0" fmla="*/ 33923 w 40764"/>
                <a:gd name="connsiteY0" fmla="*/ 714 h 131597"/>
                <a:gd name="connsiteX1" fmla="*/ 31006 w 40764"/>
                <a:gd name="connsiteY1" fmla="*/ 1964 h 131597"/>
                <a:gd name="connsiteX2" fmla="*/ 20841 w 40764"/>
                <a:gd name="connsiteY2" fmla="*/ 65208 h 131597"/>
                <a:gd name="connsiteX3" fmla="*/ 9 w 40764"/>
                <a:gd name="connsiteY3" fmla="*/ 131286 h 131597"/>
                <a:gd name="connsiteX4" fmla="*/ 509 w 40764"/>
                <a:gd name="connsiteY4" fmla="*/ 131452 h 131597"/>
                <a:gd name="connsiteX5" fmla="*/ 33173 w 40764"/>
                <a:gd name="connsiteY5" fmla="*/ 58542 h 131597"/>
                <a:gd name="connsiteX6" fmla="*/ 33923 w 40764"/>
                <a:gd name="connsiteY6" fmla="*/ 714 h 131597"/>
                <a:gd name="connsiteX7" fmla="*/ 33923 w 40764"/>
                <a:gd name="connsiteY7" fmla="*/ 714 h 131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764" h="131597">
                  <a:moveTo>
                    <a:pt x="33923" y="714"/>
                  </a:moveTo>
                  <a:cubicBezTo>
                    <a:pt x="32923" y="-702"/>
                    <a:pt x="30590" y="131"/>
                    <a:pt x="31006" y="1964"/>
                  </a:cubicBezTo>
                  <a:cubicBezTo>
                    <a:pt x="35839" y="23129"/>
                    <a:pt x="27007" y="45627"/>
                    <a:pt x="20841" y="65208"/>
                  </a:cubicBezTo>
                  <a:cubicBezTo>
                    <a:pt x="13841" y="87457"/>
                    <a:pt x="3925" y="108205"/>
                    <a:pt x="9" y="131286"/>
                  </a:cubicBezTo>
                  <a:cubicBezTo>
                    <a:pt x="-74" y="131619"/>
                    <a:pt x="426" y="131703"/>
                    <a:pt x="509" y="131452"/>
                  </a:cubicBezTo>
                  <a:cubicBezTo>
                    <a:pt x="6592" y="105371"/>
                    <a:pt x="22341" y="82707"/>
                    <a:pt x="33173" y="58542"/>
                  </a:cubicBezTo>
                  <a:cubicBezTo>
                    <a:pt x="40506" y="42127"/>
                    <a:pt x="45422" y="16463"/>
                    <a:pt x="33923" y="714"/>
                  </a:cubicBezTo>
                  <a:lnTo>
                    <a:pt x="33923" y="714"/>
                  </a:lnTo>
                  <a:close/>
                </a:path>
              </a:pathLst>
            </a:custGeom>
            <a:grpFill/>
            <a:ln w="8332" cap="flat">
              <a:noFill/>
              <a:prstDash val="solid"/>
              <a:miter/>
            </a:ln>
          </p:spPr>
          <p:txBody>
            <a:bodyPr rtlCol="0" anchor="ctr"/>
            <a:lstStyle/>
            <a:p>
              <a:endParaRPr lang="en-US"/>
            </a:p>
          </p:txBody>
        </p:sp>
        <p:sp>
          <p:nvSpPr>
            <p:cNvPr id="2268" name="Freeform: Shape 2267"/>
            <p:cNvSpPr/>
            <p:nvPr/>
          </p:nvSpPr>
          <p:spPr>
            <a:xfrm>
              <a:off x="3620866" y="5506023"/>
              <a:ext cx="103181" cy="67024"/>
            </a:xfrm>
            <a:custGeom>
              <a:avLst/>
              <a:gdLst>
                <a:gd name="connsiteX0" fmla="*/ 102819 w 103181"/>
                <a:gd name="connsiteY0" fmla="*/ 62902 h 67024"/>
                <a:gd name="connsiteX1" fmla="*/ 57657 w 103181"/>
                <a:gd name="connsiteY1" fmla="*/ 12323 h 67024"/>
                <a:gd name="connsiteX2" fmla="*/ 496 w 103181"/>
                <a:gd name="connsiteY2" fmla="*/ 7157 h 67024"/>
                <a:gd name="connsiteX3" fmla="*/ 2079 w 103181"/>
                <a:gd name="connsiteY3" fmla="*/ 9906 h 67024"/>
                <a:gd name="connsiteX4" fmla="*/ 60407 w 103181"/>
                <a:gd name="connsiteY4" fmla="*/ 25821 h 67024"/>
                <a:gd name="connsiteX5" fmla="*/ 97820 w 103181"/>
                <a:gd name="connsiteY5" fmla="*/ 65734 h 67024"/>
                <a:gd name="connsiteX6" fmla="*/ 102819 w 103181"/>
                <a:gd name="connsiteY6" fmla="*/ 62902 h 67024"/>
                <a:gd name="connsiteX7" fmla="*/ 102819 w 103181"/>
                <a:gd name="connsiteY7" fmla="*/ 62902 h 67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181" h="67024">
                  <a:moveTo>
                    <a:pt x="102819" y="62902"/>
                  </a:moveTo>
                  <a:cubicBezTo>
                    <a:pt x="91237" y="41154"/>
                    <a:pt x="79821" y="24322"/>
                    <a:pt x="57657" y="12323"/>
                  </a:cubicBezTo>
                  <a:cubicBezTo>
                    <a:pt x="40325" y="2907"/>
                    <a:pt x="17827" y="-7176"/>
                    <a:pt x="496" y="7157"/>
                  </a:cubicBezTo>
                  <a:cubicBezTo>
                    <a:pt x="-755" y="8240"/>
                    <a:pt x="578" y="10490"/>
                    <a:pt x="2079" y="9906"/>
                  </a:cubicBezTo>
                  <a:cubicBezTo>
                    <a:pt x="22077" y="2823"/>
                    <a:pt x="43908" y="15739"/>
                    <a:pt x="60407" y="25821"/>
                  </a:cubicBezTo>
                  <a:cubicBezTo>
                    <a:pt x="76072" y="35404"/>
                    <a:pt x="87321" y="51069"/>
                    <a:pt x="97820" y="65734"/>
                  </a:cubicBezTo>
                  <a:cubicBezTo>
                    <a:pt x="99987" y="68651"/>
                    <a:pt x="104486" y="66151"/>
                    <a:pt x="102819" y="62902"/>
                  </a:cubicBezTo>
                  <a:lnTo>
                    <a:pt x="102819" y="62902"/>
                  </a:lnTo>
                  <a:close/>
                </a:path>
              </a:pathLst>
            </a:custGeom>
            <a:grpFill/>
            <a:ln w="8332" cap="flat">
              <a:noFill/>
              <a:prstDash val="solid"/>
              <a:miter/>
            </a:ln>
          </p:spPr>
          <p:txBody>
            <a:bodyPr rtlCol="0" anchor="ctr"/>
            <a:lstStyle/>
            <a:p>
              <a:endParaRPr lang="en-US"/>
            </a:p>
          </p:txBody>
        </p:sp>
        <p:sp>
          <p:nvSpPr>
            <p:cNvPr id="2269" name="Freeform: Shape 2268"/>
            <p:cNvSpPr/>
            <p:nvPr/>
          </p:nvSpPr>
          <p:spPr>
            <a:xfrm>
              <a:off x="2394941" y="4477064"/>
              <a:ext cx="328870" cy="705886"/>
            </a:xfrm>
            <a:custGeom>
              <a:avLst/>
              <a:gdLst>
                <a:gd name="connsiteX0" fmla="*/ 287839 w 328870"/>
                <a:gd name="connsiteY0" fmla="*/ 193026 h 705886"/>
                <a:gd name="connsiteX1" fmla="*/ 242592 w 328870"/>
                <a:gd name="connsiteY1" fmla="*/ 127448 h 705886"/>
                <a:gd name="connsiteX2" fmla="*/ 172849 w 328870"/>
                <a:gd name="connsiteY2" fmla="*/ 100617 h 705886"/>
                <a:gd name="connsiteX3" fmla="*/ 137435 w 328870"/>
                <a:gd name="connsiteY3" fmla="*/ 18291 h 705886"/>
                <a:gd name="connsiteX4" fmla="*/ 120270 w 328870"/>
                <a:gd name="connsiteY4" fmla="*/ 210 h 705886"/>
                <a:gd name="connsiteX5" fmla="*/ 89190 w 328870"/>
                <a:gd name="connsiteY5" fmla="*/ 12042 h 705886"/>
                <a:gd name="connsiteX6" fmla="*/ 65858 w 328870"/>
                <a:gd name="connsiteY6" fmla="*/ 50289 h 705886"/>
                <a:gd name="connsiteX7" fmla="*/ 101772 w 328870"/>
                <a:gd name="connsiteY7" fmla="*/ 78203 h 705886"/>
                <a:gd name="connsiteX8" fmla="*/ 129020 w 328870"/>
                <a:gd name="connsiteY8" fmla="*/ 108950 h 705886"/>
                <a:gd name="connsiteX9" fmla="*/ 114187 w 328870"/>
                <a:gd name="connsiteY9" fmla="*/ 124782 h 705886"/>
                <a:gd name="connsiteX10" fmla="*/ 112354 w 328870"/>
                <a:gd name="connsiteY10" fmla="*/ 214940 h 705886"/>
                <a:gd name="connsiteX11" fmla="*/ 79024 w 328870"/>
                <a:gd name="connsiteY11" fmla="*/ 311431 h 705886"/>
                <a:gd name="connsiteX12" fmla="*/ 78607 w 328870"/>
                <a:gd name="connsiteY12" fmla="*/ 314015 h 705886"/>
                <a:gd name="connsiteX13" fmla="*/ 64692 w 328870"/>
                <a:gd name="connsiteY13" fmla="*/ 340929 h 705886"/>
                <a:gd name="connsiteX14" fmla="*/ 3781 w 328870"/>
                <a:gd name="connsiteY14" fmla="*/ 505081 h 705886"/>
                <a:gd name="connsiteX15" fmla="*/ 31945 w 328870"/>
                <a:gd name="connsiteY15" fmla="*/ 662067 h 705886"/>
                <a:gd name="connsiteX16" fmla="*/ 169599 w 328870"/>
                <a:gd name="connsiteY16" fmla="*/ 700063 h 705886"/>
                <a:gd name="connsiteX17" fmla="*/ 285339 w 328870"/>
                <a:gd name="connsiteY17" fmla="*/ 611155 h 705886"/>
                <a:gd name="connsiteX18" fmla="*/ 327252 w 328870"/>
                <a:gd name="connsiteY18" fmla="*/ 452085 h 705886"/>
                <a:gd name="connsiteX19" fmla="*/ 317253 w 328870"/>
                <a:gd name="connsiteY19" fmla="*/ 272852 h 705886"/>
                <a:gd name="connsiteX20" fmla="*/ 287839 w 328870"/>
                <a:gd name="connsiteY20" fmla="*/ 193026 h 705886"/>
                <a:gd name="connsiteX21" fmla="*/ 287839 w 328870"/>
                <a:gd name="connsiteY21" fmla="*/ 193026 h 705886"/>
                <a:gd name="connsiteX22" fmla="*/ 108605 w 328870"/>
                <a:gd name="connsiteY22" fmla="*/ 68287 h 705886"/>
                <a:gd name="connsiteX23" fmla="*/ 88273 w 328870"/>
                <a:gd name="connsiteY23" fmla="*/ 52205 h 705886"/>
                <a:gd name="connsiteX24" fmla="*/ 71025 w 328870"/>
                <a:gd name="connsiteY24" fmla="*/ 38956 h 705886"/>
                <a:gd name="connsiteX25" fmla="*/ 80107 w 328870"/>
                <a:gd name="connsiteY25" fmla="*/ 28374 h 705886"/>
                <a:gd name="connsiteX26" fmla="*/ 111521 w 328870"/>
                <a:gd name="connsiteY26" fmla="*/ 13375 h 705886"/>
                <a:gd name="connsiteX27" fmla="*/ 133852 w 328870"/>
                <a:gd name="connsiteY27" fmla="*/ 35873 h 705886"/>
                <a:gd name="connsiteX28" fmla="*/ 158517 w 328870"/>
                <a:gd name="connsiteY28" fmla="*/ 100701 h 705886"/>
                <a:gd name="connsiteX29" fmla="*/ 136685 w 328870"/>
                <a:gd name="connsiteY29" fmla="*/ 105200 h 705886"/>
                <a:gd name="connsiteX30" fmla="*/ 108605 w 328870"/>
                <a:gd name="connsiteY30" fmla="*/ 68287 h 705886"/>
                <a:gd name="connsiteX31" fmla="*/ 108605 w 328870"/>
                <a:gd name="connsiteY31" fmla="*/ 68287 h 705886"/>
                <a:gd name="connsiteX32" fmla="*/ 120437 w 328870"/>
                <a:gd name="connsiteY32" fmla="*/ 242854 h 705886"/>
                <a:gd name="connsiteX33" fmla="*/ 123270 w 328870"/>
                <a:gd name="connsiteY33" fmla="*/ 222273 h 705886"/>
                <a:gd name="connsiteX34" fmla="*/ 124270 w 328870"/>
                <a:gd name="connsiteY34" fmla="*/ 186443 h 705886"/>
                <a:gd name="connsiteX35" fmla="*/ 147185 w 328870"/>
                <a:gd name="connsiteY35" fmla="*/ 116282 h 705886"/>
                <a:gd name="connsiteX36" fmla="*/ 164850 w 328870"/>
                <a:gd name="connsiteY36" fmla="*/ 114116 h 705886"/>
                <a:gd name="connsiteX37" fmla="*/ 169766 w 328870"/>
                <a:gd name="connsiteY37" fmla="*/ 114116 h 705886"/>
                <a:gd name="connsiteX38" fmla="*/ 220595 w 328870"/>
                <a:gd name="connsiteY38" fmla="*/ 128948 h 705886"/>
                <a:gd name="connsiteX39" fmla="*/ 270173 w 328870"/>
                <a:gd name="connsiteY39" fmla="*/ 190443 h 705886"/>
                <a:gd name="connsiteX40" fmla="*/ 273090 w 328870"/>
                <a:gd name="connsiteY40" fmla="*/ 195942 h 705886"/>
                <a:gd name="connsiteX41" fmla="*/ 234343 w 328870"/>
                <a:gd name="connsiteY41" fmla="*/ 167778 h 705886"/>
                <a:gd name="connsiteX42" fmla="*/ 225594 w 328870"/>
                <a:gd name="connsiteY42" fmla="*/ 168695 h 705886"/>
                <a:gd name="connsiteX43" fmla="*/ 222594 w 328870"/>
                <a:gd name="connsiteY43" fmla="*/ 219357 h 705886"/>
                <a:gd name="connsiteX44" fmla="*/ 213345 w 328870"/>
                <a:gd name="connsiteY44" fmla="*/ 208524 h 705886"/>
                <a:gd name="connsiteX45" fmla="*/ 208679 w 328870"/>
                <a:gd name="connsiteY45" fmla="*/ 176361 h 705886"/>
                <a:gd name="connsiteX46" fmla="*/ 197930 w 328870"/>
                <a:gd name="connsiteY46" fmla="*/ 174611 h 705886"/>
                <a:gd name="connsiteX47" fmla="*/ 179432 w 328870"/>
                <a:gd name="connsiteY47" fmla="*/ 240022 h 705886"/>
                <a:gd name="connsiteX48" fmla="*/ 173266 w 328870"/>
                <a:gd name="connsiteY48" fmla="*/ 251104 h 705886"/>
                <a:gd name="connsiteX49" fmla="*/ 164683 w 328870"/>
                <a:gd name="connsiteY49" fmla="*/ 237188 h 705886"/>
                <a:gd name="connsiteX50" fmla="*/ 162683 w 328870"/>
                <a:gd name="connsiteY50" fmla="*/ 218523 h 705886"/>
                <a:gd name="connsiteX51" fmla="*/ 159683 w 328870"/>
                <a:gd name="connsiteY51" fmla="*/ 200108 h 705886"/>
                <a:gd name="connsiteX52" fmla="*/ 161600 w 328870"/>
                <a:gd name="connsiteY52" fmla="*/ 193859 h 705886"/>
                <a:gd name="connsiteX53" fmla="*/ 151934 w 328870"/>
                <a:gd name="connsiteY53" fmla="*/ 189526 h 705886"/>
                <a:gd name="connsiteX54" fmla="*/ 149434 w 328870"/>
                <a:gd name="connsiteY54" fmla="*/ 196942 h 705886"/>
                <a:gd name="connsiteX55" fmla="*/ 117604 w 328870"/>
                <a:gd name="connsiteY55" fmla="*/ 254187 h 705886"/>
                <a:gd name="connsiteX56" fmla="*/ 120437 w 328870"/>
                <a:gd name="connsiteY56" fmla="*/ 242854 h 705886"/>
                <a:gd name="connsiteX57" fmla="*/ 120437 w 328870"/>
                <a:gd name="connsiteY57" fmla="*/ 242854 h 705886"/>
                <a:gd name="connsiteX58" fmla="*/ 314670 w 328870"/>
                <a:gd name="connsiteY58" fmla="*/ 423172 h 705886"/>
                <a:gd name="connsiteX59" fmla="*/ 283672 w 328870"/>
                <a:gd name="connsiteY59" fmla="*/ 585407 h 705886"/>
                <a:gd name="connsiteX60" fmla="*/ 184598 w 328870"/>
                <a:gd name="connsiteY60" fmla="*/ 680482 h 705886"/>
                <a:gd name="connsiteX61" fmla="*/ 103688 w 328870"/>
                <a:gd name="connsiteY61" fmla="*/ 689064 h 705886"/>
                <a:gd name="connsiteX62" fmla="*/ 38611 w 328870"/>
                <a:gd name="connsiteY62" fmla="*/ 645235 h 705886"/>
                <a:gd name="connsiteX63" fmla="*/ 22779 w 328870"/>
                <a:gd name="connsiteY63" fmla="*/ 486083 h 705886"/>
                <a:gd name="connsiteX64" fmla="*/ 92356 w 328870"/>
                <a:gd name="connsiteY64" fmla="*/ 316181 h 705886"/>
                <a:gd name="connsiteX65" fmla="*/ 111854 w 328870"/>
                <a:gd name="connsiteY65" fmla="*/ 270769 h 705886"/>
                <a:gd name="connsiteX66" fmla="*/ 139019 w 328870"/>
                <a:gd name="connsiteY66" fmla="*/ 238438 h 705886"/>
                <a:gd name="connsiteX67" fmla="*/ 151101 w 328870"/>
                <a:gd name="connsiteY67" fmla="*/ 217940 h 705886"/>
                <a:gd name="connsiteX68" fmla="*/ 153601 w 328870"/>
                <a:gd name="connsiteY68" fmla="*/ 242271 h 705886"/>
                <a:gd name="connsiteX69" fmla="*/ 175099 w 328870"/>
                <a:gd name="connsiteY69" fmla="*/ 264936 h 705886"/>
                <a:gd name="connsiteX70" fmla="*/ 193680 w 328870"/>
                <a:gd name="connsiteY70" fmla="*/ 237939 h 705886"/>
                <a:gd name="connsiteX71" fmla="*/ 201596 w 328870"/>
                <a:gd name="connsiteY71" fmla="*/ 210524 h 705886"/>
                <a:gd name="connsiteX72" fmla="*/ 222094 w 328870"/>
                <a:gd name="connsiteY72" fmla="*/ 237855 h 705886"/>
                <a:gd name="connsiteX73" fmla="*/ 235510 w 328870"/>
                <a:gd name="connsiteY73" fmla="*/ 190859 h 705886"/>
                <a:gd name="connsiteX74" fmla="*/ 253008 w 328870"/>
                <a:gd name="connsiteY74" fmla="*/ 210358 h 705886"/>
                <a:gd name="connsiteX75" fmla="*/ 279089 w 328870"/>
                <a:gd name="connsiteY75" fmla="*/ 207691 h 705886"/>
                <a:gd name="connsiteX76" fmla="*/ 300587 w 328870"/>
                <a:gd name="connsiteY76" fmla="*/ 262603 h 705886"/>
                <a:gd name="connsiteX77" fmla="*/ 314670 w 328870"/>
                <a:gd name="connsiteY77" fmla="*/ 423172 h 705886"/>
                <a:gd name="connsiteX78" fmla="*/ 314670 w 328870"/>
                <a:gd name="connsiteY78" fmla="*/ 423172 h 705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328870" h="705886">
                  <a:moveTo>
                    <a:pt x="287839" y="193026"/>
                  </a:moveTo>
                  <a:cubicBezTo>
                    <a:pt x="276090" y="169278"/>
                    <a:pt x="262174" y="145530"/>
                    <a:pt x="242592" y="127448"/>
                  </a:cubicBezTo>
                  <a:cubicBezTo>
                    <a:pt x="223761" y="110033"/>
                    <a:pt x="198180" y="101867"/>
                    <a:pt x="172849" y="100617"/>
                  </a:cubicBezTo>
                  <a:cubicBezTo>
                    <a:pt x="164933" y="72120"/>
                    <a:pt x="151684" y="43872"/>
                    <a:pt x="137435" y="18291"/>
                  </a:cubicBezTo>
                  <a:cubicBezTo>
                    <a:pt x="133852" y="11876"/>
                    <a:pt x="128269" y="1626"/>
                    <a:pt x="120270" y="210"/>
                  </a:cubicBezTo>
                  <a:cubicBezTo>
                    <a:pt x="110188" y="-1540"/>
                    <a:pt x="97689" y="8126"/>
                    <a:pt x="89190" y="12042"/>
                  </a:cubicBezTo>
                  <a:cubicBezTo>
                    <a:pt x="72024" y="19958"/>
                    <a:pt x="43611" y="30874"/>
                    <a:pt x="65858" y="50289"/>
                  </a:cubicBezTo>
                  <a:cubicBezTo>
                    <a:pt x="77357" y="60288"/>
                    <a:pt x="90940" y="67370"/>
                    <a:pt x="101772" y="78203"/>
                  </a:cubicBezTo>
                  <a:cubicBezTo>
                    <a:pt x="111104" y="87535"/>
                    <a:pt x="120854" y="98118"/>
                    <a:pt x="129020" y="108950"/>
                  </a:cubicBezTo>
                  <a:cubicBezTo>
                    <a:pt x="122853" y="112616"/>
                    <a:pt x="117687" y="117699"/>
                    <a:pt x="114187" y="124782"/>
                  </a:cubicBezTo>
                  <a:cubicBezTo>
                    <a:pt x="100522" y="152363"/>
                    <a:pt x="114187" y="185943"/>
                    <a:pt x="112354" y="214940"/>
                  </a:cubicBezTo>
                  <a:cubicBezTo>
                    <a:pt x="110188" y="249271"/>
                    <a:pt x="95272" y="281601"/>
                    <a:pt x="79024" y="311431"/>
                  </a:cubicBezTo>
                  <a:cubicBezTo>
                    <a:pt x="78524" y="312348"/>
                    <a:pt x="78441" y="313181"/>
                    <a:pt x="78607" y="314015"/>
                  </a:cubicBezTo>
                  <a:cubicBezTo>
                    <a:pt x="74024" y="323014"/>
                    <a:pt x="69358" y="332013"/>
                    <a:pt x="64692" y="340929"/>
                  </a:cubicBezTo>
                  <a:cubicBezTo>
                    <a:pt x="37944" y="392841"/>
                    <a:pt x="12780" y="446919"/>
                    <a:pt x="3781" y="505081"/>
                  </a:cubicBezTo>
                  <a:cubicBezTo>
                    <a:pt x="-4052" y="556076"/>
                    <a:pt x="-1969" y="619737"/>
                    <a:pt x="31945" y="662067"/>
                  </a:cubicBezTo>
                  <a:cubicBezTo>
                    <a:pt x="64942" y="703146"/>
                    <a:pt x="120770" y="714145"/>
                    <a:pt x="169599" y="700063"/>
                  </a:cubicBezTo>
                  <a:cubicBezTo>
                    <a:pt x="218595" y="685898"/>
                    <a:pt x="258758" y="654484"/>
                    <a:pt x="285339" y="611155"/>
                  </a:cubicBezTo>
                  <a:cubicBezTo>
                    <a:pt x="314753" y="563076"/>
                    <a:pt x="323752" y="507414"/>
                    <a:pt x="327252" y="452085"/>
                  </a:cubicBezTo>
                  <a:cubicBezTo>
                    <a:pt x="331085" y="392008"/>
                    <a:pt x="328251" y="332097"/>
                    <a:pt x="317253" y="272852"/>
                  </a:cubicBezTo>
                  <a:cubicBezTo>
                    <a:pt x="312003" y="244521"/>
                    <a:pt x="300754" y="218857"/>
                    <a:pt x="287839" y="193026"/>
                  </a:cubicBezTo>
                  <a:lnTo>
                    <a:pt x="287839" y="193026"/>
                  </a:lnTo>
                  <a:close/>
                  <a:moveTo>
                    <a:pt x="108605" y="68287"/>
                  </a:moveTo>
                  <a:cubicBezTo>
                    <a:pt x="102355" y="62288"/>
                    <a:pt x="95356" y="57121"/>
                    <a:pt x="88273" y="52205"/>
                  </a:cubicBezTo>
                  <a:cubicBezTo>
                    <a:pt x="84440" y="49538"/>
                    <a:pt x="71691" y="43372"/>
                    <a:pt x="71025" y="38956"/>
                  </a:cubicBezTo>
                  <a:cubicBezTo>
                    <a:pt x="70108" y="32790"/>
                    <a:pt x="75524" y="30957"/>
                    <a:pt x="80107" y="28374"/>
                  </a:cubicBezTo>
                  <a:cubicBezTo>
                    <a:pt x="89523" y="23124"/>
                    <a:pt x="101189" y="16125"/>
                    <a:pt x="111521" y="13375"/>
                  </a:cubicBezTo>
                  <a:cubicBezTo>
                    <a:pt x="124437" y="9959"/>
                    <a:pt x="129186" y="25958"/>
                    <a:pt x="133852" y="35873"/>
                  </a:cubicBezTo>
                  <a:cubicBezTo>
                    <a:pt x="143685" y="56871"/>
                    <a:pt x="152517" y="78453"/>
                    <a:pt x="158517" y="100701"/>
                  </a:cubicBezTo>
                  <a:cubicBezTo>
                    <a:pt x="151017" y="101201"/>
                    <a:pt x="143518" y="102534"/>
                    <a:pt x="136685" y="105200"/>
                  </a:cubicBezTo>
                  <a:cubicBezTo>
                    <a:pt x="131769" y="91035"/>
                    <a:pt x="118437" y="77703"/>
                    <a:pt x="108605" y="68287"/>
                  </a:cubicBezTo>
                  <a:lnTo>
                    <a:pt x="108605" y="68287"/>
                  </a:lnTo>
                  <a:close/>
                  <a:moveTo>
                    <a:pt x="120437" y="242854"/>
                  </a:moveTo>
                  <a:cubicBezTo>
                    <a:pt x="122103" y="235855"/>
                    <a:pt x="123020" y="229023"/>
                    <a:pt x="123270" y="222273"/>
                  </a:cubicBezTo>
                  <a:cubicBezTo>
                    <a:pt x="124936" y="210691"/>
                    <a:pt x="125353" y="198775"/>
                    <a:pt x="124270" y="186443"/>
                  </a:cubicBezTo>
                  <a:cubicBezTo>
                    <a:pt x="121937" y="160945"/>
                    <a:pt x="114021" y="124448"/>
                    <a:pt x="147185" y="116282"/>
                  </a:cubicBezTo>
                  <a:cubicBezTo>
                    <a:pt x="152684" y="114950"/>
                    <a:pt x="158684" y="114199"/>
                    <a:pt x="164850" y="114116"/>
                  </a:cubicBezTo>
                  <a:cubicBezTo>
                    <a:pt x="166433" y="114699"/>
                    <a:pt x="168183" y="114699"/>
                    <a:pt x="169766" y="114116"/>
                  </a:cubicBezTo>
                  <a:cubicBezTo>
                    <a:pt x="187764" y="114699"/>
                    <a:pt x="206846" y="120199"/>
                    <a:pt x="220595" y="128948"/>
                  </a:cubicBezTo>
                  <a:cubicBezTo>
                    <a:pt x="242759" y="142947"/>
                    <a:pt x="258175" y="167861"/>
                    <a:pt x="270173" y="190443"/>
                  </a:cubicBezTo>
                  <a:cubicBezTo>
                    <a:pt x="271173" y="192276"/>
                    <a:pt x="272090" y="194109"/>
                    <a:pt x="273090" y="195942"/>
                  </a:cubicBezTo>
                  <a:cubicBezTo>
                    <a:pt x="254508" y="208857"/>
                    <a:pt x="242009" y="183193"/>
                    <a:pt x="234343" y="167778"/>
                  </a:cubicBezTo>
                  <a:cubicBezTo>
                    <a:pt x="232427" y="164028"/>
                    <a:pt x="226761" y="164862"/>
                    <a:pt x="225594" y="168695"/>
                  </a:cubicBezTo>
                  <a:cubicBezTo>
                    <a:pt x="220428" y="185026"/>
                    <a:pt x="226344" y="203025"/>
                    <a:pt x="222594" y="219357"/>
                  </a:cubicBezTo>
                  <a:cubicBezTo>
                    <a:pt x="219678" y="232022"/>
                    <a:pt x="214429" y="213524"/>
                    <a:pt x="213345" y="208524"/>
                  </a:cubicBezTo>
                  <a:cubicBezTo>
                    <a:pt x="211012" y="198442"/>
                    <a:pt x="209512" y="186610"/>
                    <a:pt x="208679" y="176361"/>
                  </a:cubicBezTo>
                  <a:cubicBezTo>
                    <a:pt x="208179" y="170361"/>
                    <a:pt x="200180" y="168445"/>
                    <a:pt x="197930" y="174611"/>
                  </a:cubicBezTo>
                  <a:cubicBezTo>
                    <a:pt x="190264" y="195942"/>
                    <a:pt x="188764" y="219023"/>
                    <a:pt x="179432" y="240022"/>
                  </a:cubicBezTo>
                  <a:cubicBezTo>
                    <a:pt x="178265" y="242605"/>
                    <a:pt x="175932" y="249771"/>
                    <a:pt x="173266" y="251104"/>
                  </a:cubicBezTo>
                  <a:cubicBezTo>
                    <a:pt x="167349" y="254020"/>
                    <a:pt x="165433" y="242355"/>
                    <a:pt x="164683" y="237188"/>
                  </a:cubicBezTo>
                  <a:cubicBezTo>
                    <a:pt x="163683" y="231022"/>
                    <a:pt x="163433" y="224773"/>
                    <a:pt x="162683" y="218523"/>
                  </a:cubicBezTo>
                  <a:cubicBezTo>
                    <a:pt x="162183" y="214524"/>
                    <a:pt x="159517" y="206025"/>
                    <a:pt x="159683" y="200108"/>
                  </a:cubicBezTo>
                  <a:cubicBezTo>
                    <a:pt x="160433" y="198025"/>
                    <a:pt x="161017" y="195942"/>
                    <a:pt x="161600" y="193859"/>
                  </a:cubicBezTo>
                  <a:cubicBezTo>
                    <a:pt x="163100" y="187776"/>
                    <a:pt x="155517" y="184693"/>
                    <a:pt x="151934" y="189526"/>
                  </a:cubicBezTo>
                  <a:cubicBezTo>
                    <a:pt x="150268" y="191692"/>
                    <a:pt x="149601" y="194192"/>
                    <a:pt x="149434" y="196942"/>
                  </a:cubicBezTo>
                  <a:cubicBezTo>
                    <a:pt x="142518" y="217190"/>
                    <a:pt x="129769" y="236022"/>
                    <a:pt x="117604" y="254187"/>
                  </a:cubicBezTo>
                  <a:cubicBezTo>
                    <a:pt x="118437" y="250437"/>
                    <a:pt x="119437" y="246688"/>
                    <a:pt x="120437" y="242854"/>
                  </a:cubicBezTo>
                  <a:lnTo>
                    <a:pt x="120437" y="242854"/>
                  </a:lnTo>
                  <a:close/>
                  <a:moveTo>
                    <a:pt x="314670" y="423172"/>
                  </a:moveTo>
                  <a:cubicBezTo>
                    <a:pt x="313169" y="478500"/>
                    <a:pt x="308003" y="534911"/>
                    <a:pt x="283672" y="585407"/>
                  </a:cubicBezTo>
                  <a:cubicBezTo>
                    <a:pt x="263257" y="627653"/>
                    <a:pt x="228844" y="663400"/>
                    <a:pt x="184598" y="680482"/>
                  </a:cubicBezTo>
                  <a:cubicBezTo>
                    <a:pt x="157600" y="690898"/>
                    <a:pt x="132186" y="694730"/>
                    <a:pt x="103688" y="689064"/>
                  </a:cubicBezTo>
                  <a:cubicBezTo>
                    <a:pt x="77691" y="683898"/>
                    <a:pt x="52360" y="668566"/>
                    <a:pt x="38611" y="645235"/>
                  </a:cubicBezTo>
                  <a:cubicBezTo>
                    <a:pt x="10697" y="597906"/>
                    <a:pt x="11363" y="538161"/>
                    <a:pt x="22779" y="486083"/>
                  </a:cubicBezTo>
                  <a:cubicBezTo>
                    <a:pt x="35945" y="426004"/>
                    <a:pt x="66442" y="371426"/>
                    <a:pt x="92356" y="316181"/>
                  </a:cubicBezTo>
                  <a:cubicBezTo>
                    <a:pt x="99272" y="301349"/>
                    <a:pt x="106188" y="286267"/>
                    <a:pt x="111854" y="270769"/>
                  </a:cubicBezTo>
                  <a:cubicBezTo>
                    <a:pt x="123937" y="263519"/>
                    <a:pt x="132269" y="250437"/>
                    <a:pt x="139019" y="238438"/>
                  </a:cubicBezTo>
                  <a:cubicBezTo>
                    <a:pt x="142851" y="231522"/>
                    <a:pt x="147185" y="224856"/>
                    <a:pt x="151101" y="217940"/>
                  </a:cubicBezTo>
                  <a:cubicBezTo>
                    <a:pt x="151684" y="226022"/>
                    <a:pt x="152184" y="234272"/>
                    <a:pt x="153601" y="242271"/>
                  </a:cubicBezTo>
                  <a:cubicBezTo>
                    <a:pt x="155350" y="252103"/>
                    <a:pt x="161850" y="269852"/>
                    <a:pt x="175099" y="264936"/>
                  </a:cubicBezTo>
                  <a:cubicBezTo>
                    <a:pt x="185098" y="261270"/>
                    <a:pt x="190097" y="246771"/>
                    <a:pt x="193680" y="237939"/>
                  </a:cubicBezTo>
                  <a:cubicBezTo>
                    <a:pt x="197347" y="228939"/>
                    <a:pt x="199680" y="219773"/>
                    <a:pt x="201596" y="210524"/>
                  </a:cubicBezTo>
                  <a:cubicBezTo>
                    <a:pt x="204679" y="225189"/>
                    <a:pt x="210429" y="238521"/>
                    <a:pt x="222094" y="237855"/>
                  </a:cubicBezTo>
                  <a:cubicBezTo>
                    <a:pt x="238010" y="237022"/>
                    <a:pt x="236926" y="211024"/>
                    <a:pt x="235510" y="190859"/>
                  </a:cubicBezTo>
                  <a:cubicBezTo>
                    <a:pt x="239843" y="198608"/>
                    <a:pt x="244926" y="205858"/>
                    <a:pt x="253008" y="210358"/>
                  </a:cubicBezTo>
                  <a:cubicBezTo>
                    <a:pt x="262924" y="215857"/>
                    <a:pt x="271007" y="213024"/>
                    <a:pt x="279089" y="207691"/>
                  </a:cubicBezTo>
                  <a:cubicBezTo>
                    <a:pt x="288005" y="225356"/>
                    <a:pt x="296088" y="243688"/>
                    <a:pt x="300587" y="262603"/>
                  </a:cubicBezTo>
                  <a:cubicBezTo>
                    <a:pt x="313086" y="314931"/>
                    <a:pt x="316086" y="369510"/>
                    <a:pt x="314670" y="423172"/>
                  </a:cubicBezTo>
                  <a:lnTo>
                    <a:pt x="314670" y="423172"/>
                  </a:lnTo>
                  <a:close/>
                </a:path>
              </a:pathLst>
            </a:custGeom>
            <a:grpFill/>
            <a:ln w="8332" cap="flat">
              <a:noFill/>
              <a:prstDash val="solid"/>
              <a:miter/>
            </a:ln>
          </p:spPr>
          <p:txBody>
            <a:bodyPr rtlCol="0" anchor="ctr"/>
            <a:lstStyle/>
            <a:p>
              <a:endParaRPr lang="en-US"/>
            </a:p>
          </p:txBody>
        </p:sp>
        <p:sp>
          <p:nvSpPr>
            <p:cNvPr id="2270" name="Freeform: Shape 2269"/>
            <p:cNvSpPr/>
            <p:nvPr/>
          </p:nvSpPr>
          <p:spPr>
            <a:xfrm>
              <a:off x="4616287" y="5073058"/>
              <a:ext cx="851485" cy="225860"/>
            </a:xfrm>
            <a:custGeom>
              <a:avLst/>
              <a:gdLst>
                <a:gd name="connsiteX0" fmla="*/ 75394 w 851485"/>
                <a:gd name="connsiteY0" fmla="*/ 200061 h 225860"/>
                <a:gd name="connsiteX1" fmla="*/ 123640 w 851485"/>
                <a:gd name="connsiteY1" fmla="*/ 199561 h 225860"/>
                <a:gd name="connsiteX2" fmla="*/ 157471 w 851485"/>
                <a:gd name="connsiteY2" fmla="*/ 208310 h 225860"/>
                <a:gd name="connsiteX3" fmla="*/ 199467 w 851485"/>
                <a:gd name="connsiteY3" fmla="*/ 203310 h 225860"/>
                <a:gd name="connsiteX4" fmla="*/ 283043 w 851485"/>
                <a:gd name="connsiteY4" fmla="*/ 216393 h 225860"/>
                <a:gd name="connsiteX5" fmla="*/ 316373 w 851485"/>
                <a:gd name="connsiteY5" fmla="*/ 213892 h 225860"/>
                <a:gd name="connsiteX6" fmla="*/ 358702 w 851485"/>
                <a:gd name="connsiteY6" fmla="*/ 204394 h 225860"/>
                <a:gd name="connsiteX7" fmla="*/ 449444 w 851485"/>
                <a:gd name="connsiteY7" fmla="*/ 224558 h 225860"/>
                <a:gd name="connsiteX8" fmla="*/ 521521 w 851485"/>
                <a:gd name="connsiteY8" fmla="*/ 214976 h 225860"/>
                <a:gd name="connsiteX9" fmla="*/ 575599 w 851485"/>
                <a:gd name="connsiteY9" fmla="*/ 162731 h 225860"/>
                <a:gd name="connsiteX10" fmla="*/ 582765 w 851485"/>
                <a:gd name="connsiteY10" fmla="*/ 149649 h 225860"/>
                <a:gd name="connsiteX11" fmla="*/ 621595 w 851485"/>
                <a:gd name="connsiteY11" fmla="*/ 155648 h 225860"/>
                <a:gd name="connsiteX12" fmla="*/ 672841 w 851485"/>
                <a:gd name="connsiteY12" fmla="*/ 159398 h 225860"/>
                <a:gd name="connsiteX13" fmla="*/ 700588 w 851485"/>
                <a:gd name="connsiteY13" fmla="*/ 157398 h 225860"/>
                <a:gd name="connsiteX14" fmla="*/ 714004 w 851485"/>
                <a:gd name="connsiteY14" fmla="*/ 155898 h 225860"/>
                <a:gd name="connsiteX15" fmla="*/ 720586 w 851485"/>
                <a:gd name="connsiteY15" fmla="*/ 141316 h 225860"/>
                <a:gd name="connsiteX16" fmla="*/ 732668 w 851485"/>
                <a:gd name="connsiteY16" fmla="*/ 143232 h 225860"/>
                <a:gd name="connsiteX17" fmla="*/ 809079 w 851485"/>
                <a:gd name="connsiteY17" fmla="*/ 147732 h 225860"/>
                <a:gd name="connsiteX18" fmla="*/ 850991 w 851485"/>
                <a:gd name="connsiteY18" fmla="*/ 127234 h 225860"/>
                <a:gd name="connsiteX19" fmla="*/ 827077 w 851485"/>
                <a:gd name="connsiteY19" fmla="*/ 85488 h 225860"/>
                <a:gd name="connsiteX20" fmla="*/ 756333 w 851485"/>
                <a:gd name="connsiteY20" fmla="*/ 84821 h 225860"/>
                <a:gd name="connsiteX21" fmla="*/ 698422 w 851485"/>
                <a:gd name="connsiteY21" fmla="*/ 86987 h 225860"/>
                <a:gd name="connsiteX22" fmla="*/ 748750 w 851485"/>
                <a:gd name="connsiteY22" fmla="*/ 78071 h 225860"/>
                <a:gd name="connsiteX23" fmla="*/ 824327 w 851485"/>
                <a:gd name="connsiteY23" fmla="*/ 56324 h 225860"/>
                <a:gd name="connsiteX24" fmla="*/ 843909 w 851485"/>
                <a:gd name="connsiteY24" fmla="*/ 21410 h 225860"/>
                <a:gd name="connsiteX25" fmla="*/ 797413 w 851485"/>
                <a:gd name="connsiteY25" fmla="*/ 10161 h 225860"/>
                <a:gd name="connsiteX26" fmla="*/ 737585 w 851485"/>
                <a:gd name="connsiteY26" fmla="*/ 36659 h 225860"/>
                <a:gd name="connsiteX27" fmla="*/ 719503 w 851485"/>
                <a:gd name="connsiteY27" fmla="*/ 14327 h 225860"/>
                <a:gd name="connsiteX28" fmla="*/ 672757 w 851485"/>
                <a:gd name="connsiteY28" fmla="*/ 22243 h 225860"/>
                <a:gd name="connsiteX29" fmla="*/ 623428 w 851485"/>
                <a:gd name="connsiteY29" fmla="*/ 37408 h 225860"/>
                <a:gd name="connsiteX30" fmla="*/ 582682 w 851485"/>
                <a:gd name="connsiteY30" fmla="*/ 54657 h 225860"/>
                <a:gd name="connsiteX31" fmla="*/ 527271 w 851485"/>
                <a:gd name="connsiteY31" fmla="*/ 7661 h 225860"/>
                <a:gd name="connsiteX32" fmla="*/ 459276 w 851485"/>
                <a:gd name="connsiteY32" fmla="*/ 4412 h 225860"/>
                <a:gd name="connsiteX33" fmla="*/ 421696 w 851485"/>
                <a:gd name="connsiteY33" fmla="*/ 15494 h 225860"/>
                <a:gd name="connsiteX34" fmla="*/ 375118 w 851485"/>
                <a:gd name="connsiteY34" fmla="*/ 13494 h 225860"/>
                <a:gd name="connsiteX35" fmla="*/ 306541 w 851485"/>
                <a:gd name="connsiteY35" fmla="*/ 13994 h 225860"/>
                <a:gd name="connsiteX36" fmla="*/ 235047 w 851485"/>
                <a:gd name="connsiteY36" fmla="*/ 44825 h 225860"/>
                <a:gd name="connsiteX37" fmla="*/ 170053 w 851485"/>
                <a:gd name="connsiteY37" fmla="*/ 58074 h 225860"/>
                <a:gd name="connsiteX38" fmla="*/ 97726 w 851485"/>
                <a:gd name="connsiteY38" fmla="*/ 95320 h 225860"/>
                <a:gd name="connsiteX39" fmla="*/ 28649 w 851485"/>
                <a:gd name="connsiteY39" fmla="*/ 120151 h 225860"/>
                <a:gd name="connsiteX40" fmla="*/ 151 w 851485"/>
                <a:gd name="connsiteY40" fmla="*/ 166647 h 225860"/>
                <a:gd name="connsiteX41" fmla="*/ 40731 w 851485"/>
                <a:gd name="connsiteY41" fmla="*/ 197061 h 225860"/>
                <a:gd name="connsiteX42" fmla="*/ 75394 w 851485"/>
                <a:gd name="connsiteY42" fmla="*/ 200061 h 225860"/>
                <a:gd name="connsiteX43" fmla="*/ 75394 w 851485"/>
                <a:gd name="connsiteY43" fmla="*/ 200061 h 225860"/>
                <a:gd name="connsiteX44" fmla="*/ 705588 w 851485"/>
                <a:gd name="connsiteY44" fmla="*/ 148315 h 225860"/>
                <a:gd name="connsiteX45" fmla="*/ 688756 w 851485"/>
                <a:gd name="connsiteY45" fmla="*/ 148232 h 225860"/>
                <a:gd name="connsiteX46" fmla="*/ 649593 w 851485"/>
                <a:gd name="connsiteY46" fmla="*/ 148482 h 225860"/>
                <a:gd name="connsiteX47" fmla="*/ 614263 w 851485"/>
                <a:gd name="connsiteY47" fmla="*/ 142066 h 225860"/>
                <a:gd name="connsiteX48" fmla="*/ 588765 w 851485"/>
                <a:gd name="connsiteY48" fmla="*/ 136650 h 225860"/>
                <a:gd name="connsiteX49" fmla="*/ 592098 w 851485"/>
                <a:gd name="connsiteY49" fmla="*/ 126484 h 225860"/>
                <a:gd name="connsiteX50" fmla="*/ 609846 w 851485"/>
                <a:gd name="connsiteY50" fmla="*/ 128983 h 225860"/>
                <a:gd name="connsiteX51" fmla="*/ 649176 w 851485"/>
                <a:gd name="connsiteY51" fmla="*/ 131733 h 225860"/>
                <a:gd name="connsiteX52" fmla="*/ 714503 w 851485"/>
                <a:gd name="connsiteY52" fmla="*/ 140482 h 225860"/>
                <a:gd name="connsiteX53" fmla="*/ 705588 w 851485"/>
                <a:gd name="connsiteY53" fmla="*/ 148315 h 225860"/>
                <a:gd name="connsiteX54" fmla="*/ 705588 w 851485"/>
                <a:gd name="connsiteY54" fmla="*/ 148315 h 225860"/>
                <a:gd name="connsiteX55" fmla="*/ 780831 w 851485"/>
                <a:gd name="connsiteY55" fmla="*/ 95153 h 225860"/>
                <a:gd name="connsiteX56" fmla="*/ 814578 w 851485"/>
                <a:gd name="connsiteY56" fmla="*/ 92820 h 225860"/>
                <a:gd name="connsiteX57" fmla="*/ 839576 w 851485"/>
                <a:gd name="connsiteY57" fmla="*/ 123401 h 225860"/>
                <a:gd name="connsiteX58" fmla="*/ 777498 w 851485"/>
                <a:gd name="connsiteY58" fmla="*/ 139149 h 225860"/>
                <a:gd name="connsiteX59" fmla="*/ 712004 w 851485"/>
                <a:gd name="connsiteY59" fmla="*/ 129483 h 225860"/>
                <a:gd name="connsiteX60" fmla="*/ 646260 w 851485"/>
                <a:gd name="connsiteY60" fmla="*/ 119734 h 225860"/>
                <a:gd name="connsiteX61" fmla="*/ 594181 w 851485"/>
                <a:gd name="connsiteY61" fmla="*/ 116485 h 225860"/>
                <a:gd name="connsiteX62" fmla="*/ 595015 w 851485"/>
                <a:gd name="connsiteY62" fmla="*/ 106069 h 225860"/>
                <a:gd name="connsiteX63" fmla="*/ 601597 w 851485"/>
                <a:gd name="connsiteY63" fmla="*/ 105069 h 225860"/>
                <a:gd name="connsiteX64" fmla="*/ 620929 w 851485"/>
                <a:gd name="connsiteY64" fmla="*/ 104403 h 225860"/>
                <a:gd name="connsiteX65" fmla="*/ 651593 w 851485"/>
                <a:gd name="connsiteY65" fmla="*/ 101736 h 225860"/>
                <a:gd name="connsiteX66" fmla="*/ 713837 w 851485"/>
                <a:gd name="connsiteY66" fmla="*/ 98570 h 225860"/>
                <a:gd name="connsiteX67" fmla="*/ 780831 w 851485"/>
                <a:gd name="connsiteY67" fmla="*/ 95153 h 225860"/>
                <a:gd name="connsiteX68" fmla="*/ 780831 w 851485"/>
                <a:gd name="connsiteY68" fmla="*/ 95153 h 225860"/>
                <a:gd name="connsiteX69" fmla="*/ 784997 w 851485"/>
                <a:gd name="connsiteY69" fmla="*/ 29826 h 225860"/>
                <a:gd name="connsiteX70" fmla="*/ 816578 w 851485"/>
                <a:gd name="connsiteY70" fmla="*/ 17744 h 225860"/>
                <a:gd name="connsiteX71" fmla="*/ 834909 w 851485"/>
                <a:gd name="connsiteY71" fmla="*/ 35159 h 225860"/>
                <a:gd name="connsiteX72" fmla="*/ 816328 w 851485"/>
                <a:gd name="connsiteY72" fmla="*/ 49991 h 225860"/>
                <a:gd name="connsiteX73" fmla="*/ 784914 w 851485"/>
                <a:gd name="connsiteY73" fmla="*/ 61656 h 225860"/>
                <a:gd name="connsiteX74" fmla="*/ 714254 w 851485"/>
                <a:gd name="connsiteY74" fmla="*/ 75821 h 225860"/>
                <a:gd name="connsiteX75" fmla="*/ 646343 w 851485"/>
                <a:gd name="connsiteY75" fmla="*/ 86821 h 225860"/>
                <a:gd name="connsiteX76" fmla="*/ 594181 w 851485"/>
                <a:gd name="connsiteY76" fmla="*/ 94903 h 225860"/>
                <a:gd name="connsiteX77" fmla="*/ 593181 w 851485"/>
                <a:gd name="connsiteY77" fmla="*/ 89570 h 225860"/>
                <a:gd name="connsiteX78" fmla="*/ 592598 w 851485"/>
                <a:gd name="connsiteY78" fmla="*/ 87238 h 225860"/>
                <a:gd name="connsiteX79" fmla="*/ 697922 w 851485"/>
                <a:gd name="connsiteY79" fmla="*/ 63656 h 225860"/>
                <a:gd name="connsiteX80" fmla="*/ 757750 w 851485"/>
                <a:gd name="connsiteY80" fmla="*/ 41742 h 225860"/>
                <a:gd name="connsiteX81" fmla="*/ 784997 w 851485"/>
                <a:gd name="connsiteY81" fmla="*/ 29826 h 225860"/>
                <a:gd name="connsiteX82" fmla="*/ 784997 w 851485"/>
                <a:gd name="connsiteY82" fmla="*/ 29826 h 225860"/>
                <a:gd name="connsiteX83" fmla="*/ 654592 w 851485"/>
                <a:gd name="connsiteY83" fmla="*/ 38742 h 225860"/>
                <a:gd name="connsiteX84" fmla="*/ 689756 w 851485"/>
                <a:gd name="connsiteY84" fmla="*/ 29576 h 225860"/>
                <a:gd name="connsiteX85" fmla="*/ 722503 w 851485"/>
                <a:gd name="connsiteY85" fmla="*/ 27576 h 225860"/>
                <a:gd name="connsiteX86" fmla="*/ 732335 w 851485"/>
                <a:gd name="connsiteY86" fmla="*/ 38908 h 225860"/>
                <a:gd name="connsiteX87" fmla="*/ 730169 w 851485"/>
                <a:gd name="connsiteY87" fmla="*/ 39742 h 225860"/>
                <a:gd name="connsiteX88" fmla="*/ 660342 w 851485"/>
                <a:gd name="connsiteY88" fmla="*/ 65656 h 225860"/>
                <a:gd name="connsiteX89" fmla="*/ 616762 w 851485"/>
                <a:gd name="connsiteY89" fmla="*/ 76988 h 225860"/>
                <a:gd name="connsiteX90" fmla="*/ 591932 w 851485"/>
                <a:gd name="connsiteY90" fmla="*/ 79821 h 225860"/>
                <a:gd name="connsiteX91" fmla="*/ 589182 w 851485"/>
                <a:gd name="connsiteY91" fmla="*/ 67656 h 225860"/>
                <a:gd name="connsiteX92" fmla="*/ 589765 w 851485"/>
                <a:gd name="connsiteY92" fmla="*/ 66989 h 225860"/>
                <a:gd name="connsiteX93" fmla="*/ 654592 w 851485"/>
                <a:gd name="connsiteY93" fmla="*/ 38742 h 225860"/>
                <a:gd name="connsiteX94" fmla="*/ 654592 w 851485"/>
                <a:gd name="connsiteY94" fmla="*/ 38742 h 225860"/>
                <a:gd name="connsiteX95" fmla="*/ 17900 w 851485"/>
                <a:gd name="connsiteY95" fmla="*/ 169397 h 225860"/>
                <a:gd name="connsiteX96" fmla="*/ 36065 w 851485"/>
                <a:gd name="connsiteY96" fmla="*/ 134983 h 225860"/>
                <a:gd name="connsiteX97" fmla="*/ 91060 w 851485"/>
                <a:gd name="connsiteY97" fmla="*/ 114735 h 225860"/>
                <a:gd name="connsiteX98" fmla="*/ 93143 w 851485"/>
                <a:gd name="connsiteY98" fmla="*/ 174479 h 225860"/>
                <a:gd name="connsiteX99" fmla="*/ 100392 w 851485"/>
                <a:gd name="connsiteY99" fmla="*/ 170813 h 225860"/>
                <a:gd name="connsiteX100" fmla="*/ 93893 w 851485"/>
                <a:gd name="connsiteY100" fmla="*/ 144482 h 225860"/>
                <a:gd name="connsiteX101" fmla="*/ 94726 w 851485"/>
                <a:gd name="connsiteY101" fmla="*/ 113735 h 225860"/>
                <a:gd name="connsiteX102" fmla="*/ 96059 w 851485"/>
                <a:gd name="connsiteY102" fmla="*/ 113402 h 225860"/>
                <a:gd name="connsiteX103" fmla="*/ 151804 w 851485"/>
                <a:gd name="connsiteY103" fmla="*/ 89154 h 225860"/>
                <a:gd name="connsiteX104" fmla="*/ 178635 w 851485"/>
                <a:gd name="connsiteY104" fmla="*/ 72489 h 225860"/>
                <a:gd name="connsiteX105" fmla="*/ 212632 w 851485"/>
                <a:gd name="connsiteY105" fmla="*/ 64323 h 225860"/>
                <a:gd name="connsiteX106" fmla="*/ 220048 w 851485"/>
                <a:gd name="connsiteY106" fmla="*/ 63406 h 225860"/>
                <a:gd name="connsiteX107" fmla="*/ 219798 w 851485"/>
                <a:gd name="connsiteY107" fmla="*/ 148315 h 225860"/>
                <a:gd name="connsiteX108" fmla="*/ 221798 w 851485"/>
                <a:gd name="connsiteY108" fmla="*/ 147565 h 225860"/>
                <a:gd name="connsiteX109" fmla="*/ 222548 w 851485"/>
                <a:gd name="connsiteY109" fmla="*/ 93404 h 225860"/>
                <a:gd name="connsiteX110" fmla="*/ 227547 w 851485"/>
                <a:gd name="connsiteY110" fmla="*/ 74905 h 225860"/>
                <a:gd name="connsiteX111" fmla="*/ 229797 w 851485"/>
                <a:gd name="connsiteY111" fmla="*/ 61906 h 225860"/>
                <a:gd name="connsiteX112" fmla="*/ 267544 w 851485"/>
                <a:gd name="connsiteY112" fmla="*/ 51241 h 225860"/>
                <a:gd name="connsiteX113" fmla="*/ 323455 w 851485"/>
                <a:gd name="connsiteY113" fmla="*/ 23326 h 225860"/>
                <a:gd name="connsiteX114" fmla="*/ 353536 w 851485"/>
                <a:gd name="connsiteY114" fmla="*/ 22993 h 225860"/>
                <a:gd name="connsiteX115" fmla="*/ 338121 w 851485"/>
                <a:gd name="connsiteY115" fmla="*/ 37492 h 225860"/>
                <a:gd name="connsiteX116" fmla="*/ 323539 w 851485"/>
                <a:gd name="connsiteY116" fmla="*/ 76321 h 225860"/>
                <a:gd name="connsiteX117" fmla="*/ 340537 w 851485"/>
                <a:gd name="connsiteY117" fmla="*/ 154315 h 225860"/>
                <a:gd name="connsiteX118" fmla="*/ 346537 w 851485"/>
                <a:gd name="connsiteY118" fmla="*/ 151232 h 225860"/>
                <a:gd name="connsiteX119" fmla="*/ 337038 w 851485"/>
                <a:gd name="connsiteY119" fmla="*/ 73405 h 225860"/>
                <a:gd name="connsiteX120" fmla="*/ 349120 w 851485"/>
                <a:gd name="connsiteY120" fmla="*/ 40491 h 225860"/>
                <a:gd name="connsiteX121" fmla="*/ 361285 w 851485"/>
                <a:gd name="connsiteY121" fmla="*/ 24743 h 225860"/>
                <a:gd name="connsiteX122" fmla="*/ 401365 w 851485"/>
                <a:gd name="connsiteY122" fmla="*/ 32742 h 225860"/>
                <a:gd name="connsiteX123" fmla="*/ 457110 w 851485"/>
                <a:gd name="connsiteY123" fmla="*/ 19327 h 225860"/>
                <a:gd name="connsiteX124" fmla="*/ 450611 w 851485"/>
                <a:gd name="connsiteY124" fmla="*/ 26076 h 225860"/>
                <a:gd name="connsiteX125" fmla="*/ 433195 w 851485"/>
                <a:gd name="connsiteY125" fmla="*/ 62573 h 225860"/>
                <a:gd name="connsiteX126" fmla="*/ 449277 w 851485"/>
                <a:gd name="connsiteY126" fmla="*/ 144899 h 225860"/>
                <a:gd name="connsiteX127" fmla="*/ 455610 w 851485"/>
                <a:gd name="connsiteY127" fmla="*/ 141649 h 225860"/>
                <a:gd name="connsiteX128" fmla="*/ 445445 w 851485"/>
                <a:gd name="connsiteY128" fmla="*/ 62323 h 225860"/>
                <a:gd name="connsiteX129" fmla="*/ 463859 w 851485"/>
                <a:gd name="connsiteY129" fmla="*/ 26576 h 225860"/>
                <a:gd name="connsiteX130" fmla="*/ 476525 w 851485"/>
                <a:gd name="connsiteY130" fmla="*/ 14410 h 225860"/>
                <a:gd name="connsiteX131" fmla="*/ 509939 w 851485"/>
                <a:gd name="connsiteY131" fmla="*/ 15494 h 225860"/>
                <a:gd name="connsiteX132" fmla="*/ 549185 w 851485"/>
                <a:gd name="connsiteY132" fmla="*/ 35575 h 225860"/>
                <a:gd name="connsiteX133" fmla="*/ 559018 w 851485"/>
                <a:gd name="connsiteY133" fmla="*/ 43408 h 225860"/>
                <a:gd name="connsiteX134" fmla="*/ 577599 w 851485"/>
                <a:gd name="connsiteY134" fmla="*/ 88237 h 225860"/>
                <a:gd name="connsiteX135" fmla="*/ 563850 w 851485"/>
                <a:gd name="connsiteY135" fmla="*/ 151481 h 225860"/>
                <a:gd name="connsiteX136" fmla="*/ 520771 w 851485"/>
                <a:gd name="connsiteY136" fmla="*/ 197894 h 225860"/>
                <a:gd name="connsiteX137" fmla="*/ 511605 w 851485"/>
                <a:gd name="connsiteY137" fmla="*/ 183479 h 225860"/>
                <a:gd name="connsiteX138" fmla="*/ 495773 w 851485"/>
                <a:gd name="connsiteY138" fmla="*/ 144565 h 225860"/>
                <a:gd name="connsiteX139" fmla="*/ 510022 w 851485"/>
                <a:gd name="connsiteY139" fmla="*/ 67823 h 225860"/>
                <a:gd name="connsiteX140" fmla="*/ 509439 w 851485"/>
                <a:gd name="connsiteY140" fmla="*/ 67489 h 225860"/>
                <a:gd name="connsiteX141" fmla="*/ 482691 w 851485"/>
                <a:gd name="connsiteY141" fmla="*/ 144649 h 225860"/>
                <a:gd name="connsiteX142" fmla="*/ 507272 w 851485"/>
                <a:gd name="connsiteY142" fmla="*/ 204894 h 225860"/>
                <a:gd name="connsiteX143" fmla="*/ 448694 w 851485"/>
                <a:gd name="connsiteY143" fmla="*/ 210226 h 225860"/>
                <a:gd name="connsiteX144" fmla="*/ 415614 w 851485"/>
                <a:gd name="connsiteY144" fmla="*/ 203227 h 225860"/>
                <a:gd name="connsiteX145" fmla="*/ 416281 w 851485"/>
                <a:gd name="connsiteY145" fmla="*/ 200727 h 225860"/>
                <a:gd name="connsiteX146" fmla="*/ 402948 w 851485"/>
                <a:gd name="connsiteY146" fmla="*/ 161064 h 225860"/>
                <a:gd name="connsiteX147" fmla="*/ 398615 w 851485"/>
                <a:gd name="connsiteY147" fmla="*/ 102069 h 225860"/>
                <a:gd name="connsiteX148" fmla="*/ 397449 w 851485"/>
                <a:gd name="connsiteY148" fmla="*/ 101820 h 225860"/>
                <a:gd name="connsiteX149" fmla="*/ 404365 w 851485"/>
                <a:gd name="connsiteY149" fmla="*/ 199810 h 225860"/>
                <a:gd name="connsiteX150" fmla="*/ 378367 w 851485"/>
                <a:gd name="connsiteY150" fmla="*/ 192644 h 225860"/>
                <a:gd name="connsiteX151" fmla="*/ 318373 w 851485"/>
                <a:gd name="connsiteY151" fmla="*/ 197227 h 225860"/>
                <a:gd name="connsiteX152" fmla="*/ 309790 w 851485"/>
                <a:gd name="connsiteY152" fmla="*/ 184812 h 225860"/>
                <a:gd name="connsiteX153" fmla="*/ 297291 w 851485"/>
                <a:gd name="connsiteY153" fmla="*/ 162481 h 225860"/>
                <a:gd name="connsiteX154" fmla="*/ 286792 w 851485"/>
                <a:gd name="connsiteY154" fmla="*/ 122317 h 225860"/>
                <a:gd name="connsiteX155" fmla="*/ 294875 w 851485"/>
                <a:gd name="connsiteY155" fmla="*/ 75821 h 225860"/>
                <a:gd name="connsiteX156" fmla="*/ 292958 w 851485"/>
                <a:gd name="connsiteY156" fmla="*/ 75239 h 225860"/>
                <a:gd name="connsiteX157" fmla="*/ 275626 w 851485"/>
                <a:gd name="connsiteY157" fmla="*/ 126734 h 225860"/>
                <a:gd name="connsiteX158" fmla="*/ 284709 w 851485"/>
                <a:gd name="connsiteY158" fmla="*/ 169063 h 225860"/>
                <a:gd name="connsiteX159" fmla="*/ 302041 w 851485"/>
                <a:gd name="connsiteY159" fmla="*/ 199727 h 225860"/>
                <a:gd name="connsiteX160" fmla="*/ 247462 w 851485"/>
                <a:gd name="connsiteY160" fmla="*/ 193811 h 225860"/>
                <a:gd name="connsiteX161" fmla="*/ 184968 w 851485"/>
                <a:gd name="connsiteY161" fmla="*/ 190228 h 225860"/>
                <a:gd name="connsiteX162" fmla="*/ 165553 w 851485"/>
                <a:gd name="connsiteY162" fmla="*/ 193311 h 225860"/>
                <a:gd name="connsiteX163" fmla="*/ 165053 w 851485"/>
                <a:gd name="connsiteY163" fmla="*/ 191228 h 225860"/>
                <a:gd name="connsiteX164" fmla="*/ 146971 w 851485"/>
                <a:gd name="connsiteY164" fmla="*/ 150315 h 225860"/>
                <a:gd name="connsiteX165" fmla="*/ 149804 w 851485"/>
                <a:gd name="connsiteY165" fmla="*/ 94320 h 225860"/>
                <a:gd name="connsiteX166" fmla="*/ 149055 w 851485"/>
                <a:gd name="connsiteY166" fmla="*/ 93987 h 225860"/>
                <a:gd name="connsiteX167" fmla="*/ 150471 w 851485"/>
                <a:gd name="connsiteY167" fmla="*/ 192895 h 225860"/>
                <a:gd name="connsiteX168" fmla="*/ 149554 w 851485"/>
                <a:gd name="connsiteY168" fmla="*/ 192728 h 225860"/>
                <a:gd name="connsiteX169" fmla="*/ 114891 w 851485"/>
                <a:gd name="connsiteY169" fmla="*/ 184228 h 225860"/>
                <a:gd name="connsiteX170" fmla="*/ 47314 w 851485"/>
                <a:gd name="connsiteY170" fmla="*/ 182895 h 225860"/>
                <a:gd name="connsiteX171" fmla="*/ 17900 w 851485"/>
                <a:gd name="connsiteY171" fmla="*/ 169397 h 225860"/>
                <a:gd name="connsiteX172" fmla="*/ 17900 w 851485"/>
                <a:gd name="connsiteY172" fmla="*/ 169397 h 225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Lst>
              <a:rect l="l" t="t" r="r" b="b"/>
              <a:pathLst>
                <a:path w="851485" h="225860">
                  <a:moveTo>
                    <a:pt x="75394" y="200061"/>
                  </a:moveTo>
                  <a:cubicBezTo>
                    <a:pt x="91810" y="199561"/>
                    <a:pt x="107225" y="195894"/>
                    <a:pt x="123640" y="199561"/>
                  </a:cubicBezTo>
                  <a:cubicBezTo>
                    <a:pt x="135056" y="202060"/>
                    <a:pt x="145638" y="207977"/>
                    <a:pt x="157471" y="208310"/>
                  </a:cubicBezTo>
                  <a:cubicBezTo>
                    <a:pt x="171553" y="208726"/>
                    <a:pt x="185551" y="204560"/>
                    <a:pt x="199467" y="203310"/>
                  </a:cubicBezTo>
                  <a:cubicBezTo>
                    <a:pt x="228547" y="200644"/>
                    <a:pt x="254378" y="215226"/>
                    <a:pt x="283043" y="216393"/>
                  </a:cubicBezTo>
                  <a:cubicBezTo>
                    <a:pt x="294125" y="216809"/>
                    <a:pt x="305457" y="216059"/>
                    <a:pt x="316373" y="213892"/>
                  </a:cubicBezTo>
                  <a:cubicBezTo>
                    <a:pt x="330621" y="211060"/>
                    <a:pt x="344037" y="205060"/>
                    <a:pt x="358702" y="204394"/>
                  </a:cubicBezTo>
                  <a:cubicBezTo>
                    <a:pt x="389200" y="203144"/>
                    <a:pt x="418947" y="221475"/>
                    <a:pt x="449444" y="224558"/>
                  </a:cubicBezTo>
                  <a:cubicBezTo>
                    <a:pt x="474275" y="227058"/>
                    <a:pt x="499023" y="226975"/>
                    <a:pt x="521521" y="214976"/>
                  </a:cubicBezTo>
                  <a:cubicBezTo>
                    <a:pt x="543936" y="203060"/>
                    <a:pt x="562850" y="184562"/>
                    <a:pt x="575599" y="162731"/>
                  </a:cubicBezTo>
                  <a:cubicBezTo>
                    <a:pt x="578183" y="158398"/>
                    <a:pt x="580599" y="153981"/>
                    <a:pt x="582765" y="149649"/>
                  </a:cubicBezTo>
                  <a:cubicBezTo>
                    <a:pt x="595514" y="153315"/>
                    <a:pt x="608513" y="154065"/>
                    <a:pt x="621595" y="155648"/>
                  </a:cubicBezTo>
                  <a:cubicBezTo>
                    <a:pt x="638594" y="157731"/>
                    <a:pt x="655592" y="160897"/>
                    <a:pt x="672841" y="159398"/>
                  </a:cubicBezTo>
                  <a:cubicBezTo>
                    <a:pt x="682173" y="158564"/>
                    <a:pt x="691172" y="157564"/>
                    <a:pt x="700588" y="157398"/>
                  </a:cubicBezTo>
                  <a:cubicBezTo>
                    <a:pt x="705004" y="157314"/>
                    <a:pt x="709921" y="157731"/>
                    <a:pt x="714004" y="155898"/>
                  </a:cubicBezTo>
                  <a:cubicBezTo>
                    <a:pt x="721087" y="152732"/>
                    <a:pt x="721420" y="147315"/>
                    <a:pt x="720586" y="141316"/>
                  </a:cubicBezTo>
                  <a:cubicBezTo>
                    <a:pt x="724586" y="141982"/>
                    <a:pt x="728669" y="142566"/>
                    <a:pt x="732668" y="143232"/>
                  </a:cubicBezTo>
                  <a:cubicBezTo>
                    <a:pt x="758166" y="147232"/>
                    <a:pt x="783247" y="151481"/>
                    <a:pt x="809079" y="147732"/>
                  </a:cubicBezTo>
                  <a:cubicBezTo>
                    <a:pt x="822077" y="145815"/>
                    <a:pt x="847075" y="143483"/>
                    <a:pt x="850991" y="127234"/>
                  </a:cubicBezTo>
                  <a:cubicBezTo>
                    <a:pt x="854491" y="112652"/>
                    <a:pt x="838659" y="92070"/>
                    <a:pt x="827077" y="85488"/>
                  </a:cubicBezTo>
                  <a:cubicBezTo>
                    <a:pt x="807745" y="74655"/>
                    <a:pt x="777081" y="83571"/>
                    <a:pt x="756333" y="84821"/>
                  </a:cubicBezTo>
                  <a:cubicBezTo>
                    <a:pt x="737085" y="85987"/>
                    <a:pt x="717753" y="86071"/>
                    <a:pt x="698422" y="86987"/>
                  </a:cubicBezTo>
                  <a:cubicBezTo>
                    <a:pt x="715170" y="83821"/>
                    <a:pt x="731919" y="80738"/>
                    <a:pt x="748750" y="78071"/>
                  </a:cubicBezTo>
                  <a:cubicBezTo>
                    <a:pt x="774665" y="74072"/>
                    <a:pt x="800412" y="67239"/>
                    <a:pt x="824327" y="56324"/>
                  </a:cubicBezTo>
                  <a:cubicBezTo>
                    <a:pt x="840492" y="48991"/>
                    <a:pt x="854741" y="41075"/>
                    <a:pt x="843909" y="21410"/>
                  </a:cubicBezTo>
                  <a:cubicBezTo>
                    <a:pt x="833993" y="3495"/>
                    <a:pt x="814078" y="2495"/>
                    <a:pt x="797413" y="10161"/>
                  </a:cubicBezTo>
                  <a:cubicBezTo>
                    <a:pt x="777414" y="19410"/>
                    <a:pt x="758000" y="28576"/>
                    <a:pt x="737585" y="36659"/>
                  </a:cubicBezTo>
                  <a:cubicBezTo>
                    <a:pt x="734418" y="27243"/>
                    <a:pt x="728836" y="16744"/>
                    <a:pt x="719503" y="14327"/>
                  </a:cubicBezTo>
                  <a:cubicBezTo>
                    <a:pt x="706338" y="10911"/>
                    <a:pt x="685506" y="18994"/>
                    <a:pt x="672757" y="22243"/>
                  </a:cubicBezTo>
                  <a:cubicBezTo>
                    <a:pt x="656009" y="26576"/>
                    <a:pt x="639760" y="31742"/>
                    <a:pt x="623428" y="37408"/>
                  </a:cubicBezTo>
                  <a:cubicBezTo>
                    <a:pt x="609513" y="42241"/>
                    <a:pt x="594931" y="46075"/>
                    <a:pt x="582682" y="54657"/>
                  </a:cubicBezTo>
                  <a:cubicBezTo>
                    <a:pt x="570183" y="33576"/>
                    <a:pt x="547019" y="16244"/>
                    <a:pt x="527271" y="7661"/>
                  </a:cubicBezTo>
                  <a:cubicBezTo>
                    <a:pt x="504106" y="-2338"/>
                    <a:pt x="483358" y="-1588"/>
                    <a:pt x="459276" y="4412"/>
                  </a:cubicBezTo>
                  <a:cubicBezTo>
                    <a:pt x="446611" y="7578"/>
                    <a:pt x="434279" y="11911"/>
                    <a:pt x="421696" y="15494"/>
                  </a:cubicBezTo>
                  <a:cubicBezTo>
                    <a:pt x="405615" y="20076"/>
                    <a:pt x="391033" y="17493"/>
                    <a:pt x="375118" y="13494"/>
                  </a:cubicBezTo>
                  <a:cubicBezTo>
                    <a:pt x="350953" y="7411"/>
                    <a:pt x="330205" y="4412"/>
                    <a:pt x="306541" y="13994"/>
                  </a:cubicBezTo>
                  <a:cubicBezTo>
                    <a:pt x="282209" y="23826"/>
                    <a:pt x="261294" y="39908"/>
                    <a:pt x="235047" y="44825"/>
                  </a:cubicBezTo>
                  <a:cubicBezTo>
                    <a:pt x="213216" y="48907"/>
                    <a:pt x="190301" y="47658"/>
                    <a:pt x="170053" y="58074"/>
                  </a:cubicBezTo>
                  <a:cubicBezTo>
                    <a:pt x="145388" y="70739"/>
                    <a:pt x="124724" y="86904"/>
                    <a:pt x="97726" y="95320"/>
                  </a:cubicBezTo>
                  <a:cubicBezTo>
                    <a:pt x="74145" y="102736"/>
                    <a:pt x="49230" y="105319"/>
                    <a:pt x="28649" y="120151"/>
                  </a:cubicBezTo>
                  <a:cubicBezTo>
                    <a:pt x="14900" y="129983"/>
                    <a:pt x="-1765" y="148149"/>
                    <a:pt x="151" y="166647"/>
                  </a:cubicBezTo>
                  <a:cubicBezTo>
                    <a:pt x="2234" y="186062"/>
                    <a:pt x="24482" y="193811"/>
                    <a:pt x="40731" y="197061"/>
                  </a:cubicBezTo>
                  <a:cubicBezTo>
                    <a:pt x="52230" y="199310"/>
                    <a:pt x="63729" y="200394"/>
                    <a:pt x="75394" y="200061"/>
                  </a:cubicBezTo>
                  <a:lnTo>
                    <a:pt x="75394" y="200061"/>
                  </a:lnTo>
                  <a:close/>
                  <a:moveTo>
                    <a:pt x="705588" y="148315"/>
                  </a:moveTo>
                  <a:cubicBezTo>
                    <a:pt x="700921" y="149732"/>
                    <a:pt x="693589" y="148065"/>
                    <a:pt x="688756" y="148232"/>
                  </a:cubicBezTo>
                  <a:cubicBezTo>
                    <a:pt x="675507" y="148649"/>
                    <a:pt x="662925" y="150232"/>
                    <a:pt x="649593" y="148482"/>
                  </a:cubicBezTo>
                  <a:cubicBezTo>
                    <a:pt x="637677" y="146982"/>
                    <a:pt x="626095" y="143816"/>
                    <a:pt x="614263" y="142066"/>
                  </a:cubicBezTo>
                  <a:cubicBezTo>
                    <a:pt x="605680" y="140733"/>
                    <a:pt x="597014" y="139399"/>
                    <a:pt x="588765" y="136650"/>
                  </a:cubicBezTo>
                  <a:cubicBezTo>
                    <a:pt x="590015" y="133317"/>
                    <a:pt x="591181" y="129900"/>
                    <a:pt x="592098" y="126484"/>
                  </a:cubicBezTo>
                  <a:cubicBezTo>
                    <a:pt x="597431" y="129483"/>
                    <a:pt x="602764" y="128817"/>
                    <a:pt x="609846" y="128983"/>
                  </a:cubicBezTo>
                  <a:cubicBezTo>
                    <a:pt x="622928" y="129234"/>
                    <a:pt x="636094" y="130483"/>
                    <a:pt x="649176" y="131733"/>
                  </a:cubicBezTo>
                  <a:cubicBezTo>
                    <a:pt x="670924" y="133733"/>
                    <a:pt x="692839" y="137066"/>
                    <a:pt x="714503" y="140482"/>
                  </a:cubicBezTo>
                  <a:cubicBezTo>
                    <a:pt x="713004" y="143982"/>
                    <a:pt x="710754" y="146732"/>
                    <a:pt x="705588" y="148315"/>
                  </a:cubicBezTo>
                  <a:lnTo>
                    <a:pt x="705588" y="148315"/>
                  </a:lnTo>
                  <a:close/>
                  <a:moveTo>
                    <a:pt x="780831" y="95153"/>
                  </a:moveTo>
                  <a:cubicBezTo>
                    <a:pt x="791163" y="94153"/>
                    <a:pt x="804246" y="90987"/>
                    <a:pt x="814578" y="92820"/>
                  </a:cubicBezTo>
                  <a:cubicBezTo>
                    <a:pt x="824660" y="94570"/>
                    <a:pt x="840826" y="111985"/>
                    <a:pt x="839576" y="123401"/>
                  </a:cubicBezTo>
                  <a:cubicBezTo>
                    <a:pt x="837659" y="140899"/>
                    <a:pt x="790580" y="139899"/>
                    <a:pt x="777498" y="139149"/>
                  </a:cubicBezTo>
                  <a:cubicBezTo>
                    <a:pt x="755417" y="137899"/>
                    <a:pt x="733835" y="132733"/>
                    <a:pt x="712004" y="129483"/>
                  </a:cubicBezTo>
                  <a:cubicBezTo>
                    <a:pt x="690089" y="126234"/>
                    <a:pt x="668258" y="121817"/>
                    <a:pt x="646260" y="119734"/>
                  </a:cubicBezTo>
                  <a:cubicBezTo>
                    <a:pt x="628845" y="118068"/>
                    <a:pt x="611513" y="117651"/>
                    <a:pt x="594181" y="116485"/>
                  </a:cubicBezTo>
                  <a:cubicBezTo>
                    <a:pt x="594681" y="113068"/>
                    <a:pt x="594931" y="109652"/>
                    <a:pt x="595015" y="106069"/>
                  </a:cubicBezTo>
                  <a:cubicBezTo>
                    <a:pt x="597181" y="105736"/>
                    <a:pt x="599431" y="105403"/>
                    <a:pt x="601597" y="105069"/>
                  </a:cubicBezTo>
                  <a:cubicBezTo>
                    <a:pt x="608180" y="105319"/>
                    <a:pt x="619595" y="104569"/>
                    <a:pt x="620929" y="104403"/>
                  </a:cubicBezTo>
                  <a:cubicBezTo>
                    <a:pt x="631178" y="103153"/>
                    <a:pt x="641344" y="102153"/>
                    <a:pt x="651593" y="101736"/>
                  </a:cubicBezTo>
                  <a:cubicBezTo>
                    <a:pt x="672341" y="100819"/>
                    <a:pt x="693089" y="99153"/>
                    <a:pt x="713837" y="98570"/>
                  </a:cubicBezTo>
                  <a:cubicBezTo>
                    <a:pt x="736169" y="97903"/>
                    <a:pt x="758583" y="97320"/>
                    <a:pt x="780831" y="95153"/>
                  </a:cubicBezTo>
                  <a:lnTo>
                    <a:pt x="780831" y="95153"/>
                  </a:lnTo>
                  <a:close/>
                  <a:moveTo>
                    <a:pt x="784997" y="29826"/>
                  </a:moveTo>
                  <a:cubicBezTo>
                    <a:pt x="795413" y="24743"/>
                    <a:pt x="804662" y="17660"/>
                    <a:pt x="816578" y="17744"/>
                  </a:cubicBezTo>
                  <a:cubicBezTo>
                    <a:pt x="826327" y="17827"/>
                    <a:pt x="837242" y="23660"/>
                    <a:pt x="834909" y="35159"/>
                  </a:cubicBezTo>
                  <a:cubicBezTo>
                    <a:pt x="833076" y="44325"/>
                    <a:pt x="824827" y="46241"/>
                    <a:pt x="816328" y="49991"/>
                  </a:cubicBezTo>
                  <a:cubicBezTo>
                    <a:pt x="806162" y="54490"/>
                    <a:pt x="795496" y="58323"/>
                    <a:pt x="784914" y="61656"/>
                  </a:cubicBezTo>
                  <a:cubicBezTo>
                    <a:pt x="761999" y="68822"/>
                    <a:pt x="737835" y="71822"/>
                    <a:pt x="714254" y="75821"/>
                  </a:cubicBezTo>
                  <a:cubicBezTo>
                    <a:pt x="691672" y="79655"/>
                    <a:pt x="669008" y="83488"/>
                    <a:pt x="646343" y="86821"/>
                  </a:cubicBezTo>
                  <a:cubicBezTo>
                    <a:pt x="630594" y="89071"/>
                    <a:pt x="610179" y="89487"/>
                    <a:pt x="594181" y="94903"/>
                  </a:cubicBezTo>
                  <a:cubicBezTo>
                    <a:pt x="593931" y="93153"/>
                    <a:pt x="593598" y="91404"/>
                    <a:pt x="593181" y="89570"/>
                  </a:cubicBezTo>
                  <a:cubicBezTo>
                    <a:pt x="593014" y="88820"/>
                    <a:pt x="592765" y="87987"/>
                    <a:pt x="592598" y="87238"/>
                  </a:cubicBezTo>
                  <a:cubicBezTo>
                    <a:pt x="627928" y="90987"/>
                    <a:pt x="665758" y="75739"/>
                    <a:pt x="697922" y="63656"/>
                  </a:cubicBezTo>
                  <a:cubicBezTo>
                    <a:pt x="717753" y="56157"/>
                    <a:pt x="738168" y="49824"/>
                    <a:pt x="757750" y="41742"/>
                  </a:cubicBezTo>
                  <a:cubicBezTo>
                    <a:pt x="766832" y="37908"/>
                    <a:pt x="776081" y="34159"/>
                    <a:pt x="784997" y="29826"/>
                  </a:cubicBezTo>
                  <a:lnTo>
                    <a:pt x="784997" y="29826"/>
                  </a:lnTo>
                  <a:close/>
                  <a:moveTo>
                    <a:pt x="654592" y="38742"/>
                  </a:moveTo>
                  <a:cubicBezTo>
                    <a:pt x="666175" y="35076"/>
                    <a:pt x="677923" y="32159"/>
                    <a:pt x="689756" y="29576"/>
                  </a:cubicBezTo>
                  <a:cubicBezTo>
                    <a:pt x="699505" y="27409"/>
                    <a:pt x="712837" y="22160"/>
                    <a:pt x="722503" y="27576"/>
                  </a:cubicBezTo>
                  <a:cubicBezTo>
                    <a:pt x="725586" y="29326"/>
                    <a:pt x="729336" y="34325"/>
                    <a:pt x="732335" y="38908"/>
                  </a:cubicBezTo>
                  <a:cubicBezTo>
                    <a:pt x="731585" y="39158"/>
                    <a:pt x="730836" y="39492"/>
                    <a:pt x="730169" y="39742"/>
                  </a:cubicBezTo>
                  <a:cubicBezTo>
                    <a:pt x="706838" y="48407"/>
                    <a:pt x="684173" y="58490"/>
                    <a:pt x="660342" y="65656"/>
                  </a:cubicBezTo>
                  <a:cubicBezTo>
                    <a:pt x="645843" y="69989"/>
                    <a:pt x="631678" y="74488"/>
                    <a:pt x="616762" y="76988"/>
                  </a:cubicBezTo>
                  <a:cubicBezTo>
                    <a:pt x="608513" y="78405"/>
                    <a:pt x="600097" y="78322"/>
                    <a:pt x="591932" y="79821"/>
                  </a:cubicBezTo>
                  <a:cubicBezTo>
                    <a:pt x="591514" y="75655"/>
                    <a:pt x="590515" y="71655"/>
                    <a:pt x="589182" y="67656"/>
                  </a:cubicBezTo>
                  <a:cubicBezTo>
                    <a:pt x="589348" y="67406"/>
                    <a:pt x="589598" y="67239"/>
                    <a:pt x="589765" y="66989"/>
                  </a:cubicBezTo>
                  <a:cubicBezTo>
                    <a:pt x="610680" y="56490"/>
                    <a:pt x="631844" y="45991"/>
                    <a:pt x="654592" y="38742"/>
                  </a:cubicBezTo>
                  <a:lnTo>
                    <a:pt x="654592" y="38742"/>
                  </a:lnTo>
                  <a:close/>
                  <a:moveTo>
                    <a:pt x="17900" y="169397"/>
                  </a:moveTo>
                  <a:cubicBezTo>
                    <a:pt x="11317" y="156981"/>
                    <a:pt x="27482" y="141399"/>
                    <a:pt x="36065" y="134983"/>
                  </a:cubicBezTo>
                  <a:cubicBezTo>
                    <a:pt x="52397" y="122734"/>
                    <a:pt x="71895" y="119651"/>
                    <a:pt x="91060" y="114735"/>
                  </a:cubicBezTo>
                  <a:cubicBezTo>
                    <a:pt x="86893" y="133233"/>
                    <a:pt x="81227" y="158647"/>
                    <a:pt x="93143" y="174479"/>
                  </a:cubicBezTo>
                  <a:cubicBezTo>
                    <a:pt x="96059" y="178313"/>
                    <a:pt x="101475" y="175230"/>
                    <a:pt x="100392" y="170813"/>
                  </a:cubicBezTo>
                  <a:cubicBezTo>
                    <a:pt x="98059" y="161647"/>
                    <a:pt x="94309" y="154315"/>
                    <a:pt x="93893" y="144482"/>
                  </a:cubicBezTo>
                  <a:cubicBezTo>
                    <a:pt x="93476" y="134316"/>
                    <a:pt x="93643" y="123817"/>
                    <a:pt x="94726" y="113735"/>
                  </a:cubicBezTo>
                  <a:cubicBezTo>
                    <a:pt x="95142" y="113652"/>
                    <a:pt x="95642" y="113485"/>
                    <a:pt x="96059" y="113402"/>
                  </a:cubicBezTo>
                  <a:cubicBezTo>
                    <a:pt x="115724" y="107902"/>
                    <a:pt x="134222" y="99653"/>
                    <a:pt x="151804" y="89154"/>
                  </a:cubicBezTo>
                  <a:cubicBezTo>
                    <a:pt x="160803" y="83821"/>
                    <a:pt x="169219" y="77072"/>
                    <a:pt x="178635" y="72489"/>
                  </a:cubicBezTo>
                  <a:cubicBezTo>
                    <a:pt x="189301" y="67323"/>
                    <a:pt x="200966" y="65656"/>
                    <a:pt x="212632" y="64323"/>
                  </a:cubicBezTo>
                  <a:cubicBezTo>
                    <a:pt x="215132" y="64073"/>
                    <a:pt x="217548" y="63740"/>
                    <a:pt x="220048" y="63406"/>
                  </a:cubicBezTo>
                  <a:cubicBezTo>
                    <a:pt x="207716" y="90237"/>
                    <a:pt x="206383" y="121068"/>
                    <a:pt x="219798" y="148315"/>
                  </a:cubicBezTo>
                  <a:cubicBezTo>
                    <a:pt x="220381" y="149565"/>
                    <a:pt x="222131" y="148982"/>
                    <a:pt x="221798" y="147565"/>
                  </a:cubicBezTo>
                  <a:cubicBezTo>
                    <a:pt x="217715" y="129900"/>
                    <a:pt x="219881" y="111152"/>
                    <a:pt x="222548" y="93404"/>
                  </a:cubicBezTo>
                  <a:cubicBezTo>
                    <a:pt x="223464" y="87071"/>
                    <a:pt x="226214" y="81154"/>
                    <a:pt x="227547" y="74905"/>
                  </a:cubicBezTo>
                  <a:cubicBezTo>
                    <a:pt x="228464" y="70655"/>
                    <a:pt x="229047" y="66239"/>
                    <a:pt x="229797" y="61906"/>
                  </a:cubicBezTo>
                  <a:cubicBezTo>
                    <a:pt x="242713" y="59906"/>
                    <a:pt x="255295" y="56990"/>
                    <a:pt x="267544" y="51241"/>
                  </a:cubicBezTo>
                  <a:cubicBezTo>
                    <a:pt x="286375" y="42408"/>
                    <a:pt x="303124" y="28826"/>
                    <a:pt x="323455" y="23326"/>
                  </a:cubicBezTo>
                  <a:cubicBezTo>
                    <a:pt x="333621" y="20577"/>
                    <a:pt x="343620" y="21160"/>
                    <a:pt x="353536" y="22993"/>
                  </a:cubicBezTo>
                  <a:cubicBezTo>
                    <a:pt x="348037" y="27159"/>
                    <a:pt x="342120" y="30576"/>
                    <a:pt x="338121" y="37492"/>
                  </a:cubicBezTo>
                  <a:cubicBezTo>
                    <a:pt x="331455" y="48907"/>
                    <a:pt x="325789" y="63323"/>
                    <a:pt x="323539" y="76321"/>
                  </a:cubicBezTo>
                  <a:cubicBezTo>
                    <a:pt x="319289" y="101653"/>
                    <a:pt x="329038" y="132150"/>
                    <a:pt x="340537" y="154315"/>
                  </a:cubicBezTo>
                  <a:cubicBezTo>
                    <a:pt x="342371" y="157981"/>
                    <a:pt x="347537" y="154731"/>
                    <a:pt x="346537" y="151232"/>
                  </a:cubicBezTo>
                  <a:cubicBezTo>
                    <a:pt x="339787" y="127567"/>
                    <a:pt x="331038" y="97820"/>
                    <a:pt x="337038" y="73405"/>
                  </a:cubicBezTo>
                  <a:cubicBezTo>
                    <a:pt x="339704" y="62490"/>
                    <a:pt x="343870" y="50574"/>
                    <a:pt x="349120" y="40491"/>
                  </a:cubicBezTo>
                  <a:cubicBezTo>
                    <a:pt x="352286" y="34325"/>
                    <a:pt x="357202" y="29909"/>
                    <a:pt x="361285" y="24743"/>
                  </a:cubicBezTo>
                  <a:cubicBezTo>
                    <a:pt x="374618" y="27826"/>
                    <a:pt x="387866" y="32159"/>
                    <a:pt x="401365" y="32742"/>
                  </a:cubicBezTo>
                  <a:cubicBezTo>
                    <a:pt x="420363" y="33492"/>
                    <a:pt x="438861" y="24993"/>
                    <a:pt x="457110" y="19327"/>
                  </a:cubicBezTo>
                  <a:cubicBezTo>
                    <a:pt x="454860" y="21327"/>
                    <a:pt x="452694" y="23577"/>
                    <a:pt x="450611" y="26076"/>
                  </a:cubicBezTo>
                  <a:cubicBezTo>
                    <a:pt x="441778" y="36825"/>
                    <a:pt x="435612" y="48741"/>
                    <a:pt x="433195" y="62573"/>
                  </a:cubicBezTo>
                  <a:cubicBezTo>
                    <a:pt x="428696" y="88487"/>
                    <a:pt x="433529" y="123317"/>
                    <a:pt x="449277" y="144899"/>
                  </a:cubicBezTo>
                  <a:cubicBezTo>
                    <a:pt x="451527" y="148065"/>
                    <a:pt x="457444" y="145482"/>
                    <a:pt x="455610" y="141649"/>
                  </a:cubicBezTo>
                  <a:cubicBezTo>
                    <a:pt x="444694" y="118818"/>
                    <a:pt x="440612" y="87238"/>
                    <a:pt x="445445" y="62323"/>
                  </a:cubicBezTo>
                  <a:cubicBezTo>
                    <a:pt x="448111" y="48824"/>
                    <a:pt x="455277" y="37159"/>
                    <a:pt x="463859" y="26576"/>
                  </a:cubicBezTo>
                  <a:cubicBezTo>
                    <a:pt x="467276" y="22326"/>
                    <a:pt x="472442" y="18660"/>
                    <a:pt x="476525" y="14410"/>
                  </a:cubicBezTo>
                  <a:cubicBezTo>
                    <a:pt x="487691" y="12411"/>
                    <a:pt x="498356" y="12078"/>
                    <a:pt x="509939" y="15494"/>
                  </a:cubicBezTo>
                  <a:cubicBezTo>
                    <a:pt x="524270" y="19660"/>
                    <a:pt x="537103" y="26909"/>
                    <a:pt x="549185" y="35575"/>
                  </a:cubicBezTo>
                  <a:cubicBezTo>
                    <a:pt x="552518" y="37908"/>
                    <a:pt x="555851" y="40575"/>
                    <a:pt x="559018" y="43408"/>
                  </a:cubicBezTo>
                  <a:cubicBezTo>
                    <a:pt x="568267" y="56740"/>
                    <a:pt x="574016" y="72489"/>
                    <a:pt x="577599" y="88237"/>
                  </a:cubicBezTo>
                  <a:cubicBezTo>
                    <a:pt x="582932" y="111652"/>
                    <a:pt x="574849" y="131150"/>
                    <a:pt x="563850" y="151481"/>
                  </a:cubicBezTo>
                  <a:cubicBezTo>
                    <a:pt x="553601" y="170480"/>
                    <a:pt x="539019" y="186312"/>
                    <a:pt x="520771" y="197894"/>
                  </a:cubicBezTo>
                  <a:cubicBezTo>
                    <a:pt x="518688" y="192811"/>
                    <a:pt x="514355" y="188311"/>
                    <a:pt x="511605" y="183479"/>
                  </a:cubicBezTo>
                  <a:cubicBezTo>
                    <a:pt x="504856" y="171896"/>
                    <a:pt x="499856" y="157398"/>
                    <a:pt x="495773" y="144565"/>
                  </a:cubicBezTo>
                  <a:cubicBezTo>
                    <a:pt x="487607" y="119234"/>
                    <a:pt x="497856" y="89987"/>
                    <a:pt x="510022" y="67823"/>
                  </a:cubicBezTo>
                  <a:cubicBezTo>
                    <a:pt x="510188" y="67489"/>
                    <a:pt x="509688" y="67156"/>
                    <a:pt x="509439" y="67489"/>
                  </a:cubicBezTo>
                  <a:cubicBezTo>
                    <a:pt x="493690" y="89904"/>
                    <a:pt x="478192" y="115985"/>
                    <a:pt x="482691" y="144649"/>
                  </a:cubicBezTo>
                  <a:cubicBezTo>
                    <a:pt x="484524" y="156231"/>
                    <a:pt x="492857" y="193144"/>
                    <a:pt x="507272" y="204894"/>
                  </a:cubicBezTo>
                  <a:cubicBezTo>
                    <a:pt x="488774" y="212309"/>
                    <a:pt x="468943" y="212309"/>
                    <a:pt x="448694" y="210226"/>
                  </a:cubicBezTo>
                  <a:cubicBezTo>
                    <a:pt x="437362" y="209060"/>
                    <a:pt x="426446" y="206310"/>
                    <a:pt x="415614" y="203227"/>
                  </a:cubicBezTo>
                  <a:cubicBezTo>
                    <a:pt x="416030" y="202560"/>
                    <a:pt x="416281" y="201727"/>
                    <a:pt x="416281" y="200727"/>
                  </a:cubicBezTo>
                  <a:cubicBezTo>
                    <a:pt x="416614" y="187811"/>
                    <a:pt x="406614" y="173313"/>
                    <a:pt x="402948" y="161064"/>
                  </a:cubicBezTo>
                  <a:cubicBezTo>
                    <a:pt x="397449" y="142816"/>
                    <a:pt x="396449" y="120901"/>
                    <a:pt x="398615" y="102069"/>
                  </a:cubicBezTo>
                  <a:cubicBezTo>
                    <a:pt x="398699" y="101319"/>
                    <a:pt x="397699" y="101153"/>
                    <a:pt x="397449" y="101820"/>
                  </a:cubicBezTo>
                  <a:cubicBezTo>
                    <a:pt x="387616" y="136316"/>
                    <a:pt x="392866" y="166897"/>
                    <a:pt x="404365" y="199810"/>
                  </a:cubicBezTo>
                  <a:cubicBezTo>
                    <a:pt x="395782" y="197227"/>
                    <a:pt x="387116" y="194644"/>
                    <a:pt x="378367" y="192644"/>
                  </a:cubicBezTo>
                  <a:cubicBezTo>
                    <a:pt x="357119" y="187811"/>
                    <a:pt x="338954" y="192895"/>
                    <a:pt x="318373" y="197227"/>
                  </a:cubicBezTo>
                  <a:cubicBezTo>
                    <a:pt x="315623" y="192978"/>
                    <a:pt x="312040" y="188811"/>
                    <a:pt x="309790" y="184812"/>
                  </a:cubicBezTo>
                  <a:cubicBezTo>
                    <a:pt x="305540" y="177313"/>
                    <a:pt x="301208" y="170230"/>
                    <a:pt x="297291" y="162481"/>
                  </a:cubicBezTo>
                  <a:cubicBezTo>
                    <a:pt x="291042" y="150148"/>
                    <a:pt x="287125" y="136150"/>
                    <a:pt x="286792" y="122317"/>
                  </a:cubicBezTo>
                  <a:cubicBezTo>
                    <a:pt x="286459" y="106236"/>
                    <a:pt x="291208" y="91404"/>
                    <a:pt x="294875" y="75821"/>
                  </a:cubicBezTo>
                  <a:cubicBezTo>
                    <a:pt x="295124" y="74739"/>
                    <a:pt x="293458" y="74155"/>
                    <a:pt x="292958" y="75239"/>
                  </a:cubicBezTo>
                  <a:cubicBezTo>
                    <a:pt x="285875" y="92487"/>
                    <a:pt x="277210" y="107902"/>
                    <a:pt x="275626" y="126734"/>
                  </a:cubicBezTo>
                  <a:cubicBezTo>
                    <a:pt x="274376" y="141149"/>
                    <a:pt x="278710" y="156064"/>
                    <a:pt x="284709" y="169063"/>
                  </a:cubicBezTo>
                  <a:cubicBezTo>
                    <a:pt x="287125" y="174313"/>
                    <a:pt x="293958" y="189645"/>
                    <a:pt x="302041" y="199727"/>
                  </a:cubicBezTo>
                  <a:cubicBezTo>
                    <a:pt x="283709" y="201227"/>
                    <a:pt x="265460" y="198727"/>
                    <a:pt x="247462" y="193811"/>
                  </a:cubicBezTo>
                  <a:cubicBezTo>
                    <a:pt x="226048" y="187895"/>
                    <a:pt x="206966" y="186562"/>
                    <a:pt x="184968" y="190228"/>
                  </a:cubicBezTo>
                  <a:cubicBezTo>
                    <a:pt x="178552" y="191311"/>
                    <a:pt x="172053" y="192644"/>
                    <a:pt x="165553" y="193311"/>
                  </a:cubicBezTo>
                  <a:cubicBezTo>
                    <a:pt x="165469" y="192644"/>
                    <a:pt x="165387" y="191978"/>
                    <a:pt x="165053" y="191228"/>
                  </a:cubicBezTo>
                  <a:cubicBezTo>
                    <a:pt x="159054" y="177479"/>
                    <a:pt x="149971" y="165230"/>
                    <a:pt x="146971" y="150315"/>
                  </a:cubicBezTo>
                  <a:cubicBezTo>
                    <a:pt x="143138" y="131067"/>
                    <a:pt x="141889" y="112818"/>
                    <a:pt x="149804" y="94320"/>
                  </a:cubicBezTo>
                  <a:cubicBezTo>
                    <a:pt x="150054" y="93820"/>
                    <a:pt x="149304" y="93487"/>
                    <a:pt x="149055" y="93987"/>
                  </a:cubicBezTo>
                  <a:cubicBezTo>
                    <a:pt x="129806" y="126317"/>
                    <a:pt x="134056" y="160981"/>
                    <a:pt x="150471" y="192895"/>
                  </a:cubicBezTo>
                  <a:cubicBezTo>
                    <a:pt x="150138" y="192811"/>
                    <a:pt x="149888" y="192811"/>
                    <a:pt x="149554" y="192728"/>
                  </a:cubicBezTo>
                  <a:cubicBezTo>
                    <a:pt x="137722" y="190312"/>
                    <a:pt x="127140" y="185395"/>
                    <a:pt x="114891" y="184228"/>
                  </a:cubicBezTo>
                  <a:cubicBezTo>
                    <a:pt x="92143" y="182062"/>
                    <a:pt x="70145" y="187395"/>
                    <a:pt x="47314" y="182895"/>
                  </a:cubicBezTo>
                  <a:cubicBezTo>
                    <a:pt x="38564" y="181229"/>
                    <a:pt x="22732" y="178562"/>
                    <a:pt x="17900" y="169397"/>
                  </a:cubicBezTo>
                  <a:lnTo>
                    <a:pt x="17900" y="169397"/>
                  </a:lnTo>
                  <a:close/>
                </a:path>
              </a:pathLst>
            </a:custGeom>
            <a:grpFill/>
            <a:ln w="8332" cap="flat">
              <a:noFill/>
              <a:prstDash val="solid"/>
              <a:miter/>
            </a:ln>
          </p:spPr>
          <p:txBody>
            <a:bodyPr rtlCol="0" anchor="ctr"/>
            <a:lstStyle/>
            <a:p>
              <a:endParaRPr lang="en-US"/>
            </a:p>
          </p:txBody>
        </p:sp>
        <p:sp>
          <p:nvSpPr>
            <p:cNvPr id="2271" name="Freeform: Shape 2270"/>
            <p:cNvSpPr/>
            <p:nvPr/>
          </p:nvSpPr>
          <p:spPr>
            <a:xfrm>
              <a:off x="-496944" y="5705810"/>
              <a:ext cx="479264" cy="778772"/>
            </a:xfrm>
            <a:custGeom>
              <a:avLst/>
              <a:gdLst>
                <a:gd name="connsiteX0" fmla="*/ 92419 w 479264"/>
                <a:gd name="connsiteY0" fmla="*/ 733036 h 778772"/>
                <a:gd name="connsiteX1" fmla="*/ 119500 w 479264"/>
                <a:gd name="connsiteY1" fmla="*/ 693123 h 778772"/>
                <a:gd name="connsiteX2" fmla="*/ 145997 w 479264"/>
                <a:gd name="connsiteY2" fmla="*/ 670375 h 778772"/>
                <a:gd name="connsiteX3" fmla="*/ 165829 w 479264"/>
                <a:gd name="connsiteY3" fmla="*/ 633045 h 778772"/>
                <a:gd name="connsiteX4" fmla="*/ 224240 w 479264"/>
                <a:gd name="connsiteY4" fmla="*/ 571801 h 778772"/>
                <a:gd name="connsiteX5" fmla="*/ 241239 w 479264"/>
                <a:gd name="connsiteY5" fmla="*/ 542970 h 778772"/>
                <a:gd name="connsiteX6" fmla="*/ 257571 w 479264"/>
                <a:gd name="connsiteY6" fmla="*/ 502807 h 778772"/>
                <a:gd name="connsiteX7" fmla="*/ 325815 w 479264"/>
                <a:gd name="connsiteY7" fmla="*/ 439896 h 778772"/>
                <a:gd name="connsiteX8" fmla="*/ 359062 w 479264"/>
                <a:gd name="connsiteY8" fmla="*/ 375235 h 778772"/>
                <a:gd name="connsiteX9" fmla="*/ 346979 w 479264"/>
                <a:gd name="connsiteY9" fmla="*/ 301075 h 778772"/>
                <a:gd name="connsiteX10" fmla="*/ 340313 w 479264"/>
                <a:gd name="connsiteY10" fmla="*/ 287743 h 778772"/>
                <a:gd name="connsiteX11" fmla="*/ 367394 w 479264"/>
                <a:gd name="connsiteY11" fmla="*/ 259245 h 778772"/>
                <a:gd name="connsiteX12" fmla="*/ 399725 w 479264"/>
                <a:gd name="connsiteY12" fmla="*/ 219333 h 778772"/>
                <a:gd name="connsiteX13" fmla="*/ 413890 w 479264"/>
                <a:gd name="connsiteY13" fmla="*/ 195418 h 778772"/>
                <a:gd name="connsiteX14" fmla="*/ 420306 w 479264"/>
                <a:gd name="connsiteY14" fmla="*/ 183503 h 778772"/>
                <a:gd name="connsiteX15" fmla="*/ 412057 w 479264"/>
                <a:gd name="connsiteY15" fmla="*/ 169754 h 778772"/>
                <a:gd name="connsiteX16" fmla="*/ 420473 w 479264"/>
                <a:gd name="connsiteY16" fmla="*/ 160921 h 778772"/>
                <a:gd name="connsiteX17" fmla="*/ 467718 w 479264"/>
                <a:gd name="connsiteY17" fmla="*/ 100760 h 778772"/>
                <a:gd name="connsiteX18" fmla="*/ 474801 w 479264"/>
                <a:gd name="connsiteY18" fmla="*/ 54597 h 778772"/>
                <a:gd name="connsiteX19" fmla="*/ 426889 w 479264"/>
                <a:gd name="connsiteY19" fmla="*/ 50431 h 778772"/>
                <a:gd name="connsiteX20" fmla="*/ 385976 w 479264"/>
                <a:gd name="connsiteY20" fmla="*/ 108176 h 778772"/>
                <a:gd name="connsiteX21" fmla="*/ 354729 w 479264"/>
                <a:gd name="connsiteY21" fmla="*/ 157005 h 778772"/>
                <a:gd name="connsiteX22" fmla="*/ 376143 w 479264"/>
                <a:gd name="connsiteY22" fmla="*/ 110592 h 778772"/>
                <a:gd name="connsiteX23" fmla="*/ 401391 w 479264"/>
                <a:gd name="connsiteY23" fmla="*/ 36183 h 778772"/>
                <a:gd name="connsiteX24" fmla="*/ 383893 w 479264"/>
                <a:gd name="connsiteY24" fmla="*/ 186 h 778772"/>
                <a:gd name="connsiteX25" fmla="*/ 348146 w 479264"/>
                <a:gd name="connsiteY25" fmla="*/ 31933 h 778772"/>
                <a:gd name="connsiteX26" fmla="*/ 335814 w 479264"/>
                <a:gd name="connsiteY26" fmla="*/ 96094 h 778772"/>
                <a:gd name="connsiteX27" fmla="*/ 307150 w 479264"/>
                <a:gd name="connsiteY27" fmla="*/ 98177 h 778772"/>
                <a:gd name="connsiteX28" fmla="*/ 286985 w 479264"/>
                <a:gd name="connsiteY28" fmla="*/ 141089 h 778772"/>
                <a:gd name="connsiteX29" fmla="*/ 271320 w 479264"/>
                <a:gd name="connsiteY29" fmla="*/ 190252 h 778772"/>
                <a:gd name="connsiteX30" fmla="*/ 262237 w 479264"/>
                <a:gd name="connsiteY30" fmla="*/ 233581 h 778772"/>
                <a:gd name="connsiteX31" fmla="*/ 192077 w 479264"/>
                <a:gd name="connsiteY31" fmla="*/ 252330 h 778772"/>
                <a:gd name="connsiteX32" fmla="*/ 150664 w 479264"/>
                <a:gd name="connsiteY32" fmla="*/ 306325 h 778772"/>
                <a:gd name="connsiteX33" fmla="*/ 138331 w 479264"/>
                <a:gd name="connsiteY33" fmla="*/ 343488 h 778772"/>
                <a:gd name="connsiteX34" fmla="*/ 110167 w 479264"/>
                <a:gd name="connsiteY34" fmla="*/ 380568 h 778772"/>
                <a:gd name="connsiteX35" fmla="*/ 71421 w 479264"/>
                <a:gd name="connsiteY35" fmla="*/ 437229 h 778772"/>
                <a:gd name="connsiteX36" fmla="*/ 55922 w 479264"/>
                <a:gd name="connsiteY36" fmla="*/ 513473 h 778772"/>
                <a:gd name="connsiteX37" fmla="*/ 29675 w 479264"/>
                <a:gd name="connsiteY37" fmla="*/ 574384 h 778772"/>
                <a:gd name="connsiteX38" fmla="*/ 19009 w 479264"/>
                <a:gd name="connsiteY38" fmla="*/ 654960 h 778772"/>
                <a:gd name="connsiteX39" fmla="*/ 11 w 479264"/>
                <a:gd name="connsiteY39" fmla="*/ 725787 h 778772"/>
                <a:gd name="connsiteX40" fmla="*/ 21925 w 479264"/>
                <a:gd name="connsiteY40" fmla="*/ 775699 h 778772"/>
                <a:gd name="connsiteX41" fmla="*/ 70088 w 479264"/>
                <a:gd name="connsiteY41" fmla="*/ 759700 h 778772"/>
                <a:gd name="connsiteX42" fmla="*/ 92419 w 479264"/>
                <a:gd name="connsiteY42" fmla="*/ 733036 h 778772"/>
                <a:gd name="connsiteX43" fmla="*/ 92419 w 479264"/>
                <a:gd name="connsiteY43" fmla="*/ 733036 h 778772"/>
                <a:gd name="connsiteX44" fmla="*/ 409307 w 479264"/>
                <a:gd name="connsiteY44" fmla="*/ 186502 h 778772"/>
                <a:gd name="connsiteX45" fmla="*/ 399558 w 479264"/>
                <a:gd name="connsiteY45" fmla="*/ 200251 h 778772"/>
                <a:gd name="connsiteX46" fmla="*/ 377477 w 479264"/>
                <a:gd name="connsiteY46" fmla="*/ 232581 h 778772"/>
                <a:gd name="connsiteX47" fmla="*/ 352062 w 479264"/>
                <a:gd name="connsiteY47" fmla="*/ 257912 h 778772"/>
                <a:gd name="connsiteX48" fmla="*/ 333064 w 479264"/>
                <a:gd name="connsiteY48" fmla="*/ 275744 h 778772"/>
                <a:gd name="connsiteX49" fmla="*/ 326648 w 479264"/>
                <a:gd name="connsiteY49" fmla="*/ 267161 h 778772"/>
                <a:gd name="connsiteX50" fmla="*/ 338813 w 479264"/>
                <a:gd name="connsiteY50" fmla="*/ 253996 h 778772"/>
                <a:gd name="connsiteX51" fmla="*/ 363478 w 479264"/>
                <a:gd name="connsiteY51" fmla="*/ 223249 h 778772"/>
                <a:gd name="connsiteX52" fmla="*/ 407891 w 479264"/>
                <a:gd name="connsiteY52" fmla="*/ 174503 h 778772"/>
                <a:gd name="connsiteX53" fmla="*/ 409307 w 479264"/>
                <a:gd name="connsiteY53" fmla="*/ 186502 h 778772"/>
                <a:gd name="connsiteX54" fmla="*/ 409307 w 479264"/>
                <a:gd name="connsiteY54" fmla="*/ 186502 h 778772"/>
                <a:gd name="connsiteX55" fmla="*/ 408557 w 479264"/>
                <a:gd name="connsiteY55" fmla="*/ 94511 h 778772"/>
                <a:gd name="connsiteX56" fmla="*/ 425889 w 479264"/>
                <a:gd name="connsiteY56" fmla="*/ 65429 h 778772"/>
                <a:gd name="connsiteX57" fmla="*/ 465302 w 479264"/>
                <a:gd name="connsiteY57" fmla="*/ 62346 h 778772"/>
                <a:gd name="connsiteX58" fmla="*/ 442887 w 479264"/>
                <a:gd name="connsiteY58" fmla="*/ 122258 h 778772"/>
                <a:gd name="connsiteX59" fmla="*/ 397641 w 479264"/>
                <a:gd name="connsiteY59" fmla="*/ 170504 h 778772"/>
                <a:gd name="connsiteX60" fmla="*/ 352146 w 479264"/>
                <a:gd name="connsiteY60" fmla="*/ 218916 h 778772"/>
                <a:gd name="connsiteX61" fmla="*/ 319732 w 479264"/>
                <a:gd name="connsiteY61" fmla="*/ 259912 h 778772"/>
                <a:gd name="connsiteX62" fmla="*/ 311649 w 479264"/>
                <a:gd name="connsiteY62" fmla="*/ 253330 h 778772"/>
                <a:gd name="connsiteX63" fmla="*/ 314566 w 479264"/>
                <a:gd name="connsiteY63" fmla="*/ 247330 h 778772"/>
                <a:gd name="connsiteX64" fmla="*/ 325065 w 479264"/>
                <a:gd name="connsiteY64" fmla="*/ 231081 h 778772"/>
                <a:gd name="connsiteX65" fmla="*/ 340397 w 479264"/>
                <a:gd name="connsiteY65" fmla="*/ 204334 h 778772"/>
                <a:gd name="connsiteX66" fmla="*/ 373310 w 479264"/>
                <a:gd name="connsiteY66" fmla="*/ 151338 h 778772"/>
                <a:gd name="connsiteX67" fmla="*/ 408557 w 479264"/>
                <a:gd name="connsiteY67" fmla="*/ 94511 h 778772"/>
                <a:gd name="connsiteX68" fmla="*/ 408557 w 479264"/>
                <a:gd name="connsiteY68" fmla="*/ 94511 h 778772"/>
                <a:gd name="connsiteX69" fmla="*/ 357312 w 479264"/>
                <a:gd name="connsiteY69" fmla="*/ 53848 h 778772"/>
                <a:gd name="connsiteX70" fmla="*/ 365394 w 479264"/>
                <a:gd name="connsiteY70" fmla="*/ 21017 h 778772"/>
                <a:gd name="connsiteX71" fmla="*/ 390142 w 479264"/>
                <a:gd name="connsiteY71" fmla="*/ 15851 h 778772"/>
                <a:gd name="connsiteX72" fmla="*/ 391725 w 479264"/>
                <a:gd name="connsiteY72" fmla="*/ 39599 h 778772"/>
                <a:gd name="connsiteX73" fmla="*/ 383393 w 479264"/>
                <a:gd name="connsiteY73" fmla="*/ 72096 h 778772"/>
                <a:gd name="connsiteX74" fmla="*/ 354729 w 479264"/>
                <a:gd name="connsiteY74" fmla="*/ 138090 h 778772"/>
                <a:gd name="connsiteX75" fmla="*/ 324981 w 479264"/>
                <a:gd name="connsiteY75" fmla="*/ 200084 h 778772"/>
                <a:gd name="connsiteX76" fmla="*/ 301817 w 479264"/>
                <a:gd name="connsiteY76" fmla="*/ 247497 h 778772"/>
                <a:gd name="connsiteX77" fmla="*/ 296901 w 479264"/>
                <a:gd name="connsiteY77" fmla="*/ 245247 h 778772"/>
                <a:gd name="connsiteX78" fmla="*/ 294651 w 479264"/>
                <a:gd name="connsiteY78" fmla="*/ 244414 h 778772"/>
                <a:gd name="connsiteX79" fmla="*/ 335314 w 479264"/>
                <a:gd name="connsiteY79" fmla="*/ 144589 h 778772"/>
                <a:gd name="connsiteX80" fmla="*/ 351479 w 479264"/>
                <a:gd name="connsiteY80" fmla="*/ 82928 h 778772"/>
                <a:gd name="connsiteX81" fmla="*/ 357312 w 479264"/>
                <a:gd name="connsiteY81" fmla="*/ 53848 h 778772"/>
                <a:gd name="connsiteX82" fmla="*/ 357312 w 479264"/>
                <a:gd name="connsiteY82" fmla="*/ 53848 h 778772"/>
                <a:gd name="connsiteX83" fmla="*/ 290151 w 479264"/>
                <a:gd name="connsiteY83" fmla="*/ 165920 h 778772"/>
                <a:gd name="connsiteX84" fmla="*/ 302650 w 479264"/>
                <a:gd name="connsiteY84" fmla="*/ 131840 h 778772"/>
                <a:gd name="connsiteX85" fmla="*/ 319648 w 479264"/>
                <a:gd name="connsiteY85" fmla="*/ 103760 h 778772"/>
                <a:gd name="connsiteX86" fmla="*/ 334564 w 479264"/>
                <a:gd name="connsiteY86" fmla="*/ 102176 h 778772"/>
                <a:gd name="connsiteX87" fmla="*/ 333981 w 479264"/>
                <a:gd name="connsiteY87" fmla="*/ 104509 h 778772"/>
                <a:gd name="connsiteX88" fmla="*/ 315399 w 479264"/>
                <a:gd name="connsiteY88" fmla="*/ 176586 h 778772"/>
                <a:gd name="connsiteX89" fmla="*/ 299817 w 479264"/>
                <a:gd name="connsiteY89" fmla="*/ 218833 h 778772"/>
                <a:gd name="connsiteX90" fmla="*/ 287985 w 479264"/>
                <a:gd name="connsiteY90" fmla="*/ 240831 h 778772"/>
                <a:gd name="connsiteX91" fmla="*/ 276402 w 479264"/>
                <a:gd name="connsiteY91" fmla="*/ 236165 h 778772"/>
                <a:gd name="connsiteX92" fmla="*/ 276152 w 479264"/>
                <a:gd name="connsiteY92" fmla="*/ 235331 h 778772"/>
                <a:gd name="connsiteX93" fmla="*/ 290151 w 479264"/>
                <a:gd name="connsiteY93" fmla="*/ 165920 h 778772"/>
                <a:gd name="connsiteX94" fmla="*/ 290151 w 479264"/>
                <a:gd name="connsiteY94" fmla="*/ 165920 h 778772"/>
                <a:gd name="connsiteX95" fmla="*/ 34507 w 479264"/>
                <a:gd name="connsiteY95" fmla="*/ 762783 h 778772"/>
                <a:gd name="connsiteX96" fmla="*/ 16592 w 479264"/>
                <a:gd name="connsiteY96" fmla="*/ 728203 h 778772"/>
                <a:gd name="connsiteX97" fmla="*/ 31341 w 479264"/>
                <a:gd name="connsiteY97" fmla="*/ 671459 h 778772"/>
                <a:gd name="connsiteX98" fmla="*/ 81670 w 479264"/>
                <a:gd name="connsiteY98" fmla="*/ 703789 h 778772"/>
                <a:gd name="connsiteX99" fmla="*/ 82753 w 479264"/>
                <a:gd name="connsiteY99" fmla="*/ 695790 h 778772"/>
                <a:gd name="connsiteX100" fmla="*/ 57422 w 479264"/>
                <a:gd name="connsiteY100" fmla="*/ 686124 h 778772"/>
                <a:gd name="connsiteX101" fmla="*/ 32591 w 479264"/>
                <a:gd name="connsiteY101" fmla="*/ 667876 h 778772"/>
                <a:gd name="connsiteX102" fmla="*/ 33091 w 479264"/>
                <a:gd name="connsiteY102" fmla="*/ 666626 h 778772"/>
                <a:gd name="connsiteX103" fmla="*/ 45007 w 479264"/>
                <a:gd name="connsiteY103" fmla="*/ 607047 h 778772"/>
                <a:gd name="connsiteX104" fmla="*/ 46590 w 479264"/>
                <a:gd name="connsiteY104" fmla="*/ 575467 h 778772"/>
                <a:gd name="connsiteX105" fmla="*/ 59255 w 479264"/>
                <a:gd name="connsiteY105" fmla="*/ 542887 h 778772"/>
                <a:gd name="connsiteX106" fmla="*/ 62755 w 479264"/>
                <a:gd name="connsiteY106" fmla="*/ 536304 h 778772"/>
                <a:gd name="connsiteX107" fmla="*/ 132415 w 479264"/>
                <a:gd name="connsiteY107" fmla="*/ 584966 h 778772"/>
                <a:gd name="connsiteX108" fmla="*/ 132999 w 479264"/>
                <a:gd name="connsiteY108" fmla="*/ 582883 h 778772"/>
                <a:gd name="connsiteX109" fmla="*/ 89003 w 479264"/>
                <a:gd name="connsiteY109" fmla="*/ 551386 h 778772"/>
                <a:gd name="connsiteX110" fmla="*/ 76670 w 479264"/>
                <a:gd name="connsiteY110" fmla="*/ 536720 h 778772"/>
                <a:gd name="connsiteX111" fmla="*/ 67255 w 479264"/>
                <a:gd name="connsiteY111" fmla="*/ 527471 h 778772"/>
                <a:gd name="connsiteX112" fmla="*/ 80003 w 479264"/>
                <a:gd name="connsiteY112" fmla="*/ 490308 h 778772"/>
                <a:gd name="connsiteX113" fmla="*/ 89003 w 479264"/>
                <a:gd name="connsiteY113" fmla="*/ 428480 h 778772"/>
                <a:gd name="connsiteX114" fmla="*/ 105834 w 479264"/>
                <a:gd name="connsiteY114" fmla="*/ 403566 h 778772"/>
                <a:gd name="connsiteX115" fmla="*/ 108917 w 479264"/>
                <a:gd name="connsiteY115" fmla="*/ 424481 h 778772"/>
                <a:gd name="connsiteX116" fmla="*/ 132499 w 479264"/>
                <a:gd name="connsiteY116" fmla="*/ 458644 h 778772"/>
                <a:gd name="connsiteX117" fmla="*/ 206325 w 479264"/>
                <a:gd name="connsiteY117" fmla="*/ 489225 h 778772"/>
                <a:gd name="connsiteX118" fmla="*/ 207242 w 479264"/>
                <a:gd name="connsiteY118" fmla="*/ 482476 h 778772"/>
                <a:gd name="connsiteX119" fmla="*/ 137831 w 479264"/>
                <a:gd name="connsiteY119" fmla="*/ 445812 h 778772"/>
                <a:gd name="connsiteX120" fmla="*/ 117667 w 479264"/>
                <a:gd name="connsiteY120" fmla="*/ 417148 h 778772"/>
                <a:gd name="connsiteX121" fmla="*/ 111667 w 479264"/>
                <a:gd name="connsiteY121" fmla="*/ 398150 h 778772"/>
                <a:gd name="connsiteX122" fmla="*/ 141081 w 479264"/>
                <a:gd name="connsiteY122" fmla="*/ 369736 h 778772"/>
                <a:gd name="connsiteX123" fmla="*/ 161829 w 479264"/>
                <a:gd name="connsiteY123" fmla="*/ 316324 h 778772"/>
                <a:gd name="connsiteX124" fmla="*/ 163746 w 479264"/>
                <a:gd name="connsiteY124" fmla="*/ 325490 h 778772"/>
                <a:gd name="connsiteX125" fmla="*/ 183827 w 479264"/>
                <a:gd name="connsiteY125" fmla="*/ 360570 h 778772"/>
                <a:gd name="connsiteX126" fmla="*/ 260654 w 479264"/>
                <a:gd name="connsiteY126" fmla="*/ 394400 h 778772"/>
                <a:gd name="connsiteX127" fmla="*/ 261570 w 479264"/>
                <a:gd name="connsiteY127" fmla="*/ 387317 h 778772"/>
                <a:gd name="connsiteX128" fmla="*/ 190577 w 479264"/>
                <a:gd name="connsiteY128" fmla="*/ 350404 h 778772"/>
                <a:gd name="connsiteX129" fmla="*/ 171745 w 479264"/>
                <a:gd name="connsiteY129" fmla="*/ 314907 h 778772"/>
                <a:gd name="connsiteX130" fmla="*/ 168995 w 479264"/>
                <a:gd name="connsiteY130" fmla="*/ 297576 h 778772"/>
                <a:gd name="connsiteX131" fmla="*/ 188910 w 479264"/>
                <a:gd name="connsiteY131" fmla="*/ 270744 h 778772"/>
                <a:gd name="connsiteX132" fmla="*/ 227823 w 479264"/>
                <a:gd name="connsiteY132" fmla="*/ 249996 h 778772"/>
                <a:gd name="connsiteX133" fmla="*/ 239822 w 479264"/>
                <a:gd name="connsiteY133" fmla="*/ 246330 h 778772"/>
                <a:gd name="connsiteX134" fmla="*/ 287235 w 479264"/>
                <a:gd name="connsiteY134" fmla="*/ 256579 h 778772"/>
                <a:gd name="connsiteX135" fmla="*/ 331397 w 479264"/>
                <a:gd name="connsiteY135" fmla="*/ 303991 h 778772"/>
                <a:gd name="connsiteX136" fmla="*/ 344980 w 479264"/>
                <a:gd name="connsiteY136" fmla="*/ 365736 h 778772"/>
                <a:gd name="connsiteX137" fmla="*/ 327898 w 479264"/>
                <a:gd name="connsiteY137" fmla="*/ 365069 h 778772"/>
                <a:gd name="connsiteX138" fmla="*/ 286901 w 479264"/>
                <a:gd name="connsiteY138" fmla="*/ 355904 h 778772"/>
                <a:gd name="connsiteX139" fmla="*/ 231906 w 479264"/>
                <a:gd name="connsiteY139" fmla="*/ 300408 h 778772"/>
                <a:gd name="connsiteX140" fmla="*/ 231323 w 479264"/>
                <a:gd name="connsiteY140" fmla="*/ 300659 h 778772"/>
                <a:gd name="connsiteX141" fmla="*/ 279569 w 479264"/>
                <a:gd name="connsiteY141" fmla="*/ 366569 h 778772"/>
                <a:gd name="connsiteX142" fmla="*/ 343063 w 479264"/>
                <a:gd name="connsiteY142" fmla="*/ 380735 h 778772"/>
                <a:gd name="connsiteX143" fmla="*/ 313982 w 479264"/>
                <a:gd name="connsiteY143" fmla="*/ 431813 h 778772"/>
                <a:gd name="connsiteX144" fmla="*/ 289318 w 479264"/>
                <a:gd name="connsiteY144" fmla="*/ 454978 h 778772"/>
                <a:gd name="connsiteX145" fmla="*/ 287651 w 479264"/>
                <a:gd name="connsiteY145" fmla="*/ 452978 h 778772"/>
                <a:gd name="connsiteX146" fmla="*/ 247488 w 479264"/>
                <a:gd name="connsiteY146" fmla="*/ 441313 h 778772"/>
                <a:gd name="connsiteX147" fmla="*/ 196493 w 479264"/>
                <a:gd name="connsiteY147" fmla="*/ 411232 h 778772"/>
                <a:gd name="connsiteX148" fmla="*/ 195660 w 479264"/>
                <a:gd name="connsiteY148" fmla="*/ 412065 h 778772"/>
                <a:gd name="connsiteX149" fmla="*/ 280152 w 479264"/>
                <a:gd name="connsiteY149" fmla="*/ 462394 h 778772"/>
                <a:gd name="connsiteX150" fmla="*/ 259404 w 479264"/>
                <a:gd name="connsiteY150" fmla="*/ 479726 h 778772"/>
                <a:gd name="connsiteX151" fmla="*/ 228990 w 479264"/>
                <a:gd name="connsiteY151" fmla="*/ 531638 h 778772"/>
                <a:gd name="connsiteX152" fmla="*/ 213908 w 479264"/>
                <a:gd name="connsiteY152" fmla="*/ 531638 h 778772"/>
                <a:gd name="connsiteX153" fmla="*/ 188410 w 479264"/>
                <a:gd name="connsiteY153" fmla="*/ 529138 h 778772"/>
                <a:gd name="connsiteX154" fmla="*/ 149414 w 479264"/>
                <a:gd name="connsiteY154" fmla="*/ 514806 h 778772"/>
                <a:gd name="connsiteX155" fmla="*/ 115833 w 479264"/>
                <a:gd name="connsiteY155" fmla="*/ 481642 h 778772"/>
                <a:gd name="connsiteX156" fmla="*/ 114250 w 479264"/>
                <a:gd name="connsiteY156" fmla="*/ 482809 h 778772"/>
                <a:gd name="connsiteX157" fmla="*/ 146664 w 479264"/>
                <a:gd name="connsiteY157" fmla="*/ 526388 h 778772"/>
                <a:gd name="connsiteX158" fmla="*/ 186577 w 479264"/>
                <a:gd name="connsiteY158" fmla="*/ 543053 h 778772"/>
                <a:gd name="connsiteX159" fmla="*/ 221741 w 479264"/>
                <a:gd name="connsiteY159" fmla="*/ 546303 h 778772"/>
                <a:gd name="connsiteX160" fmla="*/ 185827 w 479264"/>
                <a:gd name="connsiteY160" fmla="*/ 587716 h 778772"/>
                <a:gd name="connsiteX161" fmla="*/ 147247 w 479264"/>
                <a:gd name="connsiteY161" fmla="*/ 637045 h 778772"/>
                <a:gd name="connsiteX162" fmla="*/ 138665 w 479264"/>
                <a:gd name="connsiteY162" fmla="*/ 654793 h 778772"/>
                <a:gd name="connsiteX163" fmla="*/ 136665 w 479264"/>
                <a:gd name="connsiteY163" fmla="*/ 654043 h 778772"/>
                <a:gd name="connsiteX164" fmla="*/ 92752 w 479264"/>
                <a:gd name="connsiteY164" fmla="*/ 645544 h 778772"/>
                <a:gd name="connsiteX165" fmla="*/ 48423 w 479264"/>
                <a:gd name="connsiteY165" fmla="*/ 611297 h 778772"/>
                <a:gd name="connsiteX166" fmla="*/ 47673 w 479264"/>
                <a:gd name="connsiteY166" fmla="*/ 611714 h 778772"/>
                <a:gd name="connsiteX167" fmla="*/ 129749 w 479264"/>
                <a:gd name="connsiteY167" fmla="*/ 666959 h 778772"/>
                <a:gd name="connsiteX168" fmla="*/ 129082 w 479264"/>
                <a:gd name="connsiteY168" fmla="*/ 667625 h 778772"/>
                <a:gd name="connsiteX169" fmla="*/ 102251 w 479264"/>
                <a:gd name="connsiteY169" fmla="*/ 691290 h 778772"/>
                <a:gd name="connsiteX170" fmla="*/ 62588 w 479264"/>
                <a:gd name="connsiteY170" fmla="*/ 746035 h 778772"/>
                <a:gd name="connsiteX171" fmla="*/ 34507 w 479264"/>
                <a:gd name="connsiteY171" fmla="*/ 762783 h 778772"/>
                <a:gd name="connsiteX172" fmla="*/ 34507 w 479264"/>
                <a:gd name="connsiteY172" fmla="*/ 762783 h 778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Lst>
              <a:rect l="l" t="t" r="r" b="b"/>
              <a:pathLst>
                <a:path w="479264" h="778772">
                  <a:moveTo>
                    <a:pt x="92419" y="733036"/>
                  </a:moveTo>
                  <a:cubicBezTo>
                    <a:pt x="101335" y="719287"/>
                    <a:pt x="107168" y="704539"/>
                    <a:pt x="119500" y="693123"/>
                  </a:cubicBezTo>
                  <a:cubicBezTo>
                    <a:pt x="128082" y="685207"/>
                    <a:pt x="138915" y="679875"/>
                    <a:pt x="145997" y="670375"/>
                  </a:cubicBezTo>
                  <a:cubicBezTo>
                    <a:pt x="154413" y="659043"/>
                    <a:pt x="158913" y="645211"/>
                    <a:pt x="165829" y="633045"/>
                  </a:cubicBezTo>
                  <a:cubicBezTo>
                    <a:pt x="180244" y="607631"/>
                    <a:pt x="206992" y="594799"/>
                    <a:pt x="224240" y="571801"/>
                  </a:cubicBezTo>
                  <a:cubicBezTo>
                    <a:pt x="230906" y="562885"/>
                    <a:pt x="236823" y="553219"/>
                    <a:pt x="241239" y="542970"/>
                  </a:cubicBezTo>
                  <a:cubicBezTo>
                    <a:pt x="246988" y="529638"/>
                    <a:pt x="249738" y="515223"/>
                    <a:pt x="257571" y="502807"/>
                  </a:cubicBezTo>
                  <a:cubicBezTo>
                    <a:pt x="273903" y="477059"/>
                    <a:pt x="305983" y="463061"/>
                    <a:pt x="325815" y="439896"/>
                  </a:cubicBezTo>
                  <a:cubicBezTo>
                    <a:pt x="342063" y="420981"/>
                    <a:pt x="356062" y="400566"/>
                    <a:pt x="359062" y="375235"/>
                  </a:cubicBezTo>
                  <a:cubicBezTo>
                    <a:pt x="362061" y="349987"/>
                    <a:pt x="357645" y="323990"/>
                    <a:pt x="346979" y="301075"/>
                  </a:cubicBezTo>
                  <a:cubicBezTo>
                    <a:pt x="344813" y="296492"/>
                    <a:pt x="342646" y="291992"/>
                    <a:pt x="340313" y="287743"/>
                  </a:cubicBezTo>
                  <a:cubicBezTo>
                    <a:pt x="350646" y="279411"/>
                    <a:pt x="358645" y="269078"/>
                    <a:pt x="367394" y="259245"/>
                  </a:cubicBezTo>
                  <a:cubicBezTo>
                    <a:pt x="378810" y="246497"/>
                    <a:pt x="391142" y="234331"/>
                    <a:pt x="399725" y="219333"/>
                  </a:cubicBezTo>
                  <a:cubicBezTo>
                    <a:pt x="404391" y="211250"/>
                    <a:pt x="408724" y="203251"/>
                    <a:pt x="413890" y="195418"/>
                  </a:cubicBezTo>
                  <a:cubicBezTo>
                    <a:pt x="416306" y="191752"/>
                    <a:pt x="419473" y="188002"/>
                    <a:pt x="420306" y="183503"/>
                  </a:cubicBezTo>
                  <a:cubicBezTo>
                    <a:pt x="421723" y="175836"/>
                    <a:pt x="417473" y="172503"/>
                    <a:pt x="412057" y="169754"/>
                  </a:cubicBezTo>
                  <a:cubicBezTo>
                    <a:pt x="414890" y="166837"/>
                    <a:pt x="417723" y="163837"/>
                    <a:pt x="420473" y="160921"/>
                  </a:cubicBezTo>
                  <a:cubicBezTo>
                    <a:pt x="438304" y="142256"/>
                    <a:pt x="456136" y="124091"/>
                    <a:pt x="467718" y="100760"/>
                  </a:cubicBezTo>
                  <a:cubicBezTo>
                    <a:pt x="473551" y="89011"/>
                    <a:pt x="485884" y="67096"/>
                    <a:pt x="474801" y="54597"/>
                  </a:cubicBezTo>
                  <a:cubicBezTo>
                    <a:pt x="464885" y="43432"/>
                    <a:pt x="438888" y="44681"/>
                    <a:pt x="426889" y="50431"/>
                  </a:cubicBezTo>
                  <a:cubicBezTo>
                    <a:pt x="406891" y="60097"/>
                    <a:pt x="396808" y="90427"/>
                    <a:pt x="385976" y="108176"/>
                  </a:cubicBezTo>
                  <a:cubicBezTo>
                    <a:pt x="375893" y="124675"/>
                    <a:pt x="364978" y="140590"/>
                    <a:pt x="354729" y="157005"/>
                  </a:cubicBezTo>
                  <a:cubicBezTo>
                    <a:pt x="361645" y="141423"/>
                    <a:pt x="368644" y="125924"/>
                    <a:pt x="376143" y="110592"/>
                  </a:cubicBezTo>
                  <a:cubicBezTo>
                    <a:pt x="387642" y="87011"/>
                    <a:pt x="396641" y="62013"/>
                    <a:pt x="401391" y="36183"/>
                  </a:cubicBezTo>
                  <a:cubicBezTo>
                    <a:pt x="404557" y="18767"/>
                    <a:pt x="406224" y="2435"/>
                    <a:pt x="383893" y="186"/>
                  </a:cubicBezTo>
                  <a:cubicBezTo>
                    <a:pt x="363478" y="-1897"/>
                    <a:pt x="351312" y="13851"/>
                    <a:pt x="348146" y="31933"/>
                  </a:cubicBezTo>
                  <a:cubicBezTo>
                    <a:pt x="344313" y="53597"/>
                    <a:pt x="340813" y="74845"/>
                    <a:pt x="335814" y="96094"/>
                  </a:cubicBezTo>
                  <a:cubicBezTo>
                    <a:pt x="326315" y="93344"/>
                    <a:pt x="314482" y="91928"/>
                    <a:pt x="307150" y="98177"/>
                  </a:cubicBezTo>
                  <a:cubicBezTo>
                    <a:pt x="296817" y="107010"/>
                    <a:pt x="291568" y="128757"/>
                    <a:pt x="286985" y="141089"/>
                  </a:cubicBezTo>
                  <a:cubicBezTo>
                    <a:pt x="280985" y="157338"/>
                    <a:pt x="275986" y="173587"/>
                    <a:pt x="271320" y="190252"/>
                  </a:cubicBezTo>
                  <a:cubicBezTo>
                    <a:pt x="267320" y="204417"/>
                    <a:pt x="262154" y="218666"/>
                    <a:pt x="262237" y="233581"/>
                  </a:cubicBezTo>
                  <a:cubicBezTo>
                    <a:pt x="237822" y="231831"/>
                    <a:pt x="210325" y="240997"/>
                    <a:pt x="192077" y="252330"/>
                  </a:cubicBezTo>
                  <a:cubicBezTo>
                    <a:pt x="170662" y="265662"/>
                    <a:pt x="159413" y="283160"/>
                    <a:pt x="150664" y="306325"/>
                  </a:cubicBezTo>
                  <a:cubicBezTo>
                    <a:pt x="145997" y="318573"/>
                    <a:pt x="142581" y="331156"/>
                    <a:pt x="138331" y="343488"/>
                  </a:cubicBezTo>
                  <a:cubicBezTo>
                    <a:pt x="132915" y="359320"/>
                    <a:pt x="122500" y="369819"/>
                    <a:pt x="110167" y="380568"/>
                  </a:cubicBezTo>
                  <a:cubicBezTo>
                    <a:pt x="91419" y="396900"/>
                    <a:pt x="77170" y="412232"/>
                    <a:pt x="71421" y="437229"/>
                  </a:cubicBezTo>
                  <a:cubicBezTo>
                    <a:pt x="65588" y="462810"/>
                    <a:pt x="66921" y="489225"/>
                    <a:pt x="55922" y="513473"/>
                  </a:cubicBezTo>
                  <a:cubicBezTo>
                    <a:pt x="46840" y="533721"/>
                    <a:pt x="32758" y="551886"/>
                    <a:pt x="29675" y="574384"/>
                  </a:cubicBezTo>
                  <a:cubicBezTo>
                    <a:pt x="26008" y="601798"/>
                    <a:pt x="27508" y="628046"/>
                    <a:pt x="19009" y="654960"/>
                  </a:cubicBezTo>
                  <a:cubicBezTo>
                    <a:pt x="11593" y="678541"/>
                    <a:pt x="-406" y="700456"/>
                    <a:pt x="11" y="725787"/>
                  </a:cubicBezTo>
                  <a:cubicBezTo>
                    <a:pt x="261" y="742702"/>
                    <a:pt x="5677" y="766783"/>
                    <a:pt x="21925" y="775699"/>
                  </a:cubicBezTo>
                  <a:cubicBezTo>
                    <a:pt x="39090" y="785032"/>
                    <a:pt x="58172" y="771199"/>
                    <a:pt x="70088" y="759700"/>
                  </a:cubicBezTo>
                  <a:cubicBezTo>
                    <a:pt x="78670" y="751701"/>
                    <a:pt x="86086" y="742869"/>
                    <a:pt x="92419" y="733036"/>
                  </a:cubicBezTo>
                  <a:lnTo>
                    <a:pt x="92419" y="733036"/>
                  </a:lnTo>
                  <a:close/>
                  <a:moveTo>
                    <a:pt x="409307" y="186502"/>
                  </a:moveTo>
                  <a:cubicBezTo>
                    <a:pt x="407807" y="191168"/>
                    <a:pt x="402224" y="196168"/>
                    <a:pt x="399558" y="200251"/>
                  </a:cubicBezTo>
                  <a:cubicBezTo>
                    <a:pt x="392309" y="211416"/>
                    <a:pt x="386476" y="222582"/>
                    <a:pt x="377477" y="232581"/>
                  </a:cubicBezTo>
                  <a:cubicBezTo>
                    <a:pt x="369477" y="241497"/>
                    <a:pt x="360228" y="249246"/>
                    <a:pt x="352062" y="257912"/>
                  </a:cubicBezTo>
                  <a:cubicBezTo>
                    <a:pt x="346063" y="264245"/>
                    <a:pt x="340063" y="270495"/>
                    <a:pt x="333064" y="275744"/>
                  </a:cubicBezTo>
                  <a:cubicBezTo>
                    <a:pt x="331064" y="272744"/>
                    <a:pt x="328898" y="269911"/>
                    <a:pt x="326648" y="267161"/>
                  </a:cubicBezTo>
                  <a:cubicBezTo>
                    <a:pt x="332147" y="264412"/>
                    <a:pt x="334647" y="259745"/>
                    <a:pt x="338813" y="253996"/>
                  </a:cubicBezTo>
                  <a:cubicBezTo>
                    <a:pt x="346479" y="243414"/>
                    <a:pt x="355062" y="233248"/>
                    <a:pt x="363478" y="223249"/>
                  </a:cubicBezTo>
                  <a:cubicBezTo>
                    <a:pt x="377560" y="206501"/>
                    <a:pt x="392725" y="190418"/>
                    <a:pt x="407891" y="174503"/>
                  </a:cubicBezTo>
                  <a:cubicBezTo>
                    <a:pt x="409974" y="178003"/>
                    <a:pt x="410974" y="181419"/>
                    <a:pt x="409307" y="186502"/>
                  </a:cubicBezTo>
                  <a:lnTo>
                    <a:pt x="409307" y="186502"/>
                  </a:lnTo>
                  <a:close/>
                  <a:moveTo>
                    <a:pt x="408557" y="94511"/>
                  </a:moveTo>
                  <a:cubicBezTo>
                    <a:pt x="413640" y="85428"/>
                    <a:pt x="418473" y="72929"/>
                    <a:pt x="425889" y="65429"/>
                  </a:cubicBezTo>
                  <a:cubicBezTo>
                    <a:pt x="433138" y="58097"/>
                    <a:pt x="456636" y="54847"/>
                    <a:pt x="465302" y="62346"/>
                  </a:cubicBezTo>
                  <a:cubicBezTo>
                    <a:pt x="478634" y="73929"/>
                    <a:pt x="450887" y="112009"/>
                    <a:pt x="442887" y="122258"/>
                  </a:cubicBezTo>
                  <a:cubicBezTo>
                    <a:pt x="429305" y="139673"/>
                    <a:pt x="412723" y="154422"/>
                    <a:pt x="397641" y="170504"/>
                  </a:cubicBezTo>
                  <a:cubicBezTo>
                    <a:pt x="382476" y="186586"/>
                    <a:pt x="366394" y="202084"/>
                    <a:pt x="352146" y="218916"/>
                  </a:cubicBezTo>
                  <a:cubicBezTo>
                    <a:pt x="340813" y="232248"/>
                    <a:pt x="330564" y="246247"/>
                    <a:pt x="319732" y="259912"/>
                  </a:cubicBezTo>
                  <a:cubicBezTo>
                    <a:pt x="317232" y="257579"/>
                    <a:pt x="314566" y="255329"/>
                    <a:pt x="311649" y="253330"/>
                  </a:cubicBezTo>
                  <a:cubicBezTo>
                    <a:pt x="312649" y="251329"/>
                    <a:pt x="313566" y="249330"/>
                    <a:pt x="314566" y="247330"/>
                  </a:cubicBezTo>
                  <a:cubicBezTo>
                    <a:pt x="318482" y="242080"/>
                    <a:pt x="324481" y="232248"/>
                    <a:pt x="325065" y="231081"/>
                  </a:cubicBezTo>
                  <a:cubicBezTo>
                    <a:pt x="329814" y="221999"/>
                    <a:pt x="334897" y="213000"/>
                    <a:pt x="340397" y="204334"/>
                  </a:cubicBezTo>
                  <a:cubicBezTo>
                    <a:pt x="351479" y="186752"/>
                    <a:pt x="361895" y="168837"/>
                    <a:pt x="373310" y="151338"/>
                  </a:cubicBezTo>
                  <a:cubicBezTo>
                    <a:pt x="385393" y="132757"/>
                    <a:pt x="397641" y="114009"/>
                    <a:pt x="408557" y="94511"/>
                  </a:cubicBezTo>
                  <a:lnTo>
                    <a:pt x="408557" y="94511"/>
                  </a:lnTo>
                  <a:close/>
                  <a:moveTo>
                    <a:pt x="357312" y="53848"/>
                  </a:moveTo>
                  <a:cubicBezTo>
                    <a:pt x="359062" y="42349"/>
                    <a:pt x="358478" y="30766"/>
                    <a:pt x="365394" y="21017"/>
                  </a:cubicBezTo>
                  <a:cubicBezTo>
                    <a:pt x="371060" y="13018"/>
                    <a:pt x="382059" y="7352"/>
                    <a:pt x="390142" y="15851"/>
                  </a:cubicBezTo>
                  <a:cubicBezTo>
                    <a:pt x="396641" y="22600"/>
                    <a:pt x="393558" y="30433"/>
                    <a:pt x="391725" y="39599"/>
                  </a:cubicBezTo>
                  <a:cubicBezTo>
                    <a:pt x="389642" y="50514"/>
                    <a:pt x="386726" y="61513"/>
                    <a:pt x="383393" y="72096"/>
                  </a:cubicBezTo>
                  <a:cubicBezTo>
                    <a:pt x="376227" y="95011"/>
                    <a:pt x="364894" y="116508"/>
                    <a:pt x="354729" y="138090"/>
                  </a:cubicBezTo>
                  <a:cubicBezTo>
                    <a:pt x="344980" y="158838"/>
                    <a:pt x="335230" y="179586"/>
                    <a:pt x="324981" y="200084"/>
                  </a:cubicBezTo>
                  <a:cubicBezTo>
                    <a:pt x="317899" y="214250"/>
                    <a:pt x="306566" y="231331"/>
                    <a:pt x="301817" y="247497"/>
                  </a:cubicBezTo>
                  <a:cubicBezTo>
                    <a:pt x="300234" y="246663"/>
                    <a:pt x="298567" y="245914"/>
                    <a:pt x="296901" y="245247"/>
                  </a:cubicBezTo>
                  <a:cubicBezTo>
                    <a:pt x="296151" y="244914"/>
                    <a:pt x="295401" y="244663"/>
                    <a:pt x="294651" y="244414"/>
                  </a:cubicBezTo>
                  <a:cubicBezTo>
                    <a:pt x="317899" y="217583"/>
                    <a:pt x="326898" y="177836"/>
                    <a:pt x="335314" y="144589"/>
                  </a:cubicBezTo>
                  <a:cubicBezTo>
                    <a:pt x="340480" y="124008"/>
                    <a:pt x="346896" y="103593"/>
                    <a:pt x="351479" y="82928"/>
                  </a:cubicBezTo>
                  <a:cubicBezTo>
                    <a:pt x="353562" y="73262"/>
                    <a:pt x="355729" y="63513"/>
                    <a:pt x="357312" y="53848"/>
                  </a:cubicBezTo>
                  <a:lnTo>
                    <a:pt x="357312" y="53848"/>
                  </a:lnTo>
                  <a:close/>
                  <a:moveTo>
                    <a:pt x="290151" y="165920"/>
                  </a:moveTo>
                  <a:cubicBezTo>
                    <a:pt x="293734" y="154339"/>
                    <a:pt x="298067" y="143006"/>
                    <a:pt x="302650" y="131840"/>
                  </a:cubicBezTo>
                  <a:cubicBezTo>
                    <a:pt x="306483" y="122591"/>
                    <a:pt x="309733" y="108593"/>
                    <a:pt x="319648" y="103760"/>
                  </a:cubicBezTo>
                  <a:cubicBezTo>
                    <a:pt x="322815" y="102176"/>
                    <a:pt x="329064" y="102010"/>
                    <a:pt x="334564" y="102176"/>
                  </a:cubicBezTo>
                  <a:cubicBezTo>
                    <a:pt x="334397" y="102926"/>
                    <a:pt x="334230" y="103676"/>
                    <a:pt x="333981" y="104509"/>
                  </a:cubicBezTo>
                  <a:cubicBezTo>
                    <a:pt x="327814" y="128591"/>
                    <a:pt x="323148" y="153005"/>
                    <a:pt x="315399" y="176586"/>
                  </a:cubicBezTo>
                  <a:cubicBezTo>
                    <a:pt x="310649" y="190918"/>
                    <a:pt x="306316" y="205167"/>
                    <a:pt x="299817" y="218833"/>
                  </a:cubicBezTo>
                  <a:cubicBezTo>
                    <a:pt x="296234" y="226415"/>
                    <a:pt x="291401" y="233331"/>
                    <a:pt x="287985" y="240831"/>
                  </a:cubicBezTo>
                  <a:cubicBezTo>
                    <a:pt x="284318" y="238831"/>
                    <a:pt x="280485" y="237247"/>
                    <a:pt x="276402" y="236165"/>
                  </a:cubicBezTo>
                  <a:cubicBezTo>
                    <a:pt x="276319" y="235914"/>
                    <a:pt x="276236" y="235581"/>
                    <a:pt x="276152" y="235331"/>
                  </a:cubicBezTo>
                  <a:cubicBezTo>
                    <a:pt x="279735" y="212000"/>
                    <a:pt x="283152" y="188585"/>
                    <a:pt x="290151" y="165920"/>
                  </a:cubicBezTo>
                  <a:lnTo>
                    <a:pt x="290151" y="165920"/>
                  </a:lnTo>
                  <a:close/>
                  <a:moveTo>
                    <a:pt x="34507" y="762783"/>
                  </a:moveTo>
                  <a:cubicBezTo>
                    <a:pt x="20592" y="761117"/>
                    <a:pt x="17009" y="738952"/>
                    <a:pt x="16592" y="728203"/>
                  </a:cubicBezTo>
                  <a:cubicBezTo>
                    <a:pt x="15842" y="707788"/>
                    <a:pt x="24425" y="690040"/>
                    <a:pt x="31341" y="671459"/>
                  </a:cubicBezTo>
                  <a:cubicBezTo>
                    <a:pt x="44173" y="685374"/>
                    <a:pt x="61838" y="704539"/>
                    <a:pt x="81670" y="703789"/>
                  </a:cubicBezTo>
                  <a:cubicBezTo>
                    <a:pt x="86503" y="703622"/>
                    <a:pt x="87086" y="697373"/>
                    <a:pt x="82753" y="695790"/>
                  </a:cubicBezTo>
                  <a:cubicBezTo>
                    <a:pt x="73921" y="692540"/>
                    <a:pt x="65755" y="691373"/>
                    <a:pt x="57422" y="686124"/>
                  </a:cubicBezTo>
                  <a:cubicBezTo>
                    <a:pt x="48840" y="680708"/>
                    <a:pt x="40257" y="674542"/>
                    <a:pt x="32591" y="667876"/>
                  </a:cubicBezTo>
                  <a:cubicBezTo>
                    <a:pt x="32758" y="667459"/>
                    <a:pt x="32924" y="667042"/>
                    <a:pt x="33091" y="666626"/>
                  </a:cubicBezTo>
                  <a:cubicBezTo>
                    <a:pt x="39840" y="647377"/>
                    <a:pt x="43590" y="627379"/>
                    <a:pt x="45007" y="607047"/>
                  </a:cubicBezTo>
                  <a:cubicBezTo>
                    <a:pt x="45756" y="596549"/>
                    <a:pt x="45007" y="585799"/>
                    <a:pt x="46590" y="575467"/>
                  </a:cubicBezTo>
                  <a:cubicBezTo>
                    <a:pt x="48423" y="563801"/>
                    <a:pt x="53756" y="553219"/>
                    <a:pt x="59255" y="542887"/>
                  </a:cubicBezTo>
                  <a:cubicBezTo>
                    <a:pt x="60422" y="540720"/>
                    <a:pt x="61588" y="538470"/>
                    <a:pt x="62755" y="536304"/>
                  </a:cubicBezTo>
                  <a:cubicBezTo>
                    <a:pt x="77754" y="561718"/>
                    <a:pt x="102335" y="580383"/>
                    <a:pt x="132415" y="584966"/>
                  </a:cubicBezTo>
                  <a:cubicBezTo>
                    <a:pt x="133832" y="585216"/>
                    <a:pt x="134248" y="583383"/>
                    <a:pt x="132999" y="582883"/>
                  </a:cubicBezTo>
                  <a:cubicBezTo>
                    <a:pt x="116167" y="576134"/>
                    <a:pt x="102001" y="563635"/>
                    <a:pt x="89003" y="551386"/>
                  </a:cubicBezTo>
                  <a:cubicBezTo>
                    <a:pt x="84336" y="546970"/>
                    <a:pt x="81087" y="541387"/>
                    <a:pt x="76670" y="536720"/>
                  </a:cubicBezTo>
                  <a:cubicBezTo>
                    <a:pt x="73671" y="533554"/>
                    <a:pt x="70421" y="530554"/>
                    <a:pt x="67255" y="527471"/>
                  </a:cubicBezTo>
                  <a:cubicBezTo>
                    <a:pt x="73004" y="515723"/>
                    <a:pt x="77754" y="503724"/>
                    <a:pt x="80003" y="490308"/>
                  </a:cubicBezTo>
                  <a:cubicBezTo>
                    <a:pt x="83503" y="469810"/>
                    <a:pt x="81837" y="448312"/>
                    <a:pt x="89003" y="428480"/>
                  </a:cubicBezTo>
                  <a:cubicBezTo>
                    <a:pt x="92586" y="418564"/>
                    <a:pt x="98752" y="410649"/>
                    <a:pt x="105834" y="403566"/>
                  </a:cubicBezTo>
                  <a:cubicBezTo>
                    <a:pt x="106084" y="410482"/>
                    <a:pt x="105584" y="417231"/>
                    <a:pt x="108917" y="424481"/>
                  </a:cubicBezTo>
                  <a:cubicBezTo>
                    <a:pt x="114500" y="436480"/>
                    <a:pt x="123083" y="449312"/>
                    <a:pt x="132499" y="458644"/>
                  </a:cubicBezTo>
                  <a:cubicBezTo>
                    <a:pt x="150830" y="476559"/>
                    <a:pt x="181494" y="485892"/>
                    <a:pt x="206325" y="489225"/>
                  </a:cubicBezTo>
                  <a:cubicBezTo>
                    <a:pt x="210408" y="489725"/>
                    <a:pt x="210658" y="483642"/>
                    <a:pt x="207242" y="482476"/>
                  </a:cubicBezTo>
                  <a:cubicBezTo>
                    <a:pt x="183994" y="474560"/>
                    <a:pt x="154497" y="464727"/>
                    <a:pt x="137831" y="445812"/>
                  </a:cubicBezTo>
                  <a:cubicBezTo>
                    <a:pt x="130416" y="437396"/>
                    <a:pt x="123000" y="427147"/>
                    <a:pt x="117667" y="417148"/>
                  </a:cubicBezTo>
                  <a:cubicBezTo>
                    <a:pt x="114417" y="411065"/>
                    <a:pt x="113584" y="404482"/>
                    <a:pt x="111667" y="398150"/>
                  </a:cubicBezTo>
                  <a:cubicBezTo>
                    <a:pt x="121833" y="388984"/>
                    <a:pt x="132915" y="380568"/>
                    <a:pt x="141081" y="369736"/>
                  </a:cubicBezTo>
                  <a:cubicBezTo>
                    <a:pt x="152497" y="354487"/>
                    <a:pt x="156080" y="334572"/>
                    <a:pt x="161829" y="316324"/>
                  </a:cubicBezTo>
                  <a:cubicBezTo>
                    <a:pt x="162246" y="319324"/>
                    <a:pt x="162829" y="322323"/>
                    <a:pt x="163746" y="325490"/>
                  </a:cubicBezTo>
                  <a:cubicBezTo>
                    <a:pt x="167579" y="338821"/>
                    <a:pt x="173828" y="350738"/>
                    <a:pt x="183827" y="360570"/>
                  </a:cubicBezTo>
                  <a:cubicBezTo>
                    <a:pt x="202492" y="378985"/>
                    <a:pt x="233990" y="394984"/>
                    <a:pt x="260654" y="394400"/>
                  </a:cubicBezTo>
                  <a:cubicBezTo>
                    <a:pt x="264570" y="394317"/>
                    <a:pt x="265820" y="388067"/>
                    <a:pt x="261570" y="387317"/>
                  </a:cubicBezTo>
                  <a:cubicBezTo>
                    <a:pt x="236573" y="383234"/>
                    <a:pt x="208325" y="368569"/>
                    <a:pt x="190577" y="350404"/>
                  </a:cubicBezTo>
                  <a:cubicBezTo>
                    <a:pt x="180994" y="340572"/>
                    <a:pt x="175495" y="327989"/>
                    <a:pt x="171745" y="314907"/>
                  </a:cubicBezTo>
                  <a:cubicBezTo>
                    <a:pt x="170245" y="309657"/>
                    <a:pt x="170162" y="303325"/>
                    <a:pt x="168995" y="297576"/>
                  </a:cubicBezTo>
                  <a:cubicBezTo>
                    <a:pt x="173745" y="287326"/>
                    <a:pt x="179578" y="278327"/>
                    <a:pt x="188910" y="270744"/>
                  </a:cubicBezTo>
                  <a:cubicBezTo>
                    <a:pt x="200576" y="261329"/>
                    <a:pt x="213741" y="254996"/>
                    <a:pt x="227823" y="249996"/>
                  </a:cubicBezTo>
                  <a:cubicBezTo>
                    <a:pt x="231656" y="248663"/>
                    <a:pt x="235739" y="247413"/>
                    <a:pt x="239822" y="246330"/>
                  </a:cubicBezTo>
                  <a:cubicBezTo>
                    <a:pt x="255988" y="246330"/>
                    <a:pt x="272236" y="250580"/>
                    <a:pt x="287235" y="256579"/>
                  </a:cubicBezTo>
                  <a:cubicBezTo>
                    <a:pt x="309483" y="265578"/>
                    <a:pt x="320898" y="283327"/>
                    <a:pt x="331397" y="303991"/>
                  </a:cubicBezTo>
                  <a:cubicBezTo>
                    <a:pt x="341147" y="323240"/>
                    <a:pt x="345813" y="344238"/>
                    <a:pt x="344980" y="365736"/>
                  </a:cubicBezTo>
                  <a:cubicBezTo>
                    <a:pt x="339563" y="364569"/>
                    <a:pt x="333481" y="365569"/>
                    <a:pt x="327898" y="365069"/>
                  </a:cubicBezTo>
                  <a:cubicBezTo>
                    <a:pt x="314566" y="363986"/>
                    <a:pt x="299734" y="359820"/>
                    <a:pt x="286901" y="355904"/>
                  </a:cubicBezTo>
                  <a:cubicBezTo>
                    <a:pt x="261404" y="348154"/>
                    <a:pt x="243239" y="323073"/>
                    <a:pt x="231906" y="300408"/>
                  </a:cubicBezTo>
                  <a:cubicBezTo>
                    <a:pt x="231740" y="300075"/>
                    <a:pt x="231156" y="300325"/>
                    <a:pt x="231323" y="300659"/>
                  </a:cubicBezTo>
                  <a:cubicBezTo>
                    <a:pt x="240739" y="326406"/>
                    <a:pt x="253321" y="353987"/>
                    <a:pt x="279569" y="366569"/>
                  </a:cubicBezTo>
                  <a:cubicBezTo>
                    <a:pt x="290151" y="371652"/>
                    <a:pt x="325231" y="385901"/>
                    <a:pt x="343063" y="380735"/>
                  </a:cubicBezTo>
                  <a:cubicBezTo>
                    <a:pt x="338647" y="400150"/>
                    <a:pt x="327314" y="416398"/>
                    <a:pt x="313982" y="431813"/>
                  </a:cubicBezTo>
                  <a:cubicBezTo>
                    <a:pt x="306566" y="440479"/>
                    <a:pt x="298067" y="447895"/>
                    <a:pt x="289318" y="454978"/>
                  </a:cubicBezTo>
                  <a:cubicBezTo>
                    <a:pt x="288985" y="454228"/>
                    <a:pt x="288485" y="453561"/>
                    <a:pt x="287651" y="452978"/>
                  </a:cubicBezTo>
                  <a:cubicBezTo>
                    <a:pt x="277236" y="445312"/>
                    <a:pt x="259571" y="445312"/>
                    <a:pt x="247488" y="441313"/>
                  </a:cubicBezTo>
                  <a:cubicBezTo>
                    <a:pt x="229323" y="435396"/>
                    <a:pt x="210825" y="423731"/>
                    <a:pt x="196493" y="411232"/>
                  </a:cubicBezTo>
                  <a:cubicBezTo>
                    <a:pt x="195910" y="410732"/>
                    <a:pt x="195160" y="411482"/>
                    <a:pt x="195660" y="412065"/>
                  </a:cubicBezTo>
                  <a:cubicBezTo>
                    <a:pt x="218408" y="439813"/>
                    <a:pt x="246572" y="452978"/>
                    <a:pt x="280152" y="462394"/>
                  </a:cubicBezTo>
                  <a:cubicBezTo>
                    <a:pt x="273153" y="467977"/>
                    <a:pt x="266070" y="473560"/>
                    <a:pt x="259404" y="479726"/>
                  </a:cubicBezTo>
                  <a:cubicBezTo>
                    <a:pt x="243322" y="494475"/>
                    <a:pt x="237156" y="512223"/>
                    <a:pt x="228990" y="531638"/>
                  </a:cubicBezTo>
                  <a:cubicBezTo>
                    <a:pt x="223907" y="531471"/>
                    <a:pt x="218491" y="532054"/>
                    <a:pt x="213908" y="531638"/>
                  </a:cubicBezTo>
                  <a:cubicBezTo>
                    <a:pt x="205325" y="530888"/>
                    <a:pt x="196993" y="530388"/>
                    <a:pt x="188410" y="529138"/>
                  </a:cubicBezTo>
                  <a:cubicBezTo>
                    <a:pt x="174662" y="527222"/>
                    <a:pt x="160996" y="522472"/>
                    <a:pt x="149414" y="514806"/>
                  </a:cubicBezTo>
                  <a:cubicBezTo>
                    <a:pt x="135998" y="505890"/>
                    <a:pt x="126499" y="493558"/>
                    <a:pt x="115833" y="481642"/>
                  </a:cubicBezTo>
                  <a:cubicBezTo>
                    <a:pt x="115084" y="480809"/>
                    <a:pt x="113667" y="481892"/>
                    <a:pt x="114250" y="482809"/>
                  </a:cubicBezTo>
                  <a:cubicBezTo>
                    <a:pt x="124416" y="498474"/>
                    <a:pt x="132082" y="514389"/>
                    <a:pt x="146664" y="526388"/>
                  </a:cubicBezTo>
                  <a:cubicBezTo>
                    <a:pt x="157830" y="535638"/>
                    <a:pt x="172578" y="540554"/>
                    <a:pt x="186577" y="543053"/>
                  </a:cubicBezTo>
                  <a:cubicBezTo>
                    <a:pt x="192243" y="544053"/>
                    <a:pt x="208825" y="547219"/>
                    <a:pt x="221741" y="546303"/>
                  </a:cubicBezTo>
                  <a:cubicBezTo>
                    <a:pt x="212575" y="562218"/>
                    <a:pt x="200076" y="575800"/>
                    <a:pt x="185827" y="587716"/>
                  </a:cubicBezTo>
                  <a:cubicBezTo>
                    <a:pt x="168745" y="601965"/>
                    <a:pt x="156746" y="616880"/>
                    <a:pt x="147247" y="637045"/>
                  </a:cubicBezTo>
                  <a:cubicBezTo>
                    <a:pt x="144498" y="642878"/>
                    <a:pt x="141831" y="649044"/>
                    <a:pt x="138665" y="654793"/>
                  </a:cubicBezTo>
                  <a:cubicBezTo>
                    <a:pt x="138081" y="654460"/>
                    <a:pt x="137415" y="654127"/>
                    <a:pt x="136665" y="654043"/>
                  </a:cubicBezTo>
                  <a:cubicBezTo>
                    <a:pt x="121916" y="651127"/>
                    <a:pt x="106751" y="651627"/>
                    <a:pt x="92752" y="645544"/>
                  </a:cubicBezTo>
                  <a:cubicBezTo>
                    <a:pt x="74754" y="637712"/>
                    <a:pt x="59005" y="628379"/>
                    <a:pt x="48423" y="611297"/>
                  </a:cubicBezTo>
                  <a:cubicBezTo>
                    <a:pt x="48173" y="610797"/>
                    <a:pt x="47506" y="611214"/>
                    <a:pt x="47673" y="611714"/>
                  </a:cubicBezTo>
                  <a:cubicBezTo>
                    <a:pt x="63255" y="645961"/>
                    <a:pt x="94169" y="662292"/>
                    <a:pt x="129749" y="666959"/>
                  </a:cubicBezTo>
                  <a:cubicBezTo>
                    <a:pt x="129499" y="667209"/>
                    <a:pt x="129332" y="667376"/>
                    <a:pt x="129082" y="667625"/>
                  </a:cubicBezTo>
                  <a:cubicBezTo>
                    <a:pt x="120333" y="675958"/>
                    <a:pt x="110251" y="681874"/>
                    <a:pt x="102251" y="691290"/>
                  </a:cubicBezTo>
                  <a:cubicBezTo>
                    <a:pt x="87503" y="708788"/>
                    <a:pt x="79337" y="729787"/>
                    <a:pt x="62588" y="746035"/>
                  </a:cubicBezTo>
                  <a:cubicBezTo>
                    <a:pt x="56006" y="752618"/>
                    <a:pt x="44757" y="764033"/>
                    <a:pt x="34507" y="762783"/>
                  </a:cubicBezTo>
                  <a:lnTo>
                    <a:pt x="34507" y="762783"/>
                  </a:lnTo>
                  <a:close/>
                </a:path>
              </a:pathLst>
            </a:custGeom>
            <a:grpFill/>
            <a:ln w="8332" cap="flat">
              <a:noFill/>
              <a:prstDash val="solid"/>
              <a:miter/>
            </a:ln>
          </p:spPr>
          <p:txBody>
            <a:bodyPr rtlCol="0" anchor="ctr"/>
            <a:lstStyle/>
            <a:p>
              <a:endParaRPr lang="en-US"/>
            </a:p>
          </p:txBody>
        </p:sp>
        <p:sp>
          <p:nvSpPr>
            <p:cNvPr id="2272" name="Freeform: Shape 2271"/>
            <p:cNvSpPr/>
            <p:nvPr/>
          </p:nvSpPr>
          <p:spPr>
            <a:xfrm>
              <a:off x="2522212" y="5190267"/>
              <a:ext cx="414937" cy="401130"/>
            </a:xfrm>
            <a:custGeom>
              <a:avLst/>
              <a:gdLst>
                <a:gd name="connsiteX0" fmla="*/ 412545 w 414937"/>
                <a:gd name="connsiteY0" fmla="*/ 182009 h 401130"/>
                <a:gd name="connsiteX1" fmla="*/ 330886 w 414937"/>
                <a:gd name="connsiteY1" fmla="*/ 40938 h 401130"/>
                <a:gd name="connsiteX2" fmla="*/ 181649 w 414937"/>
                <a:gd name="connsiteY2" fmla="*/ 2109 h 401130"/>
                <a:gd name="connsiteX3" fmla="*/ 97823 w 414937"/>
                <a:gd name="connsiteY3" fmla="*/ 34106 h 401130"/>
                <a:gd name="connsiteX4" fmla="*/ 40162 w 414937"/>
                <a:gd name="connsiteY4" fmla="*/ 87685 h 401130"/>
                <a:gd name="connsiteX5" fmla="*/ 5332 w 414937"/>
                <a:gd name="connsiteY5" fmla="*/ 255836 h 401130"/>
                <a:gd name="connsiteX6" fmla="*/ 239727 w 414937"/>
                <a:gd name="connsiteY6" fmla="*/ 400239 h 401130"/>
                <a:gd name="connsiteX7" fmla="*/ 372299 w 414937"/>
                <a:gd name="connsiteY7" fmla="*/ 330329 h 401130"/>
                <a:gd name="connsiteX8" fmla="*/ 408795 w 414937"/>
                <a:gd name="connsiteY8" fmla="*/ 260669 h 401130"/>
                <a:gd name="connsiteX9" fmla="*/ 412545 w 414937"/>
                <a:gd name="connsiteY9" fmla="*/ 182009 h 401130"/>
                <a:gd name="connsiteX10" fmla="*/ 412545 w 414937"/>
                <a:gd name="connsiteY10" fmla="*/ 182009 h 401130"/>
                <a:gd name="connsiteX11" fmla="*/ 380631 w 414937"/>
                <a:gd name="connsiteY11" fmla="*/ 290499 h 401130"/>
                <a:gd name="connsiteX12" fmla="*/ 272141 w 414937"/>
                <a:gd name="connsiteY12" fmla="*/ 380408 h 401130"/>
                <a:gd name="connsiteX13" fmla="*/ 19747 w 414937"/>
                <a:gd name="connsiteY13" fmla="*/ 260169 h 401130"/>
                <a:gd name="connsiteX14" fmla="*/ 48411 w 414937"/>
                <a:gd name="connsiteY14" fmla="*/ 102267 h 401130"/>
                <a:gd name="connsiteX15" fmla="*/ 187149 w 414937"/>
                <a:gd name="connsiteY15" fmla="*/ 15524 h 401130"/>
                <a:gd name="connsiteX16" fmla="*/ 187565 w 414937"/>
                <a:gd name="connsiteY16" fmla="*/ 15357 h 401130"/>
                <a:gd name="connsiteX17" fmla="*/ 292972 w 414937"/>
                <a:gd name="connsiteY17" fmla="*/ 32856 h 401130"/>
                <a:gd name="connsiteX18" fmla="*/ 385298 w 414937"/>
                <a:gd name="connsiteY18" fmla="*/ 140180 h 401130"/>
                <a:gd name="connsiteX19" fmla="*/ 380631 w 414937"/>
                <a:gd name="connsiteY19" fmla="*/ 290499 h 401130"/>
                <a:gd name="connsiteX20" fmla="*/ 380631 w 414937"/>
                <a:gd name="connsiteY20" fmla="*/ 290499 h 401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14937" h="401130">
                  <a:moveTo>
                    <a:pt x="412545" y="182009"/>
                  </a:moveTo>
                  <a:cubicBezTo>
                    <a:pt x="405296" y="128264"/>
                    <a:pt x="372465" y="75519"/>
                    <a:pt x="330886" y="40938"/>
                  </a:cubicBezTo>
                  <a:cubicBezTo>
                    <a:pt x="288723" y="5942"/>
                    <a:pt x="235394" y="-5141"/>
                    <a:pt x="181649" y="2109"/>
                  </a:cubicBezTo>
                  <a:cubicBezTo>
                    <a:pt x="151402" y="6192"/>
                    <a:pt x="122488" y="15774"/>
                    <a:pt x="97823" y="34106"/>
                  </a:cubicBezTo>
                  <a:cubicBezTo>
                    <a:pt x="77159" y="49438"/>
                    <a:pt x="55327" y="66770"/>
                    <a:pt x="40162" y="87685"/>
                  </a:cubicBezTo>
                  <a:cubicBezTo>
                    <a:pt x="5332" y="135847"/>
                    <a:pt x="-8584" y="198091"/>
                    <a:pt x="5332" y="255836"/>
                  </a:cubicBezTo>
                  <a:cubicBezTo>
                    <a:pt x="27746" y="354993"/>
                    <a:pt x="144069" y="408822"/>
                    <a:pt x="239727" y="400239"/>
                  </a:cubicBezTo>
                  <a:cubicBezTo>
                    <a:pt x="292389" y="395573"/>
                    <a:pt x="339718" y="372325"/>
                    <a:pt x="372299" y="330329"/>
                  </a:cubicBezTo>
                  <a:cubicBezTo>
                    <a:pt x="388797" y="309081"/>
                    <a:pt x="401213" y="286416"/>
                    <a:pt x="408795" y="260669"/>
                  </a:cubicBezTo>
                  <a:cubicBezTo>
                    <a:pt x="416295" y="234754"/>
                    <a:pt x="416128" y="208507"/>
                    <a:pt x="412545" y="182009"/>
                  </a:cubicBezTo>
                  <a:lnTo>
                    <a:pt x="412545" y="182009"/>
                  </a:lnTo>
                  <a:close/>
                  <a:moveTo>
                    <a:pt x="380631" y="290499"/>
                  </a:moveTo>
                  <a:cubicBezTo>
                    <a:pt x="357550" y="333579"/>
                    <a:pt x="320303" y="368076"/>
                    <a:pt x="272141" y="380408"/>
                  </a:cubicBezTo>
                  <a:cubicBezTo>
                    <a:pt x="176316" y="404989"/>
                    <a:pt x="50911" y="361660"/>
                    <a:pt x="19747" y="260169"/>
                  </a:cubicBezTo>
                  <a:cubicBezTo>
                    <a:pt x="3915" y="208757"/>
                    <a:pt x="17914" y="145346"/>
                    <a:pt x="48411" y="102267"/>
                  </a:cubicBezTo>
                  <a:cubicBezTo>
                    <a:pt x="82491" y="54187"/>
                    <a:pt x="130904" y="29190"/>
                    <a:pt x="187149" y="15524"/>
                  </a:cubicBezTo>
                  <a:cubicBezTo>
                    <a:pt x="187315" y="15441"/>
                    <a:pt x="187482" y="15441"/>
                    <a:pt x="187565" y="15357"/>
                  </a:cubicBezTo>
                  <a:cubicBezTo>
                    <a:pt x="223729" y="11191"/>
                    <a:pt x="262059" y="16024"/>
                    <a:pt x="292972" y="32856"/>
                  </a:cubicBezTo>
                  <a:cubicBezTo>
                    <a:pt x="334385" y="55520"/>
                    <a:pt x="366382" y="97683"/>
                    <a:pt x="385298" y="140180"/>
                  </a:cubicBezTo>
                  <a:cubicBezTo>
                    <a:pt x="405962" y="187092"/>
                    <a:pt x="404879" y="245337"/>
                    <a:pt x="380631" y="290499"/>
                  </a:cubicBezTo>
                  <a:lnTo>
                    <a:pt x="380631" y="290499"/>
                  </a:lnTo>
                  <a:close/>
                </a:path>
              </a:pathLst>
            </a:custGeom>
            <a:grpFill/>
            <a:ln w="8332" cap="flat">
              <a:noFill/>
              <a:prstDash val="solid"/>
              <a:miter/>
            </a:ln>
          </p:spPr>
          <p:txBody>
            <a:bodyPr rtlCol="0" anchor="ctr"/>
            <a:lstStyle/>
            <a:p>
              <a:endParaRPr lang="en-US"/>
            </a:p>
          </p:txBody>
        </p:sp>
        <p:sp>
          <p:nvSpPr>
            <p:cNvPr id="2273" name="Freeform: Shape 2272"/>
            <p:cNvSpPr/>
            <p:nvPr/>
          </p:nvSpPr>
          <p:spPr>
            <a:xfrm>
              <a:off x="2709929" y="5269337"/>
              <a:ext cx="46300" cy="55259"/>
            </a:xfrm>
            <a:custGeom>
              <a:avLst/>
              <a:gdLst>
                <a:gd name="connsiteX0" fmla="*/ 45761 w 46300"/>
                <a:gd name="connsiteY0" fmla="*/ 37028 h 55259"/>
                <a:gd name="connsiteX1" fmla="*/ 25346 w 46300"/>
                <a:gd name="connsiteY1" fmla="*/ 7114 h 55259"/>
                <a:gd name="connsiteX2" fmla="*/ 10514 w 46300"/>
                <a:gd name="connsiteY2" fmla="*/ 1698 h 55259"/>
                <a:gd name="connsiteX3" fmla="*/ 15 w 46300"/>
                <a:gd name="connsiteY3" fmla="*/ 28446 h 55259"/>
                <a:gd name="connsiteX4" fmla="*/ 12681 w 46300"/>
                <a:gd name="connsiteY4" fmla="*/ 54860 h 55259"/>
                <a:gd name="connsiteX5" fmla="*/ 17013 w 46300"/>
                <a:gd name="connsiteY5" fmla="*/ 50527 h 55259"/>
                <a:gd name="connsiteX6" fmla="*/ 11431 w 46300"/>
                <a:gd name="connsiteY6" fmla="*/ 28446 h 55259"/>
                <a:gd name="connsiteX7" fmla="*/ 13514 w 46300"/>
                <a:gd name="connsiteY7" fmla="*/ 15363 h 55259"/>
                <a:gd name="connsiteX8" fmla="*/ 15014 w 46300"/>
                <a:gd name="connsiteY8" fmla="*/ 10530 h 55259"/>
                <a:gd name="connsiteX9" fmla="*/ 19347 w 46300"/>
                <a:gd name="connsiteY9" fmla="*/ 11947 h 55259"/>
                <a:gd name="connsiteX10" fmla="*/ 29512 w 46300"/>
                <a:gd name="connsiteY10" fmla="*/ 28446 h 55259"/>
                <a:gd name="connsiteX11" fmla="*/ 41011 w 46300"/>
                <a:gd name="connsiteY11" fmla="*/ 41861 h 55259"/>
                <a:gd name="connsiteX12" fmla="*/ 45761 w 46300"/>
                <a:gd name="connsiteY12" fmla="*/ 37028 h 55259"/>
                <a:gd name="connsiteX13" fmla="*/ 45761 w 46300"/>
                <a:gd name="connsiteY13" fmla="*/ 37028 h 55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6300" h="55259">
                  <a:moveTo>
                    <a:pt x="45761" y="37028"/>
                  </a:moveTo>
                  <a:cubicBezTo>
                    <a:pt x="38761" y="27196"/>
                    <a:pt x="32262" y="16947"/>
                    <a:pt x="25346" y="7114"/>
                  </a:cubicBezTo>
                  <a:cubicBezTo>
                    <a:pt x="21846" y="2114"/>
                    <a:pt x="16514" y="-2635"/>
                    <a:pt x="10514" y="1698"/>
                  </a:cubicBezTo>
                  <a:cubicBezTo>
                    <a:pt x="3598" y="6697"/>
                    <a:pt x="182" y="20613"/>
                    <a:pt x="15" y="28446"/>
                  </a:cubicBezTo>
                  <a:cubicBezTo>
                    <a:pt x="-235" y="39611"/>
                    <a:pt x="2598" y="49694"/>
                    <a:pt x="12681" y="54860"/>
                  </a:cubicBezTo>
                  <a:cubicBezTo>
                    <a:pt x="15680" y="56360"/>
                    <a:pt x="18263" y="53360"/>
                    <a:pt x="17013" y="50527"/>
                  </a:cubicBezTo>
                  <a:cubicBezTo>
                    <a:pt x="14014" y="43610"/>
                    <a:pt x="11931" y="36028"/>
                    <a:pt x="11431" y="28446"/>
                  </a:cubicBezTo>
                  <a:cubicBezTo>
                    <a:pt x="11097" y="23946"/>
                    <a:pt x="12264" y="19613"/>
                    <a:pt x="13514" y="15363"/>
                  </a:cubicBezTo>
                  <a:cubicBezTo>
                    <a:pt x="14014" y="13697"/>
                    <a:pt x="14514" y="12114"/>
                    <a:pt x="15014" y="10530"/>
                  </a:cubicBezTo>
                  <a:cubicBezTo>
                    <a:pt x="16930" y="8280"/>
                    <a:pt x="18430" y="8780"/>
                    <a:pt x="19347" y="11947"/>
                  </a:cubicBezTo>
                  <a:cubicBezTo>
                    <a:pt x="23679" y="16030"/>
                    <a:pt x="26263" y="23529"/>
                    <a:pt x="29512" y="28446"/>
                  </a:cubicBezTo>
                  <a:cubicBezTo>
                    <a:pt x="32845" y="33445"/>
                    <a:pt x="36178" y="38195"/>
                    <a:pt x="41011" y="41861"/>
                  </a:cubicBezTo>
                  <a:cubicBezTo>
                    <a:pt x="43761" y="43944"/>
                    <a:pt x="47761" y="39861"/>
                    <a:pt x="45761" y="37028"/>
                  </a:cubicBezTo>
                  <a:lnTo>
                    <a:pt x="45761" y="37028"/>
                  </a:lnTo>
                  <a:close/>
                </a:path>
              </a:pathLst>
            </a:custGeom>
            <a:grpFill/>
            <a:ln w="8332" cap="flat">
              <a:noFill/>
              <a:prstDash val="solid"/>
              <a:miter/>
            </a:ln>
          </p:spPr>
          <p:txBody>
            <a:bodyPr rtlCol="0" anchor="ctr"/>
            <a:lstStyle/>
            <a:p>
              <a:endParaRPr lang="en-US"/>
            </a:p>
          </p:txBody>
        </p:sp>
        <p:sp>
          <p:nvSpPr>
            <p:cNvPr id="2274" name="Freeform: Shape 2273"/>
            <p:cNvSpPr/>
            <p:nvPr/>
          </p:nvSpPr>
          <p:spPr>
            <a:xfrm>
              <a:off x="2609414" y="5211697"/>
              <a:ext cx="249587" cy="237117"/>
            </a:xfrm>
            <a:custGeom>
              <a:avLst/>
              <a:gdLst>
                <a:gd name="connsiteX0" fmla="*/ 248100 w 249587"/>
                <a:gd name="connsiteY0" fmla="*/ 76171 h 237117"/>
                <a:gd name="connsiteX1" fmla="*/ 208604 w 249587"/>
                <a:gd name="connsiteY1" fmla="*/ 64755 h 237117"/>
                <a:gd name="connsiteX2" fmla="*/ 169441 w 249587"/>
                <a:gd name="connsiteY2" fmla="*/ 63422 h 237117"/>
                <a:gd name="connsiteX3" fmla="*/ 178856 w 249587"/>
                <a:gd name="connsiteY3" fmla="*/ 51756 h 237117"/>
                <a:gd name="connsiteX4" fmla="*/ 190939 w 249587"/>
                <a:gd name="connsiteY4" fmla="*/ 31258 h 237117"/>
                <a:gd name="connsiteX5" fmla="*/ 185689 w 249587"/>
                <a:gd name="connsiteY5" fmla="*/ 24425 h 237117"/>
                <a:gd name="connsiteX6" fmla="*/ 165357 w 249587"/>
                <a:gd name="connsiteY6" fmla="*/ 31841 h 237117"/>
                <a:gd name="connsiteX7" fmla="*/ 139943 w 249587"/>
                <a:gd name="connsiteY7" fmla="*/ 48173 h 237117"/>
                <a:gd name="connsiteX8" fmla="*/ 126861 w 249587"/>
                <a:gd name="connsiteY8" fmla="*/ 1094 h 237117"/>
                <a:gd name="connsiteX9" fmla="*/ 121278 w 249587"/>
                <a:gd name="connsiteY9" fmla="*/ 1094 h 237117"/>
                <a:gd name="connsiteX10" fmla="*/ 103280 w 249587"/>
                <a:gd name="connsiteY10" fmla="*/ 41007 h 237117"/>
                <a:gd name="connsiteX11" fmla="*/ 69866 w 249587"/>
                <a:gd name="connsiteY11" fmla="*/ 24675 h 237117"/>
                <a:gd name="connsiteX12" fmla="*/ 64033 w 249587"/>
                <a:gd name="connsiteY12" fmla="*/ 28008 h 237117"/>
                <a:gd name="connsiteX13" fmla="*/ 86698 w 249587"/>
                <a:gd name="connsiteY13" fmla="*/ 65005 h 237117"/>
                <a:gd name="connsiteX14" fmla="*/ 77449 w 249587"/>
                <a:gd name="connsiteY14" fmla="*/ 62922 h 237117"/>
                <a:gd name="connsiteX15" fmla="*/ 53118 w 249587"/>
                <a:gd name="connsiteY15" fmla="*/ 62255 h 237117"/>
                <a:gd name="connsiteX16" fmla="*/ 6039 w 249587"/>
                <a:gd name="connsiteY16" fmla="*/ 55505 h 237117"/>
                <a:gd name="connsiteX17" fmla="*/ 4122 w 249587"/>
                <a:gd name="connsiteY17" fmla="*/ 62671 h 237117"/>
                <a:gd name="connsiteX18" fmla="*/ 33703 w 249587"/>
                <a:gd name="connsiteY18" fmla="*/ 84336 h 237117"/>
                <a:gd name="connsiteX19" fmla="*/ 65283 w 249587"/>
                <a:gd name="connsiteY19" fmla="*/ 92919 h 237117"/>
                <a:gd name="connsiteX20" fmla="*/ 57201 w 249587"/>
                <a:gd name="connsiteY20" fmla="*/ 96668 h 237117"/>
                <a:gd name="connsiteX21" fmla="*/ 31453 w 249587"/>
                <a:gd name="connsiteY21" fmla="*/ 114167 h 237117"/>
                <a:gd name="connsiteX22" fmla="*/ 9205 w 249587"/>
                <a:gd name="connsiteY22" fmla="*/ 138165 h 237117"/>
                <a:gd name="connsiteX23" fmla="*/ 39 w 249587"/>
                <a:gd name="connsiteY23" fmla="*/ 159830 h 237117"/>
                <a:gd name="connsiteX24" fmla="*/ 7455 w 249587"/>
                <a:gd name="connsiteY24" fmla="*/ 164079 h 237117"/>
                <a:gd name="connsiteX25" fmla="*/ 45618 w 249587"/>
                <a:gd name="connsiteY25" fmla="*/ 142664 h 237117"/>
                <a:gd name="connsiteX26" fmla="*/ 77782 w 249587"/>
                <a:gd name="connsiteY26" fmla="*/ 129166 h 237117"/>
                <a:gd name="connsiteX27" fmla="*/ 53368 w 249587"/>
                <a:gd name="connsiteY27" fmla="*/ 171078 h 237117"/>
                <a:gd name="connsiteX28" fmla="*/ 44618 w 249587"/>
                <a:gd name="connsiteY28" fmla="*/ 232906 h 237117"/>
                <a:gd name="connsiteX29" fmla="*/ 76449 w 249587"/>
                <a:gd name="connsiteY29" fmla="*/ 209575 h 237117"/>
                <a:gd name="connsiteX30" fmla="*/ 101530 w 249587"/>
                <a:gd name="connsiteY30" fmla="*/ 168579 h 237117"/>
                <a:gd name="connsiteX31" fmla="*/ 120112 w 249587"/>
                <a:gd name="connsiteY31" fmla="*/ 137582 h 237117"/>
                <a:gd name="connsiteX32" fmla="*/ 119862 w 249587"/>
                <a:gd name="connsiteY32" fmla="*/ 148497 h 237117"/>
                <a:gd name="connsiteX33" fmla="*/ 123945 w 249587"/>
                <a:gd name="connsiteY33" fmla="*/ 168912 h 237117"/>
                <a:gd name="connsiteX34" fmla="*/ 128278 w 249587"/>
                <a:gd name="connsiteY34" fmla="*/ 186660 h 237117"/>
                <a:gd name="connsiteX35" fmla="*/ 145109 w 249587"/>
                <a:gd name="connsiteY35" fmla="*/ 226740 h 237117"/>
                <a:gd name="connsiteX36" fmla="*/ 165357 w 249587"/>
                <a:gd name="connsiteY36" fmla="*/ 199409 h 237117"/>
                <a:gd name="connsiteX37" fmla="*/ 165607 w 249587"/>
                <a:gd name="connsiteY37" fmla="*/ 156996 h 237117"/>
                <a:gd name="connsiteX38" fmla="*/ 159691 w 249587"/>
                <a:gd name="connsiteY38" fmla="*/ 130666 h 237117"/>
                <a:gd name="connsiteX39" fmla="*/ 207604 w 249587"/>
                <a:gd name="connsiteY39" fmla="*/ 151080 h 237117"/>
                <a:gd name="connsiteX40" fmla="*/ 229935 w 249587"/>
                <a:gd name="connsiteY40" fmla="*/ 170745 h 237117"/>
                <a:gd name="connsiteX41" fmla="*/ 237851 w 249587"/>
                <a:gd name="connsiteY41" fmla="*/ 178578 h 237117"/>
                <a:gd name="connsiteX42" fmla="*/ 243934 w 249587"/>
                <a:gd name="connsiteY42" fmla="*/ 172495 h 237117"/>
                <a:gd name="connsiteX43" fmla="*/ 217270 w 249587"/>
                <a:gd name="connsiteY43" fmla="*/ 126583 h 237117"/>
                <a:gd name="connsiteX44" fmla="*/ 197688 w 249587"/>
                <a:gd name="connsiteY44" fmla="*/ 109667 h 237117"/>
                <a:gd name="connsiteX45" fmla="*/ 177523 w 249587"/>
                <a:gd name="connsiteY45" fmla="*/ 100168 h 237117"/>
                <a:gd name="connsiteX46" fmla="*/ 221686 w 249587"/>
                <a:gd name="connsiteY46" fmla="*/ 90586 h 237117"/>
                <a:gd name="connsiteX47" fmla="*/ 248933 w 249587"/>
                <a:gd name="connsiteY47" fmla="*/ 82253 h 237117"/>
                <a:gd name="connsiteX48" fmla="*/ 248100 w 249587"/>
                <a:gd name="connsiteY48" fmla="*/ 76171 h 237117"/>
                <a:gd name="connsiteX49" fmla="*/ 248100 w 249587"/>
                <a:gd name="connsiteY49" fmla="*/ 76171 h 237117"/>
                <a:gd name="connsiteX50" fmla="*/ 215353 w 249587"/>
                <a:gd name="connsiteY50" fmla="*/ 81753 h 237117"/>
                <a:gd name="connsiteX51" fmla="*/ 192355 w 249587"/>
                <a:gd name="connsiteY51" fmla="*/ 85669 h 237117"/>
                <a:gd name="connsiteX52" fmla="*/ 166107 w 249587"/>
                <a:gd name="connsiteY52" fmla="*/ 96335 h 237117"/>
                <a:gd name="connsiteX53" fmla="*/ 165357 w 249587"/>
                <a:gd name="connsiteY53" fmla="*/ 102418 h 237117"/>
                <a:gd name="connsiteX54" fmla="*/ 173024 w 249587"/>
                <a:gd name="connsiteY54" fmla="*/ 108418 h 237117"/>
                <a:gd name="connsiteX55" fmla="*/ 201104 w 249587"/>
                <a:gd name="connsiteY55" fmla="*/ 125583 h 237117"/>
                <a:gd name="connsiteX56" fmla="*/ 224602 w 249587"/>
                <a:gd name="connsiteY56" fmla="*/ 151580 h 237117"/>
                <a:gd name="connsiteX57" fmla="*/ 207937 w 249587"/>
                <a:gd name="connsiteY57" fmla="*/ 140581 h 237117"/>
                <a:gd name="connsiteX58" fmla="*/ 154942 w 249587"/>
                <a:gd name="connsiteY58" fmla="*/ 120417 h 237117"/>
                <a:gd name="connsiteX59" fmla="*/ 149192 w 249587"/>
                <a:gd name="connsiteY59" fmla="*/ 126166 h 237117"/>
                <a:gd name="connsiteX60" fmla="*/ 155192 w 249587"/>
                <a:gd name="connsiteY60" fmla="*/ 149830 h 237117"/>
                <a:gd name="connsiteX61" fmla="*/ 156858 w 249587"/>
                <a:gd name="connsiteY61" fmla="*/ 184411 h 237117"/>
                <a:gd name="connsiteX62" fmla="*/ 153942 w 249587"/>
                <a:gd name="connsiteY62" fmla="*/ 208742 h 237117"/>
                <a:gd name="connsiteX63" fmla="*/ 152775 w 249587"/>
                <a:gd name="connsiteY63" fmla="*/ 214491 h 237117"/>
                <a:gd name="connsiteX64" fmla="*/ 150026 w 249587"/>
                <a:gd name="connsiteY64" fmla="*/ 217741 h 237117"/>
                <a:gd name="connsiteX65" fmla="*/ 142860 w 249587"/>
                <a:gd name="connsiteY65" fmla="*/ 202326 h 237117"/>
                <a:gd name="connsiteX66" fmla="*/ 134610 w 249587"/>
                <a:gd name="connsiteY66" fmla="*/ 173912 h 237117"/>
                <a:gd name="connsiteX67" fmla="*/ 128444 w 249587"/>
                <a:gd name="connsiteY67" fmla="*/ 145997 h 237117"/>
                <a:gd name="connsiteX68" fmla="*/ 126611 w 249587"/>
                <a:gd name="connsiteY68" fmla="*/ 126499 h 237117"/>
                <a:gd name="connsiteX69" fmla="*/ 120278 w 249587"/>
                <a:gd name="connsiteY69" fmla="*/ 124833 h 237117"/>
                <a:gd name="connsiteX70" fmla="*/ 94531 w 249587"/>
                <a:gd name="connsiteY70" fmla="*/ 161163 h 237117"/>
                <a:gd name="connsiteX71" fmla="*/ 56701 w 249587"/>
                <a:gd name="connsiteY71" fmla="*/ 218991 h 237117"/>
                <a:gd name="connsiteX72" fmla="*/ 53784 w 249587"/>
                <a:gd name="connsiteY72" fmla="*/ 221907 h 237117"/>
                <a:gd name="connsiteX73" fmla="*/ 55451 w 249587"/>
                <a:gd name="connsiteY73" fmla="*/ 204576 h 237117"/>
                <a:gd name="connsiteX74" fmla="*/ 63867 w 249587"/>
                <a:gd name="connsiteY74" fmla="*/ 175495 h 237117"/>
                <a:gd name="connsiteX75" fmla="*/ 98114 w 249587"/>
                <a:gd name="connsiteY75" fmla="*/ 122916 h 237117"/>
                <a:gd name="connsiteX76" fmla="*/ 94614 w 249587"/>
                <a:gd name="connsiteY76" fmla="*/ 114584 h 237117"/>
                <a:gd name="connsiteX77" fmla="*/ 46118 w 249587"/>
                <a:gd name="connsiteY77" fmla="*/ 132832 h 237117"/>
                <a:gd name="connsiteX78" fmla="*/ 13038 w 249587"/>
                <a:gd name="connsiteY78" fmla="*/ 150330 h 237117"/>
                <a:gd name="connsiteX79" fmla="*/ 24703 w 249587"/>
                <a:gd name="connsiteY79" fmla="*/ 135082 h 237117"/>
                <a:gd name="connsiteX80" fmla="*/ 50285 w 249587"/>
                <a:gd name="connsiteY80" fmla="*/ 112667 h 237117"/>
                <a:gd name="connsiteX81" fmla="*/ 76032 w 249587"/>
                <a:gd name="connsiteY81" fmla="*/ 100502 h 237117"/>
                <a:gd name="connsiteX82" fmla="*/ 88864 w 249587"/>
                <a:gd name="connsiteY82" fmla="*/ 94419 h 237117"/>
                <a:gd name="connsiteX83" fmla="*/ 85781 w 249587"/>
                <a:gd name="connsiteY83" fmla="*/ 86919 h 237117"/>
                <a:gd name="connsiteX84" fmla="*/ 39952 w 249587"/>
                <a:gd name="connsiteY84" fmla="*/ 79003 h 237117"/>
                <a:gd name="connsiteX85" fmla="*/ 18121 w 249587"/>
                <a:gd name="connsiteY85" fmla="*/ 64588 h 237117"/>
                <a:gd name="connsiteX86" fmla="*/ 88698 w 249587"/>
                <a:gd name="connsiteY86" fmla="*/ 69921 h 237117"/>
                <a:gd name="connsiteX87" fmla="*/ 92031 w 249587"/>
                <a:gd name="connsiteY87" fmla="*/ 71254 h 237117"/>
                <a:gd name="connsiteX88" fmla="*/ 93447 w 249587"/>
                <a:gd name="connsiteY88" fmla="*/ 71087 h 237117"/>
                <a:gd name="connsiteX89" fmla="*/ 97197 w 249587"/>
                <a:gd name="connsiteY89" fmla="*/ 64588 h 237117"/>
                <a:gd name="connsiteX90" fmla="*/ 84865 w 249587"/>
                <a:gd name="connsiteY90" fmla="*/ 50090 h 237117"/>
                <a:gd name="connsiteX91" fmla="*/ 74616 w 249587"/>
                <a:gd name="connsiteY91" fmla="*/ 36674 h 237117"/>
                <a:gd name="connsiteX92" fmla="*/ 103530 w 249587"/>
                <a:gd name="connsiteY92" fmla="*/ 53422 h 237117"/>
                <a:gd name="connsiteX93" fmla="*/ 111113 w 249587"/>
                <a:gd name="connsiteY93" fmla="*/ 50339 h 237117"/>
                <a:gd name="connsiteX94" fmla="*/ 117445 w 249587"/>
                <a:gd name="connsiteY94" fmla="*/ 29341 h 237117"/>
                <a:gd name="connsiteX95" fmla="*/ 119695 w 249587"/>
                <a:gd name="connsiteY95" fmla="*/ 20926 h 237117"/>
                <a:gd name="connsiteX96" fmla="*/ 125111 w 249587"/>
                <a:gd name="connsiteY96" fmla="*/ 12593 h 237117"/>
                <a:gd name="connsiteX97" fmla="*/ 129361 w 249587"/>
                <a:gd name="connsiteY97" fmla="*/ 31841 h 237117"/>
                <a:gd name="connsiteX98" fmla="*/ 129861 w 249587"/>
                <a:gd name="connsiteY98" fmla="*/ 56172 h 237117"/>
                <a:gd name="connsiteX99" fmla="*/ 136110 w 249587"/>
                <a:gd name="connsiteY99" fmla="*/ 60922 h 237117"/>
                <a:gd name="connsiteX100" fmla="*/ 158358 w 249587"/>
                <a:gd name="connsiteY100" fmla="*/ 47756 h 237117"/>
                <a:gd name="connsiteX101" fmla="*/ 174857 w 249587"/>
                <a:gd name="connsiteY101" fmla="*/ 37924 h 237117"/>
                <a:gd name="connsiteX102" fmla="*/ 155525 w 249587"/>
                <a:gd name="connsiteY102" fmla="*/ 68921 h 237117"/>
                <a:gd name="connsiteX103" fmla="*/ 161108 w 249587"/>
                <a:gd name="connsiteY103" fmla="*/ 74504 h 237117"/>
                <a:gd name="connsiteX104" fmla="*/ 199438 w 249587"/>
                <a:gd name="connsiteY104" fmla="*/ 74921 h 237117"/>
                <a:gd name="connsiteX105" fmla="*/ 220519 w 249587"/>
                <a:gd name="connsiteY105" fmla="*/ 78087 h 237117"/>
                <a:gd name="connsiteX106" fmla="*/ 232685 w 249587"/>
                <a:gd name="connsiteY106" fmla="*/ 80003 h 237117"/>
                <a:gd name="connsiteX107" fmla="*/ 215353 w 249587"/>
                <a:gd name="connsiteY107" fmla="*/ 81753 h 237117"/>
                <a:gd name="connsiteX108" fmla="*/ 215353 w 249587"/>
                <a:gd name="connsiteY108" fmla="*/ 81753 h 237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249587" h="237117">
                  <a:moveTo>
                    <a:pt x="248100" y="76171"/>
                  </a:moveTo>
                  <a:cubicBezTo>
                    <a:pt x="239601" y="67171"/>
                    <a:pt x="220269" y="66338"/>
                    <a:pt x="208604" y="64755"/>
                  </a:cubicBezTo>
                  <a:cubicBezTo>
                    <a:pt x="195355" y="63005"/>
                    <a:pt x="182523" y="63422"/>
                    <a:pt x="169441" y="63422"/>
                  </a:cubicBezTo>
                  <a:cubicBezTo>
                    <a:pt x="172357" y="59255"/>
                    <a:pt x="176940" y="54672"/>
                    <a:pt x="178856" y="51756"/>
                  </a:cubicBezTo>
                  <a:cubicBezTo>
                    <a:pt x="183273" y="45006"/>
                    <a:pt x="188022" y="38840"/>
                    <a:pt x="190939" y="31258"/>
                  </a:cubicBezTo>
                  <a:cubicBezTo>
                    <a:pt x="192355" y="27592"/>
                    <a:pt x="188855" y="24758"/>
                    <a:pt x="185689" y="24425"/>
                  </a:cubicBezTo>
                  <a:cubicBezTo>
                    <a:pt x="178940" y="23675"/>
                    <a:pt x="171107" y="28841"/>
                    <a:pt x="165357" y="31841"/>
                  </a:cubicBezTo>
                  <a:cubicBezTo>
                    <a:pt x="156692" y="36424"/>
                    <a:pt x="148609" y="43257"/>
                    <a:pt x="139943" y="48173"/>
                  </a:cubicBezTo>
                  <a:cubicBezTo>
                    <a:pt x="140193" y="32008"/>
                    <a:pt x="138860" y="11093"/>
                    <a:pt x="126861" y="1094"/>
                  </a:cubicBezTo>
                  <a:cubicBezTo>
                    <a:pt x="125028" y="-406"/>
                    <a:pt x="123028" y="-323"/>
                    <a:pt x="121278" y="1094"/>
                  </a:cubicBezTo>
                  <a:cubicBezTo>
                    <a:pt x="111196" y="9010"/>
                    <a:pt x="107279" y="27508"/>
                    <a:pt x="103280" y="41007"/>
                  </a:cubicBezTo>
                  <a:cubicBezTo>
                    <a:pt x="92781" y="34258"/>
                    <a:pt x="82115" y="27925"/>
                    <a:pt x="69866" y="24675"/>
                  </a:cubicBezTo>
                  <a:cubicBezTo>
                    <a:pt x="67533" y="24092"/>
                    <a:pt x="64533" y="25425"/>
                    <a:pt x="64033" y="28008"/>
                  </a:cubicBezTo>
                  <a:cubicBezTo>
                    <a:pt x="61367" y="41340"/>
                    <a:pt x="77782" y="54422"/>
                    <a:pt x="86698" y="65005"/>
                  </a:cubicBezTo>
                  <a:cubicBezTo>
                    <a:pt x="83615" y="64255"/>
                    <a:pt x="80615" y="63422"/>
                    <a:pt x="77449" y="62922"/>
                  </a:cubicBezTo>
                  <a:cubicBezTo>
                    <a:pt x="69450" y="61505"/>
                    <a:pt x="61200" y="62755"/>
                    <a:pt x="53118" y="62255"/>
                  </a:cubicBezTo>
                  <a:cubicBezTo>
                    <a:pt x="37369" y="61255"/>
                    <a:pt x="21787" y="57089"/>
                    <a:pt x="6039" y="55505"/>
                  </a:cubicBezTo>
                  <a:cubicBezTo>
                    <a:pt x="1956" y="55089"/>
                    <a:pt x="1206" y="60755"/>
                    <a:pt x="4122" y="62671"/>
                  </a:cubicBezTo>
                  <a:cubicBezTo>
                    <a:pt x="14455" y="69421"/>
                    <a:pt x="22287" y="79170"/>
                    <a:pt x="33703" y="84336"/>
                  </a:cubicBezTo>
                  <a:cubicBezTo>
                    <a:pt x="43785" y="88919"/>
                    <a:pt x="54534" y="90919"/>
                    <a:pt x="65283" y="92919"/>
                  </a:cubicBezTo>
                  <a:cubicBezTo>
                    <a:pt x="62533" y="94085"/>
                    <a:pt x="59784" y="95335"/>
                    <a:pt x="57201" y="96668"/>
                  </a:cubicBezTo>
                  <a:cubicBezTo>
                    <a:pt x="48035" y="101418"/>
                    <a:pt x="39119" y="107251"/>
                    <a:pt x="31453" y="114167"/>
                  </a:cubicBezTo>
                  <a:cubicBezTo>
                    <a:pt x="23537" y="121250"/>
                    <a:pt x="14954" y="129166"/>
                    <a:pt x="9205" y="138165"/>
                  </a:cubicBezTo>
                  <a:cubicBezTo>
                    <a:pt x="5539" y="143914"/>
                    <a:pt x="-544" y="152747"/>
                    <a:pt x="39" y="159830"/>
                  </a:cubicBezTo>
                  <a:cubicBezTo>
                    <a:pt x="372" y="163663"/>
                    <a:pt x="3955" y="165746"/>
                    <a:pt x="7455" y="164079"/>
                  </a:cubicBezTo>
                  <a:cubicBezTo>
                    <a:pt x="20537" y="157746"/>
                    <a:pt x="32453" y="149164"/>
                    <a:pt x="45618" y="142664"/>
                  </a:cubicBezTo>
                  <a:cubicBezTo>
                    <a:pt x="56117" y="137498"/>
                    <a:pt x="66783" y="132916"/>
                    <a:pt x="77782" y="129166"/>
                  </a:cubicBezTo>
                  <a:cubicBezTo>
                    <a:pt x="67200" y="141248"/>
                    <a:pt x="59700" y="155996"/>
                    <a:pt x="53368" y="171078"/>
                  </a:cubicBezTo>
                  <a:cubicBezTo>
                    <a:pt x="47285" y="185577"/>
                    <a:pt x="33036" y="218074"/>
                    <a:pt x="44618" y="232906"/>
                  </a:cubicBezTo>
                  <a:cubicBezTo>
                    <a:pt x="56617" y="248405"/>
                    <a:pt x="72283" y="216658"/>
                    <a:pt x="76449" y="209575"/>
                  </a:cubicBezTo>
                  <a:cubicBezTo>
                    <a:pt x="84698" y="195826"/>
                    <a:pt x="93114" y="182244"/>
                    <a:pt x="101530" y="168579"/>
                  </a:cubicBezTo>
                  <a:cubicBezTo>
                    <a:pt x="107113" y="159496"/>
                    <a:pt x="112696" y="146664"/>
                    <a:pt x="120112" y="137582"/>
                  </a:cubicBezTo>
                  <a:cubicBezTo>
                    <a:pt x="120195" y="141331"/>
                    <a:pt x="119528" y="145497"/>
                    <a:pt x="119862" y="148497"/>
                  </a:cubicBezTo>
                  <a:cubicBezTo>
                    <a:pt x="120612" y="155413"/>
                    <a:pt x="122278" y="162162"/>
                    <a:pt x="123945" y="168912"/>
                  </a:cubicBezTo>
                  <a:cubicBezTo>
                    <a:pt x="125361" y="174828"/>
                    <a:pt x="126778" y="180744"/>
                    <a:pt x="128278" y="186660"/>
                  </a:cubicBezTo>
                  <a:cubicBezTo>
                    <a:pt x="131361" y="198493"/>
                    <a:pt x="134777" y="218658"/>
                    <a:pt x="145109" y="226740"/>
                  </a:cubicBezTo>
                  <a:cubicBezTo>
                    <a:pt x="160858" y="239073"/>
                    <a:pt x="164274" y="207742"/>
                    <a:pt x="165357" y="199409"/>
                  </a:cubicBezTo>
                  <a:cubicBezTo>
                    <a:pt x="167274" y="185244"/>
                    <a:pt x="166774" y="171162"/>
                    <a:pt x="165607" y="156996"/>
                  </a:cubicBezTo>
                  <a:cubicBezTo>
                    <a:pt x="164858" y="147747"/>
                    <a:pt x="161775" y="139331"/>
                    <a:pt x="159691" y="130666"/>
                  </a:cubicBezTo>
                  <a:cubicBezTo>
                    <a:pt x="176273" y="134665"/>
                    <a:pt x="193355" y="142498"/>
                    <a:pt x="207604" y="151080"/>
                  </a:cubicBezTo>
                  <a:cubicBezTo>
                    <a:pt x="215936" y="156080"/>
                    <a:pt x="224269" y="162662"/>
                    <a:pt x="229935" y="170745"/>
                  </a:cubicBezTo>
                  <a:cubicBezTo>
                    <a:pt x="232518" y="174412"/>
                    <a:pt x="233101" y="177828"/>
                    <a:pt x="237851" y="178578"/>
                  </a:cubicBezTo>
                  <a:cubicBezTo>
                    <a:pt x="241767" y="179161"/>
                    <a:pt x="244517" y="176495"/>
                    <a:pt x="243934" y="172495"/>
                  </a:cubicBezTo>
                  <a:cubicBezTo>
                    <a:pt x="241101" y="154913"/>
                    <a:pt x="229352" y="139082"/>
                    <a:pt x="217270" y="126583"/>
                  </a:cubicBezTo>
                  <a:cubicBezTo>
                    <a:pt x="211270" y="120417"/>
                    <a:pt x="204771" y="114500"/>
                    <a:pt x="197688" y="109667"/>
                  </a:cubicBezTo>
                  <a:cubicBezTo>
                    <a:pt x="193105" y="106501"/>
                    <a:pt x="183273" y="103918"/>
                    <a:pt x="177523" y="100168"/>
                  </a:cubicBezTo>
                  <a:cubicBezTo>
                    <a:pt x="189855" y="93086"/>
                    <a:pt x="208937" y="92252"/>
                    <a:pt x="221686" y="90586"/>
                  </a:cubicBezTo>
                  <a:cubicBezTo>
                    <a:pt x="230352" y="89419"/>
                    <a:pt x="244517" y="90836"/>
                    <a:pt x="248933" y="82253"/>
                  </a:cubicBezTo>
                  <a:cubicBezTo>
                    <a:pt x="250017" y="80337"/>
                    <a:pt x="249767" y="77920"/>
                    <a:pt x="248100" y="76171"/>
                  </a:cubicBezTo>
                  <a:lnTo>
                    <a:pt x="248100" y="76171"/>
                  </a:lnTo>
                  <a:close/>
                  <a:moveTo>
                    <a:pt x="215353" y="81753"/>
                  </a:moveTo>
                  <a:cubicBezTo>
                    <a:pt x="207604" y="82837"/>
                    <a:pt x="200021" y="84003"/>
                    <a:pt x="192355" y="85669"/>
                  </a:cubicBezTo>
                  <a:cubicBezTo>
                    <a:pt x="182773" y="87753"/>
                    <a:pt x="173773" y="90002"/>
                    <a:pt x="166107" y="96335"/>
                  </a:cubicBezTo>
                  <a:cubicBezTo>
                    <a:pt x="164524" y="97668"/>
                    <a:pt x="164191" y="100751"/>
                    <a:pt x="165357" y="102418"/>
                  </a:cubicBezTo>
                  <a:cubicBezTo>
                    <a:pt x="167607" y="105668"/>
                    <a:pt x="169607" y="106668"/>
                    <a:pt x="173024" y="108418"/>
                  </a:cubicBezTo>
                  <a:cubicBezTo>
                    <a:pt x="183023" y="113667"/>
                    <a:pt x="192355" y="118083"/>
                    <a:pt x="201104" y="125583"/>
                  </a:cubicBezTo>
                  <a:cubicBezTo>
                    <a:pt x="209603" y="132832"/>
                    <a:pt x="218186" y="141665"/>
                    <a:pt x="224602" y="151580"/>
                  </a:cubicBezTo>
                  <a:cubicBezTo>
                    <a:pt x="219436" y="147331"/>
                    <a:pt x="213770" y="143748"/>
                    <a:pt x="207937" y="140581"/>
                  </a:cubicBezTo>
                  <a:cubicBezTo>
                    <a:pt x="191855" y="131999"/>
                    <a:pt x="173024" y="123500"/>
                    <a:pt x="154942" y="120417"/>
                  </a:cubicBezTo>
                  <a:cubicBezTo>
                    <a:pt x="151109" y="119750"/>
                    <a:pt x="148692" y="122500"/>
                    <a:pt x="149192" y="126166"/>
                  </a:cubicBezTo>
                  <a:cubicBezTo>
                    <a:pt x="150276" y="134082"/>
                    <a:pt x="154025" y="141665"/>
                    <a:pt x="155192" y="149830"/>
                  </a:cubicBezTo>
                  <a:cubicBezTo>
                    <a:pt x="156775" y="161080"/>
                    <a:pt x="157275" y="172995"/>
                    <a:pt x="156858" y="184411"/>
                  </a:cubicBezTo>
                  <a:cubicBezTo>
                    <a:pt x="156608" y="192577"/>
                    <a:pt x="155442" y="200659"/>
                    <a:pt x="153942" y="208742"/>
                  </a:cubicBezTo>
                  <a:lnTo>
                    <a:pt x="152775" y="214491"/>
                  </a:lnTo>
                  <a:cubicBezTo>
                    <a:pt x="152942" y="219991"/>
                    <a:pt x="152026" y="221074"/>
                    <a:pt x="150026" y="217741"/>
                  </a:cubicBezTo>
                  <a:cubicBezTo>
                    <a:pt x="146526" y="215741"/>
                    <a:pt x="144193" y="205826"/>
                    <a:pt x="142860" y="202326"/>
                  </a:cubicBezTo>
                  <a:cubicBezTo>
                    <a:pt x="139527" y="193077"/>
                    <a:pt x="137027" y="183494"/>
                    <a:pt x="134610" y="173912"/>
                  </a:cubicBezTo>
                  <a:cubicBezTo>
                    <a:pt x="132277" y="164829"/>
                    <a:pt x="129111" y="155496"/>
                    <a:pt x="128444" y="145997"/>
                  </a:cubicBezTo>
                  <a:cubicBezTo>
                    <a:pt x="127944" y="139082"/>
                    <a:pt x="130444" y="132665"/>
                    <a:pt x="126611" y="126499"/>
                  </a:cubicBezTo>
                  <a:cubicBezTo>
                    <a:pt x="125361" y="124583"/>
                    <a:pt x="122361" y="123333"/>
                    <a:pt x="120278" y="124833"/>
                  </a:cubicBezTo>
                  <a:cubicBezTo>
                    <a:pt x="108946" y="133249"/>
                    <a:pt x="102030" y="149497"/>
                    <a:pt x="94531" y="161163"/>
                  </a:cubicBezTo>
                  <a:cubicBezTo>
                    <a:pt x="82365" y="180245"/>
                    <a:pt x="67283" y="199076"/>
                    <a:pt x="56701" y="218991"/>
                  </a:cubicBezTo>
                  <a:cubicBezTo>
                    <a:pt x="54534" y="223074"/>
                    <a:pt x="56284" y="227574"/>
                    <a:pt x="53784" y="221907"/>
                  </a:cubicBezTo>
                  <a:cubicBezTo>
                    <a:pt x="51618" y="216908"/>
                    <a:pt x="54451" y="209825"/>
                    <a:pt x="55451" y="204576"/>
                  </a:cubicBezTo>
                  <a:cubicBezTo>
                    <a:pt x="57451" y="194743"/>
                    <a:pt x="60284" y="184911"/>
                    <a:pt x="63867" y="175495"/>
                  </a:cubicBezTo>
                  <a:cubicBezTo>
                    <a:pt x="71283" y="156163"/>
                    <a:pt x="81365" y="135748"/>
                    <a:pt x="98114" y="122916"/>
                  </a:cubicBezTo>
                  <a:cubicBezTo>
                    <a:pt x="101863" y="120083"/>
                    <a:pt x="99947" y="112917"/>
                    <a:pt x="94614" y="114584"/>
                  </a:cubicBezTo>
                  <a:cubicBezTo>
                    <a:pt x="77949" y="119750"/>
                    <a:pt x="61950" y="125499"/>
                    <a:pt x="46118" y="132832"/>
                  </a:cubicBezTo>
                  <a:cubicBezTo>
                    <a:pt x="34786" y="138082"/>
                    <a:pt x="24037" y="144497"/>
                    <a:pt x="13038" y="150330"/>
                  </a:cubicBezTo>
                  <a:cubicBezTo>
                    <a:pt x="16538" y="144248"/>
                    <a:pt x="22120" y="137831"/>
                    <a:pt x="24703" y="135082"/>
                  </a:cubicBezTo>
                  <a:cubicBezTo>
                    <a:pt x="32536" y="126749"/>
                    <a:pt x="40619" y="118916"/>
                    <a:pt x="50285" y="112667"/>
                  </a:cubicBezTo>
                  <a:cubicBezTo>
                    <a:pt x="58284" y="107501"/>
                    <a:pt x="66783" y="102668"/>
                    <a:pt x="76032" y="100502"/>
                  </a:cubicBezTo>
                  <a:cubicBezTo>
                    <a:pt x="81532" y="99252"/>
                    <a:pt x="85281" y="99168"/>
                    <a:pt x="88864" y="94419"/>
                  </a:cubicBezTo>
                  <a:cubicBezTo>
                    <a:pt x="90781" y="91835"/>
                    <a:pt x="88781" y="87503"/>
                    <a:pt x="85781" y="86919"/>
                  </a:cubicBezTo>
                  <a:cubicBezTo>
                    <a:pt x="70616" y="83836"/>
                    <a:pt x="54701" y="84003"/>
                    <a:pt x="39952" y="79003"/>
                  </a:cubicBezTo>
                  <a:cubicBezTo>
                    <a:pt x="30536" y="75837"/>
                    <a:pt x="24453" y="70338"/>
                    <a:pt x="18121" y="64588"/>
                  </a:cubicBezTo>
                  <a:cubicBezTo>
                    <a:pt x="41535" y="67671"/>
                    <a:pt x="65033" y="72004"/>
                    <a:pt x="88698" y="69921"/>
                  </a:cubicBezTo>
                  <a:cubicBezTo>
                    <a:pt x="89364" y="70838"/>
                    <a:pt x="90448" y="71421"/>
                    <a:pt x="92031" y="71254"/>
                  </a:cubicBezTo>
                  <a:cubicBezTo>
                    <a:pt x="92531" y="71171"/>
                    <a:pt x="92947" y="71171"/>
                    <a:pt x="93447" y="71087"/>
                  </a:cubicBezTo>
                  <a:cubicBezTo>
                    <a:pt x="96447" y="70838"/>
                    <a:pt x="99197" y="67504"/>
                    <a:pt x="97197" y="64588"/>
                  </a:cubicBezTo>
                  <a:cubicBezTo>
                    <a:pt x="93614" y="59422"/>
                    <a:pt x="88781" y="55089"/>
                    <a:pt x="84865" y="50090"/>
                  </a:cubicBezTo>
                  <a:cubicBezTo>
                    <a:pt x="82865" y="47507"/>
                    <a:pt x="77365" y="41757"/>
                    <a:pt x="74616" y="36674"/>
                  </a:cubicBezTo>
                  <a:cubicBezTo>
                    <a:pt x="84865" y="41174"/>
                    <a:pt x="94114" y="47423"/>
                    <a:pt x="103530" y="53422"/>
                  </a:cubicBezTo>
                  <a:cubicBezTo>
                    <a:pt x="106446" y="55256"/>
                    <a:pt x="110112" y="53422"/>
                    <a:pt x="111113" y="50339"/>
                  </a:cubicBezTo>
                  <a:cubicBezTo>
                    <a:pt x="113362" y="43340"/>
                    <a:pt x="115529" y="36341"/>
                    <a:pt x="117445" y="29341"/>
                  </a:cubicBezTo>
                  <a:cubicBezTo>
                    <a:pt x="118195" y="26508"/>
                    <a:pt x="118862" y="23675"/>
                    <a:pt x="119695" y="20926"/>
                  </a:cubicBezTo>
                  <a:cubicBezTo>
                    <a:pt x="120862" y="17009"/>
                    <a:pt x="120528" y="9010"/>
                    <a:pt x="125111" y="12593"/>
                  </a:cubicBezTo>
                  <a:cubicBezTo>
                    <a:pt x="129777" y="16176"/>
                    <a:pt x="128778" y="26425"/>
                    <a:pt x="129361" y="31841"/>
                  </a:cubicBezTo>
                  <a:cubicBezTo>
                    <a:pt x="130277" y="40257"/>
                    <a:pt x="130361" y="47756"/>
                    <a:pt x="129861" y="56172"/>
                  </a:cubicBezTo>
                  <a:cubicBezTo>
                    <a:pt x="129694" y="59172"/>
                    <a:pt x="133194" y="62089"/>
                    <a:pt x="136110" y="60922"/>
                  </a:cubicBezTo>
                  <a:cubicBezTo>
                    <a:pt x="144193" y="57755"/>
                    <a:pt x="150942" y="52173"/>
                    <a:pt x="158358" y="47756"/>
                  </a:cubicBezTo>
                  <a:cubicBezTo>
                    <a:pt x="162358" y="45340"/>
                    <a:pt x="168691" y="40840"/>
                    <a:pt x="174857" y="37924"/>
                  </a:cubicBezTo>
                  <a:cubicBezTo>
                    <a:pt x="167441" y="48089"/>
                    <a:pt x="156858" y="57339"/>
                    <a:pt x="155525" y="68921"/>
                  </a:cubicBezTo>
                  <a:cubicBezTo>
                    <a:pt x="155192" y="72004"/>
                    <a:pt x="158358" y="74504"/>
                    <a:pt x="161108" y="74504"/>
                  </a:cubicBezTo>
                  <a:cubicBezTo>
                    <a:pt x="174023" y="74754"/>
                    <a:pt x="186522" y="73588"/>
                    <a:pt x="199438" y="74921"/>
                  </a:cubicBezTo>
                  <a:cubicBezTo>
                    <a:pt x="206520" y="75671"/>
                    <a:pt x="213520" y="76671"/>
                    <a:pt x="220519" y="78087"/>
                  </a:cubicBezTo>
                  <a:cubicBezTo>
                    <a:pt x="223352" y="78670"/>
                    <a:pt x="228269" y="79087"/>
                    <a:pt x="232685" y="80003"/>
                  </a:cubicBezTo>
                  <a:cubicBezTo>
                    <a:pt x="226269" y="81253"/>
                    <a:pt x="217520" y="81503"/>
                    <a:pt x="215353" y="81753"/>
                  </a:cubicBezTo>
                  <a:lnTo>
                    <a:pt x="215353" y="81753"/>
                  </a:lnTo>
                  <a:close/>
                </a:path>
              </a:pathLst>
            </a:custGeom>
            <a:grpFill/>
            <a:ln w="8332" cap="flat">
              <a:noFill/>
              <a:prstDash val="solid"/>
              <a:miter/>
            </a:ln>
          </p:spPr>
          <p:txBody>
            <a:bodyPr rtlCol="0" anchor="ctr"/>
            <a:lstStyle/>
            <a:p>
              <a:endParaRPr lang="en-US"/>
            </a:p>
          </p:txBody>
        </p:sp>
        <p:sp>
          <p:nvSpPr>
            <p:cNvPr id="2275" name="Freeform: Shape 2274"/>
            <p:cNvSpPr/>
            <p:nvPr/>
          </p:nvSpPr>
          <p:spPr>
            <a:xfrm>
              <a:off x="530141" y="6749793"/>
              <a:ext cx="414962" cy="401130"/>
            </a:xfrm>
            <a:custGeom>
              <a:avLst/>
              <a:gdLst>
                <a:gd name="connsiteX0" fmla="*/ 412545 w 414962"/>
                <a:gd name="connsiteY0" fmla="*/ 182009 h 401130"/>
                <a:gd name="connsiteX1" fmla="*/ 330886 w 414962"/>
                <a:gd name="connsiteY1" fmla="*/ 40939 h 401130"/>
                <a:gd name="connsiteX2" fmla="*/ 181649 w 414962"/>
                <a:gd name="connsiteY2" fmla="*/ 2109 h 401130"/>
                <a:gd name="connsiteX3" fmla="*/ 97823 w 414962"/>
                <a:gd name="connsiteY3" fmla="*/ 34106 h 401130"/>
                <a:gd name="connsiteX4" fmla="*/ 40162 w 414962"/>
                <a:gd name="connsiteY4" fmla="*/ 87685 h 401130"/>
                <a:gd name="connsiteX5" fmla="*/ 5332 w 414962"/>
                <a:gd name="connsiteY5" fmla="*/ 255836 h 401130"/>
                <a:gd name="connsiteX6" fmla="*/ 239727 w 414962"/>
                <a:gd name="connsiteY6" fmla="*/ 400240 h 401130"/>
                <a:gd name="connsiteX7" fmla="*/ 372299 w 414962"/>
                <a:gd name="connsiteY7" fmla="*/ 330329 h 401130"/>
                <a:gd name="connsiteX8" fmla="*/ 408795 w 414962"/>
                <a:gd name="connsiteY8" fmla="*/ 260669 h 401130"/>
                <a:gd name="connsiteX9" fmla="*/ 412545 w 414962"/>
                <a:gd name="connsiteY9" fmla="*/ 182009 h 401130"/>
                <a:gd name="connsiteX10" fmla="*/ 412545 w 414962"/>
                <a:gd name="connsiteY10" fmla="*/ 182009 h 401130"/>
                <a:gd name="connsiteX11" fmla="*/ 380631 w 414962"/>
                <a:gd name="connsiteY11" fmla="*/ 290416 h 401130"/>
                <a:gd name="connsiteX12" fmla="*/ 272141 w 414962"/>
                <a:gd name="connsiteY12" fmla="*/ 380325 h 401130"/>
                <a:gd name="connsiteX13" fmla="*/ 19747 w 414962"/>
                <a:gd name="connsiteY13" fmla="*/ 260086 h 401130"/>
                <a:gd name="connsiteX14" fmla="*/ 48411 w 414962"/>
                <a:gd name="connsiteY14" fmla="*/ 102183 h 401130"/>
                <a:gd name="connsiteX15" fmla="*/ 187149 w 414962"/>
                <a:gd name="connsiteY15" fmla="*/ 15441 h 401130"/>
                <a:gd name="connsiteX16" fmla="*/ 187565 w 414962"/>
                <a:gd name="connsiteY16" fmla="*/ 15274 h 401130"/>
                <a:gd name="connsiteX17" fmla="*/ 292973 w 414962"/>
                <a:gd name="connsiteY17" fmla="*/ 32773 h 401130"/>
                <a:gd name="connsiteX18" fmla="*/ 385298 w 414962"/>
                <a:gd name="connsiteY18" fmla="*/ 140096 h 401130"/>
                <a:gd name="connsiteX19" fmla="*/ 380631 w 414962"/>
                <a:gd name="connsiteY19" fmla="*/ 290416 h 401130"/>
                <a:gd name="connsiteX20" fmla="*/ 380631 w 414962"/>
                <a:gd name="connsiteY20" fmla="*/ 290416 h 401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14962" h="401130">
                  <a:moveTo>
                    <a:pt x="412545" y="182009"/>
                  </a:moveTo>
                  <a:cubicBezTo>
                    <a:pt x="405296" y="128264"/>
                    <a:pt x="372465" y="75519"/>
                    <a:pt x="330886" y="40939"/>
                  </a:cubicBezTo>
                  <a:cubicBezTo>
                    <a:pt x="288723" y="5942"/>
                    <a:pt x="235394" y="-5141"/>
                    <a:pt x="181649" y="2109"/>
                  </a:cubicBezTo>
                  <a:cubicBezTo>
                    <a:pt x="151402" y="6192"/>
                    <a:pt x="122488" y="15774"/>
                    <a:pt x="97823" y="34106"/>
                  </a:cubicBezTo>
                  <a:cubicBezTo>
                    <a:pt x="77159" y="49438"/>
                    <a:pt x="55327" y="66770"/>
                    <a:pt x="40162" y="87685"/>
                  </a:cubicBezTo>
                  <a:cubicBezTo>
                    <a:pt x="5332" y="135847"/>
                    <a:pt x="-8584" y="198091"/>
                    <a:pt x="5332" y="255836"/>
                  </a:cubicBezTo>
                  <a:cubicBezTo>
                    <a:pt x="27746" y="354994"/>
                    <a:pt x="144069" y="408822"/>
                    <a:pt x="239727" y="400240"/>
                  </a:cubicBezTo>
                  <a:cubicBezTo>
                    <a:pt x="292389" y="395574"/>
                    <a:pt x="339718" y="372325"/>
                    <a:pt x="372299" y="330329"/>
                  </a:cubicBezTo>
                  <a:cubicBezTo>
                    <a:pt x="388797" y="309081"/>
                    <a:pt x="401213" y="286416"/>
                    <a:pt x="408795" y="260669"/>
                  </a:cubicBezTo>
                  <a:cubicBezTo>
                    <a:pt x="416378" y="234755"/>
                    <a:pt x="416128" y="208507"/>
                    <a:pt x="412545" y="182009"/>
                  </a:cubicBezTo>
                  <a:lnTo>
                    <a:pt x="412545" y="182009"/>
                  </a:lnTo>
                  <a:close/>
                  <a:moveTo>
                    <a:pt x="380631" y="290416"/>
                  </a:moveTo>
                  <a:cubicBezTo>
                    <a:pt x="357550" y="333496"/>
                    <a:pt x="320303" y="367993"/>
                    <a:pt x="272141" y="380325"/>
                  </a:cubicBezTo>
                  <a:cubicBezTo>
                    <a:pt x="176316" y="404906"/>
                    <a:pt x="50911" y="361576"/>
                    <a:pt x="19747" y="260086"/>
                  </a:cubicBezTo>
                  <a:cubicBezTo>
                    <a:pt x="3915" y="208674"/>
                    <a:pt x="17914" y="145262"/>
                    <a:pt x="48411" y="102183"/>
                  </a:cubicBezTo>
                  <a:cubicBezTo>
                    <a:pt x="82491" y="54104"/>
                    <a:pt x="130904" y="29107"/>
                    <a:pt x="187149" y="15441"/>
                  </a:cubicBezTo>
                  <a:cubicBezTo>
                    <a:pt x="187315" y="15358"/>
                    <a:pt x="187482" y="15358"/>
                    <a:pt x="187565" y="15274"/>
                  </a:cubicBezTo>
                  <a:cubicBezTo>
                    <a:pt x="223729" y="11108"/>
                    <a:pt x="262059" y="15941"/>
                    <a:pt x="292973" y="32773"/>
                  </a:cubicBezTo>
                  <a:cubicBezTo>
                    <a:pt x="334385" y="55437"/>
                    <a:pt x="366383" y="97600"/>
                    <a:pt x="385298" y="140096"/>
                  </a:cubicBezTo>
                  <a:cubicBezTo>
                    <a:pt x="405962" y="187009"/>
                    <a:pt x="404962" y="245253"/>
                    <a:pt x="380631" y="290416"/>
                  </a:cubicBezTo>
                  <a:lnTo>
                    <a:pt x="380631" y="290416"/>
                  </a:lnTo>
                  <a:close/>
                </a:path>
              </a:pathLst>
            </a:custGeom>
            <a:grpFill/>
            <a:ln w="8332" cap="flat">
              <a:noFill/>
              <a:prstDash val="solid"/>
              <a:miter/>
            </a:ln>
          </p:spPr>
          <p:txBody>
            <a:bodyPr rtlCol="0" anchor="ctr"/>
            <a:lstStyle/>
            <a:p>
              <a:endParaRPr lang="en-US"/>
            </a:p>
          </p:txBody>
        </p:sp>
        <p:sp>
          <p:nvSpPr>
            <p:cNvPr id="2276" name="Freeform: Shape 2275"/>
            <p:cNvSpPr/>
            <p:nvPr/>
          </p:nvSpPr>
          <p:spPr>
            <a:xfrm>
              <a:off x="717941" y="6828780"/>
              <a:ext cx="46269" cy="55259"/>
            </a:xfrm>
            <a:custGeom>
              <a:avLst/>
              <a:gdLst>
                <a:gd name="connsiteX0" fmla="*/ 45761 w 46269"/>
                <a:gd name="connsiteY0" fmla="*/ 37028 h 55259"/>
                <a:gd name="connsiteX1" fmla="*/ 25346 w 46269"/>
                <a:gd name="connsiteY1" fmla="*/ 7114 h 55259"/>
                <a:gd name="connsiteX2" fmla="*/ 10514 w 46269"/>
                <a:gd name="connsiteY2" fmla="*/ 1698 h 55259"/>
                <a:gd name="connsiteX3" fmla="*/ 15 w 46269"/>
                <a:gd name="connsiteY3" fmla="*/ 28445 h 55259"/>
                <a:gd name="connsiteX4" fmla="*/ 12680 w 46269"/>
                <a:gd name="connsiteY4" fmla="*/ 54859 h 55259"/>
                <a:gd name="connsiteX5" fmla="*/ 17013 w 46269"/>
                <a:gd name="connsiteY5" fmla="*/ 50527 h 55259"/>
                <a:gd name="connsiteX6" fmla="*/ 11431 w 46269"/>
                <a:gd name="connsiteY6" fmla="*/ 28445 h 55259"/>
                <a:gd name="connsiteX7" fmla="*/ 13514 w 46269"/>
                <a:gd name="connsiteY7" fmla="*/ 15363 h 55259"/>
                <a:gd name="connsiteX8" fmla="*/ 15014 w 46269"/>
                <a:gd name="connsiteY8" fmla="*/ 10531 h 55259"/>
                <a:gd name="connsiteX9" fmla="*/ 19347 w 46269"/>
                <a:gd name="connsiteY9" fmla="*/ 11947 h 55259"/>
                <a:gd name="connsiteX10" fmla="*/ 29512 w 46269"/>
                <a:gd name="connsiteY10" fmla="*/ 28445 h 55259"/>
                <a:gd name="connsiteX11" fmla="*/ 41011 w 46269"/>
                <a:gd name="connsiteY11" fmla="*/ 41861 h 55259"/>
                <a:gd name="connsiteX12" fmla="*/ 45761 w 46269"/>
                <a:gd name="connsiteY12" fmla="*/ 37028 h 55259"/>
                <a:gd name="connsiteX13" fmla="*/ 45761 w 46269"/>
                <a:gd name="connsiteY13" fmla="*/ 37028 h 55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6269" h="55259">
                  <a:moveTo>
                    <a:pt x="45761" y="37028"/>
                  </a:moveTo>
                  <a:cubicBezTo>
                    <a:pt x="38762" y="27196"/>
                    <a:pt x="32262" y="16946"/>
                    <a:pt x="25346" y="7114"/>
                  </a:cubicBezTo>
                  <a:cubicBezTo>
                    <a:pt x="21846" y="2115"/>
                    <a:pt x="16514" y="-2635"/>
                    <a:pt x="10514" y="1698"/>
                  </a:cubicBezTo>
                  <a:cubicBezTo>
                    <a:pt x="3598" y="6697"/>
                    <a:pt x="182" y="20613"/>
                    <a:pt x="15" y="28445"/>
                  </a:cubicBezTo>
                  <a:cubicBezTo>
                    <a:pt x="-235" y="39611"/>
                    <a:pt x="2598" y="49693"/>
                    <a:pt x="12680" y="54859"/>
                  </a:cubicBezTo>
                  <a:cubicBezTo>
                    <a:pt x="15680" y="56360"/>
                    <a:pt x="18263" y="53360"/>
                    <a:pt x="17013" y="50527"/>
                  </a:cubicBezTo>
                  <a:cubicBezTo>
                    <a:pt x="14014" y="43611"/>
                    <a:pt x="11931" y="36028"/>
                    <a:pt x="11431" y="28445"/>
                  </a:cubicBezTo>
                  <a:cubicBezTo>
                    <a:pt x="11097" y="23946"/>
                    <a:pt x="12264" y="19613"/>
                    <a:pt x="13514" y="15363"/>
                  </a:cubicBezTo>
                  <a:cubicBezTo>
                    <a:pt x="14014" y="13696"/>
                    <a:pt x="14514" y="12113"/>
                    <a:pt x="15014" y="10531"/>
                  </a:cubicBezTo>
                  <a:cubicBezTo>
                    <a:pt x="16930" y="8281"/>
                    <a:pt x="18430" y="8781"/>
                    <a:pt x="19347" y="11947"/>
                  </a:cubicBezTo>
                  <a:cubicBezTo>
                    <a:pt x="23680" y="16030"/>
                    <a:pt x="26263" y="23529"/>
                    <a:pt x="29512" y="28445"/>
                  </a:cubicBezTo>
                  <a:cubicBezTo>
                    <a:pt x="32845" y="33445"/>
                    <a:pt x="36178" y="38194"/>
                    <a:pt x="41011" y="41861"/>
                  </a:cubicBezTo>
                  <a:cubicBezTo>
                    <a:pt x="43761" y="43944"/>
                    <a:pt x="47677" y="39861"/>
                    <a:pt x="45761" y="37028"/>
                  </a:cubicBezTo>
                  <a:lnTo>
                    <a:pt x="45761" y="37028"/>
                  </a:lnTo>
                  <a:close/>
                </a:path>
              </a:pathLst>
            </a:custGeom>
            <a:grpFill/>
            <a:ln w="8332" cap="flat">
              <a:noFill/>
              <a:prstDash val="solid"/>
              <a:miter/>
            </a:ln>
          </p:spPr>
          <p:txBody>
            <a:bodyPr rtlCol="0" anchor="ctr"/>
            <a:lstStyle/>
            <a:p>
              <a:endParaRPr lang="en-US"/>
            </a:p>
          </p:txBody>
        </p:sp>
        <p:sp>
          <p:nvSpPr>
            <p:cNvPr id="2277" name="Freeform: Shape 2276"/>
            <p:cNvSpPr/>
            <p:nvPr/>
          </p:nvSpPr>
          <p:spPr>
            <a:xfrm>
              <a:off x="617510" y="6771223"/>
              <a:ext cx="249564" cy="237200"/>
            </a:xfrm>
            <a:custGeom>
              <a:avLst/>
              <a:gdLst>
                <a:gd name="connsiteX0" fmla="*/ 248100 w 249564"/>
                <a:gd name="connsiteY0" fmla="*/ 76170 h 237200"/>
                <a:gd name="connsiteX1" fmla="*/ 208604 w 249564"/>
                <a:gd name="connsiteY1" fmla="*/ 64755 h 237200"/>
                <a:gd name="connsiteX2" fmla="*/ 169440 w 249564"/>
                <a:gd name="connsiteY2" fmla="*/ 63421 h 237200"/>
                <a:gd name="connsiteX3" fmla="*/ 178856 w 249564"/>
                <a:gd name="connsiteY3" fmla="*/ 51756 h 237200"/>
                <a:gd name="connsiteX4" fmla="*/ 190938 w 249564"/>
                <a:gd name="connsiteY4" fmla="*/ 31258 h 237200"/>
                <a:gd name="connsiteX5" fmla="*/ 185689 w 249564"/>
                <a:gd name="connsiteY5" fmla="*/ 24425 h 237200"/>
                <a:gd name="connsiteX6" fmla="*/ 165357 w 249564"/>
                <a:gd name="connsiteY6" fmla="*/ 31841 h 237200"/>
                <a:gd name="connsiteX7" fmla="*/ 139943 w 249564"/>
                <a:gd name="connsiteY7" fmla="*/ 48173 h 237200"/>
                <a:gd name="connsiteX8" fmla="*/ 126861 w 249564"/>
                <a:gd name="connsiteY8" fmla="*/ 1094 h 237200"/>
                <a:gd name="connsiteX9" fmla="*/ 121278 w 249564"/>
                <a:gd name="connsiteY9" fmla="*/ 1094 h 237200"/>
                <a:gd name="connsiteX10" fmla="*/ 103280 w 249564"/>
                <a:gd name="connsiteY10" fmla="*/ 41007 h 237200"/>
                <a:gd name="connsiteX11" fmla="*/ 69866 w 249564"/>
                <a:gd name="connsiteY11" fmla="*/ 24675 h 237200"/>
                <a:gd name="connsiteX12" fmla="*/ 64033 w 249564"/>
                <a:gd name="connsiteY12" fmla="*/ 28008 h 237200"/>
                <a:gd name="connsiteX13" fmla="*/ 86698 w 249564"/>
                <a:gd name="connsiteY13" fmla="*/ 65005 h 237200"/>
                <a:gd name="connsiteX14" fmla="*/ 77449 w 249564"/>
                <a:gd name="connsiteY14" fmla="*/ 62921 h 237200"/>
                <a:gd name="connsiteX15" fmla="*/ 53118 w 249564"/>
                <a:gd name="connsiteY15" fmla="*/ 62255 h 237200"/>
                <a:gd name="connsiteX16" fmla="*/ 6039 w 249564"/>
                <a:gd name="connsiteY16" fmla="*/ 55506 h 237200"/>
                <a:gd name="connsiteX17" fmla="*/ 4122 w 249564"/>
                <a:gd name="connsiteY17" fmla="*/ 62672 h 237200"/>
                <a:gd name="connsiteX18" fmla="*/ 33703 w 249564"/>
                <a:gd name="connsiteY18" fmla="*/ 84336 h 237200"/>
                <a:gd name="connsiteX19" fmla="*/ 65283 w 249564"/>
                <a:gd name="connsiteY19" fmla="*/ 92919 h 237200"/>
                <a:gd name="connsiteX20" fmla="*/ 57201 w 249564"/>
                <a:gd name="connsiteY20" fmla="*/ 96669 h 237200"/>
                <a:gd name="connsiteX21" fmla="*/ 31453 w 249564"/>
                <a:gd name="connsiteY21" fmla="*/ 114167 h 237200"/>
                <a:gd name="connsiteX22" fmla="*/ 9205 w 249564"/>
                <a:gd name="connsiteY22" fmla="*/ 138165 h 237200"/>
                <a:gd name="connsiteX23" fmla="*/ 39 w 249564"/>
                <a:gd name="connsiteY23" fmla="*/ 159829 h 237200"/>
                <a:gd name="connsiteX24" fmla="*/ 7455 w 249564"/>
                <a:gd name="connsiteY24" fmla="*/ 164079 h 237200"/>
                <a:gd name="connsiteX25" fmla="*/ 45618 w 249564"/>
                <a:gd name="connsiteY25" fmla="*/ 142664 h 237200"/>
                <a:gd name="connsiteX26" fmla="*/ 77782 w 249564"/>
                <a:gd name="connsiteY26" fmla="*/ 129166 h 237200"/>
                <a:gd name="connsiteX27" fmla="*/ 53368 w 249564"/>
                <a:gd name="connsiteY27" fmla="*/ 171079 h 237200"/>
                <a:gd name="connsiteX28" fmla="*/ 44618 w 249564"/>
                <a:gd name="connsiteY28" fmla="*/ 232990 h 237200"/>
                <a:gd name="connsiteX29" fmla="*/ 76449 w 249564"/>
                <a:gd name="connsiteY29" fmla="*/ 209659 h 237200"/>
                <a:gd name="connsiteX30" fmla="*/ 101530 w 249564"/>
                <a:gd name="connsiteY30" fmla="*/ 168662 h 237200"/>
                <a:gd name="connsiteX31" fmla="*/ 120112 w 249564"/>
                <a:gd name="connsiteY31" fmla="*/ 137748 h 237200"/>
                <a:gd name="connsiteX32" fmla="*/ 119862 w 249564"/>
                <a:gd name="connsiteY32" fmla="*/ 148664 h 237200"/>
                <a:gd name="connsiteX33" fmla="*/ 123945 w 249564"/>
                <a:gd name="connsiteY33" fmla="*/ 169079 h 237200"/>
                <a:gd name="connsiteX34" fmla="*/ 128278 w 249564"/>
                <a:gd name="connsiteY34" fmla="*/ 186827 h 237200"/>
                <a:gd name="connsiteX35" fmla="*/ 145109 w 249564"/>
                <a:gd name="connsiteY35" fmla="*/ 226907 h 237200"/>
                <a:gd name="connsiteX36" fmla="*/ 165357 w 249564"/>
                <a:gd name="connsiteY36" fmla="*/ 199576 h 237200"/>
                <a:gd name="connsiteX37" fmla="*/ 165607 w 249564"/>
                <a:gd name="connsiteY37" fmla="*/ 157163 h 237200"/>
                <a:gd name="connsiteX38" fmla="*/ 159691 w 249564"/>
                <a:gd name="connsiteY38" fmla="*/ 130832 h 237200"/>
                <a:gd name="connsiteX39" fmla="*/ 207604 w 249564"/>
                <a:gd name="connsiteY39" fmla="*/ 151247 h 237200"/>
                <a:gd name="connsiteX40" fmla="*/ 229935 w 249564"/>
                <a:gd name="connsiteY40" fmla="*/ 170912 h 237200"/>
                <a:gd name="connsiteX41" fmla="*/ 237851 w 249564"/>
                <a:gd name="connsiteY41" fmla="*/ 178745 h 237200"/>
                <a:gd name="connsiteX42" fmla="*/ 243934 w 249564"/>
                <a:gd name="connsiteY42" fmla="*/ 172662 h 237200"/>
                <a:gd name="connsiteX43" fmla="*/ 217269 w 249564"/>
                <a:gd name="connsiteY43" fmla="*/ 126749 h 237200"/>
                <a:gd name="connsiteX44" fmla="*/ 197688 w 249564"/>
                <a:gd name="connsiteY44" fmla="*/ 109834 h 237200"/>
                <a:gd name="connsiteX45" fmla="*/ 177523 w 249564"/>
                <a:gd name="connsiteY45" fmla="*/ 100335 h 237200"/>
                <a:gd name="connsiteX46" fmla="*/ 221686 w 249564"/>
                <a:gd name="connsiteY46" fmla="*/ 90752 h 237200"/>
                <a:gd name="connsiteX47" fmla="*/ 248933 w 249564"/>
                <a:gd name="connsiteY47" fmla="*/ 82420 h 237200"/>
                <a:gd name="connsiteX48" fmla="*/ 248100 w 249564"/>
                <a:gd name="connsiteY48" fmla="*/ 76170 h 237200"/>
                <a:gd name="connsiteX49" fmla="*/ 248100 w 249564"/>
                <a:gd name="connsiteY49" fmla="*/ 76170 h 237200"/>
                <a:gd name="connsiteX50" fmla="*/ 215353 w 249564"/>
                <a:gd name="connsiteY50" fmla="*/ 81753 h 237200"/>
                <a:gd name="connsiteX51" fmla="*/ 192355 w 249564"/>
                <a:gd name="connsiteY51" fmla="*/ 85670 h 237200"/>
                <a:gd name="connsiteX52" fmla="*/ 166107 w 249564"/>
                <a:gd name="connsiteY52" fmla="*/ 96335 h 237200"/>
                <a:gd name="connsiteX53" fmla="*/ 165357 w 249564"/>
                <a:gd name="connsiteY53" fmla="*/ 102418 h 237200"/>
                <a:gd name="connsiteX54" fmla="*/ 173023 w 249564"/>
                <a:gd name="connsiteY54" fmla="*/ 108417 h 237200"/>
                <a:gd name="connsiteX55" fmla="*/ 201104 w 249564"/>
                <a:gd name="connsiteY55" fmla="*/ 125583 h 237200"/>
                <a:gd name="connsiteX56" fmla="*/ 224602 w 249564"/>
                <a:gd name="connsiteY56" fmla="*/ 151580 h 237200"/>
                <a:gd name="connsiteX57" fmla="*/ 207937 w 249564"/>
                <a:gd name="connsiteY57" fmla="*/ 140581 h 237200"/>
                <a:gd name="connsiteX58" fmla="*/ 154942 w 249564"/>
                <a:gd name="connsiteY58" fmla="*/ 120416 h 237200"/>
                <a:gd name="connsiteX59" fmla="*/ 149192 w 249564"/>
                <a:gd name="connsiteY59" fmla="*/ 126166 h 237200"/>
                <a:gd name="connsiteX60" fmla="*/ 155192 w 249564"/>
                <a:gd name="connsiteY60" fmla="*/ 149831 h 237200"/>
                <a:gd name="connsiteX61" fmla="*/ 156858 w 249564"/>
                <a:gd name="connsiteY61" fmla="*/ 184411 h 237200"/>
                <a:gd name="connsiteX62" fmla="*/ 153942 w 249564"/>
                <a:gd name="connsiteY62" fmla="*/ 208742 h 237200"/>
                <a:gd name="connsiteX63" fmla="*/ 152775 w 249564"/>
                <a:gd name="connsiteY63" fmla="*/ 214491 h 237200"/>
                <a:gd name="connsiteX64" fmla="*/ 150026 w 249564"/>
                <a:gd name="connsiteY64" fmla="*/ 217741 h 237200"/>
                <a:gd name="connsiteX65" fmla="*/ 142860 w 249564"/>
                <a:gd name="connsiteY65" fmla="*/ 202326 h 237200"/>
                <a:gd name="connsiteX66" fmla="*/ 134610 w 249564"/>
                <a:gd name="connsiteY66" fmla="*/ 173911 h 237200"/>
                <a:gd name="connsiteX67" fmla="*/ 128444 w 249564"/>
                <a:gd name="connsiteY67" fmla="*/ 145998 h 237200"/>
                <a:gd name="connsiteX68" fmla="*/ 126611 w 249564"/>
                <a:gd name="connsiteY68" fmla="*/ 126499 h 237200"/>
                <a:gd name="connsiteX69" fmla="*/ 120278 w 249564"/>
                <a:gd name="connsiteY69" fmla="*/ 124833 h 237200"/>
                <a:gd name="connsiteX70" fmla="*/ 94531 w 249564"/>
                <a:gd name="connsiteY70" fmla="*/ 161163 h 237200"/>
                <a:gd name="connsiteX71" fmla="*/ 56701 w 249564"/>
                <a:gd name="connsiteY71" fmla="*/ 218991 h 237200"/>
                <a:gd name="connsiteX72" fmla="*/ 53784 w 249564"/>
                <a:gd name="connsiteY72" fmla="*/ 221907 h 237200"/>
                <a:gd name="connsiteX73" fmla="*/ 55451 w 249564"/>
                <a:gd name="connsiteY73" fmla="*/ 204575 h 237200"/>
                <a:gd name="connsiteX74" fmla="*/ 63867 w 249564"/>
                <a:gd name="connsiteY74" fmla="*/ 175495 h 237200"/>
                <a:gd name="connsiteX75" fmla="*/ 98113 w 249564"/>
                <a:gd name="connsiteY75" fmla="*/ 122916 h 237200"/>
                <a:gd name="connsiteX76" fmla="*/ 94614 w 249564"/>
                <a:gd name="connsiteY76" fmla="*/ 114584 h 237200"/>
                <a:gd name="connsiteX77" fmla="*/ 46118 w 249564"/>
                <a:gd name="connsiteY77" fmla="*/ 132832 h 237200"/>
                <a:gd name="connsiteX78" fmla="*/ 13038 w 249564"/>
                <a:gd name="connsiteY78" fmla="*/ 150331 h 237200"/>
                <a:gd name="connsiteX79" fmla="*/ 24703 w 249564"/>
                <a:gd name="connsiteY79" fmla="*/ 135082 h 237200"/>
                <a:gd name="connsiteX80" fmla="*/ 50285 w 249564"/>
                <a:gd name="connsiteY80" fmla="*/ 112667 h 237200"/>
                <a:gd name="connsiteX81" fmla="*/ 76032 w 249564"/>
                <a:gd name="connsiteY81" fmla="*/ 100501 h 237200"/>
                <a:gd name="connsiteX82" fmla="*/ 88864 w 249564"/>
                <a:gd name="connsiteY82" fmla="*/ 94419 h 237200"/>
                <a:gd name="connsiteX83" fmla="*/ 85781 w 249564"/>
                <a:gd name="connsiteY83" fmla="*/ 86919 h 237200"/>
                <a:gd name="connsiteX84" fmla="*/ 39952 w 249564"/>
                <a:gd name="connsiteY84" fmla="*/ 79004 h 237200"/>
                <a:gd name="connsiteX85" fmla="*/ 18121 w 249564"/>
                <a:gd name="connsiteY85" fmla="*/ 64588 h 237200"/>
                <a:gd name="connsiteX86" fmla="*/ 88698 w 249564"/>
                <a:gd name="connsiteY86" fmla="*/ 69921 h 237200"/>
                <a:gd name="connsiteX87" fmla="*/ 92031 w 249564"/>
                <a:gd name="connsiteY87" fmla="*/ 71254 h 237200"/>
                <a:gd name="connsiteX88" fmla="*/ 93447 w 249564"/>
                <a:gd name="connsiteY88" fmla="*/ 71088 h 237200"/>
                <a:gd name="connsiteX89" fmla="*/ 97197 w 249564"/>
                <a:gd name="connsiteY89" fmla="*/ 64588 h 237200"/>
                <a:gd name="connsiteX90" fmla="*/ 84865 w 249564"/>
                <a:gd name="connsiteY90" fmla="*/ 50089 h 237200"/>
                <a:gd name="connsiteX91" fmla="*/ 74616 w 249564"/>
                <a:gd name="connsiteY91" fmla="*/ 36674 h 237200"/>
                <a:gd name="connsiteX92" fmla="*/ 103530 w 249564"/>
                <a:gd name="connsiteY92" fmla="*/ 53423 h 237200"/>
                <a:gd name="connsiteX93" fmla="*/ 111112 w 249564"/>
                <a:gd name="connsiteY93" fmla="*/ 50340 h 237200"/>
                <a:gd name="connsiteX94" fmla="*/ 117445 w 249564"/>
                <a:gd name="connsiteY94" fmla="*/ 29341 h 237200"/>
                <a:gd name="connsiteX95" fmla="*/ 119695 w 249564"/>
                <a:gd name="connsiteY95" fmla="*/ 20925 h 237200"/>
                <a:gd name="connsiteX96" fmla="*/ 125111 w 249564"/>
                <a:gd name="connsiteY96" fmla="*/ 12593 h 237200"/>
                <a:gd name="connsiteX97" fmla="*/ 129361 w 249564"/>
                <a:gd name="connsiteY97" fmla="*/ 31841 h 237200"/>
                <a:gd name="connsiteX98" fmla="*/ 129861 w 249564"/>
                <a:gd name="connsiteY98" fmla="*/ 56172 h 237200"/>
                <a:gd name="connsiteX99" fmla="*/ 136110 w 249564"/>
                <a:gd name="connsiteY99" fmla="*/ 60922 h 237200"/>
                <a:gd name="connsiteX100" fmla="*/ 158358 w 249564"/>
                <a:gd name="connsiteY100" fmla="*/ 47757 h 237200"/>
                <a:gd name="connsiteX101" fmla="*/ 174857 w 249564"/>
                <a:gd name="connsiteY101" fmla="*/ 37924 h 237200"/>
                <a:gd name="connsiteX102" fmla="*/ 155525 w 249564"/>
                <a:gd name="connsiteY102" fmla="*/ 68921 h 237200"/>
                <a:gd name="connsiteX103" fmla="*/ 161108 w 249564"/>
                <a:gd name="connsiteY103" fmla="*/ 74504 h 237200"/>
                <a:gd name="connsiteX104" fmla="*/ 199438 w 249564"/>
                <a:gd name="connsiteY104" fmla="*/ 74920 h 237200"/>
                <a:gd name="connsiteX105" fmla="*/ 220519 w 249564"/>
                <a:gd name="connsiteY105" fmla="*/ 78087 h 237200"/>
                <a:gd name="connsiteX106" fmla="*/ 232685 w 249564"/>
                <a:gd name="connsiteY106" fmla="*/ 80004 h 237200"/>
                <a:gd name="connsiteX107" fmla="*/ 215353 w 249564"/>
                <a:gd name="connsiteY107" fmla="*/ 81753 h 237200"/>
                <a:gd name="connsiteX108" fmla="*/ 215353 w 249564"/>
                <a:gd name="connsiteY108" fmla="*/ 81753 h 23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249564" h="237200">
                  <a:moveTo>
                    <a:pt x="248100" y="76170"/>
                  </a:moveTo>
                  <a:cubicBezTo>
                    <a:pt x="239601" y="67171"/>
                    <a:pt x="220269" y="66338"/>
                    <a:pt x="208604" y="64755"/>
                  </a:cubicBezTo>
                  <a:cubicBezTo>
                    <a:pt x="195355" y="63005"/>
                    <a:pt x="182523" y="63421"/>
                    <a:pt x="169440" y="63421"/>
                  </a:cubicBezTo>
                  <a:cubicBezTo>
                    <a:pt x="172357" y="59255"/>
                    <a:pt x="176940" y="54672"/>
                    <a:pt x="178856" y="51756"/>
                  </a:cubicBezTo>
                  <a:cubicBezTo>
                    <a:pt x="183272" y="45007"/>
                    <a:pt x="188022" y="38841"/>
                    <a:pt x="190938" y="31258"/>
                  </a:cubicBezTo>
                  <a:cubicBezTo>
                    <a:pt x="192355" y="27675"/>
                    <a:pt x="188855" y="24759"/>
                    <a:pt x="185689" y="24425"/>
                  </a:cubicBezTo>
                  <a:cubicBezTo>
                    <a:pt x="178940" y="23675"/>
                    <a:pt x="171107" y="28841"/>
                    <a:pt x="165357" y="31841"/>
                  </a:cubicBezTo>
                  <a:cubicBezTo>
                    <a:pt x="156692" y="36424"/>
                    <a:pt x="148609" y="43257"/>
                    <a:pt x="139943" y="48173"/>
                  </a:cubicBezTo>
                  <a:cubicBezTo>
                    <a:pt x="140193" y="32008"/>
                    <a:pt x="138860" y="11093"/>
                    <a:pt x="126861" y="1094"/>
                  </a:cubicBezTo>
                  <a:cubicBezTo>
                    <a:pt x="125028" y="-406"/>
                    <a:pt x="123028" y="-323"/>
                    <a:pt x="121278" y="1094"/>
                  </a:cubicBezTo>
                  <a:cubicBezTo>
                    <a:pt x="111196" y="9010"/>
                    <a:pt x="107279" y="27508"/>
                    <a:pt x="103280" y="41007"/>
                  </a:cubicBezTo>
                  <a:cubicBezTo>
                    <a:pt x="92781" y="34257"/>
                    <a:pt x="82198" y="27925"/>
                    <a:pt x="69866" y="24675"/>
                  </a:cubicBezTo>
                  <a:cubicBezTo>
                    <a:pt x="67533" y="24092"/>
                    <a:pt x="64533" y="25425"/>
                    <a:pt x="64033" y="28008"/>
                  </a:cubicBezTo>
                  <a:cubicBezTo>
                    <a:pt x="61367" y="41340"/>
                    <a:pt x="77782" y="54423"/>
                    <a:pt x="86698" y="65005"/>
                  </a:cubicBezTo>
                  <a:cubicBezTo>
                    <a:pt x="83615" y="64255"/>
                    <a:pt x="80615" y="63421"/>
                    <a:pt x="77449" y="62921"/>
                  </a:cubicBezTo>
                  <a:cubicBezTo>
                    <a:pt x="69449" y="61505"/>
                    <a:pt x="61200" y="62755"/>
                    <a:pt x="53118" y="62255"/>
                  </a:cubicBezTo>
                  <a:cubicBezTo>
                    <a:pt x="37369" y="61255"/>
                    <a:pt x="21787" y="57089"/>
                    <a:pt x="6039" y="55506"/>
                  </a:cubicBezTo>
                  <a:cubicBezTo>
                    <a:pt x="1956" y="55089"/>
                    <a:pt x="1206" y="60755"/>
                    <a:pt x="4122" y="62672"/>
                  </a:cubicBezTo>
                  <a:cubicBezTo>
                    <a:pt x="14454" y="69421"/>
                    <a:pt x="22287" y="79170"/>
                    <a:pt x="33703" y="84336"/>
                  </a:cubicBezTo>
                  <a:cubicBezTo>
                    <a:pt x="43785" y="88920"/>
                    <a:pt x="54534" y="90919"/>
                    <a:pt x="65283" y="92919"/>
                  </a:cubicBezTo>
                  <a:cubicBezTo>
                    <a:pt x="62533" y="94086"/>
                    <a:pt x="59784" y="95335"/>
                    <a:pt x="57201" y="96669"/>
                  </a:cubicBezTo>
                  <a:cubicBezTo>
                    <a:pt x="48035" y="101418"/>
                    <a:pt x="39119" y="107251"/>
                    <a:pt x="31453" y="114167"/>
                  </a:cubicBezTo>
                  <a:cubicBezTo>
                    <a:pt x="23537" y="121249"/>
                    <a:pt x="14954" y="129166"/>
                    <a:pt x="9205" y="138165"/>
                  </a:cubicBezTo>
                  <a:cubicBezTo>
                    <a:pt x="5538" y="143914"/>
                    <a:pt x="-544" y="152747"/>
                    <a:pt x="39" y="159829"/>
                  </a:cubicBezTo>
                  <a:cubicBezTo>
                    <a:pt x="372" y="163663"/>
                    <a:pt x="3955" y="165746"/>
                    <a:pt x="7455" y="164079"/>
                  </a:cubicBezTo>
                  <a:cubicBezTo>
                    <a:pt x="20537" y="157746"/>
                    <a:pt x="32453" y="149164"/>
                    <a:pt x="45618" y="142664"/>
                  </a:cubicBezTo>
                  <a:cubicBezTo>
                    <a:pt x="56117" y="137498"/>
                    <a:pt x="66783" y="132915"/>
                    <a:pt x="77782" y="129166"/>
                  </a:cubicBezTo>
                  <a:cubicBezTo>
                    <a:pt x="67200" y="141248"/>
                    <a:pt x="59700" y="155997"/>
                    <a:pt x="53368" y="171079"/>
                  </a:cubicBezTo>
                  <a:cubicBezTo>
                    <a:pt x="47285" y="185577"/>
                    <a:pt x="33036" y="218075"/>
                    <a:pt x="44618" y="232990"/>
                  </a:cubicBezTo>
                  <a:cubicBezTo>
                    <a:pt x="56617" y="248488"/>
                    <a:pt x="72283" y="216741"/>
                    <a:pt x="76449" y="209659"/>
                  </a:cubicBezTo>
                  <a:cubicBezTo>
                    <a:pt x="84698" y="195910"/>
                    <a:pt x="93114" y="182327"/>
                    <a:pt x="101530" y="168662"/>
                  </a:cubicBezTo>
                  <a:cubicBezTo>
                    <a:pt x="107113" y="159580"/>
                    <a:pt x="112696" y="146747"/>
                    <a:pt x="120112" y="137748"/>
                  </a:cubicBezTo>
                  <a:cubicBezTo>
                    <a:pt x="120195" y="141498"/>
                    <a:pt x="119528" y="145664"/>
                    <a:pt x="119862" y="148664"/>
                  </a:cubicBezTo>
                  <a:cubicBezTo>
                    <a:pt x="120612" y="155580"/>
                    <a:pt x="122278" y="162330"/>
                    <a:pt x="123945" y="169079"/>
                  </a:cubicBezTo>
                  <a:cubicBezTo>
                    <a:pt x="125361" y="174995"/>
                    <a:pt x="126778" y="180911"/>
                    <a:pt x="128278" y="186827"/>
                  </a:cubicBezTo>
                  <a:cubicBezTo>
                    <a:pt x="131361" y="198660"/>
                    <a:pt x="134777" y="218824"/>
                    <a:pt x="145109" y="226907"/>
                  </a:cubicBezTo>
                  <a:cubicBezTo>
                    <a:pt x="160858" y="239239"/>
                    <a:pt x="164274" y="207909"/>
                    <a:pt x="165357" y="199576"/>
                  </a:cubicBezTo>
                  <a:cubicBezTo>
                    <a:pt x="167274" y="185410"/>
                    <a:pt x="166774" y="171328"/>
                    <a:pt x="165607" y="157163"/>
                  </a:cubicBezTo>
                  <a:cubicBezTo>
                    <a:pt x="164858" y="147914"/>
                    <a:pt x="161774" y="139498"/>
                    <a:pt x="159691" y="130832"/>
                  </a:cubicBezTo>
                  <a:cubicBezTo>
                    <a:pt x="176273" y="134832"/>
                    <a:pt x="193355" y="142664"/>
                    <a:pt x="207604" y="151247"/>
                  </a:cubicBezTo>
                  <a:cubicBezTo>
                    <a:pt x="215936" y="156246"/>
                    <a:pt x="224269" y="162830"/>
                    <a:pt x="229935" y="170912"/>
                  </a:cubicBezTo>
                  <a:cubicBezTo>
                    <a:pt x="232518" y="174578"/>
                    <a:pt x="233101" y="177994"/>
                    <a:pt x="237851" y="178745"/>
                  </a:cubicBezTo>
                  <a:cubicBezTo>
                    <a:pt x="241767" y="179328"/>
                    <a:pt x="244517" y="176578"/>
                    <a:pt x="243934" y="172662"/>
                  </a:cubicBezTo>
                  <a:cubicBezTo>
                    <a:pt x="241101" y="155080"/>
                    <a:pt x="229352" y="139248"/>
                    <a:pt x="217269" y="126749"/>
                  </a:cubicBezTo>
                  <a:cubicBezTo>
                    <a:pt x="211270" y="120583"/>
                    <a:pt x="204771" y="114667"/>
                    <a:pt x="197688" y="109834"/>
                  </a:cubicBezTo>
                  <a:cubicBezTo>
                    <a:pt x="193105" y="106667"/>
                    <a:pt x="183272" y="104084"/>
                    <a:pt x="177523" y="100335"/>
                  </a:cubicBezTo>
                  <a:cubicBezTo>
                    <a:pt x="189855" y="93252"/>
                    <a:pt x="208937" y="92419"/>
                    <a:pt x="221686" y="90752"/>
                  </a:cubicBezTo>
                  <a:cubicBezTo>
                    <a:pt x="230352" y="89586"/>
                    <a:pt x="244517" y="91003"/>
                    <a:pt x="248933" y="82420"/>
                  </a:cubicBezTo>
                  <a:cubicBezTo>
                    <a:pt x="250017" y="80337"/>
                    <a:pt x="249683" y="77920"/>
                    <a:pt x="248100" y="76170"/>
                  </a:cubicBezTo>
                  <a:lnTo>
                    <a:pt x="248100" y="76170"/>
                  </a:lnTo>
                  <a:close/>
                  <a:moveTo>
                    <a:pt x="215353" y="81753"/>
                  </a:moveTo>
                  <a:cubicBezTo>
                    <a:pt x="207604" y="82836"/>
                    <a:pt x="200021" y="84003"/>
                    <a:pt x="192355" y="85670"/>
                  </a:cubicBezTo>
                  <a:cubicBezTo>
                    <a:pt x="182773" y="87753"/>
                    <a:pt x="173773" y="90002"/>
                    <a:pt x="166107" y="96335"/>
                  </a:cubicBezTo>
                  <a:cubicBezTo>
                    <a:pt x="164524" y="97669"/>
                    <a:pt x="164191" y="100668"/>
                    <a:pt x="165357" y="102418"/>
                  </a:cubicBezTo>
                  <a:cubicBezTo>
                    <a:pt x="167607" y="105668"/>
                    <a:pt x="169607" y="106667"/>
                    <a:pt x="173023" y="108417"/>
                  </a:cubicBezTo>
                  <a:cubicBezTo>
                    <a:pt x="183023" y="113667"/>
                    <a:pt x="192355" y="118084"/>
                    <a:pt x="201104" y="125583"/>
                  </a:cubicBezTo>
                  <a:cubicBezTo>
                    <a:pt x="209603" y="132832"/>
                    <a:pt x="218186" y="141664"/>
                    <a:pt x="224602" y="151580"/>
                  </a:cubicBezTo>
                  <a:cubicBezTo>
                    <a:pt x="219436" y="147331"/>
                    <a:pt x="213770" y="143748"/>
                    <a:pt x="207937" y="140581"/>
                  </a:cubicBezTo>
                  <a:cubicBezTo>
                    <a:pt x="191855" y="131999"/>
                    <a:pt x="173023" y="123499"/>
                    <a:pt x="154942" y="120416"/>
                  </a:cubicBezTo>
                  <a:cubicBezTo>
                    <a:pt x="151109" y="119750"/>
                    <a:pt x="148692" y="122500"/>
                    <a:pt x="149192" y="126166"/>
                  </a:cubicBezTo>
                  <a:cubicBezTo>
                    <a:pt x="150276" y="134082"/>
                    <a:pt x="154025" y="141664"/>
                    <a:pt x="155192" y="149831"/>
                  </a:cubicBezTo>
                  <a:cubicBezTo>
                    <a:pt x="156775" y="161079"/>
                    <a:pt x="157275" y="172995"/>
                    <a:pt x="156858" y="184411"/>
                  </a:cubicBezTo>
                  <a:cubicBezTo>
                    <a:pt x="156608" y="192576"/>
                    <a:pt x="155442" y="200659"/>
                    <a:pt x="153942" y="208742"/>
                  </a:cubicBezTo>
                  <a:lnTo>
                    <a:pt x="152775" y="214491"/>
                  </a:lnTo>
                  <a:cubicBezTo>
                    <a:pt x="152942" y="219991"/>
                    <a:pt x="152025" y="221074"/>
                    <a:pt x="150026" y="217741"/>
                  </a:cubicBezTo>
                  <a:cubicBezTo>
                    <a:pt x="146526" y="215741"/>
                    <a:pt x="144193" y="205825"/>
                    <a:pt x="142860" y="202326"/>
                  </a:cubicBezTo>
                  <a:cubicBezTo>
                    <a:pt x="139526" y="193077"/>
                    <a:pt x="137027" y="183494"/>
                    <a:pt x="134610" y="173911"/>
                  </a:cubicBezTo>
                  <a:cubicBezTo>
                    <a:pt x="132277" y="164829"/>
                    <a:pt x="129111" y="155497"/>
                    <a:pt x="128444" y="145998"/>
                  </a:cubicBezTo>
                  <a:cubicBezTo>
                    <a:pt x="127944" y="139081"/>
                    <a:pt x="130444" y="132666"/>
                    <a:pt x="126611" y="126499"/>
                  </a:cubicBezTo>
                  <a:cubicBezTo>
                    <a:pt x="125361" y="124583"/>
                    <a:pt x="122361" y="123333"/>
                    <a:pt x="120278" y="124833"/>
                  </a:cubicBezTo>
                  <a:cubicBezTo>
                    <a:pt x="108946" y="133248"/>
                    <a:pt x="102030" y="149497"/>
                    <a:pt x="94531" y="161163"/>
                  </a:cubicBezTo>
                  <a:cubicBezTo>
                    <a:pt x="82365" y="180244"/>
                    <a:pt x="67283" y="199076"/>
                    <a:pt x="56701" y="218991"/>
                  </a:cubicBezTo>
                  <a:cubicBezTo>
                    <a:pt x="54534" y="223074"/>
                    <a:pt x="56284" y="227573"/>
                    <a:pt x="53784" y="221907"/>
                  </a:cubicBezTo>
                  <a:cubicBezTo>
                    <a:pt x="51618" y="216908"/>
                    <a:pt x="54451" y="209825"/>
                    <a:pt x="55451" y="204575"/>
                  </a:cubicBezTo>
                  <a:cubicBezTo>
                    <a:pt x="57451" y="194743"/>
                    <a:pt x="60284" y="184911"/>
                    <a:pt x="63867" y="175495"/>
                  </a:cubicBezTo>
                  <a:cubicBezTo>
                    <a:pt x="71283" y="156163"/>
                    <a:pt x="81365" y="135749"/>
                    <a:pt x="98113" y="122916"/>
                  </a:cubicBezTo>
                  <a:cubicBezTo>
                    <a:pt x="101863" y="120083"/>
                    <a:pt x="99947" y="112917"/>
                    <a:pt x="94614" y="114584"/>
                  </a:cubicBezTo>
                  <a:cubicBezTo>
                    <a:pt x="77949" y="119750"/>
                    <a:pt x="61950" y="125499"/>
                    <a:pt x="46118" y="132832"/>
                  </a:cubicBezTo>
                  <a:cubicBezTo>
                    <a:pt x="34786" y="138081"/>
                    <a:pt x="24037" y="144498"/>
                    <a:pt x="13038" y="150331"/>
                  </a:cubicBezTo>
                  <a:cubicBezTo>
                    <a:pt x="16538" y="144248"/>
                    <a:pt x="22120" y="137832"/>
                    <a:pt x="24703" y="135082"/>
                  </a:cubicBezTo>
                  <a:cubicBezTo>
                    <a:pt x="32536" y="126749"/>
                    <a:pt x="40619" y="118917"/>
                    <a:pt x="50285" y="112667"/>
                  </a:cubicBezTo>
                  <a:cubicBezTo>
                    <a:pt x="58284" y="107501"/>
                    <a:pt x="66783" y="102668"/>
                    <a:pt x="76032" y="100501"/>
                  </a:cubicBezTo>
                  <a:cubicBezTo>
                    <a:pt x="81532" y="99252"/>
                    <a:pt x="85281" y="99168"/>
                    <a:pt x="88864" y="94419"/>
                  </a:cubicBezTo>
                  <a:cubicBezTo>
                    <a:pt x="90781" y="91836"/>
                    <a:pt x="88781" y="87503"/>
                    <a:pt x="85781" y="86919"/>
                  </a:cubicBezTo>
                  <a:cubicBezTo>
                    <a:pt x="70616" y="83836"/>
                    <a:pt x="54701" y="84003"/>
                    <a:pt x="39952" y="79004"/>
                  </a:cubicBezTo>
                  <a:cubicBezTo>
                    <a:pt x="30536" y="75837"/>
                    <a:pt x="24453" y="70338"/>
                    <a:pt x="18121" y="64588"/>
                  </a:cubicBezTo>
                  <a:cubicBezTo>
                    <a:pt x="41535" y="67671"/>
                    <a:pt x="65033" y="72004"/>
                    <a:pt x="88698" y="69921"/>
                  </a:cubicBezTo>
                  <a:cubicBezTo>
                    <a:pt x="89364" y="70837"/>
                    <a:pt x="90448" y="71421"/>
                    <a:pt x="92031" y="71254"/>
                  </a:cubicBezTo>
                  <a:cubicBezTo>
                    <a:pt x="92531" y="71171"/>
                    <a:pt x="92947" y="71171"/>
                    <a:pt x="93447" y="71088"/>
                  </a:cubicBezTo>
                  <a:cubicBezTo>
                    <a:pt x="96447" y="70754"/>
                    <a:pt x="99197" y="67505"/>
                    <a:pt x="97197" y="64588"/>
                  </a:cubicBezTo>
                  <a:cubicBezTo>
                    <a:pt x="93614" y="59422"/>
                    <a:pt x="88781" y="55089"/>
                    <a:pt x="84865" y="50089"/>
                  </a:cubicBezTo>
                  <a:cubicBezTo>
                    <a:pt x="82865" y="47506"/>
                    <a:pt x="77365" y="41757"/>
                    <a:pt x="74616" y="36674"/>
                  </a:cubicBezTo>
                  <a:cubicBezTo>
                    <a:pt x="84865" y="41173"/>
                    <a:pt x="94114" y="47423"/>
                    <a:pt x="103530" y="53423"/>
                  </a:cubicBezTo>
                  <a:cubicBezTo>
                    <a:pt x="106446" y="55256"/>
                    <a:pt x="110112" y="53423"/>
                    <a:pt x="111112" y="50340"/>
                  </a:cubicBezTo>
                  <a:cubicBezTo>
                    <a:pt x="113362" y="43340"/>
                    <a:pt x="115529" y="36340"/>
                    <a:pt x="117445" y="29341"/>
                  </a:cubicBezTo>
                  <a:cubicBezTo>
                    <a:pt x="118195" y="26508"/>
                    <a:pt x="118862" y="23675"/>
                    <a:pt x="119695" y="20925"/>
                  </a:cubicBezTo>
                  <a:cubicBezTo>
                    <a:pt x="120862" y="17009"/>
                    <a:pt x="120528" y="9010"/>
                    <a:pt x="125111" y="12593"/>
                  </a:cubicBezTo>
                  <a:cubicBezTo>
                    <a:pt x="129777" y="16176"/>
                    <a:pt x="128777" y="26425"/>
                    <a:pt x="129361" y="31841"/>
                  </a:cubicBezTo>
                  <a:cubicBezTo>
                    <a:pt x="130277" y="40257"/>
                    <a:pt x="130361" y="47757"/>
                    <a:pt x="129861" y="56172"/>
                  </a:cubicBezTo>
                  <a:cubicBezTo>
                    <a:pt x="129694" y="59172"/>
                    <a:pt x="133194" y="62088"/>
                    <a:pt x="136110" y="60922"/>
                  </a:cubicBezTo>
                  <a:cubicBezTo>
                    <a:pt x="144193" y="57755"/>
                    <a:pt x="150942" y="52173"/>
                    <a:pt x="158358" y="47757"/>
                  </a:cubicBezTo>
                  <a:cubicBezTo>
                    <a:pt x="162358" y="45340"/>
                    <a:pt x="168690" y="40840"/>
                    <a:pt x="174857" y="37924"/>
                  </a:cubicBezTo>
                  <a:cubicBezTo>
                    <a:pt x="167441" y="48090"/>
                    <a:pt x="156858" y="57255"/>
                    <a:pt x="155525" y="68921"/>
                  </a:cubicBezTo>
                  <a:cubicBezTo>
                    <a:pt x="155192" y="72004"/>
                    <a:pt x="158358" y="74504"/>
                    <a:pt x="161108" y="74504"/>
                  </a:cubicBezTo>
                  <a:cubicBezTo>
                    <a:pt x="174023" y="74754"/>
                    <a:pt x="186522" y="73587"/>
                    <a:pt x="199438" y="74920"/>
                  </a:cubicBezTo>
                  <a:cubicBezTo>
                    <a:pt x="206520" y="75671"/>
                    <a:pt x="213520" y="76670"/>
                    <a:pt x="220519" y="78087"/>
                  </a:cubicBezTo>
                  <a:cubicBezTo>
                    <a:pt x="223352" y="78670"/>
                    <a:pt x="228269" y="79087"/>
                    <a:pt x="232685" y="80004"/>
                  </a:cubicBezTo>
                  <a:cubicBezTo>
                    <a:pt x="226269" y="81253"/>
                    <a:pt x="217519" y="81503"/>
                    <a:pt x="215353" y="81753"/>
                  </a:cubicBezTo>
                  <a:lnTo>
                    <a:pt x="215353" y="81753"/>
                  </a:lnTo>
                  <a:close/>
                </a:path>
              </a:pathLst>
            </a:custGeom>
            <a:grpFill/>
            <a:ln w="8332" cap="flat">
              <a:noFill/>
              <a:prstDash val="solid"/>
              <a:miter/>
            </a:ln>
          </p:spPr>
          <p:txBody>
            <a:bodyPr rtlCol="0" anchor="ctr"/>
            <a:lstStyle/>
            <a:p>
              <a:endParaRPr lang="en-US"/>
            </a:p>
          </p:txBody>
        </p:sp>
        <p:sp>
          <p:nvSpPr>
            <p:cNvPr id="2278" name="Freeform: Shape 2277"/>
            <p:cNvSpPr/>
            <p:nvPr/>
          </p:nvSpPr>
          <p:spPr>
            <a:xfrm>
              <a:off x="528891" y="5090776"/>
              <a:ext cx="414937" cy="401130"/>
            </a:xfrm>
            <a:custGeom>
              <a:avLst/>
              <a:gdLst>
                <a:gd name="connsiteX0" fmla="*/ 412545 w 414937"/>
                <a:gd name="connsiteY0" fmla="*/ 182009 h 401130"/>
                <a:gd name="connsiteX1" fmla="*/ 330886 w 414937"/>
                <a:gd name="connsiteY1" fmla="*/ 40938 h 401130"/>
                <a:gd name="connsiteX2" fmla="*/ 181649 w 414937"/>
                <a:gd name="connsiteY2" fmla="*/ 2109 h 401130"/>
                <a:gd name="connsiteX3" fmla="*/ 97823 w 414937"/>
                <a:gd name="connsiteY3" fmla="*/ 34106 h 401130"/>
                <a:gd name="connsiteX4" fmla="*/ 40162 w 414937"/>
                <a:gd name="connsiteY4" fmla="*/ 87685 h 401130"/>
                <a:gd name="connsiteX5" fmla="*/ 5332 w 414937"/>
                <a:gd name="connsiteY5" fmla="*/ 255836 h 401130"/>
                <a:gd name="connsiteX6" fmla="*/ 239727 w 414937"/>
                <a:gd name="connsiteY6" fmla="*/ 400239 h 401130"/>
                <a:gd name="connsiteX7" fmla="*/ 372299 w 414937"/>
                <a:gd name="connsiteY7" fmla="*/ 330329 h 401130"/>
                <a:gd name="connsiteX8" fmla="*/ 408795 w 414937"/>
                <a:gd name="connsiteY8" fmla="*/ 260669 h 401130"/>
                <a:gd name="connsiteX9" fmla="*/ 412545 w 414937"/>
                <a:gd name="connsiteY9" fmla="*/ 182009 h 401130"/>
                <a:gd name="connsiteX10" fmla="*/ 412545 w 414937"/>
                <a:gd name="connsiteY10" fmla="*/ 182009 h 401130"/>
                <a:gd name="connsiteX11" fmla="*/ 380631 w 414937"/>
                <a:gd name="connsiteY11" fmla="*/ 290499 h 401130"/>
                <a:gd name="connsiteX12" fmla="*/ 272141 w 414937"/>
                <a:gd name="connsiteY12" fmla="*/ 380408 h 401130"/>
                <a:gd name="connsiteX13" fmla="*/ 19747 w 414937"/>
                <a:gd name="connsiteY13" fmla="*/ 260169 h 401130"/>
                <a:gd name="connsiteX14" fmla="*/ 48411 w 414937"/>
                <a:gd name="connsiteY14" fmla="*/ 102267 h 401130"/>
                <a:gd name="connsiteX15" fmla="*/ 187149 w 414937"/>
                <a:gd name="connsiteY15" fmla="*/ 15524 h 401130"/>
                <a:gd name="connsiteX16" fmla="*/ 187565 w 414937"/>
                <a:gd name="connsiteY16" fmla="*/ 15358 h 401130"/>
                <a:gd name="connsiteX17" fmla="*/ 292972 w 414937"/>
                <a:gd name="connsiteY17" fmla="*/ 32856 h 401130"/>
                <a:gd name="connsiteX18" fmla="*/ 385297 w 414937"/>
                <a:gd name="connsiteY18" fmla="*/ 140180 h 401130"/>
                <a:gd name="connsiteX19" fmla="*/ 380631 w 414937"/>
                <a:gd name="connsiteY19" fmla="*/ 290499 h 401130"/>
                <a:gd name="connsiteX20" fmla="*/ 380631 w 414937"/>
                <a:gd name="connsiteY20" fmla="*/ 290499 h 401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14937" h="401130">
                  <a:moveTo>
                    <a:pt x="412545" y="182009"/>
                  </a:moveTo>
                  <a:cubicBezTo>
                    <a:pt x="405296" y="128264"/>
                    <a:pt x="372465" y="75519"/>
                    <a:pt x="330886" y="40938"/>
                  </a:cubicBezTo>
                  <a:cubicBezTo>
                    <a:pt x="288723" y="5942"/>
                    <a:pt x="235394" y="-5141"/>
                    <a:pt x="181649" y="2109"/>
                  </a:cubicBezTo>
                  <a:cubicBezTo>
                    <a:pt x="151402" y="6192"/>
                    <a:pt x="122488" y="15774"/>
                    <a:pt x="97823" y="34106"/>
                  </a:cubicBezTo>
                  <a:cubicBezTo>
                    <a:pt x="77159" y="49438"/>
                    <a:pt x="55327" y="66770"/>
                    <a:pt x="40162" y="87685"/>
                  </a:cubicBezTo>
                  <a:cubicBezTo>
                    <a:pt x="5332" y="135847"/>
                    <a:pt x="-8584" y="198091"/>
                    <a:pt x="5332" y="255836"/>
                  </a:cubicBezTo>
                  <a:cubicBezTo>
                    <a:pt x="27746" y="354993"/>
                    <a:pt x="144069" y="408822"/>
                    <a:pt x="239727" y="400239"/>
                  </a:cubicBezTo>
                  <a:cubicBezTo>
                    <a:pt x="292389" y="395573"/>
                    <a:pt x="339718" y="372325"/>
                    <a:pt x="372299" y="330329"/>
                  </a:cubicBezTo>
                  <a:cubicBezTo>
                    <a:pt x="388797" y="309081"/>
                    <a:pt x="401213" y="286416"/>
                    <a:pt x="408795" y="260669"/>
                  </a:cubicBezTo>
                  <a:cubicBezTo>
                    <a:pt x="416295" y="234754"/>
                    <a:pt x="416128" y="208507"/>
                    <a:pt x="412545" y="182009"/>
                  </a:cubicBezTo>
                  <a:lnTo>
                    <a:pt x="412545" y="182009"/>
                  </a:lnTo>
                  <a:close/>
                  <a:moveTo>
                    <a:pt x="380631" y="290499"/>
                  </a:moveTo>
                  <a:cubicBezTo>
                    <a:pt x="357550" y="333579"/>
                    <a:pt x="320303" y="368076"/>
                    <a:pt x="272141" y="380408"/>
                  </a:cubicBezTo>
                  <a:cubicBezTo>
                    <a:pt x="176316" y="404989"/>
                    <a:pt x="50911" y="361660"/>
                    <a:pt x="19747" y="260169"/>
                  </a:cubicBezTo>
                  <a:cubicBezTo>
                    <a:pt x="3915" y="208757"/>
                    <a:pt x="17914" y="145346"/>
                    <a:pt x="48411" y="102267"/>
                  </a:cubicBezTo>
                  <a:cubicBezTo>
                    <a:pt x="82491" y="54187"/>
                    <a:pt x="130904" y="29106"/>
                    <a:pt x="187149" y="15524"/>
                  </a:cubicBezTo>
                  <a:cubicBezTo>
                    <a:pt x="187315" y="15524"/>
                    <a:pt x="187482" y="15441"/>
                    <a:pt x="187565" y="15358"/>
                  </a:cubicBezTo>
                  <a:cubicBezTo>
                    <a:pt x="223729" y="11191"/>
                    <a:pt x="262059" y="16024"/>
                    <a:pt x="292972" y="32856"/>
                  </a:cubicBezTo>
                  <a:cubicBezTo>
                    <a:pt x="334385" y="55520"/>
                    <a:pt x="366382" y="97683"/>
                    <a:pt x="385297" y="140180"/>
                  </a:cubicBezTo>
                  <a:cubicBezTo>
                    <a:pt x="405879" y="187009"/>
                    <a:pt x="404879" y="245337"/>
                    <a:pt x="380631" y="290499"/>
                  </a:cubicBezTo>
                  <a:lnTo>
                    <a:pt x="380631" y="290499"/>
                  </a:lnTo>
                  <a:close/>
                </a:path>
              </a:pathLst>
            </a:custGeom>
            <a:grpFill/>
            <a:ln w="8332" cap="flat">
              <a:noFill/>
              <a:prstDash val="solid"/>
              <a:miter/>
            </a:ln>
          </p:spPr>
          <p:txBody>
            <a:bodyPr rtlCol="0" anchor="ctr"/>
            <a:lstStyle/>
            <a:p>
              <a:endParaRPr lang="en-US"/>
            </a:p>
          </p:txBody>
        </p:sp>
        <p:sp>
          <p:nvSpPr>
            <p:cNvPr id="2279" name="Freeform: Shape 2278"/>
            <p:cNvSpPr/>
            <p:nvPr/>
          </p:nvSpPr>
          <p:spPr>
            <a:xfrm>
              <a:off x="716608" y="5169846"/>
              <a:ext cx="46300" cy="55259"/>
            </a:xfrm>
            <a:custGeom>
              <a:avLst/>
              <a:gdLst>
                <a:gd name="connsiteX0" fmla="*/ 45761 w 46300"/>
                <a:gd name="connsiteY0" fmla="*/ 37028 h 55259"/>
                <a:gd name="connsiteX1" fmla="*/ 25346 w 46300"/>
                <a:gd name="connsiteY1" fmla="*/ 7114 h 55259"/>
                <a:gd name="connsiteX2" fmla="*/ 10514 w 46300"/>
                <a:gd name="connsiteY2" fmla="*/ 1698 h 55259"/>
                <a:gd name="connsiteX3" fmla="*/ 15 w 46300"/>
                <a:gd name="connsiteY3" fmla="*/ 28446 h 55259"/>
                <a:gd name="connsiteX4" fmla="*/ 12680 w 46300"/>
                <a:gd name="connsiteY4" fmla="*/ 54860 h 55259"/>
                <a:gd name="connsiteX5" fmla="*/ 17013 w 46300"/>
                <a:gd name="connsiteY5" fmla="*/ 50527 h 55259"/>
                <a:gd name="connsiteX6" fmla="*/ 11431 w 46300"/>
                <a:gd name="connsiteY6" fmla="*/ 28446 h 55259"/>
                <a:gd name="connsiteX7" fmla="*/ 13514 w 46300"/>
                <a:gd name="connsiteY7" fmla="*/ 15363 h 55259"/>
                <a:gd name="connsiteX8" fmla="*/ 15013 w 46300"/>
                <a:gd name="connsiteY8" fmla="*/ 10530 h 55259"/>
                <a:gd name="connsiteX9" fmla="*/ 19346 w 46300"/>
                <a:gd name="connsiteY9" fmla="*/ 11947 h 55259"/>
                <a:gd name="connsiteX10" fmla="*/ 29512 w 46300"/>
                <a:gd name="connsiteY10" fmla="*/ 28446 h 55259"/>
                <a:gd name="connsiteX11" fmla="*/ 41011 w 46300"/>
                <a:gd name="connsiteY11" fmla="*/ 41861 h 55259"/>
                <a:gd name="connsiteX12" fmla="*/ 45761 w 46300"/>
                <a:gd name="connsiteY12" fmla="*/ 37028 h 55259"/>
                <a:gd name="connsiteX13" fmla="*/ 45761 w 46300"/>
                <a:gd name="connsiteY13" fmla="*/ 37028 h 55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6300" h="55259">
                  <a:moveTo>
                    <a:pt x="45761" y="37028"/>
                  </a:moveTo>
                  <a:cubicBezTo>
                    <a:pt x="38761" y="27112"/>
                    <a:pt x="32262" y="16947"/>
                    <a:pt x="25346" y="7114"/>
                  </a:cubicBezTo>
                  <a:cubicBezTo>
                    <a:pt x="21846" y="2114"/>
                    <a:pt x="16513" y="-2635"/>
                    <a:pt x="10514" y="1698"/>
                  </a:cubicBezTo>
                  <a:cubicBezTo>
                    <a:pt x="3598" y="6697"/>
                    <a:pt x="181" y="20613"/>
                    <a:pt x="15" y="28446"/>
                  </a:cubicBezTo>
                  <a:cubicBezTo>
                    <a:pt x="-235" y="39611"/>
                    <a:pt x="2598" y="49694"/>
                    <a:pt x="12680" y="54860"/>
                  </a:cubicBezTo>
                  <a:cubicBezTo>
                    <a:pt x="15680" y="56360"/>
                    <a:pt x="18263" y="53360"/>
                    <a:pt x="17013" y="50527"/>
                  </a:cubicBezTo>
                  <a:cubicBezTo>
                    <a:pt x="14014" y="43610"/>
                    <a:pt x="11930" y="36028"/>
                    <a:pt x="11431" y="28446"/>
                  </a:cubicBezTo>
                  <a:cubicBezTo>
                    <a:pt x="11097" y="23946"/>
                    <a:pt x="12264" y="19613"/>
                    <a:pt x="13514" y="15363"/>
                  </a:cubicBezTo>
                  <a:cubicBezTo>
                    <a:pt x="14014" y="13697"/>
                    <a:pt x="14514" y="12114"/>
                    <a:pt x="15013" y="10530"/>
                  </a:cubicBezTo>
                  <a:cubicBezTo>
                    <a:pt x="16930" y="8280"/>
                    <a:pt x="18430" y="8780"/>
                    <a:pt x="19346" y="11947"/>
                  </a:cubicBezTo>
                  <a:cubicBezTo>
                    <a:pt x="23679" y="16030"/>
                    <a:pt x="26263" y="23529"/>
                    <a:pt x="29512" y="28446"/>
                  </a:cubicBezTo>
                  <a:cubicBezTo>
                    <a:pt x="32845" y="33445"/>
                    <a:pt x="36178" y="38195"/>
                    <a:pt x="41011" y="41861"/>
                  </a:cubicBezTo>
                  <a:cubicBezTo>
                    <a:pt x="43761" y="43944"/>
                    <a:pt x="47761" y="39861"/>
                    <a:pt x="45761" y="37028"/>
                  </a:cubicBezTo>
                  <a:lnTo>
                    <a:pt x="45761" y="37028"/>
                  </a:lnTo>
                  <a:close/>
                </a:path>
              </a:pathLst>
            </a:custGeom>
            <a:grpFill/>
            <a:ln w="8332" cap="flat">
              <a:noFill/>
              <a:prstDash val="solid"/>
              <a:miter/>
            </a:ln>
          </p:spPr>
          <p:txBody>
            <a:bodyPr rtlCol="0" anchor="ctr"/>
            <a:lstStyle/>
            <a:p>
              <a:endParaRPr lang="en-US"/>
            </a:p>
          </p:txBody>
        </p:sp>
        <p:sp>
          <p:nvSpPr>
            <p:cNvPr id="2280" name="Freeform: Shape 2279"/>
            <p:cNvSpPr/>
            <p:nvPr/>
          </p:nvSpPr>
          <p:spPr>
            <a:xfrm>
              <a:off x="616177" y="5112205"/>
              <a:ext cx="249587" cy="237117"/>
            </a:xfrm>
            <a:custGeom>
              <a:avLst/>
              <a:gdLst>
                <a:gd name="connsiteX0" fmla="*/ 248100 w 249587"/>
                <a:gd name="connsiteY0" fmla="*/ 76171 h 237117"/>
                <a:gd name="connsiteX1" fmla="*/ 208604 w 249587"/>
                <a:gd name="connsiteY1" fmla="*/ 64755 h 237117"/>
                <a:gd name="connsiteX2" fmla="*/ 169441 w 249587"/>
                <a:gd name="connsiteY2" fmla="*/ 63422 h 237117"/>
                <a:gd name="connsiteX3" fmla="*/ 178856 w 249587"/>
                <a:gd name="connsiteY3" fmla="*/ 51756 h 237117"/>
                <a:gd name="connsiteX4" fmla="*/ 190939 w 249587"/>
                <a:gd name="connsiteY4" fmla="*/ 31258 h 237117"/>
                <a:gd name="connsiteX5" fmla="*/ 185689 w 249587"/>
                <a:gd name="connsiteY5" fmla="*/ 24425 h 237117"/>
                <a:gd name="connsiteX6" fmla="*/ 165357 w 249587"/>
                <a:gd name="connsiteY6" fmla="*/ 31841 h 237117"/>
                <a:gd name="connsiteX7" fmla="*/ 139943 w 249587"/>
                <a:gd name="connsiteY7" fmla="*/ 48173 h 237117"/>
                <a:gd name="connsiteX8" fmla="*/ 126861 w 249587"/>
                <a:gd name="connsiteY8" fmla="*/ 1094 h 237117"/>
                <a:gd name="connsiteX9" fmla="*/ 121278 w 249587"/>
                <a:gd name="connsiteY9" fmla="*/ 1094 h 237117"/>
                <a:gd name="connsiteX10" fmla="*/ 103280 w 249587"/>
                <a:gd name="connsiteY10" fmla="*/ 41007 h 237117"/>
                <a:gd name="connsiteX11" fmla="*/ 69866 w 249587"/>
                <a:gd name="connsiteY11" fmla="*/ 24675 h 237117"/>
                <a:gd name="connsiteX12" fmla="*/ 64033 w 249587"/>
                <a:gd name="connsiteY12" fmla="*/ 28008 h 237117"/>
                <a:gd name="connsiteX13" fmla="*/ 86698 w 249587"/>
                <a:gd name="connsiteY13" fmla="*/ 65005 h 237117"/>
                <a:gd name="connsiteX14" fmla="*/ 77449 w 249587"/>
                <a:gd name="connsiteY14" fmla="*/ 62922 h 237117"/>
                <a:gd name="connsiteX15" fmla="*/ 53118 w 249587"/>
                <a:gd name="connsiteY15" fmla="*/ 62255 h 237117"/>
                <a:gd name="connsiteX16" fmla="*/ 6039 w 249587"/>
                <a:gd name="connsiteY16" fmla="*/ 55505 h 237117"/>
                <a:gd name="connsiteX17" fmla="*/ 4122 w 249587"/>
                <a:gd name="connsiteY17" fmla="*/ 62672 h 237117"/>
                <a:gd name="connsiteX18" fmla="*/ 33703 w 249587"/>
                <a:gd name="connsiteY18" fmla="*/ 84336 h 237117"/>
                <a:gd name="connsiteX19" fmla="*/ 65283 w 249587"/>
                <a:gd name="connsiteY19" fmla="*/ 92919 h 237117"/>
                <a:gd name="connsiteX20" fmla="*/ 57201 w 249587"/>
                <a:gd name="connsiteY20" fmla="*/ 96668 h 237117"/>
                <a:gd name="connsiteX21" fmla="*/ 31453 w 249587"/>
                <a:gd name="connsiteY21" fmla="*/ 114167 h 237117"/>
                <a:gd name="connsiteX22" fmla="*/ 9205 w 249587"/>
                <a:gd name="connsiteY22" fmla="*/ 138165 h 237117"/>
                <a:gd name="connsiteX23" fmla="*/ 39 w 249587"/>
                <a:gd name="connsiteY23" fmla="*/ 159830 h 237117"/>
                <a:gd name="connsiteX24" fmla="*/ 7455 w 249587"/>
                <a:gd name="connsiteY24" fmla="*/ 164079 h 237117"/>
                <a:gd name="connsiteX25" fmla="*/ 45618 w 249587"/>
                <a:gd name="connsiteY25" fmla="*/ 142664 h 237117"/>
                <a:gd name="connsiteX26" fmla="*/ 77782 w 249587"/>
                <a:gd name="connsiteY26" fmla="*/ 129166 h 237117"/>
                <a:gd name="connsiteX27" fmla="*/ 53368 w 249587"/>
                <a:gd name="connsiteY27" fmla="*/ 171078 h 237117"/>
                <a:gd name="connsiteX28" fmla="*/ 44618 w 249587"/>
                <a:gd name="connsiteY28" fmla="*/ 232906 h 237117"/>
                <a:gd name="connsiteX29" fmla="*/ 76449 w 249587"/>
                <a:gd name="connsiteY29" fmla="*/ 209575 h 237117"/>
                <a:gd name="connsiteX30" fmla="*/ 101530 w 249587"/>
                <a:gd name="connsiteY30" fmla="*/ 168579 h 237117"/>
                <a:gd name="connsiteX31" fmla="*/ 120112 w 249587"/>
                <a:gd name="connsiteY31" fmla="*/ 137665 h 237117"/>
                <a:gd name="connsiteX32" fmla="*/ 119862 w 249587"/>
                <a:gd name="connsiteY32" fmla="*/ 148581 h 237117"/>
                <a:gd name="connsiteX33" fmla="*/ 123945 w 249587"/>
                <a:gd name="connsiteY33" fmla="*/ 168995 h 237117"/>
                <a:gd name="connsiteX34" fmla="*/ 128278 w 249587"/>
                <a:gd name="connsiteY34" fmla="*/ 186744 h 237117"/>
                <a:gd name="connsiteX35" fmla="*/ 145109 w 249587"/>
                <a:gd name="connsiteY35" fmla="*/ 226823 h 237117"/>
                <a:gd name="connsiteX36" fmla="*/ 165357 w 249587"/>
                <a:gd name="connsiteY36" fmla="*/ 199493 h 237117"/>
                <a:gd name="connsiteX37" fmla="*/ 165607 w 249587"/>
                <a:gd name="connsiteY37" fmla="*/ 157080 h 237117"/>
                <a:gd name="connsiteX38" fmla="*/ 159691 w 249587"/>
                <a:gd name="connsiteY38" fmla="*/ 130749 h 237117"/>
                <a:gd name="connsiteX39" fmla="*/ 207604 w 249587"/>
                <a:gd name="connsiteY39" fmla="*/ 151164 h 237117"/>
                <a:gd name="connsiteX40" fmla="*/ 229935 w 249587"/>
                <a:gd name="connsiteY40" fmla="*/ 170829 h 237117"/>
                <a:gd name="connsiteX41" fmla="*/ 237851 w 249587"/>
                <a:gd name="connsiteY41" fmla="*/ 178661 h 237117"/>
                <a:gd name="connsiteX42" fmla="*/ 243934 w 249587"/>
                <a:gd name="connsiteY42" fmla="*/ 172578 h 237117"/>
                <a:gd name="connsiteX43" fmla="*/ 217269 w 249587"/>
                <a:gd name="connsiteY43" fmla="*/ 126666 h 237117"/>
                <a:gd name="connsiteX44" fmla="*/ 197688 w 249587"/>
                <a:gd name="connsiteY44" fmla="*/ 109751 h 237117"/>
                <a:gd name="connsiteX45" fmla="*/ 177523 w 249587"/>
                <a:gd name="connsiteY45" fmla="*/ 100251 h 237117"/>
                <a:gd name="connsiteX46" fmla="*/ 221686 w 249587"/>
                <a:gd name="connsiteY46" fmla="*/ 90669 h 237117"/>
                <a:gd name="connsiteX47" fmla="*/ 248933 w 249587"/>
                <a:gd name="connsiteY47" fmla="*/ 82337 h 237117"/>
                <a:gd name="connsiteX48" fmla="*/ 248100 w 249587"/>
                <a:gd name="connsiteY48" fmla="*/ 76171 h 237117"/>
                <a:gd name="connsiteX49" fmla="*/ 248100 w 249587"/>
                <a:gd name="connsiteY49" fmla="*/ 76171 h 237117"/>
                <a:gd name="connsiteX50" fmla="*/ 215353 w 249587"/>
                <a:gd name="connsiteY50" fmla="*/ 81753 h 237117"/>
                <a:gd name="connsiteX51" fmla="*/ 192355 w 249587"/>
                <a:gd name="connsiteY51" fmla="*/ 85669 h 237117"/>
                <a:gd name="connsiteX52" fmla="*/ 166107 w 249587"/>
                <a:gd name="connsiteY52" fmla="*/ 96335 h 237117"/>
                <a:gd name="connsiteX53" fmla="*/ 165357 w 249587"/>
                <a:gd name="connsiteY53" fmla="*/ 102418 h 237117"/>
                <a:gd name="connsiteX54" fmla="*/ 173023 w 249587"/>
                <a:gd name="connsiteY54" fmla="*/ 108418 h 237117"/>
                <a:gd name="connsiteX55" fmla="*/ 201104 w 249587"/>
                <a:gd name="connsiteY55" fmla="*/ 125583 h 237117"/>
                <a:gd name="connsiteX56" fmla="*/ 224602 w 249587"/>
                <a:gd name="connsiteY56" fmla="*/ 151580 h 237117"/>
                <a:gd name="connsiteX57" fmla="*/ 207937 w 249587"/>
                <a:gd name="connsiteY57" fmla="*/ 140581 h 237117"/>
                <a:gd name="connsiteX58" fmla="*/ 154942 w 249587"/>
                <a:gd name="connsiteY58" fmla="*/ 120417 h 237117"/>
                <a:gd name="connsiteX59" fmla="*/ 149192 w 249587"/>
                <a:gd name="connsiteY59" fmla="*/ 126166 h 237117"/>
                <a:gd name="connsiteX60" fmla="*/ 155192 w 249587"/>
                <a:gd name="connsiteY60" fmla="*/ 149830 h 237117"/>
                <a:gd name="connsiteX61" fmla="*/ 156858 w 249587"/>
                <a:gd name="connsiteY61" fmla="*/ 184411 h 237117"/>
                <a:gd name="connsiteX62" fmla="*/ 153942 w 249587"/>
                <a:gd name="connsiteY62" fmla="*/ 208742 h 237117"/>
                <a:gd name="connsiteX63" fmla="*/ 152775 w 249587"/>
                <a:gd name="connsiteY63" fmla="*/ 214491 h 237117"/>
                <a:gd name="connsiteX64" fmla="*/ 150026 w 249587"/>
                <a:gd name="connsiteY64" fmla="*/ 217741 h 237117"/>
                <a:gd name="connsiteX65" fmla="*/ 142860 w 249587"/>
                <a:gd name="connsiteY65" fmla="*/ 202326 h 237117"/>
                <a:gd name="connsiteX66" fmla="*/ 134610 w 249587"/>
                <a:gd name="connsiteY66" fmla="*/ 173912 h 237117"/>
                <a:gd name="connsiteX67" fmla="*/ 128444 w 249587"/>
                <a:gd name="connsiteY67" fmla="*/ 145998 h 237117"/>
                <a:gd name="connsiteX68" fmla="*/ 126611 w 249587"/>
                <a:gd name="connsiteY68" fmla="*/ 126499 h 237117"/>
                <a:gd name="connsiteX69" fmla="*/ 120278 w 249587"/>
                <a:gd name="connsiteY69" fmla="*/ 124833 h 237117"/>
                <a:gd name="connsiteX70" fmla="*/ 94531 w 249587"/>
                <a:gd name="connsiteY70" fmla="*/ 161163 h 237117"/>
                <a:gd name="connsiteX71" fmla="*/ 56701 w 249587"/>
                <a:gd name="connsiteY71" fmla="*/ 218991 h 237117"/>
                <a:gd name="connsiteX72" fmla="*/ 53784 w 249587"/>
                <a:gd name="connsiteY72" fmla="*/ 221907 h 237117"/>
                <a:gd name="connsiteX73" fmla="*/ 55451 w 249587"/>
                <a:gd name="connsiteY73" fmla="*/ 204576 h 237117"/>
                <a:gd name="connsiteX74" fmla="*/ 63867 w 249587"/>
                <a:gd name="connsiteY74" fmla="*/ 175495 h 237117"/>
                <a:gd name="connsiteX75" fmla="*/ 98114 w 249587"/>
                <a:gd name="connsiteY75" fmla="*/ 122916 h 237117"/>
                <a:gd name="connsiteX76" fmla="*/ 94614 w 249587"/>
                <a:gd name="connsiteY76" fmla="*/ 114584 h 237117"/>
                <a:gd name="connsiteX77" fmla="*/ 46118 w 249587"/>
                <a:gd name="connsiteY77" fmla="*/ 132832 h 237117"/>
                <a:gd name="connsiteX78" fmla="*/ 13038 w 249587"/>
                <a:gd name="connsiteY78" fmla="*/ 150330 h 237117"/>
                <a:gd name="connsiteX79" fmla="*/ 24703 w 249587"/>
                <a:gd name="connsiteY79" fmla="*/ 135082 h 237117"/>
                <a:gd name="connsiteX80" fmla="*/ 50285 w 249587"/>
                <a:gd name="connsiteY80" fmla="*/ 112667 h 237117"/>
                <a:gd name="connsiteX81" fmla="*/ 76032 w 249587"/>
                <a:gd name="connsiteY81" fmla="*/ 100502 h 237117"/>
                <a:gd name="connsiteX82" fmla="*/ 88864 w 249587"/>
                <a:gd name="connsiteY82" fmla="*/ 94419 h 237117"/>
                <a:gd name="connsiteX83" fmla="*/ 85781 w 249587"/>
                <a:gd name="connsiteY83" fmla="*/ 86919 h 237117"/>
                <a:gd name="connsiteX84" fmla="*/ 39952 w 249587"/>
                <a:gd name="connsiteY84" fmla="*/ 79003 h 237117"/>
                <a:gd name="connsiteX85" fmla="*/ 18121 w 249587"/>
                <a:gd name="connsiteY85" fmla="*/ 64588 h 237117"/>
                <a:gd name="connsiteX86" fmla="*/ 88698 w 249587"/>
                <a:gd name="connsiteY86" fmla="*/ 69921 h 237117"/>
                <a:gd name="connsiteX87" fmla="*/ 92031 w 249587"/>
                <a:gd name="connsiteY87" fmla="*/ 71254 h 237117"/>
                <a:gd name="connsiteX88" fmla="*/ 93447 w 249587"/>
                <a:gd name="connsiteY88" fmla="*/ 71087 h 237117"/>
                <a:gd name="connsiteX89" fmla="*/ 97197 w 249587"/>
                <a:gd name="connsiteY89" fmla="*/ 64588 h 237117"/>
                <a:gd name="connsiteX90" fmla="*/ 84865 w 249587"/>
                <a:gd name="connsiteY90" fmla="*/ 50090 h 237117"/>
                <a:gd name="connsiteX91" fmla="*/ 74616 w 249587"/>
                <a:gd name="connsiteY91" fmla="*/ 36674 h 237117"/>
                <a:gd name="connsiteX92" fmla="*/ 103530 w 249587"/>
                <a:gd name="connsiteY92" fmla="*/ 53422 h 237117"/>
                <a:gd name="connsiteX93" fmla="*/ 111112 w 249587"/>
                <a:gd name="connsiteY93" fmla="*/ 50339 h 237117"/>
                <a:gd name="connsiteX94" fmla="*/ 117445 w 249587"/>
                <a:gd name="connsiteY94" fmla="*/ 29342 h 237117"/>
                <a:gd name="connsiteX95" fmla="*/ 119695 w 249587"/>
                <a:gd name="connsiteY95" fmla="*/ 20926 h 237117"/>
                <a:gd name="connsiteX96" fmla="*/ 125111 w 249587"/>
                <a:gd name="connsiteY96" fmla="*/ 12593 h 237117"/>
                <a:gd name="connsiteX97" fmla="*/ 129361 w 249587"/>
                <a:gd name="connsiteY97" fmla="*/ 31841 h 237117"/>
                <a:gd name="connsiteX98" fmla="*/ 129861 w 249587"/>
                <a:gd name="connsiteY98" fmla="*/ 56172 h 237117"/>
                <a:gd name="connsiteX99" fmla="*/ 136110 w 249587"/>
                <a:gd name="connsiteY99" fmla="*/ 60922 h 237117"/>
                <a:gd name="connsiteX100" fmla="*/ 158358 w 249587"/>
                <a:gd name="connsiteY100" fmla="*/ 47756 h 237117"/>
                <a:gd name="connsiteX101" fmla="*/ 174857 w 249587"/>
                <a:gd name="connsiteY101" fmla="*/ 37924 h 237117"/>
                <a:gd name="connsiteX102" fmla="*/ 155525 w 249587"/>
                <a:gd name="connsiteY102" fmla="*/ 68921 h 237117"/>
                <a:gd name="connsiteX103" fmla="*/ 161108 w 249587"/>
                <a:gd name="connsiteY103" fmla="*/ 74504 h 237117"/>
                <a:gd name="connsiteX104" fmla="*/ 199438 w 249587"/>
                <a:gd name="connsiteY104" fmla="*/ 74921 h 237117"/>
                <a:gd name="connsiteX105" fmla="*/ 220519 w 249587"/>
                <a:gd name="connsiteY105" fmla="*/ 78087 h 237117"/>
                <a:gd name="connsiteX106" fmla="*/ 232685 w 249587"/>
                <a:gd name="connsiteY106" fmla="*/ 80003 h 237117"/>
                <a:gd name="connsiteX107" fmla="*/ 215353 w 249587"/>
                <a:gd name="connsiteY107" fmla="*/ 81753 h 237117"/>
                <a:gd name="connsiteX108" fmla="*/ 215353 w 249587"/>
                <a:gd name="connsiteY108" fmla="*/ 81753 h 237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249587" h="237117">
                  <a:moveTo>
                    <a:pt x="248100" y="76171"/>
                  </a:moveTo>
                  <a:cubicBezTo>
                    <a:pt x="239601" y="67171"/>
                    <a:pt x="220269" y="66338"/>
                    <a:pt x="208604" y="64755"/>
                  </a:cubicBezTo>
                  <a:cubicBezTo>
                    <a:pt x="195355" y="63005"/>
                    <a:pt x="182523" y="63422"/>
                    <a:pt x="169441" y="63422"/>
                  </a:cubicBezTo>
                  <a:cubicBezTo>
                    <a:pt x="172357" y="59255"/>
                    <a:pt x="176940" y="54672"/>
                    <a:pt x="178856" y="51756"/>
                  </a:cubicBezTo>
                  <a:cubicBezTo>
                    <a:pt x="183272" y="45006"/>
                    <a:pt x="188022" y="38840"/>
                    <a:pt x="190939" y="31258"/>
                  </a:cubicBezTo>
                  <a:cubicBezTo>
                    <a:pt x="192355" y="27592"/>
                    <a:pt x="188855" y="24758"/>
                    <a:pt x="185689" y="24425"/>
                  </a:cubicBezTo>
                  <a:cubicBezTo>
                    <a:pt x="178940" y="23675"/>
                    <a:pt x="171107" y="28925"/>
                    <a:pt x="165357" y="31841"/>
                  </a:cubicBezTo>
                  <a:cubicBezTo>
                    <a:pt x="156692" y="36424"/>
                    <a:pt x="148609" y="43257"/>
                    <a:pt x="139943" y="48173"/>
                  </a:cubicBezTo>
                  <a:cubicBezTo>
                    <a:pt x="140193" y="32008"/>
                    <a:pt x="138860" y="11093"/>
                    <a:pt x="126861" y="1094"/>
                  </a:cubicBezTo>
                  <a:cubicBezTo>
                    <a:pt x="125028" y="-406"/>
                    <a:pt x="123028" y="-323"/>
                    <a:pt x="121278" y="1094"/>
                  </a:cubicBezTo>
                  <a:cubicBezTo>
                    <a:pt x="111196" y="9010"/>
                    <a:pt x="107279" y="27508"/>
                    <a:pt x="103280" y="41007"/>
                  </a:cubicBezTo>
                  <a:cubicBezTo>
                    <a:pt x="92781" y="34258"/>
                    <a:pt x="82198" y="27841"/>
                    <a:pt x="69866" y="24675"/>
                  </a:cubicBezTo>
                  <a:cubicBezTo>
                    <a:pt x="67533" y="24092"/>
                    <a:pt x="64533" y="25425"/>
                    <a:pt x="64033" y="28008"/>
                  </a:cubicBezTo>
                  <a:cubicBezTo>
                    <a:pt x="61367" y="41340"/>
                    <a:pt x="77782" y="54422"/>
                    <a:pt x="86698" y="65005"/>
                  </a:cubicBezTo>
                  <a:cubicBezTo>
                    <a:pt x="83615" y="64255"/>
                    <a:pt x="80615" y="63422"/>
                    <a:pt x="77449" y="62922"/>
                  </a:cubicBezTo>
                  <a:cubicBezTo>
                    <a:pt x="69450" y="61505"/>
                    <a:pt x="61200" y="62755"/>
                    <a:pt x="53118" y="62255"/>
                  </a:cubicBezTo>
                  <a:cubicBezTo>
                    <a:pt x="37369" y="61255"/>
                    <a:pt x="21787" y="57089"/>
                    <a:pt x="6039" y="55505"/>
                  </a:cubicBezTo>
                  <a:cubicBezTo>
                    <a:pt x="1956" y="55089"/>
                    <a:pt x="1206" y="60755"/>
                    <a:pt x="4122" y="62672"/>
                  </a:cubicBezTo>
                  <a:cubicBezTo>
                    <a:pt x="14454" y="69421"/>
                    <a:pt x="22287" y="79170"/>
                    <a:pt x="33703" y="84336"/>
                  </a:cubicBezTo>
                  <a:cubicBezTo>
                    <a:pt x="43785" y="88919"/>
                    <a:pt x="54534" y="90919"/>
                    <a:pt x="65283" y="92919"/>
                  </a:cubicBezTo>
                  <a:cubicBezTo>
                    <a:pt x="62533" y="94085"/>
                    <a:pt x="59784" y="95335"/>
                    <a:pt x="57201" y="96668"/>
                  </a:cubicBezTo>
                  <a:cubicBezTo>
                    <a:pt x="48035" y="101418"/>
                    <a:pt x="39119" y="107251"/>
                    <a:pt x="31453" y="114167"/>
                  </a:cubicBezTo>
                  <a:cubicBezTo>
                    <a:pt x="23537" y="121250"/>
                    <a:pt x="14954" y="129166"/>
                    <a:pt x="9205" y="138165"/>
                  </a:cubicBezTo>
                  <a:cubicBezTo>
                    <a:pt x="5539" y="143915"/>
                    <a:pt x="-544" y="152747"/>
                    <a:pt x="39" y="159830"/>
                  </a:cubicBezTo>
                  <a:cubicBezTo>
                    <a:pt x="372" y="163663"/>
                    <a:pt x="3955" y="165746"/>
                    <a:pt x="7455" y="164079"/>
                  </a:cubicBezTo>
                  <a:cubicBezTo>
                    <a:pt x="20537" y="157746"/>
                    <a:pt x="32453" y="149164"/>
                    <a:pt x="45618" y="142664"/>
                  </a:cubicBezTo>
                  <a:cubicBezTo>
                    <a:pt x="56117" y="137498"/>
                    <a:pt x="66783" y="132916"/>
                    <a:pt x="77782" y="129166"/>
                  </a:cubicBezTo>
                  <a:cubicBezTo>
                    <a:pt x="67200" y="141248"/>
                    <a:pt x="59700" y="155996"/>
                    <a:pt x="53368" y="171078"/>
                  </a:cubicBezTo>
                  <a:cubicBezTo>
                    <a:pt x="47285" y="185577"/>
                    <a:pt x="33036" y="218074"/>
                    <a:pt x="44618" y="232906"/>
                  </a:cubicBezTo>
                  <a:cubicBezTo>
                    <a:pt x="56617" y="248405"/>
                    <a:pt x="72283" y="216658"/>
                    <a:pt x="76449" y="209575"/>
                  </a:cubicBezTo>
                  <a:cubicBezTo>
                    <a:pt x="84698" y="195826"/>
                    <a:pt x="93114" y="182244"/>
                    <a:pt x="101530" y="168579"/>
                  </a:cubicBezTo>
                  <a:cubicBezTo>
                    <a:pt x="107113" y="159496"/>
                    <a:pt x="112696" y="146664"/>
                    <a:pt x="120112" y="137665"/>
                  </a:cubicBezTo>
                  <a:cubicBezTo>
                    <a:pt x="120195" y="141414"/>
                    <a:pt x="119528" y="145581"/>
                    <a:pt x="119862" y="148581"/>
                  </a:cubicBezTo>
                  <a:cubicBezTo>
                    <a:pt x="120612" y="155496"/>
                    <a:pt x="122278" y="162246"/>
                    <a:pt x="123945" y="168995"/>
                  </a:cubicBezTo>
                  <a:cubicBezTo>
                    <a:pt x="125361" y="174912"/>
                    <a:pt x="126778" y="180828"/>
                    <a:pt x="128278" y="186744"/>
                  </a:cubicBezTo>
                  <a:cubicBezTo>
                    <a:pt x="131361" y="198576"/>
                    <a:pt x="134777" y="218741"/>
                    <a:pt x="145109" y="226823"/>
                  </a:cubicBezTo>
                  <a:cubicBezTo>
                    <a:pt x="160858" y="239156"/>
                    <a:pt x="164274" y="207825"/>
                    <a:pt x="165357" y="199493"/>
                  </a:cubicBezTo>
                  <a:cubicBezTo>
                    <a:pt x="167274" y="185411"/>
                    <a:pt x="166774" y="171245"/>
                    <a:pt x="165607" y="157080"/>
                  </a:cubicBezTo>
                  <a:cubicBezTo>
                    <a:pt x="164858" y="147831"/>
                    <a:pt x="161775" y="139415"/>
                    <a:pt x="159691" y="130749"/>
                  </a:cubicBezTo>
                  <a:cubicBezTo>
                    <a:pt x="176273" y="134748"/>
                    <a:pt x="193355" y="142581"/>
                    <a:pt x="207604" y="151164"/>
                  </a:cubicBezTo>
                  <a:cubicBezTo>
                    <a:pt x="215936" y="156163"/>
                    <a:pt x="224269" y="162746"/>
                    <a:pt x="229935" y="170829"/>
                  </a:cubicBezTo>
                  <a:cubicBezTo>
                    <a:pt x="232518" y="174495"/>
                    <a:pt x="233101" y="177911"/>
                    <a:pt x="237851" y="178661"/>
                  </a:cubicBezTo>
                  <a:cubicBezTo>
                    <a:pt x="241767" y="179245"/>
                    <a:pt x="244517" y="176578"/>
                    <a:pt x="243934" y="172578"/>
                  </a:cubicBezTo>
                  <a:cubicBezTo>
                    <a:pt x="241101" y="154997"/>
                    <a:pt x="229352" y="139165"/>
                    <a:pt x="217269" y="126666"/>
                  </a:cubicBezTo>
                  <a:cubicBezTo>
                    <a:pt x="211270" y="120500"/>
                    <a:pt x="204771" y="114584"/>
                    <a:pt x="197688" y="109751"/>
                  </a:cubicBezTo>
                  <a:cubicBezTo>
                    <a:pt x="193105" y="106584"/>
                    <a:pt x="183272" y="104001"/>
                    <a:pt x="177523" y="100251"/>
                  </a:cubicBezTo>
                  <a:cubicBezTo>
                    <a:pt x="189855" y="93169"/>
                    <a:pt x="208937" y="92336"/>
                    <a:pt x="221686" y="90669"/>
                  </a:cubicBezTo>
                  <a:cubicBezTo>
                    <a:pt x="230352" y="89503"/>
                    <a:pt x="244517" y="90919"/>
                    <a:pt x="248933" y="82337"/>
                  </a:cubicBezTo>
                  <a:cubicBezTo>
                    <a:pt x="250017" y="80337"/>
                    <a:pt x="249767" y="77920"/>
                    <a:pt x="248100" y="76171"/>
                  </a:cubicBezTo>
                  <a:lnTo>
                    <a:pt x="248100" y="76171"/>
                  </a:lnTo>
                  <a:close/>
                  <a:moveTo>
                    <a:pt x="215353" y="81753"/>
                  </a:moveTo>
                  <a:cubicBezTo>
                    <a:pt x="207604" y="82837"/>
                    <a:pt x="200021" y="84003"/>
                    <a:pt x="192355" y="85669"/>
                  </a:cubicBezTo>
                  <a:cubicBezTo>
                    <a:pt x="182773" y="87753"/>
                    <a:pt x="173773" y="90002"/>
                    <a:pt x="166107" y="96335"/>
                  </a:cubicBezTo>
                  <a:cubicBezTo>
                    <a:pt x="164524" y="97668"/>
                    <a:pt x="164191" y="100751"/>
                    <a:pt x="165357" y="102418"/>
                  </a:cubicBezTo>
                  <a:cubicBezTo>
                    <a:pt x="167607" y="105668"/>
                    <a:pt x="169607" y="106668"/>
                    <a:pt x="173023" y="108418"/>
                  </a:cubicBezTo>
                  <a:cubicBezTo>
                    <a:pt x="183023" y="113667"/>
                    <a:pt x="192355" y="118083"/>
                    <a:pt x="201104" y="125583"/>
                  </a:cubicBezTo>
                  <a:cubicBezTo>
                    <a:pt x="209603" y="132832"/>
                    <a:pt x="218186" y="141665"/>
                    <a:pt x="224602" y="151580"/>
                  </a:cubicBezTo>
                  <a:cubicBezTo>
                    <a:pt x="219436" y="147331"/>
                    <a:pt x="213770" y="143748"/>
                    <a:pt x="207937" y="140581"/>
                  </a:cubicBezTo>
                  <a:cubicBezTo>
                    <a:pt x="191855" y="131999"/>
                    <a:pt x="173023" y="123500"/>
                    <a:pt x="154942" y="120417"/>
                  </a:cubicBezTo>
                  <a:cubicBezTo>
                    <a:pt x="151109" y="119750"/>
                    <a:pt x="148692" y="122500"/>
                    <a:pt x="149192" y="126166"/>
                  </a:cubicBezTo>
                  <a:cubicBezTo>
                    <a:pt x="150276" y="134082"/>
                    <a:pt x="154025" y="141665"/>
                    <a:pt x="155192" y="149830"/>
                  </a:cubicBezTo>
                  <a:cubicBezTo>
                    <a:pt x="156775" y="161080"/>
                    <a:pt x="157275" y="172995"/>
                    <a:pt x="156858" y="184411"/>
                  </a:cubicBezTo>
                  <a:cubicBezTo>
                    <a:pt x="156608" y="192577"/>
                    <a:pt x="155442" y="200659"/>
                    <a:pt x="153942" y="208742"/>
                  </a:cubicBezTo>
                  <a:lnTo>
                    <a:pt x="152775" y="214491"/>
                  </a:lnTo>
                  <a:cubicBezTo>
                    <a:pt x="152942" y="219991"/>
                    <a:pt x="152025" y="221074"/>
                    <a:pt x="150026" y="217741"/>
                  </a:cubicBezTo>
                  <a:cubicBezTo>
                    <a:pt x="146526" y="215741"/>
                    <a:pt x="144193" y="205826"/>
                    <a:pt x="142860" y="202326"/>
                  </a:cubicBezTo>
                  <a:cubicBezTo>
                    <a:pt x="139526" y="193077"/>
                    <a:pt x="137027" y="183494"/>
                    <a:pt x="134610" y="173912"/>
                  </a:cubicBezTo>
                  <a:cubicBezTo>
                    <a:pt x="132277" y="164829"/>
                    <a:pt x="129111" y="155496"/>
                    <a:pt x="128444" y="145998"/>
                  </a:cubicBezTo>
                  <a:cubicBezTo>
                    <a:pt x="127944" y="139082"/>
                    <a:pt x="130444" y="132665"/>
                    <a:pt x="126611" y="126499"/>
                  </a:cubicBezTo>
                  <a:cubicBezTo>
                    <a:pt x="125361" y="124583"/>
                    <a:pt x="122361" y="123333"/>
                    <a:pt x="120278" y="124833"/>
                  </a:cubicBezTo>
                  <a:cubicBezTo>
                    <a:pt x="108946" y="133249"/>
                    <a:pt x="102030" y="149497"/>
                    <a:pt x="94531" y="161163"/>
                  </a:cubicBezTo>
                  <a:cubicBezTo>
                    <a:pt x="82365" y="180245"/>
                    <a:pt x="67283" y="199076"/>
                    <a:pt x="56701" y="218991"/>
                  </a:cubicBezTo>
                  <a:cubicBezTo>
                    <a:pt x="54534" y="223074"/>
                    <a:pt x="56284" y="227574"/>
                    <a:pt x="53784" y="221907"/>
                  </a:cubicBezTo>
                  <a:cubicBezTo>
                    <a:pt x="51618" y="216908"/>
                    <a:pt x="54451" y="209825"/>
                    <a:pt x="55451" y="204576"/>
                  </a:cubicBezTo>
                  <a:cubicBezTo>
                    <a:pt x="57451" y="194743"/>
                    <a:pt x="60284" y="184911"/>
                    <a:pt x="63867" y="175495"/>
                  </a:cubicBezTo>
                  <a:cubicBezTo>
                    <a:pt x="71283" y="156163"/>
                    <a:pt x="81365" y="135748"/>
                    <a:pt x="98114" y="122916"/>
                  </a:cubicBezTo>
                  <a:cubicBezTo>
                    <a:pt x="101863" y="120083"/>
                    <a:pt x="99947" y="112917"/>
                    <a:pt x="94614" y="114584"/>
                  </a:cubicBezTo>
                  <a:cubicBezTo>
                    <a:pt x="77949" y="119750"/>
                    <a:pt x="61950" y="125499"/>
                    <a:pt x="46118" y="132832"/>
                  </a:cubicBezTo>
                  <a:cubicBezTo>
                    <a:pt x="34786" y="138082"/>
                    <a:pt x="24037" y="144497"/>
                    <a:pt x="13038" y="150330"/>
                  </a:cubicBezTo>
                  <a:cubicBezTo>
                    <a:pt x="16538" y="144248"/>
                    <a:pt x="22120" y="137831"/>
                    <a:pt x="24703" y="135082"/>
                  </a:cubicBezTo>
                  <a:cubicBezTo>
                    <a:pt x="32536" y="126749"/>
                    <a:pt x="40619" y="118917"/>
                    <a:pt x="50285" y="112667"/>
                  </a:cubicBezTo>
                  <a:cubicBezTo>
                    <a:pt x="58284" y="107501"/>
                    <a:pt x="66783" y="102668"/>
                    <a:pt x="76032" y="100502"/>
                  </a:cubicBezTo>
                  <a:cubicBezTo>
                    <a:pt x="81532" y="99252"/>
                    <a:pt x="85281" y="99168"/>
                    <a:pt x="88864" y="94419"/>
                  </a:cubicBezTo>
                  <a:cubicBezTo>
                    <a:pt x="90781" y="91836"/>
                    <a:pt x="88781" y="87503"/>
                    <a:pt x="85781" y="86919"/>
                  </a:cubicBezTo>
                  <a:cubicBezTo>
                    <a:pt x="70616" y="83836"/>
                    <a:pt x="54701" y="84003"/>
                    <a:pt x="39952" y="79003"/>
                  </a:cubicBezTo>
                  <a:cubicBezTo>
                    <a:pt x="30536" y="75837"/>
                    <a:pt x="24453" y="70338"/>
                    <a:pt x="18121" y="64588"/>
                  </a:cubicBezTo>
                  <a:cubicBezTo>
                    <a:pt x="41535" y="67671"/>
                    <a:pt x="65033" y="72004"/>
                    <a:pt x="88698" y="69921"/>
                  </a:cubicBezTo>
                  <a:cubicBezTo>
                    <a:pt x="89364" y="70838"/>
                    <a:pt x="90448" y="71421"/>
                    <a:pt x="92031" y="71254"/>
                  </a:cubicBezTo>
                  <a:cubicBezTo>
                    <a:pt x="92531" y="71171"/>
                    <a:pt x="92947" y="71171"/>
                    <a:pt x="93447" y="71087"/>
                  </a:cubicBezTo>
                  <a:cubicBezTo>
                    <a:pt x="96447" y="70754"/>
                    <a:pt x="99197" y="67504"/>
                    <a:pt x="97197" y="64588"/>
                  </a:cubicBezTo>
                  <a:cubicBezTo>
                    <a:pt x="93614" y="59422"/>
                    <a:pt x="88781" y="55089"/>
                    <a:pt x="84865" y="50090"/>
                  </a:cubicBezTo>
                  <a:cubicBezTo>
                    <a:pt x="82865" y="47507"/>
                    <a:pt x="77365" y="41757"/>
                    <a:pt x="74616" y="36674"/>
                  </a:cubicBezTo>
                  <a:cubicBezTo>
                    <a:pt x="84865" y="41174"/>
                    <a:pt x="94114" y="47423"/>
                    <a:pt x="103530" y="53422"/>
                  </a:cubicBezTo>
                  <a:cubicBezTo>
                    <a:pt x="106446" y="55256"/>
                    <a:pt x="110112" y="53422"/>
                    <a:pt x="111112" y="50339"/>
                  </a:cubicBezTo>
                  <a:cubicBezTo>
                    <a:pt x="113362" y="43340"/>
                    <a:pt x="115529" y="36341"/>
                    <a:pt x="117445" y="29342"/>
                  </a:cubicBezTo>
                  <a:cubicBezTo>
                    <a:pt x="118195" y="26508"/>
                    <a:pt x="118862" y="23675"/>
                    <a:pt x="119695" y="20926"/>
                  </a:cubicBezTo>
                  <a:cubicBezTo>
                    <a:pt x="120862" y="17009"/>
                    <a:pt x="120528" y="9010"/>
                    <a:pt x="125111" y="12593"/>
                  </a:cubicBezTo>
                  <a:cubicBezTo>
                    <a:pt x="129777" y="16176"/>
                    <a:pt x="128777" y="26425"/>
                    <a:pt x="129361" y="31841"/>
                  </a:cubicBezTo>
                  <a:cubicBezTo>
                    <a:pt x="130277" y="40257"/>
                    <a:pt x="130361" y="47756"/>
                    <a:pt x="129861" y="56172"/>
                  </a:cubicBezTo>
                  <a:cubicBezTo>
                    <a:pt x="129694" y="59172"/>
                    <a:pt x="133194" y="62089"/>
                    <a:pt x="136110" y="60922"/>
                  </a:cubicBezTo>
                  <a:cubicBezTo>
                    <a:pt x="144193" y="57755"/>
                    <a:pt x="150942" y="52173"/>
                    <a:pt x="158358" y="47756"/>
                  </a:cubicBezTo>
                  <a:cubicBezTo>
                    <a:pt x="162358" y="45340"/>
                    <a:pt x="168690" y="40840"/>
                    <a:pt x="174857" y="37924"/>
                  </a:cubicBezTo>
                  <a:cubicBezTo>
                    <a:pt x="167441" y="48090"/>
                    <a:pt x="156858" y="57339"/>
                    <a:pt x="155525" y="68921"/>
                  </a:cubicBezTo>
                  <a:cubicBezTo>
                    <a:pt x="155192" y="72004"/>
                    <a:pt x="158358" y="74504"/>
                    <a:pt x="161108" y="74504"/>
                  </a:cubicBezTo>
                  <a:cubicBezTo>
                    <a:pt x="174023" y="74754"/>
                    <a:pt x="186522" y="73588"/>
                    <a:pt x="199438" y="74921"/>
                  </a:cubicBezTo>
                  <a:cubicBezTo>
                    <a:pt x="206520" y="75671"/>
                    <a:pt x="213520" y="76671"/>
                    <a:pt x="220519" y="78087"/>
                  </a:cubicBezTo>
                  <a:cubicBezTo>
                    <a:pt x="223352" y="78670"/>
                    <a:pt x="228269" y="79087"/>
                    <a:pt x="232685" y="80003"/>
                  </a:cubicBezTo>
                  <a:cubicBezTo>
                    <a:pt x="226269" y="81253"/>
                    <a:pt x="217519" y="81503"/>
                    <a:pt x="215353" y="81753"/>
                  </a:cubicBezTo>
                  <a:lnTo>
                    <a:pt x="215353" y="81753"/>
                  </a:lnTo>
                  <a:close/>
                </a:path>
              </a:pathLst>
            </a:custGeom>
            <a:grpFill/>
            <a:ln w="8332" cap="flat">
              <a:noFill/>
              <a:prstDash val="solid"/>
              <a:miter/>
            </a:ln>
          </p:spPr>
          <p:txBody>
            <a:bodyPr rtlCol="0" anchor="ctr"/>
            <a:lstStyle/>
            <a:p>
              <a:endParaRPr lang="en-US"/>
            </a:p>
          </p:txBody>
        </p:sp>
        <p:sp>
          <p:nvSpPr>
            <p:cNvPr id="2281" name="Freeform: Shape 2280"/>
            <p:cNvSpPr/>
            <p:nvPr/>
          </p:nvSpPr>
          <p:spPr>
            <a:xfrm>
              <a:off x="4945410" y="4629484"/>
              <a:ext cx="414962" cy="401130"/>
            </a:xfrm>
            <a:custGeom>
              <a:avLst/>
              <a:gdLst>
                <a:gd name="connsiteX0" fmla="*/ 412545 w 414962"/>
                <a:gd name="connsiteY0" fmla="*/ 182009 h 401130"/>
                <a:gd name="connsiteX1" fmla="*/ 330886 w 414962"/>
                <a:gd name="connsiteY1" fmla="*/ 40938 h 401130"/>
                <a:gd name="connsiteX2" fmla="*/ 181649 w 414962"/>
                <a:gd name="connsiteY2" fmla="*/ 2109 h 401130"/>
                <a:gd name="connsiteX3" fmla="*/ 97823 w 414962"/>
                <a:gd name="connsiteY3" fmla="*/ 34106 h 401130"/>
                <a:gd name="connsiteX4" fmla="*/ 40162 w 414962"/>
                <a:gd name="connsiteY4" fmla="*/ 87684 h 401130"/>
                <a:gd name="connsiteX5" fmla="*/ 5332 w 414962"/>
                <a:gd name="connsiteY5" fmla="*/ 255836 h 401130"/>
                <a:gd name="connsiteX6" fmla="*/ 239727 w 414962"/>
                <a:gd name="connsiteY6" fmla="*/ 400239 h 401130"/>
                <a:gd name="connsiteX7" fmla="*/ 372298 w 414962"/>
                <a:gd name="connsiteY7" fmla="*/ 330329 h 401130"/>
                <a:gd name="connsiteX8" fmla="*/ 408795 w 414962"/>
                <a:gd name="connsiteY8" fmla="*/ 260669 h 401130"/>
                <a:gd name="connsiteX9" fmla="*/ 412545 w 414962"/>
                <a:gd name="connsiteY9" fmla="*/ 182009 h 401130"/>
                <a:gd name="connsiteX10" fmla="*/ 412545 w 414962"/>
                <a:gd name="connsiteY10" fmla="*/ 182009 h 401130"/>
                <a:gd name="connsiteX11" fmla="*/ 380631 w 414962"/>
                <a:gd name="connsiteY11" fmla="*/ 290499 h 401130"/>
                <a:gd name="connsiteX12" fmla="*/ 272141 w 414962"/>
                <a:gd name="connsiteY12" fmla="*/ 380408 h 401130"/>
                <a:gd name="connsiteX13" fmla="*/ 19747 w 414962"/>
                <a:gd name="connsiteY13" fmla="*/ 260169 h 401130"/>
                <a:gd name="connsiteX14" fmla="*/ 48411 w 414962"/>
                <a:gd name="connsiteY14" fmla="*/ 102266 h 401130"/>
                <a:gd name="connsiteX15" fmla="*/ 187149 w 414962"/>
                <a:gd name="connsiteY15" fmla="*/ 15524 h 401130"/>
                <a:gd name="connsiteX16" fmla="*/ 187565 w 414962"/>
                <a:gd name="connsiteY16" fmla="*/ 15357 h 401130"/>
                <a:gd name="connsiteX17" fmla="*/ 292973 w 414962"/>
                <a:gd name="connsiteY17" fmla="*/ 32856 h 401130"/>
                <a:gd name="connsiteX18" fmla="*/ 385297 w 414962"/>
                <a:gd name="connsiteY18" fmla="*/ 140180 h 401130"/>
                <a:gd name="connsiteX19" fmla="*/ 380631 w 414962"/>
                <a:gd name="connsiteY19" fmla="*/ 290499 h 401130"/>
                <a:gd name="connsiteX20" fmla="*/ 380631 w 414962"/>
                <a:gd name="connsiteY20" fmla="*/ 290499 h 401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14962" h="401130">
                  <a:moveTo>
                    <a:pt x="412545" y="182009"/>
                  </a:moveTo>
                  <a:cubicBezTo>
                    <a:pt x="405296" y="128264"/>
                    <a:pt x="372465" y="75519"/>
                    <a:pt x="330886" y="40938"/>
                  </a:cubicBezTo>
                  <a:cubicBezTo>
                    <a:pt x="288723" y="5941"/>
                    <a:pt x="235394" y="-5141"/>
                    <a:pt x="181649" y="2109"/>
                  </a:cubicBezTo>
                  <a:cubicBezTo>
                    <a:pt x="151402" y="6192"/>
                    <a:pt x="122488" y="15774"/>
                    <a:pt x="97823" y="34106"/>
                  </a:cubicBezTo>
                  <a:cubicBezTo>
                    <a:pt x="77158" y="49438"/>
                    <a:pt x="55327" y="66770"/>
                    <a:pt x="40162" y="87684"/>
                  </a:cubicBezTo>
                  <a:cubicBezTo>
                    <a:pt x="5332" y="135847"/>
                    <a:pt x="-8584" y="198091"/>
                    <a:pt x="5332" y="255836"/>
                  </a:cubicBezTo>
                  <a:cubicBezTo>
                    <a:pt x="27746" y="354993"/>
                    <a:pt x="144069" y="408822"/>
                    <a:pt x="239727" y="400239"/>
                  </a:cubicBezTo>
                  <a:cubicBezTo>
                    <a:pt x="292389" y="395573"/>
                    <a:pt x="339718" y="372325"/>
                    <a:pt x="372298" y="330329"/>
                  </a:cubicBezTo>
                  <a:cubicBezTo>
                    <a:pt x="388797" y="309081"/>
                    <a:pt x="401213" y="286416"/>
                    <a:pt x="408795" y="260669"/>
                  </a:cubicBezTo>
                  <a:cubicBezTo>
                    <a:pt x="416378" y="234838"/>
                    <a:pt x="416128" y="208507"/>
                    <a:pt x="412545" y="182009"/>
                  </a:cubicBezTo>
                  <a:lnTo>
                    <a:pt x="412545" y="182009"/>
                  </a:lnTo>
                  <a:close/>
                  <a:moveTo>
                    <a:pt x="380631" y="290499"/>
                  </a:moveTo>
                  <a:cubicBezTo>
                    <a:pt x="357550" y="333579"/>
                    <a:pt x="320303" y="368076"/>
                    <a:pt x="272141" y="380408"/>
                  </a:cubicBezTo>
                  <a:cubicBezTo>
                    <a:pt x="176316" y="404989"/>
                    <a:pt x="50911" y="361659"/>
                    <a:pt x="19747" y="260169"/>
                  </a:cubicBezTo>
                  <a:cubicBezTo>
                    <a:pt x="3915" y="208757"/>
                    <a:pt x="17914" y="145346"/>
                    <a:pt x="48411" y="102266"/>
                  </a:cubicBezTo>
                  <a:cubicBezTo>
                    <a:pt x="82491" y="54187"/>
                    <a:pt x="130904" y="29190"/>
                    <a:pt x="187149" y="15524"/>
                  </a:cubicBezTo>
                  <a:cubicBezTo>
                    <a:pt x="187315" y="15441"/>
                    <a:pt x="187482" y="15441"/>
                    <a:pt x="187565" y="15357"/>
                  </a:cubicBezTo>
                  <a:cubicBezTo>
                    <a:pt x="223729" y="11191"/>
                    <a:pt x="262059" y="16024"/>
                    <a:pt x="292973" y="32856"/>
                  </a:cubicBezTo>
                  <a:cubicBezTo>
                    <a:pt x="334385" y="55520"/>
                    <a:pt x="366383" y="97683"/>
                    <a:pt x="385297" y="140180"/>
                  </a:cubicBezTo>
                  <a:cubicBezTo>
                    <a:pt x="405962" y="187009"/>
                    <a:pt x="404879" y="245337"/>
                    <a:pt x="380631" y="290499"/>
                  </a:cubicBezTo>
                  <a:lnTo>
                    <a:pt x="380631" y="290499"/>
                  </a:lnTo>
                  <a:close/>
                </a:path>
              </a:pathLst>
            </a:custGeom>
            <a:grpFill/>
            <a:ln w="8332" cap="flat">
              <a:noFill/>
              <a:prstDash val="solid"/>
              <a:miter/>
            </a:ln>
          </p:spPr>
          <p:txBody>
            <a:bodyPr rtlCol="0" anchor="ctr"/>
            <a:lstStyle/>
            <a:p>
              <a:endParaRPr lang="en-US"/>
            </a:p>
          </p:txBody>
        </p:sp>
        <p:sp>
          <p:nvSpPr>
            <p:cNvPr id="2282" name="Freeform: Shape 2281"/>
            <p:cNvSpPr/>
            <p:nvPr/>
          </p:nvSpPr>
          <p:spPr>
            <a:xfrm>
              <a:off x="5133211" y="4708638"/>
              <a:ext cx="46269" cy="55259"/>
            </a:xfrm>
            <a:custGeom>
              <a:avLst/>
              <a:gdLst>
                <a:gd name="connsiteX0" fmla="*/ 45761 w 46269"/>
                <a:gd name="connsiteY0" fmla="*/ 37028 h 55259"/>
                <a:gd name="connsiteX1" fmla="*/ 25346 w 46269"/>
                <a:gd name="connsiteY1" fmla="*/ 7114 h 55259"/>
                <a:gd name="connsiteX2" fmla="*/ 10514 w 46269"/>
                <a:gd name="connsiteY2" fmla="*/ 1698 h 55259"/>
                <a:gd name="connsiteX3" fmla="*/ 15 w 46269"/>
                <a:gd name="connsiteY3" fmla="*/ 28445 h 55259"/>
                <a:gd name="connsiteX4" fmla="*/ 12680 w 46269"/>
                <a:gd name="connsiteY4" fmla="*/ 54859 h 55259"/>
                <a:gd name="connsiteX5" fmla="*/ 17013 w 46269"/>
                <a:gd name="connsiteY5" fmla="*/ 50527 h 55259"/>
                <a:gd name="connsiteX6" fmla="*/ 11431 w 46269"/>
                <a:gd name="connsiteY6" fmla="*/ 28445 h 55259"/>
                <a:gd name="connsiteX7" fmla="*/ 13514 w 46269"/>
                <a:gd name="connsiteY7" fmla="*/ 15363 h 55259"/>
                <a:gd name="connsiteX8" fmla="*/ 15014 w 46269"/>
                <a:gd name="connsiteY8" fmla="*/ 10530 h 55259"/>
                <a:gd name="connsiteX9" fmla="*/ 19346 w 46269"/>
                <a:gd name="connsiteY9" fmla="*/ 11947 h 55259"/>
                <a:gd name="connsiteX10" fmla="*/ 29512 w 46269"/>
                <a:gd name="connsiteY10" fmla="*/ 28445 h 55259"/>
                <a:gd name="connsiteX11" fmla="*/ 41011 w 46269"/>
                <a:gd name="connsiteY11" fmla="*/ 41860 h 55259"/>
                <a:gd name="connsiteX12" fmla="*/ 45761 w 46269"/>
                <a:gd name="connsiteY12" fmla="*/ 37028 h 55259"/>
                <a:gd name="connsiteX13" fmla="*/ 45761 w 46269"/>
                <a:gd name="connsiteY13" fmla="*/ 37028 h 55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6269" h="55259">
                  <a:moveTo>
                    <a:pt x="45761" y="37028"/>
                  </a:moveTo>
                  <a:cubicBezTo>
                    <a:pt x="38761" y="27196"/>
                    <a:pt x="32262" y="16946"/>
                    <a:pt x="25346" y="7114"/>
                  </a:cubicBezTo>
                  <a:cubicBezTo>
                    <a:pt x="21846" y="2114"/>
                    <a:pt x="16513" y="-2635"/>
                    <a:pt x="10514" y="1698"/>
                  </a:cubicBezTo>
                  <a:cubicBezTo>
                    <a:pt x="3598" y="6697"/>
                    <a:pt x="181" y="20612"/>
                    <a:pt x="15" y="28445"/>
                  </a:cubicBezTo>
                  <a:cubicBezTo>
                    <a:pt x="-235" y="39611"/>
                    <a:pt x="2598" y="49693"/>
                    <a:pt x="12680" y="54859"/>
                  </a:cubicBezTo>
                  <a:cubicBezTo>
                    <a:pt x="15680" y="56360"/>
                    <a:pt x="18263" y="53359"/>
                    <a:pt x="17013" y="50527"/>
                  </a:cubicBezTo>
                  <a:cubicBezTo>
                    <a:pt x="14014" y="43610"/>
                    <a:pt x="11930" y="36028"/>
                    <a:pt x="11431" y="28445"/>
                  </a:cubicBezTo>
                  <a:cubicBezTo>
                    <a:pt x="11097" y="23946"/>
                    <a:pt x="12264" y="19613"/>
                    <a:pt x="13514" y="15363"/>
                  </a:cubicBezTo>
                  <a:cubicBezTo>
                    <a:pt x="14014" y="13696"/>
                    <a:pt x="14514" y="12114"/>
                    <a:pt x="15014" y="10530"/>
                  </a:cubicBezTo>
                  <a:cubicBezTo>
                    <a:pt x="16930" y="8280"/>
                    <a:pt x="18430" y="8780"/>
                    <a:pt x="19346" y="11947"/>
                  </a:cubicBezTo>
                  <a:cubicBezTo>
                    <a:pt x="23679" y="16030"/>
                    <a:pt x="26262" y="23529"/>
                    <a:pt x="29512" y="28445"/>
                  </a:cubicBezTo>
                  <a:cubicBezTo>
                    <a:pt x="32845" y="33445"/>
                    <a:pt x="36178" y="38194"/>
                    <a:pt x="41011" y="41860"/>
                  </a:cubicBezTo>
                  <a:cubicBezTo>
                    <a:pt x="43761" y="43944"/>
                    <a:pt x="47677" y="39777"/>
                    <a:pt x="45761" y="37028"/>
                  </a:cubicBezTo>
                  <a:lnTo>
                    <a:pt x="45761" y="37028"/>
                  </a:lnTo>
                  <a:close/>
                </a:path>
              </a:pathLst>
            </a:custGeom>
            <a:grpFill/>
            <a:ln w="8332" cap="flat">
              <a:noFill/>
              <a:prstDash val="solid"/>
              <a:miter/>
            </a:ln>
          </p:spPr>
          <p:txBody>
            <a:bodyPr rtlCol="0" anchor="ctr"/>
            <a:lstStyle/>
            <a:p>
              <a:endParaRPr lang="en-US"/>
            </a:p>
          </p:txBody>
        </p:sp>
        <p:sp>
          <p:nvSpPr>
            <p:cNvPr id="2283" name="Freeform: Shape 2282"/>
            <p:cNvSpPr/>
            <p:nvPr/>
          </p:nvSpPr>
          <p:spPr>
            <a:xfrm>
              <a:off x="5032695" y="4650914"/>
              <a:ext cx="249588" cy="237117"/>
            </a:xfrm>
            <a:custGeom>
              <a:avLst/>
              <a:gdLst>
                <a:gd name="connsiteX0" fmla="*/ 248100 w 249588"/>
                <a:gd name="connsiteY0" fmla="*/ 76170 h 237117"/>
                <a:gd name="connsiteX1" fmla="*/ 208604 w 249588"/>
                <a:gd name="connsiteY1" fmla="*/ 64755 h 237117"/>
                <a:gd name="connsiteX2" fmla="*/ 169441 w 249588"/>
                <a:gd name="connsiteY2" fmla="*/ 63422 h 237117"/>
                <a:gd name="connsiteX3" fmla="*/ 178856 w 249588"/>
                <a:gd name="connsiteY3" fmla="*/ 51756 h 237117"/>
                <a:gd name="connsiteX4" fmla="*/ 190939 w 249588"/>
                <a:gd name="connsiteY4" fmla="*/ 31258 h 237117"/>
                <a:gd name="connsiteX5" fmla="*/ 185689 w 249588"/>
                <a:gd name="connsiteY5" fmla="*/ 24425 h 237117"/>
                <a:gd name="connsiteX6" fmla="*/ 165358 w 249588"/>
                <a:gd name="connsiteY6" fmla="*/ 31841 h 237117"/>
                <a:gd name="connsiteX7" fmla="*/ 139943 w 249588"/>
                <a:gd name="connsiteY7" fmla="*/ 48173 h 237117"/>
                <a:gd name="connsiteX8" fmla="*/ 126861 w 249588"/>
                <a:gd name="connsiteY8" fmla="*/ 1094 h 237117"/>
                <a:gd name="connsiteX9" fmla="*/ 121279 w 249588"/>
                <a:gd name="connsiteY9" fmla="*/ 1094 h 237117"/>
                <a:gd name="connsiteX10" fmla="*/ 103280 w 249588"/>
                <a:gd name="connsiteY10" fmla="*/ 41007 h 237117"/>
                <a:gd name="connsiteX11" fmla="*/ 69866 w 249588"/>
                <a:gd name="connsiteY11" fmla="*/ 24675 h 237117"/>
                <a:gd name="connsiteX12" fmla="*/ 64034 w 249588"/>
                <a:gd name="connsiteY12" fmla="*/ 28008 h 237117"/>
                <a:gd name="connsiteX13" fmla="*/ 86698 w 249588"/>
                <a:gd name="connsiteY13" fmla="*/ 65005 h 237117"/>
                <a:gd name="connsiteX14" fmla="*/ 77449 w 249588"/>
                <a:gd name="connsiteY14" fmla="*/ 62922 h 237117"/>
                <a:gd name="connsiteX15" fmla="*/ 53118 w 249588"/>
                <a:gd name="connsiteY15" fmla="*/ 62255 h 237117"/>
                <a:gd name="connsiteX16" fmla="*/ 6039 w 249588"/>
                <a:gd name="connsiteY16" fmla="*/ 55506 h 237117"/>
                <a:gd name="connsiteX17" fmla="*/ 4122 w 249588"/>
                <a:gd name="connsiteY17" fmla="*/ 62672 h 237117"/>
                <a:gd name="connsiteX18" fmla="*/ 33703 w 249588"/>
                <a:gd name="connsiteY18" fmla="*/ 84337 h 237117"/>
                <a:gd name="connsiteX19" fmla="*/ 65283 w 249588"/>
                <a:gd name="connsiteY19" fmla="*/ 92919 h 237117"/>
                <a:gd name="connsiteX20" fmla="*/ 57201 w 249588"/>
                <a:gd name="connsiteY20" fmla="*/ 96669 h 237117"/>
                <a:gd name="connsiteX21" fmla="*/ 31453 w 249588"/>
                <a:gd name="connsiteY21" fmla="*/ 114167 h 237117"/>
                <a:gd name="connsiteX22" fmla="*/ 9205 w 249588"/>
                <a:gd name="connsiteY22" fmla="*/ 138165 h 237117"/>
                <a:gd name="connsiteX23" fmla="*/ 39 w 249588"/>
                <a:gd name="connsiteY23" fmla="*/ 159830 h 237117"/>
                <a:gd name="connsiteX24" fmla="*/ 7455 w 249588"/>
                <a:gd name="connsiteY24" fmla="*/ 164079 h 237117"/>
                <a:gd name="connsiteX25" fmla="*/ 45619 w 249588"/>
                <a:gd name="connsiteY25" fmla="*/ 142665 h 237117"/>
                <a:gd name="connsiteX26" fmla="*/ 77782 w 249588"/>
                <a:gd name="connsiteY26" fmla="*/ 129166 h 237117"/>
                <a:gd name="connsiteX27" fmla="*/ 53368 w 249588"/>
                <a:gd name="connsiteY27" fmla="*/ 171079 h 237117"/>
                <a:gd name="connsiteX28" fmla="*/ 44619 w 249588"/>
                <a:gd name="connsiteY28" fmla="*/ 232906 h 237117"/>
                <a:gd name="connsiteX29" fmla="*/ 76449 w 249588"/>
                <a:gd name="connsiteY29" fmla="*/ 209575 h 237117"/>
                <a:gd name="connsiteX30" fmla="*/ 101530 w 249588"/>
                <a:gd name="connsiteY30" fmla="*/ 168579 h 237117"/>
                <a:gd name="connsiteX31" fmla="*/ 120112 w 249588"/>
                <a:gd name="connsiteY31" fmla="*/ 137665 h 237117"/>
                <a:gd name="connsiteX32" fmla="*/ 119862 w 249588"/>
                <a:gd name="connsiteY32" fmla="*/ 148580 h 237117"/>
                <a:gd name="connsiteX33" fmla="*/ 123945 w 249588"/>
                <a:gd name="connsiteY33" fmla="*/ 168995 h 237117"/>
                <a:gd name="connsiteX34" fmla="*/ 128278 w 249588"/>
                <a:gd name="connsiteY34" fmla="*/ 186744 h 237117"/>
                <a:gd name="connsiteX35" fmla="*/ 145110 w 249588"/>
                <a:gd name="connsiteY35" fmla="*/ 226824 h 237117"/>
                <a:gd name="connsiteX36" fmla="*/ 165358 w 249588"/>
                <a:gd name="connsiteY36" fmla="*/ 199493 h 237117"/>
                <a:gd name="connsiteX37" fmla="*/ 165608 w 249588"/>
                <a:gd name="connsiteY37" fmla="*/ 157080 h 237117"/>
                <a:gd name="connsiteX38" fmla="*/ 159692 w 249588"/>
                <a:gd name="connsiteY38" fmla="*/ 130749 h 237117"/>
                <a:gd name="connsiteX39" fmla="*/ 207604 w 249588"/>
                <a:gd name="connsiteY39" fmla="*/ 151164 h 237117"/>
                <a:gd name="connsiteX40" fmla="*/ 229935 w 249588"/>
                <a:gd name="connsiteY40" fmla="*/ 170829 h 237117"/>
                <a:gd name="connsiteX41" fmla="*/ 237851 w 249588"/>
                <a:gd name="connsiteY41" fmla="*/ 178661 h 237117"/>
                <a:gd name="connsiteX42" fmla="*/ 243934 w 249588"/>
                <a:gd name="connsiteY42" fmla="*/ 172578 h 237117"/>
                <a:gd name="connsiteX43" fmla="*/ 217270 w 249588"/>
                <a:gd name="connsiteY43" fmla="*/ 126666 h 237117"/>
                <a:gd name="connsiteX44" fmla="*/ 197688 w 249588"/>
                <a:gd name="connsiteY44" fmla="*/ 109751 h 237117"/>
                <a:gd name="connsiteX45" fmla="*/ 177523 w 249588"/>
                <a:gd name="connsiteY45" fmla="*/ 100252 h 237117"/>
                <a:gd name="connsiteX46" fmla="*/ 221686 w 249588"/>
                <a:gd name="connsiteY46" fmla="*/ 90669 h 237117"/>
                <a:gd name="connsiteX47" fmla="*/ 248934 w 249588"/>
                <a:gd name="connsiteY47" fmla="*/ 82337 h 237117"/>
                <a:gd name="connsiteX48" fmla="*/ 248100 w 249588"/>
                <a:gd name="connsiteY48" fmla="*/ 76170 h 237117"/>
                <a:gd name="connsiteX49" fmla="*/ 248100 w 249588"/>
                <a:gd name="connsiteY49" fmla="*/ 76170 h 237117"/>
                <a:gd name="connsiteX50" fmla="*/ 215270 w 249588"/>
                <a:gd name="connsiteY50" fmla="*/ 81836 h 237117"/>
                <a:gd name="connsiteX51" fmla="*/ 192272 w 249588"/>
                <a:gd name="connsiteY51" fmla="*/ 85753 h 237117"/>
                <a:gd name="connsiteX52" fmla="*/ 166024 w 249588"/>
                <a:gd name="connsiteY52" fmla="*/ 96418 h 237117"/>
                <a:gd name="connsiteX53" fmla="*/ 165274 w 249588"/>
                <a:gd name="connsiteY53" fmla="*/ 102502 h 237117"/>
                <a:gd name="connsiteX54" fmla="*/ 172940 w 249588"/>
                <a:gd name="connsiteY54" fmla="*/ 108501 h 237117"/>
                <a:gd name="connsiteX55" fmla="*/ 201021 w 249588"/>
                <a:gd name="connsiteY55" fmla="*/ 125666 h 237117"/>
                <a:gd name="connsiteX56" fmla="*/ 224519 w 249588"/>
                <a:gd name="connsiteY56" fmla="*/ 151663 h 237117"/>
                <a:gd name="connsiteX57" fmla="*/ 207854 w 249588"/>
                <a:gd name="connsiteY57" fmla="*/ 140665 h 237117"/>
                <a:gd name="connsiteX58" fmla="*/ 154859 w 249588"/>
                <a:gd name="connsiteY58" fmla="*/ 120500 h 237117"/>
                <a:gd name="connsiteX59" fmla="*/ 149109 w 249588"/>
                <a:gd name="connsiteY59" fmla="*/ 126249 h 237117"/>
                <a:gd name="connsiteX60" fmla="*/ 155109 w 249588"/>
                <a:gd name="connsiteY60" fmla="*/ 149914 h 237117"/>
                <a:gd name="connsiteX61" fmla="*/ 156775 w 249588"/>
                <a:gd name="connsiteY61" fmla="*/ 184494 h 237117"/>
                <a:gd name="connsiteX62" fmla="*/ 153859 w 249588"/>
                <a:gd name="connsiteY62" fmla="*/ 208825 h 237117"/>
                <a:gd name="connsiteX63" fmla="*/ 152692 w 249588"/>
                <a:gd name="connsiteY63" fmla="*/ 214575 h 237117"/>
                <a:gd name="connsiteX64" fmla="*/ 149943 w 249588"/>
                <a:gd name="connsiteY64" fmla="*/ 217824 h 237117"/>
                <a:gd name="connsiteX65" fmla="*/ 142776 w 249588"/>
                <a:gd name="connsiteY65" fmla="*/ 202409 h 237117"/>
                <a:gd name="connsiteX66" fmla="*/ 134527 w 249588"/>
                <a:gd name="connsiteY66" fmla="*/ 173995 h 237117"/>
                <a:gd name="connsiteX67" fmla="*/ 128361 w 249588"/>
                <a:gd name="connsiteY67" fmla="*/ 146081 h 237117"/>
                <a:gd name="connsiteX68" fmla="*/ 126528 w 249588"/>
                <a:gd name="connsiteY68" fmla="*/ 126583 h 237117"/>
                <a:gd name="connsiteX69" fmla="*/ 120195 w 249588"/>
                <a:gd name="connsiteY69" fmla="*/ 124916 h 237117"/>
                <a:gd name="connsiteX70" fmla="*/ 94447 w 249588"/>
                <a:gd name="connsiteY70" fmla="*/ 161246 h 237117"/>
                <a:gd name="connsiteX71" fmla="*/ 56618 w 249588"/>
                <a:gd name="connsiteY71" fmla="*/ 219074 h 237117"/>
                <a:gd name="connsiteX72" fmla="*/ 53701 w 249588"/>
                <a:gd name="connsiteY72" fmla="*/ 221991 h 237117"/>
                <a:gd name="connsiteX73" fmla="*/ 55367 w 249588"/>
                <a:gd name="connsiteY73" fmla="*/ 204659 h 237117"/>
                <a:gd name="connsiteX74" fmla="*/ 63783 w 249588"/>
                <a:gd name="connsiteY74" fmla="*/ 175578 h 237117"/>
                <a:gd name="connsiteX75" fmla="*/ 98030 w 249588"/>
                <a:gd name="connsiteY75" fmla="*/ 122999 h 237117"/>
                <a:gd name="connsiteX76" fmla="*/ 94531 w 249588"/>
                <a:gd name="connsiteY76" fmla="*/ 114667 h 237117"/>
                <a:gd name="connsiteX77" fmla="*/ 46035 w 249588"/>
                <a:gd name="connsiteY77" fmla="*/ 132915 h 237117"/>
                <a:gd name="connsiteX78" fmla="*/ 12955 w 249588"/>
                <a:gd name="connsiteY78" fmla="*/ 150414 h 237117"/>
                <a:gd name="connsiteX79" fmla="*/ 24620 w 249588"/>
                <a:gd name="connsiteY79" fmla="*/ 135165 h 237117"/>
                <a:gd name="connsiteX80" fmla="*/ 50201 w 249588"/>
                <a:gd name="connsiteY80" fmla="*/ 112750 h 237117"/>
                <a:gd name="connsiteX81" fmla="*/ 75949 w 249588"/>
                <a:gd name="connsiteY81" fmla="*/ 100585 h 237117"/>
                <a:gd name="connsiteX82" fmla="*/ 88781 w 249588"/>
                <a:gd name="connsiteY82" fmla="*/ 94502 h 237117"/>
                <a:gd name="connsiteX83" fmla="*/ 85698 w 249588"/>
                <a:gd name="connsiteY83" fmla="*/ 87003 h 237117"/>
                <a:gd name="connsiteX84" fmla="*/ 39869 w 249588"/>
                <a:gd name="connsiteY84" fmla="*/ 79087 h 237117"/>
                <a:gd name="connsiteX85" fmla="*/ 18038 w 249588"/>
                <a:gd name="connsiteY85" fmla="*/ 64671 h 237117"/>
                <a:gd name="connsiteX86" fmla="*/ 88614 w 249588"/>
                <a:gd name="connsiteY86" fmla="*/ 70004 h 237117"/>
                <a:gd name="connsiteX87" fmla="*/ 91948 w 249588"/>
                <a:gd name="connsiteY87" fmla="*/ 71338 h 237117"/>
                <a:gd name="connsiteX88" fmla="*/ 93364 w 249588"/>
                <a:gd name="connsiteY88" fmla="*/ 71171 h 237117"/>
                <a:gd name="connsiteX89" fmla="*/ 97114 w 249588"/>
                <a:gd name="connsiteY89" fmla="*/ 64671 h 237117"/>
                <a:gd name="connsiteX90" fmla="*/ 84782 w 249588"/>
                <a:gd name="connsiteY90" fmla="*/ 50173 h 237117"/>
                <a:gd name="connsiteX91" fmla="*/ 74532 w 249588"/>
                <a:gd name="connsiteY91" fmla="*/ 36757 h 237117"/>
                <a:gd name="connsiteX92" fmla="*/ 103447 w 249588"/>
                <a:gd name="connsiteY92" fmla="*/ 53506 h 237117"/>
                <a:gd name="connsiteX93" fmla="*/ 111029 w 249588"/>
                <a:gd name="connsiteY93" fmla="*/ 50423 h 237117"/>
                <a:gd name="connsiteX94" fmla="*/ 117362 w 249588"/>
                <a:gd name="connsiteY94" fmla="*/ 29425 h 237117"/>
                <a:gd name="connsiteX95" fmla="*/ 119612 w 249588"/>
                <a:gd name="connsiteY95" fmla="*/ 21009 h 237117"/>
                <a:gd name="connsiteX96" fmla="*/ 125028 w 249588"/>
                <a:gd name="connsiteY96" fmla="*/ 12676 h 237117"/>
                <a:gd name="connsiteX97" fmla="*/ 129277 w 249588"/>
                <a:gd name="connsiteY97" fmla="*/ 31924 h 237117"/>
                <a:gd name="connsiteX98" fmla="*/ 129777 w 249588"/>
                <a:gd name="connsiteY98" fmla="*/ 56256 h 237117"/>
                <a:gd name="connsiteX99" fmla="*/ 136027 w 249588"/>
                <a:gd name="connsiteY99" fmla="*/ 61005 h 237117"/>
                <a:gd name="connsiteX100" fmla="*/ 158275 w 249588"/>
                <a:gd name="connsiteY100" fmla="*/ 47840 h 237117"/>
                <a:gd name="connsiteX101" fmla="*/ 174774 w 249588"/>
                <a:gd name="connsiteY101" fmla="*/ 38007 h 237117"/>
                <a:gd name="connsiteX102" fmla="*/ 155442 w 249588"/>
                <a:gd name="connsiteY102" fmla="*/ 69004 h 237117"/>
                <a:gd name="connsiteX103" fmla="*/ 161025 w 249588"/>
                <a:gd name="connsiteY103" fmla="*/ 74587 h 237117"/>
                <a:gd name="connsiteX104" fmla="*/ 199355 w 249588"/>
                <a:gd name="connsiteY104" fmla="*/ 75004 h 237117"/>
                <a:gd name="connsiteX105" fmla="*/ 220436 w 249588"/>
                <a:gd name="connsiteY105" fmla="*/ 78171 h 237117"/>
                <a:gd name="connsiteX106" fmla="*/ 232602 w 249588"/>
                <a:gd name="connsiteY106" fmla="*/ 80087 h 237117"/>
                <a:gd name="connsiteX107" fmla="*/ 215270 w 249588"/>
                <a:gd name="connsiteY107" fmla="*/ 81836 h 237117"/>
                <a:gd name="connsiteX108" fmla="*/ 215270 w 249588"/>
                <a:gd name="connsiteY108" fmla="*/ 81836 h 237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249588" h="237117">
                  <a:moveTo>
                    <a:pt x="248100" y="76170"/>
                  </a:moveTo>
                  <a:cubicBezTo>
                    <a:pt x="239601" y="67171"/>
                    <a:pt x="220270" y="66338"/>
                    <a:pt x="208604" y="64755"/>
                  </a:cubicBezTo>
                  <a:cubicBezTo>
                    <a:pt x="195355" y="63005"/>
                    <a:pt x="182523" y="63422"/>
                    <a:pt x="169441" y="63422"/>
                  </a:cubicBezTo>
                  <a:cubicBezTo>
                    <a:pt x="172357" y="59255"/>
                    <a:pt x="176940" y="54673"/>
                    <a:pt x="178856" y="51756"/>
                  </a:cubicBezTo>
                  <a:cubicBezTo>
                    <a:pt x="183273" y="45007"/>
                    <a:pt x="188023" y="38841"/>
                    <a:pt x="190939" y="31258"/>
                  </a:cubicBezTo>
                  <a:cubicBezTo>
                    <a:pt x="192355" y="27592"/>
                    <a:pt x="188856" y="24758"/>
                    <a:pt x="185689" y="24425"/>
                  </a:cubicBezTo>
                  <a:cubicBezTo>
                    <a:pt x="178940" y="23675"/>
                    <a:pt x="171107" y="28841"/>
                    <a:pt x="165358" y="31841"/>
                  </a:cubicBezTo>
                  <a:cubicBezTo>
                    <a:pt x="156692" y="36424"/>
                    <a:pt x="148609" y="43257"/>
                    <a:pt x="139943" y="48173"/>
                  </a:cubicBezTo>
                  <a:cubicBezTo>
                    <a:pt x="140193" y="32008"/>
                    <a:pt x="138860" y="11093"/>
                    <a:pt x="126861" y="1094"/>
                  </a:cubicBezTo>
                  <a:cubicBezTo>
                    <a:pt x="125028" y="-406"/>
                    <a:pt x="123028" y="-323"/>
                    <a:pt x="121279" y="1094"/>
                  </a:cubicBezTo>
                  <a:cubicBezTo>
                    <a:pt x="111196" y="9010"/>
                    <a:pt x="107280" y="27508"/>
                    <a:pt x="103280" y="41007"/>
                  </a:cubicBezTo>
                  <a:cubicBezTo>
                    <a:pt x="92781" y="34258"/>
                    <a:pt x="82199" y="27925"/>
                    <a:pt x="69866" y="24675"/>
                  </a:cubicBezTo>
                  <a:cubicBezTo>
                    <a:pt x="67533" y="24092"/>
                    <a:pt x="64534" y="25425"/>
                    <a:pt x="64034" y="28008"/>
                  </a:cubicBezTo>
                  <a:cubicBezTo>
                    <a:pt x="61367" y="41340"/>
                    <a:pt x="77782" y="54422"/>
                    <a:pt x="86698" y="65005"/>
                  </a:cubicBezTo>
                  <a:cubicBezTo>
                    <a:pt x="83615" y="64255"/>
                    <a:pt x="80615" y="63422"/>
                    <a:pt x="77449" y="62922"/>
                  </a:cubicBezTo>
                  <a:cubicBezTo>
                    <a:pt x="69450" y="61505"/>
                    <a:pt x="61200" y="62755"/>
                    <a:pt x="53118" y="62255"/>
                  </a:cubicBezTo>
                  <a:cubicBezTo>
                    <a:pt x="37369" y="61255"/>
                    <a:pt x="21787" y="57089"/>
                    <a:pt x="6039" y="55506"/>
                  </a:cubicBezTo>
                  <a:cubicBezTo>
                    <a:pt x="1956" y="55089"/>
                    <a:pt x="1206" y="60755"/>
                    <a:pt x="4122" y="62672"/>
                  </a:cubicBezTo>
                  <a:cubicBezTo>
                    <a:pt x="14455" y="69421"/>
                    <a:pt x="22287" y="79170"/>
                    <a:pt x="33703" y="84337"/>
                  </a:cubicBezTo>
                  <a:cubicBezTo>
                    <a:pt x="43785" y="88919"/>
                    <a:pt x="54534" y="90919"/>
                    <a:pt x="65283" y="92919"/>
                  </a:cubicBezTo>
                  <a:cubicBezTo>
                    <a:pt x="62533" y="94086"/>
                    <a:pt x="59784" y="95336"/>
                    <a:pt x="57201" y="96669"/>
                  </a:cubicBezTo>
                  <a:cubicBezTo>
                    <a:pt x="48035" y="101335"/>
                    <a:pt x="39119" y="107251"/>
                    <a:pt x="31453" y="114167"/>
                  </a:cubicBezTo>
                  <a:cubicBezTo>
                    <a:pt x="23537" y="121250"/>
                    <a:pt x="14955" y="129166"/>
                    <a:pt x="9205" y="138165"/>
                  </a:cubicBezTo>
                  <a:cubicBezTo>
                    <a:pt x="5539" y="143914"/>
                    <a:pt x="-544" y="152747"/>
                    <a:pt x="39" y="159830"/>
                  </a:cubicBezTo>
                  <a:cubicBezTo>
                    <a:pt x="373" y="163662"/>
                    <a:pt x="3956" y="165746"/>
                    <a:pt x="7455" y="164079"/>
                  </a:cubicBezTo>
                  <a:cubicBezTo>
                    <a:pt x="20537" y="157747"/>
                    <a:pt x="32453" y="149164"/>
                    <a:pt x="45619" y="142665"/>
                  </a:cubicBezTo>
                  <a:cubicBezTo>
                    <a:pt x="56118" y="137499"/>
                    <a:pt x="66783" y="132915"/>
                    <a:pt x="77782" y="129166"/>
                  </a:cubicBezTo>
                  <a:cubicBezTo>
                    <a:pt x="67200" y="141248"/>
                    <a:pt x="59701" y="155997"/>
                    <a:pt x="53368" y="171079"/>
                  </a:cubicBezTo>
                  <a:cubicBezTo>
                    <a:pt x="47285" y="185577"/>
                    <a:pt x="33036" y="218074"/>
                    <a:pt x="44619" y="232906"/>
                  </a:cubicBezTo>
                  <a:cubicBezTo>
                    <a:pt x="56618" y="248405"/>
                    <a:pt x="72283" y="216658"/>
                    <a:pt x="76449" y="209575"/>
                  </a:cubicBezTo>
                  <a:cubicBezTo>
                    <a:pt x="84698" y="195827"/>
                    <a:pt x="93114" y="182244"/>
                    <a:pt x="101530" y="168579"/>
                  </a:cubicBezTo>
                  <a:cubicBezTo>
                    <a:pt x="107113" y="159496"/>
                    <a:pt x="112696" y="146664"/>
                    <a:pt x="120112" y="137665"/>
                  </a:cubicBezTo>
                  <a:cubicBezTo>
                    <a:pt x="120195" y="141415"/>
                    <a:pt x="119528" y="145581"/>
                    <a:pt x="119862" y="148580"/>
                  </a:cubicBezTo>
                  <a:cubicBezTo>
                    <a:pt x="120612" y="155497"/>
                    <a:pt x="122278" y="162246"/>
                    <a:pt x="123945" y="168995"/>
                  </a:cubicBezTo>
                  <a:cubicBezTo>
                    <a:pt x="125361" y="174912"/>
                    <a:pt x="126778" y="180828"/>
                    <a:pt x="128278" y="186744"/>
                  </a:cubicBezTo>
                  <a:cubicBezTo>
                    <a:pt x="131361" y="198576"/>
                    <a:pt x="134777" y="218741"/>
                    <a:pt x="145110" y="226824"/>
                  </a:cubicBezTo>
                  <a:cubicBezTo>
                    <a:pt x="160858" y="239156"/>
                    <a:pt x="164274" y="207826"/>
                    <a:pt x="165358" y="199493"/>
                  </a:cubicBezTo>
                  <a:cubicBezTo>
                    <a:pt x="167274" y="185327"/>
                    <a:pt x="166774" y="171245"/>
                    <a:pt x="165608" y="157080"/>
                  </a:cubicBezTo>
                  <a:cubicBezTo>
                    <a:pt x="164858" y="147831"/>
                    <a:pt x="161775" y="139415"/>
                    <a:pt x="159692" y="130749"/>
                  </a:cubicBezTo>
                  <a:cubicBezTo>
                    <a:pt x="176273" y="134749"/>
                    <a:pt x="193355" y="142581"/>
                    <a:pt x="207604" y="151164"/>
                  </a:cubicBezTo>
                  <a:cubicBezTo>
                    <a:pt x="215937" y="156163"/>
                    <a:pt x="224269" y="162746"/>
                    <a:pt x="229935" y="170829"/>
                  </a:cubicBezTo>
                  <a:cubicBezTo>
                    <a:pt x="232518" y="174495"/>
                    <a:pt x="233102" y="177911"/>
                    <a:pt x="237851" y="178661"/>
                  </a:cubicBezTo>
                  <a:cubicBezTo>
                    <a:pt x="241767" y="179244"/>
                    <a:pt x="244517" y="176578"/>
                    <a:pt x="243934" y="172578"/>
                  </a:cubicBezTo>
                  <a:cubicBezTo>
                    <a:pt x="241101" y="154997"/>
                    <a:pt x="229352" y="139165"/>
                    <a:pt x="217270" y="126666"/>
                  </a:cubicBezTo>
                  <a:cubicBezTo>
                    <a:pt x="211270" y="120500"/>
                    <a:pt x="204771" y="114584"/>
                    <a:pt x="197688" y="109751"/>
                  </a:cubicBezTo>
                  <a:cubicBezTo>
                    <a:pt x="193105" y="106584"/>
                    <a:pt x="183273" y="104001"/>
                    <a:pt x="177523" y="100252"/>
                  </a:cubicBezTo>
                  <a:cubicBezTo>
                    <a:pt x="189856" y="93169"/>
                    <a:pt x="208937" y="92336"/>
                    <a:pt x="221686" y="90669"/>
                  </a:cubicBezTo>
                  <a:cubicBezTo>
                    <a:pt x="230352" y="89503"/>
                    <a:pt x="244517" y="90919"/>
                    <a:pt x="248934" y="82337"/>
                  </a:cubicBezTo>
                  <a:cubicBezTo>
                    <a:pt x="250017" y="80337"/>
                    <a:pt x="249767" y="77920"/>
                    <a:pt x="248100" y="76170"/>
                  </a:cubicBezTo>
                  <a:lnTo>
                    <a:pt x="248100" y="76170"/>
                  </a:lnTo>
                  <a:close/>
                  <a:moveTo>
                    <a:pt x="215270" y="81836"/>
                  </a:moveTo>
                  <a:cubicBezTo>
                    <a:pt x="207521" y="82920"/>
                    <a:pt x="199938" y="84086"/>
                    <a:pt x="192272" y="85753"/>
                  </a:cubicBezTo>
                  <a:cubicBezTo>
                    <a:pt x="182690" y="87836"/>
                    <a:pt x="173690" y="90086"/>
                    <a:pt x="166024" y="96418"/>
                  </a:cubicBezTo>
                  <a:cubicBezTo>
                    <a:pt x="164441" y="97752"/>
                    <a:pt x="164108" y="100752"/>
                    <a:pt x="165274" y="102502"/>
                  </a:cubicBezTo>
                  <a:cubicBezTo>
                    <a:pt x="167524" y="105751"/>
                    <a:pt x="169524" y="106751"/>
                    <a:pt x="172940" y="108501"/>
                  </a:cubicBezTo>
                  <a:cubicBezTo>
                    <a:pt x="182939" y="113750"/>
                    <a:pt x="192272" y="118167"/>
                    <a:pt x="201021" y="125666"/>
                  </a:cubicBezTo>
                  <a:cubicBezTo>
                    <a:pt x="209520" y="132915"/>
                    <a:pt x="218103" y="141748"/>
                    <a:pt x="224519" y="151663"/>
                  </a:cubicBezTo>
                  <a:cubicBezTo>
                    <a:pt x="219353" y="147414"/>
                    <a:pt x="213687" y="143831"/>
                    <a:pt x="207854" y="140665"/>
                  </a:cubicBezTo>
                  <a:cubicBezTo>
                    <a:pt x="191772" y="132082"/>
                    <a:pt x="172940" y="123583"/>
                    <a:pt x="154859" y="120500"/>
                  </a:cubicBezTo>
                  <a:cubicBezTo>
                    <a:pt x="151026" y="119833"/>
                    <a:pt x="148609" y="122583"/>
                    <a:pt x="149109" y="126249"/>
                  </a:cubicBezTo>
                  <a:cubicBezTo>
                    <a:pt x="150192" y="134165"/>
                    <a:pt x="153942" y="141748"/>
                    <a:pt x="155109" y="149914"/>
                  </a:cubicBezTo>
                  <a:cubicBezTo>
                    <a:pt x="156692" y="161163"/>
                    <a:pt x="157192" y="173078"/>
                    <a:pt x="156775" y="184494"/>
                  </a:cubicBezTo>
                  <a:cubicBezTo>
                    <a:pt x="156525" y="192660"/>
                    <a:pt x="155358" y="200743"/>
                    <a:pt x="153859" y="208825"/>
                  </a:cubicBezTo>
                  <a:lnTo>
                    <a:pt x="152692" y="214575"/>
                  </a:lnTo>
                  <a:cubicBezTo>
                    <a:pt x="152859" y="220074"/>
                    <a:pt x="151942" y="221157"/>
                    <a:pt x="149943" y="217824"/>
                  </a:cubicBezTo>
                  <a:cubicBezTo>
                    <a:pt x="146443" y="215824"/>
                    <a:pt x="144110" y="205909"/>
                    <a:pt x="142776" y="202409"/>
                  </a:cubicBezTo>
                  <a:cubicBezTo>
                    <a:pt x="139443" y="193160"/>
                    <a:pt x="136944" y="183577"/>
                    <a:pt x="134527" y="173995"/>
                  </a:cubicBezTo>
                  <a:cubicBezTo>
                    <a:pt x="132194" y="164913"/>
                    <a:pt x="129028" y="155580"/>
                    <a:pt x="128361" y="146081"/>
                  </a:cubicBezTo>
                  <a:cubicBezTo>
                    <a:pt x="127861" y="139165"/>
                    <a:pt x="130361" y="132749"/>
                    <a:pt x="126528" y="126583"/>
                  </a:cubicBezTo>
                  <a:cubicBezTo>
                    <a:pt x="125278" y="124666"/>
                    <a:pt x="122278" y="123416"/>
                    <a:pt x="120195" y="124916"/>
                  </a:cubicBezTo>
                  <a:cubicBezTo>
                    <a:pt x="108863" y="133332"/>
                    <a:pt x="101947" y="149580"/>
                    <a:pt x="94447" y="161246"/>
                  </a:cubicBezTo>
                  <a:cubicBezTo>
                    <a:pt x="82282" y="180328"/>
                    <a:pt x="67200" y="199159"/>
                    <a:pt x="56618" y="219074"/>
                  </a:cubicBezTo>
                  <a:cubicBezTo>
                    <a:pt x="54451" y="223157"/>
                    <a:pt x="56201" y="227657"/>
                    <a:pt x="53701" y="221991"/>
                  </a:cubicBezTo>
                  <a:cubicBezTo>
                    <a:pt x="51535" y="216991"/>
                    <a:pt x="54368" y="209909"/>
                    <a:pt x="55367" y="204659"/>
                  </a:cubicBezTo>
                  <a:cubicBezTo>
                    <a:pt x="57367" y="194827"/>
                    <a:pt x="60201" y="184994"/>
                    <a:pt x="63783" y="175578"/>
                  </a:cubicBezTo>
                  <a:cubicBezTo>
                    <a:pt x="71200" y="156247"/>
                    <a:pt x="81282" y="135832"/>
                    <a:pt x="98030" y="122999"/>
                  </a:cubicBezTo>
                  <a:cubicBezTo>
                    <a:pt x="101780" y="120167"/>
                    <a:pt x="99864" y="113001"/>
                    <a:pt x="94531" y="114667"/>
                  </a:cubicBezTo>
                  <a:cubicBezTo>
                    <a:pt x="77866" y="119833"/>
                    <a:pt x="61867" y="125582"/>
                    <a:pt x="46035" y="132915"/>
                  </a:cubicBezTo>
                  <a:cubicBezTo>
                    <a:pt x="34703" y="138165"/>
                    <a:pt x="23954" y="144581"/>
                    <a:pt x="12955" y="150414"/>
                  </a:cubicBezTo>
                  <a:cubicBezTo>
                    <a:pt x="16454" y="144331"/>
                    <a:pt x="22037" y="137915"/>
                    <a:pt x="24620" y="135165"/>
                  </a:cubicBezTo>
                  <a:cubicBezTo>
                    <a:pt x="32453" y="126833"/>
                    <a:pt x="40536" y="119000"/>
                    <a:pt x="50201" y="112750"/>
                  </a:cubicBezTo>
                  <a:cubicBezTo>
                    <a:pt x="58201" y="107584"/>
                    <a:pt x="66700" y="102751"/>
                    <a:pt x="75949" y="100585"/>
                  </a:cubicBezTo>
                  <a:cubicBezTo>
                    <a:pt x="81449" y="99335"/>
                    <a:pt x="85198" y="99252"/>
                    <a:pt x="88781" y="94502"/>
                  </a:cubicBezTo>
                  <a:cubicBezTo>
                    <a:pt x="90698" y="91919"/>
                    <a:pt x="88698" y="87586"/>
                    <a:pt x="85698" y="87003"/>
                  </a:cubicBezTo>
                  <a:cubicBezTo>
                    <a:pt x="70533" y="83920"/>
                    <a:pt x="54618" y="84086"/>
                    <a:pt x="39869" y="79087"/>
                  </a:cubicBezTo>
                  <a:cubicBezTo>
                    <a:pt x="30453" y="75921"/>
                    <a:pt x="24371" y="70421"/>
                    <a:pt x="18038" y="64671"/>
                  </a:cubicBezTo>
                  <a:cubicBezTo>
                    <a:pt x="41452" y="67755"/>
                    <a:pt x="64950" y="72087"/>
                    <a:pt x="88614" y="70004"/>
                  </a:cubicBezTo>
                  <a:cubicBezTo>
                    <a:pt x="89281" y="70921"/>
                    <a:pt x="90364" y="71504"/>
                    <a:pt x="91948" y="71338"/>
                  </a:cubicBezTo>
                  <a:cubicBezTo>
                    <a:pt x="92448" y="71254"/>
                    <a:pt x="92864" y="71254"/>
                    <a:pt x="93364" y="71171"/>
                  </a:cubicBezTo>
                  <a:cubicBezTo>
                    <a:pt x="96364" y="70921"/>
                    <a:pt x="99114" y="67588"/>
                    <a:pt x="97114" y="64671"/>
                  </a:cubicBezTo>
                  <a:cubicBezTo>
                    <a:pt x="93531" y="59505"/>
                    <a:pt x="88698" y="55173"/>
                    <a:pt x="84782" y="50173"/>
                  </a:cubicBezTo>
                  <a:cubicBezTo>
                    <a:pt x="82782" y="47590"/>
                    <a:pt x="77282" y="41840"/>
                    <a:pt x="74532" y="36757"/>
                  </a:cubicBezTo>
                  <a:cubicBezTo>
                    <a:pt x="84782" y="41257"/>
                    <a:pt x="94031" y="47506"/>
                    <a:pt x="103447" y="53506"/>
                  </a:cubicBezTo>
                  <a:cubicBezTo>
                    <a:pt x="106363" y="55339"/>
                    <a:pt x="110029" y="53506"/>
                    <a:pt x="111029" y="50423"/>
                  </a:cubicBezTo>
                  <a:cubicBezTo>
                    <a:pt x="113279" y="43423"/>
                    <a:pt x="115446" y="36424"/>
                    <a:pt x="117362" y="29425"/>
                  </a:cubicBezTo>
                  <a:cubicBezTo>
                    <a:pt x="118112" y="26592"/>
                    <a:pt x="118778" y="23759"/>
                    <a:pt x="119612" y="21009"/>
                  </a:cubicBezTo>
                  <a:cubicBezTo>
                    <a:pt x="120779" y="17093"/>
                    <a:pt x="120445" y="9093"/>
                    <a:pt x="125028" y="12676"/>
                  </a:cubicBezTo>
                  <a:cubicBezTo>
                    <a:pt x="129694" y="16259"/>
                    <a:pt x="128694" y="26508"/>
                    <a:pt x="129277" y="31924"/>
                  </a:cubicBezTo>
                  <a:cubicBezTo>
                    <a:pt x="130194" y="40340"/>
                    <a:pt x="130277" y="47840"/>
                    <a:pt x="129777" y="56256"/>
                  </a:cubicBezTo>
                  <a:cubicBezTo>
                    <a:pt x="129611" y="59255"/>
                    <a:pt x="133111" y="62172"/>
                    <a:pt x="136027" y="61005"/>
                  </a:cubicBezTo>
                  <a:cubicBezTo>
                    <a:pt x="144110" y="57839"/>
                    <a:pt x="150859" y="52256"/>
                    <a:pt x="158275" y="47840"/>
                  </a:cubicBezTo>
                  <a:cubicBezTo>
                    <a:pt x="162275" y="45423"/>
                    <a:pt x="168608" y="40924"/>
                    <a:pt x="174774" y="38007"/>
                  </a:cubicBezTo>
                  <a:cubicBezTo>
                    <a:pt x="167357" y="48173"/>
                    <a:pt x="156775" y="57422"/>
                    <a:pt x="155442" y="69004"/>
                  </a:cubicBezTo>
                  <a:cubicBezTo>
                    <a:pt x="155109" y="72087"/>
                    <a:pt x="158275" y="74587"/>
                    <a:pt x="161025" y="74587"/>
                  </a:cubicBezTo>
                  <a:cubicBezTo>
                    <a:pt x="173940" y="74837"/>
                    <a:pt x="186439" y="73671"/>
                    <a:pt x="199355" y="75004"/>
                  </a:cubicBezTo>
                  <a:cubicBezTo>
                    <a:pt x="206437" y="75754"/>
                    <a:pt x="213437" y="76754"/>
                    <a:pt x="220436" y="78171"/>
                  </a:cubicBezTo>
                  <a:cubicBezTo>
                    <a:pt x="223269" y="78753"/>
                    <a:pt x="228185" y="79170"/>
                    <a:pt x="232602" y="80087"/>
                  </a:cubicBezTo>
                  <a:cubicBezTo>
                    <a:pt x="226269" y="81254"/>
                    <a:pt x="217436" y="81503"/>
                    <a:pt x="215270" y="81836"/>
                  </a:cubicBezTo>
                  <a:lnTo>
                    <a:pt x="215270" y="81836"/>
                  </a:lnTo>
                  <a:close/>
                </a:path>
              </a:pathLst>
            </a:custGeom>
            <a:grpFill/>
            <a:ln w="8332" cap="flat">
              <a:noFill/>
              <a:prstDash val="solid"/>
              <a:miter/>
            </a:ln>
          </p:spPr>
          <p:txBody>
            <a:bodyPr rtlCol="0" anchor="ctr"/>
            <a:lstStyle/>
            <a:p>
              <a:endParaRPr lang="en-US"/>
            </a:p>
          </p:txBody>
        </p:sp>
        <p:sp>
          <p:nvSpPr>
            <p:cNvPr id="2284" name="Freeform: Shape 2283"/>
            <p:cNvSpPr/>
            <p:nvPr/>
          </p:nvSpPr>
          <p:spPr>
            <a:xfrm>
              <a:off x="3901671" y="5788630"/>
              <a:ext cx="343010" cy="710175"/>
            </a:xfrm>
            <a:custGeom>
              <a:avLst/>
              <a:gdLst>
                <a:gd name="connsiteX0" fmla="*/ 342717 w 343010"/>
                <a:gd name="connsiteY0" fmla="*/ 6691 h 710175"/>
                <a:gd name="connsiteX1" fmla="*/ 312887 w 343010"/>
                <a:gd name="connsiteY1" fmla="*/ 14523 h 710175"/>
                <a:gd name="connsiteX2" fmla="*/ 313220 w 343010"/>
                <a:gd name="connsiteY2" fmla="*/ 12107 h 710175"/>
                <a:gd name="connsiteX3" fmla="*/ 304221 w 343010"/>
                <a:gd name="connsiteY3" fmla="*/ 608 h 710175"/>
                <a:gd name="connsiteX4" fmla="*/ 278723 w 343010"/>
                <a:gd name="connsiteY4" fmla="*/ 27439 h 710175"/>
                <a:gd name="connsiteX5" fmla="*/ 265891 w 343010"/>
                <a:gd name="connsiteY5" fmla="*/ 46354 h 710175"/>
                <a:gd name="connsiteX6" fmla="*/ 261641 w 343010"/>
                <a:gd name="connsiteY6" fmla="*/ 38688 h 710175"/>
                <a:gd name="connsiteX7" fmla="*/ 223561 w 343010"/>
                <a:gd name="connsiteY7" fmla="*/ 81601 h 710175"/>
                <a:gd name="connsiteX8" fmla="*/ 191564 w 343010"/>
                <a:gd name="connsiteY8" fmla="*/ 168676 h 710175"/>
                <a:gd name="connsiteX9" fmla="*/ 177316 w 343010"/>
                <a:gd name="connsiteY9" fmla="*/ 211173 h 710175"/>
                <a:gd name="connsiteX10" fmla="*/ 172483 w 343010"/>
                <a:gd name="connsiteY10" fmla="*/ 224338 h 710175"/>
                <a:gd name="connsiteX11" fmla="*/ 169150 w 343010"/>
                <a:gd name="connsiteY11" fmla="*/ 223421 h 710175"/>
                <a:gd name="connsiteX12" fmla="*/ 149068 w 343010"/>
                <a:gd name="connsiteY12" fmla="*/ 252585 h 710175"/>
                <a:gd name="connsiteX13" fmla="*/ 130070 w 343010"/>
                <a:gd name="connsiteY13" fmla="*/ 306997 h 710175"/>
                <a:gd name="connsiteX14" fmla="*/ 110239 w 343010"/>
                <a:gd name="connsiteY14" fmla="*/ 369241 h 710175"/>
                <a:gd name="connsiteX15" fmla="*/ 97573 w 343010"/>
                <a:gd name="connsiteY15" fmla="*/ 410154 h 710175"/>
                <a:gd name="connsiteX16" fmla="*/ 82907 w 343010"/>
                <a:gd name="connsiteY16" fmla="*/ 429653 h 710175"/>
                <a:gd name="connsiteX17" fmla="*/ 80408 w 343010"/>
                <a:gd name="connsiteY17" fmla="*/ 427569 h 710175"/>
                <a:gd name="connsiteX18" fmla="*/ 72908 w 343010"/>
                <a:gd name="connsiteY18" fmla="*/ 428569 h 710175"/>
                <a:gd name="connsiteX19" fmla="*/ 62910 w 343010"/>
                <a:gd name="connsiteY19" fmla="*/ 449984 h 710175"/>
                <a:gd name="connsiteX20" fmla="*/ 51493 w 343010"/>
                <a:gd name="connsiteY20" fmla="*/ 480565 h 710175"/>
                <a:gd name="connsiteX21" fmla="*/ 32912 w 343010"/>
                <a:gd name="connsiteY21" fmla="*/ 548225 h 710175"/>
                <a:gd name="connsiteX22" fmla="*/ 27413 w 343010"/>
                <a:gd name="connsiteY22" fmla="*/ 580889 h 710175"/>
                <a:gd name="connsiteX23" fmla="*/ 4164 w 343010"/>
                <a:gd name="connsiteY23" fmla="*/ 670214 h 710175"/>
                <a:gd name="connsiteX24" fmla="*/ 12164 w 343010"/>
                <a:gd name="connsiteY24" fmla="*/ 708378 h 710175"/>
                <a:gd name="connsiteX25" fmla="*/ 50744 w 343010"/>
                <a:gd name="connsiteY25" fmla="*/ 686796 h 710175"/>
                <a:gd name="connsiteX26" fmla="*/ 73825 w 343010"/>
                <a:gd name="connsiteY26" fmla="*/ 618469 h 710175"/>
                <a:gd name="connsiteX27" fmla="*/ 89740 w 343010"/>
                <a:gd name="connsiteY27" fmla="*/ 553475 h 710175"/>
                <a:gd name="connsiteX28" fmla="*/ 109488 w 343010"/>
                <a:gd name="connsiteY28" fmla="*/ 510062 h 710175"/>
                <a:gd name="connsiteX29" fmla="*/ 138903 w 343010"/>
                <a:gd name="connsiteY29" fmla="*/ 460483 h 710175"/>
                <a:gd name="connsiteX30" fmla="*/ 185648 w 343010"/>
                <a:gd name="connsiteY30" fmla="*/ 349160 h 710175"/>
                <a:gd name="connsiteX31" fmla="*/ 187815 w 343010"/>
                <a:gd name="connsiteY31" fmla="*/ 335911 h 710175"/>
                <a:gd name="connsiteX32" fmla="*/ 246476 w 343010"/>
                <a:gd name="connsiteY32" fmla="*/ 242669 h 710175"/>
                <a:gd name="connsiteX33" fmla="*/ 268558 w 343010"/>
                <a:gd name="connsiteY33" fmla="*/ 188341 h 710175"/>
                <a:gd name="connsiteX34" fmla="*/ 272557 w 343010"/>
                <a:gd name="connsiteY34" fmla="*/ 147845 h 710175"/>
                <a:gd name="connsiteX35" fmla="*/ 270641 w 343010"/>
                <a:gd name="connsiteY35" fmla="*/ 146095 h 710175"/>
                <a:gd name="connsiteX36" fmla="*/ 306720 w 343010"/>
                <a:gd name="connsiteY36" fmla="*/ 91516 h 710175"/>
                <a:gd name="connsiteX37" fmla="*/ 314220 w 343010"/>
                <a:gd name="connsiteY37" fmla="*/ 71768 h 710175"/>
                <a:gd name="connsiteX38" fmla="*/ 314470 w 343010"/>
                <a:gd name="connsiteY38" fmla="*/ 71352 h 710175"/>
                <a:gd name="connsiteX39" fmla="*/ 324386 w 343010"/>
                <a:gd name="connsiteY39" fmla="*/ 56436 h 710175"/>
                <a:gd name="connsiteX40" fmla="*/ 333218 w 343010"/>
                <a:gd name="connsiteY40" fmla="*/ 37188 h 710175"/>
                <a:gd name="connsiteX41" fmla="*/ 339801 w 343010"/>
                <a:gd name="connsiteY41" fmla="*/ 19523 h 710175"/>
                <a:gd name="connsiteX42" fmla="*/ 342717 w 343010"/>
                <a:gd name="connsiteY42" fmla="*/ 6691 h 710175"/>
                <a:gd name="connsiteX43" fmla="*/ 342717 w 343010"/>
                <a:gd name="connsiteY43" fmla="*/ 6691 h 710175"/>
                <a:gd name="connsiteX44" fmla="*/ 135736 w 343010"/>
                <a:gd name="connsiteY44" fmla="*/ 333911 h 710175"/>
                <a:gd name="connsiteX45" fmla="*/ 152735 w 343010"/>
                <a:gd name="connsiteY45" fmla="*/ 280749 h 710175"/>
                <a:gd name="connsiteX46" fmla="*/ 164317 w 343010"/>
                <a:gd name="connsiteY46" fmla="*/ 255252 h 710175"/>
                <a:gd name="connsiteX47" fmla="*/ 169400 w 343010"/>
                <a:gd name="connsiteY47" fmla="*/ 241003 h 710175"/>
                <a:gd name="connsiteX48" fmla="*/ 172733 w 343010"/>
                <a:gd name="connsiteY48" fmla="*/ 263001 h 710175"/>
                <a:gd name="connsiteX49" fmla="*/ 175816 w 343010"/>
                <a:gd name="connsiteY49" fmla="*/ 290332 h 710175"/>
                <a:gd name="connsiteX50" fmla="*/ 177399 w 343010"/>
                <a:gd name="connsiteY50" fmla="*/ 326662 h 710175"/>
                <a:gd name="connsiteX51" fmla="*/ 151818 w 343010"/>
                <a:gd name="connsiteY51" fmla="*/ 351410 h 710175"/>
                <a:gd name="connsiteX52" fmla="*/ 114905 w 343010"/>
                <a:gd name="connsiteY52" fmla="*/ 390656 h 710175"/>
                <a:gd name="connsiteX53" fmla="*/ 135736 w 343010"/>
                <a:gd name="connsiteY53" fmla="*/ 333911 h 710175"/>
                <a:gd name="connsiteX54" fmla="*/ 135736 w 343010"/>
                <a:gd name="connsiteY54" fmla="*/ 333911 h 710175"/>
                <a:gd name="connsiteX55" fmla="*/ 81991 w 343010"/>
                <a:gd name="connsiteY55" fmla="*/ 546059 h 710175"/>
                <a:gd name="connsiteX56" fmla="*/ 81491 w 343010"/>
                <a:gd name="connsiteY56" fmla="*/ 553225 h 710175"/>
                <a:gd name="connsiteX57" fmla="*/ 80075 w 343010"/>
                <a:gd name="connsiteY57" fmla="*/ 558391 h 710175"/>
                <a:gd name="connsiteX58" fmla="*/ 80408 w 343010"/>
                <a:gd name="connsiteY58" fmla="*/ 560724 h 710175"/>
                <a:gd name="connsiteX59" fmla="*/ 67492 w 343010"/>
                <a:gd name="connsiteY59" fmla="*/ 600220 h 710175"/>
                <a:gd name="connsiteX60" fmla="*/ 49161 w 343010"/>
                <a:gd name="connsiteY60" fmla="*/ 652299 h 710175"/>
                <a:gd name="connsiteX61" fmla="*/ 38578 w 343010"/>
                <a:gd name="connsiteY61" fmla="*/ 679714 h 710175"/>
                <a:gd name="connsiteX62" fmla="*/ 31162 w 343010"/>
                <a:gd name="connsiteY62" fmla="*/ 691879 h 710175"/>
                <a:gd name="connsiteX63" fmla="*/ 17663 w 343010"/>
                <a:gd name="connsiteY63" fmla="*/ 690462 h 710175"/>
                <a:gd name="connsiteX64" fmla="*/ 9831 w 343010"/>
                <a:gd name="connsiteY64" fmla="*/ 683046 h 710175"/>
                <a:gd name="connsiteX65" fmla="*/ 9748 w 343010"/>
                <a:gd name="connsiteY65" fmla="*/ 681797 h 710175"/>
                <a:gd name="connsiteX66" fmla="*/ 29079 w 343010"/>
                <a:gd name="connsiteY66" fmla="*/ 618552 h 710175"/>
                <a:gd name="connsiteX67" fmla="*/ 34662 w 343010"/>
                <a:gd name="connsiteY67" fmla="*/ 588139 h 710175"/>
                <a:gd name="connsiteX68" fmla="*/ 37995 w 343010"/>
                <a:gd name="connsiteY68" fmla="*/ 569307 h 710175"/>
                <a:gd name="connsiteX69" fmla="*/ 40661 w 343010"/>
                <a:gd name="connsiteY69" fmla="*/ 557391 h 710175"/>
                <a:gd name="connsiteX70" fmla="*/ 59160 w 343010"/>
                <a:gd name="connsiteY70" fmla="*/ 494397 h 710175"/>
                <a:gd name="connsiteX71" fmla="*/ 70492 w 343010"/>
                <a:gd name="connsiteY71" fmla="*/ 463399 h 710175"/>
                <a:gd name="connsiteX72" fmla="*/ 77075 w 343010"/>
                <a:gd name="connsiteY72" fmla="*/ 448817 h 710175"/>
                <a:gd name="connsiteX73" fmla="*/ 77241 w 343010"/>
                <a:gd name="connsiteY73" fmla="*/ 448151 h 710175"/>
                <a:gd name="connsiteX74" fmla="*/ 77825 w 343010"/>
                <a:gd name="connsiteY74" fmla="*/ 447651 h 710175"/>
                <a:gd name="connsiteX75" fmla="*/ 78158 w 343010"/>
                <a:gd name="connsiteY75" fmla="*/ 447234 h 710175"/>
                <a:gd name="connsiteX76" fmla="*/ 81741 w 343010"/>
                <a:gd name="connsiteY76" fmla="*/ 487981 h 710175"/>
                <a:gd name="connsiteX77" fmla="*/ 81991 w 343010"/>
                <a:gd name="connsiteY77" fmla="*/ 546059 h 710175"/>
                <a:gd name="connsiteX78" fmla="*/ 81991 w 343010"/>
                <a:gd name="connsiteY78" fmla="*/ 546059 h 710175"/>
                <a:gd name="connsiteX79" fmla="*/ 176482 w 343010"/>
                <a:gd name="connsiteY79" fmla="*/ 347660 h 710175"/>
                <a:gd name="connsiteX80" fmla="*/ 172899 w 343010"/>
                <a:gd name="connsiteY80" fmla="*/ 365658 h 710175"/>
                <a:gd name="connsiteX81" fmla="*/ 164317 w 343010"/>
                <a:gd name="connsiteY81" fmla="*/ 389989 h 710175"/>
                <a:gd name="connsiteX82" fmla="*/ 141069 w 343010"/>
                <a:gd name="connsiteY82" fmla="*/ 434569 h 710175"/>
                <a:gd name="connsiteX83" fmla="*/ 118321 w 343010"/>
                <a:gd name="connsiteY83" fmla="*/ 475565 h 710175"/>
                <a:gd name="connsiteX84" fmla="*/ 93073 w 343010"/>
                <a:gd name="connsiteY84" fmla="*/ 517645 h 710175"/>
                <a:gd name="connsiteX85" fmla="*/ 89740 w 343010"/>
                <a:gd name="connsiteY85" fmla="*/ 525227 h 710175"/>
                <a:gd name="connsiteX86" fmla="*/ 86990 w 343010"/>
                <a:gd name="connsiteY86" fmla="*/ 469316 h 710175"/>
                <a:gd name="connsiteX87" fmla="*/ 86157 w 343010"/>
                <a:gd name="connsiteY87" fmla="*/ 438902 h 710175"/>
                <a:gd name="connsiteX88" fmla="*/ 146568 w 343010"/>
                <a:gd name="connsiteY88" fmla="*/ 377407 h 710175"/>
                <a:gd name="connsiteX89" fmla="*/ 177565 w 343010"/>
                <a:gd name="connsiteY89" fmla="*/ 343660 h 710175"/>
                <a:gd name="connsiteX90" fmla="*/ 178732 w 343010"/>
                <a:gd name="connsiteY90" fmla="*/ 342494 h 710175"/>
                <a:gd name="connsiteX91" fmla="*/ 179149 w 343010"/>
                <a:gd name="connsiteY91" fmla="*/ 342577 h 710175"/>
                <a:gd name="connsiteX92" fmla="*/ 176482 w 343010"/>
                <a:gd name="connsiteY92" fmla="*/ 347660 h 710175"/>
                <a:gd name="connsiteX93" fmla="*/ 176482 w 343010"/>
                <a:gd name="connsiteY93" fmla="*/ 347660 h 710175"/>
                <a:gd name="connsiteX94" fmla="*/ 253892 w 343010"/>
                <a:gd name="connsiteY94" fmla="*/ 202340 h 710175"/>
                <a:gd name="connsiteX95" fmla="*/ 230978 w 343010"/>
                <a:gd name="connsiteY95" fmla="*/ 250169 h 710175"/>
                <a:gd name="connsiteX96" fmla="*/ 204980 w 343010"/>
                <a:gd name="connsiteY96" fmla="*/ 295498 h 710175"/>
                <a:gd name="connsiteX97" fmla="*/ 192647 w 343010"/>
                <a:gd name="connsiteY97" fmla="*/ 317163 h 710175"/>
                <a:gd name="connsiteX98" fmla="*/ 185815 w 343010"/>
                <a:gd name="connsiteY98" fmla="*/ 325912 h 710175"/>
                <a:gd name="connsiteX99" fmla="*/ 182982 w 343010"/>
                <a:gd name="connsiteY99" fmla="*/ 282499 h 710175"/>
                <a:gd name="connsiteX100" fmla="*/ 180648 w 343010"/>
                <a:gd name="connsiteY100" fmla="*/ 249419 h 710175"/>
                <a:gd name="connsiteX101" fmla="*/ 221729 w 343010"/>
                <a:gd name="connsiteY101" fmla="*/ 206423 h 710175"/>
                <a:gd name="connsiteX102" fmla="*/ 244226 w 343010"/>
                <a:gd name="connsiteY102" fmla="*/ 182091 h 710175"/>
                <a:gd name="connsiteX103" fmla="*/ 266641 w 343010"/>
                <a:gd name="connsiteY103" fmla="*/ 156844 h 710175"/>
                <a:gd name="connsiteX104" fmla="*/ 253892 w 343010"/>
                <a:gd name="connsiteY104" fmla="*/ 202340 h 710175"/>
                <a:gd name="connsiteX105" fmla="*/ 253892 w 343010"/>
                <a:gd name="connsiteY105" fmla="*/ 202340 h 710175"/>
                <a:gd name="connsiteX106" fmla="*/ 327802 w 343010"/>
                <a:gd name="connsiteY106" fmla="*/ 20523 h 710175"/>
                <a:gd name="connsiteX107" fmla="*/ 320719 w 343010"/>
                <a:gd name="connsiteY107" fmla="*/ 38188 h 710175"/>
                <a:gd name="connsiteX108" fmla="*/ 311804 w 343010"/>
                <a:gd name="connsiteY108" fmla="*/ 56186 h 710175"/>
                <a:gd name="connsiteX109" fmla="*/ 307054 w 343010"/>
                <a:gd name="connsiteY109" fmla="*/ 63019 h 710175"/>
                <a:gd name="connsiteX110" fmla="*/ 304554 w 343010"/>
                <a:gd name="connsiteY110" fmla="*/ 62936 h 710175"/>
                <a:gd name="connsiteX111" fmla="*/ 282056 w 343010"/>
                <a:gd name="connsiteY111" fmla="*/ 75351 h 710175"/>
                <a:gd name="connsiteX112" fmla="*/ 270224 w 343010"/>
                <a:gd name="connsiteY112" fmla="*/ 95599 h 710175"/>
                <a:gd name="connsiteX113" fmla="*/ 273140 w 343010"/>
                <a:gd name="connsiteY113" fmla="*/ 95599 h 710175"/>
                <a:gd name="connsiteX114" fmla="*/ 280890 w 343010"/>
                <a:gd name="connsiteY114" fmla="*/ 89850 h 710175"/>
                <a:gd name="connsiteX115" fmla="*/ 290306 w 343010"/>
                <a:gd name="connsiteY115" fmla="*/ 82018 h 710175"/>
                <a:gd name="connsiteX116" fmla="*/ 299888 w 343010"/>
                <a:gd name="connsiteY116" fmla="*/ 73685 h 710175"/>
                <a:gd name="connsiteX117" fmla="*/ 300888 w 343010"/>
                <a:gd name="connsiteY117" fmla="*/ 77851 h 710175"/>
                <a:gd name="connsiteX118" fmla="*/ 294888 w 343010"/>
                <a:gd name="connsiteY118" fmla="*/ 89933 h 710175"/>
                <a:gd name="connsiteX119" fmla="*/ 281139 w 343010"/>
                <a:gd name="connsiteY119" fmla="*/ 114098 h 710175"/>
                <a:gd name="connsiteX120" fmla="*/ 255559 w 343010"/>
                <a:gd name="connsiteY120" fmla="*/ 153094 h 710175"/>
                <a:gd name="connsiteX121" fmla="*/ 213062 w 343010"/>
                <a:gd name="connsiteY121" fmla="*/ 197757 h 710175"/>
                <a:gd name="connsiteX122" fmla="*/ 178982 w 343010"/>
                <a:gd name="connsiteY122" fmla="*/ 239420 h 710175"/>
                <a:gd name="connsiteX123" fmla="*/ 178065 w 343010"/>
                <a:gd name="connsiteY123" fmla="*/ 236004 h 710175"/>
                <a:gd name="connsiteX124" fmla="*/ 196731 w 343010"/>
                <a:gd name="connsiteY124" fmla="*/ 199174 h 710175"/>
                <a:gd name="connsiteX125" fmla="*/ 220645 w 343010"/>
                <a:gd name="connsiteY125" fmla="*/ 132846 h 710175"/>
                <a:gd name="connsiteX126" fmla="*/ 248643 w 343010"/>
                <a:gd name="connsiteY126" fmla="*/ 61936 h 710175"/>
                <a:gd name="connsiteX127" fmla="*/ 255559 w 343010"/>
                <a:gd name="connsiteY127" fmla="*/ 50437 h 710175"/>
                <a:gd name="connsiteX128" fmla="*/ 257392 w 343010"/>
                <a:gd name="connsiteY128" fmla="*/ 63352 h 710175"/>
                <a:gd name="connsiteX129" fmla="*/ 255809 w 343010"/>
                <a:gd name="connsiteY129" fmla="*/ 70935 h 710175"/>
                <a:gd name="connsiteX130" fmla="*/ 256225 w 343010"/>
                <a:gd name="connsiteY130" fmla="*/ 72351 h 710175"/>
                <a:gd name="connsiteX131" fmla="*/ 253559 w 343010"/>
                <a:gd name="connsiteY131" fmla="*/ 101682 h 710175"/>
                <a:gd name="connsiteX132" fmla="*/ 239143 w 343010"/>
                <a:gd name="connsiteY132" fmla="*/ 119264 h 710175"/>
                <a:gd name="connsiteX133" fmla="*/ 225561 w 343010"/>
                <a:gd name="connsiteY133" fmla="*/ 142345 h 710175"/>
                <a:gd name="connsiteX134" fmla="*/ 228894 w 343010"/>
                <a:gd name="connsiteY134" fmla="*/ 144262 h 710175"/>
                <a:gd name="connsiteX135" fmla="*/ 228894 w 343010"/>
                <a:gd name="connsiteY135" fmla="*/ 144262 h 710175"/>
                <a:gd name="connsiteX136" fmla="*/ 235227 w 343010"/>
                <a:gd name="connsiteY136" fmla="*/ 138679 h 710175"/>
                <a:gd name="connsiteX137" fmla="*/ 241893 w 343010"/>
                <a:gd name="connsiteY137" fmla="*/ 130680 h 710175"/>
                <a:gd name="connsiteX138" fmla="*/ 251809 w 343010"/>
                <a:gd name="connsiteY138" fmla="*/ 118097 h 710175"/>
                <a:gd name="connsiteX139" fmla="*/ 258892 w 343010"/>
                <a:gd name="connsiteY139" fmla="*/ 110181 h 710175"/>
                <a:gd name="connsiteX140" fmla="*/ 259142 w 343010"/>
                <a:gd name="connsiteY140" fmla="*/ 107432 h 710175"/>
                <a:gd name="connsiteX141" fmla="*/ 259142 w 343010"/>
                <a:gd name="connsiteY141" fmla="*/ 111015 h 710175"/>
                <a:gd name="connsiteX142" fmla="*/ 258142 w 343010"/>
                <a:gd name="connsiteY142" fmla="*/ 132346 h 710175"/>
                <a:gd name="connsiteX143" fmla="*/ 263808 w 343010"/>
                <a:gd name="connsiteY143" fmla="*/ 133096 h 710175"/>
                <a:gd name="connsiteX144" fmla="*/ 260391 w 343010"/>
                <a:gd name="connsiteY144" fmla="*/ 98432 h 710175"/>
                <a:gd name="connsiteX145" fmla="*/ 264891 w 343010"/>
                <a:gd name="connsiteY145" fmla="*/ 65352 h 710175"/>
                <a:gd name="connsiteX146" fmla="*/ 301138 w 343010"/>
                <a:gd name="connsiteY146" fmla="*/ 15607 h 710175"/>
                <a:gd name="connsiteX147" fmla="*/ 301971 w 343010"/>
                <a:gd name="connsiteY147" fmla="*/ 14940 h 710175"/>
                <a:gd name="connsiteX148" fmla="*/ 301054 w 343010"/>
                <a:gd name="connsiteY148" fmla="*/ 19440 h 710175"/>
                <a:gd name="connsiteX149" fmla="*/ 296388 w 343010"/>
                <a:gd name="connsiteY149" fmla="*/ 49520 h 710175"/>
                <a:gd name="connsiteX150" fmla="*/ 304304 w 343010"/>
                <a:gd name="connsiteY150" fmla="*/ 52854 h 710175"/>
                <a:gd name="connsiteX151" fmla="*/ 311554 w 343010"/>
                <a:gd name="connsiteY151" fmla="*/ 25272 h 710175"/>
                <a:gd name="connsiteX152" fmla="*/ 328969 w 343010"/>
                <a:gd name="connsiteY152" fmla="*/ 14940 h 710175"/>
                <a:gd name="connsiteX153" fmla="*/ 327802 w 343010"/>
                <a:gd name="connsiteY153" fmla="*/ 20523 h 710175"/>
                <a:gd name="connsiteX154" fmla="*/ 327802 w 343010"/>
                <a:gd name="connsiteY154" fmla="*/ 20523 h 710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Lst>
              <a:rect l="l" t="t" r="r" b="b"/>
              <a:pathLst>
                <a:path w="343010" h="710175">
                  <a:moveTo>
                    <a:pt x="342717" y="6691"/>
                  </a:moveTo>
                  <a:cubicBezTo>
                    <a:pt x="338134" y="-7725"/>
                    <a:pt x="323053" y="4108"/>
                    <a:pt x="312887" y="14523"/>
                  </a:cubicBezTo>
                  <a:cubicBezTo>
                    <a:pt x="312970" y="13690"/>
                    <a:pt x="313137" y="12940"/>
                    <a:pt x="313220" y="12107"/>
                  </a:cubicBezTo>
                  <a:cubicBezTo>
                    <a:pt x="314303" y="5774"/>
                    <a:pt x="312720" y="-2225"/>
                    <a:pt x="304221" y="608"/>
                  </a:cubicBezTo>
                  <a:cubicBezTo>
                    <a:pt x="293888" y="4024"/>
                    <a:pt x="284223" y="18773"/>
                    <a:pt x="278723" y="27439"/>
                  </a:cubicBezTo>
                  <a:cubicBezTo>
                    <a:pt x="275140" y="33022"/>
                    <a:pt x="270224" y="39521"/>
                    <a:pt x="265891" y="46354"/>
                  </a:cubicBezTo>
                  <a:cubicBezTo>
                    <a:pt x="265391" y="43104"/>
                    <a:pt x="264225" y="40271"/>
                    <a:pt x="261641" y="38688"/>
                  </a:cubicBezTo>
                  <a:cubicBezTo>
                    <a:pt x="246476" y="29438"/>
                    <a:pt x="227395" y="73518"/>
                    <a:pt x="223561" y="81601"/>
                  </a:cubicBezTo>
                  <a:cubicBezTo>
                    <a:pt x="210146" y="109598"/>
                    <a:pt x="202063" y="139595"/>
                    <a:pt x="191564" y="168676"/>
                  </a:cubicBezTo>
                  <a:cubicBezTo>
                    <a:pt x="186481" y="182758"/>
                    <a:pt x="182315" y="197007"/>
                    <a:pt x="177316" y="211173"/>
                  </a:cubicBezTo>
                  <a:cubicBezTo>
                    <a:pt x="175899" y="215255"/>
                    <a:pt x="173982" y="219755"/>
                    <a:pt x="172483" y="224338"/>
                  </a:cubicBezTo>
                  <a:cubicBezTo>
                    <a:pt x="171566" y="223754"/>
                    <a:pt x="170483" y="223421"/>
                    <a:pt x="169150" y="223421"/>
                  </a:cubicBezTo>
                  <a:cubicBezTo>
                    <a:pt x="156317" y="223088"/>
                    <a:pt x="153151" y="243503"/>
                    <a:pt x="149068" y="252585"/>
                  </a:cubicBezTo>
                  <a:cubicBezTo>
                    <a:pt x="141152" y="270250"/>
                    <a:pt x="134736" y="288249"/>
                    <a:pt x="130070" y="306997"/>
                  </a:cubicBezTo>
                  <a:cubicBezTo>
                    <a:pt x="124737" y="328162"/>
                    <a:pt x="117154" y="348660"/>
                    <a:pt x="110239" y="369241"/>
                  </a:cubicBezTo>
                  <a:cubicBezTo>
                    <a:pt x="105739" y="382740"/>
                    <a:pt x="101906" y="396573"/>
                    <a:pt x="97573" y="410154"/>
                  </a:cubicBezTo>
                  <a:cubicBezTo>
                    <a:pt x="92323" y="416404"/>
                    <a:pt x="87407" y="422820"/>
                    <a:pt x="82907" y="429653"/>
                  </a:cubicBezTo>
                  <a:cubicBezTo>
                    <a:pt x="82158" y="428736"/>
                    <a:pt x="81408" y="428069"/>
                    <a:pt x="80408" y="427569"/>
                  </a:cubicBezTo>
                  <a:cubicBezTo>
                    <a:pt x="77825" y="426403"/>
                    <a:pt x="74991" y="426486"/>
                    <a:pt x="72908" y="428569"/>
                  </a:cubicBezTo>
                  <a:cubicBezTo>
                    <a:pt x="67326" y="434069"/>
                    <a:pt x="65993" y="442985"/>
                    <a:pt x="62910" y="449984"/>
                  </a:cubicBezTo>
                  <a:cubicBezTo>
                    <a:pt x="58493" y="459983"/>
                    <a:pt x="54910" y="470232"/>
                    <a:pt x="51493" y="480565"/>
                  </a:cubicBezTo>
                  <a:cubicBezTo>
                    <a:pt x="44244" y="502979"/>
                    <a:pt x="38078" y="525311"/>
                    <a:pt x="32912" y="548225"/>
                  </a:cubicBezTo>
                  <a:cubicBezTo>
                    <a:pt x="30496" y="559058"/>
                    <a:pt x="28912" y="569974"/>
                    <a:pt x="27413" y="580889"/>
                  </a:cubicBezTo>
                  <a:cubicBezTo>
                    <a:pt x="20080" y="610803"/>
                    <a:pt x="13247" y="640801"/>
                    <a:pt x="4164" y="670214"/>
                  </a:cubicBezTo>
                  <a:cubicBezTo>
                    <a:pt x="-168" y="684213"/>
                    <a:pt x="-5168" y="701212"/>
                    <a:pt x="12164" y="708378"/>
                  </a:cubicBezTo>
                  <a:cubicBezTo>
                    <a:pt x="29162" y="715377"/>
                    <a:pt x="43828" y="700628"/>
                    <a:pt x="50744" y="686796"/>
                  </a:cubicBezTo>
                  <a:cubicBezTo>
                    <a:pt x="61493" y="665215"/>
                    <a:pt x="66575" y="641217"/>
                    <a:pt x="73825" y="618469"/>
                  </a:cubicBezTo>
                  <a:cubicBezTo>
                    <a:pt x="80824" y="596555"/>
                    <a:pt x="88657" y="576389"/>
                    <a:pt x="89740" y="553475"/>
                  </a:cubicBezTo>
                  <a:cubicBezTo>
                    <a:pt x="96823" y="539309"/>
                    <a:pt x="101739" y="523894"/>
                    <a:pt x="109488" y="510062"/>
                  </a:cubicBezTo>
                  <a:cubicBezTo>
                    <a:pt x="118821" y="493314"/>
                    <a:pt x="129487" y="477315"/>
                    <a:pt x="138903" y="460483"/>
                  </a:cubicBezTo>
                  <a:cubicBezTo>
                    <a:pt x="158734" y="424903"/>
                    <a:pt x="175233" y="388573"/>
                    <a:pt x="185648" y="349160"/>
                  </a:cubicBezTo>
                  <a:cubicBezTo>
                    <a:pt x="186565" y="345660"/>
                    <a:pt x="187981" y="340411"/>
                    <a:pt x="187815" y="335911"/>
                  </a:cubicBezTo>
                  <a:cubicBezTo>
                    <a:pt x="210230" y="306497"/>
                    <a:pt x="232227" y="277250"/>
                    <a:pt x="246476" y="242669"/>
                  </a:cubicBezTo>
                  <a:cubicBezTo>
                    <a:pt x="253976" y="224588"/>
                    <a:pt x="262474" y="207006"/>
                    <a:pt x="268558" y="188341"/>
                  </a:cubicBezTo>
                  <a:cubicBezTo>
                    <a:pt x="272307" y="176842"/>
                    <a:pt x="277973" y="159427"/>
                    <a:pt x="272557" y="147845"/>
                  </a:cubicBezTo>
                  <a:cubicBezTo>
                    <a:pt x="272141" y="147012"/>
                    <a:pt x="271474" y="146428"/>
                    <a:pt x="270641" y="146095"/>
                  </a:cubicBezTo>
                  <a:cubicBezTo>
                    <a:pt x="285723" y="130263"/>
                    <a:pt x="297388" y="111098"/>
                    <a:pt x="306720" y="91516"/>
                  </a:cubicBezTo>
                  <a:cubicBezTo>
                    <a:pt x="309054" y="86684"/>
                    <a:pt x="314303" y="78434"/>
                    <a:pt x="314220" y="71768"/>
                  </a:cubicBezTo>
                  <a:cubicBezTo>
                    <a:pt x="314303" y="71602"/>
                    <a:pt x="314387" y="71518"/>
                    <a:pt x="314470" y="71352"/>
                  </a:cubicBezTo>
                  <a:cubicBezTo>
                    <a:pt x="316803" y="65769"/>
                    <a:pt x="321469" y="61769"/>
                    <a:pt x="324386" y="56436"/>
                  </a:cubicBezTo>
                  <a:cubicBezTo>
                    <a:pt x="327802" y="50270"/>
                    <a:pt x="330302" y="43521"/>
                    <a:pt x="333218" y="37188"/>
                  </a:cubicBezTo>
                  <a:cubicBezTo>
                    <a:pt x="335968" y="31355"/>
                    <a:pt x="337885" y="25606"/>
                    <a:pt x="339801" y="19523"/>
                  </a:cubicBezTo>
                  <a:cubicBezTo>
                    <a:pt x="340884" y="15940"/>
                    <a:pt x="343967" y="10690"/>
                    <a:pt x="342717" y="6691"/>
                  </a:cubicBezTo>
                  <a:lnTo>
                    <a:pt x="342717" y="6691"/>
                  </a:lnTo>
                  <a:close/>
                  <a:moveTo>
                    <a:pt x="135736" y="333911"/>
                  </a:moveTo>
                  <a:cubicBezTo>
                    <a:pt x="142069" y="316413"/>
                    <a:pt x="145818" y="298164"/>
                    <a:pt x="152735" y="280749"/>
                  </a:cubicBezTo>
                  <a:cubicBezTo>
                    <a:pt x="156234" y="272000"/>
                    <a:pt x="160234" y="263668"/>
                    <a:pt x="164317" y="255252"/>
                  </a:cubicBezTo>
                  <a:cubicBezTo>
                    <a:pt x="165317" y="253169"/>
                    <a:pt x="167400" y="246086"/>
                    <a:pt x="169400" y="241003"/>
                  </a:cubicBezTo>
                  <a:cubicBezTo>
                    <a:pt x="171983" y="247586"/>
                    <a:pt x="171816" y="257335"/>
                    <a:pt x="172733" y="263001"/>
                  </a:cubicBezTo>
                  <a:cubicBezTo>
                    <a:pt x="174316" y="272167"/>
                    <a:pt x="174982" y="281166"/>
                    <a:pt x="175816" y="290332"/>
                  </a:cubicBezTo>
                  <a:cubicBezTo>
                    <a:pt x="176899" y="302414"/>
                    <a:pt x="176649" y="314580"/>
                    <a:pt x="177399" y="326662"/>
                  </a:cubicBezTo>
                  <a:cubicBezTo>
                    <a:pt x="167400" y="328162"/>
                    <a:pt x="156901" y="345410"/>
                    <a:pt x="151818" y="351410"/>
                  </a:cubicBezTo>
                  <a:cubicBezTo>
                    <a:pt x="140236" y="364992"/>
                    <a:pt x="127320" y="377657"/>
                    <a:pt x="114905" y="390656"/>
                  </a:cubicBezTo>
                  <a:cubicBezTo>
                    <a:pt x="123404" y="372241"/>
                    <a:pt x="129237" y="351910"/>
                    <a:pt x="135736" y="333911"/>
                  </a:cubicBezTo>
                  <a:lnTo>
                    <a:pt x="135736" y="333911"/>
                  </a:lnTo>
                  <a:close/>
                  <a:moveTo>
                    <a:pt x="81991" y="546059"/>
                  </a:moveTo>
                  <a:cubicBezTo>
                    <a:pt x="81908" y="548475"/>
                    <a:pt x="81741" y="550892"/>
                    <a:pt x="81491" y="553225"/>
                  </a:cubicBezTo>
                  <a:cubicBezTo>
                    <a:pt x="81074" y="554975"/>
                    <a:pt x="80575" y="556641"/>
                    <a:pt x="80075" y="558391"/>
                  </a:cubicBezTo>
                  <a:cubicBezTo>
                    <a:pt x="79824" y="559308"/>
                    <a:pt x="79991" y="560058"/>
                    <a:pt x="80408" y="560724"/>
                  </a:cubicBezTo>
                  <a:cubicBezTo>
                    <a:pt x="77991" y="574390"/>
                    <a:pt x="73158" y="586805"/>
                    <a:pt x="67492" y="600220"/>
                  </a:cubicBezTo>
                  <a:cubicBezTo>
                    <a:pt x="60326" y="617136"/>
                    <a:pt x="55243" y="634968"/>
                    <a:pt x="49161" y="652299"/>
                  </a:cubicBezTo>
                  <a:cubicBezTo>
                    <a:pt x="45994" y="661549"/>
                    <a:pt x="42911" y="670881"/>
                    <a:pt x="38578" y="679714"/>
                  </a:cubicBezTo>
                  <a:cubicBezTo>
                    <a:pt x="36578" y="683880"/>
                    <a:pt x="34412" y="688463"/>
                    <a:pt x="31162" y="691879"/>
                  </a:cubicBezTo>
                  <a:cubicBezTo>
                    <a:pt x="26913" y="697878"/>
                    <a:pt x="22413" y="697462"/>
                    <a:pt x="17663" y="690462"/>
                  </a:cubicBezTo>
                  <a:cubicBezTo>
                    <a:pt x="10747" y="689629"/>
                    <a:pt x="8081" y="687130"/>
                    <a:pt x="9831" y="683046"/>
                  </a:cubicBezTo>
                  <a:cubicBezTo>
                    <a:pt x="9748" y="682630"/>
                    <a:pt x="9748" y="682213"/>
                    <a:pt x="9748" y="681797"/>
                  </a:cubicBezTo>
                  <a:cubicBezTo>
                    <a:pt x="17080" y="660965"/>
                    <a:pt x="24079" y="640050"/>
                    <a:pt x="29079" y="618552"/>
                  </a:cubicBezTo>
                  <a:cubicBezTo>
                    <a:pt x="31412" y="608470"/>
                    <a:pt x="32995" y="598304"/>
                    <a:pt x="34662" y="588139"/>
                  </a:cubicBezTo>
                  <a:cubicBezTo>
                    <a:pt x="35829" y="581889"/>
                    <a:pt x="36911" y="575556"/>
                    <a:pt x="37995" y="569307"/>
                  </a:cubicBezTo>
                  <a:cubicBezTo>
                    <a:pt x="38828" y="565307"/>
                    <a:pt x="39661" y="561307"/>
                    <a:pt x="40661" y="557391"/>
                  </a:cubicBezTo>
                  <a:cubicBezTo>
                    <a:pt x="46161" y="536143"/>
                    <a:pt x="52244" y="515228"/>
                    <a:pt x="59160" y="494397"/>
                  </a:cubicBezTo>
                  <a:cubicBezTo>
                    <a:pt x="62576" y="483981"/>
                    <a:pt x="66242" y="473566"/>
                    <a:pt x="70492" y="463399"/>
                  </a:cubicBezTo>
                  <a:cubicBezTo>
                    <a:pt x="72575" y="458484"/>
                    <a:pt x="75242" y="453817"/>
                    <a:pt x="77075" y="448817"/>
                  </a:cubicBezTo>
                  <a:cubicBezTo>
                    <a:pt x="77158" y="448651"/>
                    <a:pt x="77241" y="448401"/>
                    <a:pt x="77241" y="448151"/>
                  </a:cubicBezTo>
                  <a:cubicBezTo>
                    <a:pt x="77408" y="447984"/>
                    <a:pt x="77658" y="447901"/>
                    <a:pt x="77825" y="447651"/>
                  </a:cubicBezTo>
                  <a:cubicBezTo>
                    <a:pt x="77908" y="447484"/>
                    <a:pt x="78074" y="447401"/>
                    <a:pt x="78158" y="447234"/>
                  </a:cubicBezTo>
                  <a:cubicBezTo>
                    <a:pt x="80491" y="460567"/>
                    <a:pt x="81574" y="485231"/>
                    <a:pt x="81741" y="487981"/>
                  </a:cubicBezTo>
                  <a:cubicBezTo>
                    <a:pt x="83324" y="507146"/>
                    <a:pt x="82824" y="526727"/>
                    <a:pt x="81991" y="546059"/>
                  </a:cubicBezTo>
                  <a:lnTo>
                    <a:pt x="81991" y="546059"/>
                  </a:lnTo>
                  <a:close/>
                  <a:moveTo>
                    <a:pt x="176482" y="347660"/>
                  </a:moveTo>
                  <a:cubicBezTo>
                    <a:pt x="174649" y="352993"/>
                    <a:pt x="174482" y="359909"/>
                    <a:pt x="172899" y="365658"/>
                  </a:cubicBezTo>
                  <a:cubicBezTo>
                    <a:pt x="170650" y="373991"/>
                    <a:pt x="167483" y="381907"/>
                    <a:pt x="164317" y="389989"/>
                  </a:cubicBezTo>
                  <a:cubicBezTo>
                    <a:pt x="157984" y="405738"/>
                    <a:pt x="148401" y="419404"/>
                    <a:pt x="141069" y="434569"/>
                  </a:cubicBezTo>
                  <a:cubicBezTo>
                    <a:pt x="134236" y="448484"/>
                    <a:pt x="126320" y="462233"/>
                    <a:pt x="118321" y="475565"/>
                  </a:cubicBezTo>
                  <a:cubicBezTo>
                    <a:pt x="109821" y="489647"/>
                    <a:pt x="100489" y="502896"/>
                    <a:pt x="93073" y="517645"/>
                  </a:cubicBezTo>
                  <a:cubicBezTo>
                    <a:pt x="91823" y="520144"/>
                    <a:pt x="90740" y="522644"/>
                    <a:pt x="89740" y="525227"/>
                  </a:cubicBezTo>
                  <a:cubicBezTo>
                    <a:pt x="89573" y="506562"/>
                    <a:pt x="88824" y="487814"/>
                    <a:pt x="86990" y="469316"/>
                  </a:cubicBezTo>
                  <a:cubicBezTo>
                    <a:pt x="86407" y="463316"/>
                    <a:pt x="87824" y="449151"/>
                    <a:pt x="86157" y="438902"/>
                  </a:cubicBezTo>
                  <a:cubicBezTo>
                    <a:pt x="105739" y="417821"/>
                    <a:pt x="126487" y="398072"/>
                    <a:pt x="146568" y="377407"/>
                  </a:cubicBezTo>
                  <a:cubicBezTo>
                    <a:pt x="157234" y="366492"/>
                    <a:pt x="167150" y="354910"/>
                    <a:pt x="177565" y="343660"/>
                  </a:cubicBezTo>
                  <a:cubicBezTo>
                    <a:pt x="178149" y="343077"/>
                    <a:pt x="178482" y="342660"/>
                    <a:pt x="178732" y="342494"/>
                  </a:cubicBezTo>
                  <a:cubicBezTo>
                    <a:pt x="178899" y="342577"/>
                    <a:pt x="178982" y="342577"/>
                    <a:pt x="179149" y="342577"/>
                  </a:cubicBezTo>
                  <a:cubicBezTo>
                    <a:pt x="178732" y="343494"/>
                    <a:pt x="176982" y="346243"/>
                    <a:pt x="176482" y="347660"/>
                  </a:cubicBezTo>
                  <a:lnTo>
                    <a:pt x="176482" y="347660"/>
                  </a:lnTo>
                  <a:close/>
                  <a:moveTo>
                    <a:pt x="253892" y="202340"/>
                  </a:moveTo>
                  <a:cubicBezTo>
                    <a:pt x="247226" y="218505"/>
                    <a:pt x="239227" y="234753"/>
                    <a:pt x="230978" y="250169"/>
                  </a:cubicBezTo>
                  <a:cubicBezTo>
                    <a:pt x="222811" y="265501"/>
                    <a:pt x="214146" y="280666"/>
                    <a:pt x="204980" y="295498"/>
                  </a:cubicBezTo>
                  <a:cubicBezTo>
                    <a:pt x="200563" y="302581"/>
                    <a:pt x="197480" y="310413"/>
                    <a:pt x="192647" y="317163"/>
                  </a:cubicBezTo>
                  <a:cubicBezTo>
                    <a:pt x="190564" y="320162"/>
                    <a:pt x="188231" y="323079"/>
                    <a:pt x="185815" y="325912"/>
                  </a:cubicBezTo>
                  <a:cubicBezTo>
                    <a:pt x="185565" y="311413"/>
                    <a:pt x="183982" y="296831"/>
                    <a:pt x="182982" y="282499"/>
                  </a:cubicBezTo>
                  <a:cubicBezTo>
                    <a:pt x="182232" y="272167"/>
                    <a:pt x="182065" y="260585"/>
                    <a:pt x="180648" y="249419"/>
                  </a:cubicBezTo>
                  <a:cubicBezTo>
                    <a:pt x="193731" y="234753"/>
                    <a:pt x="208396" y="221005"/>
                    <a:pt x="221729" y="206423"/>
                  </a:cubicBezTo>
                  <a:cubicBezTo>
                    <a:pt x="229228" y="198257"/>
                    <a:pt x="236977" y="190424"/>
                    <a:pt x="244226" y="182091"/>
                  </a:cubicBezTo>
                  <a:cubicBezTo>
                    <a:pt x="251393" y="173926"/>
                    <a:pt x="258308" y="164177"/>
                    <a:pt x="266641" y="156844"/>
                  </a:cubicBezTo>
                  <a:cubicBezTo>
                    <a:pt x="268974" y="170510"/>
                    <a:pt x="258058" y="192257"/>
                    <a:pt x="253892" y="202340"/>
                  </a:cubicBezTo>
                  <a:lnTo>
                    <a:pt x="253892" y="202340"/>
                  </a:lnTo>
                  <a:close/>
                  <a:moveTo>
                    <a:pt x="327802" y="20523"/>
                  </a:moveTo>
                  <a:cubicBezTo>
                    <a:pt x="326052" y="26689"/>
                    <a:pt x="323303" y="32355"/>
                    <a:pt x="320719" y="38188"/>
                  </a:cubicBezTo>
                  <a:cubicBezTo>
                    <a:pt x="318053" y="44354"/>
                    <a:pt x="315803" y="50687"/>
                    <a:pt x="311804" y="56186"/>
                  </a:cubicBezTo>
                  <a:cubicBezTo>
                    <a:pt x="309970" y="58686"/>
                    <a:pt x="308304" y="60686"/>
                    <a:pt x="307054" y="63019"/>
                  </a:cubicBezTo>
                  <a:cubicBezTo>
                    <a:pt x="306221" y="62852"/>
                    <a:pt x="305387" y="62852"/>
                    <a:pt x="304554" y="62936"/>
                  </a:cubicBezTo>
                  <a:cubicBezTo>
                    <a:pt x="297055" y="57769"/>
                    <a:pt x="286472" y="70519"/>
                    <a:pt x="282056" y="75351"/>
                  </a:cubicBezTo>
                  <a:cubicBezTo>
                    <a:pt x="277807" y="79934"/>
                    <a:pt x="267141" y="88433"/>
                    <a:pt x="270224" y="95599"/>
                  </a:cubicBezTo>
                  <a:cubicBezTo>
                    <a:pt x="270724" y="96766"/>
                    <a:pt x="272557" y="96600"/>
                    <a:pt x="273140" y="95599"/>
                  </a:cubicBezTo>
                  <a:cubicBezTo>
                    <a:pt x="274390" y="93266"/>
                    <a:pt x="278890" y="91350"/>
                    <a:pt x="280890" y="89850"/>
                  </a:cubicBezTo>
                  <a:cubicBezTo>
                    <a:pt x="284140" y="87350"/>
                    <a:pt x="287223" y="84684"/>
                    <a:pt x="290306" y="82018"/>
                  </a:cubicBezTo>
                  <a:cubicBezTo>
                    <a:pt x="293472" y="79184"/>
                    <a:pt x="296555" y="76268"/>
                    <a:pt x="299888" y="73685"/>
                  </a:cubicBezTo>
                  <a:cubicBezTo>
                    <a:pt x="303138" y="72935"/>
                    <a:pt x="301805" y="74268"/>
                    <a:pt x="300888" y="77851"/>
                  </a:cubicBezTo>
                  <a:cubicBezTo>
                    <a:pt x="299971" y="81517"/>
                    <a:pt x="296722" y="86600"/>
                    <a:pt x="294888" y="89933"/>
                  </a:cubicBezTo>
                  <a:cubicBezTo>
                    <a:pt x="290472" y="98016"/>
                    <a:pt x="285972" y="106265"/>
                    <a:pt x="281139" y="114098"/>
                  </a:cubicBezTo>
                  <a:cubicBezTo>
                    <a:pt x="272974" y="127346"/>
                    <a:pt x="263891" y="140012"/>
                    <a:pt x="255559" y="153094"/>
                  </a:cubicBezTo>
                  <a:cubicBezTo>
                    <a:pt x="239227" y="165010"/>
                    <a:pt x="225978" y="183342"/>
                    <a:pt x="213062" y="197757"/>
                  </a:cubicBezTo>
                  <a:cubicBezTo>
                    <a:pt x="201563" y="210672"/>
                    <a:pt x="187731" y="224005"/>
                    <a:pt x="178982" y="239420"/>
                  </a:cubicBezTo>
                  <a:cubicBezTo>
                    <a:pt x="178732" y="238253"/>
                    <a:pt x="178399" y="237170"/>
                    <a:pt x="178065" y="236004"/>
                  </a:cubicBezTo>
                  <a:cubicBezTo>
                    <a:pt x="186732" y="226421"/>
                    <a:pt x="192647" y="209172"/>
                    <a:pt x="196731" y="199174"/>
                  </a:cubicBezTo>
                  <a:cubicBezTo>
                    <a:pt x="205396" y="177842"/>
                    <a:pt x="214312" y="154844"/>
                    <a:pt x="220645" y="132846"/>
                  </a:cubicBezTo>
                  <a:cubicBezTo>
                    <a:pt x="227644" y="108515"/>
                    <a:pt x="236477" y="84184"/>
                    <a:pt x="248643" y="61936"/>
                  </a:cubicBezTo>
                  <a:cubicBezTo>
                    <a:pt x="249642" y="60103"/>
                    <a:pt x="253309" y="51020"/>
                    <a:pt x="255559" y="50437"/>
                  </a:cubicBezTo>
                  <a:cubicBezTo>
                    <a:pt x="259808" y="49353"/>
                    <a:pt x="258308" y="58353"/>
                    <a:pt x="257392" y="63352"/>
                  </a:cubicBezTo>
                  <a:cubicBezTo>
                    <a:pt x="256559" y="65935"/>
                    <a:pt x="255975" y="68435"/>
                    <a:pt x="255809" y="70935"/>
                  </a:cubicBezTo>
                  <a:cubicBezTo>
                    <a:pt x="255809" y="71518"/>
                    <a:pt x="255892" y="71935"/>
                    <a:pt x="256225" y="72351"/>
                  </a:cubicBezTo>
                  <a:cubicBezTo>
                    <a:pt x="255142" y="82100"/>
                    <a:pt x="254392" y="91933"/>
                    <a:pt x="253559" y="101682"/>
                  </a:cubicBezTo>
                  <a:cubicBezTo>
                    <a:pt x="247393" y="106098"/>
                    <a:pt x="243310" y="113098"/>
                    <a:pt x="239143" y="119264"/>
                  </a:cubicBezTo>
                  <a:cubicBezTo>
                    <a:pt x="234394" y="126180"/>
                    <a:pt x="227228" y="133929"/>
                    <a:pt x="225561" y="142345"/>
                  </a:cubicBezTo>
                  <a:cubicBezTo>
                    <a:pt x="225145" y="144512"/>
                    <a:pt x="227644" y="145512"/>
                    <a:pt x="228894" y="144262"/>
                  </a:cubicBezTo>
                  <a:lnTo>
                    <a:pt x="228894" y="144262"/>
                  </a:lnTo>
                  <a:cubicBezTo>
                    <a:pt x="230727" y="142262"/>
                    <a:pt x="233310" y="140679"/>
                    <a:pt x="235227" y="138679"/>
                  </a:cubicBezTo>
                  <a:cubicBezTo>
                    <a:pt x="237644" y="136179"/>
                    <a:pt x="239643" y="133346"/>
                    <a:pt x="241893" y="130680"/>
                  </a:cubicBezTo>
                  <a:cubicBezTo>
                    <a:pt x="245309" y="126597"/>
                    <a:pt x="248559" y="122430"/>
                    <a:pt x="251809" y="118097"/>
                  </a:cubicBezTo>
                  <a:cubicBezTo>
                    <a:pt x="254058" y="115181"/>
                    <a:pt x="256475" y="112764"/>
                    <a:pt x="258892" y="110181"/>
                  </a:cubicBezTo>
                  <a:cubicBezTo>
                    <a:pt x="258975" y="109265"/>
                    <a:pt x="259058" y="108348"/>
                    <a:pt x="259142" y="107432"/>
                  </a:cubicBezTo>
                  <a:cubicBezTo>
                    <a:pt x="259225" y="108598"/>
                    <a:pt x="259225" y="109848"/>
                    <a:pt x="259142" y="111015"/>
                  </a:cubicBezTo>
                  <a:cubicBezTo>
                    <a:pt x="258975" y="118181"/>
                    <a:pt x="256892" y="125180"/>
                    <a:pt x="258142" y="132346"/>
                  </a:cubicBezTo>
                  <a:cubicBezTo>
                    <a:pt x="258642" y="135096"/>
                    <a:pt x="262474" y="135179"/>
                    <a:pt x="263808" y="133096"/>
                  </a:cubicBezTo>
                  <a:cubicBezTo>
                    <a:pt x="267641" y="126846"/>
                    <a:pt x="273640" y="96016"/>
                    <a:pt x="260391" y="98432"/>
                  </a:cubicBezTo>
                  <a:cubicBezTo>
                    <a:pt x="261975" y="87433"/>
                    <a:pt x="263474" y="76434"/>
                    <a:pt x="264891" y="65352"/>
                  </a:cubicBezTo>
                  <a:cubicBezTo>
                    <a:pt x="276057" y="48354"/>
                    <a:pt x="286056" y="28856"/>
                    <a:pt x="301138" y="15607"/>
                  </a:cubicBezTo>
                  <a:cubicBezTo>
                    <a:pt x="301054" y="15690"/>
                    <a:pt x="301388" y="15440"/>
                    <a:pt x="301971" y="14940"/>
                  </a:cubicBezTo>
                  <a:cubicBezTo>
                    <a:pt x="301471" y="17106"/>
                    <a:pt x="301138" y="19106"/>
                    <a:pt x="301054" y="19440"/>
                  </a:cubicBezTo>
                  <a:cubicBezTo>
                    <a:pt x="298722" y="29522"/>
                    <a:pt x="298471" y="39438"/>
                    <a:pt x="296388" y="49520"/>
                  </a:cubicBezTo>
                  <a:cubicBezTo>
                    <a:pt x="295472" y="54103"/>
                    <a:pt x="301805" y="57353"/>
                    <a:pt x="304304" y="52854"/>
                  </a:cubicBezTo>
                  <a:cubicBezTo>
                    <a:pt x="308804" y="44687"/>
                    <a:pt x="310303" y="34938"/>
                    <a:pt x="311554" y="25272"/>
                  </a:cubicBezTo>
                  <a:cubicBezTo>
                    <a:pt x="317636" y="22523"/>
                    <a:pt x="322969" y="17940"/>
                    <a:pt x="328969" y="14940"/>
                  </a:cubicBezTo>
                  <a:cubicBezTo>
                    <a:pt x="328469" y="16857"/>
                    <a:pt x="328135" y="19106"/>
                    <a:pt x="327802" y="20523"/>
                  </a:cubicBezTo>
                  <a:lnTo>
                    <a:pt x="327802" y="20523"/>
                  </a:lnTo>
                  <a:close/>
                </a:path>
              </a:pathLst>
            </a:custGeom>
            <a:grpFill/>
            <a:ln w="8332" cap="flat">
              <a:noFill/>
              <a:prstDash val="solid"/>
              <a:miter/>
            </a:ln>
          </p:spPr>
          <p:txBody>
            <a:bodyPr rtlCol="0" anchor="ctr"/>
            <a:lstStyle/>
            <a:p>
              <a:endParaRPr lang="en-US"/>
            </a:p>
          </p:txBody>
        </p:sp>
        <p:sp>
          <p:nvSpPr>
            <p:cNvPr id="2285" name="Freeform: Shape 2284"/>
            <p:cNvSpPr/>
            <p:nvPr/>
          </p:nvSpPr>
          <p:spPr>
            <a:xfrm>
              <a:off x="3946733" y="5895215"/>
              <a:ext cx="473585" cy="638834"/>
            </a:xfrm>
            <a:custGeom>
              <a:avLst/>
              <a:gdLst>
                <a:gd name="connsiteX0" fmla="*/ 473556 w 473585"/>
                <a:gd name="connsiteY0" fmla="*/ 13763 h 638834"/>
                <a:gd name="connsiteX1" fmla="*/ 442809 w 473585"/>
                <a:gd name="connsiteY1" fmla="*/ 15430 h 638834"/>
                <a:gd name="connsiteX2" fmla="*/ 443642 w 473585"/>
                <a:gd name="connsiteY2" fmla="*/ 13180 h 638834"/>
                <a:gd name="connsiteX3" fmla="*/ 437143 w 473585"/>
                <a:gd name="connsiteY3" fmla="*/ 98 h 638834"/>
                <a:gd name="connsiteX4" fmla="*/ 406813 w 473585"/>
                <a:gd name="connsiteY4" fmla="*/ 21263 h 638834"/>
                <a:gd name="connsiteX5" fmla="*/ 390397 w 473585"/>
                <a:gd name="connsiteY5" fmla="*/ 37178 h 638834"/>
                <a:gd name="connsiteX6" fmla="*/ 387731 w 473585"/>
                <a:gd name="connsiteY6" fmla="*/ 28762 h 638834"/>
                <a:gd name="connsiteX7" fmla="*/ 341818 w 473585"/>
                <a:gd name="connsiteY7" fmla="*/ 63175 h 638834"/>
                <a:gd name="connsiteX8" fmla="*/ 292989 w 473585"/>
                <a:gd name="connsiteY8" fmla="*/ 142085 h 638834"/>
                <a:gd name="connsiteX9" fmla="*/ 270491 w 473585"/>
                <a:gd name="connsiteY9" fmla="*/ 180831 h 638834"/>
                <a:gd name="connsiteX10" fmla="*/ 263158 w 473585"/>
                <a:gd name="connsiteY10" fmla="*/ 192747 h 638834"/>
                <a:gd name="connsiteX11" fmla="*/ 260075 w 473585"/>
                <a:gd name="connsiteY11" fmla="*/ 191164 h 638834"/>
                <a:gd name="connsiteX12" fmla="*/ 234495 w 473585"/>
                <a:gd name="connsiteY12" fmla="*/ 215745 h 638834"/>
                <a:gd name="connsiteX13" fmla="*/ 204914 w 473585"/>
                <a:gd name="connsiteY13" fmla="*/ 265240 h 638834"/>
                <a:gd name="connsiteX14" fmla="*/ 172917 w 473585"/>
                <a:gd name="connsiteY14" fmla="*/ 322318 h 638834"/>
                <a:gd name="connsiteX15" fmla="*/ 152335 w 473585"/>
                <a:gd name="connsiteY15" fmla="*/ 359815 h 638834"/>
                <a:gd name="connsiteX16" fmla="*/ 134003 w 473585"/>
                <a:gd name="connsiteY16" fmla="*/ 375980 h 638834"/>
                <a:gd name="connsiteX17" fmla="*/ 131920 w 473585"/>
                <a:gd name="connsiteY17" fmla="*/ 373481 h 638834"/>
                <a:gd name="connsiteX18" fmla="*/ 124338 w 473585"/>
                <a:gd name="connsiteY18" fmla="*/ 372897 h 638834"/>
                <a:gd name="connsiteX19" fmla="*/ 110256 w 473585"/>
                <a:gd name="connsiteY19" fmla="*/ 391812 h 638834"/>
                <a:gd name="connsiteX20" fmla="*/ 92924 w 473585"/>
                <a:gd name="connsiteY20" fmla="*/ 419477 h 638834"/>
                <a:gd name="connsiteX21" fmla="*/ 61177 w 473585"/>
                <a:gd name="connsiteY21" fmla="*/ 482138 h 638834"/>
                <a:gd name="connsiteX22" fmla="*/ 49261 w 473585"/>
                <a:gd name="connsiteY22" fmla="*/ 513051 h 638834"/>
                <a:gd name="connsiteX23" fmla="*/ 8598 w 473585"/>
                <a:gd name="connsiteY23" fmla="*/ 595877 h 638834"/>
                <a:gd name="connsiteX24" fmla="*/ 8848 w 473585"/>
                <a:gd name="connsiteY24" fmla="*/ 634874 h 638834"/>
                <a:gd name="connsiteX25" fmla="*/ 51011 w 473585"/>
                <a:gd name="connsiteY25" fmla="*/ 621458 h 638834"/>
                <a:gd name="connsiteX26" fmla="*/ 87341 w 473585"/>
                <a:gd name="connsiteY26" fmla="*/ 559131 h 638834"/>
                <a:gd name="connsiteX27" fmla="*/ 115922 w 473585"/>
                <a:gd name="connsiteY27" fmla="*/ 498636 h 638834"/>
                <a:gd name="connsiteX28" fmla="*/ 143919 w 473585"/>
                <a:gd name="connsiteY28" fmla="*/ 460056 h 638834"/>
                <a:gd name="connsiteX29" fmla="*/ 182666 w 473585"/>
                <a:gd name="connsiteY29" fmla="*/ 417393 h 638834"/>
                <a:gd name="connsiteX30" fmla="*/ 250826 w 473585"/>
                <a:gd name="connsiteY30" fmla="*/ 317736 h 638834"/>
                <a:gd name="connsiteX31" fmla="*/ 255576 w 473585"/>
                <a:gd name="connsiteY31" fmla="*/ 305237 h 638834"/>
                <a:gd name="connsiteX32" fmla="*/ 331736 w 473585"/>
                <a:gd name="connsiteY32" fmla="*/ 225661 h 638834"/>
                <a:gd name="connsiteX33" fmla="*/ 364233 w 473585"/>
                <a:gd name="connsiteY33" fmla="*/ 176832 h 638834"/>
                <a:gd name="connsiteX34" fmla="*/ 376315 w 473585"/>
                <a:gd name="connsiteY34" fmla="*/ 138002 h 638834"/>
                <a:gd name="connsiteX35" fmla="*/ 374732 w 473585"/>
                <a:gd name="connsiteY35" fmla="*/ 135919 h 638834"/>
                <a:gd name="connsiteX36" fmla="*/ 421061 w 473585"/>
                <a:gd name="connsiteY36" fmla="*/ 89756 h 638834"/>
                <a:gd name="connsiteX37" fmla="*/ 432310 w 473585"/>
                <a:gd name="connsiteY37" fmla="*/ 71924 h 638834"/>
                <a:gd name="connsiteX38" fmla="*/ 432643 w 473585"/>
                <a:gd name="connsiteY38" fmla="*/ 71508 h 638834"/>
                <a:gd name="connsiteX39" fmla="*/ 445309 w 473585"/>
                <a:gd name="connsiteY39" fmla="*/ 58842 h 638834"/>
                <a:gd name="connsiteX40" fmla="*/ 457891 w 473585"/>
                <a:gd name="connsiteY40" fmla="*/ 41760 h 638834"/>
                <a:gd name="connsiteX41" fmla="*/ 467890 w 473585"/>
                <a:gd name="connsiteY41" fmla="*/ 25762 h 638834"/>
                <a:gd name="connsiteX42" fmla="*/ 473556 w 473585"/>
                <a:gd name="connsiteY42" fmla="*/ 13763 h 638834"/>
                <a:gd name="connsiteX43" fmla="*/ 473556 w 473585"/>
                <a:gd name="connsiteY43" fmla="*/ 13763 h 638834"/>
                <a:gd name="connsiteX44" fmla="*/ 205081 w 473585"/>
                <a:gd name="connsiteY44" fmla="*/ 292821 h 638834"/>
                <a:gd name="connsiteX45" fmla="*/ 232328 w 473585"/>
                <a:gd name="connsiteY45" fmla="*/ 244159 h 638834"/>
                <a:gd name="connsiteX46" fmla="*/ 248743 w 473585"/>
                <a:gd name="connsiteY46" fmla="*/ 221494 h 638834"/>
                <a:gd name="connsiteX47" fmla="*/ 256576 w 473585"/>
                <a:gd name="connsiteY47" fmla="*/ 208579 h 638834"/>
                <a:gd name="connsiteX48" fmla="*/ 255409 w 473585"/>
                <a:gd name="connsiteY48" fmla="*/ 230743 h 638834"/>
                <a:gd name="connsiteX49" fmla="*/ 252910 w 473585"/>
                <a:gd name="connsiteY49" fmla="*/ 258158 h 638834"/>
                <a:gd name="connsiteX50" fmla="*/ 247160 w 473585"/>
                <a:gd name="connsiteY50" fmla="*/ 294071 h 638834"/>
                <a:gd name="connsiteX51" fmla="*/ 217163 w 473585"/>
                <a:gd name="connsiteY51" fmla="*/ 313153 h 638834"/>
                <a:gd name="connsiteX52" fmla="*/ 173083 w 473585"/>
                <a:gd name="connsiteY52" fmla="*/ 344233 h 638834"/>
                <a:gd name="connsiteX53" fmla="*/ 205081 w 473585"/>
                <a:gd name="connsiteY53" fmla="*/ 292821 h 638834"/>
                <a:gd name="connsiteX54" fmla="*/ 205081 w 473585"/>
                <a:gd name="connsiteY54" fmla="*/ 292821 h 638834"/>
                <a:gd name="connsiteX55" fmla="*/ 109756 w 473585"/>
                <a:gd name="connsiteY55" fmla="*/ 489887 h 638834"/>
                <a:gd name="connsiteX56" fmla="*/ 107839 w 473585"/>
                <a:gd name="connsiteY56" fmla="*/ 496803 h 638834"/>
                <a:gd name="connsiteX57" fmla="*/ 105423 w 473585"/>
                <a:gd name="connsiteY57" fmla="*/ 501552 h 638834"/>
                <a:gd name="connsiteX58" fmla="*/ 105340 w 473585"/>
                <a:gd name="connsiteY58" fmla="*/ 503886 h 638834"/>
                <a:gd name="connsiteX59" fmla="*/ 84841 w 473585"/>
                <a:gd name="connsiteY59" fmla="*/ 539966 h 638834"/>
                <a:gd name="connsiteX60" fmla="*/ 56510 w 473585"/>
                <a:gd name="connsiteY60" fmla="*/ 587378 h 638834"/>
                <a:gd name="connsiteX61" fmla="*/ 40679 w 473585"/>
                <a:gd name="connsiteY61" fmla="*/ 612126 h 638834"/>
                <a:gd name="connsiteX62" fmla="*/ 30929 w 473585"/>
                <a:gd name="connsiteY62" fmla="*/ 622542 h 638834"/>
                <a:gd name="connsiteX63" fmla="*/ 18014 w 473585"/>
                <a:gd name="connsiteY63" fmla="*/ 618459 h 638834"/>
                <a:gd name="connsiteX64" fmla="*/ 11848 w 473585"/>
                <a:gd name="connsiteY64" fmla="*/ 609626 h 638834"/>
                <a:gd name="connsiteX65" fmla="*/ 12015 w 473585"/>
                <a:gd name="connsiteY65" fmla="*/ 608460 h 638834"/>
                <a:gd name="connsiteX66" fmla="*/ 43679 w 473585"/>
                <a:gd name="connsiteY66" fmla="*/ 550298 h 638834"/>
                <a:gd name="connsiteX67" fmla="*/ 55261 w 473585"/>
                <a:gd name="connsiteY67" fmla="*/ 521634 h 638834"/>
                <a:gd name="connsiteX68" fmla="*/ 62343 w 473585"/>
                <a:gd name="connsiteY68" fmla="*/ 503802 h 638834"/>
                <a:gd name="connsiteX69" fmla="*/ 67343 w 473585"/>
                <a:gd name="connsiteY69" fmla="*/ 492636 h 638834"/>
                <a:gd name="connsiteX70" fmla="*/ 98090 w 473585"/>
                <a:gd name="connsiteY70" fmla="*/ 434559 h 638834"/>
                <a:gd name="connsiteX71" fmla="*/ 115422 w 473585"/>
                <a:gd name="connsiteY71" fmla="*/ 406478 h 638834"/>
                <a:gd name="connsiteX72" fmla="*/ 124838 w 473585"/>
                <a:gd name="connsiteY72" fmla="*/ 393562 h 638834"/>
                <a:gd name="connsiteX73" fmla="*/ 125171 w 473585"/>
                <a:gd name="connsiteY73" fmla="*/ 392979 h 638834"/>
                <a:gd name="connsiteX74" fmla="*/ 125838 w 473585"/>
                <a:gd name="connsiteY74" fmla="*/ 392645 h 638834"/>
                <a:gd name="connsiteX75" fmla="*/ 126254 w 473585"/>
                <a:gd name="connsiteY75" fmla="*/ 392312 h 638834"/>
                <a:gd name="connsiteX76" fmla="*/ 121588 w 473585"/>
                <a:gd name="connsiteY76" fmla="*/ 432975 h 638834"/>
                <a:gd name="connsiteX77" fmla="*/ 109756 w 473585"/>
                <a:gd name="connsiteY77" fmla="*/ 489887 h 638834"/>
                <a:gd name="connsiteX78" fmla="*/ 109756 w 473585"/>
                <a:gd name="connsiteY78" fmla="*/ 489887 h 638834"/>
                <a:gd name="connsiteX79" fmla="*/ 242161 w 473585"/>
                <a:gd name="connsiteY79" fmla="*/ 314569 h 638834"/>
                <a:gd name="connsiteX80" fmla="*/ 235078 w 473585"/>
                <a:gd name="connsiteY80" fmla="*/ 331485 h 638834"/>
                <a:gd name="connsiteX81" fmla="*/ 221746 w 473585"/>
                <a:gd name="connsiteY81" fmla="*/ 353566 h 638834"/>
                <a:gd name="connsiteX82" fmla="*/ 189999 w 473585"/>
                <a:gd name="connsiteY82" fmla="*/ 392563 h 638834"/>
                <a:gd name="connsiteX83" fmla="*/ 159418 w 473585"/>
                <a:gd name="connsiteY83" fmla="*/ 428142 h 638834"/>
                <a:gd name="connsiteX84" fmla="*/ 126254 w 473585"/>
                <a:gd name="connsiteY84" fmla="*/ 464306 h 638834"/>
                <a:gd name="connsiteX85" fmla="*/ 121505 w 473585"/>
                <a:gd name="connsiteY85" fmla="*/ 471055 h 638834"/>
                <a:gd name="connsiteX86" fmla="*/ 130087 w 473585"/>
                <a:gd name="connsiteY86" fmla="*/ 415727 h 638834"/>
                <a:gd name="connsiteX87" fmla="*/ 135420 w 473585"/>
                <a:gd name="connsiteY87" fmla="*/ 385730 h 638834"/>
                <a:gd name="connsiteX88" fmla="*/ 206914 w 473585"/>
                <a:gd name="connsiteY88" fmla="*/ 337567 h 638834"/>
                <a:gd name="connsiteX89" fmla="*/ 243994 w 473585"/>
                <a:gd name="connsiteY89" fmla="*/ 310736 h 638834"/>
                <a:gd name="connsiteX90" fmla="*/ 245411 w 473585"/>
                <a:gd name="connsiteY90" fmla="*/ 309820 h 638834"/>
                <a:gd name="connsiteX91" fmla="*/ 245744 w 473585"/>
                <a:gd name="connsiteY91" fmla="*/ 309986 h 638834"/>
                <a:gd name="connsiteX92" fmla="*/ 242161 w 473585"/>
                <a:gd name="connsiteY92" fmla="*/ 314569 h 638834"/>
                <a:gd name="connsiteX93" fmla="*/ 242161 w 473585"/>
                <a:gd name="connsiteY93" fmla="*/ 314569 h 638834"/>
                <a:gd name="connsiteX94" fmla="*/ 347234 w 473585"/>
                <a:gd name="connsiteY94" fmla="*/ 187581 h 638834"/>
                <a:gd name="connsiteX95" fmla="*/ 315154 w 473585"/>
                <a:gd name="connsiteY95" fmla="*/ 229827 h 638834"/>
                <a:gd name="connsiteX96" fmla="*/ 280574 w 473585"/>
                <a:gd name="connsiteY96" fmla="*/ 268990 h 638834"/>
                <a:gd name="connsiteX97" fmla="*/ 264159 w 473585"/>
                <a:gd name="connsiteY97" fmla="*/ 287822 h 638834"/>
                <a:gd name="connsiteX98" fmla="*/ 255743 w 473585"/>
                <a:gd name="connsiteY98" fmla="*/ 294988 h 638834"/>
                <a:gd name="connsiteX99" fmla="*/ 261742 w 473585"/>
                <a:gd name="connsiteY99" fmla="*/ 251908 h 638834"/>
                <a:gd name="connsiteX100" fmla="*/ 266075 w 473585"/>
                <a:gd name="connsiteY100" fmla="*/ 219078 h 638834"/>
                <a:gd name="connsiteX101" fmla="*/ 314904 w 473585"/>
                <a:gd name="connsiteY101" fmla="*/ 185248 h 638834"/>
                <a:gd name="connsiteX102" fmla="*/ 341818 w 473585"/>
                <a:gd name="connsiteY102" fmla="*/ 165916 h 638834"/>
                <a:gd name="connsiteX103" fmla="*/ 368816 w 473585"/>
                <a:gd name="connsiteY103" fmla="*/ 145668 h 638834"/>
                <a:gd name="connsiteX104" fmla="*/ 347234 w 473585"/>
                <a:gd name="connsiteY104" fmla="*/ 187581 h 638834"/>
                <a:gd name="connsiteX105" fmla="*/ 347234 w 473585"/>
                <a:gd name="connsiteY105" fmla="*/ 187581 h 638834"/>
                <a:gd name="connsiteX106" fmla="*/ 456141 w 473585"/>
                <a:gd name="connsiteY106" fmla="*/ 24262 h 638834"/>
                <a:gd name="connsiteX107" fmla="*/ 445642 w 473585"/>
                <a:gd name="connsiteY107" fmla="*/ 40177 h 638834"/>
                <a:gd name="connsiteX108" fmla="*/ 433310 w 473585"/>
                <a:gd name="connsiteY108" fmla="*/ 56009 h 638834"/>
                <a:gd name="connsiteX109" fmla="*/ 427310 w 473585"/>
                <a:gd name="connsiteY109" fmla="*/ 61759 h 638834"/>
                <a:gd name="connsiteX110" fmla="*/ 424811 w 473585"/>
                <a:gd name="connsiteY110" fmla="*/ 61176 h 638834"/>
                <a:gd name="connsiteX111" fmla="*/ 400230 w 473585"/>
                <a:gd name="connsiteY111" fmla="*/ 68841 h 638834"/>
                <a:gd name="connsiteX112" fmla="*/ 384564 w 473585"/>
                <a:gd name="connsiteY112" fmla="*/ 86340 h 638834"/>
                <a:gd name="connsiteX113" fmla="*/ 387398 w 473585"/>
                <a:gd name="connsiteY113" fmla="*/ 86923 h 638834"/>
                <a:gd name="connsiteX114" fmla="*/ 396147 w 473585"/>
                <a:gd name="connsiteY114" fmla="*/ 82840 h 638834"/>
                <a:gd name="connsiteX115" fmla="*/ 406896 w 473585"/>
                <a:gd name="connsiteY115" fmla="*/ 77007 h 638834"/>
                <a:gd name="connsiteX116" fmla="*/ 417978 w 473585"/>
                <a:gd name="connsiteY116" fmla="*/ 70841 h 638834"/>
                <a:gd name="connsiteX117" fmla="*/ 418145 w 473585"/>
                <a:gd name="connsiteY117" fmla="*/ 75091 h 638834"/>
                <a:gd name="connsiteX118" fmla="*/ 409896 w 473585"/>
                <a:gd name="connsiteY118" fmla="*/ 85673 h 638834"/>
                <a:gd name="connsiteX119" fmla="*/ 391564 w 473585"/>
                <a:gd name="connsiteY119" fmla="*/ 106588 h 638834"/>
                <a:gd name="connsiteX120" fmla="*/ 358650 w 473585"/>
                <a:gd name="connsiteY120" fmla="*/ 139668 h 638834"/>
                <a:gd name="connsiteX121" fmla="*/ 308071 w 473585"/>
                <a:gd name="connsiteY121" fmla="*/ 174915 h 638834"/>
                <a:gd name="connsiteX122" fmla="*/ 266325 w 473585"/>
                <a:gd name="connsiteY122" fmla="*/ 208912 h 638834"/>
                <a:gd name="connsiteX123" fmla="*/ 266159 w 473585"/>
                <a:gd name="connsiteY123" fmla="*/ 205413 h 638834"/>
                <a:gd name="connsiteX124" fmla="*/ 291906 w 473585"/>
                <a:gd name="connsiteY124" fmla="*/ 173082 h 638834"/>
                <a:gd name="connsiteX125" fmla="*/ 328653 w 473585"/>
                <a:gd name="connsiteY125" fmla="*/ 112754 h 638834"/>
                <a:gd name="connsiteX126" fmla="*/ 370316 w 473585"/>
                <a:gd name="connsiteY126" fmla="*/ 48926 h 638834"/>
                <a:gd name="connsiteX127" fmla="*/ 379398 w 473585"/>
                <a:gd name="connsiteY127" fmla="*/ 39011 h 638834"/>
                <a:gd name="connsiteX128" fmla="*/ 378565 w 473585"/>
                <a:gd name="connsiteY128" fmla="*/ 52093 h 638834"/>
                <a:gd name="connsiteX129" fmla="*/ 375565 w 473585"/>
                <a:gd name="connsiteY129" fmla="*/ 59176 h 638834"/>
                <a:gd name="connsiteX130" fmla="*/ 375648 w 473585"/>
                <a:gd name="connsiteY130" fmla="*/ 60592 h 638834"/>
                <a:gd name="connsiteX131" fmla="*/ 367149 w 473585"/>
                <a:gd name="connsiteY131" fmla="*/ 88756 h 638834"/>
                <a:gd name="connsiteX132" fmla="*/ 349484 w 473585"/>
                <a:gd name="connsiteY132" fmla="*/ 103088 h 638834"/>
                <a:gd name="connsiteX133" fmla="*/ 331486 w 473585"/>
                <a:gd name="connsiteY133" fmla="*/ 122920 h 638834"/>
                <a:gd name="connsiteX134" fmla="*/ 334319 w 473585"/>
                <a:gd name="connsiteY134" fmla="*/ 125503 h 638834"/>
                <a:gd name="connsiteX135" fmla="*/ 334319 w 473585"/>
                <a:gd name="connsiteY135" fmla="*/ 125503 h 638834"/>
                <a:gd name="connsiteX136" fmla="*/ 341568 w 473585"/>
                <a:gd name="connsiteY136" fmla="*/ 121337 h 638834"/>
                <a:gd name="connsiteX137" fmla="*/ 349651 w 473585"/>
                <a:gd name="connsiteY137" fmla="*/ 114837 h 638834"/>
                <a:gd name="connsiteX138" fmla="*/ 361816 w 473585"/>
                <a:gd name="connsiteY138" fmla="*/ 104505 h 638834"/>
                <a:gd name="connsiteX139" fmla="*/ 370399 w 473585"/>
                <a:gd name="connsiteY139" fmla="*/ 98172 h 638834"/>
                <a:gd name="connsiteX140" fmla="*/ 371149 w 473585"/>
                <a:gd name="connsiteY140" fmla="*/ 95506 h 638834"/>
                <a:gd name="connsiteX141" fmla="*/ 370482 w 473585"/>
                <a:gd name="connsiteY141" fmla="*/ 99005 h 638834"/>
                <a:gd name="connsiteX142" fmla="*/ 365233 w 473585"/>
                <a:gd name="connsiteY142" fmla="*/ 119670 h 638834"/>
                <a:gd name="connsiteX143" fmla="*/ 370649 w 473585"/>
                <a:gd name="connsiteY143" fmla="*/ 121503 h 638834"/>
                <a:gd name="connsiteX144" fmla="*/ 374232 w 473585"/>
                <a:gd name="connsiteY144" fmla="*/ 86840 h 638834"/>
                <a:gd name="connsiteX145" fmla="*/ 385231 w 473585"/>
                <a:gd name="connsiteY145" fmla="*/ 55343 h 638834"/>
                <a:gd name="connsiteX146" fmla="*/ 430727 w 473585"/>
                <a:gd name="connsiteY146" fmla="*/ 13930 h 638834"/>
                <a:gd name="connsiteX147" fmla="*/ 431644 w 473585"/>
                <a:gd name="connsiteY147" fmla="*/ 13430 h 638834"/>
                <a:gd name="connsiteX148" fmla="*/ 429810 w 473585"/>
                <a:gd name="connsiteY148" fmla="*/ 17679 h 638834"/>
                <a:gd name="connsiteX149" fmla="*/ 419228 w 473585"/>
                <a:gd name="connsiteY149" fmla="*/ 46177 h 638834"/>
                <a:gd name="connsiteX150" fmla="*/ 426311 w 473585"/>
                <a:gd name="connsiteY150" fmla="*/ 51010 h 638834"/>
                <a:gd name="connsiteX151" fmla="*/ 438893 w 473585"/>
                <a:gd name="connsiteY151" fmla="*/ 25429 h 638834"/>
                <a:gd name="connsiteX152" fmla="*/ 458058 w 473585"/>
                <a:gd name="connsiteY152" fmla="*/ 18762 h 638834"/>
                <a:gd name="connsiteX153" fmla="*/ 456141 w 473585"/>
                <a:gd name="connsiteY153" fmla="*/ 24262 h 638834"/>
                <a:gd name="connsiteX154" fmla="*/ 456141 w 473585"/>
                <a:gd name="connsiteY154" fmla="*/ 24262 h 638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Lst>
              <a:rect l="l" t="t" r="r" b="b"/>
              <a:pathLst>
                <a:path w="473585" h="638834">
                  <a:moveTo>
                    <a:pt x="473556" y="13763"/>
                  </a:moveTo>
                  <a:cubicBezTo>
                    <a:pt x="471973" y="-1319"/>
                    <a:pt x="454891" y="7263"/>
                    <a:pt x="442809" y="15430"/>
                  </a:cubicBezTo>
                  <a:cubicBezTo>
                    <a:pt x="443059" y="14680"/>
                    <a:pt x="443309" y="13930"/>
                    <a:pt x="443642" y="13180"/>
                  </a:cubicBezTo>
                  <a:cubicBezTo>
                    <a:pt x="445975" y="7181"/>
                    <a:pt x="446059" y="-986"/>
                    <a:pt x="437143" y="98"/>
                  </a:cubicBezTo>
                  <a:cubicBezTo>
                    <a:pt x="426311" y="1348"/>
                    <a:pt x="413895" y="13930"/>
                    <a:pt x="406813" y="21263"/>
                  </a:cubicBezTo>
                  <a:cubicBezTo>
                    <a:pt x="402229" y="26012"/>
                    <a:pt x="396063" y="31428"/>
                    <a:pt x="390397" y="37178"/>
                  </a:cubicBezTo>
                  <a:cubicBezTo>
                    <a:pt x="390564" y="33928"/>
                    <a:pt x="389981" y="30845"/>
                    <a:pt x="387731" y="28762"/>
                  </a:cubicBezTo>
                  <a:cubicBezTo>
                    <a:pt x="374732" y="16679"/>
                    <a:pt x="347151" y="56009"/>
                    <a:pt x="341818" y="63175"/>
                  </a:cubicBezTo>
                  <a:cubicBezTo>
                    <a:pt x="323070" y="87923"/>
                    <a:pt x="309154" y="115670"/>
                    <a:pt x="292989" y="142085"/>
                  </a:cubicBezTo>
                  <a:cubicBezTo>
                    <a:pt x="285240" y="154834"/>
                    <a:pt x="278241" y="167999"/>
                    <a:pt x="270491" y="180831"/>
                  </a:cubicBezTo>
                  <a:cubicBezTo>
                    <a:pt x="268242" y="184498"/>
                    <a:pt x="265492" y="188581"/>
                    <a:pt x="263158" y="192747"/>
                  </a:cubicBezTo>
                  <a:cubicBezTo>
                    <a:pt x="262325" y="191997"/>
                    <a:pt x="261326" y="191414"/>
                    <a:pt x="260075" y="191164"/>
                  </a:cubicBezTo>
                  <a:cubicBezTo>
                    <a:pt x="247577" y="188331"/>
                    <a:pt x="240327" y="207579"/>
                    <a:pt x="234495" y="215745"/>
                  </a:cubicBezTo>
                  <a:cubicBezTo>
                    <a:pt x="223162" y="231494"/>
                    <a:pt x="213330" y="247825"/>
                    <a:pt x="204914" y="265240"/>
                  </a:cubicBezTo>
                  <a:cubicBezTo>
                    <a:pt x="195415" y="284905"/>
                    <a:pt x="183916" y="303487"/>
                    <a:pt x="172917" y="322318"/>
                  </a:cubicBezTo>
                  <a:cubicBezTo>
                    <a:pt x="165834" y="334568"/>
                    <a:pt x="159251" y="347483"/>
                    <a:pt x="152335" y="359815"/>
                  </a:cubicBezTo>
                  <a:cubicBezTo>
                    <a:pt x="145919" y="364898"/>
                    <a:pt x="139836" y="370231"/>
                    <a:pt x="134003" y="375980"/>
                  </a:cubicBezTo>
                  <a:cubicBezTo>
                    <a:pt x="133503" y="374980"/>
                    <a:pt x="132837" y="374064"/>
                    <a:pt x="131920" y="373481"/>
                  </a:cubicBezTo>
                  <a:cubicBezTo>
                    <a:pt x="129671" y="371814"/>
                    <a:pt x="126838" y="371314"/>
                    <a:pt x="124338" y="372897"/>
                  </a:cubicBezTo>
                  <a:cubicBezTo>
                    <a:pt x="117755" y="377147"/>
                    <a:pt x="114672" y="385563"/>
                    <a:pt x="110256" y="391812"/>
                  </a:cubicBezTo>
                  <a:cubicBezTo>
                    <a:pt x="103923" y="400728"/>
                    <a:pt x="98340" y="410061"/>
                    <a:pt x="92924" y="419477"/>
                  </a:cubicBezTo>
                  <a:cubicBezTo>
                    <a:pt x="81342" y="439975"/>
                    <a:pt x="70759" y="460640"/>
                    <a:pt x="61177" y="482138"/>
                  </a:cubicBezTo>
                  <a:cubicBezTo>
                    <a:pt x="56594" y="492303"/>
                    <a:pt x="52928" y="502636"/>
                    <a:pt x="49261" y="513051"/>
                  </a:cubicBezTo>
                  <a:cubicBezTo>
                    <a:pt x="36096" y="540882"/>
                    <a:pt x="23430" y="568963"/>
                    <a:pt x="8598" y="595877"/>
                  </a:cubicBezTo>
                  <a:cubicBezTo>
                    <a:pt x="1599" y="608710"/>
                    <a:pt x="-6734" y="624375"/>
                    <a:pt x="8848" y="634874"/>
                  </a:cubicBezTo>
                  <a:cubicBezTo>
                    <a:pt x="24097" y="645123"/>
                    <a:pt x="41429" y="633624"/>
                    <a:pt x="51011" y="621458"/>
                  </a:cubicBezTo>
                  <a:cubicBezTo>
                    <a:pt x="65926" y="602543"/>
                    <a:pt x="75675" y="579962"/>
                    <a:pt x="87341" y="559131"/>
                  </a:cubicBezTo>
                  <a:cubicBezTo>
                    <a:pt x="98590" y="539049"/>
                    <a:pt x="110339" y="520884"/>
                    <a:pt x="115922" y="498636"/>
                  </a:cubicBezTo>
                  <a:cubicBezTo>
                    <a:pt x="125671" y="486221"/>
                    <a:pt x="133587" y="472055"/>
                    <a:pt x="143919" y="460056"/>
                  </a:cubicBezTo>
                  <a:cubicBezTo>
                    <a:pt x="156418" y="445558"/>
                    <a:pt x="170084" y="431975"/>
                    <a:pt x="182666" y="417393"/>
                  </a:cubicBezTo>
                  <a:cubicBezTo>
                    <a:pt x="209247" y="386563"/>
                    <a:pt x="232661" y="354232"/>
                    <a:pt x="250826" y="317736"/>
                  </a:cubicBezTo>
                  <a:cubicBezTo>
                    <a:pt x="252410" y="314486"/>
                    <a:pt x="254826" y="309653"/>
                    <a:pt x="255576" y="305237"/>
                  </a:cubicBezTo>
                  <a:cubicBezTo>
                    <a:pt x="283490" y="280906"/>
                    <a:pt x="310821" y="256658"/>
                    <a:pt x="331736" y="225661"/>
                  </a:cubicBezTo>
                  <a:cubicBezTo>
                    <a:pt x="342652" y="209412"/>
                    <a:pt x="354567" y="193914"/>
                    <a:pt x="364233" y="176832"/>
                  </a:cubicBezTo>
                  <a:cubicBezTo>
                    <a:pt x="370149" y="166333"/>
                    <a:pt x="379315" y="150418"/>
                    <a:pt x="376315" y="138002"/>
                  </a:cubicBezTo>
                  <a:cubicBezTo>
                    <a:pt x="376065" y="137085"/>
                    <a:pt x="375482" y="136419"/>
                    <a:pt x="374732" y="135919"/>
                  </a:cubicBezTo>
                  <a:cubicBezTo>
                    <a:pt x="392647" y="123503"/>
                    <a:pt x="407979" y="107005"/>
                    <a:pt x="421061" y="89756"/>
                  </a:cubicBezTo>
                  <a:cubicBezTo>
                    <a:pt x="424311" y="85507"/>
                    <a:pt x="431060" y="78424"/>
                    <a:pt x="432310" y="71924"/>
                  </a:cubicBezTo>
                  <a:cubicBezTo>
                    <a:pt x="432394" y="71758"/>
                    <a:pt x="432560" y="71675"/>
                    <a:pt x="432643" y="71508"/>
                  </a:cubicBezTo>
                  <a:cubicBezTo>
                    <a:pt x="436060" y="66509"/>
                    <a:pt x="441393" y="63508"/>
                    <a:pt x="445309" y="58842"/>
                  </a:cubicBezTo>
                  <a:cubicBezTo>
                    <a:pt x="449892" y="53510"/>
                    <a:pt x="453725" y="47343"/>
                    <a:pt x="457891" y="41760"/>
                  </a:cubicBezTo>
                  <a:cubicBezTo>
                    <a:pt x="461724" y="36594"/>
                    <a:pt x="464724" y="31345"/>
                    <a:pt x="467890" y="25762"/>
                  </a:cubicBezTo>
                  <a:cubicBezTo>
                    <a:pt x="469890" y="22429"/>
                    <a:pt x="473973" y="17929"/>
                    <a:pt x="473556" y="13763"/>
                  </a:cubicBezTo>
                  <a:lnTo>
                    <a:pt x="473556" y="13763"/>
                  </a:lnTo>
                  <a:close/>
                  <a:moveTo>
                    <a:pt x="205081" y="292821"/>
                  </a:moveTo>
                  <a:cubicBezTo>
                    <a:pt x="214830" y="276906"/>
                    <a:pt x="222162" y="259824"/>
                    <a:pt x="232328" y="244159"/>
                  </a:cubicBezTo>
                  <a:cubicBezTo>
                    <a:pt x="237494" y="236327"/>
                    <a:pt x="243077" y="228910"/>
                    <a:pt x="248743" y="221494"/>
                  </a:cubicBezTo>
                  <a:cubicBezTo>
                    <a:pt x="250160" y="219661"/>
                    <a:pt x="253576" y="213162"/>
                    <a:pt x="256576" y="208579"/>
                  </a:cubicBezTo>
                  <a:cubicBezTo>
                    <a:pt x="257826" y="215578"/>
                    <a:pt x="255659" y="225077"/>
                    <a:pt x="255409" y="230743"/>
                  </a:cubicBezTo>
                  <a:cubicBezTo>
                    <a:pt x="255076" y="239993"/>
                    <a:pt x="253909" y="248992"/>
                    <a:pt x="252910" y="258158"/>
                  </a:cubicBezTo>
                  <a:cubicBezTo>
                    <a:pt x="251577" y="270240"/>
                    <a:pt x="248827" y="282072"/>
                    <a:pt x="247160" y="294071"/>
                  </a:cubicBezTo>
                  <a:cubicBezTo>
                    <a:pt x="237078" y="293571"/>
                    <a:pt x="223329" y="308320"/>
                    <a:pt x="217163" y="313153"/>
                  </a:cubicBezTo>
                  <a:cubicBezTo>
                    <a:pt x="203081" y="324152"/>
                    <a:pt x="187915" y="333901"/>
                    <a:pt x="173083" y="344233"/>
                  </a:cubicBezTo>
                  <a:cubicBezTo>
                    <a:pt x="185332" y="327985"/>
                    <a:pt x="194998" y="309237"/>
                    <a:pt x="205081" y="292821"/>
                  </a:cubicBezTo>
                  <a:lnTo>
                    <a:pt x="205081" y="292821"/>
                  </a:lnTo>
                  <a:close/>
                  <a:moveTo>
                    <a:pt x="109756" y="489887"/>
                  </a:moveTo>
                  <a:cubicBezTo>
                    <a:pt x="109172" y="492220"/>
                    <a:pt x="108506" y="494553"/>
                    <a:pt x="107839" y="496803"/>
                  </a:cubicBezTo>
                  <a:cubicBezTo>
                    <a:pt x="107006" y="498386"/>
                    <a:pt x="106256" y="499969"/>
                    <a:pt x="105423" y="501552"/>
                  </a:cubicBezTo>
                  <a:cubicBezTo>
                    <a:pt x="105006" y="502386"/>
                    <a:pt x="105006" y="503219"/>
                    <a:pt x="105340" y="503886"/>
                  </a:cubicBezTo>
                  <a:cubicBezTo>
                    <a:pt x="100257" y="516718"/>
                    <a:pt x="93007" y="528050"/>
                    <a:pt x="84841" y="539966"/>
                  </a:cubicBezTo>
                  <a:cubicBezTo>
                    <a:pt x="74426" y="555131"/>
                    <a:pt x="65843" y="571546"/>
                    <a:pt x="56510" y="587378"/>
                  </a:cubicBezTo>
                  <a:cubicBezTo>
                    <a:pt x="51511" y="595794"/>
                    <a:pt x="46595" y="604293"/>
                    <a:pt x="40679" y="612126"/>
                  </a:cubicBezTo>
                  <a:cubicBezTo>
                    <a:pt x="37846" y="615792"/>
                    <a:pt x="34846" y="619875"/>
                    <a:pt x="30929" y="622542"/>
                  </a:cubicBezTo>
                  <a:cubicBezTo>
                    <a:pt x="25597" y="627624"/>
                    <a:pt x="21264" y="626208"/>
                    <a:pt x="18014" y="618459"/>
                  </a:cubicBezTo>
                  <a:cubicBezTo>
                    <a:pt x="11348" y="616209"/>
                    <a:pt x="9348" y="613293"/>
                    <a:pt x="11848" y="609626"/>
                  </a:cubicBezTo>
                  <a:cubicBezTo>
                    <a:pt x="11848" y="609210"/>
                    <a:pt x="11931" y="608793"/>
                    <a:pt x="12015" y="608460"/>
                  </a:cubicBezTo>
                  <a:cubicBezTo>
                    <a:pt x="23430" y="589544"/>
                    <a:pt x="34429" y="570463"/>
                    <a:pt x="43679" y="550298"/>
                  </a:cubicBezTo>
                  <a:cubicBezTo>
                    <a:pt x="48012" y="540882"/>
                    <a:pt x="51595" y="531300"/>
                    <a:pt x="55261" y="521634"/>
                  </a:cubicBezTo>
                  <a:cubicBezTo>
                    <a:pt x="57677" y="515718"/>
                    <a:pt x="60011" y="509801"/>
                    <a:pt x="62343" y="503802"/>
                  </a:cubicBezTo>
                  <a:cubicBezTo>
                    <a:pt x="63927" y="500053"/>
                    <a:pt x="65593" y="496303"/>
                    <a:pt x="67343" y="492636"/>
                  </a:cubicBezTo>
                  <a:cubicBezTo>
                    <a:pt x="77009" y="472888"/>
                    <a:pt x="87174" y="453640"/>
                    <a:pt x="98090" y="434559"/>
                  </a:cubicBezTo>
                  <a:cubicBezTo>
                    <a:pt x="103590" y="424976"/>
                    <a:pt x="109172" y="415560"/>
                    <a:pt x="115422" y="406478"/>
                  </a:cubicBezTo>
                  <a:cubicBezTo>
                    <a:pt x="118422" y="402061"/>
                    <a:pt x="122005" y="397978"/>
                    <a:pt x="124838" y="393562"/>
                  </a:cubicBezTo>
                  <a:cubicBezTo>
                    <a:pt x="124921" y="393396"/>
                    <a:pt x="125088" y="393145"/>
                    <a:pt x="125171" y="392979"/>
                  </a:cubicBezTo>
                  <a:cubicBezTo>
                    <a:pt x="125421" y="392896"/>
                    <a:pt x="125588" y="392812"/>
                    <a:pt x="125838" y="392645"/>
                  </a:cubicBezTo>
                  <a:cubicBezTo>
                    <a:pt x="126004" y="392563"/>
                    <a:pt x="126088" y="392479"/>
                    <a:pt x="126254" y="392312"/>
                  </a:cubicBezTo>
                  <a:cubicBezTo>
                    <a:pt x="125921" y="405894"/>
                    <a:pt x="122005" y="430225"/>
                    <a:pt x="121588" y="432975"/>
                  </a:cubicBezTo>
                  <a:cubicBezTo>
                    <a:pt x="118921" y="452140"/>
                    <a:pt x="114422" y="471222"/>
                    <a:pt x="109756" y="489887"/>
                  </a:cubicBezTo>
                  <a:lnTo>
                    <a:pt x="109756" y="489887"/>
                  </a:lnTo>
                  <a:close/>
                  <a:moveTo>
                    <a:pt x="242161" y="314569"/>
                  </a:moveTo>
                  <a:cubicBezTo>
                    <a:pt x="239327" y="319402"/>
                    <a:pt x="237744" y="326152"/>
                    <a:pt x="235078" y="331485"/>
                  </a:cubicBezTo>
                  <a:cubicBezTo>
                    <a:pt x="231162" y="339234"/>
                    <a:pt x="226579" y="346316"/>
                    <a:pt x="221746" y="353566"/>
                  </a:cubicBezTo>
                  <a:cubicBezTo>
                    <a:pt x="212413" y="367731"/>
                    <a:pt x="200331" y="379147"/>
                    <a:pt x="189999" y="392563"/>
                  </a:cubicBezTo>
                  <a:cubicBezTo>
                    <a:pt x="180583" y="404895"/>
                    <a:pt x="169917" y="416727"/>
                    <a:pt x="159418" y="428142"/>
                  </a:cubicBezTo>
                  <a:cubicBezTo>
                    <a:pt x="148252" y="440225"/>
                    <a:pt x="136504" y="451307"/>
                    <a:pt x="126254" y="464306"/>
                  </a:cubicBezTo>
                  <a:cubicBezTo>
                    <a:pt x="124505" y="466472"/>
                    <a:pt x="123005" y="468805"/>
                    <a:pt x="121505" y="471055"/>
                  </a:cubicBezTo>
                  <a:cubicBezTo>
                    <a:pt x="125088" y="452724"/>
                    <a:pt x="128171" y="434225"/>
                    <a:pt x="130087" y="415727"/>
                  </a:cubicBezTo>
                  <a:cubicBezTo>
                    <a:pt x="130671" y="409728"/>
                    <a:pt x="135004" y="396145"/>
                    <a:pt x="135420" y="385730"/>
                  </a:cubicBezTo>
                  <a:cubicBezTo>
                    <a:pt x="158835" y="369065"/>
                    <a:pt x="183082" y="353816"/>
                    <a:pt x="206914" y="337567"/>
                  </a:cubicBezTo>
                  <a:cubicBezTo>
                    <a:pt x="219496" y="328985"/>
                    <a:pt x="231578" y="319652"/>
                    <a:pt x="243994" y="310736"/>
                  </a:cubicBezTo>
                  <a:cubicBezTo>
                    <a:pt x="244660" y="310237"/>
                    <a:pt x="245077" y="309986"/>
                    <a:pt x="245411" y="309820"/>
                  </a:cubicBezTo>
                  <a:cubicBezTo>
                    <a:pt x="245493" y="309903"/>
                    <a:pt x="245660" y="309986"/>
                    <a:pt x="245744" y="309986"/>
                  </a:cubicBezTo>
                  <a:cubicBezTo>
                    <a:pt x="245160" y="310903"/>
                    <a:pt x="242910" y="313320"/>
                    <a:pt x="242161" y="314569"/>
                  </a:cubicBezTo>
                  <a:lnTo>
                    <a:pt x="242161" y="314569"/>
                  </a:lnTo>
                  <a:close/>
                  <a:moveTo>
                    <a:pt x="347234" y="187581"/>
                  </a:moveTo>
                  <a:cubicBezTo>
                    <a:pt x="337402" y="202079"/>
                    <a:pt x="326403" y="216412"/>
                    <a:pt x="315154" y="229827"/>
                  </a:cubicBezTo>
                  <a:cubicBezTo>
                    <a:pt x="304072" y="243159"/>
                    <a:pt x="292489" y="256324"/>
                    <a:pt x="280574" y="268990"/>
                  </a:cubicBezTo>
                  <a:cubicBezTo>
                    <a:pt x="274824" y="275073"/>
                    <a:pt x="270241" y="282072"/>
                    <a:pt x="264159" y="287822"/>
                  </a:cubicBezTo>
                  <a:cubicBezTo>
                    <a:pt x="261492" y="290322"/>
                    <a:pt x="258576" y="292738"/>
                    <a:pt x="255743" y="294988"/>
                  </a:cubicBezTo>
                  <a:cubicBezTo>
                    <a:pt x="258326" y="280739"/>
                    <a:pt x="259826" y="266157"/>
                    <a:pt x="261742" y="251908"/>
                  </a:cubicBezTo>
                  <a:cubicBezTo>
                    <a:pt x="263076" y="241659"/>
                    <a:pt x="265242" y="230243"/>
                    <a:pt x="266075" y="219078"/>
                  </a:cubicBezTo>
                  <a:cubicBezTo>
                    <a:pt x="281824" y="207329"/>
                    <a:pt x="298906" y="196747"/>
                    <a:pt x="314904" y="185248"/>
                  </a:cubicBezTo>
                  <a:cubicBezTo>
                    <a:pt x="323903" y="178748"/>
                    <a:pt x="333069" y="172666"/>
                    <a:pt x="341818" y="165916"/>
                  </a:cubicBezTo>
                  <a:cubicBezTo>
                    <a:pt x="350484" y="159417"/>
                    <a:pt x="359233" y="151167"/>
                    <a:pt x="368816" y="145668"/>
                  </a:cubicBezTo>
                  <a:cubicBezTo>
                    <a:pt x="368399" y="159500"/>
                    <a:pt x="353400" y="178581"/>
                    <a:pt x="347234" y="187581"/>
                  </a:cubicBezTo>
                  <a:lnTo>
                    <a:pt x="347234" y="187581"/>
                  </a:lnTo>
                  <a:close/>
                  <a:moveTo>
                    <a:pt x="456141" y="24262"/>
                  </a:moveTo>
                  <a:cubicBezTo>
                    <a:pt x="453225" y="29928"/>
                    <a:pt x="449309" y="34928"/>
                    <a:pt x="445642" y="40177"/>
                  </a:cubicBezTo>
                  <a:cubicBezTo>
                    <a:pt x="441809" y="45677"/>
                    <a:pt x="438310" y="51509"/>
                    <a:pt x="433310" y="56009"/>
                  </a:cubicBezTo>
                  <a:cubicBezTo>
                    <a:pt x="430977" y="58093"/>
                    <a:pt x="428977" y="59759"/>
                    <a:pt x="427310" y="61759"/>
                  </a:cubicBezTo>
                  <a:cubicBezTo>
                    <a:pt x="426561" y="61425"/>
                    <a:pt x="425727" y="61259"/>
                    <a:pt x="424811" y="61176"/>
                  </a:cubicBezTo>
                  <a:cubicBezTo>
                    <a:pt x="418561" y="54593"/>
                    <a:pt x="405563" y="65009"/>
                    <a:pt x="400230" y="68841"/>
                  </a:cubicBezTo>
                  <a:cubicBezTo>
                    <a:pt x="395147" y="72508"/>
                    <a:pt x="382981" y="78674"/>
                    <a:pt x="384564" y="86340"/>
                  </a:cubicBezTo>
                  <a:cubicBezTo>
                    <a:pt x="384814" y="87590"/>
                    <a:pt x="386647" y="87840"/>
                    <a:pt x="387398" y="86923"/>
                  </a:cubicBezTo>
                  <a:cubicBezTo>
                    <a:pt x="389064" y="84923"/>
                    <a:pt x="393897" y="83923"/>
                    <a:pt x="396147" y="82840"/>
                  </a:cubicBezTo>
                  <a:cubicBezTo>
                    <a:pt x="399813" y="81091"/>
                    <a:pt x="403396" y="79007"/>
                    <a:pt x="406896" y="77007"/>
                  </a:cubicBezTo>
                  <a:cubicBezTo>
                    <a:pt x="410562" y="74924"/>
                    <a:pt x="414145" y="72675"/>
                    <a:pt x="417978" y="70841"/>
                  </a:cubicBezTo>
                  <a:cubicBezTo>
                    <a:pt x="421311" y="70758"/>
                    <a:pt x="419728" y="71758"/>
                    <a:pt x="418145" y="75091"/>
                  </a:cubicBezTo>
                  <a:cubicBezTo>
                    <a:pt x="416562" y="78507"/>
                    <a:pt x="412312" y="82840"/>
                    <a:pt x="409896" y="85673"/>
                  </a:cubicBezTo>
                  <a:cubicBezTo>
                    <a:pt x="403896" y="92672"/>
                    <a:pt x="397897" y="99839"/>
                    <a:pt x="391564" y="106588"/>
                  </a:cubicBezTo>
                  <a:cubicBezTo>
                    <a:pt x="380898" y="117920"/>
                    <a:pt x="369482" y="128503"/>
                    <a:pt x="358650" y="139668"/>
                  </a:cubicBezTo>
                  <a:cubicBezTo>
                    <a:pt x="340235" y="148001"/>
                    <a:pt x="323653" y="163333"/>
                    <a:pt x="308071" y="174915"/>
                  </a:cubicBezTo>
                  <a:cubicBezTo>
                    <a:pt x="294156" y="185248"/>
                    <a:pt x="277991" y="195580"/>
                    <a:pt x="266325" y="208912"/>
                  </a:cubicBezTo>
                  <a:cubicBezTo>
                    <a:pt x="266325" y="207745"/>
                    <a:pt x="266242" y="206579"/>
                    <a:pt x="266159" y="205413"/>
                  </a:cubicBezTo>
                  <a:cubicBezTo>
                    <a:pt x="276574" y="197747"/>
                    <a:pt x="285823" y="182081"/>
                    <a:pt x="291906" y="173082"/>
                  </a:cubicBezTo>
                  <a:cubicBezTo>
                    <a:pt x="304738" y="153917"/>
                    <a:pt x="317987" y="133252"/>
                    <a:pt x="328653" y="112754"/>
                  </a:cubicBezTo>
                  <a:cubicBezTo>
                    <a:pt x="340318" y="90256"/>
                    <a:pt x="353900" y="68258"/>
                    <a:pt x="370316" y="48926"/>
                  </a:cubicBezTo>
                  <a:cubicBezTo>
                    <a:pt x="371649" y="47343"/>
                    <a:pt x="377065" y="39177"/>
                    <a:pt x="379398" y="39011"/>
                  </a:cubicBezTo>
                  <a:cubicBezTo>
                    <a:pt x="383731" y="38761"/>
                    <a:pt x="380481" y="47343"/>
                    <a:pt x="378565" y="52093"/>
                  </a:cubicBezTo>
                  <a:cubicBezTo>
                    <a:pt x="377232" y="54426"/>
                    <a:pt x="376232" y="56759"/>
                    <a:pt x="375565" y="59176"/>
                  </a:cubicBezTo>
                  <a:cubicBezTo>
                    <a:pt x="375399" y="59759"/>
                    <a:pt x="375482" y="60176"/>
                    <a:pt x="375648" y="60592"/>
                  </a:cubicBezTo>
                  <a:cubicBezTo>
                    <a:pt x="372649" y="69925"/>
                    <a:pt x="369899" y="79341"/>
                    <a:pt x="367149" y="88756"/>
                  </a:cubicBezTo>
                  <a:cubicBezTo>
                    <a:pt x="360233" y="91839"/>
                    <a:pt x="354817" y="97922"/>
                    <a:pt x="349484" y="103088"/>
                  </a:cubicBezTo>
                  <a:cubicBezTo>
                    <a:pt x="343401" y="108921"/>
                    <a:pt x="334902" y="115004"/>
                    <a:pt x="331486" y="122920"/>
                  </a:cubicBezTo>
                  <a:cubicBezTo>
                    <a:pt x="330653" y="124919"/>
                    <a:pt x="332903" y="126420"/>
                    <a:pt x="334319" y="125503"/>
                  </a:cubicBezTo>
                  <a:lnTo>
                    <a:pt x="334319" y="125503"/>
                  </a:lnTo>
                  <a:cubicBezTo>
                    <a:pt x="336486" y="123920"/>
                    <a:pt x="339318" y="122920"/>
                    <a:pt x="341568" y="121337"/>
                  </a:cubicBezTo>
                  <a:cubicBezTo>
                    <a:pt x="344401" y="119337"/>
                    <a:pt x="346985" y="117004"/>
                    <a:pt x="349651" y="114837"/>
                  </a:cubicBezTo>
                  <a:cubicBezTo>
                    <a:pt x="353817" y="111504"/>
                    <a:pt x="357817" y="108088"/>
                    <a:pt x="361816" y="104505"/>
                  </a:cubicBezTo>
                  <a:cubicBezTo>
                    <a:pt x="364566" y="102088"/>
                    <a:pt x="367399" y="100255"/>
                    <a:pt x="370399" y="98172"/>
                  </a:cubicBezTo>
                  <a:cubicBezTo>
                    <a:pt x="370649" y="97256"/>
                    <a:pt x="370899" y="96422"/>
                    <a:pt x="371149" y="95506"/>
                  </a:cubicBezTo>
                  <a:cubicBezTo>
                    <a:pt x="370982" y="96672"/>
                    <a:pt x="370732" y="97839"/>
                    <a:pt x="370482" y="99005"/>
                  </a:cubicBezTo>
                  <a:cubicBezTo>
                    <a:pt x="368899" y="106005"/>
                    <a:pt x="365399" y="112421"/>
                    <a:pt x="365233" y="119670"/>
                  </a:cubicBezTo>
                  <a:cubicBezTo>
                    <a:pt x="365150" y="122420"/>
                    <a:pt x="368899" y="123337"/>
                    <a:pt x="370649" y="121503"/>
                  </a:cubicBezTo>
                  <a:cubicBezTo>
                    <a:pt x="375648" y="116170"/>
                    <a:pt x="387731" y="87090"/>
                    <a:pt x="374232" y="86840"/>
                  </a:cubicBezTo>
                  <a:cubicBezTo>
                    <a:pt x="377982" y="76424"/>
                    <a:pt x="381648" y="65842"/>
                    <a:pt x="385231" y="55343"/>
                  </a:cubicBezTo>
                  <a:cubicBezTo>
                    <a:pt x="399646" y="40927"/>
                    <a:pt x="413312" y="23762"/>
                    <a:pt x="430727" y="13930"/>
                  </a:cubicBezTo>
                  <a:cubicBezTo>
                    <a:pt x="430644" y="14013"/>
                    <a:pt x="430977" y="13763"/>
                    <a:pt x="431644" y="13430"/>
                  </a:cubicBezTo>
                  <a:cubicBezTo>
                    <a:pt x="430727" y="15430"/>
                    <a:pt x="429977" y="17263"/>
                    <a:pt x="429810" y="17679"/>
                  </a:cubicBezTo>
                  <a:cubicBezTo>
                    <a:pt x="425478" y="27095"/>
                    <a:pt x="423228" y="36761"/>
                    <a:pt x="419228" y="46177"/>
                  </a:cubicBezTo>
                  <a:cubicBezTo>
                    <a:pt x="417395" y="50510"/>
                    <a:pt x="422978" y="54926"/>
                    <a:pt x="426311" y="51010"/>
                  </a:cubicBezTo>
                  <a:cubicBezTo>
                    <a:pt x="432394" y="43927"/>
                    <a:pt x="435810" y="34678"/>
                    <a:pt x="438893" y="25429"/>
                  </a:cubicBezTo>
                  <a:cubicBezTo>
                    <a:pt x="445393" y="23929"/>
                    <a:pt x="451559" y="20513"/>
                    <a:pt x="458058" y="18762"/>
                  </a:cubicBezTo>
                  <a:cubicBezTo>
                    <a:pt x="457474" y="20846"/>
                    <a:pt x="456725" y="23012"/>
                    <a:pt x="456141" y="24262"/>
                  </a:cubicBezTo>
                  <a:lnTo>
                    <a:pt x="456141" y="24262"/>
                  </a:lnTo>
                  <a:close/>
                </a:path>
              </a:pathLst>
            </a:custGeom>
            <a:grpFill/>
            <a:ln w="8332" cap="flat">
              <a:noFill/>
              <a:prstDash val="solid"/>
              <a:miter/>
            </a:ln>
          </p:spPr>
          <p:txBody>
            <a:bodyPr rtlCol="0" anchor="ctr"/>
            <a:lstStyle/>
            <a:p>
              <a:endParaRPr lang="en-US"/>
            </a:p>
          </p:txBody>
        </p:sp>
        <p:sp>
          <p:nvSpPr>
            <p:cNvPr id="2286" name="Freeform: Shape 2285"/>
            <p:cNvSpPr/>
            <p:nvPr/>
          </p:nvSpPr>
          <p:spPr>
            <a:xfrm>
              <a:off x="931001" y="4812390"/>
              <a:ext cx="526522" cy="361177"/>
            </a:xfrm>
            <a:custGeom>
              <a:avLst/>
              <a:gdLst>
                <a:gd name="connsiteX0" fmla="*/ 519139 w 526522"/>
                <a:gd name="connsiteY0" fmla="*/ 216417 h 361177"/>
                <a:gd name="connsiteX1" fmla="*/ 484142 w 526522"/>
                <a:gd name="connsiteY1" fmla="*/ 52098 h 361177"/>
                <a:gd name="connsiteX2" fmla="*/ 412232 w 526522"/>
                <a:gd name="connsiteY2" fmla="*/ 6102 h 361177"/>
                <a:gd name="connsiteX3" fmla="*/ 363903 w 526522"/>
                <a:gd name="connsiteY3" fmla="*/ 686 h 361177"/>
                <a:gd name="connsiteX4" fmla="*/ 243414 w 526522"/>
                <a:gd name="connsiteY4" fmla="*/ 20434 h 361177"/>
                <a:gd name="connsiteX5" fmla="*/ 160338 w 526522"/>
                <a:gd name="connsiteY5" fmla="*/ 49849 h 361177"/>
                <a:gd name="connsiteX6" fmla="*/ 79345 w 526522"/>
                <a:gd name="connsiteY6" fmla="*/ 75930 h 361177"/>
                <a:gd name="connsiteX7" fmla="*/ 186 w 526522"/>
                <a:gd name="connsiteY7" fmla="*/ 190836 h 361177"/>
                <a:gd name="connsiteX8" fmla="*/ 94927 w 526522"/>
                <a:gd name="connsiteY8" fmla="*/ 315158 h 361177"/>
                <a:gd name="connsiteX9" fmla="*/ 261496 w 526522"/>
                <a:gd name="connsiteY9" fmla="*/ 360154 h 361177"/>
                <a:gd name="connsiteX10" fmla="*/ 519139 w 526522"/>
                <a:gd name="connsiteY10" fmla="*/ 216417 h 361177"/>
                <a:gd name="connsiteX11" fmla="*/ 519139 w 526522"/>
                <a:gd name="connsiteY11" fmla="*/ 216417 h 361177"/>
                <a:gd name="connsiteX12" fmla="*/ 287493 w 526522"/>
                <a:gd name="connsiteY12" fmla="*/ 346905 h 361177"/>
                <a:gd name="connsiteX13" fmla="*/ 209084 w 526522"/>
                <a:gd name="connsiteY13" fmla="*/ 339322 h 361177"/>
                <a:gd name="connsiteX14" fmla="*/ 135757 w 526522"/>
                <a:gd name="connsiteY14" fmla="*/ 319324 h 361177"/>
                <a:gd name="connsiteX15" fmla="*/ 20517 w 526522"/>
                <a:gd name="connsiteY15" fmla="*/ 219333 h 361177"/>
                <a:gd name="connsiteX16" fmla="*/ 80429 w 526522"/>
                <a:gd name="connsiteY16" fmla="*/ 92511 h 361177"/>
                <a:gd name="connsiteX17" fmla="*/ 148589 w 526522"/>
                <a:gd name="connsiteY17" fmla="*/ 70180 h 361177"/>
                <a:gd name="connsiteX18" fmla="*/ 217000 w 526522"/>
                <a:gd name="connsiteY18" fmla="*/ 45599 h 361177"/>
                <a:gd name="connsiteX19" fmla="*/ 288160 w 526522"/>
                <a:gd name="connsiteY19" fmla="*/ 19934 h 361177"/>
                <a:gd name="connsiteX20" fmla="*/ 331823 w 526522"/>
                <a:gd name="connsiteY20" fmla="*/ 12852 h 361177"/>
                <a:gd name="connsiteX21" fmla="*/ 332156 w 526522"/>
                <a:gd name="connsiteY21" fmla="*/ 12852 h 361177"/>
                <a:gd name="connsiteX22" fmla="*/ 332323 w 526522"/>
                <a:gd name="connsiteY22" fmla="*/ 12852 h 361177"/>
                <a:gd name="connsiteX23" fmla="*/ 364320 w 526522"/>
                <a:gd name="connsiteY23" fmla="*/ 12768 h 361177"/>
                <a:gd name="connsiteX24" fmla="*/ 456478 w 526522"/>
                <a:gd name="connsiteY24" fmla="*/ 42099 h 361177"/>
                <a:gd name="connsiteX25" fmla="*/ 468227 w 526522"/>
                <a:gd name="connsiteY25" fmla="*/ 52681 h 361177"/>
                <a:gd name="connsiteX26" fmla="*/ 509307 w 526522"/>
                <a:gd name="connsiteY26" fmla="*/ 194002 h 361177"/>
                <a:gd name="connsiteX27" fmla="*/ 422898 w 526522"/>
                <a:gd name="connsiteY27" fmla="*/ 312241 h 361177"/>
                <a:gd name="connsiteX28" fmla="*/ 287493 w 526522"/>
                <a:gd name="connsiteY28" fmla="*/ 346905 h 361177"/>
                <a:gd name="connsiteX29" fmla="*/ 287493 w 526522"/>
                <a:gd name="connsiteY29" fmla="*/ 346905 h 361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6522" h="361177">
                  <a:moveTo>
                    <a:pt x="519139" y="216417"/>
                  </a:moveTo>
                  <a:cubicBezTo>
                    <a:pt x="536387" y="160005"/>
                    <a:pt x="522889" y="96511"/>
                    <a:pt x="484142" y="52098"/>
                  </a:cubicBezTo>
                  <a:cubicBezTo>
                    <a:pt x="464644" y="29767"/>
                    <a:pt x="439979" y="15768"/>
                    <a:pt x="412232" y="6102"/>
                  </a:cubicBezTo>
                  <a:cubicBezTo>
                    <a:pt x="395733" y="353"/>
                    <a:pt x="379818" y="-981"/>
                    <a:pt x="363903" y="686"/>
                  </a:cubicBezTo>
                  <a:cubicBezTo>
                    <a:pt x="322823" y="-2480"/>
                    <a:pt x="282494" y="5519"/>
                    <a:pt x="243414" y="20434"/>
                  </a:cubicBezTo>
                  <a:cubicBezTo>
                    <a:pt x="216000" y="30933"/>
                    <a:pt x="188169" y="40599"/>
                    <a:pt x="160338" y="49849"/>
                  </a:cubicBezTo>
                  <a:cubicBezTo>
                    <a:pt x="133424" y="58848"/>
                    <a:pt x="105593" y="64930"/>
                    <a:pt x="79345" y="75930"/>
                  </a:cubicBezTo>
                  <a:cubicBezTo>
                    <a:pt x="34766" y="94511"/>
                    <a:pt x="-2981" y="141007"/>
                    <a:pt x="186" y="190836"/>
                  </a:cubicBezTo>
                  <a:cubicBezTo>
                    <a:pt x="3685" y="246831"/>
                    <a:pt x="48515" y="288994"/>
                    <a:pt x="94927" y="315158"/>
                  </a:cubicBezTo>
                  <a:cubicBezTo>
                    <a:pt x="146173" y="344072"/>
                    <a:pt x="203501" y="355237"/>
                    <a:pt x="261496" y="360154"/>
                  </a:cubicBezTo>
                  <a:cubicBezTo>
                    <a:pt x="364486" y="368737"/>
                    <a:pt x="486309" y="323574"/>
                    <a:pt x="519139" y="216417"/>
                  </a:cubicBezTo>
                  <a:lnTo>
                    <a:pt x="519139" y="216417"/>
                  </a:lnTo>
                  <a:close/>
                  <a:moveTo>
                    <a:pt x="287493" y="346905"/>
                  </a:moveTo>
                  <a:cubicBezTo>
                    <a:pt x="261246" y="347488"/>
                    <a:pt x="234998" y="342989"/>
                    <a:pt x="209084" y="339322"/>
                  </a:cubicBezTo>
                  <a:cubicBezTo>
                    <a:pt x="184003" y="335823"/>
                    <a:pt x="159172" y="329157"/>
                    <a:pt x="135757" y="319324"/>
                  </a:cubicBezTo>
                  <a:cubicBezTo>
                    <a:pt x="91428" y="300576"/>
                    <a:pt x="36599" y="267662"/>
                    <a:pt x="20517" y="219333"/>
                  </a:cubicBezTo>
                  <a:cubicBezTo>
                    <a:pt x="3352" y="167838"/>
                    <a:pt x="32350" y="115176"/>
                    <a:pt x="80429" y="92511"/>
                  </a:cubicBezTo>
                  <a:cubicBezTo>
                    <a:pt x="102177" y="82262"/>
                    <a:pt x="125758" y="77429"/>
                    <a:pt x="148589" y="70180"/>
                  </a:cubicBezTo>
                  <a:cubicBezTo>
                    <a:pt x="171670" y="62847"/>
                    <a:pt x="194085" y="53515"/>
                    <a:pt x="217000" y="45599"/>
                  </a:cubicBezTo>
                  <a:cubicBezTo>
                    <a:pt x="240831" y="37350"/>
                    <a:pt x="263745" y="26684"/>
                    <a:pt x="288160" y="19934"/>
                  </a:cubicBezTo>
                  <a:cubicBezTo>
                    <a:pt x="302242" y="16018"/>
                    <a:pt x="316991" y="13768"/>
                    <a:pt x="331823" y="12852"/>
                  </a:cubicBezTo>
                  <a:cubicBezTo>
                    <a:pt x="331906" y="12852"/>
                    <a:pt x="332073" y="12852"/>
                    <a:pt x="332156" y="12852"/>
                  </a:cubicBezTo>
                  <a:cubicBezTo>
                    <a:pt x="332239" y="12852"/>
                    <a:pt x="332239" y="12852"/>
                    <a:pt x="332323" y="12852"/>
                  </a:cubicBezTo>
                  <a:cubicBezTo>
                    <a:pt x="342988" y="12185"/>
                    <a:pt x="353737" y="12185"/>
                    <a:pt x="364320" y="12768"/>
                  </a:cubicBezTo>
                  <a:cubicBezTo>
                    <a:pt x="397233" y="14768"/>
                    <a:pt x="429897" y="24184"/>
                    <a:pt x="456478" y="42099"/>
                  </a:cubicBezTo>
                  <a:cubicBezTo>
                    <a:pt x="460561" y="45349"/>
                    <a:pt x="464477" y="48849"/>
                    <a:pt x="468227" y="52681"/>
                  </a:cubicBezTo>
                  <a:cubicBezTo>
                    <a:pt x="502724" y="88428"/>
                    <a:pt x="520972" y="144923"/>
                    <a:pt x="509307" y="194002"/>
                  </a:cubicBezTo>
                  <a:cubicBezTo>
                    <a:pt x="497308" y="244414"/>
                    <a:pt x="466227" y="284328"/>
                    <a:pt x="422898" y="312241"/>
                  </a:cubicBezTo>
                  <a:cubicBezTo>
                    <a:pt x="383568" y="337906"/>
                    <a:pt x="333739" y="345905"/>
                    <a:pt x="287493" y="346905"/>
                  </a:cubicBezTo>
                  <a:lnTo>
                    <a:pt x="287493" y="346905"/>
                  </a:lnTo>
                  <a:close/>
                </a:path>
              </a:pathLst>
            </a:custGeom>
            <a:grpFill/>
            <a:ln w="8332" cap="flat">
              <a:noFill/>
              <a:prstDash val="solid"/>
              <a:miter/>
            </a:ln>
          </p:spPr>
          <p:txBody>
            <a:bodyPr rtlCol="0" anchor="ctr"/>
            <a:lstStyle/>
            <a:p>
              <a:endParaRPr lang="en-US"/>
            </a:p>
          </p:txBody>
        </p:sp>
        <p:sp>
          <p:nvSpPr>
            <p:cNvPr id="2287" name="Freeform: Shape 2286"/>
            <p:cNvSpPr/>
            <p:nvPr/>
          </p:nvSpPr>
          <p:spPr>
            <a:xfrm>
              <a:off x="987346" y="4846364"/>
              <a:ext cx="341779" cy="99919"/>
            </a:xfrm>
            <a:custGeom>
              <a:avLst/>
              <a:gdLst>
                <a:gd name="connsiteX0" fmla="*/ 340639 w 341779"/>
                <a:gd name="connsiteY0" fmla="*/ 1960 h 99919"/>
                <a:gd name="connsiteX1" fmla="*/ 253064 w 341779"/>
                <a:gd name="connsiteY1" fmla="*/ 4959 h 99919"/>
                <a:gd name="connsiteX2" fmla="*/ 163905 w 341779"/>
                <a:gd name="connsiteY2" fmla="*/ 27374 h 99919"/>
                <a:gd name="connsiteX3" fmla="*/ 84412 w 341779"/>
                <a:gd name="connsiteY3" fmla="*/ 59621 h 99919"/>
                <a:gd name="connsiteX4" fmla="*/ 836 w 341779"/>
                <a:gd name="connsiteY4" fmla="*/ 95367 h 99919"/>
                <a:gd name="connsiteX5" fmla="*/ 4336 w 341779"/>
                <a:gd name="connsiteY5" fmla="*/ 99534 h 99919"/>
                <a:gd name="connsiteX6" fmla="*/ 47999 w 341779"/>
                <a:gd name="connsiteY6" fmla="*/ 78286 h 99919"/>
                <a:gd name="connsiteX7" fmla="*/ 92661 w 341779"/>
                <a:gd name="connsiteY7" fmla="*/ 67703 h 99919"/>
                <a:gd name="connsiteX8" fmla="*/ 163655 w 341779"/>
                <a:gd name="connsiteY8" fmla="*/ 37456 h 99919"/>
                <a:gd name="connsiteX9" fmla="*/ 244648 w 341779"/>
                <a:gd name="connsiteY9" fmla="*/ 13208 h 99919"/>
                <a:gd name="connsiteX10" fmla="*/ 340472 w 341779"/>
                <a:gd name="connsiteY10" fmla="*/ 4792 h 99919"/>
                <a:gd name="connsiteX11" fmla="*/ 340639 w 341779"/>
                <a:gd name="connsiteY11" fmla="*/ 1960 h 99919"/>
                <a:gd name="connsiteX12" fmla="*/ 340639 w 341779"/>
                <a:gd name="connsiteY12" fmla="*/ 1960 h 99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1779" h="99919">
                  <a:moveTo>
                    <a:pt x="340639" y="1960"/>
                  </a:moveTo>
                  <a:cubicBezTo>
                    <a:pt x="310892" y="-1457"/>
                    <a:pt x="282728" y="-374"/>
                    <a:pt x="253064" y="4959"/>
                  </a:cubicBezTo>
                  <a:cubicBezTo>
                    <a:pt x="222733" y="10458"/>
                    <a:pt x="192652" y="15541"/>
                    <a:pt x="163905" y="27374"/>
                  </a:cubicBezTo>
                  <a:cubicBezTo>
                    <a:pt x="137157" y="38373"/>
                    <a:pt x="112576" y="52121"/>
                    <a:pt x="84412" y="59621"/>
                  </a:cubicBezTo>
                  <a:cubicBezTo>
                    <a:pt x="53832" y="67787"/>
                    <a:pt x="25417" y="74370"/>
                    <a:pt x="836" y="95367"/>
                  </a:cubicBezTo>
                  <a:cubicBezTo>
                    <a:pt x="-1580" y="97451"/>
                    <a:pt x="1753" y="101117"/>
                    <a:pt x="4336" y="99534"/>
                  </a:cubicBezTo>
                  <a:cubicBezTo>
                    <a:pt x="18418" y="90868"/>
                    <a:pt x="31917" y="82702"/>
                    <a:pt x="47999" y="78286"/>
                  </a:cubicBezTo>
                  <a:cubicBezTo>
                    <a:pt x="62747" y="74203"/>
                    <a:pt x="77913" y="71786"/>
                    <a:pt x="92661" y="67703"/>
                  </a:cubicBezTo>
                  <a:cubicBezTo>
                    <a:pt x="117909" y="60704"/>
                    <a:pt x="140240" y="48871"/>
                    <a:pt x="163655" y="37456"/>
                  </a:cubicBezTo>
                  <a:cubicBezTo>
                    <a:pt x="188903" y="25207"/>
                    <a:pt x="217400" y="18791"/>
                    <a:pt x="244648" y="13208"/>
                  </a:cubicBezTo>
                  <a:cubicBezTo>
                    <a:pt x="277311" y="6542"/>
                    <a:pt x="306976" y="2209"/>
                    <a:pt x="340472" y="4792"/>
                  </a:cubicBezTo>
                  <a:cubicBezTo>
                    <a:pt x="342056" y="4876"/>
                    <a:pt x="342306" y="2126"/>
                    <a:pt x="340639" y="1960"/>
                  </a:cubicBezTo>
                  <a:lnTo>
                    <a:pt x="340639" y="1960"/>
                  </a:lnTo>
                  <a:close/>
                </a:path>
              </a:pathLst>
            </a:custGeom>
            <a:grpFill/>
            <a:ln w="8332" cap="flat">
              <a:noFill/>
              <a:prstDash val="solid"/>
              <a:miter/>
            </a:ln>
          </p:spPr>
          <p:txBody>
            <a:bodyPr rtlCol="0" anchor="ctr"/>
            <a:lstStyle/>
            <a:p>
              <a:endParaRPr lang="en-US"/>
            </a:p>
          </p:txBody>
        </p:sp>
        <p:sp>
          <p:nvSpPr>
            <p:cNvPr id="2288" name="Freeform: Shape 2287"/>
            <p:cNvSpPr/>
            <p:nvPr/>
          </p:nvSpPr>
          <p:spPr>
            <a:xfrm>
              <a:off x="966684" y="4989767"/>
              <a:ext cx="453379" cy="155002"/>
            </a:xfrm>
            <a:custGeom>
              <a:avLst/>
              <a:gdLst>
                <a:gd name="connsiteX0" fmla="*/ 453292 w 453379"/>
                <a:gd name="connsiteY0" fmla="*/ 28541 h 155002"/>
                <a:gd name="connsiteX1" fmla="*/ 447376 w 453379"/>
                <a:gd name="connsiteY1" fmla="*/ 26458 h 155002"/>
                <a:gd name="connsiteX2" fmla="*/ 345302 w 453379"/>
                <a:gd name="connsiteY2" fmla="*/ 118533 h 155002"/>
                <a:gd name="connsiteX3" fmla="*/ 215397 w 453379"/>
                <a:gd name="connsiteY3" fmla="*/ 142614 h 155002"/>
                <a:gd name="connsiteX4" fmla="*/ 85076 w 453379"/>
                <a:gd name="connsiteY4" fmla="*/ 111867 h 155002"/>
                <a:gd name="connsiteX5" fmla="*/ 31247 w 453379"/>
                <a:gd name="connsiteY5" fmla="*/ 73287 h 155002"/>
                <a:gd name="connsiteX6" fmla="*/ 1000 w 453379"/>
                <a:gd name="connsiteY6" fmla="*/ 460 h 155002"/>
                <a:gd name="connsiteX7" fmla="*/ 0 w 453379"/>
                <a:gd name="connsiteY7" fmla="*/ 544 h 155002"/>
                <a:gd name="connsiteX8" fmla="*/ 15665 w 453379"/>
                <a:gd name="connsiteY8" fmla="*/ 64121 h 155002"/>
                <a:gd name="connsiteX9" fmla="*/ 67244 w 453379"/>
                <a:gd name="connsiteY9" fmla="*/ 111200 h 155002"/>
                <a:gd name="connsiteX10" fmla="*/ 209898 w 453379"/>
                <a:gd name="connsiteY10" fmla="*/ 154113 h 155002"/>
                <a:gd name="connsiteX11" fmla="*/ 350052 w 453379"/>
                <a:gd name="connsiteY11" fmla="*/ 127365 h 155002"/>
                <a:gd name="connsiteX12" fmla="*/ 453292 w 453379"/>
                <a:gd name="connsiteY12" fmla="*/ 28541 h 155002"/>
                <a:gd name="connsiteX13" fmla="*/ 453292 w 453379"/>
                <a:gd name="connsiteY13" fmla="*/ 28541 h 155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53379" h="155002">
                  <a:moveTo>
                    <a:pt x="453292" y="28541"/>
                  </a:moveTo>
                  <a:cubicBezTo>
                    <a:pt x="454126" y="25125"/>
                    <a:pt x="448710" y="23125"/>
                    <a:pt x="447376" y="26458"/>
                  </a:cubicBezTo>
                  <a:cubicBezTo>
                    <a:pt x="430295" y="68537"/>
                    <a:pt x="385382" y="100535"/>
                    <a:pt x="345302" y="118533"/>
                  </a:cubicBezTo>
                  <a:cubicBezTo>
                    <a:pt x="305473" y="136448"/>
                    <a:pt x="258977" y="145364"/>
                    <a:pt x="215397" y="142614"/>
                  </a:cubicBezTo>
                  <a:cubicBezTo>
                    <a:pt x="170735" y="139864"/>
                    <a:pt x="125239" y="132449"/>
                    <a:pt x="85076" y="111867"/>
                  </a:cubicBezTo>
                  <a:cubicBezTo>
                    <a:pt x="66244" y="102201"/>
                    <a:pt x="46079" y="88536"/>
                    <a:pt x="31247" y="73287"/>
                  </a:cubicBezTo>
                  <a:cubicBezTo>
                    <a:pt x="12416" y="53872"/>
                    <a:pt x="3750" y="26625"/>
                    <a:pt x="1000" y="460"/>
                  </a:cubicBezTo>
                  <a:cubicBezTo>
                    <a:pt x="917" y="-206"/>
                    <a:pt x="0" y="-123"/>
                    <a:pt x="0" y="544"/>
                  </a:cubicBezTo>
                  <a:cubicBezTo>
                    <a:pt x="0" y="22958"/>
                    <a:pt x="4000" y="44623"/>
                    <a:pt x="15665" y="64121"/>
                  </a:cubicBezTo>
                  <a:cubicBezTo>
                    <a:pt x="27664" y="84119"/>
                    <a:pt x="48079" y="98618"/>
                    <a:pt x="67244" y="111200"/>
                  </a:cubicBezTo>
                  <a:cubicBezTo>
                    <a:pt x="109323" y="138948"/>
                    <a:pt x="160236" y="150030"/>
                    <a:pt x="209898" y="154113"/>
                  </a:cubicBezTo>
                  <a:cubicBezTo>
                    <a:pt x="258393" y="158113"/>
                    <a:pt x="306306" y="148530"/>
                    <a:pt x="350052" y="127365"/>
                  </a:cubicBezTo>
                  <a:cubicBezTo>
                    <a:pt x="390215" y="107867"/>
                    <a:pt x="441627" y="74537"/>
                    <a:pt x="453292" y="28541"/>
                  </a:cubicBezTo>
                  <a:lnTo>
                    <a:pt x="453292" y="28541"/>
                  </a:lnTo>
                  <a:close/>
                </a:path>
              </a:pathLst>
            </a:custGeom>
            <a:grpFill/>
            <a:ln w="8332" cap="flat">
              <a:noFill/>
              <a:prstDash val="solid"/>
              <a:miter/>
            </a:ln>
          </p:spPr>
          <p:txBody>
            <a:bodyPr rtlCol="0" anchor="ctr"/>
            <a:lstStyle/>
            <a:p>
              <a:endParaRPr lang="en-US"/>
            </a:p>
          </p:txBody>
        </p:sp>
        <p:sp>
          <p:nvSpPr>
            <p:cNvPr id="2289" name="Freeform: Shape 2288"/>
            <p:cNvSpPr/>
            <p:nvPr/>
          </p:nvSpPr>
          <p:spPr>
            <a:xfrm>
              <a:off x="1116050" y="4899006"/>
              <a:ext cx="237405" cy="180441"/>
            </a:xfrm>
            <a:custGeom>
              <a:avLst/>
              <a:gdLst>
                <a:gd name="connsiteX0" fmla="*/ 236349 w 237405"/>
                <a:gd name="connsiteY0" fmla="*/ 102803 h 180441"/>
                <a:gd name="connsiteX1" fmla="*/ 210352 w 237405"/>
                <a:gd name="connsiteY1" fmla="*/ 32559 h 180441"/>
                <a:gd name="connsiteX2" fmla="*/ 125942 w 237405"/>
                <a:gd name="connsiteY2" fmla="*/ 312 h 180441"/>
                <a:gd name="connsiteX3" fmla="*/ 40617 w 237405"/>
                <a:gd name="connsiteY3" fmla="*/ 23727 h 180441"/>
                <a:gd name="connsiteX4" fmla="*/ 34034 w 237405"/>
                <a:gd name="connsiteY4" fmla="*/ 28226 h 180441"/>
                <a:gd name="connsiteX5" fmla="*/ 24785 w 237405"/>
                <a:gd name="connsiteY5" fmla="*/ 153632 h 180441"/>
                <a:gd name="connsiteX6" fmla="*/ 99028 w 237405"/>
                <a:gd name="connsiteY6" fmla="*/ 180379 h 180441"/>
                <a:gd name="connsiteX7" fmla="*/ 188437 w 237405"/>
                <a:gd name="connsiteY7" fmla="*/ 162714 h 180441"/>
                <a:gd name="connsiteX8" fmla="*/ 236349 w 237405"/>
                <a:gd name="connsiteY8" fmla="*/ 102803 h 180441"/>
                <a:gd name="connsiteX9" fmla="*/ 236349 w 237405"/>
                <a:gd name="connsiteY9" fmla="*/ 102803 h 180441"/>
                <a:gd name="connsiteX10" fmla="*/ 187353 w 237405"/>
                <a:gd name="connsiteY10" fmla="*/ 147216 h 180441"/>
                <a:gd name="connsiteX11" fmla="*/ 117193 w 237405"/>
                <a:gd name="connsiteY11" fmla="*/ 166047 h 180441"/>
                <a:gd name="connsiteX12" fmla="*/ 43700 w 237405"/>
                <a:gd name="connsiteY12" fmla="*/ 152632 h 180441"/>
                <a:gd name="connsiteX13" fmla="*/ 44366 w 237405"/>
                <a:gd name="connsiteY13" fmla="*/ 35226 h 180441"/>
                <a:gd name="connsiteX14" fmla="*/ 114693 w 237405"/>
                <a:gd name="connsiteY14" fmla="*/ 11145 h 180441"/>
                <a:gd name="connsiteX15" fmla="*/ 150773 w 237405"/>
                <a:gd name="connsiteY15" fmla="*/ 12728 h 180441"/>
                <a:gd name="connsiteX16" fmla="*/ 182104 w 237405"/>
                <a:gd name="connsiteY16" fmla="*/ 24727 h 180441"/>
                <a:gd name="connsiteX17" fmla="*/ 222850 w 237405"/>
                <a:gd name="connsiteY17" fmla="*/ 86554 h 180441"/>
                <a:gd name="connsiteX18" fmla="*/ 187353 w 237405"/>
                <a:gd name="connsiteY18" fmla="*/ 147216 h 180441"/>
                <a:gd name="connsiteX19" fmla="*/ 187353 w 237405"/>
                <a:gd name="connsiteY19" fmla="*/ 147216 h 180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7405" h="180441">
                  <a:moveTo>
                    <a:pt x="236349" y="102803"/>
                  </a:moveTo>
                  <a:cubicBezTo>
                    <a:pt x="241432" y="76055"/>
                    <a:pt x="227433" y="51974"/>
                    <a:pt x="210352" y="32559"/>
                  </a:cubicBezTo>
                  <a:cubicBezTo>
                    <a:pt x="190187" y="9478"/>
                    <a:pt x="155190" y="2312"/>
                    <a:pt x="125942" y="312"/>
                  </a:cubicBezTo>
                  <a:cubicBezTo>
                    <a:pt x="95695" y="-1688"/>
                    <a:pt x="65115" y="5895"/>
                    <a:pt x="40617" y="23727"/>
                  </a:cubicBezTo>
                  <a:cubicBezTo>
                    <a:pt x="38367" y="25143"/>
                    <a:pt x="36200" y="26643"/>
                    <a:pt x="34034" y="28226"/>
                  </a:cubicBezTo>
                  <a:cubicBezTo>
                    <a:pt x="-6796" y="58557"/>
                    <a:pt x="-12129" y="118135"/>
                    <a:pt x="24785" y="153632"/>
                  </a:cubicBezTo>
                  <a:cubicBezTo>
                    <a:pt x="44783" y="172880"/>
                    <a:pt x="71864" y="179796"/>
                    <a:pt x="99028" y="180379"/>
                  </a:cubicBezTo>
                  <a:cubicBezTo>
                    <a:pt x="128609" y="181046"/>
                    <a:pt x="161939" y="176463"/>
                    <a:pt x="188437" y="162714"/>
                  </a:cubicBezTo>
                  <a:cubicBezTo>
                    <a:pt x="211684" y="150549"/>
                    <a:pt x="231433" y="129134"/>
                    <a:pt x="236349" y="102803"/>
                  </a:cubicBezTo>
                  <a:lnTo>
                    <a:pt x="236349" y="102803"/>
                  </a:lnTo>
                  <a:close/>
                  <a:moveTo>
                    <a:pt x="187353" y="147216"/>
                  </a:moveTo>
                  <a:cubicBezTo>
                    <a:pt x="166605" y="160131"/>
                    <a:pt x="141191" y="164214"/>
                    <a:pt x="117193" y="166047"/>
                  </a:cubicBezTo>
                  <a:cubicBezTo>
                    <a:pt x="92779" y="167964"/>
                    <a:pt x="64698" y="166714"/>
                    <a:pt x="43700" y="152632"/>
                  </a:cubicBezTo>
                  <a:cubicBezTo>
                    <a:pt x="1204" y="124051"/>
                    <a:pt x="2120" y="63640"/>
                    <a:pt x="44366" y="35226"/>
                  </a:cubicBezTo>
                  <a:cubicBezTo>
                    <a:pt x="64865" y="21477"/>
                    <a:pt x="90196" y="13144"/>
                    <a:pt x="114693" y="11145"/>
                  </a:cubicBezTo>
                  <a:cubicBezTo>
                    <a:pt x="127276" y="10145"/>
                    <a:pt x="139108" y="10894"/>
                    <a:pt x="150773" y="12728"/>
                  </a:cubicBezTo>
                  <a:cubicBezTo>
                    <a:pt x="161606" y="15644"/>
                    <a:pt x="172105" y="19644"/>
                    <a:pt x="182104" y="24727"/>
                  </a:cubicBezTo>
                  <a:cubicBezTo>
                    <a:pt x="202769" y="35226"/>
                    <a:pt x="221184" y="63556"/>
                    <a:pt x="222850" y="86554"/>
                  </a:cubicBezTo>
                  <a:cubicBezTo>
                    <a:pt x="224767" y="112052"/>
                    <a:pt x="208268" y="134300"/>
                    <a:pt x="187353" y="147216"/>
                  </a:cubicBezTo>
                  <a:lnTo>
                    <a:pt x="187353" y="147216"/>
                  </a:lnTo>
                  <a:close/>
                </a:path>
              </a:pathLst>
            </a:custGeom>
            <a:grpFill/>
            <a:ln w="8332" cap="flat">
              <a:noFill/>
              <a:prstDash val="solid"/>
              <a:miter/>
            </a:ln>
          </p:spPr>
          <p:txBody>
            <a:bodyPr rtlCol="0" anchor="ctr"/>
            <a:lstStyle/>
            <a:p>
              <a:endParaRPr lang="en-US"/>
            </a:p>
          </p:txBody>
        </p:sp>
        <p:sp>
          <p:nvSpPr>
            <p:cNvPr id="2290" name="Freeform: Shape 2289"/>
            <p:cNvSpPr/>
            <p:nvPr/>
          </p:nvSpPr>
          <p:spPr>
            <a:xfrm>
              <a:off x="286881" y="4455530"/>
              <a:ext cx="617491" cy="540696"/>
            </a:xfrm>
            <a:custGeom>
              <a:avLst/>
              <a:gdLst>
                <a:gd name="connsiteX0" fmla="*/ 556648 w 617491"/>
                <a:gd name="connsiteY0" fmla="*/ 82822 h 540696"/>
                <a:gd name="connsiteX1" fmla="*/ 520568 w 617491"/>
                <a:gd name="connsiteY1" fmla="*/ 37325 h 540696"/>
                <a:gd name="connsiteX2" fmla="*/ 500236 w 617491"/>
                <a:gd name="connsiteY2" fmla="*/ 13161 h 540696"/>
                <a:gd name="connsiteX3" fmla="*/ 489487 w 617491"/>
                <a:gd name="connsiteY3" fmla="*/ 1329 h 540696"/>
                <a:gd name="connsiteX4" fmla="*/ 454574 w 617491"/>
                <a:gd name="connsiteY4" fmla="*/ 16661 h 540696"/>
                <a:gd name="connsiteX5" fmla="*/ 404578 w 617491"/>
                <a:gd name="connsiteY5" fmla="*/ 51491 h 540696"/>
                <a:gd name="connsiteX6" fmla="*/ 330751 w 617491"/>
                <a:gd name="connsiteY6" fmla="*/ 102986 h 540696"/>
                <a:gd name="connsiteX7" fmla="*/ 288089 w 617491"/>
                <a:gd name="connsiteY7" fmla="*/ 131983 h 540696"/>
                <a:gd name="connsiteX8" fmla="*/ 103189 w 617491"/>
                <a:gd name="connsiteY8" fmla="*/ 269221 h 540696"/>
                <a:gd name="connsiteX9" fmla="*/ 21363 w 617491"/>
                <a:gd name="connsiteY9" fmla="*/ 336299 h 540696"/>
                <a:gd name="connsiteX10" fmla="*/ 281 w 617491"/>
                <a:gd name="connsiteY10" fmla="*/ 366879 h 540696"/>
                <a:gd name="connsiteX11" fmla="*/ 11280 w 617491"/>
                <a:gd name="connsiteY11" fmla="*/ 404542 h 540696"/>
                <a:gd name="connsiteX12" fmla="*/ 153684 w 617491"/>
                <a:gd name="connsiteY12" fmla="*/ 521865 h 540696"/>
                <a:gd name="connsiteX13" fmla="*/ 367082 w 617491"/>
                <a:gd name="connsiteY13" fmla="*/ 534114 h 540696"/>
                <a:gd name="connsiteX14" fmla="*/ 548065 w 617491"/>
                <a:gd name="connsiteY14" fmla="*/ 442372 h 540696"/>
                <a:gd name="connsiteX15" fmla="*/ 616976 w 617491"/>
                <a:gd name="connsiteY15" fmla="*/ 268971 h 540696"/>
                <a:gd name="connsiteX16" fmla="*/ 556648 w 617491"/>
                <a:gd name="connsiteY16" fmla="*/ 82822 h 540696"/>
                <a:gd name="connsiteX17" fmla="*/ 556648 w 617491"/>
                <a:gd name="connsiteY17" fmla="*/ 82822 h 540696"/>
                <a:gd name="connsiteX18" fmla="*/ 116104 w 617491"/>
                <a:gd name="connsiteY18" fmla="*/ 279303 h 540696"/>
                <a:gd name="connsiteX19" fmla="*/ 295088 w 617491"/>
                <a:gd name="connsiteY19" fmla="*/ 143149 h 540696"/>
                <a:gd name="connsiteX20" fmla="*/ 317169 w 617491"/>
                <a:gd name="connsiteY20" fmla="*/ 127484 h 540696"/>
                <a:gd name="connsiteX21" fmla="*/ 373081 w 617491"/>
                <a:gd name="connsiteY21" fmla="*/ 88988 h 540696"/>
                <a:gd name="connsiteX22" fmla="*/ 443491 w 617491"/>
                <a:gd name="connsiteY22" fmla="*/ 42075 h 540696"/>
                <a:gd name="connsiteX23" fmla="*/ 493654 w 617491"/>
                <a:gd name="connsiteY23" fmla="*/ 97903 h 540696"/>
                <a:gd name="connsiteX24" fmla="*/ 533567 w 617491"/>
                <a:gd name="connsiteY24" fmla="*/ 174063 h 540696"/>
                <a:gd name="connsiteX25" fmla="*/ 511402 w 617491"/>
                <a:gd name="connsiteY25" fmla="*/ 339048 h 540696"/>
                <a:gd name="connsiteX26" fmla="*/ 365582 w 617491"/>
                <a:gd name="connsiteY26" fmla="*/ 431956 h 540696"/>
                <a:gd name="connsiteX27" fmla="*/ 205596 w 617491"/>
                <a:gd name="connsiteY27" fmla="*/ 412792 h 540696"/>
                <a:gd name="connsiteX28" fmla="*/ 120437 w 617491"/>
                <a:gd name="connsiteY28" fmla="*/ 367962 h 540696"/>
                <a:gd name="connsiteX29" fmla="*/ 62776 w 617491"/>
                <a:gd name="connsiteY29" fmla="*/ 321633 h 540696"/>
                <a:gd name="connsiteX30" fmla="*/ 116104 w 617491"/>
                <a:gd name="connsiteY30" fmla="*/ 279303 h 540696"/>
                <a:gd name="connsiteX31" fmla="*/ 116104 w 617491"/>
                <a:gd name="connsiteY31" fmla="*/ 279303 h 540696"/>
                <a:gd name="connsiteX32" fmla="*/ 402912 w 617491"/>
                <a:gd name="connsiteY32" fmla="*/ 512366 h 540696"/>
                <a:gd name="connsiteX33" fmla="*/ 303421 w 617491"/>
                <a:gd name="connsiteY33" fmla="*/ 525865 h 540696"/>
                <a:gd name="connsiteX34" fmla="*/ 200597 w 617491"/>
                <a:gd name="connsiteY34" fmla="*/ 519948 h 540696"/>
                <a:gd name="connsiteX35" fmla="*/ 42611 w 617491"/>
                <a:gd name="connsiteY35" fmla="*/ 425957 h 540696"/>
                <a:gd name="connsiteX36" fmla="*/ 22863 w 617491"/>
                <a:gd name="connsiteY36" fmla="*/ 389627 h 540696"/>
                <a:gd name="connsiteX37" fmla="*/ 18280 w 617491"/>
                <a:gd name="connsiteY37" fmla="*/ 368796 h 540696"/>
                <a:gd name="connsiteX38" fmla="*/ 57776 w 617491"/>
                <a:gd name="connsiteY38" fmla="*/ 401959 h 540696"/>
                <a:gd name="connsiteX39" fmla="*/ 116104 w 617491"/>
                <a:gd name="connsiteY39" fmla="*/ 443622 h 540696"/>
                <a:gd name="connsiteX40" fmla="*/ 189681 w 617491"/>
                <a:gd name="connsiteY40" fmla="*/ 472370 h 540696"/>
                <a:gd name="connsiteX41" fmla="*/ 260091 w 617491"/>
                <a:gd name="connsiteY41" fmla="*/ 493785 h 540696"/>
                <a:gd name="connsiteX42" fmla="*/ 400245 w 617491"/>
                <a:gd name="connsiteY42" fmla="*/ 503034 h 540696"/>
                <a:gd name="connsiteX43" fmla="*/ 477405 w 617491"/>
                <a:gd name="connsiteY43" fmla="*/ 480452 h 540696"/>
                <a:gd name="connsiteX44" fmla="*/ 482155 w 617491"/>
                <a:gd name="connsiteY44" fmla="*/ 478452 h 540696"/>
                <a:gd name="connsiteX45" fmla="*/ 402912 w 617491"/>
                <a:gd name="connsiteY45" fmla="*/ 512366 h 540696"/>
                <a:gd name="connsiteX46" fmla="*/ 402912 w 617491"/>
                <a:gd name="connsiteY46" fmla="*/ 512366 h 540696"/>
                <a:gd name="connsiteX47" fmla="*/ 600311 w 617491"/>
                <a:gd name="connsiteY47" fmla="*/ 223142 h 540696"/>
                <a:gd name="connsiteX48" fmla="*/ 561481 w 617491"/>
                <a:gd name="connsiteY48" fmla="*/ 401293 h 540696"/>
                <a:gd name="connsiteX49" fmla="*/ 527734 w 617491"/>
                <a:gd name="connsiteY49" fmla="*/ 442872 h 540696"/>
                <a:gd name="connsiteX50" fmla="*/ 387580 w 617491"/>
                <a:gd name="connsiteY50" fmla="*/ 490535 h 540696"/>
                <a:gd name="connsiteX51" fmla="*/ 253342 w 617491"/>
                <a:gd name="connsiteY51" fmla="*/ 477202 h 540696"/>
                <a:gd name="connsiteX52" fmla="*/ 117771 w 617491"/>
                <a:gd name="connsiteY52" fmla="*/ 429457 h 540696"/>
                <a:gd name="connsiteX53" fmla="*/ 21613 w 617491"/>
                <a:gd name="connsiteY53" fmla="*/ 360880 h 540696"/>
                <a:gd name="connsiteX54" fmla="*/ 37611 w 617491"/>
                <a:gd name="connsiteY54" fmla="*/ 344131 h 540696"/>
                <a:gd name="connsiteX55" fmla="*/ 59693 w 617491"/>
                <a:gd name="connsiteY55" fmla="*/ 324133 h 540696"/>
                <a:gd name="connsiteX56" fmla="*/ 110605 w 617491"/>
                <a:gd name="connsiteY56" fmla="*/ 370212 h 540696"/>
                <a:gd name="connsiteX57" fmla="*/ 189847 w 617491"/>
                <a:gd name="connsiteY57" fmla="*/ 416791 h 540696"/>
                <a:gd name="connsiteX58" fmla="*/ 357999 w 617491"/>
                <a:gd name="connsiteY58" fmla="*/ 444872 h 540696"/>
                <a:gd name="connsiteX59" fmla="*/ 516568 w 617491"/>
                <a:gd name="connsiteY59" fmla="*/ 352214 h 540696"/>
                <a:gd name="connsiteX60" fmla="*/ 548898 w 617491"/>
                <a:gd name="connsiteY60" fmla="*/ 187145 h 540696"/>
                <a:gd name="connsiteX61" fmla="*/ 504986 w 617491"/>
                <a:gd name="connsiteY61" fmla="*/ 94321 h 540696"/>
                <a:gd name="connsiteX62" fmla="*/ 453907 w 617491"/>
                <a:gd name="connsiteY62" fmla="*/ 34993 h 540696"/>
                <a:gd name="connsiteX63" fmla="*/ 485154 w 617491"/>
                <a:gd name="connsiteY63" fmla="*/ 19494 h 540696"/>
                <a:gd name="connsiteX64" fmla="*/ 497070 w 617491"/>
                <a:gd name="connsiteY64" fmla="*/ 35493 h 540696"/>
                <a:gd name="connsiteX65" fmla="*/ 514902 w 617491"/>
                <a:gd name="connsiteY65" fmla="*/ 55657 h 540696"/>
                <a:gd name="connsiteX66" fmla="*/ 600311 w 617491"/>
                <a:gd name="connsiteY66" fmla="*/ 223142 h 540696"/>
                <a:gd name="connsiteX67" fmla="*/ 600311 w 617491"/>
                <a:gd name="connsiteY67" fmla="*/ 223142 h 540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617491" h="540696">
                  <a:moveTo>
                    <a:pt x="556648" y="82822"/>
                  </a:moveTo>
                  <a:cubicBezTo>
                    <a:pt x="544732" y="67740"/>
                    <a:pt x="533317" y="51824"/>
                    <a:pt x="520568" y="37325"/>
                  </a:cubicBezTo>
                  <a:cubicBezTo>
                    <a:pt x="513485" y="29326"/>
                    <a:pt x="506569" y="21827"/>
                    <a:pt x="500236" y="13161"/>
                  </a:cubicBezTo>
                  <a:cubicBezTo>
                    <a:pt x="497403" y="9245"/>
                    <a:pt x="494070" y="3579"/>
                    <a:pt x="489487" y="1329"/>
                  </a:cubicBezTo>
                  <a:cubicBezTo>
                    <a:pt x="477905" y="-4587"/>
                    <a:pt x="463156" y="10828"/>
                    <a:pt x="454574" y="16661"/>
                  </a:cubicBezTo>
                  <a:cubicBezTo>
                    <a:pt x="437825" y="28160"/>
                    <a:pt x="421243" y="39992"/>
                    <a:pt x="404578" y="51491"/>
                  </a:cubicBezTo>
                  <a:cubicBezTo>
                    <a:pt x="379997" y="68489"/>
                    <a:pt x="355249" y="85571"/>
                    <a:pt x="330751" y="102986"/>
                  </a:cubicBezTo>
                  <a:cubicBezTo>
                    <a:pt x="316503" y="112486"/>
                    <a:pt x="302254" y="122234"/>
                    <a:pt x="288089" y="131983"/>
                  </a:cubicBezTo>
                  <a:cubicBezTo>
                    <a:pt x="224761" y="175563"/>
                    <a:pt x="164600" y="223059"/>
                    <a:pt x="103189" y="269221"/>
                  </a:cubicBezTo>
                  <a:cubicBezTo>
                    <a:pt x="75025" y="290303"/>
                    <a:pt x="46694" y="311801"/>
                    <a:pt x="21363" y="336299"/>
                  </a:cubicBezTo>
                  <a:cubicBezTo>
                    <a:pt x="11947" y="345381"/>
                    <a:pt x="1948" y="353297"/>
                    <a:pt x="281" y="366879"/>
                  </a:cubicBezTo>
                  <a:cubicBezTo>
                    <a:pt x="-1469" y="380961"/>
                    <a:pt x="5281" y="392294"/>
                    <a:pt x="11280" y="404542"/>
                  </a:cubicBezTo>
                  <a:cubicBezTo>
                    <a:pt x="39361" y="461204"/>
                    <a:pt x="93523" y="504117"/>
                    <a:pt x="153684" y="521865"/>
                  </a:cubicBezTo>
                  <a:cubicBezTo>
                    <a:pt x="222928" y="542363"/>
                    <a:pt x="295755" y="545613"/>
                    <a:pt x="367082" y="534114"/>
                  </a:cubicBezTo>
                  <a:cubicBezTo>
                    <a:pt x="436992" y="522865"/>
                    <a:pt x="498653" y="493285"/>
                    <a:pt x="548065" y="442372"/>
                  </a:cubicBezTo>
                  <a:cubicBezTo>
                    <a:pt x="591978" y="397043"/>
                    <a:pt x="613476" y="330799"/>
                    <a:pt x="616976" y="268971"/>
                  </a:cubicBezTo>
                  <a:cubicBezTo>
                    <a:pt x="621225" y="200227"/>
                    <a:pt x="599061" y="136400"/>
                    <a:pt x="556648" y="82822"/>
                  </a:cubicBezTo>
                  <a:lnTo>
                    <a:pt x="556648" y="82822"/>
                  </a:lnTo>
                  <a:close/>
                  <a:moveTo>
                    <a:pt x="116104" y="279303"/>
                  </a:moveTo>
                  <a:cubicBezTo>
                    <a:pt x="175599" y="233641"/>
                    <a:pt x="233844" y="186395"/>
                    <a:pt x="295088" y="143149"/>
                  </a:cubicBezTo>
                  <a:cubicBezTo>
                    <a:pt x="302421" y="137900"/>
                    <a:pt x="309753" y="132734"/>
                    <a:pt x="317169" y="127484"/>
                  </a:cubicBezTo>
                  <a:cubicBezTo>
                    <a:pt x="335751" y="114485"/>
                    <a:pt x="354333" y="101570"/>
                    <a:pt x="373081" y="88988"/>
                  </a:cubicBezTo>
                  <a:cubicBezTo>
                    <a:pt x="396496" y="73239"/>
                    <a:pt x="419910" y="57490"/>
                    <a:pt x="443491" y="42075"/>
                  </a:cubicBezTo>
                  <a:cubicBezTo>
                    <a:pt x="466156" y="52574"/>
                    <a:pt x="481155" y="77405"/>
                    <a:pt x="493654" y="97903"/>
                  </a:cubicBezTo>
                  <a:cubicBezTo>
                    <a:pt x="508569" y="122485"/>
                    <a:pt x="525817" y="145982"/>
                    <a:pt x="533567" y="174063"/>
                  </a:cubicBezTo>
                  <a:cubicBezTo>
                    <a:pt x="548565" y="228308"/>
                    <a:pt x="543566" y="291636"/>
                    <a:pt x="511402" y="339048"/>
                  </a:cubicBezTo>
                  <a:cubicBezTo>
                    <a:pt x="478738" y="387044"/>
                    <a:pt x="420827" y="418708"/>
                    <a:pt x="365582" y="431956"/>
                  </a:cubicBezTo>
                  <a:cubicBezTo>
                    <a:pt x="312336" y="444706"/>
                    <a:pt x="255592" y="432790"/>
                    <a:pt x="205596" y="412792"/>
                  </a:cubicBezTo>
                  <a:cubicBezTo>
                    <a:pt x="175432" y="400709"/>
                    <a:pt x="146435" y="387794"/>
                    <a:pt x="120437" y="367962"/>
                  </a:cubicBezTo>
                  <a:cubicBezTo>
                    <a:pt x="100856" y="352964"/>
                    <a:pt x="81607" y="337549"/>
                    <a:pt x="62776" y="321633"/>
                  </a:cubicBezTo>
                  <a:cubicBezTo>
                    <a:pt x="80191" y="306885"/>
                    <a:pt x="98189" y="293052"/>
                    <a:pt x="116104" y="279303"/>
                  </a:cubicBezTo>
                  <a:lnTo>
                    <a:pt x="116104" y="279303"/>
                  </a:lnTo>
                  <a:close/>
                  <a:moveTo>
                    <a:pt x="402912" y="512366"/>
                  </a:moveTo>
                  <a:cubicBezTo>
                    <a:pt x="370248" y="521115"/>
                    <a:pt x="337001" y="523948"/>
                    <a:pt x="303421" y="525865"/>
                  </a:cubicBezTo>
                  <a:cubicBezTo>
                    <a:pt x="269257" y="527865"/>
                    <a:pt x="234177" y="526865"/>
                    <a:pt x="200597" y="519948"/>
                  </a:cubicBezTo>
                  <a:cubicBezTo>
                    <a:pt x="137602" y="506950"/>
                    <a:pt x="80774" y="479536"/>
                    <a:pt x="42611" y="425957"/>
                  </a:cubicBezTo>
                  <a:cubicBezTo>
                    <a:pt x="34528" y="414625"/>
                    <a:pt x="28529" y="402376"/>
                    <a:pt x="22863" y="389627"/>
                  </a:cubicBezTo>
                  <a:cubicBezTo>
                    <a:pt x="19696" y="382378"/>
                    <a:pt x="16696" y="375962"/>
                    <a:pt x="18280" y="368796"/>
                  </a:cubicBezTo>
                  <a:cubicBezTo>
                    <a:pt x="30612" y="380795"/>
                    <a:pt x="44277" y="391044"/>
                    <a:pt x="57776" y="401959"/>
                  </a:cubicBezTo>
                  <a:cubicBezTo>
                    <a:pt x="76358" y="416874"/>
                    <a:pt x="94773" y="432540"/>
                    <a:pt x="116104" y="443622"/>
                  </a:cubicBezTo>
                  <a:cubicBezTo>
                    <a:pt x="139352" y="455788"/>
                    <a:pt x="164933" y="464203"/>
                    <a:pt x="189681" y="472370"/>
                  </a:cubicBezTo>
                  <a:cubicBezTo>
                    <a:pt x="213012" y="479952"/>
                    <a:pt x="236093" y="488035"/>
                    <a:pt x="260091" y="493785"/>
                  </a:cubicBezTo>
                  <a:cubicBezTo>
                    <a:pt x="305337" y="504700"/>
                    <a:pt x="353916" y="510783"/>
                    <a:pt x="400245" y="503034"/>
                  </a:cubicBezTo>
                  <a:cubicBezTo>
                    <a:pt x="426659" y="498700"/>
                    <a:pt x="452740" y="490702"/>
                    <a:pt x="477405" y="480452"/>
                  </a:cubicBezTo>
                  <a:cubicBezTo>
                    <a:pt x="478988" y="479869"/>
                    <a:pt x="480571" y="479119"/>
                    <a:pt x="482155" y="478452"/>
                  </a:cubicBezTo>
                  <a:cubicBezTo>
                    <a:pt x="457407" y="493701"/>
                    <a:pt x="430409" y="505033"/>
                    <a:pt x="402912" y="512366"/>
                  </a:cubicBezTo>
                  <a:lnTo>
                    <a:pt x="402912" y="512366"/>
                  </a:lnTo>
                  <a:close/>
                  <a:moveTo>
                    <a:pt x="600311" y="223142"/>
                  </a:moveTo>
                  <a:cubicBezTo>
                    <a:pt x="607310" y="283970"/>
                    <a:pt x="593894" y="349048"/>
                    <a:pt x="561481" y="401293"/>
                  </a:cubicBezTo>
                  <a:cubicBezTo>
                    <a:pt x="551982" y="416541"/>
                    <a:pt x="540566" y="430373"/>
                    <a:pt x="527734" y="442872"/>
                  </a:cubicBezTo>
                  <a:cubicBezTo>
                    <a:pt x="483488" y="466287"/>
                    <a:pt x="438408" y="486285"/>
                    <a:pt x="387580" y="490535"/>
                  </a:cubicBezTo>
                  <a:cubicBezTo>
                    <a:pt x="342334" y="494368"/>
                    <a:pt x="297005" y="488868"/>
                    <a:pt x="253342" y="477202"/>
                  </a:cubicBezTo>
                  <a:cubicBezTo>
                    <a:pt x="208263" y="465120"/>
                    <a:pt x="158767" y="452122"/>
                    <a:pt x="117771" y="429457"/>
                  </a:cubicBezTo>
                  <a:cubicBezTo>
                    <a:pt x="83357" y="410375"/>
                    <a:pt x="55193" y="380711"/>
                    <a:pt x="21613" y="360880"/>
                  </a:cubicBezTo>
                  <a:cubicBezTo>
                    <a:pt x="25779" y="354547"/>
                    <a:pt x="32528" y="349214"/>
                    <a:pt x="37611" y="344131"/>
                  </a:cubicBezTo>
                  <a:cubicBezTo>
                    <a:pt x="44777" y="337215"/>
                    <a:pt x="52193" y="330632"/>
                    <a:pt x="59693" y="324133"/>
                  </a:cubicBezTo>
                  <a:cubicBezTo>
                    <a:pt x="74108" y="342131"/>
                    <a:pt x="92690" y="355547"/>
                    <a:pt x="110605" y="370212"/>
                  </a:cubicBezTo>
                  <a:cubicBezTo>
                    <a:pt x="134936" y="390211"/>
                    <a:pt x="161100" y="404042"/>
                    <a:pt x="189847" y="416791"/>
                  </a:cubicBezTo>
                  <a:cubicBezTo>
                    <a:pt x="241759" y="439789"/>
                    <a:pt x="301088" y="455371"/>
                    <a:pt x="357999" y="444872"/>
                  </a:cubicBezTo>
                  <a:cubicBezTo>
                    <a:pt x="417744" y="433873"/>
                    <a:pt x="479321" y="401043"/>
                    <a:pt x="516568" y="352214"/>
                  </a:cubicBezTo>
                  <a:cubicBezTo>
                    <a:pt x="552315" y="305051"/>
                    <a:pt x="559648" y="243973"/>
                    <a:pt x="548898" y="187145"/>
                  </a:cubicBezTo>
                  <a:cubicBezTo>
                    <a:pt x="542316" y="151898"/>
                    <a:pt x="523734" y="124068"/>
                    <a:pt x="504986" y="94321"/>
                  </a:cubicBezTo>
                  <a:cubicBezTo>
                    <a:pt x="491487" y="72822"/>
                    <a:pt x="476738" y="47825"/>
                    <a:pt x="453907" y="34993"/>
                  </a:cubicBezTo>
                  <a:cubicBezTo>
                    <a:pt x="462823" y="28326"/>
                    <a:pt x="478572" y="14911"/>
                    <a:pt x="485154" y="19494"/>
                  </a:cubicBezTo>
                  <a:cubicBezTo>
                    <a:pt x="489404" y="22410"/>
                    <a:pt x="493487" y="31326"/>
                    <a:pt x="497070" y="35493"/>
                  </a:cubicBezTo>
                  <a:cubicBezTo>
                    <a:pt x="502986" y="42325"/>
                    <a:pt x="509319" y="48575"/>
                    <a:pt x="514902" y="55657"/>
                  </a:cubicBezTo>
                  <a:cubicBezTo>
                    <a:pt x="555398" y="106569"/>
                    <a:pt x="592645" y="156732"/>
                    <a:pt x="600311" y="223142"/>
                  </a:cubicBezTo>
                  <a:lnTo>
                    <a:pt x="600311" y="223142"/>
                  </a:lnTo>
                  <a:close/>
                </a:path>
              </a:pathLst>
            </a:custGeom>
            <a:grpFill/>
            <a:ln w="8332" cap="flat">
              <a:noFill/>
              <a:prstDash val="solid"/>
              <a:miter/>
            </a:ln>
          </p:spPr>
          <p:txBody>
            <a:bodyPr rtlCol="0" anchor="ctr"/>
            <a:lstStyle/>
            <a:p>
              <a:endParaRPr lang="en-US"/>
            </a:p>
          </p:txBody>
        </p:sp>
        <p:sp>
          <p:nvSpPr>
            <p:cNvPr id="2291" name="Freeform: Shape 2290"/>
            <p:cNvSpPr/>
            <p:nvPr/>
          </p:nvSpPr>
          <p:spPr>
            <a:xfrm>
              <a:off x="482055" y="4703864"/>
              <a:ext cx="23170" cy="41961"/>
            </a:xfrm>
            <a:custGeom>
              <a:avLst/>
              <a:gdLst>
                <a:gd name="connsiteX0" fmla="*/ 12505 w 23170"/>
                <a:gd name="connsiteY0" fmla="*/ 2722 h 41961"/>
                <a:gd name="connsiteX1" fmla="*/ 4089 w 23170"/>
                <a:gd name="connsiteY1" fmla="*/ 19970 h 41961"/>
                <a:gd name="connsiteX2" fmla="*/ 6 w 23170"/>
                <a:gd name="connsiteY2" fmla="*/ 35385 h 41961"/>
                <a:gd name="connsiteX3" fmla="*/ 12005 w 23170"/>
                <a:gd name="connsiteY3" fmla="*/ 40135 h 41961"/>
                <a:gd name="connsiteX4" fmla="*/ 16254 w 23170"/>
                <a:gd name="connsiteY4" fmla="*/ 32802 h 41961"/>
                <a:gd name="connsiteX5" fmla="*/ 19587 w 23170"/>
                <a:gd name="connsiteY5" fmla="*/ 25053 h 41961"/>
                <a:gd name="connsiteX6" fmla="*/ 21837 w 23170"/>
                <a:gd name="connsiteY6" fmla="*/ 14554 h 41961"/>
                <a:gd name="connsiteX7" fmla="*/ 23087 w 23170"/>
                <a:gd name="connsiteY7" fmla="*/ 5388 h 41961"/>
                <a:gd name="connsiteX8" fmla="*/ 12505 w 23170"/>
                <a:gd name="connsiteY8" fmla="*/ 2722 h 41961"/>
                <a:gd name="connsiteX9" fmla="*/ 12505 w 23170"/>
                <a:gd name="connsiteY9" fmla="*/ 2722 h 41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170" h="41961">
                  <a:moveTo>
                    <a:pt x="12505" y="2722"/>
                  </a:moveTo>
                  <a:cubicBezTo>
                    <a:pt x="8755" y="8304"/>
                    <a:pt x="6839" y="13971"/>
                    <a:pt x="4089" y="19970"/>
                  </a:cubicBezTo>
                  <a:cubicBezTo>
                    <a:pt x="1756" y="25053"/>
                    <a:pt x="172" y="29719"/>
                    <a:pt x="6" y="35385"/>
                  </a:cubicBezTo>
                  <a:cubicBezTo>
                    <a:pt x="-244" y="42135"/>
                    <a:pt x="7755" y="43635"/>
                    <a:pt x="12005" y="40135"/>
                  </a:cubicBezTo>
                  <a:cubicBezTo>
                    <a:pt x="14421" y="38219"/>
                    <a:pt x="15004" y="35469"/>
                    <a:pt x="16254" y="32802"/>
                  </a:cubicBezTo>
                  <a:cubicBezTo>
                    <a:pt x="17088" y="30886"/>
                    <a:pt x="18754" y="27803"/>
                    <a:pt x="19587" y="25053"/>
                  </a:cubicBezTo>
                  <a:cubicBezTo>
                    <a:pt x="20671" y="21636"/>
                    <a:pt x="21254" y="18053"/>
                    <a:pt x="21837" y="14554"/>
                  </a:cubicBezTo>
                  <a:cubicBezTo>
                    <a:pt x="22254" y="11554"/>
                    <a:pt x="23504" y="8471"/>
                    <a:pt x="23087" y="5388"/>
                  </a:cubicBezTo>
                  <a:cubicBezTo>
                    <a:pt x="22337" y="-195"/>
                    <a:pt x="15838" y="-2028"/>
                    <a:pt x="12505" y="2722"/>
                  </a:cubicBezTo>
                  <a:lnTo>
                    <a:pt x="12505" y="2722"/>
                  </a:lnTo>
                  <a:close/>
                </a:path>
              </a:pathLst>
            </a:custGeom>
            <a:grpFill/>
            <a:ln w="8332" cap="flat">
              <a:noFill/>
              <a:prstDash val="solid"/>
              <a:miter/>
            </a:ln>
          </p:spPr>
          <p:txBody>
            <a:bodyPr rtlCol="0" anchor="ctr"/>
            <a:lstStyle/>
            <a:p>
              <a:endParaRPr lang="en-US"/>
            </a:p>
          </p:txBody>
        </p:sp>
        <p:sp>
          <p:nvSpPr>
            <p:cNvPr id="2292" name="Freeform: Shape 2291"/>
            <p:cNvSpPr/>
            <p:nvPr/>
          </p:nvSpPr>
          <p:spPr>
            <a:xfrm>
              <a:off x="533867" y="4713865"/>
              <a:ext cx="16979" cy="47775"/>
            </a:xfrm>
            <a:custGeom>
              <a:avLst/>
              <a:gdLst>
                <a:gd name="connsiteX0" fmla="*/ 5605 w 16979"/>
                <a:gd name="connsiteY0" fmla="*/ 5137 h 47775"/>
                <a:gd name="connsiteX1" fmla="*/ 23 w 16979"/>
                <a:gd name="connsiteY1" fmla="*/ 32885 h 47775"/>
                <a:gd name="connsiteX2" fmla="*/ 11772 w 16979"/>
                <a:gd name="connsiteY2" fmla="*/ 47133 h 47775"/>
                <a:gd name="connsiteX3" fmla="*/ 16771 w 16979"/>
                <a:gd name="connsiteY3" fmla="*/ 38217 h 47775"/>
                <a:gd name="connsiteX4" fmla="*/ 16688 w 16979"/>
                <a:gd name="connsiteY4" fmla="*/ 37301 h 47775"/>
                <a:gd name="connsiteX5" fmla="*/ 16271 w 16979"/>
                <a:gd name="connsiteY5" fmla="*/ 33467 h 47775"/>
                <a:gd name="connsiteX6" fmla="*/ 15938 w 16979"/>
                <a:gd name="connsiteY6" fmla="*/ 27135 h 47775"/>
                <a:gd name="connsiteX7" fmla="*/ 15771 w 16979"/>
                <a:gd name="connsiteY7" fmla="*/ 3721 h 47775"/>
                <a:gd name="connsiteX8" fmla="*/ 5605 w 16979"/>
                <a:gd name="connsiteY8" fmla="*/ 5137 h 47775"/>
                <a:gd name="connsiteX9" fmla="*/ 5605 w 16979"/>
                <a:gd name="connsiteY9" fmla="*/ 5137 h 4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979" h="47775">
                  <a:moveTo>
                    <a:pt x="5605" y="5137"/>
                  </a:moveTo>
                  <a:cubicBezTo>
                    <a:pt x="4606" y="14636"/>
                    <a:pt x="606" y="23302"/>
                    <a:pt x="23" y="32885"/>
                  </a:cubicBezTo>
                  <a:cubicBezTo>
                    <a:pt x="-311" y="38967"/>
                    <a:pt x="3022" y="50633"/>
                    <a:pt x="11772" y="47133"/>
                  </a:cubicBezTo>
                  <a:cubicBezTo>
                    <a:pt x="15021" y="45800"/>
                    <a:pt x="17771" y="41717"/>
                    <a:pt x="16771" y="38217"/>
                  </a:cubicBezTo>
                  <a:cubicBezTo>
                    <a:pt x="16771" y="37884"/>
                    <a:pt x="16771" y="37634"/>
                    <a:pt x="16688" y="37301"/>
                  </a:cubicBezTo>
                  <a:cubicBezTo>
                    <a:pt x="16688" y="35968"/>
                    <a:pt x="16354" y="34717"/>
                    <a:pt x="16271" y="33467"/>
                  </a:cubicBezTo>
                  <a:cubicBezTo>
                    <a:pt x="16105" y="31384"/>
                    <a:pt x="15938" y="29218"/>
                    <a:pt x="15938" y="27135"/>
                  </a:cubicBezTo>
                  <a:cubicBezTo>
                    <a:pt x="16021" y="19136"/>
                    <a:pt x="17271" y="11719"/>
                    <a:pt x="15771" y="3721"/>
                  </a:cubicBezTo>
                  <a:cubicBezTo>
                    <a:pt x="14688" y="-2529"/>
                    <a:pt x="6189" y="-113"/>
                    <a:pt x="5605" y="5137"/>
                  </a:cubicBezTo>
                  <a:lnTo>
                    <a:pt x="5605" y="5137"/>
                  </a:lnTo>
                  <a:close/>
                </a:path>
              </a:pathLst>
            </a:custGeom>
            <a:grpFill/>
            <a:ln w="8332" cap="flat">
              <a:noFill/>
              <a:prstDash val="solid"/>
              <a:miter/>
            </a:ln>
          </p:spPr>
          <p:txBody>
            <a:bodyPr rtlCol="0" anchor="ctr"/>
            <a:lstStyle/>
            <a:p>
              <a:endParaRPr lang="en-US"/>
            </a:p>
          </p:txBody>
        </p:sp>
        <p:sp>
          <p:nvSpPr>
            <p:cNvPr id="2293" name="Freeform: Shape 2292"/>
            <p:cNvSpPr/>
            <p:nvPr/>
          </p:nvSpPr>
          <p:spPr>
            <a:xfrm>
              <a:off x="596742" y="4709049"/>
              <a:ext cx="22547" cy="42256"/>
            </a:xfrm>
            <a:custGeom>
              <a:avLst/>
              <a:gdLst>
                <a:gd name="connsiteX0" fmla="*/ 20390 w 22547"/>
                <a:gd name="connsiteY0" fmla="*/ 29117 h 42256"/>
                <a:gd name="connsiteX1" fmla="*/ 16641 w 22547"/>
                <a:gd name="connsiteY1" fmla="*/ 18202 h 42256"/>
                <a:gd name="connsiteX2" fmla="*/ 10974 w 22547"/>
                <a:gd name="connsiteY2" fmla="*/ 3787 h 42256"/>
                <a:gd name="connsiteX3" fmla="*/ 142 w 22547"/>
                <a:gd name="connsiteY3" fmla="*/ 5286 h 42256"/>
                <a:gd name="connsiteX4" fmla="*/ 225 w 22547"/>
                <a:gd name="connsiteY4" fmla="*/ 16535 h 42256"/>
                <a:gd name="connsiteX5" fmla="*/ 2225 w 22547"/>
                <a:gd name="connsiteY5" fmla="*/ 27367 h 42256"/>
                <a:gd name="connsiteX6" fmla="*/ 13141 w 22547"/>
                <a:gd name="connsiteY6" fmla="*/ 42033 h 42256"/>
                <a:gd name="connsiteX7" fmla="*/ 20390 w 22547"/>
                <a:gd name="connsiteY7" fmla="*/ 29117 h 42256"/>
                <a:gd name="connsiteX8" fmla="*/ 20390 w 22547"/>
                <a:gd name="connsiteY8" fmla="*/ 29117 h 42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547" h="42256">
                  <a:moveTo>
                    <a:pt x="20390" y="29117"/>
                  </a:moveTo>
                  <a:cubicBezTo>
                    <a:pt x="19224" y="27784"/>
                    <a:pt x="17640" y="20785"/>
                    <a:pt x="16641" y="18202"/>
                  </a:cubicBezTo>
                  <a:cubicBezTo>
                    <a:pt x="14724" y="13369"/>
                    <a:pt x="12891" y="8619"/>
                    <a:pt x="10974" y="3787"/>
                  </a:cubicBezTo>
                  <a:cubicBezTo>
                    <a:pt x="8891" y="-1797"/>
                    <a:pt x="142" y="-1130"/>
                    <a:pt x="142" y="5286"/>
                  </a:cubicBezTo>
                  <a:cubicBezTo>
                    <a:pt x="225" y="9119"/>
                    <a:pt x="-275" y="12702"/>
                    <a:pt x="225" y="16535"/>
                  </a:cubicBezTo>
                  <a:cubicBezTo>
                    <a:pt x="725" y="20201"/>
                    <a:pt x="1559" y="23784"/>
                    <a:pt x="2225" y="27367"/>
                  </a:cubicBezTo>
                  <a:cubicBezTo>
                    <a:pt x="3392" y="34117"/>
                    <a:pt x="5558" y="40366"/>
                    <a:pt x="13141" y="42033"/>
                  </a:cubicBezTo>
                  <a:cubicBezTo>
                    <a:pt x="20973" y="43783"/>
                    <a:pt x="25473" y="34867"/>
                    <a:pt x="20390" y="29117"/>
                  </a:cubicBezTo>
                  <a:lnTo>
                    <a:pt x="20390" y="29117"/>
                  </a:lnTo>
                  <a:close/>
                </a:path>
              </a:pathLst>
            </a:custGeom>
            <a:grpFill/>
            <a:ln w="8332" cap="flat">
              <a:noFill/>
              <a:prstDash val="solid"/>
              <a:miter/>
            </a:ln>
          </p:spPr>
          <p:txBody>
            <a:bodyPr rtlCol="0" anchor="ctr"/>
            <a:lstStyle/>
            <a:p>
              <a:endParaRPr lang="en-US"/>
            </a:p>
          </p:txBody>
        </p:sp>
        <p:sp>
          <p:nvSpPr>
            <p:cNvPr id="2294" name="Freeform: Shape 2293"/>
            <p:cNvSpPr/>
            <p:nvPr/>
          </p:nvSpPr>
          <p:spPr>
            <a:xfrm>
              <a:off x="643487" y="4690628"/>
              <a:ext cx="38814" cy="28520"/>
            </a:xfrm>
            <a:custGeom>
              <a:avLst/>
              <a:gdLst>
                <a:gd name="connsiteX0" fmla="*/ 34973 w 38814"/>
                <a:gd name="connsiteY0" fmla="*/ 13125 h 28520"/>
                <a:gd name="connsiteX1" fmla="*/ 21307 w 38814"/>
                <a:gd name="connsiteY1" fmla="*/ 4125 h 28520"/>
                <a:gd name="connsiteX2" fmla="*/ 14141 w 38814"/>
                <a:gd name="connsiteY2" fmla="*/ 793 h 28520"/>
                <a:gd name="connsiteX3" fmla="*/ 5892 w 38814"/>
                <a:gd name="connsiteY3" fmla="*/ 126 h 28520"/>
                <a:gd name="connsiteX4" fmla="*/ 2392 w 38814"/>
                <a:gd name="connsiteY4" fmla="*/ 8875 h 28520"/>
                <a:gd name="connsiteX5" fmla="*/ 9058 w 38814"/>
                <a:gd name="connsiteY5" fmla="*/ 11542 h 28520"/>
                <a:gd name="connsiteX6" fmla="*/ 14891 w 38814"/>
                <a:gd name="connsiteY6" fmla="*/ 16541 h 28520"/>
                <a:gd name="connsiteX7" fmla="*/ 27223 w 38814"/>
                <a:gd name="connsiteY7" fmla="*/ 27207 h 28520"/>
                <a:gd name="connsiteX8" fmla="*/ 34973 w 38814"/>
                <a:gd name="connsiteY8" fmla="*/ 13125 h 28520"/>
                <a:gd name="connsiteX9" fmla="*/ 34973 w 38814"/>
                <a:gd name="connsiteY9" fmla="*/ 13125 h 28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814" h="28520">
                  <a:moveTo>
                    <a:pt x="34973" y="13125"/>
                  </a:moveTo>
                  <a:cubicBezTo>
                    <a:pt x="30306" y="10209"/>
                    <a:pt x="25973" y="7042"/>
                    <a:pt x="21307" y="4125"/>
                  </a:cubicBezTo>
                  <a:cubicBezTo>
                    <a:pt x="19057" y="2793"/>
                    <a:pt x="16641" y="1460"/>
                    <a:pt x="14141" y="793"/>
                  </a:cubicBezTo>
                  <a:cubicBezTo>
                    <a:pt x="11391" y="43"/>
                    <a:pt x="8558" y="709"/>
                    <a:pt x="5892" y="126"/>
                  </a:cubicBezTo>
                  <a:cubicBezTo>
                    <a:pt x="726" y="-1041"/>
                    <a:pt x="-2441" y="6209"/>
                    <a:pt x="2392" y="8875"/>
                  </a:cubicBezTo>
                  <a:cubicBezTo>
                    <a:pt x="4559" y="9958"/>
                    <a:pt x="6975" y="10375"/>
                    <a:pt x="9058" y="11542"/>
                  </a:cubicBezTo>
                  <a:cubicBezTo>
                    <a:pt x="11141" y="12875"/>
                    <a:pt x="13141" y="14791"/>
                    <a:pt x="14891" y="16541"/>
                  </a:cubicBezTo>
                  <a:cubicBezTo>
                    <a:pt x="18891" y="20291"/>
                    <a:pt x="22557" y="24207"/>
                    <a:pt x="27223" y="27207"/>
                  </a:cubicBezTo>
                  <a:cubicBezTo>
                    <a:pt x="35972" y="32873"/>
                    <a:pt x="43722" y="18708"/>
                    <a:pt x="34973" y="13125"/>
                  </a:cubicBezTo>
                  <a:lnTo>
                    <a:pt x="34973" y="13125"/>
                  </a:lnTo>
                  <a:close/>
                </a:path>
              </a:pathLst>
            </a:custGeom>
            <a:grpFill/>
            <a:ln w="8332" cap="flat">
              <a:noFill/>
              <a:prstDash val="solid"/>
              <a:miter/>
            </a:ln>
          </p:spPr>
          <p:txBody>
            <a:bodyPr rtlCol="0" anchor="ctr"/>
            <a:lstStyle/>
            <a:p>
              <a:endParaRPr lang="en-US"/>
            </a:p>
          </p:txBody>
        </p:sp>
        <p:sp>
          <p:nvSpPr>
            <p:cNvPr id="2295" name="Freeform: Shape 2294"/>
            <p:cNvSpPr/>
            <p:nvPr/>
          </p:nvSpPr>
          <p:spPr>
            <a:xfrm>
              <a:off x="668367" y="4641195"/>
              <a:ext cx="47034" cy="16620"/>
            </a:xfrm>
            <a:custGeom>
              <a:avLst/>
              <a:gdLst>
                <a:gd name="connsiteX0" fmla="*/ 42007 w 47034"/>
                <a:gd name="connsiteY0" fmla="*/ 314 h 16620"/>
                <a:gd name="connsiteX1" fmla="*/ 22925 w 47034"/>
                <a:gd name="connsiteY1" fmla="*/ 2314 h 16620"/>
                <a:gd name="connsiteX2" fmla="*/ 5177 w 47034"/>
                <a:gd name="connsiteY2" fmla="*/ 4647 h 16620"/>
                <a:gd name="connsiteX3" fmla="*/ 5260 w 47034"/>
                <a:gd name="connsiteY3" fmla="*/ 15479 h 16620"/>
                <a:gd name="connsiteX4" fmla="*/ 43923 w 47034"/>
                <a:gd name="connsiteY4" fmla="*/ 12813 h 16620"/>
                <a:gd name="connsiteX5" fmla="*/ 42007 w 47034"/>
                <a:gd name="connsiteY5" fmla="*/ 314 h 16620"/>
                <a:gd name="connsiteX6" fmla="*/ 42007 w 47034"/>
                <a:gd name="connsiteY6" fmla="*/ 314 h 16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034" h="16620">
                  <a:moveTo>
                    <a:pt x="42007" y="314"/>
                  </a:moveTo>
                  <a:cubicBezTo>
                    <a:pt x="35257" y="-686"/>
                    <a:pt x="29508" y="897"/>
                    <a:pt x="22925" y="2314"/>
                  </a:cubicBezTo>
                  <a:cubicBezTo>
                    <a:pt x="16926" y="3481"/>
                    <a:pt x="11176" y="3980"/>
                    <a:pt x="5177" y="4647"/>
                  </a:cubicBezTo>
                  <a:cubicBezTo>
                    <a:pt x="-1656" y="5397"/>
                    <a:pt x="-1823" y="15562"/>
                    <a:pt x="5260" y="15479"/>
                  </a:cubicBezTo>
                  <a:cubicBezTo>
                    <a:pt x="18426" y="15229"/>
                    <a:pt x="31508" y="19562"/>
                    <a:pt x="43923" y="12813"/>
                  </a:cubicBezTo>
                  <a:cubicBezTo>
                    <a:pt x="48756" y="10063"/>
                    <a:pt x="47840" y="1147"/>
                    <a:pt x="42007" y="314"/>
                  </a:cubicBezTo>
                  <a:lnTo>
                    <a:pt x="42007" y="314"/>
                  </a:lnTo>
                  <a:close/>
                </a:path>
              </a:pathLst>
            </a:custGeom>
            <a:grpFill/>
            <a:ln w="8332" cap="flat">
              <a:noFill/>
              <a:prstDash val="solid"/>
              <a:miter/>
            </a:ln>
          </p:spPr>
          <p:txBody>
            <a:bodyPr rtlCol="0" anchor="ctr"/>
            <a:lstStyle/>
            <a:p>
              <a:endParaRPr lang="en-US"/>
            </a:p>
          </p:txBody>
        </p:sp>
        <p:sp>
          <p:nvSpPr>
            <p:cNvPr id="2296" name="Freeform: Shape 2295"/>
            <p:cNvSpPr/>
            <p:nvPr/>
          </p:nvSpPr>
          <p:spPr>
            <a:xfrm>
              <a:off x="663388" y="4586086"/>
              <a:ext cx="44823" cy="25788"/>
            </a:xfrm>
            <a:custGeom>
              <a:avLst/>
              <a:gdLst>
                <a:gd name="connsiteX0" fmla="*/ 37570 w 44823"/>
                <a:gd name="connsiteY0" fmla="*/ 261 h 25788"/>
                <a:gd name="connsiteX1" fmla="*/ 22988 w 44823"/>
                <a:gd name="connsiteY1" fmla="*/ 7760 h 25788"/>
                <a:gd name="connsiteX2" fmla="*/ 1740 w 44823"/>
                <a:gd name="connsiteY2" fmla="*/ 18759 h 25788"/>
                <a:gd name="connsiteX3" fmla="*/ 3740 w 44823"/>
                <a:gd name="connsiteY3" fmla="*/ 25759 h 25788"/>
                <a:gd name="connsiteX4" fmla="*/ 30488 w 44823"/>
                <a:gd name="connsiteY4" fmla="*/ 18676 h 25788"/>
                <a:gd name="connsiteX5" fmla="*/ 44736 w 44823"/>
                <a:gd name="connsiteY5" fmla="*/ 7260 h 25788"/>
                <a:gd name="connsiteX6" fmla="*/ 37570 w 44823"/>
                <a:gd name="connsiteY6" fmla="*/ 261 h 25788"/>
                <a:gd name="connsiteX7" fmla="*/ 37570 w 44823"/>
                <a:gd name="connsiteY7" fmla="*/ 261 h 25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823" h="25788">
                  <a:moveTo>
                    <a:pt x="37570" y="261"/>
                  </a:moveTo>
                  <a:cubicBezTo>
                    <a:pt x="32071" y="1761"/>
                    <a:pt x="27821" y="4760"/>
                    <a:pt x="22988" y="7760"/>
                  </a:cubicBezTo>
                  <a:cubicBezTo>
                    <a:pt x="16155" y="11843"/>
                    <a:pt x="8989" y="15509"/>
                    <a:pt x="1740" y="18759"/>
                  </a:cubicBezTo>
                  <a:cubicBezTo>
                    <a:pt x="-1510" y="20342"/>
                    <a:pt x="157" y="26258"/>
                    <a:pt x="3740" y="25759"/>
                  </a:cubicBezTo>
                  <a:cubicBezTo>
                    <a:pt x="12906" y="24508"/>
                    <a:pt x="21905" y="22092"/>
                    <a:pt x="30488" y="18676"/>
                  </a:cubicBezTo>
                  <a:cubicBezTo>
                    <a:pt x="36070" y="16426"/>
                    <a:pt x="43653" y="14093"/>
                    <a:pt x="44736" y="7260"/>
                  </a:cubicBezTo>
                  <a:cubicBezTo>
                    <a:pt x="45403" y="2927"/>
                    <a:pt x="42153" y="-1073"/>
                    <a:pt x="37570" y="261"/>
                  </a:cubicBezTo>
                  <a:lnTo>
                    <a:pt x="37570" y="261"/>
                  </a:lnTo>
                  <a:close/>
                </a:path>
              </a:pathLst>
            </a:custGeom>
            <a:grpFill/>
            <a:ln w="8332" cap="flat">
              <a:noFill/>
              <a:prstDash val="solid"/>
              <a:miter/>
            </a:ln>
          </p:spPr>
          <p:txBody>
            <a:bodyPr rtlCol="0" anchor="ctr"/>
            <a:lstStyle/>
            <a:p>
              <a:endParaRPr lang="en-US"/>
            </a:p>
          </p:txBody>
        </p:sp>
        <p:sp>
          <p:nvSpPr>
            <p:cNvPr id="2297" name="Freeform: Shape 2296"/>
            <p:cNvSpPr/>
            <p:nvPr/>
          </p:nvSpPr>
          <p:spPr>
            <a:xfrm>
              <a:off x="657282" y="4559699"/>
              <a:ext cx="29960" cy="25044"/>
            </a:xfrm>
            <a:custGeom>
              <a:avLst/>
              <a:gdLst>
                <a:gd name="connsiteX0" fmla="*/ 19345 w 29960"/>
                <a:gd name="connsiteY0" fmla="*/ 650 h 25044"/>
                <a:gd name="connsiteX1" fmla="*/ 5596 w 29960"/>
                <a:gd name="connsiteY1" fmla="*/ 11649 h 25044"/>
                <a:gd name="connsiteX2" fmla="*/ 1096 w 29960"/>
                <a:gd name="connsiteY2" fmla="*/ 17648 h 25044"/>
                <a:gd name="connsiteX3" fmla="*/ 96 w 29960"/>
                <a:gd name="connsiteY3" fmla="*/ 20148 h 25044"/>
                <a:gd name="connsiteX4" fmla="*/ 96 w 29960"/>
                <a:gd name="connsiteY4" fmla="*/ 21731 h 25044"/>
                <a:gd name="connsiteX5" fmla="*/ 1846 w 29960"/>
                <a:gd name="connsiteY5" fmla="*/ 24731 h 25044"/>
                <a:gd name="connsiteX6" fmla="*/ 13845 w 29960"/>
                <a:gd name="connsiteY6" fmla="*/ 21731 h 25044"/>
                <a:gd name="connsiteX7" fmla="*/ 27927 w 29960"/>
                <a:gd name="connsiteY7" fmla="*/ 11232 h 25044"/>
                <a:gd name="connsiteX8" fmla="*/ 19345 w 29960"/>
                <a:gd name="connsiteY8" fmla="*/ 650 h 25044"/>
                <a:gd name="connsiteX9" fmla="*/ 19345 w 29960"/>
                <a:gd name="connsiteY9" fmla="*/ 650 h 25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960" h="25044">
                  <a:moveTo>
                    <a:pt x="19345" y="650"/>
                  </a:moveTo>
                  <a:cubicBezTo>
                    <a:pt x="13762" y="3150"/>
                    <a:pt x="9179" y="6733"/>
                    <a:pt x="5596" y="11649"/>
                  </a:cubicBezTo>
                  <a:cubicBezTo>
                    <a:pt x="4179" y="13649"/>
                    <a:pt x="2263" y="15482"/>
                    <a:pt x="1096" y="17648"/>
                  </a:cubicBezTo>
                  <a:cubicBezTo>
                    <a:pt x="679" y="18481"/>
                    <a:pt x="263" y="19315"/>
                    <a:pt x="96" y="20148"/>
                  </a:cubicBezTo>
                  <a:cubicBezTo>
                    <a:pt x="13" y="20398"/>
                    <a:pt x="-70" y="23064"/>
                    <a:pt x="96" y="21731"/>
                  </a:cubicBezTo>
                  <a:cubicBezTo>
                    <a:pt x="-154" y="23064"/>
                    <a:pt x="430" y="24231"/>
                    <a:pt x="1846" y="24731"/>
                  </a:cubicBezTo>
                  <a:cubicBezTo>
                    <a:pt x="5262" y="25897"/>
                    <a:pt x="11012" y="23565"/>
                    <a:pt x="13845" y="21731"/>
                  </a:cubicBezTo>
                  <a:cubicBezTo>
                    <a:pt x="18761" y="18565"/>
                    <a:pt x="23844" y="15398"/>
                    <a:pt x="27927" y="11232"/>
                  </a:cubicBezTo>
                  <a:cubicBezTo>
                    <a:pt x="33677" y="5233"/>
                    <a:pt x="26094" y="-2267"/>
                    <a:pt x="19345" y="650"/>
                  </a:cubicBezTo>
                  <a:lnTo>
                    <a:pt x="19345" y="650"/>
                  </a:lnTo>
                  <a:close/>
                </a:path>
              </a:pathLst>
            </a:custGeom>
            <a:grpFill/>
            <a:ln w="8332" cap="flat">
              <a:noFill/>
              <a:prstDash val="solid"/>
              <a:miter/>
            </a:ln>
          </p:spPr>
          <p:txBody>
            <a:bodyPr rtlCol="0" anchor="ctr"/>
            <a:lstStyle/>
            <a:p>
              <a:endParaRPr lang="en-US"/>
            </a:p>
          </p:txBody>
        </p:sp>
        <p:sp>
          <p:nvSpPr>
            <p:cNvPr id="2298" name="Freeform: Shape 2297"/>
            <p:cNvSpPr/>
            <p:nvPr/>
          </p:nvSpPr>
          <p:spPr>
            <a:xfrm>
              <a:off x="484720" y="4764561"/>
              <a:ext cx="21964" cy="45467"/>
            </a:xfrm>
            <a:custGeom>
              <a:avLst/>
              <a:gdLst>
                <a:gd name="connsiteX0" fmla="*/ 9590 w 21964"/>
                <a:gd name="connsiteY0" fmla="*/ 4519 h 45467"/>
                <a:gd name="connsiteX1" fmla="*/ 924 w 21964"/>
                <a:gd name="connsiteY1" fmla="*/ 29267 h 45467"/>
                <a:gd name="connsiteX2" fmla="*/ 8257 w 21964"/>
                <a:gd name="connsiteY2" fmla="*/ 45348 h 45467"/>
                <a:gd name="connsiteX3" fmla="*/ 14839 w 21964"/>
                <a:gd name="connsiteY3" fmla="*/ 33933 h 45467"/>
                <a:gd name="connsiteX4" fmla="*/ 14923 w 21964"/>
                <a:gd name="connsiteY4" fmla="*/ 33600 h 45467"/>
                <a:gd name="connsiteX5" fmla="*/ 15589 w 21964"/>
                <a:gd name="connsiteY5" fmla="*/ 30766 h 45467"/>
                <a:gd name="connsiteX6" fmla="*/ 17506 w 21964"/>
                <a:gd name="connsiteY6" fmla="*/ 23351 h 45467"/>
                <a:gd name="connsiteX7" fmla="*/ 21756 w 21964"/>
                <a:gd name="connsiteY7" fmla="*/ 7602 h 45467"/>
                <a:gd name="connsiteX8" fmla="*/ 9590 w 21964"/>
                <a:gd name="connsiteY8" fmla="*/ 4519 h 45467"/>
                <a:gd name="connsiteX9" fmla="*/ 9590 w 21964"/>
                <a:gd name="connsiteY9" fmla="*/ 4519 h 45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964" h="45467">
                  <a:moveTo>
                    <a:pt x="9590" y="4519"/>
                  </a:moveTo>
                  <a:cubicBezTo>
                    <a:pt x="7174" y="13018"/>
                    <a:pt x="3590" y="20851"/>
                    <a:pt x="924" y="29267"/>
                  </a:cubicBezTo>
                  <a:cubicBezTo>
                    <a:pt x="-1242" y="36099"/>
                    <a:pt x="91" y="43849"/>
                    <a:pt x="8257" y="45348"/>
                  </a:cubicBezTo>
                  <a:cubicBezTo>
                    <a:pt x="14506" y="46515"/>
                    <a:pt x="20006" y="38849"/>
                    <a:pt x="14839" y="33933"/>
                  </a:cubicBezTo>
                  <a:cubicBezTo>
                    <a:pt x="14923" y="33849"/>
                    <a:pt x="14839" y="33767"/>
                    <a:pt x="14923" y="33600"/>
                  </a:cubicBezTo>
                  <a:cubicBezTo>
                    <a:pt x="15173" y="32683"/>
                    <a:pt x="15339" y="31766"/>
                    <a:pt x="15589" y="30766"/>
                  </a:cubicBezTo>
                  <a:cubicBezTo>
                    <a:pt x="16173" y="28350"/>
                    <a:pt x="16839" y="25850"/>
                    <a:pt x="17506" y="23351"/>
                  </a:cubicBezTo>
                  <a:cubicBezTo>
                    <a:pt x="18839" y="18101"/>
                    <a:pt x="20422" y="12852"/>
                    <a:pt x="21756" y="7602"/>
                  </a:cubicBezTo>
                  <a:cubicBezTo>
                    <a:pt x="23672" y="-231"/>
                    <a:pt x="11840" y="-3230"/>
                    <a:pt x="9590" y="4519"/>
                  </a:cubicBezTo>
                  <a:lnTo>
                    <a:pt x="9590" y="4519"/>
                  </a:lnTo>
                  <a:close/>
                </a:path>
              </a:pathLst>
            </a:custGeom>
            <a:grpFill/>
            <a:ln w="8332" cap="flat">
              <a:noFill/>
              <a:prstDash val="solid"/>
              <a:miter/>
            </a:ln>
          </p:spPr>
          <p:txBody>
            <a:bodyPr rtlCol="0" anchor="ctr"/>
            <a:lstStyle/>
            <a:p>
              <a:endParaRPr lang="en-US"/>
            </a:p>
          </p:txBody>
        </p:sp>
        <p:sp>
          <p:nvSpPr>
            <p:cNvPr id="2299" name="Freeform: Shape 2298"/>
            <p:cNvSpPr/>
            <p:nvPr/>
          </p:nvSpPr>
          <p:spPr>
            <a:xfrm>
              <a:off x="559362" y="4778442"/>
              <a:ext cx="18086" cy="45412"/>
            </a:xfrm>
            <a:custGeom>
              <a:avLst/>
              <a:gdLst>
                <a:gd name="connsiteX0" fmla="*/ 2525 w 18086"/>
                <a:gd name="connsiteY0" fmla="*/ 4971 h 45412"/>
                <a:gd name="connsiteX1" fmla="*/ 6942 w 18086"/>
                <a:gd name="connsiteY1" fmla="*/ 43801 h 45412"/>
                <a:gd name="connsiteX2" fmla="*/ 17774 w 18086"/>
                <a:gd name="connsiteY2" fmla="*/ 37218 h 45412"/>
                <a:gd name="connsiteX3" fmla="*/ 16774 w 18086"/>
                <a:gd name="connsiteY3" fmla="*/ 23136 h 45412"/>
                <a:gd name="connsiteX4" fmla="*/ 16108 w 18086"/>
                <a:gd name="connsiteY4" fmla="*/ 6637 h 45412"/>
                <a:gd name="connsiteX5" fmla="*/ 2525 w 18086"/>
                <a:gd name="connsiteY5" fmla="*/ 4971 h 45412"/>
                <a:gd name="connsiteX6" fmla="*/ 2525 w 18086"/>
                <a:gd name="connsiteY6" fmla="*/ 4971 h 45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086" h="45412">
                  <a:moveTo>
                    <a:pt x="2525" y="4971"/>
                  </a:moveTo>
                  <a:cubicBezTo>
                    <a:pt x="-58" y="16053"/>
                    <a:pt x="-3057" y="35551"/>
                    <a:pt x="6942" y="43801"/>
                  </a:cubicBezTo>
                  <a:cubicBezTo>
                    <a:pt x="11691" y="47800"/>
                    <a:pt x="19774" y="43884"/>
                    <a:pt x="17774" y="37218"/>
                  </a:cubicBezTo>
                  <a:cubicBezTo>
                    <a:pt x="16524" y="32802"/>
                    <a:pt x="17107" y="27719"/>
                    <a:pt x="16774" y="23136"/>
                  </a:cubicBezTo>
                  <a:cubicBezTo>
                    <a:pt x="16191" y="17553"/>
                    <a:pt x="15524" y="12304"/>
                    <a:pt x="16108" y="6637"/>
                  </a:cubicBezTo>
                  <a:cubicBezTo>
                    <a:pt x="17024" y="-1195"/>
                    <a:pt x="4275" y="-2528"/>
                    <a:pt x="2525" y="4971"/>
                  </a:cubicBezTo>
                  <a:lnTo>
                    <a:pt x="2525" y="4971"/>
                  </a:lnTo>
                  <a:close/>
                </a:path>
              </a:pathLst>
            </a:custGeom>
            <a:grpFill/>
            <a:ln w="8332" cap="flat">
              <a:noFill/>
              <a:prstDash val="solid"/>
              <a:miter/>
            </a:ln>
          </p:spPr>
          <p:txBody>
            <a:bodyPr rtlCol="0" anchor="ctr"/>
            <a:lstStyle/>
            <a:p>
              <a:endParaRPr lang="en-US"/>
            </a:p>
          </p:txBody>
        </p:sp>
        <p:sp>
          <p:nvSpPr>
            <p:cNvPr id="2300" name="Freeform: Shape 2299"/>
            <p:cNvSpPr/>
            <p:nvPr/>
          </p:nvSpPr>
          <p:spPr>
            <a:xfrm>
              <a:off x="623787" y="4768339"/>
              <a:ext cx="26431" cy="35988"/>
            </a:xfrm>
            <a:custGeom>
              <a:avLst/>
              <a:gdLst>
                <a:gd name="connsiteX0" fmla="*/ 25759 w 26431"/>
                <a:gd name="connsiteY0" fmla="*/ 27072 h 35988"/>
                <a:gd name="connsiteX1" fmla="*/ 10260 w 26431"/>
                <a:gd name="connsiteY1" fmla="*/ 1907 h 35988"/>
                <a:gd name="connsiteX2" fmla="*/ 761 w 26431"/>
                <a:gd name="connsiteY2" fmla="*/ 9574 h 35988"/>
                <a:gd name="connsiteX3" fmla="*/ 20842 w 26431"/>
                <a:gd name="connsiteY3" fmla="*/ 35988 h 35988"/>
                <a:gd name="connsiteX4" fmla="*/ 25759 w 26431"/>
                <a:gd name="connsiteY4" fmla="*/ 27072 h 35988"/>
                <a:gd name="connsiteX5" fmla="*/ 25759 w 26431"/>
                <a:gd name="connsiteY5" fmla="*/ 27072 h 35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431" h="35988">
                  <a:moveTo>
                    <a:pt x="25759" y="27072"/>
                  </a:moveTo>
                  <a:cubicBezTo>
                    <a:pt x="21592" y="18490"/>
                    <a:pt x="16593" y="8990"/>
                    <a:pt x="10260" y="1907"/>
                  </a:cubicBezTo>
                  <a:cubicBezTo>
                    <a:pt x="5427" y="-3509"/>
                    <a:pt x="-2489" y="3741"/>
                    <a:pt x="761" y="9574"/>
                  </a:cubicBezTo>
                  <a:cubicBezTo>
                    <a:pt x="6177" y="19656"/>
                    <a:pt x="5760" y="35488"/>
                    <a:pt x="20842" y="35988"/>
                  </a:cubicBezTo>
                  <a:cubicBezTo>
                    <a:pt x="25592" y="36071"/>
                    <a:pt x="27592" y="30738"/>
                    <a:pt x="25759" y="27072"/>
                  </a:cubicBezTo>
                  <a:lnTo>
                    <a:pt x="25759" y="27072"/>
                  </a:lnTo>
                  <a:close/>
                </a:path>
              </a:pathLst>
            </a:custGeom>
            <a:grpFill/>
            <a:ln w="8332" cap="flat">
              <a:noFill/>
              <a:prstDash val="solid"/>
              <a:miter/>
            </a:ln>
          </p:spPr>
          <p:txBody>
            <a:bodyPr rtlCol="0" anchor="ctr"/>
            <a:lstStyle/>
            <a:p>
              <a:endParaRPr lang="en-US"/>
            </a:p>
          </p:txBody>
        </p:sp>
        <p:sp>
          <p:nvSpPr>
            <p:cNvPr id="2301" name="Freeform: Shape 2300"/>
            <p:cNvSpPr/>
            <p:nvPr/>
          </p:nvSpPr>
          <p:spPr>
            <a:xfrm>
              <a:off x="675205" y="4746193"/>
              <a:ext cx="38799" cy="26208"/>
            </a:xfrm>
            <a:custGeom>
              <a:avLst/>
              <a:gdLst>
                <a:gd name="connsiteX0" fmla="*/ 37919 w 38799"/>
                <a:gd name="connsiteY0" fmla="*/ 15638 h 26208"/>
                <a:gd name="connsiteX1" fmla="*/ 21837 w 38799"/>
                <a:gd name="connsiteY1" fmla="*/ 5972 h 26208"/>
                <a:gd name="connsiteX2" fmla="*/ 6089 w 38799"/>
                <a:gd name="connsiteY2" fmla="*/ 222 h 26208"/>
                <a:gd name="connsiteX3" fmla="*/ 2422 w 38799"/>
                <a:gd name="connsiteY3" fmla="*/ 9305 h 26208"/>
                <a:gd name="connsiteX4" fmla="*/ 33753 w 38799"/>
                <a:gd name="connsiteY4" fmla="*/ 25887 h 26208"/>
                <a:gd name="connsiteX5" fmla="*/ 37919 w 38799"/>
                <a:gd name="connsiteY5" fmla="*/ 15638 h 26208"/>
                <a:gd name="connsiteX6" fmla="*/ 37919 w 38799"/>
                <a:gd name="connsiteY6" fmla="*/ 15638 h 26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799" h="26208">
                  <a:moveTo>
                    <a:pt x="37919" y="15638"/>
                  </a:moveTo>
                  <a:cubicBezTo>
                    <a:pt x="34753" y="10055"/>
                    <a:pt x="27587" y="8055"/>
                    <a:pt x="21837" y="5972"/>
                  </a:cubicBezTo>
                  <a:cubicBezTo>
                    <a:pt x="16588" y="3972"/>
                    <a:pt x="11421" y="1972"/>
                    <a:pt x="6089" y="222"/>
                  </a:cubicBezTo>
                  <a:cubicBezTo>
                    <a:pt x="756" y="-1444"/>
                    <a:pt x="-2494" y="6722"/>
                    <a:pt x="2422" y="9305"/>
                  </a:cubicBezTo>
                  <a:cubicBezTo>
                    <a:pt x="13005" y="14804"/>
                    <a:pt x="20171" y="28470"/>
                    <a:pt x="33753" y="25887"/>
                  </a:cubicBezTo>
                  <a:cubicBezTo>
                    <a:pt x="38502" y="25137"/>
                    <a:pt x="39919" y="19221"/>
                    <a:pt x="37919" y="15638"/>
                  </a:cubicBezTo>
                  <a:lnTo>
                    <a:pt x="37919" y="15638"/>
                  </a:lnTo>
                  <a:close/>
                </a:path>
              </a:pathLst>
            </a:custGeom>
            <a:grpFill/>
            <a:ln w="8332" cap="flat">
              <a:noFill/>
              <a:prstDash val="solid"/>
              <a:miter/>
            </a:ln>
          </p:spPr>
          <p:txBody>
            <a:bodyPr rtlCol="0" anchor="ctr"/>
            <a:lstStyle/>
            <a:p>
              <a:endParaRPr lang="en-US"/>
            </a:p>
          </p:txBody>
        </p:sp>
        <p:sp>
          <p:nvSpPr>
            <p:cNvPr id="2302" name="Freeform: Shape 2301"/>
            <p:cNvSpPr/>
            <p:nvPr/>
          </p:nvSpPr>
          <p:spPr>
            <a:xfrm>
              <a:off x="715290" y="4681065"/>
              <a:ext cx="45900" cy="18529"/>
            </a:xfrm>
            <a:custGeom>
              <a:avLst/>
              <a:gdLst>
                <a:gd name="connsiteX0" fmla="*/ 33914 w 45900"/>
                <a:gd name="connsiteY0" fmla="*/ 773 h 18529"/>
                <a:gd name="connsiteX1" fmla="*/ 5333 w 45900"/>
                <a:gd name="connsiteY1" fmla="*/ 7022 h 18529"/>
                <a:gd name="connsiteX2" fmla="*/ 5416 w 45900"/>
                <a:gd name="connsiteY2" fmla="*/ 18188 h 18529"/>
                <a:gd name="connsiteX3" fmla="*/ 43413 w 45900"/>
                <a:gd name="connsiteY3" fmla="*/ 12606 h 18529"/>
                <a:gd name="connsiteX4" fmla="*/ 33914 w 45900"/>
                <a:gd name="connsiteY4" fmla="*/ 773 h 18529"/>
                <a:gd name="connsiteX5" fmla="*/ 33914 w 45900"/>
                <a:gd name="connsiteY5" fmla="*/ 773 h 185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900" h="18529">
                  <a:moveTo>
                    <a:pt x="33914" y="773"/>
                  </a:moveTo>
                  <a:cubicBezTo>
                    <a:pt x="25081" y="4939"/>
                    <a:pt x="14915" y="6023"/>
                    <a:pt x="5333" y="7022"/>
                  </a:cubicBezTo>
                  <a:cubicBezTo>
                    <a:pt x="-1750" y="7856"/>
                    <a:pt x="-1833" y="18772"/>
                    <a:pt x="5416" y="18188"/>
                  </a:cubicBezTo>
                  <a:cubicBezTo>
                    <a:pt x="18415" y="17188"/>
                    <a:pt x="32747" y="21938"/>
                    <a:pt x="43413" y="12606"/>
                  </a:cubicBezTo>
                  <a:cubicBezTo>
                    <a:pt x="50412" y="6439"/>
                    <a:pt x="41163" y="-2727"/>
                    <a:pt x="33914" y="773"/>
                  </a:cubicBezTo>
                  <a:lnTo>
                    <a:pt x="33914" y="773"/>
                  </a:lnTo>
                  <a:close/>
                </a:path>
              </a:pathLst>
            </a:custGeom>
            <a:grpFill/>
            <a:ln w="8332" cap="flat">
              <a:noFill/>
              <a:prstDash val="solid"/>
              <a:miter/>
            </a:ln>
          </p:spPr>
          <p:txBody>
            <a:bodyPr rtlCol="0" anchor="ctr"/>
            <a:lstStyle/>
            <a:p>
              <a:endParaRPr lang="en-US"/>
            </a:p>
          </p:txBody>
        </p:sp>
        <p:sp>
          <p:nvSpPr>
            <p:cNvPr id="2303" name="Freeform: Shape 2302"/>
            <p:cNvSpPr/>
            <p:nvPr/>
          </p:nvSpPr>
          <p:spPr>
            <a:xfrm>
              <a:off x="729643" y="4613898"/>
              <a:ext cx="33022" cy="17885"/>
            </a:xfrm>
            <a:custGeom>
              <a:avLst/>
              <a:gdLst>
                <a:gd name="connsiteX0" fmla="*/ 27810 w 33022"/>
                <a:gd name="connsiteY0" fmla="*/ 30 h 17885"/>
                <a:gd name="connsiteX1" fmla="*/ 3562 w 33022"/>
                <a:gd name="connsiteY1" fmla="*/ 7863 h 17885"/>
                <a:gd name="connsiteX2" fmla="*/ 6395 w 33022"/>
                <a:gd name="connsiteY2" fmla="*/ 17778 h 17885"/>
                <a:gd name="connsiteX3" fmla="*/ 30560 w 33022"/>
                <a:gd name="connsiteY3" fmla="*/ 9779 h 17885"/>
                <a:gd name="connsiteX4" fmla="*/ 27810 w 33022"/>
                <a:gd name="connsiteY4" fmla="*/ 30 h 17885"/>
                <a:gd name="connsiteX5" fmla="*/ 27810 w 33022"/>
                <a:gd name="connsiteY5" fmla="*/ 30 h 17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022" h="17885">
                  <a:moveTo>
                    <a:pt x="27810" y="30"/>
                  </a:moveTo>
                  <a:cubicBezTo>
                    <a:pt x="18978" y="1030"/>
                    <a:pt x="11645" y="4529"/>
                    <a:pt x="3562" y="7863"/>
                  </a:cubicBezTo>
                  <a:cubicBezTo>
                    <a:pt x="-2604" y="10279"/>
                    <a:pt x="-187" y="18945"/>
                    <a:pt x="6395" y="17778"/>
                  </a:cubicBezTo>
                  <a:cubicBezTo>
                    <a:pt x="14978" y="16195"/>
                    <a:pt x="22811" y="13529"/>
                    <a:pt x="30560" y="9779"/>
                  </a:cubicBezTo>
                  <a:cubicBezTo>
                    <a:pt x="35143" y="7529"/>
                    <a:pt x="32810" y="-553"/>
                    <a:pt x="27810" y="30"/>
                  </a:cubicBezTo>
                  <a:lnTo>
                    <a:pt x="27810" y="30"/>
                  </a:lnTo>
                  <a:close/>
                </a:path>
              </a:pathLst>
            </a:custGeom>
            <a:grpFill/>
            <a:ln w="8332" cap="flat">
              <a:noFill/>
              <a:prstDash val="solid"/>
              <a:miter/>
            </a:ln>
          </p:spPr>
          <p:txBody>
            <a:bodyPr rtlCol="0" anchor="ctr"/>
            <a:lstStyle/>
            <a:p>
              <a:endParaRPr lang="en-US"/>
            </a:p>
          </p:txBody>
        </p:sp>
        <p:sp>
          <p:nvSpPr>
            <p:cNvPr id="2304" name="Freeform: Shape 2303"/>
            <p:cNvSpPr/>
            <p:nvPr/>
          </p:nvSpPr>
          <p:spPr>
            <a:xfrm>
              <a:off x="4360340" y="5328431"/>
              <a:ext cx="413049" cy="515560"/>
            </a:xfrm>
            <a:custGeom>
              <a:avLst/>
              <a:gdLst>
                <a:gd name="connsiteX0" fmla="*/ 405251 w 413049"/>
                <a:gd name="connsiteY0" fmla="*/ 202997 h 515560"/>
                <a:gd name="connsiteX1" fmla="*/ 394503 w 413049"/>
                <a:gd name="connsiteY1" fmla="*/ 172083 h 515560"/>
                <a:gd name="connsiteX2" fmla="*/ 404002 w 413049"/>
                <a:gd name="connsiteY2" fmla="*/ 142086 h 515560"/>
                <a:gd name="connsiteX3" fmla="*/ 391086 w 413049"/>
                <a:gd name="connsiteY3" fmla="*/ 88674 h 515560"/>
                <a:gd name="connsiteX4" fmla="*/ 345340 w 413049"/>
                <a:gd name="connsiteY4" fmla="*/ 79592 h 515560"/>
                <a:gd name="connsiteX5" fmla="*/ 349257 w 413049"/>
                <a:gd name="connsiteY5" fmla="*/ 64093 h 515560"/>
                <a:gd name="connsiteX6" fmla="*/ 347673 w 413049"/>
                <a:gd name="connsiteY6" fmla="*/ 46928 h 515560"/>
                <a:gd name="connsiteX7" fmla="*/ 327509 w 413049"/>
                <a:gd name="connsiteY7" fmla="*/ 16014 h 515560"/>
                <a:gd name="connsiteX8" fmla="*/ 269597 w 413049"/>
                <a:gd name="connsiteY8" fmla="*/ 29929 h 515560"/>
                <a:gd name="connsiteX9" fmla="*/ 188104 w 413049"/>
                <a:gd name="connsiteY9" fmla="*/ 515 h 515560"/>
                <a:gd name="connsiteX10" fmla="*/ 151941 w 413049"/>
                <a:gd name="connsiteY10" fmla="*/ 12681 h 515560"/>
                <a:gd name="connsiteX11" fmla="*/ 131193 w 413049"/>
                <a:gd name="connsiteY11" fmla="*/ 40095 h 515560"/>
                <a:gd name="connsiteX12" fmla="*/ 105195 w 413049"/>
                <a:gd name="connsiteY12" fmla="*/ 52511 h 515560"/>
                <a:gd name="connsiteX13" fmla="*/ 85114 w 413049"/>
                <a:gd name="connsiteY13" fmla="*/ 56343 h 515560"/>
                <a:gd name="connsiteX14" fmla="*/ 52867 w 413049"/>
                <a:gd name="connsiteY14" fmla="*/ 80175 h 515560"/>
                <a:gd name="connsiteX15" fmla="*/ 41534 w 413049"/>
                <a:gd name="connsiteY15" fmla="*/ 145752 h 515560"/>
                <a:gd name="connsiteX16" fmla="*/ 28452 w 413049"/>
                <a:gd name="connsiteY16" fmla="*/ 154501 h 515560"/>
                <a:gd name="connsiteX17" fmla="*/ 14287 w 413049"/>
                <a:gd name="connsiteY17" fmla="*/ 169667 h 515560"/>
                <a:gd name="connsiteX18" fmla="*/ 38 w 413049"/>
                <a:gd name="connsiteY18" fmla="*/ 209830 h 515560"/>
                <a:gd name="connsiteX19" fmla="*/ 50450 w 413049"/>
                <a:gd name="connsiteY19" fmla="*/ 272157 h 515560"/>
                <a:gd name="connsiteX20" fmla="*/ 72865 w 413049"/>
                <a:gd name="connsiteY20" fmla="*/ 273491 h 515560"/>
                <a:gd name="connsiteX21" fmla="*/ 91196 w 413049"/>
                <a:gd name="connsiteY21" fmla="*/ 270491 h 515560"/>
                <a:gd name="connsiteX22" fmla="*/ 103362 w 413049"/>
                <a:gd name="connsiteY22" fmla="*/ 286906 h 515560"/>
                <a:gd name="connsiteX23" fmla="*/ 111695 w 413049"/>
                <a:gd name="connsiteY23" fmla="*/ 292905 h 515560"/>
                <a:gd name="connsiteX24" fmla="*/ 111945 w 413049"/>
                <a:gd name="connsiteY24" fmla="*/ 395646 h 515560"/>
                <a:gd name="connsiteX25" fmla="*/ 105778 w 413049"/>
                <a:gd name="connsiteY25" fmla="*/ 460974 h 515560"/>
                <a:gd name="connsiteX26" fmla="*/ 100696 w 413049"/>
                <a:gd name="connsiteY26" fmla="*/ 488305 h 515560"/>
                <a:gd name="connsiteX27" fmla="*/ 101196 w 413049"/>
                <a:gd name="connsiteY27" fmla="*/ 500637 h 515560"/>
                <a:gd name="connsiteX28" fmla="*/ 107695 w 413049"/>
                <a:gd name="connsiteY28" fmla="*/ 504386 h 515560"/>
                <a:gd name="connsiteX29" fmla="*/ 155191 w 413049"/>
                <a:gd name="connsiteY29" fmla="*/ 506470 h 515560"/>
                <a:gd name="connsiteX30" fmla="*/ 197854 w 413049"/>
                <a:gd name="connsiteY30" fmla="*/ 515552 h 515560"/>
                <a:gd name="connsiteX31" fmla="*/ 228184 w 413049"/>
                <a:gd name="connsiteY31" fmla="*/ 466306 h 515560"/>
                <a:gd name="connsiteX32" fmla="*/ 241433 w 413049"/>
                <a:gd name="connsiteY32" fmla="*/ 372899 h 515560"/>
                <a:gd name="connsiteX33" fmla="*/ 256848 w 413049"/>
                <a:gd name="connsiteY33" fmla="*/ 313154 h 515560"/>
                <a:gd name="connsiteX34" fmla="*/ 258682 w 413049"/>
                <a:gd name="connsiteY34" fmla="*/ 317987 h 515560"/>
                <a:gd name="connsiteX35" fmla="*/ 275014 w 413049"/>
                <a:gd name="connsiteY35" fmla="*/ 337985 h 515560"/>
                <a:gd name="connsiteX36" fmla="*/ 329508 w 413049"/>
                <a:gd name="connsiteY36" fmla="*/ 354900 h 515560"/>
                <a:gd name="connsiteX37" fmla="*/ 372504 w 413049"/>
                <a:gd name="connsiteY37" fmla="*/ 323903 h 515560"/>
                <a:gd name="connsiteX38" fmla="*/ 389753 w 413049"/>
                <a:gd name="connsiteY38" fmla="*/ 298322 h 515560"/>
                <a:gd name="connsiteX39" fmla="*/ 405335 w 413049"/>
                <a:gd name="connsiteY39" fmla="*/ 267908 h 515560"/>
                <a:gd name="connsiteX40" fmla="*/ 405251 w 413049"/>
                <a:gd name="connsiteY40" fmla="*/ 202997 h 515560"/>
                <a:gd name="connsiteX41" fmla="*/ 405251 w 413049"/>
                <a:gd name="connsiteY41" fmla="*/ 202997 h 515560"/>
                <a:gd name="connsiteX42" fmla="*/ 234351 w 413049"/>
                <a:gd name="connsiteY42" fmla="*/ 340901 h 515560"/>
                <a:gd name="connsiteX43" fmla="*/ 219351 w 413049"/>
                <a:gd name="connsiteY43" fmla="*/ 427727 h 515560"/>
                <a:gd name="connsiteX44" fmla="*/ 213019 w 413049"/>
                <a:gd name="connsiteY44" fmla="*/ 470473 h 515560"/>
                <a:gd name="connsiteX45" fmla="*/ 209186 w 413049"/>
                <a:gd name="connsiteY45" fmla="*/ 489221 h 515560"/>
                <a:gd name="connsiteX46" fmla="*/ 187355 w 413049"/>
                <a:gd name="connsiteY46" fmla="*/ 499053 h 515560"/>
                <a:gd name="connsiteX47" fmla="*/ 116194 w 413049"/>
                <a:gd name="connsiteY47" fmla="*/ 488971 h 515560"/>
                <a:gd name="connsiteX48" fmla="*/ 118611 w 413049"/>
                <a:gd name="connsiteY48" fmla="*/ 477472 h 515560"/>
                <a:gd name="connsiteX49" fmla="*/ 121777 w 413049"/>
                <a:gd name="connsiteY49" fmla="*/ 448975 h 515560"/>
                <a:gd name="connsiteX50" fmla="*/ 125360 w 413049"/>
                <a:gd name="connsiteY50" fmla="*/ 386814 h 515560"/>
                <a:gd name="connsiteX51" fmla="*/ 119111 w 413049"/>
                <a:gd name="connsiteY51" fmla="*/ 296239 h 515560"/>
                <a:gd name="connsiteX52" fmla="*/ 164106 w 413049"/>
                <a:gd name="connsiteY52" fmla="*/ 287906 h 515560"/>
                <a:gd name="connsiteX53" fmla="*/ 161857 w 413049"/>
                <a:gd name="connsiteY53" fmla="*/ 304904 h 515560"/>
                <a:gd name="connsiteX54" fmla="*/ 155024 w 413049"/>
                <a:gd name="connsiteY54" fmla="*/ 351900 h 515560"/>
                <a:gd name="connsiteX55" fmla="*/ 179355 w 413049"/>
                <a:gd name="connsiteY55" fmla="*/ 391897 h 515560"/>
                <a:gd name="connsiteX56" fmla="*/ 205269 w 413049"/>
                <a:gd name="connsiteY56" fmla="*/ 386981 h 515560"/>
                <a:gd name="connsiteX57" fmla="*/ 213685 w 413049"/>
                <a:gd name="connsiteY57" fmla="*/ 363732 h 515560"/>
                <a:gd name="connsiteX58" fmla="*/ 217352 w 413049"/>
                <a:gd name="connsiteY58" fmla="*/ 325319 h 515560"/>
                <a:gd name="connsiteX59" fmla="*/ 220768 w 413049"/>
                <a:gd name="connsiteY59" fmla="*/ 300488 h 515560"/>
                <a:gd name="connsiteX60" fmla="*/ 221352 w 413049"/>
                <a:gd name="connsiteY60" fmla="*/ 293489 h 515560"/>
                <a:gd name="connsiteX61" fmla="*/ 237933 w 413049"/>
                <a:gd name="connsiteY61" fmla="*/ 295988 h 515560"/>
                <a:gd name="connsiteX62" fmla="*/ 253349 w 413049"/>
                <a:gd name="connsiteY62" fmla="*/ 292739 h 515560"/>
                <a:gd name="connsiteX63" fmla="*/ 234351 w 413049"/>
                <a:gd name="connsiteY63" fmla="*/ 340901 h 515560"/>
                <a:gd name="connsiteX64" fmla="*/ 234351 w 413049"/>
                <a:gd name="connsiteY64" fmla="*/ 340901 h 515560"/>
                <a:gd name="connsiteX65" fmla="*/ 166190 w 413049"/>
                <a:gd name="connsiteY65" fmla="*/ 353483 h 515560"/>
                <a:gd name="connsiteX66" fmla="*/ 169773 w 413049"/>
                <a:gd name="connsiteY66" fmla="*/ 325486 h 515560"/>
                <a:gd name="connsiteX67" fmla="*/ 171856 w 413049"/>
                <a:gd name="connsiteY67" fmla="*/ 281073 h 515560"/>
                <a:gd name="connsiteX68" fmla="*/ 183188 w 413049"/>
                <a:gd name="connsiteY68" fmla="*/ 267408 h 515560"/>
                <a:gd name="connsiteX69" fmla="*/ 196271 w 413049"/>
                <a:gd name="connsiteY69" fmla="*/ 282823 h 515560"/>
                <a:gd name="connsiteX70" fmla="*/ 209269 w 413049"/>
                <a:gd name="connsiteY70" fmla="*/ 289739 h 515560"/>
                <a:gd name="connsiteX71" fmla="*/ 205353 w 413049"/>
                <a:gd name="connsiteY71" fmla="*/ 322653 h 515560"/>
                <a:gd name="connsiteX72" fmla="*/ 202937 w 413049"/>
                <a:gd name="connsiteY72" fmla="*/ 348901 h 515560"/>
                <a:gd name="connsiteX73" fmla="*/ 193188 w 413049"/>
                <a:gd name="connsiteY73" fmla="*/ 378731 h 515560"/>
                <a:gd name="connsiteX74" fmla="*/ 168356 w 413049"/>
                <a:gd name="connsiteY74" fmla="*/ 371148 h 515560"/>
                <a:gd name="connsiteX75" fmla="*/ 166190 w 413049"/>
                <a:gd name="connsiteY75" fmla="*/ 353483 h 515560"/>
                <a:gd name="connsiteX76" fmla="*/ 166190 w 413049"/>
                <a:gd name="connsiteY76" fmla="*/ 353483 h 515560"/>
                <a:gd name="connsiteX77" fmla="*/ 394586 w 413049"/>
                <a:gd name="connsiteY77" fmla="*/ 254576 h 515560"/>
                <a:gd name="connsiteX78" fmla="*/ 369921 w 413049"/>
                <a:gd name="connsiteY78" fmla="*/ 303988 h 515560"/>
                <a:gd name="connsiteX79" fmla="*/ 339174 w 413049"/>
                <a:gd name="connsiteY79" fmla="*/ 336068 h 515560"/>
                <a:gd name="connsiteX80" fmla="*/ 288512 w 413049"/>
                <a:gd name="connsiteY80" fmla="*/ 328319 h 515560"/>
                <a:gd name="connsiteX81" fmla="*/ 269764 w 413049"/>
                <a:gd name="connsiteY81" fmla="*/ 308238 h 515560"/>
                <a:gd name="connsiteX82" fmla="*/ 264848 w 413049"/>
                <a:gd name="connsiteY82" fmla="*/ 283823 h 515560"/>
                <a:gd name="connsiteX83" fmla="*/ 258598 w 413049"/>
                <a:gd name="connsiteY83" fmla="*/ 279074 h 515560"/>
                <a:gd name="connsiteX84" fmla="*/ 229601 w 413049"/>
                <a:gd name="connsiteY84" fmla="*/ 282323 h 515560"/>
                <a:gd name="connsiteX85" fmla="*/ 194271 w 413049"/>
                <a:gd name="connsiteY85" fmla="*/ 261325 h 515560"/>
                <a:gd name="connsiteX86" fmla="*/ 181105 w 413049"/>
                <a:gd name="connsiteY86" fmla="*/ 252159 h 515560"/>
                <a:gd name="connsiteX87" fmla="*/ 165023 w 413049"/>
                <a:gd name="connsiteY87" fmla="*/ 268241 h 515560"/>
                <a:gd name="connsiteX88" fmla="*/ 127027 w 413049"/>
                <a:gd name="connsiteY88" fmla="*/ 282573 h 515560"/>
                <a:gd name="connsiteX89" fmla="*/ 102195 w 413049"/>
                <a:gd name="connsiteY89" fmla="*/ 258659 h 515560"/>
                <a:gd name="connsiteX90" fmla="*/ 85947 w 413049"/>
                <a:gd name="connsiteY90" fmla="*/ 253992 h 515560"/>
                <a:gd name="connsiteX91" fmla="*/ 42618 w 413049"/>
                <a:gd name="connsiteY91" fmla="*/ 252576 h 515560"/>
                <a:gd name="connsiteX92" fmla="*/ 24953 w 413049"/>
                <a:gd name="connsiteY92" fmla="*/ 182166 h 515560"/>
                <a:gd name="connsiteX93" fmla="*/ 47951 w 413049"/>
                <a:gd name="connsiteY93" fmla="*/ 158751 h 515560"/>
                <a:gd name="connsiteX94" fmla="*/ 57616 w 413049"/>
                <a:gd name="connsiteY94" fmla="*/ 147335 h 515560"/>
                <a:gd name="connsiteX95" fmla="*/ 54950 w 413049"/>
                <a:gd name="connsiteY95" fmla="*/ 139419 h 515560"/>
                <a:gd name="connsiteX96" fmla="*/ 52617 w 413049"/>
                <a:gd name="connsiteY96" fmla="*/ 119671 h 515560"/>
                <a:gd name="connsiteX97" fmla="*/ 72531 w 413049"/>
                <a:gd name="connsiteY97" fmla="*/ 83674 h 515560"/>
                <a:gd name="connsiteX98" fmla="*/ 107528 w 413049"/>
                <a:gd name="connsiteY98" fmla="*/ 69259 h 515560"/>
                <a:gd name="connsiteX99" fmla="*/ 135943 w 413049"/>
                <a:gd name="connsiteY99" fmla="*/ 62843 h 515560"/>
                <a:gd name="connsiteX100" fmla="*/ 147192 w 413049"/>
                <a:gd name="connsiteY100" fmla="*/ 40179 h 515560"/>
                <a:gd name="connsiteX101" fmla="*/ 181938 w 413049"/>
                <a:gd name="connsiteY101" fmla="*/ 12181 h 515560"/>
                <a:gd name="connsiteX102" fmla="*/ 268181 w 413049"/>
                <a:gd name="connsiteY102" fmla="*/ 36929 h 515560"/>
                <a:gd name="connsiteX103" fmla="*/ 268181 w 413049"/>
                <a:gd name="connsiteY103" fmla="*/ 37178 h 515560"/>
                <a:gd name="connsiteX104" fmla="*/ 279513 w 413049"/>
                <a:gd name="connsiteY104" fmla="*/ 37178 h 515560"/>
                <a:gd name="connsiteX105" fmla="*/ 312843 w 413049"/>
                <a:gd name="connsiteY105" fmla="*/ 24096 h 515560"/>
                <a:gd name="connsiteX106" fmla="*/ 333342 w 413049"/>
                <a:gd name="connsiteY106" fmla="*/ 44928 h 515560"/>
                <a:gd name="connsiteX107" fmla="*/ 334175 w 413049"/>
                <a:gd name="connsiteY107" fmla="*/ 72009 h 515560"/>
                <a:gd name="connsiteX108" fmla="*/ 330841 w 413049"/>
                <a:gd name="connsiteY108" fmla="*/ 90340 h 515560"/>
                <a:gd name="connsiteX109" fmla="*/ 339757 w 413049"/>
                <a:gd name="connsiteY109" fmla="*/ 95423 h 515560"/>
                <a:gd name="connsiteX110" fmla="*/ 365755 w 413049"/>
                <a:gd name="connsiteY110" fmla="*/ 91924 h 515560"/>
                <a:gd name="connsiteX111" fmla="*/ 389503 w 413049"/>
                <a:gd name="connsiteY111" fmla="*/ 114671 h 515560"/>
                <a:gd name="connsiteX112" fmla="*/ 378754 w 413049"/>
                <a:gd name="connsiteY112" fmla="*/ 168500 h 515560"/>
                <a:gd name="connsiteX113" fmla="*/ 379004 w 413049"/>
                <a:gd name="connsiteY113" fmla="*/ 196748 h 515560"/>
                <a:gd name="connsiteX114" fmla="*/ 394836 w 413049"/>
                <a:gd name="connsiteY114" fmla="*/ 218579 h 515560"/>
                <a:gd name="connsiteX115" fmla="*/ 394586 w 413049"/>
                <a:gd name="connsiteY115" fmla="*/ 254576 h 515560"/>
                <a:gd name="connsiteX116" fmla="*/ 394586 w 413049"/>
                <a:gd name="connsiteY116" fmla="*/ 254576 h 515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Lst>
              <a:rect l="l" t="t" r="r" b="b"/>
              <a:pathLst>
                <a:path w="413049" h="515560">
                  <a:moveTo>
                    <a:pt x="405251" y="202997"/>
                  </a:moveTo>
                  <a:cubicBezTo>
                    <a:pt x="397836" y="190331"/>
                    <a:pt x="388086" y="189331"/>
                    <a:pt x="394503" y="172083"/>
                  </a:cubicBezTo>
                  <a:cubicBezTo>
                    <a:pt x="398419" y="161751"/>
                    <a:pt x="402585" y="153335"/>
                    <a:pt x="404002" y="142086"/>
                  </a:cubicBezTo>
                  <a:cubicBezTo>
                    <a:pt x="406585" y="122087"/>
                    <a:pt x="405835" y="103673"/>
                    <a:pt x="391086" y="88674"/>
                  </a:cubicBezTo>
                  <a:cubicBezTo>
                    <a:pt x="377671" y="75009"/>
                    <a:pt x="362005" y="76758"/>
                    <a:pt x="345340" y="79592"/>
                  </a:cubicBezTo>
                  <a:cubicBezTo>
                    <a:pt x="346674" y="74509"/>
                    <a:pt x="349090" y="68759"/>
                    <a:pt x="349257" y="64093"/>
                  </a:cubicBezTo>
                  <a:cubicBezTo>
                    <a:pt x="349423" y="58426"/>
                    <a:pt x="348757" y="52511"/>
                    <a:pt x="347673" y="46928"/>
                  </a:cubicBezTo>
                  <a:cubicBezTo>
                    <a:pt x="345174" y="34346"/>
                    <a:pt x="339091" y="22430"/>
                    <a:pt x="327509" y="16014"/>
                  </a:cubicBezTo>
                  <a:cubicBezTo>
                    <a:pt x="309427" y="6015"/>
                    <a:pt x="277263" y="8431"/>
                    <a:pt x="269597" y="29929"/>
                  </a:cubicBezTo>
                  <a:cubicBezTo>
                    <a:pt x="244849" y="14180"/>
                    <a:pt x="218769" y="-3234"/>
                    <a:pt x="188104" y="515"/>
                  </a:cubicBezTo>
                  <a:cubicBezTo>
                    <a:pt x="175356" y="2015"/>
                    <a:pt x="162773" y="5515"/>
                    <a:pt x="151941" y="12681"/>
                  </a:cubicBezTo>
                  <a:cubicBezTo>
                    <a:pt x="140359" y="20347"/>
                    <a:pt x="136276" y="27846"/>
                    <a:pt x="131193" y="40095"/>
                  </a:cubicBezTo>
                  <a:cubicBezTo>
                    <a:pt x="126360" y="51927"/>
                    <a:pt x="116611" y="51344"/>
                    <a:pt x="105195" y="52511"/>
                  </a:cubicBezTo>
                  <a:cubicBezTo>
                    <a:pt x="98279" y="53177"/>
                    <a:pt x="91697" y="53760"/>
                    <a:pt x="85114" y="56343"/>
                  </a:cubicBezTo>
                  <a:cubicBezTo>
                    <a:pt x="72782" y="61176"/>
                    <a:pt x="61366" y="70176"/>
                    <a:pt x="52867" y="80175"/>
                  </a:cubicBezTo>
                  <a:cubicBezTo>
                    <a:pt x="36452" y="99589"/>
                    <a:pt x="33369" y="122921"/>
                    <a:pt x="41534" y="145752"/>
                  </a:cubicBezTo>
                  <a:cubicBezTo>
                    <a:pt x="37868" y="149002"/>
                    <a:pt x="31619" y="151751"/>
                    <a:pt x="28452" y="154501"/>
                  </a:cubicBezTo>
                  <a:cubicBezTo>
                    <a:pt x="23203" y="159001"/>
                    <a:pt x="18370" y="164084"/>
                    <a:pt x="14287" y="169667"/>
                  </a:cubicBezTo>
                  <a:cubicBezTo>
                    <a:pt x="5704" y="181249"/>
                    <a:pt x="538" y="195331"/>
                    <a:pt x="38" y="209830"/>
                  </a:cubicBezTo>
                  <a:cubicBezTo>
                    <a:pt x="-1045" y="239910"/>
                    <a:pt x="20953" y="266908"/>
                    <a:pt x="50450" y="272157"/>
                  </a:cubicBezTo>
                  <a:cubicBezTo>
                    <a:pt x="57700" y="273491"/>
                    <a:pt x="65532" y="273907"/>
                    <a:pt x="72865" y="273491"/>
                  </a:cubicBezTo>
                  <a:cubicBezTo>
                    <a:pt x="77364" y="273241"/>
                    <a:pt x="87530" y="269074"/>
                    <a:pt x="91196" y="270491"/>
                  </a:cubicBezTo>
                  <a:cubicBezTo>
                    <a:pt x="94696" y="271824"/>
                    <a:pt x="100029" y="283740"/>
                    <a:pt x="103362" y="286906"/>
                  </a:cubicBezTo>
                  <a:cubicBezTo>
                    <a:pt x="105862" y="289322"/>
                    <a:pt x="108695" y="291239"/>
                    <a:pt x="111695" y="292905"/>
                  </a:cubicBezTo>
                  <a:cubicBezTo>
                    <a:pt x="112361" y="327236"/>
                    <a:pt x="114778" y="361233"/>
                    <a:pt x="111945" y="395646"/>
                  </a:cubicBezTo>
                  <a:cubicBezTo>
                    <a:pt x="110195" y="417478"/>
                    <a:pt x="108445" y="439309"/>
                    <a:pt x="105778" y="460974"/>
                  </a:cubicBezTo>
                  <a:cubicBezTo>
                    <a:pt x="104612" y="470306"/>
                    <a:pt x="103112" y="479222"/>
                    <a:pt x="100696" y="488305"/>
                  </a:cubicBezTo>
                  <a:cubicBezTo>
                    <a:pt x="99363" y="493471"/>
                    <a:pt x="98696" y="495637"/>
                    <a:pt x="101196" y="500637"/>
                  </a:cubicBezTo>
                  <a:cubicBezTo>
                    <a:pt x="102279" y="502803"/>
                    <a:pt x="105195" y="504553"/>
                    <a:pt x="107695" y="504386"/>
                  </a:cubicBezTo>
                  <a:cubicBezTo>
                    <a:pt x="123694" y="502970"/>
                    <a:pt x="139275" y="503970"/>
                    <a:pt x="155191" y="506470"/>
                  </a:cubicBezTo>
                  <a:cubicBezTo>
                    <a:pt x="169190" y="508720"/>
                    <a:pt x="183605" y="515219"/>
                    <a:pt x="197854" y="515552"/>
                  </a:cubicBezTo>
                  <a:cubicBezTo>
                    <a:pt x="224018" y="516136"/>
                    <a:pt x="224935" y="485471"/>
                    <a:pt x="228184" y="466306"/>
                  </a:cubicBezTo>
                  <a:cubicBezTo>
                    <a:pt x="233434" y="435309"/>
                    <a:pt x="235350" y="403812"/>
                    <a:pt x="241433" y="372899"/>
                  </a:cubicBezTo>
                  <a:cubicBezTo>
                    <a:pt x="245183" y="353650"/>
                    <a:pt x="250016" y="332569"/>
                    <a:pt x="256848" y="313154"/>
                  </a:cubicBezTo>
                  <a:cubicBezTo>
                    <a:pt x="257348" y="314737"/>
                    <a:pt x="257931" y="316403"/>
                    <a:pt x="258682" y="317987"/>
                  </a:cubicBezTo>
                  <a:cubicBezTo>
                    <a:pt x="262515" y="325819"/>
                    <a:pt x="268181" y="332652"/>
                    <a:pt x="275014" y="337985"/>
                  </a:cubicBezTo>
                  <a:cubicBezTo>
                    <a:pt x="289929" y="349567"/>
                    <a:pt x="310677" y="356983"/>
                    <a:pt x="329508" y="354900"/>
                  </a:cubicBezTo>
                  <a:cubicBezTo>
                    <a:pt x="351090" y="352484"/>
                    <a:pt x="364339" y="343568"/>
                    <a:pt x="372504" y="323903"/>
                  </a:cubicBezTo>
                  <a:cubicBezTo>
                    <a:pt x="376504" y="314320"/>
                    <a:pt x="384337" y="307238"/>
                    <a:pt x="389753" y="298322"/>
                  </a:cubicBezTo>
                  <a:cubicBezTo>
                    <a:pt x="395586" y="288573"/>
                    <a:pt x="401002" y="278323"/>
                    <a:pt x="405335" y="267908"/>
                  </a:cubicBezTo>
                  <a:cubicBezTo>
                    <a:pt x="414084" y="247410"/>
                    <a:pt x="417084" y="223162"/>
                    <a:pt x="405251" y="202997"/>
                  </a:cubicBezTo>
                  <a:lnTo>
                    <a:pt x="405251" y="202997"/>
                  </a:lnTo>
                  <a:close/>
                  <a:moveTo>
                    <a:pt x="234351" y="340901"/>
                  </a:moveTo>
                  <a:cubicBezTo>
                    <a:pt x="226601" y="369482"/>
                    <a:pt x="223351" y="398480"/>
                    <a:pt x="219351" y="427727"/>
                  </a:cubicBezTo>
                  <a:cubicBezTo>
                    <a:pt x="217435" y="441975"/>
                    <a:pt x="215685" y="456307"/>
                    <a:pt x="213019" y="470473"/>
                  </a:cubicBezTo>
                  <a:cubicBezTo>
                    <a:pt x="211852" y="476472"/>
                    <a:pt x="211353" y="483555"/>
                    <a:pt x="209186" y="489221"/>
                  </a:cubicBezTo>
                  <a:cubicBezTo>
                    <a:pt x="205186" y="499887"/>
                    <a:pt x="198187" y="501554"/>
                    <a:pt x="187355" y="499053"/>
                  </a:cubicBezTo>
                  <a:cubicBezTo>
                    <a:pt x="163773" y="493554"/>
                    <a:pt x="140359" y="488555"/>
                    <a:pt x="116194" y="488971"/>
                  </a:cubicBezTo>
                  <a:cubicBezTo>
                    <a:pt x="117444" y="485305"/>
                    <a:pt x="118027" y="481305"/>
                    <a:pt x="118611" y="477472"/>
                  </a:cubicBezTo>
                  <a:cubicBezTo>
                    <a:pt x="120194" y="468056"/>
                    <a:pt x="121027" y="458474"/>
                    <a:pt x="121777" y="448975"/>
                  </a:cubicBezTo>
                  <a:cubicBezTo>
                    <a:pt x="123277" y="428226"/>
                    <a:pt x="124277" y="407478"/>
                    <a:pt x="125360" y="386814"/>
                  </a:cubicBezTo>
                  <a:cubicBezTo>
                    <a:pt x="126943" y="356316"/>
                    <a:pt x="123527" y="326236"/>
                    <a:pt x="119111" y="296239"/>
                  </a:cubicBezTo>
                  <a:cubicBezTo>
                    <a:pt x="136026" y="302572"/>
                    <a:pt x="151441" y="297655"/>
                    <a:pt x="164106" y="287906"/>
                  </a:cubicBezTo>
                  <a:cubicBezTo>
                    <a:pt x="163107" y="293572"/>
                    <a:pt x="162607" y="299238"/>
                    <a:pt x="161857" y="304904"/>
                  </a:cubicBezTo>
                  <a:cubicBezTo>
                    <a:pt x="159690" y="320570"/>
                    <a:pt x="157107" y="336235"/>
                    <a:pt x="155024" y="351900"/>
                  </a:cubicBezTo>
                  <a:cubicBezTo>
                    <a:pt x="152525" y="370732"/>
                    <a:pt x="157524" y="389397"/>
                    <a:pt x="179355" y="391897"/>
                  </a:cubicBezTo>
                  <a:cubicBezTo>
                    <a:pt x="187355" y="392813"/>
                    <a:pt x="198603" y="391897"/>
                    <a:pt x="205269" y="386981"/>
                  </a:cubicBezTo>
                  <a:cubicBezTo>
                    <a:pt x="212852" y="381397"/>
                    <a:pt x="212686" y="372315"/>
                    <a:pt x="213685" y="363732"/>
                  </a:cubicBezTo>
                  <a:cubicBezTo>
                    <a:pt x="215269" y="350900"/>
                    <a:pt x="216435" y="338235"/>
                    <a:pt x="217352" y="325319"/>
                  </a:cubicBezTo>
                  <a:cubicBezTo>
                    <a:pt x="217935" y="316987"/>
                    <a:pt x="219185" y="308738"/>
                    <a:pt x="220768" y="300488"/>
                  </a:cubicBezTo>
                  <a:cubicBezTo>
                    <a:pt x="221018" y="299238"/>
                    <a:pt x="221101" y="296155"/>
                    <a:pt x="221352" y="293489"/>
                  </a:cubicBezTo>
                  <a:cubicBezTo>
                    <a:pt x="226768" y="294905"/>
                    <a:pt x="232350" y="295905"/>
                    <a:pt x="237933" y="295988"/>
                  </a:cubicBezTo>
                  <a:cubicBezTo>
                    <a:pt x="243433" y="296072"/>
                    <a:pt x="248349" y="293905"/>
                    <a:pt x="253349" y="292739"/>
                  </a:cubicBezTo>
                  <a:cubicBezTo>
                    <a:pt x="242766" y="305071"/>
                    <a:pt x="238183" y="326736"/>
                    <a:pt x="234351" y="340901"/>
                  </a:cubicBezTo>
                  <a:lnTo>
                    <a:pt x="234351" y="340901"/>
                  </a:lnTo>
                  <a:close/>
                  <a:moveTo>
                    <a:pt x="166190" y="353483"/>
                  </a:moveTo>
                  <a:cubicBezTo>
                    <a:pt x="166773" y="344068"/>
                    <a:pt x="168606" y="334819"/>
                    <a:pt x="169773" y="325486"/>
                  </a:cubicBezTo>
                  <a:cubicBezTo>
                    <a:pt x="171439" y="311821"/>
                    <a:pt x="173522" y="295405"/>
                    <a:pt x="171856" y="281073"/>
                  </a:cubicBezTo>
                  <a:cubicBezTo>
                    <a:pt x="176022" y="276907"/>
                    <a:pt x="179855" y="272241"/>
                    <a:pt x="183188" y="267408"/>
                  </a:cubicBezTo>
                  <a:cubicBezTo>
                    <a:pt x="186938" y="271741"/>
                    <a:pt x="194437" y="281490"/>
                    <a:pt x="196271" y="282823"/>
                  </a:cubicBezTo>
                  <a:cubicBezTo>
                    <a:pt x="200270" y="285823"/>
                    <a:pt x="204687" y="287989"/>
                    <a:pt x="209269" y="289739"/>
                  </a:cubicBezTo>
                  <a:cubicBezTo>
                    <a:pt x="206353" y="299988"/>
                    <a:pt x="206103" y="312820"/>
                    <a:pt x="205353" y="322653"/>
                  </a:cubicBezTo>
                  <a:cubicBezTo>
                    <a:pt x="204687" y="331485"/>
                    <a:pt x="204020" y="340152"/>
                    <a:pt x="202937" y="348901"/>
                  </a:cubicBezTo>
                  <a:cubicBezTo>
                    <a:pt x="201853" y="357983"/>
                    <a:pt x="203436" y="373815"/>
                    <a:pt x="193188" y="378731"/>
                  </a:cubicBezTo>
                  <a:cubicBezTo>
                    <a:pt x="184855" y="382731"/>
                    <a:pt x="172606" y="378481"/>
                    <a:pt x="168356" y="371148"/>
                  </a:cubicBezTo>
                  <a:cubicBezTo>
                    <a:pt x="164857" y="365316"/>
                    <a:pt x="165773" y="359816"/>
                    <a:pt x="166190" y="353483"/>
                  </a:cubicBezTo>
                  <a:lnTo>
                    <a:pt x="166190" y="353483"/>
                  </a:lnTo>
                  <a:close/>
                  <a:moveTo>
                    <a:pt x="394586" y="254576"/>
                  </a:moveTo>
                  <a:cubicBezTo>
                    <a:pt x="389753" y="271324"/>
                    <a:pt x="381254" y="290573"/>
                    <a:pt x="369921" y="303988"/>
                  </a:cubicBezTo>
                  <a:cubicBezTo>
                    <a:pt x="359839" y="315987"/>
                    <a:pt x="355423" y="331069"/>
                    <a:pt x="339174" y="336068"/>
                  </a:cubicBezTo>
                  <a:cubicBezTo>
                    <a:pt x="321509" y="341485"/>
                    <a:pt x="304094" y="337818"/>
                    <a:pt x="288512" y="328319"/>
                  </a:cubicBezTo>
                  <a:cubicBezTo>
                    <a:pt x="280513" y="323403"/>
                    <a:pt x="273597" y="316987"/>
                    <a:pt x="269764" y="308238"/>
                  </a:cubicBezTo>
                  <a:cubicBezTo>
                    <a:pt x="266347" y="300405"/>
                    <a:pt x="267431" y="291822"/>
                    <a:pt x="264848" y="283823"/>
                  </a:cubicBezTo>
                  <a:cubicBezTo>
                    <a:pt x="264015" y="281240"/>
                    <a:pt x="261514" y="278907"/>
                    <a:pt x="258598" y="279074"/>
                  </a:cubicBezTo>
                  <a:cubicBezTo>
                    <a:pt x="248266" y="279574"/>
                    <a:pt x="240766" y="284323"/>
                    <a:pt x="229601" y="282323"/>
                  </a:cubicBezTo>
                  <a:cubicBezTo>
                    <a:pt x="214685" y="279574"/>
                    <a:pt x="203270" y="273491"/>
                    <a:pt x="194271" y="261325"/>
                  </a:cubicBezTo>
                  <a:cubicBezTo>
                    <a:pt x="190854" y="256742"/>
                    <a:pt x="187688" y="251159"/>
                    <a:pt x="181105" y="252159"/>
                  </a:cubicBezTo>
                  <a:cubicBezTo>
                    <a:pt x="173522" y="253326"/>
                    <a:pt x="170190" y="263408"/>
                    <a:pt x="165023" y="268241"/>
                  </a:cubicBezTo>
                  <a:cubicBezTo>
                    <a:pt x="154857" y="277740"/>
                    <a:pt x="141442" y="286573"/>
                    <a:pt x="127027" y="282573"/>
                  </a:cubicBezTo>
                  <a:cubicBezTo>
                    <a:pt x="113611" y="278907"/>
                    <a:pt x="110362" y="267991"/>
                    <a:pt x="102195" y="258659"/>
                  </a:cubicBezTo>
                  <a:cubicBezTo>
                    <a:pt x="97279" y="253076"/>
                    <a:pt x="92946" y="252993"/>
                    <a:pt x="85947" y="253992"/>
                  </a:cubicBezTo>
                  <a:cubicBezTo>
                    <a:pt x="70865" y="256242"/>
                    <a:pt x="57616" y="259325"/>
                    <a:pt x="42618" y="252576"/>
                  </a:cubicBezTo>
                  <a:cubicBezTo>
                    <a:pt x="15287" y="240161"/>
                    <a:pt x="10787" y="206080"/>
                    <a:pt x="24953" y="182166"/>
                  </a:cubicBezTo>
                  <a:cubicBezTo>
                    <a:pt x="30619" y="172583"/>
                    <a:pt x="38951" y="165084"/>
                    <a:pt x="47951" y="158751"/>
                  </a:cubicBezTo>
                  <a:cubicBezTo>
                    <a:pt x="52117" y="155834"/>
                    <a:pt x="57449" y="153168"/>
                    <a:pt x="57616" y="147335"/>
                  </a:cubicBezTo>
                  <a:cubicBezTo>
                    <a:pt x="57700" y="144586"/>
                    <a:pt x="55783" y="142002"/>
                    <a:pt x="54950" y="139419"/>
                  </a:cubicBezTo>
                  <a:cubicBezTo>
                    <a:pt x="53033" y="133170"/>
                    <a:pt x="52200" y="126170"/>
                    <a:pt x="52617" y="119671"/>
                  </a:cubicBezTo>
                  <a:cubicBezTo>
                    <a:pt x="53533" y="105339"/>
                    <a:pt x="61949" y="92840"/>
                    <a:pt x="72531" y="83674"/>
                  </a:cubicBezTo>
                  <a:cubicBezTo>
                    <a:pt x="83197" y="74425"/>
                    <a:pt x="93613" y="70509"/>
                    <a:pt x="107528" y="69259"/>
                  </a:cubicBezTo>
                  <a:cubicBezTo>
                    <a:pt x="116861" y="68426"/>
                    <a:pt x="127860" y="67842"/>
                    <a:pt x="135943" y="62843"/>
                  </a:cubicBezTo>
                  <a:cubicBezTo>
                    <a:pt x="144858" y="57344"/>
                    <a:pt x="144608" y="49344"/>
                    <a:pt x="147192" y="40179"/>
                  </a:cubicBezTo>
                  <a:cubicBezTo>
                    <a:pt x="151608" y="24680"/>
                    <a:pt x="167273" y="15847"/>
                    <a:pt x="181938" y="12181"/>
                  </a:cubicBezTo>
                  <a:cubicBezTo>
                    <a:pt x="214352" y="4265"/>
                    <a:pt x="241516" y="20597"/>
                    <a:pt x="268181" y="36929"/>
                  </a:cubicBezTo>
                  <a:cubicBezTo>
                    <a:pt x="268181" y="37012"/>
                    <a:pt x="268181" y="37095"/>
                    <a:pt x="268181" y="37178"/>
                  </a:cubicBezTo>
                  <a:cubicBezTo>
                    <a:pt x="267514" y="44511"/>
                    <a:pt x="278679" y="44345"/>
                    <a:pt x="279513" y="37178"/>
                  </a:cubicBezTo>
                  <a:cubicBezTo>
                    <a:pt x="281096" y="23430"/>
                    <a:pt x="302844" y="21180"/>
                    <a:pt x="312843" y="24096"/>
                  </a:cubicBezTo>
                  <a:cubicBezTo>
                    <a:pt x="323842" y="27179"/>
                    <a:pt x="330258" y="34012"/>
                    <a:pt x="333342" y="44928"/>
                  </a:cubicBezTo>
                  <a:cubicBezTo>
                    <a:pt x="335758" y="53677"/>
                    <a:pt x="336091" y="63176"/>
                    <a:pt x="334175" y="72009"/>
                  </a:cubicBezTo>
                  <a:cubicBezTo>
                    <a:pt x="332675" y="78675"/>
                    <a:pt x="329758" y="83508"/>
                    <a:pt x="330841" y="90340"/>
                  </a:cubicBezTo>
                  <a:cubicBezTo>
                    <a:pt x="331508" y="94507"/>
                    <a:pt x="336258" y="95923"/>
                    <a:pt x="339757" y="95423"/>
                  </a:cubicBezTo>
                  <a:cubicBezTo>
                    <a:pt x="347840" y="94174"/>
                    <a:pt x="357589" y="90757"/>
                    <a:pt x="365755" y="91924"/>
                  </a:cubicBezTo>
                  <a:cubicBezTo>
                    <a:pt x="377088" y="93507"/>
                    <a:pt x="387086" y="103589"/>
                    <a:pt x="389503" y="114671"/>
                  </a:cubicBezTo>
                  <a:cubicBezTo>
                    <a:pt x="393503" y="132670"/>
                    <a:pt x="387420" y="153085"/>
                    <a:pt x="378754" y="168500"/>
                  </a:cubicBezTo>
                  <a:cubicBezTo>
                    <a:pt x="373088" y="178583"/>
                    <a:pt x="371338" y="187248"/>
                    <a:pt x="379004" y="196748"/>
                  </a:cubicBezTo>
                  <a:cubicBezTo>
                    <a:pt x="385003" y="204164"/>
                    <a:pt x="391836" y="208996"/>
                    <a:pt x="394836" y="218579"/>
                  </a:cubicBezTo>
                  <a:cubicBezTo>
                    <a:pt x="398502" y="230245"/>
                    <a:pt x="398002" y="242827"/>
                    <a:pt x="394586" y="254576"/>
                  </a:cubicBezTo>
                  <a:lnTo>
                    <a:pt x="394586" y="254576"/>
                  </a:lnTo>
                  <a:close/>
                </a:path>
              </a:pathLst>
            </a:custGeom>
            <a:grpFill/>
            <a:ln w="8332" cap="flat">
              <a:noFill/>
              <a:prstDash val="solid"/>
              <a:miter/>
            </a:ln>
          </p:spPr>
          <p:txBody>
            <a:bodyPr rtlCol="0" anchor="ctr"/>
            <a:lstStyle/>
            <a:p>
              <a:endParaRPr lang="en-US"/>
            </a:p>
          </p:txBody>
        </p:sp>
        <p:sp>
          <p:nvSpPr>
            <p:cNvPr id="2305" name="Freeform: Shape 2304"/>
            <p:cNvSpPr/>
            <p:nvPr/>
          </p:nvSpPr>
          <p:spPr>
            <a:xfrm>
              <a:off x="4435102" y="5420914"/>
              <a:ext cx="102664" cy="165944"/>
            </a:xfrm>
            <a:custGeom>
              <a:avLst/>
              <a:gdLst>
                <a:gd name="connsiteX0" fmla="*/ 94594 w 102664"/>
                <a:gd name="connsiteY0" fmla="*/ 149678 h 165944"/>
                <a:gd name="connsiteX1" fmla="*/ 67097 w 102664"/>
                <a:gd name="connsiteY1" fmla="*/ 144761 h 165944"/>
                <a:gd name="connsiteX2" fmla="*/ 69180 w 102664"/>
                <a:gd name="connsiteY2" fmla="*/ 120597 h 165944"/>
                <a:gd name="connsiteX3" fmla="*/ 61598 w 102664"/>
                <a:gd name="connsiteY3" fmla="*/ 114848 h 165944"/>
                <a:gd name="connsiteX4" fmla="*/ 21684 w 102664"/>
                <a:gd name="connsiteY4" fmla="*/ 96349 h 165944"/>
                <a:gd name="connsiteX5" fmla="*/ 37266 w 102664"/>
                <a:gd name="connsiteY5" fmla="*/ 68352 h 165944"/>
                <a:gd name="connsiteX6" fmla="*/ 24351 w 102664"/>
                <a:gd name="connsiteY6" fmla="*/ 58519 h 165944"/>
                <a:gd name="connsiteX7" fmla="*/ 27017 w 102664"/>
                <a:gd name="connsiteY7" fmla="*/ 20939 h 165944"/>
                <a:gd name="connsiteX8" fmla="*/ 87928 w 102664"/>
                <a:gd name="connsiteY8" fmla="*/ 11440 h 165944"/>
                <a:gd name="connsiteX9" fmla="*/ 89595 w 102664"/>
                <a:gd name="connsiteY9" fmla="*/ 8524 h 165944"/>
                <a:gd name="connsiteX10" fmla="*/ 14602 w 102664"/>
                <a:gd name="connsiteY10" fmla="*/ 18856 h 165944"/>
                <a:gd name="connsiteX11" fmla="*/ 6102 w 102664"/>
                <a:gd name="connsiteY11" fmla="*/ 50187 h 165944"/>
                <a:gd name="connsiteX12" fmla="*/ 13102 w 102664"/>
                <a:gd name="connsiteY12" fmla="*/ 63852 h 165944"/>
                <a:gd name="connsiteX13" fmla="*/ 23934 w 102664"/>
                <a:gd name="connsiteY13" fmla="*/ 73101 h 165944"/>
                <a:gd name="connsiteX14" fmla="*/ 4436 w 102664"/>
                <a:gd name="connsiteY14" fmla="*/ 123180 h 165944"/>
                <a:gd name="connsiteX15" fmla="*/ 56348 w 102664"/>
                <a:gd name="connsiteY15" fmla="*/ 130846 h 165944"/>
                <a:gd name="connsiteX16" fmla="*/ 60431 w 102664"/>
                <a:gd name="connsiteY16" fmla="*/ 158510 h 165944"/>
                <a:gd name="connsiteX17" fmla="*/ 98178 w 102664"/>
                <a:gd name="connsiteY17" fmla="*/ 162510 h 165944"/>
                <a:gd name="connsiteX18" fmla="*/ 94594 w 102664"/>
                <a:gd name="connsiteY18" fmla="*/ 149678 h 165944"/>
                <a:gd name="connsiteX19" fmla="*/ 94594 w 102664"/>
                <a:gd name="connsiteY19" fmla="*/ 149678 h 16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2664" h="165944">
                  <a:moveTo>
                    <a:pt x="94594" y="149678"/>
                  </a:moveTo>
                  <a:cubicBezTo>
                    <a:pt x="86679" y="152594"/>
                    <a:pt x="71763" y="155260"/>
                    <a:pt x="67097" y="144761"/>
                  </a:cubicBezTo>
                  <a:cubicBezTo>
                    <a:pt x="64181" y="138262"/>
                    <a:pt x="69180" y="127596"/>
                    <a:pt x="69180" y="120597"/>
                  </a:cubicBezTo>
                  <a:cubicBezTo>
                    <a:pt x="69180" y="117097"/>
                    <a:pt x="65264" y="113347"/>
                    <a:pt x="61598" y="114848"/>
                  </a:cubicBezTo>
                  <a:cubicBezTo>
                    <a:pt x="46182" y="121097"/>
                    <a:pt x="1853" y="124180"/>
                    <a:pt x="21684" y="96349"/>
                  </a:cubicBezTo>
                  <a:cubicBezTo>
                    <a:pt x="26684" y="89350"/>
                    <a:pt x="44682" y="79017"/>
                    <a:pt x="37266" y="68352"/>
                  </a:cubicBezTo>
                  <a:cubicBezTo>
                    <a:pt x="34266" y="64018"/>
                    <a:pt x="28017" y="62269"/>
                    <a:pt x="24351" y="58519"/>
                  </a:cubicBezTo>
                  <a:cubicBezTo>
                    <a:pt x="12852" y="46687"/>
                    <a:pt x="13352" y="31105"/>
                    <a:pt x="27017" y="20939"/>
                  </a:cubicBezTo>
                  <a:cubicBezTo>
                    <a:pt x="43349" y="8690"/>
                    <a:pt x="68847" y="24"/>
                    <a:pt x="87928" y="11440"/>
                  </a:cubicBezTo>
                  <a:cubicBezTo>
                    <a:pt x="89845" y="12607"/>
                    <a:pt x="91262" y="9857"/>
                    <a:pt x="89595" y="8524"/>
                  </a:cubicBezTo>
                  <a:cubicBezTo>
                    <a:pt x="68264" y="-7558"/>
                    <a:pt x="32350" y="941"/>
                    <a:pt x="14602" y="18856"/>
                  </a:cubicBezTo>
                  <a:cubicBezTo>
                    <a:pt x="6436" y="27105"/>
                    <a:pt x="2936" y="38937"/>
                    <a:pt x="6102" y="50187"/>
                  </a:cubicBezTo>
                  <a:cubicBezTo>
                    <a:pt x="7519" y="55103"/>
                    <a:pt x="10019" y="59769"/>
                    <a:pt x="13102" y="63852"/>
                  </a:cubicBezTo>
                  <a:cubicBezTo>
                    <a:pt x="14769" y="66102"/>
                    <a:pt x="20601" y="70018"/>
                    <a:pt x="23934" y="73101"/>
                  </a:cubicBezTo>
                  <a:cubicBezTo>
                    <a:pt x="9769" y="85433"/>
                    <a:pt x="-8563" y="104598"/>
                    <a:pt x="4436" y="123180"/>
                  </a:cubicBezTo>
                  <a:cubicBezTo>
                    <a:pt x="15352" y="138845"/>
                    <a:pt x="39100" y="137762"/>
                    <a:pt x="56348" y="130846"/>
                  </a:cubicBezTo>
                  <a:cubicBezTo>
                    <a:pt x="54681" y="140678"/>
                    <a:pt x="52015" y="150594"/>
                    <a:pt x="60431" y="158510"/>
                  </a:cubicBezTo>
                  <a:cubicBezTo>
                    <a:pt x="70596" y="168176"/>
                    <a:pt x="86179" y="167176"/>
                    <a:pt x="98178" y="162510"/>
                  </a:cubicBezTo>
                  <a:cubicBezTo>
                    <a:pt x="106093" y="159510"/>
                    <a:pt x="102677" y="146678"/>
                    <a:pt x="94594" y="149678"/>
                  </a:cubicBezTo>
                  <a:lnTo>
                    <a:pt x="94594" y="149678"/>
                  </a:lnTo>
                  <a:close/>
                </a:path>
              </a:pathLst>
            </a:custGeom>
            <a:grpFill/>
            <a:ln w="8332" cap="flat">
              <a:noFill/>
              <a:prstDash val="solid"/>
              <a:miter/>
            </a:ln>
          </p:spPr>
          <p:txBody>
            <a:bodyPr rtlCol="0" anchor="ctr"/>
            <a:lstStyle/>
            <a:p>
              <a:endParaRPr lang="en-US"/>
            </a:p>
          </p:txBody>
        </p:sp>
        <p:sp>
          <p:nvSpPr>
            <p:cNvPr id="2306" name="Freeform: Shape 2305"/>
            <p:cNvSpPr/>
            <p:nvPr/>
          </p:nvSpPr>
          <p:spPr>
            <a:xfrm>
              <a:off x="4535479" y="5498386"/>
              <a:ext cx="107368" cy="87543"/>
            </a:xfrm>
            <a:custGeom>
              <a:avLst/>
              <a:gdLst>
                <a:gd name="connsiteX0" fmla="*/ 91959 w 107368"/>
                <a:gd name="connsiteY0" fmla="*/ 53791 h 87543"/>
                <a:gd name="connsiteX1" fmla="*/ 56045 w 107368"/>
                <a:gd name="connsiteY1" fmla="*/ 58457 h 87543"/>
                <a:gd name="connsiteX2" fmla="*/ 53212 w 107368"/>
                <a:gd name="connsiteY2" fmla="*/ 39959 h 87543"/>
                <a:gd name="connsiteX3" fmla="*/ 45879 w 107368"/>
                <a:gd name="connsiteY3" fmla="*/ 38042 h 87543"/>
                <a:gd name="connsiteX4" fmla="*/ 15465 w 107368"/>
                <a:gd name="connsiteY4" fmla="*/ 42125 h 87543"/>
                <a:gd name="connsiteX5" fmla="*/ 20215 w 107368"/>
                <a:gd name="connsiteY5" fmla="*/ 5545 h 87543"/>
                <a:gd name="connsiteX6" fmla="*/ 13715 w 107368"/>
                <a:gd name="connsiteY6" fmla="*/ 1796 h 87543"/>
                <a:gd name="connsiteX7" fmla="*/ 8633 w 107368"/>
                <a:gd name="connsiteY7" fmla="*/ 53541 h 87543"/>
                <a:gd name="connsiteX8" fmla="*/ 41796 w 107368"/>
                <a:gd name="connsiteY8" fmla="*/ 55124 h 87543"/>
                <a:gd name="connsiteX9" fmla="*/ 45379 w 107368"/>
                <a:gd name="connsiteY9" fmla="*/ 67373 h 87543"/>
                <a:gd name="connsiteX10" fmla="*/ 63211 w 107368"/>
                <a:gd name="connsiteY10" fmla="*/ 85871 h 87543"/>
                <a:gd name="connsiteX11" fmla="*/ 107290 w 107368"/>
                <a:gd name="connsiteY11" fmla="*/ 55791 h 87543"/>
                <a:gd name="connsiteX12" fmla="*/ 91959 w 107368"/>
                <a:gd name="connsiteY12" fmla="*/ 53791 h 87543"/>
                <a:gd name="connsiteX13" fmla="*/ 91959 w 107368"/>
                <a:gd name="connsiteY13" fmla="*/ 53791 h 87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7368" h="87543">
                  <a:moveTo>
                    <a:pt x="91959" y="53791"/>
                  </a:moveTo>
                  <a:cubicBezTo>
                    <a:pt x="86542" y="70623"/>
                    <a:pt x="64294" y="79122"/>
                    <a:pt x="56045" y="58457"/>
                  </a:cubicBezTo>
                  <a:cubicBezTo>
                    <a:pt x="53628" y="52458"/>
                    <a:pt x="56378" y="45291"/>
                    <a:pt x="53212" y="39959"/>
                  </a:cubicBezTo>
                  <a:cubicBezTo>
                    <a:pt x="51795" y="37626"/>
                    <a:pt x="48296" y="36459"/>
                    <a:pt x="45879" y="38042"/>
                  </a:cubicBezTo>
                  <a:cubicBezTo>
                    <a:pt x="37380" y="43792"/>
                    <a:pt x="24548" y="49624"/>
                    <a:pt x="15465" y="42125"/>
                  </a:cubicBezTo>
                  <a:cubicBezTo>
                    <a:pt x="3467" y="32293"/>
                    <a:pt x="14382" y="15794"/>
                    <a:pt x="20215" y="5545"/>
                  </a:cubicBezTo>
                  <a:cubicBezTo>
                    <a:pt x="22631" y="1296"/>
                    <a:pt x="16382" y="-2287"/>
                    <a:pt x="13715" y="1796"/>
                  </a:cubicBezTo>
                  <a:cubicBezTo>
                    <a:pt x="3800" y="17211"/>
                    <a:pt x="-8699" y="38042"/>
                    <a:pt x="8633" y="53541"/>
                  </a:cubicBezTo>
                  <a:cubicBezTo>
                    <a:pt x="17882" y="61874"/>
                    <a:pt x="31297" y="60873"/>
                    <a:pt x="41796" y="55124"/>
                  </a:cubicBezTo>
                  <a:cubicBezTo>
                    <a:pt x="42296" y="59373"/>
                    <a:pt x="43879" y="63540"/>
                    <a:pt x="45379" y="67373"/>
                  </a:cubicBezTo>
                  <a:cubicBezTo>
                    <a:pt x="48796" y="75789"/>
                    <a:pt x="54295" y="83038"/>
                    <a:pt x="63211" y="85871"/>
                  </a:cubicBezTo>
                  <a:cubicBezTo>
                    <a:pt x="85209" y="92871"/>
                    <a:pt x="104624" y="76956"/>
                    <a:pt x="107290" y="55791"/>
                  </a:cubicBezTo>
                  <a:cubicBezTo>
                    <a:pt x="108540" y="46791"/>
                    <a:pt x="94542" y="45791"/>
                    <a:pt x="91959" y="53791"/>
                  </a:cubicBezTo>
                  <a:lnTo>
                    <a:pt x="91959" y="53791"/>
                  </a:lnTo>
                  <a:close/>
                </a:path>
              </a:pathLst>
            </a:custGeom>
            <a:grpFill/>
            <a:ln w="8332" cap="flat">
              <a:noFill/>
              <a:prstDash val="solid"/>
              <a:miter/>
            </a:ln>
          </p:spPr>
          <p:txBody>
            <a:bodyPr rtlCol="0" anchor="ctr"/>
            <a:lstStyle/>
            <a:p>
              <a:endParaRPr lang="en-US"/>
            </a:p>
          </p:txBody>
        </p:sp>
        <p:sp>
          <p:nvSpPr>
            <p:cNvPr id="2307" name="Freeform: Shape 2306"/>
            <p:cNvSpPr/>
            <p:nvPr/>
          </p:nvSpPr>
          <p:spPr>
            <a:xfrm>
              <a:off x="4648668" y="5438103"/>
              <a:ext cx="58802" cy="110278"/>
            </a:xfrm>
            <a:custGeom>
              <a:avLst/>
              <a:gdLst>
                <a:gd name="connsiteX0" fmla="*/ 58678 w 58802"/>
                <a:gd name="connsiteY0" fmla="*/ 66411 h 110278"/>
                <a:gd name="connsiteX1" fmla="*/ 47430 w 58802"/>
                <a:gd name="connsiteY1" fmla="*/ 49746 h 110278"/>
                <a:gd name="connsiteX2" fmla="*/ 47179 w 58802"/>
                <a:gd name="connsiteY2" fmla="*/ 9166 h 110278"/>
                <a:gd name="connsiteX3" fmla="*/ 11183 w 58802"/>
                <a:gd name="connsiteY3" fmla="*/ 3583 h 110278"/>
                <a:gd name="connsiteX4" fmla="*/ 12683 w 58802"/>
                <a:gd name="connsiteY4" fmla="*/ 8916 h 110278"/>
                <a:gd name="connsiteX5" fmla="*/ 37764 w 58802"/>
                <a:gd name="connsiteY5" fmla="*/ 18665 h 110278"/>
                <a:gd name="connsiteX6" fmla="*/ 33264 w 58802"/>
                <a:gd name="connsiteY6" fmla="*/ 32581 h 110278"/>
                <a:gd name="connsiteX7" fmla="*/ 29181 w 58802"/>
                <a:gd name="connsiteY7" fmla="*/ 50329 h 110278"/>
                <a:gd name="connsiteX8" fmla="*/ 35431 w 58802"/>
                <a:gd name="connsiteY8" fmla="*/ 57578 h 110278"/>
                <a:gd name="connsiteX9" fmla="*/ 33931 w 58802"/>
                <a:gd name="connsiteY9" fmla="*/ 78743 h 110278"/>
                <a:gd name="connsiteX10" fmla="*/ 2517 w 58802"/>
                <a:gd name="connsiteY10" fmla="*/ 100241 h 110278"/>
                <a:gd name="connsiteX11" fmla="*/ 6683 w 58802"/>
                <a:gd name="connsiteY11" fmla="*/ 110157 h 110278"/>
                <a:gd name="connsiteX12" fmla="*/ 52846 w 58802"/>
                <a:gd name="connsiteY12" fmla="*/ 83242 h 110278"/>
                <a:gd name="connsiteX13" fmla="*/ 58678 w 58802"/>
                <a:gd name="connsiteY13" fmla="*/ 66411 h 110278"/>
                <a:gd name="connsiteX14" fmla="*/ 58678 w 58802"/>
                <a:gd name="connsiteY14" fmla="*/ 66411 h 110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8802" h="110278">
                  <a:moveTo>
                    <a:pt x="58678" y="66411"/>
                  </a:moveTo>
                  <a:cubicBezTo>
                    <a:pt x="57679" y="57745"/>
                    <a:pt x="51846" y="56245"/>
                    <a:pt x="47430" y="49746"/>
                  </a:cubicBezTo>
                  <a:cubicBezTo>
                    <a:pt x="39347" y="37913"/>
                    <a:pt x="53512" y="22915"/>
                    <a:pt x="47179" y="9166"/>
                  </a:cubicBezTo>
                  <a:cubicBezTo>
                    <a:pt x="40764" y="-4999"/>
                    <a:pt x="22599" y="750"/>
                    <a:pt x="11183" y="3583"/>
                  </a:cubicBezTo>
                  <a:cubicBezTo>
                    <a:pt x="7683" y="4417"/>
                    <a:pt x="9183" y="9583"/>
                    <a:pt x="12683" y="8916"/>
                  </a:cubicBezTo>
                  <a:cubicBezTo>
                    <a:pt x="21932" y="7083"/>
                    <a:pt x="37430" y="4833"/>
                    <a:pt x="37764" y="18665"/>
                  </a:cubicBezTo>
                  <a:cubicBezTo>
                    <a:pt x="37930" y="24081"/>
                    <a:pt x="35680" y="27914"/>
                    <a:pt x="33264" y="32581"/>
                  </a:cubicBezTo>
                  <a:cubicBezTo>
                    <a:pt x="30181" y="38413"/>
                    <a:pt x="26515" y="43579"/>
                    <a:pt x="29181" y="50329"/>
                  </a:cubicBezTo>
                  <a:cubicBezTo>
                    <a:pt x="30598" y="53829"/>
                    <a:pt x="33597" y="54745"/>
                    <a:pt x="35431" y="57578"/>
                  </a:cubicBezTo>
                  <a:cubicBezTo>
                    <a:pt x="40847" y="66328"/>
                    <a:pt x="41764" y="71910"/>
                    <a:pt x="33931" y="78743"/>
                  </a:cubicBezTo>
                  <a:cubicBezTo>
                    <a:pt x="24348" y="87159"/>
                    <a:pt x="12849" y="92825"/>
                    <a:pt x="2517" y="100241"/>
                  </a:cubicBezTo>
                  <a:cubicBezTo>
                    <a:pt x="-2482" y="103824"/>
                    <a:pt x="517" y="111323"/>
                    <a:pt x="6683" y="110157"/>
                  </a:cubicBezTo>
                  <a:cubicBezTo>
                    <a:pt x="24099" y="106824"/>
                    <a:pt x="42013" y="97741"/>
                    <a:pt x="52846" y="83242"/>
                  </a:cubicBezTo>
                  <a:cubicBezTo>
                    <a:pt x="56679" y="78243"/>
                    <a:pt x="59429" y="72743"/>
                    <a:pt x="58678" y="66411"/>
                  </a:cubicBezTo>
                  <a:lnTo>
                    <a:pt x="58678" y="66411"/>
                  </a:lnTo>
                  <a:close/>
                </a:path>
              </a:pathLst>
            </a:custGeom>
            <a:grpFill/>
            <a:ln w="8332" cap="flat">
              <a:noFill/>
              <a:prstDash val="solid"/>
              <a:miter/>
            </a:ln>
          </p:spPr>
          <p:txBody>
            <a:bodyPr rtlCol="0" anchor="ctr"/>
            <a:lstStyle/>
            <a:p>
              <a:endParaRPr lang="en-US"/>
            </a:p>
          </p:txBody>
        </p:sp>
        <p:sp>
          <p:nvSpPr>
            <p:cNvPr id="2308" name="Freeform: Shape 2307"/>
            <p:cNvSpPr/>
            <p:nvPr/>
          </p:nvSpPr>
          <p:spPr>
            <a:xfrm>
              <a:off x="3660486" y="4836975"/>
              <a:ext cx="412996" cy="515643"/>
            </a:xfrm>
            <a:custGeom>
              <a:avLst/>
              <a:gdLst>
                <a:gd name="connsiteX0" fmla="*/ 405252 w 412996"/>
                <a:gd name="connsiteY0" fmla="*/ 202997 h 515643"/>
                <a:gd name="connsiteX1" fmla="*/ 394503 w 412996"/>
                <a:gd name="connsiteY1" fmla="*/ 172083 h 515643"/>
                <a:gd name="connsiteX2" fmla="*/ 404002 w 412996"/>
                <a:gd name="connsiteY2" fmla="*/ 142086 h 515643"/>
                <a:gd name="connsiteX3" fmla="*/ 391086 w 412996"/>
                <a:gd name="connsiteY3" fmla="*/ 88674 h 515643"/>
                <a:gd name="connsiteX4" fmla="*/ 345341 w 412996"/>
                <a:gd name="connsiteY4" fmla="*/ 79592 h 515643"/>
                <a:gd name="connsiteX5" fmla="*/ 349257 w 412996"/>
                <a:gd name="connsiteY5" fmla="*/ 64093 h 515643"/>
                <a:gd name="connsiteX6" fmla="*/ 347674 w 412996"/>
                <a:gd name="connsiteY6" fmla="*/ 46928 h 515643"/>
                <a:gd name="connsiteX7" fmla="*/ 327509 w 412996"/>
                <a:gd name="connsiteY7" fmla="*/ 16014 h 515643"/>
                <a:gd name="connsiteX8" fmla="*/ 269598 w 412996"/>
                <a:gd name="connsiteY8" fmla="*/ 29930 h 515643"/>
                <a:gd name="connsiteX9" fmla="*/ 188105 w 412996"/>
                <a:gd name="connsiteY9" fmla="*/ 515 h 515643"/>
                <a:gd name="connsiteX10" fmla="*/ 151942 w 412996"/>
                <a:gd name="connsiteY10" fmla="*/ 12681 h 515643"/>
                <a:gd name="connsiteX11" fmla="*/ 131194 w 412996"/>
                <a:gd name="connsiteY11" fmla="*/ 40095 h 515643"/>
                <a:gd name="connsiteX12" fmla="*/ 105195 w 412996"/>
                <a:gd name="connsiteY12" fmla="*/ 52511 h 515643"/>
                <a:gd name="connsiteX13" fmla="*/ 85114 w 412996"/>
                <a:gd name="connsiteY13" fmla="*/ 56344 h 515643"/>
                <a:gd name="connsiteX14" fmla="*/ 52867 w 412996"/>
                <a:gd name="connsiteY14" fmla="*/ 80175 h 515643"/>
                <a:gd name="connsiteX15" fmla="*/ 41535 w 412996"/>
                <a:gd name="connsiteY15" fmla="*/ 145836 h 515643"/>
                <a:gd name="connsiteX16" fmla="*/ 28453 w 412996"/>
                <a:gd name="connsiteY16" fmla="*/ 154585 h 515643"/>
                <a:gd name="connsiteX17" fmla="*/ 14287 w 412996"/>
                <a:gd name="connsiteY17" fmla="*/ 169750 h 515643"/>
                <a:gd name="connsiteX18" fmla="*/ 38 w 412996"/>
                <a:gd name="connsiteY18" fmla="*/ 209913 h 515643"/>
                <a:gd name="connsiteX19" fmla="*/ 50451 w 412996"/>
                <a:gd name="connsiteY19" fmla="*/ 272241 h 515643"/>
                <a:gd name="connsiteX20" fmla="*/ 72866 w 412996"/>
                <a:gd name="connsiteY20" fmla="*/ 273574 h 515643"/>
                <a:gd name="connsiteX21" fmla="*/ 91197 w 412996"/>
                <a:gd name="connsiteY21" fmla="*/ 270575 h 515643"/>
                <a:gd name="connsiteX22" fmla="*/ 103363 w 412996"/>
                <a:gd name="connsiteY22" fmla="*/ 286989 h 515643"/>
                <a:gd name="connsiteX23" fmla="*/ 111695 w 412996"/>
                <a:gd name="connsiteY23" fmla="*/ 292989 h 515643"/>
                <a:gd name="connsiteX24" fmla="*/ 112028 w 412996"/>
                <a:gd name="connsiteY24" fmla="*/ 395730 h 515643"/>
                <a:gd name="connsiteX25" fmla="*/ 105862 w 412996"/>
                <a:gd name="connsiteY25" fmla="*/ 461057 h 515643"/>
                <a:gd name="connsiteX26" fmla="*/ 100779 w 412996"/>
                <a:gd name="connsiteY26" fmla="*/ 488388 h 515643"/>
                <a:gd name="connsiteX27" fmla="*/ 101279 w 412996"/>
                <a:gd name="connsiteY27" fmla="*/ 500720 h 515643"/>
                <a:gd name="connsiteX28" fmla="*/ 107779 w 412996"/>
                <a:gd name="connsiteY28" fmla="*/ 504470 h 515643"/>
                <a:gd name="connsiteX29" fmla="*/ 155274 w 412996"/>
                <a:gd name="connsiteY29" fmla="*/ 506553 h 515643"/>
                <a:gd name="connsiteX30" fmla="*/ 197937 w 412996"/>
                <a:gd name="connsiteY30" fmla="*/ 515636 h 515643"/>
                <a:gd name="connsiteX31" fmla="*/ 228268 w 412996"/>
                <a:gd name="connsiteY31" fmla="*/ 466390 h 515643"/>
                <a:gd name="connsiteX32" fmla="*/ 241517 w 412996"/>
                <a:gd name="connsiteY32" fmla="*/ 372982 h 515643"/>
                <a:gd name="connsiteX33" fmla="*/ 256932 w 412996"/>
                <a:gd name="connsiteY33" fmla="*/ 313237 h 515643"/>
                <a:gd name="connsiteX34" fmla="*/ 258765 w 412996"/>
                <a:gd name="connsiteY34" fmla="*/ 318070 h 515643"/>
                <a:gd name="connsiteX35" fmla="*/ 275097 w 412996"/>
                <a:gd name="connsiteY35" fmla="*/ 338068 h 515643"/>
                <a:gd name="connsiteX36" fmla="*/ 329592 w 412996"/>
                <a:gd name="connsiteY36" fmla="*/ 354984 h 515643"/>
                <a:gd name="connsiteX37" fmla="*/ 372588 w 412996"/>
                <a:gd name="connsiteY37" fmla="*/ 323986 h 515643"/>
                <a:gd name="connsiteX38" fmla="*/ 389837 w 412996"/>
                <a:gd name="connsiteY38" fmla="*/ 298405 h 515643"/>
                <a:gd name="connsiteX39" fmla="*/ 405419 w 412996"/>
                <a:gd name="connsiteY39" fmla="*/ 267991 h 515643"/>
                <a:gd name="connsiteX40" fmla="*/ 405252 w 412996"/>
                <a:gd name="connsiteY40" fmla="*/ 202997 h 515643"/>
                <a:gd name="connsiteX41" fmla="*/ 405252 w 412996"/>
                <a:gd name="connsiteY41" fmla="*/ 202997 h 515643"/>
                <a:gd name="connsiteX42" fmla="*/ 234351 w 412996"/>
                <a:gd name="connsiteY42" fmla="*/ 340902 h 515643"/>
                <a:gd name="connsiteX43" fmla="*/ 219352 w 412996"/>
                <a:gd name="connsiteY43" fmla="*/ 427727 h 515643"/>
                <a:gd name="connsiteX44" fmla="*/ 213019 w 412996"/>
                <a:gd name="connsiteY44" fmla="*/ 470473 h 515643"/>
                <a:gd name="connsiteX45" fmla="*/ 209186 w 412996"/>
                <a:gd name="connsiteY45" fmla="*/ 489221 h 515643"/>
                <a:gd name="connsiteX46" fmla="*/ 187355 w 412996"/>
                <a:gd name="connsiteY46" fmla="*/ 499054 h 515643"/>
                <a:gd name="connsiteX47" fmla="*/ 116195 w 412996"/>
                <a:gd name="connsiteY47" fmla="*/ 488971 h 515643"/>
                <a:gd name="connsiteX48" fmla="*/ 118611 w 412996"/>
                <a:gd name="connsiteY48" fmla="*/ 477473 h 515643"/>
                <a:gd name="connsiteX49" fmla="*/ 121778 w 412996"/>
                <a:gd name="connsiteY49" fmla="*/ 448975 h 515643"/>
                <a:gd name="connsiteX50" fmla="*/ 125361 w 412996"/>
                <a:gd name="connsiteY50" fmla="*/ 386814 h 515643"/>
                <a:gd name="connsiteX51" fmla="*/ 119111 w 412996"/>
                <a:gd name="connsiteY51" fmla="*/ 296239 h 515643"/>
                <a:gd name="connsiteX52" fmla="*/ 164107 w 412996"/>
                <a:gd name="connsiteY52" fmla="*/ 287906 h 515643"/>
                <a:gd name="connsiteX53" fmla="*/ 161857 w 412996"/>
                <a:gd name="connsiteY53" fmla="*/ 304905 h 515643"/>
                <a:gd name="connsiteX54" fmla="*/ 155025 w 412996"/>
                <a:gd name="connsiteY54" fmla="*/ 351901 h 515643"/>
                <a:gd name="connsiteX55" fmla="*/ 179356 w 412996"/>
                <a:gd name="connsiteY55" fmla="*/ 391897 h 515643"/>
                <a:gd name="connsiteX56" fmla="*/ 205270 w 412996"/>
                <a:gd name="connsiteY56" fmla="*/ 386980 h 515643"/>
                <a:gd name="connsiteX57" fmla="*/ 213686 w 412996"/>
                <a:gd name="connsiteY57" fmla="*/ 363733 h 515643"/>
                <a:gd name="connsiteX58" fmla="*/ 217352 w 412996"/>
                <a:gd name="connsiteY58" fmla="*/ 325320 h 515643"/>
                <a:gd name="connsiteX59" fmla="*/ 220769 w 412996"/>
                <a:gd name="connsiteY59" fmla="*/ 300488 h 515643"/>
                <a:gd name="connsiteX60" fmla="*/ 221352 w 412996"/>
                <a:gd name="connsiteY60" fmla="*/ 293489 h 515643"/>
                <a:gd name="connsiteX61" fmla="*/ 237934 w 412996"/>
                <a:gd name="connsiteY61" fmla="*/ 295989 h 515643"/>
                <a:gd name="connsiteX62" fmla="*/ 253349 w 412996"/>
                <a:gd name="connsiteY62" fmla="*/ 292739 h 515643"/>
                <a:gd name="connsiteX63" fmla="*/ 234351 w 412996"/>
                <a:gd name="connsiteY63" fmla="*/ 340902 h 515643"/>
                <a:gd name="connsiteX64" fmla="*/ 234351 w 412996"/>
                <a:gd name="connsiteY64" fmla="*/ 340902 h 515643"/>
                <a:gd name="connsiteX65" fmla="*/ 166190 w 412996"/>
                <a:gd name="connsiteY65" fmla="*/ 353400 h 515643"/>
                <a:gd name="connsiteX66" fmla="*/ 169773 w 412996"/>
                <a:gd name="connsiteY66" fmla="*/ 325403 h 515643"/>
                <a:gd name="connsiteX67" fmla="*/ 171856 w 412996"/>
                <a:gd name="connsiteY67" fmla="*/ 280990 h 515643"/>
                <a:gd name="connsiteX68" fmla="*/ 183189 w 412996"/>
                <a:gd name="connsiteY68" fmla="*/ 267325 h 515643"/>
                <a:gd name="connsiteX69" fmla="*/ 196271 w 412996"/>
                <a:gd name="connsiteY69" fmla="*/ 282740 h 515643"/>
                <a:gd name="connsiteX70" fmla="*/ 209270 w 412996"/>
                <a:gd name="connsiteY70" fmla="*/ 289656 h 515643"/>
                <a:gd name="connsiteX71" fmla="*/ 205353 w 412996"/>
                <a:gd name="connsiteY71" fmla="*/ 322570 h 515643"/>
                <a:gd name="connsiteX72" fmla="*/ 202937 w 412996"/>
                <a:gd name="connsiteY72" fmla="*/ 348818 h 515643"/>
                <a:gd name="connsiteX73" fmla="*/ 193188 w 412996"/>
                <a:gd name="connsiteY73" fmla="*/ 378648 h 515643"/>
                <a:gd name="connsiteX74" fmla="*/ 168357 w 412996"/>
                <a:gd name="connsiteY74" fmla="*/ 371065 h 515643"/>
                <a:gd name="connsiteX75" fmla="*/ 166190 w 412996"/>
                <a:gd name="connsiteY75" fmla="*/ 353400 h 515643"/>
                <a:gd name="connsiteX76" fmla="*/ 166190 w 412996"/>
                <a:gd name="connsiteY76" fmla="*/ 353400 h 515643"/>
                <a:gd name="connsiteX77" fmla="*/ 394503 w 412996"/>
                <a:gd name="connsiteY77" fmla="*/ 254576 h 515643"/>
                <a:gd name="connsiteX78" fmla="*/ 369838 w 412996"/>
                <a:gd name="connsiteY78" fmla="*/ 303988 h 515643"/>
                <a:gd name="connsiteX79" fmla="*/ 339091 w 412996"/>
                <a:gd name="connsiteY79" fmla="*/ 336069 h 515643"/>
                <a:gd name="connsiteX80" fmla="*/ 288429 w 412996"/>
                <a:gd name="connsiteY80" fmla="*/ 328319 h 515643"/>
                <a:gd name="connsiteX81" fmla="*/ 269681 w 412996"/>
                <a:gd name="connsiteY81" fmla="*/ 308237 h 515643"/>
                <a:gd name="connsiteX82" fmla="*/ 264765 w 412996"/>
                <a:gd name="connsiteY82" fmla="*/ 283823 h 515643"/>
                <a:gd name="connsiteX83" fmla="*/ 258515 w 412996"/>
                <a:gd name="connsiteY83" fmla="*/ 279073 h 515643"/>
                <a:gd name="connsiteX84" fmla="*/ 229518 w 412996"/>
                <a:gd name="connsiteY84" fmla="*/ 282323 h 515643"/>
                <a:gd name="connsiteX85" fmla="*/ 194188 w 412996"/>
                <a:gd name="connsiteY85" fmla="*/ 261325 h 515643"/>
                <a:gd name="connsiteX86" fmla="*/ 181022 w 412996"/>
                <a:gd name="connsiteY86" fmla="*/ 252159 h 515643"/>
                <a:gd name="connsiteX87" fmla="*/ 164940 w 412996"/>
                <a:gd name="connsiteY87" fmla="*/ 268241 h 515643"/>
                <a:gd name="connsiteX88" fmla="*/ 126944 w 412996"/>
                <a:gd name="connsiteY88" fmla="*/ 282573 h 515643"/>
                <a:gd name="connsiteX89" fmla="*/ 102112 w 412996"/>
                <a:gd name="connsiteY89" fmla="*/ 258659 h 515643"/>
                <a:gd name="connsiteX90" fmla="*/ 85864 w 412996"/>
                <a:gd name="connsiteY90" fmla="*/ 253993 h 515643"/>
                <a:gd name="connsiteX91" fmla="*/ 42618 w 412996"/>
                <a:gd name="connsiteY91" fmla="*/ 252576 h 515643"/>
                <a:gd name="connsiteX92" fmla="*/ 24953 w 412996"/>
                <a:gd name="connsiteY92" fmla="*/ 182166 h 515643"/>
                <a:gd name="connsiteX93" fmla="*/ 47951 w 412996"/>
                <a:gd name="connsiteY93" fmla="*/ 158751 h 515643"/>
                <a:gd name="connsiteX94" fmla="*/ 57617 w 412996"/>
                <a:gd name="connsiteY94" fmla="*/ 147335 h 515643"/>
                <a:gd name="connsiteX95" fmla="*/ 54950 w 412996"/>
                <a:gd name="connsiteY95" fmla="*/ 139420 h 515643"/>
                <a:gd name="connsiteX96" fmla="*/ 52617 w 412996"/>
                <a:gd name="connsiteY96" fmla="*/ 119672 h 515643"/>
                <a:gd name="connsiteX97" fmla="*/ 72532 w 412996"/>
                <a:gd name="connsiteY97" fmla="*/ 83675 h 515643"/>
                <a:gd name="connsiteX98" fmla="*/ 107529 w 412996"/>
                <a:gd name="connsiteY98" fmla="*/ 69259 h 515643"/>
                <a:gd name="connsiteX99" fmla="*/ 135943 w 412996"/>
                <a:gd name="connsiteY99" fmla="*/ 62843 h 515643"/>
                <a:gd name="connsiteX100" fmla="*/ 147192 w 412996"/>
                <a:gd name="connsiteY100" fmla="*/ 40178 h 515643"/>
                <a:gd name="connsiteX101" fmla="*/ 181939 w 412996"/>
                <a:gd name="connsiteY101" fmla="*/ 12181 h 515643"/>
                <a:gd name="connsiteX102" fmla="*/ 268181 w 412996"/>
                <a:gd name="connsiteY102" fmla="*/ 36929 h 515643"/>
                <a:gd name="connsiteX103" fmla="*/ 268181 w 412996"/>
                <a:gd name="connsiteY103" fmla="*/ 37179 h 515643"/>
                <a:gd name="connsiteX104" fmla="*/ 279513 w 412996"/>
                <a:gd name="connsiteY104" fmla="*/ 37179 h 515643"/>
                <a:gd name="connsiteX105" fmla="*/ 312844 w 412996"/>
                <a:gd name="connsiteY105" fmla="*/ 24097 h 515643"/>
                <a:gd name="connsiteX106" fmla="*/ 333342 w 412996"/>
                <a:gd name="connsiteY106" fmla="*/ 44928 h 515643"/>
                <a:gd name="connsiteX107" fmla="*/ 334175 w 412996"/>
                <a:gd name="connsiteY107" fmla="*/ 72009 h 515643"/>
                <a:gd name="connsiteX108" fmla="*/ 330842 w 412996"/>
                <a:gd name="connsiteY108" fmla="*/ 90341 h 515643"/>
                <a:gd name="connsiteX109" fmla="*/ 339758 w 412996"/>
                <a:gd name="connsiteY109" fmla="*/ 95424 h 515643"/>
                <a:gd name="connsiteX110" fmla="*/ 365756 w 412996"/>
                <a:gd name="connsiteY110" fmla="*/ 91924 h 515643"/>
                <a:gd name="connsiteX111" fmla="*/ 389504 w 412996"/>
                <a:gd name="connsiteY111" fmla="*/ 114672 h 515643"/>
                <a:gd name="connsiteX112" fmla="*/ 378754 w 412996"/>
                <a:gd name="connsiteY112" fmla="*/ 168500 h 515643"/>
                <a:gd name="connsiteX113" fmla="*/ 379005 w 412996"/>
                <a:gd name="connsiteY113" fmla="*/ 196748 h 515643"/>
                <a:gd name="connsiteX114" fmla="*/ 394836 w 412996"/>
                <a:gd name="connsiteY114" fmla="*/ 218579 h 515643"/>
                <a:gd name="connsiteX115" fmla="*/ 394503 w 412996"/>
                <a:gd name="connsiteY115" fmla="*/ 254576 h 515643"/>
                <a:gd name="connsiteX116" fmla="*/ 394503 w 412996"/>
                <a:gd name="connsiteY116" fmla="*/ 254576 h 515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Lst>
              <a:rect l="l" t="t" r="r" b="b"/>
              <a:pathLst>
                <a:path w="412996" h="515643">
                  <a:moveTo>
                    <a:pt x="405252" y="202997"/>
                  </a:moveTo>
                  <a:cubicBezTo>
                    <a:pt x="397836" y="190332"/>
                    <a:pt x="388087" y="189332"/>
                    <a:pt x="394503" y="172083"/>
                  </a:cubicBezTo>
                  <a:cubicBezTo>
                    <a:pt x="398419" y="161751"/>
                    <a:pt x="402585" y="153335"/>
                    <a:pt x="404002" y="142086"/>
                  </a:cubicBezTo>
                  <a:cubicBezTo>
                    <a:pt x="406585" y="122088"/>
                    <a:pt x="405835" y="103673"/>
                    <a:pt x="391086" y="88674"/>
                  </a:cubicBezTo>
                  <a:cubicBezTo>
                    <a:pt x="377671" y="75009"/>
                    <a:pt x="362006" y="76759"/>
                    <a:pt x="345341" y="79592"/>
                  </a:cubicBezTo>
                  <a:cubicBezTo>
                    <a:pt x="346674" y="74509"/>
                    <a:pt x="349090" y="68759"/>
                    <a:pt x="349257" y="64093"/>
                  </a:cubicBezTo>
                  <a:cubicBezTo>
                    <a:pt x="349423" y="58427"/>
                    <a:pt x="348757" y="52511"/>
                    <a:pt x="347674" y="46928"/>
                  </a:cubicBezTo>
                  <a:cubicBezTo>
                    <a:pt x="345174" y="34346"/>
                    <a:pt x="339091" y="22430"/>
                    <a:pt x="327509" y="16014"/>
                  </a:cubicBezTo>
                  <a:cubicBezTo>
                    <a:pt x="309427" y="6015"/>
                    <a:pt x="277264" y="8431"/>
                    <a:pt x="269598" y="29930"/>
                  </a:cubicBezTo>
                  <a:cubicBezTo>
                    <a:pt x="244850" y="14181"/>
                    <a:pt x="218769" y="-3234"/>
                    <a:pt x="188105" y="515"/>
                  </a:cubicBezTo>
                  <a:cubicBezTo>
                    <a:pt x="175356" y="2015"/>
                    <a:pt x="162774" y="5515"/>
                    <a:pt x="151942" y="12681"/>
                  </a:cubicBezTo>
                  <a:cubicBezTo>
                    <a:pt x="140359" y="20347"/>
                    <a:pt x="136276" y="27846"/>
                    <a:pt x="131194" y="40095"/>
                  </a:cubicBezTo>
                  <a:cubicBezTo>
                    <a:pt x="126361" y="51928"/>
                    <a:pt x="116612" y="51344"/>
                    <a:pt x="105195" y="52511"/>
                  </a:cubicBezTo>
                  <a:cubicBezTo>
                    <a:pt x="98280" y="53177"/>
                    <a:pt x="91697" y="53761"/>
                    <a:pt x="85114" y="56344"/>
                  </a:cubicBezTo>
                  <a:cubicBezTo>
                    <a:pt x="72782" y="61177"/>
                    <a:pt x="61367" y="70176"/>
                    <a:pt x="52867" y="80175"/>
                  </a:cubicBezTo>
                  <a:cubicBezTo>
                    <a:pt x="36452" y="99590"/>
                    <a:pt x="33369" y="122921"/>
                    <a:pt x="41535" y="145836"/>
                  </a:cubicBezTo>
                  <a:cubicBezTo>
                    <a:pt x="37869" y="149085"/>
                    <a:pt x="31619" y="151835"/>
                    <a:pt x="28453" y="154585"/>
                  </a:cubicBezTo>
                  <a:cubicBezTo>
                    <a:pt x="23203" y="159085"/>
                    <a:pt x="18370" y="164167"/>
                    <a:pt x="14287" y="169750"/>
                  </a:cubicBezTo>
                  <a:cubicBezTo>
                    <a:pt x="5704" y="181332"/>
                    <a:pt x="538" y="195414"/>
                    <a:pt x="38" y="209913"/>
                  </a:cubicBezTo>
                  <a:cubicBezTo>
                    <a:pt x="-1045" y="239994"/>
                    <a:pt x="20953" y="266992"/>
                    <a:pt x="50451" y="272241"/>
                  </a:cubicBezTo>
                  <a:cubicBezTo>
                    <a:pt x="57700" y="273574"/>
                    <a:pt x="65533" y="273991"/>
                    <a:pt x="72866" y="273574"/>
                  </a:cubicBezTo>
                  <a:cubicBezTo>
                    <a:pt x="77365" y="273324"/>
                    <a:pt x="87530" y="269158"/>
                    <a:pt x="91197" y="270575"/>
                  </a:cubicBezTo>
                  <a:cubicBezTo>
                    <a:pt x="94697" y="271908"/>
                    <a:pt x="100029" y="283823"/>
                    <a:pt x="103363" y="286989"/>
                  </a:cubicBezTo>
                  <a:cubicBezTo>
                    <a:pt x="105862" y="289406"/>
                    <a:pt x="108696" y="291323"/>
                    <a:pt x="111695" y="292989"/>
                  </a:cubicBezTo>
                  <a:cubicBezTo>
                    <a:pt x="112362" y="327319"/>
                    <a:pt x="114778" y="361316"/>
                    <a:pt x="112028" y="395730"/>
                  </a:cubicBezTo>
                  <a:cubicBezTo>
                    <a:pt x="110279" y="417561"/>
                    <a:pt x="108529" y="439393"/>
                    <a:pt x="105862" y="461057"/>
                  </a:cubicBezTo>
                  <a:cubicBezTo>
                    <a:pt x="104696" y="470390"/>
                    <a:pt x="103196" y="479306"/>
                    <a:pt x="100779" y="488388"/>
                  </a:cubicBezTo>
                  <a:cubicBezTo>
                    <a:pt x="99446" y="493555"/>
                    <a:pt x="98780" y="495721"/>
                    <a:pt x="101279" y="500720"/>
                  </a:cubicBezTo>
                  <a:cubicBezTo>
                    <a:pt x="102363" y="502887"/>
                    <a:pt x="105279" y="504636"/>
                    <a:pt x="107779" y="504470"/>
                  </a:cubicBezTo>
                  <a:cubicBezTo>
                    <a:pt x="123777" y="503053"/>
                    <a:pt x="139359" y="504053"/>
                    <a:pt x="155274" y="506553"/>
                  </a:cubicBezTo>
                  <a:cubicBezTo>
                    <a:pt x="169273" y="508803"/>
                    <a:pt x="183689" y="515302"/>
                    <a:pt x="197937" y="515636"/>
                  </a:cubicBezTo>
                  <a:cubicBezTo>
                    <a:pt x="224102" y="516219"/>
                    <a:pt x="225018" y="485555"/>
                    <a:pt x="228268" y="466390"/>
                  </a:cubicBezTo>
                  <a:cubicBezTo>
                    <a:pt x="233517" y="435393"/>
                    <a:pt x="235434" y="403896"/>
                    <a:pt x="241517" y="372982"/>
                  </a:cubicBezTo>
                  <a:cubicBezTo>
                    <a:pt x="245266" y="353734"/>
                    <a:pt x="250099" y="332652"/>
                    <a:pt x="256932" y="313237"/>
                  </a:cubicBezTo>
                  <a:cubicBezTo>
                    <a:pt x="257432" y="314821"/>
                    <a:pt x="258015" y="316487"/>
                    <a:pt x="258765" y="318070"/>
                  </a:cubicBezTo>
                  <a:cubicBezTo>
                    <a:pt x="262598" y="325903"/>
                    <a:pt x="268264" y="332735"/>
                    <a:pt x="275097" y="338068"/>
                  </a:cubicBezTo>
                  <a:cubicBezTo>
                    <a:pt x="290013" y="349651"/>
                    <a:pt x="310761" y="357067"/>
                    <a:pt x="329592" y="354984"/>
                  </a:cubicBezTo>
                  <a:cubicBezTo>
                    <a:pt x="351174" y="352567"/>
                    <a:pt x="364423" y="343651"/>
                    <a:pt x="372588" y="323986"/>
                  </a:cubicBezTo>
                  <a:cubicBezTo>
                    <a:pt x="376588" y="314404"/>
                    <a:pt x="384420" y="307321"/>
                    <a:pt x="389837" y="298405"/>
                  </a:cubicBezTo>
                  <a:cubicBezTo>
                    <a:pt x="395670" y="288656"/>
                    <a:pt x="401086" y="278407"/>
                    <a:pt x="405419" y="267991"/>
                  </a:cubicBezTo>
                  <a:cubicBezTo>
                    <a:pt x="414001" y="247326"/>
                    <a:pt x="417001" y="223162"/>
                    <a:pt x="405252" y="202997"/>
                  </a:cubicBezTo>
                  <a:lnTo>
                    <a:pt x="405252" y="202997"/>
                  </a:lnTo>
                  <a:close/>
                  <a:moveTo>
                    <a:pt x="234351" y="340902"/>
                  </a:moveTo>
                  <a:cubicBezTo>
                    <a:pt x="226601" y="369482"/>
                    <a:pt x="223352" y="398479"/>
                    <a:pt x="219352" y="427727"/>
                  </a:cubicBezTo>
                  <a:cubicBezTo>
                    <a:pt x="217436" y="441976"/>
                    <a:pt x="215686" y="456308"/>
                    <a:pt x="213019" y="470473"/>
                  </a:cubicBezTo>
                  <a:cubicBezTo>
                    <a:pt x="211853" y="476472"/>
                    <a:pt x="211353" y="483555"/>
                    <a:pt x="209186" y="489221"/>
                  </a:cubicBezTo>
                  <a:cubicBezTo>
                    <a:pt x="205186" y="499887"/>
                    <a:pt x="198187" y="501553"/>
                    <a:pt x="187355" y="499054"/>
                  </a:cubicBezTo>
                  <a:cubicBezTo>
                    <a:pt x="163774" y="493555"/>
                    <a:pt x="140359" y="488555"/>
                    <a:pt x="116195" y="488971"/>
                  </a:cubicBezTo>
                  <a:cubicBezTo>
                    <a:pt x="117445" y="485305"/>
                    <a:pt x="118028" y="481305"/>
                    <a:pt x="118611" y="477473"/>
                  </a:cubicBezTo>
                  <a:cubicBezTo>
                    <a:pt x="120195" y="468057"/>
                    <a:pt x="121028" y="458474"/>
                    <a:pt x="121778" y="448975"/>
                  </a:cubicBezTo>
                  <a:cubicBezTo>
                    <a:pt x="123278" y="428227"/>
                    <a:pt x="124277" y="407479"/>
                    <a:pt x="125361" y="386814"/>
                  </a:cubicBezTo>
                  <a:cubicBezTo>
                    <a:pt x="126944" y="356317"/>
                    <a:pt x="123527" y="326236"/>
                    <a:pt x="119111" y="296239"/>
                  </a:cubicBezTo>
                  <a:cubicBezTo>
                    <a:pt x="136026" y="302571"/>
                    <a:pt x="151442" y="297655"/>
                    <a:pt x="164107" y="287906"/>
                  </a:cubicBezTo>
                  <a:cubicBezTo>
                    <a:pt x="163107" y="293573"/>
                    <a:pt x="162607" y="299239"/>
                    <a:pt x="161857" y="304905"/>
                  </a:cubicBezTo>
                  <a:cubicBezTo>
                    <a:pt x="159691" y="320570"/>
                    <a:pt x="157108" y="336235"/>
                    <a:pt x="155025" y="351901"/>
                  </a:cubicBezTo>
                  <a:cubicBezTo>
                    <a:pt x="152525" y="370732"/>
                    <a:pt x="157524" y="389397"/>
                    <a:pt x="179356" y="391897"/>
                  </a:cubicBezTo>
                  <a:cubicBezTo>
                    <a:pt x="187355" y="392813"/>
                    <a:pt x="198604" y="391897"/>
                    <a:pt x="205270" y="386980"/>
                  </a:cubicBezTo>
                  <a:cubicBezTo>
                    <a:pt x="212853" y="381398"/>
                    <a:pt x="212686" y="372315"/>
                    <a:pt x="213686" y="363733"/>
                  </a:cubicBezTo>
                  <a:cubicBezTo>
                    <a:pt x="215269" y="350901"/>
                    <a:pt x="216436" y="338235"/>
                    <a:pt x="217352" y="325320"/>
                  </a:cubicBezTo>
                  <a:cubicBezTo>
                    <a:pt x="217936" y="316987"/>
                    <a:pt x="219186" y="308738"/>
                    <a:pt x="220769" y="300488"/>
                  </a:cubicBezTo>
                  <a:cubicBezTo>
                    <a:pt x="221019" y="299239"/>
                    <a:pt x="221102" y="296156"/>
                    <a:pt x="221352" y="293489"/>
                  </a:cubicBezTo>
                  <a:cubicBezTo>
                    <a:pt x="226768" y="294906"/>
                    <a:pt x="232351" y="295905"/>
                    <a:pt x="237934" y="295989"/>
                  </a:cubicBezTo>
                  <a:cubicBezTo>
                    <a:pt x="243433" y="296072"/>
                    <a:pt x="248350" y="293906"/>
                    <a:pt x="253349" y="292739"/>
                  </a:cubicBezTo>
                  <a:cubicBezTo>
                    <a:pt x="242683" y="305072"/>
                    <a:pt x="238184" y="326736"/>
                    <a:pt x="234351" y="340902"/>
                  </a:cubicBezTo>
                  <a:lnTo>
                    <a:pt x="234351" y="340902"/>
                  </a:lnTo>
                  <a:close/>
                  <a:moveTo>
                    <a:pt x="166190" y="353400"/>
                  </a:moveTo>
                  <a:cubicBezTo>
                    <a:pt x="166773" y="343985"/>
                    <a:pt x="168607" y="334736"/>
                    <a:pt x="169773" y="325403"/>
                  </a:cubicBezTo>
                  <a:cubicBezTo>
                    <a:pt x="171440" y="311738"/>
                    <a:pt x="173523" y="295322"/>
                    <a:pt x="171856" y="280990"/>
                  </a:cubicBezTo>
                  <a:cubicBezTo>
                    <a:pt x="176022" y="276824"/>
                    <a:pt x="179856" y="272158"/>
                    <a:pt x="183189" y="267325"/>
                  </a:cubicBezTo>
                  <a:cubicBezTo>
                    <a:pt x="186938" y="271658"/>
                    <a:pt x="194438" y="281407"/>
                    <a:pt x="196271" y="282740"/>
                  </a:cubicBezTo>
                  <a:cubicBezTo>
                    <a:pt x="200271" y="285740"/>
                    <a:pt x="204687" y="287906"/>
                    <a:pt x="209270" y="289656"/>
                  </a:cubicBezTo>
                  <a:cubicBezTo>
                    <a:pt x="206353" y="299905"/>
                    <a:pt x="206103" y="312737"/>
                    <a:pt x="205353" y="322570"/>
                  </a:cubicBezTo>
                  <a:cubicBezTo>
                    <a:pt x="204687" y="331402"/>
                    <a:pt x="204020" y="340068"/>
                    <a:pt x="202937" y="348818"/>
                  </a:cubicBezTo>
                  <a:cubicBezTo>
                    <a:pt x="201854" y="357900"/>
                    <a:pt x="203437" y="373732"/>
                    <a:pt x="193188" y="378648"/>
                  </a:cubicBezTo>
                  <a:cubicBezTo>
                    <a:pt x="184855" y="382648"/>
                    <a:pt x="172606" y="378398"/>
                    <a:pt x="168357" y="371065"/>
                  </a:cubicBezTo>
                  <a:cubicBezTo>
                    <a:pt x="164857" y="365316"/>
                    <a:pt x="165690" y="359816"/>
                    <a:pt x="166190" y="353400"/>
                  </a:cubicBezTo>
                  <a:lnTo>
                    <a:pt x="166190" y="353400"/>
                  </a:lnTo>
                  <a:close/>
                  <a:moveTo>
                    <a:pt x="394503" y="254576"/>
                  </a:moveTo>
                  <a:cubicBezTo>
                    <a:pt x="389670" y="271324"/>
                    <a:pt x="381171" y="290572"/>
                    <a:pt x="369838" y="303988"/>
                  </a:cubicBezTo>
                  <a:cubicBezTo>
                    <a:pt x="359756" y="315987"/>
                    <a:pt x="355340" y="331069"/>
                    <a:pt x="339091" y="336069"/>
                  </a:cubicBezTo>
                  <a:cubicBezTo>
                    <a:pt x="321426" y="341485"/>
                    <a:pt x="304011" y="337819"/>
                    <a:pt x="288429" y="328319"/>
                  </a:cubicBezTo>
                  <a:cubicBezTo>
                    <a:pt x="280430" y="323403"/>
                    <a:pt x="273514" y="316987"/>
                    <a:pt x="269681" y="308237"/>
                  </a:cubicBezTo>
                  <a:cubicBezTo>
                    <a:pt x="266264" y="300405"/>
                    <a:pt x="267348" y="291823"/>
                    <a:pt x="264765" y="283823"/>
                  </a:cubicBezTo>
                  <a:cubicBezTo>
                    <a:pt x="263932" y="281240"/>
                    <a:pt x="261431" y="278907"/>
                    <a:pt x="258515" y="279073"/>
                  </a:cubicBezTo>
                  <a:cubicBezTo>
                    <a:pt x="248183" y="279574"/>
                    <a:pt x="240683" y="284323"/>
                    <a:pt x="229518" y="282323"/>
                  </a:cubicBezTo>
                  <a:cubicBezTo>
                    <a:pt x="214602" y="279574"/>
                    <a:pt x="203187" y="273491"/>
                    <a:pt x="194188" y="261325"/>
                  </a:cubicBezTo>
                  <a:cubicBezTo>
                    <a:pt x="190771" y="256742"/>
                    <a:pt x="187605" y="251159"/>
                    <a:pt x="181022" y="252159"/>
                  </a:cubicBezTo>
                  <a:cubicBezTo>
                    <a:pt x="173439" y="253326"/>
                    <a:pt x="170107" y="263409"/>
                    <a:pt x="164940" y="268241"/>
                  </a:cubicBezTo>
                  <a:cubicBezTo>
                    <a:pt x="154774" y="277740"/>
                    <a:pt x="141359" y="286573"/>
                    <a:pt x="126944" y="282573"/>
                  </a:cubicBezTo>
                  <a:cubicBezTo>
                    <a:pt x="113528" y="278907"/>
                    <a:pt x="110279" y="267991"/>
                    <a:pt x="102112" y="258659"/>
                  </a:cubicBezTo>
                  <a:cubicBezTo>
                    <a:pt x="97197" y="253076"/>
                    <a:pt x="92863" y="252993"/>
                    <a:pt x="85864" y="253993"/>
                  </a:cubicBezTo>
                  <a:cubicBezTo>
                    <a:pt x="70782" y="256242"/>
                    <a:pt x="57533" y="259325"/>
                    <a:pt x="42618" y="252576"/>
                  </a:cubicBezTo>
                  <a:cubicBezTo>
                    <a:pt x="15287" y="240160"/>
                    <a:pt x="10788" y="206080"/>
                    <a:pt x="24953" y="182166"/>
                  </a:cubicBezTo>
                  <a:cubicBezTo>
                    <a:pt x="30619" y="172583"/>
                    <a:pt x="38952" y="165084"/>
                    <a:pt x="47951" y="158751"/>
                  </a:cubicBezTo>
                  <a:cubicBezTo>
                    <a:pt x="52117" y="155835"/>
                    <a:pt x="57450" y="153168"/>
                    <a:pt x="57617" y="147335"/>
                  </a:cubicBezTo>
                  <a:cubicBezTo>
                    <a:pt x="57700" y="144586"/>
                    <a:pt x="55783" y="142003"/>
                    <a:pt x="54950" y="139420"/>
                  </a:cubicBezTo>
                  <a:cubicBezTo>
                    <a:pt x="53034" y="133170"/>
                    <a:pt x="52200" y="126171"/>
                    <a:pt x="52617" y="119672"/>
                  </a:cubicBezTo>
                  <a:cubicBezTo>
                    <a:pt x="53534" y="105339"/>
                    <a:pt x="61949" y="92840"/>
                    <a:pt x="72532" y="83675"/>
                  </a:cubicBezTo>
                  <a:cubicBezTo>
                    <a:pt x="83198" y="74425"/>
                    <a:pt x="93614" y="70509"/>
                    <a:pt x="107529" y="69259"/>
                  </a:cubicBezTo>
                  <a:cubicBezTo>
                    <a:pt x="116861" y="68426"/>
                    <a:pt x="127860" y="67843"/>
                    <a:pt x="135943" y="62843"/>
                  </a:cubicBezTo>
                  <a:cubicBezTo>
                    <a:pt x="144859" y="57344"/>
                    <a:pt x="144609" y="49345"/>
                    <a:pt x="147192" y="40178"/>
                  </a:cubicBezTo>
                  <a:cubicBezTo>
                    <a:pt x="151608" y="24680"/>
                    <a:pt x="167273" y="15847"/>
                    <a:pt x="181939" y="12181"/>
                  </a:cubicBezTo>
                  <a:cubicBezTo>
                    <a:pt x="214353" y="4265"/>
                    <a:pt x="241517" y="20597"/>
                    <a:pt x="268181" y="36929"/>
                  </a:cubicBezTo>
                  <a:cubicBezTo>
                    <a:pt x="268181" y="37012"/>
                    <a:pt x="268181" y="37095"/>
                    <a:pt x="268181" y="37179"/>
                  </a:cubicBezTo>
                  <a:cubicBezTo>
                    <a:pt x="267515" y="44512"/>
                    <a:pt x="278680" y="44345"/>
                    <a:pt x="279513" y="37179"/>
                  </a:cubicBezTo>
                  <a:cubicBezTo>
                    <a:pt x="281097" y="23430"/>
                    <a:pt x="302845" y="21180"/>
                    <a:pt x="312844" y="24097"/>
                  </a:cubicBezTo>
                  <a:cubicBezTo>
                    <a:pt x="323843" y="27180"/>
                    <a:pt x="330259" y="34012"/>
                    <a:pt x="333342" y="44928"/>
                  </a:cubicBezTo>
                  <a:cubicBezTo>
                    <a:pt x="335758" y="53677"/>
                    <a:pt x="336175" y="63176"/>
                    <a:pt x="334175" y="72009"/>
                  </a:cubicBezTo>
                  <a:cubicBezTo>
                    <a:pt x="332675" y="78675"/>
                    <a:pt x="329759" y="83508"/>
                    <a:pt x="330842" y="90341"/>
                  </a:cubicBezTo>
                  <a:cubicBezTo>
                    <a:pt x="331509" y="94507"/>
                    <a:pt x="336258" y="95923"/>
                    <a:pt x="339758" y="95424"/>
                  </a:cubicBezTo>
                  <a:cubicBezTo>
                    <a:pt x="347841" y="94174"/>
                    <a:pt x="357590" y="90757"/>
                    <a:pt x="365756" y="91924"/>
                  </a:cubicBezTo>
                  <a:cubicBezTo>
                    <a:pt x="377088" y="93507"/>
                    <a:pt x="387087" y="103589"/>
                    <a:pt x="389504" y="114672"/>
                  </a:cubicBezTo>
                  <a:cubicBezTo>
                    <a:pt x="393503" y="132670"/>
                    <a:pt x="387421" y="153085"/>
                    <a:pt x="378754" y="168500"/>
                  </a:cubicBezTo>
                  <a:cubicBezTo>
                    <a:pt x="373088" y="178583"/>
                    <a:pt x="371338" y="187249"/>
                    <a:pt x="379005" y="196748"/>
                  </a:cubicBezTo>
                  <a:cubicBezTo>
                    <a:pt x="385004" y="204164"/>
                    <a:pt x="391837" y="208997"/>
                    <a:pt x="394836" y="218579"/>
                  </a:cubicBezTo>
                  <a:cubicBezTo>
                    <a:pt x="398419" y="230161"/>
                    <a:pt x="397919" y="242743"/>
                    <a:pt x="394503" y="254576"/>
                  </a:cubicBezTo>
                  <a:lnTo>
                    <a:pt x="394503" y="254576"/>
                  </a:lnTo>
                  <a:close/>
                </a:path>
              </a:pathLst>
            </a:custGeom>
            <a:grpFill/>
            <a:ln w="8332" cap="flat">
              <a:noFill/>
              <a:prstDash val="solid"/>
              <a:miter/>
            </a:ln>
          </p:spPr>
          <p:txBody>
            <a:bodyPr rtlCol="0" anchor="ctr"/>
            <a:lstStyle/>
            <a:p>
              <a:endParaRPr lang="en-US"/>
            </a:p>
          </p:txBody>
        </p:sp>
        <p:sp>
          <p:nvSpPr>
            <p:cNvPr id="2309" name="Freeform: Shape 2308"/>
            <p:cNvSpPr/>
            <p:nvPr/>
          </p:nvSpPr>
          <p:spPr>
            <a:xfrm>
              <a:off x="3735248" y="4929458"/>
              <a:ext cx="102628" cy="165944"/>
            </a:xfrm>
            <a:custGeom>
              <a:avLst/>
              <a:gdLst>
                <a:gd name="connsiteX0" fmla="*/ 94595 w 102628"/>
                <a:gd name="connsiteY0" fmla="*/ 149677 h 165944"/>
                <a:gd name="connsiteX1" fmla="*/ 67097 w 102628"/>
                <a:gd name="connsiteY1" fmla="*/ 144762 h 165944"/>
                <a:gd name="connsiteX2" fmla="*/ 69180 w 102628"/>
                <a:gd name="connsiteY2" fmla="*/ 120597 h 165944"/>
                <a:gd name="connsiteX3" fmla="*/ 61598 w 102628"/>
                <a:gd name="connsiteY3" fmla="*/ 114847 h 165944"/>
                <a:gd name="connsiteX4" fmla="*/ 21684 w 102628"/>
                <a:gd name="connsiteY4" fmla="*/ 96349 h 165944"/>
                <a:gd name="connsiteX5" fmla="*/ 37266 w 102628"/>
                <a:gd name="connsiteY5" fmla="*/ 68352 h 165944"/>
                <a:gd name="connsiteX6" fmla="*/ 24351 w 102628"/>
                <a:gd name="connsiteY6" fmla="*/ 58519 h 165944"/>
                <a:gd name="connsiteX7" fmla="*/ 27017 w 102628"/>
                <a:gd name="connsiteY7" fmla="*/ 20940 h 165944"/>
                <a:gd name="connsiteX8" fmla="*/ 87929 w 102628"/>
                <a:gd name="connsiteY8" fmla="*/ 11440 h 165944"/>
                <a:gd name="connsiteX9" fmla="*/ 89595 w 102628"/>
                <a:gd name="connsiteY9" fmla="*/ 8524 h 165944"/>
                <a:gd name="connsiteX10" fmla="*/ 14602 w 102628"/>
                <a:gd name="connsiteY10" fmla="*/ 18856 h 165944"/>
                <a:gd name="connsiteX11" fmla="*/ 6103 w 102628"/>
                <a:gd name="connsiteY11" fmla="*/ 50186 h 165944"/>
                <a:gd name="connsiteX12" fmla="*/ 13102 w 102628"/>
                <a:gd name="connsiteY12" fmla="*/ 63852 h 165944"/>
                <a:gd name="connsiteX13" fmla="*/ 23934 w 102628"/>
                <a:gd name="connsiteY13" fmla="*/ 73101 h 165944"/>
                <a:gd name="connsiteX14" fmla="*/ 4436 w 102628"/>
                <a:gd name="connsiteY14" fmla="*/ 123180 h 165944"/>
                <a:gd name="connsiteX15" fmla="*/ 56348 w 102628"/>
                <a:gd name="connsiteY15" fmla="*/ 130846 h 165944"/>
                <a:gd name="connsiteX16" fmla="*/ 60431 w 102628"/>
                <a:gd name="connsiteY16" fmla="*/ 158510 h 165944"/>
                <a:gd name="connsiteX17" fmla="*/ 98177 w 102628"/>
                <a:gd name="connsiteY17" fmla="*/ 162510 h 165944"/>
                <a:gd name="connsiteX18" fmla="*/ 94595 w 102628"/>
                <a:gd name="connsiteY18" fmla="*/ 149677 h 165944"/>
                <a:gd name="connsiteX19" fmla="*/ 94595 w 102628"/>
                <a:gd name="connsiteY19" fmla="*/ 149677 h 16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2628" h="165944">
                  <a:moveTo>
                    <a:pt x="94595" y="149677"/>
                  </a:moveTo>
                  <a:cubicBezTo>
                    <a:pt x="86678" y="152594"/>
                    <a:pt x="71763" y="155261"/>
                    <a:pt x="67097" y="144762"/>
                  </a:cubicBezTo>
                  <a:cubicBezTo>
                    <a:pt x="64181" y="138262"/>
                    <a:pt x="69180" y="127596"/>
                    <a:pt x="69180" y="120597"/>
                  </a:cubicBezTo>
                  <a:cubicBezTo>
                    <a:pt x="69180" y="117097"/>
                    <a:pt x="65264" y="113348"/>
                    <a:pt x="61598" y="114847"/>
                  </a:cubicBezTo>
                  <a:cubicBezTo>
                    <a:pt x="46182" y="121097"/>
                    <a:pt x="1853" y="124180"/>
                    <a:pt x="21684" y="96349"/>
                  </a:cubicBezTo>
                  <a:cubicBezTo>
                    <a:pt x="26684" y="89350"/>
                    <a:pt x="44682" y="79101"/>
                    <a:pt x="37266" y="68352"/>
                  </a:cubicBezTo>
                  <a:cubicBezTo>
                    <a:pt x="34267" y="64019"/>
                    <a:pt x="28017" y="62269"/>
                    <a:pt x="24351" y="58519"/>
                  </a:cubicBezTo>
                  <a:cubicBezTo>
                    <a:pt x="12852" y="46687"/>
                    <a:pt x="13352" y="31105"/>
                    <a:pt x="27017" y="20940"/>
                  </a:cubicBezTo>
                  <a:cubicBezTo>
                    <a:pt x="43349" y="8690"/>
                    <a:pt x="68847" y="25"/>
                    <a:pt x="87929" y="11440"/>
                  </a:cubicBezTo>
                  <a:cubicBezTo>
                    <a:pt x="89845" y="12607"/>
                    <a:pt x="91262" y="9857"/>
                    <a:pt x="89595" y="8524"/>
                  </a:cubicBezTo>
                  <a:cubicBezTo>
                    <a:pt x="68264" y="-7558"/>
                    <a:pt x="32350" y="941"/>
                    <a:pt x="14602" y="18856"/>
                  </a:cubicBezTo>
                  <a:cubicBezTo>
                    <a:pt x="6436" y="27106"/>
                    <a:pt x="2936" y="38938"/>
                    <a:pt x="6103" y="50186"/>
                  </a:cubicBezTo>
                  <a:cubicBezTo>
                    <a:pt x="7519" y="55103"/>
                    <a:pt x="10019" y="59769"/>
                    <a:pt x="13102" y="63852"/>
                  </a:cubicBezTo>
                  <a:cubicBezTo>
                    <a:pt x="14769" y="66102"/>
                    <a:pt x="20601" y="70018"/>
                    <a:pt x="23934" y="73101"/>
                  </a:cubicBezTo>
                  <a:cubicBezTo>
                    <a:pt x="9769" y="85434"/>
                    <a:pt x="-8563" y="104598"/>
                    <a:pt x="4436" y="123180"/>
                  </a:cubicBezTo>
                  <a:cubicBezTo>
                    <a:pt x="15352" y="138845"/>
                    <a:pt x="39100" y="137762"/>
                    <a:pt x="56348" y="130846"/>
                  </a:cubicBezTo>
                  <a:cubicBezTo>
                    <a:pt x="54682" y="140679"/>
                    <a:pt x="52015" y="150594"/>
                    <a:pt x="60431" y="158510"/>
                  </a:cubicBezTo>
                  <a:cubicBezTo>
                    <a:pt x="70597" y="168176"/>
                    <a:pt x="86179" y="167176"/>
                    <a:pt x="98177" y="162510"/>
                  </a:cubicBezTo>
                  <a:cubicBezTo>
                    <a:pt x="106010" y="159510"/>
                    <a:pt x="102677" y="146678"/>
                    <a:pt x="94595" y="149677"/>
                  </a:cubicBezTo>
                  <a:lnTo>
                    <a:pt x="94595" y="149677"/>
                  </a:lnTo>
                  <a:close/>
                </a:path>
              </a:pathLst>
            </a:custGeom>
            <a:grpFill/>
            <a:ln w="8332" cap="flat">
              <a:noFill/>
              <a:prstDash val="solid"/>
              <a:miter/>
            </a:ln>
          </p:spPr>
          <p:txBody>
            <a:bodyPr rtlCol="0" anchor="ctr"/>
            <a:lstStyle/>
            <a:p>
              <a:endParaRPr lang="en-US"/>
            </a:p>
          </p:txBody>
        </p:sp>
        <p:sp>
          <p:nvSpPr>
            <p:cNvPr id="2310" name="Freeform: Shape 2309"/>
            <p:cNvSpPr/>
            <p:nvPr/>
          </p:nvSpPr>
          <p:spPr>
            <a:xfrm>
              <a:off x="3835542" y="5006930"/>
              <a:ext cx="107368" cy="87544"/>
            </a:xfrm>
            <a:custGeom>
              <a:avLst/>
              <a:gdLst>
                <a:gd name="connsiteX0" fmla="*/ 91959 w 107368"/>
                <a:gd name="connsiteY0" fmla="*/ 53791 h 87544"/>
                <a:gd name="connsiteX1" fmla="*/ 56045 w 107368"/>
                <a:gd name="connsiteY1" fmla="*/ 58457 h 87544"/>
                <a:gd name="connsiteX2" fmla="*/ 53212 w 107368"/>
                <a:gd name="connsiteY2" fmla="*/ 39959 h 87544"/>
                <a:gd name="connsiteX3" fmla="*/ 45879 w 107368"/>
                <a:gd name="connsiteY3" fmla="*/ 38042 h 87544"/>
                <a:gd name="connsiteX4" fmla="*/ 15465 w 107368"/>
                <a:gd name="connsiteY4" fmla="*/ 42125 h 87544"/>
                <a:gd name="connsiteX5" fmla="*/ 20215 w 107368"/>
                <a:gd name="connsiteY5" fmla="*/ 5545 h 87544"/>
                <a:gd name="connsiteX6" fmla="*/ 13715 w 107368"/>
                <a:gd name="connsiteY6" fmla="*/ 1796 h 87544"/>
                <a:gd name="connsiteX7" fmla="*/ 8633 w 107368"/>
                <a:gd name="connsiteY7" fmla="*/ 53541 h 87544"/>
                <a:gd name="connsiteX8" fmla="*/ 41796 w 107368"/>
                <a:gd name="connsiteY8" fmla="*/ 55124 h 87544"/>
                <a:gd name="connsiteX9" fmla="*/ 45379 w 107368"/>
                <a:gd name="connsiteY9" fmla="*/ 67373 h 87544"/>
                <a:gd name="connsiteX10" fmla="*/ 63211 w 107368"/>
                <a:gd name="connsiteY10" fmla="*/ 85871 h 87544"/>
                <a:gd name="connsiteX11" fmla="*/ 107290 w 107368"/>
                <a:gd name="connsiteY11" fmla="*/ 55791 h 87544"/>
                <a:gd name="connsiteX12" fmla="*/ 91959 w 107368"/>
                <a:gd name="connsiteY12" fmla="*/ 53791 h 87544"/>
                <a:gd name="connsiteX13" fmla="*/ 91959 w 107368"/>
                <a:gd name="connsiteY13" fmla="*/ 53791 h 87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7368" h="87544">
                  <a:moveTo>
                    <a:pt x="91959" y="53791"/>
                  </a:moveTo>
                  <a:cubicBezTo>
                    <a:pt x="86542" y="70622"/>
                    <a:pt x="64294" y="79122"/>
                    <a:pt x="56045" y="58457"/>
                  </a:cubicBezTo>
                  <a:cubicBezTo>
                    <a:pt x="53628" y="52458"/>
                    <a:pt x="56378" y="45292"/>
                    <a:pt x="53212" y="39959"/>
                  </a:cubicBezTo>
                  <a:cubicBezTo>
                    <a:pt x="51795" y="37626"/>
                    <a:pt x="48296" y="36459"/>
                    <a:pt x="45879" y="38042"/>
                  </a:cubicBezTo>
                  <a:cubicBezTo>
                    <a:pt x="37380" y="43792"/>
                    <a:pt x="24548" y="49625"/>
                    <a:pt x="15465" y="42125"/>
                  </a:cubicBezTo>
                  <a:cubicBezTo>
                    <a:pt x="3467" y="32293"/>
                    <a:pt x="14382" y="15794"/>
                    <a:pt x="20215" y="5545"/>
                  </a:cubicBezTo>
                  <a:cubicBezTo>
                    <a:pt x="22631" y="1296"/>
                    <a:pt x="16382" y="-2288"/>
                    <a:pt x="13715" y="1796"/>
                  </a:cubicBezTo>
                  <a:cubicBezTo>
                    <a:pt x="3800" y="17211"/>
                    <a:pt x="-8699" y="38042"/>
                    <a:pt x="8633" y="53541"/>
                  </a:cubicBezTo>
                  <a:cubicBezTo>
                    <a:pt x="17882" y="61873"/>
                    <a:pt x="31297" y="60873"/>
                    <a:pt x="41796" y="55124"/>
                  </a:cubicBezTo>
                  <a:cubicBezTo>
                    <a:pt x="42296" y="59374"/>
                    <a:pt x="43879" y="63540"/>
                    <a:pt x="45379" y="67373"/>
                  </a:cubicBezTo>
                  <a:cubicBezTo>
                    <a:pt x="48796" y="75789"/>
                    <a:pt x="54295" y="83038"/>
                    <a:pt x="63211" y="85871"/>
                  </a:cubicBezTo>
                  <a:cubicBezTo>
                    <a:pt x="85209" y="92871"/>
                    <a:pt x="104624" y="76955"/>
                    <a:pt x="107290" y="55791"/>
                  </a:cubicBezTo>
                  <a:cubicBezTo>
                    <a:pt x="108540" y="46708"/>
                    <a:pt x="94542" y="45792"/>
                    <a:pt x="91959" y="53791"/>
                  </a:cubicBezTo>
                  <a:lnTo>
                    <a:pt x="91959" y="53791"/>
                  </a:lnTo>
                  <a:close/>
                </a:path>
              </a:pathLst>
            </a:custGeom>
            <a:grpFill/>
            <a:ln w="8332" cap="flat">
              <a:noFill/>
              <a:prstDash val="solid"/>
              <a:miter/>
            </a:ln>
          </p:spPr>
          <p:txBody>
            <a:bodyPr rtlCol="0" anchor="ctr"/>
            <a:lstStyle/>
            <a:p>
              <a:endParaRPr lang="en-US"/>
            </a:p>
          </p:txBody>
        </p:sp>
        <p:sp>
          <p:nvSpPr>
            <p:cNvPr id="2311" name="Freeform: Shape 2310"/>
            <p:cNvSpPr/>
            <p:nvPr/>
          </p:nvSpPr>
          <p:spPr>
            <a:xfrm>
              <a:off x="3948732" y="4946647"/>
              <a:ext cx="58802" cy="110278"/>
            </a:xfrm>
            <a:custGeom>
              <a:avLst/>
              <a:gdLst>
                <a:gd name="connsiteX0" fmla="*/ 58678 w 58802"/>
                <a:gd name="connsiteY0" fmla="*/ 66411 h 110278"/>
                <a:gd name="connsiteX1" fmla="*/ 47430 w 58802"/>
                <a:gd name="connsiteY1" fmla="*/ 49746 h 110278"/>
                <a:gd name="connsiteX2" fmla="*/ 47179 w 58802"/>
                <a:gd name="connsiteY2" fmla="*/ 9166 h 110278"/>
                <a:gd name="connsiteX3" fmla="*/ 11183 w 58802"/>
                <a:gd name="connsiteY3" fmla="*/ 3583 h 110278"/>
                <a:gd name="connsiteX4" fmla="*/ 12683 w 58802"/>
                <a:gd name="connsiteY4" fmla="*/ 8916 h 110278"/>
                <a:gd name="connsiteX5" fmla="*/ 37764 w 58802"/>
                <a:gd name="connsiteY5" fmla="*/ 18665 h 110278"/>
                <a:gd name="connsiteX6" fmla="*/ 33264 w 58802"/>
                <a:gd name="connsiteY6" fmla="*/ 32581 h 110278"/>
                <a:gd name="connsiteX7" fmla="*/ 29181 w 58802"/>
                <a:gd name="connsiteY7" fmla="*/ 50329 h 110278"/>
                <a:gd name="connsiteX8" fmla="*/ 35431 w 58802"/>
                <a:gd name="connsiteY8" fmla="*/ 57578 h 110278"/>
                <a:gd name="connsiteX9" fmla="*/ 33931 w 58802"/>
                <a:gd name="connsiteY9" fmla="*/ 78743 h 110278"/>
                <a:gd name="connsiteX10" fmla="*/ 2517 w 58802"/>
                <a:gd name="connsiteY10" fmla="*/ 100241 h 110278"/>
                <a:gd name="connsiteX11" fmla="*/ 6683 w 58802"/>
                <a:gd name="connsiteY11" fmla="*/ 110157 h 110278"/>
                <a:gd name="connsiteX12" fmla="*/ 52846 w 58802"/>
                <a:gd name="connsiteY12" fmla="*/ 83243 h 110278"/>
                <a:gd name="connsiteX13" fmla="*/ 58678 w 58802"/>
                <a:gd name="connsiteY13" fmla="*/ 66411 h 110278"/>
                <a:gd name="connsiteX14" fmla="*/ 58678 w 58802"/>
                <a:gd name="connsiteY14" fmla="*/ 66411 h 110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8802" h="110278">
                  <a:moveTo>
                    <a:pt x="58678" y="66411"/>
                  </a:moveTo>
                  <a:cubicBezTo>
                    <a:pt x="57679" y="57745"/>
                    <a:pt x="51846" y="56245"/>
                    <a:pt x="47430" y="49746"/>
                  </a:cubicBezTo>
                  <a:cubicBezTo>
                    <a:pt x="39347" y="37914"/>
                    <a:pt x="53512" y="22915"/>
                    <a:pt x="47179" y="9166"/>
                  </a:cubicBezTo>
                  <a:cubicBezTo>
                    <a:pt x="40764" y="-4999"/>
                    <a:pt x="22599" y="750"/>
                    <a:pt x="11183" y="3583"/>
                  </a:cubicBezTo>
                  <a:cubicBezTo>
                    <a:pt x="7683" y="4416"/>
                    <a:pt x="9183" y="9583"/>
                    <a:pt x="12683" y="8916"/>
                  </a:cubicBezTo>
                  <a:cubicBezTo>
                    <a:pt x="21932" y="7083"/>
                    <a:pt x="37430" y="4833"/>
                    <a:pt x="37764" y="18665"/>
                  </a:cubicBezTo>
                  <a:cubicBezTo>
                    <a:pt x="37930" y="24082"/>
                    <a:pt x="35680" y="27914"/>
                    <a:pt x="33264" y="32581"/>
                  </a:cubicBezTo>
                  <a:cubicBezTo>
                    <a:pt x="30181" y="38413"/>
                    <a:pt x="26515" y="43580"/>
                    <a:pt x="29181" y="50329"/>
                  </a:cubicBezTo>
                  <a:cubicBezTo>
                    <a:pt x="30598" y="53829"/>
                    <a:pt x="33597" y="54746"/>
                    <a:pt x="35431" y="57578"/>
                  </a:cubicBezTo>
                  <a:cubicBezTo>
                    <a:pt x="40847" y="66327"/>
                    <a:pt x="41764" y="71911"/>
                    <a:pt x="33931" y="78743"/>
                  </a:cubicBezTo>
                  <a:cubicBezTo>
                    <a:pt x="24348" y="87159"/>
                    <a:pt x="12849" y="92825"/>
                    <a:pt x="2517" y="100241"/>
                  </a:cubicBezTo>
                  <a:cubicBezTo>
                    <a:pt x="-2482" y="103824"/>
                    <a:pt x="517" y="111324"/>
                    <a:pt x="6683" y="110157"/>
                  </a:cubicBezTo>
                  <a:cubicBezTo>
                    <a:pt x="24099" y="106824"/>
                    <a:pt x="42013" y="97741"/>
                    <a:pt x="52846" y="83243"/>
                  </a:cubicBezTo>
                  <a:cubicBezTo>
                    <a:pt x="56679" y="78243"/>
                    <a:pt x="59429" y="72744"/>
                    <a:pt x="58678" y="66411"/>
                  </a:cubicBezTo>
                  <a:lnTo>
                    <a:pt x="58678" y="66411"/>
                  </a:lnTo>
                  <a:close/>
                </a:path>
              </a:pathLst>
            </a:custGeom>
            <a:grpFill/>
            <a:ln w="8332" cap="flat">
              <a:noFill/>
              <a:prstDash val="solid"/>
              <a:miter/>
            </a:ln>
          </p:spPr>
          <p:txBody>
            <a:bodyPr rtlCol="0" anchor="ctr"/>
            <a:lstStyle/>
            <a:p>
              <a:endParaRPr lang="en-US"/>
            </a:p>
          </p:txBody>
        </p:sp>
        <p:sp>
          <p:nvSpPr>
            <p:cNvPr id="2312" name="Freeform: Shape 2311"/>
            <p:cNvSpPr/>
            <p:nvPr/>
          </p:nvSpPr>
          <p:spPr>
            <a:xfrm>
              <a:off x="4845481" y="5243712"/>
              <a:ext cx="637854" cy="484662"/>
            </a:xfrm>
            <a:custGeom>
              <a:avLst/>
              <a:gdLst>
                <a:gd name="connsiteX0" fmla="*/ 615798 w 637854"/>
                <a:gd name="connsiteY0" fmla="*/ 100233 h 484662"/>
                <a:gd name="connsiteX1" fmla="*/ 593633 w 637854"/>
                <a:gd name="connsiteY1" fmla="*/ 46571 h 484662"/>
                <a:gd name="connsiteX2" fmla="*/ 580801 w 637854"/>
                <a:gd name="connsiteY2" fmla="*/ 17740 h 484662"/>
                <a:gd name="connsiteX3" fmla="*/ 573718 w 637854"/>
                <a:gd name="connsiteY3" fmla="*/ 3408 h 484662"/>
                <a:gd name="connsiteX4" fmla="*/ 535972 w 637854"/>
                <a:gd name="connsiteY4" fmla="*/ 8574 h 484662"/>
                <a:gd name="connsiteX5" fmla="*/ 478393 w 637854"/>
                <a:gd name="connsiteY5" fmla="*/ 28323 h 484662"/>
                <a:gd name="connsiteX6" fmla="*/ 393318 w 637854"/>
                <a:gd name="connsiteY6" fmla="*/ 57570 h 484662"/>
                <a:gd name="connsiteX7" fmla="*/ 344322 w 637854"/>
                <a:gd name="connsiteY7" fmla="*/ 73735 h 484662"/>
                <a:gd name="connsiteX8" fmla="*/ 128842 w 637854"/>
                <a:gd name="connsiteY8" fmla="*/ 154811 h 484662"/>
                <a:gd name="connsiteX9" fmla="*/ 31684 w 637854"/>
                <a:gd name="connsiteY9" fmla="*/ 196807 h 484662"/>
                <a:gd name="connsiteX10" fmla="*/ 3020 w 637854"/>
                <a:gd name="connsiteY10" fmla="*/ 220389 h 484662"/>
                <a:gd name="connsiteX11" fmla="*/ 3270 w 637854"/>
                <a:gd name="connsiteY11" fmla="*/ 259635 h 484662"/>
                <a:gd name="connsiteX12" fmla="*/ 107927 w 637854"/>
                <a:gd name="connsiteY12" fmla="*/ 411621 h 484662"/>
                <a:gd name="connsiteX13" fmla="*/ 309742 w 637854"/>
                <a:gd name="connsiteY13" fmla="*/ 482032 h 484662"/>
                <a:gd name="connsiteX14" fmla="*/ 508974 w 637854"/>
                <a:gd name="connsiteY14" fmla="*/ 443535 h 484662"/>
                <a:gd name="connsiteX15" fmla="*/ 622964 w 637854"/>
                <a:gd name="connsiteY15" fmla="*/ 295715 h 484662"/>
                <a:gd name="connsiteX16" fmla="*/ 615798 w 637854"/>
                <a:gd name="connsiteY16" fmla="*/ 100233 h 484662"/>
                <a:gd name="connsiteX17" fmla="*/ 615798 w 637854"/>
                <a:gd name="connsiteY17" fmla="*/ 100233 h 484662"/>
                <a:gd name="connsiteX18" fmla="*/ 138174 w 637854"/>
                <a:gd name="connsiteY18" fmla="*/ 167977 h 484662"/>
                <a:gd name="connsiteX19" fmla="*/ 347655 w 637854"/>
                <a:gd name="connsiteY19" fmla="*/ 86318 h 484662"/>
                <a:gd name="connsiteX20" fmla="*/ 373153 w 637854"/>
                <a:gd name="connsiteY20" fmla="*/ 77318 h 484662"/>
                <a:gd name="connsiteX21" fmla="*/ 437481 w 637854"/>
                <a:gd name="connsiteY21" fmla="*/ 55653 h 484662"/>
                <a:gd name="connsiteX22" fmla="*/ 518057 w 637854"/>
                <a:gd name="connsiteY22" fmla="*/ 29906 h 484662"/>
                <a:gd name="connsiteX23" fmla="*/ 550887 w 637854"/>
                <a:gd name="connsiteY23" fmla="*/ 97316 h 484662"/>
                <a:gd name="connsiteX24" fmla="*/ 568302 w 637854"/>
                <a:gd name="connsiteY24" fmla="*/ 181475 h 484662"/>
                <a:gd name="connsiteX25" fmla="*/ 501642 w 637854"/>
                <a:gd name="connsiteY25" fmla="*/ 334045 h 484662"/>
                <a:gd name="connsiteX26" fmla="*/ 335907 w 637854"/>
                <a:gd name="connsiteY26" fmla="*/ 383290 h 484662"/>
                <a:gd name="connsiteX27" fmla="*/ 187336 w 637854"/>
                <a:gd name="connsiteY27" fmla="*/ 320963 h 484662"/>
                <a:gd name="connsiteX28" fmla="*/ 117843 w 637854"/>
                <a:gd name="connsiteY28" fmla="*/ 254469 h 484662"/>
                <a:gd name="connsiteX29" fmla="*/ 75180 w 637854"/>
                <a:gd name="connsiteY29" fmla="*/ 194141 h 484662"/>
                <a:gd name="connsiteX30" fmla="*/ 138174 w 637854"/>
                <a:gd name="connsiteY30" fmla="*/ 167977 h 484662"/>
                <a:gd name="connsiteX31" fmla="*/ 138174 w 637854"/>
                <a:gd name="connsiteY31" fmla="*/ 167977 h 484662"/>
                <a:gd name="connsiteX32" fmla="*/ 349822 w 637854"/>
                <a:gd name="connsiteY32" fmla="*/ 470949 h 484662"/>
                <a:gd name="connsiteX33" fmla="*/ 250414 w 637854"/>
                <a:gd name="connsiteY33" fmla="*/ 456534 h 484662"/>
                <a:gd name="connsiteX34" fmla="*/ 153173 w 637854"/>
                <a:gd name="connsiteY34" fmla="*/ 422537 h 484662"/>
                <a:gd name="connsiteX35" fmla="*/ 27101 w 637854"/>
                <a:gd name="connsiteY35" fmla="*/ 288716 h 484662"/>
                <a:gd name="connsiteX36" fmla="*/ 18102 w 637854"/>
                <a:gd name="connsiteY36" fmla="*/ 248303 h 484662"/>
                <a:gd name="connsiteX37" fmla="*/ 19435 w 637854"/>
                <a:gd name="connsiteY37" fmla="*/ 226972 h 484662"/>
                <a:gd name="connsiteX38" fmla="*/ 48266 w 637854"/>
                <a:gd name="connsiteY38" fmla="*/ 269717 h 484662"/>
                <a:gd name="connsiteX39" fmla="*/ 92845 w 637854"/>
                <a:gd name="connsiteY39" fmla="*/ 325879 h 484662"/>
                <a:gd name="connsiteX40" fmla="*/ 155673 w 637854"/>
                <a:gd name="connsiteY40" fmla="*/ 373792 h 484662"/>
                <a:gd name="connsiteX41" fmla="*/ 217417 w 637854"/>
                <a:gd name="connsiteY41" fmla="*/ 413788 h 484662"/>
                <a:gd name="connsiteX42" fmla="*/ 349655 w 637854"/>
                <a:gd name="connsiteY42" fmla="*/ 461284 h 484662"/>
                <a:gd name="connsiteX43" fmla="*/ 429981 w 637854"/>
                <a:gd name="connsiteY43" fmla="*/ 460784 h 484662"/>
                <a:gd name="connsiteX44" fmla="*/ 435064 w 637854"/>
                <a:gd name="connsiteY44" fmla="*/ 460200 h 484662"/>
                <a:gd name="connsiteX45" fmla="*/ 349822 w 637854"/>
                <a:gd name="connsiteY45" fmla="*/ 470949 h 484662"/>
                <a:gd name="connsiteX46" fmla="*/ 349822 w 637854"/>
                <a:gd name="connsiteY46" fmla="*/ 470949 h 484662"/>
                <a:gd name="connsiteX47" fmla="*/ 619131 w 637854"/>
                <a:gd name="connsiteY47" fmla="*/ 247136 h 484662"/>
                <a:gd name="connsiteX48" fmla="*/ 532889 w 637854"/>
                <a:gd name="connsiteY48" fmla="*/ 407788 h 484662"/>
                <a:gd name="connsiteX49" fmla="*/ 489059 w 637854"/>
                <a:gd name="connsiteY49" fmla="*/ 438535 h 484662"/>
                <a:gd name="connsiteX50" fmla="*/ 341156 w 637854"/>
                <a:gd name="connsiteY50" fmla="*/ 445868 h 484662"/>
                <a:gd name="connsiteX51" fmla="*/ 215751 w 637854"/>
                <a:gd name="connsiteY51" fmla="*/ 396123 h 484662"/>
                <a:gd name="connsiteX52" fmla="*/ 98511 w 637854"/>
                <a:gd name="connsiteY52" fmla="*/ 312963 h 484662"/>
                <a:gd name="connsiteX53" fmla="*/ 24934 w 637854"/>
                <a:gd name="connsiteY53" fmla="*/ 220639 h 484662"/>
                <a:gd name="connsiteX54" fmla="*/ 44933 w 637854"/>
                <a:gd name="connsiteY54" fmla="*/ 208973 h 484662"/>
                <a:gd name="connsiteX55" fmla="*/ 71680 w 637854"/>
                <a:gd name="connsiteY55" fmla="*/ 195807 h 484662"/>
                <a:gd name="connsiteX56" fmla="*/ 107927 w 637854"/>
                <a:gd name="connsiteY56" fmla="*/ 254135 h 484662"/>
                <a:gd name="connsiteX57" fmla="*/ 171255 w 637854"/>
                <a:gd name="connsiteY57" fmla="*/ 320630 h 484662"/>
                <a:gd name="connsiteX58" fmla="*/ 325241 w 637854"/>
                <a:gd name="connsiteY58" fmla="*/ 393873 h 484662"/>
                <a:gd name="connsiteX59" fmla="*/ 503141 w 637854"/>
                <a:gd name="connsiteY59" fmla="*/ 348294 h 484662"/>
                <a:gd name="connsiteX60" fmla="*/ 579551 w 637854"/>
                <a:gd name="connsiteY60" fmla="*/ 198474 h 484662"/>
                <a:gd name="connsiteX61" fmla="*/ 562886 w 637854"/>
                <a:gd name="connsiteY61" fmla="*/ 97150 h 484662"/>
                <a:gd name="connsiteX62" fmla="*/ 530139 w 637854"/>
                <a:gd name="connsiteY62" fmla="*/ 26073 h 484662"/>
                <a:gd name="connsiteX63" fmla="*/ 564469 w 637854"/>
                <a:gd name="connsiteY63" fmla="*/ 19740 h 484662"/>
                <a:gd name="connsiteX64" fmla="*/ 571552 w 637854"/>
                <a:gd name="connsiteY64" fmla="*/ 38405 h 484662"/>
                <a:gd name="connsiteX65" fmla="*/ 583134 w 637854"/>
                <a:gd name="connsiteY65" fmla="*/ 62736 h 484662"/>
                <a:gd name="connsiteX66" fmla="*/ 619131 w 637854"/>
                <a:gd name="connsiteY66" fmla="*/ 247136 h 484662"/>
                <a:gd name="connsiteX67" fmla="*/ 619131 w 637854"/>
                <a:gd name="connsiteY67" fmla="*/ 247136 h 484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637854" h="484662">
                  <a:moveTo>
                    <a:pt x="615798" y="100233"/>
                  </a:moveTo>
                  <a:cubicBezTo>
                    <a:pt x="608465" y="82401"/>
                    <a:pt x="601882" y="63986"/>
                    <a:pt x="593633" y="46571"/>
                  </a:cubicBezTo>
                  <a:cubicBezTo>
                    <a:pt x="589050" y="36905"/>
                    <a:pt x="584468" y="27823"/>
                    <a:pt x="580801" y="17740"/>
                  </a:cubicBezTo>
                  <a:cubicBezTo>
                    <a:pt x="579135" y="13157"/>
                    <a:pt x="577468" y="6824"/>
                    <a:pt x="573718" y="3408"/>
                  </a:cubicBezTo>
                  <a:cubicBezTo>
                    <a:pt x="564302" y="-5424"/>
                    <a:pt x="545804" y="5325"/>
                    <a:pt x="535972" y="8574"/>
                  </a:cubicBezTo>
                  <a:cubicBezTo>
                    <a:pt x="516724" y="14991"/>
                    <a:pt x="497559" y="21823"/>
                    <a:pt x="478393" y="28323"/>
                  </a:cubicBezTo>
                  <a:cubicBezTo>
                    <a:pt x="450063" y="37905"/>
                    <a:pt x="421649" y="47571"/>
                    <a:pt x="393318" y="57570"/>
                  </a:cubicBezTo>
                  <a:cubicBezTo>
                    <a:pt x="376986" y="62820"/>
                    <a:pt x="360655" y="68235"/>
                    <a:pt x="344322" y="73735"/>
                  </a:cubicBezTo>
                  <a:cubicBezTo>
                    <a:pt x="271496" y="98233"/>
                    <a:pt x="200502" y="127397"/>
                    <a:pt x="128842" y="154811"/>
                  </a:cubicBezTo>
                  <a:cubicBezTo>
                    <a:pt x="96012" y="167393"/>
                    <a:pt x="62848" y="180225"/>
                    <a:pt x="31684" y="196807"/>
                  </a:cubicBezTo>
                  <a:cubicBezTo>
                    <a:pt x="20101" y="202974"/>
                    <a:pt x="8353" y="207806"/>
                    <a:pt x="3020" y="220389"/>
                  </a:cubicBezTo>
                  <a:cubicBezTo>
                    <a:pt x="-2563" y="233471"/>
                    <a:pt x="853" y="246220"/>
                    <a:pt x="3270" y="259635"/>
                  </a:cubicBezTo>
                  <a:cubicBezTo>
                    <a:pt x="14686" y="321796"/>
                    <a:pt x="54932" y="377958"/>
                    <a:pt x="107927" y="411621"/>
                  </a:cubicBezTo>
                  <a:cubicBezTo>
                    <a:pt x="168838" y="450368"/>
                    <a:pt x="237999" y="473449"/>
                    <a:pt x="309742" y="482032"/>
                  </a:cubicBezTo>
                  <a:cubicBezTo>
                    <a:pt x="379986" y="490448"/>
                    <a:pt x="447480" y="478949"/>
                    <a:pt x="508974" y="443535"/>
                  </a:cubicBezTo>
                  <a:cubicBezTo>
                    <a:pt x="563636" y="412038"/>
                    <a:pt x="602549" y="354293"/>
                    <a:pt x="622964" y="295715"/>
                  </a:cubicBezTo>
                  <a:cubicBezTo>
                    <a:pt x="645545" y="230888"/>
                    <a:pt x="641879" y="163394"/>
                    <a:pt x="615798" y="100233"/>
                  </a:cubicBezTo>
                  <a:lnTo>
                    <a:pt x="615798" y="100233"/>
                  </a:lnTo>
                  <a:close/>
                  <a:moveTo>
                    <a:pt x="138174" y="167977"/>
                  </a:moveTo>
                  <a:cubicBezTo>
                    <a:pt x="207918" y="140396"/>
                    <a:pt x="276912" y="110982"/>
                    <a:pt x="347655" y="86318"/>
                  </a:cubicBezTo>
                  <a:cubicBezTo>
                    <a:pt x="356155" y="83317"/>
                    <a:pt x="364654" y="80318"/>
                    <a:pt x="373153" y="77318"/>
                  </a:cubicBezTo>
                  <a:cubicBezTo>
                    <a:pt x="394568" y="69902"/>
                    <a:pt x="415983" y="62569"/>
                    <a:pt x="437481" y="55653"/>
                  </a:cubicBezTo>
                  <a:cubicBezTo>
                    <a:pt x="464311" y="46987"/>
                    <a:pt x="491143" y="38238"/>
                    <a:pt x="518057" y="29906"/>
                  </a:cubicBezTo>
                  <a:cubicBezTo>
                    <a:pt x="536972" y="46238"/>
                    <a:pt x="544554" y="74235"/>
                    <a:pt x="550887" y="97316"/>
                  </a:cubicBezTo>
                  <a:cubicBezTo>
                    <a:pt x="558470" y="125064"/>
                    <a:pt x="568635" y="152395"/>
                    <a:pt x="568302" y="181475"/>
                  </a:cubicBezTo>
                  <a:cubicBezTo>
                    <a:pt x="567802" y="237804"/>
                    <a:pt x="545637" y="297298"/>
                    <a:pt x="501642" y="334045"/>
                  </a:cubicBezTo>
                  <a:cubicBezTo>
                    <a:pt x="457062" y="371209"/>
                    <a:pt x="392651" y="385791"/>
                    <a:pt x="335907" y="383290"/>
                  </a:cubicBezTo>
                  <a:cubicBezTo>
                    <a:pt x="281245" y="380874"/>
                    <a:pt x="229916" y="353877"/>
                    <a:pt x="187336" y="320963"/>
                  </a:cubicBezTo>
                  <a:cubicBezTo>
                    <a:pt x="161672" y="301048"/>
                    <a:pt x="137341" y="280633"/>
                    <a:pt x="117843" y="254469"/>
                  </a:cubicBezTo>
                  <a:cubicBezTo>
                    <a:pt x="103178" y="234637"/>
                    <a:pt x="88845" y="214556"/>
                    <a:pt x="75180" y="194141"/>
                  </a:cubicBezTo>
                  <a:cubicBezTo>
                    <a:pt x="96012" y="184642"/>
                    <a:pt x="117176" y="176309"/>
                    <a:pt x="138174" y="167977"/>
                  </a:cubicBezTo>
                  <a:lnTo>
                    <a:pt x="138174" y="167977"/>
                  </a:lnTo>
                  <a:close/>
                  <a:moveTo>
                    <a:pt x="349822" y="470949"/>
                  </a:moveTo>
                  <a:cubicBezTo>
                    <a:pt x="315992" y="470366"/>
                    <a:pt x="283328" y="463950"/>
                    <a:pt x="250414" y="456534"/>
                  </a:cubicBezTo>
                  <a:cubicBezTo>
                    <a:pt x="217084" y="449035"/>
                    <a:pt x="183587" y="438452"/>
                    <a:pt x="153173" y="422537"/>
                  </a:cubicBezTo>
                  <a:cubicBezTo>
                    <a:pt x="96178" y="392706"/>
                    <a:pt x="49016" y="350794"/>
                    <a:pt x="27101" y="288716"/>
                  </a:cubicBezTo>
                  <a:cubicBezTo>
                    <a:pt x="22435" y="275550"/>
                    <a:pt x="20019" y="262135"/>
                    <a:pt x="18102" y="248303"/>
                  </a:cubicBezTo>
                  <a:cubicBezTo>
                    <a:pt x="17018" y="240470"/>
                    <a:pt x="15935" y="233471"/>
                    <a:pt x="19435" y="226972"/>
                  </a:cubicBezTo>
                  <a:cubicBezTo>
                    <a:pt x="28017" y="241887"/>
                    <a:pt x="38267" y="255552"/>
                    <a:pt x="48266" y="269717"/>
                  </a:cubicBezTo>
                  <a:cubicBezTo>
                    <a:pt x="62015" y="289216"/>
                    <a:pt x="75430" y="309297"/>
                    <a:pt x="92845" y="325879"/>
                  </a:cubicBezTo>
                  <a:cubicBezTo>
                    <a:pt x="111843" y="343961"/>
                    <a:pt x="134092" y="359126"/>
                    <a:pt x="155673" y="373792"/>
                  </a:cubicBezTo>
                  <a:cubicBezTo>
                    <a:pt x="176004" y="387540"/>
                    <a:pt x="196003" y="401622"/>
                    <a:pt x="217417" y="413788"/>
                  </a:cubicBezTo>
                  <a:cubicBezTo>
                    <a:pt x="257914" y="436786"/>
                    <a:pt x="302909" y="455951"/>
                    <a:pt x="349655" y="461284"/>
                  </a:cubicBezTo>
                  <a:cubicBezTo>
                    <a:pt x="376236" y="464367"/>
                    <a:pt x="403484" y="463867"/>
                    <a:pt x="429981" y="460784"/>
                  </a:cubicBezTo>
                  <a:cubicBezTo>
                    <a:pt x="431648" y="460617"/>
                    <a:pt x="433398" y="460367"/>
                    <a:pt x="435064" y="460200"/>
                  </a:cubicBezTo>
                  <a:cubicBezTo>
                    <a:pt x="407400" y="467950"/>
                    <a:pt x="378320" y="471449"/>
                    <a:pt x="349822" y="470949"/>
                  </a:cubicBezTo>
                  <a:lnTo>
                    <a:pt x="349822" y="470949"/>
                  </a:lnTo>
                  <a:close/>
                  <a:moveTo>
                    <a:pt x="619131" y="247136"/>
                  </a:moveTo>
                  <a:cubicBezTo>
                    <a:pt x="609132" y="307548"/>
                    <a:pt x="578384" y="366459"/>
                    <a:pt x="532889" y="407788"/>
                  </a:cubicBezTo>
                  <a:cubicBezTo>
                    <a:pt x="519556" y="419871"/>
                    <a:pt x="504808" y="430037"/>
                    <a:pt x="489059" y="438535"/>
                  </a:cubicBezTo>
                  <a:cubicBezTo>
                    <a:pt x="440147" y="448868"/>
                    <a:pt x="391235" y="455701"/>
                    <a:pt x="341156" y="445868"/>
                  </a:cubicBezTo>
                  <a:cubicBezTo>
                    <a:pt x="296660" y="437119"/>
                    <a:pt x="254497" y="419371"/>
                    <a:pt x="215751" y="396123"/>
                  </a:cubicBezTo>
                  <a:cubicBezTo>
                    <a:pt x="175755" y="372125"/>
                    <a:pt x="131758" y="345961"/>
                    <a:pt x="98511" y="312963"/>
                  </a:cubicBezTo>
                  <a:cubicBezTo>
                    <a:pt x="70680" y="285133"/>
                    <a:pt x="51766" y="248886"/>
                    <a:pt x="24934" y="220639"/>
                  </a:cubicBezTo>
                  <a:cubicBezTo>
                    <a:pt x="30684" y="215722"/>
                    <a:pt x="38600" y="212390"/>
                    <a:pt x="44933" y="208973"/>
                  </a:cubicBezTo>
                  <a:cubicBezTo>
                    <a:pt x="53682" y="204307"/>
                    <a:pt x="62681" y="199974"/>
                    <a:pt x="71680" y="195807"/>
                  </a:cubicBezTo>
                  <a:cubicBezTo>
                    <a:pt x="80596" y="217056"/>
                    <a:pt x="94762" y="235137"/>
                    <a:pt x="107927" y="254135"/>
                  </a:cubicBezTo>
                  <a:cubicBezTo>
                    <a:pt x="125842" y="280050"/>
                    <a:pt x="147173" y="300548"/>
                    <a:pt x="171255" y="320630"/>
                  </a:cubicBezTo>
                  <a:cubicBezTo>
                    <a:pt x="214834" y="357043"/>
                    <a:pt x="267663" y="388290"/>
                    <a:pt x="325241" y="393873"/>
                  </a:cubicBezTo>
                  <a:cubicBezTo>
                    <a:pt x="385652" y="399706"/>
                    <a:pt x="453979" y="385124"/>
                    <a:pt x="503141" y="348294"/>
                  </a:cubicBezTo>
                  <a:cubicBezTo>
                    <a:pt x="550471" y="312797"/>
                    <a:pt x="574302" y="256052"/>
                    <a:pt x="579551" y="198474"/>
                  </a:cubicBezTo>
                  <a:cubicBezTo>
                    <a:pt x="582884" y="162727"/>
                    <a:pt x="572718" y="130980"/>
                    <a:pt x="562886" y="97150"/>
                  </a:cubicBezTo>
                  <a:cubicBezTo>
                    <a:pt x="555803" y="72735"/>
                    <a:pt x="548471" y="44655"/>
                    <a:pt x="530139" y="26073"/>
                  </a:cubicBezTo>
                  <a:cubicBezTo>
                    <a:pt x="540555" y="22073"/>
                    <a:pt x="559386" y="13574"/>
                    <a:pt x="564469" y="19740"/>
                  </a:cubicBezTo>
                  <a:cubicBezTo>
                    <a:pt x="567719" y="23740"/>
                    <a:pt x="569219" y="33405"/>
                    <a:pt x="571552" y="38405"/>
                  </a:cubicBezTo>
                  <a:cubicBezTo>
                    <a:pt x="575385" y="46571"/>
                    <a:pt x="579718" y="54320"/>
                    <a:pt x="583134" y="62736"/>
                  </a:cubicBezTo>
                  <a:cubicBezTo>
                    <a:pt x="607966" y="122731"/>
                    <a:pt x="630130" y="181142"/>
                    <a:pt x="619131" y="247136"/>
                  </a:cubicBezTo>
                  <a:lnTo>
                    <a:pt x="619131" y="247136"/>
                  </a:lnTo>
                  <a:close/>
                </a:path>
              </a:pathLst>
            </a:custGeom>
            <a:grpFill/>
            <a:ln w="8332" cap="flat">
              <a:noFill/>
              <a:prstDash val="solid"/>
              <a:miter/>
            </a:ln>
          </p:spPr>
          <p:txBody>
            <a:bodyPr rtlCol="0" anchor="ctr"/>
            <a:lstStyle/>
            <a:p>
              <a:endParaRPr lang="en-US"/>
            </a:p>
          </p:txBody>
        </p:sp>
        <p:sp>
          <p:nvSpPr>
            <p:cNvPr id="2313" name="Freeform: Shape 2312"/>
            <p:cNvSpPr/>
            <p:nvPr/>
          </p:nvSpPr>
          <p:spPr>
            <a:xfrm>
              <a:off x="5058115" y="5408199"/>
              <a:ext cx="30930" cy="38028"/>
            </a:xfrm>
            <a:custGeom>
              <a:avLst/>
              <a:gdLst>
                <a:gd name="connsiteX0" fmla="*/ 21365 w 30930"/>
                <a:gd name="connsiteY0" fmla="*/ 1490 h 38028"/>
                <a:gd name="connsiteX1" fmla="*/ 8532 w 30930"/>
                <a:gd name="connsiteY1" fmla="*/ 15738 h 38028"/>
                <a:gd name="connsiteX2" fmla="*/ 367 w 30930"/>
                <a:gd name="connsiteY2" fmla="*/ 29487 h 38028"/>
                <a:gd name="connsiteX3" fmla="*/ 10616 w 30930"/>
                <a:gd name="connsiteY3" fmla="*/ 37403 h 38028"/>
                <a:gd name="connsiteX4" fmla="*/ 16699 w 30930"/>
                <a:gd name="connsiteY4" fmla="*/ 31487 h 38028"/>
                <a:gd name="connsiteX5" fmla="*/ 22031 w 30930"/>
                <a:gd name="connsiteY5" fmla="*/ 24988 h 38028"/>
                <a:gd name="connsiteX6" fmla="*/ 27114 w 30930"/>
                <a:gd name="connsiteY6" fmla="*/ 15489 h 38028"/>
                <a:gd name="connsiteX7" fmla="*/ 30864 w 30930"/>
                <a:gd name="connsiteY7" fmla="*/ 6989 h 38028"/>
                <a:gd name="connsiteX8" fmla="*/ 21365 w 30930"/>
                <a:gd name="connsiteY8" fmla="*/ 1490 h 38028"/>
                <a:gd name="connsiteX9" fmla="*/ 21365 w 30930"/>
                <a:gd name="connsiteY9" fmla="*/ 1490 h 38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930" h="38028">
                  <a:moveTo>
                    <a:pt x="21365" y="1490"/>
                  </a:moveTo>
                  <a:cubicBezTo>
                    <a:pt x="16199" y="5823"/>
                    <a:pt x="12866" y="10739"/>
                    <a:pt x="8532" y="15738"/>
                  </a:cubicBezTo>
                  <a:cubicBezTo>
                    <a:pt x="4866" y="19988"/>
                    <a:pt x="2117" y="24071"/>
                    <a:pt x="367" y="29487"/>
                  </a:cubicBezTo>
                  <a:cubicBezTo>
                    <a:pt x="-1716" y="35904"/>
                    <a:pt x="5533" y="39570"/>
                    <a:pt x="10616" y="37403"/>
                  </a:cubicBezTo>
                  <a:cubicBezTo>
                    <a:pt x="13449" y="36237"/>
                    <a:pt x="14782" y="33737"/>
                    <a:pt x="16699" y="31487"/>
                  </a:cubicBezTo>
                  <a:cubicBezTo>
                    <a:pt x="18032" y="29904"/>
                    <a:pt x="20448" y="27321"/>
                    <a:pt x="22031" y="24988"/>
                  </a:cubicBezTo>
                  <a:cubicBezTo>
                    <a:pt x="24031" y="21988"/>
                    <a:pt x="25531" y="18738"/>
                    <a:pt x="27114" y="15489"/>
                  </a:cubicBezTo>
                  <a:cubicBezTo>
                    <a:pt x="28364" y="12739"/>
                    <a:pt x="30364" y="10072"/>
                    <a:pt x="30864" y="6989"/>
                  </a:cubicBezTo>
                  <a:cubicBezTo>
                    <a:pt x="31614" y="1407"/>
                    <a:pt x="25864" y="-2176"/>
                    <a:pt x="21365" y="1490"/>
                  </a:cubicBezTo>
                  <a:lnTo>
                    <a:pt x="21365" y="1490"/>
                  </a:lnTo>
                  <a:close/>
                </a:path>
              </a:pathLst>
            </a:custGeom>
            <a:grpFill/>
            <a:ln w="8332" cap="flat">
              <a:noFill/>
              <a:prstDash val="solid"/>
              <a:miter/>
            </a:ln>
          </p:spPr>
          <p:txBody>
            <a:bodyPr rtlCol="0" anchor="ctr"/>
            <a:lstStyle/>
            <a:p>
              <a:endParaRPr lang="en-US"/>
            </a:p>
          </p:txBody>
        </p:sp>
        <p:sp>
          <p:nvSpPr>
            <p:cNvPr id="2314" name="Freeform: Shape 2313"/>
            <p:cNvSpPr/>
            <p:nvPr/>
          </p:nvSpPr>
          <p:spPr>
            <a:xfrm>
              <a:off x="5105248" y="5430493"/>
              <a:ext cx="24255" cy="45664"/>
            </a:xfrm>
            <a:custGeom>
              <a:avLst/>
              <a:gdLst>
                <a:gd name="connsiteX0" fmla="*/ 14061 w 24255"/>
                <a:gd name="connsiteY0" fmla="*/ 3527 h 45664"/>
                <a:gd name="connsiteX1" fmla="*/ 1063 w 24255"/>
                <a:gd name="connsiteY1" fmla="*/ 28692 h 45664"/>
                <a:gd name="connsiteX2" fmla="*/ 8479 w 24255"/>
                <a:gd name="connsiteY2" fmla="*/ 45606 h 45664"/>
                <a:gd name="connsiteX3" fmla="*/ 15728 w 24255"/>
                <a:gd name="connsiteY3" fmla="*/ 38441 h 45664"/>
                <a:gd name="connsiteX4" fmla="*/ 15895 w 24255"/>
                <a:gd name="connsiteY4" fmla="*/ 37524 h 45664"/>
                <a:gd name="connsiteX5" fmla="*/ 16561 w 24255"/>
                <a:gd name="connsiteY5" fmla="*/ 33691 h 45664"/>
                <a:gd name="connsiteX6" fmla="*/ 17978 w 24255"/>
                <a:gd name="connsiteY6" fmla="*/ 27525 h 45664"/>
                <a:gd name="connsiteX7" fmla="*/ 24228 w 24255"/>
                <a:gd name="connsiteY7" fmla="*/ 4943 h 45664"/>
                <a:gd name="connsiteX8" fmla="*/ 14061 w 24255"/>
                <a:gd name="connsiteY8" fmla="*/ 3527 h 45664"/>
                <a:gd name="connsiteX9" fmla="*/ 14061 w 24255"/>
                <a:gd name="connsiteY9" fmla="*/ 3527 h 45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255" h="45664">
                  <a:moveTo>
                    <a:pt x="14061" y="3527"/>
                  </a:moveTo>
                  <a:cubicBezTo>
                    <a:pt x="10479" y="12360"/>
                    <a:pt x="4229" y="19609"/>
                    <a:pt x="1063" y="28692"/>
                  </a:cubicBezTo>
                  <a:cubicBezTo>
                    <a:pt x="-937" y="34441"/>
                    <a:pt x="-937" y="46606"/>
                    <a:pt x="8479" y="45606"/>
                  </a:cubicBezTo>
                  <a:cubicBezTo>
                    <a:pt x="11978" y="45190"/>
                    <a:pt x="15728" y="42024"/>
                    <a:pt x="15728" y="38441"/>
                  </a:cubicBezTo>
                  <a:cubicBezTo>
                    <a:pt x="15812" y="38107"/>
                    <a:pt x="15895" y="37857"/>
                    <a:pt x="15895" y="37524"/>
                  </a:cubicBezTo>
                  <a:cubicBezTo>
                    <a:pt x="16228" y="36274"/>
                    <a:pt x="16311" y="34941"/>
                    <a:pt x="16561" y="33691"/>
                  </a:cubicBezTo>
                  <a:cubicBezTo>
                    <a:pt x="16978" y="31608"/>
                    <a:pt x="17395" y="29525"/>
                    <a:pt x="17978" y="27525"/>
                  </a:cubicBezTo>
                  <a:cubicBezTo>
                    <a:pt x="20228" y="19859"/>
                    <a:pt x="23477" y="13026"/>
                    <a:pt x="24228" y="4943"/>
                  </a:cubicBezTo>
                  <a:cubicBezTo>
                    <a:pt x="24811" y="-1389"/>
                    <a:pt x="16061" y="-1389"/>
                    <a:pt x="14061" y="3527"/>
                  </a:cubicBezTo>
                  <a:lnTo>
                    <a:pt x="14061" y="3527"/>
                  </a:lnTo>
                  <a:close/>
                </a:path>
              </a:pathLst>
            </a:custGeom>
            <a:grpFill/>
            <a:ln w="8332" cap="flat">
              <a:noFill/>
              <a:prstDash val="solid"/>
              <a:miter/>
            </a:ln>
          </p:spPr>
          <p:txBody>
            <a:bodyPr rtlCol="0" anchor="ctr"/>
            <a:lstStyle/>
            <a:p>
              <a:endParaRPr lang="en-US"/>
            </a:p>
          </p:txBody>
        </p:sp>
        <p:sp>
          <p:nvSpPr>
            <p:cNvPr id="2315" name="Freeform: Shape 2314"/>
            <p:cNvSpPr/>
            <p:nvPr/>
          </p:nvSpPr>
          <p:spPr>
            <a:xfrm>
              <a:off x="5171369" y="5441539"/>
              <a:ext cx="18144" cy="43825"/>
            </a:xfrm>
            <a:custGeom>
              <a:avLst/>
              <a:gdLst>
                <a:gd name="connsiteX0" fmla="*/ 17268 w 18144"/>
                <a:gd name="connsiteY0" fmla="*/ 32310 h 43825"/>
                <a:gd name="connsiteX1" fmla="*/ 16685 w 18144"/>
                <a:gd name="connsiteY1" fmla="*/ 20812 h 43825"/>
                <a:gd name="connsiteX2" fmla="*/ 15185 w 18144"/>
                <a:gd name="connsiteY2" fmla="*/ 5396 h 43825"/>
                <a:gd name="connsiteX3" fmla="*/ 4353 w 18144"/>
                <a:gd name="connsiteY3" fmla="*/ 3897 h 43825"/>
                <a:gd name="connsiteX4" fmla="*/ 1353 w 18144"/>
                <a:gd name="connsiteY4" fmla="*/ 14729 h 43825"/>
                <a:gd name="connsiteX5" fmla="*/ 270 w 18144"/>
                <a:gd name="connsiteY5" fmla="*/ 25728 h 43825"/>
                <a:gd name="connsiteX6" fmla="*/ 6769 w 18144"/>
                <a:gd name="connsiteY6" fmla="*/ 42810 h 43825"/>
                <a:gd name="connsiteX7" fmla="*/ 17268 w 18144"/>
                <a:gd name="connsiteY7" fmla="*/ 32310 h 43825"/>
                <a:gd name="connsiteX8" fmla="*/ 17268 w 18144"/>
                <a:gd name="connsiteY8" fmla="*/ 32310 h 4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144" h="43825">
                  <a:moveTo>
                    <a:pt x="17268" y="32310"/>
                  </a:moveTo>
                  <a:cubicBezTo>
                    <a:pt x="16519" y="30727"/>
                    <a:pt x="16935" y="23561"/>
                    <a:pt x="16685" y="20812"/>
                  </a:cubicBezTo>
                  <a:cubicBezTo>
                    <a:pt x="16185" y="15645"/>
                    <a:pt x="15685" y="10563"/>
                    <a:pt x="15185" y="5396"/>
                  </a:cubicBezTo>
                  <a:cubicBezTo>
                    <a:pt x="14685" y="-520"/>
                    <a:pt x="6103" y="-2353"/>
                    <a:pt x="4353" y="3897"/>
                  </a:cubicBezTo>
                  <a:cubicBezTo>
                    <a:pt x="3353" y="7563"/>
                    <a:pt x="1937" y="10896"/>
                    <a:pt x="1353" y="14729"/>
                  </a:cubicBezTo>
                  <a:cubicBezTo>
                    <a:pt x="853" y="18395"/>
                    <a:pt x="603" y="22062"/>
                    <a:pt x="270" y="25728"/>
                  </a:cubicBezTo>
                  <a:cubicBezTo>
                    <a:pt x="-480" y="32561"/>
                    <a:pt x="-64" y="39143"/>
                    <a:pt x="6769" y="42810"/>
                  </a:cubicBezTo>
                  <a:cubicBezTo>
                    <a:pt x="13852" y="46559"/>
                    <a:pt x="20601" y="39227"/>
                    <a:pt x="17268" y="32310"/>
                  </a:cubicBezTo>
                  <a:lnTo>
                    <a:pt x="17268" y="32310"/>
                  </a:lnTo>
                  <a:close/>
                </a:path>
              </a:pathLst>
            </a:custGeom>
            <a:grpFill/>
            <a:ln w="8332" cap="flat">
              <a:noFill/>
              <a:prstDash val="solid"/>
              <a:miter/>
            </a:ln>
          </p:spPr>
          <p:txBody>
            <a:bodyPr rtlCol="0" anchor="ctr"/>
            <a:lstStyle/>
            <a:p>
              <a:endParaRPr lang="en-US"/>
            </a:p>
          </p:txBody>
        </p:sp>
        <p:sp>
          <p:nvSpPr>
            <p:cNvPr id="2316" name="Freeform: Shape 2315"/>
            <p:cNvSpPr/>
            <p:nvPr/>
          </p:nvSpPr>
          <p:spPr>
            <a:xfrm>
              <a:off x="5225473" y="5436490"/>
              <a:ext cx="33754" cy="35183"/>
            </a:xfrm>
            <a:custGeom>
              <a:avLst/>
              <a:gdLst>
                <a:gd name="connsiteX0" fmla="*/ 31574 w 33754"/>
                <a:gd name="connsiteY0" fmla="*/ 21112 h 35183"/>
                <a:gd name="connsiteX1" fmla="*/ 20908 w 33754"/>
                <a:gd name="connsiteY1" fmla="*/ 8696 h 35183"/>
                <a:gd name="connsiteX2" fmla="*/ 14909 w 33754"/>
                <a:gd name="connsiteY2" fmla="*/ 3530 h 35183"/>
                <a:gd name="connsiteX3" fmla="*/ 7160 w 33754"/>
                <a:gd name="connsiteY3" fmla="*/ 613 h 35183"/>
                <a:gd name="connsiteX4" fmla="*/ 1410 w 33754"/>
                <a:gd name="connsiteY4" fmla="*/ 8113 h 35183"/>
                <a:gd name="connsiteX5" fmla="*/ 7076 w 33754"/>
                <a:gd name="connsiteY5" fmla="*/ 12529 h 35183"/>
                <a:gd name="connsiteX6" fmla="*/ 11326 w 33754"/>
                <a:gd name="connsiteY6" fmla="*/ 18945 h 35183"/>
                <a:gd name="connsiteX7" fmla="*/ 20242 w 33754"/>
                <a:gd name="connsiteY7" fmla="*/ 32611 h 35183"/>
                <a:gd name="connsiteX8" fmla="*/ 31574 w 33754"/>
                <a:gd name="connsiteY8" fmla="*/ 21112 h 35183"/>
                <a:gd name="connsiteX9" fmla="*/ 31574 w 33754"/>
                <a:gd name="connsiteY9" fmla="*/ 21112 h 35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3754" h="35183">
                  <a:moveTo>
                    <a:pt x="31574" y="21112"/>
                  </a:moveTo>
                  <a:cubicBezTo>
                    <a:pt x="27908" y="17028"/>
                    <a:pt x="24575" y="12696"/>
                    <a:pt x="20908" y="8696"/>
                  </a:cubicBezTo>
                  <a:cubicBezTo>
                    <a:pt x="19159" y="6779"/>
                    <a:pt x="17158" y="4863"/>
                    <a:pt x="14909" y="3530"/>
                  </a:cubicBezTo>
                  <a:cubicBezTo>
                    <a:pt x="12492" y="2030"/>
                    <a:pt x="9576" y="1946"/>
                    <a:pt x="7160" y="613"/>
                  </a:cubicBezTo>
                  <a:cubicBezTo>
                    <a:pt x="2494" y="-1970"/>
                    <a:pt x="-2506" y="4196"/>
                    <a:pt x="1410" y="8113"/>
                  </a:cubicBezTo>
                  <a:cubicBezTo>
                    <a:pt x="3160" y="9779"/>
                    <a:pt x="5410" y="10862"/>
                    <a:pt x="7076" y="12529"/>
                  </a:cubicBezTo>
                  <a:cubicBezTo>
                    <a:pt x="8743" y="14362"/>
                    <a:pt x="10076" y="16779"/>
                    <a:pt x="11326" y="18945"/>
                  </a:cubicBezTo>
                  <a:cubicBezTo>
                    <a:pt x="14159" y="23695"/>
                    <a:pt x="16576" y="28444"/>
                    <a:pt x="20242" y="32611"/>
                  </a:cubicBezTo>
                  <a:cubicBezTo>
                    <a:pt x="27074" y="40360"/>
                    <a:pt x="38573" y="28861"/>
                    <a:pt x="31574" y="21112"/>
                  </a:cubicBezTo>
                  <a:lnTo>
                    <a:pt x="31574" y="21112"/>
                  </a:lnTo>
                  <a:close/>
                </a:path>
              </a:pathLst>
            </a:custGeom>
            <a:grpFill/>
            <a:ln w="8332" cap="flat">
              <a:noFill/>
              <a:prstDash val="solid"/>
              <a:miter/>
            </a:ln>
          </p:spPr>
          <p:txBody>
            <a:bodyPr rtlCol="0" anchor="ctr"/>
            <a:lstStyle/>
            <a:p>
              <a:endParaRPr lang="en-US"/>
            </a:p>
          </p:txBody>
        </p:sp>
        <p:sp>
          <p:nvSpPr>
            <p:cNvPr id="2317" name="Freeform: Shape 2316"/>
            <p:cNvSpPr/>
            <p:nvPr/>
          </p:nvSpPr>
          <p:spPr>
            <a:xfrm>
              <a:off x="5261511" y="5400343"/>
              <a:ext cx="46695" cy="19305"/>
            </a:xfrm>
            <a:custGeom>
              <a:avLst/>
              <a:gdLst>
                <a:gd name="connsiteX0" fmla="*/ 43366 w 46695"/>
                <a:gd name="connsiteY0" fmla="*/ 6096 h 19305"/>
                <a:gd name="connsiteX1" fmla="*/ 24451 w 46695"/>
                <a:gd name="connsiteY1" fmla="*/ 2763 h 19305"/>
                <a:gd name="connsiteX2" fmla="*/ 6786 w 46695"/>
                <a:gd name="connsiteY2" fmla="*/ 97 h 19305"/>
                <a:gd name="connsiteX3" fmla="*/ 3869 w 46695"/>
                <a:gd name="connsiteY3" fmla="*/ 10512 h 19305"/>
                <a:gd name="connsiteX4" fmla="*/ 41783 w 46695"/>
                <a:gd name="connsiteY4" fmla="*/ 18595 h 19305"/>
                <a:gd name="connsiteX5" fmla="*/ 43366 w 46695"/>
                <a:gd name="connsiteY5" fmla="*/ 6096 h 19305"/>
                <a:gd name="connsiteX6" fmla="*/ 43366 w 46695"/>
                <a:gd name="connsiteY6" fmla="*/ 6096 h 19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695" h="19305">
                  <a:moveTo>
                    <a:pt x="43366" y="6096"/>
                  </a:moveTo>
                  <a:cubicBezTo>
                    <a:pt x="37116" y="3263"/>
                    <a:pt x="31200" y="3263"/>
                    <a:pt x="24451" y="2763"/>
                  </a:cubicBezTo>
                  <a:cubicBezTo>
                    <a:pt x="18368" y="2263"/>
                    <a:pt x="12702" y="1096"/>
                    <a:pt x="6786" y="97"/>
                  </a:cubicBezTo>
                  <a:cubicBezTo>
                    <a:pt x="36" y="-1070"/>
                    <a:pt x="-2963" y="8679"/>
                    <a:pt x="3869" y="10512"/>
                  </a:cubicBezTo>
                  <a:cubicBezTo>
                    <a:pt x="16618" y="13929"/>
                    <a:pt x="27951" y="21678"/>
                    <a:pt x="41783" y="18595"/>
                  </a:cubicBezTo>
                  <a:cubicBezTo>
                    <a:pt x="47116" y="17428"/>
                    <a:pt x="48782" y="8513"/>
                    <a:pt x="43366" y="6096"/>
                  </a:cubicBezTo>
                  <a:lnTo>
                    <a:pt x="43366" y="6096"/>
                  </a:lnTo>
                  <a:close/>
                </a:path>
              </a:pathLst>
            </a:custGeom>
            <a:grpFill/>
            <a:ln w="8332" cap="flat">
              <a:noFill/>
              <a:prstDash val="solid"/>
              <a:miter/>
            </a:ln>
          </p:spPr>
          <p:txBody>
            <a:bodyPr rtlCol="0" anchor="ctr"/>
            <a:lstStyle/>
            <a:p>
              <a:endParaRPr lang="en-US"/>
            </a:p>
          </p:txBody>
        </p:sp>
        <p:sp>
          <p:nvSpPr>
            <p:cNvPr id="2318" name="Freeform: Shape 2317"/>
            <p:cNvSpPr/>
            <p:nvPr/>
          </p:nvSpPr>
          <p:spPr>
            <a:xfrm>
              <a:off x="5268859" y="5350859"/>
              <a:ext cx="47797" cy="16326"/>
            </a:xfrm>
            <a:custGeom>
              <a:avLst/>
              <a:gdLst>
                <a:gd name="connsiteX0" fmla="*/ 42184 w 47797"/>
                <a:gd name="connsiteY0" fmla="*/ 3 h 16326"/>
                <a:gd name="connsiteX1" fmla="*/ 26102 w 47797"/>
                <a:gd name="connsiteY1" fmla="*/ 3169 h 16326"/>
                <a:gd name="connsiteX2" fmla="*/ 2687 w 47797"/>
                <a:gd name="connsiteY2" fmla="*/ 7918 h 16326"/>
                <a:gd name="connsiteX3" fmla="*/ 2687 w 47797"/>
                <a:gd name="connsiteY3" fmla="*/ 15168 h 16326"/>
                <a:gd name="connsiteX4" fmla="*/ 30351 w 47797"/>
                <a:gd name="connsiteY4" fmla="*/ 15751 h 16326"/>
                <a:gd name="connsiteX5" fmla="*/ 47183 w 47797"/>
                <a:gd name="connsiteY5" fmla="*/ 8669 h 16326"/>
                <a:gd name="connsiteX6" fmla="*/ 42184 w 47797"/>
                <a:gd name="connsiteY6" fmla="*/ 3 h 16326"/>
                <a:gd name="connsiteX7" fmla="*/ 42184 w 47797"/>
                <a:gd name="connsiteY7" fmla="*/ 3 h 16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797" h="16326">
                  <a:moveTo>
                    <a:pt x="42184" y="3"/>
                  </a:moveTo>
                  <a:cubicBezTo>
                    <a:pt x="36517" y="-81"/>
                    <a:pt x="31601" y="1669"/>
                    <a:pt x="26102" y="3169"/>
                  </a:cubicBezTo>
                  <a:cubicBezTo>
                    <a:pt x="18436" y="5252"/>
                    <a:pt x="10520" y="6752"/>
                    <a:pt x="2687" y="7918"/>
                  </a:cubicBezTo>
                  <a:cubicBezTo>
                    <a:pt x="-896" y="8502"/>
                    <a:pt x="-896" y="14668"/>
                    <a:pt x="2687" y="15168"/>
                  </a:cubicBezTo>
                  <a:cubicBezTo>
                    <a:pt x="11853" y="16501"/>
                    <a:pt x="21102" y="16668"/>
                    <a:pt x="30351" y="15751"/>
                  </a:cubicBezTo>
                  <a:cubicBezTo>
                    <a:pt x="36351" y="15168"/>
                    <a:pt x="44267" y="15001"/>
                    <a:pt x="47183" y="8669"/>
                  </a:cubicBezTo>
                  <a:cubicBezTo>
                    <a:pt x="48933" y="4752"/>
                    <a:pt x="46850" y="3"/>
                    <a:pt x="42184" y="3"/>
                  </a:cubicBezTo>
                  <a:lnTo>
                    <a:pt x="42184" y="3"/>
                  </a:lnTo>
                  <a:close/>
                </a:path>
              </a:pathLst>
            </a:custGeom>
            <a:grpFill/>
            <a:ln w="8332" cap="flat">
              <a:noFill/>
              <a:prstDash val="solid"/>
              <a:miter/>
            </a:ln>
          </p:spPr>
          <p:txBody>
            <a:bodyPr rtlCol="0" anchor="ctr"/>
            <a:lstStyle/>
            <a:p>
              <a:endParaRPr lang="en-US"/>
            </a:p>
          </p:txBody>
        </p:sp>
        <p:sp>
          <p:nvSpPr>
            <p:cNvPr id="2319" name="Freeform: Shape 2318"/>
            <p:cNvSpPr/>
            <p:nvPr/>
          </p:nvSpPr>
          <p:spPr>
            <a:xfrm>
              <a:off x="5270160" y="5319123"/>
              <a:ext cx="33355" cy="19689"/>
            </a:xfrm>
            <a:custGeom>
              <a:avLst/>
              <a:gdLst>
                <a:gd name="connsiteX0" fmla="*/ 24634 w 33355"/>
                <a:gd name="connsiteY0" fmla="*/ 74 h 19689"/>
                <a:gd name="connsiteX1" fmla="*/ 8385 w 33355"/>
                <a:gd name="connsiteY1" fmla="*/ 6907 h 19689"/>
                <a:gd name="connsiteX2" fmla="*/ 2386 w 33355"/>
                <a:gd name="connsiteY2" fmla="*/ 11407 h 19689"/>
                <a:gd name="connsiteX3" fmla="*/ 719 w 33355"/>
                <a:gd name="connsiteY3" fmla="*/ 13490 h 19689"/>
                <a:gd name="connsiteX4" fmla="*/ 303 w 33355"/>
                <a:gd name="connsiteY4" fmla="*/ 14990 h 19689"/>
                <a:gd name="connsiteX5" fmla="*/ 1136 w 33355"/>
                <a:gd name="connsiteY5" fmla="*/ 18323 h 19689"/>
                <a:gd name="connsiteX6" fmla="*/ 13468 w 33355"/>
                <a:gd name="connsiteY6" fmla="*/ 18740 h 19689"/>
                <a:gd name="connsiteX7" fmla="*/ 29883 w 33355"/>
                <a:gd name="connsiteY7" fmla="*/ 12490 h 19689"/>
                <a:gd name="connsiteX8" fmla="*/ 24634 w 33355"/>
                <a:gd name="connsiteY8" fmla="*/ 74 h 19689"/>
                <a:gd name="connsiteX9" fmla="*/ 24634 w 33355"/>
                <a:gd name="connsiteY9" fmla="*/ 74 h 19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3355" h="19689">
                  <a:moveTo>
                    <a:pt x="24634" y="74"/>
                  </a:moveTo>
                  <a:cubicBezTo>
                    <a:pt x="18551" y="908"/>
                    <a:pt x="13218" y="3157"/>
                    <a:pt x="8385" y="6907"/>
                  </a:cubicBezTo>
                  <a:cubicBezTo>
                    <a:pt x="6469" y="8407"/>
                    <a:pt x="4136" y="9657"/>
                    <a:pt x="2386" y="11407"/>
                  </a:cubicBezTo>
                  <a:cubicBezTo>
                    <a:pt x="1719" y="12073"/>
                    <a:pt x="1136" y="12740"/>
                    <a:pt x="719" y="13490"/>
                  </a:cubicBezTo>
                  <a:cubicBezTo>
                    <a:pt x="553" y="13740"/>
                    <a:pt x="-197" y="16240"/>
                    <a:pt x="303" y="14990"/>
                  </a:cubicBezTo>
                  <a:cubicBezTo>
                    <a:pt x="-281" y="16240"/>
                    <a:pt x="-30" y="17490"/>
                    <a:pt x="1136" y="18323"/>
                  </a:cubicBezTo>
                  <a:cubicBezTo>
                    <a:pt x="4052" y="20406"/>
                    <a:pt x="10219" y="19740"/>
                    <a:pt x="13468" y="18740"/>
                  </a:cubicBezTo>
                  <a:cubicBezTo>
                    <a:pt x="19051" y="17073"/>
                    <a:pt x="24801" y="15407"/>
                    <a:pt x="29883" y="12490"/>
                  </a:cubicBezTo>
                  <a:cubicBezTo>
                    <a:pt x="37133" y="8407"/>
                    <a:pt x="31883" y="-925"/>
                    <a:pt x="24634" y="74"/>
                  </a:cubicBezTo>
                  <a:lnTo>
                    <a:pt x="24634" y="74"/>
                  </a:lnTo>
                  <a:close/>
                </a:path>
              </a:pathLst>
            </a:custGeom>
            <a:grpFill/>
            <a:ln w="8332" cap="flat">
              <a:noFill/>
              <a:prstDash val="solid"/>
              <a:miter/>
            </a:ln>
          </p:spPr>
          <p:txBody>
            <a:bodyPr rtlCol="0" anchor="ctr"/>
            <a:lstStyle/>
            <a:p>
              <a:endParaRPr lang="en-US"/>
            </a:p>
          </p:txBody>
        </p:sp>
        <p:sp>
          <p:nvSpPr>
            <p:cNvPr id="2320" name="Freeform: Shape 2319"/>
            <p:cNvSpPr/>
            <p:nvPr/>
          </p:nvSpPr>
          <p:spPr>
            <a:xfrm>
              <a:off x="5043893" y="5466798"/>
              <a:ext cx="29890" cy="42619"/>
            </a:xfrm>
            <a:custGeom>
              <a:avLst/>
              <a:gdLst>
                <a:gd name="connsiteX0" fmla="*/ 18172 w 29890"/>
                <a:gd name="connsiteY0" fmla="*/ 2970 h 42619"/>
                <a:gd name="connsiteX1" fmla="*/ 3006 w 29890"/>
                <a:gd name="connsiteY1" fmla="*/ 24384 h 42619"/>
                <a:gd name="connsiteX2" fmla="*/ 5673 w 29890"/>
                <a:gd name="connsiteY2" fmla="*/ 41883 h 42619"/>
                <a:gd name="connsiteX3" fmla="*/ 15172 w 29890"/>
                <a:gd name="connsiteY3" fmla="*/ 32717 h 42619"/>
                <a:gd name="connsiteX4" fmla="*/ 15339 w 29890"/>
                <a:gd name="connsiteY4" fmla="*/ 32384 h 42619"/>
                <a:gd name="connsiteX5" fmla="*/ 16755 w 29890"/>
                <a:gd name="connsiteY5" fmla="*/ 29884 h 42619"/>
                <a:gd name="connsiteX6" fmla="*/ 20589 w 29890"/>
                <a:gd name="connsiteY6" fmla="*/ 23301 h 42619"/>
                <a:gd name="connsiteX7" fmla="*/ 29004 w 29890"/>
                <a:gd name="connsiteY7" fmla="*/ 9302 h 42619"/>
                <a:gd name="connsiteX8" fmla="*/ 18172 w 29890"/>
                <a:gd name="connsiteY8" fmla="*/ 2970 h 42619"/>
                <a:gd name="connsiteX9" fmla="*/ 18172 w 29890"/>
                <a:gd name="connsiteY9" fmla="*/ 2970 h 42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890" h="42619">
                  <a:moveTo>
                    <a:pt x="18172" y="2970"/>
                  </a:moveTo>
                  <a:cubicBezTo>
                    <a:pt x="13506" y="10469"/>
                    <a:pt x="7923" y="17052"/>
                    <a:pt x="3006" y="24384"/>
                  </a:cubicBezTo>
                  <a:cubicBezTo>
                    <a:pt x="-993" y="30384"/>
                    <a:pt x="-1826" y="38217"/>
                    <a:pt x="5673" y="41883"/>
                  </a:cubicBezTo>
                  <a:cubicBezTo>
                    <a:pt x="11339" y="44716"/>
                    <a:pt x="18755" y="38883"/>
                    <a:pt x="15172" y="32717"/>
                  </a:cubicBezTo>
                  <a:cubicBezTo>
                    <a:pt x="15256" y="32633"/>
                    <a:pt x="15256" y="32550"/>
                    <a:pt x="15339" y="32384"/>
                  </a:cubicBezTo>
                  <a:cubicBezTo>
                    <a:pt x="15839" y="31550"/>
                    <a:pt x="16255" y="30717"/>
                    <a:pt x="16755" y="29884"/>
                  </a:cubicBezTo>
                  <a:cubicBezTo>
                    <a:pt x="18005" y="27718"/>
                    <a:pt x="19338" y="25468"/>
                    <a:pt x="20589" y="23301"/>
                  </a:cubicBezTo>
                  <a:cubicBezTo>
                    <a:pt x="23338" y="18635"/>
                    <a:pt x="26255" y="13969"/>
                    <a:pt x="29004" y="9302"/>
                  </a:cubicBezTo>
                  <a:cubicBezTo>
                    <a:pt x="33004" y="2303"/>
                    <a:pt x="22421" y="-3863"/>
                    <a:pt x="18172" y="2970"/>
                  </a:cubicBezTo>
                  <a:lnTo>
                    <a:pt x="18172" y="2970"/>
                  </a:lnTo>
                  <a:close/>
                </a:path>
              </a:pathLst>
            </a:custGeom>
            <a:grpFill/>
            <a:ln w="8332" cap="flat">
              <a:noFill/>
              <a:prstDash val="solid"/>
              <a:miter/>
            </a:ln>
          </p:spPr>
          <p:txBody>
            <a:bodyPr rtlCol="0" anchor="ctr"/>
            <a:lstStyle/>
            <a:p>
              <a:endParaRPr lang="en-US"/>
            </a:p>
          </p:txBody>
        </p:sp>
        <p:sp>
          <p:nvSpPr>
            <p:cNvPr id="2321" name="Freeform: Shape 2320"/>
            <p:cNvSpPr/>
            <p:nvPr/>
          </p:nvSpPr>
          <p:spPr>
            <a:xfrm>
              <a:off x="5113830" y="5498934"/>
              <a:ext cx="22458" cy="44877"/>
            </a:xfrm>
            <a:custGeom>
              <a:avLst/>
              <a:gdLst>
                <a:gd name="connsiteX0" fmla="*/ 9313 w 22458"/>
                <a:gd name="connsiteY0" fmla="*/ 3247 h 44877"/>
                <a:gd name="connsiteX1" fmla="*/ 2897 w 22458"/>
                <a:gd name="connsiteY1" fmla="*/ 41827 h 44877"/>
                <a:gd name="connsiteX2" fmla="*/ 15146 w 22458"/>
                <a:gd name="connsiteY2" fmla="*/ 38494 h 44877"/>
                <a:gd name="connsiteX3" fmla="*/ 18063 w 22458"/>
                <a:gd name="connsiteY3" fmla="*/ 24662 h 44877"/>
                <a:gd name="connsiteX4" fmla="*/ 21979 w 22458"/>
                <a:gd name="connsiteY4" fmla="*/ 8580 h 44877"/>
                <a:gd name="connsiteX5" fmla="*/ 9313 w 22458"/>
                <a:gd name="connsiteY5" fmla="*/ 3247 h 44877"/>
                <a:gd name="connsiteX6" fmla="*/ 9313 w 22458"/>
                <a:gd name="connsiteY6" fmla="*/ 3247 h 44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458" h="44877">
                  <a:moveTo>
                    <a:pt x="9313" y="3247"/>
                  </a:moveTo>
                  <a:cubicBezTo>
                    <a:pt x="3814" y="13246"/>
                    <a:pt x="-4436" y="31161"/>
                    <a:pt x="2897" y="41827"/>
                  </a:cubicBezTo>
                  <a:cubicBezTo>
                    <a:pt x="6397" y="46993"/>
                    <a:pt x="15230" y="45410"/>
                    <a:pt x="15146" y="38494"/>
                  </a:cubicBezTo>
                  <a:cubicBezTo>
                    <a:pt x="15146" y="33911"/>
                    <a:pt x="17146" y="29161"/>
                    <a:pt x="18063" y="24662"/>
                  </a:cubicBezTo>
                  <a:cubicBezTo>
                    <a:pt x="19062" y="19162"/>
                    <a:pt x="19813" y="13913"/>
                    <a:pt x="21979" y="8580"/>
                  </a:cubicBezTo>
                  <a:cubicBezTo>
                    <a:pt x="24979" y="1247"/>
                    <a:pt x="13063" y="-3502"/>
                    <a:pt x="9313" y="3247"/>
                  </a:cubicBezTo>
                  <a:lnTo>
                    <a:pt x="9313" y="3247"/>
                  </a:lnTo>
                  <a:close/>
                </a:path>
              </a:pathLst>
            </a:custGeom>
            <a:grpFill/>
            <a:ln w="8332" cap="flat">
              <a:noFill/>
              <a:prstDash val="solid"/>
              <a:miter/>
            </a:ln>
          </p:spPr>
          <p:txBody>
            <a:bodyPr rtlCol="0" anchor="ctr"/>
            <a:lstStyle/>
            <a:p>
              <a:endParaRPr lang="en-US"/>
            </a:p>
          </p:txBody>
        </p:sp>
        <p:sp>
          <p:nvSpPr>
            <p:cNvPr id="2322" name="Freeform: Shape 2321"/>
            <p:cNvSpPr/>
            <p:nvPr/>
          </p:nvSpPr>
          <p:spPr>
            <a:xfrm>
              <a:off x="5184563" y="5506041"/>
              <a:ext cx="19511" cy="39093"/>
            </a:xfrm>
            <a:custGeom>
              <a:avLst/>
              <a:gdLst>
                <a:gd name="connsiteX0" fmla="*/ 19406 w 19511"/>
                <a:gd name="connsiteY0" fmla="*/ 31636 h 39093"/>
                <a:gd name="connsiteX1" fmla="*/ 11407 w 19511"/>
                <a:gd name="connsiteY1" fmla="*/ 3139 h 39093"/>
                <a:gd name="connsiteX2" fmla="*/ 158 w 19511"/>
                <a:gd name="connsiteY2" fmla="*/ 7888 h 39093"/>
                <a:gd name="connsiteX3" fmla="*/ 12240 w 19511"/>
                <a:gd name="connsiteY3" fmla="*/ 38802 h 39093"/>
                <a:gd name="connsiteX4" fmla="*/ 19406 w 19511"/>
                <a:gd name="connsiteY4" fmla="*/ 31636 h 39093"/>
                <a:gd name="connsiteX5" fmla="*/ 19406 w 19511"/>
                <a:gd name="connsiteY5" fmla="*/ 31636 h 39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511" h="39093">
                  <a:moveTo>
                    <a:pt x="19406" y="31636"/>
                  </a:moveTo>
                  <a:cubicBezTo>
                    <a:pt x="17740" y="22221"/>
                    <a:pt x="15573" y="11721"/>
                    <a:pt x="11407" y="3139"/>
                  </a:cubicBezTo>
                  <a:cubicBezTo>
                    <a:pt x="8241" y="-3444"/>
                    <a:pt x="-1342" y="1389"/>
                    <a:pt x="158" y="7888"/>
                  </a:cubicBezTo>
                  <a:cubicBezTo>
                    <a:pt x="2574" y="19054"/>
                    <a:pt x="-2175" y="34219"/>
                    <a:pt x="12240" y="38802"/>
                  </a:cubicBezTo>
                  <a:cubicBezTo>
                    <a:pt x="16823" y="40302"/>
                    <a:pt x="20156" y="35719"/>
                    <a:pt x="19406" y="31636"/>
                  </a:cubicBezTo>
                  <a:lnTo>
                    <a:pt x="19406" y="31636"/>
                  </a:lnTo>
                  <a:close/>
                </a:path>
              </a:pathLst>
            </a:custGeom>
            <a:grpFill/>
            <a:ln w="8332" cap="flat">
              <a:noFill/>
              <a:prstDash val="solid"/>
              <a:miter/>
            </a:ln>
          </p:spPr>
          <p:txBody>
            <a:bodyPr rtlCol="0" anchor="ctr"/>
            <a:lstStyle/>
            <a:p>
              <a:endParaRPr lang="en-US"/>
            </a:p>
          </p:txBody>
        </p:sp>
        <p:sp>
          <p:nvSpPr>
            <p:cNvPr id="2323" name="Freeform: Shape 2322"/>
            <p:cNvSpPr/>
            <p:nvPr/>
          </p:nvSpPr>
          <p:spPr>
            <a:xfrm>
              <a:off x="5240643" y="5498584"/>
              <a:ext cx="33928" cy="33127"/>
            </a:xfrm>
            <a:custGeom>
              <a:avLst/>
              <a:gdLst>
                <a:gd name="connsiteX0" fmla="*/ 33736 w 33928"/>
                <a:gd name="connsiteY0" fmla="*/ 24345 h 33127"/>
                <a:gd name="connsiteX1" fmla="*/ 20988 w 33928"/>
                <a:gd name="connsiteY1" fmla="*/ 10596 h 33127"/>
                <a:gd name="connsiteX2" fmla="*/ 7406 w 33928"/>
                <a:gd name="connsiteY2" fmla="*/ 763 h 33127"/>
                <a:gd name="connsiteX3" fmla="*/ 1406 w 33928"/>
                <a:gd name="connsiteY3" fmla="*/ 8513 h 33127"/>
                <a:gd name="connsiteX4" fmla="*/ 26987 w 33928"/>
                <a:gd name="connsiteY4" fmla="*/ 33094 h 33127"/>
                <a:gd name="connsiteX5" fmla="*/ 33736 w 33928"/>
                <a:gd name="connsiteY5" fmla="*/ 24345 h 33127"/>
                <a:gd name="connsiteX6" fmla="*/ 33736 w 33928"/>
                <a:gd name="connsiteY6" fmla="*/ 24345 h 33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928" h="33127">
                  <a:moveTo>
                    <a:pt x="33736" y="24345"/>
                  </a:moveTo>
                  <a:cubicBezTo>
                    <a:pt x="32237" y="18095"/>
                    <a:pt x="25904" y="14179"/>
                    <a:pt x="20988" y="10596"/>
                  </a:cubicBezTo>
                  <a:cubicBezTo>
                    <a:pt x="16488" y="7263"/>
                    <a:pt x="12072" y="3847"/>
                    <a:pt x="7406" y="763"/>
                  </a:cubicBezTo>
                  <a:cubicBezTo>
                    <a:pt x="2739" y="-2320"/>
                    <a:pt x="-2593" y="4680"/>
                    <a:pt x="1406" y="8513"/>
                  </a:cubicBezTo>
                  <a:cubicBezTo>
                    <a:pt x="10072" y="16679"/>
                    <a:pt x="13155" y="31844"/>
                    <a:pt x="26987" y="33094"/>
                  </a:cubicBezTo>
                  <a:cubicBezTo>
                    <a:pt x="31737" y="33594"/>
                    <a:pt x="34737" y="28428"/>
                    <a:pt x="33736" y="24345"/>
                  </a:cubicBezTo>
                  <a:lnTo>
                    <a:pt x="33736" y="24345"/>
                  </a:lnTo>
                  <a:close/>
                </a:path>
              </a:pathLst>
            </a:custGeom>
            <a:grpFill/>
            <a:ln w="8332" cap="flat">
              <a:noFill/>
              <a:prstDash val="solid"/>
              <a:miter/>
            </a:ln>
          </p:spPr>
          <p:txBody>
            <a:bodyPr rtlCol="0" anchor="ctr"/>
            <a:lstStyle/>
            <a:p>
              <a:endParaRPr lang="en-US"/>
            </a:p>
          </p:txBody>
        </p:sp>
        <p:sp>
          <p:nvSpPr>
            <p:cNvPr id="2324" name="Freeform: Shape 2323"/>
            <p:cNvSpPr/>
            <p:nvPr/>
          </p:nvSpPr>
          <p:spPr>
            <a:xfrm>
              <a:off x="5294941" y="5454012"/>
              <a:ext cx="46065" cy="18057"/>
            </a:xfrm>
            <a:custGeom>
              <a:avLst/>
              <a:gdLst>
                <a:gd name="connsiteX0" fmla="*/ 36184 w 46065"/>
                <a:gd name="connsiteY0" fmla="*/ 1924 h 18057"/>
                <a:gd name="connsiteX1" fmla="*/ 7020 w 46065"/>
                <a:gd name="connsiteY1" fmla="*/ 90 h 18057"/>
                <a:gd name="connsiteX2" fmla="*/ 4020 w 46065"/>
                <a:gd name="connsiteY2" fmla="*/ 10840 h 18057"/>
                <a:gd name="connsiteX3" fmla="*/ 42100 w 46065"/>
                <a:gd name="connsiteY3" fmla="*/ 15922 h 18057"/>
                <a:gd name="connsiteX4" fmla="*/ 36184 w 46065"/>
                <a:gd name="connsiteY4" fmla="*/ 1924 h 18057"/>
                <a:gd name="connsiteX5" fmla="*/ 36184 w 46065"/>
                <a:gd name="connsiteY5" fmla="*/ 1924 h 18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065" h="18057">
                  <a:moveTo>
                    <a:pt x="36184" y="1924"/>
                  </a:moveTo>
                  <a:cubicBezTo>
                    <a:pt x="26518" y="3507"/>
                    <a:pt x="16519" y="1757"/>
                    <a:pt x="7020" y="90"/>
                  </a:cubicBezTo>
                  <a:cubicBezTo>
                    <a:pt x="20" y="-1076"/>
                    <a:pt x="-3063" y="9423"/>
                    <a:pt x="4020" y="10840"/>
                  </a:cubicBezTo>
                  <a:cubicBezTo>
                    <a:pt x="16769" y="13423"/>
                    <a:pt x="29268" y="22005"/>
                    <a:pt x="42100" y="15922"/>
                  </a:cubicBezTo>
                  <a:cubicBezTo>
                    <a:pt x="50516" y="11923"/>
                    <a:pt x="44099" y="590"/>
                    <a:pt x="36184" y="1924"/>
                  </a:cubicBezTo>
                  <a:lnTo>
                    <a:pt x="36184" y="1924"/>
                  </a:lnTo>
                  <a:close/>
                </a:path>
              </a:pathLst>
            </a:custGeom>
            <a:grpFill/>
            <a:ln w="8332" cap="flat">
              <a:noFill/>
              <a:prstDash val="solid"/>
              <a:miter/>
            </a:ln>
          </p:spPr>
          <p:txBody>
            <a:bodyPr rtlCol="0" anchor="ctr"/>
            <a:lstStyle/>
            <a:p>
              <a:endParaRPr lang="en-US"/>
            </a:p>
          </p:txBody>
        </p:sp>
        <p:sp>
          <p:nvSpPr>
            <p:cNvPr id="2325" name="Freeform: Shape 2324"/>
            <p:cNvSpPr/>
            <p:nvPr/>
          </p:nvSpPr>
          <p:spPr>
            <a:xfrm>
              <a:off x="5327239" y="5392285"/>
              <a:ext cx="34163" cy="12244"/>
            </a:xfrm>
            <a:custGeom>
              <a:avLst/>
              <a:gdLst>
                <a:gd name="connsiteX0" fmla="*/ 30383 w 34163"/>
                <a:gd name="connsiteY0" fmla="*/ 656 h 12244"/>
                <a:gd name="connsiteX1" fmla="*/ 4968 w 34163"/>
                <a:gd name="connsiteY1" fmla="*/ 1489 h 12244"/>
                <a:gd name="connsiteX2" fmla="*/ 4968 w 34163"/>
                <a:gd name="connsiteY2" fmla="*/ 11821 h 12244"/>
                <a:gd name="connsiteX3" fmla="*/ 30383 w 34163"/>
                <a:gd name="connsiteY3" fmla="*/ 10738 h 12244"/>
                <a:gd name="connsiteX4" fmla="*/ 30383 w 34163"/>
                <a:gd name="connsiteY4" fmla="*/ 656 h 12244"/>
                <a:gd name="connsiteX5" fmla="*/ 30383 w 34163"/>
                <a:gd name="connsiteY5" fmla="*/ 656 h 12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163" h="12244">
                  <a:moveTo>
                    <a:pt x="30383" y="656"/>
                  </a:moveTo>
                  <a:cubicBezTo>
                    <a:pt x="21633" y="-844"/>
                    <a:pt x="13634" y="573"/>
                    <a:pt x="4968" y="1489"/>
                  </a:cubicBezTo>
                  <a:cubicBezTo>
                    <a:pt x="-1614" y="2156"/>
                    <a:pt x="-1698" y="11155"/>
                    <a:pt x="4968" y="11821"/>
                  </a:cubicBezTo>
                  <a:cubicBezTo>
                    <a:pt x="13634" y="12655"/>
                    <a:pt x="21884" y="12238"/>
                    <a:pt x="30383" y="10738"/>
                  </a:cubicBezTo>
                  <a:cubicBezTo>
                    <a:pt x="35382" y="9822"/>
                    <a:pt x="35466" y="1489"/>
                    <a:pt x="30383" y="656"/>
                  </a:cubicBezTo>
                  <a:lnTo>
                    <a:pt x="30383" y="656"/>
                  </a:lnTo>
                  <a:close/>
                </a:path>
              </a:pathLst>
            </a:custGeom>
            <a:grpFill/>
            <a:ln w="8332" cap="flat">
              <a:noFill/>
              <a:prstDash val="solid"/>
              <a:miter/>
            </a:ln>
          </p:spPr>
          <p:txBody>
            <a:bodyPr rtlCol="0" anchor="ctr"/>
            <a:lstStyle/>
            <a:p>
              <a:endParaRPr lang="en-US"/>
            </a:p>
          </p:txBody>
        </p:sp>
        <p:sp>
          <p:nvSpPr>
            <p:cNvPr id="2326" name="Freeform: Shape 2325"/>
            <p:cNvSpPr/>
            <p:nvPr/>
          </p:nvSpPr>
          <p:spPr>
            <a:xfrm>
              <a:off x="5339814" y="5620575"/>
              <a:ext cx="369137" cy="558127"/>
            </a:xfrm>
            <a:custGeom>
              <a:avLst/>
              <a:gdLst>
                <a:gd name="connsiteX0" fmla="*/ 313698 w 369137"/>
                <a:gd name="connsiteY0" fmla="*/ 121751 h 558127"/>
                <a:gd name="connsiteX1" fmla="*/ 262036 w 369137"/>
                <a:gd name="connsiteY1" fmla="*/ 98336 h 558127"/>
                <a:gd name="connsiteX2" fmla="*/ 199042 w 369137"/>
                <a:gd name="connsiteY2" fmla="*/ 98669 h 558127"/>
                <a:gd name="connsiteX3" fmla="*/ 180127 w 369137"/>
                <a:gd name="connsiteY3" fmla="*/ 102003 h 558127"/>
                <a:gd name="connsiteX4" fmla="*/ 171711 w 369137"/>
                <a:gd name="connsiteY4" fmla="*/ 90671 h 558127"/>
                <a:gd name="connsiteX5" fmla="*/ 162295 w 369137"/>
                <a:gd name="connsiteY5" fmla="*/ 50757 h 558127"/>
                <a:gd name="connsiteX6" fmla="*/ 157212 w 369137"/>
                <a:gd name="connsiteY6" fmla="*/ 16927 h 558127"/>
                <a:gd name="connsiteX7" fmla="*/ 150879 w 369137"/>
                <a:gd name="connsiteY7" fmla="*/ 1512 h 558127"/>
                <a:gd name="connsiteX8" fmla="*/ 115633 w 369137"/>
                <a:gd name="connsiteY8" fmla="*/ 19427 h 558127"/>
                <a:gd name="connsiteX9" fmla="*/ 107467 w 369137"/>
                <a:gd name="connsiteY9" fmla="*/ 59756 h 558127"/>
                <a:gd name="connsiteX10" fmla="*/ 118216 w 369137"/>
                <a:gd name="connsiteY10" fmla="*/ 91504 h 558127"/>
                <a:gd name="connsiteX11" fmla="*/ 127298 w 369137"/>
                <a:gd name="connsiteY11" fmla="*/ 115918 h 558127"/>
                <a:gd name="connsiteX12" fmla="*/ 117966 w 369137"/>
                <a:gd name="connsiteY12" fmla="*/ 116085 h 558127"/>
                <a:gd name="connsiteX13" fmla="*/ 106300 w 369137"/>
                <a:gd name="connsiteY13" fmla="*/ 121418 h 558127"/>
                <a:gd name="connsiteX14" fmla="*/ 93551 w 369137"/>
                <a:gd name="connsiteY14" fmla="*/ 129333 h 558127"/>
                <a:gd name="connsiteX15" fmla="*/ 76136 w 369137"/>
                <a:gd name="connsiteY15" fmla="*/ 142416 h 558127"/>
                <a:gd name="connsiteX16" fmla="*/ 69470 w 369137"/>
                <a:gd name="connsiteY16" fmla="*/ 147915 h 558127"/>
                <a:gd name="connsiteX17" fmla="*/ 53055 w 369137"/>
                <a:gd name="connsiteY17" fmla="*/ 163497 h 558127"/>
                <a:gd name="connsiteX18" fmla="*/ 2309 w 369137"/>
                <a:gd name="connsiteY18" fmla="*/ 254072 h 558127"/>
                <a:gd name="connsiteX19" fmla="*/ 5143 w 369137"/>
                <a:gd name="connsiteY19" fmla="*/ 275320 h 558127"/>
                <a:gd name="connsiteX20" fmla="*/ 16808 w 369137"/>
                <a:gd name="connsiteY20" fmla="*/ 272237 h 558127"/>
                <a:gd name="connsiteX21" fmla="*/ 18141 w 369137"/>
                <a:gd name="connsiteY21" fmla="*/ 323483 h 558127"/>
                <a:gd name="connsiteX22" fmla="*/ 49972 w 369137"/>
                <a:gd name="connsiteY22" fmla="*/ 401392 h 558127"/>
                <a:gd name="connsiteX23" fmla="*/ 181627 w 369137"/>
                <a:gd name="connsiteY23" fmla="*/ 529214 h 558127"/>
                <a:gd name="connsiteX24" fmla="*/ 260537 w 369137"/>
                <a:gd name="connsiteY24" fmla="*/ 557961 h 558127"/>
                <a:gd name="connsiteX25" fmla="*/ 323447 w 369137"/>
                <a:gd name="connsiteY25" fmla="*/ 515382 h 558127"/>
                <a:gd name="connsiteX26" fmla="*/ 369110 w 369137"/>
                <a:gd name="connsiteY26" fmla="*/ 349314 h 558127"/>
                <a:gd name="connsiteX27" fmla="*/ 359111 w 369137"/>
                <a:gd name="connsiteY27" fmla="*/ 244240 h 558127"/>
                <a:gd name="connsiteX28" fmla="*/ 328530 w 369137"/>
                <a:gd name="connsiteY28" fmla="*/ 161997 h 558127"/>
                <a:gd name="connsiteX29" fmla="*/ 337113 w 369137"/>
                <a:gd name="connsiteY29" fmla="*/ 163330 h 558127"/>
                <a:gd name="connsiteX30" fmla="*/ 342029 w 369137"/>
                <a:gd name="connsiteY30" fmla="*/ 156998 h 558127"/>
                <a:gd name="connsiteX31" fmla="*/ 313698 w 369137"/>
                <a:gd name="connsiteY31" fmla="*/ 121751 h 558127"/>
                <a:gd name="connsiteX32" fmla="*/ 313698 w 369137"/>
                <a:gd name="connsiteY32" fmla="*/ 121751 h 558127"/>
                <a:gd name="connsiteX33" fmla="*/ 352528 w 369137"/>
                <a:gd name="connsiteY33" fmla="*/ 309567 h 558127"/>
                <a:gd name="connsiteX34" fmla="*/ 332530 w 369137"/>
                <a:gd name="connsiteY34" fmla="*/ 464303 h 558127"/>
                <a:gd name="connsiteX35" fmla="*/ 285701 w 369137"/>
                <a:gd name="connsiteY35" fmla="*/ 530464 h 558127"/>
                <a:gd name="connsiteX36" fmla="*/ 243371 w 369137"/>
                <a:gd name="connsiteY36" fmla="*/ 540047 h 558127"/>
                <a:gd name="connsiteX37" fmla="*/ 208208 w 369137"/>
                <a:gd name="connsiteY37" fmla="*/ 525881 h 558127"/>
                <a:gd name="connsiteX38" fmla="*/ 140047 w 369137"/>
                <a:gd name="connsiteY38" fmla="*/ 484302 h 558127"/>
                <a:gd name="connsiteX39" fmla="*/ 82052 w 369137"/>
                <a:gd name="connsiteY39" fmla="*/ 425474 h 558127"/>
                <a:gd name="connsiteX40" fmla="*/ 35807 w 369137"/>
                <a:gd name="connsiteY40" fmla="*/ 343064 h 558127"/>
                <a:gd name="connsiteX41" fmla="*/ 26474 w 369137"/>
                <a:gd name="connsiteY41" fmla="*/ 298735 h 558127"/>
                <a:gd name="connsiteX42" fmla="*/ 25058 w 369137"/>
                <a:gd name="connsiteY42" fmla="*/ 263988 h 558127"/>
                <a:gd name="connsiteX43" fmla="*/ 66387 w 369137"/>
                <a:gd name="connsiteY43" fmla="*/ 219992 h 558127"/>
                <a:gd name="connsiteX44" fmla="*/ 88302 w 369137"/>
                <a:gd name="connsiteY44" fmla="*/ 202910 h 558127"/>
                <a:gd name="connsiteX45" fmla="*/ 82636 w 369137"/>
                <a:gd name="connsiteY45" fmla="*/ 223325 h 558127"/>
                <a:gd name="connsiteX46" fmla="*/ 80552 w 369137"/>
                <a:gd name="connsiteY46" fmla="*/ 276737 h 558127"/>
                <a:gd name="connsiteX47" fmla="*/ 90635 w 369137"/>
                <a:gd name="connsiteY47" fmla="*/ 278070 h 558127"/>
                <a:gd name="connsiteX48" fmla="*/ 122882 w 369137"/>
                <a:gd name="connsiteY48" fmla="*/ 229908 h 558127"/>
                <a:gd name="connsiteX49" fmla="*/ 137964 w 369137"/>
                <a:gd name="connsiteY49" fmla="*/ 200910 h 558127"/>
                <a:gd name="connsiteX50" fmla="*/ 143297 w 369137"/>
                <a:gd name="connsiteY50" fmla="*/ 190662 h 558127"/>
                <a:gd name="connsiteX51" fmla="*/ 146713 w 369137"/>
                <a:gd name="connsiteY51" fmla="*/ 220909 h 558127"/>
                <a:gd name="connsiteX52" fmla="*/ 156879 w 369137"/>
                <a:gd name="connsiteY52" fmla="*/ 261071 h 558127"/>
                <a:gd name="connsiteX53" fmla="*/ 167961 w 369137"/>
                <a:gd name="connsiteY53" fmla="*/ 261071 h 558127"/>
                <a:gd name="connsiteX54" fmla="*/ 176960 w 369137"/>
                <a:gd name="connsiteY54" fmla="*/ 221742 h 558127"/>
                <a:gd name="connsiteX55" fmla="*/ 176877 w 369137"/>
                <a:gd name="connsiteY55" fmla="*/ 174496 h 558127"/>
                <a:gd name="connsiteX56" fmla="*/ 194209 w 369137"/>
                <a:gd name="connsiteY56" fmla="*/ 189578 h 558127"/>
                <a:gd name="connsiteX57" fmla="*/ 213874 w 369137"/>
                <a:gd name="connsiteY57" fmla="*/ 210076 h 558127"/>
                <a:gd name="connsiteX58" fmla="*/ 241038 w 369137"/>
                <a:gd name="connsiteY58" fmla="*/ 238074 h 558127"/>
                <a:gd name="connsiteX59" fmla="*/ 249704 w 369137"/>
                <a:gd name="connsiteY59" fmla="*/ 231407 h 558127"/>
                <a:gd name="connsiteX60" fmla="*/ 234538 w 369137"/>
                <a:gd name="connsiteY60" fmla="*/ 187245 h 558127"/>
                <a:gd name="connsiteX61" fmla="*/ 224789 w 369137"/>
                <a:gd name="connsiteY61" fmla="*/ 163497 h 558127"/>
                <a:gd name="connsiteX62" fmla="*/ 219873 w 369137"/>
                <a:gd name="connsiteY62" fmla="*/ 152998 h 558127"/>
                <a:gd name="connsiteX63" fmla="*/ 257120 w 369137"/>
                <a:gd name="connsiteY63" fmla="*/ 172496 h 558127"/>
                <a:gd name="connsiteX64" fmla="*/ 300449 w 369137"/>
                <a:gd name="connsiteY64" fmla="*/ 199411 h 558127"/>
                <a:gd name="connsiteX65" fmla="*/ 308449 w 369137"/>
                <a:gd name="connsiteY65" fmla="*/ 191411 h 558127"/>
                <a:gd name="connsiteX66" fmla="*/ 283868 w 369137"/>
                <a:gd name="connsiteY66" fmla="*/ 155081 h 558127"/>
                <a:gd name="connsiteX67" fmla="*/ 262620 w 369137"/>
                <a:gd name="connsiteY67" fmla="*/ 131416 h 558127"/>
                <a:gd name="connsiteX68" fmla="*/ 300949 w 369137"/>
                <a:gd name="connsiteY68" fmla="*/ 147498 h 558127"/>
                <a:gd name="connsiteX69" fmla="*/ 312365 w 369137"/>
                <a:gd name="connsiteY69" fmla="*/ 153998 h 558127"/>
                <a:gd name="connsiteX70" fmla="*/ 352528 w 369137"/>
                <a:gd name="connsiteY70" fmla="*/ 309567 h 558127"/>
                <a:gd name="connsiteX71" fmla="*/ 352528 w 369137"/>
                <a:gd name="connsiteY71" fmla="*/ 309567 h 558127"/>
                <a:gd name="connsiteX72" fmla="*/ 314115 w 369137"/>
                <a:gd name="connsiteY72" fmla="*/ 142832 h 558127"/>
                <a:gd name="connsiteX73" fmla="*/ 287451 w 369137"/>
                <a:gd name="connsiteY73" fmla="*/ 130083 h 558127"/>
                <a:gd name="connsiteX74" fmla="*/ 251787 w 369137"/>
                <a:gd name="connsiteY74" fmla="*/ 120751 h 558127"/>
                <a:gd name="connsiteX75" fmla="*/ 247454 w 369137"/>
                <a:gd name="connsiteY75" fmla="*/ 128167 h 558127"/>
                <a:gd name="connsiteX76" fmla="*/ 268869 w 369137"/>
                <a:gd name="connsiteY76" fmla="*/ 155581 h 558127"/>
                <a:gd name="connsiteX77" fmla="*/ 284617 w 369137"/>
                <a:gd name="connsiteY77" fmla="*/ 176996 h 558127"/>
                <a:gd name="connsiteX78" fmla="*/ 261119 w 369137"/>
                <a:gd name="connsiteY78" fmla="*/ 162414 h 558127"/>
                <a:gd name="connsiteX79" fmla="*/ 212957 w 369137"/>
                <a:gd name="connsiteY79" fmla="*/ 138249 h 558127"/>
                <a:gd name="connsiteX80" fmla="*/ 205458 w 369137"/>
                <a:gd name="connsiteY80" fmla="*/ 143999 h 558127"/>
                <a:gd name="connsiteX81" fmla="*/ 218874 w 369137"/>
                <a:gd name="connsiteY81" fmla="*/ 181079 h 558127"/>
                <a:gd name="connsiteX82" fmla="*/ 231122 w 369137"/>
                <a:gd name="connsiteY82" fmla="*/ 211493 h 558127"/>
                <a:gd name="connsiteX83" fmla="*/ 226956 w 369137"/>
                <a:gd name="connsiteY83" fmla="*/ 206743 h 558127"/>
                <a:gd name="connsiteX84" fmla="*/ 204625 w 369137"/>
                <a:gd name="connsiteY84" fmla="*/ 184578 h 558127"/>
                <a:gd name="connsiteX85" fmla="*/ 169211 w 369137"/>
                <a:gd name="connsiteY85" fmla="*/ 162581 h 558127"/>
                <a:gd name="connsiteX86" fmla="*/ 165961 w 369137"/>
                <a:gd name="connsiteY86" fmla="*/ 166747 h 558127"/>
                <a:gd name="connsiteX87" fmla="*/ 164545 w 369137"/>
                <a:gd name="connsiteY87" fmla="*/ 208910 h 558127"/>
                <a:gd name="connsiteX88" fmla="*/ 162295 w 369137"/>
                <a:gd name="connsiteY88" fmla="*/ 239907 h 558127"/>
                <a:gd name="connsiteX89" fmla="*/ 158962 w 369137"/>
                <a:gd name="connsiteY89" fmla="*/ 213909 h 558127"/>
                <a:gd name="connsiteX90" fmla="*/ 154879 w 369137"/>
                <a:gd name="connsiteY90" fmla="*/ 172913 h 558127"/>
                <a:gd name="connsiteX91" fmla="*/ 147796 w 369137"/>
                <a:gd name="connsiteY91" fmla="*/ 165830 h 558127"/>
                <a:gd name="connsiteX92" fmla="*/ 138464 w 369137"/>
                <a:gd name="connsiteY92" fmla="*/ 173079 h 558127"/>
                <a:gd name="connsiteX93" fmla="*/ 122799 w 369137"/>
                <a:gd name="connsiteY93" fmla="*/ 201327 h 558127"/>
                <a:gd name="connsiteX94" fmla="*/ 89385 w 369137"/>
                <a:gd name="connsiteY94" fmla="*/ 260405 h 558127"/>
                <a:gd name="connsiteX95" fmla="*/ 96634 w 369137"/>
                <a:gd name="connsiteY95" fmla="*/ 222075 h 558127"/>
                <a:gd name="connsiteX96" fmla="*/ 113633 w 369137"/>
                <a:gd name="connsiteY96" fmla="*/ 183995 h 558127"/>
                <a:gd name="connsiteX97" fmla="*/ 106050 w 369137"/>
                <a:gd name="connsiteY97" fmla="*/ 174163 h 558127"/>
                <a:gd name="connsiteX98" fmla="*/ 44056 w 369137"/>
                <a:gd name="connsiteY98" fmla="*/ 224658 h 558127"/>
                <a:gd name="connsiteX99" fmla="*/ 20308 w 369137"/>
                <a:gd name="connsiteY99" fmla="*/ 251489 h 558127"/>
                <a:gd name="connsiteX100" fmla="*/ 15225 w 369137"/>
                <a:gd name="connsiteY100" fmla="*/ 258488 h 558127"/>
                <a:gd name="connsiteX101" fmla="*/ 13225 w 369137"/>
                <a:gd name="connsiteY101" fmla="*/ 258655 h 558127"/>
                <a:gd name="connsiteX102" fmla="*/ 18225 w 369137"/>
                <a:gd name="connsiteY102" fmla="*/ 241990 h 558127"/>
                <a:gd name="connsiteX103" fmla="*/ 58138 w 369137"/>
                <a:gd name="connsiteY103" fmla="*/ 174246 h 558127"/>
                <a:gd name="connsiteX104" fmla="*/ 78302 w 369137"/>
                <a:gd name="connsiteY104" fmla="*/ 153165 h 558127"/>
                <a:gd name="connsiteX105" fmla="*/ 101217 w 369137"/>
                <a:gd name="connsiteY105" fmla="*/ 139749 h 558127"/>
                <a:gd name="connsiteX106" fmla="*/ 128881 w 369137"/>
                <a:gd name="connsiteY106" fmla="*/ 129167 h 558127"/>
                <a:gd name="connsiteX107" fmla="*/ 138964 w 369137"/>
                <a:gd name="connsiteY107" fmla="*/ 126834 h 558127"/>
                <a:gd name="connsiteX108" fmla="*/ 141630 w 369137"/>
                <a:gd name="connsiteY108" fmla="*/ 120501 h 558127"/>
                <a:gd name="connsiteX109" fmla="*/ 125382 w 369137"/>
                <a:gd name="connsiteY109" fmla="*/ 77088 h 558127"/>
                <a:gd name="connsiteX110" fmla="*/ 115883 w 369137"/>
                <a:gd name="connsiteY110" fmla="*/ 48091 h 558127"/>
                <a:gd name="connsiteX111" fmla="*/ 128298 w 369137"/>
                <a:gd name="connsiteY111" fmla="*/ 21760 h 558127"/>
                <a:gd name="connsiteX112" fmla="*/ 146880 w 369137"/>
                <a:gd name="connsiteY112" fmla="*/ 16344 h 558127"/>
                <a:gd name="connsiteX113" fmla="*/ 150296 w 369137"/>
                <a:gd name="connsiteY113" fmla="*/ 43841 h 558127"/>
                <a:gd name="connsiteX114" fmla="*/ 161795 w 369137"/>
                <a:gd name="connsiteY114" fmla="*/ 100919 h 558127"/>
                <a:gd name="connsiteX115" fmla="*/ 178627 w 369137"/>
                <a:gd name="connsiteY115" fmla="*/ 114918 h 558127"/>
                <a:gd name="connsiteX116" fmla="*/ 238705 w 369137"/>
                <a:gd name="connsiteY116" fmla="*/ 108002 h 558127"/>
                <a:gd name="connsiteX117" fmla="*/ 290867 w 369137"/>
                <a:gd name="connsiteY117" fmla="*/ 122167 h 558127"/>
                <a:gd name="connsiteX118" fmla="*/ 313532 w 369137"/>
                <a:gd name="connsiteY118" fmla="*/ 138083 h 558127"/>
                <a:gd name="connsiteX119" fmla="*/ 324697 w 369137"/>
                <a:gd name="connsiteY119" fmla="*/ 149082 h 558127"/>
                <a:gd name="connsiteX120" fmla="*/ 314115 w 369137"/>
                <a:gd name="connsiteY120" fmla="*/ 142832 h 558127"/>
                <a:gd name="connsiteX121" fmla="*/ 314115 w 369137"/>
                <a:gd name="connsiteY121" fmla="*/ 142832 h 558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369137" h="558127">
                  <a:moveTo>
                    <a:pt x="313698" y="121751"/>
                  </a:moveTo>
                  <a:cubicBezTo>
                    <a:pt x="298783" y="110002"/>
                    <a:pt x="280701" y="101669"/>
                    <a:pt x="262036" y="98336"/>
                  </a:cubicBezTo>
                  <a:cubicBezTo>
                    <a:pt x="240538" y="94503"/>
                    <a:pt x="220623" y="94587"/>
                    <a:pt x="199042" y="98669"/>
                  </a:cubicBezTo>
                  <a:cubicBezTo>
                    <a:pt x="193709" y="99669"/>
                    <a:pt x="185543" y="103086"/>
                    <a:pt x="180127" y="102003"/>
                  </a:cubicBezTo>
                  <a:cubicBezTo>
                    <a:pt x="173794" y="100753"/>
                    <a:pt x="173378" y="96670"/>
                    <a:pt x="171711" y="90671"/>
                  </a:cubicBezTo>
                  <a:cubicBezTo>
                    <a:pt x="168128" y="77505"/>
                    <a:pt x="164795" y="64256"/>
                    <a:pt x="162295" y="50757"/>
                  </a:cubicBezTo>
                  <a:cubicBezTo>
                    <a:pt x="160295" y="39508"/>
                    <a:pt x="159129" y="28176"/>
                    <a:pt x="157212" y="16927"/>
                  </a:cubicBezTo>
                  <a:cubicBezTo>
                    <a:pt x="156296" y="11428"/>
                    <a:pt x="156129" y="4928"/>
                    <a:pt x="150879" y="1512"/>
                  </a:cubicBezTo>
                  <a:cubicBezTo>
                    <a:pt x="140380" y="-5321"/>
                    <a:pt x="122299" y="12844"/>
                    <a:pt x="115633" y="19427"/>
                  </a:cubicBezTo>
                  <a:cubicBezTo>
                    <a:pt x="103884" y="31009"/>
                    <a:pt x="103717" y="44508"/>
                    <a:pt x="107467" y="59756"/>
                  </a:cubicBezTo>
                  <a:cubicBezTo>
                    <a:pt x="110133" y="70589"/>
                    <a:pt x="114383" y="81004"/>
                    <a:pt x="118216" y="91504"/>
                  </a:cubicBezTo>
                  <a:cubicBezTo>
                    <a:pt x="120882" y="98669"/>
                    <a:pt x="125382" y="107752"/>
                    <a:pt x="127298" y="115918"/>
                  </a:cubicBezTo>
                  <a:cubicBezTo>
                    <a:pt x="124132" y="115835"/>
                    <a:pt x="119882" y="115585"/>
                    <a:pt x="117966" y="116085"/>
                  </a:cubicBezTo>
                  <a:cubicBezTo>
                    <a:pt x="113716" y="117168"/>
                    <a:pt x="109883" y="119084"/>
                    <a:pt x="106300" y="121418"/>
                  </a:cubicBezTo>
                  <a:cubicBezTo>
                    <a:pt x="102134" y="123418"/>
                    <a:pt x="98051" y="126084"/>
                    <a:pt x="93551" y="129333"/>
                  </a:cubicBezTo>
                  <a:cubicBezTo>
                    <a:pt x="87635" y="133583"/>
                    <a:pt x="81803" y="137916"/>
                    <a:pt x="76136" y="142416"/>
                  </a:cubicBezTo>
                  <a:cubicBezTo>
                    <a:pt x="73803" y="144166"/>
                    <a:pt x="71637" y="145998"/>
                    <a:pt x="69470" y="147915"/>
                  </a:cubicBezTo>
                  <a:cubicBezTo>
                    <a:pt x="63720" y="152831"/>
                    <a:pt x="58221" y="157914"/>
                    <a:pt x="53055" y="163497"/>
                  </a:cubicBezTo>
                  <a:cubicBezTo>
                    <a:pt x="29390" y="188995"/>
                    <a:pt x="11559" y="220742"/>
                    <a:pt x="2309" y="254072"/>
                  </a:cubicBezTo>
                  <a:cubicBezTo>
                    <a:pt x="643" y="260155"/>
                    <a:pt x="-3107" y="271904"/>
                    <a:pt x="5143" y="275320"/>
                  </a:cubicBezTo>
                  <a:cubicBezTo>
                    <a:pt x="8892" y="276904"/>
                    <a:pt x="13142" y="274987"/>
                    <a:pt x="16808" y="272237"/>
                  </a:cubicBezTo>
                  <a:cubicBezTo>
                    <a:pt x="13975" y="289319"/>
                    <a:pt x="15892" y="308901"/>
                    <a:pt x="18141" y="323483"/>
                  </a:cubicBezTo>
                  <a:cubicBezTo>
                    <a:pt x="22558" y="351397"/>
                    <a:pt x="35973" y="377228"/>
                    <a:pt x="49972" y="401392"/>
                  </a:cubicBezTo>
                  <a:cubicBezTo>
                    <a:pt x="81469" y="456054"/>
                    <a:pt x="126465" y="498967"/>
                    <a:pt x="181627" y="529214"/>
                  </a:cubicBezTo>
                  <a:cubicBezTo>
                    <a:pt x="205041" y="542046"/>
                    <a:pt x="232705" y="560045"/>
                    <a:pt x="260537" y="557961"/>
                  </a:cubicBezTo>
                  <a:cubicBezTo>
                    <a:pt x="286201" y="555962"/>
                    <a:pt x="308949" y="535214"/>
                    <a:pt x="323447" y="515382"/>
                  </a:cubicBezTo>
                  <a:cubicBezTo>
                    <a:pt x="357861" y="468470"/>
                    <a:pt x="368610" y="406142"/>
                    <a:pt x="369110" y="349314"/>
                  </a:cubicBezTo>
                  <a:cubicBezTo>
                    <a:pt x="369443" y="313650"/>
                    <a:pt x="366777" y="279070"/>
                    <a:pt x="359111" y="244240"/>
                  </a:cubicBezTo>
                  <a:cubicBezTo>
                    <a:pt x="352861" y="215576"/>
                    <a:pt x="343945" y="186828"/>
                    <a:pt x="328530" y="161997"/>
                  </a:cubicBezTo>
                  <a:cubicBezTo>
                    <a:pt x="331363" y="162830"/>
                    <a:pt x="334196" y="163330"/>
                    <a:pt x="337113" y="163330"/>
                  </a:cubicBezTo>
                  <a:cubicBezTo>
                    <a:pt x="340196" y="163330"/>
                    <a:pt x="342362" y="159747"/>
                    <a:pt x="342029" y="156998"/>
                  </a:cubicBezTo>
                  <a:cubicBezTo>
                    <a:pt x="340529" y="143582"/>
                    <a:pt x="323364" y="129333"/>
                    <a:pt x="313698" y="121751"/>
                  </a:cubicBezTo>
                  <a:lnTo>
                    <a:pt x="313698" y="121751"/>
                  </a:lnTo>
                  <a:close/>
                  <a:moveTo>
                    <a:pt x="352528" y="309567"/>
                  </a:moveTo>
                  <a:cubicBezTo>
                    <a:pt x="355444" y="361313"/>
                    <a:pt x="353028" y="416141"/>
                    <a:pt x="332530" y="464303"/>
                  </a:cubicBezTo>
                  <a:cubicBezTo>
                    <a:pt x="321614" y="489968"/>
                    <a:pt x="309115" y="514049"/>
                    <a:pt x="285701" y="530464"/>
                  </a:cubicBezTo>
                  <a:cubicBezTo>
                    <a:pt x="272369" y="539880"/>
                    <a:pt x="259703" y="544546"/>
                    <a:pt x="243371" y="540047"/>
                  </a:cubicBezTo>
                  <a:cubicBezTo>
                    <a:pt x="231289" y="536713"/>
                    <a:pt x="219374" y="531547"/>
                    <a:pt x="208208" y="525881"/>
                  </a:cubicBezTo>
                  <a:cubicBezTo>
                    <a:pt x="184460" y="513799"/>
                    <a:pt x="160712" y="501300"/>
                    <a:pt x="140047" y="484302"/>
                  </a:cubicBezTo>
                  <a:cubicBezTo>
                    <a:pt x="118549" y="466553"/>
                    <a:pt x="99051" y="447805"/>
                    <a:pt x="82052" y="425474"/>
                  </a:cubicBezTo>
                  <a:cubicBezTo>
                    <a:pt x="63221" y="400892"/>
                    <a:pt x="46472" y="372061"/>
                    <a:pt x="35807" y="343064"/>
                  </a:cubicBezTo>
                  <a:cubicBezTo>
                    <a:pt x="30557" y="328649"/>
                    <a:pt x="27557" y="314067"/>
                    <a:pt x="26474" y="298735"/>
                  </a:cubicBezTo>
                  <a:cubicBezTo>
                    <a:pt x="25724" y="288403"/>
                    <a:pt x="24141" y="275487"/>
                    <a:pt x="25058" y="263988"/>
                  </a:cubicBezTo>
                  <a:cubicBezTo>
                    <a:pt x="38306" y="248490"/>
                    <a:pt x="50389" y="233074"/>
                    <a:pt x="66387" y="219992"/>
                  </a:cubicBezTo>
                  <a:cubicBezTo>
                    <a:pt x="73553" y="214159"/>
                    <a:pt x="80886" y="208493"/>
                    <a:pt x="88302" y="202910"/>
                  </a:cubicBezTo>
                  <a:cubicBezTo>
                    <a:pt x="86052" y="209826"/>
                    <a:pt x="84302" y="216909"/>
                    <a:pt x="82636" y="223325"/>
                  </a:cubicBezTo>
                  <a:cubicBezTo>
                    <a:pt x="78803" y="238157"/>
                    <a:pt x="69804" y="263072"/>
                    <a:pt x="80552" y="276737"/>
                  </a:cubicBezTo>
                  <a:cubicBezTo>
                    <a:pt x="83052" y="279987"/>
                    <a:pt x="87385" y="280237"/>
                    <a:pt x="90635" y="278070"/>
                  </a:cubicBezTo>
                  <a:cubicBezTo>
                    <a:pt x="106550" y="267571"/>
                    <a:pt x="114550" y="246323"/>
                    <a:pt x="122882" y="229908"/>
                  </a:cubicBezTo>
                  <a:cubicBezTo>
                    <a:pt x="127798" y="220159"/>
                    <a:pt x="132714" y="210493"/>
                    <a:pt x="137964" y="200910"/>
                  </a:cubicBezTo>
                  <a:cubicBezTo>
                    <a:pt x="138881" y="199327"/>
                    <a:pt x="141047" y="195078"/>
                    <a:pt x="143297" y="190662"/>
                  </a:cubicBezTo>
                  <a:cubicBezTo>
                    <a:pt x="144130" y="200744"/>
                    <a:pt x="145546" y="210910"/>
                    <a:pt x="146713" y="220909"/>
                  </a:cubicBezTo>
                  <a:cubicBezTo>
                    <a:pt x="148213" y="234574"/>
                    <a:pt x="148213" y="249823"/>
                    <a:pt x="156879" y="261071"/>
                  </a:cubicBezTo>
                  <a:cubicBezTo>
                    <a:pt x="159795" y="264905"/>
                    <a:pt x="164962" y="264321"/>
                    <a:pt x="167961" y="261071"/>
                  </a:cubicBezTo>
                  <a:cubicBezTo>
                    <a:pt x="176711" y="251489"/>
                    <a:pt x="176127" y="233824"/>
                    <a:pt x="176960" y="221742"/>
                  </a:cubicBezTo>
                  <a:cubicBezTo>
                    <a:pt x="177377" y="216076"/>
                    <a:pt x="174628" y="175413"/>
                    <a:pt x="176877" y="174496"/>
                  </a:cubicBezTo>
                  <a:cubicBezTo>
                    <a:pt x="179544" y="173413"/>
                    <a:pt x="192209" y="187661"/>
                    <a:pt x="194209" y="189578"/>
                  </a:cubicBezTo>
                  <a:cubicBezTo>
                    <a:pt x="200958" y="196244"/>
                    <a:pt x="207458" y="203160"/>
                    <a:pt x="213874" y="210076"/>
                  </a:cubicBezTo>
                  <a:cubicBezTo>
                    <a:pt x="221873" y="218659"/>
                    <a:pt x="230539" y="232574"/>
                    <a:pt x="241038" y="238074"/>
                  </a:cubicBezTo>
                  <a:cubicBezTo>
                    <a:pt x="245204" y="240240"/>
                    <a:pt x="250454" y="235824"/>
                    <a:pt x="249704" y="231407"/>
                  </a:cubicBezTo>
                  <a:cubicBezTo>
                    <a:pt x="246954" y="215992"/>
                    <a:pt x="240371" y="201660"/>
                    <a:pt x="234538" y="187245"/>
                  </a:cubicBezTo>
                  <a:cubicBezTo>
                    <a:pt x="231372" y="179329"/>
                    <a:pt x="227956" y="171413"/>
                    <a:pt x="224789" y="163497"/>
                  </a:cubicBezTo>
                  <a:cubicBezTo>
                    <a:pt x="223456" y="160164"/>
                    <a:pt x="221540" y="156581"/>
                    <a:pt x="219873" y="152998"/>
                  </a:cubicBezTo>
                  <a:cubicBezTo>
                    <a:pt x="232622" y="158748"/>
                    <a:pt x="244871" y="165830"/>
                    <a:pt x="257120" y="172496"/>
                  </a:cubicBezTo>
                  <a:cubicBezTo>
                    <a:pt x="271952" y="180579"/>
                    <a:pt x="285034" y="192828"/>
                    <a:pt x="300449" y="199411"/>
                  </a:cubicBezTo>
                  <a:cubicBezTo>
                    <a:pt x="305032" y="201327"/>
                    <a:pt x="310865" y="196244"/>
                    <a:pt x="308449" y="191411"/>
                  </a:cubicBezTo>
                  <a:cubicBezTo>
                    <a:pt x="301949" y="178496"/>
                    <a:pt x="292367" y="166747"/>
                    <a:pt x="283868" y="155081"/>
                  </a:cubicBezTo>
                  <a:cubicBezTo>
                    <a:pt x="278035" y="146998"/>
                    <a:pt x="269119" y="139583"/>
                    <a:pt x="262620" y="131416"/>
                  </a:cubicBezTo>
                  <a:cubicBezTo>
                    <a:pt x="275618" y="133417"/>
                    <a:pt x="291533" y="142832"/>
                    <a:pt x="300949" y="147498"/>
                  </a:cubicBezTo>
                  <a:cubicBezTo>
                    <a:pt x="304699" y="149332"/>
                    <a:pt x="308449" y="151665"/>
                    <a:pt x="312365" y="153998"/>
                  </a:cubicBezTo>
                  <a:cubicBezTo>
                    <a:pt x="334696" y="202243"/>
                    <a:pt x="349528" y="256489"/>
                    <a:pt x="352528" y="309567"/>
                  </a:cubicBezTo>
                  <a:lnTo>
                    <a:pt x="352528" y="309567"/>
                  </a:lnTo>
                  <a:close/>
                  <a:moveTo>
                    <a:pt x="314115" y="142832"/>
                  </a:moveTo>
                  <a:cubicBezTo>
                    <a:pt x="305282" y="138416"/>
                    <a:pt x="296533" y="133917"/>
                    <a:pt x="287451" y="130083"/>
                  </a:cubicBezTo>
                  <a:cubicBezTo>
                    <a:pt x="277035" y="125667"/>
                    <a:pt x="263369" y="118501"/>
                    <a:pt x="251787" y="120751"/>
                  </a:cubicBezTo>
                  <a:cubicBezTo>
                    <a:pt x="248538" y="121418"/>
                    <a:pt x="245788" y="124834"/>
                    <a:pt x="247454" y="128167"/>
                  </a:cubicBezTo>
                  <a:cubicBezTo>
                    <a:pt x="252287" y="138249"/>
                    <a:pt x="262286" y="146498"/>
                    <a:pt x="268869" y="155581"/>
                  </a:cubicBezTo>
                  <a:cubicBezTo>
                    <a:pt x="273868" y="162497"/>
                    <a:pt x="279368" y="169663"/>
                    <a:pt x="284617" y="176996"/>
                  </a:cubicBezTo>
                  <a:cubicBezTo>
                    <a:pt x="276785" y="171913"/>
                    <a:pt x="269119" y="166580"/>
                    <a:pt x="261119" y="162414"/>
                  </a:cubicBezTo>
                  <a:cubicBezTo>
                    <a:pt x="245288" y="154248"/>
                    <a:pt x="229372" y="145082"/>
                    <a:pt x="212957" y="138249"/>
                  </a:cubicBezTo>
                  <a:cubicBezTo>
                    <a:pt x="209041" y="136666"/>
                    <a:pt x="205041" y="139999"/>
                    <a:pt x="205458" y="143999"/>
                  </a:cubicBezTo>
                  <a:cubicBezTo>
                    <a:pt x="206708" y="156165"/>
                    <a:pt x="214374" y="169747"/>
                    <a:pt x="218874" y="181079"/>
                  </a:cubicBezTo>
                  <a:cubicBezTo>
                    <a:pt x="222790" y="190995"/>
                    <a:pt x="227456" y="201160"/>
                    <a:pt x="231122" y="211493"/>
                  </a:cubicBezTo>
                  <a:cubicBezTo>
                    <a:pt x="229622" y="209660"/>
                    <a:pt x="228206" y="207993"/>
                    <a:pt x="226956" y="206743"/>
                  </a:cubicBezTo>
                  <a:cubicBezTo>
                    <a:pt x="219623" y="199244"/>
                    <a:pt x="212291" y="191745"/>
                    <a:pt x="204625" y="184578"/>
                  </a:cubicBezTo>
                  <a:cubicBezTo>
                    <a:pt x="196625" y="176996"/>
                    <a:pt x="181794" y="158831"/>
                    <a:pt x="169211" y="162581"/>
                  </a:cubicBezTo>
                  <a:cubicBezTo>
                    <a:pt x="167378" y="163164"/>
                    <a:pt x="166378" y="164997"/>
                    <a:pt x="165961" y="166747"/>
                  </a:cubicBezTo>
                  <a:cubicBezTo>
                    <a:pt x="162878" y="179996"/>
                    <a:pt x="165212" y="195328"/>
                    <a:pt x="164545" y="208910"/>
                  </a:cubicBezTo>
                  <a:cubicBezTo>
                    <a:pt x="164212" y="216576"/>
                    <a:pt x="164462" y="229491"/>
                    <a:pt x="162295" y="239907"/>
                  </a:cubicBezTo>
                  <a:cubicBezTo>
                    <a:pt x="160295" y="231325"/>
                    <a:pt x="160046" y="221658"/>
                    <a:pt x="158962" y="213909"/>
                  </a:cubicBezTo>
                  <a:cubicBezTo>
                    <a:pt x="157129" y="200411"/>
                    <a:pt x="154462" y="186662"/>
                    <a:pt x="154879" y="172913"/>
                  </a:cubicBezTo>
                  <a:cubicBezTo>
                    <a:pt x="155046" y="168663"/>
                    <a:pt x="152130" y="165580"/>
                    <a:pt x="147796" y="165830"/>
                  </a:cubicBezTo>
                  <a:cubicBezTo>
                    <a:pt x="142797" y="166080"/>
                    <a:pt x="141047" y="169080"/>
                    <a:pt x="138464" y="173079"/>
                  </a:cubicBezTo>
                  <a:cubicBezTo>
                    <a:pt x="132714" y="181912"/>
                    <a:pt x="127965" y="191995"/>
                    <a:pt x="122799" y="201327"/>
                  </a:cubicBezTo>
                  <a:cubicBezTo>
                    <a:pt x="113216" y="218659"/>
                    <a:pt x="104383" y="245240"/>
                    <a:pt x="89385" y="260405"/>
                  </a:cubicBezTo>
                  <a:cubicBezTo>
                    <a:pt x="88552" y="248406"/>
                    <a:pt x="94801" y="229491"/>
                    <a:pt x="96634" y="222075"/>
                  </a:cubicBezTo>
                  <a:cubicBezTo>
                    <a:pt x="99717" y="209743"/>
                    <a:pt x="103134" y="192161"/>
                    <a:pt x="113633" y="183995"/>
                  </a:cubicBezTo>
                  <a:cubicBezTo>
                    <a:pt x="119965" y="179079"/>
                    <a:pt x="112383" y="169247"/>
                    <a:pt x="106050" y="174163"/>
                  </a:cubicBezTo>
                  <a:cubicBezTo>
                    <a:pt x="85052" y="190244"/>
                    <a:pt x="62804" y="205826"/>
                    <a:pt x="44056" y="224658"/>
                  </a:cubicBezTo>
                  <a:cubicBezTo>
                    <a:pt x="35640" y="233157"/>
                    <a:pt x="27474" y="241990"/>
                    <a:pt x="20308" y="251489"/>
                  </a:cubicBezTo>
                  <a:cubicBezTo>
                    <a:pt x="18725" y="253906"/>
                    <a:pt x="17058" y="256239"/>
                    <a:pt x="15225" y="258488"/>
                  </a:cubicBezTo>
                  <a:cubicBezTo>
                    <a:pt x="8892" y="265071"/>
                    <a:pt x="8226" y="265071"/>
                    <a:pt x="13225" y="258655"/>
                  </a:cubicBezTo>
                  <a:cubicBezTo>
                    <a:pt x="14475" y="253072"/>
                    <a:pt x="16309" y="247406"/>
                    <a:pt x="18225" y="241990"/>
                  </a:cubicBezTo>
                  <a:cubicBezTo>
                    <a:pt x="26891" y="217492"/>
                    <a:pt x="41973" y="194411"/>
                    <a:pt x="58138" y="174246"/>
                  </a:cubicBezTo>
                  <a:cubicBezTo>
                    <a:pt x="64304" y="166580"/>
                    <a:pt x="71137" y="159747"/>
                    <a:pt x="78302" y="153165"/>
                  </a:cubicBezTo>
                  <a:cubicBezTo>
                    <a:pt x="85719" y="148415"/>
                    <a:pt x="93468" y="144166"/>
                    <a:pt x="101217" y="139749"/>
                  </a:cubicBezTo>
                  <a:cubicBezTo>
                    <a:pt x="110883" y="134250"/>
                    <a:pt x="117549" y="130000"/>
                    <a:pt x="128881" y="129167"/>
                  </a:cubicBezTo>
                  <a:cubicBezTo>
                    <a:pt x="133465" y="128833"/>
                    <a:pt x="134881" y="129250"/>
                    <a:pt x="138964" y="126834"/>
                  </a:cubicBezTo>
                  <a:cubicBezTo>
                    <a:pt x="141047" y="125667"/>
                    <a:pt x="141797" y="122667"/>
                    <a:pt x="141630" y="120501"/>
                  </a:cubicBezTo>
                  <a:cubicBezTo>
                    <a:pt x="140214" y="106252"/>
                    <a:pt x="130798" y="90254"/>
                    <a:pt x="125382" y="77088"/>
                  </a:cubicBezTo>
                  <a:cubicBezTo>
                    <a:pt x="121632" y="67922"/>
                    <a:pt x="117049" y="58006"/>
                    <a:pt x="115883" y="48091"/>
                  </a:cubicBezTo>
                  <a:cubicBezTo>
                    <a:pt x="114383" y="35592"/>
                    <a:pt x="119299" y="29509"/>
                    <a:pt x="128298" y="21760"/>
                  </a:cubicBezTo>
                  <a:cubicBezTo>
                    <a:pt x="133881" y="16927"/>
                    <a:pt x="142630" y="6261"/>
                    <a:pt x="146880" y="16344"/>
                  </a:cubicBezTo>
                  <a:cubicBezTo>
                    <a:pt x="150130" y="24010"/>
                    <a:pt x="149213" y="35592"/>
                    <a:pt x="150296" y="43841"/>
                  </a:cubicBezTo>
                  <a:cubicBezTo>
                    <a:pt x="152879" y="63090"/>
                    <a:pt x="157296" y="82088"/>
                    <a:pt x="161795" y="100919"/>
                  </a:cubicBezTo>
                  <a:cubicBezTo>
                    <a:pt x="164295" y="111585"/>
                    <a:pt x="167545" y="115085"/>
                    <a:pt x="178627" y="114918"/>
                  </a:cubicBezTo>
                  <a:cubicBezTo>
                    <a:pt x="198875" y="114585"/>
                    <a:pt x="218123" y="106252"/>
                    <a:pt x="238705" y="108002"/>
                  </a:cubicBezTo>
                  <a:cubicBezTo>
                    <a:pt x="256870" y="109585"/>
                    <a:pt x="274619" y="113751"/>
                    <a:pt x="290867" y="122167"/>
                  </a:cubicBezTo>
                  <a:cubicBezTo>
                    <a:pt x="299033" y="126417"/>
                    <a:pt x="306782" y="131750"/>
                    <a:pt x="313532" y="138083"/>
                  </a:cubicBezTo>
                  <a:cubicBezTo>
                    <a:pt x="315698" y="140083"/>
                    <a:pt x="320698" y="144582"/>
                    <a:pt x="324697" y="149082"/>
                  </a:cubicBezTo>
                  <a:cubicBezTo>
                    <a:pt x="321197" y="146915"/>
                    <a:pt x="317281" y="144415"/>
                    <a:pt x="314115" y="142832"/>
                  </a:cubicBezTo>
                  <a:lnTo>
                    <a:pt x="314115" y="142832"/>
                  </a:lnTo>
                  <a:close/>
                </a:path>
              </a:pathLst>
            </a:custGeom>
            <a:grpFill/>
            <a:ln w="8332" cap="flat">
              <a:noFill/>
              <a:prstDash val="solid"/>
              <a:miter/>
            </a:ln>
          </p:spPr>
          <p:txBody>
            <a:bodyPr rtlCol="0" anchor="ctr"/>
            <a:lstStyle/>
            <a:p>
              <a:endParaRPr lang="en-US"/>
            </a:p>
          </p:txBody>
        </p:sp>
        <p:sp>
          <p:nvSpPr>
            <p:cNvPr id="2327" name="Freeform: Shape 2326"/>
            <p:cNvSpPr/>
            <p:nvPr/>
          </p:nvSpPr>
          <p:spPr>
            <a:xfrm>
              <a:off x="5427458" y="5936701"/>
              <a:ext cx="20590" cy="26449"/>
            </a:xfrm>
            <a:custGeom>
              <a:avLst/>
              <a:gdLst>
                <a:gd name="connsiteX0" fmla="*/ 15990 w 20590"/>
                <a:gd name="connsiteY0" fmla="*/ 1941 h 26449"/>
                <a:gd name="connsiteX1" fmla="*/ 8990 w 20590"/>
                <a:gd name="connsiteY1" fmla="*/ 107 h 26449"/>
                <a:gd name="connsiteX2" fmla="*/ 2574 w 20590"/>
                <a:gd name="connsiteY2" fmla="*/ 3857 h 26449"/>
                <a:gd name="connsiteX3" fmla="*/ 574 w 20590"/>
                <a:gd name="connsiteY3" fmla="*/ 14107 h 26449"/>
                <a:gd name="connsiteX4" fmla="*/ 2824 w 20590"/>
                <a:gd name="connsiteY4" fmla="*/ 22856 h 26449"/>
                <a:gd name="connsiteX5" fmla="*/ 17573 w 20590"/>
                <a:gd name="connsiteY5" fmla="*/ 22856 h 26449"/>
                <a:gd name="connsiteX6" fmla="*/ 20572 w 20590"/>
                <a:gd name="connsiteY6" fmla="*/ 14273 h 26449"/>
                <a:gd name="connsiteX7" fmla="*/ 15990 w 20590"/>
                <a:gd name="connsiteY7" fmla="*/ 1941 h 26449"/>
                <a:gd name="connsiteX8" fmla="*/ 15990 w 20590"/>
                <a:gd name="connsiteY8" fmla="*/ 1941 h 26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590" h="26449">
                  <a:moveTo>
                    <a:pt x="15990" y="1941"/>
                  </a:moveTo>
                  <a:cubicBezTo>
                    <a:pt x="14240" y="524"/>
                    <a:pt x="11240" y="-309"/>
                    <a:pt x="8990" y="107"/>
                  </a:cubicBezTo>
                  <a:cubicBezTo>
                    <a:pt x="6324" y="524"/>
                    <a:pt x="4407" y="1857"/>
                    <a:pt x="2574" y="3857"/>
                  </a:cubicBezTo>
                  <a:cubicBezTo>
                    <a:pt x="-9" y="6607"/>
                    <a:pt x="-592" y="10690"/>
                    <a:pt x="574" y="14107"/>
                  </a:cubicBezTo>
                  <a:cubicBezTo>
                    <a:pt x="158" y="17190"/>
                    <a:pt x="908" y="20522"/>
                    <a:pt x="2824" y="22856"/>
                  </a:cubicBezTo>
                  <a:cubicBezTo>
                    <a:pt x="6657" y="27605"/>
                    <a:pt x="13823" y="27689"/>
                    <a:pt x="17573" y="22856"/>
                  </a:cubicBezTo>
                  <a:cubicBezTo>
                    <a:pt x="19489" y="20439"/>
                    <a:pt x="20489" y="17356"/>
                    <a:pt x="20572" y="14273"/>
                  </a:cubicBezTo>
                  <a:cubicBezTo>
                    <a:pt x="20739" y="9523"/>
                    <a:pt x="19822" y="5024"/>
                    <a:pt x="15990" y="1941"/>
                  </a:cubicBezTo>
                  <a:lnTo>
                    <a:pt x="15990" y="1941"/>
                  </a:lnTo>
                  <a:close/>
                </a:path>
              </a:pathLst>
            </a:custGeom>
            <a:grpFill/>
            <a:ln w="8332" cap="flat">
              <a:noFill/>
              <a:prstDash val="solid"/>
              <a:miter/>
            </a:ln>
          </p:spPr>
          <p:txBody>
            <a:bodyPr rtlCol="0" anchor="ctr"/>
            <a:lstStyle/>
            <a:p>
              <a:endParaRPr lang="en-US"/>
            </a:p>
          </p:txBody>
        </p:sp>
        <p:sp>
          <p:nvSpPr>
            <p:cNvPr id="2328" name="Freeform: Shape 2327"/>
            <p:cNvSpPr/>
            <p:nvPr/>
          </p:nvSpPr>
          <p:spPr>
            <a:xfrm>
              <a:off x="5482557" y="5936857"/>
              <a:ext cx="21642" cy="25586"/>
            </a:xfrm>
            <a:custGeom>
              <a:avLst/>
              <a:gdLst>
                <a:gd name="connsiteX0" fmla="*/ 11302 w 21642"/>
                <a:gd name="connsiteY0" fmla="*/ 35 h 25586"/>
                <a:gd name="connsiteX1" fmla="*/ 1054 w 21642"/>
                <a:gd name="connsiteY1" fmla="*/ 5951 h 25586"/>
                <a:gd name="connsiteX2" fmla="*/ 2886 w 21642"/>
                <a:gd name="connsiteY2" fmla="*/ 19950 h 25586"/>
                <a:gd name="connsiteX3" fmla="*/ 14636 w 21642"/>
                <a:gd name="connsiteY3" fmla="*/ 25366 h 25586"/>
                <a:gd name="connsiteX4" fmla="*/ 21468 w 21642"/>
                <a:gd name="connsiteY4" fmla="*/ 18533 h 25586"/>
                <a:gd name="connsiteX5" fmla="*/ 21551 w 21642"/>
                <a:gd name="connsiteY5" fmla="*/ 15616 h 25586"/>
                <a:gd name="connsiteX6" fmla="*/ 21135 w 21642"/>
                <a:gd name="connsiteY6" fmla="*/ 13950 h 25586"/>
                <a:gd name="connsiteX7" fmla="*/ 21385 w 21642"/>
                <a:gd name="connsiteY7" fmla="*/ 10201 h 25586"/>
                <a:gd name="connsiteX8" fmla="*/ 11302 w 21642"/>
                <a:gd name="connsiteY8" fmla="*/ 35 h 25586"/>
                <a:gd name="connsiteX9" fmla="*/ 11302 w 21642"/>
                <a:gd name="connsiteY9" fmla="*/ 35 h 25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642" h="25586">
                  <a:moveTo>
                    <a:pt x="11302" y="35"/>
                  </a:moveTo>
                  <a:cubicBezTo>
                    <a:pt x="7053" y="-299"/>
                    <a:pt x="2720" y="1785"/>
                    <a:pt x="1054" y="5951"/>
                  </a:cubicBezTo>
                  <a:cubicBezTo>
                    <a:pt x="-863" y="10784"/>
                    <a:pt x="-113" y="15783"/>
                    <a:pt x="2886" y="19950"/>
                  </a:cubicBezTo>
                  <a:cubicBezTo>
                    <a:pt x="5303" y="23366"/>
                    <a:pt x="10303" y="26449"/>
                    <a:pt x="14636" y="25366"/>
                  </a:cubicBezTo>
                  <a:cubicBezTo>
                    <a:pt x="18302" y="24449"/>
                    <a:pt x="20718" y="22366"/>
                    <a:pt x="21468" y="18533"/>
                  </a:cubicBezTo>
                  <a:cubicBezTo>
                    <a:pt x="21635" y="17533"/>
                    <a:pt x="21718" y="16783"/>
                    <a:pt x="21551" y="15616"/>
                  </a:cubicBezTo>
                  <a:cubicBezTo>
                    <a:pt x="21468" y="15034"/>
                    <a:pt x="21302" y="14450"/>
                    <a:pt x="21135" y="13950"/>
                  </a:cubicBezTo>
                  <a:cubicBezTo>
                    <a:pt x="21385" y="12700"/>
                    <a:pt x="21468" y="11367"/>
                    <a:pt x="21385" y="10201"/>
                  </a:cubicBezTo>
                  <a:cubicBezTo>
                    <a:pt x="20718" y="5034"/>
                    <a:pt x="16719" y="368"/>
                    <a:pt x="11302" y="35"/>
                  </a:cubicBezTo>
                  <a:lnTo>
                    <a:pt x="11302" y="35"/>
                  </a:lnTo>
                  <a:close/>
                </a:path>
              </a:pathLst>
            </a:custGeom>
            <a:grpFill/>
            <a:ln w="8332" cap="flat">
              <a:noFill/>
              <a:prstDash val="solid"/>
              <a:miter/>
            </a:ln>
          </p:spPr>
          <p:txBody>
            <a:bodyPr rtlCol="0" anchor="ctr"/>
            <a:lstStyle/>
            <a:p>
              <a:endParaRPr lang="en-US"/>
            </a:p>
          </p:txBody>
        </p:sp>
        <p:sp>
          <p:nvSpPr>
            <p:cNvPr id="2329" name="Freeform: Shape 2328"/>
            <p:cNvSpPr/>
            <p:nvPr/>
          </p:nvSpPr>
          <p:spPr>
            <a:xfrm>
              <a:off x="5544182" y="5927106"/>
              <a:ext cx="21523" cy="24291"/>
            </a:xfrm>
            <a:custGeom>
              <a:avLst/>
              <a:gdLst>
                <a:gd name="connsiteX0" fmla="*/ 14505 w 21523"/>
                <a:gd name="connsiteY0" fmla="*/ 703 h 24291"/>
                <a:gd name="connsiteX1" fmla="*/ 1839 w 21523"/>
                <a:gd name="connsiteY1" fmla="*/ 10452 h 24291"/>
                <a:gd name="connsiteX2" fmla="*/ 2006 w 21523"/>
                <a:gd name="connsiteY2" fmla="*/ 11285 h 24291"/>
                <a:gd name="connsiteX3" fmla="*/ 1589 w 21523"/>
                <a:gd name="connsiteY3" fmla="*/ 20618 h 24291"/>
                <a:gd name="connsiteX4" fmla="*/ 12088 w 21523"/>
                <a:gd name="connsiteY4" fmla="*/ 24201 h 24291"/>
                <a:gd name="connsiteX5" fmla="*/ 21504 w 21523"/>
                <a:gd name="connsiteY5" fmla="*/ 13535 h 24291"/>
                <a:gd name="connsiteX6" fmla="*/ 14505 w 21523"/>
                <a:gd name="connsiteY6" fmla="*/ 703 h 24291"/>
                <a:gd name="connsiteX7" fmla="*/ 14505 w 21523"/>
                <a:gd name="connsiteY7" fmla="*/ 703 h 24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523" h="24291">
                  <a:moveTo>
                    <a:pt x="14505" y="703"/>
                  </a:moveTo>
                  <a:cubicBezTo>
                    <a:pt x="8505" y="-2047"/>
                    <a:pt x="423" y="3703"/>
                    <a:pt x="1839" y="10452"/>
                  </a:cubicBezTo>
                  <a:cubicBezTo>
                    <a:pt x="1923" y="10702"/>
                    <a:pt x="2006" y="10952"/>
                    <a:pt x="2006" y="11285"/>
                  </a:cubicBezTo>
                  <a:cubicBezTo>
                    <a:pt x="-327" y="13868"/>
                    <a:pt x="-827" y="17618"/>
                    <a:pt x="1589" y="20618"/>
                  </a:cubicBezTo>
                  <a:cubicBezTo>
                    <a:pt x="4006" y="23618"/>
                    <a:pt x="8422" y="24617"/>
                    <a:pt x="12088" y="24201"/>
                  </a:cubicBezTo>
                  <a:cubicBezTo>
                    <a:pt x="17505" y="23534"/>
                    <a:pt x="21254" y="18868"/>
                    <a:pt x="21504" y="13535"/>
                  </a:cubicBezTo>
                  <a:cubicBezTo>
                    <a:pt x="21754" y="8119"/>
                    <a:pt x="19588" y="3036"/>
                    <a:pt x="14505" y="703"/>
                  </a:cubicBezTo>
                  <a:lnTo>
                    <a:pt x="14505" y="703"/>
                  </a:lnTo>
                  <a:close/>
                </a:path>
              </a:pathLst>
            </a:custGeom>
            <a:grpFill/>
            <a:ln w="8332" cap="flat">
              <a:noFill/>
              <a:prstDash val="solid"/>
              <a:miter/>
            </a:ln>
          </p:spPr>
          <p:txBody>
            <a:bodyPr rtlCol="0" anchor="ctr"/>
            <a:lstStyle/>
            <a:p>
              <a:endParaRPr lang="en-US"/>
            </a:p>
          </p:txBody>
        </p:sp>
        <p:sp>
          <p:nvSpPr>
            <p:cNvPr id="2330" name="Freeform: Shape 2329"/>
            <p:cNvSpPr/>
            <p:nvPr/>
          </p:nvSpPr>
          <p:spPr>
            <a:xfrm>
              <a:off x="5608767" y="5892134"/>
              <a:ext cx="22176" cy="22905"/>
            </a:xfrm>
            <a:custGeom>
              <a:avLst/>
              <a:gdLst>
                <a:gd name="connsiteX0" fmla="*/ 16914 w 22176"/>
                <a:gd name="connsiteY0" fmla="*/ 2011 h 22905"/>
                <a:gd name="connsiteX1" fmla="*/ 12165 w 22176"/>
                <a:gd name="connsiteY1" fmla="*/ 95 h 22905"/>
                <a:gd name="connsiteX2" fmla="*/ 7082 w 22176"/>
                <a:gd name="connsiteY2" fmla="*/ 762 h 22905"/>
                <a:gd name="connsiteX3" fmla="*/ 916 w 22176"/>
                <a:gd name="connsiteY3" fmla="*/ 8761 h 22905"/>
                <a:gd name="connsiteX4" fmla="*/ 999 w 22176"/>
                <a:gd name="connsiteY4" fmla="*/ 11011 h 22905"/>
                <a:gd name="connsiteX5" fmla="*/ 82 w 22176"/>
                <a:gd name="connsiteY5" fmla="*/ 13344 h 22905"/>
                <a:gd name="connsiteX6" fmla="*/ 11748 w 22176"/>
                <a:gd name="connsiteY6" fmla="*/ 22843 h 22905"/>
                <a:gd name="connsiteX7" fmla="*/ 21414 w 22176"/>
                <a:gd name="connsiteY7" fmla="*/ 15927 h 22905"/>
                <a:gd name="connsiteX8" fmla="*/ 21247 w 22176"/>
                <a:gd name="connsiteY8" fmla="*/ 7344 h 22905"/>
                <a:gd name="connsiteX9" fmla="*/ 16914 w 22176"/>
                <a:gd name="connsiteY9" fmla="*/ 2011 h 22905"/>
                <a:gd name="connsiteX10" fmla="*/ 16914 w 22176"/>
                <a:gd name="connsiteY10" fmla="*/ 2011 h 229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176" h="22905">
                  <a:moveTo>
                    <a:pt x="16914" y="2011"/>
                  </a:moveTo>
                  <a:cubicBezTo>
                    <a:pt x="15498" y="928"/>
                    <a:pt x="13915" y="345"/>
                    <a:pt x="12165" y="95"/>
                  </a:cubicBezTo>
                  <a:cubicBezTo>
                    <a:pt x="10415" y="-155"/>
                    <a:pt x="8749" y="95"/>
                    <a:pt x="7082" y="762"/>
                  </a:cubicBezTo>
                  <a:cubicBezTo>
                    <a:pt x="3999" y="2011"/>
                    <a:pt x="1166" y="5261"/>
                    <a:pt x="916" y="8761"/>
                  </a:cubicBezTo>
                  <a:cubicBezTo>
                    <a:pt x="832" y="9511"/>
                    <a:pt x="916" y="10261"/>
                    <a:pt x="999" y="11011"/>
                  </a:cubicBezTo>
                  <a:cubicBezTo>
                    <a:pt x="582" y="11677"/>
                    <a:pt x="249" y="12427"/>
                    <a:pt x="82" y="13344"/>
                  </a:cubicBezTo>
                  <a:cubicBezTo>
                    <a:pt x="-834" y="19927"/>
                    <a:pt x="6082" y="23426"/>
                    <a:pt x="11748" y="22843"/>
                  </a:cubicBezTo>
                  <a:cubicBezTo>
                    <a:pt x="15831" y="22426"/>
                    <a:pt x="19831" y="19843"/>
                    <a:pt x="21414" y="15927"/>
                  </a:cubicBezTo>
                  <a:cubicBezTo>
                    <a:pt x="22497" y="13261"/>
                    <a:pt x="22414" y="10011"/>
                    <a:pt x="21247" y="7344"/>
                  </a:cubicBezTo>
                  <a:cubicBezTo>
                    <a:pt x="20497" y="5261"/>
                    <a:pt x="18914" y="3095"/>
                    <a:pt x="16914" y="2011"/>
                  </a:cubicBezTo>
                  <a:lnTo>
                    <a:pt x="16914" y="2011"/>
                  </a:lnTo>
                  <a:close/>
                </a:path>
              </a:pathLst>
            </a:custGeom>
            <a:grpFill/>
            <a:ln w="8332" cap="flat">
              <a:noFill/>
              <a:prstDash val="solid"/>
              <a:miter/>
            </a:ln>
          </p:spPr>
          <p:txBody>
            <a:bodyPr rtlCol="0" anchor="ctr"/>
            <a:lstStyle/>
            <a:p>
              <a:endParaRPr lang="en-US"/>
            </a:p>
          </p:txBody>
        </p:sp>
        <p:sp>
          <p:nvSpPr>
            <p:cNvPr id="2331" name="Freeform: Shape 2330"/>
            <p:cNvSpPr/>
            <p:nvPr/>
          </p:nvSpPr>
          <p:spPr>
            <a:xfrm>
              <a:off x="5594320" y="5950901"/>
              <a:ext cx="23596" cy="27153"/>
            </a:xfrm>
            <a:custGeom>
              <a:avLst/>
              <a:gdLst>
                <a:gd name="connsiteX0" fmla="*/ 18612 w 23596"/>
                <a:gd name="connsiteY0" fmla="*/ 4655 h 27153"/>
                <a:gd name="connsiteX1" fmla="*/ 14779 w 23596"/>
                <a:gd name="connsiteY1" fmla="*/ 1323 h 27153"/>
                <a:gd name="connsiteX2" fmla="*/ 5946 w 23596"/>
                <a:gd name="connsiteY2" fmla="*/ 656 h 27153"/>
                <a:gd name="connsiteX3" fmla="*/ 30 w 23596"/>
                <a:gd name="connsiteY3" fmla="*/ 8322 h 27153"/>
                <a:gd name="connsiteX4" fmla="*/ 697 w 23596"/>
                <a:gd name="connsiteY4" fmla="*/ 5905 h 27153"/>
                <a:gd name="connsiteX5" fmla="*/ 30 w 23596"/>
                <a:gd name="connsiteY5" fmla="*/ 8322 h 27153"/>
                <a:gd name="connsiteX6" fmla="*/ 363 w 23596"/>
                <a:gd name="connsiteY6" fmla="*/ 12155 h 27153"/>
                <a:gd name="connsiteX7" fmla="*/ 4030 w 23596"/>
                <a:gd name="connsiteY7" fmla="*/ 17821 h 27153"/>
                <a:gd name="connsiteX8" fmla="*/ 4030 w 23596"/>
                <a:gd name="connsiteY8" fmla="*/ 17821 h 27153"/>
                <a:gd name="connsiteX9" fmla="*/ 4030 w 23596"/>
                <a:gd name="connsiteY9" fmla="*/ 18237 h 27153"/>
                <a:gd name="connsiteX10" fmla="*/ 4530 w 23596"/>
                <a:gd name="connsiteY10" fmla="*/ 20738 h 27153"/>
                <a:gd name="connsiteX11" fmla="*/ 19529 w 23596"/>
                <a:gd name="connsiteY11" fmla="*/ 25070 h 27153"/>
                <a:gd name="connsiteX12" fmla="*/ 22195 w 23596"/>
                <a:gd name="connsiteY12" fmla="*/ 9655 h 27153"/>
                <a:gd name="connsiteX13" fmla="*/ 18612 w 23596"/>
                <a:gd name="connsiteY13" fmla="*/ 4655 h 27153"/>
                <a:gd name="connsiteX14" fmla="*/ 18612 w 23596"/>
                <a:gd name="connsiteY14" fmla="*/ 4655 h 27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3596" h="27153">
                  <a:moveTo>
                    <a:pt x="18612" y="4655"/>
                  </a:moveTo>
                  <a:cubicBezTo>
                    <a:pt x="17362" y="3322"/>
                    <a:pt x="16279" y="2239"/>
                    <a:pt x="14779" y="1323"/>
                  </a:cubicBezTo>
                  <a:cubicBezTo>
                    <a:pt x="11946" y="-261"/>
                    <a:pt x="9029" y="-344"/>
                    <a:pt x="5946" y="656"/>
                  </a:cubicBezTo>
                  <a:cubicBezTo>
                    <a:pt x="2863" y="1656"/>
                    <a:pt x="363" y="5072"/>
                    <a:pt x="30" y="8322"/>
                  </a:cubicBezTo>
                  <a:cubicBezTo>
                    <a:pt x="280" y="7489"/>
                    <a:pt x="447" y="6738"/>
                    <a:pt x="697" y="5905"/>
                  </a:cubicBezTo>
                  <a:cubicBezTo>
                    <a:pt x="363" y="6656"/>
                    <a:pt x="113" y="7489"/>
                    <a:pt x="30" y="8322"/>
                  </a:cubicBezTo>
                  <a:cubicBezTo>
                    <a:pt x="-53" y="9655"/>
                    <a:pt x="30" y="10822"/>
                    <a:pt x="363" y="12155"/>
                  </a:cubicBezTo>
                  <a:cubicBezTo>
                    <a:pt x="947" y="14571"/>
                    <a:pt x="2280" y="16071"/>
                    <a:pt x="4030" y="17821"/>
                  </a:cubicBezTo>
                  <a:lnTo>
                    <a:pt x="4030" y="17821"/>
                  </a:lnTo>
                  <a:cubicBezTo>
                    <a:pt x="1697" y="15488"/>
                    <a:pt x="3030" y="17071"/>
                    <a:pt x="4030" y="18237"/>
                  </a:cubicBezTo>
                  <a:cubicBezTo>
                    <a:pt x="4113" y="19071"/>
                    <a:pt x="4196" y="19904"/>
                    <a:pt x="4530" y="20738"/>
                  </a:cubicBezTo>
                  <a:cubicBezTo>
                    <a:pt x="6530" y="26987"/>
                    <a:pt x="14445" y="29153"/>
                    <a:pt x="19529" y="25070"/>
                  </a:cubicBezTo>
                  <a:cubicBezTo>
                    <a:pt x="24278" y="21238"/>
                    <a:pt x="24444" y="14905"/>
                    <a:pt x="22195" y="9655"/>
                  </a:cubicBezTo>
                  <a:cubicBezTo>
                    <a:pt x="21278" y="7739"/>
                    <a:pt x="20028" y="6156"/>
                    <a:pt x="18612" y="4655"/>
                  </a:cubicBezTo>
                  <a:lnTo>
                    <a:pt x="18612" y="4655"/>
                  </a:lnTo>
                  <a:close/>
                </a:path>
              </a:pathLst>
            </a:custGeom>
            <a:grpFill/>
            <a:ln w="8332" cap="flat">
              <a:noFill/>
              <a:prstDash val="solid"/>
              <a:miter/>
            </a:ln>
          </p:spPr>
          <p:txBody>
            <a:bodyPr rtlCol="0" anchor="ctr"/>
            <a:lstStyle/>
            <a:p>
              <a:endParaRPr lang="en-US"/>
            </a:p>
          </p:txBody>
        </p:sp>
        <p:sp>
          <p:nvSpPr>
            <p:cNvPr id="2332" name="Freeform: Shape 2331"/>
            <p:cNvSpPr/>
            <p:nvPr/>
          </p:nvSpPr>
          <p:spPr>
            <a:xfrm>
              <a:off x="5525081" y="5989149"/>
              <a:ext cx="26710" cy="26884"/>
            </a:xfrm>
            <a:custGeom>
              <a:avLst/>
              <a:gdLst>
                <a:gd name="connsiteX0" fmla="*/ 22273 w 26710"/>
                <a:gd name="connsiteY0" fmla="*/ 5905 h 26884"/>
                <a:gd name="connsiteX1" fmla="*/ 2441 w 26710"/>
                <a:gd name="connsiteY1" fmla="*/ 4071 h 26884"/>
                <a:gd name="connsiteX2" fmla="*/ 8525 w 26710"/>
                <a:gd name="connsiteY2" fmla="*/ 24819 h 26884"/>
                <a:gd name="connsiteX3" fmla="*/ 13774 w 26710"/>
                <a:gd name="connsiteY3" fmla="*/ 25070 h 26884"/>
                <a:gd name="connsiteX4" fmla="*/ 21190 w 26710"/>
                <a:gd name="connsiteY4" fmla="*/ 26319 h 26884"/>
                <a:gd name="connsiteX5" fmla="*/ 26606 w 26710"/>
                <a:gd name="connsiteY5" fmla="*/ 18820 h 26884"/>
                <a:gd name="connsiteX6" fmla="*/ 22273 w 26710"/>
                <a:gd name="connsiteY6" fmla="*/ 5905 h 26884"/>
                <a:gd name="connsiteX7" fmla="*/ 22273 w 26710"/>
                <a:gd name="connsiteY7" fmla="*/ 5905 h 26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710" h="26884">
                  <a:moveTo>
                    <a:pt x="22273" y="5905"/>
                  </a:moveTo>
                  <a:cubicBezTo>
                    <a:pt x="17190" y="155"/>
                    <a:pt x="8108" y="-3011"/>
                    <a:pt x="2441" y="4071"/>
                  </a:cubicBezTo>
                  <a:cubicBezTo>
                    <a:pt x="-2641" y="10404"/>
                    <a:pt x="609" y="22320"/>
                    <a:pt x="8525" y="24819"/>
                  </a:cubicBezTo>
                  <a:cubicBezTo>
                    <a:pt x="10358" y="25403"/>
                    <a:pt x="12191" y="25403"/>
                    <a:pt x="13774" y="25070"/>
                  </a:cubicBezTo>
                  <a:cubicBezTo>
                    <a:pt x="15857" y="26736"/>
                    <a:pt x="18274" y="27486"/>
                    <a:pt x="21190" y="26319"/>
                  </a:cubicBezTo>
                  <a:cubicBezTo>
                    <a:pt x="24356" y="25070"/>
                    <a:pt x="26190" y="22153"/>
                    <a:pt x="26606" y="18820"/>
                  </a:cubicBezTo>
                  <a:cubicBezTo>
                    <a:pt x="27189" y="14154"/>
                    <a:pt x="25273" y="9321"/>
                    <a:pt x="22273" y="5905"/>
                  </a:cubicBezTo>
                  <a:lnTo>
                    <a:pt x="22273" y="5905"/>
                  </a:lnTo>
                  <a:close/>
                </a:path>
              </a:pathLst>
            </a:custGeom>
            <a:grpFill/>
            <a:ln w="8332" cap="flat">
              <a:noFill/>
              <a:prstDash val="solid"/>
              <a:miter/>
            </a:ln>
          </p:spPr>
          <p:txBody>
            <a:bodyPr rtlCol="0" anchor="ctr"/>
            <a:lstStyle/>
            <a:p>
              <a:endParaRPr lang="en-US"/>
            </a:p>
          </p:txBody>
        </p:sp>
        <p:sp>
          <p:nvSpPr>
            <p:cNvPr id="2333" name="Freeform: Shape 2332"/>
            <p:cNvSpPr/>
            <p:nvPr/>
          </p:nvSpPr>
          <p:spPr>
            <a:xfrm>
              <a:off x="5451041" y="5997858"/>
              <a:ext cx="23581" cy="22411"/>
            </a:xfrm>
            <a:custGeom>
              <a:avLst/>
              <a:gdLst>
                <a:gd name="connsiteX0" fmla="*/ 8656 w 23581"/>
                <a:gd name="connsiteY0" fmla="*/ 195 h 22411"/>
                <a:gd name="connsiteX1" fmla="*/ 656 w 23581"/>
                <a:gd name="connsiteY1" fmla="*/ 13861 h 22411"/>
                <a:gd name="connsiteX2" fmla="*/ 1823 w 23581"/>
                <a:gd name="connsiteY2" fmla="*/ 15944 h 22411"/>
                <a:gd name="connsiteX3" fmla="*/ 7905 w 23581"/>
                <a:gd name="connsiteY3" fmla="*/ 21443 h 22411"/>
                <a:gd name="connsiteX4" fmla="*/ 10988 w 23581"/>
                <a:gd name="connsiteY4" fmla="*/ 22026 h 22411"/>
                <a:gd name="connsiteX5" fmla="*/ 12405 w 23581"/>
                <a:gd name="connsiteY5" fmla="*/ 22276 h 22411"/>
                <a:gd name="connsiteX6" fmla="*/ 21237 w 23581"/>
                <a:gd name="connsiteY6" fmla="*/ 18860 h 22411"/>
                <a:gd name="connsiteX7" fmla="*/ 21237 w 23581"/>
                <a:gd name="connsiteY7" fmla="*/ 5278 h 22411"/>
                <a:gd name="connsiteX8" fmla="*/ 8656 w 23581"/>
                <a:gd name="connsiteY8" fmla="*/ 195 h 22411"/>
                <a:gd name="connsiteX9" fmla="*/ 8656 w 23581"/>
                <a:gd name="connsiteY9" fmla="*/ 195 h 22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581" h="22411">
                  <a:moveTo>
                    <a:pt x="8656" y="195"/>
                  </a:moveTo>
                  <a:cubicBezTo>
                    <a:pt x="2156" y="1445"/>
                    <a:pt x="-1594" y="7528"/>
                    <a:pt x="656" y="13861"/>
                  </a:cubicBezTo>
                  <a:cubicBezTo>
                    <a:pt x="906" y="14610"/>
                    <a:pt x="1323" y="15277"/>
                    <a:pt x="1823" y="15944"/>
                  </a:cubicBezTo>
                  <a:cubicBezTo>
                    <a:pt x="3239" y="18360"/>
                    <a:pt x="5322" y="20110"/>
                    <a:pt x="7905" y="21443"/>
                  </a:cubicBezTo>
                  <a:cubicBezTo>
                    <a:pt x="8822" y="21943"/>
                    <a:pt x="9905" y="22110"/>
                    <a:pt x="10988" y="22026"/>
                  </a:cubicBezTo>
                  <a:cubicBezTo>
                    <a:pt x="11239" y="22110"/>
                    <a:pt x="11655" y="22193"/>
                    <a:pt x="12405" y="22276"/>
                  </a:cubicBezTo>
                  <a:cubicBezTo>
                    <a:pt x="15655" y="22859"/>
                    <a:pt x="19238" y="21526"/>
                    <a:pt x="21237" y="18860"/>
                  </a:cubicBezTo>
                  <a:cubicBezTo>
                    <a:pt x="24237" y="14944"/>
                    <a:pt x="24487" y="9111"/>
                    <a:pt x="21237" y="5278"/>
                  </a:cubicBezTo>
                  <a:cubicBezTo>
                    <a:pt x="18238" y="1695"/>
                    <a:pt x="13405" y="-721"/>
                    <a:pt x="8656" y="195"/>
                  </a:cubicBezTo>
                  <a:lnTo>
                    <a:pt x="8656" y="195"/>
                  </a:lnTo>
                  <a:close/>
                </a:path>
              </a:pathLst>
            </a:custGeom>
            <a:grpFill/>
            <a:ln w="8332" cap="flat">
              <a:noFill/>
              <a:prstDash val="solid"/>
              <a:miter/>
            </a:ln>
          </p:spPr>
          <p:txBody>
            <a:bodyPr rtlCol="0" anchor="ctr"/>
            <a:lstStyle/>
            <a:p>
              <a:endParaRPr lang="en-US"/>
            </a:p>
          </p:txBody>
        </p:sp>
        <p:sp>
          <p:nvSpPr>
            <p:cNvPr id="2334" name="Freeform: Shape 2333"/>
            <p:cNvSpPr/>
            <p:nvPr/>
          </p:nvSpPr>
          <p:spPr>
            <a:xfrm>
              <a:off x="5500669" y="6043901"/>
              <a:ext cx="25022" cy="26620"/>
            </a:xfrm>
            <a:custGeom>
              <a:avLst/>
              <a:gdLst>
                <a:gd name="connsiteX0" fmla="*/ 18938 w 25022"/>
                <a:gd name="connsiteY0" fmla="*/ 2147 h 26620"/>
                <a:gd name="connsiteX1" fmla="*/ 3106 w 25022"/>
                <a:gd name="connsiteY1" fmla="*/ 6314 h 26620"/>
                <a:gd name="connsiteX2" fmla="*/ 2439 w 25022"/>
                <a:gd name="connsiteY2" fmla="*/ 9646 h 26620"/>
                <a:gd name="connsiteX3" fmla="*/ 2439 w 25022"/>
                <a:gd name="connsiteY3" fmla="*/ 9646 h 26620"/>
                <a:gd name="connsiteX4" fmla="*/ 1273 w 25022"/>
                <a:gd name="connsiteY4" fmla="*/ 18646 h 26620"/>
                <a:gd name="connsiteX5" fmla="*/ 4022 w 25022"/>
                <a:gd name="connsiteY5" fmla="*/ 22312 h 26620"/>
                <a:gd name="connsiteX6" fmla="*/ 5189 w 25022"/>
                <a:gd name="connsiteY6" fmla="*/ 23479 h 26620"/>
                <a:gd name="connsiteX7" fmla="*/ 5356 w 25022"/>
                <a:gd name="connsiteY7" fmla="*/ 23479 h 26620"/>
                <a:gd name="connsiteX8" fmla="*/ 8605 w 25022"/>
                <a:gd name="connsiteY8" fmla="*/ 25728 h 26620"/>
                <a:gd name="connsiteX9" fmla="*/ 24021 w 25022"/>
                <a:gd name="connsiteY9" fmla="*/ 18896 h 26620"/>
                <a:gd name="connsiteX10" fmla="*/ 18938 w 25022"/>
                <a:gd name="connsiteY10" fmla="*/ 2147 h 26620"/>
                <a:gd name="connsiteX11" fmla="*/ 18938 w 25022"/>
                <a:gd name="connsiteY11" fmla="*/ 2147 h 26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022" h="26620">
                  <a:moveTo>
                    <a:pt x="18938" y="2147"/>
                  </a:moveTo>
                  <a:cubicBezTo>
                    <a:pt x="13772" y="-2019"/>
                    <a:pt x="5606" y="148"/>
                    <a:pt x="3106" y="6314"/>
                  </a:cubicBezTo>
                  <a:cubicBezTo>
                    <a:pt x="2689" y="7397"/>
                    <a:pt x="2523" y="8480"/>
                    <a:pt x="2439" y="9646"/>
                  </a:cubicBezTo>
                  <a:lnTo>
                    <a:pt x="2439" y="9646"/>
                  </a:lnTo>
                  <a:cubicBezTo>
                    <a:pt x="-394" y="12063"/>
                    <a:pt x="-727" y="15646"/>
                    <a:pt x="1273" y="18646"/>
                  </a:cubicBezTo>
                  <a:cubicBezTo>
                    <a:pt x="2106" y="19979"/>
                    <a:pt x="2856" y="21229"/>
                    <a:pt x="4022" y="22312"/>
                  </a:cubicBezTo>
                  <a:cubicBezTo>
                    <a:pt x="4439" y="22645"/>
                    <a:pt x="4773" y="23145"/>
                    <a:pt x="5189" y="23479"/>
                  </a:cubicBezTo>
                  <a:cubicBezTo>
                    <a:pt x="5522" y="23728"/>
                    <a:pt x="5522" y="23645"/>
                    <a:pt x="5356" y="23479"/>
                  </a:cubicBezTo>
                  <a:cubicBezTo>
                    <a:pt x="6356" y="24395"/>
                    <a:pt x="7189" y="25145"/>
                    <a:pt x="8605" y="25728"/>
                  </a:cubicBezTo>
                  <a:cubicBezTo>
                    <a:pt x="14855" y="28311"/>
                    <a:pt x="21521" y="25062"/>
                    <a:pt x="24021" y="18896"/>
                  </a:cubicBezTo>
                  <a:cubicBezTo>
                    <a:pt x="26604" y="12813"/>
                    <a:pt x="23937" y="6063"/>
                    <a:pt x="18938" y="2147"/>
                  </a:cubicBezTo>
                  <a:lnTo>
                    <a:pt x="18938" y="2147"/>
                  </a:lnTo>
                  <a:close/>
                </a:path>
              </a:pathLst>
            </a:custGeom>
            <a:grpFill/>
            <a:ln w="8332" cap="flat">
              <a:noFill/>
              <a:prstDash val="solid"/>
              <a:miter/>
            </a:ln>
          </p:spPr>
          <p:txBody>
            <a:bodyPr rtlCol="0" anchor="ctr"/>
            <a:lstStyle/>
            <a:p>
              <a:endParaRPr lang="en-US"/>
            </a:p>
          </p:txBody>
        </p:sp>
        <p:sp>
          <p:nvSpPr>
            <p:cNvPr id="2335" name="Freeform: Shape 2334"/>
            <p:cNvSpPr/>
            <p:nvPr/>
          </p:nvSpPr>
          <p:spPr>
            <a:xfrm>
              <a:off x="5574087" y="6040352"/>
              <a:ext cx="21031" cy="23171"/>
            </a:xfrm>
            <a:custGeom>
              <a:avLst/>
              <a:gdLst>
                <a:gd name="connsiteX0" fmla="*/ 8764 w 21031"/>
                <a:gd name="connsiteY0" fmla="*/ 280 h 23171"/>
                <a:gd name="connsiteX1" fmla="*/ 1598 w 21031"/>
                <a:gd name="connsiteY1" fmla="*/ 8280 h 23171"/>
                <a:gd name="connsiteX2" fmla="*/ 1515 w 21031"/>
                <a:gd name="connsiteY2" fmla="*/ 11363 h 23171"/>
                <a:gd name="connsiteX3" fmla="*/ 1598 w 21031"/>
                <a:gd name="connsiteY3" fmla="*/ 11779 h 23171"/>
                <a:gd name="connsiteX4" fmla="*/ 598 w 21031"/>
                <a:gd name="connsiteY4" fmla="*/ 12946 h 23171"/>
                <a:gd name="connsiteX5" fmla="*/ 1765 w 21031"/>
                <a:gd name="connsiteY5" fmla="*/ 18945 h 23171"/>
                <a:gd name="connsiteX6" fmla="*/ 3931 w 21031"/>
                <a:gd name="connsiteY6" fmla="*/ 20279 h 23171"/>
                <a:gd name="connsiteX7" fmla="*/ 13014 w 21031"/>
                <a:gd name="connsiteY7" fmla="*/ 22528 h 23171"/>
                <a:gd name="connsiteX8" fmla="*/ 19680 w 21031"/>
                <a:gd name="connsiteY8" fmla="*/ 14612 h 23171"/>
                <a:gd name="connsiteX9" fmla="*/ 20930 w 21031"/>
                <a:gd name="connsiteY9" fmla="*/ 8946 h 23171"/>
                <a:gd name="connsiteX10" fmla="*/ 18680 w 21031"/>
                <a:gd name="connsiteY10" fmla="*/ 3613 h 23171"/>
                <a:gd name="connsiteX11" fmla="*/ 8764 w 21031"/>
                <a:gd name="connsiteY11" fmla="*/ 280 h 23171"/>
                <a:gd name="connsiteX12" fmla="*/ 8764 w 21031"/>
                <a:gd name="connsiteY12" fmla="*/ 280 h 23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031" h="23171">
                  <a:moveTo>
                    <a:pt x="8764" y="280"/>
                  </a:moveTo>
                  <a:cubicBezTo>
                    <a:pt x="5264" y="1197"/>
                    <a:pt x="1765" y="4446"/>
                    <a:pt x="1598" y="8280"/>
                  </a:cubicBezTo>
                  <a:cubicBezTo>
                    <a:pt x="1515" y="9279"/>
                    <a:pt x="1515" y="10363"/>
                    <a:pt x="1515" y="11363"/>
                  </a:cubicBezTo>
                  <a:cubicBezTo>
                    <a:pt x="1515" y="11529"/>
                    <a:pt x="1598" y="11612"/>
                    <a:pt x="1598" y="11779"/>
                  </a:cubicBezTo>
                  <a:cubicBezTo>
                    <a:pt x="1265" y="12112"/>
                    <a:pt x="931" y="12529"/>
                    <a:pt x="598" y="12946"/>
                  </a:cubicBezTo>
                  <a:cubicBezTo>
                    <a:pt x="-402" y="14779"/>
                    <a:pt x="-235" y="17779"/>
                    <a:pt x="1765" y="18945"/>
                  </a:cubicBezTo>
                  <a:cubicBezTo>
                    <a:pt x="2515" y="19362"/>
                    <a:pt x="3265" y="19779"/>
                    <a:pt x="3931" y="20279"/>
                  </a:cubicBezTo>
                  <a:cubicBezTo>
                    <a:pt x="6014" y="22945"/>
                    <a:pt x="9598" y="23945"/>
                    <a:pt x="13014" y="22528"/>
                  </a:cubicBezTo>
                  <a:cubicBezTo>
                    <a:pt x="16180" y="21278"/>
                    <a:pt x="18430" y="18029"/>
                    <a:pt x="19680" y="14612"/>
                  </a:cubicBezTo>
                  <a:cubicBezTo>
                    <a:pt x="20763" y="12946"/>
                    <a:pt x="21263" y="10863"/>
                    <a:pt x="20930" y="8946"/>
                  </a:cubicBezTo>
                  <a:cubicBezTo>
                    <a:pt x="20513" y="6780"/>
                    <a:pt x="19846" y="5446"/>
                    <a:pt x="18680" y="3613"/>
                  </a:cubicBezTo>
                  <a:cubicBezTo>
                    <a:pt x="16930" y="447"/>
                    <a:pt x="12097" y="-553"/>
                    <a:pt x="8764" y="280"/>
                  </a:cubicBezTo>
                  <a:lnTo>
                    <a:pt x="8764" y="280"/>
                  </a:lnTo>
                  <a:close/>
                </a:path>
              </a:pathLst>
            </a:custGeom>
            <a:grpFill/>
            <a:ln w="8332" cap="flat">
              <a:noFill/>
              <a:prstDash val="solid"/>
              <a:miter/>
            </a:ln>
          </p:spPr>
          <p:txBody>
            <a:bodyPr rtlCol="0" anchor="ctr"/>
            <a:lstStyle/>
            <a:p>
              <a:endParaRPr lang="en-US"/>
            </a:p>
          </p:txBody>
        </p:sp>
        <p:sp>
          <p:nvSpPr>
            <p:cNvPr id="2336" name="Freeform: Shape 2335"/>
            <p:cNvSpPr/>
            <p:nvPr/>
          </p:nvSpPr>
          <p:spPr>
            <a:xfrm>
              <a:off x="5630121" y="5993258"/>
              <a:ext cx="24278" cy="25533"/>
            </a:xfrm>
            <a:custGeom>
              <a:avLst/>
              <a:gdLst>
                <a:gd name="connsiteX0" fmla="*/ 12059 w 24278"/>
                <a:gd name="connsiteY0" fmla="*/ 46 h 25533"/>
                <a:gd name="connsiteX1" fmla="*/ 643 w 24278"/>
                <a:gd name="connsiteY1" fmla="*/ 8045 h 25533"/>
                <a:gd name="connsiteX2" fmla="*/ 4560 w 24278"/>
                <a:gd name="connsiteY2" fmla="*/ 19294 h 25533"/>
                <a:gd name="connsiteX3" fmla="*/ 5309 w 24278"/>
                <a:gd name="connsiteY3" fmla="*/ 19627 h 25533"/>
                <a:gd name="connsiteX4" fmla="*/ 6309 w 24278"/>
                <a:gd name="connsiteY4" fmla="*/ 22044 h 25533"/>
                <a:gd name="connsiteX5" fmla="*/ 13476 w 24278"/>
                <a:gd name="connsiteY5" fmla="*/ 25460 h 25533"/>
                <a:gd name="connsiteX6" fmla="*/ 18475 w 24278"/>
                <a:gd name="connsiteY6" fmla="*/ 24877 h 25533"/>
                <a:gd name="connsiteX7" fmla="*/ 24141 w 24278"/>
                <a:gd name="connsiteY7" fmla="*/ 17544 h 25533"/>
                <a:gd name="connsiteX8" fmla="*/ 23141 w 24278"/>
                <a:gd name="connsiteY8" fmla="*/ 10045 h 25533"/>
                <a:gd name="connsiteX9" fmla="*/ 20225 w 24278"/>
                <a:gd name="connsiteY9" fmla="*/ 4712 h 25533"/>
                <a:gd name="connsiteX10" fmla="*/ 12059 w 24278"/>
                <a:gd name="connsiteY10" fmla="*/ 46 h 25533"/>
                <a:gd name="connsiteX11" fmla="*/ 12059 w 24278"/>
                <a:gd name="connsiteY11" fmla="*/ 46 h 25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278" h="25533">
                  <a:moveTo>
                    <a:pt x="12059" y="46"/>
                  </a:moveTo>
                  <a:cubicBezTo>
                    <a:pt x="6559" y="-454"/>
                    <a:pt x="2559" y="3212"/>
                    <a:pt x="643" y="8045"/>
                  </a:cubicBezTo>
                  <a:cubicBezTo>
                    <a:pt x="-1024" y="12294"/>
                    <a:pt x="643" y="17127"/>
                    <a:pt x="4560" y="19294"/>
                  </a:cubicBezTo>
                  <a:cubicBezTo>
                    <a:pt x="4809" y="19461"/>
                    <a:pt x="5060" y="19544"/>
                    <a:pt x="5309" y="19627"/>
                  </a:cubicBezTo>
                  <a:cubicBezTo>
                    <a:pt x="5559" y="20461"/>
                    <a:pt x="5809" y="21210"/>
                    <a:pt x="6309" y="22044"/>
                  </a:cubicBezTo>
                  <a:cubicBezTo>
                    <a:pt x="7892" y="24710"/>
                    <a:pt x="10726" y="25627"/>
                    <a:pt x="13476" y="25460"/>
                  </a:cubicBezTo>
                  <a:cubicBezTo>
                    <a:pt x="15058" y="25627"/>
                    <a:pt x="16641" y="25543"/>
                    <a:pt x="18475" y="24877"/>
                  </a:cubicBezTo>
                  <a:cubicBezTo>
                    <a:pt x="21474" y="23877"/>
                    <a:pt x="23808" y="20627"/>
                    <a:pt x="24141" y="17544"/>
                  </a:cubicBezTo>
                  <a:cubicBezTo>
                    <a:pt x="24474" y="14878"/>
                    <a:pt x="24224" y="12545"/>
                    <a:pt x="23141" y="10045"/>
                  </a:cubicBezTo>
                  <a:cubicBezTo>
                    <a:pt x="22391" y="8211"/>
                    <a:pt x="21391" y="6295"/>
                    <a:pt x="20225" y="4712"/>
                  </a:cubicBezTo>
                  <a:cubicBezTo>
                    <a:pt x="18391" y="2296"/>
                    <a:pt x="15142" y="296"/>
                    <a:pt x="12059" y="46"/>
                  </a:cubicBezTo>
                  <a:lnTo>
                    <a:pt x="12059" y="46"/>
                  </a:lnTo>
                  <a:close/>
                </a:path>
              </a:pathLst>
            </a:custGeom>
            <a:grpFill/>
            <a:ln w="8332" cap="flat">
              <a:noFill/>
              <a:prstDash val="solid"/>
              <a:miter/>
            </a:ln>
          </p:spPr>
          <p:txBody>
            <a:bodyPr rtlCol="0" anchor="ctr"/>
            <a:lstStyle/>
            <a:p>
              <a:endParaRPr lang="en-US"/>
            </a:p>
          </p:txBody>
        </p:sp>
        <p:sp>
          <p:nvSpPr>
            <p:cNvPr id="2337" name="Freeform: Shape 2336"/>
            <p:cNvSpPr/>
            <p:nvPr/>
          </p:nvSpPr>
          <p:spPr>
            <a:xfrm>
              <a:off x="5558211" y="6096762"/>
              <a:ext cx="21258" cy="21810"/>
            </a:xfrm>
            <a:custGeom>
              <a:avLst/>
              <a:gdLst>
                <a:gd name="connsiteX0" fmla="*/ 17058 w 21258"/>
                <a:gd name="connsiteY0" fmla="*/ 1782 h 21810"/>
                <a:gd name="connsiteX1" fmla="*/ 6226 w 21258"/>
                <a:gd name="connsiteY1" fmla="*/ 1782 h 21810"/>
                <a:gd name="connsiteX2" fmla="*/ 3559 w 21258"/>
                <a:gd name="connsiteY2" fmla="*/ 5365 h 21810"/>
                <a:gd name="connsiteX3" fmla="*/ 1642 w 21258"/>
                <a:gd name="connsiteY3" fmla="*/ 6615 h 21810"/>
                <a:gd name="connsiteX4" fmla="*/ 1142 w 21258"/>
                <a:gd name="connsiteY4" fmla="*/ 13948 h 21810"/>
                <a:gd name="connsiteX5" fmla="*/ 4809 w 21258"/>
                <a:gd name="connsiteY5" fmla="*/ 17781 h 21810"/>
                <a:gd name="connsiteX6" fmla="*/ 5059 w 21258"/>
                <a:gd name="connsiteY6" fmla="*/ 17948 h 21810"/>
                <a:gd name="connsiteX7" fmla="*/ 5309 w 21258"/>
                <a:gd name="connsiteY7" fmla="*/ 18197 h 21810"/>
                <a:gd name="connsiteX8" fmla="*/ 7892 w 21258"/>
                <a:gd name="connsiteY8" fmla="*/ 20447 h 21810"/>
                <a:gd name="connsiteX9" fmla="*/ 18725 w 21258"/>
                <a:gd name="connsiteY9" fmla="*/ 17948 h 21810"/>
                <a:gd name="connsiteX10" fmla="*/ 18891 w 21258"/>
                <a:gd name="connsiteY10" fmla="*/ 17781 h 21810"/>
                <a:gd name="connsiteX11" fmla="*/ 20141 w 21258"/>
                <a:gd name="connsiteY11" fmla="*/ 15698 h 21810"/>
                <a:gd name="connsiteX12" fmla="*/ 21141 w 21258"/>
                <a:gd name="connsiteY12" fmla="*/ 12281 h 21810"/>
                <a:gd name="connsiteX13" fmla="*/ 20808 w 21258"/>
                <a:gd name="connsiteY13" fmla="*/ 7782 h 21810"/>
                <a:gd name="connsiteX14" fmla="*/ 17058 w 21258"/>
                <a:gd name="connsiteY14" fmla="*/ 1782 h 21810"/>
                <a:gd name="connsiteX15" fmla="*/ 17058 w 21258"/>
                <a:gd name="connsiteY15" fmla="*/ 1782 h 21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1258" h="21810">
                  <a:moveTo>
                    <a:pt x="17058" y="1782"/>
                  </a:moveTo>
                  <a:cubicBezTo>
                    <a:pt x="14308" y="-717"/>
                    <a:pt x="9058" y="-468"/>
                    <a:pt x="6226" y="1782"/>
                  </a:cubicBezTo>
                  <a:cubicBezTo>
                    <a:pt x="5059" y="2782"/>
                    <a:pt x="4142" y="4032"/>
                    <a:pt x="3559" y="5365"/>
                  </a:cubicBezTo>
                  <a:cubicBezTo>
                    <a:pt x="2809" y="5616"/>
                    <a:pt x="2226" y="6032"/>
                    <a:pt x="1642" y="6615"/>
                  </a:cubicBezTo>
                  <a:cubicBezTo>
                    <a:pt x="-274" y="8532"/>
                    <a:pt x="-607" y="11782"/>
                    <a:pt x="1142" y="13948"/>
                  </a:cubicBezTo>
                  <a:cubicBezTo>
                    <a:pt x="2226" y="15281"/>
                    <a:pt x="3476" y="16614"/>
                    <a:pt x="4809" y="17781"/>
                  </a:cubicBezTo>
                  <a:cubicBezTo>
                    <a:pt x="5059" y="17948"/>
                    <a:pt x="5559" y="18614"/>
                    <a:pt x="5059" y="17948"/>
                  </a:cubicBezTo>
                  <a:cubicBezTo>
                    <a:pt x="4476" y="17197"/>
                    <a:pt x="5142" y="18031"/>
                    <a:pt x="5309" y="18197"/>
                  </a:cubicBezTo>
                  <a:cubicBezTo>
                    <a:pt x="6142" y="19031"/>
                    <a:pt x="6892" y="19864"/>
                    <a:pt x="7892" y="20447"/>
                  </a:cubicBezTo>
                  <a:cubicBezTo>
                    <a:pt x="11975" y="22947"/>
                    <a:pt x="16308" y="21947"/>
                    <a:pt x="18725" y="17948"/>
                  </a:cubicBezTo>
                  <a:cubicBezTo>
                    <a:pt x="18725" y="17948"/>
                    <a:pt x="18807" y="17864"/>
                    <a:pt x="18891" y="17781"/>
                  </a:cubicBezTo>
                  <a:cubicBezTo>
                    <a:pt x="19391" y="17281"/>
                    <a:pt x="19807" y="16364"/>
                    <a:pt x="20141" y="15698"/>
                  </a:cubicBezTo>
                  <a:cubicBezTo>
                    <a:pt x="20641" y="14614"/>
                    <a:pt x="20974" y="13448"/>
                    <a:pt x="21141" y="12281"/>
                  </a:cubicBezTo>
                  <a:cubicBezTo>
                    <a:pt x="21390" y="10782"/>
                    <a:pt x="21224" y="9282"/>
                    <a:pt x="20808" y="7782"/>
                  </a:cubicBezTo>
                  <a:cubicBezTo>
                    <a:pt x="20224" y="5198"/>
                    <a:pt x="18891" y="3532"/>
                    <a:pt x="17058" y="1782"/>
                  </a:cubicBezTo>
                  <a:lnTo>
                    <a:pt x="17058" y="1782"/>
                  </a:lnTo>
                  <a:close/>
                </a:path>
              </a:pathLst>
            </a:custGeom>
            <a:grpFill/>
            <a:ln w="8332" cap="flat">
              <a:noFill/>
              <a:prstDash val="solid"/>
              <a:miter/>
            </a:ln>
          </p:spPr>
          <p:txBody>
            <a:bodyPr rtlCol="0" anchor="ctr"/>
            <a:lstStyle/>
            <a:p>
              <a:endParaRPr lang="en-US"/>
            </a:p>
          </p:txBody>
        </p:sp>
        <p:sp>
          <p:nvSpPr>
            <p:cNvPr id="2338" name="Freeform: Shape 2337"/>
            <p:cNvSpPr/>
            <p:nvPr/>
          </p:nvSpPr>
          <p:spPr>
            <a:xfrm>
              <a:off x="5617326" y="6065620"/>
              <a:ext cx="26264" cy="25572"/>
            </a:xfrm>
            <a:custGeom>
              <a:avLst/>
              <a:gdLst>
                <a:gd name="connsiteX0" fmla="*/ 18938 w 26264"/>
                <a:gd name="connsiteY0" fmla="*/ 761 h 25572"/>
                <a:gd name="connsiteX1" fmla="*/ 8688 w 26264"/>
                <a:gd name="connsiteY1" fmla="*/ 2927 h 25572"/>
                <a:gd name="connsiteX2" fmla="*/ 5855 w 26264"/>
                <a:gd name="connsiteY2" fmla="*/ 9426 h 25572"/>
                <a:gd name="connsiteX3" fmla="*/ 523 w 26264"/>
                <a:gd name="connsiteY3" fmla="*/ 13843 h 25572"/>
                <a:gd name="connsiteX4" fmla="*/ 4689 w 26264"/>
                <a:gd name="connsiteY4" fmla="*/ 23759 h 25572"/>
                <a:gd name="connsiteX5" fmla="*/ 20354 w 26264"/>
                <a:gd name="connsiteY5" fmla="*/ 22675 h 25572"/>
                <a:gd name="connsiteX6" fmla="*/ 25520 w 26264"/>
                <a:gd name="connsiteY6" fmla="*/ 15509 h 25572"/>
                <a:gd name="connsiteX7" fmla="*/ 24854 w 26264"/>
                <a:gd name="connsiteY7" fmla="*/ 5927 h 25572"/>
                <a:gd name="connsiteX8" fmla="*/ 18938 w 26264"/>
                <a:gd name="connsiteY8" fmla="*/ 761 h 25572"/>
                <a:gd name="connsiteX9" fmla="*/ 18938 w 26264"/>
                <a:gd name="connsiteY9" fmla="*/ 761 h 25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264" h="25572">
                  <a:moveTo>
                    <a:pt x="18938" y="761"/>
                  </a:moveTo>
                  <a:cubicBezTo>
                    <a:pt x="15604" y="-989"/>
                    <a:pt x="11105" y="510"/>
                    <a:pt x="8688" y="2927"/>
                  </a:cubicBezTo>
                  <a:cubicBezTo>
                    <a:pt x="7105" y="4510"/>
                    <a:pt x="5939" y="7010"/>
                    <a:pt x="5855" y="9426"/>
                  </a:cubicBezTo>
                  <a:cubicBezTo>
                    <a:pt x="3522" y="9926"/>
                    <a:pt x="1439" y="11509"/>
                    <a:pt x="523" y="13843"/>
                  </a:cubicBezTo>
                  <a:cubicBezTo>
                    <a:pt x="-977" y="17926"/>
                    <a:pt x="856" y="21842"/>
                    <a:pt x="4689" y="23759"/>
                  </a:cubicBezTo>
                  <a:cubicBezTo>
                    <a:pt x="9855" y="26258"/>
                    <a:pt x="15688" y="26425"/>
                    <a:pt x="20354" y="22675"/>
                  </a:cubicBezTo>
                  <a:cubicBezTo>
                    <a:pt x="22687" y="20758"/>
                    <a:pt x="24604" y="18342"/>
                    <a:pt x="25520" y="15509"/>
                  </a:cubicBezTo>
                  <a:cubicBezTo>
                    <a:pt x="26604" y="12260"/>
                    <a:pt x="26604" y="8926"/>
                    <a:pt x="24854" y="5927"/>
                  </a:cubicBezTo>
                  <a:cubicBezTo>
                    <a:pt x="23354" y="3427"/>
                    <a:pt x="21437" y="2010"/>
                    <a:pt x="18938" y="761"/>
                  </a:cubicBezTo>
                  <a:lnTo>
                    <a:pt x="18938" y="761"/>
                  </a:lnTo>
                  <a:close/>
                </a:path>
              </a:pathLst>
            </a:custGeom>
            <a:grpFill/>
            <a:ln w="8332" cap="flat">
              <a:noFill/>
              <a:prstDash val="solid"/>
              <a:miter/>
            </a:ln>
          </p:spPr>
          <p:txBody>
            <a:bodyPr rtlCol="0" anchor="ctr"/>
            <a:lstStyle/>
            <a:p>
              <a:endParaRPr lang="en-US"/>
            </a:p>
          </p:txBody>
        </p:sp>
        <p:sp>
          <p:nvSpPr>
            <p:cNvPr id="2339" name="Freeform: Shape 2338"/>
            <p:cNvSpPr/>
            <p:nvPr/>
          </p:nvSpPr>
          <p:spPr>
            <a:xfrm>
              <a:off x="5560437" y="5878424"/>
              <a:ext cx="20342" cy="21027"/>
            </a:xfrm>
            <a:custGeom>
              <a:avLst/>
              <a:gdLst>
                <a:gd name="connsiteX0" fmla="*/ 2917 w 20342"/>
                <a:gd name="connsiteY0" fmla="*/ 2972 h 21027"/>
                <a:gd name="connsiteX1" fmla="*/ 0 w 20342"/>
                <a:gd name="connsiteY1" fmla="*/ 9971 h 21027"/>
                <a:gd name="connsiteX2" fmla="*/ 3917 w 20342"/>
                <a:gd name="connsiteY2" fmla="*/ 18054 h 21027"/>
                <a:gd name="connsiteX3" fmla="*/ 6083 w 20342"/>
                <a:gd name="connsiteY3" fmla="*/ 19304 h 21027"/>
                <a:gd name="connsiteX4" fmla="*/ 18248 w 20342"/>
                <a:gd name="connsiteY4" fmla="*/ 17638 h 21027"/>
                <a:gd name="connsiteX5" fmla="*/ 17999 w 20342"/>
                <a:gd name="connsiteY5" fmla="*/ 3805 h 21027"/>
                <a:gd name="connsiteX6" fmla="*/ 2917 w 20342"/>
                <a:gd name="connsiteY6" fmla="*/ 2972 h 21027"/>
                <a:gd name="connsiteX7" fmla="*/ 2917 w 20342"/>
                <a:gd name="connsiteY7" fmla="*/ 2972 h 21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342" h="21027">
                  <a:moveTo>
                    <a:pt x="2917" y="2972"/>
                  </a:moveTo>
                  <a:cubicBezTo>
                    <a:pt x="1000" y="4972"/>
                    <a:pt x="0" y="7222"/>
                    <a:pt x="0" y="9971"/>
                  </a:cubicBezTo>
                  <a:cubicBezTo>
                    <a:pt x="0" y="13472"/>
                    <a:pt x="1500" y="15721"/>
                    <a:pt x="3917" y="18054"/>
                  </a:cubicBezTo>
                  <a:cubicBezTo>
                    <a:pt x="4583" y="18721"/>
                    <a:pt x="5333" y="19054"/>
                    <a:pt x="6083" y="19304"/>
                  </a:cubicBezTo>
                  <a:cubicBezTo>
                    <a:pt x="9749" y="21970"/>
                    <a:pt x="15832" y="21637"/>
                    <a:pt x="18248" y="17638"/>
                  </a:cubicBezTo>
                  <a:cubicBezTo>
                    <a:pt x="20915" y="13305"/>
                    <a:pt x="21248" y="7972"/>
                    <a:pt x="17999" y="3805"/>
                  </a:cubicBezTo>
                  <a:cubicBezTo>
                    <a:pt x="14332" y="-944"/>
                    <a:pt x="7166" y="-1277"/>
                    <a:pt x="2917" y="2972"/>
                  </a:cubicBezTo>
                  <a:lnTo>
                    <a:pt x="2917" y="2972"/>
                  </a:lnTo>
                  <a:close/>
                </a:path>
              </a:pathLst>
            </a:custGeom>
            <a:grpFill/>
            <a:ln w="8332" cap="flat">
              <a:noFill/>
              <a:prstDash val="solid"/>
              <a:miter/>
            </a:ln>
          </p:spPr>
          <p:txBody>
            <a:bodyPr rtlCol="0" anchor="ctr"/>
            <a:lstStyle/>
            <a:p>
              <a:endParaRPr lang="en-US"/>
            </a:p>
          </p:txBody>
        </p:sp>
        <p:sp>
          <p:nvSpPr>
            <p:cNvPr id="2340" name="Freeform: Shape 2339"/>
            <p:cNvSpPr/>
            <p:nvPr/>
          </p:nvSpPr>
          <p:spPr>
            <a:xfrm>
              <a:off x="5473327" y="5894671"/>
              <a:ext cx="21853" cy="25280"/>
            </a:xfrm>
            <a:custGeom>
              <a:avLst/>
              <a:gdLst>
                <a:gd name="connsiteX0" fmla="*/ 5367 w 21853"/>
                <a:gd name="connsiteY0" fmla="*/ 1391 h 25280"/>
                <a:gd name="connsiteX1" fmla="*/ 868 w 21853"/>
                <a:gd name="connsiteY1" fmla="*/ 14223 h 25280"/>
                <a:gd name="connsiteX2" fmla="*/ 2534 w 21853"/>
                <a:gd name="connsiteY2" fmla="*/ 17473 h 25280"/>
                <a:gd name="connsiteX3" fmla="*/ 2534 w 21853"/>
                <a:gd name="connsiteY3" fmla="*/ 17556 h 25280"/>
                <a:gd name="connsiteX4" fmla="*/ 1784 w 21853"/>
                <a:gd name="connsiteY4" fmla="*/ 16306 h 25280"/>
                <a:gd name="connsiteX5" fmla="*/ 2784 w 21853"/>
                <a:gd name="connsiteY5" fmla="*/ 18640 h 25280"/>
                <a:gd name="connsiteX6" fmla="*/ 2617 w 21853"/>
                <a:gd name="connsiteY6" fmla="*/ 17889 h 25280"/>
                <a:gd name="connsiteX7" fmla="*/ 4284 w 21853"/>
                <a:gd name="connsiteY7" fmla="*/ 21472 h 25280"/>
                <a:gd name="connsiteX8" fmla="*/ 4784 w 21853"/>
                <a:gd name="connsiteY8" fmla="*/ 22056 h 25280"/>
                <a:gd name="connsiteX9" fmla="*/ 4367 w 21853"/>
                <a:gd name="connsiteY9" fmla="*/ 21306 h 25280"/>
                <a:gd name="connsiteX10" fmla="*/ 14700 w 21853"/>
                <a:gd name="connsiteY10" fmla="*/ 24806 h 25280"/>
                <a:gd name="connsiteX11" fmla="*/ 18700 w 21853"/>
                <a:gd name="connsiteY11" fmla="*/ 3974 h 25280"/>
                <a:gd name="connsiteX12" fmla="*/ 5367 w 21853"/>
                <a:gd name="connsiteY12" fmla="*/ 1391 h 25280"/>
                <a:gd name="connsiteX13" fmla="*/ 5367 w 21853"/>
                <a:gd name="connsiteY13" fmla="*/ 1391 h 25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853" h="25280">
                  <a:moveTo>
                    <a:pt x="5367" y="1391"/>
                  </a:moveTo>
                  <a:cubicBezTo>
                    <a:pt x="1201" y="3807"/>
                    <a:pt x="-1466" y="9640"/>
                    <a:pt x="868" y="14223"/>
                  </a:cubicBezTo>
                  <a:cubicBezTo>
                    <a:pt x="1451" y="15306"/>
                    <a:pt x="1951" y="16390"/>
                    <a:pt x="2534" y="17473"/>
                  </a:cubicBezTo>
                  <a:cubicBezTo>
                    <a:pt x="2534" y="17473"/>
                    <a:pt x="2534" y="17473"/>
                    <a:pt x="2534" y="17556"/>
                  </a:cubicBezTo>
                  <a:cubicBezTo>
                    <a:pt x="2284" y="17139"/>
                    <a:pt x="2034" y="16723"/>
                    <a:pt x="1784" y="16306"/>
                  </a:cubicBezTo>
                  <a:cubicBezTo>
                    <a:pt x="2201" y="17056"/>
                    <a:pt x="2534" y="17806"/>
                    <a:pt x="2784" y="18640"/>
                  </a:cubicBezTo>
                  <a:cubicBezTo>
                    <a:pt x="2701" y="18389"/>
                    <a:pt x="2617" y="18140"/>
                    <a:pt x="2617" y="17889"/>
                  </a:cubicBezTo>
                  <a:cubicBezTo>
                    <a:pt x="2951" y="19139"/>
                    <a:pt x="3367" y="20223"/>
                    <a:pt x="4284" y="21472"/>
                  </a:cubicBezTo>
                  <a:cubicBezTo>
                    <a:pt x="4451" y="21723"/>
                    <a:pt x="4618" y="21889"/>
                    <a:pt x="4784" y="22056"/>
                  </a:cubicBezTo>
                  <a:cubicBezTo>
                    <a:pt x="4618" y="21806"/>
                    <a:pt x="4534" y="21556"/>
                    <a:pt x="4367" y="21306"/>
                  </a:cubicBezTo>
                  <a:cubicBezTo>
                    <a:pt x="6617" y="25055"/>
                    <a:pt x="10617" y="25972"/>
                    <a:pt x="14700" y="24806"/>
                  </a:cubicBezTo>
                  <a:cubicBezTo>
                    <a:pt x="23032" y="22472"/>
                    <a:pt x="23699" y="9640"/>
                    <a:pt x="18700" y="3974"/>
                  </a:cubicBezTo>
                  <a:cubicBezTo>
                    <a:pt x="15283" y="58"/>
                    <a:pt x="10033" y="-1275"/>
                    <a:pt x="5367" y="1391"/>
                  </a:cubicBezTo>
                  <a:lnTo>
                    <a:pt x="5367" y="1391"/>
                  </a:lnTo>
                  <a:close/>
                </a:path>
              </a:pathLst>
            </a:custGeom>
            <a:grpFill/>
            <a:ln w="8332" cap="flat">
              <a:noFill/>
              <a:prstDash val="solid"/>
              <a:miter/>
            </a:ln>
          </p:spPr>
          <p:txBody>
            <a:bodyPr rtlCol="0" anchor="ctr"/>
            <a:lstStyle/>
            <a:p>
              <a:endParaRPr lang="en-US"/>
            </a:p>
          </p:txBody>
        </p:sp>
        <p:sp>
          <p:nvSpPr>
            <p:cNvPr id="2341" name="Freeform: Shape 2340"/>
            <p:cNvSpPr/>
            <p:nvPr/>
          </p:nvSpPr>
          <p:spPr>
            <a:xfrm>
              <a:off x="966744" y="6460970"/>
              <a:ext cx="460196" cy="701351"/>
            </a:xfrm>
            <a:custGeom>
              <a:avLst/>
              <a:gdLst>
                <a:gd name="connsiteX0" fmla="*/ 404237 w 460196"/>
                <a:gd name="connsiteY0" fmla="*/ 290431 h 701351"/>
                <a:gd name="connsiteX1" fmla="*/ 347076 w 460196"/>
                <a:gd name="connsiteY1" fmla="*/ 259101 h 701351"/>
                <a:gd name="connsiteX2" fmla="*/ 308829 w 460196"/>
                <a:gd name="connsiteY2" fmla="*/ 258518 h 701351"/>
                <a:gd name="connsiteX3" fmla="*/ 298914 w 460196"/>
                <a:gd name="connsiteY3" fmla="*/ 259351 h 701351"/>
                <a:gd name="connsiteX4" fmla="*/ 326078 w 460196"/>
                <a:gd name="connsiteY4" fmla="*/ 197773 h 701351"/>
                <a:gd name="connsiteX5" fmla="*/ 336160 w 460196"/>
                <a:gd name="connsiteY5" fmla="*/ 103115 h 701351"/>
                <a:gd name="connsiteX6" fmla="*/ 331744 w 460196"/>
                <a:gd name="connsiteY6" fmla="*/ 49620 h 701351"/>
                <a:gd name="connsiteX7" fmla="*/ 328494 w 460196"/>
                <a:gd name="connsiteY7" fmla="*/ 5124 h 701351"/>
                <a:gd name="connsiteX8" fmla="*/ 318829 w 460196"/>
                <a:gd name="connsiteY8" fmla="*/ 957 h 701351"/>
                <a:gd name="connsiteX9" fmla="*/ 240836 w 460196"/>
                <a:gd name="connsiteY9" fmla="*/ 68701 h 701351"/>
                <a:gd name="connsiteX10" fmla="*/ 187590 w 460196"/>
                <a:gd name="connsiteY10" fmla="*/ 149027 h 701351"/>
                <a:gd name="connsiteX11" fmla="*/ 185091 w 460196"/>
                <a:gd name="connsiteY11" fmla="*/ 246102 h 701351"/>
                <a:gd name="connsiteX12" fmla="*/ 191507 w 460196"/>
                <a:gd name="connsiteY12" fmla="*/ 281682 h 701351"/>
                <a:gd name="connsiteX13" fmla="*/ 158093 w 460196"/>
                <a:gd name="connsiteY13" fmla="*/ 228437 h 701351"/>
                <a:gd name="connsiteX14" fmla="*/ 92349 w 460196"/>
                <a:gd name="connsiteY14" fmla="*/ 236436 h 701351"/>
                <a:gd name="connsiteX15" fmla="*/ 92266 w 460196"/>
                <a:gd name="connsiteY15" fmla="*/ 241853 h 701351"/>
                <a:gd name="connsiteX16" fmla="*/ 114180 w 460196"/>
                <a:gd name="connsiteY16" fmla="*/ 264933 h 701351"/>
                <a:gd name="connsiteX17" fmla="*/ 148427 w 460196"/>
                <a:gd name="connsiteY17" fmla="*/ 299764 h 701351"/>
                <a:gd name="connsiteX18" fmla="*/ 156676 w 460196"/>
                <a:gd name="connsiteY18" fmla="*/ 309179 h 701351"/>
                <a:gd name="connsiteX19" fmla="*/ 151010 w 460196"/>
                <a:gd name="connsiteY19" fmla="*/ 307596 h 701351"/>
                <a:gd name="connsiteX20" fmla="*/ 118680 w 460196"/>
                <a:gd name="connsiteY20" fmla="*/ 308346 h 701351"/>
                <a:gd name="connsiteX21" fmla="*/ 54769 w 460196"/>
                <a:gd name="connsiteY21" fmla="*/ 334344 h 701351"/>
                <a:gd name="connsiteX22" fmla="*/ 24 w 460196"/>
                <a:gd name="connsiteY22" fmla="*/ 436085 h 701351"/>
                <a:gd name="connsiteX23" fmla="*/ 39687 w 460196"/>
                <a:gd name="connsiteY23" fmla="*/ 570656 h 701351"/>
                <a:gd name="connsiteX24" fmla="*/ 131262 w 460196"/>
                <a:gd name="connsiteY24" fmla="*/ 673147 h 701351"/>
                <a:gd name="connsiteX25" fmla="*/ 242169 w 460196"/>
                <a:gd name="connsiteY25" fmla="*/ 689062 h 701351"/>
                <a:gd name="connsiteX26" fmla="*/ 264667 w 460196"/>
                <a:gd name="connsiteY26" fmla="*/ 669814 h 701351"/>
                <a:gd name="connsiteX27" fmla="*/ 283998 w 460196"/>
                <a:gd name="connsiteY27" fmla="*/ 656315 h 701351"/>
                <a:gd name="connsiteX28" fmla="*/ 301997 w 460196"/>
                <a:gd name="connsiteY28" fmla="*/ 659231 h 701351"/>
                <a:gd name="connsiteX29" fmla="*/ 365324 w 460196"/>
                <a:gd name="connsiteY29" fmla="*/ 662648 h 701351"/>
                <a:gd name="connsiteX30" fmla="*/ 443234 w 460196"/>
                <a:gd name="connsiteY30" fmla="*/ 573156 h 701351"/>
                <a:gd name="connsiteX31" fmla="*/ 459816 w 460196"/>
                <a:gd name="connsiteY31" fmla="*/ 429419 h 701351"/>
                <a:gd name="connsiteX32" fmla="*/ 404237 w 460196"/>
                <a:gd name="connsiteY32" fmla="*/ 290431 h 701351"/>
                <a:gd name="connsiteX33" fmla="*/ 404237 w 460196"/>
                <a:gd name="connsiteY33" fmla="*/ 290431 h 701351"/>
                <a:gd name="connsiteX34" fmla="*/ 195590 w 460196"/>
                <a:gd name="connsiteY34" fmla="*/ 243685 h 701351"/>
                <a:gd name="connsiteX35" fmla="*/ 199756 w 460196"/>
                <a:gd name="connsiteY35" fmla="*/ 149860 h 701351"/>
                <a:gd name="connsiteX36" fmla="*/ 256334 w 460196"/>
                <a:gd name="connsiteY36" fmla="*/ 72368 h 701351"/>
                <a:gd name="connsiteX37" fmla="*/ 317245 w 460196"/>
                <a:gd name="connsiteY37" fmla="*/ 19289 h 701351"/>
                <a:gd name="connsiteX38" fmla="*/ 318579 w 460196"/>
                <a:gd name="connsiteY38" fmla="*/ 43870 h 701351"/>
                <a:gd name="connsiteX39" fmla="*/ 323661 w 460196"/>
                <a:gd name="connsiteY39" fmla="*/ 99948 h 701351"/>
                <a:gd name="connsiteX40" fmla="*/ 313829 w 460196"/>
                <a:gd name="connsiteY40" fmla="*/ 194190 h 701351"/>
                <a:gd name="connsiteX41" fmla="*/ 272916 w 460196"/>
                <a:gd name="connsiteY41" fmla="*/ 274016 h 701351"/>
                <a:gd name="connsiteX42" fmla="*/ 225504 w 460196"/>
                <a:gd name="connsiteY42" fmla="*/ 322762 h 701351"/>
                <a:gd name="connsiteX43" fmla="*/ 237836 w 460196"/>
                <a:gd name="connsiteY43" fmla="*/ 197023 h 701351"/>
                <a:gd name="connsiteX44" fmla="*/ 286581 w 460196"/>
                <a:gd name="connsiteY44" fmla="*/ 79784 h 701351"/>
                <a:gd name="connsiteX45" fmla="*/ 284748 w 460196"/>
                <a:gd name="connsiteY45" fmla="*/ 78950 h 701351"/>
                <a:gd name="connsiteX46" fmla="*/ 228420 w 460196"/>
                <a:gd name="connsiteY46" fmla="*/ 197107 h 701351"/>
                <a:gd name="connsiteX47" fmla="*/ 213505 w 460196"/>
                <a:gd name="connsiteY47" fmla="*/ 318346 h 701351"/>
                <a:gd name="connsiteX48" fmla="*/ 206089 w 460196"/>
                <a:gd name="connsiteY48" fmla="*/ 293598 h 701351"/>
                <a:gd name="connsiteX49" fmla="*/ 195590 w 460196"/>
                <a:gd name="connsiteY49" fmla="*/ 243685 h 701351"/>
                <a:gd name="connsiteX50" fmla="*/ 195590 w 460196"/>
                <a:gd name="connsiteY50" fmla="*/ 243685 h 701351"/>
                <a:gd name="connsiteX51" fmla="*/ 130929 w 460196"/>
                <a:gd name="connsiteY51" fmla="*/ 263684 h 701351"/>
                <a:gd name="connsiteX52" fmla="*/ 103598 w 460196"/>
                <a:gd name="connsiteY52" fmla="*/ 238770 h 701351"/>
                <a:gd name="connsiteX53" fmla="*/ 136845 w 460196"/>
                <a:gd name="connsiteY53" fmla="*/ 226771 h 701351"/>
                <a:gd name="connsiteX54" fmla="*/ 156676 w 460196"/>
                <a:gd name="connsiteY54" fmla="*/ 244352 h 701351"/>
                <a:gd name="connsiteX55" fmla="*/ 169759 w 460196"/>
                <a:gd name="connsiteY55" fmla="*/ 266267 h 701351"/>
                <a:gd name="connsiteX56" fmla="*/ 212255 w 460196"/>
                <a:gd name="connsiteY56" fmla="*/ 345593 h 701351"/>
                <a:gd name="connsiteX57" fmla="*/ 209172 w 460196"/>
                <a:gd name="connsiteY57" fmla="*/ 346843 h 701351"/>
                <a:gd name="connsiteX58" fmla="*/ 202256 w 460196"/>
                <a:gd name="connsiteY58" fmla="*/ 349009 h 701351"/>
                <a:gd name="connsiteX59" fmla="*/ 191423 w 460196"/>
                <a:gd name="connsiteY59" fmla="*/ 332761 h 701351"/>
                <a:gd name="connsiteX60" fmla="*/ 163259 w 460196"/>
                <a:gd name="connsiteY60" fmla="*/ 296431 h 701351"/>
                <a:gd name="connsiteX61" fmla="*/ 130929 w 460196"/>
                <a:gd name="connsiteY61" fmla="*/ 263684 h 701351"/>
                <a:gd name="connsiteX62" fmla="*/ 130929 w 460196"/>
                <a:gd name="connsiteY62" fmla="*/ 263684 h 701351"/>
                <a:gd name="connsiteX63" fmla="*/ 445400 w 460196"/>
                <a:gd name="connsiteY63" fmla="*/ 429002 h 701351"/>
                <a:gd name="connsiteX64" fmla="*/ 433735 w 460196"/>
                <a:gd name="connsiteY64" fmla="*/ 553991 h 701351"/>
                <a:gd name="connsiteX65" fmla="*/ 363825 w 460196"/>
                <a:gd name="connsiteY65" fmla="*/ 646566 h 701351"/>
                <a:gd name="connsiteX66" fmla="*/ 304247 w 460196"/>
                <a:gd name="connsiteY66" fmla="*/ 642566 h 701351"/>
                <a:gd name="connsiteX67" fmla="*/ 263583 w 460196"/>
                <a:gd name="connsiteY67" fmla="*/ 647566 h 701351"/>
                <a:gd name="connsiteX68" fmla="*/ 221671 w 460196"/>
                <a:gd name="connsiteY68" fmla="*/ 681396 h 701351"/>
                <a:gd name="connsiteX69" fmla="*/ 160176 w 460196"/>
                <a:gd name="connsiteY69" fmla="*/ 673980 h 701351"/>
                <a:gd name="connsiteX70" fmla="*/ 73101 w 460196"/>
                <a:gd name="connsiteY70" fmla="*/ 593571 h 701351"/>
                <a:gd name="connsiteX71" fmla="*/ 20605 w 460196"/>
                <a:gd name="connsiteY71" fmla="*/ 476831 h 701351"/>
                <a:gd name="connsiteX72" fmla="*/ 17606 w 460196"/>
                <a:gd name="connsiteY72" fmla="*/ 407921 h 701351"/>
                <a:gd name="connsiteX73" fmla="*/ 53852 w 460196"/>
                <a:gd name="connsiteY73" fmla="*/ 353842 h 701351"/>
                <a:gd name="connsiteX74" fmla="*/ 116180 w 460196"/>
                <a:gd name="connsiteY74" fmla="*/ 322762 h 701351"/>
                <a:gd name="connsiteX75" fmla="*/ 154927 w 460196"/>
                <a:gd name="connsiteY75" fmla="*/ 320262 h 701351"/>
                <a:gd name="connsiteX76" fmla="*/ 166592 w 460196"/>
                <a:gd name="connsiteY76" fmla="*/ 321262 h 701351"/>
                <a:gd name="connsiteX77" fmla="*/ 180258 w 460196"/>
                <a:gd name="connsiteY77" fmla="*/ 339260 h 701351"/>
                <a:gd name="connsiteX78" fmla="*/ 189757 w 460196"/>
                <a:gd name="connsiteY78" fmla="*/ 352176 h 701351"/>
                <a:gd name="connsiteX79" fmla="*/ 161093 w 460196"/>
                <a:gd name="connsiteY79" fmla="*/ 355509 h 701351"/>
                <a:gd name="connsiteX80" fmla="*/ 160926 w 460196"/>
                <a:gd name="connsiteY80" fmla="*/ 360342 h 701351"/>
                <a:gd name="connsiteX81" fmla="*/ 201756 w 460196"/>
                <a:gd name="connsiteY81" fmla="*/ 360675 h 701351"/>
                <a:gd name="connsiteX82" fmla="*/ 204339 w 460196"/>
                <a:gd name="connsiteY82" fmla="*/ 360342 h 701351"/>
                <a:gd name="connsiteX83" fmla="*/ 256334 w 460196"/>
                <a:gd name="connsiteY83" fmla="*/ 328095 h 701351"/>
                <a:gd name="connsiteX84" fmla="*/ 249751 w 460196"/>
                <a:gd name="connsiteY84" fmla="*/ 321262 h 701351"/>
                <a:gd name="connsiteX85" fmla="*/ 224087 w 460196"/>
                <a:gd name="connsiteY85" fmla="*/ 339677 h 701351"/>
                <a:gd name="connsiteX86" fmla="*/ 224420 w 460196"/>
                <a:gd name="connsiteY86" fmla="*/ 338843 h 701351"/>
                <a:gd name="connsiteX87" fmla="*/ 250168 w 460196"/>
                <a:gd name="connsiteY87" fmla="*/ 312013 h 701351"/>
                <a:gd name="connsiteX88" fmla="*/ 283332 w 460196"/>
                <a:gd name="connsiteY88" fmla="*/ 281265 h 701351"/>
                <a:gd name="connsiteX89" fmla="*/ 287248 w 460196"/>
                <a:gd name="connsiteY89" fmla="*/ 276183 h 701351"/>
                <a:gd name="connsiteX90" fmla="*/ 293747 w 460196"/>
                <a:gd name="connsiteY90" fmla="*/ 274849 h 701351"/>
                <a:gd name="connsiteX91" fmla="*/ 323911 w 460196"/>
                <a:gd name="connsiteY91" fmla="*/ 272350 h 701351"/>
                <a:gd name="connsiteX92" fmla="*/ 352576 w 460196"/>
                <a:gd name="connsiteY92" fmla="*/ 276016 h 701351"/>
                <a:gd name="connsiteX93" fmla="*/ 404237 w 460196"/>
                <a:gd name="connsiteY93" fmla="*/ 311429 h 701351"/>
                <a:gd name="connsiteX94" fmla="*/ 445400 w 460196"/>
                <a:gd name="connsiteY94" fmla="*/ 429002 h 701351"/>
                <a:gd name="connsiteX95" fmla="*/ 445400 w 460196"/>
                <a:gd name="connsiteY95" fmla="*/ 429002 h 701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460196" h="701351">
                  <a:moveTo>
                    <a:pt x="404237" y="290431"/>
                  </a:moveTo>
                  <a:cubicBezTo>
                    <a:pt x="387989" y="275349"/>
                    <a:pt x="369241" y="263434"/>
                    <a:pt x="347076" y="259101"/>
                  </a:cubicBezTo>
                  <a:cubicBezTo>
                    <a:pt x="334411" y="256601"/>
                    <a:pt x="321578" y="257184"/>
                    <a:pt x="308829" y="258518"/>
                  </a:cubicBezTo>
                  <a:cubicBezTo>
                    <a:pt x="305663" y="258851"/>
                    <a:pt x="302247" y="258934"/>
                    <a:pt x="298914" y="259351"/>
                  </a:cubicBezTo>
                  <a:cubicBezTo>
                    <a:pt x="311079" y="240269"/>
                    <a:pt x="320995" y="218938"/>
                    <a:pt x="326078" y="197773"/>
                  </a:cubicBezTo>
                  <a:cubicBezTo>
                    <a:pt x="333577" y="166859"/>
                    <a:pt x="336243" y="134862"/>
                    <a:pt x="336160" y="103115"/>
                  </a:cubicBezTo>
                  <a:cubicBezTo>
                    <a:pt x="336077" y="85117"/>
                    <a:pt x="333910" y="67451"/>
                    <a:pt x="331744" y="49620"/>
                  </a:cubicBezTo>
                  <a:cubicBezTo>
                    <a:pt x="329994" y="35038"/>
                    <a:pt x="330994" y="19289"/>
                    <a:pt x="328494" y="5124"/>
                  </a:cubicBezTo>
                  <a:cubicBezTo>
                    <a:pt x="327828" y="1208"/>
                    <a:pt x="322245" y="-1542"/>
                    <a:pt x="318829" y="957"/>
                  </a:cubicBezTo>
                  <a:cubicBezTo>
                    <a:pt x="291331" y="21039"/>
                    <a:pt x="264917" y="44703"/>
                    <a:pt x="240836" y="68701"/>
                  </a:cubicBezTo>
                  <a:cubicBezTo>
                    <a:pt x="217088" y="92449"/>
                    <a:pt x="197423" y="116197"/>
                    <a:pt x="187590" y="149027"/>
                  </a:cubicBezTo>
                  <a:cubicBezTo>
                    <a:pt x="178424" y="179441"/>
                    <a:pt x="181841" y="214855"/>
                    <a:pt x="185091" y="246102"/>
                  </a:cubicBezTo>
                  <a:cubicBezTo>
                    <a:pt x="186340" y="258184"/>
                    <a:pt x="188174" y="270100"/>
                    <a:pt x="191507" y="281682"/>
                  </a:cubicBezTo>
                  <a:cubicBezTo>
                    <a:pt x="181091" y="263600"/>
                    <a:pt x="170842" y="244936"/>
                    <a:pt x="158093" y="228437"/>
                  </a:cubicBezTo>
                  <a:cubicBezTo>
                    <a:pt x="143844" y="209939"/>
                    <a:pt x="103431" y="216855"/>
                    <a:pt x="92349" y="236436"/>
                  </a:cubicBezTo>
                  <a:cubicBezTo>
                    <a:pt x="91432" y="238019"/>
                    <a:pt x="91182" y="240269"/>
                    <a:pt x="92266" y="241853"/>
                  </a:cubicBezTo>
                  <a:cubicBezTo>
                    <a:pt x="97848" y="250435"/>
                    <a:pt x="107098" y="257601"/>
                    <a:pt x="114180" y="264933"/>
                  </a:cubicBezTo>
                  <a:cubicBezTo>
                    <a:pt x="125513" y="276599"/>
                    <a:pt x="137428" y="287765"/>
                    <a:pt x="148427" y="299764"/>
                  </a:cubicBezTo>
                  <a:cubicBezTo>
                    <a:pt x="151260" y="302847"/>
                    <a:pt x="154010" y="306013"/>
                    <a:pt x="156676" y="309179"/>
                  </a:cubicBezTo>
                  <a:cubicBezTo>
                    <a:pt x="154843" y="308513"/>
                    <a:pt x="153010" y="307930"/>
                    <a:pt x="151010" y="307596"/>
                  </a:cubicBezTo>
                  <a:cubicBezTo>
                    <a:pt x="140095" y="305596"/>
                    <a:pt x="129512" y="306430"/>
                    <a:pt x="118680" y="308346"/>
                  </a:cubicBezTo>
                  <a:cubicBezTo>
                    <a:pt x="96349" y="312180"/>
                    <a:pt x="73684" y="321762"/>
                    <a:pt x="54769" y="334344"/>
                  </a:cubicBezTo>
                  <a:cubicBezTo>
                    <a:pt x="20272" y="357342"/>
                    <a:pt x="-809" y="394672"/>
                    <a:pt x="24" y="436085"/>
                  </a:cubicBezTo>
                  <a:cubicBezTo>
                    <a:pt x="940" y="481414"/>
                    <a:pt x="18022" y="531160"/>
                    <a:pt x="39687" y="570656"/>
                  </a:cubicBezTo>
                  <a:cubicBezTo>
                    <a:pt x="61352" y="610069"/>
                    <a:pt x="95432" y="646232"/>
                    <a:pt x="131262" y="673147"/>
                  </a:cubicBezTo>
                  <a:cubicBezTo>
                    <a:pt x="163842" y="697561"/>
                    <a:pt x="204672" y="713727"/>
                    <a:pt x="242169" y="689062"/>
                  </a:cubicBezTo>
                  <a:cubicBezTo>
                    <a:pt x="250418" y="683646"/>
                    <a:pt x="257584" y="676647"/>
                    <a:pt x="264667" y="669814"/>
                  </a:cubicBezTo>
                  <a:cubicBezTo>
                    <a:pt x="270083" y="664564"/>
                    <a:pt x="276166" y="657398"/>
                    <a:pt x="283998" y="656315"/>
                  </a:cubicBezTo>
                  <a:cubicBezTo>
                    <a:pt x="289581" y="655565"/>
                    <a:pt x="296581" y="657982"/>
                    <a:pt x="301997" y="659231"/>
                  </a:cubicBezTo>
                  <a:cubicBezTo>
                    <a:pt x="323328" y="663898"/>
                    <a:pt x="343660" y="667480"/>
                    <a:pt x="365324" y="662648"/>
                  </a:cubicBezTo>
                  <a:cubicBezTo>
                    <a:pt x="409987" y="652649"/>
                    <a:pt x="431068" y="613736"/>
                    <a:pt x="443234" y="573156"/>
                  </a:cubicBezTo>
                  <a:cubicBezTo>
                    <a:pt x="456983" y="527077"/>
                    <a:pt x="461649" y="477414"/>
                    <a:pt x="459816" y="429419"/>
                  </a:cubicBezTo>
                  <a:cubicBezTo>
                    <a:pt x="457816" y="377923"/>
                    <a:pt x="442984" y="326262"/>
                    <a:pt x="404237" y="290431"/>
                  </a:cubicBezTo>
                  <a:lnTo>
                    <a:pt x="404237" y="290431"/>
                  </a:lnTo>
                  <a:close/>
                  <a:moveTo>
                    <a:pt x="195590" y="243685"/>
                  </a:moveTo>
                  <a:cubicBezTo>
                    <a:pt x="192923" y="213355"/>
                    <a:pt x="189757" y="179025"/>
                    <a:pt x="199756" y="149860"/>
                  </a:cubicBezTo>
                  <a:cubicBezTo>
                    <a:pt x="210922" y="117447"/>
                    <a:pt x="232003" y="95366"/>
                    <a:pt x="256334" y="72368"/>
                  </a:cubicBezTo>
                  <a:cubicBezTo>
                    <a:pt x="275749" y="53952"/>
                    <a:pt x="296581" y="36454"/>
                    <a:pt x="317245" y="19289"/>
                  </a:cubicBezTo>
                  <a:cubicBezTo>
                    <a:pt x="317912" y="27455"/>
                    <a:pt x="317745" y="36121"/>
                    <a:pt x="318579" y="43870"/>
                  </a:cubicBezTo>
                  <a:cubicBezTo>
                    <a:pt x="320578" y="62619"/>
                    <a:pt x="323411" y="81033"/>
                    <a:pt x="323661" y="99948"/>
                  </a:cubicBezTo>
                  <a:cubicBezTo>
                    <a:pt x="323995" y="131529"/>
                    <a:pt x="321495" y="163443"/>
                    <a:pt x="313829" y="194190"/>
                  </a:cubicBezTo>
                  <a:cubicBezTo>
                    <a:pt x="306746" y="222687"/>
                    <a:pt x="290414" y="250685"/>
                    <a:pt x="272916" y="274016"/>
                  </a:cubicBezTo>
                  <a:cubicBezTo>
                    <a:pt x="259334" y="292348"/>
                    <a:pt x="240502" y="305847"/>
                    <a:pt x="225504" y="322762"/>
                  </a:cubicBezTo>
                  <a:cubicBezTo>
                    <a:pt x="228170" y="280766"/>
                    <a:pt x="229503" y="238269"/>
                    <a:pt x="237836" y="197023"/>
                  </a:cubicBezTo>
                  <a:cubicBezTo>
                    <a:pt x="246168" y="155860"/>
                    <a:pt x="271833" y="118947"/>
                    <a:pt x="286581" y="79784"/>
                  </a:cubicBezTo>
                  <a:cubicBezTo>
                    <a:pt x="286998" y="78700"/>
                    <a:pt x="285248" y="77950"/>
                    <a:pt x="284748" y="78950"/>
                  </a:cubicBezTo>
                  <a:cubicBezTo>
                    <a:pt x="265167" y="117364"/>
                    <a:pt x="237836" y="154443"/>
                    <a:pt x="228420" y="197107"/>
                  </a:cubicBezTo>
                  <a:cubicBezTo>
                    <a:pt x="219671" y="236936"/>
                    <a:pt x="216504" y="277683"/>
                    <a:pt x="213505" y="318346"/>
                  </a:cubicBezTo>
                  <a:cubicBezTo>
                    <a:pt x="211005" y="310013"/>
                    <a:pt x="208672" y="301514"/>
                    <a:pt x="206089" y="293598"/>
                  </a:cubicBezTo>
                  <a:cubicBezTo>
                    <a:pt x="200672" y="277349"/>
                    <a:pt x="197089" y="260934"/>
                    <a:pt x="195590" y="243685"/>
                  </a:cubicBezTo>
                  <a:lnTo>
                    <a:pt x="195590" y="243685"/>
                  </a:lnTo>
                  <a:close/>
                  <a:moveTo>
                    <a:pt x="130929" y="263684"/>
                  </a:moveTo>
                  <a:cubicBezTo>
                    <a:pt x="122263" y="255768"/>
                    <a:pt x="111597" y="247768"/>
                    <a:pt x="103598" y="238770"/>
                  </a:cubicBezTo>
                  <a:cubicBezTo>
                    <a:pt x="110431" y="230853"/>
                    <a:pt x="127429" y="226187"/>
                    <a:pt x="136845" y="226771"/>
                  </a:cubicBezTo>
                  <a:cubicBezTo>
                    <a:pt x="147511" y="227437"/>
                    <a:pt x="151677" y="235769"/>
                    <a:pt x="156676" y="244352"/>
                  </a:cubicBezTo>
                  <a:cubicBezTo>
                    <a:pt x="160926" y="251685"/>
                    <a:pt x="165342" y="259018"/>
                    <a:pt x="169759" y="266267"/>
                  </a:cubicBezTo>
                  <a:cubicBezTo>
                    <a:pt x="185257" y="292014"/>
                    <a:pt x="197173" y="319762"/>
                    <a:pt x="212255" y="345593"/>
                  </a:cubicBezTo>
                  <a:cubicBezTo>
                    <a:pt x="211255" y="346010"/>
                    <a:pt x="210255" y="346510"/>
                    <a:pt x="209172" y="346843"/>
                  </a:cubicBezTo>
                  <a:cubicBezTo>
                    <a:pt x="206839" y="347676"/>
                    <a:pt x="204589" y="348343"/>
                    <a:pt x="202256" y="349009"/>
                  </a:cubicBezTo>
                  <a:cubicBezTo>
                    <a:pt x="199339" y="343093"/>
                    <a:pt x="194840" y="337677"/>
                    <a:pt x="191423" y="332761"/>
                  </a:cubicBezTo>
                  <a:cubicBezTo>
                    <a:pt x="182757" y="320178"/>
                    <a:pt x="173175" y="308013"/>
                    <a:pt x="163259" y="296431"/>
                  </a:cubicBezTo>
                  <a:cubicBezTo>
                    <a:pt x="153343" y="284765"/>
                    <a:pt x="142344" y="274100"/>
                    <a:pt x="130929" y="263684"/>
                  </a:cubicBezTo>
                  <a:lnTo>
                    <a:pt x="130929" y="263684"/>
                  </a:lnTo>
                  <a:close/>
                  <a:moveTo>
                    <a:pt x="445400" y="429002"/>
                  </a:moveTo>
                  <a:cubicBezTo>
                    <a:pt x="446984" y="470415"/>
                    <a:pt x="443984" y="513745"/>
                    <a:pt x="433735" y="553991"/>
                  </a:cubicBezTo>
                  <a:cubicBezTo>
                    <a:pt x="423652" y="593487"/>
                    <a:pt x="407821" y="636067"/>
                    <a:pt x="363825" y="646566"/>
                  </a:cubicBezTo>
                  <a:cubicBezTo>
                    <a:pt x="343076" y="651482"/>
                    <a:pt x="324495" y="647066"/>
                    <a:pt x="304247" y="642566"/>
                  </a:cubicBezTo>
                  <a:cubicBezTo>
                    <a:pt x="288914" y="639233"/>
                    <a:pt x="276749" y="637733"/>
                    <a:pt x="263583" y="647566"/>
                  </a:cubicBezTo>
                  <a:cubicBezTo>
                    <a:pt x="248918" y="658565"/>
                    <a:pt x="239086" y="674064"/>
                    <a:pt x="221671" y="681396"/>
                  </a:cubicBezTo>
                  <a:cubicBezTo>
                    <a:pt x="200839" y="690145"/>
                    <a:pt x="179174" y="684563"/>
                    <a:pt x="160176" y="673980"/>
                  </a:cubicBezTo>
                  <a:cubicBezTo>
                    <a:pt x="125263" y="654482"/>
                    <a:pt x="97848" y="624151"/>
                    <a:pt x="73101" y="593571"/>
                  </a:cubicBezTo>
                  <a:cubicBezTo>
                    <a:pt x="45603" y="559407"/>
                    <a:pt x="31021" y="518994"/>
                    <a:pt x="20605" y="476831"/>
                  </a:cubicBezTo>
                  <a:cubicBezTo>
                    <a:pt x="15106" y="454333"/>
                    <a:pt x="12356" y="430669"/>
                    <a:pt x="17606" y="407921"/>
                  </a:cubicBezTo>
                  <a:cubicBezTo>
                    <a:pt x="22522" y="386506"/>
                    <a:pt x="37687" y="368174"/>
                    <a:pt x="53852" y="353842"/>
                  </a:cubicBezTo>
                  <a:cubicBezTo>
                    <a:pt x="70518" y="339094"/>
                    <a:pt x="94515" y="327761"/>
                    <a:pt x="116180" y="322762"/>
                  </a:cubicBezTo>
                  <a:cubicBezTo>
                    <a:pt x="129262" y="319762"/>
                    <a:pt x="141678" y="318679"/>
                    <a:pt x="154927" y="320262"/>
                  </a:cubicBezTo>
                  <a:cubicBezTo>
                    <a:pt x="158676" y="320678"/>
                    <a:pt x="162676" y="321262"/>
                    <a:pt x="166592" y="321262"/>
                  </a:cubicBezTo>
                  <a:cubicBezTo>
                    <a:pt x="171258" y="327178"/>
                    <a:pt x="175841" y="333177"/>
                    <a:pt x="180258" y="339260"/>
                  </a:cubicBezTo>
                  <a:cubicBezTo>
                    <a:pt x="183257" y="343260"/>
                    <a:pt x="186257" y="348343"/>
                    <a:pt x="189757" y="352176"/>
                  </a:cubicBezTo>
                  <a:cubicBezTo>
                    <a:pt x="180341" y="354009"/>
                    <a:pt x="170842" y="354925"/>
                    <a:pt x="161093" y="355509"/>
                  </a:cubicBezTo>
                  <a:cubicBezTo>
                    <a:pt x="158010" y="355675"/>
                    <a:pt x="157843" y="360008"/>
                    <a:pt x="160926" y="360342"/>
                  </a:cubicBezTo>
                  <a:cubicBezTo>
                    <a:pt x="173425" y="361758"/>
                    <a:pt x="187757" y="362341"/>
                    <a:pt x="201756" y="360675"/>
                  </a:cubicBezTo>
                  <a:cubicBezTo>
                    <a:pt x="202589" y="361008"/>
                    <a:pt x="203589" y="360925"/>
                    <a:pt x="204339" y="360342"/>
                  </a:cubicBezTo>
                  <a:cubicBezTo>
                    <a:pt x="226087" y="357342"/>
                    <a:pt x="246418" y="348509"/>
                    <a:pt x="256334" y="328095"/>
                  </a:cubicBezTo>
                  <a:cubicBezTo>
                    <a:pt x="258251" y="324178"/>
                    <a:pt x="254168" y="318262"/>
                    <a:pt x="249751" y="321262"/>
                  </a:cubicBezTo>
                  <a:cubicBezTo>
                    <a:pt x="240919" y="327261"/>
                    <a:pt x="232920" y="334094"/>
                    <a:pt x="224087" y="339677"/>
                  </a:cubicBezTo>
                  <a:cubicBezTo>
                    <a:pt x="224170" y="339427"/>
                    <a:pt x="224337" y="339177"/>
                    <a:pt x="224420" y="338843"/>
                  </a:cubicBezTo>
                  <a:cubicBezTo>
                    <a:pt x="233586" y="330678"/>
                    <a:pt x="241086" y="320345"/>
                    <a:pt x="250168" y="312013"/>
                  </a:cubicBezTo>
                  <a:cubicBezTo>
                    <a:pt x="261500" y="301764"/>
                    <a:pt x="273749" y="293431"/>
                    <a:pt x="283332" y="281265"/>
                  </a:cubicBezTo>
                  <a:cubicBezTo>
                    <a:pt x="284665" y="279599"/>
                    <a:pt x="285915" y="277932"/>
                    <a:pt x="287248" y="276183"/>
                  </a:cubicBezTo>
                  <a:cubicBezTo>
                    <a:pt x="289331" y="276766"/>
                    <a:pt x="291664" y="276516"/>
                    <a:pt x="293747" y="274849"/>
                  </a:cubicBezTo>
                  <a:cubicBezTo>
                    <a:pt x="298247" y="271350"/>
                    <a:pt x="318912" y="272433"/>
                    <a:pt x="323911" y="272350"/>
                  </a:cubicBezTo>
                  <a:cubicBezTo>
                    <a:pt x="333660" y="272183"/>
                    <a:pt x="343243" y="273016"/>
                    <a:pt x="352576" y="276016"/>
                  </a:cubicBezTo>
                  <a:cubicBezTo>
                    <a:pt x="373324" y="282682"/>
                    <a:pt x="389822" y="295264"/>
                    <a:pt x="404237" y="311429"/>
                  </a:cubicBezTo>
                  <a:cubicBezTo>
                    <a:pt x="433068" y="343427"/>
                    <a:pt x="443817" y="386839"/>
                    <a:pt x="445400" y="429002"/>
                  </a:cubicBezTo>
                  <a:lnTo>
                    <a:pt x="445400" y="429002"/>
                  </a:lnTo>
                  <a:close/>
                </a:path>
              </a:pathLst>
            </a:custGeom>
            <a:grpFill/>
            <a:ln w="8332" cap="flat">
              <a:noFill/>
              <a:prstDash val="solid"/>
              <a:miter/>
            </a:ln>
          </p:spPr>
          <p:txBody>
            <a:bodyPr rtlCol="0" anchor="ctr"/>
            <a:lstStyle/>
            <a:p>
              <a:endParaRPr lang="en-US"/>
            </a:p>
          </p:txBody>
        </p:sp>
        <p:sp>
          <p:nvSpPr>
            <p:cNvPr id="2342" name="Freeform: Shape 2341"/>
            <p:cNvSpPr/>
            <p:nvPr/>
          </p:nvSpPr>
          <p:spPr>
            <a:xfrm>
              <a:off x="-354222" y="4282351"/>
              <a:ext cx="572356" cy="566228"/>
            </a:xfrm>
            <a:custGeom>
              <a:avLst/>
              <a:gdLst>
                <a:gd name="connsiteX0" fmla="*/ 148596 w 572356"/>
                <a:gd name="connsiteY0" fmla="*/ 427985 h 566228"/>
                <a:gd name="connsiteX1" fmla="*/ 247671 w 572356"/>
                <a:gd name="connsiteY1" fmla="*/ 533392 h 566228"/>
                <a:gd name="connsiteX2" fmla="*/ 363577 w 572356"/>
                <a:gd name="connsiteY2" fmla="*/ 558640 h 566228"/>
                <a:gd name="connsiteX3" fmla="*/ 412406 w 572356"/>
                <a:gd name="connsiteY3" fmla="*/ 517977 h 566228"/>
                <a:gd name="connsiteX4" fmla="*/ 425155 w 572356"/>
                <a:gd name="connsiteY4" fmla="*/ 504895 h 566228"/>
                <a:gd name="connsiteX5" fmla="*/ 448736 w 572356"/>
                <a:gd name="connsiteY5" fmla="*/ 504145 h 566228"/>
                <a:gd name="connsiteX6" fmla="*/ 478233 w 572356"/>
                <a:gd name="connsiteY6" fmla="*/ 506144 h 566228"/>
                <a:gd name="connsiteX7" fmla="*/ 557643 w 572356"/>
                <a:gd name="connsiteY7" fmla="*/ 427235 h 566228"/>
                <a:gd name="connsiteX8" fmla="*/ 569892 w 572356"/>
                <a:gd name="connsiteY8" fmla="*/ 290331 h 566228"/>
                <a:gd name="connsiteX9" fmla="*/ 521396 w 572356"/>
                <a:gd name="connsiteY9" fmla="*/ 158676 h 566228"/>
                <a:gd name="connsiteX10" fmla="*/ 416656 w 572356"/>
                <a:gd name="connsiteY10" fmla="*/ 109764 h 566228"/>
                <a:gd name="connsiteX11" fmla="*/ 349828 w 572356"/>
                <a:gd name="connsiteY11" fmla="*/ 127095 h 566228"/>
                <a:gd name="connsiteX12" fmla="*/ 323331 w 572356"/>
                <a:gd name="connsiteY12" fmla="*/ 145844 h 566228"/>
                <a:gd name="connsiteX13" fmla="*/ 319748 w 572356"/>
                <a:gd name="connsiteY13" fmla="*/ 150510 h 566228"/>
                <a:gd name="connsiteX14" fmla="*/ 320748 w 572356"/>
                <a:gd name="connsiteY14" fmla="*/ 138094 h 566228"/>
                <a:gd name="connsiteX15" fmla="*/ 327414 w 572356"/>
                <a:gd name="connsiteY15" fmla="*/ 89682 h 566228"/>
                <a:gd name="connsiteX16" fmla="*/ 331330 w 572356"/>
                <a:gd name="connsiteY16" fmla="*/ 58102 h 566228"/>
                <a:gd name="connsiteX17" fmla="*/ 328080 w 572356"/>
                <a:gd name="connsiteY17" fmla="*/ 53769 h 566228"/>
                <a:gd name="connsiteX18" fmla="*/ 270585 w 572356"/>
                <a:gd name="connsiteY18" fmla="*/ 86682 h 566228"/>
                <a:gd name="connsiteX19" fmla="*/ 275585 w 572356"/>
                <a:gd name="connsiteY19" fmla="*/ 149260 h 566228"/>
                <a:gd name="connsiteX20" fmla="*/ 259503 w 572356"/>
                <a:gd name="connsiteY20" fmla="*/ 116930 h 566228"/>
                <a:gd name="connsiteX21" fmla="*/ 199508 w 572356"/>
                <a:gd name="connsiteY21" fmla="*/ 40520 h 566228"/>
                <a:gd name="connsiteX22" fmla="*/ 108767 w 572356"/>
                <a:gd name="connsiteY22" fmla="*/ 7856 h 566228"/>
                <a:gd name="connsiteX23" fmla="*/ 5776 w 572356"/>
                <a:gd name="connsiteY23" fmla="*/ 23 h 566228"/>
                <a:gd name="connsiteX24" fmla="*/ 526 w 572356"/>
                <a:gd name="connsiteY24" fmla="*/ 9106 h 566228"/>
                <a:gd name="connsiteX25" fmla="*/ 24441 w 572356"/>
                <a:gd name="connsiteY25" fmla="*/ 46686 h 566228"/>
                <a:gd name="connsiteX26" fmla="*/ 52855 w 572356"/>
                <a:gd name="connsiteY26" fmla="*/ 92182 h 566228"/>
                <a:gd name="connsiteX27" fmla="*/ 117516 w 572356"/>
                <a:gd name="connsiteY27" fmla="*/ 162176 h 566228"/>
                <a:gd name="connsiteX28" fmla="*/ 176094 w 572356"/>
                <a:gd name="connsiteY28" fmla="*/ 195339 h 566228"/>
                <a:gd name="connsiteX29" fmla="*/ 167678 w 572356"/>
                <a:gd name="connsiteY29" fmla="*/ 200589 h 566228"/>
                <a:gd name="connsiteX30" fmla="*/ 137431 w 572356"/>
                <a:gd name="connsiteY30" fmla="*/ 223920 h 566228"/>
                <a:gd name="connsiteX31" fmla="*/ 110183 w 572356"/>
                <a:gd name="connsiteY31" fmla="*/ 283165 h 566228"/>
                <a:gd name="connsiteX32" fmla="*/ 148596 w 572356"/>
                <a:gd name="connsiteY32" fmla="*/ 427985 h 566228"/>
                <a:gd name="connsiteX33" fmla="*/ 148596 w 572356"/>
                <a:gd name="connsiteY33" fmla="*/ 427985 h 566228"/>
                <a:gd name="connsiteX34" fmla="*/ 271252 w 572356"/>
                <a:gd name="connsiteY34" fmla="*/ 167758 h 566228"/>
                <a:gd name="connsiteX35" fmla="*/ 280084 w 572356"/>
                <a:gd name="connsiteY35" fmla="*/ 192006 h 566228"/>
                <a:gd name="connsiteX36" fmla="*/ 195759 w 572356"/>
                <a:gd name="connsiteY36" fmla="*/ 103681 h 566228"/>
                <a:gd name="connsiteX37" fmla="*/ 80019 w 572356"/>
                <a:gd name="connsiteY37" fmla="*/ 42520 h 566228"/>
                <a:gd name="connsiteX38" fmla="*/ 79019 w 572356"/>
                <a:gd name="connsiteY38" fmla="*/ 44186 h 566228"/>
                <a:gd name="connsiteX39" fmla="*/ 188093 w 572356"/>
                <a:gd name="connsiteY39" fmla="*/ 109097 h 566228"/>
                <a:gd name="connsiteX40" fmla="*/ 273002 w 572356"/>
                <a:gd name="connsiteY40" fmla="*/ 202588 h 566228"/>
                <a:gd name="connsiteX41" fmla="*/ 205841 w 572356"/>
                <a:gd name="connsiteY41" fmla="*/ 191756 h 566228"/>
                <a:gd name="connsiteX42" fmla="*/ 125348 w 572356"/>
                <a:gd name="connsiteY42" fmla="*/ 152010 h 566228"/>
                <a:gd name="connsiteX43" fmla="*/ 61188 w 572356"/>
                <a:gd name="connsiteY43" fmla="*/ 82266 h 566228"/>
                <a:gd name="connsiteX44" fmla="*/ 31774 w 572356"/>
                <a:gd name="connsiteY44" fmla="*/ 34271 h 566228"/>
                <a:gd name="connsiteX45" fmla="*/ 18108 w 572356"/>
                <a:gd name="connsiteY45" fmla="*/ 13772 h 566228"/>
                <a:gd name="connsiteX46" fmla="*/ 98684 w 572356"/>
                <a:gd name="connsiteY46" fmla="*/ 19938 h 566228"/>
                <a:gd name="connsiteX47" fmla="*/ 190426 w 572356"/>
                <a:gd name="connsiteY47" fmla="*/ 48352 h 566228"/>
                <a:gd name="connsiteX48" fmla="*/ 249754 w 572356"/>
                <a:gd name="connsiteY48" fmla="*/ 121096 h 566228"/>
                <a:gd name="connsiteX49" fmla="*/ 271252 w 572356"/>
                <a:gd name="connsiteY49" fmla="*/ 167758 h 566228"/>
                <a:gd name="connsiteX50" fmla="*/ 271252 w 572356"/>
                <a:gd name="connsiteY50" fmla="*/ 167758 h 566228"/>
                <a:gd name="connsiteX51" fmla="*/ 307165 w 572356"/>
                <a:gd name="connsiteY51" fmla="*/ 144427 h 566228"/>
                <a:gd name="connsiteX52" fmla="*/ 306249 w 572356"/>
                <a:gd name="connsiteY52" fmla="*/ 190340 h 566228"/>
                <a:gd name="connsiteX53" fmla="*/ 307165 w 572356"/>
                <a:gd name="connsiteY53" fmla="*/ 209838 h 566228"/>
                <a:gd name="connsiteX54" fmla="*/ 300333 w 572356"/>
                <a:gd name="connsiteY54" fmla="*/ 212255 h 566228"/>
                <a:gd name="connsiteX55" fmla="*/ 297166 w 572356"/>
                <a:gd name="connsiteY55" fmla="*/ 213088 h 566228"/>
                <a:gd name="connsiteX56" fmla="*/ 283918 w 572356"/>
                <a:gd name="connsiteY56" fmla="*/ 124012 h 566228"/>
                <a:gd name="connsiteX57" fmla="*/ 281334 w 572356"/>
                <a:gd name="connsiteY57" fmla="*/ 98681 h 566228"/>
                <a:gd name="connsiteX58" fmla="*/ 286751 w 572356"/>
                <a:gd name="connsiteY58" fmla="*/ 72684 h 566228"/>
                <a:gd name="connsiteX59" fmla="*/ 320664 w 572356"/>
                <a:gd name="connsiteY59" fmla="*/ 62434 h 566228"/>
                <a:gd name="connsiteX60" fmla="*/ 313582 w 572356"/>
                <a:gd name="connsiteY60" fmla="*/ 98598 h 566228"/>
                <a:gd name="connsiteX61" fmla="*/ 307165 w 572356"/>
                <a:gd name="connsiteY61" fmla="*/ 144427 h 566228"/>
                <a:gd name="connsiteX62" fmla="*/ 307165 w 572356"/>
                <a:gd name="connsiteY62" fmla="*/ 144427 h 566228"/>
                <a:gd name="connsiteX63" fmla="*/ 122682 w 572356"/>
                <a:gd name="connsiteY63" fmla="*/ 300163 h 566228"/>
                <a:gd name="connsiteX64" fmla="*/ 143097 w 572356"/>
                <a:gd name="connsiteY64" fmla="*/ 240919 h 566228"/>
                <a:gd name="connsiteX65" fmla="*/ 163928 w 572356"/>
                <a:gd name="connsiteY65" fmla="*/ 220920 h 566228"/>
                <a:gd name="connsiteX66" fmla="*/ 189676 w 572356"/>
                <a:gd name="connsiteY66" fmla="*/ 204922 h 566228"/>
                <a:gd name="connsiteX67" fmla="*/ 195675 w 572356"/>
                <a:gd name="connsiteY67" fmla="*/ 202089 h 566228"/>
                <a:gd name="connsiteX68" fmla="*/ 201842 w 572356"/>
                <a:gd name="connsiteY68" fmla="*/ 203755 h 566228"/>
                <a:gd name="connsiteX69" fmla="*/ 246754 w 572356"/>
                <a:gd name="connsiteY69" fmla="*/ 208588 h 566228"/>
                <a:gd name="connsiteX70" fmla="*/ 283418 w 572356"/>
                <a:gd name="connsiteY70" fmla="*/ 214671 h 566228"/>
                <a:gd name="connsiteX71" fmla="*/ 284168 w 572356"/>
                <a:gd name="connsiteY71" fmla="*/ 215171 h 566228"/>
                <a:gd name="connsiteX72" fmla="*/ 252587 w 572356"/>
                <a:gd name="connsiteY72" fmla="*/ 215671 h 566228"/>
                <a:gd name="connsiteX73" fmla="*/ 251337 w 572356"/>
                <a:gd name="connsiteY73" fmla="*/ 225170 h 566228"/>
                <a:gd name="connsiteX74" fmla="*/ 312332 w 572356"/>
                <a:gd name="connsiteY74" fmla="*/ 219920 h 566228"/>
                <a:gd name="connsiteX75" fmla="*/ 314581 w 572356"/>
                <a:gd name="connsiteY75" fmla="*/ 218670 h 566228"/>
                <a:gd name="connsiteX76" fmla="*/ 347078 w 572356"/>
                <a:gd name="connsiteY76" fmla="*/ 194006 h 566228"/>
                <a:gd name="connsiteX77" fmla="*/ 344079 w 572356"/>
                <a:gd name="connsiteY77" fmla="*/ 190256 h 566228"/>
                <a:gd name="connsiteX78" fmla="*/ 319081 w 572356"/>
                <a:gd name="connsiteY78" fmla="*/ 204755 h 566228"/>
                <a:gd name="connsiteX79" fmla="*/ 318998 w 572356"/>
                <a:gd name="connsiteY79" fmla="*/ 188673 h 566228"/>
                <a:gd name="connsiteX80" fmla="*/ 319248 w 572356"/>
                <a:gd name="connsiteY80" fmla="*/ 166092 h 566228"/>
                <a:gd name="connsiteX81" fmla="*/ 327997 w 572356"/>
                <a:gd name="connsiteY81" fmla="*/ 158426 h 566228"/>
                <a:gd name="connsiteX82" fmla="*/ 360494 w 572356"/>
                <a:gd name="connsiteY82" fmla="*/ 137261 h 566228"/>
                <a:gd name="connsiteX83" fmla="*/ 429071 w 572356"/>
                <a:gd name="connsiteY83" fmla="*/ 124929 h 566228"/>
                <a:gd name="connsiteX84" fmla="*/ 490482 w 572356"/>
                <a:gd name="connsiteY84" fmla="*/ 146594 h 566228"/>
                <a:gd name="connsiteX85" fmla="*/ 529145 w 572356"/>
                <a:gd name="connsiteY85" fmla="*/ 203672 h 566228"/>
                <a:gd name="connsiteX86" fmla="*/ 556726 w 572356"/>
                <a:gd name="connsiteY86" fmla="*/ 328660 h 566228"/>
                <a:gd name="connsiteX87" fmla="*/ 534895 w 572356"/>
                <a:gd name="connsiteY87" fmla="*/ 445150 h 566228"/>
                <a:gd name="connsiteX88" fmla="*/ 489982 w 572356"/>
                <a:gd name="connsiteY88" fmla="*/ 487896 h 566228"/>
                <a:gd name="connsiteX89" fmla="*/ 436070 w 572356"/>
                <a:gd name="connsiteY89" fmla="*/ 485813 h 566228"/>
                <a:gd name="connsiteX90" fmla="*/ 400490 w 572356"/>
                <a:gd name="connsiteY90" fmla="*/ 506061 h 566228"/>
                <a:gd name="connsiteX91" fmla="*/ 354994 w 572356"/>
                <a:gd name="connsiteY91" fmla="*/ 544808 h 566228"/>
                <a:gd name="connsiteX92" fmla="*/ 243671 w 572356"/>
                <a:gd name="connsiteY92" fmla="*/ 512311 h 566228"/>
                <a:gd name="connsiteX93" fmla="*/ 159679 w 572356"/>
                <a:gd name="connsiteY93" fmla="*/ 419069 h 566228"/>
                <a:gd name="connsiteX94" fmla="*/ 122682 w 572356"/>
                <a:gd name="connsiteY94" fmla="*/ 300163 h 566228"/>
                <a:gd name="connsiteX95" fmla="*/ 122682 w 572356"/>
                <a:gd name="connsiteY95" fmla="*/ 300163 h 566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572356" h="566228">
                  <a:moveTo>
                    <a:pt x="148596" y="427985"/>
                  </a:moveTo>
                  <a:cubicBezTo>
                    <a:pt x="175844" y="467565"/>
                    <a:pt x="209174" y="504645"/>
                    <a:pt x="247671" y="533392"/>
                  </a:cubicBezTo>
                  <a:cubicBezTo>
                    <a:pt x="281668" y="558723"/>
                    <a:pt x="321831" y="577305"/>
                    <a:pt x="363577" y="558640"/>
                  </a:cubicBezTo>
                  <a:cubicBezTo>
                    <a:pt x="383909" y="549641"/>
                    <a:pt x="398074" y="534475"/>
                    <a:pt x="412406" y="517977"/>
                  </a:cubicBezTo>
                  <a:cubicBezTo>
                    <a:pt x="416072" y="513727"/>
                    <a:pt x="420239" y="507728"/>
                    <a:pt x="425155" y="504895"/>
                  </a:cubicBezTo>
                  <a:cubicBezTo>
                    <a:pt x="432071" y="500978"/>
                    <a:pt x="441320" y="503145"/>
                    <a:pt x="448736" y="504145"/>
                  </a:cubicBezTo>
                  <a:cubicBezTo>
                    <a:pt x="458402" y="505395"/>
                    <a:pt x="468401" y="506728"/>
                    <a:pt x="478233" y="506144"/>
                  </a:cubicBezTo>
                  <a:cubicBezTo>
                    <a:pt x="522979" y="503645"/>
                    <a:pt x="546144" y="466232"/>
                    <a:pt x="557643" y="427235"/>
                  </a:cubicBezTo>
                  <a:cubicBezTo>
                    <a:pt x="570392" y="384239"/>
                    <a:pt x="575975" y="334910"/>
                    <a:pt x="569892" y="290331"/>
                  </a:cubicBezTo>
                  <a:cubicBezTo>
                    <a:pt x="563726" y="245668"/>
                    <a:pt x="547810" y="195506"/>
                    <a:pt x="521396" y="158676"/>
                  </a:cubicBezTo>
                  <a:cubicBezTo>
                    <a:pt x="497315" y="124929"/>
                    <a:pt x="458152" y="107514"/>
                    <a:pt x="416656" y="109764"/>
                  </a:cubicBezTo>
                  <a:cubicBezTo>
                    <a:pt x="394074" y="110930"/>
                    <a:pt x="370076" y="116763"/>
                    <a:pt x="349828" y="127095"/>
                  </a:cubicBezTo>
                  <a:cubicBezTo>
                    <a:pt x="339996" y="132095"/>
                    <a:pt x="330997" y="137678"/>
                    <a:pt x="323331" y="145844"/>
                  </a:cubicBezTo>
                  <a:cubicBezTo>
                    <a:pt x="321997" y="147261"/>
                    <a:pt x="320831" y="148844"/>
                    <a:pt x="319748" y="150510"/>
                  </a:cubicBezTo>
                  <a:cubicBezTo>
                    <a:pt x="319998" y="146344"/>
                    <a:pt x="320331" y="142177"/>
                    <a:pt x="320748" y="138094"/>
                  </a:cubicBezTo>
                  <a:cubicBezTo>
                    <a:pt x="322414" y="121846"/>
                    <a:pt x="325247" y="105847"/>
                    <a:pt x="327414" y="89682"/>
                  </a:cubicBezTo>
                  <a:cubicBezTo>
                    <a:pt x="328747" y="79599"/>
                    <a:pt x="331997" y="68267"/>
                    <a:pt x="331330" y="58102"/>
                  </a:cubicBezTo>
                  <a:cubicBezTo>
                    <a:pt x="331163" y="56185"/>
                    <a:pt x="329663" y="54602"/>
                    <a:pt x="328080" y="53769"/>
                  </a:cubicBezTo>
                  <a:cubicBezTo>
                    <a:pt x="307499" y="44769"/>
                    <a:pt x="271002" y="63268"/>
                    <a:pt x="270585" y="86682"/>
                  </a:cubicBezTo>
                  <a:cubicBezTo>
                    <a:pt x="270252" y="107514"/>
                    <a:pt x="273085" y="128595"/>
                    <a:pt x="275585" y="149260"/>
                  </a:cubicBezTo>
                  <a:cubicBezTo>
                    <a:pt x="271335" y="138011"/>
                    <a:pt x="265669" y="127346"/>
                    <a:pt x="259503" y="116930"/>
                  </a:cubicBezTo>
                  <a:cubicBezTo>
                    <a:pt x="243421" y="89932"/>
                    <a:pt x="225006" y="59435"/>
                    <a:pt x="199508" y="40520"/>
                  </a:cubicBezTo>
                  <a:cubicBezTo>
                    <a:pt x="171928" y="20022"/>
                    <a:pt x="142097" y="12773"/>
                    <a:pt x="108767" y="7856"/>
                  </a:cubicBezTo>
                  <a:cubicBezTo>
                    <a:pt x="75020" y="2940"/>
                    <a:pt x="39690" y="-310"/>
                    <a:pt x="5776" y="23"/>
                  </a:cubicBezTo>
                  <a:cubicBezTo>
                    <a:pt x="1610" y="107"/>
                    <a:pt x="-1223" y="5607"/>
                    <a:pt x="526" y="9106"/>
                  </a:cubicBezTo>
                  <a:cubicBezTo>
                    <a:pt x="6942" y="22022"/>
                    <a:pt x="17192" y="34021"/>
                    <a:pt x="24441" y="46686"/>
                  </a:cubicBezTo>
                  <a:cubicBezTo>
                    <a:pt x="33357" y="62268"/>
                    <a:pt x="42106" y="77683"/>
                    <a:pt x="52855" y="92182"/>
                  </a:cubicBezTo>
                  <a:cubicBezTo>
                    <a:pt x="71770" y="117679"/>
                    <a:pt x="93101" y="141844"/>
                    <a:pt x="117516" y="162176"/>
                  </a:cubicBezTo>
                  <a:cubicBezTo>
                    <a:pt x="134264" y="176091"/>
                    <a:pt x="154929" y="187173"/>
                    <a:pt x="176094" y="195339"/>
                  </a:cubicBezTo>
                  <a:cubicBezTo>
                    <a:pt x="173177" y="197006"/>
                    <a:pt x="170428" y="199006"/>
                    <a:pt x="167678" y="200589"/>
                  </a:cubicBezTo>
                  <a:cubicBezTo>
                    <a:pt x="156762" y="207172"/>
                    <a:pt x="146013" y="214421"/>
                    <a:pt x="137431" y="223920"/>
                  </a:cubicBezTo>
                  <a:cubicBezTo>
                    <a:pt x="122265" y="240668"/>
                    <a:pt x="114266" y="261334"/>
                    <a:pt x="110183" y="283165"/>
                  </a:cubicBezTo>
                  <a:cubicBezTo>
                    <a:pt x="100601" y="335244"/>
                    <a:pt x="119516" y="385572"/>
                    <a:pt x="148596" y="427985"/>
                  </a:cubicBezTo>
                  <a:lnTo>
                    <a:pt x="148596" y="427985"/>
                  </a:lnTo>
                  <a:close/>
                  <a:moveTo>
                    <a:pt x="271252" y="167758"/>
                  </a:moveTo>
                  <a:cubicBezTo>
                    <a:pt x="273918" y="175674"/>
                    <a:pt x="277168" y="183840"/>
                    <a:pt x="280084" y="192006"/>
                  </a:cubicBezTo>
                  <a:cubicBezTo>
                    <a:pt x="253420" y="161176"/>
                    <a:pt x="226589" y="130345"/>
                    <a:pt x="195759" y="103681"/>
                  </a:cubicBezTo>
                  <a:cubicBezTo>
                    <a:pt x="162678" y="75017"/>
                    <a:pt x="118682" y="61601"/>
                    <a:pt x="80019" y="42520"/>
                  </a:cubicBezTo>
                  <a:cubicBezTo>
                    <a:pt x="78936" y="42020"/>
                    <a:pt x="78103" y="43686"/>
                    <a:pt x="79019" y="44186"/>
                  </a:cubicBezTo>
                  <a:cubicBezTo>
                    <a:pt x="114183" y="66767"/>
                    <a:pt x="156846" y="81100"/>
                    <a:pt x="188093" y="109097"/>
                  </a:cubicBezTo>
                  <a:cubicBezTo>
                    <a:pt x="219340" y="137178"/>
                    <a:pt x="245838" y="170508"/>
                    <a:pt x="273002" y="202588"/>
                  </a:cubicBezTo>
                  <a:cubicBezTo>
                    <a:pt x="250920" y="197922"/>
                    <a:pt x="227756" y="198339"/>
                    <a:pt x="205841" y="191756"/>
                  </a:cubicBezTo>
                  <a:cubicBezTo>
                    <a:pt x="177844" y="183424"/>
                    <a:pt x="148013" y="170675"/>
                    <a:pt x="125348" y="152010"/>
                  </a:cubicBezTo>
                  <a:cubicBezTo>
                    <a:pt x="100934" y="132012"/>
                    <a:pt x="79769" y="107847"/>
                    <a:pt x="61188" y="82266"/>
                  </a:cubicBezTo>
                  <a:cubicBezTo>
                    <a:pt x="50105" y="66934"/>
                    <a:pt x="41356" y="50519"/>
                    <a:pt x="31774" y="34271"/>
                  </a:cubicBezTo>
                  <a:cubicBezTo>
                    <a:pt x="27774" y="27521"/>
                    <a:pt x="22524" y="20771"/>
                    <a:pt x="18108" y="13772"/>
                  </a:cubicBezTo>
                  <a:cubicBezTo>
                    <a:pt x="44939" y="15272"/>
                    <a:pt x="72020" y="16772"/>
                    <a:pt x="98684" y="19938"/>
                  </a:cubicBezTo>
                  <a:cubicBezTo>
                    <a:pt x="132015" y="23938"/>
                    <a:pt x="162095" y="28938"/>
                    <a:pt x="190426" y="48352"/>
                  </a:cubicBezTo>
                  <a:cubicBezTo>
                    <a:pt x="215840" y="65768"/>
                    <a:pt x="233922" y="95265"/>
                    <a:pt x="249754" y="121096"/>
                  </a:cubicBezTo>
                  <a:cubicBezTo>
                    <a:pt x="258836" y="136011"/>
                    <a:pt x="265669" y="151343"/>
                    <a:pt x="271252" y="167758"/>
                  </a:cubicBezTo>
                  <a:lnTo>
                    <a:pt x="271252" y="167758"/>
                  </a:lnTo>
                  <a:close/>
                  <a:moveTo>
                    <a:pt x="307165" y="144427"/>
                  </a:moveTo>
                  <a:cubicBezTo>
                    <a:pt x="306166" y="159593"/>
                    <a:pt x="305749" y="175091"/>
                    <a:pt x="306249" y="190340"/>
                  </a:cubicBezTo>
                  <a:cubicBezTo>
                    <a:pt x="306499" y="196339"/>
                    <a:pt x="306082" y="203422"/>
                    <a:pt x="307165" y="209838"/>
                  </a:cubicBezTo>
                  <a:cubicBezTo>
                    <a:pt x="304916" y="210671"/>
                    <a:pt x="302583" y="211504"/>
                    <a:pt x="300333" y="212255"/>
                  </a:cubicBezTo>
                  <a:cubicBezTo>
                    <a:pt x="299249" y="212588"/>
                    <a:pt x="298166" y="212838"/>
                    <a:pt x="297166" y="213088"/>
                  </a:cubicBezTo>
                  <a:cubicBezTo>
                    <a:pt x="293833" y="183257"/>
                    <a:pt x="286834" y="154010"/>
                    <a:pt x="283918" y="124012"/>
                  </a:cubicBezTo>
                  <a:cubicBezTo>
                    <a:pt x="283084" y="115513"/>
                    <a:pt x="282251" y="107097"/>
                    <a:pt x="281334" y="98681"/>
                  </a:cubicBezTo>
                  <a:cubicBezTo>
                    <a:pt x="280168" y="88682"/>
                    <a:pt x="278668" y="79599"/>
                    <a:pt x="286751" y="72684"/>
                  </a:cubicBezTo>
                  <a:cubicBezTo>
                    <a:pt x="293917" y="66601"/>
                    <a:pt x="310332" y="60185"/>
                    <a:pt x="320664" y="62434"/>
                  </a:cubicBezTo>
                  <a:cubicBezTo>
                    <a:pt x="319664" y="74433"/>
                    <a:pt x="315915" y="87099"/>
                    <a:pt x="313582" y="98598"/>
                  </a:cubicBezTo>
                  <a:cubicBezTo>
                    <a:pt x="310582" y="113930"/>
                    <a:pt x="308165" y="129095"/>
                    <a:pt x="307165" y="144427"/>
                  </a:cubicBezTo>
                  <a:lnTo>
                    <a:pt x="307165" y="144427"/>
                  </a:lnTo>
                  <a:close/>
                  <a:moveTo>
                    <a:pt x="122682" y="300163"/>
                  </a:moveTo>
                  <a:cubicBezTo>
                    <a:pt x="124682" y="278582"/>
                    <a:pt x="130348" y="258667"/>
                    <a:pt x="143097" y="240919"/>
                  </a:cubicBezTo>
                  <a:cubicBezTo>
                    <a:pt x="148763" y="232919"/>
                    <a:pt x="156012" y="226586"/>
                    <a:pt x="163928" y="220920"/>
                  </a:cubicBezTo>
                  <a:cubicBezTo>
                    <a:pt x="168095" y="217921"/>
                    <a:pt x="183927" y="204838"/>
                    <a:pt x="189676" y="204922"/>
                  </a:cubicBezTo>
                  <a:cubicBezTo>
                    <a:pt x="192342" y="205005"/>
                    <a:pt x="194342" y="203755"/>
                    <a:pt x="195675" y="202089"/>
                  </a:cubicBezTo>
                  <a:cubicBezTo>
                    <a:pt x="197759" y="202672"/>
                    <a:pt x="199842" y="203255"/>
                    <a:pt x="201842" y="203755"/>
                  </a:cubicBezTo>
                  <a:cubicBezTo>
                    <a:pt x="216757" y="207672"/>
                    <a:pt x="231672" y="207088"/>
                    <a:pt x="246754" y="208588"/>
                  </a:cubicBezTo>
                  <a:cubicBezTo>
                    <a:pt x="259086" y="209755"/>
                    <a:pt x="271252" y="213588"/>
                    <a:pt x="283418" y="214671"/>
                  </a:cubicBezTo>
                  <a:cubicBezTo>
                    <a:pt x="283668" y="214838"/>
                    <a:pt x="283918" y="215004"/>
                    <a:pt x="284168" y="215171"/>
                  </a:cubicBezTo>
                  <a:cubicBezTo>
                    <a:pt x="273752" y="216004"/>
                    <a:pt x="263253" y="215254"/>
                    <a:pt x="252587" y="215671"/>
                  </a:cubicBezTo>
                  <a:cubicBezTo>
                    <a:pt x="247171" y="215921"/>
                    <a:pt x="247504" y="223087"/>
                    <a:pt x="251337" y="225170"/>
                  </a:cubicBezTo>
                  <a:cubicBezTo>
                    <a:pt x="271502" y="235586"/>
                    <a:pt x="293083" y="230586"/>
                    <a:pt x="312332" y="219920"/>
                  </a:cubicBezTo>
                  <a:cubicBezTo>
                    <a:pt x="313248" y="219920"/>
                    <a:pt x="314165" y="219504"/>
                    <a:pt x="314581" y="218670"/>
                  </a:cubicBezTo>
                  <a:cubicBezTo>
                    <a:pt x="326747" y="211671"/>
                    <a:pt x="337913" y="202588"/>
                    <a:pt x="347078" y="194006"/>
                  </a:cubicBezTo>
                  <a:cubicBezTo>
                    <a:pt x="349412" y="191923"/>
                    <a:pt x="346662" y="188506"/>
                    <a:pt x="344079" y="190256"/>
                  </a:cubicBezTo>
                  <a:cubicBezTo>
                    <a:pt x="335996" y="195673"/>
                    <a:pt x="327747" y="200589"/>
                    <a:pt x="319081" y="204755"/>
                  </a:cubicBezTo>
                  <a:cubicBezTo>
                    <a:pt x="319581" y="199505"/>
                    <a:pt x="318998" y="193756"/>
                    <a:pt x="318998" y="188673"/>
                  </a:cubicBezTo>
                  <a:cubicBezTo>
                    <a:pt x="318998" y="181174"/>
                    <a:pt x="319081" y="173591"/>
                    <a:pt x="319248" y="166092"/>
                  </a:cubicBezTo>
                  <a:cubicBezTo>
                    <a:pt x="322414" y="163759"/>
                    <a:pt x="325330" y="160926"/>
                    <a:pt x="327997" y="158426"/>
                  </a:cubicBezTo>
                  <a:cubicBezTo>
                    <a:pt x="337663" y="149177"/>
                    <a:pt x="348328" y="142677"/>
                    <a:pt x="360494" y="137261"/>
                  </a:cubicBezTo>
                  <a:cubicBezTo>
                    <a:pt x="380825" y="128262"/>
                    <a:pt x="406740" y="123096"/>
                    <a:pt x="429071" y="124929"/>
                  </a:cubicBezTo>
                  <a:cubicBezTo>
                    <a:pt x="450569" y="126679"/>
                    <a:pt x="473734" y="132345"/>
                    <a:pt x="490482" y="146594"/>
                  </a:cubicBezTo>
                  <a:cubicBezTo>
                    <a:pt x="508314" y="161759"/>
                    <a:pt x="520230" y="182424"/>
                    <a:pt x="529145" y="203672"/>
                  </a:cubicBezTo>
                  <a:cubicBezTo>
                    <a:pt x="546061" y="243751"/>
                    <a:pt x="558476" y="284831"/>
                    <a:pt x="556726" y="328660"/>
                  </a:cubicBezTo>
                  <a:cubicBezTo>
                    <a:pt x="555226" y="367991"/>
                    <a:pt x="551393" y="408654"/>
                    <a:pt x="534895" y="445150"/>
                  </a:cubicBezTo>
                  <a:cubicBezTo>
                    <a:pt x="525979" y="465065"/>
                    <a:pt x="511814" y="482397"/>
                    <a:pt x="489982" y="487896"/>
                  </a:cubicBezTo>
                  <a:cubicBezTo>
                    <a:pt x="471651" y="492396"/>
                    <a:pt x="454402" y="485896"/>
                    <a:pt x="436070" y="485813"/>
                  </a:cubicBezTo>
                  <a:cubicBezTo>
                    <a:pt x="419572" y="485813"/>
                    <a:pt x="410739" y="494229"/>
                    <a:pt x="400490" y="506061"/>
                  </a:cubicBezTo>
                  <a:cubicBezTo>
                    <a:pt x="386908" y="521727"/>
                    <a:pt x="374576" y="536475"/>
                    <a:pt x="354994" y="544808"/>
                  </a:cubicBezTo>
                  <a:cubicBezTo>
                    <a:pt x="313415" y="562640"/>
                    <a:pt x="275252" y="537892"/>
                    <a:pt x="243671" y="512311"/>
                  </a:cubicBezTo>
                  <a:cubicBezTo>
                    <a:pt x="211424" y="486146"/>
                    <a:pt x="183093" y="453233"/>
                    <a:pt x="159679" y="419069"/>
                  </a:cubicBezTo>
                  <a:cubicBezTo>
                    <a:pt x="136014" y="384322"/>
                    <a:pt x="118766" y="343076"/>
                    <a:pt x="122682" y="300163"/>
                  </a:cubicBezTo>
                  <a:lnTo>
                    <a:pt x="122682" y="300163"/>
                  </a:lnTo>
                  <a:close/>
                </a:path>
              </a:pathLst>
            </a:custGeom>
            <a:grpFill/>
            <a:ln w="8332" cap="flat">
              <a:noFill/>
              <a:prstDash val="solid"/>
              <a:miter/>
            </a:ln>
          </p:spPr>
          <p:txBody>
            <a:bodyPr rtlCol="0" anchor="ctr"/>
            <a:lstStyle/>
            <a:p>
              <a:endParaRPr lang="en-US"/>
            </a:p>
          </p:txBody>
        </p:sp>
        <p:sp>
          <p:nvSpPr>
            <p:cNvPr id="2343" name="Freeform: Shape 2342"/>
            <p:cNvSpPr/>
            <p:nvPr/>
          </p:nvSpPr>
          <p:spPr>
            <a:xfrm>
              <a:off x="5454969" y="4938732"/>
              <a:ext cx="567252" cy="571597"/>
            </a:xfrm>
            <a:custGeom>
              <a:avLst/>
              <a:gdLst>
                <a:gd name="connsiteX0" fmla="*/ 141631 w 567252"/>
                <a:gd name="connsiteY0" fmla="*/ 430211 h 571597"/>
                <a:gd name="connsiteX1" fmla="*/ 239039 w 567252"/>
                <a:gd name="connsiteY1" fmla="*/ 537285 h 571597"/>
                <a:gd name="connsiteX2" fmla="*/ 354612 w 567252"/>
                <a:gd name="connsiteY2" fmla="*/ 564616 h 571597"/>
                <a:gd name="connsiteX3" fmla="*/ 404107 w 567252"/>
                <a:gd name="connsiteY3" fmla="*/ 524869 h 571597"/>
                <a:gd name="connsiteX4" fmla="*/ 417023 w 567252"/>
                <a:gd name="connsiteY4" fmla="*/ 512037 h 571597"/>
                <a:gd name="connsiteX5" fmla="*/ 440604 w 567252"/>
                <a:gd name="connsiteY5" fmla="*/ 511704 h 571597"/>
                <a:gd name="connsiteX6" fmla="*/ 470101 w 567252"/>
                <a:gd name="connsiteY6" fmla="*/ 514204 h 571597"/>
                <a:gd name="connsiteX7" fmla="*/ 550844 w 567252"/>
                <a:gd name="connsiteY7" fmla="*/ 436794 h 571597"/>
                <a:gd name="connsiteX8" fmla="*/ 565343 w 567252"/>
                <a:gd name="connsiteY8" fmla="*/ 300223 h 571597"/>
                <a:gd name="connsiteX9" fmla="*/ 519013 w 567252"/>
                <a:gd name="connsiteY9" fmla="*/ 167735 h 571597"/>
                <a:gd name="connsiteX10" fmla="*/ 415023 w 567252"/>
                <a:gd name="connsiteY10" fmla="*/ 116989 h 571597"/>
                <a:gd name="connsiteX11" fmla="*/ 347946 w 567252"/>
                <a:gd name="connsiteY11" fmla="*/ 133155 h 571597"/>
                <a:gd name="connsiteX12" fmla="*/ 321198 w 567252"/>
                <a:gd name="connsiteY12" fmla="*/ 151486 h 571597"/>
                <a:gd name="connsiteX13" fmla="*/ 317532 w 567252"/>
                <a:gd name="connsiteY13" fmla="*/ 156069 h 571597"/>
                <a:gd name="connsiteX14" fmla="*/ 318782 w 567252"/>
                <a:gd name="connsiteY14" fmla="*/ 143570 h 571597"/>
                <a:gd name="connsiteX15" fmla="*/ 326281 w 567252"/>
                <a:gd name="connsiteY15" fmla="*/ 95241 h 571597"/>
                <a:gd name="connsiteX16" fmla="*/ 330697 w 567252"/>
                <a:gd name="connsiteY16" fmla="*/ 63744 h 571597"/>
                <a:gd name="connsiteX17" fmla="*/ 327447 w 567252"/>
                <a:gd name="connsiteY17" fmla="*/ 59328 h 571597"/>
                <a:gd name="connsiteX18" fmla="*/ 269369 w 567252"/>
                <a:gd name="connsiteY18" fmla="*/ 91242 h 571597"/>
                <a:gd name="connsiteX19" fmla="*/ 273369 w 567252"/>
                <a:gd name="connsiteY19" fmla="*/ 153903 h 571597"/>
                <a:gd name="connsiteX20" fmla="*/ 257787 w 567252"/>
                <a:gd name="connsiteY20" fmla="*/ 121239 h 571597"/>
                <a:gd name="connsiteX21" fmla="*/ 199125 w 567252"/>
                <a:gd name="connsiteY21" fmla="*/ 43829 h 571597"/>
                <a:gd name="connsiteX22" fmla="*/ 108884 w 567252"/>
                <a:gd name="connsiteY22" fmla="*/ 9583 h 571597"/>
                <a:gd name="connsiteX23" fmla="*/ 5893 w 567252"/>
                <a:gd name="connsiteY23" fmla="*/ 0 h 571597"/>
                <a:gd name="connsiteX24" fmla="*/ 477 w 567252"/>
                <a:gd name="connsiteY24" fmla="*/ 8999 h 571597"/>
                <a:gd name="connsiteX25" fmla="*/ 23808 w 567252"/>
                <a:gd name="connsiteY25" fmla="*/ 47079 h 571597"/>
                <a:gd name="connsiteX26" fmla="*/ 51389 w 567252"/>
                <a:gd name="connsiteY26" fmla="*/ 93075 h 571597"/>
                <a:gd name="connsiteX27" fmla="*/ 114883 w 567252"/>
                <a:gd name="connsiteY27" fmla="*/ 164069 h 571597"/>
                <a:gd name="connsiteX28" fmla="*/ 172878 w 567252"/>
                <a:gd name="connsiteY28" fmla="*/ 198232 h 571597"/>
                <a:gd name="connsiteX29" fmla="*/ 164379 w 567252"/>
                <a:gd name="connsiteY29" fmla="*/ 203315 h 571597"/>
                <a:gd name="connsiteX30" fmla="*/ 133715 w 567252"/>
                <a:gd name="connsiteY30" fmla="*/ 226146 h 571597"/>
                <a:gd name="connsiteX31" fmla="*/ 105551 w 567252"/>
                <a:gd name="connsiteY31" fmla="*/ 284891 h 571597"/>
                <a:gd name="connsiteX32" fmla="*/ 141631 w 567252"/>
                <a:gd name="connsiteY32" fmla="*/ 430211 h 571597"/>
                <a:gd name="connsiteX33" fmla="*/ 141631 w 567252"/>
                <a:gd name="connsiteY33" fmla="*/ 430211 h 571597"/>
                <a:gd name="connsiteX34" fmla="*/ 268453 w 567252"/>
                <a:gd name="connsiteY34" fmla="*/ 172318 h 571597"/>
                <a:gd name="connsiteX35" fmla="*/ 276869 w 567252"/>
                <a:gd name="connsiteY35" fmla="*/ 196732 h 571597"/>
                <a:gd name="connsiteX36" fmla="*/ 194043 w 567252"/>
                <a:gd name="connsiteY36" fmla="*/ 106991 h 571597"/>
                <a:gd name="connsiteX37" fmla="*/ 79220 w 567252"/>
                <a:gd name="connsiteY37" fmla="*/ 43829 h 571597"/>
                <a:gd name="connsiteX38" fmla="*/ 78220 w 567252"/>
                <a:gd name="connsiteY38" fmla="*/ 45579 h 571597"/>
                <a:gd name="connsiteX39" fmla="*/ 186293 w 567252"/>
                <a:gd name="connsiteY39" fmla="*/ 112406 h 571597"/>
                <a:gd name="connsiteX40" fmla="*/ 269703 w 567252"/>
                <a:gd name="connsiteY40" fmla="*/ 207315 h 571597"/>
                <a:gd name="connsiteX41" fmla="*/ 202792 w 567252"/>
                <a:gd name="connsiteY41" fmla="*/ 195316 h 571597"/>
                <a:gd name="connsiteX42" fmla="*/ 122966 w 567252"/>
                <a:gd name="connsiteY42" fmla="*/ 154236 h 571597"/>
                <a:gd name="connsiteX43" fmla="*/ 59972 w 567252"/>
                <a:gd name="connsiteY43" fmla="*/ 83493 h 571597"/>
                <a:gd name="connsiteX44" fmla="*/ 31390 w 567252"/>
                <a:gd name="connsiteY44" fmla="*/ 34997 h 571597"/>
                <a:gd name="connsiteX45" fmla="*/ 18059 w 567252"/>
                <a:gd name="connsiteY45" fmla="*/ 14249 h 571597"/>
                <a:gd name="connsiteX46" fmla="*/ 98468 w 567252"/>
                <a:gd name="connsiteY46" fmla="*/ 21831 h 571597"/>
                <a:gd name="connsiteX47" fmla="*/ 189710 w 567252"/>
                <a:gd name="connsiteY47" fmla="*/ 51828 h 571597"/>
                <a:gd name="connsiteX48" fmla="*/ 247871 w 567252"/>
                <a:gd name="connsiteY48" fmla="*/ 125572 h 571597"/>
                <a:gd name="connsiteX49" fmla="*/ 268453 w 567252"/>
                <a:gd name="connsiteY49" fmla="*/ 172318 h 571597"/>
                <a:gd name="connsiteX50" fmla="*/ 268453 w 567252"/>
                <a:gd name="connsiteY50" fmla="*/ 172318 h 571597"/>
                <a:gd name="connsiteX51" fmla="*/ 304782 w 567252"/>
                <a:gd name="connsiteY51" fmla="*/ 149653 h 571597"/>
                <a:gd name="connsiteX52" fmla="*/ 303116 w 567252"/>
                <a:gd name="connsiteY52" fmla="*/ 195565 h 571597"/>
                <a:gd name="connsiteX53" fmla="*/ 303783 w 567252"/>
                <a:gd name="connsiteY53" fmla="*/ 215147 h 571597"/>
                <a:gd name="connsiteX54" fmla="*/ 296867 w 567252"/>
                <a:gd name="connsiteY54" fmla="*/ 217397 h 571597"/>
                <a:gd name="connsiteX55" fmla="*/ 293617 w 567252"/>
                <a:gd name="connsiteY55" fmla="*/ 218147 h 571597"/>
                <a:gd name="connsiteX56" fmla="*/ 281785 w 567252"/>
                <a:gd name="connsiteY56" fmla="*/ 128905 h 571597"/>
                <a:gd name="connsiteX57" fmla="*/ 279618 w 567252"/>
                <a:gd name="connsiteY57" fmla="*/ 103491 h 571597"/>
                <a:gd name="connsiteX58" fmla="*/ 285451 w 567252"/>
                <a:gd name="connsiteY58" fmla="*/ 77660 h 571597"/>
                <a:gd name="connsiteX59" fmla="*/ 319448 w 567252"/>
                <a:gd name="connsiteY59" fmla="*/ 67994 h 571597"/>
                <a:gd name="connsiteX60" fmla="*/ 311782 w 567252"/>
                <a:gd name="connsiteY60" fmla="*/ 104157 h 571597"/>
                <a:gd name="connsiteX61" fmla="*/ 304782 w 567252"/>
                <a:gd name="connsiteY61" fmla="*/ 149653 h 571597"/>
                <a:gd name="connsiteX62" fmla="*/ 304782 w 567252"/>
                <a:gd name="connsiteY62" fmla="*/ 149653 h 571597"/>
                <a:gd name="connsiteX63" fmla="*/ 117716 w 567252"/>
                <a:gd name="connsiteY63" fmla="*/ 302056 h 571597"/>
                <a:gd name="connsiteX64" fmla="*/ 139048 w 567252"/>
                <a:gd name="connsiteY64" fmla="*/ 243145 h 571597"/>
                <a:gd name="connsiteX65" fmla="*/ 160212 w 567252"/>
                <a:gd name="connsiteY65" fmla="*/ 223480 h 571597"/>
                <a:gd name="connsiteX66" fmla="*/ 186210 w 567252"/>
                <a:gd name="connsiteY66" fmla="*/ 207898 h 571597"/>
                <a:gd name="connsiteX67" fmla="*/ 192293 w 567252"/>
                <a:gd name="connsiteY67" fmla="*/ 205148 h 571597"/>
                <a:gd name="connsiteX68" fmla="*/ 198459 w 567252"/>
                <a:gd name="connsiteY68" fmla="*/ 206982 h 571597"/>
                <a:gd name="connsiteX69" fmla="*/ 243371 w 567252"/>
                <a:gd name="connsiteY69" fmla="*/ 212564 h 571597"/>
                <a:gd name="connsiteX70" fmla="*/ 279952 w 567252"/>
                <a:gd name="connsiteY70" fmla="*/ 219314 h 571597"/>
                <a:gd name="connsiteX71" fmla="*/ 280702 w 567252"/>
                <a:gd name="connsiteY71" fmla="*/ 219814 h 571597"/>
                <a:gd name="connsiteX72" fmla="*/ 249121 w 567252"/>
                <a:gd name="connsiteY72" fmla="*/ 219814 h 571597"/>
                <a:gd name="connsiteX73" fmla="*/ 247704 w 567252"/>
                <a:gd name="connsiteY73" fmla="*/ 229229 h 571597"/>
                <a:gd name="connsiteX74" fmla="*/ 308782 w 567252"/>
                <a:gd name="connsiteY74" fmla="*/ 225063 h 571597"/>
                <a:gd name="connsiteX75" fmla="*/ 311115 w 567252"/>
                <a:gd name="connsiteY75" fmla="*/ 223813 h 571597"/>
                <a:gd name="connsiteX76" fmla="*/ 344029 w 567252"/>
                <a:gd name="connsiteY76" fmla="*/ 199732 h 571597"/>
                <a:gd name="connsiteX77" fmla="*/ 341113 w 567252"/>
                <a:gd name="connsiteY77" fmla="*/ 195899 h 571597"/>
                <a:gd name="connsiteX78" fmla="*/ 315948 w 567252"/>
                <a:gd name="connsiteY78" fmla="*/ 209898 h 571597"/>
                <a:gd name="connsiteX79" fmla="*/ 316115 w 567252"/>
                <a:gd name="connsiteY79" fmla="*/ 193899 h 571597"/>
                <a:gd name="connsiteX80" fmla="*/ 316781 w 567252"/>
                <a:gd name="connsiteY80" fmla="*/ 171318 h 571597"/>
                <a:gd name="connsiteX81" fmla="*/ 325697 w 567252"/>
                <a:gd name="connsiteY81" fmla="*/ 163735 h 571597"/>
                <a:gd name="connsiteX82" fmla="*/ 358611 w 567252"/>
                <a:gd name="connsiteY82" fmla="*/ 143154 h 571597"/>
                <a:gd name="connsiteX83" fmla="*/ 427355 w 567252"/>
                <a:gd name="connsiteY83" fmla="*/ 132071 h 571597"/>
                <a:gd name="connsiteX84" fmla="*/ 488350 w 567252"/>
                <a:gd name="connsiteY84" fmla="*/ 154820 h 571597"/>
                <a:gd name="connsiteX85" fmla="*/ 526096 w 567252"/>
                <a:gd name="connsiteY85" fmla="*/ 212648 h 571597"/>
                <a:gd name="connsiteX86" fmla="*/ 551677 w 567252"/>
                <a:gd name="connsiteY86" fmla="*/ 338053 h 571597"/>
                <a:gd name="connsiteX87" fmla="*/ 527929 w 567252"/>
                <a:gd name="connsiteY87" fmla="*/ 454126 h 571597"/>
                <a:gd name="connsiteX88" fmla="*/ 482267 w 567252"/>
                <a:gd name="connsiteY88" fmla="*/ 496038 h 571597"/>
                <a:gd name="connsiteX89" fmla="*/ 428438 w 567252"/>
                <a:gd name="connsiteY89" fmla="*/ 493039 h 571597"/>
                <a:gd name="connsiteX90" fmla="*/ 392525 w 567252"/>
                <a:gd name="connsiteY90" fmla="*/ 512704 h 571597"/>
                <a:gd name="connsiteX91" fmla="*/ 346445 w 567252"/>
                <a:gd name="connsiteY91" fmla="*/ 550701 h 571597"/>
                <a:gd name="connsiteX92" fmla="*/ 235539 w 567252"/>
                <a:gd name="connsiteY92" fmla="*/ 516204 h 571597"/>
                <a:gd name="connsiteX93" fmla="*/ 153130 w 567252"/>
                <a:gd name="connsiteY93" fmla="*/ 421546 h 571597"/>
                <a:gd name="connsiteX94" fmla="*/ 117716 w 567252"/>
                <a:gd name="connsiteY94" fmla="*/ 302056 h 571597"/>
                <a:gd name="connsiteX95" fmla="*/ 117716 w 567252"/>
                <a:gd name="connsiteY95" fmla="*/ 302056 h 571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567252" h="571597">
                  <a:moveTo>
                    <a:pt x="141631" y="430211"/>
                  </a:moveTo>
                  <a:cubicBezTo>
                    <a:pt x="168128" y="470291"/>
                    <a:pt x="200959" y="507871"/>
                    <a:pt x="239039" y="537285"/>
                  </a:cubicBezTo>
                  <a:cubicBezTo>
                    <a:pt x="272619" y="563282"/>
                    <a:pt x="312449" y="582531"/>
                    <a:pt x="354612" y="564616"/>
                  </a:cubicBezTo>
                  <a:cubicBezTo>
                    <a:pt x="375110" y="555867"/>
                    <a:pt x="389525" y="541118"/>
                    <a:pt x="404107" y="524869"/>
                  </a:cubicBezTo>
                  <a:cubicBezTo>
                    <a:pt x="407857" y="520703"/>
                    <a:pt x="412106" y="514704"/>
                    <a:pt x="417023" y="512037"/>
                  </a:cubicBezTo>
                  <a:cubicBezTo>
                    <a:pt x="424022" y="508288"/>
                    <a:pt x="433188" y="510620"/>
                    <a:pt x="440604" y="511704"/>
                  </a:cubicBezTo>
                  <a:cubicBezTo>
                    <a:pt x="450353" y="513121"/>
                    <a:pt x="460185" y="514620"/>
                    <a:pt x="470101" y="514204"/>
                  </a:cubicBezTo>
                  <a:cubicBezTo>
                    <a:pt x="514847" y="512454"/>
                    <a:pt x="538595" y="475541"/>
                    <a:pt x="550844" y="436794"/>
                  </a:cubicBezTo>
                  <a:cubicBezTo>
                    <a:pt x="564259" y="394048"/>
                    <a:pt x="570759" y="344802"/>
                    <a:pt x="565343" y="300223"/>
                  </a:cubicBezTo>
                  <a:cubicBezTo>
                    <a:pt x="559927" y="255477"/>
                    <a:pt x="544761" y="205065"/>
                    <a:pt x="519013" y="167735"/>
                  </a:cubicBezTo>
                  <a:cubicBezTo>
                    <a:pt x="495515" y="133571"/>
                    <a:pt x="456602" y="115489"/>
                    <a:pt x="415023" y="116989"/>
                  </a:cubicBezTo>
                  <a:cubicBezTo>
                    <a:pt x="392358" y="117823"/>
                    <a:pt x="368360" y="123155"/>
                    <a:pt x="347946" y="133155"/>
                  </a:cubicBezTo>
                  <a:cubicBezTo>
                    <a:pt x="338030" y="137988"/>
                    <a:pt x="328947" y="143487"/>
                    <a:pt x="321198" y="151486"/>
                  </a:cubicBezTo>
                  <a:cubicBezTo>
                    <a:pt x="319782" y="152903"/>
                    <a:pt x="318615" y="154486"/>
                    <a:pt x="317532" y="156069"/>
                  </a:cubicBezTo>
                  <a:cubicBezTo>
                    <a:pt x="317865" y="151903"/>
                    <a:pt x="318282" y="147737"/>
                    <a:pt x="318782" y="143570"/>
                  </a:cubicBezTo>
                  <a:cubicBezTo>
                    <a:pt x="320698" y="127405"/>
                    <a:pt x="323864" y="111407"/>
                    <a:pt x="326281" y="95241"/>
                  </a:cubicBezTo>
                  <a:cubicBezTo>
                    <a:pt x="327780" y="85159"/>
                    <a:pt x="331114" y="73910"/>
                    <a:pt x="330697" y="63744"/>
                  </a:cubicBezTo>
                  <a:cubicBezTo>
                    <a:pt x="330614" y="61828"/>
                    <a:pt x="329114" y="60161"/>
                    <a:pt x="327447" y="59328"/>
                  </a:cubicBezTo>
                  <a:cubicBezTo>
                    <a:pt x="307032" y="49912"/>
                    <a:pt x="270203" y="67911"/>
                    <a:pt x="269369" y="91242"/>
                  </a:cubicBezTo>
                  <a:cubicBezTo>
                    <a:pt x="268619" y="112073"/>
                    <a:pt x="271202" y="133238"/>
                    <a:pt x="273369" y="153903"/>
                  </a:cubicBezTo>
                  <a:cubicBezTo>
                    <a:pt x="269286" y="142570"/>
                    <a:pt x="263870" y="131822"/>
                    <a:pt x="257787" y="121239"/>
                  </a:cubicBezTo>
                  <a:cubicBezTo>
                    <a:pt x="242205" y="93991"/>
                    <a:pt x="224290" y="63161"/>
                    <a:pt x="199125" y="43829"/>
                  </a:cubicBezTo>
                  <a:cubicBezTo>
                    <a:pt x="171878" y="22831"/>
                    <a:pt x="142131" y="15082"/>
                    <a:pt x="108884" y="9583"/>
                  </a:cubicBezTo>
                  <a:cubicBezTo>
                    <a:pt x="75303" y="4083"/>
                    <a:pt x="39973" y="250"/>
                    <a:pt x="5893" y="0"/>
                  </a:cubicBezTo>
                  <a:cubicBezTo>
                    <a:pt x="1726" y="0"/>
                    <a:pt x="-1190" y="5499"/>
                    <a:pt x="477" y="8999"/>
                  </a:cubicBezTo>
                  <a:cubicBezTo>
                    <a:pt x="6726" y="21998"/>
                    <a:pt x="16726" y="34247"/>
                    <a:pt x="23808" y="47079"/>
                  </a:cubicBezTo>
                  <a:cubicBezTo>
                    <a:pt x="32474" y="62827"/>
                    <a:pt x="40973" y="78409"/>
                    <a:pt x="51389" y="93075"/>
                  </a:cubicBezTo>
                  <a:cubicBezTo>
                    <a:pt x="69804" y="118906"/>
                    <a:pt x="90802" y="143404"/>
                    <a:pt x="114883" y="164069"/>
                  </a:cubicBezTo>
                  <a:cubicBezTo>
                    <a:pt x="131381" y="178317"/>
                    <a:pt x="151880" y="189816"/>
                    <a:pt x="172878" y="198232"/>
                  </a:cubicBezTo>
                  <a:cubicBezTo>
                    <a:pt x="169961" y="199899"/>
                    <a:pt x="167129" y="201732"/>
                    <a:pt x="164379" y="203315"/>
                  </a:cubicBezTo>
                  <a:cubicBezTo>
                    <a:pt x="153296" y="209648"/>
                    <a:pt x="142464" y="216731"/>
                    <a:pt x="133715" y="226146"/>
                  </a:cubicBezTo>
                  <a:cubicBezTo>
                    <a:pt x="118300" y="242561"/>
                    <a:pt x="109967" y="263227"/>
                    <a:pt x="105551" y="284891"/>
                  </a:cubicBezTo>
                  <a:cubicBezTo>
                    <a:pt x="94968" y="336719"/>
                    <a:pt x="113133" y="387298"/>
                    <a:pt x="141631" y="430211"/>
                  </a:cubicBezTo>
                  <a:lnTo>
                    <a:pt x="141631" y="430211"/>
                  </a:lnTo>
                  <a:close/>
                  <a:moveTo>
                    <a:pt x="268453" y="172318"/>
                  </a:moveTo>
                  <a:cubicBezTo>
                    <a:pt x="270952" y="180317"/>
                    <a:pt x="274036" y="188483"/>
                    <a:pt x="276869" y="196732"/>
                  </a:cubicBezTo>
                  <a:cubicBezTo>
                    <a:pt x="250704" y="165402"/>
                    <a:pt x="224373" y="134238"/>
                    <a:pt x="194043" y="106991"/>
                  </a:cubicBezTo>
                  <a:cubicBezTo>
                    <a:pt x="161546" y="77743"/>
                    <a:pt x="117633" y="63494"/>
                    <a:pt x="79220" y="43829"/>
                  </a:cubicBezTo>
                  <a:cubicBezTo>
                    <a:pt x="78220" y="43330"/>
                    <a:pt x="77303" y="44913"/>
                    <a:pt x="78220" y="45579"/>
                  </a:cubicBezTo>
                  <a:cubicBezTo>
                    <a:pt x="112967" y="68744"/>
                    <a:pt x="155463" y="83826"/>
                    <a:pt x="186293" y="112406"/>
                  </a:cubicBezTo>
                  <a:cubicBezTo>
                    <a:pt x="217124" y="141071"/>
                    <a:pt x="242955" y="174734"/>
                    <a:pt x="269703" y="207315"/>
                  </a:cubicBezTo>
                  <a:cubicBezTo>
                    <a:pt x="247621" y="202315"/>
                    <a:pt x="224540" y="202232"/>
                    <a:pt x="202792" y="195316"/>
                  </a:cubicBezTo>
                  <a:cubicBezTo>
                    <a:pt x="174961" y="186400"/>
                    <a:pt x="145297" y="173234"/>
                    <a:pt x="122966" y="154236"/>
                  </a:cubicBezTo>
                  <a:cubicBezTo>
                    <a:pt x="98885" y="133738"/>
                    <a:pt x="78137" y="109240"/>
                    <a:pt x="59972" y="83493"/>
                  </a:cubicBezTo>
                  <a:cubicBezTo>
                    <a:pt x="49139" y="68077"/>
                    <a:pt x="40640" y="51412"/>
                    <a:pt x="31390" y="34997"/>
                  </a:cubicBezTo>
                  <a:cubicBezTo>
                    <a:pt x="27558" y="28164"/>
                    <a:pt x="22392" y="21248"/>
                    <a:pt x="18059" y="14249"/>
                  </a:cubicBezTo>
                  <a:cubicBezTo>
                    <a:pt x="44806" y="16165"/>
                    <a:pt x="71971" y="18248"/>
                    <a:pt x="98468" y="21831"/>
                  </a:cubicBezTo>
                  <a:cubicBezTo>
                    <a:pt x="131715" y="26331"/>
                    <a:pt x="161712" y="31914"/>
                    <a:pt x="189710" y="51828"/>
                  </a:cubicBezTo>
                  <a:cubicBezTo>
                    <a:pt x="214791" y="69660"/>
                    <a:pt x="232373" y="99491"/>
                    <a:pt x="247871" y="125572"/>
                  </a:cubicBezTo>
                  <a:cubicBezTo>
                    <a:pt x="256620" y="140321"/>
                    <a:pt x="263203" y="155736"/>
                    <a:pt x="268453" y="172318"/>
                  </a:cubicBezTo>
                  <a:lnTo>
                    <a:pt x="268453" y="172318"/>
                  </a:lnTo>
                  <a:close/>
                  <a:moveTo>
                    <a:pt x="304782" y="149653"/>
                  </a:moveTo>
                  <a:cubicBezTo>
                    <a:pt x="303533" y="164818"/>
                    <a:pt x="302783" y="180317"/>
                    <a:pt x="303116" y="195565"/>
                  </a:cubicBezTo>
                  <a:cubicBezTo>
                    <a:pt x="303200" y="201565"/>
                    <a:pt x="302699" y="208648"/>
                    <a:pt x="303783" y="215147"/>
                  </a:cubicBezTo>
                  <a:cubicBezTo>
                    <a:pt x="301533" y="215980"/>
                    <a:pt x="299200" y="216731"/>
                    <a:pt x="296867" y="217397"/>
                  </a:cubicBezTo>
                  <a:cubicBezTo>
                    <a:pt x="295784" y="217730"/>
                    <a:pt x="294700" y="217897"/>
                    <a:pt x="293617" y="218147"/>
                  </a:cubicBezTo>
                  <a:cubicBezTo>
                    <a:pt x="290784" y="188316"/>
                    <a:pt x="284201" y="158819"/>
                    <a:pt x="281785" y="128905"/>
                  </a:cubicBezTo>
                  <a:cubicBezTo>
                    <a:pt x="281118" y="120406"/>
                    <a:pt x="280451" y="111990"/>
                    <a:pt x="279618" y="103491"/>
                  </a:cubicBezTo>
                  <a:cubicBezTo>
                    <a:pt x="278619" y="93491"/>
                    <a:pt x="277202" y="84409"/>
                    <a:pt x="285451" y="77660"/>
                  </a:cubicBezTo>
                  <a:cubicBezTo>
                    <a:pt x="292701" y="71660"/>
                    <a:pt x="309282" y="65577"/>
                    <a:pt x="319448" y="67994"/>
                  </a:cubicBezTo>
                  <a:cubicBezTo>
                    <a:pt x="318198" y="79910"/>
                    <a:pt x="314198" y="92658"/>
                    <a:pt x="311782" y="104157"/>
                  </a:cubicBezTo>
                  <a:cubicBezTo>
                    <a:pt x="308699" y="119156"/>
                    <a:pt x="306033" y="134238"/>
                    <a:pt x="304782" y="149653"/>
                  </a:cubicBezTo>
                  <a:lnTo>
                    <a:pt x="304782" y="149653"/>
                  </a:lnTo>
                  <a:close/>
                  <a:moveTo>
                    <a:pt x="117716" y="302056"/>
                  </a:moveTo>
                  <a:cubicBezTo>
                    <a:pt x="120049" y="280558"/>
                    <a:pt x="126049" y="260726"/>
                    <a:pt x="139048" y="243145"/>
                  </a:cubicBezTo>
                  <a:cubicBezTo>
                    <a:pt x="144881" y="235229"/>
                    <a:pt x="152130" y="229063"/>
                    <a:pt x="160212" y="223480"/>
                  </a:cubicBezTo>
                  <a:cubicBezTo>
                    <a:pt x="164379" y="220647"/>
                    <a:pt x="180460" y="207731"/>
                    <a:pt x="186210" y="207898"/>
                  </a:cubicBezTo>
                  <a:cubicBezTo>
                    <a:pt x="188876" y="207981"/>
                    <a:pt x="190960" y="206815"/>
                    <a:pt x="192293" y="205148"/>
                  </a:cubicBezTo>
                  <a:cubicBezTo>
                    <a:pt x="194376" y="205815"/>
                    <a:pt x="196376" y="206398"/>
                    <a:pt x="198459" y="206982"/>
                  </a:cubicBezTo>
                  <a:cubicBezTo>
                    <a:pt x="213291" y="211231"/>
                    <a:pt x="228123" y="210814"/>
                    <a:pt x="243371" y="212564"/>
                  </a:cubicBezTo>
                  <a:cubicBezTo>
                    <a:pt x="255621" y="213981"/>
                    <a:pt x="267703" y="217980"/>
                    <a:pt x="279952" y="219314"/>
                  </a:cubicBezTo>
                  <a:cubicBezTo>
                    <a:pt x="280202" y="219480"/>
                    <a:pt x="280451" y="219647"/>
                    <a:pt x="280702" y="219814"/>
                  </a:cubicBezTo>
                  <a:cubicBezTo>
                    <a:pt x="270286" y="220480"/>
                    <a:pt x="259787" y="219563"/>
                    <a:pt x="249121" y="219814"/>
                  </a:cubicBezTo>
                  <a:cubicBezTo>
                    <a:pt x="243705" y="219980"/>
                    <a:pt x="243871" y="227146"/>
                    <a:pt x="247704" y="229229"/>
                  </a:cubicBezTo>
                  <a:cubicBezTo>
                    <a:pt x="267703" y="239978"/>
                    <a:pt x="289367" y="235312"/>
                    <a:pt x="308782" y="225063"/>
                  </a:cubicBezTo>
                  <a:cubicBezTo>
                    <a:pt x="309699" y="225063"/>
                    <a:pt x="310615" y="224647"/>
                    <a:pt x="311115" y="223813"/>
                  </a:cubicBezTo>
                  <a:cubicBezTo>
                    <a:pt x="323448" y="216980"/>
                    <a:pt x="334697" y="208148"/>
                    <a:pt x="344029" y="199732"/>
                  </a:cubicBezTo>
                  <a:cubicBezTo>
                    <a:pt x="346363" y="197649"/>
                    <a:pt x="343696" y="194232"/>
                    <a:pt x="341113" y="195899"/>
                  </a:cubicBezTo>
                  <a:cubicBezTo>
                    <a:pt x="332947" y="201149"/>
                    <a:pt x="324614" y="205898"/>
                    <a:pt x="315948" y="209898"/>
                  </a:cubicBezTo>
                  <a:cubicBezTo>
                    <a:pt x="316532" y="204732"/>
                    <a:pt x="316032" y="198899"/>
                    <a:pt x="316115" y="193899"/>
                  </a:cubicBezTo>
                  <a:cubicBezTo>
                    <a:pt x="316199" y="186400"/>
                    <a:pt x="316448" y="178817"/>
                    <a:pt x="316781" y="171318"/>
                  </a:cubicBezTo>
                  <a:cubicBezTo>
                    <a:pt x="319948" y="169068"/>
                    <a:pt x="322948" y="166319"/>
                    <a:pt x="325697" y="163735"/>
                  </a:cubicBezTo>
                  <a:cubicBezTo>
                    <a:pt x="335530" y="154736"/>
                    <a:pt x="346279" y="148320"/>
                    <a:pt x="358611" y="143154"/>
                  </a:cubicBezTo>
                  <a:cubicBezTo>
                    <a:pt x="379109" y="134571"/>
                    <a:pt x="405191" y="129822"/>
                    <a:pt x="427355" y="132071"/>
                  </a:cubicBezTo>
                  <a:cubicBezTo>
                    <a:pt x="448770" y="134238"/>
                    <a:pt x="471935" y="140321"/>
                    <a:pt x="488350" y="154820"/>
                  </a:cubicBezTo>
                  <a:cubicBezTo>
                    <a:pt x="505931" y="170318"/>
                    <a:pt x="517514" y="191149"/>
                    <a:pt x="526096" y="212648"/>
                  </a:cubicBezTo>
                  <a:cubicBezTo>
                    <a:pt x="542261" y="252977"/>
                    <a:pt x="554010" y="294307"/>
                    <a:pt x="551677" y="338053"/>
                  </a:cubicBezTo>
                  <a:cubicBezTo>
                    <a:pt x="549511" y="377382"/>
                    <a:pt x="545011" y="417879"/>
                    <a:pt x="527929" y="454126"/>
                  </a:cubicBezTo>
                  <a:cubicBezTo>
                    <a:pt x="518680" y="473874"/>
                    <a:pt x="504265" y="490956"/>
                    <a:pt x="482267" y="496038"/>
                  </a:cubicBezTo>
                  <a:cubicBezTo>
                    <a:pt x="463852" y="500288"/>
                    <a:pt x="446770" y="493455"/>
                    <a:pt x="428438" y="493039"/>
                  </a:cubicBezTo>
                  <a:cubicBezTo>
                    <a:pt x="412023" y="492706"/>
                    <a:pt x="403024" y="501038"/>
                    <a:pt x="392525" y="512704"/>
                  </a:cubicBezTo>
                  <a:cubicBezTo>
                    <a:pt x="378610" y="528119"/>
                    <a:pt x="366111" y="542618"/>
                    <a:pt x="346445" y="550701"/>
                  </a:cubicBezTo>
                  <a:cubicBezTo>
                    <a:pt x="304616" y="567782"/>
                    <a:pt x="266786" y="542368"/>
                    <a:pt x="235539" y="516204"/>
                  </a:cubicBezTo>
                  <a:cubicBezTo>
                    <a:pt x="203709" y="489539"/>
                    <a:pt x="175961" y="456042"/>
                    <a:pt x="153130" y="421546"/>
                  </a:cubicBezTo>
                  <a:cubicBezTo>
                    <a:pt x="129632" y="386382"/>
                    <a:pt x="113050" y="344802"/>
                    <a:pt x="117716" y="302056"/>
                  </a:cubicBezTo>
                  <a:lnTo>
                    <a:pt x="117716" y="302056"/>
                  </a:lnTo>
                  <a:close/>
                </a:path>
              </a:pathLst>
            </a:custGeom>
            <a:grpFill/>
            <a:ln w="8332" cap="flat">
              <a:noFill/>
              <a:prstDash val="solid"/>
              <a:miter/>
            </a:ln>
          </p:spPr>
          <p:txBody>
            <a:bodyPr rtlCol="0" anchor="ctr"/>
            <a:lstStyle/>
            <a:p>
              <a:endParaRPr lang="en-US"/>
            </a:p>
          </p:txBody>
        </p:sp>
        <p:sp>
          <p:nvSpPr>
            <p:cNvPr id="2344" name="Freeform: Shape 2343"/>
            <p:cNvSpPr/>
            <p:nvPr/>
          </p:nvSpPr>
          <p:spPr>
            <a:xfrm>
              <a:off x="3568659" y="6541563"/>
              <a:ext cx="755289" cy="501014"/>
            </a:xfrm>
            <a:custGeom>
              <a:avLst/>
              <a:gdLst>
                <a:gd name="connsiteX0" fmla="*/ 703810 w 755289"/>
                <a:gd name="connsiteY0" fmla="*/ 167009 h 501014"/>
                <a:gd name="connsiteX1" fmla="*/ 666981 w 755289"/>
                <a:gd name="connsiteY1" fmla="*/ 129013 h 501014"/>
                <a:gd name="connsiteX2" fmla="*/ 676813 w 755289"/>
                <a:gd name="connsiteY2" fmla="*/ 73851 h 501014"/>
                <a:gd name="connsiteX3" fmla="*/ 672314 w 755289"/>
                <a:gd name="connsiteY3" fmla="*/ 358 h 501014"/>
                <a:gd name="connsiteX4" fmla="*/ 664897 w 755289"/>
                <a:gd name="connsiteY4" fmla="*/ 2524 h 501014"/>
                <a:gd name="connsiteX5" fmla="*/ 647149 w 755289"/>
                <a:gd name="connsiteY5" fmla="*/ 36188 h 501014"/>
                <a:gd name="connsiteX6" fmla="*/ 620818 w 755289"/>
                <a:gd name="connsiteY6" fmla="*/ 70685 h 501014"/>
                <a:gd name="connsiteX7" fmla="*/ 542992 w 755289"/>
                <a:gd name="connsiteY7" fmla="*/ 122930 h 501014"/>
                <a:gd name="connsiteX8" fmla="*/ 518327 w 755289"/>
                <a:gd name="connsiteY8" fmla="*/ 118097 h 501014"/>
                <a:gd name="connsiteX9" fmla="*/ 490497 w 755289"/>
                <a:gd name="connsiteY9" fmla="*/ 112264 h 501014"/>
                <a:gd name="connsiteX10" fmla="*/ 484830 w 755289"/>
                <a:gd name="connsiteY10" fmla="*/ 99515 h 501014"/>
                <a:gd name="connsiteX11" fmla="*/ 467082 w 755289"/>
                <a:gd name="connsiteY11" fmla="*/ 94016 h 501014"/>
                <a:gd name="connsiteX12" fmla="*/ 444417 w 755289"/>
                <a:gd name="connsiteY12" fmla="*/ 78100 h 501014"/>
                <a:gd name="connsiteX13" fmla="*/ 424003 w 755289"/>
                <a:gd name="connsiteY13" fmla="*/ 76184 h 501014"/>
                <a:gd name="connsiteX14" fmla="*/ 392089 w 755289"/>
                <a:gd name="connsiteY14" fmla="*/ 67685 h 501014"/>
                <a:gd name="connsiteX15" fmla="*/ 352342 w 755289"/>
                <a:gd name="connsiteY15" fmla="*/ 70435 h 501014"/>
                <a:gd name="connsiteX16" fmla="*/ 317262 w 755289"/>
                <a:gd name="connsiteY16" fmla="*/ 70351 h 501014"/>
                <a:gd name="connsiteX17" fmla="*/ 294431 w 755289"/>
                <a:gd name="connsiteY17" fmla="*/ 69268 h 501014"/>
                <a:gd name="connsiteX18" fmla="*/ 268350 w 755289"/>
                <a:gd name="connsiteY18" fmla="*/ 80934 h 501014"/>
                <a:gd name="connsiteX19" fmla="*/ 236186 w 755289"/>
                <a:gd name="connsiteY19" fmla="*/ 93682 h 501014"/>
                <a:gd name="connsiteX20" fmla="*/ 223937 w 755289"/>
                <a:gd name="connsiteY20" fmla="*/ 86267 h 501014"/>
                <a:gd name="connsiteX21" fmla="*/ 204522 w 755289"/>
                <a:gd name="connsiteY21" fmla="*/ 100432 h 501014"/>
                <a:gd name="connsiteX22" fmla="*/ 162776 w 755289"/>
                <a:gd name="connsiteY22" fmla="*/ 150011 h 501014"/>
                <a:gd name="connsiteX23" fmla="*/ 119030 w 755289"/>
                <a:gd name="connsiteY23" fmla="*/ 210589 h 501014"/>
                <a:gd name="connsiteX24" fmla="*/ 102532 w 755289"/>
                <a:gd name="connsiteY24" fmla="*/ 239169 h 501014"/>
                <a:gd name="connsiteX25" fmla="*/ 48870 w 755289"/>
                <a:gd name="connsiteY25" fmla="*/ 315996 h 501014"/>
                <a:gd name="connsiteX26" fmla="*/ 13540 w 755289"/>
                <a:gd name="connsiteY26" fmla="*/ 406821 h 501014"/>
                <a:gd name="connsiteX27" fmla="*/ 1041 w 755289"/>
                <a:gd name="connsiteY27" fmla="*/ 444817 h 501014"/>
                <a:gd name="connsiteX28" fmla="*/ 6540 w 755289"/>
                <a:gd name="connsiteY28" fmla="*/ 460983 h 501014"/>
                <a:gd name="connsiteX29" fmla="*/ 40121 w 755289"/>
                <a:gd name="connsiteY29" fmla="*/ 472898 h 501014"/>
                <a:gd name="connsiteX30" fmla="*/ 80284 w 755289"/>
                <a:gd name="connsiteY30" fmla="*/ 481147 h 501014"/>
                <a:gd name="connsiteX31" fmla="*/ 174358 w 755289"/>
                <a:gd name="connsiteY31" fmla="*/ 477731 h 501014"/>
                <a:gd name="connsiteX32" fmla="*/ 253934 w 755289"/>
                <a:gd name="connsiteY32" fmla="*/ 461150 h 501014"/>
                <a:gd name="connsiteX33" fmla="*/ 259267 w 755289"/>
                <a:gd name="connsiteY33" fmla="*/ 466899 h 501014"/>
                <a:gd name="connsiteX34" fmla="*/ 273183 w 755289"/>
                <a:gd name="connsiteY34" fmla="*/ 479064 h 501014"/>
                <a:gd name="connsiteX35" fmla="*/ 298597 w 755289"/>
                <a:gd name="connsiteY35" fmla="*/ 497313 h 501014"/>
                <a:gd name="connsiteX36" fmla="*/ 318429 w 755289"/>
                <a:gd name="connsiteY36" fmla="*/ 498230 h 501014"/>
                <a:gd name="connsiteX37" fmla="*/ 330761 w 755289"/>
                <a:gd name="connsiteY37" fmla="*/ 476148 h 501014"/>
                <a:gd name="connsiteX38" fmla="*/ 367174 w 755289"/>
                <a:gd name="connsiteY38" fmla="*/ 476481 h 501014"/>
                <a:gd name="connsiteX39" fmla="*/ 376507 w 755289"/>
                <a:gd name="connsiteY39" fmla="*/ 457150 h 501014"/>
                <a:gd name="connsiteX40" fmla="*/ 384506 w 755289"/>
                <a:gd name="connsiteY40" fmla="*/ 440901 h 501014"/>
                <a:gd name="connsiteX41" fmla="*/ 365675 w 755289"/>
                <a:gd name="connsiteY41" fmla="*/ 421903 h 501014"/>
                <a:gd name="connsiteX42" fmla="*/ 368841 w 755289"/>
                <a:gd name="connsiteY42" fmla="*/ 420570 h 501014"/>
                <a:gd name="connsiteX43" fmla="*/ 515328 w 755289"/>
                <a:gd name="connsiteY43" fmla="*/ 320245 h 501014"/>
                <a:gd name="connsiteX44" fmla="*/ 574739 w 755289"/>
                <a:gd name="connsiteY44" fmla="*/ 310247 h 501014"/>
                <a:gd name="connsiteX45" fmla="*/ 564573 w 755289"/>
                <a:gd name="connsiteY45" fmla="*/ 259584 h 501014"/>
                <a:gd name="connsiteX46" fmla="*/ 577989 w 755289"/>
                <a:gd name="connsiteY46" fmla="*/ 239169 h 501014"/>
                <a:gd name="connsiteX47" fmla="*/ 626651 w 755289"/>
                <a:gd name="connsiteY47" fmla="*/ 230087 h 501014"/>
                <a:gd name="connsiteX48" fmla="*/ 679313 w 755289"/>
                <a:gd name="connsiteY48" fmla="*/ 231170 h 501014"/>
                <a:gd name="connsiteX49" fmla="*/ 730725 w 755289"/>
                <a:gd name="connsiteY49" fmla="*/ 232420 h 501014"/>
                <a:gd name="connsiteX50" fmla="*/ 755139 w 755289"/>
                <a:gd name="connsiteY50" fmla="*/ 223088 h 501014"/>
                <a:gd name="connsiteX51" fmla="*/ 739141 w 755289"/>
                <a:gd name="connsiteY51" fmla="*/ 194840 h 501014"/>
                <a:gd name="connsiteX52" fmla="*/ 703810 w 755289"/>
                <a:gd name="connsiteY52" fmla="*/ 167009 h 501014"/>
                <a:gd name="connsiteX53" fmla="*/ 703810 w 755289"/>
                <a:gd name="connsiteY53" fmla="*/ 167009 h 501014"/>
                <a:gd name="connsiteX54" fmla="*/ 433168 w 755289"/>
                <a:gd name="connsiteY54" fmla="*/ 89516 h 501014"/>
                <a:gd name="connsiteX55" fmla="*/ 445251 w 755289"/>
                <a:gd name="connsiteY55" fmla="*/ 95266 h 501014"/>
                <a:gd name="connsiteX56" fmla="*/ 466582 w 755289"/>
                <a:gd name="connsiteY56" fmla="*/ 108348 h 501014"/>
                <a:gd name="connsiteX57" fmla="*/ 476081 w 755289"/>
                <a:gd name="connsiteY57" fmla="*/ 108681 h 501014"/>
                <a:gd name="connsiteX58" fmla="*/ 476414 w 755289"/>
                <a:gd name="connsiteY58" fmla="*/ 109848 h 501014"/>
                <a:gd name="connsiteX59" fmla="*/ 446334 w 755289"/>
                <a:gd name="connsiteY59" fmla="*/ 106348 h 501014"/>
                <a:gd name="connsiteX60" fmla="*/ 409921 w 755289"/>
                <a:gd name="connsiteY60" fmla="*/ 103682 h 501014"/>
                <a:gd name="connsiteX61" fmla="*/ 433168 w 755289"/>
                <a:gd name="connsiteY61" fmla="*/ 89516 h 501014"/>
                <a:gd name="connsiteX62" fmla="*/ 433168 w 755289"/>
                <a:gd name="connsiteY62" fmla="*/ 89516 h 501014"/>
                <a:gd name="connsiteX63" fmla="*/ 419503 w 755289"/>
                <a:gd name="connsiteY63" fmla="*/ 89016 h 501014"/>
                <a:gd name="connsiteX64" fmla="*/ 402921 w 755289"/>
                <a:gd name="connsiteY64" fmla="*/ 103515 h 501014"/>
                <a:gd name="connsiteX65" fmla="*/ 362258 w 755289"/>
                <a:gd name="connsiteY65" fmla="*/ 104932 h 501014"/>
                <a:gd name="connsiteX66" fmla="*/ 393005 w 755289"/>
                <a:gd name="connsiteY66" fmla="*/ 84933 h 501014"/>
                <a:gd name="connsiteX67" fmla="*/ 419503 w 755289"/>
                <a:gd name="connsiteY67" fmla="*/ 89016 h 501014"/>
                <a:gd name="connsiteX68" fmla="*/ 419503 w 755289"/>
                <a:gd name="connsiteY68" fmla="*/ 89016 h 501014"/>
                <a:gd name="connsiteX69" fmla="*/ 356675 w 755289"/>
                <a:gd name="connsiteY69" fmla="*/ 80184 h 501014"/>
                <a:gd name="connsiteX70" fmla="*/ 384089 w 755289"/>
                <a:gd name="connsiteY70" fmla="*/ 76101 h 501014"/>
                <a:gd name="connsiteX71" fmla="*/ 387423 w 755289"/>
                <a:gd name="connsiteY71" fmla="*/ 79434 h 501014"/>
                <a:gd name="connsiteX72" fmla="*/ 379090 w 755289"/>
                <a:gd name="connsiteY72" fmla="*/ 85017 h 501014"/>
                <a:gd name="connsiteX73" fmla="*/ 355592 w 755289"/>
                <a:gd name="connsiteY73" fmla="*/ 105848 h 501014"/>
                <a:gd name="connsiteX74" fmla="*/ 350759 w 755289"/>
                <a:gd name="connsiteY74" fmla="*/ 106515 h 501014"/>
                <a:gd name="connsiteX75" fmla="*/ 296514 w 755289"/>
                <a:gd name="connsiteY75" fmla="*/ 120347 h 501014"/>
                <a:gd name="connsiteX76" fmla="*/ 349343 w 755289"/>
                <a:gd name="connsiteY76" fmla="*/ 82767 h 501014"/>
                <a:gd name="connsiteX77" fmla="*/ 356675 w 755289"/>
                <a:gd name="connsiteY77" fmla="*/ 80184 h 501014"/>
                <a:gd name="connsiteX78" fmla="*/ 356675 w 755289"/>
                <a:gd name="connsiteY78" fmla="*/ 80184 h 501014"/>
                <a:gd name="connsiteX79" fmla="*/ 308180 w 755289"/>
                <a:gd name="connsiteY79" fmla="*/ 84017 h 501014"/>
                <a:gd name="connsiteX80" fmla="*/ 309013 w 755289"/>
                <a:gd name="connsiteY80" fmla="*/ 82683 h 501014"/>
                <a:gd name="connsiteX81" fmla="*/ 328844 w 755289"/>
                <a:gd name="connsiteY81" fmla="*/ 85517 h 501014"/>
                <a:gd name="connsiteX82" fmla="*/ 287515 w 755289"/>
                <a:gd name="connsiteY82" fmla="*/ 123513 h 501014"/>
                <a:gd name="connsiteX83" fmla="*/ 237353 w 755289"/>
                <a:gd name="connsiteY83" fmla="*/ 144928 h 501014"/>
                <a:gd name="connsiteX84" fmla="*/ 261017 w 755289"/>
                <a:gd name="connsiteY84" fmla="*/ 122180 h 501014"/>
                <a:gd name="connsiteX85" fmla="*/ 308180 w 755289"/>
                <a:gd name="connsiteY85" fmla="*/ 84017 h 501014"/>
                <a:gd name="connsiteX86" fmla="*/ 308180 w 755289"/>
                <a:gd name="connsiteY86" fmla="*/ 84017 h 501014"/>
                <a:gd name="connsiteX87" fmla="*/ 244602 w 755289"/>
                <a:gd name="connsiteY87" fmla="*/ 110931 h 501014"/>
                <a:gd name="connsiteX88" fmla="*/ 264183 w 755289"/>
                <a:gd name="connsiteY88" fmla="*/ 101098 h 501014"/>
                <a:gd name="connsiteX89" fmla="*/ 289098 w 755289"/>
                <a:gd name="connsiteY89" fmla="*/ 87350 h 501014"/>
                <a:gd name="connsiteX90" fmla="*/ 259184 w 755289"/>
                <a:gd name="connsiteY90" fmla="*/ 115264 h 501014"/>
                <a:gd name="connsiteX91" fmla="*/ 226687 w 755289"/>
                <a:gd name="connsiteY91" fmla="*/ 150261 h 501014"/>
                <a:gd name="connsiteX92" fmla="*/ 172192 w 755289"/>
                <a:gd name="connsiteY92" fmla="*/ 181925 h 501014"/>
                <a:gd name="connsiteX93" fmla="*/ 169692 w 755289"/>
                <a:gd name="connsiteY93" fmla="*/ 183591 h 501014"/>
                <a:gd name="connsiteX94" fmla="*/ 201606 w 755289"/>
                <a:gd name="connsiteY94" fmla="*/ 149927 h 501014"/>
                <a:gd name="connsiteX95" fmla="*/ 244602 w 755289"/>
                <a:gd name="connsiteY95" fmla="*/ 110931 h 501014"/>
                <a:gd name="connsiteX96" fmla="*/ 244602 w 755289"/>
                <a:gd name="connsiteY96" fmla="*/ 110931 h 501014"/>
                <a:gd name="connsiteX97" fmla="*/ 126113 w 755289"/>
                <a:gd name="connsiteY97" fmla="*/ 215505 h 501014"/>
                <a:gd name="connsiteX98" fmla="*/ 170442 w 755289"/>
                <a:gd name="connsiteY98" fmla="*/ 158927 h 501014"/>
                <a:gd name="connsiteX99" fmla="*/ 195940 w 755289"/>
                <a:gd name="connsiteY99" fmla="*/ 129179 h 501014"/>
                <a:gd name="connsiteX100" fmla="*/ 213022 w 755289"/>
                <a:gd name="connsiteY100" fmla="*/ 110847 h 501014"/>
                <a:gd name="connsiteX101" fmla="*/ 223521 w 755289"/>
                <a:gd name="connsiteY101" fmla="*/ 101098 h 501014"/>
                <a:gd name="connsiteX102" fmla="*/ 231436 w 755289"/>
                <a:gd name="connsiteY102" fmla="*/ 109681 h 501014"/>
                <a:gd name="connsiteX103" fmla="*/ 233353 w 755289"/>
                <a:gd name="connsiteY103" fmla="*/ 110514 h 501014"/>
                <a:gd name="connsiteX104" fmla="*/ 229353 w 755289"/>
                <a:gd name="connsiteY104" fmla="*/ 114097 h 501014"/>
                <a:gd name="connsiteX105" fmla="*/ 202439 w 755289"/>
                <a:gd name="connsiteY105" fmla="*/ 138845 h 501014"/>
                <a:gd name="connsiteX106" fmla="*/ 159276 w 755289"/>
                <a:gd name="connsiteY106" fmla="*/ 190507 h 501014"/>
                <a:gd name="connsiteX107" fmla="*/ 125196 w 755289"/>
                <a:gd name="connsiteY107" fmla="*/ 217005 h 501014"/>
                <a:gd name="connsiteX108" fmla="*/ 126113 w 755289"/>
                <a:gd name="connsiteY108" fmla="*/ 215505 h 501014"/>
                <a:gd name="connsiteX109" fmla="*/ 126113 w 755289"/>
                <a:gd name="connsiteY109" fmla="*/ 215505 h 501014"/>
                <a:gd name="connsiteX110" fmla="*/ 306347 w 755289"/>
                <a:gd name="connsiteY110" fmla="*/ 488064 h 501014"/>
                <a:gd name="connsiteX111" fmla="*/ 281932 w 755289"/>
                <a:gd name="connsiteY111" fmla="*/ 473482 h 501014"/>
                <a:gd name="connsiteX112" fmla="*/ 261684 w 755289"/>
                <a:gd name="connsiteY112" fmla="*/ 458483 h 501014"/>
                <a:gd name="connsiteX113" fmla="*/ 269516 w 755289"/>
                <a:gd name="connsiteY113" fmla="*/ 456233 h 501014"/>
                <a:gd name="connsiteX114" fmla="*/ 283098 w 755289"/>
                <a:gd name="connsiteY114" fmla="*/ 461816 h 501014"/>
                <a:gd name="connsiteX115" fmla="*/ 316929 w 755289"/>
                <a:gd name="connsiteY115" fmla="*/ 471398 h 501014"/>
                <a:gd name="connsiteX116" fmla="*/ 320845 w 755289"/>
                <a:gd name="connsiteY116" fmla="*/ 472649 h 501014"/>
                <a:gd name="connsiteX117" fmla="*/ 306347 w 755289"/>
                <a:gd name="connsiteY117" fmla="*/ 488064 h 501014"/>
                <a:gd name="connsiteX118" fmla="*/ 306347 w 755289"/>
                <a:gd name="connsiteY118" fmla="*/ 488064 h 501014"/>
                <a:gd name="connsiteX119" fmla="*/ 368258 w 755289"/>
                <a:gd name="connsiteY119" fmla="*/ 450817 h 501014"/>
                <a:gd name="connsiteX120" fmla="*/ 362758 w 755289"/>
                <a:gd name="connsiteY120" fmla="*/ 462066 h 501014"/>
                <a:gd name="connsiteX121" fmla="*/ 338843 w 755289"/>
                <a:gd name="connsiteY121" fmla="*/ 467399 h 501014"/>
                <a:gd name="connsiteX122" fmla="*/ 279516 w 755289"/>
                <a:gd name="connsiteY122" fmla="*/ 453150 h 501014"/>
                <a:gd name="connsiteX123" fmla="*/ 350842 w 755289"/>
                <a:gd name="connsiteY123" fmla="*/ 427569 h 501014"/>
                <a:gd name="connsiteX124" fmla="*/ 351926 w 755289"/>
                <a:gd name="connsiteY124" fmla="*/ 428069 h 501014"/>
                <a:gd name="connsiteX125" fmla="*/ 366841 w 755289"/>
                <a:gd name="connsiteY125" fmla="*/ 436401 h 501014"/>
                <a:gd name="connsiteX126" fmla="*/ 368258 w 755289"/>
                <a:gd name="connsiteY126" fmla="*/ 450817 h 501014"/>
                <a:gd name="connsiteX127" fmla="*/ 368258 w 755289"/>
                <a:gd name="connsiteY127" fmla="*/ 450817 h 501014"/>
                <a:gd name="connsiteX128" fmla="*/ 555991 w 755289"/>
                <a:gd name="connsiteY128" fmla="*/ 310996 h 501014"/>
                <a:gd name="connsiteX129" fmla="*/ 527410 w 755289"/>
                <a:gd name="connsiteY129" fmla="*/ 313830 h 501014"/>
                <a:gd name="connsiteX130" fmla="*/ 521993 w 755289"/>
                <a:gd name="connsiteY130" fmla="*/ 313330 h 501014"/>
                <a:gd name="connsiteX131" fmla="*/ 551824 w 755289"/>
                <a:gd name="connsiteY131" fmla="*/ 279333 h 501014"/>
                <a:gd name="connsiteX132" fmla="*/ 557490 w 755289"/>
                <a:gd name="connsiteY132" fmla="*/ 271083 h 501014"/>
                <a:gd name="connsiteX133" fmla="*/ 565657 w 755289"/>
                <a:gd name="connsiteY133" fmla="*/ 285082 h 501014"/>
                <a:gd name="connsiteX134" fmla="*/ 555991 w 755289"/>
                <a:gd name="connsiteY134" fmla="*/ 310996 h 501014"/>
                <a:gd name="connsiteX135" fmla="*/ 555991 w 755289"/>
                <a:gd name="connsiteY135" fmla="*/ 310996 h 501014"/>
                <a:gd name="connsiteX136" fmla="*/ 729558 w 755289"/>
                <a:gd name="connsiteY136" fmla="*/ 217505 h 501014"/>
                <a:gd name="connsiteX137" fmla="*/ 681063 w 755289"/>
                <a:gd name="connsiteY137" fmla="*/ 216088 h 501014"/>
                <a:gd name="connsiteX138" fmla="*/ 597487 w 755289"/>
                <a:gd name="connsiteY138" fmla="*/ 214588 h 501014"/>
                <a:gd name="connsiteX139" fmla="*/ 572572 w 755289"/>
                <a:gd name="connsiteY139" fmla="*/ 220754 h 501014"/>
                <a:gd name="connsiteX140" fmla="*/ 548741 w 755289"/>
                <a:gd name="connsiteY140" fmla="*/ 256834 h 501014"/>
                <a:gd name="connsiteX141" fmla="*/ 419503 w 755289"/>
                <a:gd name="connsiteY141" fmla="*/ 376407 h 501014"/>
                <a:gd name="connsiteX142" fmla="*/ 249601 w 755289"/>
                <a:gd name="connsiteY142" fmla="*/ 445901 h 501014"/>
                <a:gd name="connsiteX143" fmla="*/ 230353 w 755289"/>
                <a:gd name="connsiteY143" fmla="*/ 451067 h 501014"/>
                <a:gd name="connsiteX144" fmla="*/ 231770 w 755289"/>
                <a:gd name="connsiteY144" fmla="*/ 400988 h 501014"/>
                <a:gd name="connsiteX145" fmla="*/ 241102 w 755289"/>
                <a:gd name="connsiteY145" fmla="*/ 400072 h 501014"/>
                <a:gd name="connsiteX146" fmla="*/ 267350 w 755289"/>
                <a:gd name="connsiteY146" fmla="*/ 398821 h 501014"/>
                <a:gd name="connsiteX147" fmla="*/ 320512 w 755289"/>
                <a:gd name="connsiteY147" fmla="*/ 387740 h 501014"/>
                <a:gd name="connsiteX148" fmla="*/ 373340 w 755289"/>
                <a:gd name="connsiteY148" fmla="*/ 369908 h 501014"/>
                <a:gd name="connsiteX149" fmla="*/ 391839 w 755289"/>
                <a:gd name="connsiteY149" fmla="*/ 351076 h 501014"/>
                <a:gd name="connsiteX150" fmla="*/ 388256 w 755289"/>
                <a:gd name="connsiteY150" fmla="*/ 337077 h 501014"/>
                <a:gd name="connsiteX151" fmla="*/ 390839 w 755289"/>
                <a:gd name="connsiteY151" fmla="*/ 305580 h 501014"/>
                <a:gd name="connsiteX152" fmla="*/ 381173 w 755289"/>
                <a:gd name="connsiteY152" fmla="*/ 275750 h 501014"/>
                <a:gd name="connsiteX153" fmla="*/ 379590 w 755289"/>
                <a:gd name="connsiteY153" fmla="*/ 251085 h 501014"/>
                <a:gd name="connsiteX154" fmla="*/ 374340 w 755289"/>
                <a:gd name="connsiteY154" fmla="*/ 244002 h 501014"/>
                <a:gd name="connsiteX155" fmla="*/ 367424 w 755289"/>
                <a:gd name="connsiteY155" fmla="*/ 241586 h 501014"/>
                <a:gd name="connsiteX156" fmla="*/ 360591 w 755289"/>
                <a:gd name="connsiteY156" fmla="*/ 223171 h 501014"/>
                <a:gd name="connsiteX157" fmla="*/ 367424 w 755289"/>
                <a:gd name="connsiteY157" fmla="*/ 200006 h 501014"/>
                <a:gd name="connsiteX158" fmla="*/ 360342 w 755289"/>
                <a:gd name="connsiteY158" fmla="*/ 193090 h 501014"/>
                <a:gd name="connsiteX159" fmla="*/ 322678 w 755289"/>
                <a:gd name="connsiteY159" fmla="*/ 223421 h 501014"/>
                <a:gd name="connsiteX160" fmla="*/ 282932 w 755289"/>
                <a:gd name="connsiteY160" fmla="*/ 264500 h 501014"/>
                <a:gd name="connsiteX161" fmla="*/ 216021 w 755289"/>
                <a:gd name="connsiteY161" fmla="*/ 344577 h 501014"/>
                <a:gd name="connsiteX162" fmla="*/ 214605 w 755289"/>
                <a:gd name="connsiteY162" fmla="*/ 341827 h 501014"/>
                <a:gd name="connsiteX163" fmla="*/ 179275 w 755289"/>
                <a:gd name="connsiteY163" fmla="*/ 299497 h 501014"/>
                <a:gd name="connsiteX164" fmla="*/ 135945 w 755289"/>
                <a:gd name="connsiteY164" fmla="*/ 285499 h 501014"/>
                <a:gd name="connsiteX165" fmla="*/ 135362 w 755289"/>
                <a:gd name="connsiteY165" fmla="*/ 287749 h 501014"/>
                <a:gd name="connsiteX166" fmla="*/ 174525 w 755289"/>
                <a:gd name="connsiteY166" fmla="*/ 305997 h 501014"/>
                <a:gd name="connsiteX167" fmla="*/ 207022 w 755289"/>
                <a:gd name="connsiteY167" fmla="*/ 352326 h 501014"/>
                <a:gd name="connsiteX168" fmla="*/ 218521 w 755289"/>
                <a:gd name="connsiteY168" fmla="*/ 407321 h 501014"/>
                <a:gd name="connsiteX169" fmla="*/ 218104 w 755289"/>
                <a:gd name="connsiteY169" fmla="*/ 437068 h 501014"/>
                <a:gd name="connsiteX170" fmla="*/ 216021 w 755289"/>
                <a:gd name="connsiteY170" fmla="*/ 454400 h 501014"/>
                <a:gd name="connsiteX171" fmla="*/ 70034 w 755289"/>
                <a:gd name="connsiteY171" fmla="*/ 463566 h 501014"/>
                <a:gd name="connsiteX172" fmla="*/ 32538 w 755289"/>
                <a:gd name="connsiteY172" fmla="*/ 453900 h 501014"/>
                <a:gd name="connsiteX173" fmla="*/ 23455 w 755289"/>
                <a:gd name="connsiteY173" fmla="*/ 450400 h 501014"/>
                <a:gd name="connsiteX174" fmla="*/ 84367 w 755289"/>
                <a:gd name="connsiteY174" fmla="*/ 447901 h 501014"/>
                <a:gd name="connsiteX175" fmla="*/ 129196 w 755289"/>
                <a:gd name="connsiteY175" fmla="*/ 439818 h 501014"/>
                <a:gd name="connsiteX176" fmla="*/ 164192 w 755289"/>
                <a:gd name="connsiteY176" fmla="*/ 427319 h 501014"/>
                <a:gd name="connsiteX177" fmla="*/ 160526 w 755289"/>
                <a:gd name="connsiteY177" fmla="*/ 418903 h 501014"/>
                <a:gd name="connsiteX178" fmla="*/ 77201 w 755289"/>
                <a:gd name="connsiteY178" fmla="*/ 437485 h 501014"/>
                <a:gd name="connsiteX179" fmla="*/ 35204 w 755289"/>
                <a:gd name="connsiteY179" fmla="*/ 441151 h 501014"/>
                <a:gd name="connsiteX180" fmla="*/ 16623 w 755289"/>
                <a:gd name="connsiteY180" fmla="*/ 444401 h 501014"/>
                <a:gd name="connsiteX181" fmla="*/ 17123 w 755289"/>
                <a:gd name="connsiteY181" fmla="*/ 443067 h 501014"/>
                <a:gd name="connsiteX182" fmla="*/ 45536 w 755289"/>
                <a:gd name="connsiteY182" fmla="*/ 360075 h 501014"/>
                <a:gd name="connsiteX183" fmla="*/ 146027 w 755289"/>
                <a:gd name="connsiteY183" fmla="*/ 217921 h 501014"/>
                <a:gd name="connsiteX184" fmla="*/ 239686 w 755289"/>
                <a:gd name="connsiteY184" fmla="*/ 160510 h 501014"/>
                <a:gd name="connsiteX185" fmla="*/ 338260 w 755289"/>
                <a:gd name="connsiteY185" fmla="*/ 122680 h 501014"/>
                <a:gd name="connsiteX186" fmla="*/ 368258 w 755289"/>
                <a:gd name="connsiteY186" fmla="*/ 118430 h 501014"/>
                <a:gd name="connsiteX187" fmla="*/ 396922 w 755289"/>
                <a:gd name="connsiteY187" fmla="*/ 118764 h 501014"/>
                <a:gd name="connsiteX188" fmla="*/ 441834 w 755289"/>
                <a:gd name="connsiteY188" fmla="*/ 117680 h 501014"/>
                <a:gd name="connsiteX189" fmla="*/ 462583 w 755289"/>
                <a:gd name="connsiteY189" fmla="*/ 119263 h 501014"/>
                <a:gd name="connsiteX190" fmla="*/ 472165 w 755289"/>
                <a:gd name="connsiteY190" fmla="*/ 120514 h 501014"/>
                <a:gd name="connsiteX191" fmla="*/ 519244 w 755289"/>
                <a:gd name="connsiteY191" fmla="*/ 129929 h 501014"/>
                <a:gd name="connsiteX192" fmla="*/ 563323 w 755289"/>
                <a:gd name="connsiteY192" fmla="*/ 136512 h 501014"/>
                <a:gd name="connsiteX193" fmla="*/ 624734 w 755289"/>
                <a:gd name="connsiteY193" fmla="*/ 85183 h 501014"/>
                <a:gd name="connsiteX194" fmla="*/ 654065 w 755289"/>
                <a:gd name="connsiteY194" fmla="*/ 47020 h 501014"/>
                <a:gd name="connsiteX195" fmla="*/ 668564 w 755289"/>
                <a:gd name="connsiteY195" fmla="*/ 20939 h 501014"/>
                <a:gd name="connsiteX196" fmla="*/ 665648 w 755289"/>
                <a:gd name="connsiteY196" fmla="*/ 50853 h 501014"/>
                <a:gd name="connsiteX197" fmla="*/ 664481 w 755289"/>
                <a:gd name="connsiteY197" fmla="*/ 61019 h 501014"/>
                <a:gd name="connsiteX198" fmla="*/ 662398 w 755289"/>
                <a:gd name="connsiteY198" fmla="*/ 61602 h 501014"/>
                <a:gd name="connsiteX199" fmla="*/ 613652 w 755289"/>
                <a:gd name="connsiteY199" fmla="*/ 119847 h 501014"/>
                <a:gd name="connsiteX200" fmla="*/ 614819 w 755289"/>
                <a:gd name="connsiteY200" fmla="*/ 121013 h 501014"/>
                <a:gd name="connsiteX201" fmla="*/ 644149 w 755289"/>
                <a:gd name="connsiteY201" fmla="*/ 91766 h 501014"/>
                <a:gd name="connsiteX202" fmla="*/ 659898 w 755289"/>
                <a:gd name="connsiteY202" fmla="*/ 73018 h 501014"/>
                <a:gd name="connsiteX203" fmla="*/ 663065 w 755289"/>
                <a:gd name="connsiteY203" fmla="*/ 70518 h 501014"/>
                <a:gd name="connsiteX204" fmla="*/ 659898 w 755289"/>
                <a:gd name="connsiteY204" fmla="*/ 89100 h 501014"/>
                <a:gd name="connsiteX205" fmla="*/ 656981 w 755289"/>
                <a:gd name="connsiteY205" fmla="*/ 104265 h 501014"/>
                <a:gd name="connsiteX206" fmla="*/ 652065 w 755289"/>
                <a:gd name="connsiteY206" fmla="*/ 106765 h 501014"/>
                <a:gd name="connsiteX207" fmla="*/ 636984 w 755289"/>
                <a:gd name="connsiteY207" fmla="*/ 120847 h 501014"/>
                <a:gd name="connsiteX208" fmla="*/ 613902 w 755289"/>
                <a:gd name="connsiteY208" fmla="*/ 146511 h 501014"/>
                <a:gd name="connsiteX209" fmla="*/ 617818 w 755289"/>
                <a:gd name="connsiteY209" fmla="*/ 149344 h 501014"/>
                <a:gd name="connsiteX210" fmla="*/ 642983 w 755289"/>
                <a:gd name="connsiteY210" fmla="*/ 125013 h 501014"/>
                <a:gd name="connsiteX211" fmla="*/ 655065 w 755289"/>
                <a:gd name="connsiteY211" fmla="*/ 115181 h 501014"/>
                <a:gd name="connsiteX212" fmla="*/ 652565 w 755289"/>
                <a:gd name="connsiteY212" fmla="*/ 134345 h 501014"/>
                <a:gd name="connsiteX213" fmla="*/ 652899 w 755289"/>
                <a:gd name="connsiteY213" fmla="*/ 143345 h 501014"/>
                <a:gd name="connsiteX214" fmla="*/ 642566 w 755289"/>
                <a:gd name="connsiteY214" fmla="*/ 147678 h 501014"/>
                <a:gd name="connsiteX215" fmla="*/ 612569 w 755289"/>
                <a:gd name="connsiteY215" fmla="*/ 167843 h 501014"/>
                <a:gd name="connsiteX216" fmla="*/ 614319 w 755289"/>
                <a:gd name="connsiteY216" fmla="*/ 170092 h 501014"/>
                <a:gd name="connsiteX217" fmla="*/ 646982 w 755289"/>
                <a:gd name="connsiteY217" fmla="*/ 154677 h 501014"/>
                <a:gd name="connsiteX218" fmla="*/ 656565 w 755289"/>
                <a:gd name="connsiteY218" fmla="*/ 152177 h 501014"/>
                <a:gd name="connsiteX219" fmla="*/ 661315 w 755289"/>
                <a:gd name="connsiteY219" fmla="*/ 157177 h 501014"/>
                <a:gd name="connsiteX220" fmla="*/ 672730 w 755289"/>
                <a:gd name="connsiteY220" fmla="*/ 164760 h 501014"/>
                <a:gd name="connsiteX221" fmla="*/ 649316 w 755289"/>
                <a:gd name="connsiteY221" fmla="*/ 171925 h 501014"/>
                <a:gd name="connsiteX222" fmla="*/ 623151 w 755289"/>
                <a:gd name="connsiteY222" fmla="*/ 181925 h 501014"/>
                <a:gd name="connsiteX223" fmla="*/ 625901 w 755289"/>
                <a:gd name="connsiteY223" fmla="*/ 184591 h 501014"/>
                <a:gd name="connsiteX224" fmla="*/ 656065 w 755289"/>
                <a:gd name="connsiteY224" fmla="*/ 178175 h 501014"/>
                <a:gd name="connsiteX225" fmla="*/ 671897 w 755289"/>
                <a:gd name="connsiteY225" fmla="*/ 173842 h 501014"/>
                <a:gd name="connsiteX226" fmla="*/ 681313 w 755289"/>
                <a:gd name="connsiteY226" fmla="*/ 171342 h 501014"/>
                <a:gd name="connsiteX227" fmla="*/ 684146 w 755289"/>
                <a:gd name="connsiteY227" fmla="*/ 171009 h 501014"/>
                <a:gd name="connsiteX228" fmla="*/ 693812 w 755289"/>
                <a:gd name="connsiteY228" fmla="*/ 176675 h 501014"/>
                <a:gd name="connsiteX229" fmla="*/ 704977 w 755289"/>
                <a:gd name="connsiteY229" fmla="*/ 184175 h 501014"/>
                <a:gd name="connsiteX230" fmla="*/ 685896 w 755289"/>
                <a:gd name="connsiteY230" fmla="*/ 187924 h 501014"/>
                <a:gd name="connsiteX231" fmla="*/ 641899 w 755289"/>
                <a:gd name="connsiteY231" fmla="*/ 196007 h 501014"/>
                <a:gd name="connsiteX232" fmla="*/ 643316 w 755289"/>
                <a:gd name="connsiteY232" fmla="*/ 200923 h 501014"/>
                <a:gd name="connsiteX233" fmla="*/ 689562 w 755289"/>
                <a:gd name="connsiteY233" fmla="*/ 196923 h 501014"/>
                <a:gd name="connsiteX234" fmla="*/ 717976 w 755289"/>
                <a:gd name="connsiteY234" fmla="*/ 193924 h 501014"/>
                <a:gd name="connsiteX235" fmla="*/ 728142 w 755289"/>
                <a:gd name="connsiteY235" fmla="*/ 203756 h 501014"/>
                <a:gd name="connsiteX236" fmla="*/ 736724 w 755289"/>
                <a:gd name="connsiteY236" fmla="*/ 217005 h 501014"/>
                <a:gd name="connsiteX237" fmla="*/ 729558 w 755289"/>
                <a:gd name="connsiteY237" fmla="*/ 217505 h 501014"/>
                <a:gd name="connsiteX238" fmla="*/ 729558 w 755289"/>
                <a:gd name="connsiteY238" fmla="*/ 217505 h 501014"/>
                <a:gd name="connsiteX239" fmla="*/ 294764 w 755289"/>
                <a:gd name="connsiteY239" fmla="*/ 364158 h 501014"/>
                <a:gd name="connsiteX240" fmla="*/ 260100 w 755289"/>
                <a:gd name="connsiteY240" fmla="*/ 375157 h 501014"/>
                <a:gd name="connsiteX241" fmla="*/ 228187 w 755289"/>
                <a:gd name="connsiteY241" fmla="*/ 380990 h 501014"/>
                <a:gd name="connsiteX242" fmla="*/ 226604 w 755289"/>
                <a:gd name="connsiteY242" fmla="*/ 373907 h 501014"/>
                <a:gd name="connsiteX243" fmla="*/ 266184 w 755289"/>
                <a:gd name="connsiteY243" fmla="*/ 358492 h 501014"/>
                <a:gd name="connsiteX244" fmla="*/ 313262 w 755289"/>
                <a:gd name="connsiteY244" fmla="*/ 334244 h 501014"/>
                <a:gd name="connsiteX245" fmla="*/ 311346 w 755289"/>
                <a:gd name="connsiteY245" fmla="*/ 329828 h 501014"/>
                <a:gd name="connsiteX246" fmla="*/ 266600 w 755289"/>
                <a:gd name="connsiteY246" fmla="*/ 349160 h 501014"/>
                <a:gd name="connsiteX247" fmla="*/ 245935 w 755289"/>
                <a:gd name="connsiteY247" fmla="*/ 357658 h 501014"/>
                <a:gd name="connsiteX248" fmla="*/ 224437 w 755289"/>
                <a:gd name="connsiteY248" fmla="*/ 366074 h 501014"/>
                <a:gd name="connsiteX249" fmla="*/ 224104 w 755289"/>
                <a:gd name="connsiteY249" fmla="*/ 365075 h 501014"/>
                <a:gd name="connsiteX250" fmla="*/ 240686 w 755289"/>
                <a:gd name="connsiteY250" fmla="*/ 353659 h 501014"/>
                <a:gd name="connsiteX251" fmla="*/ 261767 w 755289"/>
                <a:gd name="connsiteY251" fmla="*/ 335661 h 501014"/>
                <a:gd name="connsiteX252" fmla="*/ 301514 w 755289"/>
                <a:gd name="connsiteY252" fmla="*/ 296664 h 501014"/>
                <a:gd name="connsiteX253" fmla="*/ 300347 w 755289"/>
                <a:gd name="connsiteY253" fmla="*/ 295498 h 501014"/>
                <a:gd name="connsiteX254" fmla="*/ 256101 w 755289"/>
                <a:gd name="connsiteY254" fmla="*/ 332744 h 501014"/>
                <a:gd name="connsiteX255" fmla="*/ 222271 w 755289"/>
                <a:gd name="connsiteY255" fmla="*/ 359825 h 501014"/>
                <a:gd name="connsiteX256" fmla="*/ 219021 w 755289"/>
                <a:gd name="connsiteY256" fmla="*/ 351743 h 501014"/>
                <a:gd name="connsiteX257" fmla="*/ 244685 w 755289"/>
                <a:gd name="connsiteY257" fmla="*/ 325995 h 501014"/>
                <a:gd name="connsiteX258" fmla="*/ 281849 w 755289"/>
                <a:gd name="connsiteY258" fmla="*/ 285915 h 501014"/>
                <a:gd name="connsiteX259" fmla="*/ 322928 w 755289"/>
                <a:gd name="connsiteY259" fmla="*/ 243003 h 501014"/>
                <a:gd name="connsiteX260" fmla="*/ 343260 w 755289"/>
                <a:gd name="connsiteY260" fmla="*/ 222754 h 501014"/>
                <a:gd name="connsiteX261" fmla="*/ 352759 w 755289"/>
                <a:gd name="connsiteY261" fmla="*/ 212505 h 501014"/>
                <a:gd name="connsiteX262" fmla="*/ 348259 w 755289"/>
                <a:gd name="connsiteY262" fmla="*/ 235503 h 501014"/>
                <a:gd name="connsiteX263" fmla="*/ 360508 w 755289"/>
                <a:gd name="connsiteY263" fmla="*/ 250418 h 501014"/>
                <a:gd name="connsiteX264" fmla="*/ 369174 w 755289"/>
                <a:gd name="connsiteY264" fmla="*/ 262334 h 501014"/>
                <a:gd name="connsiteX265" fmla="*/ 368174 w 755289"/>
                <a:gd name="connsiteY265" fmla="*/ 270917 h 501014"/>
                <a:gd name="connsiteX266" fmla="*/ 371007 w 755289"/>
                <a:gd name="connsiteY266" fmla="*/ 283999 h 501014"/>
                <a:gd name="connsiteX267" fmla="*/ 379423 w 755289"/>
                <a:gd name="connsiteY267" fmla="*/ 301580 h 501014"/>
                <a:gd name="connsiteX268" fmla="*/ 373424 w 755289"/>
                <a:gd name="connsiteY268" fmla="*/ 318079 h 501014"/>
                <a:gd name="connsiteX269" fmla="*/ 372507 w 755289"/>
                <a:gd name="connsiteY269" fmla="*/ 357492 h 501014"/>
                <a:gd name="connsiteX270" fmla="*/ 321512 w 755289"/>
                <a:gd name="connsiteY270" fmla="*/ 376824 h 501014"/>
                <a:gd name="connsiteX271" fmla="*/ 271100 w 755289"/>
                <a:gd name="connsiteY271" fmla="*/ 387656 h 501014"/>
                <a:gd name="connsiteX272" fmla="*/ 245518 w 755289"/>
                <a:gd name="connsiteY272" fmla="*/ 389739 h 501014"/>
                <a:gd name="connsiteX273" fmla="*/ 230103 w 755289"/>
                <a:gd name="connsiteY273" fmla="*/ 391572 h 501014"/>
                <a:gd name="connsiteX274" fmla="*/ 229270 w 755289"/>
                <a:gd name="connsiteY274" fmla="*/ 386906 h 501014"/>
                <a:gd name="connsiteX275" fmla="*/ 262684 w 755289"/>
                <a:gd name="connsiteY275" fmla="*/ 381490 h 501014"/>
                <a:gd name="connsiteX276" fmla="*/ 295264 w 755289"/>
                <a:gd name="connsiteY276" fmla="*/ 365325 h 501014"/>
                <a:gd name="connsiteX277" fmla="*/ 294764 w 755289"/>
                <a:gd name="connsiteY277" fmla="*/ 364158 h 501014"/>
                <a:gd name="connsiteX278" fmla="*/ 294764 w 755289"/>
                <a:gd name="connsiteY278" fmla="*/ 364158 h 50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Lst>
              <a:rect l="l" t="t" r="r" b="b"/>
              <a:pathLst>
                <a:path w="755289" h="501014">
                  <a:moveTo>
                    <a:pt x="703810" y="167009"/>
                  </a:moveTo>
                  <a:cubicBezTo>
                    <a:pt x="688979" y="157260"/>
                    <a:pt x="663898" y="150178"/>
                    <a:pt x="666981" y="129013"/>
                  </a:cubicBezTo>
                  <a:cubicBezTo>
                    <a:pt x="669647" y="110514"/>
                    <a:pt x="673980" y="92266"/>
                    <a:pt x="676813" y="73851"/>
                  </a:cubicBezTo>
                  <a:cubicBezTo>
                    <a:pt x="678896" y="60352"/>
                    <a:pt x="690645" y="6440"/>
                    <a:pt x="672314" y="358"/>
                  </a:cubicBezTo>
                  <a:cubicBezTo>
                    <a:pt x="669731" y="-476"/>
                    <a:pt x="666481" y="108"/>
                    <a:pt x="664897" y="2524"/>
                  </a:cubicBezTo>
                  <a:cubicBezTo>
                    <a:pt x="657898" y="13023"/>
                    <a:pt x="654232" y="25605"/>
                    <a:pt x="647149" y="36188"/>
                  </a:cubicBezTo>
                  <a:cubicBezTo>
                    <a:pt x="639067" y="48270"/>
                    <a:pt x="630067" y="59519"/>
                    <a:pt x="620818" y="70685"/>
                  </a:cubicBezTo>
                  <a:cubicBezTo>
                    <a:pt x="600987" y="94599"/>
                    <a:pt x="579239" y="130013"/>
                    <a:pt x="542992" y="122930"/>
                  </a:cubicBezTo>
                  <a:cubicBezTo>
                    <a:pt x="534743" y="121347"/>
                    <a:pt x="526493" y="119680"/>
                    <a:pt x="518327" y="118097"/>
                  </a:cubicBezTo>
                  <a:cubicBezTo>
                    <a:pt x="509078" y="115847"/>
                    <a:pt x="499829" y="113930"/>
                    <a:pt x="490497" y="112264"/>
                  </a:cubicBezTo>
                  <a:cubicBezTo>
                    <a:pt x="491080" y="107515"/>
                    <a:pt x="488997" y="102432"/>
                    <a:pt x="484830" y="99515"/>
                  </a:cubicBezTo>
                  <a:cubicBezTo>
                    <a:pt x="479914" y="96099"/>
                    <a:pt x="472498" y="96265"/>
                    <a:pt x="467082" y="94016"/>
                  </a:cubicBezTo>
                  <a:cubicBezTo>
                    <a:pt x="458250" y="90350"/>
                    <a:pt x="452917" y="82183"/>
                    <a:pt x="444417" y="78100"/>
                  </a:cubicBezTo>
                  <a:cubicBezTo>
                    <a:pt x="437835" y="74934"/>
                    <a:pt x="431085" y="75517"/>
                    <a:pt x="424003" y="76184"/>
                  </a:cubicBezTo>
                  <a:cubicBezTo>
                    <a:pt x="409837" y="77517"/>
                    <a:pt x="403421" y="76934"/>
                    <a:pt x="392089" y="67685"/>
                  </a:cubicBezTo>
                  <a:cubicBezTo>
                    <a:pt x="378423" y="56519"/>
                    <a:pt x="367008" y="64269"/>
                    <a:pt x="352342" y="70435"/>
                  </a:cubicBezTo>
                  <a:cubicBezTo>
                    <a:pt x="339010" y="76017"/>
                    <a:pt x="330344" y="75434"/>
                    <a:pt x="317262" y="70351"/>
                  </a:cubicBezTo>
                  <a:cubicBezTo>
                    <a:pt x="309930" y="67518"/>
                    <a:pt x="302097" y="67518"/>
                    <a:pt x="294431" y="69268"/>
                  </a:cubicBezTo>
                  <a:cubicBezTo>
                    <a:pt x="285098" y="71351"/>
                    <a:pt x="276516" y="76268"/>
                    <a:pt x="268350" y="80934"/>
                  </a:cubicBezTo>
                  <a:cubicBezTo>
                    <a:pt x="260600" y="85350"/>
                    <a:pt x="244852" y="99932"/>
                    <a:pt x="236186" y="93682"/>
                  </a:cubicBezTo>
                  <a:cubicBezTo>
                    <a:pt x="231603" y="90350"/>
                    <a:pt x="230853" y="85850"/>
                    <a:pt x="223937" y="86267"/>
                  </a:cubicBezTo>
                  <a:cubicBezTo>
                    <a:pt x="216021" y="86767"/>
                    <a:pt x="209605" y="95432"/>
                    <a:pt x="204522" y="100432"/>
                  </a:cubicBezTo>
                  <a:cubicBezTo>
                    <a:pt x="189190" y="115431"/>
                    <a:pt x="175275" y="132596"/>
                    <a:pt x="162776" y="150011"/>
                  </a:cubicBezTo>
                  <a:cubicBezTo>
                    <a:pt x="148277" y="170092"/>
                    <a:pt x="132362" y="189757"/>
                    <a:pt x="119030" y="210589"/>
                  </a:cubicBezTo>
                  <a:cubicBezTo>
                    <a:pt x="113031" y="220005"/>
                    <a:pt x="107614" y="229504"/>
                    <a:pt x="102532" y="239169"/>
                  </a:cubicBezTo>
                  <a:cubicBezTo>
                    <a:pt x="81200" y="261667"/>
                    <a:pt x="63035" y="287082"/>
                    <a:pt x="48870" y="315996"/>
                  </a:cubicBezTo>
                  <a:cubicBezTo>
                    <a:pt x="34537" y="345410"/>
                    <a:pt x="24122" y="376074"/>
                    <a:pt x="13540" y="406821"/>
                  </a:cubicBezTo>
                  <a:cubicBezTo>
                    <a:pt x="9207" y="419403"/>
                    <a:pt x="4707" y="432069"/>
                    <a:pt x="1041" y="444817"/>
                  </a:cubicBezTo>
                  <a:cubicBezTo>
                    <a:pt x="-1042" y="452067"/>
                    <a:pt x="-376" y="456567"/>
                    <a:pt x="6540" y="460983"/>
                  </a:cubicBezTo>
                  <a:cubicBezTo>
                    <a:pt x="15789" y="466899"/>
                    <a:pt x="29621" y="469982"/>
                    <a:pt x="40121" y="472898"/>
                  </a:cubicBezTo>
                  <a:cubicBezTo>
                    <a:pt x="53286" y="476565"/>
                    <a:pt x="66618" y="479731"/>
                    <a:pt x="80284" y="481147"/>
                  </a:cubicBezTo>
                  <a:cubicBezTo>
                    <a:pt x="111614" y="484314"/>
                    <a:pt x="143195" y="481898"/>
                    <a:pt x="174358" y="477731"/>
                  </a:cubicBezTo>
                  <a:cubicBezTo>
                    <a:pt x="201272" y="474148"/>
                    <a:pt x="227770" y="468399"/>
                    <a:pt x="253934" y="461150"/>
                  </a:cubicBezTo>
                  <a:cubicBezTo>
                    <a:pt x="255934" y="463066"/>
                    <a:pt x="257851" y="465649"/>
                    <a:pt x="259267" y="466899"/>
                  </a:cubicBezTo>
                  <a:cubicBezTo>
                    <a:pt x="263850" y="470982"/>
                    <a:pt x="268683" y="474898"/>
                    <a:pt x="273183" y="479064"/>
                  </a:cubicBezTo>
                  <a:cubicBezTo>
                    <a:pt x="281432" y="486731"/>
                    <a:pt x="288348" y="492563"/>
                    <a:pt x="298597" y="497313"/>
                  </a:cubicBezTo>
                  <a:cubicBezTo>
                    <a:pt x="305430" y="500479"/>
                    <a:pt x="311846" y="503312"/>
                    <a:pt x="318429" y="498230"/>
                  </a:cubicBezTo>
                  <a:cubicBezTo>
                    <a:pt x="325095" y="493146"/>
                    <a:pt x="328261" y="483981"/>
                    <a:pt x="330761" y="476148"/>
                  </a:cubicBezTo>
                  <a:cubicBezTo>
                    <a:pt x="343343" y="479981"/>
                    <a:pt x="358592" y="483314"/>
                    <a:pt x="367174" y="476481"/>
                  </a:cubicBezTo>
                  <a:cubicBezTo>
                    <a:pt x="372924" y="471898"/>
                    <a:pt x="372757" y="462899"/>
                    <a:pt x="376507" y="457150"/>
                  </a:cubicBezTo>
                  <a:cubicBezTo>
                    <a:pt x="380006" y="451817"/>
                    <a:pt x="386172" y="448484"/>
                    <a:pt x="384506" y="440901"/>
                  </a:cubicBezTo>
                  <a:cubicBezTo>
                    <a:pt x="383006" y="434235"/>
                    <a:pt x="374174" y="426569"/>
                    <a:pt x="365675" y="421903"/>
                  </a:cubicBezTo>
                  <a:cubicBezTo>
                    <a:pt x="366758" y="421486"/>
                    <a:pt x="367841" y="421070"/>
                    <a:pt x="368841" y="420570"/>
                  </a:cubicBezTo>
                  <a:cubicBezTo>
                    <a:pt x="423253" y="398155"/>
                    <a:pt x="473748" y="361908"/>
                    <a:pt x="515328" y="320245"/>
                  </a:cubicBezTo>
                  <a:cubicBezTo>
                    <a:pt x="536409" y="324662"/>
                    <a:pt x="559324" y="329411"/>
                    <a:pt x="574739" y="310247"/>
                  </a:cubicBezTo>
                  <a:cubicBezTo>
                    <a:pt x="587571" y="294248"/>
                    <a:pt x="575406" y="274416"/>
                    <a:pt x="564573" y="259584"/>
                  </a:cubicBezTo>
                  <a:cubicBezTo>
                    <a:pt x="568740" y="252418"/>
                    <a:pt x="572823" y="245335"/>
                    <a:pt x="577989" y="239169"/>
                  </a:cubicBezTo>
                  <a:cubicBezTo>
                    <a:pt x="589237" y="225754"/>
                    <a:pt x="610736" y="230170"/>
                    <a:pt x="626651" y="230087"/>
                  </a:cubicBezTo>
                  <a:cubicBezTo>
                    <a:pt x="644149" y="230004"/>
                    <a:pt x="661731" y="230920"/>
                    <a:pt x="679313" y="231170"/>
                  </a:cubicBezTo>
                  <a:cubicBezTo>
                    <a:pt x="696478" y="231337"/>
                    <a:pt x="713560" y="232670"/>
                    <a:pt x="730725" y="232420"/>
                  </a:cubicBezTo>
                  <a:cubicBezTo>
                    <a:pt x="738807" y="232337"/>
                    <a:pt x="753056" y="233920"/>
                    <a:pt x="755139" y="223088"/>
                  </a:cubicBezTo>
                  <a:cubicBezTo>
                    <a:pt x="756806" y="214255"/>
                    <a:pt x="744140" y="200506"/>
                    <a:pt x="739141" y="194840"/>
                  </a:cubicBezTo>
                  <a:cubicBezTo>
                    <a:pt x="729392" y="183591"/>
                    <a:pt x="716060" y="175092"/>
                    <a:pt x="703810" y="167009"/>
                  </a:cubicBezTo>
                  <a:lnTo>
                    <a:pt x="703810" y="167009"/>
                  </a:lnTo>
                  <a:close/>
                  <a:moveTo>
                    <a:pt x="433168" y="89516"/>
                  </a:moveTo>
                  <a:cubicBezTo>
                    <a:pt x="437501" y="90266"/>
                    <a:pt x="441584" y="91933"/>
                    <a:pt x="445251" y="95266"/>
                  </a:cubicBezTo>
                  <a:cubicBezTo>
                    <a:pt x="451584" y="100932"/>
                    <a:pt x="458416" y="105681"/>
                    <a:pt x="466582" y="108348"/>
                  </a:cubicBezTo>
                  <a:cubicBezTo>
                    <a:pt x="468082" y="108848"/>
                    <a:pt x="475998" y="109181"/>
                    <a:pt x="476081" y="108681"/>
                  </a:cubicBezTo>
                  <a:cubicBezTo>
                    <a:pt x="476248" y="108931"/>
                    <a:pt x="476331" y="109348"/>
                    <a:pt x="476414" y="109848"/>
                  </a:cubicBezTo>
                  <a:cubicBezTo>
                    <a:pt x="466415" y="108431"/>
                    <a:pt x="456416" y="107264"/>
                    <a:pt x="446334" y="106348"/>
                  </a:cubicBezTo>
                  <a:cubicBezTo>
                    <a:pt x="434168" y="105265"/>
                    <a:pt x="422002" y="104265"/>
                    <a:pt x="409921" y="103682"/>
                  </a:cubicBezTo>
                  <a:cubicBezTo>
                    <a:pt x="417503" y="98766"/>
                    <a:pt x="424919" y="93349"/>
                    <a:pt x="433168" y="89516"/>
                  </a:cubicBezTo>
                  <a:lnTo>
                    <a:pt x="433168" y="89516"/>
                  </a:lnTo>
                  <a:close/>
                  <a:moveTo>
                    <a:pt x="419503" y="89016"/>
                  </a:moveTo>
                  <a:cubicBezTo>
                    <a:pt x="413587" y="93099"/>
                    <a:pt x="408504" y="98599"/>
                    <a:pt x="402921" y="103515"/>
                  </a:cubicBezTo>
                  <a:cubicBezTo>
                    <a:pt x="389339" y="103098"/>
                    <a:pt x="375840" y="103348"/>
                    <a:pt x="362258" y="104932"/>
                  </a:cubicBezTo>
                  <a:cubicBezTo>
                    <a:pt x="371924" y="97432"/>
                    <a:pt x="381840" y="90183"/>
                    <a:pt x="393005" y="84933"/>
                  </a:cubicBezTo>
                  <a:cubicBezTo>
                    <a:pt x="401171" y="90099"/>
                    <a:pt x="410421" y="89433"/>
                    <a:pt x="419503" y="89016"/>
                  </a:cubicBezTo>
                  <a:lnTo>
                    <a:pt x="419503" y="89016"/>
                  </a:lnTo>
                  <a:close/>
                  <a:moveTo>
                    <a:pt x="356675" y="80184"/>
                  </a:moveTo>
                  <a:cubicBezTo>
                    <a:pt x="365091" y="76934"/>
                    <a:pt x="374340" y="69684"/>
                    <a:pt x="384089" y="76101"/>
                  </a:cubicBezTo>
                  <a:cubicBezTo>
                    <a:pt x="385339" y="76934"/>
                    <a:pt x="386423" y="78100"/>
                    <a:pt x="387423" y="79434"/>
                  </a:cubicBezTo>
                  <a:cubicBezTo>
                    <a:pt x="384256" y="81183"/>
                    <a:pt x="381340" y="83433"/>
                    <a:pt x="379090" y="85017"/>
                  </a:cubicBezTo>
                  <a:cubicBezTo>
                    <a:pt x="370591" y="91266"/>
                    <a:pt x="363092" y="98515"/>
                    <a:pt x="355592" y="105848"/>
                  </a:cubicBezTo>
                  <a:cubicBezTo>
                    <a:pt x="354009" y="106098"/>
                    <a:pt x="352342" y="106265"/>
                    <a:pt x="350759" y="106515"/>
                  </a:cubicBezTo>
                  <a:cubicBezTo>
                    <a:pt x="332427" y="109598"/>
                    <a:pt x="314346" y="114431"/>
                    <a:pt x="296514" y="120347"/>
                  </a:cubicBezTo>
                  <a:cubicBezTo>
                    <a:pt x="313262" y="106681"/>
                    <a:pt x="330844" y="95016"/>
                    <a:pt x="349343" y="82767"/>
                  </a:cubicBezTo>
                  <a:cubicBezTo>
                    <a:pt x="351842" y="81934"/>
                    <a:pt x="354259" y="81101"/>
                    <a:pt x="356675" y="80184"/>
                  </a:cubicBezTo>
                  <a:lnTo>
                    <a:pt x="356675" y="80184"/>
                  </a:lnTo>
                  <a:close/>
                  <a:moveTo>
                    <a:pt x="308180" y="84017"/>
                  </a:moveTo>
                  <a:cubicBezTo>
                    <a:pt x="308596" y="83684"/>
                    <a:pt x="308930" y="83184"/>
                    <a:pt x="309013" y="82683"/>
                  </a:cubicBezTo>
                  <a:cubicBezTo>
                    <a:pt x="315596" y="83017"/>
                    <a:pt x="321762" y="84850"/>
                    <a:pt x="328844" y="85517"/>
                  </a:cubicBezTo>
                  <a:cubicBezTo>
                    <a:pt x="313179" y="95432"/>
                    <a:pt x="299680" y="109848"/>
                    <a:pt x="287515" y="123513"/>
                  </a:cubicBezTo>
                  <a:cubicBezTo>
                    <a:pt x="270433" y="129679"/>
                    <a:pt x="253685" y="136845"/>
                    <a:pt x="237353" y="144928"/>
                  </a:cubicBezTo>
                  <a:cubicBezTo>
                    <a:pt x="245185" y="137262"/>
                    <a:pt x="253018" y="129596"/>
                    <a:pt x="261017" y="122180"/>
                  </a:cubicBezTo>
                  <a:cubicBezTo>
                    <a:pt x="276099" y="108098"/>
                    <a:pt x="292431" y="96849"/>
                    <a:pt x="308180" y="84017"/>
                  </a:cubicBezTo>
                  <a:lnTo>
                    <a:pt x="308180" y="84017"/>
                  </a:lnTo>
                  <a:close/>
                  <a:moveTo>
                    <a:pt x="244602" y="110931"/>
                  </a:moveTo>
                  <a:cubicBezTo>
                    <a:pt x="251684" y="109181"/>
                    <a:pt x="258434" y="104432"/>
                    <a:pt x="264183" y="101098"/>
                  </a:cubicBezTo>
                  <a:cubicBezTo>
                    <a:pt x="272350" y="96349"/>
                    <a:pt x="280432" y="91266"/>
                    <a:pt x="289098" y="87350"/>
                  </a:cubicBezTo>
                  <a:cubicBezTo>
                    <a:pt x="277932" y="95182"/>
                    <a:pt x="268017" y="106681"/>
                    <a:pt x="259184" y="115264"/>
                  </a:cubicBezTo>
                  <a:cubicBezTo>
                    <a:pt x="247685" y="126429"/>
                    <a:pt x="237353" y="138428"/>
                    <a:pt x="226687" y="150261"/>
                  </a:cubicBezTo>
                  <a:cubicBezTo>
                    <a:pt x="207856" y="160010"/>
                    <a:pt x="189691" y="170759"/>
                    <a:pt x="172192" y="181925"/>
                  </a:cubicBezTo>
                  <a:cubicBezTo>
                    <a:pt x="171359" y="182508"/>
                    <a:pt x="170525" y="183008"/>
                    <a:pt x="169692" y="183591"/>
                  </a:cubicBezTo>
                  <a:cubicBezTo>
                    <a:pt x="180441" y="172509"/>
                    <a:pt x="190857" y="161093"/>
                    <a:pt x="201606" y="149927"/>
                  </a:cubicBezTo>
                  <a:cubicBezTo>
                    <a:pt x="215105" y="135845"/>
                    <a:pt x="230020" y="123763"/>
                    <a:pt x="244602" y="110931"/>
                  </a:cubicBezTo>
                  <a:lnTo>
                    <a:pt x="244602" y="110931"/>
                  </a:lnTo>
                  <a:close/>
                  <a:moveTo>
                    <a:pt x="126113" y="215505"/>
                  </a:moveTo>
                  <a:cubicBezTo>
                    <a:pt x="139695" y="196007"/>
                    <a:pt x="155777" y="177675"/>
                    <a:pt x="170442" y="158927"/>
                  </a:cubicBezTo>
                  <a:cubicBezTo>
                    <a:pt x="178525" y="148594"/>
                    <a:pt x="187024" y="138845"/>
                    <a:pt x="195940" y="129179"/>
                  </a:cubicBezTo>
                  <a:cubicBezTo>
                    <a:pt x="201606" y="123013"/>
                    <a:pt x="206939" y="116680"/>
                    <a:pt x="213022" y="110847"/>
                  </a:cubicBezTo>
                  <a:cubicBezTo>
                    <a:pt x="214105" y="109848"/>
                    <a:pt x="222020" y="100765"/>
                    <a:pt x="223521" y="101098"/>
                  </a:cubicBezTo>
                  <a:cubicBezTo>
                    <a:pt x="225687" y="101515"/>
                    <a:pt x="228520" y="108098"/>
                    <a:pt x="231436" y="109681"/>
                  </a:cubicBezTo>
                  <a:cubicBezTo>
                    <a:pt x="232020" y="110014"/>
                    <a:pt x="232686" y="110265"/>
                    <a:pt x="233353" y="110514"/>
                  </a:cubicBezTo>
                  <a:cubicBezTo>
                    <a:pt x="232020" y="111764"/>
                    <a:pt x="230687" y="113014"/>
                    <a:pt x="229353" y="114097"/>
                  </a:cubicBezTo>
                  <a:cubicBezTo>
                    <a:pt x="219937" y="121930"/>
                    <a:pt x="210855" y="130013"/>
                    <a:pt x="202439" y="138845"/>
                  </a:cubicBezTo>
                  <a:cubicBezTo>
                    <a:pt x="186941" y="155177"/>
                    <a:pt x="173692" y="173259"/>
                    <a:pt x="159276" y="190507"/>
                  </a:cubicBezTo>
                  <a:cubicBezTo>
                    <a:pt x="147361" y="198757"/>
                    <a:pt x="135945" y="207589"/>
                    <a:pt x="125196" y="217005"/>
                  </a:cubicBezTo>
                  <a:cubicBezTo>
                    <a:pt x="125446" y="216422"/>
                    <a:pt x="125779" y="215922"/>
                    <a:pt x="126113" y="215505"/>
                  </a:cubicBezTo>
                  <a:lnTo>
                    <a:pt x="126113" y="215505"/>
                  </a:lnTo>
                  <a:close/>
                  <a:moveTo>
                    <a:pt x="306347" y="488064"/>
                  </a:moveTo>
                  <a:cubicBezTo>
                    <a:pt x="298014" y="487647"/>
                    <a:pt x="288098" y="478315"/>
                    <a:pt x="281932" y="473482"/>
                  </a:cubicBezTo>
                  <a:cubicBezTo>
                    <a:pt x="278265" y="470565"/>
                    <a:pt x="269600" y="462649"/>
                    <a:pt x="261684" y="458483"/>
                  </a:cubicBezTo>
                  <a:cubicBezTo>
                    <a:pt x="264267" y="457733"/>
                    <a:pt x="266933" y="456983"/>
                    <a:pt x="269516" y="456233"/>
                  </a:cubicBezTo>
                  <a:cubicBezTo>
                    <a:pt x="273933" y="458316"/>
                    <a:pt x="278349" y="460316"/>
                    <a:pt x="283098" y="461816"/>
                  </a:cubicBezTo>
                  <a:cubicBezTo>
                    <a:pt x="294264" y="465399"/>
                    <a:pt x="305763" y="467982"/>
                    <a:pt x="316929" y="471398"/>
                  </a:cubicBezTo>
                  <a:cubicBezTo>
                    <a:pt x="318095" y="471732"/>
                    <a:pt x="319428" y="472231"/>
                    <a:pt x="320845" y="472649"/>
                  </a:cubicBezTo>
                  <a:cubicBezTo>
                    <a:pt x="316845" y="478981"/>
                    <a:pt x="314512" y="488564"/>
                    <a:pt x="306347" y="488064"/>
                  </a:cubicBezTo>
                  <a:lnTo>
                    <a:pt x="306347" y="488064"/>
                  </a:lnTo>
                  <a:close/>
                  <a:moveTo>
                    <a:pt x="368258" y="450817"/>
                  </a:moveTo>
                  <a:cubicBezTo>
                    <a:pt x="366341" y="454317"/>
                    <a:pt x="364841" y="458733"/>
                    <a:pt x="362758" y="462066"/>
                  </a:cubicBezTo>
                  <a:cubicBezTo>
                    <a:pt x="357259" y="470899"/>
                    <a:pt x="347759" y="468982"/>
                    <a:pt x="338843" y="467399"/>
                  </a:cubicBezTo>
                  <a:cubicBezTo>
                    <a:pt x="318846" y="463899"/>
                    <a:pt x="299264" y="458150"/>
                    <a:pt x="279516" y="453150"/>
                  </a:cubicBezTo>
                  <a:cubicBezTo>
                    <a:pt x="303597" y="445568"/>
                    <a:pt x="327428" y="436901"/>
                    <a:pt x="350842" y="427569"/>
                  </a:cubicBezTo>
                  <a:cubicBezTo>
                    <a:pt x="351176" y="427736"/>
                    <a:pt x="351509" y="427903"/>
                    <a:pt x="351926" y="428069"/>
                  </a:cubicBezTo>
                  <a:cubicBezTo>
                    <a:pt x="356675" y="429569"/>
                    <a:pt x="363341" y="432985"/>
                    <a:pt x="366841" y="436401"/>
                  </a:cubicBezTo>
                  <a:cubicBezTo>
                    <a:pt x="372674" y="442068"/>
                    <a:pt x="371841" y="444234"/>
                    <a:pt x="368258" y="450817"/>
                  </a:cubicBezTo>
                  <a:lnTo>
                    <a:pt x="368258" y="450817"/>
                  </a:lnTo>
                  <a:close/>
                  <a:moveTo>
                    <a:pt x="555991" y="310996"/>
                  </a:moveTo>
                  <a:cubicBezTo>
                    <a:pt x="547075" y="315079"/>
                    <a:pt x="536909" y="314746"/>
                    <a:pt x="527410" y="313830"/>
                  </a:cubicBezTo>
                  <a:cubicBezTo>
                    <a:pt x="525494" y="313663"/>
                    <a:pt x="523743" y="313496"/>
                    <a:pt x="521993" y="313330"/>
                  </a:cubicBezTo>
                  <a:cubicBezTo>
                    <a:pt x="532409" y="302497"/>
                    <a:pt x="542659" y="291331"/>
                    <a:pt x="551824" y="279333"/>
                  </a:cubicBezTo>
                  <a:cubicBezTo>
                    <a:pt x="553824" y="276666"/>
                    <a:pt x="555741" y="273916"/>
                    <a:pt x="557490" y="271083"/>
                  </a:cubicBezTo>
                  <a:cubicBezTo>
                    <a:pt x="560407" y="275666"/>
                    <a:pt x="563240" y="280416"/>
                    <a:pt x="565657" y="285082"/>
                  </a:cubicBezTo>
                  <a:cubicBezTo>
                    <a:pt x="571323" y="296331"/>
                    <a:pt x="567573" y="305830"/>
                    <a:pt x="555991" y="310996"/>
                  </a:cubicBezTo>
                  <a:lnTo>
                    <a:pt x="555991" y="310996"/>
                  </a:lnTo>
                  <a:close/>
                  <a:moveTo>
                    <a:pt x="729558" y="217505"/>
                  </a:moveTo>
                  <a:cubicBezTo>
                    <a:pt x="713393" y="217671"/>
                    <a:pt x="697228" y="216338"/>
                    <a:pt x="681063" y="216088"/>
                  </a:cubicBezTo>
                  <a:cubicBezTo>
                    <a:pt x="653232" y="215671"/>
                    <a:pt x="625401" y="214338"/>
                    <a:pt x="597487" y="214588"/>
                  </a:cubicBezTo>
                  <a:cubicBezTo>
                    <a:pt x="587238" y="214672"/>
                    <a:pt x="580239" y="213339"/>
                    <a:pt x="572572" y="220754"/>
                  </a:cubicBezTo>
                  <a:cubicBezTo>
                    <a:pt x="562240" y="230753"/>
                    <a:pt x="556657" y="245002"/>
                    <a:pt x="548741" y="256834"/>
                  </a:cubicBezTo>
                  <a:cubicBezTo>
                    <a:pt x="516327" y="305580"/>
                    <a:pt x="468415" y="344993"/>
                    <a:pt x="419503" y="376407"/>
                  </a:cubicBezTo>
                  <a:cubicBezTo>
                    <a:pt x="368341" y="409321"/>
                    <a:pt x="307763" y="429652"/>
                    <a:pt x="249601" y="445901"/>
                  </a:cubicBezTo>
                  <a:cubicBezTo>
                    <a:pt x="243269" y="447651"/>
                    <a:pt x="236853" y="449400"/>
                    <a:pt x="230353" y="451067"/>
                  </a:cubicBezTo>
                  <a:cubicBezTo>
                    <a:pt x="231853" y="434069"/>
                    <a:pt x="234103" y="418487"/>
                    <a:pt x="231770" y="400988"/>
                  </a:cubicBezTo>
                  <a:cubicBezTo>
                    <a:pt x="234853" y="400822"/>
                    <a:pt x="237936" y="400322"/>
                    <a:pt x="241102" y="400072"/>
                  </a:cubicBezTo>
                  <a:cubicBezTo>
                    <a:pt x="249852" y="399405"/>
                    <a:pt x="258601" y="399738"/>
                    <a:pt x="267350" y="398821"/>
                  </a:cubicBezTo>
                  <a:cubicBezTo>
                    <a:pt x="285432" y="396905"/>
                    <a:pt x="302930" y="392322"/>
                    <a:pt x="320512" y="387740"/>
                  </a:cubicBezTo>
                  <a:cubicBezTo>
                    <a:pt x="338677" y="383073"/>
                    <a:pt x="356675" y="379073"/>
                    <a:pt x="373340" y="369908"/>
                  </a:cubicBezTo>
                  <a:cubicBezTo>
                    <a:pt x="380840" y="365741"/>
                    <a:pt x="390506" y="360408"/>
                    <a:pt x="391839" y="351076"/>
                  </a:cubicBezTo>
                  <a:cubicBezTo>
                    <a:pt x="392589" y="345910"/>
                    <a:pt x="390089" y="341743"/>
                    <a:pt x="388256" y="337077"/>
                  </a:cubicBezTo>
                  <a:cubicBezTo>
                    <a:pt x="382923" y="323828"/>
                    <a:pt x="386756" y="317746"/>
                    <a:pt x="390839" y="305580"/>
                  </a:cubicBezTo>
                  <a:cubicBezTo>
                    <a:pt x="395672" y="291165"/>
                    <a:pt x="386923" y="287582"/>
                    <a:pt x="381173" y="275750"/>
                  </a:cubicBezTo>
                  <a:cubicBezTo>
                    <a:pt x="376840" y="266667"/>
                    <a:pt x="382506" y="260001"/>
                    <a:pt x="379590" y="251085"/>
                  </a:cubicBezTo>
                  <a:cubicBezTo>
                    <a:pt x="378673" y="248169"/>
                    <a:pt x="376840" y="245752"/>
                    <a:pt x="374340" y="244002"/>
                  </a:cubicBezTo>
                  <a:cubicBezTo>
                    <a:pt x="372174" y="242503"/>
                    <a:pt x="369424" y="242752"/>
                    <a:pt x="367424" y="241586"/>
                  </a:cubicBezTo>
                  <a:cubicBezTo>
                    <a:pt x="358008" y="236336"/>
                    <a:pt x="358342" y="231753"/>
                    <a:pt x="360591" y="223171"/>
                  </a:cubicBezTo>
                  <a:cubicBezTo>
                    <a:pt x="362592" y="215422"/>
                    <a:pt x="365341" y="207839"/>
                    <a:pt x="367424" y="200006"/>
                  </a:cubicBezTo>
                  <a:cubicBezTo>
                    <a:pt x="368674" y="195340"/>
                    <a:pt x="364924" y="191674"/>
                    <a:pt x="360342" y="193090"/>
                  </a:cubicBezTo>
                  <a:cubicBezTo>
                    <a:pt x="345593" y="197757"/>
                    <a:pt x="333344" y="212839"/>
                    <a:pt x="322678" y="223421"/>
                  </a:cubicBezTo>
                  <a:cubicBezTo>
                    <a:pt x="309179" y="236919"/>
                    <a:pt x="296014" y="250668"/>
                    <a:pt x="282932" y="264500"/>
                  </a:cubicBezTo>
                  <a:cubicBezTo>
                    <a:pt x="258767" y="290081"/>
                    <a:pt x="237269" y="316829"/>
                    <a:pt x="216021" y="344577"/>
                  </a:cubicBezTo>
                  <a:cubicBezTo>
                    <a:pt x="215521" y="343660"/>
                    <a:pt x="215105" y="342743"/>
                    <a:pt x="214605" y="341827"/>
                  </a:cubicBezTo>
                  <a:cubicBezTo>
                    <a:pt x="205189" y="325911"/>
                    <a:pt x="194523" y="310329"/>
                    <a:pt x="179275" y="299497"/>
                  </a:cubicBezTo>
                  <a:cubicBezTo>
                    <a:pt x="165276" y="289498"/>
                    <a:pt x="152360" y="287832"/>
                    <a:pt x="135945" y="285499"/>
                  </a:cubicBezTo>
                  <a:cubicBezTo>
                    <a:pt x="134612" y="285332"/>
                    <a:pt x="134195" y="287249"/>
                    <a:pt x="135362" y="287749"/>
                  </a:cubicBezTo>
                  <a:cubicBezTo>
                    <a:pt x="149277" y="293415"/>
                    <a:pt x="162610" y="296165"/>
                    <a:pt x="174525" y="305997"/>
                  </a:cubicBezTo>
                  <a:cubicBezTo>
                    <a:pt x="188940" y="317829"/>
                    <a:pt x="199773" y="335244"/>
                    <a:pt x="207022" y="352326"/>
                  </a:cubicBezTo>
                  <a:cubicBezTo>
                    <a:pt x="214105" y="369157"/>
                    <a:pt x="216771" y="389239"/>
                    <a:pt x="218521" y="407321"/>
                  </a:cubicBezTo>
                  <a:cubicBezTo>
                    <a:pt x="219521" y="417237"/>
                    <a:pt x="219021" y="427069"/>
                    <a:pt x="218104" y="437068"/>
                  </a:cubicBezTo>
                  <a:cubicBezTo>
                    <a:pt x="217604" y="442985"/>
                    <a:pt x="215438" y="448567"/>
                    <a:pt x="216021" y="454400"/>
                  </a:cubicBezTo>
                  <a:cubicBezTo>
                    <a:pt x="168442" y="465399"/>
                    <a:pt x="117114" y="471649"/>
                    <a:pt x="70034" y="463566"/>
                  </a:cubicBezTo>
                  <a:cubicBezTo>
                    <a:pt x="57369" y="461399"/>
                    <a:pt x="44620" y="458150"/>
                    <a:pt x="32538" y="453900"/>
                  </a:cubicBezTo>
                  <a:cubicBezTo>
                    <a:pt x="29455" y="452817"/>
                    <a:pt x="26455" y="451567"/>
                    <a:pt x="23455" y="450400"/>
                  </a:cubicBezTo>
                  <a:cubicBezTo>
                    <a:pt x="43120" y="453817"/>
                    <a:pt x="65451" y="450900"/>
                    <a:pt x="84367" y="447901"/>
                  </a:cubicBezTo>
                  <a:cubicBezTo>
                    <a:pt x="99282" y="445484"/>
                    <a:pt x="114697" y="443984"/>
                    <a:pt x="129196" y="439818"/>
                  </a:cubicBezTo>
                  <a:cubicBezTo>
                    <a:pt x="141195" y="436401"/>
                    <a:pt x="152527" y="431486"/>
                    <a:pt x="164192" y="427319"/>
                  </a:cubicBezTo>
                  <a:cubicBezTo>
                    <a:pt x="169859" y="425320"/>
                    <a:pt x="166109" y="417237"/>
                    <a:pt x="160526" y="418903"/>
                  </a:cubicBezTo>
                  <a:cubicBezTo>
                    <a:pt x="132862" y="427319"/>
                    <a:pt x="105948" y="433652"/>
                    <a:pt x="77201" y="437485"/>
                  </a:cubicBezTo>
                  <a:cubicBezTo>
                    <a:pt x="63619" y="439318"/>
                    <a:pt x="48870" y="440818"/>
                    <a:pt x="35204" y="441151"/>
                  </a:cubicBezTo>
                  <a:cubicBezTo>
                    <a:pt x="28788" y="441318"/>
                    <a:pt x="22372" y="441734"/>
                    <a:pt x="16623" y="444401"/>
                  </a:cubicBezTo>
                  <a:cubicBezTo>
                    <a:pt x="16789" y="443901"/>
                    <a:pt x="16956" y="443401"/>
                    <a:pt x="17123" y="443067"/>
                  </a:cubicBezTo>
                  <a:cubicBezTo>
                    <a:pt x="25539" y="415237"/>
                    <a:pt x="34537" y="386823"/>
                    <a:pt x="45536" y="360075"/>
                  </a:cubicBezTo>
                  <a:cubicBezTo>
                    <a:pt x="68118" y="304830"/>
                    <a:pt x="98615" y="255335"/>
                    <a:pt x="146027" y="217921"/>
                  </a:cubicBezTo>
                  <a:cubicBezTo>
                    <a:pt x="174525" y="195340"/>
                    <a:pt x="207022" y="176508"/>
                    <a:pt x="239686" y="160510"/>
                  </a:cubicBezTo>
                  <a:cubicBezTo>
                    <a:pt x="271183" y="145095"/>
                    <a:pt x="303763" y="130263"/>
                    <a:pt x="338260" y="122680"/>
                  </a:cubicBezTo>
                  <a:cubicBezTo>
                    <a:pt x="348259" y="120514"/>
                    <a:pt x="358425" y="120263"/>
                    <a:pt x="368258" y="118430"/>
                  </a:cubicBezTo>
                  <a:cubicBezTo>
                    <a:pt x="380423" y="116180"/>
                    <a:pt x="385506" y="117014"/>
                    <a:pt x="396922" y="118764"/>
                  </a:cubicBezTo>
                  <a:cubicBezTo>
                    <a:pt x="410837" y="120930"/>
                    <a:pt x="427586" y="117097"/>
                    <a:pt x="441834" y="117680"/>
                  </a:cubicBezTo>
                  <a:cubicBezTo>
                    <a:pt x="448750" y="118180"/>
                    <a:pt x="455666" y="118680"/>
                    <a:pt x="462583" y="119263"/>
                  </a:cubicBezTo>
                  <a:cubicBezTo>
                    <a:pt x="465749" y="119680"/>
                    <a:pt x="468998" y="120014"/>
                    <a:pt x="472165" y="120514"/>
                  </a:cubicBezTo>
                  <a:cubicBezTo>
                    <a:pt x="487997" y="123097"/>
                    <a:pt x="503662" y="126013"/>
                    <a:pt x="519244" y="129929"/>
                  </a:cubicBezTo>
                  <a:cubicBezTo>
                    <a:pt x="533076" y="133429"/>
                    <a:pt x="548908" y="139678"/>
                    <a:pt x="563323" y="136512"/>
                  </a:cubicBezTo>
                  <a:cubicBezTo>
                    <a:pt x="591738" y="130346"/>
                    <a:pt x="608653" y="106848"/>
                    <a:pt x="624734" y="85183"/>
                  </a:cubicBezTo>
                  <a:cubicBezTo>
                    <a:pt x="634317" y="72268"/>
                    <a:pt x="644649" y="60102"/>
                    <a:pt x="654065" y="47020"/>
                  </a:cubicBezTo>
                  <a:cubicBezTo>
                    <a:pt x="659898" y="38854"/>
                    <a:pt x="663981" y="29688"/>
                    <a:pt x="668564" y="20939"/>
                  </a:cubicBezTo>
                  <a:cubicBezTo>
                    <a:pt x="667980" y="31522"/>
                    <a:pt x="665981" y="47770"/>
                    <a:pt x="665648" y="50853"/>
                  </a:cubicBezTo>
                  <a:cubicBezTo>
                    <a:pt x="665314" y="54269"/>
                    <a:pt x="664897" y="57603"/>
                    <a:pt x="664481" y="61019"/>
                  </a:cubicBezTo>
                  <a:cubicBezTo>
                    <a:pt x="663814" y="61019"/>
                    <a:pt x="663065" y="61186"/>
                    <a:pt x="662398" y="61602"/>
                  </a:cubicBezTo>
                  <a:cubicBezTo>
                    <a:pt x="640650" y="74934"/>
                    <a:pt x="630400" y="101682"/>
                    <a:pt x="613652" y="119847"/>
                  </a:cubicBezTo>
                  <a:cubicBezTo>
                    <a:pt x="612986" y="120597"/>
                    <a:pt x="614152" y="121513"/>
                    <a:pt x="614819" y="121013"/>
                  </a:cubicBezTo>
                  <a:cubicBezTo>
                    <a:pt x="625651" y="113181"/>
                    <a:pt x="635650" y="102015"/>
                    <a:pt x="644149" y="91766"/>
                  </a:cubicBezTo>
                  <a:cubicBezTo>
                    <a:pt x="649316" y="85600"/>
                    <a:pt x="653815" y="78351"/>
                    <a:pt x="659898" y="73018"/>
                  </a:cubicBezTo>
                  <a:cubicBezTo>
                    <a:pt x="660981" y="72018"/>
                    <a:pt x="662064" y="71268"/>
                    <a:pt x="663065" y="70518"/>
                  </a:cubicBezTo>
                  <a:cubicBezTo>
                    <a:pt x="662148" y="76684"/>
                    <a:pt x="661148" y="82850"/>
                    <a:pt x="659898" y="89100"/>
                  </a:cubicBezTo>
                  <a:cubicBezTo>
                    <a:pt x="658898" y="94099"/>
                    <a:pt x="657898" y="99182"/>
                    <a:pt x="656981" y="104265"/>
                  </a:cubicBezTo>
                  <a:cubicBezTo>
                    <a:pt x="655982" y="104181"/>
                    <a:pt x="653315" y="105932"/>
                    <a:pt x="652065" y="106765"/>
                  </a:cubicBezTo>
                  <a:cubicBezTo>
                    <a:pt x="646482" y="110514"/>
                    <a:pt x="641733" y="116097"/>
                    <a:pt x="636984" y="120847"/>
                  </a:cubicBezTo>
                  <a:cubicBezTo>
                    <a:pt x="628651" y="129179"/>
                    <a:pt x="620485" y="136762"/>
                    <a:pt x="613902" y="146511"/>
                  </a:cubicBezTo>
                  <a:cubicBezTo>
                    <a:pt x="612152" y="149094"/>
                    <a:pt x="615818" y="151761"/>
                    <a:pt x="617818" y="149344"/>
                  </a:cubicBezTo>
                  <a:cubicBezTo>
                    <a:pt x="625234" y="140262"/>
                    <a:pt x="634234" y="132762"/>
                    <a:pt x="642983" y="125013"/>
                  </a:cubicBezTo>
                  <a:cubicBezTo>
                    <a:pt x="646816" y="121597"/>
                    <a:pt x="651149" y="118597"/>
                    <a:pt x="655065" y="115181"/>
                  </a:cubicBezTo>
                  <a:cubicBezTo>
                    <a:pt x="653982" y="121597"/>
                    <a:pt x="653065" y="127930"/>
                    <a:pt x="652565" y="134345"/>
                  </a:cubicBezTo>
                  <a:cubicBezTo>
                    <a:pt x="652232" y="137595"/>
                    <a:pt x="652399" y="140595"/>
                    <a:pt x="652899" y="143345"/>
                  </a:cubicBezTo>
                  <a:cubicBezTo>
                    <a:pt x="649316" y="144428"/>
                    <a:pt x="645733" y="146178"/>
                    <a:pt x="642566" y="147678"/>
                  </a:cubicBezTo>
                  <a:cubicBezTo>
                    <a:pt x="630651" y="153427"/>
                    <a:pt x="622068" y="158510"/>
                    <a:pt x="612569" y="167843"/>
                  </a:cubicBezTo>
                  <a:cubicBezTo>
                    <a:pt x="611236" y="169093"/>
                    <a:pt x="612819" y="171092"/>
                    <a:pt x="614319" y="170092"/>
                  </a:cubicBezTo>
                  <a:cubicBezTo>
                    <a:pt x="624401" y="163426"/>
                    <a:pt x="635484" y="158510"/>
                    <a:pt x="646982" y="154677"/>
                  </a:cubicBezTo>
                  <a:cubicBezTo>
                    <a:pt x="650066" y="153594"/>
                    <a:pt x="653398" y="153010"/>
                    <a:pt x="656565" y="152177"/>
                  </a:cubicBezTo>
                  <a:cubicBezTo>
                    <a:pt x="657815" y="153927"/>
                    <a:pt x="659398" y="155593"/>
                    <a:pt x="661315" y="157177"/>
                  </a:cubicBezTo>
                  <a:cubicBezTo>
                    <a:pt x="664814" y="160093"/>
                    <a:pt x="668731" y="162510"/>
                    <a:pt x="672730" y="164760"/>
                  </a:cubicBezTo>
                  <a:cubicBezTo>
                    <a:pt x="664731" y="166009"/>
                    <a:pt x="657148" y="169259"/>
                    <a:pt x="649316" y="171925"/>
                  </a:cubicBezTo>
                  <a:cubicBezTo>
                    <a:pt x="641233" y="174675"/>
                    <a:pt x="629151" y="175425"/>
                    <a:pt x="623151" y="181925"/>
                  </a:cubicBezTo>
                  <a:cubicBezTo>
                    <a:pt x="621651" y="183508"/>
                    <a:pt x="624318" y="186008"/>
                    <a:pt x="625901" y="184591"/>
                  </a:cubicBezTo>
                  <a:cubicBezTo>
                    <a:pt x="632400" y="178758"/>
                    <a:pt x="647983" y="180091"/>
                    <a:pt x="656065" y="178175"/>
                  </a:cubicBezTo>
                  <a:cubicBezTo>
                    <a:pt x="661398" y="176842"/>
                    <a:pt x="666481" y="174925"/>
                    <a:pt x="671897" y="173842"/>
                  </a:cubicBezTo>
                  <a:cubicBezTo>
                    <a:pt x="672980" y="173675"/>
                    <a:pt x="680812" y="171259"/>
                    <a:pt x="681313" y="171342"/>
                  </a:cubicBezTo>
                  <a:cubicBezTo>
                    <a:pt x="682229" y="171592"/>
                    <a:pt x="683313" y="171509"/>
                    <a:pt x="684146" y="171009"/>
                  </a:cubicBezTo>
                  <a:cubicBezTo>
                    <a:pt x="687479" y="172759"/>
                    <a:pt x="690728" y="174592"/>
                    <a:pt x="693812" y="176675"/>
                  </a:cubicBezTo>
                  <a:cubicBezTo>
                    <a:pt x="697478" y="179091"/>
                    <a:pt x="701227" y="181591"/>
                    <a:pt x="704977" y="184175"/>
                  </a:cubicBezTo>
                  <a:cubicBezTo>
                    <a:pt x="698644" y="185008"/>
                    <a:pt x="692311" y="186507"/>
                    <a:pt x="685896" y="187924"/>
                  </a:cubicBezTo>
                  <a:cubicBezTo>
                    <a:pt x="671314" y="191090"/>
                    <a:pt x="656148" y="191424"/>
                    <a:pt x="641899" y="196007"/>
                  </a:cubicBezTo>
                  <a:cubicBezTo>
                    <a:pt x="639150" y="196923"/>
                    <a:pt x="640483" y="201589"/>
                    <a:pt x="643316" y="200923"/>
                  </a:cubicBezTo>
                  <a:cubicBezTo>
                    <a:pt x="658481" y="197590"/>
                    <a:pt x="674230" y="199756"/>
                    <a:pt x="689562" y="196923"/>
                  </a:cubicBezTo>
                  <a:cubicBezTo>
                    <a:pt x="698144" y="195340"/>
                    <a:pt x="709143" y="196340"/>
                    <a:pt x="717976" y="193924"/>
                  </a:cubicBezTo>
                  <a:cubicBezTo>
                    <a:pt x="721642" y="197007"/>
                    <a:pt x="725059" y="200256"/>
                    <a:pt x="728142" y="203756"/>
                  </a:cubicBezTo>
                  <a:cubicBezTo>
                    <a:pt x="731142" y="207255"/>
                    <a:pt x="733558" y="213088"/>
                    <a:pt x="736724" y="217005"/>
                  </a:cubicBezTo>
                  <a:cubicBezTo>
                    <a:pt x="733725" y="217171"/>
                    <a:pt x="730391" y="217505"/>
                    <a:pt x="729558" y="217505"/>
                  </a:cubicBezTo>
                  <a:lnTo>
                    <a:pt x="729558" y="217505"/>
                  </a:lnTo>
                  <a:close/>
                  <a:moveTo>
                    <a:pt x="294764" y="364158"/>
                  </a:moveTo>
                  <a:cubicBezTo>
                    <a:pt x="285515" y="369491"/>
                    <a:pt x="270433" y="372658"/>
                    <a:pt x="260100" y="375157"/>
                  </a:cubicBezTo>
                  <a:cubicBezTo>
                    <a:pt x="251018" y="377324"/>
                    <a:pt x="236020" y="375324"/>
                    <a:pt x="228187" y="380990"/>
                  </a:cubicBezTo>
                  <a:cubicBezTo>
                    <a:pt x="227687" y="378657"/>
                    <a:pt x="227187" y="376240"/>
                    <a:pt x="226604" y="373907"/>
                  </a:cubicBezTo>
                  <a:cubicBezTo>
                    <a:pt x="240519" y="370908"/>
                    <a:pt x="253185" y="364242"/>
                    <a:pt x="266184" y="358492"/>
                  </a:cubicBezTo>
                  <a:cubicBezTo>
                    <a:pt x="282182" y="351409"/>
                    <a:pt x="297431" y="341827"/>
                    <a:pt x="313262" y="334244"/>
                  </a:cubicBezTo>
                  <a:cubicBezTo>
                    <a:pt x="316096" y="332911"/>
                    <a:pt x="314262" y="328661"/>
                    <a:pt x="311346" y="329828"/>
                  </a:cubicBezTo>
                  <a:cubicBezTo>
                    <a:pt x="296014" y="335827"/>
                    <a:pt x="281182" y="341494"/>
                    <a:pt x="266600" y="349160"/>
                  </a:cubicBezTo>
                  <a:cubicBezTo>
                    <a:pt x="259934" y="352659"/>
                    <a:pt x="252601" y="354242"/>
                    <a:pt x="245935" y="357658"/>
                  </a:cubicBezTo>
                  <a:cubicBezTo>
                    <a:pt x="238603" y="361325"/>
                    <a:pt x="232520" y="364325"/>
                    <a:pt x="224437" y="366074"/>
                  </a:cubicBezTo>
                  <a:cubicBezTo>
                    <a:pt x="224354" y="365741"/>
                    <a:pt x="224270" y="365408"/>
                    <a:pt x="224104" y="365075"/>
                  </a:cubicBezTo>
                  <a:cubicBezTo>
                    <a:pt x="227604" y="361242"/>
                    <a:pt x="237269" y="356576"/>
                    <a:pt x="240686" y="353659"/>
                  </a:cubicBezTo>
                  <a:cubicBezTo>
                    <a:pt x="247685" y="347660"/>
                    <a:pt x="254601" y="341494"/>
                    <a:pt x="261767" y="335661"/>
                  </a:cubicBezTo>
                  <a:cubicBezTo>
                    <a:pt x="275933" y="324078"/>
                    <a:pt x="289181" y="310247"/>
                    <a:pt x="301514" y="296664"/>
                  </a:cubicBezTo>
                  <a:cubicBezTo>
                    <a:pt x="302180" y="295998"/>
                    <a:pt x="301014" y="294914"/>
                    <a:pt x="300347" y="295498"/>
                  </a:cubicBezTo>
                  <a:cubicBezTo>
                    <a:pt x="286432" y="308497"/>
                    <a:pt x="271433" y="321412"/>
                    <a:pt x="256101" y="332744"/>
                  </a:cubicBezTo>
                  <a:cubicBezTo>
                    <a:pt x="244435" y="341410"/>
                    <a:pt x="234019" y="351243"/>
                    <a:pt x="222271" y="359825"/>
                  </a:cubicBezTo>
                  <a:cubicBezTo>
                    <a:pt x="221271" y="357076"/>
                    <a:pt x="220188" y="354326"/>
                    <a:pt x="219021" y="351743"/>
                  </a:cubicBezTo>
                  <a:cubicBezTo>
                    <a:pt x="228937" y="345410"/>
                    <a:pt x="237269" y="334327"/>
                    <a:pt x="244685" y="325995"/>
                  </a:cubicBezTo>
                  <a:cubicBezTo>
                    <a:pt x="256851" y="312413"/>
                    <a:pt x="269350" y="299164"/>
                    <a:pt x="281849" y="285915"/>
                  </a:cubicBezTo>
                  <a:cubicBezTo>
                    <a:pt x="295431" y="271500"/>
                    <a:pt x="309013" y="257085"/>
                    <a:pt x="322928" y="243003"/>
                  </a:cubicBezTo>
                  <a:cubicBezTo>
                    <a:pt x="329678" y="236170"/>
                    <a:pt x="336511" y="229504"/>
                    <a:pt x="343260" y="222754"/>
                  </a:cubicBezTo>
                  <a:cubicBezTo>
                    <a:pt x="346176" y="219754"/>
                    <a:pt x="349426" y="216088"/>
                    <a:pt x="352759" y="212505"/>
                  </a:cubicBezTo>
                  <a:cubicBezTo>
                    <a:pt x="350342" y="220171"/>
                    <a:pt x="347926" y="227837"/>
                    <a:pt x="348259" y="235503"/>
                  </a:cubicBezTo>
                  <a:cubicBezTo>
                    <a:pt x="348676" y="245752"/>
                    <a:pt x="352926" y="245919"/>
                    <a:pt x="360508" y="250418"/>
                  </a:cubicBezTo>
                  <a:cubicBezTo>
                    <a:pt x="365258" y="253252"/>
                    <a:pt x="369007" y="254835"/>
                    <a:pt x="369174" y="262334"/>
                  </a:cubicBezTo>
                  <a:cubicBezTo>
                    <a:pt x="369258" y="265084"/>
                    <a:pt x="368174" y="268083"/>
                    <a:pt x="368174" y="270917"/>
                  </a:cubicBezTo>
                  <a:cubicBezTo>
                    <a:pt x="368091" y="275583"/>
                    <a:pt x="368674" y="279832"/>
                    <a:pt x="371007" y="283999"/>
                  </a:cubicBezTo>
                  <a:cubicBezTo>
                    <a:pt x="374757" y="290748"/>
                    <a:pt x="380757" y="292581"/>
                    <a:pt x="379423" y="301580"/>
                  </a:cubicBezTo>
                  <a:cubicBezTo>
                    <a:pt x="378590" y="307246"/>
                    <a:pt x="374590" y="312413"/>
                    <a:pt x="373424" y="318079"/>
                  </a:cubicBezTo>
                  <a:cubicBezTo>
                    <a:pt x="370591" y="331578"/>
                    <a:pt x="383589" y="346993"/>
                    <a:pt x="372507" y="357492"/>
                  </a:cubicBezTo>
                  <a:cubicBezTo>
                    <a:pt x="359675" y="369657"/>
                    <a:pt x="337927" y="372658"/>
                    <a:pt x="321512" y="376824"/>
                  </a:cubicBezTo>
                  <a:cubicBezTo>
                    <a:pt x="304763" y="381074"/>
                    <a:pt x="288265" y="385156"/>
                    <a:pt x="271100" y="387656"/>
                  </a:cubicBezTo>
                  <a:cubicBezTo>
                    <a:pt x="262601" y="388906"/>
                    <a:pt x="254018" y="389072"/>
                    <a:pt x="245518" y="389739"/>
                  </a:cubicBezTo>
                  <a:cubicBezTo>
                    <a:pt x="240602" y="390156"/>
                    <a:pt x="235186" y="391572"/>
                    <a:pt x="230103" y="391572"/>
                  </a:cubicBezTo>
                  <a:cubicBezTo>
                    <a:pt x="229853" y="389989"/>
                    <a:pt x="229520" y="388489"/>
                    <a:pt x="229270" y="386906"/>
                  </a:cubicBezTo>
                  <a:cubicBezTo>
                    <a:pt x="240186" y="387489"/>
                    <a:pt x="252518" y="384990"/>
                    <a:pt x="262684" y="381490"/>
                  </a:cubicBezTo>
                  <a:cubicBezTo>
                    <a:pt x="273516" y="377824"/>
                    <a:pt x="286515" y="372907"/>
                    <a:pt x="295264" y="365325"/>
                  </a:cubicBezTo>
                  <a:cubicBezTo>
                    <a:pt x="295848" y="364741"/>
                    <a:pt x="295431" y="363825"/>
                    <a:pt x="294764" y="364158"/>
                  </a:cubicBezTo>
                  <a:lnTo>
                    <a:pt x="294764" y="364158"/>
                  </a:lnTo>
                  <a:close/>
                </a:path>
              </a:pathLst>
            </a:custGeom>
            <a:grpFill/>
            <a:ln w="8332" cap="flat">
              <a:noFill/>
              <a:prstDash val="solid"/>
              <a:miter/>
            </a:ln>
          </p:spPr>
          <p:txBody>
            <a:bodyPr rtlCol="0" anchor="ctr"/>
            <a:lstStyle/>
            <a:p>
              <a:endParaRPr lang="en-US"/>
            </a:p>
          </p:txBody>
        </p:sp>
        <p:sp>
          <p:nvSpPr>
            <p:cNvPr id="2345" name="Freeform: Shape 2344"/>
            <p:cNvSpPr/>
            <p:nvPr/>
          </p:nvSpPr>
          <p:spPr>
            <a:xfrm>
              <a:off x="3646039" y="6902720"/>
              <a:ext cx="30415" cy="33887"/>
            </a:xfrm>
            <a:custGeom>
              <a:avLst/>
              <a:gdLst>
                <a:gd name="connsiteX0" fmla="*/ 24818 w 30415"/>
                <a:gd name="connsiteY0" fmla="*/ 3168 h 33887"/>
                <a:gd name="connsiteX1" fmla="*/ 1070 w 30415"/>
                <a:gd name="connsiteY1" fmla="*/ 11834 h 33887"/>
                <a:gd name="connsiteX2" fmla="*/ 2736 w 30415"/>
                <a:gd name="connsiteY2" fmla="*/ 26916 h 33887"/>
                <a:gd name="connsiteX3" fmla="*/ 3486 w 30415"/>
                <a:gd name="connsiteY3" fmla="*/ 27749 h 33887"/>
                <a:gd name="connsiteX4" fmla="*/ 16819 w 30415"/>
                <a:gd name="connsiteY4" fmla="*/ 33749 h 33887"/>
                <a:gd name="connsiteX5" fmla="*/ 24818 w 30415"/>
                <a:gd name="connsiteY5" fmla="*/ 3168 h 33887"/>
                <a:gd name="connsiteX6" fmla="*/ 24818 w 30415"/>
                <a:gd name="connsiteY6" fmla="*/ 3168 h 33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415" h="33887">
                  <a:moveTo>
                    <a:pt x="24818" y="3168"/>
                  </a:moveTo>
                  <a:cubicBezTo>
                    <a:pt x="16068" y="-4081"/>
                    <a:pt x="4403" y="2085"/>
                    <a:pt x="1070" y="11834"/>
                  </a:cubicBezTo>
                  <a:cubicBezTo>
                    <a:pt x="-597" y="16833"/>
                    <a:pt x="-513" y="22583"/>
                    <a:pt x="2736" y="26916"/>
                  </a:cubicBezTo>
                  <a:cubicBezTo>
                    <a:pt x="2986" y="27249"/>
                    <a:pt x="3236" y="27416"/>
                    <a:pt x="3486" y="27749"/>
                  </a:cubicBezTo>
                  <a:cubicBezTo>
                    <a:pt x="6236" y="32165"/>
                    <a:pt x="11652" y="34499"/>
                    <a:pt x="16819" y="33749"/>
                  </a:cubicBezTo>
                  <a:cubicBezTo>
                    <a:pt x="30567" y="31832"/>
                    <a:pt x="35067" y="11667"/>
                    <a:pt x="24818" y="3168"/>
                  </a:cubicBezTo>
                  <a:lnTo>
                    <a:pt x="24818" y="3168"/>
                  </a:lnTo>
                  <a:close/>
                </a:path>
              </a:pathLst>
            </a:custGeom>
            <a:grpFill/>
            <a:ln w="8332" cap="flat">
              <a:noFill/>
              <a:prstDash val="solid"/>
              <a:miter/>
            </a:ln>
          </p:spPr>
          <p:txBody>
            <a:bodyPr rtlCol="0" anchor="ctr"/>
            <a:lstStyle/>
            <a:p>
              <a:endParaRPr lang="en-US"/>
            </a:p>
          </p:txBody>
        </p:sp>
        <p:sp>
          <p:nvSpPr>
            <p:cNvPr id="2346" name="Freeform: Shape 2345"/>
            <p:cNvSpPr/>
            <p:nvPr/>
          </p:nvSpPr>
          <p:spPr>
            <a:xfrm>
              <a:off x="1403623" y="6225906"/>
              <a:ext cx="350318" cy="618151"/>
            </a:xfrm>
            <a:custGeom>
              <a:avLst/>
              <a:gdLst>
                <a:gd name="connsiteX0" fmla="*/ 328075 w 350318"/>
                <a:gd name="connsiteY0" fmla="*/ 294934 h 618151"/>
                <a:gd name="connsiteX1" fmla="*/ 345074 w 350318"/>
                <a:gd name="connsiteY1" fmla="*/ 198942 h 618151"/>
                <a:gd name="connsiteX2" fmla="*/ 349240 w 350318"/>
                <a:gd name="connsiteY2" fmla="*/ 114367 h 618151"/>
                <a:gd name="connsiteX3" fmla="*/ 260498 w 350318"/>
                <a:gd name="connsiteY3" fmla="*/ 1877 h 618151"/>
                <a:gd name="connsiteX4" fmla="*/ 121010 w 350318"/>
                <a:gd name="connsiteY4" fmla="*/ 60538 h 618151"/>
                <a:gd name="connsiteX5" fmla="*/ 77098 w 350318"/>
                <a:gd name="connsiteY5" fmla="*/ 132032 h 618151"/>
                <a:gd name="connsiteX6" fmla="*/ 58016 w 350318"/>
                <a:gd name="connsiteY6" fmla="*/ 175444 h 618151"/>
                <a:gd name="connsiteX7" fmla="*/ 28935 w 350318"/>
                <a:gd name="connsiteY7" fmla="*/ 262686 h 618151"/>
                <a:gd name="connsiteX8" fmla="*/ 9187 w 350318"/>
                <a:gd name="connsiteY8" fmla="*/ 355095 h 618151"/>
                <a:gd name="connsiteX9" fmla="*/ 1355 w 350318"/>
                <a:gd name="connsiteY9" fmla="*/ 432671 h 618151"/>
                <a:gd name="connsiteX10" fmla="*/ 41101 w 350318"/>
                <a:gd name="connsiteY10" fmla="*/ 478001 h 618151"/>
                <a:gd name="connsiteX11" fmla="*/ 98429 w 350318"/>
                <a:gd name="connsiteY11" fmla="*/ 494749 h 618151"/>
                <a:gd name="connsiteX12" fmla="*/ 76098 w 350318"/>
                <a:gd name="connsiteY12" fmla="*/ 574742 h 618151"/>
                <a:gd name="connsiteX13" fmla="*/ 117677 w 350318"/>
                <a:gd name="connsiteY13" fmla="*/ 617988 h 618151"/>
                <a:gd name="connsiteX14" fmla="*/ 149174 w 350318"/>
                <a:gd name="connsiteY14" fmla="*/ 608655 h 618151"/>
                <a:gd name="connsiteX15" fmla="*/ 163257 w 350318"/>
                <a:gd name="connsiteY15" fmla="*/ 574908 h 618151"/>
                <a:gd name="connsiteX16" fmla="*/ 171673 w 350318"/>
                <a:gd name="connsiteY16" fmla="*/ 525413 h 618151"/>
                <a:gd name="connsiteX17" fmla="*/ 174756 w 350318"/>
                <a:gd name="connsiteY17" fmla="*/ 506081 h 618151"/>
                <a:gd name="connsiteX18" fmla="*/ 274497 w 350318"/>
                <a:gd name="connsiteY18" fmla="*/ 469251 h 618151"/>
                <a:gd name="connsiteX19" fmla="*/ 328075 w 350318"/>
                <a:gd name="connsiteY19" fmla="*/ 294934 h 618151"/>
                <a:gd name="connsiteX20" fmla="*/ 328075 w 350318"/>
                <a:gd name="connsiteY20" fmla="*/ 294934 h 618151"/>
                <a:gd name="connsiteX21" fmla="*/ 150924 w 350318"/>
                <a:gd name="connsiteY21" fmla="*/ 564743 h 618151"/>
                <a:gd name="connsiteX22" fmla="*/ 142092 w 350318"/>
                <a:gd name="connsiteY22" fmla="*/ 595406 h 618151"/>
                <a:gd name="connsiteX23" fmla="*/ 102512 w 350318"/>
                <a:gd name="connsiteY23" fmla="*/ 597740 h 618151"/>
                <a:gd name="connsiteX24" fmla="*/ 89597 w 350318"/>
                <a:gd name="connsiteY24" fmla="*/ 573242 h 618151"/>
                <a:gd name="connsiteX25" fmla="*/ 94096 w 350318"/>
                <a:gd name="connsiteY25" fmla="*/ 542411 h 618151"/>
                <a:gd name="connsiteX26" fmla="*/ 108345 w 350318"/>
                <a:gd name="connsiteY26" fmla="*/ 496832 h 618151"/>
                <a:gd name="connsiteX27" fmla="*/ 131593 w 350318"/>
                <a:gd name="connsiteY27" fmla="*/ 501165 h 618151"/>
                <a:gd name="connsiteX28" fmla="*/ 160257 w 350318"/>
                <a:gd name="connsiteY28" fmla="*/ 505082 h 618151"/>
                <a:gd name="connsiteX29" fmla="*/ 150924 w 350318"/>
                <a:gd name="connsiteY29" fmla="*/ 564743 h 618151"/>
                <a:gd name="connsiteX30" fmla="*/ 150924 w 350318"/>
                <a:gd name="connsiteY30" fmla="*/ 564743 h 618151"/>
                <a:gd name="connsiteX31" fmla="*/ 250999 w 350318"/>
                <a:gd name="connsiteY31" fmla="*/ 475417 h 618151"/>
                <a:gd name="connsiteX32" fmla="*/ 172922 w 350318"/>
                <a:gd name="connsiteY32" fmla="*/ 491499 h 618151"/>
                <a:gd name="connsiteX33" fmla="*/ 90180 w 350318"/>
                <a:gd name="connsiteY33" fmla="*/ 477000 h 618151"/>
                <a:gd name="connsiteX34" fmla="*/ 20436 w 350318"/>
                <a:gd name="connsiteY34" fmla="*/ 443587 h 618151"/>
                <a:gd name="connsiteX35" fmla="*/ 16020 w 350318"/>
                <a:gd name="connsiteY35" fmla="*/ 398758 h 618151"/>
                <a:gd name="connsiteX36" fmla="*/ 19353 w 350318"/>
                <a:gd name="connsiteY36" fmla="*/ 374843 h 618151"/>
                <a:gd name="connsiteX37" fmla="*/ 54433 w 350318"/>
                <a:gd name="connsiteY37" fmla="*/ 387759 h 618151"/>
                <a:gd name="connsiteX38" fmla="*/ 138759 w 350318"/>
                <a:gd name="connsiteY38" fmla="*/ 413840 h 618151"/>
                <a:gd name="connsiteX39" fmla="*/ 279746 w 350318"/>
                <a:gd name="connsiteY39" fmla="*/ 429755 h 618151"/>
                <a:gd name="connsiteX40" fmla="*/ 250999 w 350318"/>
                <a:gd name="connsiteY40" fmla="*/ 475417 h 618151"/>
                <a:gd name="connsiteX41" fmla="*/ 250999 w 350318"/>
                <a:gd name="connsiteY41" fmla="*/ 475417 h 618151"/>
                <a:gd name="connsiteX42" fmla="*/ 287329 w 350318"/>
                <a:gd name="connsiteY42" fmla="*/ 407923 h 618151"/>
                <a:gd name="connsiteX43" fmla="*/ 284246 w 350318"/>
                <a:gd name="connsiteY43" fmla="*/ 417423 h 618151"/>
                <a:gd name="connsiteX44" fmla="*/ 255498 w 350318"/>
                <a:gd name="connsiteY44" fmla="*/ 418006 h 618151"/>
                <a:gd name="connsiteX45" fmla="*/ 216585 w 350318"/>
                <a:gd name="connsiteY45" fmla="*/ 414506 h 618151"/>
                <a:gd name="connsiteX46" fmla="*/ 146675 w 350318"/>
                <a:gd name="connsiteY46" fmla="*/ 402507 h 618151"/>
                <a:gd name="connsiteX47" fmla="*/ 72681 w 350318"/>
                <a:gd name="connsiteY47" fmla="*/ 382093 h 618151"/>
                <a:gd name="connsiteX48" fmla="*/ 21103 w 350318"/>
                <a:gd name="connsiteY48" fmla="*/ 366344 h 618151"/>
                <a:gd name="connsiteX49" fmla="*/ 24019 w 350318"/>
                <a:gd name="connsiteY49" fmla="*/ 352762 h 618151"/>
                <a:gd name="connsiteX50" fmla="*/ 41768 w 350318"/>
                <a:gd name="connsiteY50" fmla="*/ 275352 h 618151"/>
                <a:gd name="connsiteX51" fmla="*/ 94179 w 350318"/>
                <a:gd name="connsiteY51" fmla="*/ 127449 h 618151"/>
                <a:gd name="connsiteX52" fmla="*/ 201836 w 350318"/>
                <a:gd name="connsiteY52" fmla="*/ 19875 h 618151"/>
                <a:gd name="connsiteX53" fmla="*/ 283746 w 350318"/>
                <a:gd name="connsiteY53" fmla="*/ 23125 h 618151"/>
                <a:gd name="connsiteX54" fmla="*/ 333491 w 350318"/>
                <a:gd name="connsiteY54" fmla="*/ 86869 h 618151"/>
                <a:gd name="connsiteX55" fmla="*/ 325242 w 350318"/>
                <a:gd name="connsiteY55" fmla="*/ 248188 h 618151"/>
                <a:gd name="connsiteX56" fmla="*/ 306994 w 350318"/>
                <a:gd name="connsiteY56" fmla="*/ 330014 h 618151"/>
                <a:gd name="connsiteX57" fmla="*/ 287329 w 350318"/>
                <a:gd name="connsiteY57" fmla="*/ 407923 h 618151"/>
                <a:gd name="connsiteX58" fmla="*/ 287329 w 350318"/>
                <a:gd name="connsiteY58" fmla="*/ 407923 h 618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350318" h="618151">
                  <a:moveTo>
                    <a:pt x="328075" y="294934"/>
                  </a:moveTo>
                  <a:cubicBezTo>
                    <a:pt x="335241" y="263103"/>
                    <a:pt x="340491" y="231189"/>
                    <a:pt x="345074" y="198942"/>
                  </a:cubicBezTo>
                  <a:cubicBezTo>
                    <a:pt x="349073" y="170945"/>
                    <a:pt x="351990" y="142531"/>
                    <a:pt x="349240" y="114367"/>
                  </a:cubicBezTo>
                  <a:cubicBezTo>
                    <a:pt x="344157" y="62954"/>
                    <a:pt x="315410" y="12292"/>
                    <a:pt x="260498" y="1877"/>
                  </a:cubicBezTo>
                  <a:cubicBezTo>
                    <a:pt x="208669" y="-7956"/>
                    <a:pt x="153674" y="22208"/>
                    <a:pt x="121010" y="60538"/>
                  </a:cubicBezTo>
                  <a:cubicBezTo>
                    <a:pt x="102929" y="81869"/>
                    <a:pt x="88680" y="106284"/>
                    <a:pt x="77098" y="132032"/>
                  </a:cubicBezTo>
                  <a:cubicBezTo>
                    <a:pt x="69848" y="146114"/>
                    <a:pt x="63516" y="160862"/>
                    <a:pt x="58016" y="175444"/>
                  </a:cubicBezTo>
                  <a:cubicBezTo>
                    <a:pt x="47184" y="203942"/>
                    <a:pt x="36768" y="233356"/>
                    <a:pt x="28935" y="262686"/>
                  </a:cubicBezTo>
                  <a:cubicBezTo>
                    <a:pt x="20853" y="293017"/>
                    <a:pt x="15853" y="324514"/>
                    <a:pt x="9187" y="355095"/>
                  </a:cubicBezTo>
                  <a:cubicBezTo>
                    <a:pt x="4021" y="378759"/>
                    <a:pt x="-2979" y="408507"/>
                    <a:pt x="1355" y="432671"/>
                  </a:cubicBezTo>
                  <a:cubicBezTo>
                    <a:pt x="5271" y="454669"/>
                    <a:pt x="20769" y="470251"/>
                    <a:pt x="41101" y="478001"/>
                  </a:cubicBezTo>
                  <a:cubicBezTo>
                    <a:pt x="59516" y="485000"/>
                    <a:pt x="78931" y="490416"/>
                    <a:pt x="98429" y="494749"/>
                  </a:cubicBezTo>
                  <a:cubicBezTo>
                    <a:pt x="88597" y="520997"/>
                    <a:pt x="79097" y="546494"/>
                    <a:pt x="76098" y="574742"/>
                  </a:cubicBezTo>
                  <a:cubicBezTo>
                    <a:pt x="73848" y="596073"/>
                    <a:pt x="97596" y="616321"/>
                    <a:pt x="117677" y="617988"/>
                  </a:cubicBezTo>
                  <a:cubicBezTo>
                    <a:pt x="128760" y="618904"/>
                    <a:pt x="140592" y="615988"/>
                    <a:pt x="149174" y="608655"/>
                  </a:cubicBezTo>
                  <a:cubicBezTo>
                    <a:pt x="159840" y="599489"/>
                    <a:pt x="160674" y="587990"/>
                    <a:pt x="163257" y="574908"/>
                  </a:cubicBezTo>
                  <a:cubicBezTo>
                    <a:pt x="166506" y="558410"/>
                    <a:pt x="169756" y="542078"/>
                    <a:pt x="171673" y="525413"/>
                  </a:cubicBezTo>
                  <a:cubicBezTo>
                    <a:pt x="172256" y="520497"/>
                    <a:pt x="174422" y="512997"/>
                    <a:pt x="174756" y="506081"/>
                  </a:cubicBezTo>
                  <a:cubicBezTo>
                    <a:pt x="212919" y="507998"/>
                    <a:pt x="252582" y="501581"/>
                    <a:pt x="274497" y="469251"/>
                  </a:cubicBezTo>
                  <a:cubicBezTo>
                    <a:pt x="308160" y="419506"/>
                    <a:pt x="315160" y="352511"/>
                    <a:pt x="328075" y="294934"/>
                  </a:cubicBezTo>
                  <a:lnTo>
                    <a:pt x="328075" y="294934"/>
                  </a:lnTo>
                  <a:close/>
                  <a:moveTo>
                    <a:pt x="150924" y="564743"/>
                  </a:moveTo>
                  <a:cubicBezTo>
                    <a:pt x="148925" y="574575"/>
                    <a:pt x="149008" y="587741"/>
                    <a:pt x="142092" y="595406"/>
                  </a:cubicBezTo>
                  <a:cubicBezTo>
                    <a:pt x="132426" y="606072"/>
                    <a:pt x="113428" y="606322"/>
                    <a:pt x="102512" y="597740"/>
                  </a:cubicBezTo>
                  <a:cubicBezTo>
                    <a:pt x="94263" y="591324"/>
                    <a:pt x="88513" y="583324"/>
                    <a:pt x="89597" y="573242"/>
                  </a:cubicBezTo>
                  <a:cubicBezTo>
                    <a:pt x="90596" y="563076"/>
                    <a:pt x="92096" y="552493"/>
                    <a:pt x="94096" y="542411"/>
                  </a:cubicBezTo>
                  <a:cubicBezTo>
                    <a:pt x="97179" y="526829"/>
                    <a:pt x="104012" y="512164"/>
                    <a:pt x="108345" y="496832"/>
                  </a:cubicBezTo>
                  <a:cubicBezTo>
                    <a:pt x="116094" y="498415"/>
                    <a:pt x="123843" y="499832"/>
                    <a:pt x="131593" y="501165"/>
                  </a:cubicBezTo>
                  <a:cubicBezTo>
                    <a:pt x="140592" y="502665"/>
                    <a:pt x="150258" y="504081"/>
                    <a:pt x="160257" y="505082"/>
                  </a:cubicBezTo>
                  <a:cubicBezTo>
                    <a:pt x="158924" y="525079"/>
                    <a:pt x="154841" y="545328"/>
                    <a:pt x="150924" y="564743"/>
                  </a:cubicBezTo>
                  <a:lnTo>
                    <a:pt x="150924" y="564743"/>
                  </a:lnTo>
                  <a:close/>
                  <a:moveTo>
                    <a:pt x="250999" y="475417"/>
                  </a:moveTo>
                  <a:cubicBezTo>
                    <a:pt x="231750" y="492416"/>
                    <a:pt x="197253" y="492832"/>
                    <a:pt x="172922" y="491499"/>
                  </a:cubicBezTo>
                  <a:cubicBezTo>
                    <a:pt x="144842" y="489999"/>
                    <a:pt x="117344" y="483667"/>
                    <a:pt x="90180" y="477000"/>
                  </a:cubicBezTo>
                  <a:cubicBezTo>
                    <a:pt x="65932" y="471084"/>
                    <a:pt x="34601" y="466502"/>
                    <a:pt x="20436" y="443587"/>
                  </a:cubicBezTo>
                  <a:cubicBezTo>
                    <a:pt x="11770" y="429588"/>
                    <a:pt x="14103" y="414173"/>
                    <a:pt x="16020" y="398758"/>
                  </a:cubicBezTo>
                  <a:cubicBezTo>
                    <a:pt x="17020" y="390758"/>
                    <a:pt x="18020" y="382759"/>
                    <a:pt x="19353" y="374843"/>
                  </a:cubicBezTo>
                  <a:cubicBezTo>
                    <a:pt x="29352" y="381593"/>
                    <a:pt x="45767" y="384592"/>
                    <a:pt x="54433" y="387759"/>
                  </a:cubicBezTo>
                  <a:cubicBezTo>
                    <a:pt x="82264" y="397758"/>
                    <a:pt x="110261" y="406007"/>
                    <a:pt x="138759" y="413840"/>
                  </a:cubicBezTo>
                  <a:cubicBezTo>
                    <a:pt x="182838" y="426005"/>
                    <a:pt x="233584" y="435004"/>
                    <a:pt x="279746" y="429755"/>
                  </a:cubicBezTo>
                  <a:cubicBezTo>
                    <a:pt x="272997" y="446920"/>
                    <a:pt x="263997" y="464085"/>
                    <a:pt x="250999" y="475417"/>
                  </a:cubicBezTo>
                  <a:lnTo>
                    <a:pt x="250999" y="475417"/>
                  </a:lnTo>
                  <a:close/>
                  <a:moveTo>
                    <a:pt x="287329" y="407923"/>
                  </a:moveTo>
                  <a:cubicBezTo>
                    <a:pt x="286329" y="411006"/>
                    <a:pt x="285329" y="414173"/>
                    <a:pt x="284246" y="417423"/>
                  </a:cubicBezTo>
                  <a:cubicBezTo>
                    <a:pt x="274663" y="417172"/>
                    <a:pt x="265081" y="418506"/>
                    <a:pt x="255498" y="418006"/>
                  </a:cubicBezTo>
                  <a:cubicBezTo>
                    <a:pt x="242416" y="417256"/>
                    <a:pt x="229501" y="416089"/>
                    <a:pt x="216585" y="414506"/>
                  </a:cubicBezTo>
                  <a:cubicBezTo>
                    <a:pt x="193337" y="411590"/>
                    <a:pt x="169423" y="408256"/>
                    <a:pt x="146675" y="402507"/>
                  </a:cubicBezTo>
                  <a:cubicBezTo>
                    <a:pt x="121760" y="396258"/>
                    <a:pt x="97179" y="389758"/>
                    <a:pt x="72681" y="382093"/>
                  </a:cubicBezTo>
                  <a:cubicBezTo>
                    <a:pt x="55766" y="376760"/>
                    <a:pt x="38518" y="370427"/>
                    <a:pt x="21103" y="366344"/>
                  </a:cubicBezTo>
                  <a:cubicBezTo>
                    <a:pt x="22103" y="361761"/>
                    <a:pt x="23019" y="357261"/>
                    <a:pt x="24019" y="352762"/>
                  </a:cubicBezTo>
                  <a:cubicBezTo>
                    <a:pt x="29435" y="326931"/>
                    <a:pt x="34768" y="300766"/>
                    <a:pt x="41768" y="275352"/>
                  </a:cubicBezTo>
                  <a:cubicBezTo>
                    <a:pt x="55350" y="225606"/>
                    <a:pt x="71598" y="173778"/>
                    <a:pt x="94179" y="127449"/>
                  </a:cubicBezTo>
                  <a:cubicBezTo>
                    <a:pt x="116761" y="81120"/>
                    <a:pt x="151174" y="36707"/>
                    <a:pt x="201836" y="19875"/>
                  </a:cubicBezTo>
                  <a:cubicBezTo>
                    <a:pt x="228834" y="10959"/>
                    <a:pt x="258165" y="9293"/>
                    <a:pt x="283746" y="23125"/>
                  </a:cubicBezTo>
                  <a:cubicBezTo>
                    <a:pt x="309243" y="36957"/>
                    <a:pt x="326325" y="58788"/>
                    <a:pt x="333491" y="86869"/>
                  </a:cubicBezTo>
                  <a:cubicBezTo>
                    <a:pt x="346823" y="139281"/>
                    <a:pt x="334741" y="196109"/>
                    <a:pt x="325242" y="248188"/>
                  </a:cubicBezTo>
                  <a:cubicBezTo>
                    <a:pt x="320242" y="275685"/>
                    <a:pt x="313410" y="302850"/>
                    <a:pt x="306994" y="330014"/>
                  </a:cubicBezTo>
                  <a:cubicBezTo>
                    <a:pt x="300661" y="356095"/>
                    <a:pt x="295328" y="382509"/>
                    <a:pt x="287329" y="407923"/>
                  </a:cubicBezTo>
                  <a:lnTo>
                    <a:pt x="287329" y="407923"/>
                  </a:lnTo>
                  <a:close/>
                </a:path>
              </a:pathLst>
            </a:custGeom>
            <a:grpFill/>
            <a:ln w="8332" cap="flat">
              <a:noFill/>
              <a:prstDash val="solid"/>
              <a:miter/>
            </a:ln>
          </p:spPr>
          <p:txBody>
            <a:bodyPr rtlCol="0" anchor="ctr"/>
            <a:lstStyle/>
            <a:p>
              <a:endParaRPr lang="en-US"/>
            </a:p>
          </p:txBody>
        </p:sp>
        <p:sp>
          <p:nvSpPr>
            <p:cNvPr id="2347" name="Freeform: Shape 2346"/>
            <p:cNvSpPr/>
            <p:nvPr/>
          </p:nvSpPr>
          <p:spPr>
            <a:xfrm>
              <a:off x="1474466" y="6284323"/>
              <a:ext cx="142289" cy="306679"/>
            </a:xfrm>
            <a:custGeom>
              <a:avLst/>
              <a:gdLst>
                <a:gd name="connsiteX0" fmla="*/ 138660 w 142289"/>
                <a:gd name="connsiteY0" fmla="*/ 36951 h 306679"/>
                <a:gd name="connsiteX1" fmla="*/ 139910 w 142289"/>
                <a:gd name="connsiteY1" fmla="*/ 8621 h 306679"/>
                <a:gd name="connsiteX2" fmla="*/ 137244 w 142289"/>
                <a:gd name="connsiteY2" fmla="*/ 5371 h 306679"/>
                <a:gd name="connsiteX3" fmla="*/ 135410 w 142289"/>
                <a:gd name="connsiteY3" fmla="*/ 2788 h 306679"/>
                <a:gd name="connsiteX4" fmla="*/ 131577 w 142289"/>
                <a:gd name="connsiteY4" fmla="*/ 1621 h 306679"/>
                <a:gd name="connsiteX5" fmla="*/ 113579 w 142289"/>
                <a:gd name="connsiteY5" fmla="*/ 1954 h 306679"/>
                <a:gd name="connsiteX6" fmla="*/ 72833 w 142289"/>
                <a:gd name="connsiteY6" fmla="*/ 47783 h 306679"/>
                <a:gd name="connsiteX7" fmla="*/ 45168 w 142289"/>
                <a:gd name="connsiteY7" fmla="*/ 106111 h 306679"/>
                <a:gd name="connsiteX8" fmla="*/ 14921 w 142289"/>
                <a:gd name="connsiteY8" fmla="*/ 195520 h 306679"/>
                <a:gd name="connsiteX9" fmla="*/ 1672 w 142289"/>
                <a:gd name="connsiteY9" fmla="*/ 280179 h 306679"/>
                <a:gd name="connsiteX10" fmla="*/ 42669 w 142289"/>
                <a:gd name="connsiteY10" fmla="*/ 304594 h 306679"/>
                <a:gd name="connsiteX11" fmla="*/ 79999 w 142289"/>
                <a:gd name="connsiteY11" fmla="*/ 236100 h 306679"/>
                <a:gd name="connsiteX12" fmla="*/ 111163 w 142289"/>
                <a:gd name="connsiteY12" fmla="*/ 134609 h 306679"/>
                <a:gd name="connsiteX13" fmla="*/ 138660 w 142289"/>
                <a:gd name="connsiteY13" fmla="*/ 36951 h 306679"/>
                <a:gd name="connsiteX14" fmla="*/ 138660 w 142289"/>
                <a:gd name="connsiteY14" fmla="*/ 36951 h 306679"/>
                <a:gd name="connsiteX15" fmla="*/ 110079 w 142289"/>
                <a:gd name="connsiteY15" fmla="*/ 105529 h 306679"/>
                <a:gd name="connsiteX16" fmla="*/ 81748 w 142289"/>
                <a:gd name="connsiteY16" fmla="*/ 195604 h 306679"/>
                <a:gd name="connsiteX17" fmla="*/ 49668 w 142289"/>
                <a:gd name="connsiteY17" fmla="*/ 280846 h 306679"/>
                <a:gd name="connsiteX18" fmla="*/ 24754 w 142289"/>
                <a:gd name="connsiteY18" fmla="*/ 292345 h 306679"/>
                <a:gd name="connsiteX19" fmla="*/ 12505 w 142289"/>
                <a:gd name="connsiteY19" fmla="*/ 272347 h 306679"/>
                <a:gd name="connsiteX20" fmla="*/ 17088 w 142289"/>
                <a:gd name="connsiteY20" fmla="*/ 227601 h 306679"/>
                <a:gd name="connsiteX21" fmla="*/ 41002 w 142289"/>
                <a:gd name="connsiteY21" fmla="*/ 142525 h 306679"/>
                <a:gd name="connsiteX22" fmla="*/ 77332 w 142289"/>
                <a:gd name="connsiteY22" fmla="*/ 59116 h 306679"/>
                <a:gd name="connsiteX23" fmla="*/ 117329 w 142289"/>
                <a:gd name="connsiteY23" fmla="*/ 9121 h 306679"/>
                <a:gd name="connsiteX24" fmla="*/ 133161 w 142289"/>
                <a:gd name="connsiteY24" fmla="*/ 20536 h 306679"/>
                <a:gd name="connsiteX25" fmla="*/ 128494 w 142289"/>
                <a:gd name="connsiteY25" fmla="*/ 39868 h 306679"/>
                <a:gd name="connsiteX26" fmla="*/ 123828 w 142289"/>
                <a:gd name="connsiteY26" fmla="*/ 62032 h 306679"/>
                <a:gd name="connsiteX27" fmla="*/ 110079 w 142289"/>
                <a:gd name="connsiteY27" fmla="*/ 105529 h 306679"/>
                <a:gd name="connsiteX28" fmla="*/ 110079 w 142289"/>
                <a:gd name="connsiteY28" fmla="*/ 105529 h 306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2289" h="306679">
                  <a:moveTo>
                    <a:pt x="138660" y="36951"/>
                  </a:moveTo>
                  <a:cubicBezTo>
                    <a:pt x="140327" y="28119"/>
                    <a:pt x="145159" y="17036"/>
                    <a:pt x="139910" y="8621"/>
                  </a:cubicBezTo>
                  <a:cubicBezTo>
                    <a:pt x="139160" y="7371"/>
                    <a:pt x="138243" y="6287"/>
                    <a:pt x="137244" y="5371"/>
                  </a:cubicBezTo>
                  <a:cubicBezTo>
                    <a:pt x="137244" y="4288"/>
                    <a:pt x="136744" y="3204"/>
                    <a:pt x="135410" y="2788"/>
                  </a:cubicBezTo>
                  <a:cubicBezTo>
                    <a:pt x="134077" y="2288"/>
                    <a:pt x="132827" y="1954"/>
                    <a:pt x="131577" y="1621"/>
                  </a:cubicBezTo>
                  <a:cubicBezTo>
                    <a:pt x="125994" y="-712"/>
                    <a:pt x="119245" y="-462"/>
                    <a:pt x="113579" y="1954"/>
                  </a:cubicBezTo>
                  <a:cubicBezTo>
                    <a:pt x="94247" y="10204"/>
                    <a:pt x="82248" y="28702"/>
                    <a:pt x="72833" y="47783"/>
                  </a:cubicBezTo>
                  <a:cubicBezTo>
                    <a:pt x="62000" y="66449"/>
                    <a:pt x="53251" y="86447"/>
                    <a:pt x="45168" y="106111"/>
                  </a:cubicBezTo>
                  <a:cubicBezTo>
                    <a:pt x="33170" y="135275"/>
                    <a:pt x="23754" y="165273"/>
                    <a:pt x="14921" y="195520"/>
                  </a:cubicBezTo>
                  <a:cubicBezTo>
                    <a:pt x="7505" y="220935"/>
                    <a:pt x="-4410" y="253432"/>
                    <a:pt x="1672" y="280179"/>
                  </a:cubicBezTo>
                  <a:cubicBezTo>
                    <a:pt x="5589" y="297595"/>
                    <a:pt x="25004" y="312260"/>
                    <a:pt x="42669" y="304594"/>
                  </a:cubicBezTo>
                  <a:cubicBezTo>
                    <a:pt x="65833" y="294595"/>
                    <a:pt x="72999" y="257181"/>
                    <a:pt x="79999" y="236100"/>
                  </a:cubicBezTo>
                  <a:cubicBezTo>
                    <a:pt x="91164" y="202436"/>
                    <a:pt x="100913" y="168606"/>
                    <a:pt x="111163" y="134609"/>
                  </a:cubicBezTo>
                  <a:cubicBezTo>
                    <a:pt x="121078" y="101945"/>
                    <a:pt x="132410" y="70698"/>
                    <a:pt x="138660" y="36951"/>
                  </a:cubicBezTo>
                  <a:lnTo>
                    <a:pt x="138660" y="36951"/>
                  </a:lnTo>
                  <a:close/>
                  <a:moveTo>
                    <a:pt x="110079" y="105529"/>
                  </a:moveTo>
                  <a:cubicBezTo>
                    <a:pt x="99747" y="135359"/>
                    <a:pt x="91414" y="165690"/>
                    <a:pt x="81748" y="195604"/>
                  </a:cubicBezTo>
                  <a:cubicBezTo>
                    <a:pt x="72749" y="223518"/>
                    <a:pt x="65417" y="256015"/>
                    <a:pt x="49668" y="280846"/>
                  </a:cubicBezTo>
                  <a:cubicBezTo>
                    <a:pt x="43752" y="290262"/>
                    <a:pt x="36503" y="297761"/>
                    <a:pt x="24754" y="292345"/>
                  </a:cubicBezTo>
                  <a:cubicBezTo>
                    <a:pt x="16838" y="288679"/>
                    <a:pt x="13171" y="280513"/>
                    <a:pt x="12505" y="272347"/>
                  </a:cubicBezTo>
                  <a:cubicBezTo>
                    <a:pt x="11338" y="257431"/>
                    <a:pt x="13921" y="242099"/>
                    <a:pt x="17088" y="227601"/>
                  </a:cubicBezTo>
                  <a:cubicBezTo>
                    <a:pt x="23337" y="198853"/>
                    <a:pt x="31503" y="170272"/>
                    <a:pt x="41002" y="142525"/>
                  </a:cubicBezTo>
                  <a:cubicBezTo>
                    <a:pt x="50751" y="113861"/>
                    <a:pt x="62750" y="85614"/>
                    <a:pt x="77332" y="59116"/>
                  </a:cubicBezTo>
                  <a:cubicBezTo>
                    <a:pt x="85581" y="44034"/>
                    <a:pt x="98747" y="16953"/>
                    <a:pt x="117329" y="9121"/>
                  </a:cubicBezTo>
                  <a:cubicBezTo>
                    <a:pt x="122495" y="9287"/>
                    <a:pt x="127744" y="13120"/>
                    <a:pt x="133161" y="20536"/>
                  </a:cubicBezTo>
                  <a:cubicBezTo>
                    <a:pt x="133744" y="25786"/>
                    <a:pt x="129661" y="34535"/>
                    <a:pt x="128494" y="39868"/>
                  </a:cubicBezTo>
                  <a:cubicBezTo>
                    <a:pt x="126994" y="47283"/>
                    <a:pt x="125661" y="54700"/>
                    <a:pt x="123828" y="62032"/>
                  </a:cubicBezTo>
                  <a:cubicBezTo>
                    <a:pt x="119995" y="76781"/>
                    <a:pt x="115079" y="91196"/>
                    <a:pt x="110079" y="105529"/>
                  </a:cubicBezTo>
                  <a:lnTo>
                    <a:pt x="110079" y="105529"/>
                  </a:lnTo>
                  <a:close/>
                </a:path>
              </a:pathLst>
            </a:custGeom>
            <a:grpFill/>
            <a:ln w="8332" cap="flat">
              <a:noFill/>
              <a:prstDash val="solid"/>
              <a:miter/>
            </a:ln>
          </p:spPr>
          <p:txBody>
            <a:bodyPr rtlCol="0" anchor="ctr"/>
            <a:lstStyle/>
            <a:p>
              <a:endParaRPr lang="en-US"/>
            </a:p>
          </p:txBody>
        </p:sp>
        <p:sp>
          <p:nvSpPr>
            <p:cNvPr id="2348" name="Freeform: Shape 2347"/>
            <p:cNvSpPr/>
            <p:nvPr/>
          </p:nvSpPr>
          <p:spPr>
            <a:xfrm>
              <a:off x="1573623" y="6310654"/>
              <a:ext cx="142289" cy="306679"/>
            </a:xfrm>
            <a:custGeom>
              <a:avLst/>
              <a:gdLst>
                <a:gd name="connsiteX0" fmla="*/ 138660 w 142289"/>
                <a:gd name="connsiteY0" fmla="*/ 36951 h 306679"/>
                <a:gd name="connsiteX1" fmla="*/ 139910 w 142289"/>
                <a:gd name="connsiteY1" fmla="*/ 8620 h 306679"/>
                <a:gd name="connsiteX2" fmla="*/ 137244 w 142289"/>
                <a:gd name="connsiteY2" fmla="*/ 5371 h 306679"/>
                <a:gd name="connsiteX3" fmla="*/ 135410 w 142289"/>
                <a:gd name="connsiteY3" fmla="*/ 2787 h 306679"/>
                <a:gd name="connsiteX4" fmla="*/ 131577 w 142289"/>
                <a:gd name="connsiteY4" fmla="*/ 1621 h 306679"/>
                <a:gd name="connsiteX5" fmla="*/ 113579 w 142289"/>
                <a:gd name="connsiteY5" fmla="*/ 1954 h 306679"/>
                <a:gd name="connsiteX6" fmla="*/ 72833 w 142289"/>
                <a:gd name="connsiteY6" fmla="*/ 47784 h 306679"/>
                <a:gd name="connsiteX7" fmla="*/ 45169 w 142289"/>
                <a:gd name="connsiteY7" fmla="*/ 106112 h 306679"/>
                <a:gd name="connsiteX8" fmla="*/ 14921 w 142289"/>
                <a:gd name="connsiteY8" fmla="*/ 195520 h 306679"/>
                <a:gd name="connsiteX9" fmla="*/ 1672 w 142289"/>
                <a:gd name="connsiteY9" fmla="*/ 280179 h 306679"/>
                <a:gd name="connsiteX10" fmla="*/ 42669 w 142289"/>
                <a:gd name="connsiteY10" fmla="*/ 304594 h 306679"/>
                <a:gd name="connsiteX11" fmla="*/ 79999 w 142289"/>
                <a:gd name="connsiteY11" fmla="*/ 236100 h 306679"/>
                <a:gd name="connsiteX12" fmla="*/ 111163 w 142289"/>
                <a:gd name="connsiteY12" fmla="*/ 134609 h 306679"/>
                <a:gd name="connsiteX13" fmla="*/ 138660 w 142289"/>
                <a:gd name="connsiteY13" fmla="*/ 36951 h 306679"/>
                <a:gd name="connsiteX14" fmla="*/ 138660 w 142289"/>
                <a:gd name="connsiteY14" fmla="*/ 36951 h 306679"/>
                <a:gd name="connsiteX15" fmla="*/ 110079 w 142289"/>
                <a:gd name="connsiteY15" fmla="*/ 105528 h 306679"/>
                <a:gd name="connsiteX16" fmla="*/ 81748 w 142289"/>
                <a:gd name="connsiteY16" fmla="*/ 195604 h 306679"/>
                <a:gd name="connsiteX17" fmla="*/ 49668 w 142289"/>
                <a:gd name="connsiteY17" fmla="*/ 280846 h 306679"/>
                <a:gd name="connsiteX18" fmla="*/ 24754 w 142289"/>
                <a:gd name="connsiteY18" fmla="*/ 292345 h 306679"/>
                <a:gd name="connsiteX19" fmla="*/ 12505 w 142289"/>
                <a:gd name="connsiteY19" fmla="*/ 272347 h 306679"/>
                <a:gd name="connsiteX20" fmla="*/ 17088 w 142289"/>
                <a:gd name="connsiteY20" fmla="*/ 227601 h 306679"/>
                <a:gd name="connsiteX21" fmla="*/ 41002 w 142289"/>
                <a:gd name="connsiteY21" fmla="*/ 142525 h 306679"/>
                <a:gd name="connsiteX22" fmla="*/ 77332 w 142289"/>
                <a:gd name="connsiteY22" fmla="*/ 59116 h 306679"/>
                <a:gd name="connsiteX23" fmla="*/ 117329 w 142289"/>
                <a:gd name="connsiteY23" fmla="*/ 9120 h 306679"/>
                <a:gd name="connsiteX24" fmla="*/ 133161 w 142289"/>
                <a:gd name="connsiteY24" fmla="*/ 20536 h 306679"/>
                <a:gd name="connsiteX25" fmla="*/ 128494 w 142289"/>
                <a:gd name="connsiteY25" fmla="*/ 39868 h 306679"/>
                <a:gd name="connsiteX26" fmla="*/ 123828 w 142289"/>
                <a:gd name="connsiteY26" fmla="*/ 62032 h 306679"/>
                <a:gd name="connsiteX27" fmla="*/ 110079 w 142289"/>
                <a:gd name="connsiteY27" fmla="*/ 105528 h 306679"/>
                <a:gd name="connsiteX28" fmla="*/ 110079 w 142289"/>
                <a:gd name="connsiteY28" fmla="*/ 105528 h 306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2289" h="306679">
                  <a:moveTo>
                    <a:pt x="138660" y="36951"/>
                  </a:moveTo>
                  <a:cubicBezTo>
                    <a:pt x="140327" y="28119"/>
                    <a:pt x="145160" y="17036"/>
                    <a:pt x="139910" y="8620"/>
                  </a:cubicBezTo>
                  <a:cubicBezTo>
                    <a:pt x="139160" y="7370"/>
                    <a:pt x="138243" y="6287"/>
                    <a:pt x="137244" y="5371"/>
                  </a:cubicBezTo>
                  <a:cubicBezTo>
                    <a:pt x="137244" y="4287"/>
                    <a:pt x="136744" y="3204"/>
                    <a:pt x="135410" y="2787"/>
                  </a:cubicBezTo>
                  <a:cubicBezTo>
                    <a:pt x="134077" y="2287"/>
                    <a:pt x="132827" y="1954"/>
                    <a:pt x="131577" y="1621"/>
                  </a:cubicBezTo>
                  <a:cubicBezTo>
                    <a:pt x="125994" y="-712"/>
                    <a:pt x="119245" y="-462"/>
                    <a:pt x="113579" y="1954"/>
                  </a:cubicBezTo>
                  <a:cubicBezTo>
                    <a:pt x="94247" y="10204"/>
                    <a:pt x="82248" y="28702"/>
                    <a:pt x="72833" y="47784"/>
                  </a:cubicBezTo>
                  <a:cubicBezTo>
                    <a:pt x="62000" y="66448"/>
                    <a:pt x="53251" y="86447"/>
                    <a:pt x="45169" y="106112"/>
                  </a:cubicBezTo>
                  <a:cubicBezTo>
                    <a:pt x="33170" y="135276"/>
                    <a:pt x="23754" y="165356"/>
                    <a:pt x="14921" y="195520"/>
                  </a:cubicBezTo>
                  <a:cubicBezTo>
                    <a:pt x="7505" y="220934"/>
                    <a:pt x="-4410" y="253348"/>
                    <a:pt x="1672" y="280179"/>
                  </a:cubicBezTo>
                  <a:cubicBezTo>
                    <a:pt x="5589" y="297594"/>
                    <a:pt x="25004" y="312260"/>
                    <a:pt x="42669" y="304594"/>
                  </a:cubicBezTo>
                  <a:cubicBezTo>
                    <a:pt x="65833" y="294595"/>
                    <a:pt x="72999" y="257181"/>
                    <a:pt x="79999" y="236100"/>
                  </a:cubicBezTo>
                  <a:cubicBezTo>
                    <a:pt x="91164" y="202436"/>
                    <a:pt x="100914" y="168606"/>
                    <a:pt x="111163" y="134609"/>
                  </a:cubicBezTo>
                  <a:cubicBezTo>
                    <a:pt x="121078" y="101945"/>
                    <a:pt x="132411" y="70615"/>
                    <a:pt x="138660" y="36951"/>
                  </a:cubicBezTo>
                  <a:lnTo>
                    <a:pt x="138660" y="36951"/>
                  </a:lnTo>
                  <a:close/>
                  <a:moveTo>
                    <a:pt x="110079" y="105528"/>
                  </a:moveTo>
                  <a:cubicBezTo>
                    <a:pt x="99747" y="135276"/>
                    <a:pt x="91414" y="165689"/>
                    <a:pt x="81748" y="195604"/>
                  </a:cubicBezTo>
                  <a:cubicBezTo>
                    <a:pt x="72749" y="223517"/>
                    <a:pt x="65417" y="255931"/>
                    <a:pt x="49668" y="280846"/>
                  </a:cubicBezTo>
                  <a:cubicBezTo>
                    <a:pt x="43752" y="290262"/>
                    <a:pt x="36503" y="297761"/>
                    <a:pt x="24754" y="292345"/>
                  </a:cubicBezTo>
                  <a:cubicBezTo>
                    <a:pt x="16838" y="288678"/>
                    <a:pt x="13171" y="280513"/>
                    <a:pt x="12505" y="272347"/>
                  </a:cubicBezTo>
                  <a:cubicBezTo>
                    <a:pt x="11338" y="257431"/>
                    <a:pt x="13921" y="242099"/>
                    <a:pt x="17088" y="227601"/>
                  </a:cubicBezTo>
                  <a:cubicBezTo>
                    <a:pt x="23337" y="198853"/>
                    <a:pt x="31503" y="170273"/>
                    <a:pt x="41002" y="142525"/>
                  </a:cubicBezTo>
                  <a:cubicBezTo>
                    <a:pt x="50751" y="113861"/>
                    <a:pt x="62750" y="85613"/>
                    <a:pt x="77332" y="59116"/>
                  </a:cubicBezTo>
                  <a:cubicBezTo>
                    <a:pt x="85581" y="44034"/>
                    <a:pt x="98747" y="16953"/>
                    <a:pt x="117329" y="9120"/>
                  </a:cubicBezTo>
                  <a:cubicBezTo>
                    <a:pt x="122495" y="9287"/>
                    <a:pt x="127745" y="13120"/>
                    <a:pt x="133161" y="20536"/>
                  </a:cubicBezTo>
                  <a:cubicBezTo>
                    <a:pt x="133744" y="25785"/>
                    <a:pt x="129661" y="34535"/>
                    <a:pt x="128494" y="39868"/>
                  </a:cubicBezTo>
                  <a:cubicBezTo>
                    <a:pt x="126994" y="47284"/>
                    <a:pt x="125661" y="54700"/>
                    <a:pt x="123828" y="62032"/>
                  </a:cubicBezTo>
                  <a:cubicBezTo>
                    <a:pt x="119995" y="76697"/>
                    <a:pt x="114996" y="91197"/>
                    <a:pt x="110079" y="105528"/>
                  </a:cubicBezTo>
                  <a:lnTo>
                    <a:pt x="110079" y="105528"/>
                  </a:lnTo>
                  <a:close/>
                </a:path>
              </a:pathLst>
            </a:custGeom>
            <a:grpFill/>
            <a:ln w="8332" cap="flat">
              <a:noFill/>
              <a:prstDash val="solid"/>
              <a:miter/>
            </a:ln>
          </p:spPr>
          <p:txBody>
            <a:bodyPr rtlCol="0" anchor="ctr"/>
            <a:lstStyle/>
            <a:p>
              <a:endParaRPr lang="en-US"/>
            </a:p>
          </p:txBody>
        </p:sp>
        <p:sp>
          <p:nvSpPr>
            <p:cNvPr id="2349" name="Freeform: Shape 2348"/>
            <p:cNvSpPr/>
            <p:nvPr/>
          </p:nvSpPr>
          <p:spPr>
            <a:xfrm>
              <a:off x="-88573" y="6036940"/>
              <a:ext cx="350416" cy="608909"/>
            </a:xfrm>
            <a:custGeom>
              <a:avLst/>
              <a:gdLst>
                <a:gd name="connsiteX0" fmla="*/ 302742 w 350416"/>
                <a:gd name="connsiteY0" fmla="*/ 218923 h 608909"/>
                <a:gd name="connsiteX1" fmla="*/ 265912 w 350416"/>
                <a:gd name="connsiteY1" fmla="*/ 128597 h 608909"/>
                <a:gd name="connsiteX2" fmla="*/ 224333 w 350416"/>
                <a:gd name="connsiteY2" fmla="*/ 54854 h 608909"/>
                <a:gd name="connsiteX3" fmla="*/ 89261 w 350416"/>
                <a:gd name="connsiteY3" fmla="*/ 6858 h 608909"/>
                <a:gd name="connsiteX4" fmla="*/ 2519 w 350416"/>
                <a:gd name="connsiteY4" fmla="*/ 130681 h 608909"/>
                <a:gd name="connsiteX5" fmla="*/ 3519 w 350416"/>
                <a:gd name="connsiteY5" fmla="*/ 214590 h 608909"/>
                <a:gd name="connsiteX6" fmla="*/ 10435 w 350416"/>
                <a:gd name="connsiteY6" fmla="*/ 261502 h 608909"/>
                <a:gd name="connsiteX7" fmla="*/ 32350 w 350416"/>
                <a:gd name="connsiteY7" fmla="*/ 350828 h 608909"/>
                <a:gd name="connsiteX8" fmla="*/ 64930 w 350416"/>
                <a:gd name="connsiteY8" fmla="*/ 439569 h 608909"/>
                <a:gd name="connsiteX9" fmla="*/ 99677 w 350416"/>
                <a:gd name="connsiteY9" fmla="*/ 509396 h 608909"/>
                <a:gd name="connsiteX10" fmla="*/ 157505 w 350416"/>
                <a:gd name="connsiteY10" fmla="*/ 526562 h 608909"/>
                <a:gd name="connsiteX11" fmla="*/ 214917 w 350416"/>
                <a:gd name="connsiteY11" fmla="*/ 510230 h 608909"/>
                <a:gd name="connsiteX12" fmla="*/ 238748 w 350416"/>
                <a:gd name="connsiteY12" fmla="*/ 589806 h 608909"/>
                <a:gd name="connsiteX13" fmla="*/ 296993 w 350416"/>
                <a:gd name="connsiteY13" fmla="*/ 604221 h 608909"/>
                <a:gd name="connsiteX14" fmla="*/ 318658 w 350416"/>
                <a:gd name="connsiteY14" fmla="*/ 579557 h 608909"/>
                <a:gd name="connsiteX15" fmla="*/ 312575 w 350416"/>
                <a:gd name="connsiteY15" fmla="*/ 543560 h 608909"/>
                <a:gd name="connsiteX16" fmla="*/ 293326 w 350416"/>
                <a:gd name="connsiteY16" fmla="*/ 497148 h 608909"/>
                <a:gd name="connsiteX17" fmla="*/ 285660 w 350416"/>
                <a:gd name="connsiteY17" fmla="*/ 479233 h 608909"/>
                <a:gd name="connsiteX18" fmla="*/ 350321 w 350416"/>
                <a:gd name="connsiteY18" fmla="*/ 395074 h 608909"/>
                <a:gd name="connsiteX19" fmla="*/ 302742 w 350416"/>
                <a:gd name="connsiteY19" fmla="*/ 218923 h 608909"/>
                <a:gd name="connsiteX20" fmla="*/ 302742 w 350416"/>
                <a:gd name="connsiteY20" fmla="*/ 218923 h 608909"/>
                <a:gd name="connsiteX21" fmla="*/ 296743 w 350416"/>
                <a:gd name="connsiteY21" fmla="*/ 541644 h 608909"/>
                <a:gd name="connsiteX22" fmla="*/ 305659 w 350416"/>
                <a:gd name="connsiteY22" fmla="*/ 572307 h 608909"/>
                <a:gd name="connsiteX23" fmla="*/ 273412 w 350416"/>
                <a:gd name="connsiteY23" fmla="*/ 595389 h 608909"/>
                <a:gd name="connsiteX24" fmla="*/ 249414 w 350416"/>
                <a:gd name="connsiteY24" fmla="*/ 581557 h 608909"/>
                <a:gd name="connsiteX25" fmla="*/ 236748 w 350416"/>
                <a:gd name="connsiteY25" fmla="*/ 553059 h 608909"/>
                <a:gd name="connsiteX26" fmla="*/ 224583 w 350416"/>
                <a:gd name="connsiteY26" fmla="*/ 506897 h 608909"/>
                <a:gd name="connsiteX27" fmla="*/ 246581 w 350416"/>
                <a:gd name="connsiteY27" fmla="*/ 498148 h 608909"/>
                <a:gd name="connsiteX28" fmla="*/ 272912 w 350416"/>
                <a:gd name="connsiteY28" fmla="*/ 486232 h 608909"/>
                <a:gd name="connsiteX29" fmla="*/ 296743 w 350416"/>
                <a:gd name="connsiteY29" fmla="*/ 541644 h 608909"/>
                <a:gd name="connsiteX30" fmla="*/ 296743 w 350416"/>
                <a:gd name="connsiteY30" fmla="*/ 541644 h 608909"/>
                <a:gd name="connsiteX31" fmla="*/ 333740 w 350416"/>
                <a:gd name="connsiteY31" fmla="*/ 412655 h 608909"/>
                <a:gd name="connsiteX32" fmla="*/ 276245 w 350416"/>
                <a:gd name="connsiteY32" fmla="*/ 467900 h 608909"/>
                <a:gd name="connsiteX33" fmla="*/ 198502 w 350416"/>
                <a:gd name="connsiteY33" fmla="*/ 499731 h 608909"/>
                <a:gd name="connsiteX34" fmla="*/ 121759 w 350416"/>
                <a:gd name="connsiteY34" fmla="*/ 508647 h 608909"/>
                <a:gd name="connsiteX35" fmla="*/ 94094 w 350416"/>
                <a:gd name="connsiteY35" fmla="*/ 473067 h 608909"/>
                <a:gd name="connsiteX36" fmla="*/ 84179 w 350416"/>
                <a:gd name="connsiteY36" fmla="*/ 451068 h 608909"/>
                <a:gd name="connsiteX37" fmla="*/ 120675 w 350416"/>
                <a:gd name="connsiteY37" fmla="*/ 443319 h 608909"/>
                <a:gd name="connsiteX38" fmla="*/ 205918 w 350416"/>
                <a:gd name="connsiteY38" fmla="*/ 420488 h 608909"/>
                <a:gd name="connsiteX39" fmla="*/ 333656 w 350416"/>
                <a:gd name="connsiteY39" fmla="*/ 358827 h 608909"/>
                <a:gd name="connsiteX40" fmla="*/ 333740 w 350416"/>
                <a:gd name="connsiteY40" fmla="*/ 412655 h 608909"/>
                <a:gd name="connsiteX41" fmla="*/ 333740 w 350416"/>
                <a:gd name="connsiteY41" fmla="*/ 412655 h 608909"/>
                <a:gd name="connsiteX42" fmla="*/ 328407 w 350416"/>
                <a:gd name="connsiteY42" fmla="*/ 336329 h 608909"/>
                <a:gd name="connsiteX43" fmla="*/ 330823 w 350416"/>
                <a:gd name="connsiteY43" fmla="*/ 346078 h 608909"/>
                <a:gd name="connsiteX44" fmla="*/ 306742 w 350416"/>
                <a:gd name="connsiteY44" fmla="*/ 361910 h 608909"/>
                <a:gd name="connsiteX45" fmla="*/ 271912 w 350416"/>
                <a:gd name="connsiteY45" fmla="*/ 379658 h 608909"/>
                <a:gd name="connsiteX46" fmla="*/ 206418 w 350416"/>
                <a:gd name="connsiteY46" fmla="*/ 406822 h 608909"/>
                <a:gd name="connsiteX47" fmla="*/ 132924 w 350416"/>
                <a:gd name="connsiteY47" fmla="*/ 428987 h 608909"/>
                <a:gd name="connsiteX48" fmla="*/ 80846 w 350416"/>
                <a:gd name="connsiteY48" fmla="*/ 443152 h 608909"/>
                <a:gd name="connsiteX49" fmla="*/ 76013 w 350416"/>
                <a:gd name="connsiteY49" fmla="*/ 430154 h 608909"/>
                <a:gd name="connsiteX50" fmla="*/ 49765 w 350416"/>
                <a:gd name="connsiteY50" fmla="*/ 355244 h 608909"/>
                <a:gd name="connsiteX51" fmla="*/ 15268 w 350416"/>
                <a:gd name="connsiteY51" fmla="*/ 202174 h 608909"/>
                <a:gd name="connsiteX52" fmla="*/ 48932 w 350416"/>
                <a:gd name="connsiteY52" fmla="*/ 53854 h 608909"/>
                <a:gd name="connsiteX53" fmla="*/ 119925 w 350416"/>
                <a:gd name="connsiteY53" fmla="*/ 12941 h 608909"/>
                <a:gd name="connsiteX54" fmla="*/ 196002 w 350416"/>
                <a:gd name="connsiteY54" fmla="*/ 40356 h 608909"/>
                <a:gd name="connsiteX55" fmla="*/ 275078 w 350416"/>
                <a:gd name="connsiteY55" fmla="*/ 181259 h 608909"/>
                <a:gd name="connsiteX56" fmla="*/ 303326 w 350416"/>
                <a:gd name="connsiteY56" fmla="*/ 260169 h 608909"/>
                <a:gd name="connsiteX57" fmla="*/ 328407 w 350416"/>
                <a:gd name="connsiteY57" fmla="*/ 336329 h 608909"/>
                <a:gd name="connsiteX58" fmla="*/ 328407 w 350416"/>
                <a:gd name="connsiteY58" fmla="*/ 336329 h 608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350416" h="608909">
                  <a:moveTo>
                    <a:pt x="302742" y="218923"/>
                  </a:moveTo>
                  <a:cubicBezTo>
                    <a:pt x="291827" y="188176"/>
                    <a:pt x="279244" y="158345"/>
                    <a:pt x="265912" y="128597"/>
                  </a:cubicBezTo>
                  <a:cubicBezTo>
                    <a:pt x="254330" y="102767"/>
                    <a:pt x="241748" y="77185"/>
                    <a:pt x="224333" y="54854"/>
                  </a:cubicBezTo>
                  <a:cubicBezTo>
                    <a:pt x="192669" y="14024"/>
                    <a:pt x="141340" y="-13473"/>
                    <a:pt x="89261" y="6858"/>
                  </a:cubicBezTo>
                  <a:cubicBezTo>
                    <a:pt x="40099" y="26190"/>
                    <a:pt x="9769" y="80852"/>
                    <a:pt x="2519" y="130681"/>
                  </a:cubicBezTo>
                  <a:cubicBezTo>
                    <a:pt x="-1480" y="158345"/>
                    <a:pt x="-397" y="186592"/>
                    <a:pt x="3519" y="214590"/>
                  </a:cubicBezTo>
                  <a:cubicBezTo>
                    <a:pt x="4852" y="230422"/>
                    <a:pt x="7436" y="246170"/>
                    <a:pt x="10435" y="261502"/>
                  </a:cubicBezTo>
                  <a:cubicBezTo>
                    <a:pt x="16435" y="291333"/>
                    <a:pt x="23351" y="321747"/>
                    <a:pt x="32350" y="350828"/>
                  </a:cubicBezTo>
                  <a:cubicBezTo>
                    <a:pt x="41682" y="380825"/>
                    <a:pt x="54181" y="410072"/>
                    <a:pt x="64930" y="439569"/>
                  </a:cubicBezTo>
                  <a:cubicBezTo>
                    <a:pt x="73180" y="462317"/>
                    <a:pt x="83095" y="491315"/>
                    <a:pt x="99677" y="509396"/>
                  </a:cubicBezTo>
                  <a:cubicBezTo>
                    <a:pt x="114759" y="525895"/>
                    <a:pt x="136091" y="530895"/>
                    <a:pt x="157505" y="526562"/>
                  </a:cubicBezTo>
                  <a:cubicBezTo>
                    <a:pt x="176837" y="522646"/>
                    <a:pt x="196085" y="516896"/>
                    <a:pt x="214917" y="510230"/>
                  </a:cubicBezTo>
                  <a:cubicBezTo>
                    <a:pt x="220583" y="537644"/>
                    <a:pt x="226166" y="564308"/>
                    <a:pt x="238748" y="589806"/>
                  </a:cubicBezTo>
                  <a:cubicBezTo>
                    <a:pt x="248247" y="609054"/>
                    <a:pt x="279078" y="613554"/>
                    <a:pt x="296993" y="604221"/>
                  </a:cubicBezTo>
                  <a:cubicBezTo>
                    <a:pt x="306909" y="599139"/>
                    <a:pt x="315324" y="590306"/>
                    <a:pt x="318658" y="579557"/>
                  </a:cubicBezTo>
                  <a:cubicBezTo>
                    <a:pt x="322824" y="566058"/>
                    <a:pt x="317408" y="555976"/>
                    <a:pt x="312575" y="543560"/>
                  </a:cubicBezTo>
                  <a:cubicBezTo>
                    <a:pt x="306492" y="527895"/>
                    <a:pt x="300576" y="512313"/>
                    <a:pt x="293326" y="497148"/>
                  </a:cubicBezTo>
                  <a:cubicBezTo>
                    <a:pt x="291160" y="492731"/>
                    <a:pt x="288994" y="485232"/>
                    <a:pt x="285660" y="479233"/>
                  </a:cubicBezTo>
                  <a:cubicBezTo>
                    <a:pt x="318908" y="460568"/>
                    <a:pt x="349071" y="433987"/>
                    <a:pt x="350321" y="395074"/>
                  </a:cubicBezTo>
                  <a:cubicBezTo>
                    <a:pt x="352321" y="334912"/>
                    <a:pt x="322407" y="274584"/>
                    <a:pt x="302742" y="218923"/>
                  </a:cubicBezTo>
                  <a:lnTo>
                    <a:pt x="302742" y="218923"/>
                  </a:lnTo>
                  <a:close/>
                  <a:moveTo>
                    <a:pt x="296743" y="541644"/>
                  </a:moveTo>
                  <a:cubicBezTo>
                    <a:pt x="300326" y="551059"/>
                    <a:pt x="307409" y="562058"/>
                    <a:pt x="305659" y="572307"/>
                  </a:cubicBezTo>
                  <a:cubicBezTo>
                    <a:pt x="303159" y="586473"/>
                    <a:pt x="287244" y="596805"/>
                    <a:pt x="273412" y="595389"/>
                  </a:cubicBezTo>
                  <a:cubicBezTo>
                    <a:pt x="262996" y="594306"/>
                    <a:pt x="253913" y="590639"/>
                    <a:pt x="249414" y="581557"/>
                  </a:cubicBezTo>
                  <a:cubicBezTo>
                    <a:pt x="244831" y="572391"/>
                    <a:pt x="240498" y="562642"/>
                    <a:pt x="236748" y="553059"/>
                  </a:cubicBezTo>
                  <a:cubicBezTo>
                    <a:pt x="230999" y="538227"/>
                    <a:pt x="229082" y="522146"/>
                    <a:pt x="224583" y="506897"/>
                  </a:cubicBezTo>
                  <a:cubicBezTo>
                    <a:pt x="231999" y="504064"/>
                    <a:pt x="239331" y="501147"/>
                    <a:pt x="246581" y="498148"/>
                  </a:cubicBezTo>
                  <a:cubicBezTo>
                    <a:pt x="254997" y="494648"/>
                    <a:pt x="263996" y="490648"/>
                    <a:pt x="272912" y="486232"/>
                  </a:cubicBezTo>
                  <a:cubicBezTo>
                    <a:pt x="282411" y="503814"/>
                    <a:pt x="289660" y="523062"/>
                    <a:pt x="296743" y="541644"/>
                  </a:cubicBezTo>
                  <a:lnTo>
                    <a:pt x="296743" y="541644"/>
                  </a:lnTo>
                  <a:close/>
                  <a:moveTo>
                    <a:pt x="333740" y="412655"/>
                  </a:moveTo>
                  <a:cubicBezTo>
                    <a:pt x="326490" y="437319"/>
                    <a:pt x="297493" y="456068"/>
                    <a:pt x="276245" y="467900"/>
                  </a:cubicBezTo>
                  <a:cubicBezTo>
                    <a:pt x="251747" y="481566"/>
                    <a:pt x="225083" y="490898"/>
                    <a:pt x="198502" y="499731"/>
                  </a:cubicBezTo>
                  <a:cubicBezTo>
                    <a:pt x="174837" y="507646"/>
                    <a:pt x="145840" y="520479"/>
                    <a:pt x="121759" y="508647"/>
                  </a:cubicBezTo>
                  <a:cubicBezTo>
                    <a:pt x="107010" y="501397"/>
                    <a:pt x="100677" y="487149"/>
                    <a:pt x="94094" y="473067"/>
                  </a:cubicBezTo>
                  <a:cubicBezTo>
                    <a:pt x="90678" y="465734"/>
                    <a:pt x="87262" y="458485"/>
                    <a:pt x="84179" y="451068"/>
                  </a:cubicBezTo>
                  <a:cubicBezTo>
                    <a:pt x="96178" y="451485"/>
                    <a:pt x="111759" y="445236"/>
                    <a:pt x="120675" y="443319"/>
                  </a:cubicBezTo>
                  <a:cubicBezTo>
                    <a:pt x="149589" y="436903"/>
                    <a:pt x="177587" y="428987"/>
                    <a:pt x="205918" y="420488"/>
                  </a:cubicBezTo>
                  <a:cubicBezTo>
                    <a:pt x="249664" y="407322"/>
                    <a:pt x="297409" y="387907"/>
                    <a:pt x="333656" y="358827"/>
                  </a:cubicBezTo>
                  <a:cubicBezTo>
                    <a:pt x="337072" y="376908"/>
                    <a:pt x="338572" y="396157"/>
                    <a:pt x="333740" y="412655"/>
                  </a:cubicBezTo>
                  <a:lnTo>
                    <a:pt x="333740" y="412655"/>
                  </a:lnTo>
                  <a:close/>
                  <a:moveTo>
                    <a:pt x="328407" y="336329"/>
                  </a:moveTo>
                  <a:cubicBezTo>
                    <a:pt x="329240" y="339495"/>
                    <a:pt x="330073" y="342745"/>
                    <a:pt x="330823" y="346078"/>
                  </a:cubicBezTo>
                  <a:cubicBezTo>
                    <a:pt x="322574" y="350994"/>
                    <a:pt x="315158" y="357243"/>
                    <a:pt x="306742" y="361910"/>
                  </a:cubicBezTo>
                  <a:cubicBezTo>
                    <a:pt x="295326" y="368243"/>
                    <a:pt x="283744" y="374159"/>
                    <a:pt x="271912" y="379658"/>
                  </a:cubicBezTo>
                  <a:cubicBezTo>
                    <a:pt x="250747" y="389574"/>
                    <a:pt x="228666" y="399490"/>
                    <a:pt x="206418" y="406822"/>
                  </a:cubicBezTo>
                  <a:cubicBezTo>
                    <a:pt x="182003" y="414822"/>
                    <a:pt x="157755" y="422404"/>
                    <a:pt x="132924" y="428987"/>
                  </a:cubicBezTo>
                  <a:cubicBezTo>
                    <a:pt x="115759" y="433570"/>
                    <a:pt x="97761" y="437319"/>
                    <a:pt x="80846" y="443152"/>
                  </a:cubicBezTo>
                  <a:cubicBezTo>
                    <a:pt x="79262" y="438820"/>
                    <a:pt x="77679" y="434403"/>
                    <a:pt x="76013" y="430154"/>
                  </a:cubicBezTo>
                  <a:cubicBezTo>
                    <a:pt x="66764" y="405406"/>
                    <a:pt x="57431" y="380408"/>
                    <a:pt x="49765" y="355244"/>
                  </a:cubicBezTo>
                  <a:cubicBezTo>
                    <a:pt x="34766" y="305915"/>
                    <a:pt x="20851" y="253420"/>
                    <a:pt x="15268" y="202174"/>
                  </a:cubicBezTo>
                  <a:cubicBezTo>
                    <a:pt x="9685" y="150929"/>
                    <a:pt x="15101" y="95017"/>
                    <a:pt x="48932" y="53854"/>
                  </a:cubicBezTo>
                  <a:cubicBezTo>
                    <a:pt x="67014" y="31940"/>
                    <a:pt x="91011" y="14858"/>
                    <a:pt x="119925" y="12941"/>
                  </a:cubicBezTo>
                  <a:cubicBezTo>
                    <a:pt x="148839" y="11025"/>
                    <a:pt x="175004" y="20357"/>
                    <a:pt x="196002" y="40356"/>
                  </a:cubicBezTo>
                  <a:cubicBezTo>
                    <a:pt x="235248" y="77602"/>
                    <a:pt x="255330" y="132097"/>
                    <a:pt x="275078" y="181259"/>
                  </a:cubicBezTo>
                  <a:cubicBezTo>
                    <a:pt x="285494" y="207174"/>
                    <a:pt x="294160" y="233838"/>
                    <a:pt x="303326" y="260169"/>
                  </a:cubicBezTo>
                  <a:cubicBezTo>
                    <a:pt x="312075" y="285333"/>
                    <a:pt x="321657" y="310498"/>
                    <a:pt x="328407" y="336329"/>
                  </a:cubicBezTo>
                  <a:lnTo>
                    <a:pt x="328407" y="336329"/>
                  </a:lnTo>
                  <a:close/>
                </a:path>
              </a:pathLst>
            </a:custGeom>
            <a:grpFill/>
            <a:ln w="8332" cap="flat">
              <a:noFill/>
              <a:prstDash val="solid"/>
              <a:miter/>
            </a:ln>
          </p:spPr>
          <p:txBody>
            <a:bodyPr rtlCol="0" anchor="ctr"/>
            <a:lstStyle/>
            <a:p>
              <a:endParaRPr lang="en-US"/>
            </a:p>
          </p:txBody>
        </p:sp>
        <p:sp>
          <p:nvSpPr>
            <p:cNvPr id="2350" name="Freeform: Shape 2349"/>
            <p:cNvSpPr/>
            <p:nvPr/>
          </p:nvSpPr>
          <p:spPr>
            <a:xfrm>
              <a:off x="-43658" y="6122871"/>
              <a:ext cx="118879" cy="316081"/>
            </a:xfrm>
            <a:custGeom>
              <a:avLst/>
              <a:gdLst>
                <a:gd name="connsiteX0" fmla="*/ 51013 w 118879"/>
                <a:gd name="connsiteY0" fmla="*/ 27251 h 316081"/>
                <a:gd name="connsiteX1" fmla="*/ 37015 w 118879"/>
                <a:gd name="connsiteY1" fmla="*/ 2670 h 316081"/>
                <a:gd name="connsiteX2" fmla="*/ 33015 w 118879"/>
                <a:gd name="connsiteY2" fmla="*/ 1337 h 316081"/>
                <a:gd name="connsiteX3" fmla="*/ 30099 w 118879"/>
                <a:gd name="connsiteY3" fmla="*/ 87 h 316081"/>
                <a:gd name="connsiteX4" fmla="*/ 26182 w 118879"/>
                <a:gd name="connsiteY4" fmla="*/ 1170 h 316081"/>
                <a:gd name="connsiteX5" fmla="*/ 11100 w 118879"/>
                <a:gd name="connsiteY5" fmla="*/ 11086 h 316081"/>
                <a:gd name="connsiteX6" fmla="*/ 1101 w 118879"/>
                <a:gd name="connsiteY6" fmla="*/ 71497 h 316081"/>
                <a:gd name="connsiteX7" fmla="*/ 8767 w 118879"/>
                <a:gd name="connsiteY7" fmla="*/ 135575 h 316081"/>
                <a:gd name="connsiteX8" fmla="*/ 30932 w 118879"/>
                <a:gd name="connsiteY8" fmla="*/ 227317 h 316081"/>
                <a:gd name="connsiteX9" fmla="*/ 64845 w 118879"/>
                <a:gd name="connsiteY9" fmla="*/ 305976 h 316081"/>
                <a:gd name="connsiteX10" fmla="*/ 112591 w 118879"/>
                <a:gd name="connsiteY10" fmla="*/ 304810 h 316081"/>
                <a:gd name="connsiteX11" fmla="*/ 107675 w 118879"/>
                <a:gd name="connsiteY11" fmla="*/ 226983 h 316081"/>
                <a:gd name="connsiteX12" fmla="*/ 79927 w 118879"/>
                <a:gd name="connsiteY12" fmla="*/ 124576 h 316081"/>
                <a:gd name="connsiteX13" fmla="*/ 51013 w 118879"/>
                <a:gd name="connsiteY13" fmla="*/ 27251 h 316081"/>
                <a:gd name="connsiteX14" fmla="*/ 51013 w 118879"/>
                <a:gd name="connsiteY14" fmla="*/ 27251 h 316081"/>
                <a:gd name="connsiteX15" fmla="*/ 63429 w 118879"/>
                <a:gd name="connsiteY15" fmla="*/ 100495 h 316081"/>
                <a:gd name="connsiteX16" fmla="*/ 87510 w 118879"/>
                <a:gd name="connsiteY16" fmla="*/ 191820 h 316081"/>
                <a:gd name="connsiteX17" fmla="*/ 105842 w 118879"/>
                <a:gd name="connsiteY17" fmla="*/ 281062 h 316081"/>
                <a:gd name="connsiteX18" fmla="*/ 90926 w 118879"/>
                <a:gd name="connsiteY18" fmla="*/ 304060 h 316081"/>
                <a:gd name="connsiteX19" fmla="*/ 69928 w 118879"/>
                <a:gd name="connsiteY19" fmla="*/ 293727 h 316081"/>
                <a:gd name="connsiteX20" fmla="*/ 49930 w 118879"/>
                <a:gd name="connsiteY20" fmla="*/ 253398 h 316081"/>
                <a:gd name="connsiteX21" fmla="*/ 24766 w 118879"/>
                <a:gd name="connsiteY21" fmla="*/ 168655 h 316081"/>
                <a:gd name="connsiteX22" fmla="*/ 11017 w 118879"/>
                <a:gd name="connsiteY22" fmla="*/ 78747 h 316081"/>
                <a:gd name="connsiteX23" fmla="*/ 18266 w 118879"/>
                <a:gd name="connsiteY23" fmla="*/ 15169 h 316081"/>
                <a:gd name="connsiteX24" fmla="*/ 37764 w 118879"/>
                <a:gd name="connsiteY24" fmla="*/ 16419 h 316081"/>
                <a:gd name="connsiteX25" fmla="*/ 44097 w 118879"/>
                <a:gd name="connsiteY25" fmla="*/ 35251 h 316081"/>
                <a:gd name="connsiteX26" fmla="*/ 51930 w 118879"/>
                <a:gd name="connsiteY26" fmla="*/ 56499 h 316081"/>
                <a:gd name="connsiteX27" fmla="*/ 63429 w 118879"/>
                <a:gd name="connsiteY27" fmla="*/ 100495 h 316081"/>
                <a:gd name="connsiteX28" fmla="*/ 63429 w 118879"/>
                <a:gd name="connsiteY28" fmla="*/ 100495 h 316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18879" h="316081">
                  <a:moveTo>
                    <a:pt x="51013" y="27251"/>
                  </a:moveTo>
                  <a:cubicBezTo>
                    <a:pt x="47680" y="18919"/>
                    <a:pt x="45930" y="6920"/>
                    <a:pt x="37015" y="2670"/>
                  </a:cubicBezTo>
                  <a:cubicBezTo>
                    <a:pt x="35681" y="2003"/>
                    <a:pt x="34348" y="1587"/>
                    <a:pt x="33015" y="1337"/>
                  </a:cubicBezTo>
                  <a:cubicBezTo>
                    <a:pt x="32432" y="420"/>
                    <a:pt x="31432" y="-246"/>
                    <a:pt x="30099" y="87"/>
                  </a:cubicBezTo>
                  <a:cubicBezTo>
                    <a:pt x="28765" y="420"/>
                    <a:pt x="27432" y="754"/>
                    <a:pt x="26182" y="1170"/>
                  </a:cubicBezTo>
                  <a:cubicBezTo>
                    <a:pt x="20183" y="2170"/>
                    <a:pt x="14600" y="6003"/>
                    <a:pt x="11100" y="11086"/>
                  </a:cubicBezTo>
                  <a:cubicBezTo>
                    <a:pt x="-899" y="28335"/>
                    <a:pt x="-1149" y="50416"/>
                    <a:pt x="1101" y="71497"/>
                  </a:cubicBezTo>
                  <a:cubicBezTo>
                    <a:pt x="1934" y="93079"/>
                    <a:pt x="5184" y="114660"/>
                    <a:pt x="8767" y="135575"/>
                  </a:cubicBezTo>
                  <a:cubicBezTo>
                    <a:pt x="14100" y="166655"/>
                    <a:pt x="22266" y="197153"/>
                    <a:pt x="30932" y="227317"/>
                  </a:cubicBezTo>
                  <a:cubicBezTo>
                    <a:pt x="38181" y="252731"/>
                    <a:pt x="45430" y="286478"/>
                    <a:pt x="64845" y="305976"/>
                  </a:cubicBezTo>
                  <a:cubicBezTo>
                    <a:pt x="77428" y="318642"/>
                    <a:pt x="101675" y="320642"/>
                    <a:pt x="112591" y="304810"/>
                  </a:cubicBezTo>
                  <a:cubicBezTo>
                    <a:pt x="126923" y="284062"/>
                    <a:pt x="113008" y="248565"/>
                    <a:pt x="107675" y="226983"/>
                  </a:cubicBezTo>
                  <a:cubicBezTo>
                    <a:pt x="99176" y="192570"/>
                    <a:pt x="89343" y="158739"/>
                    <a:pt x="79927" y="124576"/>
                  </a:cubicBezTo>
                  <a:cubicBezTo>
                    <a:pt x="70762" y="91662"/>
                    <a:pt x="63679" y="59082"/>
                    <a:pt x="51013" y="27251"/>
                  </a:cubicBezTo>
                  <a:lnTo>
                    <a:pt x="51013" y="27251"/>
                  </a:lnTo>
                  <a:close/>
                  <a:moveTo>
                    <a:pt x="63429" y="100495"/>
                  </a:moveTo>
                  <a:cubicBezTo>
                    <a:pt x="70595" y="131242"/>
                    <a:pt x="79761" y="161239"/>
                    <a:pt x="87510" y="191820"/>
                  </a:cubicBezTo>
                  <a:cubicBezTo>
                    <a:pt x="94759" y="220234"/>
                    <a:pt x="105925" y="251648"/>
                    <a:pt x="105842" y="281062"/>
                  </a:cubicBezTo>
                  <a:cubicBezTo>
                    <a:pt x="105842" y="292144"/>
                    <a:pt x="103675" y="302393"/>
                    <a:pt x="90926" y="304060"/>
                  </a:cubicBezTo>
                  <a:cubicBezTo>
                    <a:pt x="82261" y="305143"/>
                    <a:pt x="74761" y="300227"/>
                    <a:pt x="69928" y="293727"/>
                  </a:cubicBezTo>
                  <a:cubicBezTo>
                    <a:pt x="60929" y="281728"/>
                    <a:pt x="55013" y="267397"/>
                    <a:pt x="49930" y="253398"/>
                  </a:cubicBezTo>
                  <a:cubicBezTo>
                    <a:pt x="39931" y="225734"/>
                    <a:pt x="31598" y="197236"/>
                    <a:pt x="24766" y="168655"/>
                  </a:cubicBezTo>
                  <a:cubicBezTo>
                    <a:pt x="17766" y="139241"/>
                    <a:pt x="12850" y="108911"/>
                    <a:pt x="11017" y="78747"/>
                  </a:cubicBezTo>
                  <a:cubicBezTo>
                    <a:pt x="9934" y="61582"/>
                    <a:pt x="6684" y="31667"/>
                    <a:pt x="18266" y="15169"/>
                  </a:cubicBezTo>
                  <a:cubicBezTo>
                    <a:pt x="22683" y="12586"/>
                    <a:pt x="29182" y="13003"/>
                    <a:pt x="37764" y="16419"/>
                  </a:cubicBezTo>
                  <a:cubicBezTo>
                    <a:pt x="41098" y="20585"/>
                    <a:pt x="42264" y="30168"/>
                    <a:pt x="44097" y="35251"/>
                  </a:cubicBezTo>
                  <a:cubicBezTo>
                    <a:pt x="46764" y="42333"/>
                    <a:pt x="49597" y="49250"/>
                    <a:pt x="51930" y="56499"/>
                  </a:cubicBezTo>
                  <a:cubicBezTo>
                    <a:pt x="56429" y="70831"/>
                    <a:pt x="59929" y="85746"/>
                    <a:pt x="63429" y="100495"/>
                  </a:cubicBezTo>
                  <a:lnTo>
                    <a:pt x="63429" y="100495"/>
                  </a:lnTo>
                  <a:close/>
                </a:path>
              </a:pathLst>
            </a:custGeom>
            <a:grpFill/>
            <a:ln w="8332" cap="flat">
              <a:noFill/>
              <a:prstDash val="solid"/>
              <a:miter/>
            </a:ln>
          </p:spPr>
          <p:txBody>
            <a:bodyPr rtlCol="0" anchor="ctr"/>
            <a:lstStyle/>
            <a:p>
              <a:endParaRPr lang="en-US"/>
            </a:p>
          </p:txBody>
        </p:sp>
        <p:sp>
          <p:nvSpPr>
            <p:cNvPr id="2351" name="Freeform: Shape 2350"/>
            <p:cNvSpPr/>
            <p:nvPr/>
          </p:nvSpPr>
          <p:spPr>
            <a:xfrm>
              <a:off x="54248" y="6092457"/>
              <a:ext cx="118879" cy="316165"/>
            </a:xfrm>
            <a:custGeom>
              <a:avLst/>
              <a:gdLst>
                <a:gd name="connsiteX0" fmla="*/ 50930 w 118879"/>
                <a:gd name="connsiteY0" fmla="*/ 27251 h 316165"/>
                <a:gd name="connsiteX1" fmla="*/ 36931 w 118879"/>
                <a:gd name="connsiteY1" fmla="*/ 2670 h 316165"/>
                <a:gd name="connsiteX2" fmla="*/ 33015 w 118879"/>
                <a:gd name="connsiteY2" fmla="*/ 1337 h 316165"/>
                <a:gd name="connsiteX3" fmla="*/ 30099 w 118879"/>
                <a:gd name="connsiteY3" fmla="*/ 87 h 316165"/>
                <a:gd name="connsiteX4" fmla="*/ 26182 w 118879"/>
                <a:gd name="connsiteY4" fmla="*/ 1170 h 316165"/>
                <a:gd name="connsiteX5" fmla="*/ 11100 w 118879"/>
                <a:gd name="connsiteY5" fmla="*/ 11086 h 316165"/>
                <a:gd name="connsiteX6" fmla="*/ 1101 w 118879"/>
                <a:gd name="connsiteY6" fmla="*/ 71581 h 316165"/>
                <a:gd name="connsiteX7" fmla="*/ 8767 w 118879"/>
                <a:gd name="connsiteY7" fmla="*/ 135658 h 316165"/>
                <a:gd name="connsiteX8" fmla="*/ 30932 w 118879"/>
                <a:gd name="connsiteY8" fmla="*/ 227400 h 316165"/>
                <a:gd name="connsiteX9" fmla="*/ 64845 w 118879"/>
                <a:gd name="connsiteY9" fmla="*/ 306060 h 316165"/>
                <a:gd name="connsiteX10" fmla="*/ 112591 w 118879"/>
                <a:gd name="connsiteY10" fmla="*/ 304893 h 316165"/>
                <a:gd name="connsiteX11" fmla="*/ 107675 w 118879"/>
                <a:gd name="connsiteY11" fmla="*/ 227067 h 316165"/>
                <a:gd name="connsiteX12" fmla="*/ 79927 w 118879"/>
                <a:gd name="connsiteY12" fmla="*/ 124659 h 316165"/>
                <a:gd name="connsiteX13" fmla="*/ 50930 w 118879"/>
                <a:gd name="connsiteY13" fmla="*/ 27251 h 316165"/>
                <a:gd name="connsiteX14" fmla="*/ 50930 w 118879"/>
                <a:gd name="connsiteY14" fmla="*/ 27251 h 316165"/>
                <a:gd name="connsiteX15" fmla="*/ 63429 w 118879"/>
                <a:gd name="connsiteY15" fmla="*/ 100412 h 316165"/>
                <a:gd name="connsiteX16" fmla="*/ 87510 w 118879"/>
                <a:gd name="connsiteY16" fmla="*/ 191736 h 316165"/>
                <a:gd name="connsiteX17" fmla="*/ 105842 w 118879"/>
                <a:gd name="connsiteY17" fmla="*/ 280979 h 316165"/>
                <a:gd name="connsiteX18" fmla="*/ 90926 w 118879"/>
                <a:gd name="connsiteY18" fmla="*/ 303977 h 316165"/>
                <a:gd name="connsiteX19" fmla="*/ 69928 w 118879"/>
                <a:gd name="connsiteY19" fmla="*/ 293644 h 316165"/>
                <a:gd name="connsiteX20" fmla="*/ 49930 w 118879"/>
                <a:gd name="connsiteY20" fmla="*/ 253314 h 316165"/>
                <a:gd name="connsiteX21" fmla="*/ 24766 w 118879"/>
                <a:gd name="connsiteY21" fmla="*/ 168572 h 316165"/>
                <a:gd name="connsiteX22" fmla="*/ 11017 w 118879"/>
                <a:gd name="connsiteY22" fmla="*/ 78664 h 316165"/>
                <a:gd name="connsiteX23" fmla="*/ 18266 w 118879"/>
                <a:gd name="connsiteY23" fmla="*/ 15086 h 316165"/>
                <a:gd name="connsiteX24" fmla="*/ 37764 w 118879"/>
                <a:gd name="connsiteY24" fmla="*/ 16336 h 316165"/>
                <a:gd name="connsiteX25" fmla="*/ 44097 w 118879"/>
                <a:gd name="connsiteY25" fmla="*/ 35167 h 316165"/>
                <a:gd name="connsiteX26" fmla="*/ 51930 w 118879"/>
                <a:gd name="connsiteY26" fmla="*/ 56415 h 316165"/>
                <a:gd name="connsiteX27" fmla="*/ 63429 w 118879"/>
                <a:gd name="connsiteY27" fmla="*/ 100412 h 316165"/>
                <a:gd name="connsiteX28" fmla="*/ 63429 w 118879"/>
                <a:gd name="connsiteY28" fmla="*/ 100412 h 3161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18879" h="316165">
                  <a:moveTo>
                    <a:pt x="50930" y="27251"/>
                  </a:moveTo>
                  <a:cubicBezTo>
                    <a:pt x="47597" y="18919"/>
                    <a:pt x="45847" y="6920"/>
                    <a:pt x="36931" y="2670"/>
                  </a:cubicBezTo>
                  <a:cubicBezTo>
                    <a:pt x="35598" y="2004"/>
                    <a:pt x="34265" y="1587"/>
                    <a:pt x="33015" y="1337"/>
                  </a:cubicBezTo>
                  <a:cubicBezTo>
                    <a:pt x="32432" y="421"/>
                    <a:pt x="31432" y="-246"/>
                    <a:pt x="30099" y="87"/>
                  </a:cubicBezTo>
                  <a:cubicBezTo>
                    <a:pt x="28765" y="421"/>
                    <a:pt x="27432" y="754"/>
                    <a:pt x="26182" y="1170"/>
                  </a:cubicBezTo>
                  <a:cubicBezTo>
                    <a:pt x="20183" y="2170"/>
                    <a:pt x="14600" y="6003"/>
                    <a:pt x="11100" y="11086"/>
                  </a:cubicBezTo>
                  <a:cubicBezTo>
                    <a:pt x="-899" y="28335"/>
                    <a:pt x="-1149" y="50416"/>
                    <a:pt x="1101" y="71581"/>
                  </a:cubicBezTo>
                  <a:cubicBezTo>
                    <a:pt x="1934" y="93162"/>
                    <a:pt x="5184" y="114743"/>
                    <a:pt x="8767" y="135658"/>
                  </a:cubicBezTo>
                  <a:cubicBezTo>
                    <a:pt x="14100" y="166739"/>
                    <a:pt x="22266" y="197153"/>
                    <a:pt x="30932" y="227400"/>
                  </a:cubicBezTo>
                  <a:cubicBezTo>
                    <a:pt x="38181" y="252814"/>
                    <a:pt x="45430" y="286645"/>
                    <a:pt x="64845" y="306060"/>
                  </a:cubicBezTo>
                  <a:cubicBezTo>
                    <a:pt x="77428" y="318725"/>
                    <a:pt x="101675" y="320725"/>
                    <a:pt x="112591" y="304893"/>
                  </a:cubicBezTo>
                  <a:cubicBezTo>
                    <a:pt x="126923" y="284145"/>
                    <a:pt x="113008" y="248648"/>
                    <a:pt x="107675" y="227067"/>
                  </a:cubicBezTo>
                  <a:cubicBezTo>
                    <a:pt x="99176" y="192653"/>
                    <a:pt x="89427" y="158823"/>
                    <a:pt x="79927" y="124659"/>
                  </a:cubicBezTo>
                  <a:cubicBezTo>
                    <a:pt x="70845" y="91579"/>
                    <a:pt x="63679" y="58998"/>
                    <a:pt x="50930" y="27251"/>
                  </a:cubicBezTo>
                  <a:lnTo>
                    <a:pt x="50930" y="27251"/>
                  </a:lnTo>
                  <a:close/>
                  <a:moveTo>
                    <a:pt x="63429" y="100412"/>
                  </a:moveTo>
                  <a:cubicBezTo>
                    <a:pt x="70595" y="131159"/>
                    <a:pt x="79761" y="161239"/>
                    <a:pt x="87510" y="191736"/>
                  </a:cubicBezTo>
                  <a:cubicBezTo>
                    <a:pt x="94759" y="220151"/>
                    <a:pt x="105925" y="251481"/>
                    <a:pt x="105842" y="280979"/>
                  </a:cubicBezTo>
                  <a:cubicBezTo>
                    <a:pt x="105842" y="292061"/>
                    <a:pt x="103675" y="302310"/>
                    <a:pt x="90926" y="303977"/>
                  </a:cubicBezTo>
                  <a:cubicBezTo>
                    <a:pt x="82261" y="305060"/>
                    <a:pt x="74761" y="300143"/>
                    <a:pt x="69928" y="293644"/>
                  </a:cubicBezTo>
                  <a:cubicBezTo>
                    <a:pt x="60929" y="281645"/>
                    <a:pt x="55013" y="267313"/>
                    <a:pt x="49930" y="253314"/>
                  </a:cubicBezTo>
                  <a:cubicBezTo>
                    <a:pt x="39931" y="225650"/>
                    <a:pt x="31598" y="197153"/>
                    <a:pt x="24766" y="168572"/>
                  </a:cubicBezTo>
                  <a:cubicBezTo>
                    <a:pt x="17766" y="139158"/>
                    <a:pt x="12850" y="108828"/>
                    <a:pt x="11017" y="78664"/>
                  </a:cubicBezTo>
                  <a:cubicBezTo>
                    <a:pt x="9934" y="61499"/>
                    <a:pt x="6684" y="31584"/>
                    <a:pt x="18266" y="15086"/>
                  </a:cubicBezTo>
                  <a:cubicBezTo>
                    <a:pt x="22683" y="12503"/>
                    <a:pt x="29182" y="12920"/>
                    <a:pt x="37764" y="16336"/>
                  </a:cubicBezTo>
                  <a:cubicBezTo>
                    <a:pt x="41098" y="20502"/>
                    <a:pt x="42264" y="30085"/>
                    <a:pt x="44097" y="35167"/>
                  </a:cubicBezTo>
                  <a:cubicBezTo>
                    <a:pt x="46764" y="42250"/>
                    <a:pt x="49597" y="49166"/>
                    <a:pt x="51930" y="56415"/>
                  </a:cubicBezTo>
                  <a:cubicBezTo>
                    <a:pt x="56346" y="70748"/>
                    <a:pt x="59929" y="85663"/>
                    <a:pt x="63429" y="100412"/>
                  </a:cubicBezTo>
                  <a:lnTo>
                    <a:pt x="63429" y="100412"/>
                  </a:lnTo>
                  <a:close/>
                </a:path>
              </a:pathLst>
            </a:custGeom>
            <a:grpFill/>
            <a:ln w="8332" cap="flat">
              <a:noFill/>
              <a:prstDash val="solid"/>
              <a:miter/>
            </a:ln>
          </p:spPr>
          <p:txBody>
            <a:bodyPr rtlCol="0" anchor="ctr"/>
            <a:lstStyle/>
            <a:p>
              <a:endParaRPr lang="en-US"/>
            </a:p>
          </p:txBody>
        </p:sp>
        <p:sp>
          <p:nvSpPr>
            <p:cNvPr id="2352" name="Freeform: Shape 2351"/>
            <p:cNvSpPr/>
            <p:nvPr/>
          </p:nvSpPr>
          <p:spPr>
            <a:xfrm>
              <a:off x="975051" y="4338739"/>
              <a:ext cx="571616" cy="396627"/>
            </a:xfrm>
            <a:custGeom>
              <a:avLst/>
              <a:gdLst>
                <a:gd name="connsiteX0" fmla="*/ 388764 w 571616"/>
                <a:gd name="connsiteY0" fmla="*/ 311686 h 396627"/>
                <a:gd name="connsiteX1" fmla="*/ 470423 w 571616"/>
                <a:gd name="connsiteY1" fmla="*/ 258274 h 396627"/>
                <a:gd name="connsiteX2" fmla="*/ 534917 w 571616"/>
                <a:gd name="connsiteY2" fmla="*/ 203363 h 396627"/>
                <a:gd name="connsiteX3" fmla="*/ 556165 w 571616"/>
                <a:gd name="connsiteY3" fmla="*/ 61625 h 396627"/>
                <a:gd name="connsiteX4" fmla="*/ 418094 w 571616"/>
                <a:gd name="connsiteY4" fmla="*/ 214 h 396627"/>
                <a:gd name="connsiteX5" fmla="*/ 335935 w 571616"/>
                <a:gd name="connsiteY5" fmla="*/ 17212 h 396627"/>
                <a:gd name="connsiteX6" fmla="*/ 291273 w 571616"/>
                <a:gd name="connsiteY6" fmla="*/ 32961 h 396627"/>
                <a:gd name="connsiteX7" fmla="*/ 207780 w 571616"/>
                <a:gd name="connsiteY7" fmla="*/ 71541 h 396627"/>
                <a:gd name="connsiteX8" fmla="*/ 126871 w 571616"/>
                <a:gd name="connsiteY8" fmla="*/ 120537 h 396627"/>
                <a:gd name="connsiteX9" fmla="*/ 64960 w 571616"/>
                <a:gd name="connsiteY9" fmla="*/ 168032 h 396627"/>
                <a:gd name="connsiteX10" fmla="*/ 59210 w 571616"/>
                <a:gd name="connsiteY10" fmla="*/ 228110 h 396627"/>
                <a:gd name="connsiteX11" fmla="*/ 86208 w 571616"/>
                <a:gd name="connsiteY11" fmla="*/ 281355 h 396627"/>
                <a:gd name="connsiteX12" fmla="*/ 12631 w 571616"/>
                <a:gd name="connsiteY12" fmla="*/ 319935 h 396627"/>
                <a:gd name="connsiteX13" fmla="*/ 9631 w 571616"/>
                <a:gd name="connsiteY13" fmla="*/ 379847 h 396627"/>
                <a:gd name="connsiteX14" fmla="*/ 37962 w 571616"/>
                <a:gd name="connsiteY14" fmla="*/ 396428 h 396627"/>
                <a:gd name="connsiteX15" fmla="*/ 72126 w 571616"/>
                <a:gd name="connsiteY15" fmla="*/ 383596 h 396627"/>
                <a:gd name="connsiteX16" fmla="*/ 113955 w 571616"/>
                <a:gd name="connsiteY16" fmla="*/ 355849 h 396627"/>
                <a:gd name="connsiteX17" fmla="*/ 130037 w 571616"/>
                <a:gd name="connsiteY17" fmla="*/ 344933 h 396627"/>
                <a:gd name="connsiteX18" fmla="*/ 225028 w 571616"/>
                <a:gd name="connsiteY18" fmla="*/ 392345 h 396627"/>
                <a:gd name="connsiteX19" fmla="*/ 388764 w 571616"/>
                <a:gd name="connsiteY19" fmla="*/ 311686 h 396627"/>
                <a:gd name="connsiteX20" fmla="*/ 388764 w 571616"/>
                <a:gd name="connsiteY20" fmla="*/ 311686 h 396627"/>
                <a:gd name="connsiteX21" fmla="*/ 70876 w 571616"/>
                <a:gd name="connsiteY21" fmla="*/ 367514 h 396627"/>
                <a:gd name="connsiteX22" fmla="*/ 42462 w 571616"/>
                <a:gd name="connsiteY22" fmla="*/ 382096 h 396627"/>
                <a:gd name="connsiteX23" fmla="*/ 13631 w 571616"/>
                <a:gd name="connsiteY23" fmla="*/ 354849 h 396627"/>
                <a:gd name="connsiteX24" fmla="*/ 22630 w 571616"/>
                <a:gd name="connsiteY24" fmla="*/ 328601 h 396627"/>
                <a:gd name="connsiteX25" fmla="*/ 48128 w 571616"/>
                <a:gd name="connsiteY25" fmla="*/ 310686 h 396627"/>
                <a:gd name="connsiteX26" fmla="*/ 91041 w 571616"/>
                <a:gd name="connsiteY26" fmla="*/ 289938 h 396627"/>
                <a:gd name="connsiteX27" fmla="*/ 103790 w 571616"/>
                <a:gd name="connsiteY27" fmla="*/ 309853 h 396627"/>
                <a:gd name="connsiteX28" fmla="*/ 120538 w 571616"/>
                <a:gd name="connsiteY28" fmla="*/ 333434 h 396627"/>
                <a:gd name="connsiteX29" fmla="*/ 70876 w 571616"/>
                <a:gd name="connsiteY29" fmla="*/ 367514 h 396627"/>
                <a:gd name="connsiteX30" fmla="*/ 70876 w 571616"/>
                <a:gd name="connsiteY30" fmla="*/ 367514 h 396627"/>
                <a:gd name="connsiteX31" fmla="*/ 204530 w 571616"/>
                <a:gd name="connsiteY31" fmla="*/ 379180 h 396627"/>
                <a:gd name="connsiteX32" fmla="*/ 139370 w 571616"/>
                <a:gd name="connsiteY32" fmla="*/ 333267 h 396627"/>
                <a:gd name="connsiteX33" fmla="*/ 93290 w 571616"/>
                <a:gd name="connsiteY33" fmla="*/ 263024 h 396627"/>
                <a:gd name="connsiteX34" fmla="*/ 69876 w 571616"/>
                <a:gd name="connsiteY34" fmla="*/ 189363 h 396627"/>
                <a:gd name="connsiteX35" fmla="*/ 99457 w 571616"/>
                <a:gd name="connsiteY35" fmla="*/ 155367 h 396627"/>
                <a:gd name="connsiteX36" fmla="*/ 119121 w 571616"/>
                <a:gd name="connsiteY36" fmla="*/ 141451 h 396627"/>
                <a:gd name="connsiteX37" fmla="*/ 133703 w 571616"/>
                <a:gd name="connsiteY37" fmla="*/ 175782 h 396627"/>
                <a:gd name="connsiteX38" fmla="*/ 172367 w 571616"/>
                <a:gd name="connsiteY38" fmla="*/ 255108 h 396627"/>
                <a:gd name="connsiteX39" fmla="*/ 257276 w 571616"/>
                <a:gd name="connsiteY39" fmla="*/ 368681 h 396627"/>
                <a:gd name="connsiteX40" fmla="*/ 204530 w 571616"/>
                <a:gd name="connsiteY40" fmla="*/ 379180 h 396627"/>
                <a:gd name="connsiteX41" fmla="*/ 204530 w 571616"/>
                <a:gd name="connsiteY41" fmla="*/ 379180 h 396627"/>
                <a:gd name="connsiteX42" fmla="*/ 278440 w 571616"/>
                <a:gd name="connsiteY42" fmla="*/ 359348 h 396627"/>
                <a:gd name="connsiteX43" fmla="*/ 269358 w 571616"/>
                <a:gd name="connsiteY43" fmla="*/ 363598 h 396627"/>
                <a:gd name="connsiteX44" fmla="*/ 249193 w 571616"/>
                <a:gd name="connsiteY44" fmla="*/ 342933 h 396627"/>
                <a:gd name="connsiteX45" fmla="*/ 225112 w 571616"/>
                <a:gd name="connsiteY45" fmla="*/ 312103 h 396627"/>
                <a:gd name="connsiteX46" fmla="*/ 185949 w 571616"/>
                <a:gd name="connsiteY46" fmla="*/ 252941 h 396627"/>
                <a:gd name="connsiteX47" fmla="*/ 150119 w 571616"/>
                <a:gd name="connsiteY47" fmla="*/ 185031 h 396627"/>
                <a:gd name="connsiteX48" fmla="*/ 126287 w 571616"/>
                <a:gd name="connsiteY48" fmla="*/ 136618 h 396627"/>
                <a:gd name="connsiteX49" fmla="*/ 138120 w 571616"/>
                <a:gd name="connsiteY49" fmla="*/ 129369 h 396627"/>
                <a:gd name="connsiteX50" fmla="*/ 206697 w 571616"/>
                <a:gd name="connsiteY50" fmla="*/ 89289 h 396627"/>
                <a:gd name="connsiteX51" fmla="*/ 350350 w 571616"/>
                <a:gd name="connsiteY51" fmla="*/ 26128 h 396627"/>
                <a:gd name="connsiteX52" fmla="*/ 502337 w 571616"/>
                <a:gd name="connsiteY52" fmla="*/ 30878 h 396627"/>
                <a:gd name="connsiteX53" fmla="*/ 556082 w 571616"/>
                <a:gd name="connsiteY53" fmla="*/ 92789 h 396627"/>
                <a:gd name="connsiteX54" fmla="*/ 543750 w 571616"/>
                <a:gd name="connsiteY54" fmla="*/ 172698 h 396627"/>
                <a:gd name="connsiteX55" fmla="*/ 420594 w 571616"/>
                <a:gd name="connsiteY55" fmla="*/ 277272 h 396627"/>
                <a:gd name="connsiteX56" fmla="*/ 348517 w 571616"/>
                <a:gd name="connsiteY56" fmla="*/ 320102 h 396627"/>
                <a:gd name="connsiteX57" fmla="*/ 278440 w 571616"/>
                <a:gd name="connsiteY57" fmla="*/ 359348 h 396627"/>
                <a:gd name="connsiteX58" fmla="*/ 278440 w 571616"/>
                <a:gd name="connsiteY58" fmla="*/ 359348 h 396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71616" h="396627">
                  <a:moveTo>
                    <a:pt x="388764" y="311686"/>
                  </a:moveTo>
                  <a:cubicBezTo>
                    <a:pt x="416845" y="295104"/>
                    <a:pt x="443759" y="277022"/>
                    <a:pt x="470423" y="258274"/>
                  </a:cubicBezTo>
                  <a:cubicBezTo>
                    <a:pt x="493588" y="241942"/>
                    <a:pt x="516252" y="224694"/>
                    <a:pt x="534917" y="203363"/>
                  </a:cubicBezTo>
                  <a:cubicBezTo>
                    <a:pt x="568914" y="164449"/>
                    <a:pt x="586163" y="108787"/>
                    <a:pt x="556165" y="61625"/>
                  </a:cubicBezTo>
                  <a:cubicBezTo>
                    <a:pt x="527835" y="17046"/>
                    <a:pt x="468340" y="-2286"/>
                    <a:pt x="418094" y="214"/>
                  </a:cubicBezTo>
                  <a:cubicBezTo>
                    <a:pt x="390180" y="1547"/>
                    <a:pt x="362683" y="8047"/>
                    <a:pt x="335935" y="17212"/>
                  </a:cubicBezTo>
                  <a:cubicBezTo>
                    <a:pt x="320687" y="21545"/>
                    <a:pt x="305688" y="27128"/>
                    <a:pt x="291273" y="32961"/>
                  </a:cubicBezTo>
                  <a:cubicBezTo>
                    <a:pt x="263192" y="44544"/>
                    <a:pt x="234611" y="57125"/>
                    <a:pt x="207780" y="71541"/>
                  </a:cubicBezTo>
                  <a:cubicBezTo>
                    <a:pt x="180116" y="86456"/>
                    <a:pt x="153868" y="104288"/>
                    <a:pt x="126871" y="120537"/>
                  </a:cubicBezTo>
                  <a:cubicBezTo>
                    <a:pt x="106123" y="132952"/>
                    <a:pt x="79625" y="148284"/>
                    <a:pt x="64960" y="168032"/>
                  </a:cubicBezTo>
                  <a:cubicBezTo>
                    <a:pt x="51627" y="186031"/>
                    <a:pt x="50878" y="207862"/>
                    <a:pt x="59210" y="228110"/>
                  </a:cubicBezTo>
                  <a:cubicBezTo>
                    <a:pt x="66709" y="246358"/>
                    <a:pt x="76042" y="264190"/>
                    <a:pt x="86208" y="281355"/>
                  </a:cubicBezTo>
                  <a:cubicBezTo>
                    <a:pt x="60377" y="292188"/>
                    <a:pt x="35296" y="302770"/>
                    <a:pt x="12631" y="319935"/>
                  </a:cubicBezTo>
                  <a:cubicBezTo>
                    <a:pt x="-4451" y="332934"/>
                    <a:pt x="-2951" y="364098"/>
                    <a:pt x="9631" y="379847"/>
                  </a:cubicBezTo>
                  <a:cubicBezTo>
                    <a:pt x="16547" y="388596"/>
                    <a:pt x="26796" y="395178"/>
                    <a:pt x="37962" y="396428"/>
                  </a:cubicBezTo>
                  <a:cubicBezTo>
                    <a:pt x="51961" y="397928"/>
                    <a:pt x="60877" y="390679"/>
                    <a:pt x="72126" y="383596"/>
                  </a:cubicBezTo>
                  <a:cubicBezTo>
                    <a:pt x="86291" y="374597"/>
                    <a:pt x="100456" y="365848"/>
                    <a:pt x="113955" y="355849"/>
                  </a:cubicBezTo>
                  <a:cubicBezTo>
                    <a:pt x="117871" y="352849"/>
                    <a:pt x="124788" y="349349"/>
                    <a:pt x="130037" y="344933"/>
                  </a:cubicBezTo>
                  <a:cubicBezTo>
                    <a:pt x="154702" y="374014"/>
                    <a:pt x="186532" y="398595"/>
                    <a:pt x="225028" y="392345"/>
                  </a:cubicBezTo>
                  <a:cubicBezTo>
                    <a:pt x="284357" y="382596"/>
                    <a:pt x="337852" y="341683"/>
                    <a:pt x="388764" y="311686"/>
                  </a:cubicBezTo>
                  <a:lnTo>
                    <a:pt x="388764" y="311686"/>
                  </a:lnTo>
                  <a:close/>
                  <a:moveTo>
                    <a:pt x="70876" y="367514"/>
                  </a:moveTo>
                  <a:cubicBezTo>
                    <a:pt x="62293" y="372847"/>
                    <a:pt x="52877" y="381846"/>
                    <a:pt x="42462" y="382096"/>
                  </a:cubicBezTo>
                  <a:cubicBezTo>
                    <a:pt x="28130" y="382346"/>
                    <a:pt x="14881" y="368681"/>
                    <a:pt x="13631" y="354849"/>
                  </a:cubicBezTo>
                  <a:cubicBezTo>
                    <a:pt x="12714" y="344433"/>
                    <a:pt x="14547" y="334767"/>
                    <a:pt x="22630" y="328601"/>
                  </a:cubicBezTo>
                  <a:cubicBezTo>
                    <a:pt x="30713" y="322352"/>
                    <a:pt x="39462" y="316269"/>
                    <a:pt x="48128" y="310686"/>
                  </a:cubicBezTo>
                  <a:cubicBezTo>
                    <a:pt x="61543" y="302187"/>
                    <a:pt x="76959" y="297270"/>
                    <a:pt x="91041" y="289938"/>
                  </a:cubicBezTo>
                  <a:cubicBezTo>
                    <a:pt x="95207" y="296687"/>
                    <a:pt x="99540" y="303353"/>
                    <a:pt x="103790" y="309853"/>
                  </a:cubicBezTo>
                  <a:cubicBezTo>
                    <a:pt x="108872" y="317436"/>
                    <a:pt x="114455" y="325518"/>
                    <a:pt x="120538" y="333434"/>
                  </a:cubicBezTo>
                  <a:cubicBezTo>
                    <a:pt x="105206" y="346183"/>
                    <a:pt x="87708" y="357015"/>
                    <a:pt x="70876" y="367514"/>
                  </a:cubicBezTo>
                  <a:lnTo>
                    <a:pt x="70876" y="367514"/>
                  </a:lnTo>
                  <a:close/>
                  <a:moveTo>
                    <a:pt x="204530" y="379180"/>
                  </a:moveTo>
                  <a:cubicBezTo>
                    <a:pt x="178949" y="376764"/>
                    <a:pt x="155035" y="351849"/>
                    <a:pt x="139370" y="333267"/>
                  </a:cubicBezTo>
                  <a:cubicBezTo>
                    <a:pt x="121288" y="311852"/>
                    <a:pt x="107039" y="287438"/>
                    <a:pt x="93290" y="263024"/>
                  </a:cubicBezTo>
                  <a:cubicBezTo>
                    <a:pt x="80958" y="241276"/>
                    <a:pt x="62876" y="215278"/>
                    <a:pt x="69876" y="189363"/>
                  </a:cubicBezTo>
                  <a:cubicBezTo>
                    <a:pt x="74209" y="173532"/>
                    <a:pt x="86958" y="164532"/>
                    <a:pt x="99457" y="155367"/>
                  </a:cubicBezTo>
                  <a:cubicBezTo>
                    <a:pt x="105956" y="150617"/>
                    <a:pt x="112455" y="145867"/>
                    <a:pt x="119121" y="141451"/>
                  </a:cubicBezTo>
                  <a:cubicBezTo>
                    <a:pt x="121038" y="153284"/>
                    <a:pt x="130120" y="167449"/>
                    <a:pt x="133703" y="175782"/>
                  </a:cubicBezTo>
                  <a:cubicBezTo>
                    <a:pt x="145536" y="202945"/>
                    <a:pt x="158618" y="228943"/>
                    <a:pt x="172367" y="255108"/>
                  </a:cubicBezTo>
                  <a:cubicBezTo>
                    <a:pt x="193615" y="295521"/>
                    <a:pt x="221779" y="338684"/>
                    <a:pt x="257276" y="368681"/>
                  </a:cubicBezTo>
                  <a:cubicBezTo>
                    <a:pt x="240277" y="375597"/>
                    <a:pt x="221696" y="380763"/>
                    <a:pt x="204530" y="379180"/>
                  </a:cubicBezTo>
                  <a:lnTo>
                    <a:pt x="204530" y="379180"/>
                  </a:lnTo>
                  <a:close/>
                  <a:moveTo>
                    <a:pt x="278440" y="359348"/>
                  </a:moveTo>
                  <a:cubicBezTo>
                    <a:pt x="275524" y="360765"/>
                    <a:pt x="272441" y="362182"/>
                    <a:pt x="269358" y="363598"/>
                  </a:cubicBezTo>
                  <a:cubicBezTo>
                    <a:pt x="262942" y="356432"/>
                    <a:pt x="255442" y="350349"/>
                    <a:pt x="249193" y="342933"/>
                  </a:cubicBezTo>
                  <a:cubicBezTo>
                    <a:pt x="240777" y="332934"/>
                    <a:pt x="232778" y="322685"/>
                    <a:pt x="225112" y="312103"/>
                  </a:cubicBezTo>
                  <a:cubicBezTo>
                    <a:pt x="211363" y="293187"/>
                    <a:pt x="197364" y="273439"/>
                    <a:pt x="185949" y="252941"/>
                  </a:cubicBezTo>
                  <a:cubicBezTo>
                    <a:pt x="173450" y="230526"/>
                    <a:pt x="161368" y="208112"/>
                    <a:pt x="150119" y="185031"/>
                  </a:cubicBezTo>
                  <a:cubicBezTo>
                    <a:pt x="142369" y="169032"/>
                    <a:pt x="135203" y="152117"/>
                    <a:pt x="126287" y="136618"/>
                  </a:cubicBezTo>
                  <a:cubicBezTo>
                    <a:pt x="130204" y="134202"/>
                    <a:pt x="134287" y="131869"/>
                    <a:pt x="138120" y="129369"/>
                  </a:cubicBezTo>
                  <a:cubicBezTo>
                    <a:pt x="160618" y="115537"/>
                    <a:pt x="183366" y="101621"/>
                    <a:pt x="206697" y="89289"/>
                  </a:cubicBezTo>
                  <a:cubicBezTo>
                    <a:pt x="252193" y="65125"/>
                    <a:pt x="301105" y="41460"/>
                    <a:pt x="350350" y="26128"/>
                  </a:cubicBezTo>
                  <a:cubicBezTo>
                    <a:pt x="399513" y="10880"/>
                    <a:pt x="455508" y="5464"/>
                    <a:pt x="502337" y="30878"/>
                  </a:cubicBezTo>
                  <a:cubicBezTo>
                    <a:pt x="527251" y="44460"/>
                    <a:pt x="548666" y="64792"/>
                    <a:pt x="556082" y="92789"/>
                  </a:cubicBezTo>
                  <a:cubicBezTo>
                    <a:pt x="563498" y="120786"/>
                    <a:pt x="559332" y="148284"/>
                    <a:pt x="543750" y="172698"/>
                  </a:cubicBezTo>
                  <a:cubicBezTo>
                    <a:pt x="514752" y="218361"/>
                    <a:pt x="465007" y="248525"/>
                    <a:pt x="420594" y="277272"/>
                  </a:cubicBezTo>
                  <a:cubicBezTo>
                    <a:pt x="397180" y="292438"/>
                    <a:pt x="372682" y="306019"/>
                    <a:pt x="348517" y="320102"/>
                  </a:cubicBezTo>
                  <a:cubicBezTo>
                    <a:pt x="325353" y="333517"/>
                    <a:pt x="302522" y="347766"/>
                    <a:pt x="278440" y="359348"/>
                  </a:cubicBezTo>
                  <a:lnTo>
                    <a:pt x="278440" y="359348"/>
                  </a:lnTo>
                  <a:close/>
                </a:path>
              </a:pathLst>
            </a:custGeom>
            <a:grpFill/>
            <a:ln w="8332" cap="flat">
              <a:noFill/>
              <a:prstDash val="solid"/>
              <a:miter/>
            </a:ln>
          </p:spPr>
          <p:txBody>
            <a:bodyPr rtlCol="0" anchor="ctr"/>
            <a:lstStyle/>
            <a:p>
              <a:endParaRPr lang="en-US"/>
            </a:p>
          </p:txBody>
        </p:sp>
        <p:sp>
          <p:nvSpPr>
            <p:cNvPr id="2353" name="Freeform: Shape 2352"/>
            <p:cNvSpPr/>
            <p:nvPr/>
          </p:nvSpPr>
          <p:spPr>
            <a:xfrm>
              <a:off x="1151211" y="4380091"/>
              <a:ext cx="299767" cy="163405"/>
            </a:xfrm>
            <a:custGeom>
              <a:avLst/>
              <a:gdLst>
                <a:gd name="connsiteX0" fmla="*/ 276848 w 299767"/>
                <a:gd name="connsiteY0" fmla="*/ 47103 h 163405"/>
                <a:gd name="connsiteX1" fmla="*/ 298263 w 299767"/>
                <a:gd name="connsiteY1" fmla="*/ 28689 h 163405"/>
                <a:gd name="connsiteX2" fmla="*/ 298846 w 299767"/>
                <a:gd name="connsiteY2" fmla="*/ 24522 h 163405"/>
                <a:gd name="connsiteX3" fmla="*/ 299512 w 299767"/>
                <a:gd name="connsiteY3" fmla="*/ 21439 h 163405"/>
                <a:gd name="connsiteX4" fmla="*/ 297679 w 299767"/>
                <a:gd name="connsiteY4" fmla="*/ 17773 h 163405"/>
                <a:gd name="connsiteX5" fmla="*/ 285097 w 299767"/>
                <a:gd name="connsiteY5" fmla="*/ 4857 h 163405"/>
                <a:gd name="connsiteX6" fmla="*/ 223853 w 299767"/>
                <a:gd name="connsiteY6" fmla="*/ 6607 h 163405"/>
                <a:gd name="connsiteX7" fmla="*/ 162358 w 299767"/>
                <a:gd name="connsiteY7" fmla="*/ 26355 h 163405"/>
                <a:gd name="connsiteX8" fmla="*/ 76533 w 299767"/>
                <a:gd name="connsiteY8" fmla="*/ 65685 h 163405"/>
                <a:gd name="connsiteX9" fmla="*/ 5789 w 299767"/>
                <a:gd name="connsiteY9" fmla="*/ 114014 h 163405"/>
                <a:gd name="connsiteX10" fmla="*/ 16038 w 299767"/>
                <a:gd name="connsiteY10" fmla="*/ 160676 h 163405"/>
                <a:gd name="connsiteX11" fmla="*/ 91531 w 299767"/>
                <a:gd name="connsiteY11" fmla="*/ 140928 h 163405"/>
                <a:gd name="connsiteX12" fmla="*/ 186773 w 299767"/>
                <a:gd name="connsiteY12" fmla="*/ 94099 h 163405"/>
                <a:gd name="connsiteX13" fmla="*/ 276848 w 299767"/>
                <a:gd name="connsiteY13" fmla="*/ 47103 h 163405"/>
                <a:gd name="connsiteX14" fmla="*/ 276848 w 299767"/>
                <a:gd name="connsiteY14" fmla="*/ 47103 h 163405"/>
                <a:gd name="connsiteX15" fmla="*/ 207354 w 299767"/>
                <a:gd name="connsiteY15" fmla="*/ 73268 h 163405"/>
                <a:gd name="connsiteX16" fmla="*/ 122279 w 299767"/>
                <a:gd name="connsiteY16" fmla="*/ 114347 h 163405"/>
                <a:gd name="connsiteX17" fmla="*/ 38203 w 299767"/>
                <a:gd name="connsiteY17" fmla="*/ 149428 h 163405"/>
                <a:gd name="connsiteX18" fmla="*/ 12788 w 299767"/>
                <a:gd name="connsiteY18" fmla="*/ 139178 h 163405"/>
                <a:gd name="connsiteX19" fmla="*/ 18871 w 299767"/>
                <a:gd name="connsiteY19" fmla="*/ 116597 h 163405"/>
                <a:gd name="connsiteX20" fmla="*/ 54618 w 299767"/>
                <a:gd name="connsiteY20" fmla="*/ 89266 h 163405"/>
                <a:gd name="connsiteX21" fmla="*/ 133027 w 299767"/>
                <a:gd name="connsiteY21" fmla="*/ 48353 h 163405"/>
                <a:gd name="connsiteX22" fmla="*/ 218687 w 299767"/>
                <a:gd name="connsiteY22" fmla="*/ 17690 h 163405"/>
                <a:gd name="connsiteX23" fmla="*/ 282514 w 299767"/>
                <a:gd name="connsiteY23" fmla="*/ 12690 h 163405"/>
                <a:gd name="connsiteX24" fmla="*/ 285014 w 299767"/>
                <a:gd name="connsiteY24" fmla="*/ 32105 h 163405"/>
                <a:gd name="connsiteX25" fmla="*/ 267765 w 299767"/>
                <a:gd name="connsiteY25" fmla="*/ 41937 h 163405"/>
                <a:gd name="connsiteX26" fmla="*/ 248434 w 299767"/>
                <a:gd name="connsiteY26" fmla="*/ 53686 h 163405"/>
                <a:gd name="connsiteX27" fmla="*/ 207354 w 299767"/>
                <a:gd name="connsiteY27" fmla="*/ 73268 h 163405"/>
                <a:gd name="connsiteX28" fmla="*/ 207354 w 299767"/>
                <a:gd name="connsiteY28" fmla="*/ 73268 h 163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99767" h="163405">
                  <a:moveTo>
                    <a:pt x="276848" y="47103"/>
                  </a:moveTo>
                  <a:cubicBezTo>
                    <a:pt x="284347" y="42270"/>
                    <a:pt x="295846" y="38187"/>
                    <a:pt x="298263" y="28689"/>
                  </a:cubicBezTo>
                  <a:cubicBezTo>
                    <a:pt x="298679" y="27272"/>
                    <a:pt x="298846" y="25855"/>
                    <a:pt x="298846" y="24522"/>
                  </a:cubicBezTo>
                  <a:cubicBezTo>
                    <a:pt x="299596" y="23772"/>
                    <a:pt x="300096" y="22689"/>
                    <a:pt x="299512" y="21439"/>
                  </a:cubicBezTo>
                  <a:cubicBezTo>
                    <a:pt x="298929" y="20189"/>
                    <a:pt x="298346" y="18939"/>
                    <a:pt x="297679" y="17773"/>
                  </a:cubicBezTo>
                  <a:cubicBezTo>
                    <a:pt x="295513" y="12106"/>
                    <a:pt x="290763" y="7357"/>
                    <a:pt x="285097" y="4857"/>
                  </a:cubicBezTo>
                  <a:cubicBezTo>
                    <a:pt x="265849" y="-3642"/>
                    <a:pt x="244184" y="358"/>
                    <a:pt x="223853" y="6607"/>
                  </a:cubicBezTo>
                  <a:cubicBezTo>
                    <a:pt x="202854" y="11524"/>
                    <a:pt x="182273" y="18856"/>
                    <a:pt x="162358" y="26355"/>
                  </a:cubicBezTo>
                  <a:cubicBezTo>
                    <a:pt x="132861" y="37521"/>
                    <a:pt x="104530" y="51353"/>
                    <a:pt x="76533" y="65685"/>
                  </a:cubicBezTo>
                  <a:cubicBezTo>
                    <a:pt x="52951" y="77684"/>
                    <a:pt x="21204" y="91266"/>
                    <a:pt x="5789" y="114014"/>
                  </a:cubicBezTo>
                  <a:cubicBezTo>
                    <a:pt x="-4210" y="128763"/>
                    <a:pt x="-1544" y="153011"/>
                    <a:pt x="16038" y="160676"/>
                  </a:cubicBezTo>
                  <a:cubicBezTo>
                    <a:pt x="39119" y="170759"/>
                    <a:pt x="71283" y="150344"/>
                    <a:pt x="91531" y="140928"/>
                  </a:cubicBezTo>
                  <a:cubicBezTo>
                    <a:pt x="123695" y="126013"/>
                    <a:pt x="155025" y="109848"/>
                    <a:pt x="186773" y="94099"/>
                  </a:cubicBezTo>
                  <a:cubicBezTo>
                    <a:pt x="217436" y="78850"/>
                    <a:pt x="248017" y="65602"/>
                    <a:pt x="276848" y="47103"/>
                  </a:cubicBezTo>
                  <a:lnTo>
                    <a:pt x="276848" y="47103"/>
                  </a:lnTo>
                  <a:close/>
                  <a:moveTo>
                    <a:pt x="207354" y="73268"/>
                  </a:moveTo>
                  <a:cubicBezTo>
                    <a:pt x="178523" y="86183"/>
                    <a:pt x="150776" y="100932"/>
                    <a:pt x="122279" y="114347"/>
                  </a:cubicBezTo>
                  <a:cubicBezTo>
                    <a:pt x="95781" y="126930"/>
                    <a:pt x="67117" y="143845"/>
                    <a:pt x="38203" y="149428"/>
                  </a:cubicBezTo>
                  <a:cubicBezTo>
                    <a:pt x="27370" y="151511"/>
                    <a:pt x="16871" y="151344"/>
                    <a:pt x="12788" y="139178"/>
                  </a:cubicBezTo>
                  <a:cubicBezTo>
                    <a:pt x="10039" y="130846"/>
                    <a:pt x="13455" y="122597"/>
                    <a:pt x="18871" y="116597"/>
                  </a:cubicBezTo>
                  <a:cubicBezTo>
                    <a:pt x="28953" y="105431"/>
                    <a:pt x="41869" y="96933"/>
                    <a:pt x="54618" y="89266"/>
                  </a:cubicBezTo>
                  <a:cubicBezTo>
                    <a:pt x="79866" y="74184"/>
                    <a:pt x="106197" y="60519"/>
                    <a:pt x="133027" y="48353"/>
                  </a:cubicBezTo>
                  <a:cubicBezTo>
                    <a:pt x="160525" y="35855"/>
                    <a:pt x="189356" y="25272"/>
                    <a:pt x="218687" y="17690"/>
                  </a:cubicBezTo>
                  <a:cubicBezTo>
                    <a:pt x="235352" y="13356"/>
                    <a:pt x="264016" y="4441"/>
                    <a:pt x="282514" y="12690"/>
                  </a:cubicBezTo>
                  <a:cubicBezTo>
                    <a:pt x="285930" y="16523"/>
                    <a:pt x="286764" y="23022"/>
                    <a:pt x="285014" y="32105"/>
                  </a:cubicBezTo>
                  <a:cubicBezTo>
                    <a:pt x="281597" y="36188"/>
                    <a:pt x="272348" y="39187"/>
                    <a:pt x="267765" y="41937"/>
                  </a:cubicBezTo>
                  <a:cubicBezTo>
                    <a:pt x="261349" y="45937"/>
                    <a:pt x="255100" y="50020"/>
                    <a:pt x="248434" y="53686"/>
                  </a:cubicBezTo>
                  <a:cubicBezTo>
                    <a:pt x="235101" y="60769"/>
                    <a:pt x="221186" y="67018"/>
                    <a:pt x="207354" y="73268"/>
                  </a:cubicBezTo>
                  <a:lnTo>
                    <a:pt x="207354" y="73268"/>
                  </a:lnTo>
                  <a:close/>
                </a:path>
              </a:pathLst>
            </a:custGeom>
            <a:grpFill/>
            <a:ln w="8332" cap="flat">
              <a:noFill/>
              <a:prstDash val="solid"/>
              <a:miter/>
            </a:ln>
          </p:spPr>
          <p:txBody>
            <a:bodyPr rtlCol="0" anchor="ctr"/>
            <a:lstStyle/>
            <a:p>
              <a:endParaRPr lang="en-US"/>
            </a:p>
          </p:txBody>
        </p:sp>
        <p:sp>
          <p:nvSpPr>
            <p:cNvPr id="2354" name="Freeform: Shape 2353"/>
            <p:cNvSpPr/>
            <p:nvPr/>
          </p:nvSpPr>
          <p:spPr>
            <a:xfrm>
              <a:off x="1199790" y="4470416"/>
              <a:ext cx="299767" cy="163405"/>
            </a:xfrm>
            <a:custGeom>
              <a:avLst/>
              <a:gdLst>
                <a:gd name="connsiteX0" fmla="*/ 276848 w 299767"/>
                <a:gd name="connsiteY0" fmla="*/ 47020 h 163405"/>
                <a:gd name="connsiteX1" fmla="*/ 298263 w 299767"/>
                <a:gd name="connsiteY1" fmla="*/ 28605 h 163405"/>
                <a:gd name="connsiteX2" fmla="*/ 298846 w 299767"/>
                <a:gd name="connsiteY2" fmla="*/ 24522 h 163405"/>
                <a:gd name="connsiteX3" fmla="*/ 299513 w 299767"/>
                <a:gd name="connsiteY3" fmla="*/ 21439 h 163405"/>
                <a:gd name="connsiteX4" fmla="*/ 297679 w 299767"/>
                <a:gd name="connsiteY4" fmla="*/ 17773 h 163405"/>
                <a:gd name="connsiteX5" fmla="*/ 285097 w 299767"/>
                <a:gd name="connsiteY5" fmla="*/ 4857 h 163405"/>
                <a:gd name="connsiteX6" fmla="*/ 223853 w 299767"/>
                <a:gd name="connsiteY6" fmla="*/ 6607 h 163405"/>
                <a:gd name="connsiteX7" fmla="*/ 162358 w 299767"/>
                <a:gd name="connsiteY7" fmla="*/ 26356 h 163405"/>
                <a:gd name="connsiteX8" fmla="*/ 76533 w 299767"/>
                <a:gd name="connsiteY8" fmla="*/ 65685 h 163405"/>
                <a:gd name="connsiteX9" fmla="*/ 5789 w 299767"/>
                <a:gd name="connsiteY9" fmla="*/ 114014 h 163405"/>
                <a:gd name="connsiteX10" fmla="*/ 16038 w 299767"/>
                <a:gd name="connsiteY10" fmla="*/ 160677 h 163405"/>
                <a:gd name="connsiteX11" fmla="*/ 91531 w 299767"/>
                <a:gd name="connsiteY11" fmla="*/ 140929 h 163405"/>
                <a:gd name="connsiteX12" fmla="*/ 186773 w 299767"/>
                <a:gd name="connsiteY12" fmla="*/ 94099 h 163405"/>
                <a:gd name="connsiteX13" fmla="*/ 276848 w 299767"/>
                <a:gd name="connsiteY13" fmla="*/ 47020 h 163405"/>
                <a:gd name="connsiteX14" fmla="*/ 276848 w 299767"/>
                <a:gd name="connsiteY14" fmla="*/ 47020 h 163405"/>
                <a:gd name="connsiteX15" fmla="*/ 207437 w 299767"/>
                <a:gd name="connsiteY15" fmla="*/ 73185 h 163405"/>
                <a:gd name="connsiteX16" fmla="*/ 122362 w 299767"/>
                <a:gd name="connsiteY16" fmla="*/ 114264 h 163405"/>
                <a:gd name="connsiteX17" fmla="*/ 38286 w 299767"/>
                <a:gd name="connsiteY17" fmla="*/ 149344 h 163405"/>
                <a:gd name="connsiteX18" fmla="*/ 12872 w 299767"/>
                <a:gd name="connsiteY18" fmla="*/ 139095 h 163405"/>
                <a:gd name="connsiteX19" fmla="*/ 18954 w 299767"/>
                <a:gd name="connsiteY19" fmla="*/ 116514 h 163405"/>
                <a:gd name="connsiteX20" fmla="*/ 54701 w 299767"/>
                <a:gd name="connsiteY20" fmla="*/ 89183 h 163405"/>
                <a:gd name="connsiteX21" fmla="*/ 133111 w 299767"/>
                <a:gd name="connsiteY21" fmla="*/ 48270 h 163405"/>
                <a:gd name="connsiteX22" fmla="*/ 218770 w 299767"/>
                <a:gd name="connsiteY22" fmla="*/ 17606 h 163405"/>
                <a:gd name="connsiteX23" fmla="*/ 282597 w 299767"/>
                <a:gd name="connsiteY23" fmla="*/ 12607 h 163405"/>
                <a:gd name="connsiteX24" fmla="*/ 285097 w 299767"/>
                <a:gd name="connsiteY24" fmla="*/ 32022 h 163405"/>
                <a:gd name="connsiteX25" fmla="*/ 267849 w 299767"/>
                <a:gd name="connsiteY25" fmla="*/ 41854 h 163405"/>
                <a:gd name="connsiteX26" fmla="*/ 248517 w 299767"/>
                <a:gd name="connsiteY26" fmla="*/ 53603 h 163405"/>
                <a:gd name="connsiteX27" fmla="*/ 207437 w 299767"/>
                <a:gd name="connsiteY27" fmla="*/ 73185 h 163405"/>
                <a:gd name="connsiteX28" fmla="*/ 207437 w 299767"/>
                <a:gd name="connsiteY28" fmla="*/ 73185 h 163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99767" h="163405">
                  <a:moveTo>
                    <a:pt x="276848" y="47020"/>
                  </a:moveTo>
                  <a:cubicBezTo>
                    <a:pt x="284347" y="42187"/>
                    <a:pt x="295846" y="38104"/>
                    <a:pt x="298263" y="28605"/>
                  </a:cubicBezTo>
                  <a:cubicBezTo>
                    <a:pt x="298679" y="27189"/>
                    <a:pt x="298846" y="25772"/>
                    <a:pt x="298846" y="24522"/>
                  </a:cubicBezTo>
                  <a:cubicBezTo>
                    <a:pt x="299596" y="23772"/>
                    <a:pt x="300096" y="22689"/>
                    <a:pt x="299513" y="21439"/>
                  </a:cubicBezTo>
                  <a:cubicBezTo>
                    <a:pt x="298929" y="20189"/>
                    <a:pt x="298346" y="18939"/>
                    <a:pt x="297679" y="17773"/>
                  </a:cubicBezTo>
                  <a:cubicBezTo>
                    <a:pt x="295513" y="12107"/>
                    <a:pt x="290763" y="7357"/>
                    <a:pt x="285097" y="4857"/>
                  </a:cubicBezTo>
                  <a:cubicBezTo>
                    <a:pt x="265849" y="-3642"/>
                    <a:pt x="244184" y="358"/>
                    <a:pt x="223853" y="6607"/>
                  </a:cubicBezTo>
                  <a:cubicBezTo>
                    <a:pt x="202855" y="11523"/>
                    <a:pt x="182273" y="18856"/>
                    <a:pt x="162358" y="26356"/>
                  </a:cubicBezTo>
                  <a:cubicBezTo>
                    <a:pt x="132861" y="37521"/>
                    <a:pt x="104530" y="51353"/>
                    <a:pt x="76533" y="65685"/>
                  </a:cubicBezTo>
                  <a:cubicBezTo>
                    <a:pt x="52951" y="77684"/>
                    <a:pt x="21204" y="91266"/>
                    <a:pt x="5789" y="114014"/>
                  </a:cubicBezTo>
                  <a:cubicBezTo>
                    <a:pt x="-4210" y="128763"/>
                    <a:pt x="-1544" y="153010"/>
                    <a:pt x="16038" y="160677"/>
                  </a:cubicBezTo>
                  <a:cubicBezTo>
                    <a:pt x="39119" y="170759"/>
                    <a:pt x="71283" y="150344"/>
                    <a:pt x="91531" y="140929"/>
                  </a:cubicBezTo>
                  <a:cubicBezTo>
                    <a:pt x="123695" y="126013"/>
                    <a:pt x="155025" y="109931"/>
                    <a:pt x="186773" y="94099"/>
                  </a:cubicBezTo>
                  <a:cubicBezTo>
                    <a:pt x="217520" y="78851"/>
                    <a:pt x="248100" y="65518"/>
                    <a:pt x="276848" y="47020"/>
                  </a:cubicBezTo>
                  <a:lnTo>
                    <a:pt x="276848" y="47020"/>
                  </a:lnTo>
                  <a:close/>
                  <a:moveTo>
                    <a:pt x="207437" y="73185"/>
                  </a:moveTo>
                  <a:cubicBezTo>
                    <a:pt x="178607" y="86100"/>
                    <a:pt x="150859" y="100849"/>
                    <a:pt x="122362" y="114264"/>
                  </a:cubicBezTo>
                  <a:cubicBezTo>
                    <a:pt x="95864" y="126846"/>
                    <a:pt x="67200" y="143761"/>
                    <a:pt x="38286" y="149344"/>
                  </a:cubicBezTo>
                  <a:cubicBezTo>
                    <a:pt x="27454" y="151427"/>
                    <a:pt x="16955" y="151261"/>
                    <a:pt x="12872" y="139095"/>
                  </a:cubicBezTo>
                  <a:cubicBezTo>
                    <a:pt x="10122" y="130763"/>
                    <a:pt x="13538" y="122513"/>
                    <a:pt x="18954" y="116514"/>
                  </a:cubicBezTo>
                  <a:cubicBezTo>
                    <a:pt x="29037" y="105348"/>
                    <a:pt x="41952" y="96849"/>
                    <a:pt x="54701" y="89183"/>
                  </a:cubicBezTo>
                  <a:cubicBezTo>
                    <a:pt x="79949" y="74101"/>
                    <a:pt x="106280" y="60436"/>
                    <a:pt x="133111" y="48270"/>
                  </a:cubicBezTo>
                  <a:cubicBezTo>
                    <a:pt x="160608" y="35771"/>
                    <a:pt x="189439" y="25189"/>
                    <a:pt x="218770" y="17606"/>
                  </a:cubicBezTo>
                  <a:cubicBezTo>
                    <a:pt x="235435" y="13273"/>
                    <a:pt x="264099" y="4357"/>
                    <a:pt x="282597" y="12607"/>
                  </a:cubicBezTo>
                  <a:cubicBezTo>
                    <a:pt x="286014" y="16440"/>
                    <a:pt x="286847" y="22939"/>
                    <a:pt x="285097" y="32022"/>
                  </a:cubicBezTo>
                  <a:cubicBezTo>
                    <a:pt x="281681" y="36105"/>
                    <a:pt x="272432" y="39104"/>
                    <a:pt x="267849" y="41854"/>
                  </a:cubicBezTo>
                  <a:cubicBezTo>
                    <a:pt x="261433" y="45853"/>
                    <a:pt x="255183" y="49936"/>
                    <a:pt x="248517" y="53603"/>
                  </a:cubicBezTo>
                  <a:cubicBezTo>
                    <a:pt x="235185" y="60686"/>
                    <a:pt x="221270" y="67019"/>
                    <a:pt x="207437" y="73185"/>
                  </a:cubicBezTo>
                  <a:lnTo>
                    <a:pt x="207437" y="73185"/>
                  </a:lnTo>
                  <a:close/>
                </a:path>
              </a:pathLst>
            </a:custGeom>
            <a:grpFill/>
            <a:ln w="8332" cap="flat">
              <a:noFill/>
              <a:prstDash val="solid"/>
              <a:miter/>
            </a:ln>
          </p:spPr>
          <p:txBody>
            <a:bodyPr rtlCol="0" anchor="ctr"/>
            <a:lstStyle/>
            <a:p>
              <a:endParaRPr lang="en-US"/>
            </a:p>
          </p:txBody>
        </p:sp>
        <p:sp>
          <p:nvSpPr>
            <p:cNvPr id="2355" name="Freeform: Shape 2354"/>
            <p:cNvSpPr/>
            <p:nvPr/>
          </p:nvSpPr>
          <p:spPr>
            <a:xfrm>
              <a:off x="3577014" y="5835138"/>
              <a:ext cx="389054" cy="752675"/>
            </a:xfrm>
            <a:custGeom>
              <a:avLst/>
              <a:gdLst>
                <a:gd name="connsiteX0" fmla="*/ 226748 w 389054"/>
                <a:gd name="connsiteY0" fmla="*/ 677119 h 752675"/>
                <a:gd name="connsiteX1" fmla="*/ 211916 w 389054"/>
                <a:gd name="connsiteY1" fmla="*/ 657037 h 752675"/>
                <a:gd name="connsiteX2" fmla="*/ 207416 w 389054"/>
                <a:gd name="connsiteY2" fmla="*/ 633040 h 752675"/>
                <a:gd name="connsiteX3" fmla="*/ 213083 w 389054"/>
                <a:gd name="connsiteY3" fmla="*/ 568796 h 752675"/>
                <a:gd name="connsiteX4" fmla="*/ 246663 w 389054"/>
                <a:gd name="connsiteY4" fmla="*/ 440723 h 752675"/>
                <a:gd name="connsiteX5" fmla="*/ 247246 w 389054"/>
                <a:gd name="connsiteY5" fmla="*/ 440641 h 752675"/>
                <a:gd name="connsiteX6" fmla="*/ 251162 w 389054"/>
                <a:gd name="connsiteY6" fmla="*/ 440057 h 752675"/>
                <a:gd name="connsiteX7" fmla="*/ 251412 w 389054"/>
                <a:gd name="connsiteY7" fmla="*/ 439974 h 752675"/>
                <a:gd name="connsiteX8" fmla="*/ 260828 w 389054"/>
                <a:gd name="connsiteY8" fmla="*/ 437224 h 752675"/>
                <a:gd name="connsiteX9" fmla="*/ 263495 w 389054"/>
                <a:gd name="connsiteY9" fmla="*/ 435141 h 752675"/>
                <a:gd name="connsiteX10" fmla="*/ 303158 w 389054"/>
                <a:gd name="connsiteY10" fmla="*/ 412560 h 752675"/>
                <a:gd name="connsiteX11" fmla="*/ 316740 w 389054"/>
                <a:gd name="connsiteY11" fmla="*/ 362481 h 752675"/>
                <a:gd name="connsiteX12" fmla="*/ 355236 w 389054"/>
                <a:gd name="connsiteY12" fmla="*/ 309319 h 752675"/>
                <a:gd name="connsiteX13" fmla="*/ 356736 w 389054"/>
                <a:gd name="connsiteY13" fmla="*/ 283071 h 752675"/>
                <a:gd name="connsiteX14" fmla="*/ 354986 w 389054"/>
                <a:gd name="connsiteY14" fmla="*/ 265656 h 752675"/>
                <a:gd name="connsiteX15" fmla="*/ 367318 w 389054"/>
                <a:gd name="connsiteY15" fmla="*/ 247158 h 752675"/>
                <a:gd name="connsiteX16" fmla="*/ 388983 w 389054"/>
                <a:gd name="connsiteY16" fmla="*/ 199496 h 752675"/>
                <a:gd name="connsiteX17" fmla="*/ 366485 w 389054"/>
                <a:gd name="connsiteY17" fmla="*/ 143500 h 752675"/>
                <a:gd name="connsiteX18" fmla="*/ 361569 w 389054"/>
                <a:gd name="connsiteY18" fmla="*/ 84089 h 752675"/>
                <a:gd name="connsiteX19" fmla="*/ 324322 w 389054"/>
                <a:gd name="connsiteY19" fmla="*/ 53758 h 752675"/>
                <a:gd name="connsiteX20" fmla="*/ 289492 w 389054"/>
                <a:gd name="connsiteY20" fmla="*/ 37427 h 752675"/>
                <a:gd name="connsiteX21" fmla="*/ 273660 w 389054"/>
                <a:gd name="connsiteY21" fmla="*/ 17512 h 752675"/>
                <a:gd name="connsiteX22" fmla="*/ 221081 w 389054"/>
                <a:gd name="connsiteY22" fmla="*/ 97 h 752675"/>
                <a:gd name="connsiteX23" fmla="*/ 162504 w 389054"/>
                <a:gd name="connsiteY23" fmla="*/ 12095 h 752675"/>
                <a:gd name="connsiteX24" fmla="*/ 106592 w 389054"/>
                <a:gd name="connsiteY24" fmla="*/ 23012 h 752675"/>
                <a:gd name="connsiteX25" fmla="*/ 65596 w 389054"/>
                <a:gd name="connsiteY25" fmla="*/ 60425 h 752675"/>
                <a:gd name="connsiteX26" fmla="*/ 23766 w 389054"/>
                <a:gd name="connsiteY26" fmla="*/ 88839 h 752675"/>
                <a:gd name="connsiteX27" fmla="*/ 9767 w 389054"/>
                <a:gd name="connsiteY27" fmla="*/ 137585 h 752675"/>
                <a:gd name="connsiteX28" fmla="*/ 11267 w 389054"/>
                <a:gd name="connsiteY28" fmla="*/ 152083 h 752675"/>
                <a:gd name="connsiteX29" fmla="*/ 5684 w 389054"/>
                <a:gd name="connsiteY29" fmla="*/ 169748 h 752675"/>
                <a:gd name="connsiteX30" fmla="*/ 18 w 389054"/>
                <a:gd name="connsiteY30" fmla="*/ 195246 h 752675"/>
                <a:gd name="connsiteX31" fmla="*/ 21933 w 389054"/>
                <a:gd name="connsiteY31" fmla="*/ 249741 h 752675"/>
                <a:gd name="connsiteX32" fmla="*/ 28516 w 389054"/>
                <a:gd name="connsiteY32" fmla="*/ 284654 h 752675"/>
                <a:gd name="connsiteX33" fmla="*/ 23849 w 389054"/>
                <a:gd name="connsiteY33" fmla="*/ 312402 h 752675"/>
                <a:gd name="connsiteX34" fmla="*/ 99592 w 389054"/>
                <a:gd name="connsiteY34" fmla="*/ 409060 h 752675"/>
                <a:gd name="connsiteX35" fmla="*/ 113008 w 389054"/>
                <a:gd name="connsiteY35" fmla="*/ 433474 h 752675"/>
                <a:gd name="connsiteX36" fmla="*/ 132256 w 389054"/>
                <a:gd name="connsiteY36" fmla="*/ 470305 h 752675"/>
                <a:gd name="connsiteX37" fmla="*/ 134423 w 389054"/>
                <a:gd name="connsiteY37" fmla="*/ 472304 h 752675"/>
                <a:gd name="connsiteX38" fmla="*/ 141172 w 389054"/>
                <a:gd name="connsiteY38" fmla="*/ 556547 h 752675"/>
                <a:gd name="connsiteX39" fmla="*/ 142756 w 389054"/>
                <a:gd name="connsiteY39" fmla="*/ 612375 h 752675"/>
                <a:gd name="connsiteX40" fmla="*/ 112508 w 389054"/>
                <a:gd name="connsiteY40" fmla="*/ 655371 h 752675"/>
                <a:gd name="connsiteX41" fmla="*/ 96260 w 389054"/>
                <a:gd name="connsiteY41" fmla="*/ 730198 h 752675"/>
                <a:gd name="connsiteX42" fmla="*/ 137922 w 389054"/>
                <a:gd name="connsiteY42" fmla="*/ 732614 h 752675"/>
                <a:gd name="connsiteX43" fmla="*/ 161254 w 389054"/>
                <a:gd name="connsiteY43" fmla="*/ 717699 h 752675"/>
                <a:gd name="connsiteX44" fmla="*/ 212999 w 389054"/>
                <a:gd name="connsiteY44" fmla="*/ 750862 h 752675"/>
                <a:gd name="connsiteX45" fmla="*/ 226748 w 389054"/>
                <a:gd name="connsiteY45" fmla="*/ 677119 h 752675"/>
                <a:gd name="connsiteX46" fmla="*/ 226748 w 389054"/>
                <a:gd name="connsiteY46" fmla="*/ 677119 h 752675"/>
                <a:gd name="connsiteX47" fmla="*/ 118341 w 389054"/>
                <a:gd name="connsiteY47" fmla="*/ 419726 h 752675"/>
                <a:gd name="connsiteX48" fmla="*/ 105092 w 389054"/>
                <a:gd name="connsiteY48" fmla="*/ 404560 h 752675"/>
                <a:gd name="connsiteX49" fmla="*/ 105092 w 389054"/>
                <a:gd name="connsiteY49" fmla="*/ 404560 h 752675"/>
                <a:gd name="connsiteX50" fmla="*/ 40848 w 389054"/>
                <a:gd name="connsiteY50" fmla="*/ 314069 h 752675"/>
                <a:gd name="connsiteX51" fmla="*/ 50514 w 389054"/>
                <a:gd name="connsiteY51" fmla="*/ 268073 h 752675"/>
                <a:gd name="connsiteX52" fmla="*/ 32015 w 389054"/>
                <a:gd name="connsiteY52" fmla="*/ 230659 h 752675"/>
                <a:gd name="connsiteX53" fmla="*/ 20850 w 389054"/>
                <a:gd name="connsiteY53" fmla="*/ 178497 h 752675"/>
                <a:gd name="connsiteX54" fmla="*/ 28432 w 389054"/>
                <a:gd name="connsiteY54" fmla="*/ 157416 h 752675"/>
                <a:gd name="connsiteX55" fmla="*/ 26432 w 389054"/>
                <a:gd name="connsiteY55" fmla="*/ 130752 h 752675"/>
                <a:gd name="connsiteX56" fmla="*/ 50680 w 389054"/>
                <a:gd name="connsiteY56" fmla="*/ 83006 h 752675"/>
                <a:gd name="connsiteX57" fmla="*/ 89343 w 389054"/>
                <a:gd name="connsiteY57" fmla="*/ 58675 h 752675"/>
                <a:gd name="connsiteX58" fmla="*/ 136256 w 389054"/>
                <a:gd name="connsiteY58" fmla="*/ 29844 h 752675"/>
                <a:gd name="connsiteX59" fmla="*/ 185502 w 389054"/>
                <a:gd name="connsiteY59" fmla="*/ 20928 h 752675"/>
                <a:gd name="connsiteX60" fmla="*/ 238913 w 389054"/>
                <a:gd name="connsiteY60" fmla="*/ 17762 h 752675"/>
                <a:gd name="connsiteX61" fmla="*/ 266578 w 389054"/>
                <a:gd name="connsiteY61" fmla="*/ 30761 h 752675"/>
                <a:gd name="connsiteX62" fmla="*/ 282576 w 389054"/>
                <a:gd name="connsiteY62" fmla="*/ 53675 h 752675"/>
                <a:gd name="connsiteX63" fmla="*/ 302241 w 389054"/>
                <a:gd name="connsiteY63" fmla="*/ 61091 h 752675"/>
                <a:gd name="connsiteX64" fmla="*/ 332155 w 389054"/>
                <a:gd name="connsiteY64" fmla="*/ 75673 h 752675"/>
                <a:gd name="connsiteX65" fmla="*/ 348070 w 389054"/>
                <a:gd name="connsiteY65" fmla="*/ 94838 h 752675"/>
                <a:gd name="connsiteX66" fmla="*/ 345737 w 389054"/>
                <a:gd name="connsiteY66" fmla="*/ 128252 h 752675"/>
                <a:gd name="connsiteX67" fmla="*/ 361986 w 389054"/>
                <a:gd name="connsiteY67" fmla="*/ 170165 h 752675"/>
                <a:gd name="connsiteX68" fmla="*/ 358569 w 389054"/>
                <a:gd name="connsiteY68" fmla="*/ 230159 h 752675"/>
                <a:gd name="connsiteX69" fmla="*/ 337738 w 389054"/>
                <a:gd name="connsiteY69" fmla="*/ 275238 h 752675"/>
                <a:gd name="connsiteX70" fmla="*/ 333322 w 389054"/>
                <a:gd name="connsiteY70" fmla="*/ 314652 h 752675"/>
                <a:gd name="connsiteX71" fmla="*/ 312740 w 389054"/>
                <a:gd name="connsiteY71" fmla="*/ 337733 h 752675"/>
                <a:gd name="connsiteX72" fmla="*/ 296658 w 389054"/>
                <a:gd name="connsiteY72" fmla="*/ 382979 h 752675"/>
                <a:gd name="connsiteX73" fmla="*/ 277826 w 389054"/>
                <a:gd name="connsiteY73" fmla="*/ 409560 h 752675"/>
                <a:gd name="connsiteX74" fmla="*/ 245412 w 389054"/>
                <a:gd name="connsiteY74" fmla="*/ 425975 h 752675"/>
                <a:gd name="connsiteX75" fmla="*/ 244913 w 389054"/>
                <a:gd name="connsiteY75" fmla="*/ 426308 h 752675"/>
                <a:gd name="connsiteX76" fmla="*/ 218998 w 389054"/>
                <a:gd name="connsiteY76" fmla="*/ 431725 h 752675"/>
                <a:gd name="connsiteX77" fmla="*/ 200167 w 389054"/>
                <a:gd name="connsiteY77" fmla="*/ 443890 h 752675"/>
                <a:gd name="connsiteX78" fmla="*/ 160754 w 389054"/>
                <a:gd name="connsiteY78" fmla="*/ 419475 h 752675"/>
                <a:gd name="connsiteX79" fmla="*/ 137922 w 389054"/>
                <a:gd name="connsiteY79" fmla="*/ 449390 h 752675"/>
                <a:gd name="connsiteX80" fmla="*/ 133423 w 389054"/>
                <a:gd name="connsiteY80" fmla="*/ 439890 h 752675"/>
                <a:gd name="connsiteX81" fmla="*/ 118341 w 389054"/>
                <a:gd name="connsiteY81" fmla="*/ 419726 h 752675"/>
                <a:gd name="connsiteX82" fmla="*/ 118341 w 389054"/>
                <a:gd name="connsiteY82" fmla="*/ 419726 h 752675"/>
                <a:gd name="connsiteX83" fmla="*/ 213332 w 389054"/>
                <a:gd name="connsiteY83" fmla="*/ 730947 h 752675"/>
                <a:gd name="connsiteX84" fmla="*/ 188918 w 389054"/>
                <a:gd name="connsiteY84" fmla="*/ 731198 h 752675"/>
                <a:gd name="connsiteX85" fmla="*/ 172836 w 389054"/>
                <a:gd name="connsiteY85" fmla="*/ 699867 h 752675"/>
                <a:gd name="connsiteX86" fmla="*/ 159921 w 389054"/>
                <a:gd name="connsiteY86" fmla="*/ 696450 h 752675"/>
                <a:gd name="connsiteX87" fmla="*/ 138339 w 389054"/>
                <a:gd name="connsiteY87" fmla="*/ 716116 h 752675"/>
                <a:gd name="connsiteX88" fmla="*/ 108342 w 389054"/>
                <a:gd name="connsiteY88" fmla="*/ 718032 h 752675"/>
                <a:gd name="connsiteX89" fmla="*/ 119507 w 389054"/>
                <a:gd name="connsiteY89" fmla="*/ 672119 h 752675"/>
                <a:gd name="connsiteX90" fmla="*/ 158171 w 389054"/>
                <a:gd name="connsiteY90" fmla="*/ 613875 h 752675"/>
                <a:gd name="connsiteX91" fmla="*/ 152504 w 389054"/>
                <a:gd name="connsiteY91" fmla="*/ 528799 h 752675"/>
                <a:gd name="connsiteX92" fmla="*/ 144755 w 389054"/>
                <a:gd name="connsiteY92" fmla="*/ 485303 h 752675"/>
                <a:gd name="connsiteX93" fmla="*/ 143005 w 389054"/>
                <a:gd name="connsiteY93" fmla="*/ 470471 h 752675"/>
                <a:gd name="connsiteX94" fmla="*/ 143505 w 389054"/>
                <a:gd name="connsiteY94" fmla="*/ 469971 h 752675"/>
                <a:gd name="connsiteX95" fmla="*/ 160504 w 389054"/>
                <a:gd name="connsiteY95" fmla="*/ 435557 h 752675"/>
                <a:gd name="connsiteX96" fmla="*/ 178586 w 389054"/>
                <a:gd name="connsiteY96" fmla="*/ 439641 h 752675"/>
                <a:gd name="connsiteX97" fmla="*/ 184668 w 389054"/>
                <a:gd name="connsiteY97" fmla="*/ 446973 h 752675"/>
                <a:gd name="connsiteX98" fmla="*/ 194917 w 389054"/>
                <a:gd name="connsiteY98" fmla="*/ 458139 h 752675"/>
                <a:gd name="connsiteX99" fmla="*/ 202167 w 389054"/>
                <a:gd name="connsiteY99" fmla="*/ 459139 h 752675"/>
                <a:gd name="connsiteX100" fmla="*/ 224415 w 389054"/>
                <a:gd name="connsiteY100" fmla="*/ 445057 h 752675"/>
                <a:gd name="connsiteX101" fmla="*/ 227747 w 389054"/>
                <a:gd name="connsiteY101" fmla="*/ 443890 h 752675"/>
                <a:gd name="connsiteX102" fmla="*/ 202917 w 389054"/>
                <a:gd name="connsiteY102" fmla="*/ 515134 h 752675"/>
                <a:gd name="connsiteX103" fmla="*/ 197500 w 389054"/>
                <a:gd name="connsiteY103" fmla="*/ 561713 h 752675"/>
                <a:gd name="connsiteX104" fmla="*/ 194167 w 389054"/>
                <a:gd name="connsiteY104" fmla="*/ 616791 h 752675"/>
                <a:gd name="connsiteX105" fmla="*/ 190001 w 389054"/>
                <a:gd name="connsiteY105" fmla="*/ 654705 h 752675"/>
                <a:gd name="connsiteX106" fmla="*/ 212583 w 389054"/>
                <a:gd name="connsiteY106" fmla="*/ 682452 h 752675"/>
                <a:gd name="connsiteX107" fmla="*/ 213332 w 389054"/>
                <a:gd name="connsiteY107" fmla="*/ 730947 h 752675"/>
                <a:gd name="connsiteX108" fmla="*/ 213332 w 389054"/>
                <a:gd name="connsiteY108" fmla="*/ 730947 h 752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389054" h="752675">
                  <a:moveTo>
                    <a:pt x="226748" y="677119"/>
                  </a:moveTo>
                  <a:cubicBezTo>
                    <a:pt x="222498" y="669869"/>
                    <a:pt x="217249" y="663454"/>
                    <a:pt x="211916" y="657037"/>
                  </a:cubicBezTo>
                  <a:cubicBezTo>
                    <a:pt x="205000" y="648705"/>
                    <a:pt x="205416" y="643372"/>
                    <a:pt x="207416" y="633040"/>
                  </a:cubicBezTo>
                  <a:cubicBezTo>
                    <a:pt x="211666" y="611375"/>
                    <a:pt x="211249" y="590627"/>
                    <a:pt x="213083" y="568796"/>
                  </a:cubicBezTo>
                  <a:cubicBezTo>
                    <a:pt x="216582" y="527383"/>
                    <a:pt x="218415" y="473887"/>
                    <a:pt x="246663" y="440723"/>
                  </a:cubicBezTo>
                  <a:cubicBezTo>
                    <a:pt x="246829" y="440723"/>
                    <a:pt x="247079" y="440641"/>
                    <a:pt x="247246" y="440641"/>
                  </a:cubicBezTo>
                  <a:cubicBezTo>
                    <a:pt x="248413" y="440807"/>
                    <a:pt x="249746" y="440641"/>
                    <a:pt x="251162" y="440057"/>
                  </a:cubicBezTo>
                  <a:cubicBezTo>
                    <a:pt x="251245" y="440057"/>
                    <a:pt x="251329" y="439974"/>
                    <a:pt x="251412" y="439974"/>
                  </a:cubicBezTo>
                  <a:cubicBezTo>
                    <a:pt x="254579" y="439390"/>
                    <a:pt x="257745" y="438557"/>
                    <a:pt x="260828" y="437224"/>
                  </a:cubicBezTo>
                  <a:cubicBezTo>
                    <a:pt x="261995" y="436724"/>
                    <a:pt x="262911" y="435974"/>
                    <a:pt x="263495" y="435141"/>
                  </a:cubicBezTo>
                  <a:cubicBezTo>
                    <a:pt x="277743" y="429475"/>
                    <a:pt x="292992" y="422892"/>
                    <a:pt x="303158" y="412560"/>
                  </a:cubicBezTo>
                  <a:cubicBezTo>
                    <a:pt x="317073" y="398561"/>
                    <a:pt x="309657" y="378979"/>
                    <a:pt x="316740" y="362481"/>
                  </a:cubicBezTo>
                  <a:cubicBezTo>
                    <a:pt x="325572" y="341899"/>
                    <a:pt x="348653" y="331817"/>
                    <a:pt x="355236" y="309319"/>
                  </a:cubicBezTo>
                  <a:cubicBezTo>
                    <a:pt x="357736" y="300986"/>
                    <a:pt x="357486" y="291654"/>
                    <a:pt x="356736" y="283071"/>
                  </a:cubicBezTo>
                  <a:cubicBezTo>
                    <a:pt x="356236" y="277572"/>
                    <a:pt x="354070" y="271156"/>
                    <a:pt x="354986" y="265656"/>
                  </a:cubicBezTo>
                  <a:cubicBezTo>
                    <a:pt x="356236" y="258240"/>
                    <a:pt x="362652" y="252574"/>
                    <a:pt x="367318" y="247158"/>
                  </a:cubicBezTo>
                  <a:cubicBezTo>
                    <a:pt x="378651" y="233992"/>
                    <a:pt x="390067" y="217744"/>
                    <a:pt x="388983" y="199496"/>
                  </a:cubicBezTo>
                  <a:cubicBezTo>
                    <a:pt x="387817" y="178581"/>
                    <a:pt x="375151" y="161749"/>
                    <a:pt x="366485" y="143500"/>
                  </a:cubicBezTo>
                  <a:cubicBezTo>
                    <a:pt x="357569" y="124585"/>
                    <a:pt x="370568" y="103587"/>
                    <a:pt x="361569" y="84089"/>
                  </a:cubicBezTo>
                  <a:cubicBezTo>
                    <a:pt x="354653" y="69090"/>
                    <a:pt x="338571" y="60508"/>
                    <a:pt x="324322" y="53758"/>
                  </a:cubicBezTo>
                  <a:cubicBezTo>
                    <a:pt x="313323" y="48592"/>
                    <a:pt x="297825" y="47092"/>
                    <a:pt x="289492" y="37427"/>
                  </a:cubicBezTo>
                  <a:cubicBezTo>
                    <a:pt x="283826" y="30677"/>
                    <a:pt x="281076" y="23178"/>
                    <a:pt x="273660" y="17512"/>
                  </a:cubicBezTo>
                  <a:cubicBezTo>
                    <a:pt x="258912" y="6180"/>
                    <a:pt x="239330" y="1013"/>
                    <a:pt x="221081" y="97"/>
                  </a:cubicBezTo>
                  <a:cubicBezTo>
                    <a:pt x="200417" y="-986"/>
                    <a:pt x="182168" y="7263"/>
                    <a:pt x="162504" y="12095"/>
                  </a:cubicBezTo>
                  <a:cubicBezTo>
                    <a:pt x="143755" y="16679"/>
                    <a:pt x="124007" y="13512"/>
                    <a:pt x="106592" y="23012"/>
                  </a:cubicBezTo>
                  <a:cubicBezTo>
                    <a:pt x="89677" y="32261"/>
                    <a:pt x="82677" y="52676"/>
                    <a:pt x="65596" y="60425"/>
                  </a:cubicBezTo>
                  <a:cubicBezTo>
                    <a:pt x="49347" y="67840"/>
                    <a:pt x="34098" y="72924"/>
                    <a:pt x="23766" y="88839"/>
                  </a:cubicBezTo>
                  <a:cubicBezTo>
                    <a:pt x="15600" y="101421"/>
                    <a:pt x="8684" y="122252"/>
                    <a:pt x="9767" y="137585"/>
                  </a:cubicBezTo>
                  <a:cubicBezTo>
                    <a:pt x="10100" y="142417"/>
                    <a:pt x="11517" y="147167"/>
                    <a:pt x="11267" y="152083"/>
                  </a:cubicBezTo>
                  <a:cubicBezTo>
                    <a:pt x="10934" y="158499"/>
                    <a:pt x="8268" y="163915"/>
                    <a:pt x="5684" y="169748"/>
                  </a:cubicBezTo>
                  <a:cubicBezTo>
                    <a:pt x="2101" y="178081"/>
                    <a:pt x="-232" y="185997"/>
                    <a:pt x="18" y="195246"/>
                  </a:cubicBezTo>
                  <a:cubicBezTo>
                    <a:pt x="602" y="215577"/>
                    <a:pt x="11767" y="232826"/>
                    <a:pt x="21933" y="249741"/>
                  </a:cubicBezTo>
                  <a:cubicBezTo>
                    <a:pt x="29932" y="263073"/>
                    <a:pt x="32765" y="269239"/>
                    <a:pt x="28516" y="284654"/>
                  </a:cubicBezTo>
                  <a:cubicBezTo>
                    <a:pt x="25933" y="293820"/>
                    <a:pt x="23433" y="302736"/>
                    <a:pt x="23849" y="312402"/>
                  </a:cubicBezTo>
                  <a:cubicBezTo>
                    <a:pt x="25682" y="357815"/>
                    <a:pt x="65345" y="386229"/>
                    <a:pt x="99592" y="409060"/>
                  </a:cubicBezTo>
                  <a:cubicBezTo>
                    <a:pt x="104176" y="417059"/>
                    <a:pt x="107592" y="425559"/>
                    <a:pt x="113008" y="433474"/>
                  </a:cubicBezTo>
                  <a:cubicBezTo>
                    <a:pt x="121007" y="445223"/>
                    <a:pt x="124924" y="458389"/>
                    <a:pt x="132256" y="470305"/>
                  </a:cubicBezTo>
                  <a:cubicBezTo>
                    <a:pt x="132756" y="471138"/>
                    <a:pt x="133506" y="471804"/>
                    <a:pt x="134423" y="472304"/>
                  </a:cubicBezTo>
                  <a:cubicBezTo>
                    <a:pt x="138089" y="500135"/>
                    <a:pt x="141172" y="528799"/>
                    <a:pt x="141172" y="556547"/>
                  </a:cubicBezTo>
                  <a:cubicBezTo>
                    <a:pt x="141172" y="575128"/>
                    <a:pt x="142838" y="593793"/>
                    <a:pt x="142756" y="612375"/>
                  </a:cubicBezTo>
                  <a:cubicBezTo>
                    <a:pt x="142672" y="631456"/>
                    <a:pt x="124424" y="642122"/>
                    <a:pt x="112508" y="655371"/>
                  </a:cubicBezTo>
                  <a:cubicBezTo>
                    <a:pt x="97259" y="672536"/>
                    <a:pt x="67762" y="711199"/>
                    <a:pt x="96260" y="730198"/>
                  </a:cubicBezTo>
                  <a:cubicBezTo>
                    <a:pt x="107925" y="737947"/>
                    <a:pt x="125090" y="736030"/>
                    <a:pt x="137922" y="732614"/>
                  </a:cubicBezTo>
                  <a:cubicBezTo>
                    <a:pt x="146838" y="730198"/>
                    <a:pt x="154837" y="724615"/>
                    <a:pt x="161254" y="717699"/>
                  </a:cubicBezTo>
                  <a:cubicBezTo>
                    <a:pt x="167670" y="739947"/>
                    <a:pt x="188001" y="758695"/>
                    <a:pt x="212999" y="750862"/>
                  </a:cubicBezTo>
                  <a:cubicBezTo>
                    <a:pt x="243080" y="741113"/>
                    <a:pt x="238913" y="697951"/>
                    <a:pt x="226748" y="677119"/>
                  </a:cubicBezTo>
                  <a:lnTo>
                    <a:pt x="226748" y="677119"/>
                  </a:lnTo>
                  <a:close/>
                  <a:moveTo>
                    <a:pt x="118341" y="419726"/>
                  </a:moveTo>
                  <a:cubicBezTo>
                    <a:pt x="114258" y="414393"/>
                    <a:pt x="110842" y="407643"/>
                    <a:pt x="105092" y="404560"/>
                  </a:cubicBezTo>
                  <a:lnTo>
                    <a:pt x="105092" y="404560"/>
                  </a:lnTo>
                  <a:cubicBezTo>
                    <a:pt x="77678" y="384562"/>
                    <a:pt x="42431" y="350315"/>
                    <a:pt x="40848" y="314069"/>
                  </a:cubicBezTo>
                  <a:cubicBezTo>
                    <a:pt x="40181" y="298070"/>
                    <a:pt x="51763" y="283988"/>
                    <a:pt x="50514" y="268073"/>
                  </a:cubicBezTo>
                  <a:cubicBezTo>
                    <a:pt x="49430" y="254407"/>
                    <a:pt x="38681" y="242075"/>
                    <a:pt x="32015" y="230659"/>
                  </a:cubicBezTo>
                  <a:cubicBezTo>
                    <a:pt x="22099" y="213827"/>
                    <a:pt x="13767" y="198162"/>
                    <a:pt x="20850" y="178497"/>
                  </a:cubicBezTo>
                  <a:cubicBezTo>
                    <a:pt x="23349" y="171498"/>
                    <a:pt x="27432" y="164999"/>
                    <a:pt x="28432" y="157416"/>
                  </a:cubicBezTo>
                  <a:cubicBezTo>
                    <a:pt x="29599" y="148333"/>
                    <a:pt x="25849" y="139751"/>
                    <a:pt x="26432" y="130752"/>
                  </a:cubicBezTo>
                  <a:cubicBezTo>
                    <a:pt x="27683" y="113170"/>
                    <a:pt x="36181" y="93172"/>
                    <a:pt x="50680" y="83006"/>
                  </a:cubicBezTo>
                  <a:cubicBezTo>
                    <a:pt x="64179" y="73507"/>
                    <a:pt x="78761" y="72257"/>
                    <a:pt x="89343" y="58675"/>
                  </a:cubicBezTo>
                  <a:cubicBezTo>
                    <a:pt x="102259" y="42093"/>
                    <a:pt x="113925" y="30344"/>
                    <a:pt x="136256" y="29844"/>
                  </a:cubicBezTo>
                  <a:cubicBezTo>
                    <a:pt x="153338" y="29511"/>
                    <a:pt x="169170" y="25678"/>
                    <a:pt x="185502" y="20928"/>
                  </a:cubicBezTo>
                  <a:cubicBezTo>
                    <a:pt x="203500" y="15679"/>
                    <a:pt x="220415" y="13262"/>
                    <a:pt x="238913" y="17762"/>
                  </a:cubicBezTo>
                  <a:cubicBezTo>
                    <a:pt x="248579" y="20178"/>
                    <a:pt x="258912" y="24178"/>
                    <a:pt x="266578" y="30761"/>
                  </a:cubicBezTo>
                  <a:cubicBezTo>
                    <a:pt x="274077" y="37260"/>
                    <a:pt x="275410" y="47343"/>
                    <a:pt x="282576" y="53675"/>
                  </a:cubicBezTo>
                  <a:cubicBezTo>
                    <a:pt x="287992" y="58425"/>
                    <a:pt x="295742" y="59008"/>
                    <a:pt x="302241" y="61091"/>
                  </a:cubicBezTo>
                  <a:cubicBezTo>
                    <a:pt x="312740" y="64424"/>
                    <a:pt x="322989" y="69590"/>
                    <a:pt x="332155" y="75673"/>
                  </a:cubicBezTo>
                  <a:cubicBezTo>
                    <a:pt x="339571" y="80589"/>
                    <a:pt x="345737" y="85922"/>
                    <a:pt x="348070" y="94838"/>
                  </a:cubicBezTo>
                  <a:cubicBezTo>
                    <a:pt x="350903" y="106004"/>
                    <a:pt x="346070" y="117086"/>
                    <a:pt x="345737" y="128252"/>
                  </a:cubicBezTo>
                  <a:cubicBezTo>
                    <a:pt x="345237" y="143917"/>
                    <a:pt x="354986" y="156916"/>
                    <a:pt x="361986" y="170165"/>
                  </a:cubicBezTo>
                  <a:cubicBezTo>
                    <a:pt x="373734" y="192496"/>
                    <a:pt x="374901" y="210078"/>
                    <a:pt x="358569" y="230159"/>
                  </a:cubicBezTo>
                  <a:cubicBezTo>
                    <a:pt x="346570" y="244908"/>
                    <a:pt x="335405" y="254907"/>
                    <a:pt x="337738" y="275238"/>
                  </a:cubicBezTo>
                  <a:cubicBezTo>
                    <a:pt x="339321" y="289237"/>
                    <a:pt x="341571" y="301986"/>
                    <a:pt x="333322" y="314652"/>
                  </a:cubicBezTo>
                  <a:cubicBezTo>
                    <a:pt x="327656" y="323318"/>
                    <a:pt x="319489" y="329984"/>
                    <a:pt x="312740" y="337733"/>
                  </a:cubicBezTo>
                  <a:cubicBezTo>
                    <a:pt x="300908" y="351315"/>
                    <a:pt x="297408" y="365397"/>
                    <a:pt x="296658" y="382979"/>
                  </a:cubicBezTo>
                  <a:cubicBezTo>
                    <a:pt x="295991" y="397311"/>
                    <a:pt x="289909" y="402894"/>
                    <a:pt x="277826" y="409560"/>
                  </a:cubicBezTo>
                  <a:cubicBezTo>
                    <a:pt x="267244" y="415393"/>
                    <a:pt x="256245" y="420642"/>
                    <a:pt x="245412" y="425975"/>
                  </a:cubicBezTo>
                  <a:cubicBezTo>
                    <a:pt x="245246" y="426059"/>
                    <a:pt x="245079" y="426225"/>
                    <a:pt x="244913" y="426308"/>
                  </a:cubicBezTo>
                  <a:cubicBezTo>
                    <a:pt x="236163" y="427058"/>
                    <a:pt x="227581" y="428308"/>
                    <a:pt x="218998" y="431725"/>
                  </a:cubicBezTo>
                  <a:cubicBezTo>
                    <a:pt x="211499" y="434724"/>
                    <a:pt x="206499" y="439890"/>
                    <a:pt x="200167" y="443890"/>
                  </a:cubicBezTo>
                  <a:cubicBezTo>
                    <a:pt x="187668" y="433224"/>
                    <a:pt x="180669" y="416226"/>
                    <a:pt x="160754" y="419475"/>
                  </a:cubicBezTo>
                  <a:cubicBezTo>
                    <a:pt x="143672" y="422309"/>
                    <a:pt x="142089" y="436307"/>
                    <a:pt x="137922" y="449390"/>
                  </a:cubicBezTo>
                  <a:cubicBezTo>
                    <a:pt x="136589" y="446140"/>
                    <a:pt x="135256" y="442890"/>
                    <a:pt x="133423" y="439890"/>
                  </a:cubicBezTo>
                  <a:cubicBezTo>
                    <a:pt x="129007" y="432641"/>
                    <a:pt x="123340" y="426308"/>
                    <a:pt x="118341" y="419726"/>
                  </a:cubicBezTo>
                  <a:lnTo>
                    <a:pt x="118341" y="419726"/>
                  </a:lnTo>
                  <a:close/>
                  <a:moveTo>
                    <a:pt x="213332" y="730947"/>
                  </a:moveTo>
                  <a:cubicBezTo>
                    <a:pt x="206250" y="738113"/>
                    <a:pt x="196667" y="735530"/>
                    <a:pt x="188918" y="731198"/>
                  </a:cubicBezTo>
                  <a:cubicBezTo>
                    <a:pt x="177335" y="724698"/>
                    <a:pt x="172336" y="713116"/>
                    <a:pt x="172836" y="699867"/>
                  </a:cubicBezTo>
                  <a:cubicBezTo>
                    <a:pt x="173169" y="692034"/>
                    <a:pt x="163587" y="689784"/>
                    <a:pt x="159921" y="696450"/>
                  </a:cubicBezTo>
                  <a:cubicBezTo>
                    <a:pt x="155171" y="704950"/>
                    <a:pt x="147338" y="712366"/>
                    <a:pt x="138339" y="716116"/>
                  </a:cubicBezTo>
                  <a:cubicBezTo>
                    <a:pt x="131173" y="719032"/>
                    <a:pt x="115675" y="721948"/>
                    <a:pt x="108342" y="718032"/>
                  </a:cubicBezTo>
                  <a:cubicBezTo>
                    <a:pt x="90010" y="708283"/>
                    <a:pt x="111425" y="681202"/>
                    <a:pt x="119507" y="672119"/>
                  </a:cubicBezTo>
                  <a:cubicBezTo>
                    <a:pt x="135839" y="653871"/>
                    <a:pt x="158671" y="640456"/>
                    <a:pt x="158171" y="613875"/>
                  </a:cubicBezTo>
                  <a:cubicBezTo>
                    <a:pt x="157587" y="585961"/>
                    <a:pt x="156671" y="556297"/>
                    <a:pt x="152504" y="528799"/>
                  </a:cubicBezTo>
                  <a:cubicBezTo>
                    <a:pt x="150338" y="514217"/>
                    <a:pt x="147588" y="499802"/>
                    <a:pt x="144755" y="485303"/>
                  </a:cubicBezTo>
                  <a:cubicBezTo>
                    <a:pt x="143839" y="480470"/>
                    <a:pt x="143589" y="475387"/>
                    <a:pt x="143005" y="470471"/>
                  </a:cubicBezTo>
                  <a:cubicBezTo>
                    <a:pt x="143172" y="470305"/>
                    <a:pt x="143338" y="470138"/>
                    <a:pt x="143505" y="469971"/>
                  </a:cubicBezTo>
                  <a:cubicBezTo>
                    <a:pt x="151505" y="459139"/>
                    <a:pt x="149088" y="443057"/>
                    <a:pt x="160504" y="435557"/>
                  </a:cubicBezTo>
                  <a:cubicBezTo>
                    <a:pt x="168420" y="430308"/>
                    <a:pt x="172002" y="433141"/>
                    <a:pt x="178586" y="439641"/>
                  </a:cubicBezTo>
                  <a:cubicBezTo>
                    <a:pt x="180752" y="441807"/>
                    <a:pt x="182668" y="444640"/>
                    <a:pt x="184668" y="446973"/>
                  </a:cubicBezTo>
                  <a:cubicBezTo>
                    <a:pt x="187918" y="450806"/>
                    <a:pt x="190834" y="455223"/>
                    <a:pt x="194917" y="458139"/>
                  </a:cubicBezTo>
                  <a:cubicBezTo>
                    <a:pt x="197000" y="459639"/>
                    <a:pt x="199834" y="460222"/>
                    <a:pt x="202167" y="459139"/>
                  </a:cubicBezTo>
                  <a:cubicBezTo>
                    <a:pt x="210249" y="455305"/>
                    <a:pt x="215999" y="448556"/>
                    <a:pt x="224415" y="445057"/>
                  </a:cubicBezTo>
                  <a:cubicBezTo>
                    <a:pt x="225498" y="444640"/>
                    <a:pt x="226581" y="444223"/>
                    <a:pt x="227747" y="443890"/>
                  </a:cubicBezTo>
                  <a:cubicBezTo>
                    <a:pt x="213249" y="463972"/>
                    <a:pt x="206083" y="492469"/>
                    <a:pt x="202917" y="515134"/>
                  </a:cubicBezTo>
                  <a:cubicBezTo>
                    <a:pt x="200750" y="530632"/>
                    <a:pt x="199250" y="546131"/>
                    <a:pt x="197500" y="561713"/>
                  </a:cubicBezTo>
                  <a:cubicBezTo>
                    <a:pt x="195500" y="580044"/>
                    <a:pt x="197000" y="598543"/>
                    <a:pt x="194167" y="616791"/>
                  </a:cubicBezTo>
                  <a:cubicBezTo>
                    <a:pt x="192417" y="627957"/>
                    <a:pt x="186002" y="643539"/>
                    <a:pt x="190001" y="654705"/>
                  </a:cubicBezTo>
                  <a:cubicBezTo>
                    <a:pt x="193834" y="665287"/>
                    <a:pt x="206666" y="672536"/>
                    <a:pt x="212583" y="682452"/>
                  </a:cubicBezTo>
                  <a:cubicBezTo>
                    <a:pt x="220748" y="695950"/>
                    <a:pt x="225915" y="718199"/>
                    <a:pt x="213332" y="730947"/>
                  </a:cubicBezTo>
                  <a:lnTo>
                    <a:pt x="213332" y="730947"/>
                  </a:lnTo>
                  <a:close/>
                </a:path>
              </a:pathLst>
            </a:custGeom>
            <a:grpFill/>
            <a:ln w="8332" cap="flat">
              <a:noFill/>
              <a:prstDash val="solid"/>
              <a:miter/>
            </a:ln>
          </p:spPr>
          <p:txBody>
            <a:bodyPr rtlCol="0" anchor="ctr"/>
            <a:lstStyle/>
            <a:p>
              <a:endParaRPr lang="en-US"/>
            </a:p>
          </p:txBody>
        </p:sp>
        <p:sp>
          <p:nvSpPr>
            <p:cNvPr id="2356" name="Freeform: Shape 2355"/>
            <p:cNvSpPr/>
            <p:nvPr/>
          </p:nvSpPr>
          <p:spPr>
            <a:xfrm>
              <a:off x="3645624" y="5930708"/>
              <a:ext cx="74983" cy="242579"/>
            </a:xfrm>
            <a:custGeom>
              <a:avLst/>
              <a:gdLst>
                <a:gd name="connsiteX0" fmla="*/ 61896 w 74983"/>
                <a:gd name="connsiteY0" fmla="*/ 234913 h 242579"/>
                <a:gd name="connsiteX1" fmla="*/ 31899 w 74983"/>
                <a:gd name="connsiteY1" fmla="*/ 209083 h 242579"/>
                <a:gd name="connsiteX2" fmla="*/ 43898 w 74983"/>
                <a:gd name="connsiteY2" fmla="*/ 176085 h 242579"/>
                <a:gd name="connsiteX3" fmla="*/ 18817 w 74983"/>
                <a:gd name="connsiteY3" fmla="*/ 127673 h 242579"/>
                <a:gd name="connsiteX4" fmla="*/ 24983 w 74983"/>
                <a:gd name="connsiteY4" fmla="*/ 89510 h 242579"/>
                <a:gd name="connsiteX5" fmla="*/ 17234 w 74983"/>
                <a:gd name="connsiteY5" fmla="*/ 67929 h 242579"/>
                <a:gd name="connsiteX6" fmla="*/ 25899 w 74983"/>
                <a:gd name="connsiteY6" fmla="*/ 19933 h 242579"/>
                <a:gd name="connsiteX7" fmla="*/ 73728 w 74983"/>
                <a:gd name="connsiteY7" fmla="*/ 4768 h 242579"/>
                <a:gd name="connsiteX8" fmla="*/ 74395 w 74983"/>
                <a:gd name="connsiteY8" fmla="*/ 3101 h 242579"/>
                <a:gd name="connsiteX9" fmla="*/ 5818 w 74983"/>
                <a:gd name="connsiteY9" fmla="*/ 28932 h 242579"/>
                <a:gd name="connsiteX10" fmla="*/ 3818 w 74983"/>
                <a:gd name="connsiteY10" fmla="*/ 65846 h 242579"/>
                <a:gd name="connsiteX11" fmla="*/ 9568 w 74983"/>
                <a:gd name="connsiteY11" fmla="*/ 94259 h 242579"/>
                <a:gd name="connsiteX12" fmla="*/ 1902 w 74983"/>
                <a:gd name="connsiteY12" fmla="*/ 116924 h 242579"/>
                <a:gd name="connsiteX13" fmla="*/ 14567 w 74983"/>
                <a:gd name="connsiteY13" fmla="*/ 153671 h 242579"/>
                <a:gd name="connsiteX14" fmla="*/ 29566 w 74983"/>
                <a:gd name="connsiteY14" fmla="*/ 170253 h 242579"/>
                <a:gd name="connsiteX15" fmla="*/ 21317 w 74983"/>
                <a:gd name="connsiteY15" fmla="*/ 188251 h 242579"/>
                <a:gd name="connsiteX16" fmla="*/ 23067 w 74983"/>
                <a:gd name="connsiteY16" fmla="*/ 226581 h 242579"/>
                <a:gd name="connsiteX17" fmla="*/ 58646 w 74983"/>
                <a:gd name="connsiteY17" fmla="*/ 242579 h 242579"/>
                <a:gd name="connsiteX18" fmla="*/ 61896 w 74983"/>
                <a:gd name="connsiteY18" fmla="*/ 234913 h 242579"/>
                <a:gd name="connsiteX19" fmla="*/ 61896 w 74983"/>
                <a:gd name="connsiteY19" fmla="*/ 234913 h 242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4983" h="242579">
                  <a:moveTo>
                    <a:pt x="61896" y="234913"/>
                  </a:moveTo>
                  <a:cubicBezTo>
                    <a:pt x="49897" y="227581"/>
                    <a:pt x="33982" y="226164"/>
                    <a:pt x="31899" y="209083"/>
                  </a:cubicBezTo>
                  <a:cubicBezTo>
                    <a:pt x="30233" y="195584"/>
                    <a:pt x="38649" y="187084"/>
                    <a:pt x="43898" y="176085"/>
                  </a:cubicBezTo>
                  <a:cubicBezTo>
                    <a:pt x="53147" y="156670"/>
                    <a:pt x="23983" y="145171"/>
                    <a:pt x="18817" y="127673"/>
                  </a:cubicBezTo>
                  <a:cubicBezTo>
                    <a:pt x="14651" y="113591"/>
                    <a:pt x="24233" y="103009"/>
                    <a:pt x="24983" y="89510"/>
                  </a:cubicBezTo>
                  <a:cubicBezTo>
                    <a:pt x="25483" y="80927"/>
                    <a:pt x="21650" y="74928"/>
                    <a:pt x="17234" y="67929"/>
                  </a:cubicBezTo>
                  <a:cubicBezTo>
                    <a:pt x="5651" y="49347"/>
                    <a:pt x="8401" y="33432"/>
                    <a:pt x="25899" y="19933"/>
                  </a:cubicBezTo>
                  <a:cubicBezTo>
                    <a:pt x="39565" y="9350"/>
                    <a:pt x="56147" y="-232"/>
                    <a:pt x="73728" y="4768"/>
                  </a:cubicBezTo>
                  <a:cubicBezTo>
                    <a:pt x="74812" y="5101"/>
                    <a:pt x="75562" y="3601"/>
                    <a:pt x="74395" y="3101"/>
                  </a:cubicBezTo>
                  <a:cubicBezTo>
                    <a:pt x="51647" y="-6898"/>
                    <a:pt x="18734" y="8767"/>
                    <a:pt x="5818" y="28932"/>
                  </a:cubicBezTo>
                  <a:cubicBezTo>
                    <a:pt x="-1431" y="40264"/>
                    <a:pt x="-1681" y="53847"/>
                    <a:pt x="3818" y="65846"/>
                  </a:cubicBezTo>
                  <a:cubicBezTo>
                    <a:pt x="8568" y="76094"/>
                    <a:pt x="13317" y="82594"/>
                    <a:pt x="9568" y="94259"/>
                  </a:cubicBezTo>
                  <a:cubicBezTo>
                    <a:pt x="6985" y="102092"/>
                    <a:pt x="2819" y="108425"/>
                    <a:pt x="1902" y="116924"/>
                  </a:cubicBezTo>
                  <a:cubicBezTo>
                    <a:pt x="318" y="131006"/>
                    <a:pt x="6068" y="142922"/>
                    <a:pt x="14567" y="153671"/>
                  </a:cubicBezTo>
                  <a:cubicBezTo>
                    <a:pt x="17650" y="157504"/>
                    <a:pt x="28733" y="166086"/>
                    <a:pt x="29566" y="170253"/>
                  </a:cubicBezTo>
                  <a:cubicBezTo>
                    <a:pt x="30316" y="174086"/>
                    <a:pt x="22650" y="184251"/>
                    <a:pt x="21317" y="188251"/>
                  </a:cubicBezTo>
                  <a:cubicBezTo>
                    <a:pt x="16817" y="201083"/>
                    <a:pt x="16067" y="214498"/>
                    <a:pt x="23067" y="226581"/>
                  </a:cubicBezTo>
                  <a:cubicBezTo>
                    <a:pt x="30899" y="240163"/>
                    <a:pt x="43815" y="242579"/>
                    <a:pt x="58646" y="242579"/>
                  </a:cubicBezTo>
                  <a:cubicBezTo>
                    <a:pt x="62313" y="242413"/>
                    <a:pt x="65896" y="237330"/>
                    <a:pt x="61896" y="234913"/>
                  </a:cubicBezTo>
                  <a:lnTo>
                    <a:pt x="61896" y="234913"/>
                  </a:lnTo>
                  <a:close/>
                </a:path>
              </a:pathLst>
            </a:custGeom>
            <a:grpFill/>
            <a:ln w="8332" cap="flat">
              <a:noFill/>
              <a:prstDash val="solid"/>
              <a:miter/>
            </a:ln>
          </p:spPr>
          <p:txBody>
            <a:bodyPr rtlCol="0" anchor="ctr"/>
            <a:lstStyle/>
            <a:p>
              <a:endParaRPr lang="en-US"/>
            </a:p>
          </p:txBody>
        </p:sp>
        <p:sp>
          <p:nvSpPr>
            <p:cNvPr id="2357" name="Freeform: Shape 2356"/>
            <p:cNvSpPr/>
            <p:nvPr/>
          </p:nvSpPr>
          <p:spPr>
            <a:xfrm>
              <a:off x="3713285" y="6136054"/>
              <a:ext cx="71008" cy="80183"/>
            </a:xfrm>
            <a:custGeom>
              <a:avLst/>
              <a:gdLst>
                <a:gd name="connsiteX0" fmla="*/ 66978 w 71008"/>
                <a:gd name="connsiteY0" fmla="*/ 66064 h 80183"/>
                <a:gd name="connsiteX1" fmla="*/ 24733 w 71008"/>
                <a:gd name="connsiteY1" fmla="*/ 51732 h 80183"/>
                <a:gd name="connsiteX2" fmla="*/ 16233 w 71008"/>
                <a:gd name="connsiteY2" fmla="*/ 37566 h 80183"/>
                <a:gd name="connsiteX3" fmla="*/ 17983 w 71008"/>
                <a:gd name="connsiteY3" fmla="*/ 5319 h 80183"/>
                <a:gd name="connsiteX4" fmla="*/ 11317 w 71008"/>
                <a:gd name="connsiteY4" fmla="*/ 1403 h 80183"/>
                <a:gd name="connsiteX5" fmla="*/ 151 w 71008"/>
                <a:gd name="connsiteY5" fmla="*/ 30234 h 80183"/>
                <a:gd name="connsiteX6" fmla="*/ 5734 w 71008"/>
                <a:gd name="connsiteY6" fmla="*/ 45482 h 80183"/>
                <a:gd name="connsiteX7" fmla="*/ 14567 w 71008"/>
                <a:gd name="connsiteY7" fmla="*/ 62647 h 80183"/>
                <a:gd name="connsiteX8" fmla="*/ 69228 w 71008"/>
                <a:gd name="connsiteY8" fmla="*/ 74396 h 80183"/>
                <a:gd name="connsiteX9" fmla="*/ 66978 w 71008"/>
                <a:gd name="connsiteY9" fmla="*/ 66064 h 80183"/>
                <a:gd name="connsiteX10" fmla="*/ 66978 w 71008"/>
                <a:gd name="connsiteY10" fmla="*/ 66064 h 80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1008" h="80183">
                  <a:moveTo>
                    <a:pt x="66978" y="66064"/>
                  </a:moveTo>
                  <a:cubicBezTo>
                    <a:pt x="51814" y="62064"/>
                    <a:pt x="34148" y="69230"/>
                    <a:pt x="24733" y="51732"/>
                  </a:cubicBezTo>
                  <a:cubicBezTo>
                    <a:pt x="22066" y="46732"/>
                    <a:pt x="19233" y="42399"/>
                    <a:pt x="16233" y="37566"/>
                  </a:cubicBezTo>
                  <a:cubicBezTo>
                    <a:pt x="9317" y="26317"/>
                    <a:pt x="11817" y="16235"/>
                    <a:pt x="17983" y="5319"/>
                  </a:cubicBezTo>
                  <a:cubicBezTo>
                    <a:pt x="20149" y="1403"/>
                    <a:pt x="13900" y="-2013"/>
                    <a:pt x="11317" y="1403"/>
                  </a:cubicBezTo>
                  <a:cubicBezTo>
                    <a:pt x="4734" y="10069"/>
                    <a:pt x="-1015" y="18901"/>
                    <a:pt x="151" y="30234"/>
                  </a:cubicBezTo>
                  <a:cubicBezTo>
                    <a:pt x="735" y="35983"/>
                    <a:pt x="2735" y="40649"/>
                    <a:pt x="5734" y="45482"/>
                  </a:cubicBezTo>
                  <a:cubicBezTo>
                    <a:pt x="9150" y="51065"/>
                    <a:pt x="11233" y="57148"/>
                    <a:pt x="14567" y="62647"/>
                  </a:cubicBezTo>
                  <a:cubicBezTo>
                    <a:pt x="24233" y="78563"/>
                    <a:pt x="54313" y="86312"/>
                    <a:pt x="69228" y="74396"/>
                  </a:cubicBezTo>
                  <a:cubicBezTo>
                    <a:pt x="72645" y="71730"/>
                    <a:pt x="70728" y="67064"/>
                    <a:pt x="66978" y="66064"/>
                  </a:cubicBezTo>
                  <a:lnTo>
                    <a:pt x="66978" y="66064"/>
                  </a:lnTo>
                  <a:close/>
                </a:path>
              </a:pathLst>
            </a:custGeom>
            <a:grpFill/>
            <a:ln w="8332" cap="flat">
              <a:noFill/>
              <a:prstDash val="solid"/>
              <a:miter/>
            </a:ln>
          </p:spPr>
          <p:txBody>
            <a:bodyPr rtlCol="0" anchor="ctr"/>
            <a:lstStyle/>
            <a:p>
              <a:endParaRPr lang="en-US"/>
            </a:p>
          </p:txBody>
        </p:sp>
        <p:sp>
          <p:nvSpPr>
            <p:cNvPr id="2358" name="Freeform: Shape 2357"/>
            <p:cNvSpPr/>
            <p:nvPr/>
          </p:nvSpPr>
          <p:spPr>
            <a:xfrm>
              <a:off x="3691665" y="6036111"/>
              <a:ext cx="81705" cy="95315"/>
            </a:xfrm>
            <a:custGeom>
              <a:avLst/>
              <a:gdLst>
                <a:gd name="connsiteX0" fmla="*/ 75434 w 81705"/>
                <a:gd name="connsiteY0" fmla="*/ 80515 h 95315"/>
                <a:gd name="connsiteX1" fmla="*/ 54519 w 81705"/>
                <a:gd name="connsiteY1" fmla="*/ 68349 h 95315"/>
                <a:gd name="connsiteX2" fmla="*/ 66768 w 81705"/>
                <a:gd name="connsiteY2" fmla="*/ 47934 h 95315"/>
                <a:gd name="connsiteX3" fmla="*/ 58352 w 81705"/>
                <a:gd name="connsiteY3" fmla="*/ 41351 h 95315"/>
                <a:gd name="connsiteX4" fmla="*/ 41354 w 81705"/>
                <a:gd name="connsiteY4" fmla="*/ 68432 h 95315"/>
                <a:gd name="connsiteX5" fmla="*/ 14273 w 81705"/>
                <a:gd name="connsiteY5" fmla="*/ 47851 h 95315"/>
                <a:gd name="connsiteX6" fmla="*/ 30771 w 81705"/>
                <a:gd name="connsiteY6" fmla="*/ 6355 h 95315"/>
                <a:gd name="connsiteX7" fmla="*/ 26438 w 81705"/>
                <a:gd name="connsiteY7" fmla="*/ 605 h 95315"/>
                <a:gd name="connsiteX8" fmla="*/ 1857 w 81705"/>
                <a:gd name="connsiteY8" fmla="*/ 53517 h 95315"/>
                <a:gd name="connsiteX9" fmla="*/ 43020 w 81705"/>
                <a:gd name="connsiteY9" fmla="*/ 79515 h 95315"/>
                <a:gd name="connsiteX10" fmla="*/ 57435 w 81705"/>
                <a:gd name="connsiteY10" fmla="*/ 93847 h 95315"/>
                <a:gd name="connsiteX11" fmla="*/ 79350 w 81705"/>
                <a:gd name="connsiteY11" fmla="*/ 90264 h 95315"/>
                <a:gd name="connsiteX12" fmla="*/ 75434 w 81705"/>
                <a:gd name="connsiteY12" fmla="*/ 80515 h 95315"/>
                <a:gd name="connsiteX13" fmla="*/ 75434 w 81705"/>
                <a:gd name="connsiteY13" fmla="*/ 80515 h 95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1705" h="95315">
                  <a:moveTo>
                    <a:pt x="75434" y="80515"/>
                  </a:moveTo>
                  <a:cubicBezTo>
                    <a:pt x="67268" y="81348"/>
                    <a:pt x="54186" y="79682"/>
                    <a:pt x="54519" y="68349"/>
                  </a:cubicBezTo>
                  <a:cubicBezTo>
                    <a:pt x="54769" y="60517"/>
                    <a:pt x="62352" y="53684"/>
                    <a:pt x="66768" y="47934"/>
                  </a:cubicBezTo>
                  <a:cubicBezTo>
                    <a:pt x="71018" y="42518"/>
                    <a:pt x="62602" y="35935"/>
                    <a:pt x="58352" y="41351"/>
                  </a:cubicBezTo>
                  <a:cubicBezTo>
                    <a:pt x="51936" y="49601"/>
                    <a:pt x="42687" y="58100"/>
                    <a:pt x="41354" y="68432"/>
                  </a:cubicBezTo>
                  <a:cubicBezTo>
                    <a:pt x="29688" y="65349"/>
                    <a:pt x="18106" y="60683"/>
                    <a:pt x="14273" y="47851"/>
                  </a:cubicBezTo>
                  <a:cubicBezTo>
                    <a:pt x="9106" y="30519"/>
                    <a:pt x="17023" y="16604"/>
                    <a:pt x="30771" y="6355"/>
                  </a:cubicBezTo>
                  <a:cubicBezTo>
                    <a:pt x="34521" y="3605"/>
                    <a:pt x="30271" y="-1811"/>
                    <a:pt x="26438" y="605"/>
                  </a:cubicBezTo>
                  <a:cubicBezTo>
                    <a:pt x="8273" y="12187"/>
                    <a:pt x="-5059" y="31102"/>
                    <a:pt x="1857" y="53517"/>
                  </a:cubicBezTo>
                  <a:cubicBezTo>
                    <a:pt x="7023" y="70099"/>
                    <a:pt x="25439" y="84181"/>
                    <a:pt x="43020" y="79515"/>
                  </a:cubicBezTo>
                  <a:cubicBezTo>
                    <a:pt x="45770" y="85681"/>
                    <a:pt x="51353" y="91181"/>
                    <a:pt x="57435" y="93847"/>
                  </a:cubicBezTo>
                  <a:cubicBezTo>
                    <a:pt x="65351" y="97180"/>
                    <a:pt x="72601" y="94347"/>
                    <a:pt x="79350" y="90264"/>
                  </a:cubicBezTo>
                  <a:cubicBezTo>
                    <a:pt x="84433" y="87347"/>
                    <a:pt x="80433" y="80015"/>
                    <a:pt x="75434" y="80515"/>
                  </a:cubicBezTo>
                  <a:lnTo>
                    <a:pt x="75434" y="80515"/>
                  </a:lnTo>
                  <a:close/>
                </a:path>
              </a:pathLst>
            </a:custGeom>
            <a:grpFill/>
            <a:ln w="8332" cap="flat">
              <a:noFill/>
              <a:prstDash val="solid"/>
              <a:miter/>
            </a:ln>
          </p:spPr>
          <p:txBody>
            <a:bodyPr rtlCol="0" anchor="ctr"/>
            <a:lstStyle/>
            <a:p>
              <a:endParaRPr lang="en-US"/>
            </a:p>
          </p:txBody>
        </p:sp>
        <p:sp>
          <p:nvSpPr>
            <p:cNvPr id="2359" name="Freeform: Shape 2358"/>
            <p:cNvSpPr/>
            <p:nvPr/>
          </p:nvSpPr>
          <p:spPr>
            <a:xfrm>
              <a:off x="3709710" y="5970644"/>
              <a:ext cx="32767" cy="47806"/>
            </a:xfrm>
            <a:custGeom>
              <a:avLst/>
              <a:gdLst>
                <a:gd name="connsiteX0" fmla="*/ 27725 w 32767"/>
                <a:gd name="connsiteY0" fmla="*/ 35491 h 47806"/>
                <a:gd name="connsiteX1" fmla="*/ 13476 w 32767"/>
                <a:gd name="connsiteY1" fmla="*/ 24826 h 47806"/>
                <a:gd name="connsiteX2" fmla="*/ 21142 w 32767"/>
                <a:gd name="connsiteY2" fmla="*/ 8161 h 47806"/>
                <a:gd name="connsiteX3" fmla="*/ 11143 w 32767"/>
                <a:gd name="connsiteY3" fmla="*/ 2328 h 47806"/>
                <a:gd name="connsiteX4" fmla="*/ 144 w 32767"/>
                <a:gd name="connsiteY4" fmla="*/ 30492 h 47806"/>
                <a:gd name="connsiteX5" fmla="*/ 27808 w 32767"/>
                <a:gd name="connsiteY5" fmla="*/ 47241 h 47806"/>
                <a:gd name="connsiteX6" fmla="*/ 27725 w 32767"/>
                <a:gd name="connsiteY6" fmla="*/ 35491 h 47806"/>
                <a:gd name="connsiteX7" fmla="*/ 27725 w 32767"/>
                <a:gd name="connsiteY7" fmla="*/ 35491 h 47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767" h="47806">
                  <a:moveTo>
                    <a:pt x="27725" y="35491"/>
                  </a:moveTo>
                  <a:cubicBezTo>
                    <a:pt x="21058" y="34908"/>
                    <a:pt x="12309" y="33492"/>
                    <a:pt x="13476" y="24826"/>
                  </a:cubicBezTo>
                  <a:cubicBezTo>
                    <a:pt x="14309" y="18826"/>
                    <a:pt x="18309" y="13327"/>
                    <a:pt x="21142" y="8161"/>
                  </a:cubicBezTo>
                  <a:cubicBezTo>
                    <a:pt x="24225" y="2411"/>
                    <a:pt x="14559" y="-3338"/>
                    <a:pt x="11143" y="2328"/>
                  </a:cubicBezTo>
                  <a:cubicBezTo>
                    <a:pt x="6060" y="10744"/>
                    <a:pt x="-1106" y="20076"/>
                    <a:pt x="144" y="30492"/>
                  </a:cubicBezTo>
                  <a:cubicBezTo>
                    <a:pt x="1727" y="44824"/>
                    <a:pt x="15226" y="49573"/>
                    <a:pt x="27808" y="47241"/>
                  </a:cubicBezTo>
                  <a:cubicBezTo>
                    <a:pt x="34140" y="45907"/>
                    <a:pt x="34724" y="35991"/>
                    <a:pt x="27725" y="35491"/>
                  </a:cubicBezTo>
                  <a:lnTo>
                    <a:pt x="27725" y="35491"/>
                  </a:lnTo>
                  <a:close/>
                </a:path>
              </a:pathLst>
            </a:custGeom>
            <a:grpFill/>
            <a:ln w="8332" cap="flat">
              <a:noFill/>
              <a:prstDash val="solid"/>
              <a:miter/>
            </a:ln>
          </p:spPr>
          <p:txBody>
            <a:bodyPr rtlCol="0" anchor="ctr"/>
            <a:lstStyle/>
            <a:p>
              <a:endParaRPr lang="en-US"/>
            </a:p>
          </p:txBody>
        </p:sp>
        <p:sp>
          <p:nvSpPr>
            <p:cNvPr id="2360" name="Freeform: Shape 2359"/>
            <p:cNvSpPr/>
            <p:nvPr/>
          </p:nvSpPr>
          <p:spPr>
            <a:xfrm>
              <a:off x="3744671" y="5885363"/>
              <a:ext cx="110075" cy="58638"/>
            </a:xfrm>
            <a:custGeom>
              <a:avLst/>
              <a:gdLst>
                <a:gd name="connsiteX0" fmla="*/ 109753 w 110075"/>
                <a:gd name="connsiteY0" fmla="*/ 36697 h 58638"/>
                <a:gd name="connsiteX1" fmla="*/ 77339 w 110075"/>
                <a:gd name="connsiteY1" fmla="*/ 2200 h 58638"/>
                <a:gd name="connsiteX2" fmla="*/ 35176 w 110075"/>
                <a:gd name="connsiteY2" fmla="*/ 10699 h 58638"/>
                <a:gd name="connsiteX3" fmla="*/ 32927 w 110075"/>
                <a:gd name="connsiteY3" fmla="*/ 12199 h 58638"/>
                <a:gd name="connsiteX4" fmla="*/ 27510 w 110075"/>
                <a:gd name="connsiteY4" fmla="*/ 11199 h 58638"/>
                <a:gd name="connsiteX5" fmla="*/ 9512 w 110075"/>
                <a:gd name="connsiteY5" fmla="*/ 20031 h 58638"/>
                <a:gd name="connsiteX6" fmla="*/ 3596 w 110075"/>
                <a:gd name="connsiteY6" fmla="*/ 55945 h 58638"/>
                <a:gd name="connsiteX7" fmla="*/ 12095 w 110075"/>
                <a:gd name="connsiteY7" fmla="*/ 52445 h 58638"/>
                <a:gd name="connsiteX8" fmla="*/ 33843 w 110075"/>
                <a:gd name="connsiteY8" fmla="*/ 23781 h 58638"/>
                <a:gd name="connsiteX9" fmla="*/ 39343 w 110075"/>
                <a:gd name="connsiteY9" fmla="*/ 23114 h 58638"/>
                <a:gd name="connsiteX10" fmla="*/ 50175 w 110075"/>
                <a:gd name="connsiteY10" fmla="*/ 16865 h 58638"/>
                <a:gd name="connsiteX11" fmla="*/ 83755 w 110075"/>
                <a:gd name="connsiteY11" fmla="*/ 24447 h 58638"/>
                <a:gd name="connsiteX12" fmla="*/ 105420 w 110075"/>
                <a:gd name="connsiteY12" fmla="*/ 42446 h 58638"/>
                <a:gd name="connsiteX13" fmla="*/ 109753 w 110075"/>
                <a:gd name="connsiteY13" fmla="*/ 36697 h 58638"/>
                <a:gd name="connsiteX14" fmla="*/ 109753 w 110075"/>
                <a:gd name="connsiteY14" fmla="*/ 36697 h 58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0075" h="58638">
                  <a:moveTo>
                    <a:pt x="109753" y="36697"/>
                  </a:moveTo>
                  <a:cubicBezTo>
                    <a:pt x="104420" y="24531"/>
                    <a:pt x="89505" y="7699"/>
                    <a:pt x="77339" y="2200"/>
                  </a:cubicBezTo>
                  <a:cubicBezTo>
                    <a:pt x="63924" y="-3883"/>
                    <a:pt x="46759" y="3866"/>
                    <a:pt x="35176" y="10699"/>
                  </a:cubicBezTo>
                  <a:cubicBezTo>
                    <a:pt x="33843" y="11449"/>
                    <a:pt x="33010" y="11948"/>
                    <a:pt x="32927" y="12199"/>
                  </a:cubicBezTo>
                  <a:cubicBezTo>
                    <a:pt x="31177" y="11948"/>
                    <a:pt x="29261" y="11199"/>
                    <a:pt x="27510" y="11199"/>
                  </a:cubicBezTo>
                  <a:cubicBezTo>
                    <a:pt x="20594" y="11282"/>
                    <a:pt x="14261" y="15282"/>
                    <a:pt x="9512" y="20031"/>
                  </a:cubicBezTo>
                  <a:cubicBezTo>
                    <a:pt x="-1070" y="30613"/>
                    <a:pt x="-2487" y="42863"/>
                    <a:pt x="3596" y="55945"/>
                  </a:cubicBezTo>
                  <a:cubicBezTo>
                    <a:pt x="6096" y="61278"/>
                    <a:pt x="14261" y="57945"/>
                    <a:pt x="12095" y="52445"/>
                  </a:cubicBezTo>
                  <a:cubicBezTo>
                    <a:pt x="6762" y="38863"/>
                    <a:pt x="16762" y="17948"/>
                    <a:pt x="33843" y="23781"/>
                  </a:cubicBezTo>
                  <a:cubicBezTo>
                    <a:pt x="35510" y="24364"/>
                    <a:pt x="37926" y="24447"/>
                    <a:pt x="39343" y="23114"/>
                  </a:cubicBezTo>
                  <a:cubicBezTo>
                    <a:pt x="42592" y="19948"/>
                    <a:pt x="45926" y="18532"/>
                    <a:pt x="50175" y="16865"/>
                  </a:cubicBezTo>
                  <a:cubicBezTo>
                    <a:pt x="63757" y="11782"/>
                    <a:pt x="73507" y="13365"/>
                    <a:pt x="83755" y="24447"/>
                  </a:cubicBezTo>
                  <a:cubicBezTo>
                    <a:pt x="90088" y="31280"/>
                    <a:pt x="95921" y="40363"/>
                    <a:pt x="105420" y="42446"/>
                  </a:cubicBezTo>
                  <a:cubicBezTo>
                    <a:pt x="108420" y="43279"/>
                    <a:pt x="111003" y="39446"/>
                    <a:pt x="109753" y="36697"/>
                  </a:cubicBezTo>
                  <a:lnTo>
                    <a:pt x="109753" y="36697"/>
                  </a:lnTo>
                  <a:close/>
                </a:path>
              </a:pathLst>
            </a:custGeom>
            <a:grpFill/>
            <a:ln w="8332" cap="flat">
              <a:noFill/>
              <a:prstDash val="solid"/>
              <a:miter/>
            </a:ln>
          </p:spPr>
          <p:txBody>
            <a:bodyPr rtlCol="0" anchor="ctr"/>
            <a:lstStyle/>
            <a:p>
              <a:endParaRPr lang="en-US"/>
            </a:p>
          </p:txBody>
        </p:sp>
        <p:sp>
          <p:nvSpPr>
            <p:cNvPr id="2361" name="Freeform: Shape 2360"/>
            <p:cNvSpPr/>
            <p:nvPr/>
          </p:nvSpPr>
          <p:spPr>
            <a:xfrm>
              <a:off x="3869039" y="5982789"/>
              <a:ext cx="40113" cy="116369"/>
            </a:xfrm>
            <a:custGeom>
              <a:avLst/>
              <a:gdLst>
                <a:gd name="connsiteX0" fmla="*/ 32964 w 40113"/>
                <a:gd name="connsiteY0" fmla="*/ 54094 h 116369"/>
                <a:gd name="connsiteX1" fmla="*/ 34381 w 40113"/>
                <a:gd name="connsiteY1" fmla="*/ 12265 h 116369"/>
                <a:gd name="connsiteX2" fmla="*/ 3800 w 40113"/>
                <a:gd name="connsiteY2" fmla="*/ 432 h 116369"/>
                <a:gd name="connsiteX3" fmla="*/ 3800 w 40113"/>
                <a:gd name="connsiteY3" fmla="*/ 7681 h 116369"/>
                <a:gd name="connsiteX4" fmla="*/ 20048 w 40113"/>
                <a:gd name="connsiteY4" fmla="*/ 55427 h 116369"/>
                <a:gd name="connsiteX5" fmla="*/ 21298 w 40113"/>
                <a:gd name="connsiteY5" fmla="*/ 88841 h 116369"/>
                <a:gd name="connsiteX6" fmla="*/ 1467 w 40113"/>
                <a:gd name="connsiteY6" fmla="*/ 107089 h 116369"/>
                <a:gd name="connsiteX7" fmla="*/ 8300 w 40113"/>
                <a:gd name="connsiteY7" fmla="*/ 116088 h 116369"/>
                <a:gd name="connsiteX8" fmla="*/ 37797 w 40113"/>
                <a:gd name="connsiteY8" fmla="*/ 87674 h 116369"/>
                <a:gd name="connsiteX9" fmla="*/ 32964 w 40113"/>
                <a:gd name="connsiteY9" fmla="*/ 54094 h 116369"/>
                <a:gd name="connsiteX10" fmla="*/ 32964 w 40113"/>
                <a:gd name="connsiteY10" fmla="*/ 54094 h 11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113" h="116369">
                  <a:moveTo>
                    <a:pt x="32964" y="54094"/>
                  </a:moveTo>
                  <a:cubicBezTo>
                    <a:pt x="27298" y="41511"/>
                    <a:pt x="40880" y="27013"/>
                    <a:pt x="34381" y="12265"/>
                  </a:cubicBezTo>
                  <a:cubicBezTo>
                    <a:pt x="28631" y="-651"/>
                    <a:pt x="15966" y="-651"/>
                    <a:pt x="3800" y="432"/>
                  </a:cubicBezTo>
                  <a:cubicBezTo>
                    <a:pt x="-283" y="849"/>
                    <a:pt x="-366" y="7598"/>
                    <a:pt x="3800" y="7681"/>
                  </a:cubicBezTo>
                  <a:cubicBezTo>
                    <a:pt x="37464" y="8515"/>
                    <a:pt x="12549" y="38679"/>
                    <a:pt x="20048" y="55427"/>
                  </a:cubicBezTo>
                  <a:cubicBezTo>
                    <a:pt x="25632" y="68010"/>
                    <a:pt x="31131" y="75592"/>
                    <a:pt x="21298" y="88841"/>
                  </a:cubicBezTo>
                  <a:cubicBezTo>
                    <a:pt x="15882" y="96090"/>
                    <a:pt x="7633" y="100590"/>
                    <a:pt x="1467" y="107089"/>
                  </a:cubicBezTo>
                  <a:cubicBezTo>
                    <a:pt x="-2866" y="111672"/>
                    <a:pt x="3300" y="117755"/>
                    <a:pt x="8300" y="116088"/>
                  </a:cubicBezTo>
                  <a:cubicBezTo>
                    <a:pt x="21882" y="111505"/>
                    <a:pt x="32547" y="101006"/>
                    <a:pt x="37797" y="87674"/>
                  </a:cubicBezTo>
                  <a:cubicBezTo>
                    <a:pt x="43130" y="74092"/>
                    <a:pt x="38297" y="66093"/>
                    <a:pt x="32964" y="54094"/>
                  </a:cubicBezTo>
                  <a:lnTo>
                    <a:pt x="32964" y="54094"/>
                  </a:lnTo>
                  <a:close/>
                </a:path>
              </a:pathLst>
            </a:custGeom>
            <a:grpFill/>
            <a:ln w="8332" cap="flat">
              <a:noFill/>
              <a:prstDash val="solid"/>
              <a:miter/>
            </a:ln>
          </p:spPr>
          <p:txBody>
            <a:bodyPr rtlCol="0" anchor="ctr"/>
            <a:lstStyle/>
            <a:p>
              <a:endParaRPr lang="en-US"/>
            </a:p>
          </p:txBody>
        </p:sp>
        <p:sp>
          <p:nvSpPr>
            <p:cNvPr id="2362" name="Freeform: Shape 2361"/>
            <p:cNvSpPr/>
            <p:nvPr/>
          </p:nvSpPr>
          <p:spPr>
            <a:xfrm>
              <a:off x="3834545" y="6094759"/>
              <a:ext cx="21128" cy="55823"/>
            </a:xfrm>
            <a:custGeom>
              <a:avLst/>
              <a:gdLst>
                <a:gd name="connsiteX0" fmla="*/ 16129 w 21128"/>
                <a:gd name="connsiteY0" fmla="*/ 2701 h 55823"/>
                <a:gd name="connsiteX1" fmla="*/ 8130 w 21128"/>
                <a:gd name="connsiteY1" fmla="*/ 6035 h 55823"/>
                <a:gd name="connsiteX2" fmla="*/ 10546 w 21128"/>
                <a:gd name="connsiteY2" fmla="*/ 29532 h 55823"/>
                <a:gd name="connsiteX3" fmla="*/ 297 w 21128"/>
                <a:gd name="connsiteY3" fmla="*/ 50447 h 55823"/>
                <a:gd name="connsiteX4" fmla="*/ 5297 w 21128"/>
                <a:gd name="connsiteY4" fmla="*/ 55447 h 55823"/>
                <a:gd name="connsiteX5" fmla="*/ 16129 w 21128"/>
                <a:gd name="connsiteY5" fmla="*/ 2701 h 55823"/>
                <a:gd name="connsiteX6" fmla="*/ 16129 w 21128"/>
                <a:gd name="connsiteY6" fmla="*/ 2701 h 558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128" h="55823">
                  <a:moveTo>
                    <a:pt x="16129" y="2701"/>
                  </a:moveTo>
                  <a:cubicBezTo>
                    <a:pt x="14379" y="-2632"/>
                    <a:pt x="6463" y="702"/>
                    <a:pt x="8130" y="6035"/>
                  </a:cubicBezTo>
                  <a:cubicBezTo>
                    <a:pt x="10546" y="13701"/>
                    <a:pt x="12796" y="21617"/>
                    <a:pt x="10546" y="29532"/>
                  </a:cubicBezTo>
                  <a:cubicBezTo>
                    <a:pt x="8546" y="36782"/>
                    <a:pt x="3547" y="43614"/>
                    <a:pt x="297" y="50447"/>
                  </a:cubicBezTo>
                  <a:cubicBezTo>
                    <a:pt x="-1036" y="53280"/>
                    <a:pt x="2380" y="57030"/>
                    <a:pt x="5297" y="55447"/>
                  </a:cubicBezTo>
                  <a:cubicBezTo>
                    <a:pt x="26378" y="44198"/>
                    <a:pt x="22378" y="21533"/>
                    <a:pt x="16129" y="2701"/>
                  </a:cubicBezTo>
                  <a:lnTo>
                    <a:pt x="16129" y="2701"/>
                  </a:lnTo>
                  <a:close/>
                </a:path>
              </a:pathLst>
            </a:custGeom>
            <a:grpFill/>
            <a:ln w="8332" cap="flat">
              <a:noFill/>
              <a:prstDash val="solid"/>
              <a:miter/>
            </a:ln>
          </p:spPr>
          <p:txBody>
            <a:bodyPr rtlCol="0" anchor="ctr"/>
            <a:lstStyle/>
            <a:p>
              <a:endParaRPr lang="en-US"/>
            </a:p>
          </p:txBody>
        </p:sp>
        <p:sp>
          <p:nvSpPr>
            <p:cNvPr id="2363" name="Freeform: Shape 2362"/>
            <p:cNvSpPr/>
            <p:nvPr/>
          </p:nvSpPr>
          <p:spPr>
            <a:xfrm>
              <a:off x="1115664" y="5134119"/>
              <a:ext cx="682644" cy="534135"/>
            </a:xfrm>
            <a:custGeom>
              <a:avLst/>
              <a:gdLst>
                <a:gd name="connsiteX0" fmla="*/ 592704 w 682644"/>
                <a:gd name="connsiteY0" fmla="*/ 72338 h 534135"/>
                <a:gd name="connsiteX1" fmla="*/ 583454 w 682644"/>
                <a:gd name="connsiteY1" fmla="*/ 44007 h 534135"/>
                <a:gd name="connsiteX2" fmla="*/ 556373 w 682644"/>
                <a:gd name="connsiteY2" fmla="*/ 21676 h 534135"/>
                <a:gd name="connsiteX3" fmla="*/ 513461 w 682644"/>
                <a:gd name="connsiteY3" fmla="*/ 6011 h 534135"/>
                <a:gd name="connsiteX4" fmla="*/ 481630 w 682644"/>
                <a:gd name="connsiteY4" fmla="*/ 595 h 534135"/>
                <a:gd name="connsiteX5" fmla="*/ 396471 w 682644"/>
                <a:gd name="connsiteY5" fmla="*/ 7261 h 534135"/>
                <a:gd name="connsiteX6" fmla="*/ 229986 w 682644"/>
                <a:gd name="connsiteY6" fmla="*/ 61423 h 534135"/>
                <a:gd name="connsiteX7" fmla="*/ 85499 w 682644"/>
                <a:gd name="connsiteY7" fmla="*/ 155581 h 534135"/>
                <a:gd name="connsiteX8" fmla="*/ 41920 w 682644"/>
                <a:gd name="connsiteY8" fmla="*/ 216825 h 534135"/>
                <a:gd name="connsiteX9" fmla="*/ 28338 w 682644"/>
                <a:gd name="connsiteY9" fmla="*/ 281569 h 534135"/>
                <a:gd name="connsiteX10" fmla="*/ 43420 w 682644"/>
                <a:gd name="connsiteY10" fmla="*/ 303734 h 534135"/>
                <a:gd name="connsiteX11" fmla="*/ 33420 w 682644"/>
                <a:gd name="connsiteY11" fmla="*/ 312983 h 534135"/>
                <a:gd name="connsiteX12" fmla="*/ 1923 w 682644"/>
                <a:gd name="connsiteY12" fmla="*/ 348563 h 534135"/>
                <a:gd name="connsiteX13" fmla="*/ 7673 w 682644"/>
                <a:gd name="connsiteY13" fmla="*/ 370478 h 534135"/>
                <a:gd name="connsiteX14" fmla="*/ 43336 w 682644"/>
                <a:gd name="connsiteY14" fmla="*/ 364812 h 534135"/>
                <a:gd name="connsiteX15" fmla="*/ 68417 w 682644"/>
                <a:gd name="connsiteY15" fmla="*/ 354813 h 534135"/>
                <a:gd name="connsiteX16" fmla="*/ 68167 w 682644"/>
                <a:gd name="connsiteY16" fmla="*/ 397059 h 534135"/>
                <a:gd name="connsiteX17" fmla="*/ 88749 w 682644"/>
                <a:gd name="connsiteY17" fmla="*/ 412641 h 534135"/>
                <a:gd name="connsiteX18" fmla="*/ 95415 w 682644"/>
                <a:gd name="connsiteY18" fmla="*/ 452554 h 534135"/>
                <a:gd name="connsiteX19" fmla="*/ 91832 w 682644"/>
                <a:gd name="connsiteY19" fmla="*/ 462303 h 534135"/>
                <a:gd name="connsiteX20" fmla="*/ 99165 w 682644"/>
                <a:gd name="connsiteY20" fmla="*/ 493301 h 534135"/>
                <a:gd name="connsiteX21" fmla="*/ 150243 w 682644"/>
                <a:gd name="connsiteY21" fmla="*/ 533963 h 534135"/>
                <a:gd name="connsiteX22" fmla="*/ 232652 w 682644"/>
                <a:gd name="connsiteY22" fmla="*/ 521714 h 534135"/>
                <a:gd name="connsiteX23" fmla="*/ 322228 w 682644"/>
                <a:gd name="connsiteY23" fmla="*/ 495967 h 534135"/>
                <a:gd name="connsiteX24" fmla="*/ 411803 w 682644"/>
                <a:gd name="connsiteY24" fmla="*/ 468219 h 534135"/>
                <a:gd name="connsiteX25" fmla="*/ 501712 w 682644"/>
                <a:gd name="connsiteY25" fmla="*/ 431389 h 534135"/>
                <a:gd name="connsiteX26" fmla="*/ 656448 w 682644"/>
                <a:gd name="connsiteY26" fmla="*/ 331232 h 534135"/>
                <a:gd name="connsiteX27" fmla="*/ 679696 w 682644"/>
                <a:gd name="connsiteY27" fmla="*/ 298401 h 534135"/>
                <a:gd name="connsiteX28" fmla="*/ 680529 w 682644"/>
                <a:gd name="connsiteY28" fmla="*/ 255572 h 534135"/>
                <a:gd name="connsiteX29" fmla="*/ 640449 w 682644"/>
                <a:gd name="connsiteY29" fmla="*/ 202077 h 534135"/>
                <a:gd name="connsiteX30" fmla="*/ 644865 w 682644"/>
                <a:gd name="connsiteY30" fmla="*/ 189578 h 534135"/>
                <a:gd name="connsiteX31" fmla="*/ 645282 w 682644"/>
                <a:gd name="connsiteY31" fmla="*/ 156497 h 534135"/>
                <a:gd name="connsiteX32" fmla="*/ 629950 w 682644"/>
                <a:gd name="connsiteY32" fmla="*/ 132250 h 534135"/>
                <a:gd name="connsiteX33" fmla="*/ 650115 w 682644"/>
                <a:gd name="connsiteY33" fmla="*/ 103335 h 534135"/>
                <a:gd name="connsiteX34" fmla="*/ 592704 w 682644"/>
                <a:gd name="connsiteY34" fmla="*/ 72338 h 534135"/>
                <a:gd name="connsiteX35" fmla="*/ 592704 w 682644"/>
                <a:gd name="connsiteY35" fmla="*/ 72338 h 534135"/>
                <a:gd name="connsiteX36" fmla="*/ 55585 w 682644"/>
                <a:gd name="connsiteY36" fmla="*/ 225575 h 534135"/>
                <a:gd name="connsiteX37" fmla="*/ 95832 w 682644"/>
                <a:gd name="connsiteY37" fmla="*/ 167413 h 534135"/>
                <a:gd name="connsiteX38" fmla="*/ 224653 w 682644"/>
                <a:gd name="connsiteY38" fmla="*/ 80171 h 534135"/>
                <a:gd name="connsiteX39" fmla="*/ 384472 w 682644"/>
                <a:gd name="connsiteY39" fmla="*/ 23343 h 534135"/>
                <a:gd name="connsiteX40" fmla="*/ 404387 w 682644"/>
                <a:gd name="connsiteY40" fmla="*/ 19093 h 534135"/>
                <a:gd name="connsiteX41" fmla="*/ 443883 w 682644"/>
                <a:gd name="connsiteY41" fmla="*/ 16426 h 534135"/>
                <a:gd name="connsiteX42" fmla="*/ 513294 w 682644"/>
                <a:gd name="connsiteY42" fmla="*/ 20760 h 534135"/>
                <a:gd name="connsiteX43" fmla="*/ 546707 w 682644"/>
                <a:gd name="connsiteY43" fmla="*/ 33925 h 534135"/>
                <a:gd name="connsiteX44" fmla="*/ 573038 w 682644"/>
                <a:gd name="connsiteY44" fmla="*/ 58673 h 534135"/>
                <a:gd name="connsiteX45" fmla="*/ 568622 w 682644"/>
                <a:gd name="connsiteY45" fmla="*/ 94670 h 534135"/>
                <a:gd name="connsiteX46" fmla="*/ 540042 w 682644"/>
                <a:gd name="connsiteY46" fmla="*/ 122834 h 534135"/>
                <a:gd name="connsiteX47" fmla="*/ 476797 w 682644"/>
                <a:gd name="connsiteY47" fmla="*/ 159747 h 534135"/>
                <a:gd name="connsiteX48" fmla="*/ 341893 w 682644"/>
                <a:gd name="connsiteY48" fmla="*/ 219158 h 534135"/>
                <a:gd name="connsiteX49" fmla="*/ 201155 w 682644"/>
                <a:gd name="connsiteY49" fmla="*/ 274403 h 534135"/>
                <a:gd name="connsiteX50" fmla="*/ 130995 w 682644"/>
                <a:gd name="connsiteY50" fmla="*/ 293901 h 534135"/>
                <a:gd name="connsiteX51" fmla="*/ 91082 w 682644"/>
                <a:gd name="connsiteY51" fmla="*/ 296902 h 534135"/>
                <a:gd name="connsiteX52" fmla="*/ 55668 w 682644"/>
                <a:gd name="connsiteY52" fmla="*/ 292735 h 534135"/>
                <a:gd name="connsiteX53" fmla="*/ 55585 w 682644"/>
                <a:gd name="connsiteY53" fmla="*/ 225575 h 534135"/>
                <a:gd name="connsiteX54" fmla="*/ 55585 w 682644"/>
                <a:gd name="connsiteY54" fmla="*/ 225575 h 534135"/>
                <a:gd name="connsiteX55" fmla="*/ 154410 w 682644"/>
                <a:gd name="connsiteY55" fmla="*/ 439055 h 534135"/>
                <a:gd name="connsiteX56" fmla="*/ 200322 w 682644"/>
                <a:gd name="connsiteY56" fmla="*/ 411641 h 534135"/>
                <a:gd name="connsiteX57" fmla="*/ 216821 w 682644"/>
                <a:gd name="connsiteY57" fmla="*/ 394309 h 534135"/>
                <a:gd name="connsiteX58" fmla="*/ 240318 w 682644"/>
                <a:gd name="connsiteY58" fmla="*/ 392476 h 534135"/>
                <a:gd name="connsiteX59" fmla="*/ 241902 w 682644"/>
                <a:gd name="connsiteY59" fmla="*/ 392059 h 534135"/>
                <a:gd name="connsiteX60" fmla="*/ 222320 w 682644"/>
                <a:gd name="connsiteY60" fmla="*/ 417890 h 534135"/>
                <a:gd name="connsiteX61" fmla="*/ 171741 w 682644"/>
                <a:gd name="connsiteY61" fmla="*/ 444055 h 534135"/>
                <a:gd name="connsiteX62" fmla="*/ 121579 w 682644"/>
                <a:gd name="connsiteY62" fmla="*/ 452471 h 534135"/>
                <a:gd name="connsiteX63" fmla="*/ 99581 w 682644"/>
                <a:gd name="connsiteY63" fmla="*/ 425806 h 534135"/>
                <a:gd name="connsiteX64" fmla="*/ 99748 w 682644"/>
                <a:gd name="connsiteY64" fmla="*/ 413141 h 534135"/>
                <a:gd name="connsiteX65" fmla="*/ 106497 w 682644"/>
                <a:gd name="connsiteY65" fmla="*/ 411891 h 534135"/>
                <a:gd name="connsiteX66" fmla="*/ 118996 w 682644"/>
                <a:gd name="connsiteY66" fmla="*/ 407641 h 534135"/>
                <a:gd name="connsiteX67" fmla="*/ 154410 w 682644"/>
                <a:gd name="connsiteY67" fmla="*/ 439055 h 534135"/>
                <a:gd name="connsiteX68" fmla="*/ 154410 w 682644"/>
                <a:gd name="connsiteY68" fmla="*/ 439055 h 534135"/>
                <a:gd name="connsiteX69" fmla="*/ 122496 w 682644"/>
                <a:gd name="connsiteY69" fmla="*/ 406725 h 534135"/>
                <a:gd name="connsiteX70" fmla="*/ 133745 w 682644"/>
                <a:gd name="connsiteY70" fmla="*/ 407641 h 534135"/>
                <a:gd name="connsiteX71" fmla="*/ 154076 w 682644"/>
                <a:gd name="connsiteY71" fmla="*/ 415141 h 534135"/>
                <a:gd name="connsiteX72" fmla="*/ 179074 w 682644"/>
                <a:gd name="connsiteY72" fmla="*/ 405808 h 534135"/>
                <a:gd name="connsiteX73" fmla="*/ 189990 w 682644"/>
                <a:gd name="connsiteY73" fmla="*/ 396475 h 534135"/>
                <a:gd name="connsiteX74" fmla="*/ 197656 w 682644"/>
                <a:gd name="connsiteY74" fmla="*/ 385810 h 534135"/>
                <a:gd name="connsiteX75" fmla="*/ 205988 w 682644"/>
                <a:gd name="connsiteY75" fmla="*/ 390809 h 534135"/>
                <a:gd name="connsiteX76" fmla="*/ 200822 w 682644"/>
                <a:gd name="connsiteY76" fmla="*/ 396226 h 534135"/>
                <a:gd name="connsiteX77" fmla="*/ 175658 w 682644"/>
                <a:gd name="connsiteY77" fmla="*/ 417141 h 534135"/>
                <a:gd name="connsiteX78" fmla="*/ 122496 w 682644"/>
                <a:gd name="connsiteY78" fmla="*/ 406725 h 534135"/>
                <a:gd name="connsiteX79" fmla="*/ 122496 w 682644"/>
                <a:gd name="connsiteY79" fmla="*/ 406725 h 534135"/>
                <a:gd name="connsiteX80" fmla="*/ 665447 w 682644"/>
                <a:gd name="connsiteY80" fmla="*/ 270820 h 534135"/>
                <a:gd name="connsiteX81" fmla="*/ 657614 w 682644"/>
                <a:gd name="connsiteY81" fmla="*/ 305317 h 534135"/>
                <a:gd name="connsiteX82" fmla="*/ 635116 w 682644"/>
                <a:gd name="connsiteY82" fmla="*/ 332232 h 534135"/>
                <a:gd name="connsiteX83" fmla="*/ 504378 w 682644"/>
                <a:gd name="connsiteY83" fmla="*/ 415557 h 534135"/>
                <a:gd name="connsiteX84" fmla="*/ 369890 w 682644"/>
                <a:gd name="connsiteY84" fmla="*/ 470386 h 534135"/>
                <a:gd name="connsiteX85" fmla="*/ 299396 w 682644"/>
                <a:gd name="connsiteY85" fmla="*/ 490800 h 534135"/>
                <a:gd name="connsiteX86" fmla="*/ 232236 w 682644"/>
                <a:gd name="connsiteY86" fmla="*/ 511215 h 534135"/>
                <a:gd name="connsiteX87" fmla="*/ 189240 w 682644"/>
                <a:gd name="connsiteY87" fmla="*/ 519131 h 534135"/>
                <a:gd name="connsiteX88" fmla="*/ 150743 w 682644"/>
                <a:gd name="connsiteY88" fmla="*/ 522298 h 534135"/>
                <a:gd name="connsiteX89" fmla="*/ 104414 w 682644"/>
                <a:gd name="connsiteY89" fmla="*/ 459637 h 534135"/>
                <a:gd name="connsiteX90" fmla="*/ 151743 w 682644"/>
                <a:gd name="connsiteY90" fmla="*/ 462720 h 534135"/>
                <a:gd name="connsiteX91" fmla="*/ 257734 w 682644"/>
                <a:gd name="connsiteY91" fmla="*/ 387643 h 534135"/>
                <a:gd name="connsiteX92" fmla="*/ 361308 w 682644"/>
                <a:gd name="connsiteY92" fmla="*/ 398642 h 534135"/>
                <a:gd name="connsiteX93" fmla="*/ 423885 w 682644"/>
                <a:gd name="connsiteY93" fmla="*/ 335898 h 534135"/>
                <a:gd name="connsiteX94" fmla="*/ 522376 w 682644"/>
                <a:gd name="connsiteY94" fmla="*/ 332648 h 534135"/>
                <a:gd name="connsiteX95" fmla="*/ 559123 w 682644"/>
                <a:gd name="connsiteY95" fmla="*/ 297485 h 534135"/>
                <a:gd name="connsiteX96" fmla="*/ 565623 w 682644"/>
                <a:gd name="connsiteY96" fmla="*/ 266987 h 534135"/>
                <a:gd name="connsiteX97" fmla="*/ 618284 w 682644"/>
                <a:gd name="connsiteY97" fmla="*/ 259655 h 534135"/>
                <a:gd name="connsiteX98" fmla="*/ 639033 w 682644"/>
                <a:gd name="connsiteY98" fmla="*/ 218742 h 534135"/>
                <a:gd name="connsiteX99" fmla="*/ 654198 w 682644"/>
                <a:gd name="connsiteY99" fmla="*/ 232157 h 534135"/>
                <a:gd name="connsiteX100" fmla="*/ 665447 w 682644"/>
                <a:gd name="connsiteY100" fmla="*/ 270820 h 534135"/>
                <a:gd name="connsiteX101" fmla="*/ 665447 w 682644"/>
                <a:gd name="connsiteY101" fmla="*/ 270820 h 534135"/>
                <a:gd name="connsiteX102" fmla="*/ 325478 w 682644"/>
                <a:gd name="connsiteY102" fmla="*/ 376227 h 534135"/>
                <a:gd name="connsiteX103" fmla="*/ 358974 w 682644"/>
                <a:gd name="connsiteY103" fmla="*/ 372978 h 534135"/>
                <a:gd name="connsiteX104" fmla="*/ 391388 w 682644"/>
                <a:gd name="connsiteY104" fmla="*/ 338648 h 534135"/>
                <a:gd name="connsiteX105" fmla="*/ 412136 w 682644"/>
                <a:gd name="connsiteY105" fmla="*/ 329149 h 534135"/>
                <a:gd name="connsiteX106" fmla="*/ 405470 w 682644"/>
                <a:gd name="connsiteY106" fmla="*/ 350063 h 534135"/>
                <a:gd name="connsiteX107" fmla="*/ 389138 w 682644"/>
                <a:gd name="connsiteY107" fmla="*/ 366478 h 534135"/>
                <a:gd name="connsiteX108" fmla="*/ 349225 w 682644"/>
                <a:gd name="connsiteY108" fmla="*/ 389726 h 534135"/>
                <a:gd name="connsiteX109" fmla="*/ 258483 w 682644"/>
                <a:gd name="connsiteY109" fmla="*/ 384560 h 534135"/>
                <a:gd name="connsiteX110" fmla="*/ 258483 w 682644"/>
                <a:gd name="connsiteY110" fmla="*/ 384477 h 534135"/>
                <a:gd name="connsiteX111" fmla="*/ 265316 w 682644"/>
                <a:gd name="connsiteY111" fmla="*/ 379144 h 534135"/>
                <a:gd name="connsiteX112" fmla="*/ 273982 w 682644"/>
                <a:gd name="connsiteY112" fmla="*/ 368895 h 534135"/>
                <a:gd name="connsiteX113" fmla="*/ 285148 w 682644"/>
                <a:gd name="connsiteY113" fmla="*/ 363145 h 534135"/>
                <a:gd name="connsiteX114" fmla="*/ 307729 w 682644"/>
                <a:gd name="connsiteY114" fmla="*/ 365978 h 534135"/>
                <a:gd name="connsiteX115" fmla="*/ 325478 w 682644"/>
                <a:gd name="connsiteY115" fmla="*/ 376227 h 534135"/>
                <a:gd name="connsiteX116" fmla="*/ 325478 w 682644"/>
                <a:gd name="connsiteY116" fmla="*/ 376227 h 534135"/>
                <a:gd name="connsiteX117" fmla="*/ 316728 w 682644"/>
                <a:gd name="connsiteY117" fmla="*/ 364479 h 534135"/>
                <a:gd name="connsiteX118" fmla="*/ 339726 w 682644"/>
                <a:gd name="connsiteY118" fmla="*/ 354063 h 534135"/>
                <a:gd name="connsiteX119" fmla="*/ 363391 w 682644"/>
                <a:gd name="connsiteY119" fmla="*/ 338147 h 534135"/>
                <a:gd name="connsiteX120" fmla="*/ 380889 w 682644"/>
                <a:gd name="connsiteY120" fmla="*/ 339731 h 534135"/>
                <a:gd name="connsiteX121" fmla="*/ 378223 w 682644"/>
                <a:gd name="connsiteY121" fmla="*/ 345064 h 534135"/>
                <a:gd name="connsiteX122" fmla="*/ 350642 w 682644"/>
                <a:gd name="connsiteY122" fmla="*/ 366729 h 534135"/>
                <a:gd name="connsiteX123" fmla="*/ 331310 w 682644"/>
                <a:gd name="connsiteY123" fmla="*/ 368645 h 534135"/>
                <a:gd name="connsiteX124" fmla="*/ 316728 w 682644"/>
                <a:gd name="connsiteY124" fmla="*/ 364479 h 534135"/>
                <a:gd name="connsiteX125" fmla="*/ 316728 w 682644"/>
                <a:gd name="connsiteY125" fmla="*/ 364479 h 534135"/>
                <a:gd name="connsiteX126" fmla="*/ 420802 w 682644"/>
                <a:gd name="connsiteY126" fmla="*/ 321316 h 534135"/>
                <a:gd name="connsiteX127" fmla="*/ 427468 w 682644"/>
                <a:gd name="connsiteY127" fmla="*/ 312400 h 534135"/>
                <a:gd name="connsiteX128" fmla="*/ 434884 w 682644"/>
                <a:gd name="connsiteY128" fmla="*/ 306151 h 534135"/>
                <a:gd name="connsiteX129" fmla="*/ 464632 w 682644"/>
                <a:gd name="connsiteY129" fmla="*/ 319982 h 534135"/>
                <a:gd name="connsiteX130" fmla="*/ 497129 w 682644"/>
                <a:gd name="connsiteY130" fmla="*/ 312900 h 534135"/>
                <a:gd name="connsiteX131" fmla="*/ 524960 w 682644"/>
                <a:gd name="connsiteY131" fmla="*/ 296568 h 534135"/>
                <a:gd name="connsiteX132" fmla="*/ 530209 w 682644"/>
                <a:gd name="connsiteY132" fmla="*/ 286652 h 534135"/>
                <a:gd name="connsiteX133" fmla="*/ 530376 w 682644"/>
                <a:gd name="connsiteY133" fmla="*/ 277570 h 534135"/>
                <a:gd name="connsiteX134" fmla="*/ 546707 w 682644"/>
                <a:gd name="connsiteY134" fmla="*/ 271904 h 534135"/>
                <a:gd name="connsiteX135" fmla="*/ 554457 w 682644"/>
                <a:gd name="connsiteY135" fmla="*/ 267320 h 534135"/>
                <a:gd name="connsiteX136" fmla="*/ 553624 w 682644"/>
                <a:gd name="connsiteY136" fmla="*/ 280653 h 534135"/>
                <a:gd name="connsiteX137" fmla="*/ 540791 w 682644"/>
                <a:gd name="connsiteY137" fmla="*/ 303984 h 534135"/>
                <a:gd name="connsiteX138" fmla="*/ 506461 w 682644"/>
                <a:gd name="connsiteY138" fmla="*/ 327482 h 534135"/>
                <a:gd name="connsiteX139" fmla="*/ 423385 w 682644"/>
                <a:gd name="connsiteY139" fmla="*/ 329732 h 534135"/>
                <a:gd name="connsiteX140" fmla="*/ 421219 w 682644"/>
                <a:gd name="connsiteY140" fmla="*/ 321983 h 534135"/>
                <a:gd name="connsiteX141" fmla="*/ 420802 w 682644"/>
                <a:gd name="connsiteY141" fmla="*/ 321316 h 534135"/>
                <a:gd name="connsiteX142" fmla="*/ 420802 w 682644"/>
                <a:gd name="connsiteY142" fmla="*/ 321316 h 534135"/>
                <a:gd name="connsiteX143" fmla="*/ 445550 w 682644"/>
                <a:gd name="connsiteY143" fmla="*/ 307484 h 534135"/>
                <a:gd name="connsiteX144" fmla="*/ 490213 w 682644"/>
                <a:gd name="connsiteY144" fmla="*/ 293985 h 534135"/>
                <a:gd name="connsiteX145" fmla="*/ 517210 w 682644"/>
                <a:gd name="connsiteY145" fmla="*/ 278486 h 534135"/>
                <a:gd name="connsiteX146" fmla="*/ 521543 w 682644"/>
                <a:gd name="connsiteY146" fmla="*/ 278570 h 534135"/>
                <a:gd name="connsiteX147" fmla="*/ 521460 w 682644"/>
                <a:gd name="connsiteY147" fmla="*/ 280486 h 534135"/>
                <a:gd name="connsiteX148" fmla="*/ 503461 w 682644"/>
                <a:gd name="connsiteY148" fmla="*/ 299151 h 534135"/>
                <a:gd name="connsiteX149" fmla="*/ 471631 w 682644"/>
                <a:gd name="connsiteY149" fmla="*/ 310567 h 534135"/>
                <a:gd name="connsiteX150" fmla="*/ 445550 w 682644"/>
                <a:gd name="connsiteY150" fmla="*/ 307484 h 534135"/>
                <a:gd name="connsiteX151" fmla="*/ 445550 w 682644"/>
                <a:gd name="connsiteY151" fmla="*/ 307484 h 534135"/>
                <a:gd name="connsiteX152" fmla="*/ 564539 w 682644"/>
                <a:gd name="connsiteY152" fmla="*/ 262654 h 534135"/>
                <a:gd name="connsiteX153" fmla="*/ 563623 w 682644"/>
                <a:gd name="connsiteY153" fmla="*/ 260071 h 534135"/>
                <a:gd name="connsiteX154" fmla="*/ 568539 w 682644"/>
                <a:gd name="connsiteY154" fmla="*/ 254739 h 534135"/>
                <a:gd name="connsiteX155" fmla="*/ 585621 w 682644"/>
                <a:gd name="connsiteY155" fmla="*/ 236823 h 534135"/>
                <a:gd name="connsiteX156" fmla="*/ 602203 w 682644"/>
                <a:gd name="connsiteY156" fmla="*/ 235157 h 534135"/>
                <a:gd name="connsiteX157" fmla="*/ 627200 w 682644"/>
                <a:gd name="connsiteY157" fmla="*/ 221408 h 534135"/>
                <a:gd name="connsiteX158" fmla="*/ 602036 w 682644"/>
                <a:gd name="connsiteY158" fmla="*/ 258322 h 534135"/>
                <a:gd name="connsiteX159" fmla="*/ 564539 w 682644"/>
                <a:gd name="connsiteY159" fmla="*/ 262654 h 534135"/>
                <a:gd name="connsiteX160" fmla="*/ 564539 w 682644"/>
                <a:gd name="connsiteY160" fmla="*/ 262654 h 534135"/>
                <a:gd name="connsiteX161" fmla="*/ 633033 w 682644"/>
                <a:gd name="connsiteY161" fmla="*/ 167247 h 534135"/>
                <a:gd name="connsiteX162" fmla="*/ 619284 w 682644"/>
                <a:gd name="connsiteY162" fmla="*/ 208743 h 534135"/>
                <a:gd name="connsiteX163" fmla="*/ 578455 w 682644"/>
                <a:gd name="connsiteY163" fmla="*/ 224824 h 534135"/>
                <a:gd name="connsiteX164" fmla="*/ 557957 w 682644"/>
                <a:gd name="connsiteY164" fmla="*/ 243156 h 534135"/>
                <a:gd name="connsiteX165" fmla="*/ 520210 w 682644"/>
                <a:gd name="connsiteY165" fmla="*/ 264321 h 534135"/>
                <a:gd name="connsiteX166" fmla="*/ 491296 w 682644"/>
                <a:gd name="connsiteY166" fmla="*/ 268904 h 534135"/>
                <a:gd name="connsiteX167" fmla="*/ 455716 w 682644"/>
                <a:gd name="connsiteY167" fmla="*/ 292735 h 534135"/>
                <a:gd name="connsiteX168" fmla="*/ 426635 w 682644"/>
                <a:gd name="connsiteY168" fmla="*/ 289319 h 534135"/>
                <a:gd name="connsiteX169" fmla="*/ 402387 w 682644"/>
                <a:gd name="connsiteY169" fmla="*/ 315900 h 534135"/>
                <a:gd name="connsiteX170" fmla="*/ 361974 w 682644"/>
                <a:gd name="connsiteY170" fmla="*/ 322649 h 534135"/>
                <a:gd name="connsiteX171" fmla="*/ 344726 w 682644"/>
                <a:gd name="connsiteY171" fmla="*/ 329565 h 534135"/>
                <a:gd name="connsiteX172" fmla="*/ 308479 w 682644"/>
                <a:gd name="connsiteY172" fmla="*/ 353146 h 534135"/>
                <a:gd name="connsiteX173" fmla="*/ 285731 w 682644"/>
                <a:gd name="connsiteY173" fmla="*/ 351313 h 534135"/>
                <a:gd name="connsiteX174" fmla="*/ 276732 w 682644"/>
                <a:gd name="connsiteY174" fmla="*/ 350230 h 534135"/>
                <a:gd name="connsiteX175" fmla="*/ 258483 w 682644"/>
                <a:gd name="connsiteY175" fmla="*/ 366978 h 534135"/>
                <a:gd name="connsiteX176" fmla="*/ 220987 w 682644"/>
                <a:gd name="connsiteY176" fmla="*/ 380560 h 534135"/>
                <a:gd name="connsiteX177" fmla="*/ 215737 w 682644"/>
                <a:gd name="connsiteY177" fmla="*/ 380144 h 534135"/>
                <a:gd name="connsiteX178" fmla="*/ 194906 w 682644"/>
                <a:gd name="connsiteY178" fmla="*/ 371728 h 534135"/>
                <a:gd name="connsiteX179" fmla="*/ 168408 w 682644"/>
                <a:gd name="connsiteY179" fmla="*/ 395393 h 534135"/>
                <a:gd name="connsiteX180" fmla="*/ 141661 w 682644"/>
                <a:gd name="connsiteY180" fmla="*/ 397059 h 534135"/>
                <a:gd name="connsiteX181" fmla="*/ 129328 w 682644"/>
                <a:gd name="connsiteY181" fmla="*/ 392476 h 534135"/>
                <a:gd name="connsiteX182" fmla="*/ 100831 w 682644"/>
                <a:gd name="connsiteY182" fmla="*/ 399476 h 534135"/>
                <a:gd name="connsiteX183" fmla="*/ 74917 w 682644"/>
                <a:gd name="connsiteY183" fmla="*/ 381477 h 534135"/>
                <a:gd name="connsiteX184" fmla="*/ 76250 w 682644"/>
                <a:gd name="connsiteY184" fmla="*/ 355146 h 534135"/>
                <a:gd name="connsiteX185" fmla="*/ 94748 w 682644"/>
                <a:gd name="connsiteY185" fmla="*/ 366229 h 534135"/>
                <a:gd name="connsiteX186" fmla="*/ 129912 w 682644"/>
                <a:gd name="connsiteY186" fmla="*/ 368062 h 534135"/>
                <a:gd name="connsiteX187" fmla="*/ 163909 w 682644"/>
                <a:gd name="connsiteY187" fmla="*/ 343480 h 534135"/>
                <a:gd name="connsiteX188" fmla="*/ 182740 w 682644"/>
                <a:gd name="connsiteY188" fmla="*/ 327482 h 534135"/>
                <a:gd name="connsiteX189" fmla="*/ 219404 w 682644"/>
                <a:gd name="connsiteY189" fmla="*/ 326482 h 534135"/>
                <a:gd name="connsiteX190" fmla="*/ 257067 w 682644"/>
                <a:gd name="connsiteY190" fmla="*/ 318483 h 534135"/>
                <a:gd name="connsiteX191" fmla="*/ 305896 w 682644"/>
                <a:gd name="connsiteY191" fmla="*/ 285236 h 534135"/>
                <a:gd name="connsiteX192" fmla="*/ 350142 w 682644"/>
                <a:gd name="connsiteY192" fmla="*/ 281069 h 534135"/>
                <a:gd name="connsiteX193" fmla="*/ 394388 w 682644"/>
                <a:gd name="connsiteY193" fmla="*/ 254905 h 534135"/>
                <a:gd name="connsiteX194" fmla="*/ 415386 w 682644"/>
                <a:gd name="connsiteY194" fmla="*/ 239323 h 534135"/>
                <a:gd name="connsiteX195" fmla="*/ 446467 w 682644"/>
                <a:gd name="connsiteY195" fmla="*/ 231490 h 534135"/>
                <a:gd name="connsiteX196" fmla="*/ 490379 w 682644"/>
                <a:gd name="connsiteY196" fmla="*/ 217159 h 534135"/>
                <a:gd name="connsiteX197" fmla="*/ 532542 w 682644"/>
                <a:gd name="connsiteY197" fmla="*/ 184995 h 534135"/>
                <a:gd name="connsiteX198" fmla="*/ 555957 w 682644"/>
                <a:gd name="connsiteY198" fmla="*/ 180245 h 534135"/>
                <a:gd name="connsiteX199" fmla="*/ 574788 w 682644"/>
                <a:gd name="connsiteY199" fmla="*/ 167247 h 534135"/>
                <a:gd name="connsiteX200" fmla="*/ 602536 w 682644"/>
                <a:gd name="connsiteY200" fmla="*/ 146081 h 534135"/>
                <a:gd name="connsiteX201" fmla="*/ 618951 w 682644"/>
                <a:gd name="connsiteY201" fmla="*/ 138499 h 534135"/>
                <a:gd name="connsiteX202" fmla="*/ 633033 w 682644"/>
                <a:gd name="connsiteY202" fmla="*/ 167247 h 534135"/>
                <a:gd name="connsiteX203" fmla="*/ 633033 w 682644"/>
                <a:gd name="connsiteY203" fmla="*/ 167247 h 534135"/>
                <a:gd name="connsiteX204" fmla="*/ 616785 w 682644"/>
                <a:gd name="connsiteY204" fmla="*/ 123750 h 534135"/>
                <a:gd name="connsiteX205" fmla="*/ 578788 w 682644"/>
                <a:gd name="connsiteY205" fmla="*/ 142915 h 534135"/>
                <a:gd name="connsiteX206" fmla="*/ 544458 w 682644"/>
                <a:gd name="connsiteY206" fmla="*/ 166496 h 534135"/>
                <a:gd name="connsiteX207" fmla="*/ 511711 w 682644"/>
                <a:gd name="connsiteY207" fmla="*/ 179079 h 534135"/>
                <a:gd name="connsiteX208" fmla="*/ 481213 w 682644"/>
                <a:gd name="connsiteY208" fmla="*/ 204909 h 534135"/>
                <a:gd name="connsiteX209" fmla="*/ 399054 w 682644"/>
                <a:gd name="connsiteY209" fmla="*/ 234157 h 534135"/>
                <a:gd name="connsiteX210" fmla="*/ 371723 w 682644"/>
                <a:gd name="connsiteY210" fmla="*/ 256738 h 534135"/>
                <a:gd name="connsiteX211" fmla="*/ 325228 w 682644"/>
                <a:gd name="connsiteY211" fmla="*/ 269821 h 534135"/>
                <a:gd name="connsiteX212" fmla="*/ 292147 w 682644"/>
                <a:gd name="connsiteY212" fmla="*/ 274070 h 534135"/>
                <a:gd name="connsiteX213" fmla="*/ 257484 w 682644"/>
                <a:gd name="connsiteY213" fmla="*/ 298651 h 534135"/>
                <a:gd name="connsiteX214" fmla="*/ 217154 w 682644"/>
                <a:gd name="connsiteY214" fmla="*/ 311066 h 534135"/>
                <a:gd name="connsiteX215" fmla="*/ 182490 w 682644"/>
                <a:gd name="connsiteY215" fmla="*/ 311733 h 534135"/>
                <a:gd name="connsiteX216" fmla="*/ 117663 w 682644"/>
                <a:gd name="connsiteY216" fmla="*/ 358646 h 534135"/>
                <a:gd name="connsiteX217" fmla="*/ 80083 w 682644"/>
                <a:gd name="connsiteY217" fmla="*/ 342814 h 534135"/>
                <a:gd name="connsiteX218" fmla="*/ 47086 w 682644"/>
                <a:gd name="connsiteY218" fmla="*/ 349813 h 534135"/>
                <a:gd name="connsiteX219" fmla="*/ 22171 w 682644"/>
                <a:gd name="connsiteY219" fmla="*/ 357729 h 534135"/>
                <a:gd name="connsiteX220" fmla="*/ 17672 w 682644"/>
                <a:gd name="connsiteY220" fmla="*/ 348480 h 534135"/>
                <a:gd name="connsiteX221" fmla="*/ 25088 w 682644"/>
                <a:gd name="connsiteY221" fmla="*/ 339481 h 534135"/>
                <a:gd name="connsiteX222" fmla="*/ 38920 w 682644"/>
                <a:gd name="connsiteY222" fmla="*/ 323149 h 534135"/>
                <a:gd name="connsiteX223" fmla="*/ 53335 w 682644"/>
                <a:gd name="connsiteY223" fmla="*/ 308317 h 534135"/>
                <a:gd name="connsiteX224" fmla="*/ 74417 w 682644"/>
                <a:gd name="connsiteY224" fmla="*/ 311733 h 534135"/>
                <a:gd name="connsiteX225" fmla="*/ 155576 w 682644"/>
                <a:gd name="connsiteY225" fmla="*/ 305067 h 534135"/>
                <a:gd name="connsiteX226" fmla="*/ 316895 w 682644"/>
                <a:gd name="connsiteY226" fmla="*/ 245489 h 534135"/>
                <a:gd name="connsiteX227" fmla="*/ 484297 w 682644"/>
                <a:gd name="connsiteY227" fmla="*/ 170913 h 534135"/>
                <a:gd name="connsiteX228" fmla="*/ 553290 w 682644"/>
                <a:gd name="connsiteY228" fmla="*/ 131166 h 534135"/>
                <a:gd name="connsiteX229" fmla="*/ 591203 w 682644"/>
                <a:gd name="connsiteY229" fmla="*/ 86420 h 534135"/>
                <a:gd name="connsiteX230" fmla="*/ 623534 w 682644"/>
                <a:gd name="connsiteY230" fmla="*/ 88004 h 534135"/>
                <a:gd name="connsiteX231" fmla="*/ 616785 w 682644"/>
                <a:gd name="connsiteY231" fmla="*/ 123750 h 534135"/>
                <a:gd name="connsiteX232" fmla="*/ 616785 w 682644"/>
                <a:gd name="connsiteY232" fmla="*/ 123750 h 53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682644" h="534135">
                  <a:moveTo>
                    <a:pt x="592704" y="72338"/>
                  </a:moveTo>
                  <a:cubicBezTo>
                    <a:pt x="592287" y="62423"/>
                    <a:pt x="588454" y="52257"/>
                    <a:pt x="583454" y="44007"/>
                  </a:cubicBezTo>
                  <a:cubicBezTo>
                    <a:pt x="577122" y="33508"/>
                    <a:pt x="566206" y="28342"/>
                    <a:pt x="556373" y="21676"/>
                  </a:cubicBezTo>
                  <a:cubicBezTo>
                    <a:pt x="543541" y="13010"/>
                    <a:pt x="528709" y="8344"/>
                    <a:pt x="513461" y="6011"/>
                  </a:cubicBezTo>
                  <a:cubicBezTo>
                    <a:pt x="503378" y="3261"/>
                    <a:pt x="492879" y="1428"/>
                    <a:pt x="481630" y="595"/>
                  </a:cubicBezTo>
                  <a:cubicBezTo>
                    <a:pt x="452799" y="-1405"/>
                    <a:pt x="424719" y="1844"/>
                    <a:pt x="396471" y="7261"/>
                  </a:cubicBezTo>
                  <a:cubicBezTo>
                    <a:pt x="338726" y="18343"/>
                    <a:pt x="283231" y="36592"/>
                    <a:pt x="229986" y="61423"/>
                  </a:cubicBezTo>
                  <a:cubicBezTo>
                    <a:pt x="176991" y="86170"/>
                    <a:pt x="126912" y="113585"/>
                    <a:pt x="85499" y="155581"/>
                  </a:cubicBezTo>
                  <a:cubicBezTo>
                    <a:pt x="67834" y="173579"/>
                    <a:pt x="52669" y="193994"/>
                    <a:pt x="41920" y="216825"/>
                  </a:cubicBezTo>
                  <a:cubicBezTo>
                    <a:pt x="32921" y="236073"/>
                    <a:pt x="23421" y="260071"/>
                    <a:pt x="28338" y="281569"/>
                  </a:cubicBezTo>
                  <a:cubicBezTo>
                    <a:pt x="30837" y="292652"/>
                    <a:pt x="36253" y="299401"/>
                    <a:pt x="43420" y="303734"/>
                  </a:cubicBezTo>
                  <a:cubicBezTo>
                    <a:pt x="39670" y="306400"/>
                    <a:pt x="36337" y="310067"/>
                    <a:pt x="33420" y="312983"/>
                  </a:cubicBezTo>
                  <a:cubicBezTo>
                    <a:pt x="23338" y="323149"/>
                    <a:pt x="7839" y="335398"/>
                    <a:pt x="1923" y="348563"/>
                  </a:cubicBezTo>
                  <a:cubicBezTo>
                    <a:pt x="-1576" y="356479"/>
                    <a:pt x="-660" y="366395"/>
                    <a:pt x="7673" y="370478"/>
                  </a:cubicBezTo>
                  <a:cubicBezTo>
                    <a:pt x="17505" y="375311"/>
                    <a:pt x="34004" y="368145"/>
                    <a:pt x="43336" y="364812"/>
                  </a:cubicBezTo>
                  <a:cubicBezTo>
                    <a:pt x="51752" y="361812"/>
                    <a:pt x="59418" y="356229"/>
                    <a:pt x="68417" y="354813"/>
                  </a:cubicBezTo>
                  <a:cubicBezTo>
                    <a:pt x="62085" y="366145"/>
                    <a:pt x="63584" y="387226"/>
                    <a:pt x="68167" y="397059"/>
                  </a:cubicBezTo>
                  <a:cubicBezTo>
                    <a:pt x="72500" y="406308"/>
                    <a:pt x="80083" y="411141"/>
                    <a:pt x="88749" y="412641"/>
                  </a:cubicBezTo>
                  <a:cubicBezTo>
                    <a:pt x="85166" y="425806"/>
                    <a:pt x="86666" y="442722"/>
                    <a:pt x="95415" y="452554"/>
                  </a:cubicBezTo>
                  <a:cubicBezTo>
                    <a:pt x="93165" y="455054"/>
                    <a:pt x="92332" y="459053"/>
                    <a:pt x="91832" y="462303"/>
                  </a:cubicBezTo>
                  <a:cubicBezTo>
                    <a:pt x="90249" y="472386"/>
                    <a:pt x="94165" y="484718"/>
                    <a:pt x="99165" y="493301"/>
                  </a:cubicBezTo>
                  <a:cubicBezTo>
                    <a:pt x="110164" y="512299"/>
                    <a:pt x="126662" y="532630"/>
                    <a:pt x="150243" y="533963"/>
                  </a:cubicBezTo>
                  <a:cubicBezTo>
                    <a:pt x="176907" y="535380"/>
                    <a:pt x="206822" y="527797"/>
                    <a:pt x="232652" y="521714"/>
                  </a:cubicBezTo>
                  <a:cubicBezTo>
                    <a:pt x="262900" y="514465"/>
                    <a:pt x="292481" y="505299"/>
                    <a:pt x="322228" y="495967"/>
                  </a:cubicBezTo>
                  <a:cubicBezTo>
                    <a:pt x="352308" y="486551"/>
                    <a:pt x="382139" y="479635"/>
                    <a:pt x="411803" y="468219"/>
                  </a:cubicBezTo>
                  <a:cubicBezTo>
                    <a:pt x="441967" y="456554"/>
                    <a:pt x="472048" y="444555"/>
                    <a:pt x="501712" y="431389"/>
                  </a:cubicBezTo>
                  <a:cubicBezTo>
                    <a:pt x="557540" y="406641"/>
                    <a:pt x="614701" y="376727"/>
                    <a:pt x="656448" y="331232"/>
                  </a:cubicBezTo>
                  <a:cubicBezTo>
                    <a:pt x="665030" y="321816"/>
                    <a:pt x="675613" y="310733"/>
                    <a:pt x="679696" y="298401"/>
                  </a:cubicBezTo>
                  <a:cubicBezTo>
                    <a:pt x="684029" y="285319"/>
                    <a:pt x="682945" y="268904"/>
                    <a:pt x="680529" y="255572"/>
                  </a:cubicBezTo>
                  <a:cubicBezTo>
                    <a:pt x="675863" y="229907"/>
                    <a:pt x="664030" y="210076"/>
                    <a:pt x="640449" y="202077"/>
                  </a:cubicBezTo>
                  <a:cubicBezTo>
                    <a:pt x="642282" y="198077"/>
                    <a:pt x="643782" y="193910"/>
                    <a:pt x="644865" y="189578"/>
                  </a:cubicBezTo>
                  <a:cubicBezTo>
                    <a:pt x="647615" y="179079"/>
                    <a:pt x="648365" y="166996"/>
                    <a:pt x="645282" y="156497"/>
                  </a:cubicBezTo>
                  <a:cubicBezTo>
                    <a:pt x="642449" y="146915"/>
                    <a:pt x="635950" y="139749"/>
                    <a:pt x="629950" y="132250"/>
                  </a:cubicBezTo>
                  <a:cubicBezTo>
                    <a:pt x="640033" y="125333"/>
                    <a:pt x="648865" y="116084"/>
                    <a:pt x="650115" y="103335"/>
                  </a:cubicBezTo>
                  <a:cubicBezTo>
                    <a:pt x="653448" y="69839"/>
                    <a:pt x="617784" y="71172"/>
                    <a:pt x="592704" y="72338"/>
                  </a:cubicBezTo>
                  <a:lnTo>
                    <a:pt x="592704" y="72338"/>
                  </a:lnTo>
                  <a:close/>
                  <a:moveTo>
                    <a:pt x="55585" y="225575"/>
                  </a:moveTo>
                  <a:cubicBezTo>
                    <a:pt x="65418" y="203826"/>
                    <a:pt x="79333" y="184495"/>
                    <a:pt x="95832" y="167413"/>
                  </a:cubicBezTo>
                  <a:cubicBezTo>
                    <a:pt x="132495" y="129083"/>
                    <a:pt x="177241" y="103002"/>
                    <a:pt x="224653" y="80171"/>
                  </a:cubicBezTo>
                  <a:cubicBezTo>
                    <a:pt x="276065" y="55257"/>
                    <a:pt x="328810" y="36425"/>
                    <a:pt x="384472" y="23343"/>
                  </a:cubicBezTo>
                  <a:cubicBezTo>
                    <a:pt x="391138" y="21759"/>
                    <a:pt x="397721" y="20343"/>
                    <a:pt x="404387" y="19093"/>
                  </a:cubicBezTo>
                  <a:cubicBezTo>
                    <a:pt x="417386" y="17426"/>
                    <a:pt x="430551" y="16426"/>
                    <a:pt x="443883" y="16426"/>
                  </a:cubicBezTo>
                  <a:cubicBezTo>
                    <a:pt x="466881" y="16426"/>
                    <a:pt x="490629" y="16177"/>
                    <a:pt x="513294" y="20760"/>
                  </a:cubicBezTo>
                  <a:cubicBezTo>
                    <a:pt x="525126" y="23176"/>
                    <a:pt x="536709" y="27009"/>
                    <a:pt x="546707" y="33925"/>
                  </a:cubicBezTo>
                  <a:cubicBezTo>
                    <a:pt x="556957" y="41008"/>
                    <a:pt x="567789" y="46757"/>
                    <a:pt x="573038" y="58673"/>
                  </a:cubicBezTo>
                  <a:cubicBezTo>
                    <a:pt x="579121" y="72505"/>
                    <a:pt x="577372" y="82671"/>
                    <a:pt x="568622" y="94670"/>
                  </a:cubicBezTo>
                  <a:cubicBezTo>
                    <a:pt x="560706" y="105418"/>
                    <a:pt x="550707" y="115001"/>
                    <a:pt x="540042" y="122834"/>
                  </a:cubicBezTo>
                  <a:cubicBezTo>
                    <a:pt x="520293" y="137249"/>
                    <a:pt x="498379" y="148415"/>
                    <a:pt x="476797" y="159747"/>
                  </a:cubicBezTo>
                  <a:cubicBezTo>
                    <a:pt x="433218" y="182495"/>
                    <a:pt x="387805" y="201577"/>
                    <a:pt x="341893" y="219158"/>
                  </a:cubicBezTo>
                  <a:cubicBezTo>
                    <a:pt x="294897" y="237157"/>
                    <a:pt x="248651" y="257322"/>
                    <a:pt x="201155" y="274403"/>
                  </a:cubicBezTo>
                  <a:cubicBezTo>
                    <a:pt x="178157" y="282653"/>
                    <a:pt x="154993" y="289402"/>
                    <a:pt x="130995" y="293901"/>
                  </a:cubicBezTo>
                  <a:cubicBezTo>
                    <a:pt x="117746" y="296402"/>
                    <a:pt x="104664" y="297568"/>
                    <a:pt x="91082" y="296902"/>
                  </a:cubicBezTo>
                  <a:cubicBezTo>
                    <a:pt x="80250" y="296318"/>
                    <a:pt x="65668" y="297318"/>
                    <a:pt x="55668" y="292735"/>
                  </a:cubicBezTo>
                  <a:cubicBezTo>
                    <a:pt x="31421" y="281569"/>
                    <a:pt x="47669" y="243073"/>
                    <a:pt x="55585" y="225575"/>
                  </a:cubicBezTo>
                  <a:lnTo>
                    <a:pt x="55585" y="225575"/>
                  </a:lnTo>
                  <a:close/>
                  <a:moveTo>
                    <a:pt x="154410" y="439055"/>
                  </a:moveTo>
                  <a:cubicBezTo>
                    <a:pt x="171991" y="434889"/>
                    <a:pt x="186990" y="423307"/>
                    <a:pt x="200322" y="411641"/>
                  </a:cubicBezTo>
                  <a:cubicBezTo>
                    <a:pt x="207238" y="405642"/>
                    <a:pt x="212821" y="400809"/>
                    <a:pt x="216821" y="394309"/>
                  </a:cubicBezTo>
                  <a:cubicBezTo>
                    <a:pt x="223653" y="395393"/>
                    <a:pt x="231069" y="394726"/>
                    <a:pt x="240318" y="392476"/>
                  </a:cubicBezTo>
                  <a:cubicBezTo>
                    <a:pt x="240902" y="392309"/>
                    <a:pt x="241402" y="392143"/>
                    <a:pt x="241902" y="392059"/>
                  </a:cubicBezTo>
                  <a:cubicBezTo>
                    <a:pt x="236319" y="401392"/>
                    <a:pt x="230403" y="410475"/>
                    <a:pt x="222320" y="417890"/>
                  </a:cubicBezTo>
                  <a:cubicBezTo>
                    <a:pt x="208488" y="430473"/>
                    <a:pt x="189490" y="438639"/>
                    <a:pt x="171741" y="444055"/>
                  </a:cubicBezTo>
                  <a:cubicBezTo>
                    <a:pt x="155576" y="448888"/>
                    <a:pt x="138661" y="456554"/>
                    <a:pt x="121579" y="452471"/>
                  </a:cubicBezTo>
                  <a:cubicBezTo>
                    <a:pt x="107830" y="449221"/>
                    <a:pt x="99248" y="440639"/>
                    <a:pt x="99581" y="425806"/>
                  </a:cubicBezTo>
                  <a:cubicBezTo>
                    <a:pt x="99664" y="421557"/>
                    <a:pt x="99914" y="417390"/>
                    <a:pt x="99748" y="413141"/>
                  </a:cubicBezTo>
                  <a:cubicBezTo>
                    <a:pt x="101998" y="412891"/>
                    <a:pt x="104247" y="412474"/>
                    <a:pt x="106497" y="411891"/>
                  </a:cubicBezTo>
                  <a:cubicBezTo>
                    <a:pt x="110830" y="410808"/>
                    <a:pt x="114913" y="408891"/>
                    <a:pt x="118996" y="407641"/>
                  </a:cubicBezTo>
                  <a:cubicBezTo>
                    <a:pt x="114913" y="429639"/>
                    <a:pt x="130828" y="444555"/>
                    <a:pt x="154410" y="439055"/>
                  </a:cubicBezTo>
                  <a:lnTo>
                    <a:pt x="154410" y="439055"/>
                  </a:lnTo>
                  <a:close/>
                  <a:moveTo>
                    <a:pt x="122496" y="406725"/>
                  </a:moveTo>
                  <a:cubicBezTo>
                    <a:pt x="126162" y="405975"/>
                    <a:pt x="129828" y="405975"/>
                    <a:pt x="133745" y="407641"/>
                  </a:cubicBezTo>
                  <a:cubicBezTo>
                    <a:pt x="141077" y="410808"/>
                    <a:pt x="145577" y="415141"/>
                    <a:pt x="154076" y="415141"/>
                  </a:cubicBezTo>
                  <a:cubicBezTo>
                    <a:pt x="163325" y="415141"/>
                    <a:pt x="171741" y="411224"/>
                    <a:pt x="179074" y="405808"/>
                  </a:cubicBezTo>
                  <a:cubicBezTo>
                    <a:pt x="182824" y="403059"/>
                    <a:pt x="186657" y="399892"/>
                    <a:pt x="189990" y="396475"/>
                  </a:cubicBezTo>
                  <a:cubicBezTo>
                    <a:pt x="192323" y="394059"/>
                    <a:pt x="194739" y="388726"/>
                    <a:pt x="197656" y="385810"/>
                  </a:cubicBezTo>
                  <a:cubicBezTo>
                    <a:pt x="200489" y="387810"/>
                    <a:pt x="203238" y="389476"/>
                    <a:pt x="205988" y="390809"/>
                  </a:cubicBezTo>
                  <a:cubicBezTo>
                    <a:pt x="204405" y="392643"/>
                    <a:pt x="202738" y="394476"/>
                    <a:pt x="200822" y="396226"/>
                  </a:cubicBezTo>
                  <a:cubicBezTo>
                    <a:pt x="192740" y="403642"/>
                    <a:pt x="184490" y="410641"/>
                    <a:pt x="175658" y="417141"/>
                  </a:cubicBezTo>
                  <a:cubicBezTo>
                    <a:pt x="157659" y="430556"/>
                    <a:pt x="119413" y="441638"/>
                    <a:pt x="122496" y="406725"/>
                  </a:cubicBezTo>
                  <a:lnTo>
                    <a:pt x="122496" y="406725"/>
                  </a:lnTo>
                  <a:close/>
                  <a:moveTo>
                    <a:pt x="665447" y="270820"/>
                  </a:moveTo>
                  <a:cubicBezTo>
                    <a:pt x="666530" y="284152"/>
                    <a:pt x="665447" y="294318"/>
                    <a:pt x="657614" y="305317"/>
                  </a:cubicBezTo>
                  <a:cubicBezTo>
                    <a:pt x="650782" y="314900"/>
                    <a:pt x="643282" y="323899"/>
                    <a:pt x="635116" y="332232"/>
                  </a:cubicBezTo>
                  <a:cubicBezTo>
                    <a:pt x="599286" y="368895"/>
                    <a:pt x="550707" y="394726"/>
                    <a:pt x="504378" y="415557"/>
                  </a:cubicBezTo>
                  <a:cubicBezTo>
                    <a:pt x="460632" y="435389"/>
                    <a:pt x="415636" y="455637"/>
                    <a:pt x="369890" y="470386"/>
                  </a:cubicBezTo>
                  <a:cubicBezTo>
                    <a:pt x="346559" y="477885"/>
                    <a:pt x="322644" y="482801"/>
                    <a:pt x="299396" y="490800"/>
                  </a:cubicBezTo>
                  <a:cubicBezTo>
                    <a:pt x="277315" y="498383"/>
                    <a:pt x="254901" y="505466"/>
                    <a:pt x="232236" y="511215"/>
                  </a:cubicBezTo>
                  <a:cubicBezTo>
                    <a:pt x="217904" y="514882"/>
                    <a:pt x="203822" y="517048"/>
                    <a:pt x="189240" y="519131"/>
                  </a:cubicBezTo>
                  <a:cubicBezTo>
                    <a:pt x="176907" y="520881"/>
                    <a:pt x="163242" y="524298"/>
                    <a:pt x="150743" y="522298"/>
                  </a:cubicBezTo>
                  <a:cubicBezTo>
                    <a:pt x="131995" y="519215"/>
                    <a:pt x="95998" y="481802"/>
                    <a:pt x="104414" y="459637"/>
                  </a:cubicBezTo>
                  <a:cubicBezTo>
                    <a:pt x="118579" y="467719"/>
                    <a:pt x="136578" y="467136"/>
                    <a:pt x="151743" y="462720"/>
                  </a:cubicBezTo>
                  <a:cubicBezTo>
                    <a:pt x="191573" y="451138"/>
                    <a:pt x="242902" y="429556"/>
                    <a:pt x="257734" y="387643"/>
                  </a:cubicBezTo>
                  <a:cubicBezTo>
                    <a:pt x="279898" y="416390"/>
                    <a:pt x="331727" y="410724"/>
                    <a:pt x="361308" y="398642"/>
                  </a:cubicBezTo>
                  <a:cubicBezTo>
                    <a:pt x="383306" y="389643"/>
                    <a:pt x="422635" y="364228"/>
                    <a:pt x="423885" y="335898"/>
                  </a:cubicBezTo>
                  <a:cubicBezTo>
                    <a:pt x="451550" y="357479"/>
                    <a:pt x="492213" y="347314"/>
                    <a:pt x="522376" y="332648"/>
                  </a:cubicBezTo>
                  <a:cubicBezTo>
                    <a:pt x="537375" y="325315"/>
                    <a:pt x="551207" y="312317"/>
                    <a:pt x="559123" y="297485"/>
                  </a:cubicBezTo>
                  <a:cubicBezTo>
                    <a:pt x="563206" y="289735"/>
                    <a:pt x="566956" y="277320"/>
                    <a:pt x="565623" y="266987"/>
                  </a:cubicBezTo>
                  <a:cubicBezTo>
                    <a:pt x="584621" y="270904"/>
                    <a:pt x="599536" y="272653"/>
                    <a:pt x="618284" y="259655"/>
                  </a:cubicBezTo>
                  <a:cubicBezTo>
                    <a:pt x="633033" y="249489"/>
                    <a:pt x="645865" y="236323"/>
                    <a:pt x="639033" y="218742"/>
                  </a:cubicBezTo>
                  <a:cubicBezTo>
                    <a:pt x="644865" y="222158"/>
                    <a:pt x="650198" y="226075"/>
                    <a:pt x="654198" y="232157"/>
                  </a:cubicBezTo>
                  <a:cubicBezTo>
                    <a:pt x="661364" y="243323"/>
                    <a:pt x="664364" y="257738"/>
                    <a:pt x="665447" y="270820"/>
                  </a:cubicBezTo>
                  <a:lnTo>
                    <a:pt x="665447" y="270820"/>
                  </a:lnTo>
                  <a:close/>
                  <a:moveTo>
                    <a:pt x="325478" y="376227"/>
                  </a:moveTo>
                  <a:cubicBezTo>
                    <a:pt x="336893" y="378810"/>
                    <a:pt x="348392" y="378144"/>
                    <a:pt x="358974" y="372978"/>
                  </a:cubicBezTo>
                  <a:cubicBezTo>
                    <a:pt x="372890" y="366312"/>
                    <a:pt x="388055" y="353979"/>
                    <a:pt x="391388" y="338648"/>
                  </a:cubicBezTo>
                  <a:cubicBezTo>
                    <a:pt x="398804" y="336814"/>
                    <a:pt x="405970" y="333648"/>
                    <a:pt x="412136" y="329149"/>
                  </a:cubicBezTo>
                  <a:cubicBezTo>
                    <a:pt x="411803" y="336898"/>
                    <a:pt x="410553" y="342980"/>
                    <a:pt x="405470" y="350063"/>
                  </a:cubicBezTo>
                  <a:cubicBezTo>
                    <a:pt x="400887" y="356396"/>
                    <a:pt x="395305" y="361645"/>
                    <a:pt x="389138" y="366478"/>
                  </a:cubicBezTo>
                  <a:cubicBezTo>
                    <a:pt x="376806" y="376227"/>
                    <a:pt x="363974" y="384310"/>
                    <a:pt x="349225" y="389726"/>
                  </a:cubicBezTo>
                  <a:cubicBezTo>
                    <a:pt x="322228" y="399559"/>
                    <a:pt x="283815" y="399559"/>
                    <a:pt x="258483" y="384560"/>
                  </a:cubicBezTo>
                  <a:cubicBezTo>
                    <a:pt x="258483" y="384560"/>
                    <a:pt x="258483" y="384560"/>
                    <a:pt x="258483" y="384477"/>
                  </a:cubicBezTo>
                  <a:cubicBezTo>
                    <a:pt x="260900" y="382894"/>
                    <a:pt x="263150" y="381144"/>
                    <a:pt x="265316" y="379144"/>
                  </a:cubicBezTo>
                  <a:cubicBezTo>
                    <a:pt x="268899" y="375894"/>
                    <a:pt x="271149" y="372644"/>
                    <a:pt x="273982" y="368895"/>
                  </a:cubicBezTo>
                  <a:cubicBezTo>
                    <a:pt x="277982" y="363812"/>
                    <a:pt x="278398" y="362145"/>
                    <a:pt x="285148" y="363145"/>
                  </a:cubicBezTo>
                  <a:cubicBezTo>
                    <a:pt x="293064" y="364312"/>
                    <a:pt x="299730" y="366478"/>
                    <a:pt x="307729" y="365978"/>
                  </a:cubicBezTo>
                  <a:cubicBezTo>
                    <a:pt x="313479" y="369561"/>
                    <a:pt x="317811" y="374478"/>
                    <a:pt x="325478" y="376227"/>
                  </a:cubicBezTo>
                  <a:lnTo>
                    <a:pt x="325478" y="376227"/>
                  </a:lnTo>
                  <a:close/>
                  <a:moveTo>
                    <a:pt x="316728" y="364479"/>
                  </a:moveTo>
                  <a:cubicBezTo>
                    <a:pt x="324978" y="362479"/>
                    <a:pt x="332893" y="358896"/>
                    <a:pt x="339726" y="354063"/>
                  </a:cubicBezTo>
                  <a:cubicBezTo>
                    <a:pt x="347892" y="348313"/>
                    <a:pt x="352725" y="337731"/>
                    <a:pt x="363391" y="338147"/>
                  </a:cubicBezTo>
                  <a:cubicBezTo>
                    <a:pt x="369890" y="338398"/>
                    <a:pt x="375223" y="339648"/>
                    <a:pt x="380889" y="339731"/>
                  </a:cubicBezTo>
                  <a:cubicBezTo>
                    <a:pt x="380223" y="341564"/>
                    <a:pt x="379389" y="343397"/>
                    <a:pt x="378223" y="345064"/>
                  </a:cubicBezTo>
                  <a:cubicBezTo>
                    <a:pt x="371973" y="353896"/>
                    <a:pt x="360891" y="363145"/>
                    <a:pt x="350642" y="366729"/>
                  </a:cubicBezTo>
                  <a:cubicBezTo>
                    <a:pt x="344476" y="368895"/>
                    <a:pt x="337726" y="369145"/>
                    <a:pt x="331310" y="368645"/>
                  </a:cubicBezTo>
                  <a:cubicBezTo>
                    <a:pt x="325561" y="368312"/>
                    <a:pt x="321228" y="366312"/>
                    <a:pt x="316728" y="364479"/>
                  </a:cubicBezTo>
                  <a:lnTo>
                    <a:pt x="316728" y="364479"/>
                  </a:lnTo>
                  <a:close/>
                  <a:moveTo>
                    <a:pt x="420802" y="321316"/>
                  </a:moveTo>
                  <a:cubicBezTo>
                    <a:pt x="423219" y="318566"/>
                    <a:pt x="425468" y="315566"/>
                    <a:pt x="427468" y="312400"/>
                  </a:cubicBezTo>
                  <a:cubicBezTo>
                    <a:pt x="430468" y="307484"/>
                    <a:pt x="430468" y="305734"/>
                    <a:pt x="434884" y="306151"/>
                  </a:cubicBezTo>
                  <a:cubicBezTo>
                    <a:pt x="444633" y="311484"/>
                    <a:pt x="453133" y="318899"/>
                    <a:pt x="464632" y="319982"/>
                  </a:cubicBezTo>
                  <a:cubicBezTo>
                    <a:pt x="475547" y="320982"/>
                    <a:pt x="487213" y="316899"/>
                    <a:pt x="497129" y="312900"/>
                  </a:cubicBezTo>
                  <a:cubicBezTo>
                    <a:pt x="506545" y="309150"/>
                    <a:pt x="518043" y="304401"/>
                    <a:pt x="524960" y="296568"/>
                  </a:cubicBezTo>
                  <a:cubicBezTo>
                    <a:pt x="527543" y="293568"/>
                    <a:pt x="529376" y="290485"/>
                    <a:pt x="530209" y="286652"/>
                  </a:cubicBezTo>
                  <a:cubicBezTo>
                    <a:pt x="530792" y="283819"/>
                    <a:pt x="530209" y="280569"/>
                    <a:pt x="530376" y="277570"/>
                  </a:cubicBezTo>
                  <a:cubicBezTo>
                    <a:pt x="536042" y="276487"/>
                    <a:pt x="541458" y="274570"/>
                    <a:pt x="546707" y="271904"/>
                  </a:cubicBezTo>
                  <a:cubicBezTo>
                    <a:pt x="549374" y="270570"/>
                    <a:pt x="551957" y="268987"/>
                    <a:pt x="554457" y="267320"/>
                  </a:cubicBezTo>
                  <a:cubicBezTo>
                    <a:pt x="554040" y="272737"/>
                    <a:pt x="553540" y="280986"/>
                    <a:pt x="553624" y="280653"/>
                  </a:cubicBezTo>
                  <a:cubicBezTo>
                    <a:pt x="552040" y="289902"/>
                    <a:pt x="546791" y="297068"/>
                    <a:pt x="540791" y="303984"/>
                  </a:cubicBezTo>
                  <a:cubicBezTo>
                    <a:pt x="531376" y="314900"/>
                    <a:pt x="520210" y="322732"/>
                    <a:pt x="506461" y="327482"/>
                  </a:cubicBezTo>
                  <a:cubicBezTo>
                    <a:pt x="478964" y="337065"/>
                    <a:pt x="449550" y="344897"/>
                    <a:pt x="423385" y="329732"/>
                  </a:cubicBezTo>
                  <a:cubicBezTo>
                    <a:pt x="422969" y="327149"/>
                    <a:pt x="422302" y="324566"/>
                    <a:pt x="421219" y="321983"/>
                  </a:cubicBezTo>
                  <a:cubicBezTo>
                    <a:pt x="421052" y="321732"/>
                    <a:pt x="420886" y="321566"/>
                    <a:pt x="420802" y="321316"/>
                  </a:cubicBezTo>
                  <a:lnTo>
                    <a:pt x="420802" y="321316"/>
                  </a:lnTo>
                  <a:close/>
                  <a:moveTo>
                    <a:pt x="445550" y="307484"/>
                  </a:moveTo>
                  <a:cubicBezTo>
                    <a:pt x="461798" y="308734"/>
                    <a:pt x="476880" y="305984"/>
                    <a:pt x="490213" y="293985"/>
                  </a:cubicBezTo>
                  <a:cubicBezTo>
                    <a:pt x="499628" y="285486"/>
                    <a:pt x="503045" y="277653"/>
                    <a:pt x="517210" y="278486"/>
                  </a:cubicBezTo>
                  <a:cubicBezTo>
                    <a:pt x="518627" y="278570"/>
                    <a:pt x="520127" y="278570"/>
                    <a:pt x="521543" y="278570"/>
                  </a:cubicBezTo>
                  <a:cubicBezTo>
                    <a:pt x="521543" y="279236"/>
                    <a:pt x="521543" y="279819"/>
                    <a:pt x="521460" y="280486"/>
                  </a:cubicBezTo>
                  <a:cubicBezTo>
                    <a:pt x="519793" y="291818"/>
                    <a:pt x="512961" y="294568"/>
                    <a:pt x="503461" y="299151"/>
                  </a:cubicBezTo>
                  <a:cubicBezTo>
                    <a:pt x="493629" y="303901"/>
                    <a:pt x="482630" y="309317"/>
                    <a:pt x="471631" y="310567"/>
                  </a:cubicBezTo>
                  <a:cubicBezTo>
                    <a:pt x="464382" y="311484"/>
                    <a:pt x="454383" y="309734"/>
                    <a:pt x="445550" y="307484"/>
                  </a:cubicBezTo>
                  <a:lnTo>
                    <a:pt x="445550" y="307484"/>
                  </a:lnTo>
                  <a:close/>
                  <a:moveTo>
                    <a:pt x="564539" y="262654"/>
                  </a:moveTo>
                  <a:cubicBezTo>
                    <a:pt x="564289" y="261738"/>
                    <a:pt x="563956" y="260905"/>
                    <a:pt x="563623" y="260071"/>
                  </a:cubicBezTo>
                  <a:cubicBezTo>
                    <a:pt x="565373" y="258405"/>
                    <a:pt x="567039" y="256572"/>
                    <a:pt x="568539" y="254739"/>
                  </a:cubicBezTo>
                  <a:cubicBezTo>
                    <a:pt x="573622" y="248656"/>
                    <a:pt x="576871" y="239157"/>
                    <a:pt x="585621" y="236823"/>
                  </a:cubicBezTo>
                  <a:cubicBezTo>
                    <a:pt x="590787" y="235490"/>
                    <a:pt x="596786" y="236490"/>
                    <a:pt x="602203" y="235157"/>
                  </a:cubicBezTo>
                  <a:cubicBezTo>
                    <a:pt x="612202" y="232741"/>
                    <a:pt x="620451" y="227907"/>
                    <a:pt x="627200" y="221408"/>
                  </a:cubicBezTo>
                  <a:cubicBezTo>
                    <a:pt x="629367" y="238990"/>
                    <a:pt x="617368" y="250406"/>
                    <a:pt x="602036" y="258322"/>
                  </a:cubicBezTo>
                  <a:cubicBezTo>
                    <a:pt x="589704" y="264571"/>
                    <a:pt x="577372" y="263238"/>
                    <a:pt x="564539" y="262654"/>
                  </a:cubicBezTo>
                  <a:lnTo>
                    <a:pt x="564539" y="262654"/>
                  </a:lnTo>
                  <a:close/>
                  <a:moveTo>
                    <a:pt x="633033" y="167247"/>
                  </a:moveTo>
                  <a:cubicBezTo>
                    <a:pt x="634366" y="181662"/>
                    <a:pt x="627950" y="197577"/>
                    <a:pt x="619284" y="208743"/>
                  </a:cubicBezTo>
                  <a:cubicBezTo>
                    <a:pt x="607869" y="223408"/>
                    <a:pt x="594203" y="221158"/>
                    <a:pt x="578455" y="224824"/>
                  </a:cubicBezTo>
                  <a:cubicBezTo>
                    <a:pt x="568289" y="227158"/>
                    <a:pt x="564373" y="235740"/>
                    <a:pt x="557957" y="243156"/>
                  </a:cubicBezTo>
                  <a:cubicBezTo>
                    <a:pt x="548374" y="254155"/>
                    <a:pt x="535292" y="263737"/>
                    <a:pt x="520210" y="264321"/>
                  </a:cubicBezTo>
                  <a:cubicBezTo>
                    <a:pt x="508128" y="264821"/>
                    <a:pt x="500295" y="258655"/>
                    <a:pt x="491296" y="268904"/>
                  </a:cubicBezTo>
                  <a:cubicBezTo>
                    <a:pt x="481047" y="280653"/>
                    <a:pt x="472548" y="290652"/>
                    <a:pt x="455716" y="292735"/>
                  </a:cubicBezTo>
                  <a:cubicBezTo>
                    <a:pt x="445883" y="293985"/>
                    <a:pt x="435884" y="286319"/>
                    <a:pt x="426635" y="289319"/>
                  </a:cubicBezTo>
                  <a:cubicBezTo>
                    <a:pt x="415886" y="292819"/>
                    <a:pt x="411220" y="309234"/>
                    <a:pt x="402387" y="315900"/>
                  </a:cubicBezTo>
                  <a:cubicBezTo>
                    <a:pt x="389055" y="325899"/>
                    <a:pt x="377223" y="325149"/>
                    <a:pt x="361974" y="322649"/>
                  </a:cubicBezTo>
                  <a:cubicBezTo>
                    <a:pt x="353808" y="321316"/>
                    <a:pt x="349892" y="323399"/>
                    <a:pt x="344726" y="329565"/>
                  </a:cubicBezTo>
                  <a:cubicBezTo>
                    <a:pt x="334977" y="341314"/>
                    <a:pt x="323894" y="350063"/>
                    <a:pt x="308479" y="353146"/>
                  </a:cubicBezTo>
                  <a:cubicBezTo>
                    <a:pt x="299563" y="354896"/>
                    <a:pt x="294064" y="353396"/>
                    <a:pt x="285731" y="351313"/>
                  </a:cubicBezTo>
                  <a:cubicBezTo>
                    <a:pt x="282815" y="350563"/>
                    <a:pt x="279815" y="349646"/>
                    <a:pt x="276732" y="350230"/>
                  </a:cubicBezTo>
                  <a:cubicBezTo>
                    <a:pt x="267899" y="351896"/>
                    <a:pt x="264733" y="361812"/>
                    <a:pt x="258483" y="366978"/>
                  </a:cubicBezTo>
                  <a:cubicBezTo>
                    <a:pt x="248734" y="375061"/>
                    <a:pt x="233986" y="380477"/>
                    <a:pt x="220987" y="380560"/>
                  </a:cubicBezTo>
                  <a:cubicBezTo>
                    <a:pt x="219737" y="379310"/>
                    <a:pt x="217404" y="379144"/>
                    <a:pt x="215737" y="380144"/>
                  </a:cubicBezTo>
                  <a:cubicBezTo>
                    <a:pt x="208071" y="378061"/>
                    <a:pt x="203155" y="369728"/>
                    <a:pt x="194906" y="371728"/>
                  </a:cubicBezTo>
                  <a:cubicBezTo>
                    <a:pt x="184240" y="374228"/>
                    <a:pt x="177324" y="389476"/>
                    <a:pt x="168408" y="395393"/>
                  </a:cubicBezTo>
                  <a:cubicBezTo>
                    <a:pt x="158826" y="401725"/>
                    <a:pt x="151577" y="401308"/>
                    <a:pt x="141661" y="397059"/>
                  </a:cubicBezTo>
                  <a:cubicBezTo>
                    <a:pt x="137494" y="395226"/>
                    <a:pt x="133995" y="392810"/>
                    <a:pt x="129328" y="392476"/>
                  </a:cubicBezTo>
                  <a:cubicBezTo>
                    <a:pt x="119329" y="391809"/>
                    <a:pt x="110247" y="397559"/>
                    <a:pt x="100831" y="399476"/>
                  </a:cubicBezTo>
                  <a:cubicBezTo>
                    <a:pt x="87416" y="402225"/>
                    <a:pt x="77666" y="395476"/>
                    <a:pt x="74917" y="381477"/>
                  </a:cubicBezTo>
                  <a:cubicBezTo>
                    <a:pt x="73584" y="374644"/>
                    <a:pt x="71750" y="361145"/>
                    <a:pt x="76250" y="355146"/>
                  </a:cubicBezTo>
                  <a:cubicBezTo>
                    <a:pt x="83499" y="356729"/>
                    <a:pt x="87915" y="362229"/>
                    <a:pt x="94748" y="366229"/>
                  </a:cubicBezTo>
                  <a:cubicBezTo>
                    <a:pt x="106581" y="373311"/>
                    <a:pt x="117246" y="373144"/>
                    <a:pt x="129912" y="368062"/>
                  </a:cubicBezTo>
                  <a:cubicBezTo>
                    <a:pt x="143494" y="362562"/>
                    <a:pt x="153326" y="353396"/>
                    <a:pt x="163909" y="343480"/>
                  </a:cubicBezTo>
                  <a:cubicBezTo>
                    <a:pt x="169908" y="337814"/>
                    <a:pt x="175824" y="332065"/>
                    <a:pt x="182740" y="327482"/>
                  </a:cubicBezTo>
                  <a:cubicBezTo>
                    <a:pt x="196406" y="318566"/>
                    <a:pt x="205572" y="324982"/>
                    <a:pt x="219404" y="326482"/>
                  </a:cubicBezTo>
                  <a:cubicBezTo>
                    <a:pt x="232319" y="327898"/>
                    <a:pt x="245985" y="324982"/>
                    <a:pt x="257067" y="318483"/>
                  </a:cubicBezTo>
                  <a:cubicBezTo>
                    <a:pt x="273815" y="308734"/>
                    <a:pt x="286981" y="290235"/>
                    <a:pt x="305896" y="285236"/>
                  </a:cubicBezTo>
                  <a:cubicBezTo>
                    <a:pt x="320394" y="281403"/>
                    <a:pt x="335643" y="284569"/>
                    <a:pt x="350142" y="281069"/>
                  </a:cubicBezTo>
                  <a:cubicBezTo>
                    <a:pt x="367224" y="276903"/>
                    <a:pt x="381639" y="266571"/>
                    <a:pt x="394388" y="254905"/>
                  </a:cubicBezTo>
                  <a:cubicBezTo>
                    <a:pt x="400887" y="248906"/>
                    <a:pt x="407137" y="242823"/>
                    <a:pt x="415386" y="239323"/>
                  </a:cubicBezTo>
                  <a:cubicBezTo>
                    <a:pt x="425052" y="235157"/>
                    <a:pt x="436218" y="233824"/>
                    <a:pt x="446467" y="231490"/>
                  </a:cubicBezTo>
                  <a:cubicBezTo>
                    <a:pt x="461632" y="228074"/>
                    <a:pt x="477047" y="225575"/>
                    <a:pt x="490379" y="217159"/>
                  </a:cubicBezTo>
                  <a:cubicBezTo>
                    <a:pt x="505211" y="207826"/>
                    <a:pt x="516210" y="191827"/>
                    <a:pt x="532542" y="184995"/>
                  </a:cubicBezTo>
                  <a:cubicBezTo>
                    <a:pt x="540125" y="181829"/>
                    <a:pt x="548291" y="182745"/>
                    <a:pt x="555957" y="180245"/>
                  </a:cubicBezTo>
                  <a:cubicBezTo>
                    <a:pt x="563373" y="177745"/>
                    <a:pt x="569372" y="172662"/>
                    <a:pt x="574788" y="167247"/>
                  </a:cubicBezTo>
                  <a:cubicBezTo>
                    <a:pt x="583538" y="158664"/>
                    <a:pt x="591287" y="151498"/>
                    <a:pt x="602536" y="146081"/>
                  </a:cubicBezTo>
                  <a:cubicBezTo>
                    <a:pt x="607952" y="143498"/>
                    <a:pt x="613535" y="141166"/>
                    <a:pt x="618951" y="138499"/>
                  </a:cubicBezTo>
                  <a:cubicBezTo>
                    <a:pt x="624451" y="147915"/>
                    <a:pt x="631866" y="155581"/>
                    <a:pt x="633033" y="167247"/>
                  </a:cubicBezTo>
                  <a:lnTo>
                    <a:pt x="633033" y="167247"/>
                  </a:lnTo>
                  <a:close/>
                  <a:moveTo>
                    <a:pt x="616785" y="123750"/>
                  </a:moveTo>
                  <a:cubicBezTo>
                    <a:pt x="604619" y="131250"/>
                    <a:pt x="590454" y="134582"/>
                    <a:pt x="578788" y="142915"/>
                  </a:cubicBezTo>
                  <a:cubicBezTo>
                    <a:pt x="566789" y="151414"/>
                    <a:pt x="559873" y="163664"/>
                    <a:pt x="544458" y="166496"/>
                  </a:cubicBezTo>
                  <a:cubicBezTo>
                    <a:pt x="531792" y="168830"/>
                    <a:pt x="522376" y="171329"/>
                    <a:pt x="511711" y="179079"/>
                  </a:cubicBezTo>
                  <a:cubicBezTo>
                    <a:pt x="500878" y="186911"/>
                    <a:pt x="492296" y="197494"/>
                    <a:pt x="481213" y="204909"/>
                  </a:cubicBezTo>
                  <a:cubicBezTo>
                    <a:pt x="456716" y="221242"/>
                    <a:pt x="423302" y="217075"/>
                    <a:pt x="399054" y="234157"/>
                  </a:cubicBezTo>
                  <a:cubicBezTo>
                    <a:pt x="389388" y="240990"/>
                    <a:pt x="381639" y="250155"/>
                    <a:pt x="371723" y="256738"/>
                  </a:cubicBezTo>
                  <a:cubicBezTo>
                    <a:pt x="357141" y="266487"/>
                    <a:pt x="342643" y="269821"/>
                    <a:pt x="325228" y="269821"/>
                  </a:cubicBezTo>
                  <a:cubicBezTo>
                    <a:pt x="313978" y="269821"/>
                    <a:pt x="302729" y="269570"/>
                    <a:pt x="292147" y="274070"/>
                  </a:cubicBezTo>
                  <a:cubicBezTo>
                    <a:pt x="279148" y="279653"/>
                    <a:pt x="268649" y="290235"/>
                    <a:pt x="257484" y="298651"/>
                  </a:cubicBezTo>
                  <a:cubicBezTo>
                    <a:pt x="245651" y="307484"/>
                    <a:pt x="232402" y="313067"/>
                    <a:pt x="217154" y="311066"/>
                  </a:cubicBezTo>
                  <a:cubicBezTo>
                    <a:pt x="204239" y="309317"/>
                    <a:pt x="195156" y="305567"/>
                    <a:pt x="182490" y="311733"/>
                  </a:cubicBezTo>
                  <a:cubicBezTo>
                    <a:pt x="158659" y="323316"/>
                    <a:pt x="144577" y="353313"/>
                    <a:pt x="117663" y="358646"/>
                  </a:cubicBezTo>
                  <a:cubicBezTo>
                    <a:pt x="101414" y="361896"/>
                    <a:pt x="94415" y="346147"/>
                    <a:pt x="80083" y="342814"/>
                  </a:cubicBezTo>
                  <a:cubicBezTo>
                    <a:pt x="68417" y="340148"/>
                    <a:pt x="57418" y="345147"/>
                    <a:pt x="47086" y="349813"/>
                  </a:cubicBezTo>
                  <a:cubicBezTo>
                    <a:pt x="40253" y="352896"/>
                    <a:pt x="29921" y="357646"/>
                    <a:pt x="22171" y="357729"/>
                  </a:cubicBezTo>
                  <a:cubicBezTo>
                    <a:pt x="17339" y="357729"/>
                    <a:pt x="11506" y="365228"/>
                    <a:pt x="17672" y="348480"/>
                  </a:cubicBezTo>
                  <a:cubicBezTo>
                    <a:pt x="18838" y="345397"/>
                    <a:pt x="23005" y="342064"/>
                    <a:pt x="25088" y="339481"/>
                  </a:cubicBezTo>
                  <a:cubicBezTo>
                    <a:pt x="29587" y="333898"/>
                    <a:pt x="34170" y="328482"/>
                    <a:pt x="38920" y="323149"/>
                  </a:cubicBezTo>
                  <a:cubicBezTo>
                    <a:pt x="42003" y="319733"/>
                    <a:pt x="48002" y="311484"/>
                    <a:pt x="53335" y="308317"/>
                  </a:cubicBezTo>
                  <a:cubicBezTo>
                    <a:pt x="59751" y="310233"/>
                    <a:pt x="66917" y="311150"/>
                    <a:pt x="74417" y="311733"/>
                  </a:cubicBezTo>
                  <a:cubicBezTo>
                    <a:pt x="102498" y="313983"/>
                    <a:pt x="128079" y="311484"/>
                    <a:pt x="155576" y="305067"/>
                  </a:cubicBezTo>
                  <a:cubicBezTo>
                    <a:pt x="210904" y="292152"/>
                    <a:pt x="264983" y="268154"/>
                    <a:pt x="316895" y="245489"/>
                  </a:cubicBezTo>
                  <a:cubicBezTo>
                    <a:pt x="372890" y="221075"/>
                    <a:pt x="430051" y="199327"/>
                    <a:pt x="484297" y="170913"/>
                  </a:cubicBezTo>
                  <a:cubicBezTo>
                    <a:pt x="507628" y="158664"/>
                    <a:pt x="532209" y="147081"/>
                    <a:pt x="553290" y="131166"/>
                  </a:cubicBezTo>
                  <a:cubicBezTo>
                    <a:pt x="567289" y="120584"/>
                    <a:pt x="585287" y="104502"/>
                    <a:pt x="591203" y="86420"/>
                  </a:cubicBezTo>
                  <a:cubicBezTo>
                    <a:pt x="601953" y="86504"/>
                    <a:pt x="613285" y="85337"/>
                    <a:pt x="623534" y="88004"/>
                  </a:cubicBezTo>
                  <a:cubicBezTo>
                    <a:pt x="648032" y="94419"/>
                    <a:pt x="628867" y="116334"/>
                    <a:pt x="616785" y="123750"/>
                  </a:cubicBezTo>
                  <a:lnTo>
                    <a:pt x="616785" y="123750"/>
                  </a:lnTo>
                  <a:close/>
                </a:path>
              </a:pathLst>
            </a:custGeom>
            <a:grpFill/>
            <a:ln w="8332" cap="flat">
              <a:noFill/>
              <a:prstDash val="solid"/>
              <a:miter/>
            </a:ln>
          </p:spPr>
          <p:txBody>
            <a:bodyPr rtlCol="0" anchor="ctr"/>
            <a:lstStyle/>
            <a:p>
              <a:endParaRPr lang="en-US"/>
            </a:p>
          </p:txBody>
        </p:sp>
        <p:sp>
          <p:nvSpPr>
            <p:cNvPr id="2364" name="Freeform: Shape 2363"/>
            <p:cNvSpPr/>
            <p:nvPr/>
          </p:nvSpPr>
          <p:spPr>
            <a:xfrm>
              <a:off x="1255120" y="5464086"/>
              <a:ext cx="121290" cy="46266"/>
            </a:xfrm>
            <a:custGeom>
              <a:avLst/>
              <a:gdLst>
                <a:gd name="connsiteX0" fmla="*/ 116027 w 121290"/>
                <a:gd name="connsiteY0" fmla="*/ 181 h 46266"/>
                <a:gd name="connsiteX1" fmla="*/ 84113 w 121290"/>
                <a:gd name="connsiteY1" fmla="*/ 17346 h 46266"/>
                <a:gd name="connsiteX2" fmla="*/ 68698 w 121290"/>
                <a:gd name="connsiteY2" fmla="*/ 17846 h 46266"/>
                <a:gd name="connsiteX3" fmla="*/ 66948 w 121290"/>
                <a:gd name="connsiteY3" fmla="*/ 13513 h 46266"/>
                <a:gd name="connsiteX4" fmla="*/ 62199 w 121290"/>
                <a:gd name="connsiteY4" fmla="*/ 8847 h 46266"/>
                <a:gd name="connsiteX5" fmla="*/ 50533 w 121290"/>
                <a:gd name="connsiteY5" fmla="*/ 17096 h 46266"/>
                <a:gd name="connsiteX6" fmla="*/ 2954 w 121290"/>
                <a:gd name="connsiteY6" fmla="*/ 36011 h 46266"/>
                <a:gd name="connsiteX7" fmla="*/ 788 w 121290"/>
                <a:gd name="connsiteY7" fmla="*/ 39511 h 46266"/>
                <a:gd name="connsiteX8" fmla="*/ 34868 w 121290"/>
                <a:gd name="connsiteY8" fmla="*/ 43844 h 46266"/>
                <a:gd name="connsiteX9" fmla="*/ 50367 w 121290"/>
                <a:gd name="connsiteY9" fmla="*/ 34761 h 46266"/>
                <a:gd name="connsiteX10" fmla="*/ 59366 w 121290"/>
                <a:gd name="connsiteY10" fmla="*/ 24429 h 46266"/>
                <a:gd name="connsiteX11" fmla="*/ 79781 w 121290"/>
                <a:gd name="connsiteY11" fmla="*/ 31678 h 46266"/>
                <a:gd name="connsiteX12" fmla="*/ 120444 w 121290"/>
                <a:gd name="connsiteY12" fmla="*/ 6097 h 46266"/>
                <a:gd name="connsiteX13" fmla="*/ 116027 w 121290"/>
                <a:gd name="connsiteY13" fmla="*/ 181 h 46266"/>
                <a:gd name="connsiteX14" fmla="*/ 116027 w 121290"/>
                <a:gd name="connsiteY14" fmla="*/ 181 h 46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1290" h="46266">
                  <a:moveTo>
                    <a:pt x="116027" y="181"/>
                  </a:moveTo>
                  <a:cubicBezTo>
                    <a:pt x="104278" y="3931"/>
                    <a:pt x="95529" y="13180"/>
                    <a:pt x="84113" y="17346"/>
                  </a:cubicBezTo>
                  <a:cubicBezTo>
                    <a:pt x="80364" y="18679"/>
                    <a:pt x="72031" y="20929"/>
                    <a:pt x="68698" y="17846"/>
                  </a:cubicBezTo>
                  <a:cubicBezTo>
                    <a:pt x="67698" y="16930"/>
                    <a:pt x="67948" y="14513"/>
                    <a:pt x="66948" y="13513"/>
                  </a:cubicBezTo>
                  <a:cubicBezTo>
                    <a:pt x="65199" y="11764"/>
                    <a:pt x="64865" y="9763"/>
                    <a:pt x="62199" y="8847"/>
                  </a:cubicBezTo>
                  <a:cubicBezTo>
                    <a:pt x="56033" y="6680"/>
                    <a:pt x="53283" y="12847"/>
                    <a:pt x="50533" y="17096"/>
                  </a:cubicBezTo>
                  <a:cubicBezTo>
                    <a:pt x="41034" y="31429"/>
                    <a:pt x="20453" y="43761"/>
                    <a:pt x="2954" y="36011"/>
                  </a:cubicBezTo>
                  <a:cubicBezTo>
                    <a:pt x="788" y="35095"/>
                    <a:pt x="-1129" y="38094"/>
                    <a:pt x="788" y="39511"/>
                  </a:cubicBezTo>
                  <a:cubicBezTo>
                    <a:pt x="11287" y="47594"/>
                    <a:pt x="22119" y="47594"/>
                    <a:pt x="34868" y="43844"/>
                  </a:cubicBezTo>
                  <a:cubicBezTo>
                    <a:pt x="40784" y="42094"/>
                    <a:pt x="45867" y="38928"/>
                    <a:pt x="50367" y="34761"/>
                  </a:cubicBezTo>
                  <a:cubicBezTo>
                    <a:pt x="53116" y="32178"/>
                    <a:pt x="57449" y="28095"/>
                    <a:pt x="59366" y="24429"/>
                  </a:cubicBezTo>
                  <a:cubicBezTo>
                    <a:pt x="62532" y="31762"/>
                    <a:pt x="72948" y="33012"/>
                    <a:pt x="79781" y="31678"/>
                  </a:cubicBezTo>
                  <a:cubicBezTo>
                    <a:pt x="95446" y="28679"/>
                    <a:pt x="110361" y="18013"/>
                    <a:pt x="120444" y="6097"/>
                  </a:cubicBezTo>
                  <a:cubicBezTo>
                    <a:pt x="122943" y="3098"/>
                    <a:pt x="119444" y="-902"/>
                    <a:pt x="116027" y="181"/>
                  </a:cubicBezTo>
                  <a:lnTo>
                    <a:pt x="116027" y="181"/>
                  </a:lnTo>
                  <a:close/>
                </a:path>
              </a:pathLst>
            </a:custGeom>
            <a:grpFill/>
            <a:ln w="8332" cap="flat">
              <a:noFill/>
              <a:prstDash val="solid"/>
              <a:miter/>
            </a:ln>
          </p:spPr>
          <p:txBody>
            <a:bodyPr rtlCol="0" anchor="ctr"/>
            <a:lstStyle/>
            <a:p>
              <a:endParaRPr lang="en-US"/>
            </a:p>
          </p:txBody>
        </p:sp>
        <p:sp>
          <p:nvSpPr>
            <p:cNvPr id="2365" name="Freeform: Shape 2364"/>
            <p:cNvSpPr/>
            <p:nvPr/>
          </p:nvSpPr>
          <p:spPr>
            <a:xfrm>
              <a:off x="1409223" y="5413852"/>
              <a:ext cx="95423" cy="45421"/>
            </a:xfrm>
            <a:custGeom>
              <a:avLst/>
              <a:gdLst>
                <a:gd name="connsiteX0" fmla="*/ 89663 w 95423"/>
                <a:gd name="connsiteY0" fmla="*/ 1170 h 45421"/>
                <a:gd name="connsiteX1" fmla="*/ 70082 w 95423"/>
                <a:gd name="connsiteY1" fmla="*/ 25335 h 45421"/>
                <a:gd name="connsiteX2" fmla="*/ 48917 w 95423"/>
                <a:gd name="connsiteY2" fmla="*/ 26251 h 45421"/>
                <a:gd name="connsiteX3" fmla="*/ 42501 w 95423"/>
                <a:gd name="connsiteY3" fmla="*/ 22169 h 45421"/>
                <a:gd name="connsiteX4" fmla="*/ 36668 w 95423"/>
                <a:gd name="connsiteY4" fmla="*/ 22919 h 45421"/>
                <a:gd name="connsiteX5" fmla="*/ 27252 w 95423"/>
                <a:gd name="connsiteY5" fmla="*/ 32835 h 45421"/>
                <a:gd name="connsiteX6" fmla="*/ 2505 w 95423"/>
                <a:gd name="connsiteY6" fmla="*/ 36584 h 45421"/>
                <a:gd name="connsiteX7" fmla="*/ 672 w 95423"/>
                <a:gd name="connsiteY7" fmla="*/ 39584 h 45421"/>
                <a:gd name="connsiteX8" fmla="*/ 28002 w 95423"/>
                <a:gd name="connsiteY8" fmla="*/ 42584 h 45421"/>
                <a:gd name="connsiteX9" fmla="*/ 36918 w 95423"/>
                <a:gd name="connsiteY9" fmla="*/ 33417 h 45421"/>
                <a:gd name="connsiteX10" fmla="*/ 45917 w 95423"/>
                <a:gd name="connsiteY10" fmla="*/ 32001 h 45421"/>
                <a:gd name="connsiteX11" fmla="*/ 49334 w 95423"/>
                <a:gd name="connsiteY11" fmla="*/ 34918 h 45421"/>
                <a:gd name="connsiteX12" fmla="*/ 95413 w 95423"/>
                <a:gd name="connsiteY12" fmla="*/ 3004 h 45421"/>
                <a:gd name="connsiteX13" fmla="*/ 89663 w 95423"/>
                <a:gd name="connsiteY13" fmla="*/ 1170 h 45421"/>
                <a:gd name="connsiteX14" fmla="*/ 89663 w 95423"/>
                <a:gd name="connsiteY14" fmla="*/ 1170 h 45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5423" h="45421">
                  <a:moveTo>
                    <a:pt x="89663" y="1170"/>
                  </a:moveTo>
                  <a:cubicBezTo>
                    <a:pt x="83331" y="8586"/>
                    <a:pt x="78914" y="20336"/>
                    <a:pt x="70082" y="25335"/>
                  </a:cubicBezTo>
                  <a:cubicBezTo>
                    <a:pt x="62416" y="29668"/>
                    <a:pt x="56583" y="30334"/>
                    <a:pt x="48917" y="26251"/>
                  </a:cubicBezTo>
                  <a:cubicBezTo>
                    <a:pt x="46667" y="25085"/>
                    <a:pt x="45167" y="22669"/>
                    <a:pt x="42501" y="22169"/>
                  </a:cubicBezTo>
                  <a:cubicBezTo>
                    <a:pt x="39501" y="21585"/>
                    <a:pt x="39668" y="21752"/>
                    <a:pt x="36668" y="22919"/>
                  </a:cubicBezTo>
                  <a:cubicBezTo>
                    <a:pt x="35918" y="23168"/>
                    <a:pt x="25753" y="33751"/>
                    <a:pt x="27252" y="32835"/>
                  </a:cubicBezTo>
                  <a:cubicBezTo>
                    <a:pt x="19586" y="38834"/>
                    <a:pt x="12087" y="40833"/>
                    <a:pt x="2505" y="36584"/>
                  </a:cubicBezTo>
                  <a:cubicBezTo>
                    <a:pt x="755" y="35834"/>
                    <a:pt x="-995" y="38417"/>
                    <a:pt x="672" y="39584"/>
                  </a:cubicBezTo>
                  <a:cubicBezTo>
                    <a:pt x="9087" y="45333"/>
                    <a:pt x="18503" y="47750"/>
                    <a:pt x="28002" y="42584"/>
                  </a:cubicBezTo>
                  <a:cubicBezTo>
                    <a:pt x="32752" y="39917"/>
                    <a:pt x="33502" y="37251"/>
                    <a:pt x="36918" y="33417"/>
                  </a:cubicBezTo>
                  <a:cubicBezTo>
                    <a:pt x="41001" y="28918"/>
                    <a:pt x="36418" y="26168"/>
                    <a:pt x="45917" y="32001"/>
                  </a:cubicBezTo>
                  <a:cubicBezTo>
                    <a:pt x="47167" y="32751"/>
                    <a:pt x="47917" y="34334"/>
                    <a:pt x="49334" y="34918"/>
                  </a:cubicBezTo>
                  <a:cubicBezTo>
                    <a:pt x="70249" y="44250"/>
                    <a:pt x="95413" y="24918"/>
                    <a:pt x="95413" y="3004"/>
                  </a:cubicBezTo>
                  <a:cubicBezTo>
                    <a:pt x="95663" y="-163"/>
                    <a:pt x="91413" y="-913"/>
                    <a:pt x="89663" y="1170"/>
                  </a:cubicBezTo>
                  <a:lnTo>
                    <a:pt x="89663" y="1170"/>
                  </a:lnTo>
                  <a:close/>
                </a:path>
              </a:pathLst>
            </a:custGeom>
            <a:grpFill/>
            <a:ln w="8332" cap="flat">
              <a:noFill/>
              <a:prstDash val="solid"/>
              <a:miter/>
            </a:ln>
          </p:spPr>
          <p:txBody>
            <a:bodyPr rtlCol="0" anchor="ctr"/>
            <a:lstStyle/>
            <a:p>
              <a:endParaRPr lang="en-US"/>
            </a:p>
          </p:txBody>
        </p:sp>
        <p:sp>
          <p:nvSpPr>
            <p:cNvPr id="2366" name="Freeform: Shape 2365"/>
            <p:cNvSpPr/>
            <p:nvPr/>
          </p:nvSpPr>
          <p:spPr>
            <a:xfrm>
              <a:off x="1556988" y="5355462"/>
              <a:ext cx="75010" cy="45332"/>
            </a:xfrm>
            <a:custGeom>
              <a:avLst/>
              <a:gdLst>
                <a:gd name="connsiteX0" fmla="*/ 65803 w 75010"/>
                <a:gd name="connsiteY0" fmla="*/ 2732 h 45332"/>
                <a:gd name="connsiteX1" fmla="*/ 38389 w 75010"/>
                <a:gd name="connsiteY1" fmla="*/ 19897 h 45332"/>
                <a:gd name="connsiteX2" fmla="*/ 4642 w 75010"/>
                <a:gd name="connsiteY2" fmla="*/ 33063 h 45332"/>
                <a:gd name="connsiteX3" fmla="*/ 559 w 75010"/>
                <a:gd name="connsiteY3" fmla="*/ 36979 h 45332"/>
                <a:gd name="connsiteX4" fmla="*/ 39056 w 75010"/>
                <a:gd name="connsiteY4" fmla="*/ 32813 h 45332"/>
                <a:gd name="connsiteX5" fmla="*/ 56221 w 75010"/>
                <a:gd name="connsiteY5" fmla="*/ 21064 h 45332"/>
                <a:gd name="connsiteX6" fmla="*/ 68220 w 75010"/>
                <a:gd name="connsiteY6" fmla="*/ 17564 h 45332"/>
                <a:gd name="connsiteX7" fmla="*/ 74386 w 75010"/>
                <a:gd name="connsiteY7" fmla="*/ 2899 h 45332"/>
                <a:gd name="connsiteX8" fmla="*/ 65803 w 75010"/>
                <a:gd name="connsiteY8" fmla="*/ 2732 h 45332"/>
                <a:gd name="connsiteX9" fmla="*/ 65803 w 75010"/>
                <a:gd name="connsiteY9" fmla="*/ 2732 h 45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010" h="45332">
                  <a:moveTo>
                    <a:pt x="65803" y="2732"/>
                  </a:moveTo>
                  <a:cubicBezTo>
                    <a:pt x="61054" y="12565"/>
                    <a:pt x="46639" y="13065"/>
                    <a:pt x="38389" y="19897"/>
                  </a:cubicBezTo>
                  <a:cubicBezTo>
                    <a:pt x="29557" y="27313"/>
                    <a:pt x="16975" y="45312"/>
                    <a:pt x="4642" y="33063"/>
                  </a:cubicBezTo>
                  <a:cubicBezTo>
                    <a:pt x="2393" y="30813"/>
                    <a:pt x="-1440" y="34479"/>
                    <a:pt x="559" y="36979"/>
                  </a:cubicBezTo>
                  <a:cubicBezTo>
                    <a:pt x="12475" y="51311"/>
                    <a:pt x="27890" y="45395"/>
                    <a:pt x="39056" y="32813"/>
                  </a:cubicBezTo>
                  <a:cubicBezTo>
                    <a:pt x="44639" y="26480"/>
                    <a:pt x="47055" y="22897"/>
                    <a:pt x="56221" y="21064"/>
                  </a:cubicBezTo>
                  <a:cubicBezTo>
                    <a:pt x="60721" y="20147"/>
                    <a:pt x="64137" y="20314"/>
                    <a:pt x="68220" y="17564"/>
                  </a:cubicBezTo>
                  <a:cubicBezTo>
                    <a:pt x="73970" y="13731"/>
                    <a:pt x="76219" y="9398"/>
                    <a:pt x="74386" y="2899"/>
                  </a:cubicBezTo>
                  <a:cubicBezTo>
                    <a:pt x="73303" y="-1268"/>
                    <a:pt x="67470" y="-601"/>
                    <a:pt x="65803" y="2732"/>
                  </a:cubicBezTo>
                  <a:lnTo>
                    <a:pt x="65803" y="2732"/>
                  </a:lnTo>
                  <a:close/>
                </a:path>
              </a:pathLst>
            </a:custGeom>
            <a:grpFill/>
            <a:ln w="8332" cap="flat">
              <a:noFill/>
              <a:prstDash val="solid"/>
              <a:miter/>
            </a:ln>
          </p:spPr>
          <p:txBody>
            <a:bodyPr rtlCol="0" anchor="ctr"/>
            <a:lstStyle/>
            <a:p>
              <a:endParaRPr lang="en-US"/>
            </a:p>
          </p:txBody>
        </p:sp>
        <p:sp>
          <p:nvSpPr>
            <p:cNvPr id="2367" name="Freeform: Shape 2366"/>
            <p:cNvSpPr/>
            <p:nvPr/>
          </p:nvSpPr>
          <p:spPr>
            <a:xfrm>
              <a:off x="-244916" y="6754660"/>
              <a:ext cx="683631" cy="513138"/>
            </a:xfrm>
            <a:custGeom>
              <a:avLst/>
              <a:gdLst>
                <a:gd name="connsiteX0" fmla="*/ 651652 w 683631"/>
                <a:gd name="connsiteY0" fmla="*/ 276217 h 513138"/>
                <a:gd name="connsiteX1" fmla="*/ 663651 w 683631"/>
                <a:gd name="connsiteY1" fmla="*/ 248969 h 513138"/>
                <a:gd name="connsiteX2" fmla="*/ 658318 w 683631"/>
                <a:gd name="connsiteY2" fmla="*/ 214223 h 513138"/>
                <a:gd name="connsiteX3" fmla="*/ 636820 w 683631"/>
                <a:gd name="connsiteY3" fmla="*/ 173976 h 513138"/>
                <a:gd name="connsiteX4" fmla="*/ 616655 w 683631"/>
                <a:gd name="connsiteY4" fmla="*/ 148728 h 513138"/>
                <a:gd name="connsiteX5" fmla="*/ 548661 w 683631"/>
                <a:gd name="connsiteY5" fmla="*/ 96983 h 513138"/>
                <a:gd name="connsiteX6" fmla="*/ 388425 w 683631"/>
                <a:gd name="connsiteY6" fmla="*/ 26573 h 513138"/>
                <a:gd name="connsiteX7" fmla="*/ 217857 w 683631"/>
                <a:gd name="connsiteY7" fmla="*/ 659 h 513138"/>
                <a:gd name="connsiteX8" fmla="*/ 144531 w 683631"/>
                <a:gd name="connsiteY8" fmla="*/ 17324 h 513138"/>
                <a:gd name="connsiteX9" fmla="*/ 91202 w 683631"/>
                <a:gd name="connsiteY9" fmla="*/ 56570 h 513138"/>
                <a:gd name="connsiteX10" fmla="*/ 87702 w 683631"/>
                <a:gd name="connsiteY10" fmla="*/ 83151 h 513138"/>
                <a:gd name="connsiteX11" fmla="*/ 74120 w 683631"/>
                <a:gd name="connsiteY11" fmla="*/ 83401 h 513138"/>
                <a:gd name="connsiteX12" fmla="*/ 26875 w 683631"/>
                <a:gd name="connsiteY12" fmla="*/ 88984 h 513138"/>
                <a:gd name="connsiteX13" fmla="*/ 16542 w 683631"/>
                <a:gd name="connsiteY13" fmla="*/ 109148 h 513138"/>
                <a:gd name="connsiteX14" fmla="*/ 46873 w 683631"/>
                <a:gd name="connsiteY14" fmla="*/ 128730 h 513138"/>
                <a:gd name="connsiteX15" fmla="*/ 72204 w 683631"/>
                <a:gd name="connsiteY15" fmla="*/ 137979 h 513138"/>
                <a:gd name="connsiteX16" fmla="*/ 43873 w 683631"/>
                <a:gd name="connsiteY16" fmla="*/ 169310 h 513138"/>
                <a:gd name="connsiteX17" fmla="*/ 48789 w 683631"/>
                <a:gd name="connsiteY17" fmla="*/ 194641 h 513138"/>
                <a:gd name="connsiteX18" fmla="*/ 27208 w 683631"/>
                <a:gd name="connsiteY18" fmla="*/ 228805 h 513138"/>
                <a:gd name="connsiteX19" fmla="*/ 18125 w 683631"/>
                <a:gd name="connsiteY19" fmla="*/ 233721 h 513138"/>
                <a:gd name="connsiteX20" fmla="*/ 2877 w 683631"/>
                <a:gd name="connsiteY20" fmla="*/ 261718 h 513138"/>
                <a:gd name="connsiteX21" fmla="*/ 13876 w 683631"/>
                <a:gd name="connsiteY21" fmla="*/ 325962 h 513138"/>
                <a:gd name="connsiteX22" fmla="*/ 83453 w 683631"/>
                <a:gd name="connsiteY22" fmla="*/ 371708 h 513138"/>
                <a:gd name="connsiteX23" fmla="*/ 167362 w 683631"/>
                <a:gd name="connsiteY23" fmla="*/ 412121 h 513138"/>
                <a:gd name="connsiteX24" fmla="*/ 252604 w 683631"/>
                <a:gd name="connsiteY24" fmla="*/ 451034 h 513138"/>
                <a:gd name="connsiteX25" fmla="*/ 344263 w 683631"/>
                <a:gd name="connsiteY25" fmla="*/ 483448 h 513138"/>
                <a:gd name="connsiteX26" fmla="*/ 526413 w 683631"/>
                <a:gd name="connsiteY26" fmla="*/ 511779 h 513138"/>
                <a:gd name="connsiteX27" fmla="*/ 565576 w 683631"/>
                <a:gd name="connsiteY27" fmla="*/ 502780 h 513138"/>
                <a:gd name="connsiteX28" fmla="*/ 594740 w 683631"/>
                <a:gd name="connsiteY28" fmla="*/ 471449 h 513138"/>
                <a:gd name="connsiteX29" fmla="*/ 600490 w 683631"/>
                <a:gd name="connsiteY29" fmla="*/ 404872 h 513138"/>
                <a:gd name="connsiteX30" fmla="*/ 612155 w 683631"/>
                <a:gd name="connsiteY30" fmla="*/ 398539 h 513138"/>
                <a:gd name="connsiteX31" fmla="*/ 634570 w 683631"/>
                <a:gd name="connsiteY31" fmla="*/ 374125 h 513138"/>
                <a:gd name="connsiteX32" fmla="*/ 639319 w 683631"/>
                <a:gd name="connsiteY32" fmla="*/ 345794 h 513138"/>
                <a:gd name="connsiteX33" fmla="*/ 673650 w 683631"/>
                <a:gd name="connsiteY33" fmla="*/ 337712 h 513138"/>
                <a:gd name="connsiteX34" fmla="*/ 651652 w 683631"/>
                <a:gd name="connsiteY34" fmla="*/ 276217 h 513138"/>
                <a:gd name="connsiteX35" fmla="*/ 651652 w 683631"/>
                <a:gd name="connsiteY35" fmla="*/ 276217 h 513138"/>
                <a:gd name="connsiteX36" fmla="*/ 148947 w 683631"/>
                <a:gd name="connsiteY36" fmla="*/ 32989 h 513138"/>
                <a:gd name="connsiteX37" fmla="*/ 217774 w 683631"/>
                <a:gd name="connsiteY37" fmla="*/ 16324 h 513138"/>
                <a:gd name="connsiteX38" fmla="*/ 372010 w 683631"/>
                <a:gd name="connsiteY38" fmla="*/ 36988 h 513138"/>
                <a:gd name="connsiteX39" fmla="*/ 528996 w 683631"/>
                <a:gd name="connsiteY39" fmla="*/ 100983 h 513138"/>
                <a:gd name="connsiteX40" fmla="*/ 546661 w 683631"/>
                <a:gd name="connsiteY40" fmla="*/ 111065 h 513138"/>
                <a:gd name="connsiteX41" fmla="*/ 577825 w 683631"/>
                <a:gd name="connsiteY41" fmla="*/ 135396 h 513138"/>
                <a:gd name="connsiteX42" fmla="*/ 626654 w 683631"/>
                <a:gd name="connsiteY42" fmla="*/ 184892 h 513138"/>
                <a:gd name="connsiteX43" fmla="*/ 642819 w 683631"/>
                <a:gd name="connsiteY43" fmla="*/ 216972 h 513138"/>
                <a:gd name="connsiteX44" fmla="*/ 645902 w 683631"/>
                <a:gd name="connsiteY44" fmla="*/ 252969 h 513138"/>
                <a:gd name="connsiteX45" fmla="*/ 618571 w 683631"/>
                <a:gd name="connsiteY45" fmla="*/ 276883 h 513138"/>
                <a:gd name="connsiteX46" fmla="*/ 578492 w 683631"/>
                <a:gd name="connsiteY46" fmla="*/ 278800 h 513138"/>
                <a:gd name="connsiteX47" fmla="*/ 506748 w 683631"/>
                <a:gd name="connsiteY47" fmla="*/ 264135 h 513138"/>
                <a:gd name="connsiteX48" fmla="*/ 366594 w 683631"/>
                <a:gd name="connsiteY48" fmla="*/ 218555 h 513138"/>
                <a:gd name="connsiteX49" fmla="*/ 224857 w 683631"/>
                <a:gd name="connsiteY49" fmla="*/ 165977 h 513138"/>
                <a:gd name="connsiteX50" fmla="*/ 159613 w 683631"/>
                <a:gd name="connsiteY50" fmla="*/ 133813 h 513138"/>
                <a:gd name="connsiteX51" fmla="*/ 127865 w 683631"/>
                <a:gd name="connsiteY51" fmla="*/ 109482 h 513138"/>
                <a:gd name="connsiteX52" fmla="*/ 104284 w 683631"/>
                <a:gd name="connsiteY52" fmla="*/ 82818 h 513138"/>
                <a:gd name="connsiteX53" fmla="*/ 148947 w 683631"/>
                <a:gd name="connsiteY53" fmla="*/ 32989 h 513138"/>
                <a:gd name="connsiteX54" fmla="*/ 148947 w 683631"/>
                <a:gd name="connsiteY54" fmla="*/ 32989 h 513138"/>
                <a:gd name="connsiteX55" fmla="*/ 80286 w 683631"/>
                <a:gd name="connsiteY55" fmla="*/ 257969 h 513138"/>
                <a:gd name="connsiteX56" fmla="*/ 132782 w 683631"/>
                <a:gd name="connsiteY56" fmla="*/ 268134 h 513138"/>
                <a:gd name="connsiteX57" fmla="*/ 156613 w 683631"/>
                <a:gd name="connsiteY57" fmla="*/ 266218 h 513138"/>
                <a:gd name="connsiteX58" fmla="*/ 175361 w 683631"/>
                <a:gd name="connsiteY58" fmla="*/ 280550 h 513138"/>
                <a:gd name="connsiteX59" fmla="*/ 176861 w 683631"/>
                <a:gd name="connsiteY59" fmla="*/ 281300 h 513138"/>
                <a:gd name="connsiteX60" fmla="*/ 145031 w 683631"/>
                <a:gd name="connsiteY60" fmla="*/ 287466 h 513138"/>
                <a:gd name="connsiteX61" fmla="*/ 89869 w 683631"/>
                <a:gd name="connsiteY61" fmla="*/ 273217 h 513138"/>
                <a:gd name="connsiteX62" fmla="*/ 46873 w 683631"/>
                <a:gd name="connsiteY62" fmla="*/ 246053 h 513138"/>
                <a:gd name="connsiteX63" fmla="*/ 48289 w 683631"/>
                <a:gd name="connsiteY63" fmla="*/ 211473 h 513138"/>
                <a:gd name="connsiteX64" fmla="*/ 56872 w 683631"/>
                <a:gd name="connsiteY64" fmla="*/ 202140 h 513138"/>
                <a:gd name="connsiteX65" fmla="*/ 62705 w 683631"/>
                <a:gd name="connsiteY65" fmla="*/ 205723 h 513138"/>
                <a:gd name="connsiteX66" fmla="*/ 74870 w 683631"/>
                <a:gd name="connsiteY66" fmla="*/ 210889 h 513138"/>
                <a:gd name="connsiteX67" fmla="*/ 80286 w 683631"/>
                <a:gd name="connsiteY67" fmla="*/ 257969 h 513138"/>
                <a:gd name="connsiteX68" fmla="*/ 80286 w 683631"/>
                <a:gd name="connsiteY68" fmla="*/ 257969 h 513138"/>
                <a:gd name="connsiteX69" fmla="*/ 78037 w 683631"/>
                <a:gd name="connsiteY69" fmla="*/ 212723 h 513138"/>
                <a:gd name="connsiteX70" fmla="*/ 85786 w 683631"/>
                <a:gd name="connsiteY70" fmla="*/ 220889 h 513138"/>
                <a:gd name="connsiteX71" fmla="*/ 95952 w 683631"/>
                <a:gd name="connsiteY71" fmla="*/ 240053 h 513138"/>
                <a:gd name="connsiteX72" fmla="*/ 120783 w 683631"/>
                <a:gd name="connsiteY72" fmla="*/ 249720 h 513138"/>
                <a:gd name="connsiteX73" fmla="*/ 135115 w 683631"/>
                <a:gd name="connsiteY73" fmla="*/ 250053 h 513138"/>
                <a:gd name="connsiteX74" fmla="*/ 147947 w 683631"/>
                <a:gd name="connsiteY74" fmla="*/ 247219 h 513138"/>
                <a:gd name="connsiteX75" fmla="*/ 150863 w 683631"/>
                <a:gd name="connsiteY75" fmla="*/ 256469 h 513138"/>
                <a:gd name="connsiteX76" fmla="*/ 143447 w 683631"/>
                <a:gd name="connsiteY76" fmla="*/ 257052 h 513138"/>
                <a:gd name="connsiteX77" fmla="*/ 110700 w 683631"/>
                <a:gd name="connsiteY77" fmla="*/ 255886 h 513138"/>
                <a:gd name="connsiteX78" fmla="*/ 78037 w 683631"/>
                <a:gd name="connsiteY78" fmla="*/ 212723 h 513138"/>
                <a:gd name="connsiteX79" fmla="*/ 78037 w 683631"/>
                <a:gd name="connsiteY79" fmla="*/ 212723 h 513138"/>
                <a:gd name="connsiteX80" fmla="*/ 573492 w 683631"/>
                <a:gd name="connsiteY80" fmla="*/ 472699 h 513138"/>
                <a:gd name="connsiteX81" fmla="*/ 544661 w 683631"/>
                <a:gd name="connsiteY81" fmla="*/ 493197 h 513138"/>
                <a:gd name="connsiteX82" fmla="*/ 509914 w 683631"/>
                <a:gd name="connsiteY82" fmla="*/ 498280 h 513138"/>
                <a:gd name="connsiteX83" fmla="*/ 356762 w 683631"/>
                <a:gd name="connsiteY83" fmla="*/ 473449 h 513138"/>
                <a:gd name="connsiteX84" fmla="*/ 219940 w 683631"/>
                <a:gd name="connsiteY84" fmla="*/ 424704 h 513138"/>
                <a:gd name="connsiteX85" fmla="*/ 153780 w 683631"/>
                <a:gd name="connsiteY85" fmla="*/ 392957 h 513138"/>
                <a:gd name="connsiteX86" fmla="*/ 90119 w 683631"/>
                <a:gd name="connsiteY86" fmla="*/ 363459 h 513138"/>
                <a:gd name="connsiteX87" fmla="*/ 52789 w 683631"/>
                <a:gd name="connsiteY87" fmla="*/ 340711 h 513138"/>
                <a:gd name="connsiteX88" fmla="*/ 21958 w 683631"/>
                <a:gd name="connsiteY88" fmla="*/ 317380 h 513138"/>
                <a:gd name="connsiteX89" fmla="*/ 29208 w 683631"/>
                <a:gd name="connsiteY89" fmla="*/ 239804 h 513138"/>
                <a:gd name="connsiteX90" fmla="*/ 62455 w 683631"/>
                <a:gd name="connsiteY90" fmla="*/ 273634 h 513138"/>
                <a:gd name="connsiteX91" fmla="*/ 191610 w 683631"/>
                <a:gd name="connsiteY91" fmla="*/ 288133 h 513138"/>
                <a:gd name="connsiteX92" fmla="*/ 261437 w 683631"/>
                <a:gd name="connsiteY92" fmla="*/ 365209 h 513138"/>
                <a:gd name="connsiteX93" fmla="*/ 350012 w 683631"/>
                <a:gd name="connsiteY93" fmla="*/ 360043 h 513138"/>
                <a:gd name="connsiteX94" fmla="*/ 425505 w 683631"/>
                <a:gd name="connsiteY94" fmla="*/ 423203 h 513138"/>
                <a:gd name="connsiteX95" fmla="*/ 476334 w 683631"/>
                <a:gd name="connsiteY95" fmla="*/ 421454 h 513138"/>
                <a:gd name="connsiteX96" fmla="*/ 501498 w 683631"/>
                <a:gd name="connsiteY96" fmla="*/ 403039 h 513138"/>
                <a:gd name="connsiteX97" fmla="*/ 545661 w 683631"/>
                <a:gd name="connsiteY97" fmla="*/ 432703 h 513138"/>
                <a:gd name="connsiteX98" fmla="*/ 588407 w 683631"/>
                <a:gd name="connsiteY98" fmla="*/ 416038 h 513138"/>
                <a:gd name="connsiteX99" fmla="*/ 590740 w 683631"/>
                <a:gd name="connsiteY99" fmla="*/ 436119 h 513138"/>
                <a:gd name="connsiteX100" fmla="*/ 573492 w 683631"/>
                <a:gd name="connsiteY100" fmla="*/ 472699 h 513138"/>
                <a:gd name="connsiteX101" fmla="*/ 573492 w 683631"/>
                <a:gd name="connsiteY101" fmla="*/ 472699 h 513138"/>
                <a:gd name="connsiteX102" fmla="*/ 249771 w 683631"/>
                <a:gd name="connsiteY102" fmla="*/ 324962 h 513138"/>
                <a:gd name="connsiteX103" fmla="*/ 276935 w 683631"/>
                <a:gd name="connsiteY103" fmla="*/ 344877 h 513138"/>
                <a:gd name="connsiteX104" fmla="*/ 323931 w 683631"/>
                <a:gd name="connsiteY104" fmla="*/ 340878 h 513138"/>
                <a:gd name="connsiteX105" fmla="*/ 345762 w 683631"/>
                <a:gd name="connsiteY105" fmla="*/ 347627 h 513138"/>
                <a:gd name="connsiteX106" fmla="*/ 326848 w 683631"/>
                <a:gd name="connsiteY106" fmla="*/ 358793 h 513138"/>
                <a:gd name="connsiteX107" fmla="*/ 303683 w 683631"/>
                <a:gd name="connsiteY107" fmla="*/ 360209 h 513138"/>
                <a:gd name="connsiteX108" fmla="*/ 258437 w 683631"/>
                <a:gd name="connsiteY108" fmla="*/ 350877 h 513138"/>
                <a:gd name="connsiteX109" fmla="*/ 194359 w 683631"/>
                <a:gd name="connsiteY109" fmla="*/ 286716 h 513138"/>
                <a:gd name="connsiteX110" fmla="*/ 194443 w 683631"/>
                <a:gd name="connsiteY110" fmla="*/ 286716 h 513138"/>
                <a:gd name="connsiteX111" fmla="*/ 203109 w 683631"/>
                <a:gd name="connsiteY111" fmla="*/ 287299 h 513138"/>
                <a:gd name="connsiteX112" fmla="*/ 216441 w 683631"/>
                <a:gd name="connsiteY112" fmla="*/ 285466 h 513138"/>
                <a:gd name="connsiteX113" fmla="*/ 228606 w 683631"/>
                <a:gd name="connsiteY113" fmla="*/ 288549 h 513138"/>
                <a:gd name="connsiteX114" fmla="*/ 243605 w 683631"/>
                <a:gd name="connsiteY114" fmla="*/ 305714 h 513138"/>
                <a:gd name="connsiteX115" fmla="*/ 249771 w 683631"/>
                <a:gd name="connsiteY115" fmla="*/ 324962 h 513138"/>
                <a:gd name="connsiteX116" fmla="*/ 249771 w 683631"/>
                <a:gd name="connsiteY116" fmla="*/ 324962 h 513138"/>
                <a:gd name="connsiteX117" fmla="*/ 251104 w 683631"/>
                <a:gd name="connsiteY117" fmla="*/ 310380 h 513138"/>
                <a:gd name="connsiteX118" fmla="*/ 275186 w 683631"/>
                <a:gd name="connsiteY118" fmla="*/ 317963 h 513138"/>
                <a:gd name="connsiteX119" fmla="*/ 303433 w 683631"/>
                <a:gd name="connsiteY119" fmla="*/ 321879 h 513138"/>
                <a:gd name="connsiteX120" fmla="*/ 315432 w 683631"/>
                <a:gd name="connsiteY120" fmla="*/ 334795 h 513138"/>
                <a:gd name="connsiteX121" fmla="*/ 309849 w 683631"/>
                <a:gd name="connsiteY121" fmla="*/ 336961 h 513138"/>
                <a:gd name="connsiteX122" fmla="*/ 274769 w 683631"/>
                <a:gd name="connsiteY122" fmla="*/ 334711 h 513138"/>
                <a:gd name="connsiteX123" fmla="*/ 259104 w 683631"/>
                <a:gd name="connsiteY123" fmla="*/ 323296 h 513138"/>
                <a:gd name="connsiteX124" fmla="*/ 251104 w 683631"/>
                <a:gd name="connsiteY124" fmla="*/ 310380 h 513138"/>
                <a:gd name="connsiteX125" fmla="*/ 251104 w 683631"/>
                <a:gd name="connsiteY125" fmla="*/ 310380 h 513138"/>
                <a:gd name="connsiteX126" fmla="*/ 357345 w 683631"/>
                <a:gd name="connsiteY126" fmla="*/ 347544 h 513138"/>
                <a:gd name="connsiteX127" fmla="*/ 368260 w 683631"/>
                <a:gd name="connsiteY127" fmla="*/ 345294 h 513138"/>
                <a:gd name="connsiteX128" fmla="*/ 377926 w 683631"/>
                <a:gd name="connsiteY128" fmla="*/ 345627 h 513138"/>
                <a:gd name="connsiteX129" fmla="*/ 390925 w 683631"/>
                <a:gd name="connsiteY129" fmla="*/ 375708 h 513138"/>
                <a:gd name="connsiteX130" fmla="*/ 419839 w 683631"/>
                <a:gd name="connsiteY130" fmla="*/ 392123 h 513138"/>
                <a:gd name="connsiteX131" fmla="*/ 451420 w 683631"/>
                <a:gd name="connsiteY131" fmla="*/ 398456 h 513138"/>
                <a:gd name="connsiteX132" fmla="*/ 461919 w 683631"/>
                <a:gd name="connsiteY132" fmla="*/ 394539 h 513138"/>
                <a:gd name="connsiteX133" fmla="*/ 468085 w 683631"/>
                <a:gd name="connsiteY133" fmla="*/ 387873 h 513138"/>
                <a:gd name="connsiteX134" fmla="*/ 484000 w 683631"/>
                <a:gd name="connsiteY134" fmla="*/ 394539 h 513138"/>
                <a:gd name="connsiteX135" fmla="*/ 492833 w 683631"/>
                <a:gd name="connsiteY135" fmla="*/ 396289 h 513138"/>
                <a:gd name="connsiteX136" fmla="*/ 483333 w 683631"/>
                <a:gd name="connsiteY136" fmla="*/ 405705 h 513138"/>
                <a:gd name="connsiteX137" fmla="*/ 458252 w 683631"/>
                <a:gd name="connsiteY137" fmla="*/ 414621 h 513138"/>
                <a:gd name="connsiteX138" fmla="*/ 417006 w 683631"/>
                <a:gd name="connsiteY138" fmla="*/ 409288 h 513138"/>
                <a:gd name="connsiteX139" fmla="*/ 353595 w 683631"/>
                <a:gd name="connsiteY139" fmla="*/ 355543 h 513138"/>
                <a:gd name="connsiteX140" fmla="*/ 357178 w 683631"/>
                <a:gd name="connsiteY140" fmla="*/ 348294 h 513138"/>
                <a:gd name="connsiteX141" fmla="*/ 357345 w 683631"/>
                <a:gd name="connsiteY141" fmla="*/ 347544 h 513138"/>
                <a:gd name="connsiteX142" fmla="*/ 357345 w 683631"/>
                <a:gd name="connsiteY142" fmla="*/ 347544 h 513138"/>
                <a:gd name="connsiteX143" fmla="*/ 385092 w 683631"/>
                <a:gd name="connsiteY143" fmla="*/ 353627 h 513138"/>
                <a:gd name="connsiteX144" fmla="*/ 427422 w 683631"/>
                <a:gd name="connsiteY144" fmla="*/ 373291 h 513138"/>
                <a:gd name="connsiteX145" fmla="*/ 457919 w 683631"/>
                <a:gd name="connsiteY145" fmla="*/ 379791 h 513138"/>
                <a:gd name="connsiteX146" fmla="*/ 461085 w 683631"/>
                <a:gd name="connsiteY146" fmla="*/ 382707 h 513138"/>
                <a:gd name="connsiteX147" fmla="*/ 459752 w 683631"/>
                <a:gd name="connsiteY147" fmla="*/ 384124 h 513138"/>
                <a:gd name="connsiteX148" fmla="*/ 433921 w 683631"/>
                <a:gd name="connsiteY148" fmla="*/ 386040 h 513138"/>
                <a:gd name="connsiteX149" fmla="*/ 402591 w 683631"/>
                <a:gd name="connsiteY149" fmla="*/ 373375 h 513138"/>
                <a:gd name="connsiteX150" fmla="*/ 385092 w 683631"/>
                <a:gd name="connsiteY150" fmla="*/ 353627 h 513138"/>
                <a:gd name="connsiteX151" fmla="*/ 385092 w 683631"/>
                <a:gd name="connsiteY151" fmla="*/ 353627 h 513138"/>
                <a:gd name="connsiteX152" fmla="*/ 503665 w 683631"/>
                <a:gd name="connsiteY152" fmla="*/ 399372 h 513138"/>
                <a:gd name="connsiteX153" fmla="*/ 504665 w 683631"/>
                <a:gd name="connsiteY153" fmla="*/ 396789 h 513138"/>
                <a:gd name="connsiteX154" fmla="*/ 511914 w 683631"/>
                <a:gd name="connsiteY154" fmla="*/ 396123 h 513138"/>
                <a:gd name="connsiteX155" fmla="*/ 536579 w 683631"/>
                <a:gd name="connsiteY155" fmla="*/ 394123 h 513138"/>
                <a:gd name="connsiteX156" fmla="*/ 550077 w 683631"/>
                <a:gd name="connsiteY156" fmla="*/ 403872 h 513138"/>
                <a:gd name="connsiteX157" fmla="*/ 577908 w 683631"/>
                <a:gd name="connsiteY157" fmla="*/ 410288 h 513138"/>
                <a:gd name="connsiteX158" fmla="*/ 534579 w 683631"/>
                <a:gd name="connsiteY158" fmla="*/ 421037 h 513138"/>
                <a:gd name="connsiteX159" fmla="*/ 503665 w 683631"/>
                <a:gd name="connsiteY159" fmla="*/ 399372 h 513138"/>
                <a:gd name="connsiteX160" fmla="*/ 503665 w 683631"/>
                <a:gd name="connsiteY160" fmla="*/ 399372 h 513138"/>
                <a:gd name="connsiteX161" fmla="*/ 618405 w 683631"/>
                <a:gd name="connsiteY161" fmla="*/ 373875 h 513138"/>
                <a:gd name="connsiteX162" fmla="*/ 580491 w 683631"/>
                <a:gd name="connsiteY162" fmla="*/ 395623 h 513138"/>
                <a:gd name="connsiteX163" fmla="*/ 539328 w 683631"/>
                <a:gd name="connsiteY163" fmla="*/ 380374 h 513138"/>
                <a:gd name="connsiteX164" fmla="*/ 511831 w 683631"/>
                <a:gd name="connsiteY164" fmla="*/ 380374 h 513138"/>
                <a:gd name="connsiteX165" fmla="*/ 469585 w 683631"/>
                <a:gd name="connsiteY165" fmla="*/ 371042 h 513138"/>
                <a:gd name="connsiteX166" fmla="*/ 445004 w 683631"/>
                <a:gd name="connsiteY166" fmla="*/ 355210 h 513138"/>
                <a:gd name="connsiteX167" fmla="*/ 402591 w 683631"/>
                <a:gd name="connsiteY167" fmla="*/ 349293 h 513138"/>
                <a:gd name="connsiteX168" fmla="*/ 383176 w 683631"/>
                <a:gd name="connsiteY168" fmla="*/ 327379 h 513138"/>
                <a:gd name="connsiteX169" fmla="*/ 347429 w 683631"/>
                <a:gd name="connsiteY169" fmla="*/ 331045 h 513138"/>
                <a:gd name="connsiteX170" fmla="*/ 312765 w 683631"/>
                <a:gd name="connsiteY170" fmla="*/ 309130 h 513138"/>
                <a:gd name="connsiteX171" fmla="*/ 295267 w 683631"/>
                <a:gd name="connsiteY171" fmla="*/ 302798 h 513138"/>
                <a:gd name="connsiteX172" fmla="*/ 252521 w 683631"/>
                <a:gd name="connsiteY172" fmla="*/ 296215 h 513138"/>
                <a:gd name="connsiteX173" fmla="*/ 236772 w 683631"/>
                <a:gd name="connsiteY173" fmla="*/ 279717 h 513138"/>
                <a:gd name="connsiteX174" fmla="*/ 230773 w 683631"/>
                <a:gd name="connsiteY174" fmla="*/ 272884 h 513138"/>
                <a:gd name="connsiteX175" fmla="*/ 205942 w 683631"/>
                <a:gd name="connsiteY175" fmla="*/ 273217 h 513138"/>
                <a:gd name="connsiteX176" fmla="*/ 168945 w 683631"/>
                <a:gd name="connsiteY176" fmla="*/ 258385 h 513138"/>
                <a:gd name="connsiteX177" fmla="*/ 165362 w 683631"/>
                <a:gd name="connsiteY177" fmla="*/ 254552 h 513138"/>
                <a:gd name="connsiteX178" fmla="*/ 155446 w 683631"/>
                <a:gd name="connsiteY178" fmla="*/ 234387 h 513138"/>
                <a:gd name="connsiteX179" fmla="*/ 119949 w 683631"/>
                <a:gd name="connsiteY179" fmla="*/ 234387 h 513138"/>
                <a:gd name="connsiteX180" fmla="*/ 98951 w 683631"/>
                <a:gd name="connsiteY180" fmla="*/ 217806 h 513138"/>
                <a:gd name="connsiteX181" fmla="*/ 92785 w 683631"/>
                <a:gd name="connsiteY181" fmla="*/ 206223 h 513138"/>
                <a:gd name="connsiteX182" fmla="*/ 66871 w 683631"/>
                <a:gd name="connsiteY182" fmla="*/ 192474 h 513138"/>
                <a:gd name="connsiteX183" fmla="*/ 59538 w 683631"/>
                <a:gd name="connsiteY183" fmla="*/ 161810 h 513138"/>
                <a:gd name="connsiteX184" fmla="*/ 78037 w 683631"/>
                <a:gd name="connsiteY184" fmla="*/ 142979 h 513138"/>
                <a:gd name="connsiteX185" fmla="*/ 84369 w 683631"/>
                <a:gd name="connsiteY185" fmla="*/ 163560 h 513138"/>
                <a:gd name="connsiteX186" fmla="*/ 109367 w 683631"/>
                <a:gd name="connsiteY186" fmla="*/ 188308 h 513138"/>
                <a:gd name="connsiteX187" fmla="*/ 151030 w 683631"/>
                <a:gd name="connsiteY187" fmla="*/ 192641 h 513138"/>
                <a:gd name="connsiteX188" fmla="*/ 175694 w 683631"/>
                <a:gd name="connsiteY188" fmla="*/ 193308 h 513138"/>
                <a:gd name="connsiteX189" fmla="*/ 203692 w 683631"/>
                <a:gd name="connsiteY189" fmla="*/ 216972 h 513138"/>
                <a:gd name="connsiteX190" fmla="*/ 237106 w 683631"/>
                <a:gd name="connsiteY190" fmla="*/ 236137 h 513138"/>
                <a:gd name="connsiteX191" fmla="*/ 295684 w 683631"/>
                <a:gd name="connsiteY191" fmla="*/ 243887 h 513138"/>
                <a:gd name="connsiteX192" fmla="*/ 331514 w 683631"/>
                <a:gd name="connsiteY192" fmla="*/ 270301 h 513138"/>
                <a:gd name="connsiteX193" fmla="*/ 381926 w 683631"/>
                <a:gd name="connsiteY193" fmla="*/ 280300 h 513138"/>
                <a:gd name="connsiteX194" fmla="*/ 408007 w 683631"/>
                <a:gd name="connsiteY194" fmla="*/ 282716 h 513138"/>
                <a:gd name="connsiteX195" fmla="*/ 436338 w 683631"/>
                <a:gd name="connsiteY195" fmla="*/ 297548 h 513138"/>
                <a:gd name="connsiteX196" fmla="*/ 478667 w 683631"/>
                <a:gd name="connsiteY196" fmla="*/ 316130 h 513138"/>
                <a:gd name="connsiteX197" fmla="*/ 531579 w 683631"/>
                <a:gd name="connsiteY197" fmla="*/ 320213 h 513138"/>
                <a:gd name="connsiteX198" fmla="*/ 552244 w 683631"/>
                <a:gd name="connsiteY198" fmla="*/ 332212 h 513138"/>
                <a:gd name="connsiteX199" fmla="*/ 574908 w 683631"/>
                <a:gd name="connsiteY199" fmla="*/ 335129 h 513138"/>
                <a:gd name="connsiteX200" fmla="*/ 609739 w 683631"/>
                <a:gd name="connsiteY200" fmla="*/ 337878 h 513138"/>
                <a:gd name="connsiteX201" fmla="*/ 626987 w 683631"/>
                <a:gd name="connsiteY201" fmla="*/ 343127 h 513138"/>
                <a:gd name="connsiteX202" fmla="*/ 618405 w 683631"/>
                <a:gd name="connsiteY202" fmla="*/ 373875 h 513138"/>
                <a:gd name="connsiteX203" fmla="*/ 618405 w 683631"/>
                <a:gd name="connsiteY203" fmla="*/ 373875 h 513138"/>
                <a:gd name="connsiteX204" fmla="*/ 635320 w 683631"/>
                <a:gd name="connsiteY204" fmla="*/ 330712 h 513138"/>
                <a:gd name="connsiteX205" fmla="*/ 594157 w 683631"/>
                <a:gd name="connsiteY205" fmla="*/ 319630 h 513138"/>
                <a:gd name="connsiteX206" fmla="*/ 552827 w 683631"/>
                <a:gd name="connsiteY206" fmla="*/ 314297 h 513138"/>
                <a:gd name="connsiteX207" fmla="*/ 519997 w 683631"/>
                <a:gd name="connsiteY207" fmla="*/ 301798 h 513138"/>
                <a:gd name="connsiteX208" fmla="*/ 480084 w 683631"/>
                <a:gd name="connsiteY208" fmla="*/ 300715 h 513138"/>
                <a:gd name="connsiteX209" fmla="*/ 399341 w 683631"/>
                <a:gd name="connsiteY209" fmla="*/ 267718 h 513138"/>
                <a:gd name="connsiteX210" fmla="*/ 363927 w 683631"/>
                <a:gd name="connsiteY210" fmla="*/ 266301 h 513138"/>
                <a:gd name="connsiteX211" fmla="*/ 320598 w 683631"/>
                <a:gd name="connsiteY211" fmla="*/ 245053 h 513138"/>
                <a:gd name="connsiteX212" fmla="*/ 293101 w 683631"/>
                <a:gd name="connsiteY212" fmla="*/ 226222 h 513138"/>
                <a:gd name="connsiteX213" fmla="*/ 250854 w 683631"/>
                <a:gd name="connsiteY213" fmla="*/ 221389 h 513138"/>
                <a:gd name="connsiteX214" fmla="*/ 212524 w 683631"/>
                <a:gd name="connsiteY214" fmla="*/ 203807 h 513138"/>
                <a:gd name="connsiteX215" fmla="*/ 186194 w 683631"/>
                <a:gd name="connsiteY215" fmla="*/ 181225 h 513138"/>
                <a:gd name="connsiteX216" fmla="*/ 106617 w 683631"/>
                <a:gd name="connsiteY216" fmla="*/ 172976 h 513138"/>
                <a:gd name="connsiteX217" fmla="*/ 89202 w 683631"/>
                <a:gd name="connsiteY217" fmla="*/ 136146 h 513138"/>
                <a:gd name="connsiteX218" fmla="*/ 59955 w 683631"/>
                <a:gd name="connsiteY218" fmla="*/ 119314 h 513138"/>
                <a:gd name="connsiteX219" fmla="*/ 36124 w 683631"/>
                <a:gd name="connsiteY219" fmla="*/ 108566 h 513138"/>
                <a:gd name="connsiteX220" fmla="*/ 38957 w 683631"/>
                <a:gd name="connsiteY220" fmla="*/ 98650 h 513138"/>
                <a:gd name="connsiteX221" fmla="*/ 50456 w 683631"/>
                <a:gd name="connsiteY221" fmla="*/ 96816 h 513138"/>
                <a:gd name="connsiteX222" fmla="*/ 71621 w 683631"/>
                <a:gd name="connsiteY222" fmla="*/ 93900 h 513138"/>
                <a:gd name="connsiteX223" fmla="*/ 92285 w 683631"/>
                <a:gd name="connsiteY223" fmla="*/ 92400 h 513138"/>
                <a:gd name="connsiteX224" fmla="*/ 105701 w 683631"/>
                <a:gd name="connsiteY224" fmla="*/ 108982 h 513138"/>
                <a:gd name="connsiteX225" fmla="*/ 170612 w 683631"/>
                <a:gd name="connsiteY225" fmla="*/ 158061 h 513138"/>
                <a:gd name="connsiteX226" fmla="*/ 330597 w 683631"/>
                <a:gd name="connsiteY226" fmla="*/ 220972 h 513138"/>
                <a:gd name="connsiteX227" fmla="*/ 505165 w 683631"/>
                <a:gd name="connsiteY227" fmla="*/ 276800 h 513138"/>
                <a:gd name="connsiteX228" fmla="*/ 583074 w 683631"/>
                <a:gd name="connsiteY228" fmla="*/ 293132 h 513138"/>
                <a:gd name="connsiteX229" fmla="*/ 641152 w 683631"/>
                <a:gd name="connsiteY229" fmla="*/ 285050 h 513138"/>
                <a:gd name="connsiteX230" fmla="*/ 664234 w 683631"/>
                <a:gd name="connsiteY230" fmla="*/ 307714 h 513138"/>
                <a:gd name="connsiteX231" fmla="*/ 635320 w 683631"/>
                <a:gd name="connsiteY231" fmla="*/ 330712 h 513138"/>
                <a:gd name="connsiteX232" fmla="*/ 635320 w 683631"/>
                <a:gd name="connsiteY232" fmla="*/ 330712 h 513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683631" h="513138">
                  <a:moveTo>
                    <a:pt x="651652" y="276217"/>
                  </a:moveTo>
                  <a:cubicBezTo>
                    <a:pt x="657901" y="268551"/>
                    <a:pt x="661901" y="258385"/>
                    <a:pt x="663651" y="248969"/>
                  </a:cubicBezTo>
                  <a:cubicBezTo>
                    <a:pt x="665900" y="236887"/>
                    <a:pt x="661234" y="225805"/>
                    <a:pt x="658318" y="214223"/>
                  </a:cubicBezTo>
                  <a:cubicBezTo>
                    <a:pt x="654568" y="199224"/>
                    <a:pt x="646569" y="185892"/>
                    <a:pt x="636820" y="173976"/>
                  </a:cubicBezTo>
                  <a:cubicBezTo>
                    <a:pt x="631153" y="165144"/>
                    <a:pt x="624571" y="156811"/>
                    <a:pt x="616655" y="148728"/>
                  </a:cubicBezTo>
                  <a:cubicBezTo>
                    <a:pt x="596490" y="128064"/>
                    <a:pt x="573409" y="111732"/>
                    <a:pt x="548661" y="96983"/>
                  </a:cubicBezTo>
                  <a:cubicBezTo>
                    <a:pt x="498249" y="66819"/>
                    <a:pt x="444670" y="43488"/>
                    <a:pt x="388425" y="26573"/>
                  </a:cubicBezTo>
                  <a:cubicBezTo>
                    <a:pt x="332430" y="9658"/>
                    <a:pt x="276769" y="-3091"/>
                    <a:pt x="217857" y="659"/>
                  </a:cubicBezTo>
                  <a:cubicBezTo>
                    <a:pt x="192693" y="2242"/>
                    <a:pt x="167779" y="7408"/>
                    <a:pt x="144531" y="17324"/>
                  </a:cubicBezTo>
                  <a:cubicBezTo>
                    <a:pt x="125032" y="25656"/>
                    <a:pt x="101951" y="37239"/>
                    <a:pt x="91202" y="56570"/>
                  </a:cubicBezTo>
                  <a:cubicBezTo>
                    <a:pt x="85703" y="66486"/>
                    <a:pt x="85203" y="75152"/>
                    <a:pt x="87702" y="83151"/>
                  </a:cubicBezTo>
                  <a:cubicBezTo>
                    <a:pt x="83119" y="82651"/>
                    <a:pt x="78203" y="83151"/>
                    <a:pt x="74120" y="83401"/>
                  </a:cubicBezTo>
                  <a:cubicBezTo>
                    <a:pt x="59788" y="84234"/>
                    <a:pt x="40123" y="82984"/>
                    <a:pt x="26875" y="88984"/>
                  </a:cubicBezTo>
                  <a:cubicBezTo>
                    <a:pt x="18959" y="92567"/>
                    <a:pt x="13042" y="100566"/>
                    <a:pt x="16542" y="109148"/>
                  </a:cubicBezTo>
                  <a:cubicBezTo>
                    <a:pt x="20625" y="119314"/>
                    <a:pt x="37707" y="124981"/>
                    <a:pt x="46873" y="128730"/>
                  </a:cubicBezTo>
                  <a:cubicBezTo>
                    <a:pt x="55122" y="132146"/>
                    <a:pt x="64621" y="133063"/>
                    <a:pt x="72204" y="137979"/>
                  </a:cubicBezTo>
                  <a:cubicBezTo>
                    <a:pt x="59955" y="142229"/>
                    <a:pt x="47039" y="158978"/>
                    <a:pt x="43873" y="169310"/>
                  </a:cubicBezTo>
                  <a:cubicBezTo>
                    <a:pt x="40957" y="179142"/>
                    <a:pt x="43373" y="187725"/>
                    <a:pt x="48789" y="194641"/>
                  </a:cubicBezTo>
                  <a:cubicBezTo>
                    <a:pt x="37290" y="202057"/>
                    <a:pt x="27208" y="215722"/>
                    <a:pt x="27208" y="228805"/>
                  </a:cubicBezTo>
                  <a:cubicBezTo>
                    <a:pt x="23875" y="229221"/>
                    <a:pt x="20625" y="231637"/>
                    <a:pt x="18125" y="233721"/>
                  </a:cubicBezTo>
                  <a:cubicBezTo>
                    <a:pt x="10209" y="240220"/>
                    <a:pt x="4876" y="251969"/>
                    <a:pt x="2877" y="261718"/>
                  </a:cubicBezTo>
                  <a:cubicBezTo>
                    <a:pt x="-1540" y="283216"/>
                    <a:pt x="-2873" y="309381"/>
                    <a:pt x="13876" y="325962"/>
                  </a:cubicBezTo>
                  <a:cubicBezTo>
                    <a:pt x="32791" y="344794"/>
                    <a:pt x="60122" y="359126"/>
                    <a:pt x="83453" y="371708"/>
                  </a:cubicBezTo>
                  <a:cubicBezTo>
                    <a:pt x="110784" y="386457"/>
                    <a:pt x="139031" y="399289"/>
                    <a:pt x="167362" y="412121"/>
                  </a:cubicBezTo>
                  <a:cubicBezTo>
                    <a:pt x="196109" y="425120"/>
                    <a:pt x="222940" y="439869"/>
                    <a:pt x="252604" y="451034"/>
                  </a:cubicBezTo>
                  <a:cubicBezTo>
                    <a:pt x="282935" y="462450"/>
                    <a:pt x="313349" y="473533"/>
                    <a:pt x="344263" y="483448"/>
                  </a:cubicBezTo>
                  <a:cubicBezTo>
                    <a:pt x="402424" y="502197"/>
                    <a:pt x="465002" y="517945"/>
                    <a:pt x="526413" y="511779"/>
                  </a:cubicBezTo>
                  <a:cubicBezTo>
                    <a:pt x="539078" y="510529"/>
                    <a:pt x="554327" y="509196"/>
                    <a:pt x="565576" y="502780"/>
                  </a:cubicBezTo>
                  <a:cubicBezTo>
                    <a:pt x="577575" y="495947"/>
                    <a:pt x="587657" y="482948"/>
                    <a:pt x="594740" y="471449"/>
                  </a:cubicBezTo>
                  <a:cubicBezTo>
                    <a:pt x="608405" y="449202"/>
                    <a:pt x="612738" y="426537"/>
                    <a:pt x="600490" y="404872"/>
                  </a:cubicBezTo>
                  <a:cubicBezTo>
                    <a:pt x="604489" y="403122"/>
                    <a:pt x="608405" y="400956"/>
                    <a:pt x="612155" y="398539"/>
                  </a:cubicBezTo>
                  <a:cubicBezTo>
                    <a:pt x="621154" y="392540"/>
                    <a:pt x="629820" y="384041"/>
                    <a:pt x="634570" y="374125"/>
                  </a:cubicBezTo>
                  <a:cubicBezTo>
                    <a:pt x="638903" y="365126"/>
                    <a:pt x="638819" y="355460"/>
                    <a:pt x="639319" y="345794"/>
                  </a:cubicBezTo>
                  <a:cubicBezTo>
                    <a:pt x="651485" y="347377"/>
                    <a:pt x="664150" y="346377"/>
                    <a:pt x="673650" y="337712"/>
                  </a:cubicBezTo>
                  <a:cubicBezTo>
                    <a:pt x="698647" y="314797"/>
                    <a:pt x="671150" y="292132"/>
                    <a:pt x="651652" y="276217"/>
                  </a:cubicBezTo>
                  <a:lnTo>
                    <a:pt x="651652" y="276217"/>
                  </a:lnTo>
                  <a:close/>
                  <a:moveTo>
                    <a:pt x="148947" y="32989"/>
                  </a:moveTo>
                  <a:cubicBezTo>
                    <a:pt x="170778" y="23323"/>
                    <a:pt x="194026" y="18157"/>
                    <a:pt x="217774" y="16324"/>
                  </a:cubicBezTo>
                  <a:cubicBezTo>
                    <a:pt x="270686" y="12158"/>
                    <a:pt x="321431" y="22573"/>
                    <a:pt x="372010" y="36988"/>
                  </a:cubicBezTo>
                  <a:cubicBezTo>
                    <a:pt x="426922" y="52737"/>
                    <a:pt x="478834" y="73735"/>
                    <a:pt x="528996" y="100983"/>
                  </a:cubicBezTo>
                  <a:cubicBezTo>
                    <a:pt x="534995" y="104232"/>
                    <a:pt x="540912" y="107566"/>
                    <a:pt x="546661" y="111065"/>
                  </a:cubicBezTo>
                  <a:cubicBezTo>
                    <a:pt x="557493" y="118481"/>
                    <a:pt x="567909" y="126480"/>
                    <a:pt x="577825" y="135396"/>
                  </a:cubicBezTo>
                  <a:cubicBezTo>
                    <a:pt x="594990" y="150728"/>
                    <a:pt x="612822" y="166394"/>
                    <a:pt x="626654" y="184892"/>
                  </a:cubicBezTo>
                  <a:cubicBezTo>
                    <a:pt x="633903" y="194557"/>
                    <a:pt x="639986" y="205140"/>
                    <a:pt x="642819" y="216972"/>
                  </a:cubicBezTo>
                  <a:cubicBezTo>
                    <a:pt x="645735" y="229054"/>
                    <a:pt x="649985" y="240637"/>
                    <a:pt x="645902" y="252969"/>
                  </a:cubicBezTo>
                  <a:cubicBezTo>
                    <a:pt x="641236" y="267301"/>
                    <a:pt x="633153" y="273800"/>
                    <a:pt x="618571" y="276883"/>
                  </a:cubicBezTo>
                  <a:cubicBezTo>
                    <a:pt x="605572" y="279633"/>
                    <a:pt x="591657" y="280133"/>
                    <a:pt x="578492" y="278800"/>
                  </a:cubicBezTo>
                  <a:cubicBezTo>
                    <a:pt x="554160" y="276467"/>
                    <a:pt x="530329" y="270134"/>
                    <a:pt x="506748" y="264135"/>
                  </a:cubicBezTo>
                  <a:cubicBezTo>
                    <a:pt x="459086" y="252052"/>
                    <a:pt x="412506" y="236054"/>
                    <a:pt x="366594" y="218555"/>
                  </a:cubicBezTo>
                  <a:cubicBezTo>
                    <a:pt x="319515" y="200641"/>
                    <a:pt x="271603" y="184892"/>
                    <a:pt x="224857" y="165977"/>
                  </a:cubicBezTo>
                  <a:cubicBezTo>
                    <a:pt x="202275" y="156811"/>
                    <a:pt x="180444" y="146395"/>
                    <a:pt x="159613" y="133813"/>
                  </a:cubicBezTo>
                  <a:cubicBezTo>
                    <a:pt x="148030" y="126814"/>
                    <a:pt x="137531" y="118981"/>
                    <a:pt x="127865" y="109482"/>
                  </a:cubicBezTo>
                  <a:cubicBezTo>
                    <a:pt x="120116" y="101816"/>
                    <a:pt x="108617" y="92817"/>
                    <a:pt x="104284" y="82818"/>
                  </a:cubicBezTo>
                  <a:cubicBezTo>
                    <a:pt x="93619" y="58653"/>
                    <a:pt x="131365" y="40738"/>
                    <a:pt x="148947" y="32989"/>
                  </a:cubicBezTo>
                  <a:lnTo>
                    <a:pt x="148947" y="32989"/>
                  </a:lnTo>
                  <a:close/>
                  <a:moveTo>
                    <a:pt x="80286" y="257969"/>
                  </a:moveTo>
                  <a:cubicBezTo>
                    <a:pt x="96202" y="266634"/>
                    <a:pt x="115033" y="267885"/>
                    <a:pt x="132782" y="268134"/>
                  </a:cubicBezTo>
                  <a:cubicBezTo>
                    <a:pt x="141947" y="268301"/>
                    <a:pt x="149280" y="268384"/>
                    <a:pt x="156613" y="266218"/>
                  </a:cubicBezTo>
                  <a:cubicBezTo>
                    <a:pt x="160946" y="271634"/>
                    <a:pt x="166945" y="276050"/>
                    <a:pt x="175361" y="280550"/>
                  </a:cubicBezTo>
                  <a:cubicBezTo>
                    <a:pt x="175861" y="280800"/>
                    <a:pt x="176361" y="281050"/>
                    <a:pt x="176861" y="281300"/>
                  </a:cubicBezTo>
                  <a:cubicBezTo>
                    <a:pt x="166529" y="284550"/>
                    <a:pt x="156030" y="287382"/>
                    <a:pt x="145031" y="287466"/>
                  </a:cubicBezTo>
                  <a:cubicBezTo>
                    <a:pt x="126282" y="287633"/>
                    <a:pt x="106701" y="281133"/>
                    <a:pt x="89869" y="273217"/>
                  </a:cubicBezTo>
                  <a:cubicBezTo>
                    <a:pt x="74537" y="266051"/>
                    <a:pt x="56872" y="260468"/>
                    <a:pt x="46873" y="246053"/>
                  </a:cubicBezTo>
                  <a:cubicBezTo>
                    <a:pt x="38790" y="234471"/>
                    <a:pt x="38123" y="222388"/>
                    <a:pt x="48289" y="211473"/>
                  </a:cubicBezTo>
                  <a:cubicBezTo>
                    <a:pt x="51206" y="208390"/>
                    <a:pt x="54122" y="205390"/>
                    <a:pt x="56872" y="202140"/>
                  </a:cubicBezTo>
                  <a:cubicBezTo>
                    <a:pt x="58705" y="203473"/>
                    <a:pt x="60705" y="204640"/>
                    <a:pt x="62705" y="205723"/>
                  </a:cubicBezTo>
                  <a:cubicBezTo>
                    <a:pt x="66704" y="207806"/>
                    <a:pt x="70954" y="209139"/>
                    <a:pt x="74870" y="210889"/>
                  </a:cubicBezTo>
                  <a:cubicBezTo>
                    <a:pt x="57122" y="224722"/>
                    <a:pt x="58955" y="246386"/>
                    <a:pt x="80286" y="257969"/>
                  </a:cubicBezTo>
                  <a:lnTo>
                    <a:pt x="80286" y="257969"/>
                  </a:lnTo>
                  <a:close/>
                  <a:moveTo>
                    <a:pt x="78037" y="212723"/>
                  </a:moveTo>
                  <a:cubicBezTo>
                    <a:pt x="81286" y="214556"/>
                    <a:pt x="84036" y="217055"/>
                    <a:pt x="85786" y="220889"/>
                  </a:cubicBezTo>
                  <a:cubicBezTo>
                    <a:pt x="89119" y="228138"/>
                    <a:pt x="89619" y="234304"/>
                    <a:pt x="95952" y="240053"/>
                  </a:cubicBezTo>
                  <a:cubicBezTo>
                    <a:pt x="102868" y="246219"/>
                    <a:pt x="111700" y="248886"/>
                    <a:pt x="120783" y="249720"/>
                  </a:cubicBezTo>
                  <a:cubicBezTo>
                    <a:pt x="125449" y="250136"/>
                    <a:pt x="130365" y="250386"/>
                    <a:pt x="135115" y="250053"/>
                  </a:cubicBezTo>
                  <a:cubicBezTo>
                    <a:pt x="138531" y="249802"/>
                    <a:pt x="143781" y="247470"/>
                    <a:pt x="147947" y="247219"/>
                  </a:cubicBezTo>
                  <a:cubicBezTo>
                    <a:pt x="148697" y="250636"/>
                    <a:pt x="149697" y="253719"/>
                    <a:pt x="150863" y="256469"/>
                  </a:cubicBezTo>
                  <a:cubicBezTo>
                    <a:pt x="148447" y="256802"/>
                    <a:pt x="145947" y="257052"/>
                    <a:pt x="143447" y="257052"/>
                  </a:cubicBezTo>
                  <a:cubicBezTo>
                    <a:pt x="132532" y="257135"/>
                    <a:pt x="121616" y="256885"/>
                    <a:pt x="110700" y="255886"/>
                  </a:cubicBezTo>
                  <a:cubicBezTo>
                    <a:pt x="88286" y="253802"/>
                    <a:pt x="52456" y="236554"/>
                    <a:pt x="78037" y="212723"/>
                  </a:cubicBezTo>
                  <a:lnTo>
                    <a:pt x="78037" y="212723"/>
                  </a:lnTo>
                  <a:close/>
                  <a:moveTo>
                    <a:pt x="573492" y="472699"/>
                  </a:moveTo>
                  <a:cubicBezTo>
                    <a:pt x="565409" y="483365"/>
                    <a:pt x="557827" y="490198"/>
                    <a:pt x="544661" y="493197"/>
                  </a:cubicBezTo>
                  <a:cubicBezTo>
                    <a:pt x="533246" y="495780"/>
                    <a:pt x="521663" y="497530"/>
                    <a:pt x="509914" y="498280"/>
                  </a:cubicBezTo>
                  <a:cubicBezTo>
                    <a:pt x="458752" y="501780"/>
                    <a:pt x="405257" y="488615"/>
                    <a:pt x="356762" y="473449"/>
                  </a:cubicBezTo>
                  <a:cubicBezTo>
                    <a:pt x="310932" y="459117"/>
                    <a:pt x="263853" y="444285"/>
                    <a:pt x="219940" y="424704"/>
                  </a:cubicBezTo>
                  <a:cubicBezTo>
                    <a:pt x="197526" y="414788"/>
                    <a:pt x="176444" y="402539"/>
                    <a:pt x="153780" y="392957"/>
                  </a:cubicBezTo>
                  <a:cubicBezTo>
                    <a:pt x="132282" y="383874"/>
                    <a:pt x="110784" y="374208"/>
                    <a:pt x="90119" y="363459"/>
                  </a:cubicBezTo>
                  <a:cubicBezTo>
                    <a:pt x="76953" y="356626"/>
                    <a:pt x="65038" y="348877"/>
                    <a:pt x="52789" y="340711"/>
                  </a:cubicBezTo>
                  <a:cubicBezTo>
                    <a:pt x="42373" y="333795"/>
                    <a:pt x="29958" y="327296"/>
                    <a:pt x="21958" y="317380"/>
                  </a:cubicBezTo>
                  <a:cubicBezTo>
                    <a:pt x="10043" y="302631"/>
                    <a:pt x="8126" y="250802"/>
                    <a:pt x="29208" y="239804"/>
                  </a:cubicBezTo>
                  <a:cubicBezTo>
                    <a:pt x="34374" y="255302"/>
                    <a:pt x="48206" y="266801"/>
                    <a:pt x="62455" y="273634"/>
                  </a:cubicBezTo>
                  <a:cubicBezTo>
                    <a:pt x="99868" y="291549"/>
                    <a:pt x="152613" y="309631"/>
                    <a:pt x="191610" y="288133"/>
                  </a:cubicBezTo>
                  <a:cubicBezTo>
                    <a:pt x="189027" y="324296"/>
                    <a:pt x="231356" y="354543"/>
                    <a:pt x="261437" y="365209"/>
                  </a:cubicBezTo>
                  <a:cubicBezTo>
                    <a:pt x="283851" y="373208"/>
                    <a:pt x="330097" y="380458"/>
                    <a:pt x="350012" y="360043"/>
                  </a:cubicBezTo>
                  <a:cubicBezTo>
                    <a:pt x="356262" y="394539"/>
                    <a:pt x="393342" y="414121"/>
                    <a:pt x="425505" y="423203"/>
                  </a:cubicBezTo>
                  <a:cubicBezTo>
                    <a:pt x="441587" y="427787"/>
                    <a:pt x="460585" y="427287"/>
                    <a:pt x="476334" y="421454"/>
                  </a:cubicBezTo>
                  <a:cubicBezTo>
                    <a:pt x="484583" y="418454"/>
                    <a:pt x="495582" y="411622"/>
                    <a:pt x="501498" y="403039"/>
                  </a:cubicBezTo>
                  <a:cubicBezTo>
                    <a:pt x="512997" y="418621"/>
                    <a:pt x="522997" y="429787"/>
                    <a:pt x="545661" y="432703"/>
                  </a:cubicBezTo>
                  <a:cubicBezTo>
                    <a:pt x="563410" y="434953"/>
                    <a:pt x="581741" y="433703"/>
                    <a:pt x="588407" y="416038"/>
                  </a:cubicBezTo>
                  <a:cubicBezTo>
                    <a:pt x="590490" y="422454"/>
                    <a:pt x="591824" y="428953"/>
                    <a:pt x="590740" y="436119"/>
                  </a:cubicBezTo>
                  <a:cubicBezTo>
                    <a:pt x="588824" y="449451"/>
                    <a:pt x="581491" y="462200"/>
                    <a:pt x="573492" y="472699"/>
                  </a:cubicBezTo>
                  <a:lnTo>
                    <a:pt x="573492" y="472699"/>
                  </a:lnTo>
                  <a:close/>
                  <a:moveTo>
                    <a:pt x="249771" y="324962"/>
                  </a:moveTo>
                  <a:cubicBezTo>
                    <a:pt x="256604" y="334462"/>
                    <a:pt x="265603" y="341628"/>
                    <a:pt x="276935" y="344877"/>
                  </a:cubicBezTo>
                  <a:cubicBezTo>
                    <a:pt x="291767" y="349127"/>
                    <a:pt x="311266" y="350127"/>
                    <a:pt x="323931" y="340878"/>
                  </a:cubicBezTo>
                  <a:cubicBezTo>
                    <a:pt x="330680" y="344461"/>
                    <a:pt x="338096" y="346794"/>
                    <a:pt x="345762" y="347627"/>
                  </a:cubicBezTo>
                  <a:cubicBezTo>
                    <a:pt x="340346" y="353210"/>
                    <a:pt x="335430" y="356876"/>
                    <a:pt x="326848" y="358793"/>
                  </a:cubicBezTo>
                  <a:cubicBezTo>
                    <a:pt x="319182" y="360459"/>
                    <a:pt x="311516" y="360626"/>
                    <a:pt x="303683" y="360209"/>
                  </a:cubicBezTo>
                  <a:cubicBezTo>
                    <a:pt x="288018" y="359209"/>
                    <a:pt x="273019" y="356793"/>
                    <a:pt x="258437" y="350877"/>
                  </a:cubicBezTo>
                  <a:cubicBezTo>
                    <a:pt x="231773" y="340211"/>
                    <a:pt x="203109" y="314630"/>
                    <a:pt x="194359" y="286716"/>
                  </a:cubicBezTo>
                  <a:cubicBezTo>
                    <a:pt x="194359" y="286716"/>
                    <a:pt x="194359" y="286716"/>
                    <a:pt x="194443" y="286716"/>
                  </a:cubicBezTo>
                  <a:cubicBezTo>
                    <a:pt x="197276" y="287133"/>
                    <a:pt x="200192" y="287299"/>
                    <a:pt x="203109" y="287299"/>
                  </a:cubicBezTo>
                  <a:cubicBezTo>
                    <a:pt x="207942" y="287299"/>
                    <a:pt x="211775" y="286299"/>
                    <a:pt x="216441" y="285466"/>
                  </a:cubicBezTo>
                  <a:cubicBezTo>
                    <a:pt x="222774" y="284383"/>
                    <a:pt x="224190" y="283383"/>
                    <a:pt x="228606" y="288549"/>
                  </a:cubicBezTo>
                  <a:cubicBezTo>
                    <a:pt x="233689" y="294632"/>
                    <a:pt x="237272" y="300798"/>
                    <a:pt x="243605" y="305714"/>
                  </a:cubicBezTo>
                  <a:cubicBezTo>
                    <a:pt x="245272" y="312047"/>
                    <a:pt x="245188" y="318546"/>
                    <a:pt x="249771" y="324962"/>
                  </a:cubicBezTo>
                  <a:lnTo>
                    <a:pt x="249771" y="324962"/>
                  </a:lnTo>
                  <a:close/>
                  <a:moveTo>
                    <a:pt x="251104" y="310380"/>
                  </a:moveTo>
                  <a:cubicBezTo>
                    <a:pt x="258520" y="314380"/>
                    <a:pt x="266853" y="316963"/>
                    <a:pt x="275186" y="317963"/>
                  </a:cubicBezTo>
                  <a:cubicBezTo>
                    <a:pt x="285101" y="319046"/>
                    <a:pt x="295767" y="314463"/>
                    <a:pt x="303433" y="321879"/>
                  </a:cubicBezTo>
                  <a:cubicBezTo>
                    <a:pt x="308099" y="326379"/>
                    <a:pt x="311266" y="330795"/>
                    <a:pt x="315432" y="334795"/>
                  </a:cubicBezTo>
                  <a:cubicBezTo>
                    <a:pt x="313682" y="335711"/>
                    <a:pt x="311849" y="336461"/>
                    <a:pt x="309849" y="336961"/>
                  </a:cubicBezTo>
                  <a:cubicBezTo>
                    <a:pt x="299350" y="339378"/>
                    <a:pt x="284851" y="338878"/>
                    <a:pt x="274769" y="334711"/>
                  </a:cubicBezTo>
                  <a:cubicBezTo>
                    <a:pt x="268769" y="332212"/>
                    <a:pt x="263520" y="327879"/>
                    <a:pt x="259104" y="323296"/>
                  </a:cubicBezTo>
                  <a:cubicBezTo>
                    <a:pt x="255104" y="319130"/>
                    <a:pt x="253187" y="314797"/>
                    <a:pt x="251104" y="310380"/>
                  </a:cubicBezTo>
                  <a:lnTo>
                    <a:pt x="251104" y="310380"/>
                  </a:lnTo>
                  <a:close/>
                  <a:moveTo>
                    <a:pt x="357345" y="347544"/>
                  </a:moveTo>
                  <a:cubicBezTo>
                    <a:pt x="361011" y="347127"/>
                    <a:pt x="364677" y="346377"/>
                    <a:pt x="368260" y="345294"/>
                  </a:cubicBezTo>
                  <a:cubicBezTo>
                    <a:pt x="373760" y="343711"/>
                    <a:pt x="374926" y="342294"/>
                    <a:pt x="377926" y="345627"/>
                  </a:cubicBezTo>
                  <a:cubicBezTo>
                    <a:pt x="381593" y="356043"/>
                    <a:pt x="383009" y="367292"/>
                    <a:pt x="390925" y="375708"/>
                  </a:cubicBezTo>
                  <a:cubicBezTo>
                    <a:pt x="398424" y="383707"/>
                    <a:pt x="409840" y="388457"/>
                    <a:pt x="419839" y="392123"/>
                  </a:cubicBezTo>
                  <a:cubicBezTo>
                    <a:pt x="429338" y="395623"/>
                    <a:pt x="441087" y="399789"/>
                    <a:pt x="451420" y="398456"/>
                  </a:cubicBezTo>
                  <a:cubicBezTo>
                    <a:pt x="455336" y="397956"/>
                    <a:pt x="458752" y="396873"/>
                    <a:pt x="461919" y="394539"/>
                  </a:cubicBezTo>
                  <a:cubicBezTo>
                    <a:pt x="464252" y="392790"/>
                    <a:pt x="466002" y="389957"/>
                    <a:pt x="468085" y="387873"/>
                  </a:cubicBezTo>
                  <a:cubicBezTo>
                    <a:pt x="473001" y="390874"/>
                    <a:pt x="478334" y="393040"/>
                    <a:pt x="484000" y="394539"/>
                  </a:cubicBezTo>
                  <a:cubicBezTo>
                    <a:pt x="486916" y="395290"/>
                    <a:pt x="489833" y="395873"/>
                    <a:pt x="492833" y="396289"/>
                  </a:cubicBezTo>
                  <a:cubicBezTo>
                    <a:pt x="488916" y="400039"/>
                    <a:pt x="483083" y="405872"/>
                    <a:pt x="483333" y="405705"/>
                  </a:cubicBezTo>
                  <a:cubicBezTo>
                    <a:pt x="476001" y="411455"/>
                    <a:pt x="467252" y="413454"/>
                    <a:pt x="458252" y="414621"/>
                  </a:cubicBezTo>
                  <a:cubicBezTo>
                    <a:pt x="443920" y="416454"/>
                    <a:pt x="430422" y="414871"/>
                    <a:pt x="417006" y="409288"/>
                  </a:cubicBezTo>
                  <a:cubicBezTo>
                    <a:pt x="390092" y="398123"/>
                    <a:pt x="363011" y="384374"/>
                    <a:pt x="353595" y="355543"/>
                  </a:cubicBezTo>
                  <a:cubicBezTo>
                    <a:pt x="355012" y="353377"/>
                    <a:pt x="356262" y="350960"/>
                    <a:pt x="357178" y="348294"/>
                  </a:cubicBezTo>
                  <a:cubicBezTo>
                    <a:pt x="357261" y="348044"/>
                    <a:pt x="357261" y="347794"/>
                    <a:pt x="357345" y="347544"/>
                  </a:cubicBezTo>
                  <a:lnTo>
                    <a:pt x="357345" y="347544"/>
                  </a:lnTo>
                  <a:close/>
                  <a:moveTo>
                    <a:pt x="385092" y="353627"/>
                  </a:moveTo>
                  <a:cubicBezTo>
                    <a:pt x="396341" y="365459"/>
                    <a:pt x="409423" y="373375"/>
                    <a:pt x="427422" y="373291"/>
                  </a:cubicBezTo>
                  <a:cubicBezTo>
                    <a:pt x="440087" y="373208"/>
                    <a:pt x="447837" y="369625"/>
                    <a:pt x="457919" y="379791"/>
                  </a:cubicBezTo>
                  <a:cubicBezTo>
                    <a:pt x="458919" y="380791"/>
                    <a:pt x="460002" y="381791"/>
                    <a:pt x="461085" y="382707"/>
                  </a:cubicBezTo>
                  <a:cubicBezTo>
                    <a:pt x="460669" y="383207"/>
                    <a:pt x="460252" y="383707"/>
                    <a:pt x="459752" y="384124"/>
                  </a:cubicBezTo>
                  <a:cubicBezTo>
                    <a:pt x="450920" y="391456"/>
                    <a:pt x="444004" y="388957"/>
                    <a:pt x="433921" y="386040"/>
                  </a:cubicBezTo>
                  <a:cubicBezTo>
                    <a:pt x="423422" y="383041"/>
                    <a:pt x="411590" y="379708"/>
                    <a:pt x="402591" y="373375"/>
                  </a:cubicBezTo>
                  <a:cubicBezTo>
                    <a:pt x="396508" y="369125"/>
                    <a:pt x="390258" y="361209"/>
                    <a:pt x="385092" y="353627"/>
                  </a:cubicBezTo>
                  <a:lnTo>
                    <a:pt x="385092" y="353627"/>
                  </a:lnTo>
                  <a:close/>
                  <a:moveTo>
                    <a:pt x="503665" y="399372"/>
                  </a:moveTo>
                  <a:cubicBezTo>
                    <a:pt x="504082" y="398539"/>
                    <a:pt x="504415" y="397706"/>
                    <a:pt x="504665" y="396789"/>
                  </a:cubicBezTo>
                  <a:cubicBezTo>
                    <a:pt x="507081" y="396706"/>
                    <a:pt x="509498" y="396456"/>
                    <a:pt x="511914" y="396123"/>
                  </a:cubicBezTo>
                  <a:cubicBezTo>
                    <a:pt x="519747" y="394956"/>
                    <a:pt x="528496" y="390040"/>
                    <a:pt x="536579" y="394123"/>
                  </a:cubicBezTo>
                  <a:cubicBezTo>
                    <a:pt x="541328" y="396540"/>
                    <a:pt x="545161" y="401289"/>
                    <a:pt x="550077" y="403872"/>
                  </a:cubicBezTo>
                  <a:cubicBezTo>
                    <a:pt x="559160" y="408705"/>
                    <a:pt x="568576" y="410622"/>
                    <a:pt x="577908" y="410288"/>
                  </a:cubicBezTo>
                  <a:cubicBezTo>
                    <a:pt x="567826" y="424870"/>
                    <a:pt x="551244" y="425287"/>
                    <a:pt x="534579" y="421037"/>
                  </a:cubicBezTo>
                  <a:cubicBezTo>
                    <a:pt x="521247" y="417537"/>
                    <a:pt x="512914" y="408372"/>
                    <a:pt x="503665" y="399372"/>
                  </a:cubicBezTo>
                  <a:lnTo>
                    <a:pt x="503665" y="399372"/>
                  </a:lnTo>
                  <a:close/>
                  <a:moveTo>
                    <a:pt x="618405" y="373875"/>
                  </a:moveTo>
                  <a:cubicBezTo>
                    <a:pt x="609822" y="385541"/>
                    <a:pt x="594407" y="393123"/>
                    <a:pt x="580491" y="395623"/>
                  </a:cubicBezTo>
                  <a:cubicBezTo>
                    <a:pt x="562160" y="398956"/>
                    <a:pt x="553577" y="388207"/>
                    <a:pt x="539328" y="380374"/>
                  </a:cubicBezTo>
                  <a:cubicBezTo>
                    <a:pt x="530246" y="375375"/>
                    <a:pt x="521580" y="379208"/>
                    <a:pt x="511831" y="380374"/>
                  </a:cubicBezTo>
                  <a:cubicBezTo>
                    <a:pt x="497415" y="382207"/>
                    <a:pt x="481250" y="380624"/>
                    <a:pt x="469585" y="371042"/>
                  </a:cubicBezTo>
                  <a:cubicBezTo>
                    <a:pt x="460252" y="363376"/>
                    <a:pt x="458502" y="353543"/>
                    <a:pt x="445004" y="355210"/>
                  </a:cubicBezTo>
                  <a:cubicBezTo>
                    <a:pt x="429505" y="357126"/>
                    <a:pt x="416506" y="358960"/>
                    <a:pt x="402591" y="349293"/>
                  </a:cubicBezTo>
                  <a:cubicBezTo>
                    <a:pt x="394425" y="343627"/>
                    <a:pt x="392092" y="331295"/>
                    <a:pt x="383176" y="327379"/>
                  </a:cubicBezTo>
                  <a:cubicBezTo>
                    <a:pt x="372843" y="322796"/>
                    <a:pt x="358428" y="331962"/>
                    <a:pt x="347429" y="331045"/>
                  </a:cubicBezTo>
                  <a:cubicBezTo>
                    <a:pt x="330847" y="329629"/>
                    <a:pt x="322515" y="321213"/>
                    <a:pt x="312765" y="309130"/>
                  </a:cubicBezTo>
                  <a:cubicBezTo>
                    <a:pt x="307599" y="302715"/>
                    <a:pt x="303266" y="301631"/>
                    <a:pt x="295267" y="302798"/>
                  </a:cubicBezTo>
                  <a:cubicBezTo>
                    <a:pt x="280185" y="305047"/>
                    <a:pt x="266020" y="304214"/>
                    <a:pt x="252521" y="296215"/>
                  </a:cubicBezTo>
                  <a:cubicBezTo>
                    <a:pt x="244688" y="291632"/>
                    <a:pt x="241605" y="286799"/>
                    <a:pt x="236772" y="279717"/>
                  </a:cubicBezTo>
                  <a:cubicBezTo>
                    <a:pt x="235022" y="277217"/>
                    <a:pt x="233523" y="274550"/>
                    <a:pt x="230773" y="272884"/>
                  </a:cubicBezTo>
                  <a:cubicBezTo>
                    <a:pt x="223107" y="268218"/>
                    <a:pt x="214191" y="273551"/>
                    <a:pt x="205942" y="273217"/>
                  </a:cubicBezTo>
                  <a:cubicBezTo>
                    <a:pt x="193276" y="272717"/>
                    <a:pt x="178694" y="266968"/>
                    <a:pt x="168945" y="258385"/>
                  </a:cubicBezTo>
                  <a:cubicBezTo>
                    <a:pt x="168778" y="256635"/>
                    <a:pt x="167195" y="254886"/>
                    <a:pt x="165362" y="254552"/>
                  </a:cubicBezTo>
                  <a:cubicBezTo>
                    <a:pt x="161029" y="247886"/>
                    <a:pt x="162946" y="238470"/>
                    <a:pt x="155446" y="234387"/>
                  </a:cubicBezTo>
                  <a:cubicBezTo>
                    <a:pt x="145864" y="229138"/>
                    <a:pt x="130532" y="235887"/>
                    <a:pt x="119949" y="234387"/>
                  </a:cubicBezTo>
                  <a:cubicBezTo>
                    <a:pt x="108617" y="232804"/>
                    <a:pt x="103451" y="227555"/>
                    <a:pt x="98951" y="217806"/>
                  </a:cubicBezTo>
                  <a:cubicBezTo>
                    <a:pt x="97035" y="213639"/>
                    <a:pt x="96035" y="209556"/>
                    <a:pt x="92785" y="206223"/>
                  </a:cubicBezTo>
                  <a:cubicBezTo>
                    <a:pt x="85786" y="199057"/>
                    <a:pt x="75204" y="197307"/>
                    <a:pt x="66871" y="192474"/>
                  </a:cubicBezTo>
                  <a:cubicBezTo>
                    <a:pt x="55039" y="185642"/>
                    <a:pt x="52289" y="173976"/>
                    <a:pt x="59538" y="161810"/>
                  </a:cubicBezTo>
                  <a:cubicBezTo>
                    <a:pt x="63121" y="155811"/>
                    <a:pt x="70704" y="144479"/>
                    <a:pt x="78037" y="142979"/>
                  </a:cubicBezTo>
                  <a:cubicBezTo>
                    <a:pt x="82370" y="148978"/>
                    <a:pt x="82036" y="156061"/>
                    <a:pt x="84369" y="163560"/>
                  </a:cubicBezTo>
                  <a:cubicBezTo>
                    <a:pt x="88536" y="176726"/>
                    <a:pt x="96535" y="183725"/>
                    <a:pt x="109367" y="188308"/>
                  </a:cubicBezTo>
                  <a:cubicBezTo>
                    <a:pt x="123116" y="193224"/>
                    <a:pt x="136615" y="192975"/>
                    <a:pt x="151030" y="192641"/>
                  </a:cubicBezTo>
                  <a:cubicBezTo>
                    <a:pt x="159279" y="192391"/>
                    <a:pt x="167528" y="192058"/>
                    <a:pt x="175694" y="193308"/>
                  </a:cubicBezTo>
                  <a:cubicBezTo>
                    <a:pt x="191776" y="195724"/>
                    <a:pt x="194359" y="206640"/>
                    <a:pt x="203692" y="216972"/>
                  </a:cubicBezTo>
                  <a:cubicBezTo>
                    <a:pt x="212358" y="226638"/>
                    <a:pt x="224440" y="233554"/>
                    <a:pt x="237106" y="236137"/>
                  </a:cubicBezTo>
                  <a:cubicBezTo>
                    <a:pt x="256104" y="239970"/>
                    <a:pt x="278185" y="235054"/>
                    <a:pt x="295684" y="243887"/>
                  </a:cubicBezTo>
                  <a:cubicBezTo>
                    <a:pt x="309016" y="250636"/>
                    <a:pt x="318265" y="263218"/>
                    <a:pt x="331514" y="270301"/>
                  </a:cubicBezTo>
                  <a:cubicBezTo>
                    <a:pt x="347012" y="278550"/>
                    <a:pt x="364677" y="280467"/>
                    <a:pt x="381926" y="280300"/>
                  </a:cubicBezTo>
                  <a:cubicBezTo>
                    <a:pt x="390758" y="280217"/>
                    <a:pt x="399424" y="279800"/>
                    <a:pt x="408007" y="282716"/>
                  </a:cubicBezTo>
                  <a:cubicBezTo>
                    <a:pt x="418006" y="286049"/>
                    <a:pt x="427255" y="292465"/>
                    <a:pt x="436338" y="297548"/>
                  </a:cubicBezTo>
                  <a:cubicBezTo>
                    <a:pt x="449920" y="305131"/>
                    <a:pt x="463085" y="313463"/>
                    <a:pt x="478667" y="316130"/>
                  </a:cubicBezTo>
                  <a:cubicBezTo>
                    <a:pt x="495916" y="319046"/>
                    <a:pt x="514831" y="314463"/>
                    <a:pt x="531579" y="320213"/>
                  </a:cubicBezTo>
                  <a:cubicBezTo>
                    <a:pt x="539328" y="322879"/>
                    <a:pt x="544745" y="329045"/>
                    <a:pt x="552244" y="332212"/>
                  </a:cubicBezTo>
                  <a:cubicBezTo>
                    <a:pt x="559410" y="335295"/>
                    <a:pt x="567243" y="335462"/>
                    <a:pt x="574908" y="335129"/>
                  </a:cubicBezTo>
                  <a:cubicBezTo>
                    <a:pt x="587157" y="334545"/>
                    <a:pt x="597740" y="334378"/>
                    <a:pt x="609739" y="337878"/>
                  </a:cubicBezTo>
                  <a:cubicBezTo>
                    <a:pt x="615572" y="339545"/>
                    <a:pt x="621238" y="341544"/>
                    <a:pt x="626987" y="343127"/>
                  </a:cubicBezTo>
                  <a:cubicBezTo>
                    <a:pt x="624904" y="353710"/>
                    <a:pt x="625404" y="364375"/>
                    <a:pt x="618405" y="373875"/>
                  </a:cubicBezTo>
                  <a:lnTo>
                    <a:pt x="618405" y="373875"/>
                  </a:lnTo>
                  <a:close/>
                  <a:moveTo>
                    <a:pt x="635320" y="330712"/>
                  </a:moveTo>
                  <a:cubicBezTo>
                    <a:pt x="621238" y="328212"/>
                    <a:pt x="608489" y="321296"/>
                    <a:pt x="594157" y="319630"/>
                  </a:cubicBezTo>
                  <a:cubicBezTo>
                    <a:pt x="579575" y="317963"/>
                    <a:pt x="566243" y="322463"/>
                    <a:pt x="552827" y="314297"/>
                  </a:cubicBezTo>
                  <a:cubicBezTo>
                    <a:pt x="541828" y="307631"/>
                    <a:pt x="533162" y="303215"/>
                    <a:pt x="519997" y="301798"/>
                  </a:cubicBezTo>
                  <a:cubicBezTo>
                    <a:pt x="506748" y="300465"/>
                    <a:pt x="493249" y="302548"/>
                    <a:pt x="480084" y="300715"/>
                  </a:cubicBezTo>
                  <a:cubicBezTo>
                    <a:pt x="450920" y="296549"/>
                    <a:pt x="428755" y="271217"/>
                    <a:pt x="399341" y="267718"/>
                  </a:cubicBezTo>
                  <a:cubicBezTo>
                    <a:pt x="387592" y="266301"/>
                    <a:pt x="375676" y="268051"/>
                    <a:pt x="363927" y="266301"/>
                  </a:cubicBezTo>
                  <a:cubicBezTo>
                    <a:pt x="346596" y="263802"/>
                    <a:pt x="333514" y="256635"/>
                    <a:pt x="320598" y="245053"/>
                  </a:cubicBezTo>
                  <a:cubicBezTo>
                    <a:pt x="312182" y="237554"/>
                    <a:pt x="304016" y="229888"/>
                    <a:pt x="293101" y="226222"/>
                  </a:cubicBezTo>
                  <a:cubicBezTo>
                    <a:pt x="279685" y="221722"/>
                    <a:pt x="264770" y="222639"/>
                    <a:pt x="250854" y="221389"/>
                  </a:cubicBezTo>
                  <a:cubicBezTo>
                    <a:pt x="236106" y="220138"/>
                    <a:pt x="222524" y="215389"/>
                    <a:pt x="212524" y="203807"/>
                  </a:cubicBezTo>
                  <a:cubicBezTo>
                    <a:pt x="204025" y="193891"/>
                    <a:pt x="199776" y="185059"/>
                    <a:pt x="186194" y="181225"/>
                  </a:cubicBezTo>
                  <a:cubicBezTo>
                    <a:pt x="160696" y="173976"/>
                    <a:pt x="130282" y="186975"/>
                    <a:pt x="106617" y="172976"/>
                  </a:cubicBezTo>
                  <a:cubicBezTo>
                    <a:pt x="92369" y="164560"/>
                    <a:pt x="97618" y="148145"/>
                    <a:pt x="89202" y="136146"/>
                  </a:cubicBezTo>
                  <a:cubicBezTo>
                    <a:pt x="82286" y="126397"/>
                    <a:pt x="70787" y="122731"/>
                    <a:pt x="59955" y="119314"/>
                  </a:cubicBezTo>
                  <a:cubicBezTo>
                    <a:pt x="52789" y="117064"/>
                    <a:pt x="41956" y="113732"/>
                    <a:pt x="36124" y="108566"/>
                  </a:cubicBezTo>
                  <a:cubicBezTo>
                    <a:pt x="32541" y="105316"/>
                    <a:pt x="23208" y="107065"/>
                    <a:pt x="38957" y="98650"/>
                  </a:cubicBezTo>
                  <a:cubicBezTo>
                    <a:pt x="41873" y="97067"/>
                    <a:pt x="47206" y="97400"/>
                    <a:pt x="50456" y="96816"/>
                  </a:cubicBezTo>
                  <a:cubicBezTo>
                    <a:pt x="57455" y="95650"/>
                    <a:pt x="64538" y="94650"/>
                    <a:pt x="71621" y="93900"/>
                  </a:cubicBezTo>
                  <a:cubicBezTo>
                    <a:pt x="76203" y="93400"/>
                    <a:pt x="86203" y="91234"/>
                    <a:pt x="92285" y="92400"/>
                  </a:cubicBezTo>
                  <a:cubicBezTo>
                    <a:pt x="95785" y="98150"/>
                    <a:pt x="100535" y="103566"/>
                    <a:pt x="105701" y="108982"/>
                  </a:cubicBezTo>
                  <a:cubicBezTo>
                    <a:pt x="125116" y="129397"/>
                    <a:pt x="145864" y="144562"/>
                    <a:pt x="170612" y="158061"/>
                  </a:cubicBezTo>
                  <a:cubicBezTo>
                    <a:pt x="220524" y="185308"/>
                    <a:pt x="276769" y="203390"/>
                    <a:pt x="330597" y="220972"/>
                  </a:cubicBezTo>
                  <a:cubicBezTo>
                    <a:pt x="388675" y="240053"/>
                    <a:pt x="445753" y="261885"/>
                    <a:pt x="505165" y="276800"/>
                  </a:cubicBezTo>
                  <a:cubicBezTo>
                    <a:pt x="530662" y="283216"/>
                    <a:pt x="556744" y="290965"/>
                    <a:pt x="583074" y="293132"/>
                  </a:cubicBezTo>
                  <a:cubicBezTo>
                    <a:pt x="600573" y="294548"/>
                    <a:pt x="624737" y="294548"/>
                    <a:pt x="641152" y="285050"/>
                  </a:cubicBezTo>
                  <a:cubicBezTo>
                    <a:pt x="649069" y="292299"/>
                    <a:pt x="658318" y="298881"/>
                    <a:pt x="664234" y="307714"/>
                  </a:cubicBezTo>
                  <a:cubicBezTo>
                    <a:pt x="678233" y="329545"/>
                    <a:pt x="649235" y="333128"/>
                    <a:pt x="635320" y="330712"/>
                  </a:cubicBezTo>
                  <a:lnTo>
                    <a:pt x="635320" y="330712"/>
                  </a:lnTo>
                  <a:close/>
                </a:path>
              </a:pathLst>
            </a:custGeom>
            <a:grpFill/>
            <a:ln w="8332" cap="flat">
              <a:noFill/>
              <a:prstDash val="solid"/>
              <a:miter/>
            </a:ln>
          </p:spPr>
          <p:txBody>
            <a:bodyPr rtlCol="0" anchor="ctr"/>
            <a:lstStyle/>
            <a:p>
              <a:endParaRPr lang="en-US"/>
            </a:p>
          </p:txBody>
        </p:sp>
        <p:sp>
          <p:nvSpPr>
            <p:cNvPr id="2368" name="Freeform: Shape 2367"/>
            <p:cNvSpPr/>
            <p:nvPr/>
          </p:nvSpPr>
          <p:spPr>
            <a:xfrm>
              <a:off x="1151703" y="5759563"/>
              <a:ext cx="375970" cy="724319"/>
            </a:xfrm>
            <a:custGeom>
              <a:avLst/>
              <a:gdLst>
                <a:gd name="connsiteX0" fmla="*/ 375514 w 375970"/>
                <a:gd name="connsiteY0" fmla="*/ 135166 h 724319"/>
                <a:gd name="connsiteX1" fmla="*/ 351266 w 375970"/>
                <a:gd name="connsiteY1" fmla="*/ 120084 h 724319"/>
                <a:gd name="connsiteX2" fmla="*/ 358016 w 375970"/>
                <a:gd name="connsiteY2" fmla="*/ 93254 h 724319"/>
                <a:gd name="connsiteX3" fmla="*/ 350350 w 375970"/>
                <a:gd name="connsiteY3" fmla="*/ 88004 h 724319"/>
                <a:gd name="connsiteX4" fmla="*/ 331435 w 375970"/>
                <a:gd name="connsiteY4" fmla="*/ 83088 h 724319"/>
                <a:gd name="connsiteX5" fmla="*/ 339934 w 375970"/>
                <a:gd name="connsiteY5" fmla="*/ 63256 h 724319"/>
                <a:gd name="connsiteX6" fmla="*/ 344850 w 375970"/>
                <a:gd name="connsiteY6" fmla="*/ 51507 h 724319"/>
                <a:gd name="connsiteX7" fmla="*/ 311520 w 375970"/>
                <a:gd name="connsiteY7" fmla="*/ 37842 h 724319"/>
                <a:gd name="connsiteX8" fmla="*/ 275523 w 375970"/>
                <a:gd name="connsiteY8" fmla="*/ 38008 h 724319"/>
                <a:gd name="connsiteX9" fmla="*/ 268191 w 375970"/>
                <a:gd name="connsiteY9" fmla="*/ 60923 h 724319"/>
                <a:gd name="connsiteX10" fmla="*/ 261358 w 375970"/>
                <a:gd name="connsiteY10" fmla="*/ 84421 h 724319"/>
                <a:gd name="connsiteX11" fmla="*/ 247359 w 375970"/>
                <a:gd name="connsiteY11" fmla="*/ 86088 h 724319"/>
                <a:gd name="connsiteX12" fmla="*/ 252942 w 375970"/>
                <a:gd name="connsiteY12" fmla="*/ 61173 h 724319"/>
                <a:gd name="connsiteX13" fmla="*/ 259691 w 375970"/>
                <a:gd name="connsiteY13" fmla="*/ 39758 h 724319"/>
                <a:gd name="connsiteX14" fmla="*/ 240360 w 375970"/>
                <a:gd name="connsiteY14" fmla="*/ 26010 h 724319"/>
                <a:gd name="connsiteX15" fmla="*/ 216695 w 375970"/>
                <a:gd name="connsiteY15" fmla="*/ 22510 h 724319"/>
                <a:gd name="connsiteX16" fmla="*/ 206363 w 375970"/>
                <a:gd name="connsiteY16" fmla="*/ 25593 h 724319"/>
                <a:gd name="connsiteX17" fmla="*/ 202613 w 375970"/>
                <a:gd name="connsiteY17" fmla="*/ 42424 h 724319"/>
                <a:gd name="connsiteX18" fmla="*/ 200697 w 375970"/>
                <a:gd name="connsiteY18" fmla="*/ 59673 h 724319"/>
                <a:gd name="connsiteX19" fmla="*/ 200697 w 375970"/>
                <a:gd name="connsiteY19" fmla="*/ 59756 h 724319"/>
                <a:gd name="connsiteX20" fmla="*/ 197030 w 375970"/>
                <a:gd name="connsiteY20" fmla="*/ 59756 h 724319"/>
                <a:gd name="connsiteX21" fmla="*/ 177199 w 375970"/>
                <a:gd name="connsiteY21" fmla="*/ 56423 h 724319"/>
                <a:gd name="connsiteX22" fmla="*/ 182365 w 375970"/>
                <a:gd name="connsiteY22" fmla="*/ 33426 h 724319"/>
                <a:gd name="connsiteX23" fmla="*/ 185448 w 375970"/>
                <a:gd name="connsiteY23" fmla="*/ 13594 h 724319"/>
                <a:gd name="connsiteX24" fmla="*/ 149868 w 375970"/>
                <a:gd name="connsiteY24" fmla="*/ 3345 h 724319"/>
                <a:gd name="connsiteX25" fmla="*/ 125620 w 375970"/>
                <a:gd name="connsiteY25" fmla="*/ 12 h 724319"/>
                <a:gd name="connsiteX26" fmla="*/ 115621 w 375970"/>
                <a:gd name="connsiteY26" fmla="*/ 4845 h 724319"/>
                <a:gd name="connsiteX27" fmla="*/ 111871 w 375970"/>
                <a:gd name="connsiteY27" fmla="*/ 25176 h 724319"/>
                <a:gd name="connsiteX28" fmla="*/ 111788 w 375970"/>
                <a:gd name="connsiteY28" fmla="*/ 40508 h 724319"/>
                <a:gd name="connsiteX29" fmla="*/ 91123 w 375970"/>
                <a:gd name="connsiteY29" fmla="*/ 38758 h 724319"/>
                <a:gd name="connsiteX30" fmla="*/ 92706 w 375970"/>
                <a:gd name="connsiteY30" fmla="*/ 16094 h 724319"/>
                <a:gd name="connsiteX31" fmla="*/ 87957 w 375970"/>
                <a:gd name="connsiteY31" fmla="*/ 10677 h 724319"/>
                <a:gd name="connsiteX32" fmla="*/ 63792 w 375970"/>
                <a:gd name="connsiteY32" fmla="*/ 12594 h 724319"/>
                <a:gd name="connsiteX33" fmla="*/ 36461 w 375970"/>
                <a:gd name="connsiteY33" fmla="*/ 16261 h 724319"/>
                <a:gd name="connsiteX34" fmla="*/ 27879 w 375970"/>
                <a:gd name="connsiteY34" fmla="*/ 53174 h 724319"/>
                <a:gd name="connsiteX35" fmla="*/ 28462 w 375970"/>
                <a:gd name="connsiteY35" fmla="*/ 62923 h 724319"/>
                <a:gd name="connsiteX36" fmla="*/ 4881 w 375970"/>
                <a:gd name="connsiteY36" fmla="*/ 81921 h 724319"/>
                <a:gd name="connsiteX37" fmla="*/ 13464 w 375970"/>
                <a:gd name="connsiteY37" fmla="*/ 123084 h 724319"/>
                <a:gd name="connsiteX38" fmla="*/ 17130 w 375970"/>
                <a:gd name="connsiteY38" fmla="*/ 142499 h 724319"/>
                <a:gd name="connsiteX39" fmla="*/ 13713 w 375970"/>
                <a:gd name="connsiteY39" fmla="*/ 149165 h 724319"/>
                <a:gd name="connsiteX40" fmla="*/ 10714 w 375970"/>
                <a:gd name="connsiteY40" fmla="*/ 262488 h 724319"/>
                <a:gd name="connsiteX41" fmla="*/ 12380 w 375970"/>
                <a:gd name="connsiteY41" fmla="*/ 313317 h 724319"/>
                <a:gd name="connsiteX42" fmla="*/ 13547 w 375970"/>
                <a:gd name="connsiteY42" fmla="*/ 323566 h 724319"/>
                <a:gd name="connsiteX43" fmla="*/ 8631 w 375970"/>
                <a:gd name="connsiteY43" fmla="*/ 406225 h 724319"/>
                <a:gd name="connsiteX44" fmla="*/ 1381 w 375970"/>
                <a:gd name="connsiteY44" fmla="*/ 634621 h 724319"/>
                <a:gd name="connsiteX45" fmla="*/ 631 w 375970"/>
                <a:gd name="connsiteY45" fmla="*/ 685367 h 724319"/>
                <a:gd name="connsiteX46" fmla="*/ 12630 w 375970"/>
                <a:gd name="connsiteY46" fmla="*/ 721697 h 724319"/>
                <a:gd name="connsiteX47" fmla="*/ 38045 w 375970"/>
                <a:gd name="connsiteY47" fmla="*/ 713864 h 724319"/>
                <a:gd name="connsiteX48" fmla="*/ 72208 w 375970"/>
                <a:gd name="connsiteY48" fmla="*/ 664619 h 724319"/>
                <a:gd name="connsiteX49" fmla="*/ 201530 w 375970"/>
                <a:gd name="connsiteY49" fmla="*/ 457554 h 724319"/>
                <a:gd name="connsiteX50" fmla="*/ 269940 w 375970"/>
                <a:gd name="connsiteY50" fmla="*/ 340981 h 724319"/>
                <a:gd name="connsiteX51" fmla="*/ 304271 w 375970"/>
                <a:gd name="connsiteY51" fmla="*/ 282236 h 724319"/>
                <a:gd name="connsiteX52" fmla="*/ 332518 w 375970"/>
                <a:gd name="connsiteY52" fmla="*/ 229158 h 724319"/>
                <a:gd name="connsiteX53" fmla="*/ 329268 w 375970"/>
                <a:gd name="connsiteY53" fmla="*/ 221492 h 724319"/>
                <a:gd name="connsiteX54" fmla="*/ 340517 w 375970"/>
                <a:gd name="connsiteY54" fmla="*/ 203577 h 724319"/>
                <a:gd name="connsiteX55" fmla="*/ 365765 w 375970"/>
                <a:gd name="connsiteY55" fmla="*/ 161664 h 724319"/>
                <a:gd name="connsiteX56" fmla="*/ 375514 w 375970"/>
                <a:gd name="connsiteY56" fmla="*/ 135166 h 724319"/>
                <a:gd name="connsiteX57" fmla="*/ 375514 w 375970"/>
                <a:gd name="connsiteY57" fmla="*/ 135166 h 724319"/>
                <a:gd name="connsiteX58" fmla="*/ 331185 w 375970"/>
                <a:gd name="connsiteY58" fmla="*/ 96586 h 724319"/>
                <a:gd name="connsiteX59" fmla="*/ 341101 w 375970"/>
                <a:gd name="connsiteY59" fmla="*/ 99003 h 724319"/>
                <a:gd name="connsiteX60" fmla="*/ 344350 w 375970"/>
                <a:gd name="connsiteY60" fmla="*/ 104419 h 724319"/>
                <a:gd name="connsiteX61" fmla="*/ 329352 w 375970"/>
                <a:gd name="connsiteY61" fmla="*/ 140999 h 724319"/>
                <a:gd name="connsiteX62" fmla="*/ 286356 w 375970"/>
                <a:gd name="connsiteY62" fmla="*/ 231908 h 724319"/>
                <a:gd name="connsiteX63" fmla="*/ 247692 w 375970"/>
                <a:gd name="connsiteY63" fmla="*/ 241740 h 724319"/>
                <a:gd name="connsiteX64" fmla="*/ 247526 w 375970"/>
                <a:gd name="connsiteY64" fmla="*/ 241740 h 724319"/>
                <a:gd name="connsiteX65" fmla="*/ 247609 w 375970"/>
                <a:gd name="connsiteY65" fmla="*/ 241407 h 724319"/>
                <a:gd name="connsiteX66" fmla="*/ 284106 w 375970"/>
                <a:gd name="connsiteY66" fmla="*/ 157331 h 724319"/>
                <a:gd name="connsiteX67" fmla="*/ 300188 w 375970"/>
                <a:gd name="connsiteY67" fmla="*/ 115585 h 724319"/>
                <a:gd name="connsiteX68" fmla="*/ 308770 w 375970"/>
                <a:gd name="connsiteY68" fmla="*/ 97336 h 724319"/>
                <a:gd name="connsiteX69" fmla="*/ 312853 w 375970"/>
                <a:gd name="connsiteY69" fmla="*/ 89004 h 724319"/>
                <a:gd name="connsiteX70" fmla="*/ 317186 w 375970"/>
                <a:gd name="connsiteY70" fmla="*/ 89753 h 724319"/>
                <a:gd name="connsiteX71" fmla="*/ 318019 w 375970"/>
                <a:gd name="connsiteY71" fmla="*/ 90171 h 724319"/>
                <a:gd name="connsiteX72" fmla="*/ 324352 w 375970"/>
                <a:gd name="connsiteY72" fmla="*/ 93420 h 724319"/>
                <a:gd name="connsiteX73" fmla="*/ 331185 w 375970"/>
                <a:gd name="connsiteY73" fmla="*/ 96586 h 724319"/>
                <a:gd name="connsiteX74" fmla="*/ 331185 w 375970"/>
                <a:gd name="connsiteY74" fmla="*/ 96586 h 724319"/>
                <a:gd name="connsiteX75" fmla="*/ 284189 w 375970"/>
                <a:gd name="connsiteY75" fmla="*/ 43258 h 724319"/>
                <a:gd name="connsiteX76" fmla="*/ 306854 w 375970"/>
                <a:gd name="connsiteY76" fmla="*/ 48091 h 724319"/>
                <a:gd name="connsiteX77" fmla="*/ 328685 w 375970"/>
                <a:gd name="connsiteY77" fmla="*/ 52840 h 724319"/>
                <a:gd name="connsiteX78" fmla="*/ 332435 w 375970"/>
                <a:gd name="connsiteY78" fmla="*/ 52757 h 724319"/>
                <a:gd name="connsiteX79" fmla="*/ 329935 w 375970"/>
                <a:gd name="connsiteY79" fmla="*/ 56507 h 724319"/>
                <a:gd name="connsiteX80" fmla="*/ 320102 w 375970"/>
                <a:gd name="connsiteY80" fmla="*/ 77921 h 724319"/>
                <a:gd name="connsiteX81" fmla="*/ 304104 w 375970"/>
                <a:gd name="connsiteY81" fmla="*/ 80338 h 724319"/>
                <a:gd name="connsiteX82" fmla="*/ 282939 w 375970"/>
                <a:gd name="connsiteY82" fmla="*/ 127167 h 724319"/>
                <a:gd name="connsiteX83" fmla="*/ 253775 w 375970"/>
                <a:gd name="connsiteY83" fmla="*/ 207910 h 724319"/>
                <a:gd name="connsiteX84" fmla="*/ 269940 w 375970"/>
                <a:gd name="connsiteY84" fmla="*/ 130500 h 724319"/>
                <a:gd name="connsiteX85" fmla="*/ 277440 w 375970"/>
                <a:gd name="connsiteY85" fmla="*/ 90337 h 724319"/>
                <a:gd name="connsiteX86" fmla="*/ 270357 w 375970"/>
                <a:gd name="connsiteY86" fmla="*/ 85254 h 724319"/>
                <a:gd name="connsiteX87" fmla="*/ 278440 w 375970"/>
                <a:gd name="connsiteY87" fmla="*/ 68172 h 724319"/>
                <a:gd name="connsiteX88" fmla="*/ 284189 w 375970"/>
                <a:gd name="connsiteY88" fmla="*/ 43258 h 724319"/>
                <a:gd name="connsiteX89" fmla="*/ 284189 w 375970"/>
                <a:gd name="connsiteY89" fmla="*/ 43258 h 724319"/>
                <a:gd name="connsiteX90" fmla="*/ 255525 w 375970"/>
                <a:gd name="connsiteY90" fmla="*/ 97003 h 724319"/>
                <a:gd name="connsiteX91" fmla="*/ 265357 w 375970"/>
                <a:gd name="connsiteY91" fmla="*/ 105169 h 724319"/>
                <a:gd name="connsiteX92" fmla="*/ 254109 w 375970"/>
                <a:gd name="connsiteY92" fmla="*/ 149915 h 724319"/>
                <a:gd name="connsiteX93" fmla="*/ 235860 w 375970"/>
                <a:gd name="connsiteY93" fmla="*/ 243406 h 724319"/>
                <a:gd name="connsiteX94" fmla="*/ 204946 w 375970"/>
                <a:gd name="connsiteY94" fmla="*/ 245740 h 724319"/>
                <a:gd name="connsiteX95" fmla="*/ 213029 w 375970"/>
                <a:gd name="connsiteY95" fmla="*/ 209076 h 724319"/>
                <a:gd name="connsiteX96" fmla="*/ 220528 w 375970"/>
                <a:gd name="connsiteY96" fmla="*/ 159831 h 724319"/>
                <a:gd name="connsiteX97" fmla="*/ 223278 w 375970"/>
                <a:gd name="connsiteY97" fmla="*/ 119584 h 724319"/>
                <a:gd name="connsiteX98" fmla="*/ 223778 w 375970"/>
                <a:gd name="connsiteY98" fmla="*/ 96670 h 724319"/>
                <a:gd name="connsiteX99" fmla="*/ 237860 w 375970"/>
                <a:gd name="connsiteY99" fmla="*/ 97920 h 724319"/>
                <a:gd name="connsiteX100" fmla="*/ 255525 w 375970"/>
                <a:gd name="connsiteY100" fmla="*/ 97003 h 724319"/>
                <a:gd name="connsiteX101" fmla="*/ 255525 w 375970"/>
                <a:gd name="connsiteY101" fmla="*/ 97003 h 724319"/>
                <a:gd name="connsiteX102" fmla="*/ 213695 w 375970"/>
                <a:gd name="connsiteY102" fmla="*/ 72422 h 724319"/>
                <a:gd name="connsiteX103" fmla="*/ 206446 w 375970"/>
                <a:gd name="connsiteY103" fmla="*/ 60507 h 724319"/>
                <a:gd name="connsiteX104" fmla="*/ 212779 w 375970"/>
                <a:gd name="connsiteY104" fmla="*/ 44425 h 724319"/>
                <a:gd name="connsiteX105" fmla="*/ 214779 w 375970"/>
                <a:gd name="connsiteY105" fmla="*/ 33426 h 724319"/>
                <a:gd name="connsiteX106" fmla="*/ 232110 w 375970"/>
                <a:gd name="connsiteY106" fmla="*/ 36258 h 724319"/>
                <a:gd name="connsiteX107" fmla="*/ 246859 w 375970"/>
                <a:gd name="connsiteY107" fmla="*/ 37258 h 724319"/>
                <a:gd name="connsiteX108" fmla="*/ 248359 w 375970"/>
                <a:gd name="connsiteY108" fmla="*/ 42008 h 724319"/>
                <a:gd name="connsiteX109" fmla="*/ 245276 w 375970"/>
                <a:gd name="connsiteY109" fmla="*/ 49507 h 724319"/>
                <a:gd name="connsiteX110" fmla="*/ 235693 w 375970"/>
                <a:gd name="connsiteY110" fmla="*/ 85921 h 724319"/>
                <a:gd name="connsiteX111" fmla="*/ 213362 w 375970"/>
                <a:gd name="connsiteY111" fmla="*/ 89753 h 724319"/>
                <a:gd name="connsiteX112" fmla="*/ 210612 w 375970"/>
                <a:gd name="connsiteY112" fmla="*/ 105919 h 724319"/>
                <a:gd name="connsiteX113" fmla="*/ 209696 w 375970"/>
                <a:gd name="connsiteY113" fmla="*/ 133083 h 724319"/>
                <a:gd name="connsiteX114" fmla="*/ 198197 w 375970"/>
                <a:gd name="connsiteY114" fmla="*/ 245823 h 724319"/>
                <a:gd name="connsiteX115" fmla="*/ 166117 w 375970"/>
                <a:gd name="connsiteY115" fmla="*/ 243573 h 724319"/>
                <a:gd name="connsiteX116" fmla="*/ 171366 w 375970"/>
                <a:gd name="connsiteY116" fmla="*/ 226241 h 724319"/>
                <a:gd name="connsiteX117" fmla="*/ 180448 w 375970"/>
                <a:gd name="connsiteY117" fmla="*/ 189911 h 724319"/>
                <a:gd name="connsiteX118" fmla="*/ 199530 w 375970"/>
                <a:gd name="connsiteY118" fmla="*/ 121834 h 724319"/>
                <a:gd name="connsiteX119" fmla="*/ 213695 w 375970"/>
                <a:gd name="connsiteY119" fmla="*/ 72422 h 724319"/>
                <a:gd name="connsiteX120" fmla="*/ 213695 w 375970"/>
                <a:gd name="connsiteY120" fmla="*/ 72422 h 724319"/>
                <a:gd name="connsiteX121" fmla="*/ 166783 w 375970"/>
                <a:gd name="connsiteY121" fmla="*/ 76422 h 724319"/>
                <a:gd name="connsiteX122" fmla="*/ 168366 w 375970"/>
                <a:gd name="connsiteY122" fmla="*/ 65589 h 724319"/>
                <a:gd name="connsiteX123" fmla="*/ 176365 w 375970"/>
                <a:gd name="connsiteY123" fmla="*/ 68839 h 724319"/>
                <a:gd name="connsiteX124" fmla="*/ 194114 w 375970"/>
                <a:gd name="connsiteY124" fmla="*/ 70839 h 724319"/>
                <a:gd name="connsiteX125" fmla="*/ 200030 w 375970"/>
                <a:gd name="connsiteY125" fmla="*/ 81171 h 724319"/>
                <a:gd name="connsiteX126" fmla="*/ 193780 w 375970"/>
                <a:gd name="connsiteY126" fmla="*/ 101252 h 724319"/>
                <a:gd name="connsiteX127" fmla="*/ 177782 w 375970"/>
                <a:gd name="connsiteY127" fmla="*/ 156164 h 724319"/>
                <a:gd name="connsiteX128" fmla="*/ 162200 w 375970"/>
                <a:gd name="connsiteY128" fmla="*/ 215159 h 724319"/>
                <a:gd name="connsiteX129" fmla="*/ 154951 w 375970"/>
                <a:gd name="connsiteY129" fmla="*/ 241573 h 724319"/>
                <a:gd name="connsiteX130" fmla="*/ 123037 w 375970"/>
                <a:gd name="connsiteY130" fmla="*/ 229825 h 724319"/>
                <a:gd name="connsiteX131" fmla="*/ 130536 w 375970"/>
                <a:gd name="connsiteY131" fmla="*/ 211326 h 724319"/>
                <a:gd name="connsiteX132" fmla="*/ 137036 w 375970"/>
                <a:gd name="connsiteY132" fmla="*/ 187912 h 724319"/>
                <a:gd name="connsiteX133" fmla="*/ 153117 w 375970"/>
                <a:gd name="connsiteY133" fmla="*/ 132250 h 724319"/>
                <a:gd name="connsiteX134" fmla="*/ 166783 w 375970"/>
                <a:gd name="connsiteY134" fmla="*/ 76422 h 724319"/>
                <a:gd name="connsiteX135" fmla="*/ 166783 w 375970"/>
                <a:gd name="connsiteY135" fmla="*/ 76422 h 724319"/>
                <a:gd name="connsiteX136" fmla="*/ 126453 w 375970"/>
                <a:gd name="connsiteY136" fmla="*/ 10844 h 724319"/>
                <a:gd name="connsiteX137" fmla="*/ 140619 w 375970"/>
                <a:gd name="connsiteY137" fmla="*/ 12594 h 724319"/>
                <a:gd name="connsiteX138" fmla="*/ 166783 w 375970"/>
                <a:gd name="connsiteY138" fmla="*/ 14844 h 724319"/>
                <a:gd name="connsiteX139" fmla="*/ 171533 w 375970"/>
                <a:gd name="connsiteY139" fmla="*/ 31092 h 724319"/>
                <a:gd name="connsiteX140" fmla="*/ 165700 w 375970"/>
                <a:gd name="connsiteY140" fmla="*/ 53424 h 724319"/>
                <a:gd name="connsiteX141" fmla="*/ 165616 w 375970"/>
                <a:gd name="connsiteY141" fmla="*/ 54507 h 724319"/>
                <a:gd name="connsiteX142" fmla="*/ 159700 w 375970"/>
                <a:gd name="connsiteY142" fmla="*/ 57424 h 724319"/>
                <a:gd name="connsiteX143" fmla="*/ 154701 w 375970"/>
                <a:gd name="connsiteY143" fmla="*/ 77005 h 724319"/>
                <a:gd name="connsiteX144" fmla="*/ 146868 w 375970"/>
                <a:gd name="connsiteY144" fmla="*/ 111002 h 724319"/>
                <a:gd name="connsiteX145" fmla="*/ 127203 w 375970"/>
                <a:gd name="connsiteY145" fmla="*/ 174329 h 724319"/>
                <a:gd name="connsiteX146" fmla="*/ 125787 w 375970"/>
                <a:gd name="connsiteY146" fmla="*/ 180995 h 724319"/>
                <a:gd name="connsiteX147" fmla="*/ 131786 w 375970"/>
                <a:gd name="connsiteY147" fmla="*/ 109919 h 724319"/>
                <a:gd name="connsiteX148" fmla="*/ 137202 w 375970"/>
                <a:gd name="connsiteY148" fmla="*/ 52340 h 724319"/>
                <a:gd name="connsiteX149" fmla="*/ 121620 w 375970"/>
                <a:gd name="connsiteY149" fmla="*/ 41008 h 724319"/>
                <a:gd name="connsiteX150" fmla="*/ 124203 w 375970"/>
                <a:gd name="connsiteY150" fmla="*/ 34426 h 724319"/>
                <a:gd name="connsiteX151" fmla="*/ 126453 w 375970"/>
                <a:gd name="connsiteY151" fmla="*/ 10844 h 724319"/>
                <a:gd name="connsiteX152" fmla="*/ 126453 w 375970"/>
                <a:gd name="connsiteY152" fmla="*/ 10844 h 724319"/>
                <a:gd name="connsiteX153" fmla="*/ 85540 w 375970"/>
                <a:gd name="connsiteY153" fmla="*/ 51757 h 724319"/>
                <a:gd name="connsiteX154" fmla="*/ 122454 w 375970"/>
                <a:gd name="connsiteY154" fmla="*/ 53007 h 724319"/>
                <a:gd name="connsiteX155" fmla="*/ 127203 w 375970"/>
                <a:gd name="connsiteY155" fmla="*/ 56007 h 724319"/>
                <a:gd name="connsiteX156" fmla="*/ 126120 w 375970"/>
                <a:gd name="connsiteY156" fmla="*/ 82504 h 724319"/>
                <a:gd name="connsiteX157" fmla="*/ 118121 w 375970"/>
                <a:gd name="connsiteY157" fmla="*/ 135333 h 724319"/>
                <a:gd name="connsiteX158" fmla="*/ 111455 w 375970"/>
                <a:gd name="connsiteY158" fmla="*/ 223075 h 724319"/>
                <a:gd name="connsiteX159" fmla="*/ 77458 w 375970"/>
                <a:gd name="connsiteY159" fmla="*/ 196744 h 724319"/>
                <a:gd name="connsiteX160" fmla="*/ 78958 w 375970"/>
                <a:gd name="connsiteY160" fmla="*/ 181662 h 724319"/>
                <a:gd name="connsiteX161" fmla="*/ 79458 w 375970"/>
                <a:gd name="connsiteY161" fmla="*/ 155664 h 724319"/>
                <a:gd name="connsiteX162" fmla="*/ 79458 w 375970"/>
                <a:gd name="connsiteY162" fmla="*/ 105919 h 724319"/>
                <a:gd name="connsiteX163" fmla="*/ 85540 w 375970"/>
                <a:gd name="connsiteY163" fmla="*/ 51757 h 724319"/>
                <a:gd name="connsiteX164" fmla="*/ 85540 w 375970"/>
                <a:gd name="connsiteY164" fmla="*/ 51757 h 724319"/>
                <a:gd name="connsiteX165" fmla="*/ 47960 w 375970"/>
                <a:gd name="connsiteY165" fmla="*/ 26343 h 724319"/>
                <a:gd name="connsiteX166" fmla="*/ 64459 w 375970"/>
                <a:gd name="connsiteY166" fmla="*/ 24593 h 724319"/>
                <a:gd name="connsiteX167" fmla="*/ 80957 w 375970"/>
                <a:gd name="connsiteY167" fmla="*/ 20843 h 724319"/>
                <a:gd name="connsiteX168" fmla="*/ 79708 w 375970"/>
                <a:gd name="connsiteY168" fmla="*/ 39841 h 724319"/>
                <a:gd name="connsiteX169" fmla="*/ 77124 w 375970"/>
                <a:gd name="connsiteY169" fmla="*/ 40508 h 724319"/>
                <a:gd name="connsiteX170" fmla="*/ 64792 w 375970"/>
                <a:gd name="connsiteY170" fmla="*/ 70089 h 724319"/>
                <a:gd name="connsiteX171" fmla="*/ 67209 w 375970"/>
                <a:gd name="connsiteY171" fmla="*/ 132917 h 724319"/>
                <a:gd name="connsiteX172" fmla="*/ 68875 w 375970"/>
                <a:gd name="connsiteY172" fmla="*/ 188745 h 724319"/>
                <a:gd name="connsiteX173" fmla="*/ 43961 w 375970"/>
                <a:gd name="connsiteY173" fmla="*/ 162414 h 724319"/>
                <a:gd name="connsiteX174" fmla="*/ 44044 w 375970"/>
                <a:gd name="connsiteY174" fmla="*/ 149498 h 724319"/>
                <a:gd name="connsiteX175" fmla="*/ 41044 w 375970"/>
                <a:gd name="connsiteY175" fmla="*/ 118251 h 724319"/>
                <a:gd name="connsiteX176" fmla="*/ 40044 w 375970"/>
                <a:gd name="connsiteY176" fmla="*/ 57340 h 724319"/>
                <a:gd name="connsiteX177" fmla="*/ 39628 w 375970"/>
                <a:gd name="connsiteY177" fmla="*/ 33342 h 724319"/>
                <a:gd name="connsiteX178" fmla="*/ 47960 w 375970"/>
                <a:gd name="connsiteY178" fmla="*/ 26343 h 724319"/>
                <a:gd name="connsiteX179" fmla="*/ 47960 w 375970"/>
                <a:gd name="connsiteY179" fmla="*/ 26343 h 724319"/>
                <a:gd name="connsiteX180" fmla="*/ 16797 w 375970"/>
                <a:gd name="connsiteY180" fmla="*/ 87337 h 724319"/>
                <a:gd name="connsiteX181" fmla="*/ 28712 w 375970"/>
                <a:gd name="connsiteY181" fmla="*/ 74672 h 724319"/>
                <a:gd name="connsiteX182" fmla="*/ 30795 w 375970"/>
                <a:gd name="connsiteY182" fmla="*/ 124667 h 724319"/>
                <a:gd name="connsiteX183" fmla="*/ 34545 w 375970"/>
                <a:gd name="connsiteY183" fmla="*/ 151915 h 724319"/>
                <a:gd name="connsiteX184" fmla="*/ 26962 w 375970"/>
                <a:gd name="connsiteY184" fmla="*/ 143499 h 724319"/>
                <a:gd name="connsiteX185" fmla="*/ 21296 w 375970"/>
                <a:gd name="connsiteY185" fmla="*/ 107336 h 724319"/>
                <a:gd name="connsiteX186" fmla="*/ 16797 w 375970"/>
                <a:gd name="connsiteY186" fmla="*/ 87337 h 724319"/>
                <a:gd name="connsiteX187" fmla="*/ 16797 w 375970"/>
                <a:gd name="connsiteY187" fmla="*/ 87337 h 724319"/>
                <a:gd name="connsiteX188" fmla="*/ 89457 w 375970"/>
                <a:gd name="connsiteY188" fmla="*/ 606540 h 724319"/>
                <a:gd name="connsiteX189" fmla="*/ 26462 w 375970"/>
                <a:gd name="connsiteY189" fmla="*/ 699532 h 724319"/>
                <a:gd name="connsiteX190" fmla="*/ 19880 w 375970"/>
                <a:gd name="connsiteY190" fmla="*/ 695032 h 724319"/>
                <a:gd name="connsiteX191" fmla="*/ 17380 w 375970"/>
                <a:gd name="connsiteY191" fmla="*/ 668368 h 724319"/>
                <a:gd name="connsiteX192" fmla="*/ 18213 w 375970"/>
                <a:gd name="connsiteY192" fmla="*/ 619623 h 724319"/>
                <a:gd name="connsiteX193" fmla="*/ 20629 w 375970"/>
                <a:gd name="connsiteY193" fmla="*/ 410225 h 724319"/>
                <a:gd name="connsiteX194" fmla="*/ 22046 w 375970"/>
                <a:gd name="connsiteY194" fmla="*/ 371145 h 724319"/>
                <a:gd name="connsiteX195" fmla="*/ 23046 w 375970"/>
                <a:gd name="connsiteY195" fmla="*/ 368978 h 724319"/>
                <a:gd name="connsiteX196" fmla="*/ 22713 w 375970"/>
                <a:gd name="connsiteY196" fmla="*/ 350564 h 724319"/>
                <a:gd name="connsiteX197" fmla="*/ 25879 w 375970"/>
                <a:gd name="connsiteY197" fmla="*/ 210076 h 724319"/>
                <a:gd name="connsiteX198" fmla="*/ 28879 w 375970"/>
                <a:gd name="connsiteY198" fmla="*/ 168413 h 724319"/>
                <a:gd name="connsiteX199" fmla="*/ 37878 w 375970"/>
                <a:gd name="connsiteY199" fmla="*/ 178496 h 724319"/>
                <a:gd name="connsiteX200" fmla="*/ 40128 w 375970"/>
                <a:gd name="connsiteY200" fmla="*/ 202910 h 724319"/>
                <a:gd name="connsiteX201" fmla="*/ 48460 w 375970"/>
                <a:gd name="connsiteY201" fmla="*/ 241323 h 724319"/>
                <a:gd name="connsiteX202" fmla="*/ 78374 w 375970"/>
                <a:gd name="connsiteY202" fmla="*/ 342397 h 724319"/>
                <a:gd name="connsiteX203" fmla="*/ 118371 w 375970"/>
                <a:gd name="connsiteY203" fmla="*/ 425057 h 724319"/>
                <a:gd name="connsiteX204" fmla="*/ 143618 w 375970"/>
                <a:gd name="connsiteY204" fmla="*/ 458554 h 724319"/>
                <a:gd name="connsiteX205" fmla="*/ 167366 w 375970"/>
                <a:gd name="connsiteY205" fmla="*/ 486052 h 724319"/>
                <a:gd name="connsiteX206" fmla="*/ 89457 w 375970"/>
                <a:gd name="connsiteY206" fmla="*/ 606540 h 724319"/>
                <a:gd name="connsiteX207" fmla="*/ 89457 w 375970"/>
                <a:gd name="connsiteY207" fmla="*/ 606540 h 724319"/>
                <a:gd name="connsiteX208" fmla="*/ 294021 w 375970"/>
                <a:gd name="connsiteY208" fmla="*/ 270404 h 724319"/>
                <a:gd name="connsiteX209" fmla="*/ 266108 w 375970"/>
                <a:gd name="connsiteY209" fmla="*/ 319483 h 724319"/>
                <a:gd name="connsiteX210" fmla="*/ 210113 w 375970"/>
                <a:gd name="connsiteY210" fmla="*/ 415725 h 724319"/>
                <a:gd name="connsiteX211" fmla="*/ 173866 w 375970"/>
                <a:gd name="connsiteY211" fmla="*/ 475802 h 724319"/>
                <a:gd name="connsiteX212" fmla="*/ 127870 w 375970"/>
                <a:gd name="connsiteY212" fmla="*/ 418974 h 724319"/>
                <a:gd name="connsiteX213" fmla="*/ 87207 w 375970"/>
                <a:gd name="connsiteY213" fmla="*/ 328149 h 724319"/>
                <a:gd name="connsiteX214" fmla="*/ 56793 w 375970"/>
                <a:gd name="connsiteY214" fmla="*/ 234491 h 724319"/>
                <a:gd name="connsiteX215" fmla="*/ 46127 w 375970"/>
                <a:gd name="connsiteY215" fmla="*/ 190661 h 724319"/>
                <a:gd name="connsiteX216" fmla="*/ 45544 w 375970"/>
                <a:gd name="connsiteY216" fmla="*/ 186828 h 724319"/>
                <a:gd name="connsiteX217" fmla="*/ 159867 w 375970"/>
                <a:gd name="connsiteY217" fmla="*/ 258322 h 724319"/>
                <a:gd name="connsiteX218" fmla="*/ 246109 w 375970"/>
                <a:gd name="connsiteY218" fmla="*/ 256906 h 724319"/>
                <a:gd name="connsiteX219" fmla="*/ 311853 w 375970"/>
                <a:gd name="connsiteY219" fmla="*/ 239323 h 724319"/>
                <a:gd name="connsiteX220" fmla="*/ 294021 w 375970"/>
                <a:gd name="connsiteY220" fmla="*/ 270404 h 724319"/>
                <a:gd name="connsiteX221" fmla="*/ 294021 w 375970"/>
                <a:gd name="connsiteY221" fmla="*/ 270404 h 724319"/>
                <a:gd name="connsiteX222" fmla="*/ 342601 w 375970"/>
                <a:gd name="connsiteY222" fmla="*/ 176163 h 724319"/>
                <a:gd name="connsiteX223" fmla="*/ 319186 w 375970"/>
                <a:gd name="connsiteY223" fmla="*/ 212909 h 724319"/>
                <a:gd name="connsiteX224" fmla="*/ 314020 w 375970"/>
                <a:gd name="connsiteY224" fmla="*/ 222908 h 724319"/>
                <a:gd name="connsiteX225" fmla="*/ 301104 w 375970"/>
                <a:gd name="connsiteY225" fmla="*/ 227075 h 724319"/>
                <a:gd name="connsiteX226" fmla="*/ 322769 w 375970"/>
                <a:gd name="connsiteY226" fmla="*/ 184078 h 724319"/>
                <a:gd name="connsiteX227" fmla="*/ 346017 w 375970"/>
                <a:gd name="connsiteY227" fmla="*/ 129834 h 724319"/>
                <a:gd name="connsiteX228" fmla="*/ 347600 w 375970"/>
                <a:gd name="connsiteY228" fmla="*/ 126750 h 724319"/>
                <a:gd name="connsiteX229" fmla="*/ 352266 w 375970"/>
                <a:gd name="connsiteY229" fmla="*/ 130916 h 724319"/>
                <a:gd name="connsiteX230" fmla="*/ 361849 w 375970"/>
                <a:gd name="connsiteY230" fmla="*/ 143749 h 724319"/>
                <a:gd name="connsiteX231" fmla="*/ 342601 w 375970"/>
                <a:gd name="connsiteY231" fmla="*/ 176163 h 724319"/>
                <a:gd name="connsiteX232" fmla="*/ 342601 w 375970"/>
                <a:gd name="connsiteY232" fmla="*/ 176163 h 724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375970" h="724319">
                  <a:moveTo>
                    <a:pt x="375514" y="135166"/>
                  </a:moveTo>
                  <a:cubicBezTo>
                    <a:pt x="372931" y="125834"/>
                    <a:pt x="360266" y="122751"/>
                    <a:pt x="351266" y="120084"/>
                  </a:cubicBezTo>
                  <a:cubicBezTo>
                    <a:pt x="356183" y="111168"/>
                    <a:pt x="361682" y="100169"/>
                    <a:pt x="358016" y="93254"/>
                  </a:cubicBezTo>
                  <a:cubicBezTo>
                    <a:pt x="356266" y="89837"/>
                    <a:pt x="353850" y="89087"/>
                    <a:pt x="350350" y="88004"/>
                  </a:cubicBezTo>
                  <a:cubicBezTo>
                    <a:pt x="343850" y="86004"/>
                    <a:pt x="337601" y="85087"/>
                    <a:pt x="331435" y="83088"/>
                  </a:cubicBezTo>
                  <a:cubicBezTo>
                    <a:pt x="333935" y="76338"/>
                    <a:pt x="336851" y="69505"/>
                    <a:pt x="339934" y="63256"/>
                  </a:cubicBezTo>
                  <a:cubicBezTo>
                    <a:pt x="341767" y="59590"/>
                    <a:pt x="345184" y="55840"/>
                    <a:pt x="344850" y="51507"/>
                  </a:cubicBezTo>
                  <a:cubicBezTo>
                    <a:pt x="343850" y="38842"/>
                    <a:pt x="319519" y="39258"/>
                    <a:pt x="311520" y="37842"/>
                  </a:cubicBezTo>
                  <a:cubicBezTo>
                    <a:pt x="300938" y="35925"/>
                    <a:pt x="283439" y="27760"/>
                    <a:pt x="275523" y="38008"/>
                  </a:cubicBezTo>
                  <a:cubicBezTo>
                    <a:pt x="270607" y="44341"/>
                    <a:pt x="270024" y="53424"/>
                    <a:pt x="268191" y="60923"/>
                  </a:cubicBezTo>
                  <a:cubicBezTo>
                    <a:pt x="266191" y="68839"/>
                    <a:pt x="263691" y="76588"/>
                    <a:pt x="261358" y="84421"/>
                  </a:cubicBezTo>
                  <a:cubicBezTo>
                    <a:pt x="256442" y="84671"/>
                    <a:pt x="251275" y="85504"/>
                    <a:pt x="247359" y="86088"/>
                  </a:cubicBezTo>
                  <a:cubicBezTo>
                    <a:pt x="249026" y="77672"/>
                    <a:pt x="250942" y="69422"/>
                    <a:pt x="252942" y="61173"/>
                  </a:cubicBezTo>
                  <a:cubicBezTo>
                    <a:pt x="254692" y="54007"/>
                    <a:pt x="258525" y="47008"/>
                    <a:pt x="259691" y="39758"/>
                  </a:cubicBezTo>
                  <a:cubicBezTo>
                    <a:pt x="261691" y="27842"/>
                    <a:pt x="249276" y="26759"/>
                    <a:pt x="240360" y="26010"/>
                  </a:cubicBezTo>
                  <a:cubicBezTo>
                    <a:pt x="232277" y="25343"/>
                    <a:pt x="224695" y="23676"/>
                    <a:pt x="216695" y="22510"/>
                  </a:cubicBezTo>
                  <a:cubicBezTo>
                    <a:pt x="212612" y="21927"/>
                    <a:pt x="209029" y="21760"/>
                    <a:pt x="206363" y="25593"/>
                  </a:cubicBezTo>
                  <a:cubicBezTo>
                    <a:pt x="203446" y="29676"/>
                    <a:pt x="203613" y="37758"/>
                    <a:pt x="202613" y="42424"/>
                  </a:cubicBezTo>
                  <a:cubicBezTo>
                    <a:pt x="201613" y="47091"/>
                    <a:pt x="202696" y="55674"/>
                    <a:pt x="200697" y="59673"/>
                  </a:cubicBezTo>
                  <a:lnTo>
                    <a:pt x="200697" y="59756"/>
                  </a:lnTo>
                  <a:cubicBezTo>
                    <a:pt x="199530" y="59673"/>
                    <a:pt x="198280" y="59673"/>
                    <a:pt x="197030" y="59756"/>
                  </a:cubicBezTo>
                  <a:cubicBezTo>
                    <a:pt x="189948" y="59840"/>
                    <a:pt x="183698" y="57923"/>
                    <a:pt x="177199" y="56423"/>
                  </a:cubicBezTo>
                  <a:cubicBezTo>
                    <a:pt x="177032" y="49091"/>
                    <a:pt x="180532" y="40258"/>
                    <a:pt x="182365" y="33426"/>
                  </a:cubicBezTo>
                  <a:cubicBezTo>
                    <a:pt x="183782" y="27926"/>
                    <a:pt x="188281" y="19427"/>
                    <a:pt x="185448" y="13594"/>
                  </a:cubicBezTo>
                  <a:cubicBezTo>
                    <a:pt x="180615" y="3511"/>
                    <a:pt x="159367" y="3845"/>
                    <a:pt x="149868" y="3345"/>
                  </a:cubicBezTo>
                  <a:cubicBezTo>
                    <a:pt x="141702" y="2928"/>
                    <a:pt x="133619" y="345"/>
                    <a:pt x="125620" y="12"/>
                  </a:cubicBezTo>
                  <a:cubicBezTo>
                    <a:pt x="121454" y="-155"/>
                    <a:pt x="118121" y="1428"/>
                    <a:pt x="115621" y="4845"/>
                  </a:cubicBezTo>
                  <a:cubicBezTo>
                    <a:pt x="111455" y="10594"/>
                    <a:pt x="112121" y="18510"/>
                    <a:pt x="111871" y="25176"/>
                  </a:cubicBezTo>
                  <a:cubicBezTo>
                    <a:pt x="111705" y="30343"/>
                    <a:pt x="110705" y="35592"/>
                    <a:pt x="111788" y="40508"/>
                  </a:cubicBezTo>
                  <a:cubicBezTo>
                    <a:pt x="105455" y="39841"/>
                    <a:pt x="98122" y="38842"/>
                    <a:pt x="91123" y="38758"/>
                  </a:cubicBezTo>
                  <a:cubicBezTo>
                    <a:pt x="91290" y="31176"/>
                    <a:pt x="94123" y="23426"/>
                    <a:pt x="92706" y="16094"/>
                  </a:cubicBezTo>
                  <a:cubicBezTo>
                    <a:pt x="92123" y="13178"/>
                    <a:pt x="90706" y="11594"/>
                    <a:pt x="87957" y="10677"/>
                  </a:cubicBezTo>
                  <a:cubicBezTo>
                    <a:pt x="80791" y="8261"/>
                    <a:pt x="70958" y="11677"/>
                    <a:pt x="63792" y="12594"/>
                  </a:cubicBezTo>
                  <a:cubicBezTo>
                    <a:pt x="54876" y="13677"/>
                    <a:pt x="45044" y="13511"/>
                    <a:pt x="36461" y="16261"/>
                  </a:cubicBezTo>
                  <a:cubicBezTo>
                    <a:pt x="22546" y="20760"/>
                    <a:pt x="27046" y="41591"/>
                    <a:pt x="27879" y="53174"/>
                  </a:cubicBezTo>
                  <a:cubicBezTo>
                    <a:pt x="28129" y="56423"/>
                    <a:pt x="28296" y="59673"/>
                    <a:pt x="28462" y="62923"/>
                  </a:cubicBezTo>
                  <a:cubicBezTo>
                    <a:pt x="16297" y="60507"/>
                    <a:pt x="3714" y="68089"/>
                    <a:pt x="4881" y="81921"/>
                  </a:cubicBezTo>
                  <a:cubicBezTo>
                    <a:pt x="6047" y="95586"/>
                    <a:pt x="10964" y="109585"/>
                    <a:pt x="13464" y="123084"/>
                  </a:cubicBezTo>
                  <a:cubicBezTo>
                    <a:pt x="14630" y="129333"/>
                    <a:pt x="15213" y="136249"/>
                    <a:pt x="17130" y="142499"/>
                  </a:cubicBezTo>
                  <a:cubicBezTo>
                    <a:pt x="14963" y="143999"/>
                    <a:pt x="13464" y="146499"/>
                    <a:pt x="13713" y="149165"/>
                  </a:cubicBezTo>
                  <a:cubicBezTo>
                    <a:pt x="16797" y="187161"/>
                    <a:pt x="9880" y="224408"/>
                    <a:pt x="10714" y="262488"/>
                  </a:cubicBezTo>
                  <a:cubicBezTo>
                    <a:pt x="11130" y="279570"/>
                    <a:pt x="10630" y="296319"/>
                    <a:pt x="12380" y="313317"/>
                  </a:cubicBezTo>
                  <a:cubicBezTo>
                    <a:pt x="12713" y="316733"/>
                    <a:pt x="13130" y="320150"/>
                    <a:pt x="13547" y="323566"/>
                  </a:cubicBezTo>
                  <a:cubicBezTo>
                    <a:pt x="11797" y="351147"/>
                    <a:pt x="10130" y="378728"/>
                    <a:pt x="8631" y="406225"/>
                  </a:cubicBezTo>
                  <a:cubicBezTo>
                    <a:pt x="4548" y="482302"/>
                    <a:pt x="3548" y="558461"/>
                    <a:pt x="1381" y="634621"/>
                  </a:cubicBezTo>
                  <a:cubicBezTo>
                    <a:pt x="881" y="651703"/>
                    <a:pt x="-952" y="668285"/>
                    <a:pt x="631" y="685367"/>
                  </a:cubicBezTo>
                  <a:cubicBezTo>
                    <a:pt x="1631" y="696532"/>
                    <a:pt x="1798" y="714697"/>
                    <a:pt x="12630" y="721697"/>
                  </a:cubicBezTo>
                  <a:cubicBezTo>
                    <a:pt x="22546" y="728113"/>
                    <a:pt x="31795" y="721697"/>
                    <a:pt x="38045" y="713864"/>
                  </a:cubicBezTo>
                  <a:cubicBezTo>
                    <a:pt x="50377" y="698449"/>
                    <a:pt x="61459" y="681201"/>
                    <a:pt x="72208" y="664619"/>
                  </a:cubicBezTo>
                  <a:cubicBezTo>
                    <a:pt x="116454" y="596375"/>
                    <a:pt x="159700" y="527464"/>
                    <a:pt x="201530" y="457554"/>
                  </a:cubicBezTo>
                  <a:cubicBezTo>
                    <a:pt x="224611" y="418890"/>
                    <a:pt x="248109" y="380394"/>
                    <a:pt x="269940" y="340981"/>
                  </a:cubicBezTo>
                  <a:cubicBezTo>
                    <a:pt x="280939" y="321149"/>
                    <a:pt x="293355" y="302151"/>
                    <a:pt x="304271" y="282236"/>
                  </a:cubicBezTo>
                  <a:cubicBezTo>
                    <a:pt x="313686" y="265155"/>
                    <a:pt x="326185" y="247573"/>
                    <a:pt x="332518" y="229158"/>
                  </a:cubicBezTo>
                  <a:cubicBezTo>
                    <a:pt x="333685" y="225825"/>
                    <a:pt x="331851" y="223075"/>
                    <a:pt x="329268" y="221492"/>
                  </a:cubicBezTo>
                  <a:cubicBezTo>
                    <a:pt x="333685" y="215909"/>
                    <a:pt x="337184" y="209243"/>
                    <a:pt x="340517" y="203577"/>
                  </a:cubicBezTo>
                  <a:cubicBezTo>
                    <a:pt x="348850" y="189495"/>
                    <a:pt x="357433" y="175663"/>
                    <a:pt x="365765" y="161664"/>
                  </a:cubicBezTo>
                  <a:cubicBezTo>
                    <a:pt x="369598" y="154498"/>
                    <a:pt x="378014" y="144082"/>
                    <a:pt x="375514" y="135166"/>
                  </a:cubicBezTo>
                  <a:lnTo>
                    <a:pt x="375514" y="135166"/>
                  </a:lnTo>
                  <a:close/>
                  <a:moveTo>
                    <a:pt x="331185" y="96586"/>
                  </a:moveTo>
                  <a:cubicBezTo>
                    <a:pt x="334351" y="97586"/>
                    <a:pt x="338101" y="97753"/>
                    <a:pt x="341101" y="99003"/>
                  </a:cubicBezTo>
                  <a:cubicBezTo>
                    <a:pt x="347183" y="101586"/>
                    <a:pt x="345350" y="98503"/>
                    <a:pt x="344350" y="104419"/>
                  </a:cubicBezTo>
                  <a:cubicBezTo>
                    <a:pt x="342434" y="116168"/>
                    <a:pt x="333351" y="129500"/>
                    <a:pt x="329352" y="140999"/>
                  </a:cubicBezTo>
                  <a:cubicBezTo>
                    <a:pt x="318269" y="172830"/>
                    <a:pt x="300521" y="201494"/>
                    <a:pt x="286356" y="231908"/>
                  </a:cubicBezTo>
                  <a:cubicBezTo>
                    <a:pt x="273773" y="235907"/>
                    <a:pt x="261191" y="239574"/>
                    <a:pt x="247692" y="241740"/>
                  </a:cubicBezTo>
                  <a:cubicBezTo>
                    <a:pt x="247609" y="241740"/>
                    <a:pt x="247609" y="241740"/>
                    <a:pt x="247526" y="241740"/>
                  </a:cubicBezTo>
                  <a:cubicBezTo>
                    <a:pt x="247526" y="241657"/>
                    <a:pt x="247609" y="241490"/>
                    <a:pt x="247609" y="241407"/>
                  </a:cubicBezTo>
                  <a:cubicBezTo>
                    <a:pt x="259025" y="213076"/>
                    <a:pt x="273940" y="186162"/>
                    <a:pt x="284106" y="157331"/>
                  </a:cubicBezTo>
                  <a:cubicBezTo>
                    <a:pt x="289105" y="143166"/>
                    <a:pt x="294355" y="129333"/>
                    <a:pt x="300188" y="115585"/>
                  </a:cubicBezTo>
                  <a:cubicBezTo>
                    <a:pt x="302854" y="109335"/>
                    <a:pt x="305687" y="103336"/>
                    <a:pt x="308770" y="97336"/>
                  </a:cubicBezTo>
                  <a:cubicBezTo>
                    <a:pt x="309687" y="95586"/>
                    <a:pt x="311437" y="90004"/>
                    <a:pt x="312853" y="89004"/>
                  </a:cubicBezTo>
                  <a:cubicBezTo>
                    <a:pt x="316186" y="86588"/>
                    <a:pt x="313103" y="88087"/>
                    <a:pt x="317186" y="89753"/>
                  </a:cubicBezTo>
                  <a:cubicBezTo>
                    <a:pt x="317519" y="89837"/>
                    <a:pt x="317769" y="90004"/>
                    <a:pt x="318019" y="90171"/>
                  </a:cubicBezTo>
                  <a:cubicBezTo>
                    <a:pt x="318686" y="93170"/>
                    <a:pt x="321602" y="94087"/>
                    <a:pt x="324352" y="93420"/>
                  </a:cubicBezTo>
                  <a:cubicBezTo>
                    <a:pt x="326602" y="94587"/>
                    <a:pt x="328768" y="95753"/>
                    <a:pt x="331185" y="96586"/>
                  </a:cubicBezTo>
                  <a:lnTo>
                    <a:pt x="331185" y="96586"/>
                  </a:lnTo>
                  <a:close/>
                  <a:moveTo>
                    <a:pt x="284189" y="43258"/>
                  </a:moveTo>
                  <a:cubicBezTo>
                    <a:pt x="287106" y="41258"/>
                    <a:pt x="303021" y="47174"/>
                    <a:pt x="306854" y="48091"/>
                  </a:cubicBezTo>
                  <a:cubicBezTo>
                    <a:pt x="314020" y="49757"/>
                    <a:pt x="321352" y="52091"/>
                    <a:pt x="328685" y="52840"/>
                  </a:cubicBezTo>
                  <a:cubicBezTo>
                    <a:pt x="329185" y="52924"/>
                    <a:pt x="331268" y="53257"/>
                    <a:pt x="332435" y="52757"/>
                  </a:cubicBezTo>
                  <a:cubicBezTo>
                    <a:pt x="331601" y="54174"/>
                    <a:pt x="330185" y="56007"/>
                    <a:pt x="329935" y="56507"/>
                  </a:cubicBezTo>
                  <a:cubicBezTo>
                    <a:pt x="326602" y="62839"/>
                    <a:pt x="322519" y="70339"/>
                    <a:pt x="320102" y="77921"/>
                  </a:cubicBezTo>
                  <a:cubicBezTo>
                    <a:pt x="313853" y="74422"/>
                    <a:pt x="309103" y="73005"/>
                    <a:pt x="304104" y="80338"/>
                  </a:cubicBezTo>
                  <a:cubicBezTo>
                    <a:pt x="294938" y="93837"/>
                    <a:pt x="288772" y="112002"/>
                    <a:pt x="282939" y="127167"/>
                  </a:cubicBezTo>
                  <a:cubicBezTo>
                    <a:pt x="272690" y="153914"/>
                    <a:pt x="263441" y="180995"/>
                    <a:pt x="253775" y="207910"/>
                  </a:cubicBezTo>
                  <a:cubicBezTo>
                    <a:pt x="258358" y="181995"/>
                    <a:pt x="262858" y="156081"/>
                    <a:pt x="269940" y="130500"/>
                  </a:cubicBezTo>
                  <a:cubicBezTo>
                    <a:pt x="272690" y="120501"/>
                    <a:pt x="282856" y="100586"/>
                    <a:pt x="277440" y="90337"/>
                  </a:cubicBezTo>
                  <a:cubicBezTo>
                    <a:pt x="276023" y="87587"/>
                    <a:pt x="273440" y="86004"/>
                    <a:pt x="270357" y="85254"/>
                  </a:cubicBezTo>
                  <a:cubicBezTo>
                    <a:pt x="274357" y="80421"/>
                    <a:pt x="276856" y="74172"/>
                    <a:pt x="278440" y="68172"/>
                  </a:cubicBezTo>
                  <a:cubicBezTo>
                    <a:pt x="279606" y="63256"/>
                    <a:pt x="279606" y="46341"/>
                    <a:pt x="284189" y="43258"/>
                  </a:cubicBezTo>
                  <a:lnTo>
                    <a:pt x="284189" y="43258"/>
                  </a:lnTo>
                  <a:close/>
                  <a:moveTo>
                    <a:pt x="255525" y="97003"/>
                  </a:moveTo>
                  <a:cubicBezTo>
                    <a:pt x="265107" y="96503"/>
                    <a:pt x="267191" y="95503"/>
                    <a:pt x="265357" y="105169"/>
                  </a:cubicBezTo>
                  <a:cubicBezTo>
                    <a:pt x="262441" y="120251"/>
                    <a:pt x="257941" y="135083"/>
                    <a:pt x="254109" y="149915"/>
                  </a:cubicBezTo>
                  <a:cubicBezTo>
                    <a:pt x="246193" y="180912"/>
                    <a:pt x="242526" y="212243"/>
                    <a:pt x="235860" y="243406"/>
                  </a:cubicBezTo>
                  <a:cubicBezTo>
                    <a:pt x="225778" y="244656"/>
                    <a:pt x="215362" y="245489"/>
                    <a:pt x="204946" y="245740"/>
                  </a:cubicBezTo>
                  <a:cubicBezTo>
                    <a:pt x="207613" y="238490"/>
                    <a:pt x="212446" y="212659"/>
                    <a:pt x="213029" y="209076"/>
                  </a:cubicBezTo>
                  <a:cubicBezTo>
                    <a:pt x="215612" y="192661"/>
                    <a:pt x="218445" y="176329"/>
                    <a:pt x="220528" y="159831"/>
                  </a:cubicBezTo>
                  <a:cubicBezTo>
                    <a:pt x="222195" y="146499"/>
                    <a:pt x="223028" y="133000"/>
                    <a:pt x="223278" y="119584"/>
                  </a:cubicBezTo>
                  <a:cubicBezTo>
                    <a:pt x="223361" y="115252"/>
                    <a:pt x="220611" y="98753"/>
                    <a:pt x="223778" y="96670"/>
                  </a:cubicBezTo>
                  <a:cubicBezTo>
                    <a:pt x="225278" y="95670"/>
                    <a:pt x="235193" y="97920"/>
                    <a:pt x="237860" y="97920"/>
                  </a:cubicBezTo>
                  <a:cubicBezTo>
                    <a:pt x="243776" y="98169"/>
                    <a:pt x="249609" y="97336"/>
                    <a:pt x="255525" y="97003"/>
                  </a:cubicBezTo>
                  <a:lnTo>
                    <a:pt x="255525" y="97003"/>
                  </a:lnTo>
                  <a:close/>
                  <a:moveTo>
                    <a:pt x="213695" y="72422"/>
                  </a:moveTo>
                  <a:cubicBezTo>
                    <a:pt x="213945" y="64923"/>
                    <a:pt x="211112" y="61756"/>
                    <a:pt x="206446" y="60507"/>
                  </a:cubicBezTo>
                  <a:cubicBezTo>
                    <a:pt x="210029" y="56173"/>
                    <a:pt x="211112" y="49507"/>
                    <a:pt x="212779" y="44425"/>
                  </a:cubicBezTo>
                  <a:cubicBezTo>
                    <a:pt x="213196" y="43175"/>
                    <a:pt x="216445" y="33592"/>
                    <a:pt x="214779" y="33426"/>
                  </a:cubicBezTo>
                  <a:cubicBezTo>
                    <a:pt x="217612" y="33092"/>
                    <a:pt x="230361" y="36092"/>
                    <a:pt x="232110" y="36258"/>
                  </a:cubicBezTo>
                  <a:cubicBezTo>
                    <a:pt x="236277" y="36592"/>
                    <a:pt x="243276" y="35592"/>
                    <a:pt x="246859" y="37258"/>
                  </a:cubicBezTo>
                  <a:cubicBezTo>
                    <a:pt x="250442" y="38925"/>
                    <a:pt x="250442" y="35092"/>
                    <a:pt x="248359" y="42008"/>
                  </a:cubicBezTo>
                  <a:cubicBezTo>
                    <a:pt x="247609" y="44591"/>
                    <a:pt x="246193" y="47008"/>
                    <a:pt x="245276" y="49507"/>
                  </a:cubicBezTo>
                  <a:cubicBezTo>
                    <a:pt x="241026" y="61256"/>
                    <a:pt x="238193" y="73672"/>
                    <a:pt x="235693" y="85921"/>
                  </a:cubicBezTo>
                  <a:cubicBezTo>
                    <a:pt x="227361" y="84587"/>
                    <a:pt x="218445" y="82504"/>
                    <a:pt x="213362" y="89753"/>
                  </a:cubicBezTo>
                  <a:cubicBezTo>
                    <a:pt x="210363" y="94087"/>
                    <a:pt x="210696" y="100919"/>
                    <a:pt x="210612" y="105919"/>
                  </a:cubicBezTo>
                  <a:cubicBezTo>
                    <a:pt x="210446" y="115001"/>
                    <a:pt x="210196" y="124001"/>
                    <a:pt x="209696" y="133083"/>
                  </a:cubicBezTo>
                  <a:cubicBezTo>
                    <a:pt x="207446" y="170496"/>
                    <a:pt x="196864" y="208160"/>
                    <a:pt x="198197" y="245823"/>
                  </a:cubicBezTo>
                  <a:cubicBezTo>
                    <a:pt x="187364" y="245823"/>
                    <a:pt x="176532" y="245156"/>
                    <a:pt x="166117" y="243573"/>
                  </a:cubicBezTo>
                  <a:cubicBezTo>
                    <a:pt x="167366" y="237574"/>
                    <a:pt x="170449" y="230074"/>
                    <a:pt x="171366" y="226241"/>
                  </a:cubicBezTo>
                  <a:cubicBezTo>
                    <a:pt x="174366" y="214076"/>
                    <a:pt x="177615" y="202077"/>
                    <a:pt x="180448" y="189911"/>
                  </a:cubicBezTo>
                  <a:cubicBezTo>
                    <a:pt x="185865" y="166997"/>
                    <a:pt x="192864" y="144332"/>
                    <a:pt x="199530" y="121834"/>
                  </a:cubicBezTo>
                  <a:cubicBezTo>
                    <a:pt x="204113" y="106419"/>
                    <a:pt x="213196" y="88587"/>
                    <a:pt x="213695" y="72422"/>
                  </a:cubicBezTo>
                  <a:lnTo>
                    <a:pt x="213695" y="72422"/>
                  </a:lnTo>
                  <a:close/>
                  <a:moveTo>
                    <a:pt x="166783" y="76422"/>
                  </a:moveTo>
                  <a:cubicBezTo>
                    <a:pt x="167116" y="74589"/>
                    <a:pt x="167283" y="67839"/>
                    <a:pt x="168366" y="65589"/>
                  </a:cubicBezTo>
                  <a:cubicBezTo>
                    <a:pt x="168200" y="67506"/>
                    <a:pt x="180032" y="69756"/>
                    <a:pt x="176365" y="68839"/>
                  </a:cubicBezTo>
                  <a:cubicBezTo>
                    <a:pt x="182365" y="70256"/>
                    <a:pt x="187948" y="70672"/>
                    <a:pt x="194114" y="70839"/>
                  </a:cubicBezTo>
                  <a:cubicBezTo>
                    <a:pt x="202696" y="71089"/>
                    <a:pt x="202363" y="73422"/>
                    <a:pt x="200030" y="81171"/>
                  </a:cubicBezTo>
                  <a:cubicBezTo>
                    <a:pt x="198030" y="87921"/>
                    <a:pt x="195780" y="94503"/>
                    <a:pt x="193780" y="101252"/>
                  </a:cubicBezTo>
                  <a:cubicBezTo>
                    <a:pt x="188198" y="119501"/>
                    <a:pt x="182948" y="137833"/>
                    <a:pt x="177782" y="156164"/>
                  </a:cubicBezTo>
                  <a:cubicBezTo>
                    <a:pt x="172283" y="175746"/>
                    <a:pt x="167783" y="195577"/>
                    <a:pt x="162200" y="215159"/>
                  </a:cubicBezTo>
                  <a:cubicBezTo>
                    <a:pt x="160200" y="222242"/>
                    <a:pt x="156117" y="232324"/>
                    <a:pt x="154951" y="241573"/>
                  </a:cubicBezTo>
                  <a:cubicBezTo>
                    <a:pt x="143618" y="238907"/>
                    <a:pt x="133036" y="234907"/>
                    <a:pt x="123037" y="229825"/>
                  </a:cubicBezTo>
                  <a:cubicBezTo>
                    <a:pt x="124787" y="223492"/>
                    <a:pt x="128536" y="217409"/>
                    <a:pt x="130536" y="211326"/>
                  </a:cubicBezTo>
                  <a:cubicBezTo>
                    <a:pt x="133036" y="203660"/>
                    <a:pt x="135202" y="195744"/>
                    <a:pt x="137036" y="187912"/>
                  </a:cubicBezTo>
                  <a:cubicBezTo>
                    <a:pt x="141285" y="168913"/>
                    <a:pt x="147201" y="150748"/>
                    <a:pt x="153117" y="132250"/>
                  </a:cubicBezTo>
                  <a:cubicBezTo>
                    <a:pt x="158867" y="113835"/>
                    <a:pt x="163033" y="95337"/>
                    <a:pt x="166783" y="76422"/>
                  </a:cubicBezTo>
                  <a:lnTo>
                    <a:pt x="166783" y="76422"/>
                  </a:lnTo>
                  <a:close/>
                  <a:moveTo>
                    <a:pt x="126453" y="10844"/>
                  </a:moveTo>
                  <a:cubicBezTo>
                    <a:pt x="128453" y="9428"/>
                    <a:pt x="137536" y="12427"/>
                    <a:pt x="140619" y="12594"/>
                  </a:cubicBezTo>
                  <a:cubicBezTo>
                    <a:pt x="149534" y="13011"/>
                    <a:pt x="157950" y="13260"/>
                    <a:pt x="166783" y="14844"/>
                  </a:cubicBezTo>
                  <a:cubicBezTo>
                    <a:pt x="177865" y="16843"/>
                    <a:pt x="174116" y="22427"/>
                    <a:pt x="171533" y="31092"/>
                  </a:cubicBezTo>
                  <a:cubicBezTo>
                    <a:pt x="169366" y="38342"/>
                    <a:pt x="166700" y="45925"/>
                    <a:pt x="165700" y="53424"/>
                  </a:cubicBezTo>
                  <a:cubicBezTo>
                    <a:pt x="165616" y="53757"/>
                    <a:pt x="165616" y="54090"/>
                    <a:pt x="165616" y="54507"/>
                  </a:cubicBezTo>
                  <a:cubicBezTo>
                    <a:pt x="163450" y="54423"/>
                    <a:pt x="161783" y="55007"/>
                    <a:pt x="159700" y="57424"/>
                  </a:cubicBezTo>
                  <a:cubicBezTo>
                    <a:pt x="155951" y="61840"/>
                    <a:pt x="155867" y="71672"/>
                    <a:pt x="154701" y="77005"/>
                  </a:cubicBezTo>
                  <a:cubicBezTo>
                    <a:pt x="152284" y="88420"/>
                    <a:pt x="149868" y="99753"/>
                    <a:pt x="146868" y="111002"/>
                  </a:cubicBezTo>
                  <a:cubicBezTo>
                    <a:pt x="141035" y="132250"/>
                    <a:pt x="131953" y="152831"/>
                    <a:pt x="127203" y="174329"/>
                  </a:cubicBezTo>
                  <a:cubicBezTo>
                    <a:pt x="126703" y="176579"/>
                    <a:pt x="126287" y="178746"/>
                    <a:pt x="125787" y="180995"/>
                  </a:cubicBezTo>
                  <a:cubicBezTo>
                    <a:pt x="126953" y="157248"/>
                    <a:pt x="128120" y="133417"/>
                    <a:pt x="131786" y="109919"/>
                  </a:cubicBezTo>
                  <a:cubicBezTo>
                    <a:pt x="134619" y="91670"/>
                    <a:pt x="139286" y="70922"/>
                    <a:pt x="137202" y="52340"/>
                  </a:cubicBezTo>
                  <a:cubicBezTo>
                    <a:pt x="136036" y="42424"/>
                    <a:pt x="129620" y="41508"/>
                    <a:pt x="121620" y="41008"/>
                  </a:cubicBezTo>
                  <a:cubicBezTo>
                    <a:pt x="122787" y="39092"/>
                    <a:pt x="123537" y="36842"/>
                    <a:pt x="124203" y="34426"/>
                  </a:cubicBezTo>
                  <a:cubicBezTo>
                    <a:pt x="124953" y="30759"/>
                    <a:pt x="124453" y="12344"/>
                    <a:pt x="126453" y="10844"/>
                  </a:cubicBezTo>
                  <a:lnTo>
                    <a:pt x="126453" y="10844"/>
                  </a:lnTo>
                  <a:close/>
                  <a:moveTo>
                    <a:pt x="85540" y="51757"/>
                  </a:moveTo>
                  <a:cubicBezTo>
                    <a:pt x="95789" y="48424"/>
                    <a:pt x="111955" y="52757"/>
                    <a:pt x="122454" y="53007"/>
                  </a:cubicBezTo>
                  <a:cubicBezTo>
                    <a:pt x="128953" y="53174"/>
                    <a:pt x="126287" y="51674"/>
                    <a:pt x="127203" y="56007"/>
                  </a:cubicBezTo>
                  <a:cubicBezTo>
                    <a:pt x="128620" y="63423"/>
                    <a:pt x="126787" y="75338"/>
                    <a:pt x="126120" y="82504"/>
                  </a:cubicBezTo>
                  <a:cubicBezTo>
                    <a:pt x="124453" y="100253"/>
                    <a:pt x="120370" y="117668"/>
                    <a:pt x="118121" y="135333"/>
                  </a:cubicBezTo>
                  <a:cubicBezTo>
                    <a:pt x="114454" y="164414"/>
                    <a:pt x="114621" y="193994"/>
                    <a:pt x="111455" y="223075"/>
                  </a:cubicBezTo>
                  <a:cubicBezTo>
                    <a:pt x="99289" y="215576"/>
                    <a:pt x="88123" y="206576"/>
                    <a:pt x="77458" y="196744"/>
                  </a:cubicBezTo>
                  <a:cubicBezTo>
                    <a:pt x="78291" y="190411"/>
                    <a:pt x="78958" y="181995"/>
                    <a:pt x="78958" y="181662"/>
                  </a:cubicBezTo>
                  <a:cubicBezTo>
                    <a:pt x="79291" y="172996"/>
                    <a:pt x="79124" y="164330"/>
                    <a:pt x="79458" y="155664"/>
                  </a:cubicBezTo>
                  <a:cubicBezTo>
                    <a:pt x="79958" y="139166"/>
                    <a:pt x="80457" y="122418"/>
                    <a:pt x="79458" y="105919"/>
                  </a:cubicBezTo>
                  <a:cubicBezTo>
                    <a:pt x="78708" y="94420"/>
                    <a:pt x="71208" y="56423"/>
                    <a:pt x="85540" y="51757"/>
                  </a:cubicBezTo>
                  <a:lnTo>
                    <a:pt x="85540" y="51757"/>
                  </a:lnTo>
                  <a:close/>
                  <a:moveTo>
                    <a:pt x="47960" y="26343"/>
                  </a:moveTo>
                  <a:cubicBezTo>
                    <a:pt x="53377" y="25259"/>
                    <a:pt x="58959" y="25176"/>
                    <a:pt x="64459" y="24593"/>
                  </a:cubicBezTo>
                  <a:cubicBezTo>
                    <a:pt x="66459" y="24343"/>
                    <a:pt x="82291" y="22176"/>
                    <a:pt x="80957" y="20843"/>
                  </a:cubicBezTo>
                  <a:cubicBezTo>
                    <a:pt x="83374" y="23343"/>
                    <a:pt x="79791" y="34259"/>
                    <a:pt x="79708" y="39841"/>
                  </a:cubicBezTo>
                  <a:cubicBezTo>
                    <a:pt x="78874" y="40092"/>
                    <a:pt x="77958" y="40258"/>
                    <a:pt x="77124" y="40508"/>
                  </a:cubicBezTo>
                  <a:cubicBezTo>
                    <a:pt x="64626" y="45091"/>
                    <a:pt x="64959" y="58673"/>
                    <a:pt x="64792" y="70089"/>
                  </a:cubicBezTo>
                  <a:cubicBezTo>
                    <a:pt x="64542" y="91087"/>
                    <a:pt x="66792" y="112002"/>
                    <a:pt x="67209" y="132917"/>
                  </a:cubicBezTo>
                  <a:cubicBezTo>
                    <a:pt x="67542" y="151331"/>
                    <a:pt x="67042" y="170247"/>
                    <a:pt x="68875" y="188745"/>
                  </a:cubicBezTo>
                  <a:cubicBezTo>
                    <a:pt x="60293" y="180246"/>
                    <a:pt x="52043" y="171330"/>
                    <a:pt x="43961" y="162414"/>
                  </a:cubicBezTo>
                  <a:cubicBezTo>
                    <a:pt x="44127" y="158164"/>
                    <a:pt x="44461" y="153831"/>
                    <a:pt x="44044" y="149498"/>
                  </a:cubicBezTo>
                  <a:cubicBezTo>
                    <a:pt x="43044" y="139083"/>
                    <a:pt x="41544" y="128750"/>
                    <a:pt x="41044" y="118251"/>
                  </a:cubicBezTo>
                  <a:cubicBezTo>
                    <a:pt x="40128" y="97836"/>
                    <a:pt x="41794" y="77672"/>
                    <a:pt x="40044" y="57340"/>
                  </a:cubicBezTo>
                  <a:cubicBezTo>
                    <a:pt x="39461" y="50007"/>
                    <a:pt x="37961" y="40592"/>
                    <a:pt x="39628" y="33342"/>
                  </a:cubicBezTo>
                  <a:cubicBezTo>
                    <a:pt x="41294" y="26593"/>
                    <a:pt x="40128" y="27926"/>
                    <a:pt x="47960" y="26343"/>
                  </a:cubicBezTo>
                  <a:lnTo>
                    <a:pt x="47960" y="26343"/>
                  </a:lnTo>
                  <a:close/>
                  <a:moveTo>
                    <a:pt x="16797" y="87337"/>
                  </a:moveTo>
                  <a:cubicBezTo>
                    <a:pt x="15047" y="74755"/>
                    <a:pt x="19796" y="74338"/>
                    <a:pt x="28712" y="74672"/>
                  </a:cubicBezTo>
                  <a:cubicBezTo>
                    <a:pt x="29129" y="91420"/>
                    <a:pt x="29129" y="108169"/>
                    <a:pt x="30795" y="124667"/>
                  </a:cubicBezTo>
                  <a:cubicBezTo>
                    <a:pt x="31712" y="133750"/>
                    <a:pt x="33128" y="142833"/>
                    <a:pt x="34545" y="151915"/>
                  </a:cubicBezTo>
                  <a:cubicBezTo>
                    <a:pt x="32045" y="149082"/>
                    <a:pt x="29462" y="146249"/>
                    <a:pt x="26962" y="143499"/>
                  </a:cubicBezTo>
                  <a:cubicBezTo>
                    <a:pt x="27296" y="131750"/>
                    <a:pt x="23129" y="118001"/>
                    <a:pt x="21296" y="107336"/>
                  </a:cubicBezTo>
                  <a:cubicBezTo>
                    <a:pt x="20046" y="100586"/>
                    <a:pt x="17713" y="94003"/>
                    <a:pt x="16797" y="87337"/>
                  </a:cubicBezTo>
                  <a:lnTo>
                    <a:pt x="16797" y="87337"/>
                  </a:lnTo>
                  <a:close/>
                  <a:moveTo>
                    <a:pt x="89457" y="606540"/>
                  </a:moveTo>
                  <a:cubicBezTo>
                    <a:pt x="68625" y="637621"/>
                    <a:pt x="49127" y="669618"/>
                    <a:pt x="26462" y="699532"/>
                  </a:cubicBezTo>
                  <a:cubicBezTo>
                    <a:pt x="20463" y="707448"/>
                    <a:pt x="21296" y="703199"/>
                    <a:pt x="19880" y="695032"/>
                  </a:cubicBezTo>
                  <a:cubicBezTo>
                    <a:pt x="18380" y="686367"/>
                    <a:pt x="17630" y="677201"/>
                    <a:pt x="17380" y="668368"/>
                  </a:cubicBezTo>
                  <a:cubicBezTo>
                    <a:pt x="16963" y="652120"/>
                    <a:pt x="18630" y="635871"/>
                    <a:pt x="18213" y="619623"/>
                  </a:cubicBezTo>
                  <a:cubicBezTo>
                    <a:pt x="16297" y="550046"/>
                    <a:pt x="18046" y="479719"/>
                    <a:pt x="20629" y="410225"/>
                  </a:cubicBezTo>
                  <a:cubicBezTo>
                    <a:pt x="21129" y="397226"/>
                    <a:pt x="21629" y="384144"/>
                    <a:pt x="22046" y="371145"/>
                  </a:cubicBezTo>
                  <a:cubicBezTo>
                    <a:pt x="22629" y="370645"/>
                    <a:pt x="23046" y="369978"/>
                    <a:pt x="23046" y="368978"/>
                  </a:cubicBezTo>
                  <a:cubicBezTo>
                    <a:pt x="23129" y="362812"/>
                    <a:pt x="22963" y="356646"/>
                    <a:pt x="22713" y="350564"/>
                  </a:cubicBezTo>
                  <a:cubicBezTo>
                    <a:pt x="24296" y="303735"/>
                    <a:pt x="25462" y="256906"/>
                    <a:pt x="25879" y="210076"/>
                  </a:cubicBezTo>
                  <a:cubicBezTo>
                    <a:pt x="27212" y="196161"/>
                    <a:pt x="28545" y="182329"/>
                    <a:pt x="28879" y="168413"/>
                  </a:cubicBezTo>
                  <a:cubicBezTo>
                    <a:pt x="31878" y="171746"/>
                    <a:pt x="34878" y="175162"/>
                    <a:pt x="37878" y="178496"/>
                  </a:cubicBezTo>
                  <a:cubicBezTo>
                    <a:pt x="38628" y="186579"/>
                    <a:pt x="39044" y="194744"/>
                    <a:pt x="40128" y="202910"/>
                  </a:cubicBezTo>
                  <a:cubicBezTo>
                    <a:pt x="41878" y="216159"/>
                    <a:pt x="45294" y="228408"/>
                    <a:pt x="48460" y="241323"/>
                  </a:cubicBezTo>
                  <a:cubicBezTo>
                    <a:pt x="56959" y="275654"/>
                    <a:pt x="65792" y="309151"/>
                    <a:pt x="78374" y="342397"/>
                  </a:cubicBezTo>
                  <a:cubicBezTo>
                    <a:pt x="89123" y="370895"/>
                    <a:pt x="99872" y="400559"/>
                    <a:pt x="118371" y="425057"/>
                  </a:cubicBezTo>
                  <a:cubicBezTo>
                    <a:pt x="126787" y="436222"/>
                    <a:pt x="135036" y="447555"/>
                    <a:pt x="143618" y="458554"/>
                  </a:cubicBezTo>
                  <a:cubicBezTo>
                    <a:pt x="151118" y="468220"/>
                    <a:pt x="159284" y="476885"/>
                    <a:pt x="167366" y="486052"/>
                  </a:cubicBezTo>
                  <a:cubicBezTo>
                    <a:pt x="142119" y="526714"/>
                    <a:pt x="116121" y="566877"/>
                    <a:pt x="89457" y="606540"/>
                  </a:cubicBezTo>
                  <a:lnTo>
                    <a:pt x="89457" y="606540"/>
                  </a:lnTo>
                  <a:close/>
                  <a:moveTo>
                    <a:pt x="294021" y="270404"/>
                  </a:moveTo>
                  <a:cubicBezTo>
                    <a:pt x="285189" y="287069"/>
                    <a:pt x="275523" y="303151"/>
                    <a:pt x="266108" y="319483"/>
                  </a:cubicBezTo>
                  <a:cubicBezTo>
                    <a:pt x="247526" y="351730"/>
                    <a:pt x="229027" y="383727"/>
                    <a:pt x="210113" y="415725"/>
                  </a:cubicBezTo>
                  <a:cubicBezTo>
                    <a:pt x="198197" y="435889"/>
                    <a:pt x="186115" y="455887"/>
                    <a:pt x="173866" y="475802"/>
                  </a:cubicBezTo>
                  <a:cubicBezTo>
                    <a:pt x="157367" y="457637"/>
                    <a:pt x="141619" y="439805"/>
                    <a:pt x="127870" y="418974"/>
                  </a:cubicBezTo>
                  <a:cubicBezTo>
                    <a:pt x="109788" y="391560"/>
                    <a:pt x="99206" y="358563"/>
                    <a:pt x="87207" y="328149"/>
                  </a:cubicBezTo>
                  <a:cubicBezTo>
                    <a:pt x="75125" y="297402"/>
                    <a:pt x="67125" y="265655"/>
                    <a:pt x="56793" y="234491"/>
                  </a:cubicBezTo>
                  <a:cubicBezTo>
                    <a:pt x="52043" y="220075"/>
                    <a:pt x="48627" y="205660"/>
                    <a:pt x="46127" y="190661"/>
                  </a:cubicBezTo>
                  <a:cubicBezTo>
                    <a:pt x="45877" y="189328"/>
                    <a:pt x="45711" y="188078"/>
                    <a:pt x="45544" y="186828"/>
                  </a:cubicBezTo>
                  <a:cubicBezTo>
                    <a:pt x="76874" y="220659"/>
                    <a:pt x="111538" y="250656"/>
                    <a:pt x="159867" y="258322"/>
                  </a:cubicBezTo>
                  <a:cubicBezTo>
                    <a:pt x="187864" y="262738"/>
                    <a:pt x="218195" y="261322"/>
                    <a:pt x="246109" y="256906"/>
                  </a:cubicBezTo>
                  <a:cubicBezTo>
                    <a:pt x="269191" y="253156"/>
                    <a:pt x="290105" y="246240"/>
                    <a:pt x="311853" y="239323"/>
                  </a:cubicBezTo>
                  <a:cubicBezTo>
                    <a:pt x="306187" y="250073"/>
                    <a:pt x="299271" y="260489"/>
                    <a:pt x="294021" y="270404"/>
                  </a:cubicBezTo>
                  <a:lnTo>
                    <a:pt x="294021" y="270404"/>
                  </a:lnTo>
                  <a:close/>
                  <a:moveTo>
                    <a:pt x="342601" y="176163"/>
                  </a:moveTo>
                  <a:cubicBezTo>
                    <a:pt x="334851" y="188495"/>
                    <a:pt x="327269" y="200744"/>
                    <a:pt x="319186" y="212909"/>
                  </a:cubicBezTo>
                  <a:cubicBezTo>
                    <a:pt x="316853" y="216492"/>
                    <a:pt x="314603" y="219326"/>
                    <a:pt x="314020" y="222908"/>
                  </a:cubicBezTo>
                  <a:cubicBezTo>
                    <a:pt x="309687" y="224241"/>
                    <a:pt x="305354" y="225658"/>
                    <a:pt x="301104" y="227075"/>
                  </a:cubicBezTo>
                  <a:cubicBezTo>
                    <a:pt x="308187" y="212659"/>
                    <a:pt x="315936" y="198577"/>
                    <a:pt x="322769" y="184078"/>
                  </a:cubicBezTo>
                  <a:cubicBezTo>
                    <a:pt x="331268" y="166247"/>
                    <a:pt x="337934" y="147832"/>
                    <a:pt x="346017" y="129834"/>
                  </a:cubicBezTo>
                  <a:cubicBezTo>
                    <a:pt x="346433" y="128917"/>
                    <a:pt x="346933" y="127833"/>
                    <a:pt x="347600" y="126750"/>
                  </a:cubicBezTo>
                  <a:cubicBezTo>
                    <a:pt x="348850" y="128250"/>
                    <a:pt x="350266" y="129500"/>
                    <a:pt x="352266" y="130916"/>
                  </a:cubicBezTo>
                  <a:cubicBezTo>
                    <a:pt x="358432" y="135250"/>
                    <a:pt x="363265" y="135333"/>
                    <a:pt x="361849" y="143749"/>
                  </a:cubicBezTo>
                  <a:cubicBezTo>
                    <a:pt x="360016" y="154248"/>
                    <a:pt x="348350" y="167163"/>
                    <a:pt x="342601" y="176163"/>
                  </a:cubicBezTo>
                  <a:lnTo>
                    <a:pt x="342601" y="176163"/>
                  </a:lnTo>
                  <a:close/>
                </a:path>
              </a:pathLst>
            </a:custGeom>
            <a:grpFill/>
            <a:ln w="8332" cap="flat">
              <a:noFill/>
              <a:prstDash val="solid"/>
              <a:miter/>
            </a:ln>
          </p:spPr>
          <p:txBody>
            <a:bodyPr rtlCol="0" anchor="ctr"/>
            <a:lstStyle/>
            <a:p>
              <a:endParaRPr lang="en-US"/>
            </a:p>
          </p:txBody>
        </p:sp>
        <p:sp>
          <p:nvSpPr>
            <p:cNvPr id="2369" name="Freeform: Shape 2368"/>
            <p:cNvSpPr/>
            <p:nvPr/>
          </p:nvSpPr>
          <p:spPr>
            <a:xfrm>
              <a:off x="3917509" y="5233089"/>
              <a:ext cx="423736" cy="526990"/>
            </a:xfrm>
            <a:custGeom>
              <a:avLst/>
              <a:gdLst>
                <a:gd name="connsiteX0" fmla="*/ 423121 w 423736"/>
                <a:gd name="connsiteY0" fmla="*/ 248344 h 526990"/>
                <a:gd name="connsiteX1" fmla="*/ 410539 w 423736"/>
                <a:gd name="connsiteY1" fmla="*/ 222429 h 526990"/>
                <a:gd name="connsiteX2" fmla="*/ 403206 w 423736"/>
                <a:gd name="connsiteY2" fmla="*/ 202931 h 526990"/>
                <a:gd name="connsiteX3" fmla="*/ 411205 w 423736"/>
                <a:gd name="connsiteY3" fmla="*/ 180266 h 526990"/>
                <a:gd name="connsiteX4" fmla="*/ 406289 w 423736"/>
                <a:gd name="connsiteY4" fmla="*/ 125271 h 526990"/>
                <a:gd name="connsiteX5" fmla="*/ 376875 w 423736"/>
                <a:gd name="connsiteY5" fmla="*/ 107190 h 526990"/>
                <a:gd name="connsiteX6" fmla="*/ 383124 w 423736"/>
                <a:gd name="connsiteY6" fmla="*/ 71943 h 526990"/>
                <a:gd name="connsiteX7" fmla="*/ 358210 w 423736"/>
                <a:gd name="connsiteY7" fmla="*/ 25780 h 526990"/>
                <a:gd name="connsiteX8" fmla="*/ 329129 w 423736"/>
                <a:gd name="connsiteY8" fmla="*/ 21697 h 526990"/>
                <a:gd name="connsiteX9" fmla="*/ 308881 w 423736"/>
                <a:gd name="connsiteY9" fmla="*/ 31280 h 526990"/>
                <a:gd name="connsiteX10" fmla="*/ 308548 w 423736"/>
                <a:gd name="connsiteY10" fmla="*/ 30946 h 526990"/>
                <a:gd name="connsiteX11" fmla="*/ 253636 w 423736"/>
                <a:gd name="connsiteY11" fmla="*/ 1449 h 526990"/>
                <a:gd name="connsiteX12" fmla="*/ 192642 w 423736"/>
                <a:gd name="connsiteY12" fmla="*/ 10031 h 526990"/>
                <a:gd name="connsiteX13" fmla="*/ 135147 w 423736"/>
                <a:gd name="connsiteY13" fmla="*/ 40779 h 526990"/>
                <a:gd name="connsiteX14" fmla="*/ 74653 w 423736"/>
                <a:gd name="connsiteY14" fmla="*/ 58610 h 526990"/>
                <a:gd name="connsiteX15" fmla="*/ 38989 w 423736"/>
                <a:gd name="connsiteY15" fmla="*/ 107773 h 526990"/>
                <a:gd name="connsiteX16" fmla="*/ 38989 w 423736"/>
                <a:gd name="connsiteY16" fmla="*/ 141853 h 526990"/>
                <a:gd name="connsiteX17" fmla="*/ 14324 w 423736"/>
                <a:gd name="connsiteY17" fmla="*/ 168601 h 526990"/>
                <a:gd name="connsiteX18" fmla="*/ 2659 w 423736"/>
                <a:gd name="connsiteY18" fmla="*/ 224429 h 526990"/>
                <a:gd name="connsiteX19" fmla="*/ 40989 w 423736"/>
                <a:gd name="connsiteY19" fmla="*/ 258759 h 526990"/>
                <a:gd name="connsiteX20" fmla="*/ 41489 w 423736"/>
                <a:gd name="connsiteY20" fmla="*/ 264758 h 526990"/>
                <a:gd name="connsiteX21" fmla="*/ 37406 w 423736"/>
                <a:gd name="connsiteY21" fmla="*/ 302089 h 526990"/>
                <a:gd name="connsiteX22" fmla="*/ 34906 w 423736"/>
                <a:gd name="connsiteY22" fmla="*/ 372499 h 526990"/>
                <a:gd name="connsiteX23" fmla="*/ 40156 w 423736"/>
                <a:gd name="connsiteY23" fmla="*/ 440909 h 526990"/>
                <a:gd name="connsiteX24" fmla="*/ 72319 w 423736"/>
                <a:gd name="connsiteY24" fmla="*/ 478656 h 526990"/>
                <a:gd name="connsiteX25" fmla="*/ 206807 w 423736"/>
                <a:gd name="connsiteY25" fmla="*/ 525902 h 526990"/>
                <a:gd name="connsiteX26" fmla="*/ 264469 w 423736"/>
                <a:gd name="connsiteY26" fmla="*/ 520985 h 526990"/>
                <a:gd name="connsiteX27" fmla="*/ 295383 w 423736"/>
                <a:gd name="connsiteY27" fmla="*/ 477739 h 526990"/>
                <a:gd name="connsiteX28" fmla="*/ 325880 w 423736"/>
                <a:gd name="connsiteY28" fmla="*/ 401330 h 526990"/>
                <a:gd name="connsiteX29" fmla="*/ 353877 w 423736"/>
                <a:gd name="connsiteY29" fmla="*/ 327836 h 526990"/>
                <a:gd name="connsiteX30" fmla="*/ 353877 w 423736"/>
                <a:gd name="connsiteY30" fmla="*/ 327670 h 526990"/>
                <a:gd name="connsiteX31" fmla="*/ 401956 w 423736"/>
                <a:gd name="connsiteY31" fmla="*/ 300755 h 526990"/>
                <a:gd name="connsiteX32" fmla="*/ 423121 w 423736"/>
                <a:gd name="connsiteY32" fmla="*/ 248344 h 526990"/>
                <a:gd name="connsiteX33" fmla="*/ 423121 w 423736"/>
                <a:gd name="connsiteY33" fmla="*/ 248344 h 526990"/>
                <a:gd name="connsiteX34" fmla="*/ 73069 w 423736"/>
                <a:gd name="connsiteY34" fmla="*/ 462074 h 526990"/>
                <a:gd name="connsiteX35" fmla="*/ 51655 w 423736"/>
                <a:gd name="connsiteY35" fmla="*/ 431494 h 526990"/>
                <a:gd name="connsiteX36" fmla="*/ 48238 w 423736"/>
                <a:gd name="connsiteY36" fmla="*/ 387914 h 526990"/>
                <a:gd name="connsiteX37" fmla="*/ 47238 w 423736"/>
                <a:gd name="connsiteY37" fmla="*/ 312421 h 526990"/>
                <a:gd name="connsiteX38" fmla="*/ 49988 w 423736"/>
                <a:gd name="connsiteY38" fmla="*/ 276008 h 526990"/>
                <a:gd name="connsiteX39" fmla="*/ 49571 w 423736"/>
                <a:gd name="connsiteY39" fmla="*/ 261592 h 526990"/>
                <a:gd name="connsiteX40" fmla="*/ 84485 w 423736"/>
                <a:gd name="connsiteY40" fmla="*/ 268508 h 526990"/>
                <a:gd name="connsiteX41" fmla="*/ 88984 w 423736"/>
                <a:gd name="connsiteY41" fmla="*/ 269842 h 526990"/>
                <a:gd name="connsiteX42" fmla="*/ 84568 w 423736"/>
                <a:gd name="connsiteY42" fmla="*/ 308588 h 526990"/>
                <a:gd name="connsiteX43" fmla="*/ 79902 w 423736"/>
                <a:gd name="connsiteY43" fmla="*/ 358667 h 526990"/>
                <a:gd name="connsiteX44" fmla="*/ 76236 w 423736"/>
                <a:gd name="connsiteY44" fmla="*/ 411412 h 526990"/>
                <a:gd name="connsiteX45" fmla="*/ 75486 w 423736"/>
                <a:gd name="connsiteY45" fmla="*/ 464074 h 526990"/>
                <a:gd name="connsiteX46" fmla="*/ 73069 w 423736"/>
                <a:gd name="connsiteY46" fmla="*/ 462074 h 526990"/>
                <a:gd name="connsiteX47" fmla="*/ 73069 w 423736"/>
                <a:gd name="connsiteY47" fmla="*/ 462074 h 526990"/>
                <a:gd name="connsiteX48" fmla="*/ 82735 w 423736"/>
                <a:gd name="connsiteY48" fmla="*/ 469157 h 526990"/>
                <a:gd name="connsiteX49" fmla="*/ 81485 w 423736"/>
                <a:gd name="connsiteY49" fmla="*/ 464074 h 526990"/>
                <a:gd name="connsiteX50" fmla="*/ 84235 w 423736"/>
                <a:gd name="connsiteY50" fmla="*/ 448742 h 526990"/>
                <a:gd name="connsiteX51" fmla="*/ 84151 w 423736"/>
                <a:gd name="connsiteY51" fmla="*/ 422328 h 526990"/>
                <a:gd name="connsiteX52" fmla="*/ 87651 w 423736"/>
                <a:gd name="connsiteY52" fmla="*/ 367832 h 526990"/>
                <a:gd name="connsiteX53" fmla="*/ 91901 w 423736"/>
                <a:gd name="connsiteY53" fmla="*/ 313838 h 526990"/>
                <a:gd name="connsiteX54" fmla="*/ 95150 w 423736"/>
                <a:gd name="connsiteY54" fmla="*/ 272925 h 526990"/>
                <a:gd name="connsiteX55" fmla="*/ 101400 w 423736"/>
                <a:gd name="connsiteY55" fmla="*/ 281507 h 526990"/>
                <a:gd name="connsiteX56" fmla="*/ 108066 w 423736"/>
                <a:gd name="connsiteY56" fmla="*/ 295006 h 526990"/>
                <a:gd name="connsiteX57" fmla="*/ 133147 w 423736"/>
                <a:gd name="connsiteY57" fmla="*/ 315421 h 526990"/>
                <a:gd name="connsiteX58" fmla="*/ 116232 w 423736"/>
                <a:gd name="connsiteY58" fmla="*/ 487322 h 526990"/>
                <a:gd name="connsiteX59" fmla="*/ 82735 w 423736"/>
                <a:gd name="connsiteY59" fmla="*/ 469157 h 526990"/>
                <a:gd name="connsiteX60" fmla="*/ 82735 w 423736"/>
                <a:gd name="connsiteY60" fmla="*/ 469157 h 526990"/>
                <a:gd name="connsiteX61" fmla="*/ 194141 w 423736"/>
                <a:gd name="connsiteY61" fmla="*/ 320587 h 526990"/>
                <a:gd name="connsiteX62" fmla="*/ 180393 w 423736"/>
                <a:gd name="connsiteY62" fmla="*/ 365666 h 526990"/>
                <a:gd name="connsiteX63" fmla="*/ 168394 w 423736"/>
                <a:gd name="connsiteY63" fmla="*/ 420578 h 526990"/>
                <a:gd name="connsiteX64" fmla="*/ 158728 w 423736"/>
                <a:gd name="connsiteY64" fmla="*/ 464574 h 526990"/>
                <a:gd name="connsiteX65" fmla="*/ 151479 w 423736"/>
                <a:gd name="connsiteY65" fmla="*/ 500321 h 526990"/>
                <a:gd name="connsiteX66" fmla="*/ 143063 w 423736"/>
                <a:gd name="connsiteY66" fmla="*/ 497654 h 526990"/>
                <a:gd name="connsiteX67" fmla="*/ 124148 w 423736"/>
                <a:gd name="connsiteY67" fmla="*/ 490738 h 526990"/>
                <a:gd name="connsiteX68" fmla="*/ 129981 w 423736"/>
                <a:gd name="connsiteY68" fmla="*/ 399913 h 526990"/>
                <a:gd name="connsiteX69" fmla="*/ 137730 w 423736"/>
                <a:gd name="connsiteY69" fmla="*/ 317420 h 526990"/>
                <a:gd name="connsiteX70" fmla="*/ 159978 w 423736"/>
                <a:gd name="connsiteY70" fmla="*/ 321920 h 526990"/>
                <a:gd name="connsiteX71" fmla="*/ 192892 w 423736"/>
                <a:gd name="connsiteY71" fmla="*/ 320921 h 526990"/>
                <a:gd name="connsiteX72" fmla="*/ 194308 w 423736"/>
                <a:gd name="connsiteY72" fmla="*/ 320670 h 526990"/>
                <a:gd name="connsiteX73" fmla="*/ 194141 w 423736"/>
                <a:gd name="connsiteY73" fmla="*/ 320587 h 526990"/>
                <a:gd name="connsiteX74" fmla="*/ 194141 w 423736"/>
                <a:gd name="connsiteY74" fmla="*/ 320587 h 526990"/>
                <a:gd name="connsiteX75" fmla="*/ 204141 w 423736"/>
                <a:gd name="connsiteY75" fmla="*/ 473240 h 526990"/>
                <a:gd name="connsiteX76" fmla="*/ 195475 w 423736"/>
                <a:gd name="connsiteY76" fmla="*/ 510153 h 526990"/>
                <a:gd name="connsiteX77" fmla="*/ 161728 w 423736"/>
                <a:gd name="connsiteY77" fmla="*/ 503237 h 526990"/>
                <a:gd name="connsiteX78" fmla="*/ 176227 w 423736"/>
                <a:gd name="connsiteY78" fmla="*/ 422328 h 526990"/>
                <a:gd name="connsiteX79" fmla="*/ 185226 w 423736"/>
                <a:gd name="connsiteY79" fmla="*/ 372832 h 526990"/>
                <a:gd name="connsiteX80" fmla="*/ 197558 w 423736"/>
                <a:gd name="connsiteY80" fmla="*/ 321754 h 526990"/>
                <a:gd name="connsiteX81" fmla="*/ 196808 w 423736"/>
                <a:gd name="connsiteY81" fmla="*/ 319920 h 526990"/>
                <a:gd name="connsiteX82" fmla="*/ 213557 w 423736"/>
                <a:gd name="connsiteY82" fmla="*/ 322003 h 526990"/>
                <a:gd name="connsiteX83" fmla="*/ 226222 w 423736"/>
                <a:gd name="connsiteY83" fmla="*/ 333002 h 526990"/>
                <a:gd name="connsiteX84" fmla="*/ 244220 w 423736"/>
                <a:gd name="connsiteY84" fmla="*/ 342918 h 526990"/>
                <a:gd name="connsiteX85" fmla="*/ 217056 w 423736"/>
                <a:gd name="connsiteY85" fmla="*/ 429910 h 526990"/>
                <a:gd name="connsiteX86" fmla="*/ 204141 w 423736"/>
                <a:gd name="connsiteY86" fmla="*/ 473240 h 526990"/>
                <a:gd name="connsiteX87" fmla="*/ 204141 w 423736"/>
                <a:gd name="connsiteY87" fmla="*/ 473240 h 526990"/>
                <a:gd name="connsiteX88" fmla="*/ 204641 w 423736"/>
                <a:gd name="connsiteY88" fmla="*/ 511153 h 526990"/>
                <a:gd name="connsiteX89" fmla="*/ 213140 w 423736"/>
                <a:gd name="connsiteY89" fmla="*/ 477573 h 526990"/>
                <a:gd name="connsiteX90" fmla="*/ 225139 w 423736"/>
                <a:gd name="connsiteY90" fmla="*/ 431993 h 526990"/>
                <a:gd name="connsiteX91" fmla="*/ 248136 w 423736"/>
                <a:gd name="connsiteY91" fmla="*/ 344752 h 526990"/>
                <a:gd name="connsiteX92" fmla="*/ 288966 w 423736"/>
                <a:gd name="connsiteY92" fmla="*/ 350251 h 526990"/>
                <a:gd name="connsiteX93" fmla="*/ 291466 w 423736"/>
                <a:gd name="connsiteY93" fmla="*/ 349918 h 526990"/>
                <a:gd name="connsiteX94" fmla="*/ 255886 w 423736"/>
                <a:gd name="connsiteY94" fmla="*/ 439660 h 526990"/>
                <a:gd name="connsiteX95" fmla="*/ 238887 w 423736"/>
                <a:gd name="connsiteY95" fmla="*/ 483739 h 526990"/>
                <a:gd name="connsiteX96" fmla="*/ 227472 w 423736"/>
                <a:gd name="connsiteY96" fmla="*/ 511736 h 526990"/>
                <a:gd name="connsiteX97" fmla="*/ 222389 w 423736"/>
                <a:gd name="connsiteY97" fmla="*/ 511820 h 526990"/>
                <a:gd name="connsiteX98" fmla="*/ 204641 w 423736"/>
                <a:gd name="connsiteY98" fmla="*/ 511153 h 526990"/>
                <a:gd name="connsiteX99" fmla="*/ 204641 w 423736"/>
                <a:gd name="connsiteY99" fmla="*/ 511153 h 526990"/>
                <a:gd name="connsiteX100" fmla="*/ 310548 w 423736"/>
                <a:gd name="connsiteY100" fmla="*/ 399413 h 526990"/>
                <a:gd name="connsiteX101" fmla="*/ 281800 w 423736"/>
                <a:gd name="connsiteY101" fmla="*/ 470740 h 526990"/>
                <a:gd name="connsiteX102" fmla="*/ 257719 w 423736"/>
                <a:gd name="connsiteY102" fmla="*/ 507487 h 526990"/>
                <a:gd name="connsiteX103" fmla="*/ 240637 w 423736"/>
                <a:gd name="connsiteY103" fmla="*/ 511320 h 526990"/>
                <a:gd name="connsiteX104" fmla="*/ 294132 w 423736"/>
                <a:gd name="connsiteY104" fmla="*/ 349501 h 526990"/>
                <a:gd name="connsiteX105" fmla="*/ 337045 w 423736"/>
                <a:gd name="connsiteY105" fmla="*/ 331919 h 526990"/>
                <a:gd name="connsiteX106" fmla="*/ 310548 w 423736"/>
                <a:gd name="connsiteY106" fmla="*/ 399413 h 526990"/>
                <a:gd name="connsiteX107" fmla="*/ 310548 w 423736"/>
                <a:gd name="connsiteY107" fmla="*/ 399413 h 526990"/>
                <a:gd name="connsiteX108" fmla="*/ 400456 w 423736"/>
                <a:gd name="connsiteY108" fmla="*/ 277924 h 526990"/>
                <a:gd name="connsiteX109" fmla="*/ 348211 w 423736"/>
                <a:gd name="connsiteY109" fmla="*/ 314671 h 526990"/>
                <a:gd name="connsiteX110" fmla="*/ 328963 w 423736"/>
                <a:gd name="connsiteY110" fmla="*/ 318337 h 526990"/>
                <a:gd name="connsiteX111" fmla="*/ 302798 w 423736"/>
                <a:gd name="connsiteY111" fmla="*/ 331003 h 526990"/>
                <a:gd name="connsiteX112" fmla="*/ 242137 w 423736"/>
                <a:gd name="connsiteY112" fmla="*/ 325087 h 526990"/>
                <a:gd name="connsiteX113" fmla="*/ 218639 w 423736"/>
                <a:gd name="connsiteY113" fmla="*/ 306588 h 526990"/>
                <a:gd name="connsiteX114" fmla="*/ 197808 w 423736"/>
                <a:gd name="connsiteY114" fmla="*/ 303672 h 526990"/>
                <a:gd name="connsiteX115" fmla="*/ 135480 w 423736"/>
                <a:gd name="connsiteY115" fmla="*/ 299255 h 526990"/>
                <a:gd name="connsiteX116" fmla="*/ 115149 w 423736"/>
                <a:gd name="connsiteY116" fmla="*/ 272425 h 526990"/>
                <a:gd name="connsiteX117" fmla="*/ 105650 w 423736"/>
                <a:gd name="connsiteY117" fmla="*/ 256676 h 526990"/>
                <a:gd name="connsiteX118" fmla="*/ 82568 w 423736"/>
                <a:gd name="connsiteY118" fmla="*/ 251510 h 526990"/>
                <a:gd name="connsiteX119" fmla="*/ 53487 w 423736"/>
                <a:gd name="connsiteY119" fmla="*/ 245677 h 526990"/>
                <a:gd name="connsiteX120" fmla="*/ 21324 w 423736"/>
                <a:gd name="connsiteY120" fmla="*/ 226929 h 526990"/>
                <a:gd name="connsiteX121" fmla="*/ 21574 w 423736"/>
                <a:gd name="connsiteY121" fmla="*/ 185099 h 526990"/>
                <a:gd name="connsiteX122" fmla="*/ 55321 w 423736"/>
                <a:gd name="connsiteY122" fmla="*/ 148102 h 526990"/>
                <a:gd name="connsiteX123" fmla="*/ 56321 w 423736"/>
                <a:gd name="connsiteY123" fmla="*/ 132937 h 526990"/>
                <a:gd name="connsiteX124" fmla="*/ 64403 w 423736"/>
                <a:gd name="connsiteY124" fmla="*/ 90274 h 526990"/>
                <a:gd name="connsiteX125" fmla="*/ 124148 w 423736"/>
                <a:gd name="connsiteY125" fmla="*/ 58610 h 526990"/>
                <a:gd name="connsiteX126" fmla="*/ 169894 w 423736"/>
                <a:gd name="connsiteY126" fmla="*/ 42445 h 526990"/>
                <a:gd name="connsiteX127" fmla="*/ 231638 w 423736"/>
                <a:gd name="connsiteY127" fmla="*/ 11948 h 526990"/>
                <a:gd name="connsiteX128" fmla="*/ 300798 w 423736"/>
                <a:gd name="connsiteY128" fmla="*/ 35196 h 526990"/>
                <a:gd name="connsiteX129" fmla="*/ 308381 w 423736"/>
                <a:gd name="connsiteY129" fmla="*/ 45695 h 526990"/>
                <a:gd name="connsiteX130" fmla="*/ 325963 w 423736"/>
                <a:gd name="connsiteY130" fmla="*/ 36696 h 526990"/>
                <a:gd name="connsiteX131" fmla="*/ 354711 w 423736"/>
                <a:gd name="connsiteY131" fmla="*/ 40945 h 526990"/>
                <a:gd name="connsiteX132" fmla="*/ 356543 w 423736"/>
                <a:gd name="connsiteY132" fmla="*/ 98107 h 526990"/>
                <a:gd name="connsiteX133" fmla="*/ 372792 w 423736"/>
                <a:gd name="connsiteY133" fmla="*/ 123855 h 526990"/>
                <a:gd name="connsiteX134" fmla="*/ 398290 w 423736"/>
                <a:gd name="connsiteY134" fmla="*/ 141187 h 526990"/>
                <a:gd name="connsiteX135" fmla="*/ 396207 w 423736"/>
                <a:gd name="connsiteY135" fmla="*/ 175100 h 526990"/>
                <a:gd name="connsiteX136" fmla="*/ 390874 w 423736"/>
                <a:gd name="connsiteY136" fmla="*/ 218763 h 526990"/>
                <a:gd name="connsiteX137" fmla="*/ 402040 w 423736"/>
                <a:gd name="connsiteY137" fmla="*/ 238344 h 526990"/>
                <a:gd name="connsiteX138" fmla="*/ 400456 w 423736"/>
                <a:gd name="connsiteY138" fmla="*/ 277924 h 526990"/>
                <a:gd name="connsiteX139" fmla="*/ 400456 w 423736"/>
                <a:gd name="connsiteY139" fmla="*/ 277924 h 526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Lst>
              <a:rect l="l" t="t" r="r" b="b"/>
              <a:pathLst>
                <a:path w="423736" h="526990">
                  <a:moveTo>
                    <a:pt x="423121" y="248344"/>
                  </a:moveTo>
                  <a:cubicBezTo>
                    <a:pt x="421288" y="238928"/>
                    <a:pt x="415288" y="230512"/>
                    <a:pt x="410539" y="222429"/>
                  </a:cubicBezTo>
                  <a:cubicBezTo>
                    <a:pt x="406873" y="216180"/>
                    <a:pt x="403123" y="210514"/>
                    <a:pt x="403206" y="202931"/>
                  </a:cubicBezTo>
                  <a:cubicBezTo>
                    <a:pt x="403290" y="194431"/>
                    <a:pt x="407622" y="187849"/>
                    <a:pt x="411205" y="180266"/>
                  </a:cubicBezTo>
                  <a:cubicBezTo>
                    <a:pt x="419621" y="162184"/>
                    <a:pt x="421121" y="140520"/>
                    <a:pt x="406289" y="125271"/>
                  </a:cubicBezTo>
                  <a:cubicBezTo>
                    <a:pt x="397873" y="116689"/>
                    <a:pt x="385624" y="114522"/>
                    <a:pt x="376875" y="107190"/>
                  </a:cubicBezTo>
                  <a:cubicBezTo>
                    <a:pt x="369293" y="100773"/>
                    <a:pt x="381625" y="81025"/>
                    <a:pt x="383124" y="71943"/>
                  </a:cubicBezTo>
                  <a:cubicBezTo>
                    <a:pt x="386374" y="51861"/>
                    <a:pt x="376792" y="34113"/>
                    <a:pt x="358210" y="25780"/>
                  </a:cubicBezTo>
                  <a:cubicBezTo>
                    <a:pt x="349128" y="21697"/>
                    <a:pt x="338878" y="20197"/>
                    <a:pt x="329129" y="21697"/>
                  </a:cubicBezTo>
                  <a:cubicBezTo>
                    <a:pt x="321047" y="22864"/>
                    <a:pt x="315631" y="28197"/>
                    <a:pt x="308881" y="31280"/>
                  </a:cubicBezTo>
                  <a:cubicBezTo>
                    <a:pt x="308798" y="31196"/>
                    <a:pt x="308715" y="31030"/>
                    <a:pt x="308548" y="30946"/>
                  </a:cubicBezTo>
                  <a:cubicBezTo>
                    <a:pt x="291800" y="16614"/>
                    <a:pt x="275634" y="5615"/>
                    <a:pt x="253636" y="1449"/>
                  </a:cubicBezTo>
                  <a:cubicBezTo>
                    <a:pt x="233221" y="-2384"/>
                    <a:pt x="211390" y="1699"/>
                    <a:pt x="192642" y="10031"/>
                  </a:cubicBezTo>
                  <a:cubicBezTo>
                    <a:pt x="172310" y="19114"/>
                    <a:pt x="157895" y="38862"/>
                    <a:pt x="135147" y="40779"/>
                  </a:cubicBezTo>
                  <a:cubicBezTo>
                    <a:pt x="112732" y="42695"/>
                    <a:pt x="93484" y="45445"/>
                    <a:pt x="74653" y="58610"/>
                  </a:cubicBezTo>
                  <a:cubicBezTo>
                    <a:pt x="57487" y="70693"/>
                    <a:pt x="41739" y="85942"/>
                    <a:pt x="38989" y="107773"/>
                  </a:cubicBezTo>
                  <a:cubicBezTo>
                    <a:pt x="37572" y="118855"/>
                    <a:pt x="42488" y="131521"/>
                    <a:pt x="38989" y="141853"/>
                  </a:cubicBezTo>
                  <a:cubicBezTo>
                    <a:pt x="35406" y="152602"/>
                    <a:pt x="21574" y="159768"/>
                    <a:pt x="14324" y="168601"/>
                  </a:cubicBezTo>
                  <a:cubicBezTo>
                    <a:pt x="2159" y="183433"/>
                    <a:pt x="-3841" y="206014"/>
                    <a:pt x="2659" y="224429"/>
                  </a:cubicBezTo>
                  <a:cubicBezTo>
                    <a:pt x="8908" y="242261"/>
                    <a:pt x="23907" y="252510"/>
                    <a:pt x="40989" y="258759"/>
                  </a:cubicBezTo>
                  <a:cubicBezTo>
                    <a:pt x="41239" y="260759"/>
                    <a:pt x="41405" y="262675"/>
                    <a:pt x="41489" y="264758"/>
                  </a:cubicBezTo>
                  <a:cubicBezTo>
                    <a:pt x="41905" y="277257"/>
                    <a:pt x="38489" y="289756"/>
                    <a:pt x="37406" y="302089"/>
                  </a:cubicBezTo>
                  <a:cubicBezTo>
                    <a:pt x="35239" y="325503"/>
                    <a:pt x="34823" y="349084"/>
                    <a:pt x="34906" y="372499"/>
                  </a:cubicBezTo>
                  <a:cubicBezTo>
                    <a:pt x="34989" y="395080"/>
                    <a:pt x="34239" y="418995"/>
                    <a:pt x="40156" y="440909"/>
                  </a:cubicBezTo>
                  <a:cubicBezTo>
                    <a:pt x="44655" y="457408"/>
                    <a:pt x="58404" y="469324"/>
                    <a:pt x="72319" y="478656"/>
                  </a:cubicBezTo>
                  <a:cubicBezTo>
                    <a:pt x="112232" y="505403"/>
                    <a:pt x="158978" y="521402"/>
                    <a:pt x="206807" y="525902"/>
                  </a:cubicBezTo>
                  <a:cubicBezTo>
                    <a:pt x="224805" y="527568"/>
                    <a:pt x="247470" y="528235"/>
                    <a:pt x="264469" y="520985"/>
                  </a:cubicBezTo>
                  <a:cubicBezTo>
                    <a:pt x="280217" y="514319"/>
                    <a:pt x="288883" y="492238"/>
                    <a:pt x="295383" y="477739"/>
                  </a:cubicBezTo>
                  <a:cubicBezTo>
                    <a:pt x="306798" y="452575"/>
                    <a:pt x="315798" y="426911"/>
                    <a:pt x="325880" y="401330"/>
                  </a:cubicBezTo>
                  <a:cubicBezTo>
                    <a:pt x="335546" y="376748"/>
                    <a:pt x="346211" y="353084"/>
                    <a:pt x="353877" y="327836"/>
                  </a:cubicBezTo>
                  <a:cubicBezTo>
                    <a:pt x="353877" y="327753"/>
                    <a:pt x="353877" y="327753"/>
                    <a:pt x="353877" y="327670"/>
                  </a:cubicBezTo>
                  <a:cubicBezTo>
                    <a:pt x="371209" y="323586"/>
                    <a:pt x="389374" y="312421"/>
                    <a:pt x="401956" y="300755"/>
                  </a:cubicBezTo>
                  <a:cubicBezTo>
                    <a:pt x="414622" y="288923"/>
                    <a:pt x="426621" y="266509"/>
                    <a:pt x="423121" y="248344"/>
                  </a:cubicBezTo>
                  <a:lnTo>
                    <a:pt x="423121" y="248344"/>
                  </a:lnTo>
                  <a:close/>
                  <a:moveTo>
                    <a:pt x="73069" y="462074"/>
                  </a:moveTo>
                  <a:cubicBezTo>
                    <a:pt x="62320" y="453408"/>
                    <a:pt x="54654" y="445242"/>
                    <a:pt x="51655" y="431494"/>
                  </a:cubicBezTo>
                  <a:cubicBezTo>
                    <a:pt x="48572" y="417162"/>
                    <a:pt x="48821" y="402496"/>
                    <a:pt x="48238" y="387914"/>
                  </a:cubicBezTo>
                  <a:cubicBezTo>
                    <a:pt x="47238" y="362666"/>
                    <a:pt x="46571" y="337502"/>
                    <a:pt x="47238" y="312421"/>
                  </a:cubicBezTo>
                  <a:cubicBezTo>
                    <a:pt x="47572" y="300255"/>
                    <a:pt x="49488" y="288173"/>
                    <a:pt x="49988" y="276008"/>
                  </a:cubicBezTo>
                  <a:cubicBezTo>
                    <a:pt x="50155" y="271342"/>
                    <a:pt x="50321" y="266258"/>
                    <a:pt x="49571" y="261592"/>
                  </a:cubicBezTo>
                  <a:cubicBezTo>
                    <a:pt x="61070" y="264676"/>
                    <a:pt x="72903" y="265758"/>
                    <a:pt x="84485" y="268508"/>
                  </a:cubicBezTo>
                  <a:cubicBezTo>
                    <a:pt x="86151" y="268925"/>
                    <a:pt x="87568" y="269342"/>
                    <a:pt x="88984" y="269842"/>
                  </a:cubicBezTo>
                  <a:cubicBezTo>
                    <a:pt x="85651" y="282174"/>
                    <a:pt x="85568" y="296006"/>
                    <a:pt x="84568" y="308588"/>
                  </a:cubicBezTo>
                  <a:cubicBezTo>
                    <a:pt x="83151" y="325337"/>
                    <a:pt x="80819" y="341918"/>
                    <a:pt x="79902" y="358667"/>
                  </a:cubicBezTo>
                  <a:cubicBezTo>
                    <a:pt x="78902" y="376248"/>
                    <a:pt x="77236" y="393831"/>
                    <a:pt x="76236" y="411412"/>
                  </a:cubicBezTo>
                  <a:cubicBezTo>
                    <a:pt x="75235" y="428910"/>
                    <a:pt x="77152" y="446659"/>
                    <a:pt x="75486" y="464074"/>
                  </a:cubicBezTo>
                  <a:cubicBezTo>
                    <a:pt x="74735" y="463241"/>
                    <a:pt x="73819" y="462657"/>
                    <a:pt x="73069" y="462074"/>
                  </a:cubicBezTo>
                  <a:lnTo>
                    <a:pt x="73069" y="462074"/>
                  </a:lnTo>
                  <a:close/>
                  <a:moveTo>
                    <a:pt x="82735" y="469157"/>
                  </a:moveTo>
                  <a:cubicBezTo>
                    <a:pt x="83818" y="467574"/>
                    <a:pt x="83818" y="465324"/>
                    <a:pt x="81485" y="464074"/>
                  </a:cubicBezTo>
                  <a:cubicBezTo>
                    <a:pt x="86401" y="466657"/>
                    <a:pt x="84318" y="452825"/>
                    <a:pt x="84235" y="448742"/>
                  </a:cubicBezTo>
                  <a:cubicBezTo>
                    <a:pt x="84068" y="439910"/>
                    <a:pt x="83985" y="431160"/>
                    <a:pt x="84151" y="422328"/>
                  </a:cubicBezTo>
                  <a:cubicBezTo>
                    <a:pt x="84485" y="404163"/>
                    <a:pt x="86818" y="386081"/>
                    <a:pt x="87651" y="367832"/>
                  </a:cubicBezTo>
                  <a:cubicBezTo>
                    <a:pt x="88484" y="349751"/>
                    <a:pt x="90317" y="331836"/>
                    <a:pt x="91901" y="313838"/>
                  </a:cubicBezTo>
                  <a:cubicBezTo>
                    <a:pt x="93067" y="300339"/>
                    <a:pt x="95150" y="286590"/>
                    <a:pt x="95150" y="272925"/>
                  </a:cubicBezTo>
                  <a:cubicBezTo>
                    <a:pt x="97567" y="274924"/>
                    <a:pt x="99567" y="277591"/>
                    <a:pt x="101400" y="281507"/>
                  </a:cubicBezTo>
                  <a:cubicBezTo>
                    <a:pt x="103650" y="286173"/>
                    <a:pt x="105066" y="290590"/>
                    <a:pt x="108066" y="295006"/>
                  </a:cubicBezTo>
                  <a:cubicBezTo>
                    <a:pt x="114565" y="304588"/>
                    <a:pt x="123315" y="311171"/>
                    <a:pt x="133147" y="315421"/>
                  </a:cubicBezTo>
                  <a:cubicBezTo>
                    <a:pt x="124148" y="371832"/>
                    <a:pt x="117398" y="430161"/>
                    <a:pt x="116232" y="487322"/>
                  </a:cubicBezTo>
                  <a:cubicBezTo>
                    <a:pt x="104566" y="482239"/>
                    <a:pt x="93151" y="476239"/>
                    <a:pt x="82735" y="469157"/>
                  </a:cubicBezTo>
                  <a:lnTo>
                    <a:pt x="82735" y="469157"/>
                  </a:lnTo>
                  <a:close/>
                  <a:moveTo>
                    <a:pt x="194141" y="320587"/>
                  </a:moveTo>
                  <a:cubicBezTo>
                    <a:pt x="187225" y="334336"/>
                    <a:pt x="184726" y="350918"/>
                    <a:pt x="180393" y="365666"/>
                  </a:cubicBezTo>
                  <a:cubicBezTo>
                    <a:pt x="175060" y="383831"/>
                    <a:pt x="172477" y="402163"/>
                    <a:pt x="168394" y="420578"/>
                  </a:cubicBezTo>
                  <a:cubicBezTo>
                    <a:pt x="165144" y="435243"/>
                    <a:pt x="161728" y="449909"/>
                    <a:pt x="158728" y="464574"/>
                  </a:cubicBezTo>
                  <a:cubicBezTo>
                    <a:pt x="156478" y="475740"/>
                    <a:pt x="152312" y="488322"/>
                    <a:pt x="151479" y="500321"/>
                  </a:cubicBezTo>
                  <a:cubicBezTo>
                    <a:pt x="148645" y="499488"/>
                    <a:pt x="145813" y="498571"/>
                    <a:pt x="143063" y="497654"/>
                  </a:cubicBezTo>
                  <a:cubicBezTo>
                    <a:pt x="136813" y="495571"/>
                    <a:pt x="130398" y="493238"/>
                    <a:pt x="124148" y="490738"/>
                  </a:cubicBezTo>
                  <a:cubicBezTo>
                    <a:pt x="127648" y="460741"/>
                    <a:pt x="127897" y="429994"/>
                    <a:pt x="129981" y="399913"/>
                  </a:cubicBezTo>
                  <a:cubicBezTo>
                    <a:pt x="131814" y="372832"/>
                    <a:pt x="137813" y="344585"/>
                    <a:pt x="137730" y="317420"/>
                  </a:cubicBezTo>
                  <a:cubicBezTo>
                    <a:pt x="144729" y="319920"/>
                    <a:pt x="152229" y="321337"/>
                    <a:pt x="159978" y="321920"/>
                  </a:cubicBezTo>
                  <a:cubicBezTo>
                    <a:pt x="170894" y="322753"/>
                    <a:pt x="182059" y="322753"/>
                    <a:pt x="192892" y="320921"/>
                  </a:cubicBezTo>
                  <a:cubicBezTo>
                    <a:pt x="193392" y="320837"/>
                    <a:pt x="193808" y="320754"/>
                    <a:pt x="194308" y="320670"/>
                  </a:cubicBezTo>
                  <a:cubicBezTo>
                    <a:pt x="194225" y="320587"/>
                    <a:pt x="194141" y="320587"/>
                    <a:pt x="194141" y="320587"/>
                  </a:cubicBezTo>
                  <a:lnTo>
                    <a:pt x="194141" y="320587"/>
                  </a:lnTo>
                  <a:close/>
                  <a:moveTo>
                    <a:pt x="204141" y="473240"/>
                  </a:moveTo>
                  <a:cubicBezTo>
                    <a:pt x="200807" y="484572"/>
                    <a:pt x="196308" y="498238"/>
                    <a:pt x="195475" y="510153"/>
                  </a:cubicBezTo>
                  <a:cubicBezTo>
                    <a:pt x="184059" y="508653"/>
                    <a:pt x="172727" y="506237"/>
                    <a:pt x="161728" y="503237"/>
                  </a:cubicBezTo>
                  <a:cubicBezTo>
                    <a:pt x="168227" y="476823"/>
                    <a:pt x="171143" y="448909"/>
                    <a:pt x="176227" y="422328"/>
                  </a:cubicBezTo>
                  <a:cubicBezTo>
                    <a:pt x="179393" y="405746"/>
                    <a:pt x="181059" y="389247"/>
                    <a:pt x="185226" y="372832"/>
                  </a:cubicBezTo>
                  <a:cubicBezTo>
                    <a:pt x="189392" y="356251"/>
                    <a:pt x="191725" y="337669"/>
                    <a:pt x="197558" y="321754"/>
                  </a:cubicBezTo>
                  <a:cubicBezTo>
                    <a:pt x="197891" y="320921"/>
                    <a:pt x="197391" y="320254"/>
                    <a:pt x="196808" y="319920"/>
                  </a:cubicBezTo>
                  <a:cubicBezTo>
                    <a:pt x="202474" y="318671"/>
                    <a:pt x="206724" y="317587"/>
                    <a:pt x="213557" y="322003"/>
                  </a:cubicBezTo>
                  <a:cubicBezTo>
                    <a:pt x="218056" y="324920"/>
                    <a:pt x="221722" y="329836"/>
                    <a:pt x="226222" y="333002"/>
                  </a:cubicBezTo>
                  <a:cubicBezTo>
                    <a:pt x="231805" y="336919"/>
                    <a:pt x="237888" y="340252"/>
                    <a:pt x="244220" y="342918"/>
                  </a:cubicBezTo>
                  <a:cubicBezTo>
                    <a:pt x="236221" y="372082"/>
                    <a:pt x="225972" y="401163"/>
                    <a:pt x="217056" y="429910"/>
                  </a:cubicBezTo>
                  <a:cubicBezTo>
                    <a:pt x="212390" y="444409"/>
                    <a:pt x="208390" y="458908"/>
                    <a:pt x="204141" y="473240"/>
                  </a:cubicBezTo>
                  <a:lnTo>
                    <a:pt x="204141" y="473240"/>
                  </a:lnTo>
                  <a:close/>
                  <a:moveTo>
                    <a:pt x="204641" y="511153"/>
                  </a:moveTo>
                  <a:cubicBezTo>
                    <a:pt x="209390" y="500571"/>
                    <a:pt x="210307" y="488822"/>
                    <a:pt x="213140" y="477573"/>
                  </a:cubicBezTo>
                  <a:cubicBezTo>
                    <a:pt x="217056" y="462408"/>
                    <a:pt x="221139" y="447159"/>
                    <a:pt x="225139" y="431993"/>
                  </a:cubicBezTo>
                  <a:cubicBezTo>
                    <a:pt x="232805" y="403080"/>
                    <a:pt x="241721" y="373916"/>
                    <a:pt x="248136" y="344752"/>
                  </a:cubicBezTo>
                  <a:cubicBezTo>
                    <a:pt x="261135" y="349501"/>
                    <a:pt x="275134" y="351501"/>
                    <a:pt x="288966" y="350251"/>
                  </a:cubicBezTo>
                  <a:cubicBezTo>
                    <a:pt x="289799" y="350167"/>
                    <a:pt x="290633" y="350085"/>
                    <a:pt x="291466" y="349918"/>
                  </a:cubicBezTo>
                  <a:cubicBezTo>
                    <a:pt x="280134" y="379998"/>
                    <a:pt x="267718" y="409829"/>
                    <a:pt x="255886" y="439660"/>
                  </a:cubicBezTo>
                  <a:cubicBezTo>
                    <a:pt x="250137" y="454325"/>
                    <a:pt x="244887" y="469157"/>
                    <a:pt x="238887" y="483739"/>
                  </a:cubicBezTo>
                  <a:cubicBezTo>
                    <a:pt x="235138" y="492905"/>
                    <a:pt x="230555" y="502154"/>
                    <a:pt x="227472" y="511736"/>
                  </a:cubicBezTo>
                  <a:cubicBezTo>
                    <a:pt x="225722" y="511736"/>
                    <a:pt x="223972" y="511736"/>
                    <a:pt x="222389" y="511820"/>
                  </a:cubicBezTo>
                  <a:cubicBezTo>
                    <a:pt x="216556" y="511903"/>
                    <a:pt x="210640" y="511653"/>
                    <a:pt x="204641" y="511153"/>
                  </a:cubicBezTo>
                  <a:lnTo>
                    <a:pt x="204641" y="511153"/>
                  </a:lnTo>
                  <a:close/>
                  <a:moveTo>
                    <a:pt x="310548" y="399413"/>
                  </a:moveTo>
                  <a:cubicBezTo>
                    <a:pt x="301382" y="423495"/>
                    <a:pt x="292549" y="447326"/>
                    <a:pt x="281800" y="470740"/>
                  </a:cubicBezTo>
                  <a:cubicBezTo>
                    <a:pt x="276634" y="482072"/>
                    <a:pt x="269635" y="501737"/>
                    <a:pt x="257719" y="507487"/>
                  </a:cubicBezTo>
                  <a:cubicBezTo>
                    <a:pt x="252803" y="509903"/>
                    <a:pt x="246720" y="510903"/>
                    <a:pt x="240637" y="511320"/>
                  </a:cubicBezTo>
                  <a:cubicBezTo>
                    <a:pt x="260886" y="458574"/>
                    <a:pt x="279967" y="404246"/>
                    <a:pt x="294132" y="349501"/>
                  </a:cubicBezTo>
                  <a:cubicBezTo>
                    <a:pt x="309798" y="346584"/>
                    <a:pt x="322547" y="337252"/>
                    <a:pt x="337045" y="331919"/>
                  </a:cubicBezTo>
                  <a:cubicBezTo>
                    <a:pt x="329296" y="354917"/>
                    <a:pt x="319214" y="376748"/>
                    <a:pt x="310548" y="399413"/>
                  </a:cubicBezTo>
                  <a:lnTo>
                    <a:pt x="310548" y="399413"/>
                  </a:lnTo>
                  <a:close/>
                  <a:moveTo>
                    <a:pt x="400456" y="277924"/>
                  </a:moveTo>
                  <a:cubicBezTo>
                    <a:pt x="391040" y="293756"/>
                    <a:pt x="366543" y="311671"/>
                    <a:pt x="348211" y="314671"/>
                  </a:cubicBezTo>
                  <a:cubicBezTo>
                    <a:pt x="340878" y="315837"/>
                    <a:pt x="335962" y="315254"/>
                    <a:pt x="328963" y="318337"/>
                  </a:cubicBezTo>
                  <a:cubicBezTo>
                    <a:pt x="320047" y="322253"/>
                    <a:pt x="311964" y="327836"/>
                    <a:pt x="302798" y="331003"/>
                  </a:cubicBezTo>
                  <a:cubicBezTo>
                    <a:pt x="282884" y="337835"/>
                    <a:pt x="260469" y="334919"/>
                    <a:pt x="242137" y="325087"/>
                  </a:cubicBezTo>
                  <a:cubicBezTo>
                    <a:pt x="232888" y="320087"/>
                    <a:pt x="226972" y="312505"/>
                    <a:pt x="218639" y="306588"/>
                  </a:cubicBezTo>
                  <a:cubicBezTo>
                    <a:pt x="211723" y="301755"/>
                    <a:pt x="205807" y="302589"/>
                    <a:pt x="197808" y="303672"/>
                  </a:cubicBezTo>
                  <a:cubicBezTo>
                    <a:pt x="177809" y="306338"/>
                    <a:pt x="153978" y="309422"/>
                    <a:pt x="135480" y="299255"/>
                  </a:cubicBezTo>
                  <a:cubicBezTo>
                    <a:pt x="124231" y="293089"/>
                    <a:pt x="119398" y="283840"/>
                    <a:pt x="115149" y="272425"/>
                  </a:cubicBezTo>
                  <a:cubicBezTo>
                    <a:pt x="112815" y="266258"/>
                    <a:pt x="111482" y="260509"/>
                    <a:pt x="105650" y="256676"/>
                  </a:cubicBezTo>
                  <a:cubicBezTo>
                    <a:pt x="99150" y="252343"/>
                    <a:pt x="89984" y="252593"/>
                    <a:pt x="82568" y="251510"/>
                  </a:cubicBezTo>
                  <a:cubicBezTo>
                    <a:pt x="72819" y="250094"/>
                    <a:pt x="62987" y="248427"/>
                    <a:pt x="53487" y="245677"/>
                  </a:cubicBezTo>
                  <a:cubicBezTo>
                    <a:pt x="42239" y="242427"/>
                    <a:pt x="28157" y="237178"/>
                    <a:pt x="21324" y="226929"/>
                  </a:cubicBezTo>
                  <a:cubicBezTo>
                    <a:pt x="13075" y="214597"/>
                    <a:pt x="14741" y="197681"/>
                    <a:pt x="21574" y="185099"/>
                  </a:cubicBezTo>
                  <a:cubicBezTo>
                    <a:pt x="29573" y="170351"/>
                    <a:pt x="48738" y="163184"/>
                    <a:pt x="55321" y="148102"/>
                  </a:cubicBezTo>
                  <a:cubicBezTo>
                    <a:pt x="57487" y="143103"/>
                    <a:pt x="56737" y="138187"/>
                    <a:pt x="56321" y="132937"/>
                  </a:cubicBezTo>
                  <a:cubicBezTo>
                    <a:pt x="54904" y="117355"/>
                    <a:pt x="53904" y="103356"/>
                    <a:pt x="64403" y="90274"/>
                  </a:cubicBezTo>
                  <a:cubicBezTo>
                    <a:pt x="79152" y="71859"/>
                    <a:pt x="101067" y="61027"/>
                    <a:pt x="124148" y="58610"/>
                  </a:cubicBezTo>
                  <a:cubicBezTo>
                    <a:pt x="142813" y="56611"/>
                    <a:pt x="156645" y="56444"/>
                    <a:pt x="169894" y="42445"/>
                  </a:cubicBezTo>
                  <a:cubicBezTo>
                    <a:pt x="186059" y="25364"/>
                    <a:pt x="208390" y="14698"/>
                    <a:pt x="231638" y="11948"/>
                  </a:cubicBezTo>
                  <a:cubicBezTo>
                    <a:pt x="258719" y="8698"/>
                    <a:pt x="280134" y="19114"/>
                    <a:pt x="300798" y="35196"/>
                  </a:cubicBezTo>
                  <a:cubicBezTo>
                    <a:pt x="297715" y="39362"/>
                    <a:pt x="301632" y="47195"/>
                    <a:pt x="308381" y="45695"/>
                  </a:cubicBezTo>
                  <a:cubicBezTo>
                    <a:pt x="314964" y="44279"/>
                    <a:pt x="319797" y="38946"/>
                    <a:pt x="325963" y="36696"/>
                  </a:cubicBezTo>
                  <a:cubicBezTo>
                    <a:pt x="334962" y="33446"/>
                    <a:pt x="346878" y="36029"/>
                    <a:pt x="354711" y="40945"/>
                  </a:cubicBezTo>
                  <a:cubicBezTo>
                    <a:pt x="378542" y="55778"/>
                    <a:pt x="361293" y="78192"/>
                    <a:pt x="356543" y="98107"/>
                  </a:cubicBezTo>
                  <a:cubicBezTo>
                    <a:pt x="353294" y="111689"/>
                    <a:pt x="361627" y="118189"/>
                    <a:pt x="372792" y="123855"/>
                  </a:cubicBezTo>
                  <a:cubicBezTo>
                    <a:pt x="381708" y="128438"/>
                    <a:pt x="392790" y="132104"/>
                    <a:pt x="398290" y="141187"/>
                  </a:cubicBezTo>
                  <a:cubicBezTo>
                    <a:pt x="405039" y="152269"/>
                    <a:pt x="400956" y="164434"/>
                    <a:pt x="396207" y="175100"/>
                  </a:cubicBezTo>
                  <a:cubicBezTo>
                    <a:pt x="389457" y="190265"/>
                    <a:pt x="383708" y="202514"/>
                    <a:pt x="390874" y="218763"/>
                  </a:cubicBezTo>
                  <a:cubicBezTo>
                    <a:pt x="393874" y="225679"/>
                    <a:pt x="398373" y="231762"/>
                    <a:pt x="402040" y="238344"/>
                  </a:cubicBezTo>
                  <a:cubicBezTo>
                    <a:pt x="408956" y="251010"/>
                    <a:pt x="407956" y="265176"/>
                    <a:pt x="400456" y="277924"/>
                  </a:cubicBezTo>
                  <a:lnTo>
                    <a:pt x="400456" y="277924"/>
                  </a:lnTo>
                  <a:close/>
                </a:path>
              </a:pathLst>
            </a:custGeom>
            <a:grpFill/>
            <a:ln w="8332" cap="flat">
              <a:noFill/>
              <a:prstDash val="solid"/>
              <a:miter/>
            </a:ln>
          </p:spPr>
          <p:txBody>
            <a:bodyPr rtlCol="0" anchor="ctr"/>
            <a:lstStyle/>
            <a:p>
              <a:endParaRPr lang="en-US"/>
            </a:p>
          </p:txBody>
        </p:sp>
        <p:sp>
          <p:nvSpPr>
            <p:cNvPr id="2370" name="Freeform: Shape 2369"/>
            <p:cNvSpPr/>
            <p:nvPr/>
          </p:nvSpPr>
          <p:spPr>
            <a:xfrm>
              <a:off x="4001599" y="5339685"/>
              <a:ext cx="134025" cy="164176"/>
            </a:xfrm>
            <a:custGeom>
              <a:avLst/>
              <a:gdLst>
                <a:gd name="connsiteX0" fmla="*/ 129300 w 134025"/>
                <a:gd name="connsiteY0" fmla="*/ 146331 h 164176"/>
                <a:gd name="connsiteX1" fmla="*/ 81304 w 134025"/>
                <a:gd name="connsiteY1" fmla="*/ 137498 h 164176"/>
                <a:gd name="connsiteX2" fmla="*/ 80888 w 134025"/>
                <a:gd name="connsiteY2" fmla="*/ 113084 h 164176"/>
                <a:gd name="connsiteX3" fmla="*/ 78472 w 134025"/>
                <a:gd name="connsiteY3" fmla="*/ 106834 h 164176"/>
                <a:gd name="connsiteX4" fmla="*/ 67722 w 134025"/>
                <a:gd name="connsiteY4" fmla="*/ 104668 h 164176"/>
                <a:gd name="connsiteX5" fmla="*/ 43142 w 134025"/>
                <a:gd name="connsiteY5" fmla="*/ 100501 h 164176"/>
                <a:gd name="connsiteX6" fmla="*/ 22060 w 134025"/>
                <a:gd name="connsiteY6" fmla="*/ 77087 h 164176"/>
                <a:gd name="connsiteX7" fmla="*/ 33809 w 134025"/>
                <a:gd name="connsiteY7" fmla="*/ 54756 h 164176"/>
                <a:gd name="connsiteX8" fmla="*/ 33559 w 134025"/>
                <a:gd name="connsiteY8" fmla="*/ 48173 h 164176"/>
                <a:gd name="connsiteX9" fmla="*/ 15477 w 134025"/>
                <a:gd name="connsiteY9" fmla="*/ 22175 h 164176"/>
                <a:gd name="connsiteX10" fmla="*/ 54224 w 134025"/>
                <a:gd name="connsiteY10" fmla="*/ 4593 h 164176"/>
                <a:gd name="connsiteX11" fmla="*/ 53391 w 134025"/>
                <a:gd name="connsiteY11" fmla="*/ 10 h 164176"/>
                <a:gd name="connsiteX12" fmla="*/ 3228 w 134025"/>
                <a:gd name="connsiteY12" fmla="*/ 19842 h 164176"/>
                <a:gd name="connsiteX13" fmla="*/ 2728 w 134025"/>
                <a:gd name="connsiteY13" fmla="*/ 38674 h 164176"/>
                <a:gd name="connsiteX14" fmla="*/ 12311 w 134025"/>
                <a:gd name="connsiteY14" fmla="*/ 48923 h 164176"/>
                <a:gd name="connsiteX15" fmla="*/ 19144 w 134025"/>
                <a:gd name="connsiteY15" fmla="*/ 52756 h 164176"/>
                <a:gd name="connsiteX16" fmla="*/ 7478 w 134025"/>
                <a:gd name="connsiteY16" fmla="*/ 75837 h 164176"/>
                <a:gd name="connsiteX17" fmla="*/ 14644 w 134025"/>
                <a:gd name="connsiteY17" fmla="*/ 99835 h 164176"/>
                <a:gd name="connsiteX18" fmla="*/ 34642 w 134025"/>
                <a:gd name="connsiteY18" fmla="*/ 113250 h 164176"/>
                <a:gd name="connsiteX19" fmla="*/ 52224 w 134025"/>
                <a:gd name="connsiteY19" fmla="*/ 116667 h 164176"/>
                <a:gd name="connsiteX20" fmla="*/ 69639 w 134025"/>
                <a:gd name="connsiteY20" fmla="*/ 115750 h 164176"/>
                <a:gd name="connsiteX21" fmla="*/ 70223 w 134025"/>
                <a:gd name="connsiteY21" fmla="*/ 118000 h 164176"/>
                <a:gd name="connsiteX22" fmla="*/ 68472 w 134025"/>
                <a:gd name="connsiteY22" fmla="*/ 126915 h 164176"/>
                <a:gd name="connsiteX23" fmla="*/ 68472 w 134025"/>
                <a:gd name="connsiteY23" fmla="*/ 138165 h 164176"/>
                <a:gd name="connsiteX24" fmla="*/ 80138 w 134025"/>
                <a:gd name="connsiteY24" fmla="*/ 155080 h 164176"/>
                <a:gd name="connsiteX25" fmla="*/ 132800 w 134025"/>
                <a:gd name="connsiteY25" fmla="*/ 154247 h 164176"/>
                <a:gd name="connsiteX26" fmla="*/ 129300 w 134025"/>
                <a:gd name="connsiteY26" fmla="*/ 146331 h 164176"/>
                <a:gd name="connsiteX27" fmla="*/ 129300 w 134025"/>
                <a:gd name="connsiteY27" fmla="*/ 146331 h 164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34025" h="164176">
                  <a:moveTo>
                    <a:pt x="129300" y="146331"/>
                  </a:moveTo>
                  <a:cubicBezTo>
                    <a:pt x="112802" y="148580"/>
                    <a:pt x="90971" y="157246"/>
                    <a:pt x="81304" y="137498"/>
                  </a:cubicBezTo>
                  <a:cubicBezTo>
                    <a:pt x="76888" y="128415"/>
                    <a:pt x="81888" y="122083"/>
                    <a:pt x="80888" y="113084"/>
                  </a:cubicBezTo>
                  <a:cubicBezTo>
                    <a:pt x="80638" y="110750"/>
                    <a:pt x="80388" y="108667"/>
                    <a:pt x="78472" y="106834"/>
                  </a:cubicBezTo>
                  <a:cubicBezTo>
                    <a:pt x="75805" y="104418"/>
                    <a:pt x="71056" y="104918"/>
                    <a:pt x="67722" y="104668"/>
                  </a:cubicBezTo>
                  <a:cubicBezTo>
                    <a:pt x="59390" y="103918"/>
                    <a:pt x="51141" y="103168"/>
                    <a:pt x="43142" y="100501"/>
                  </a:cubicBezTo>
                  <a:cubicBezTo>
                    <a:pt x="32226" y="96918"/>
                    <a:pt x="21893" y="89836"/>
                    <a:pt x="22060" y="77087"/>
                  </a:cubicBezTo>
                  <a:cubicBezTo>
                    <a:pt x="22227" y="67754"/>
                    <a:pt x="29393" y="62005"/>
                    <a:pt x="33809" y="54756"/>
                  </a:cubicBezTo>
                  <a:cubicBezTo>
                    <a:pt x="34975" y="52839"/>
                    <a:pt x="34809" y="49922"/>
                    <a:pt x="33559" y="48173"/>
                  </a:cubicBezTo>
                  <a:cubicBezTo>
                    <a:pt x="27310" y="39340"/>
                    <a:pt x="6395" y="37174"/>
                    <a:pt x="15477" y="22175"/>
                  </a:cubicBezTo>
                  <a:cubicBezTo>
                    <a:pt x="23060" y="9843"/>
                    <a:pt x="41308" y="7176"/>
                    <a:pt x="54224" y="4593"/>
                  </a:cubicBezTo>
                  <a:cubicBezTo>
                    <a:pt x="56807" y="4093"/>
                    <a:pt x="56057" y="-239"/>
                    <a:pt x="53391" y="10"/>
                  </a:cubicBezTo>
                  <a:cubicBezTo>
                    <a:pt x="36225" y="1677"/>
                    <a:pt x="13561" y="3593"/>
                    <a:pt x="3228" y="19842"/>
                  </a:cubicBezTo>
                  <a:cubicBezTo>
                    <a:pt x="-771" y="26175"/>
                    <a:pt x="-1188" y="32257"/>
                    <a:pt x="2728" y="38674"/>
                  </a:cubicBezTo>
                  <a:cubicBezTo>
                    <a:pt x="4978" y="42340"/>
                    <a:pt x="9061" y="46256"/>
                    <a:pt x="12311" y="48923"/>
                  </a:cubicBezTo>
                  <a:cubicBezTo>
                    <a:pt x="13811" y="50173"/>
                    <a:pt x="16727" y="51422"/>
                    <a:pt x="19144" y="52756"/>
                  </a:cubicBezTo>
                  <a:cubicBezTo>
                    <a:pt x="13727" y="59922"/>
                    <a:pt x="8394" y="65588"/>
                    <a:pt x="7478" y="75837"/>
                  </a:cubicBezTo>
                  <a:cubicBezTo>
                    <a:pt x="6728" y="84586"/>
                    <a:pt x="9061" y="93002"/>
                    <a:pt x="14644" y="99835"/>
                  </a:cubicBezTo>
                  <a:cubicBezTo>
                    <a:pt x="19727" y="106084"/>
                    <a:pt x="27143" y="110501"/>
                    <a:pt x="34642" y="113250"/>
                  </a:cubicBezTo>
                  <a:cubicBezTo>
                    <a:pt x="40392" y="115334"/>
                    <a:pt x="46058" y="116333"/>
                    <a:pt x="52224" y="116667"/>
                  </a:cubicBezTo>
                  <a:cubicBezTo>
                    <a:pt x="57724" y="117000"/>
                    <a:pt x="64390" y="115000"/>
                    <a:pt x="69639" y="115750"/>
                  </a:cubicBezTo>
                  <a:cubicBezTo>
                    <a:pt x="71889" y="112167"/>
                    <a:pt x="72139" y="112917"/>
                    <a:pt x="70223" y="118000"/>
                  </a:cubicBezTo>
                  <a:cubicBezTo>
                    <a:pt x="69556" y="120916"/>
                    <a:pt x="68889" y="123916"/>
                    <a:pt x="68472" y="126915"/>
                  </a:cubicBezTo>
                  <a:cubicBezTo>
                    <a:pt x="68056" y="130749"/>
                    <a:pt x="67639" y="134332"/>
                    <a:pt x="68472" y="138165"/>
                  </a:cubicBezTo>
                  <a:cubicBezTo>
                    <a:pt x="69889" y="145164"/>
                    <a:pt x="74555" y="150913"/>
                    <a:pt x="80138" y="155080"/>
                  </a:cubicBezTo>
                  <a:cubicBezTo>
                    <a:pt x="94803" y="165912"/>
                    <a:pt x="119718" y="168745"/>
                    <a:pt x="132800" y="154247"/>
                  </a:cubicBezTo>
                  <a:cubicBezTo>
                    <a:pt x="135466" y="151413"/>
                    <a:pt x="133550" y="145747"/>
                    <a:pt x="129300" y="146331"/>
                  </a:cubicBezTo>
                  <a:lnTo>
                    <a:pt x="129300" y="146331"/>
                  </a:lnTo>
                  <a:close/>
                </a:path>
              </a:pathLst>
            </a:custGeom>
            <a:grpFill/>
            <a:ln w="8332" cap="flat">
              <a:noFill/>
              <a:prstDash val="solid"/>
              <a:miter/>
            </a:ln>
          </p:spPr>
          <p:txBody>
            <a:bodyPr rtlCol="0" anchor="ctr"/>
            <a:lstStyle/>
            <a:p>
              <a:endParaRPr lang="en-US"/>
            </a:p>
          </p:txBody>
        </p:sp>
        <p:sp>
          <p:nvSpPr>
            <p:cNvPr id="2371" name="Freeform: Shape 2370"/>
            <p:cNvSpPr/>
            <p:nvPr/>
          </p:nvSpPr>
          <p:spPr>
            <a:xfrm>
              <a:off x="4179777" y="5476066"/>
              <a:ext cx="95180" cy="45627"/>
            </a:xfrm>
            <a:custGeom>
              <a:avLst/>
              <a:gdLst>
                <a:gd name="connsiteX0" fmla="*/ 90860 w 95180"/>
                <a:gd name="connsiteY0" fmla="*/ 2117 h 45627"/>
                <a:gd name="connsiteX1" fmla="*/ 82527 w 95180"/>
                <a:gd name="connsiteY1" fmla="*/ 3534 h 45627"/>
                <a:gd name="connsiteX2" fmla="*/ 80694 w 95180"/>
                <a:gd name="connsiteY2" fmla="*/ 17699 h 45627"/>
                <a:gd name="connsiteX3" fmla="*/ 64945 w 95180"/>
                <a:gd name="connsiteY3" fmla="*/ 28865 h 45627"/>
                <a:gd name="connsiteX4" fmla="*/ 45780 w 95180"/>
                <a:gd name="connsiteY4" fmla="*/ 23282 h 45627"/>
                <a:gd name="connsiteX5" fmla="*/ 42864 w 95180"/>
                <a:gd name="connsiteY5" fmla="*/ 21032 h 45627"/>
                <a:gd name="connsiteX6" fmla="*/ 34615 w 95180"/>
                <a:gd name="connsiteY6" fmla="*/ 21949 h 45627"/>
                <a:gd name="connsiteX7" fmla="*/ 31198 w 95180"/>
                <a:gd name="connsiteY7" fmla="*/ 25032 h 45627"/>
                <a:gd name="connsiteX8" fmla="*/ 28782 w 95180"/>
                <a:gd name="connsiteY8" fmla="*/ 27782 h 45627"/>
                <a:gd name="connsiteX9" fmla="*/ 8867 w 95180"/>
                <a:gd name="connsiteY9" fmla="*/ 19533 h 45627"/>
                <a:gd name="connsiteX10" fmla="*/ 1868 w 95180"/>
                <a:gd name="connsiteY10" fmla="*/ 16950 h 45627"/>
                <a:gd name="connsiteX11" fmla="*/ 14533 w 95180"/>
                <a:gd name="connsiteY11" fmla="*/ 44447 h 45627"/>
                <a:gd name="connsiteX12" fmla="*/ 30865 w 95180"/>
                <a:gd name="connsiteY12" fmla="*/ 42197 h 45627"/>
                <a:gd name="connsiteX13" fmla="*/ 37365 w 95180"/>
                <a:gd name="connsiteY13" fmla="*/ 35948 h 45627"/>
                <a:gd name="connsiteX14" fmla="*/ 39448 w 95180"/>
                <a:gd name="connsiteY14" fmla="*/ 34198 h 45627"/>
                <a:gd name="connsiteX15" fmla="*/ 39781 w 95180"/>
                <a:gd name="connsiteY15" fmla="*/ 34531 h 45627"/>
                <a:gd name="connsiteX16" fmla="*/ 80860 w 95180"/>
                <a:gd name="connsiteY16" fmla="*/ 39781 h 45627"/>
                <a:gd name="connsiteX17" fmla="*/ 90860 w 95180"/>
                <a:gd name="connsiteY17" fmla="*/ 2117 h 45627"/>
                <a:gd name="connsiteX18" fmla="*/ 90860 w 95180"/>
                <a:gd name="connsiteY18" fmla="*/ 2117 h 45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5180" h="45627">
                  <a:moveTo>
                    <a:pt x="90860" y="2117"/>
                  </a:moveTo>
                  <a:cubicBezTo>
                    <a:pt x="88943" y="-1549"/>
                    <a:pt x="83360" y="-49"/>
                    <a:pt x="82527" y="3534"/>
                  </a:cubicBezTo>
                  <a:cubicBezTo>
                    <a:pt x="82277" y="4451"/>
                    <a:pt x="80110" y="19033"/>
                    <a:pt x="80694" y="17699"/>
                  </a:cubicBezTo>
                  <a:cubicBezTo>
                    <a:pt x="77861" y="23616"/>
                    <a:pt x="71195" y="28032"/>
                    <a:pt x="64945" y="28865"/>
                  </a:cubicBezTo>
                  <a:cubicBezTo>
                    <a:pt x="55446" y="30115"/>
                    <a:pt x="54863" y="27698"/>
                    <a:pt x="45780" y="23282"/>
                  </a:cubicBezTo>
                  <a:cubicBezTo>
                    <a:pt x="44697" y="22782"/>
                    <a:pt x="44280" y="21366"/>
                    <a:pt x="42864" y="21032"/>
                  </a:cubicBezTo>
                  <a:cubicBezTo>
                    <a:pt x="39614" y="20199"/>
                    <a:pt x="37447" y="20449"/>
                    <a:pt x="34615" y="21949"/>
                  </a:cubicBezTo>
                  <a:cubicBezTo>
                    <a:pt x="33198" y="22699"/>
                    <a:pt x="32365" y="24032"/>
                    <a:pt x="31198" y="25032"/>
                  </a:cubicBezTo>
                  <a:cubicBezTo>
                    <a:pt x="30365" y="25948"/>
                    <a:pt x="29532" y="26865"/>
                    <a:pt x="28782" y="27782"/>
                  </a:cubicBezTo>
                  <a:cubicBezTo>
                    <a:pt x="23365" y="35198"/>
                    <a:pt x="16699" y="32448"/>
                    <a:pt x="8867" y="19533"/>
                  </a:cubicBezTo>
                  <a:cubicBezTo>
                    <a:pt x="10200" y="15533"/>
                    <a:pt x="3701" y="13200"/>
                    <a:pt x="1868" y="16950"/>
                  </a:cubicBezTo>
                  <a:cubicBezTo>
                    <a:pt x="-3465" y="27949"/>
                    <a:pt x="3201" y="40114"/>
                    <a:pt x="14533" y="44447"/>
                  </a:cubicBezTo>
                  <a:cubicBezTo>
                    <a:pt x="20449" y="46697"/>
                    <a:pt x="25782" y="45614"/>
                    <a:pt x="30865" y="42197"/>
                  </a:cubicBezTo>
                  <a:cubicBezTo>
                    <a:pt x="32781" y="40864"/>
                    <a:pt x="36364" y="37864"/>
                    <a:pt x="37365" y="35948"/>
                  </a:cubicBezTo>
                  <a:cubicBezTo>
                    <a:pt x="38447" y="35281"/>
                    <a:pt x="39114" y="34698"/>
                    <a:pt x="39448" y="34198"/>
                  </a:cubicBezTo>
                  <a:cubicBezTo>
                    <a:pt x="39531" y="34281"/>
                    <a:pt x="39614" y="34448"/>
                    <a:pt x="39781" y="34531"/>
                  </a:cubicBezTo>
                  <a:cubicBezTo>
                    <a:pt x="48863" y="44947"/>
                    <a:pt x="69195" y="44697"/>
                    <a:pt x="80860" y="39781"/>
                  </a:cubicBezTo>
                  <a:cubicBezTo>
                    <a:pt x="97026" y="33115"/>
                    <a:pt x="98192" y="16116"/>
                    <a:pt x="90860" y="2117"/>
                  </a:cubicBezTo>
                  <a:lnTo>
                    <a:pt x="90860" y="2117"/>
                  </a:lnTo>
                  <a:close/>
                </a:path>
              </a:pathLst>
            </a:custGeom>
            <a:grpFill/>
            <a:ln w="8332" cap="flat">
              <a:noFill/>
              <a:prstDash val="solid"/>
              <a:miter/>
            </a:ln>
          </p:spPr>
          <p:txBody>
            <a:bodyPr rtlCol="0" anchor="ctr"/>
            <a:lstStyle/>
            <a:p>
              <a:endParaRPr lang="en-US"/>
            </a:p>
          </p:txBody>
        </p:sp>
        <p:sp>
          <p:nvSpPr>
            <p:cNvPr id="2372" name="Freeform: Shape 2371"/>
            <p:cNvSpPr/>
            <p:nvPr/>
          </p:nvSpPr>
          <p:spPr>
            <a:xfrm>
              <a:off x="4096567" y="5278867"/>
              <a:ext cx="122042" cy="72194"/>
            </a:xfrm>
            <a:custGeom>
              <a:avLst/>
              <a:gdLst>
                <a:gd name="connsiteX0" fmla="*/ 121907 w 122042"/>
                <a:gd name="connsiteY0" fmla="*/ 25498 h 72194"/>
                <a:gd name="connsiteX1" fmla="*/ 74411 w 122042"/>
                <a:gd name="connsiteY1" fmla="*/ 1 h 72194"/>
                <a:gd name="connsiteX2" fmla="*/ 43081 w 122042"/>
                <a:gd name="connsiteY2" fmla="*/ 23415 h 72194"/>
                <a:gd name="connsiteX3" fmla="*/ 27166 w 122042"/>
                <a:gd name="connsiteY3" fmla="*/ 17915 h 72194"/>
                <a:gd name="connsiteX4" fmla="*/ 8334 w 122042"/>
                <a:gd name="connsiteY4" fmla="*/ 28081 h 72194"/>
                <a:gd name="connsiteX5" fmla="*/ 6501 w 122042"/>
                <a:gd name="connsiteY5" fmla="*/ 71244 h 72194"/>
                <a:gd name="connsiteX6" fmla="*/ 10417 w 122042"/>
                <a:gd name="connsiteY6" fmla="*/ 69411 h 72194"/>
                <a:gd name="connsiteX7" fmla="*/ 13584 w 122042"/>
                <a:gd name="connsiteY7" fmla="*/ 37914 h 72194"/>
                <a:gd name="connsiteX8" fmla="*/ 38914 w 122042"/>
                <a:gd name="connsiteY8" fmla="*/ 34247 h 72194"/>
                <a:gd name="connsiteX9" fmla="*/ 43914 w 122042"/>
                <a:gd name="connsiteY9" fmla="*/ 37914 h 72194"/>
                <a:gd name="connsiteX10" fmla="*/ 52580 w 122042"/>
                <a:gd name="connsiteY10" fmla="*/ 33914 h 72194"/>
                <a:gd name="connsiteX11" fmla="*/ 63996 w 122042"/>
                <a:gd name="connsiteY11" fmla="*/ 14249 h 72194"/>
                <a:gd name="connsiteX12" fmla="*/ 81994 w 122042"/>
                <a:gd name="connsiteY12" fmla="*/ 13666 h 72194"/>
                <a:gd name="connsiteX13" fmla="*/ 114991 w 122042"/>
                <a:gd name="connsiteY13" fmla="*/ 29914 h 72194"/>
                <a:gd name="connsiteX14" fmla="*/ 121907 w 122042"/>
                <a:gd name="connsiteY14" fmla="*/ 25498 h 72194"/>
                <a:gd name="connsiteX15" fmla="*/ 121907 w 122042"/>
                <a:gd name="connsiteY15" fmla="*/ 25498 h 7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2042" h="72194">
                  <a:moveTo>
                    <a:pt x="121907" y="25498"/>
                  </a:moveTo>
                  <a:cubicBezTo>
                    <a:pt x="116991" y="6250"/>
                    <a:pt x="92160" y="1"/>
                    <a:pt x="74411" y="1"/>
                  </a:cubicBezTo>
                  <a:cubicBezTo>
                    <a:pt x="56079" y="-83"/>
                    <a:pt x="47830" y="9166"/>
                    <a:pt x="43081" y="23415"/>
                  </a:cubicBezTo>
                  <a:cubicBezTo>
                    <a:pt x="38331" y="20249"/>
                    <a:pt x="34082" y="17415"/>
                    <a:pt x="27166" y="17915"/>
                  </a:cubicBezTo>
                  <a:cubicBezTo>
                    <a:pt x="20000" y="18415"/>
                    <a:pt x="12917" y="22748"/>
                    <a:pt x="8334" y="28081"/>
                  </a:cubicBezTo>
                  <a:cubicBezTo>
                    <a:pt x="-2582" y="40997"/>
                    <a:pt x="-2331" y="57912"/>
                    <a:pt x="6501" y="71244"/>
                  </a:cubicBezTo>
                  <a:cubicBezTo>
                    <a:pt x="7834" y="73244"/>
                    <a:pt x="11250" y="71827"/>
                    <a:pt x="10417" y="69411"/>
                  </a:cubicBezTo>
                  <a:cubicBezTo>
                    <a:pt x="6751" y="59412"/>
                    <a:pt x="6167" y="46663"/>
                    <a:pt x="13584" y="37914"/>
                  </a:cubicBezTo>
                  <a:cubicBezTo>
                    <a:pt x="21083" y="28998"/>
                    <a:pt x="28665" y="28165"/>
                    <a:pt x="38914" y="34247"/>
                  </a:cubicBezTo>
                  <a:cubicBezTo>
                    <a:pt x="40664" y="35331"/>
                    <a:pt x="41914" y="36830"/>
                    <a:pt x="43914" y="37914"/>
                  </a:cubicBezTo>
                  <a:cubicBezTo>
                    <a:pt x="47497" y="39830"/>
                    <a:pt x="51580" y="37664"/>
                    <a:pt x="52580" y="33914"/>
                  </a:cubicBezTo>
                  <a:cubicBezTo>
                    <a:pt x="54746" y="25748"/>
                    <a:pt x="53913" y="18832"/>
                    <a:pt x="63996" y="14249"/>
                  </a:cubicBezTo>
                  <a:cubicBezTo>
                    <a:pt x="69578" y="11749"/>
                    <a:pt x="76328" y="12749"/>
                    <a:pt x="81994" y="13666"/>
                  </a:cubicBezTo>
                  <a:cubicBezTo>
                    <a:pt x="95410" y="15916"/>
                    <a:pt x="104909" y="20915"/>
                    <a:pt x="114991" y="29914"/>
                  </a:cubicBezTo>
                  <a:cubicBezTo>
                    <a:pt x="118157" y="32831"/>
                    <a:pt x="122907" y="29581"/>
                    <a:pt x="121907" y="25498"/>
                  </a:cubicBezTo>
                  <a:lnTo>
                    <a:pt x="121907" y="25498"/>
                  </a:lnTo>
                  <a:close/>
                </a:path>
              </a:pathLst>
            </a:custGeom>
            <a:grpFill/>
            <a:ln w="8332" cap="flat">
              <a:noFill/>
              <a:prstDash val="solid"/>
              <a:miter/>
            </a:ln>
          </p:spPr>
          <p:txBody>
            <a:bodyPr rtlCol="0" anchor="ctr"/>
            <a:lstStyle/>
            <a:p>
              <a:endParaRPr lang="en-US"/>
            </a:p>
          </p:txBody>
        </p:sp>
        <p:sp>
          <p:nvSpPr>
            <p:cNvPr id="2373" name="Freeform: Shape 2372"/>
            <p:cNvSpPr/>
            <p:nvPr/>
          </p:nvSpPr>
          <p:spPr>
            <a:xfrm>
              <a:off x="4175631" y="5351389"/>
              <a:ext cx="79386" cy="72137"/>
            </a:xfrm>
            <a:custGeom>
              <a:avLst/>
              <a:gdLst>
                <a:gd name="connsiteX0" fmla="*/ 79173 w 79386"/>
                <a:gd name="connsiteY0" fmla="*/ 36969 h 72137"/>
                <a:gd name="connsiteX1" fmla="*/ 52175 w 79386"/>
                <a:gd name="connsiteY1" fmla="*/ 17554 h 72137"/>
                <a:gd name="connsiteX2" fmla="*/ 42926 w 79386"/>
                <a:gd name="connsiteY2" fmla="*/ 19387 h 72137"/>
                <a:gd name="connsiteX3" fmla="*/ 40760 w 79386"/>
                <a:gd name="connsiteY3" fmla="*/ 19804 h 72137"/>
                <a:gd name="connsiteX4" fmla="*/ 40260 w 79386"/>
                <a:gd name="connsiteY4" fmla="*/ 18803 h 72137"/>
                <a:gd name="connsiteX5" fmla="*/ 34344 w 79386"/>
                <a:gd name="connsiteY5" fmla="*/ 3805 h 72137"/>
                <a:gd name="connsiteX6" fmla="*/ 1347 w 79386"/>
                <a:gd name="connsiteY6" fmla="*/ 9888 h 72137"/>
                <a:gd name="connsiteX7" fmla="*/ 4347 w 79386"/>
                <a:gd name="connsiteY7" fmla="*/ 14721 h 72137"/>
                <a:gd name="connsiteX8" fmla="*/ 22428 w 79386"/>
                <a:gd name="connsiteY8" fmla="*/ 7638 h 72137"/>
                <a:gd name="connsiteX9" fmla="*/ 29428 w 79386"/>
                <a:gd name="connsiteY9" fmla="*/ 22720 h 72137"/>
                <a:gd name="connsiteX10" fmla="*/ 34594 w 79386"/>
                <a:gd name="connsiteY10" fmla="*/ 31386 h 72137"/>
                <a:gd name="connsiteX11" fmla="*/ 54509 w 79386"/>
                <a:gd name="connsiteY11" fmla="*/ 30719 h 72137"/>
                <a:gd name="connsiteX12" fmla="*/ 51842 w 79386"/>
                <a:gd name="connsiteY12" fmla="*/ 62967 h 72137"/>
                <a:gd name="connsiteX13" fmla="*/ 57508 w 79386"/>
                <a:gd name="connsiteY13" fmla="*/ 71965 h 72137"/>
                <a:gd name="connsiteX14" fmla="*/ 79173 w 79386"/>
                <a:gd name="connsiteY14" fmla="*/ 36969 h 72137"/>
                <a:gd name="connsiteX15" fmla="*/ 79173 w 79386"/>
                <a:gd name="connsiteY15" fmla="*/ 36969 h 72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9386" h="72137">
                  <a:moveTo>
                    <a:pt x="79173" y="36969"/>
                  </a:moveTo>
                  <a:cubicBezTo>
                    <a:pt x="77423" y="22970"/>
                    <a:pt x="65341" y="16637"/>
                    <a:pt x="52175" y="17554"/>
                  </a:cubicBezTo>
                  <a:cubicBezTo>
                    <a:pt x="49009" y="17804"/>
                    <a:pt x="46009" y="18970"/>
                    <a:pt x="42926" y="19387"/>
                  </a:cubicBezTo>
                  <a:cubicBezTo>
                    <a:pt x="41927" y="19554"/>
                    <a:pt x="41260" y="19637"/>
                    <a:pt x="40760" y="19804"/>
                  </a:cubicBezTo>
                  <a:cubicBezTo>
                    <a:pt x="40676" y="19554"/>
                    <a:pt x="40593" y="19220"/>
                    <a:pt x="40260" y="18803"/>
                  </a:cubicBezTo>
                  <a:cubicBezTo>
                    <a:pt x="37344" y="14304"/>
                    <a:pt x="38927" y="8055"/>
                    <a:pt x="34344" y="3805"/>
                  </a:cubicBezTo>
                  <a:cubicBezTo>
                    <a:pt x="24178" y="-5444"/>
                    <a:pt x="10429" y="4388"/>
                    <a:pt x="1347" y="9888"/>
                  </a:cubicBezTo>
                  <a:cubicBezTo>
                    <a:pt x="-1819" y="11804"/>
                    <a:pt x="1180" y="16304"/>
                    <a:pt x="4347" y="14721"/>
                  </a:cubicBezTo>
                  <a:cubicBezTo>
                    <a:pt x="9346" y="12221"/>
                    <a:pt x="16679" y="6722"/>
                    <a:pt x="22428" y="7638"/>
                  </a:cubicBezTo>
                  <a:cubicBezTo>
                    <a:pt x="33677" y="9388"/>
                    <a:pt x="28844" y="17221"/>
                    <a:pt x="29428" y="22720"/>
                  </a:cubicBezTo>
                  <a:cubicBezTo>
                    <a:pt x="29844" y="26803"/>
                    <a:pt x="30677" y="29469"/>
                    <a:pt x="34594" y="31386"/>
                  </a:cubicBezTo>
                  <a:cubicBezTo>
                    <a:pt x="40676" y="34219"/>
                    <a:pt x="48093" y="30136"/>
                    <a:pt x="54509" y="30719"/>
                  </a:cubicBezTo>
                  <a:cubicBezTo>
                    <a:pt x="76090" y="32636"/>
                    <a:pt x="57758" y="54884"/>
                    <a:pt x="51842" y="62967"/>
                  </a:cubicBezTo>
                  <a:cubicBezTo>
                    <a:pt x="48593" y="67383"/>
                    <a:pt x="51926" y="73215"/>
                    <a:pt x="57508" y="71965"/>
                  </a:cubicBezTo>
                  <a:cubicBezTo>
                    <a:pt x="71757" y="68633"/>
                    <a:pt x="80923" y="50801"/>
                    <a:pt x="79173" y="36969"/>
                  </a:cubicBezTo>
                  <a:lnTo>
                    <a:pt x="79173" y="36969"/>
                  </a:lnTo>
                  <a:close/>
                </a:path>
              </a:pathLst>
            </a:custGeom>
            <a:grpFill/>
            <a:ln w="8332" cap="flat">
              <a:noFill/>
              <a:prstDash val="solid"/>
              <a:miter/>
            </a:ln>
          </p:spPr>
          <p:txBody>
            <a:bodyPr rtlCol="0" anchor="ctr"/>
            <a:lstStyle/>
            <a:p>
              <a:endParaRPr lang="en-US"/>
            </a:p>
          </p:txBody>
        </p:sp>
        <p:sp>
          <p:nvSpPr>
            <p:cNvPr id="2374" name="Freeform: Shape 2373"/>
            <p:cNvSpPr/>
            <p:nvPr/>
          </p:nvSpPr>
          <p:spPr>
            <a:xfrm>
              <a:off x="4104555" y="5376175"/>
              <a:ext cx="34667" cy="47930"/>
            </a:xfrm>
            <a:custGeom>
              <a:avLst/>
              <a:gdLst>
                <a:gd name="connsiteX0" fmla="*/ 31677 w 34667"/>
                <a:gd name="connsiteY0" fmla="*/ 36514 h 47930"/>
                <a:gd name="connsiteX1" fmla="*/ 11762 w 34667"/>
                <a:gd name="connsiteY1" fmla="*/ 30765 h 47930"/>
                <a:gd name="connsiteX2" fmla="*/ 32177 w 34667"/>
                <a:gd name="connsiteY2" fmla="*/ 3684 h 47930"/>
                <a:gd name="connsiteX3" fmla="*/ 32927 w 34667"/>
                <a:gd name="connsiteY3" fmla="*/ 267 h 47930"/>
                <a:gd name="connsiteX4" fmla="*/ 15012 w 34667"/>
                <a:gd name="connsiteY4" fmla="*/ 7517 h 47930"/>
                <a:gd name="connsiteX5" fmla="*/ 13 w 34667"/>
                <a:gd name="connsiteY5" fmla="*/ 30348 h 47930"/>
                <a:gd name="connsiteX6" fmla="*/ 29094 w 34667"/>
                <a:gd name="connsiteY6" fmla="*/ 47680 h 47930"/>
                <a:gd name="connsiteX7" fmla="*/ 31677 w 34667"/>
                <a:gd name="connsiteY7" fmla="*/ 36514 h 47930"/>
                <a:gd name="connsiteX8" fmla="*/ 31677 w 34667"/>
                <a:gd name="connsiteY8" fmla="*/ 36514 h 47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667" h="47930">
                  <a:moveTo>
                    <a:pt x="31677" y="36514"/>
                  </a:moveTo>
                  <a:cubicBezTo>
                    <a:pt x="27177" y="33598"/>
                    <a:pt x="14595" y="35515"/>
                    <a:pt x="11762" y="30765"/>
                  </a:cubicBezTo>
                  <a:cubicBezTo>
                    <a:pt x="8179" y="24765"/>
                    <a:pt x="24927" y="2517"/>
                    <a:pt x="32177" y="3684"/>
                  </a:cubicBezTo>
                  <a:cubicBezTo>
                    <a:pt x="34427" y="4017"/>
                    <a:pt x="35176" y="601"/>
                    <a:pt x="32927" y="267"/>
                  </a:cubicBezTo>
                  <a:cubicBezTo>
                    <a:pt x="25011" y="-982"/>
                    <a:pt x="20761" y="2268"/>
                    <a:pt x="15012" y="7517"/>
                  </a:cubicBezTo>
                  <a:cubicBezTo>
                    <a:pt x="8762" y="13350"/>
                    <a:pt x="430" y="21182"/>
                    <a:pt x="13" y="30348"/>
                  </a:cubicBezTo>
                  <a:cubicBezTo>
                    <a:pt x="-570" y="43347"/>
                    <a:pt x="18595" y="49263"/>
                    <a:pt x="29094" y="47680"/>
                  </a:cubicBezTo>
                  <a:cubicBezTo>
                    <a:pt x="35010" y="46763"/>
                    <a:pt x="36759" y="39847"/>
                    <a:pt x="31677" y="36514"/>
                  </a:cubicBezTo>
                  <a:lnTo>
                    <a:pt x="31677" y="36514"/>
                  </a:lnTo>
                  <a:close/>
                </a:path>
              </a:pathLst>
            </a:custGeom>
            <a:grpFill/>
            <a:ln w="8332" cap="flat">
              <a:noFill/>
              <a:prstDash val="solid"/>
              <a:miter/>
            </a:ln>
          </p:spPr>
          <p:txBody>
            <a:bodyPr rtlCol="0" anchor="ctr"/>
            <a:lstStyle/>
            <a:p>
              <a:endParaRPr lang="en-US"/>
            </a:p>
          </p:txBody>
        </p:sp>
        <p:sp>
          <p:nvSpPr>
            <p:cNvPr id="2375" name="Freeform: Shape 2374"/>
            <p:cNvSpPr/>
            <p:nvPr/>
          </p:nvSpPr>
          <p:spPr>
            <a:xfrm>
              <a:off x="1911836" y="5034071"/>
              <a:ext cx="515854" cy="514143"/>
            </a:xfrm>
            <a:custGeom>
              <a:avLst/>
              <a:gdLst>
                <a:gd name="connsiteX0" fmla="*/ 501801 w 515854"/>
                <a:gd name="connsiteY0" fmla="*/ 370453 h 514143"/>
                <a:gd name="connsiteX1" fmla="*/ 515800 w 515854"/>
                <a:gd name="connsiteY1" fmla="*/ 292459 h 514143"/>
                <a:gd name="connsiteX2" fmla="*/ 498052 w 515854"/>
                <a:gd name="connsiteY2" fmla="*/ 228382 h 514143"/>
                <a:gd name="connsiteX3" fmla="*/ 487302 w 515854"/>
                <a:gd name="connsiteY3" fmla="*/ 214799 h 514143"/>
                <a:gd name="connsiteX4" fmla="*/ 459555 w 515854"/>
                <a:gd name="connsiteY4" fmla="*/ 195051 h 514143"/>
                <a:gd name="connsiteX5" fmla="*/ 404143 w 515854"/>
                <a:gd name="connsiteY5" fmla="*/ 155389 h 514143"/>
                <a:gd name="connsiteX6" fmla="*/ 381979 w 515854"/>
                <a:gd name="connsiteY6" fmla="*/ 141307 h 514143"/>
                <a:gd name="connsiteX7" fmla="*/ 359314 w 515854"/>
                <a:gd name="connsiteY7" fmla="*/ 131724 h 514143"/>
                <a:gd name="connsiteX8" fmla="*/ 340899 w 515854"/>
                <a:gd name="connsiteY8" fmla="*/ 139640 h 514143"/>
                <a:gd name="connsiteX9" fmla="*/ 315818 w 515854"/>
                <a:gd name="connsiteY9" fmla="*/ 139306 h 514143"/>
                <a:gd name="connsiteX10" fmla="*/ 288320 w 515854"/>
                <a:gd name="connsiteY10" fmla="*/ 112892 h 514143"/>
                <a:gd name="connsiteX11" fmla="*/ 275655 w 515854"/>
                <a:gd name="connsiteY11" fmla="*/ 89228 h 514143"/>
                <a:gd name="connsiteX12" fmla="*/ 256490 w 515854"/>
                <a:gd name="connsiteY12" fmla="*/ 76979 h 514143"/>
                <a:gd name="connsiteX13" fmla="*/ 226743 w 515854"/>
                <a:gd name="connsiteY13" fmla="*/ 62064 h 514143"/>
                <a:gd name="connsiteX14" fmla="*/ 161498 w 515854"/>
                <a:gd name="connsiteY14" fmla="*/ 27233 h 514143"/>
                <a:gd name="connsiteX15" fmla="*/ 132168 w 515854"/>
                <a:gd name="connsiteY15" fmla="*/ 12152 h 514143"/>
                <a:gd name="connsiteX16" fmla="*/ 119919 w 515854"/>
                <a:gd name="connsiteY16" fmla="*/ 6235 h 514143"/>
                <a:gd name="connsiteX17" fmla="*/ 113003 w 515854"/>
                <a:gd name="connsiteY17" fmla="*/ 2402 h 514143"/>
                <a:gd name="connsiteX18" fmla="*/ 98504 w 515854"/>
                <a:gd name="connsiteY18" fmla="*/ 2152 h 514143"/>
                <a:gd name="connsiteX19" fmla="*/ 81089 w 515854"/>
                <a:gd name="connsiteY19" fmla="*/ 19401 h 514143"/>
                <a:gd name="connsiteX20" fmla="*/ 49009 w 515854"/>
                <a:gd name="connsiteY20" fmla="*/ 46648 h 514143"/>
                <a:gd name="connsiteX21" fmla="*/ 21344 w 515854"/>
                <a:gd name="connsiteY21" fmla="*/ 70562 h 514143"/>
                <a:gd name="connsiteX22" fmla="*/ 1596 w 515854"/>
                <a:gd name="connsiteY22" fmla="*/ 93560 h 514143"/>
                <a:gd name="connsiteX23" fmla="*/ 24928 w 515854"/>
                <a:gd name="connsiteY23" fmla="*/ 144723 h 514143"/>
                <a:gd name="connsiteX24" fmla="*/ 106753 w 515854"/>
                <a:gd name="connsiteY24" fmla="*/ 266462 h 514143"/>
                <a:gd name="connsiteX25" fmla="*/ 130918 w 515854"/>
                <a:gd name="connsiteY25" fmla="*/ 283710 h 514143"/>
                <a:gd name="connsiteX26" fmla="*/ 166581 w 515854"/>
                <a:gd name="connsiteY26" fmla="*/ 299292 h 514143"/>
                <a:gd name="connsiteX27" fmla="*/ 175997 w 515854"/>
                <a:gd name="connsiteY27" fmla="*/ 338872 h 514143"/>
                <a:gd name="connsiteX28" fmla="*/ 170664 w 515854"/>
                <a:gd name="connsiteY28" fmla="*/ 360037 h 514143"/>
                <a:gd name="connsiteX29" fmla="*/ 186496 w 515854"/>
                <a:gd name="connsiteY29" fmla="*/ 378118 h 514143"/>
                <a:gd name="connsiteX30" fmla="*/ 215327 w 515854"/>
                <a:gd name="connsiteY30" fmla="*/ 408699 h 514143"/>
                <a:gd name="connsiteX31" fmla="*/ 268906 w 515854"/>
                <a:gd name="connsiteY31" fmla="*/ 465194 h 514143"/>
                <a:gd name="connsiteX32" fmla="*/ 376979 w 515854"/>
                <a:gd name="connsiteY32" fmla="*/ 511023 h 514143"/>
                <a:gd name="connsiteX33" fmla="*/ 397144 w 515854"/>
                <a:gd name="connsiteY33" fmla="*/ 500274 h 514143"/>
                <a:gd name="connsiteX34" fmla="*/ 501801 w 515854"/>
                <a:gd name="connsiteY34" fmla="*/ 370453 h 514143"/>
                <a:gd name="connsiteX35" fmla="*/ 501801 w 515854"/>
                <a:gd name="connsiteY35" fmla="*/ 370453 h 514143"/>
                <a:gd name="connsiteX36" fmla="*/ 135334 w 515854"/>
                <a:gd name="connsiteY36" fmla="*/ 27900 h 514143"/>
                <a:gd name="connsiteX37" fmla="*/ 166331 w 515854"/>
                <a:gd name="connsiteY37" fmla="*/ 44648 h 514143"/>
                <a:gd name="connsiteX38" fmla="*/ 221243 w 515854"/>
                <a:gd name="connsiteY38" fmla="*/ 73896 h 514143"/>
                <a:gd name="connsiteX39" fmla="*/ 248491 w 515854"/>
                <a:gd name="connsiteY39" fmla="*/ 88394 h 514143"/>
                <a:gd name="connsiteX40" fmla="*/ 262739 w 515854"/>
                <a:gd name="connsiteY40" fmla="*/ 97977 h 514143"/>
                <a:gd name="connsiteX41" fmla="*/ 268239 w 515854"/>
                <a:gd name="connsiteY41" fmla="*/ 113892 h 514143"/>
                <a:gd name="connsiteX42" fmla="*/ 299736 w 515854"/>
                <a:gd name="connsiteY42" fmla="*/ 152222 h 514143"/>
                <a:gd name="connsiteX43" fmla="*/ 338816 w 515854"/>
                <a:gd name="connsiteY43" fmla="*/ 161804 h 514143"/>
                <a:gd name="connsiteX44" fmla="*/ 360980 w 515854"/>
                <a:gd name="connsiteY44" fmla="*/ 150056 h 514143"/>
                <a:gd name="connsiteX45" fmla="*/ 381229 w 515854"/>
                <a:gd name="connsiteY45" fmla="*/ 159388 h 514143"/>
                <a:gd name="connsiteX46" fmla="*/ 432307 w 515854"/>
                <a:gd name="connsiteY46" fmla="*/ 191052 h 514143"/>
                <a:gd name="connsiteX47" fmla="*/ 458055 w 515854"/>
                <a:gd name="connsiteY47" fmla="*/ 207384 h 514143"/>
                <a:gd name="connsiteX48" fmla="*/ 491635 w 515854"/>
                <a:gd name="connsiteY48" fmla="*/ 229881 h 514143"/>
                <a:gd name="connsiteX49" fmla="*/ 494718 w 515854"/>
                <a:gd name="connsiteY49" fmla="*/ 232048 h 514143"/>
                <a:gd name="connsiteX50" fmla="*/ 503301 w 515854"/>
                <a:gd name="connsiteY50" fmla="*/ 264545 h 514143"/>
                <a:gd name="connsiteX51" fmla="*/ 503384 w 515854"/>
                <a:gd name="connsiteY51" fmla="*/ 307458 h 514143"/>
                <a:gd name="connsiteX52" fmla="*/ 485053 w 515854"/>
                <a:gd name="connsiteY52" fmla="*/ 376452 h 514143"/>
                <a:gd name="connsiteX53" fmla="*/ 444723 w 515854"/>
                <a:gd name="connsiteY53" fmla="*/ 445446 h 514143"/>
                <a:gd name="connsiteX54" fmla="*/ 426725 w 515854"/>
                <a:gd name="connsiteY54" fmla="*/ 464027 h 514143"/>
                <a:gd name="connsiteX55" fmla="*/ 433807 w 515854"/>
                <a:gd name="connsiteY55" fmla="*/ 410115 h 514143"/>
                <a:gd name="connsiteX56" fmla="*/ 349898 w 515854"/>
                <a:gd name="connsiteY56" fmla="*/ 279294 h 514143"/>
                <a:gd name="connsiteX57" fmla="*/ 229076 w 515854"/>
                <a:gd name="connsiteY57" fmla="*/ 145389 h 514143"/>
                <a:gd name="connsiteX58" fmla="*/ 167831 w 515854"/>
                <a:gd name="connsiteY58" fmla="*/ 76062 h 514143"/>
                <a:gd name="connsiteX59" fmla="*/ 140834 w 515854"/>
                <a:gd name="connsiteY59" fmla="*/ 41732 h 514143"/>
                <a:gd name="connsiteX60" fmla="*/ 121002 w 515854"/>
                <a:gd name="connsiteY60" fmla="*/ 20234 h 514143"/>
                <a:gd name="connsiteX61" fmla="*/ 135334 w 515854"/>
                <a:gd name="connsiteY61" fmla="*/ 27900 h 514143"/>
                <a:gd name="connsiteX62" fmla="*/ 135334 w 515854"/>
                <a:gd name="connsiteY62" fmla="*/ 27900 h 514143"/>
                <a:gd name="connsiteX63" fmla="*/ 368647 w 515854"/>
                <a:gd name="connsiteY63" fmla="*/ 500941 h 514143"/>
                <a:gd name="connsiteX64" fmla="*/ 301069 w 515854"/>
                <a:gd name="connsiteY64" fmla="*/ 477276 h 514143"/>
                <a:gd name="connsiteX65" fmla="*/ 209327 w 515854"/>
                <a:gd name="connsiteY65" fmla="*/ 380202 h 514143"/>
                <a:gd name="connsiteX66" fmla="*/ 188829 w 515854"/>
                <a:gd name="connsiteY66" fmla="*/ 358120 h 514143"/>
                <a:gd name="connsiteX67" fmla="*/ 190413 w 515854"/>
                <a:gd name="connsiteY67" fmla="*/ 345788 h 514143"/>
                <a:gd name="connsiteX68" fmla="*/ 194245 w 515854"/>
                <a:gd name="connsiteY68" fmla="*/ 335289 h 514143"/>
                <a:gd name="connsiteX69" fmla="*/ 177997 w 515854"/>
                <a:gd name="connsiteY69" fmla="*/ 289376 h 514143"/>
                <a:gd name="connsiteX70" fmla="*/ 125918 w 515854"/>
                <a:gd name="connsiteY70" fmla="*/ 265212 h 514143"/>
                <a:gd name="connsiteX71" fmla="*/ 87172 w 515854"/>
                <a:gd name="connsiteY71" fmla="*/ 214717 h 514143"/>
                <a:gd name="connsiteX72" fmla="*/ 47509 w 515854"/>
                <a:gd name="connsiteY72" fmla="*/ 149389 h 514143"/>
                <a:gd name="connsiteX73" fmla="*/ 25261 w 515854"/>
                <a:gd name="connsiteY73" fmla="*/ 118309 h 514143"/>
                <a:gd name="connsiteX74" fmla="*/ 17178 w 515854"/>
                <a:gd name="connsiteY74" fmla="*/ 101227 h 514143"/>
                <a:gd name="connsiteX75" fmla="*/ 34843 w 515854"/>
                <a:gd name="connsiteY75" fmla="*/ 80895 h 514143"/>
                <a:gd name="connsiteX76" fmla="*/ 88838 w 515854"/>
                <a:gd name="connsiteY76" fmla="*/ 32983 h 514143"/>
                <a:gd name="connsiteX77" fmla="*/ 100254 w 515854"/>
                <a:gd name="connsiteY77" fmla="*/ 21984 h 514143"/>
                <a:gd name="connsiteX78" fmla="*/ 105420 w 515854"/>
                <a:gd name="connsiteY78" fmla="*/ 15818 h 514143"/>
                <a:gd name="connsiteX79" fmla="*/ 113170 w 515854"/>
                <a:gd name="connsiteY79" fmla="*/ 24317 h 514143"/>
                <a:gd name="connsiteX80" fmla="*/ 135084 w 515854"/>
                <a:gd name="connsiteY80" fmla="*/ 48481 h 514143"/>
                <a:gd name="connsiteX81" fmla="*/ 180663 w 515854"/>
                <a:gd name="connsiteY81" fmla="*/ 104643 h 514143"/>
                <a:gd name="connsiteX82" fmla="*/ 274488 w 515854"/>
                <a:gd name="connsiteY82" fmla="*/ 211300 h 514143"/>
                <a:gd name="connsiteX83" fmla="*/ 363314 w 515854"/>
                <a:gd name="connsiteY83" fmla="*/ 319790 h 514143"/>
                <a:gd name="connsiteX84" fmla="*/ 401644 w 515854"/>
                <a:gd name="connsiteY84" fmla="*/ 375035 h 514143"/>
                <a:gd name="connsiteX85" fmla="*/ 416142 w 515854"/>
                <a:gd name="connsiteY85" fmla="*/ 449278 h 514143"/>
                <a:gd name="connsiteX86" fmla="*/ 387895 w 515854"/>
                <a:gd name="connsiteY86" fmla="*/ 490358 h 514143"/>
                <a:gd name="connsiteX87" fmla="*/ 386812 w 515854"/>
                <a:gd name="connsiteY87" fmla="*/ 490941 h 514143"/>
                <a:gd name="connsiteX88" fmla="*/ 384728 w 515854"/>
                <a:gd name="connsiteY88" fmla="*/ 492775 h 514143"/>
                <a:gd name="connsiteX89" fmla="*/ 368647 w 515854"/>
                <a:gd name="connsiteY89" fmla="*/ 500941 h 514143"/>
                <a:gd name="connsiteX90" fmla="*/ 368647 w 515854"/>
                <a:gd name="connsiteY90" fmla="*/ 500941 h 514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515854" h="514143">
                  <a:moveTo>
                    <a:pt x="501801" y="370453"/>
                  </a:moveTo>
                  <a:cubicBezTo>
                    <a:pt x="510967" y="346038"/>
                    <a:pt x="516467" y="318624"/>
                    <a:pt x="515800" y="292459"/>
                  </a:cubicBezTo>
                  <a:cubicBezTo>
                    <a:pt x="515217" y="270211"/>
                    <a:pt x="515050" y="243797"/>
                    <a:pt x="498052" y="228382"/>
                  </a:cubicBezTo>
                  <a:cubicBezTo>
                    <a:pt x="497051" y="221466"/>
                    <a:pt x="492969" y="219049"/>
                    <a:pt x="487302" y="214799"/>
                  </a:cubicBezTo>
                  <a:cubicBezTo>
                    <a:pt x="478303" y="207884"/>
                    <a:pt x="468888" y="201634"/>
                    <a:pt x="459555" y="195051"/>
                  </a:cubicBezTo>
                  <a:cubicBezTo>
                    <a:pt x="440973" y="182052"/>
                    <a:pt x="422475" y="168721"/>
                    <a:pt x="404143" y="155389"/>
                  </a:cubicBezTo>
                  <a:cubicBezTo>
                    <a:pt x="397060" y="150222"/>
                    <a:pt x="389561" y="145806"/>
                    <a:pt x="381979" y="141307"/>
                  </a:cubicBezTo>
                  <a:cubicBezTo>
                    <a:pt x="375396" y="137307"/>
                    <a:pt x="367646" y="130974"/>
                    <a:pt x="359314" y="131724"/>
                  </a:cubicBezTo>
                  <a:cubicBezTo>
                    <a:pt x="352898" y="132307"/>
                    <a:pt x="346648" y="136807"/>
                    <a:pt x="340899" y="139640"/>
                  </a:cubicBezTo>
                  <a:cubicBezTo>
                    <a:pt x="330900" y="144639"/>
                    <a:pt x="326567" y="144806"/>
                    <a:pt x="315818" y="139306"/>
                  </a:cubicBezTo>
                  <a:cubicBezTo>
                    <a:pt x="303986" y="133224"/>
                    <a:pt x="295653" y="123891"/>
                    <a:pt x="288320" y="112892"/>
                  </a:cubicBezTo>
                  <a:cubicBezTo>
                    <a:pt x="283404" y="105393"/>
                    <a:pt x="281238" y="96227"/>
                    <a:pt x="275655" y="89228"/>
                  </a:cubicBezTo>
                  <a:cubicBezTo>
                    <a:pt x="270739" y="83061"/>
                    <a:pt x="263573" y="79978"/>
                    <a:pt x="256490" y="76979"/>
                  </a:cubicBezTo>
                  <a:cubicBezTo>
                    <a:pt x="246324" y="72646"/>
                    <a:pt x="236658" y="67230"/>
                    <a:pt x="226743" y="62064"/>
                  </a:cubicBezTo>
                  <a:cubicBezTo>
                    <a:pt x="204828" y="50731"/>
                    <a:pt x="183163" y="39066"/>
                    <a:pt x="161498" y="27233"/>
                  </a:cubicBezTo>
                  <a:cubicBezTo>
                    <a:pt x="151833" y="21984"/>
                    <a:pt x="142167" y="16734"/>
                    <a:pt x="132168" y="12152"/>
                  </a:cubicBezTo>
                  <a:cubicBezTo>
                    <a:pt x="128002" y="10235"/>
                    <a:pt x="124085" y="7985"/>
                    <a:pt x="119919" y="6235"/>
                  </a:cubicBezTo>
                  <a:cubicBezTo>
                    <a:pt x="117669" y="4902"/>
                    <a:pt x="115419" y="3652"/>
                    <a:pt x="113003" y="2402"/>
                  </a:cubicBezTo>
                  <a:cubicBezTo>
                    <a:pt x="107920" y="-181"/>
                    <a:pt x="103504" y="-1264"/>
                    <a:pt x="98504" y="2152"/>
                  </a:cubicBezTo>
                  <a:cubicBezTo>
                    <a:pt x="92338" y="6235"/>
                    <a:pt x="86505" y="14318"/>
                    <a:pt x="81089" y="19401"/>
                  </a:cubicBezTo>
                  <a:cubicBezTo>
                    <a:pt x="70757" y="28900"/>
                    <a:pt x="60008" y="37815"/>
                    <a:pt x="49009" y="46648"/>
                  </a:cubicBezTo>
                  <a:cubicBezTo>
                    <a:pt x="39510" y="54231"/>
                    <a:pt x="30510" y="62480"/>
                    <a:pt x="21344" y="70562"/>
                  </a:cubicBezTo>
                  <a:cubicBezTo>
                    <a:pt x="13928" y="76979"/>
                    <a:pt x="5179" y="84145"/>
                    <a:pt x="1596" y="93560"/>
                  </a:cubicBezTo>
                  <a:cubicBezTo>
                    <a:pt x="-5820" y="113309"/>
                    <a:pt x="14428" y="130557"/>
                    <a:pt x="24928" y="144723"/>
                  </a:cubicBezTo>
                  <a:cubicBezTo>
                    <a:pt x="53675" y="183803"/>
                    <a:pt x="73756" y="230465"/>
                    <a:pt x="106753" y="266462"/>
                  </a:cubicBezTo>
                  <a:cubicBezTo>
                    <a:pt x="113503" y="273794"/>
                    <a:pt x="121669" y="279794"/>
                    <a:pt x="130918" y="283710"/>
                  </a:cubicBezTo>
                  <a:cubicBezTo>
                    <a:pt x="143167" y="288876"/>
                    <a:pt x="155916" y="290710"/>
                    <a:pt x="166581" y="299292"/>
                  </a:cubicBezTo>
                  <a:cubicBezTo>
                    <a:pt x="179413" y="309624"/>
                    <a:pt x="182163" y="324040"/>
                    <a:pt x="175997" y="338872"/>
                  </a:cubicBezTo>
                  <a:cubicBezTo>
                    <a:pt x="172914" y="346371"/>
                    <a:pt x="167581" y="351787"/>
                    <a:pt x="170664" y="360037"/>
                  </a:cubicBezTo>
                  <a:cubicBezTo>
                    <a:pt x="173164" y="366953"/>
                    <a:pt x="181580" y="372952"/>
                    <a:pt x="186496" y="378118"/>
                  </a:cubicBezTo>
                  <a:cubicBezTo>
                    <a:pt x="196245" y="388200"/>
                    <a:pt x="205994" y="398200"/>
                    <a:pt x="215327" y="408699"/>
                  </a:cubicBezTo>
                  <a:cubicBezTo>
                    <a:pt x="232659" y="428197"/>
                    <a:pt x="249574" y="447612"/>
                    <a:pt x="268906" y="465194"/>
                  </a:cubicBezTo>
                  <a:cubicBezTo>
                    <a:pt x="296153" y="490108"/>
                    <a:pt x="336816" y="524772"/>
                    <a:pt x="376979" y="511023"/>
                  </a:cubicBezTo>
                  <a:cubicBezTo>
                    <a:pt x="384062" y="508523"/>
                    <a:pt x="390894" y="504940"/>
                    <a:pt x="397144" y="500274"/>
                  </a:cubicBezTo>
                  <a:cubicBezTo>
                    <a:pt x="450222" y="480692"/>
                    <a:pt x="483136" y="420365"/>
                    <a:pt x="501801" y="370453"/>
                  </a:cubicBezTo>
                  <a:lnTo>
                    <a:pt x="501801" y="370453"/>
                  </a:lnTo>
                  <a:close/>
                  <a:moveTo>
                    <a:pt x="135334" y="27900"/>
                  </a:moveTo>
                  <a:cubicBezTo>
                    <a:pt x="145833" y="33233"/>
                    <a:pt x="156082" y="38982"/>
                    <a:pt x="166331" y="44648"/>
                  </a:cubicBezTo>
                  <a:cubicBezTo>
                    <a:pt x="184496" y="54731"/>
                    <a:pt x="202828" y="64313"/>
                    <a:pt x="221243" y="73896"/>
                  </a:cubicBezTo>
                  <a:cubicBezTo>
                    <a:pt x="230409" y="78645"/>
                    <a:pt x="239408" y="83561"/>
                    <a:pt x="248491" y="88394"/>
                  </a:cubicBezTo>
                  <a:cubicBezTo>
                    <a:pt x="253573" y="90977"/>
                    <a:pt x="259323" y="93144"/>
                    <a:pt x="262739" y="97977"/>
                  </a:cubicBezTo>
                  <a:cubicBezTo>
                    <a:pt x="265822" y="102393"/>
                    <a:pt x="266239" y="108893"/>
                    <a:pt x="268239" y="113892"/>
                  </a:cubicBezTo>
                  <a:cubicBezTo>
                    <a:pt x="273905" y="128974"/>
                    <a:pt x="285987" y="143973"/>
                    <a:pt x="299736" y="152222"/>
                  </a:cubicBezTo>
                  <a:cubicBezTo>
                    <a:pt x="310568" y="158721"/>
                    <a:pt x="325817" y="166637"/>
                    <a:pt x="338816" y="161804"/>
                  </a:cubicBezTo>
                  <a:cubicBezTo>
                    <a:pt x="345482" y="159388"/>
                    <a:pt x="353648" y="150472"/>
                    <a:pt x="360980" y="150056"/>
                  </a:cubicBezTo>
                  <a:cubicBezTo>
                    <a:pt x="367063" y="149805"/>
                    <a:pt x="376146" y="156805"/>
                    <a:pt x="381229" y="159388"/>
                  </a:cubicBezTo>
                  <a:cubicBezTo>
                    <a:pt x="398810" y="168554"/>
                    <a:pt x="415392" y="180469"/>
                    <a:pt x="432307" y="191052"/>
                  </a:cubicBezTo>
                  <a:cubicBezTo>
                    <a:pt x="440973" y="196385"/>
                    <a:pt x="449306" y="202301"/>
                    <a:pt x="458055" y="207384"/>
                  </a:cubicBezTo>
                  <a:cubicBezTo>
                    <a:pt x="466054" y="212050"/>
                    <a:pt x="489552" y="220632"/>
                    <a:pt x="491635" y="229881"/>
                  </a:cubicBezTo>
                  <a:cubicBezTo>
                    <a:pt x="491969" y="231548"/>
                    <a:pt x="493385" y="232048"/>
                    <a:pt x="494718" y="232048"/>
                  </a:cubicBezTo>
                  <a:cubicBezTo>
                    <a:pt x="499968" y="242214"/>
                    <a:pt x="502551" y="255213"/>
                    <a:pt x="503301" y="264545"/>
                  </a:cubicBezTo>
                  <a:cubicBezTo>
                    <a:pt x="504384" y="278711"/>
                    <a:pt x="504884" y="293293"/>
                    <a:pt x="503384" y="307458"/>
                  </a:cubicBezTo>
                  <a:cubicBezTo>
                    <a:pt x="500885" y="331123"/>
                    <a:pt x="494385" y="354620"/>
                    <a:pt x="485053" y="376452"/>
                  </a:cubicBezTo>
                  <a:cubicBezTo>
                    <a:pt x="474804" y="400533"/>
                    <a:pt x="461388" y="425281"/>
                    <a:pt x="444723" y="445446"/>
                  </a:cubicBezTo>
                  <a:cubicBezTo>
                    <a:pt x="438973" y="452361"/>
                    <a:pt x="433057" y="458445"/>
                    <a:pt x="426725" y="464027"/>
                  </a:cubicBezTo>
                  <a:cubicBezTo>
                    <a:pt x="435057" y="446779"/>
                    <a:pt x="438307" y="427447"/>
                    <a:pt x="433807" y="410115"/>
                  </a:cubicBezTo>
                  <a:cubicBezTo>
                    <a:pt x="420558" y="358287"/>
                    <a:pt x="383145" y="319040"/>
                    <a:pt x="349898" y="279294"/>
                  </a:cubicBezTo>
                  <a:cubicBezTo>
                    <a:pt x="311152" y="232965"/>
                    <a:pt x="269655" y="189885"/>
                    <a:pt x="229076" y="145389"/>
                  </a:cubicBezTo>
                  <a:cubicBezTo>
                    <a:pt x="208328" y="122641"/>
                    <a:pt x="187496" y="99727"/>
                    <a:pt x="167831" y="76062"/>
                  </a:cubicBezTo>
                  <a:cubicBezTo>
                    <a:pt x="158582" y="64813"/>
                    <a:pt x="149583" y="53314"/>
                    <a:pt x="140834" y="41732"/>
                  </a:cubicBezTo>
                  <a:cubicBezTo>
                    <a:pt x="136251" y="35649"/>
                    <a:pt x="127085" y="27983"/>
                    <a:pt x="121002" y="20234"/>
                  </a:cubicBezTo>
                  <a:cubicBezTo>
                    <a:pt x="126085" y="22817"/>
                    <a:pt x="131085" y="25733"/>
                    <a:pt x="135334" y="27900"/>
                  </a:cubicBezTo>
                  <a:lnTo>
                    <a:pt x="135334" y="27900"/>
                  </a:lnTo>
                  <a:close/>
                  <a:moveTo>
                    <a:pt x="368647" y="500941"/>
                  </a:moveTo>
                  <a:cubicBezTo>
                    <a:pt x="344982" y="507690"/>
                    <a:pt x="319151" y="491108"/>
                    <a:pt x="301069" y="477276"/>
                  </a:cubicBezTo>
                  <a:cubicBezTo>
                    <a:pt x="265489" y="450029"/>
                    <a:pt x="239408" y="412865"/>
                    <a:pt x="209327" y="380202"/>
                  </a:cubicBezTo>
                  <a:cubicBezTo>
                    <a:pt x="203661" y="374036"/>
                    <a:pt x="191829" y="365703"/>
                    <a:pt x="188829" y="358120"/>
                  </a:cubicBezTo>
                  <a:cubicBezTo>
                    <a:pt x="186246" y="351621"/>
                    <a:pt x="187413" y="352537"/>
                    <a:pt x="190413" y="345788"/>
                  </a:cubicBezTo>
                  <a:cubicBezTo>
                    <a:pt x="191912" y="342538"/>
                    <a:pt x="193496" y="338955"/>
                    <a:pt x="194245" y="335289"/>
                  </a:cubicBezTo>
                  <a:cubicBezTo>
                    <a:pt x="197995" y="318291"/>
                    <a:pt x="191246" y="300292"/>
                    <a:pt x="177997" y="289376"/>
                  </a:cubicBezTo>
                  <a:cubicBezTo>
                    <a:pt x="162415" y="276544"/>
                    <a:pt x="141917" y="276377"/>
                    <a:pt x="125918" y="265212"/>
                  </a:cubicBezTo>
                  <a:cubicBezTo>
                    <a:pt x="108836" y="253296"/>
                    <a:pt x="98088" y="231715"/>
                    <a:pt x="87172" y="214717"/>
                  </a:cubicBezTo>
                  <a:cubicBezTo>
                    <a:pt x="73506" y="193218"/>
                    <a:pt x="61257" y="170804"/>
                    <a:pt x="47509" y="149389"/>
                  </a:cubicBezTo>
                  <a:cubicBezTo>
                    <a:pt x="40593" y="138640"/>
                    <a:pt x="32760" y="128724"/>
                    <a:pt x="25261" y="118309"/>
                  </a:cubicBezTo>
                  <a:cubicBezTo>
                    <a:pt x="21761" y="113559"/>
                    <a:pt x="16345" y="107643"/>
                    <a:pt x="17178" y="101227"/>
                  </a:cubicBezTo>
                  <a:cubicBezTo>
                    <a:pt x="18095" y="93894"/>
                    <a:pt x="29844" y="85311"/>
                    <a:pt x="34843" y="80895"/>
                  </a:cubicBezTo>
                  <a:cubicBezTo>
                    <a:pt x="52758" y="64813"/>
                    <a:pt x="71340" y="49565"/>
                    <a:pt x="88838" y="32983"/>
                  </a:cubicBezTo>
                  <a:cubicBezTo>
                    <a:pt x="92671" y="29317"/>
                    <a:pt x="96504" y="25650"/>
                    <a:pt x="100254" y="21984"/>
                  </a:cubicBezTo>
                  <a:cubicBezTo>
                    <a:pt x="100837" y="21484"/>
                    <a:pt x="103254" y="18318"/>
                    <a:pt x="105420" y="15818"/>
                  </a:cubicBezTo>
                  <a:cubicBezTo>
                    <a:pt x="107503" y="18984"/>
                    <a:pt x="110170" y="21401"/>
                    <a:pt x="113170" y="24317"/>
                  </a:cubicBezTo>
                  <a:cubicBezTo>
                    <a:pt x="121085" y="31816"/>
                    <a:pt x="128335" y="39899"/>
                    <a:pt x="135084" y="48481"/>
                  </a:cubicBezTo>
                  <a:cubicBezTo>
                    <a:pt x="149999" y="67479"/>
                    <a:pt x="164665" y="86478"/>
                    <a:pt x="180663" y="104643"/>
                  </a:cubicBezTo>
                  <a:cubicBezTo>
                    <a:pt x="211827" y="140223"/>
                    <a:pt x="243824" y="175220"/>
                    <a:pt x="274488" y="211300"/>
                  </a:cubicBezTo>
                  <a:cubicBezTo>
                    <a:pt x="304819" y="246880"/>
                    <a:pt x="333816" y="283627"/>
                    <a:pt x="363314" y="319790"/>
                  </a:cubicBezTo>
                  <a:cubicBezTo>
                    <a:pt x="377396" y="337122"/>
                    <a:pt x="390811" y="355453"/>
                    <a:pt x="401644" y="375035"/>
                  </a:cubicBezTo>
                  <a:cubicBezTo>
                    <a:pt x="413726" y="397283"/>
                    <a:pt x="425975" y="424114"/>
                    <a:pt x="416142" y="449278"/>
                  </a:cubicBezTo>
                  <a:cubicBezTo>
                    <a:pt x="410559" y="463611"/>
                    <a:pt x="400810" y="479693"/>
                    <a:pt x="387895" y="490358"/>
                  </a:cubicBezTo>
                  <a:cubicBezTo>
                    <a:pt x="387478" y="490525"/>
                    <a:pt x="387228" y="490775"/>
                    <a:pt x="386812" y="490941"/>
                  </a:cubicBezTo>
                  <a:cubicBezTo>
                    <a:pt x="385812" y="491441"/>
                    <a:pt x="385228" y="492108"/>
                    <a:pt x="384728" y="492775"/>
                  </a:cubicBezTo>
                  <a:cubicBezTo>
                    <a:pt x="379729" y="496524"/>
                    <a:pt x="374396" y="499191"/>
                    <a:pt x="368647" y="500941"/>
                  </a:cubicBezTo>
                  <a:lnTo>
                    <a:pt x="368647" y="500941"/>
                  </a:lnTo>
                  <a:close/>
                </a:path>
              </a:pathLst>
            </a:custGeom>
            <a:grpFill/>
            <a:ln w="8332" cap="flat">
              <a:noFill/>
              <a:prstDash val="solid"/>
              <a:miter/>
            </a:ln>
          </p:spPr>
          <p:txBody>
            <a:bodyPr rtlCol="0" anchor="ctr"/>
            <a:lstStyle/>
            <a:p>
              <a:endParaRPr lang="en-US"/>
            </a:p>
          </p:txBody>
        </p:sp>
        <p:sp>
          <p:nvSpPr>
            <p:cNvPr id="2376" name="Freeform: Shape 2375"/>
            <p:cNvSpPr/>
            <p:nvPr/>
          </p:nvSpPr>
          <p:spPr>
            <a:xfrm>
              <a:off x="2146617" y="5336077"/>
              <a:ext cx="106106" cy="100533"/>
            </a:xfrm>
            <a:custGeom>
              <a:avLst/>
              <a:gdLst>
                <a:gd name="connsiteX0" fmla="*/ 92703 w 106106"/>
                <a:gd name="connsiteY0" fmla="*/ 16950 h 100533"/>
                <a:gd name="connsiteX1" fmla="*/ 39124 w 106106"/>
                <a:gd name="connsiteY1" fmla="*/ 1202 h 100533"/>
                <a:gd name="connsiteX2" fmla="*/ 39041 w 106106"/>
                <a:gd name="connsiteY2" fmla="*/ 1202 h 100533"/>
                <a:gd name="connsiteX3" fmla="*/ 1794 w 106106"/>
                <a:gd name="connsiteY3" fmla="*/ 27616 h 100533"/>
                <a:gd name="connsiteX4" fmla="*/ 65288 w 106106"/>
                <a:gd name="connsiteY4" fmla="*/ 99776 h 100533"/>
                <a:gd name="connsiteX5" fmla="*/ 92703 w 106106"/>
                <a:gd name="connsiteY5" fmla="*/ 16950 h 100533"/>
                <a:gd name="connsiteX6" fmla="*/ 92703 w 106106"/>
                <a:gd name="connsiteY6" fmla="*/ 16950 h 100533"/>
                <a:gd name="connsiteX7" fmla="*/ 59289 w 106106"/>
                <a:gd name="connsiteY7" fmla="*/ 88028 h 100533"/>
                <a:gd name="connsiteX8" fmla="*/ 18293 w 106106"/>
                <a:gd name="connsiteY8" fmla="*/ 65363 h 100533"/>
                <a:gd name="connsiteX9" fmla="*/ 74871 w 106106"/>
                <a:gd name="connsiteY9" fmla="*/ 82528 h 100533"/>
                <a:gd name="connsiteX10" fmla="*/ 74621 w 106106"/>
                <a:gd name="connsiteY10" fmla="*/ 78862 h 100533"/>
                <a:gd name="connsiteX11" fmla="*/ 11793 w 106106"/>
                <a:gd name="connsiteY11" fmla="*/ 31199 h 100533"/>
                <a:gd name="connsiteX12" fmla="*/ 13376 w 106106"/>
                <a:gd name="connsiteY12" fmla="*/ 30533 h 100533"/>
                <a:gd name="connsiteX13" fmla="*/ 26709 w 106106"/>
                <a:gd name="connsiteY13" fmla="*/ 14534 h 100533"/>
                <a:gd name="connsiteX14" fmla="*/ 46374 w 106106"/>
                <a:gd name="connsiteY14" fmla="*/ 9035 h 100533"/>
                <a:gd name="connsiteX15" fmla="*/ 84453 w 106106"/>
                <a:gd name="connsiteY15" fmla="*/ 24450 h 100533"/>
                <a:gd name="connsiteX16" fmla="*/ 59289 w 106106"/>
                <a:gd name="connsiteY16" fmla="*/ 88028 h 100533"/>
                <a:gd name="connsiteX17" fmla="*/ 59289 w 106106"/>
                <a:gd name="connsiteY17" fmla="*/ 88028 h 100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6106" h="100533">
                  <a:moveTo>
                    <a:pt x="92703" y="16950"/>
                  </a:moveTo>
                  <a:cubicBezTo>
                    <a:pt x="80537" y="3369"/>
                    <a:pt x="57872" y="-2798"/>
                    <a:pt x="39124" y="1202"/>
                  </a:cubicBezTo>
                  <a:lnTo>
                    <a:pt x="39041" y="1202"/>
                  </a:lnTo>
                  <a:cubicBezTo>
                    <a:pt x="21459" y="2368"/>
                    <a:pt x="6627" y="9868"/>
                    <a:pt x="1794" y="27616"/>
                  </a:cubicBezTo>
                  <a:cubicBezTo>
                    <a:pt x="-8455" y="64946"/>
                    <a:pt x="26875" y="106692"/>
                    <a:pt x="65288" y="99776"/>
                  </a:cubicBezTo>
                  <a:cubicBezTo>
                    <a:pt x="104201" y="92861"/>
                    <a:pt x="119367" y="46948"/>
                    <a:pt x="92703" y="16950"/>
                  </a:cubicBezTo>
                  <a:lnTo>
                    <a:pt x="92703" y="16950"/>
                  </a:lnTo>
                  <a:close/>
                  <a:moveTo>
                    <a:pt x="59289" y="88028"/>
                  </a:moveTo>
                  <a:cubicBezTo>
                    <a:pt x="42374" y="90027"/>
                    <a:pt x="27208" y="79695"/>
                    <a:pt x="18293" y="65363"/>
                  </a:cubicBezTo>
                  <a:cubicBezTo>
                    <a:pt x="33041" y="80862"/>
                    <a:pt x="54206" y="87777"/>
                    <a:pt x="74871" y="82528"/>
                  </a:cubicBezTo>
                  <a:cubicBezTo>
                    <a:pt x="76621" y="82111"/>
                    <a:pt x="76454" y="78945"/>
                    <a:pt x="74621" y="78862"/>
                  </a:cubicBezTo>
                  <a:cubicBezTo>
                    <a:pt x="47790" y="77279"/>
                    <a:pt x="12960" y="61530"/>
                    <a:pt x="11793" y="31199"/>
                  </a:cubicBezTo>
                  <a:cubicBezTo>
                    <a:pt x="12460" y="31116"/>
                    <a:pt x="12960" y="30866"/>
                    <a:pt x="13376" y="30533"/>
                  </a:cubicBezTo>
                  <a:cubicBezTo>
                    <a:pt x="18126" y="26200"/>
                    <a:pt x="21542" y="17867"/>
                    <a:pt x="26709" y="14534"/>
                  </a:cubicBezTo>
                  <a:cubicBezTo>
                    <a:pt x="32458" y="10868"/>
                    <a:pt x="39874" y="10035"/>
                    <a:pt x="46374" y="9035"/>
                  </a:cubicBezTo>
                  <a:cubicBezTo>
                    <a:pt x="61039" y="6868"/>
                    <a:pt x="75371" y="12201"/>
                    <a:pt x="84453" y="24450"/>
                  </a:cubicBezTo>
                  <a:cubicBezTo>
                    <a:pt x="103285" y="49448"/>
                    <a:pt x="90953" y="84194"/>
                    <a:pt x="59289" y="88028"/>
                  </a:cubicBezTo>
                  <a:lnTo>
                    <a:pt x="59289" y="88028"/>
                  </a:lnTo>
                  <a:close/>
                </a:path>
              </a:pathLst>
            </a:custGeom>
            <a:grpFill/>
            <a:ln w="8332" cap="flat">
              <a:noFill/>
              <a:prstDash val="solid"/>
              <a:miter/>
            </a:ln>
          </p:spPr>
          <p:txBody>
            <a:bodyPr rtlCol="0" anchor="ctr"/>
            <a:lstStyle/>
            <a:p>
              <a:endParaRPr lang="en-US"/>
            </a:p>
          </p:txBody>
        </p:sp>
        <p:sp>
          <p:nvSpPr>
            <p:cNvPr id="2377" name="Freeform: Shape 2376"/>
            <p:cNvSpPr/>
            <p:nvPr/>
          </p:nvSpPr>
          <p:spPr>
            <a:xfrm>
              <a:off x="2014541" y="5162535"/>
              <a:ext cx="110951" cy="98434"/>
            </a:xfrm>
            <a:custGeom>
              <a:avLst/>
              <a:gdLst>
                <a:gd name="connsiteX0" fmla="*/ 105206 w 110951"/>
                <a:gd name="connsiteY0" fmla="*/ 36007 h 98434"/>
                <a:gd name="connsiteX1" fmla="*/ 54794 w 110951"/>
                <a:gd name="connsiteY1" fmla="*/ 2343 h 98434"/>
                <a:gd name="connsiteX2" fmla="*/ 31962 w 110951"/>
                <a:gd name="connsiteY2" fmla="*/ 1177 h 98434"/>
                <a:gd name="connsiteX3" fmla="*/ 5215 w 110951"/>
                <a:gd name="connsiteY3" fmla="*/ 17258 h 98434"/>
                <a:gd name="connsiteX4" fmla="*/ 50294 w 110951"/>
                <a:gd name="connsiteY4" fmla="*/ 97334 h 98434"/>
                <a:gd name="connsiteX5" fmla="*/ 105206 w 110951"/>
                <a:gd name="connsiteY5" fmla="*/ 36007 h 98434"/>
                <a:gd name="connsiteX6" fmla="*/ 105206 w 110951"/>
                <a:gd name="connsiteY6" fmla="*/ 36007 h 98434"/>
                <a:gd name="connsiteX7" fmla="*/ 40378 w 110951"/>
                <a:gd name="connsiteY7" fmla="*/ 80253 h 98434"/>
                <a:gd name="connsiteX8" fmla="*/ 11881 w 110951"/>
                <a:gd name="connsiteY8" fmla="*/ 29674 h 98434"/>
                <a:gd name="connsiteX9" fmla="*/ 84874 w 110951"/>
                <a:gd name="connsiteY9" fmla="*/ 44590 h 98434"/>
                <a:gd name="connsiteX10" fmla="*/ 87874 w 110951"/>
                <a:gd name="connsiteY10" fmla="*/ 41840 h 98434"/>
                <a:gd name="connsiteX11" fmla="*/ 15964 w 110951"/>
                <a:gd name="connsiteY11" fmla="*/ 19925 h 98434"/>
                <a:gd name="connsiteX12" fmla="*/ 24797 w 110951"/>
                <a:gd name="connsiteY12" fmla="*/ 12759 h 98434"/>
                <a:gd name="connsiteX13" fmla="*/ 50377 w 110951"/>
                <a:gd name="connsiteY13" fmla="*/ 9842 h 98434"/>
                <a:gd name="connsiteX14" fmla="*/ 59627 w 110951"/>
                <a:gd name="connsiteY14" fmla="*/ 13925 h 98434"/>
                <a:gd name="connsiteX15" fmla="*/ 96873 w 110951"/>
                <a:gd name="connsiteY15" fmla="*/ 44756 h 98434"/>
                <a:gd name="connsiteX16" fmla="*/ 40378 w 110951"/>
                <a:gd name="connsiteY16" fmla="*/ 80253 h 98434"/>
                <a:gd name="connsiteX17" fmla="*/ 40378 w 110951"/>
                <a:gd name="connsiteY17" fmla="*/ 80253 h 98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0951" h="98434">
                  <a:moveTo>
                    <a:pt x="105206" y="36007"/>
                  </a:moveTo>
                  <a:cubicBezTo>
                    <a:pt x="95040" y="17925"/>
                    <a:pt x="73709" y="8593"/>
                    <a:pt x="54794" y="2343"/>
                  </a:cubicBezTo>
                  <a:cubicBezTo>
                    <a:pt x="46461" y="-407"/>
                    <a:pt x="38962" y="-657"/>
                    <a:pt x="31962" y="1177"/>
                  </a:cubicBezTo>
                  <a:cubicBezTo>
                    <a:pt x="21130" y="2676"/>
                    <a:pt x="10964" y="7759"/>
                    <a:pt x="5215" y="17258"/>
                  </a:cubicBezTo>
                  <a:cubicBezTo>
                    <a:pt x="-12950" y="47839"/>
                    <a:pt x="19797" y="91002"/>
                    <a:pt x="50294" y="97334"/>
                  </a:cubicBezTo>
                  <a:cubicBezTo>
                    <a:pt x="86541" y="104834"/>
                    <a:pt x="125954" y="72837"/>
                    <a:pt x="105206" y="36007"/>
                  </a:cubicBezTo>
                  <a:lnTo>
                    <a:pt x="105206" y="36007"/>
                  </a:lnTo>
                  <a:close/>
                  <a:moveTo>
                    <a:pt x="40378" y="80253"/>
                  </a:moveTo>
                  <a:cubicBezTo>
                    <a:pt x="26046" y="72420"/>
                    <a:pt x="8714" y="48089"/>
                    <a:pt x="11881" y="29674"/>
                  </a:cubicBezTo>
                  <a:cubicBezTo>
                    <a:pt x="34879" y="10842"/>
                    <a:pt x="64626" y="31591"/>
                    <a:pt x="84874" y="44590"/>
                  </a:cubicBezTo>
                  <a:cubicBezTo>
                    <a:pt x="86624" y="45756"/>
                    <a:pt x="89624" y="43756"/>
                    <a:pt x="87874" y="41840"/>
                  </a:cubicBezTo>
                  <a:cubicBezTo>
                    <a:pt x="71626" y="23841"/>
                    <a:pt x="38128" y="4343"/>
                    <a:pt x="15964" y="19925"/>
                  </a:cubicBezTo>
                  <a:cubicBezTo>
                    <a:pt x="18130" y="17175"/>
                    <a:pt x="20963" y="14675"/>
                    <a:pt x="24797" y="12759"/>
                  </a:cubicBezTo>
                  <a:cubicBezTo>
                    <a:pt x="33379" y="8343"/>
                    <a:pt x="41962" y="8009"/>
                    <a:pt x="50377" y="9842"/>
                  </a:cubicBezTo>
                  <a:cubicBezTo>
                    <a:pt x="53544" y="11092"/>
                    <a:pt x="56544" y="12676"/>
                    <a:pt x="59627" y="13925"/>
                  </a:cubicBezTo>
                  <a:cubicBezTo>
                    <a:pt x="74459" y="20175"/>
                    <a:pt x="90457" y="28841"/>
                    <a:pt x="96873" y="44756"/>
                  </a:cubicBezTo>
                  <a:cubicBezTo>
                    <a:pt x="110372" y="78086"/>
                    <a:pt x="64293" y="93335"/>
                    <a:pt x="40378" y="80253"/>
                  </a:cubicBezTo>
                  <a:lnTo>
                    <a:pt x="40378" y="80253"/>
                  </a:lnTo>
                  <a:close/>
                </a:path>
              </a:pathLst>
            </a:custGeom>
            <a:grpFill/>
            <a:ln w="8332" cap="flat">
              <a:noFill/>
              <a:prstDash val="solid"/>
              <a:miter/>
            </a:ln>
          </p:spPr>
          <p:txBody>
            <a:bodyPr rtlCol="0" anchor="ctr"/>
            <a:lstStyle/>
            <a:p>
              <a:endParaRPr lang="en-US"/>
            </a:p>
          </p:txBody>
        </p:sp>
        <p:sp>
          <p:nvSpPr>
            <p:cNvPr id="2378" name="Freeform: Shape 2377"/>
            <p:cNvSpPr/>
            <p:nvPr/>
          </p:nvSpPr>
          <p:spPr>
            <a:xfrm>
              <a:off x="2241426" y="5442578"/>
              <a:ext cx="51900" cy="53385"/>
            </a:xfrm>
            <a:custGeom>
              <a:avLst/>
              <a:gdLst>
                <a:gd name="connsiteX0" fmla="*/ 50139 w 51900"/>
                <a:gd name="connsiteY0" fmla="*/ 44188 h 53385"/>
                <a:gd name="connsiteX1" fmla="*/ 43640 w 51900"/>
                <a:gd name="connsiteY1" fmla="*/ 38688 h 53385"/>
                <a:gd name="connsiteX2" fmla="*/ 9893 w 51900"/>
                <a:gd name="connsiteY2" fmla="*/ 20773 h 53385"/>
                <a:gd name="connsiteX3" fmla="*/ 31724 w 51900"/>
                <a:gd name="connsiteY3" fmla="*/ 9441 h 53385"/>
                <a:gd name="connsiteX4" fmla="*/ 47556 w 51900"/>
                <a:gd name="connsiteY4" fmla="*/ 23856 h 53385"/>
                <a:gd name="connsiteX5" fmla="*/ 51806 w 51900"/>
                <a:gd name="connsiteY5" fmla="*/ 22356 h 53385"/>
                <a:gd name="connsiteX6" fmla="*/ 26725 w 51900"/>
                <a:gd name="connsiteY6" fmla="*/ 275 h 53385"/>
                <a:gd name="connsiteX7" fmla="*/ 477 w 51900"/>
                <a:gd name="connsiteY7" fmla="*/ 17940 h 53385"/>
                <a:gd name="connsiteX8" fmla="*/ 15392 w 51900"/>
                <a:gd name="connsiteY8" fmla="*/ 47520 h 53385"/>
                <a:gd name="connsiteX9" fmla="*/ 50139 w 51900"/>
                <a:gd name="connsiteY9" fmla="*/ 44188 h 53385"/>
                <a:gd name="connsiteX10" fmla="*/ 50139 w 51900"/>
                <a:gd name="connsiteY10" fmla="*/ 44188 h 53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1900" h="53385">
                  <a:moveTo>
                    <a:pt x="50139" y="44188"/>
                  </a:moveTo>
                  <a:cubicBezTo>
                    <a:pt x="52139" y="40188"/>
                    <a:pt x="47223" y="36188"/>
                    <a:pt x="43640" y="38688"/>
                  </a:cubicBezTo>
                  <a:cubicBezTo>
                    <a:pt x="31057" y="47187"/>
                    <a:pt x="8226" y="37272"/>
                    <a:pt x="9893" y="20773"/>
                  </a:cubicBezTo>
                  <a:cubicBezTo>
                    <a:pt x="11059" y="9524"/>
                    <a:pt x="22058" y="6441"/>
                    <a:pt x="31724" y="9441"/>
                  </a:cubicBezTo>
                  <a:cubicBezTo>
                    <a:pt x="39807" y="11941"/>
                    <a:pt x="44473" y="16024"/>
                    <a:pt x="47556" y="23856"/>
                  </a:cubicBezTo>
                  <a:cubicBezTo>
                    <a:pt x="48639" y="26606"/>
                    <a:pt x="52556" y="25189"/>
                    <a:pt x="51806" y="22356"/>
                  </a:cubicBezTo>
                  <a:cubicBezTo>
                    <a:pt x="48472" y="10274"/>
                    <a:pt x="39223" y="2275"/>
                    <a:pt x="26725" y="275"/>
                  </a:cubicBezTo>
                  <a:cubicBezTo>
                    <a:pt x="15142" y="-1559"/>
                    <a:pt x="2477" y="5941"/>
                    <a:pt x="477" y="17940"/>
                  </a:cubicBezTo>
                  <a:cubicBezTo>
                    <a:pt x="-1773" y="31439"/>
                    <a:pt x="4060" y="40521"/>
                    <a:pt x="15392" y="47520"/>
                  </a:cubicBezTo>
                  <a:cubicBezTo>
                    <a:pt x="25975" y="54020"/>
                    <a:pt x="43390" y="57770"/>
                    <a:pt x="50139" y="44188"/>
                  </a:cubicBezTo>
                  <a:lnTo>
                    <a:pt x="50139" y="44188"/>
                  </a:lnTo>
                  <a:close/>
                </a:path>
              </a:pathLst>
            </a:custGeom>
            <a:grpFill/>
            <a:ln w="8332" cap="flat">
              <a:noFill/>
              <a:prstDash val="solid"/>
              <a:miter/>
            </a:ln>
          </p:spPr>
          <p:txBody>
            <a:bodyPr rtlCol="0" anchor="ctr"/>
            <a:lstStyle/>
            <a:p>
              <a:endParaRPr lang="en-US"/>
            </a:p>
          </p:txBody>
        </p:sp>
        <p:sp>
          <p:nvSpPr>
            <p:cNvPr id="2379" name="Freeform: Shape 2378"/>
            <p:cNvSpPr/>
            <p:nvPr/>
          </p:nvSpPr>
          <p:spPr>
            <a:xfrm>
              <a:off x="-100908" y="5024079"/>
              <a:ext cx="569765" cy="444349"/>
            </a:xfrm>
            <a:custGeom>
              <a:avLst/>
              <a:gdLst>
                <a:gd name="connsiteX0" fmla="*/ 4272 w 569765"/>
                <a:gd name="connsiteY0" fmla="*/ 183795 h 444349"/>
                <a:gd name="connsiteX1" fmla="*/ 22 w 569765"/>
                <a:gd name="connsiteY1" fmla="*/ 206293 h 444349"/>
                <a:gd name="connsiteX2" fmla="*/ 76099 w 569765"/>
                <a:gd name="connsiteY2" fmla="*/ 295618 h 444349"/>
                <a:gd name="connsiteX3" fmla="*/ 146092 w 569765"/>
                <a:gd name="connsiteY3" fmla="*/ 329782 h 444349"/>
                <a:gd name="connsiteX4" fmla="*/ 183922 w 569765"/>
                <a:gd name="connsiteY4" fmla="*/ 348113 h 444349"/>
                <a:gd name="connsiteX5" fmla="*/ 205920 w 569765"/>
                <a:gd name="connsiteY5" fmla="*/ 357779 h 444349"/>
                <a:gd name="connsiteX6" fmla="*/ 224502 w 569765"/>
                <a:gd name="connsiteY6" fmla="*/ 346280 h 444349"/>
                <a:gd name="connsiteX7" fmla="*/ 265165 w 569765"/>
                <a:gd name="connsiteY7" fmla="*/ 343364 h 444349"/>
                <a:gd name="connsiteX8" fmla="*/ 290746 w 569765"/>
                <a:gd name="connsiteY8" fmla="*/ 372778 h 444349"/>
                <a:gd name="connsiteX9" fmla="*/ 314494 w 569765"/>
                <a:gd name="connsiteY9" fmla="*/ 390609 h 444349"/>
                <a:gd name="connsiteX10" fmla="*/ 455148 w 569765"/>
                <a:gd name="connsiteY10" fmla="*/ 432189 h 444349"/>
                <a:gd name="connsiteX11" fmla="*/ 510893 w 569765"/>
                <a:gd name="connsiteY11" fmla="*/ 439022 h 444349"/>
                <a:gd name="connsiteX12" fmla="*/ 526975 w 569765"/>
                <a:gd name="connsiteY12" fmla="*/ 413274 h 444349"/>
                <a:gd name="connsiteX13" fmla="*/ 541557 w 569765"/>
                <a:gd name="connsiteY13" fmla="*/ 379694 h 444349"/>
                <a:gd name="connsiteX14" fmla="*/ 557972 w 569765"/>
                <a:gd name="connsiteY14" fmla="*/ 341030 h 444349"/>
                <a:gd name="connsiteX15" fmla="*/ 569221 w 569765"/>
                <a:gd name="connsiteY15" fmla="*/ 319199 h 444349"/>
                <a:gd name="connsiteX16" fmla="*/ 564638 w 569765"/>
                <a:gd name="connsiteY16" fmla="*/ 305451 h 444349"/>
                <a:gd name="connsiteX17" fmla="*/ 558888 w 569765"/>
                <a:gd name="connsiteY17" fmla="*/ 300034 h 444349"/>
                <a:gd name="connsiteX18" fmla="*/ 549556 w 569765"/>
                <a:gd name="connsiteY18" fmla="*/ 290119 h 444349"/>
                <a:gd name="connsiteX19" fmla="*/ 526391 w 569765"/>
                <a:gd name="connsiteY19" fmla="*/ 266704 h 444349"/>
                <a:gd name="connsiteX20" fmla="*/ 473729 w 569765"/>
                <a:gd name="connsiteY20" fmla="*/ 214875 h 444349"/>
                <a:gd name="connsiteX21" fmla="*/ 450648 w 569765"/>
                <a:gd name="connsiteY21" fmla="*/ 191044 h 444349"/>
                <a:gd name="connsiteX22" fmla="*/ 433233 w 569765"/>
                <a:gd name="connsiteY22" fmla="*/ 176462 h 444349"/>
                <a:gd name="connsiteX23" fmla="*/ 406902 w 569765"/>
                <a:gd name="connsiteY23" fmla="*/ 171463 h 444349"/>
                <a:gd name="connsiteX24" fmla="*/ 373405 w 569765"/>
                <a:gd name="connsiteY24" fmla="*/ 153214 h 444349"/>
                <a:gd name="connsiteX25" fmla="*/ 365573 w 569765"/>
                <a:gd name="connsiteY25" fmla="*/ 129383 h 444349"/>
                <a:gd name="connsiteX26" fmla="*/ 367572 w 569765"/>
                <a:gd name="connsiteY26" fmla="*/ 109468 h 444349"/>
                <a:gd name="connsiteX27" fmla="*/ 351657 w 569765"/>
                <a:gd name="connsiteY27" fmla="*/ 90720 h 444349"/>
                <a:gd name="connsiteX28" fmla="*/ 331576 w 569765"/>
                <a:gd name="connsiteY28" fmla="*/ 73722 h 444349"/>
                <a:gd name="connsiteX29" fmla="*/ 277164 w 569765"/>
                <a:gd name="connsiteY29" fmla="*/ 32725 h 444349"/>
                <a:gd name="connsiteX30" fmla="*/ 250083 w 569765"/>
                <a:gd name="connsiteY30" fmla="*/ 12144 h 444349"/>
                <a:gd name="connsiteX31" fmla="*/ 233834 w 569765"/>
                <a:gd name="connsiteY31" fmla="*/ 5978 h 444349"/>
                <a:gd name="connsiteX32" fmla="*/ 167424 w 569765"/>
                <a:gd name="connsiteY32" fmla="*/ 8311 h 444349"/>
                <a:gd name="connsiteX33" fmla="*/ 97180 w 569765"/>
                <a:gd name="connsiteY33" fmla="*/ 44974 h 444349"/>
                <a:gd name="connsiteX34" fmla="*/ 4272 w 569765"/>
                <a:gd name="connsiteY34" fmla="*/ 183795 h 444349"/>
                <a:gd name="connsiteX35" fmla="*/ 4272 w 569765"/>
                <a:gd name="connsiteY35" fmla="*/ 183795 h 444349"/>
                <a:gd name="connsiteX36" fmla="*/ 545056 w 569765"/>
                <a:gd name="connsiteY36" fmla="*/ 303201 h 444349"/>
                <a:gd name="connsiteX37" fmla="*/ 518642 w 569765"/>
                <a:gd name="connsiteY37" fmla="*/ 290785 h 444349"/>
                <a:gd name="connsiteX38" fmla="*/ 477812 w 569765"/>
                <a:gd name="connsiteY38" fmla="*/ 275286 h 444349"/>
                <a:gd name="connsiteX39" fmla="*/ 393320 w 569765"/>
                <a:gd name="connsiteY39" fmla="*/ 237623 h 444349"/>
                <a:gd name="connsiteX40" fmla="*/ 229335 w 569765"/>
                <a:gd name="connsiteY40" fmla="*/ 162547 h 444349"/>
                <a:gd name="connsiteX41" fmla="*/ 79348 w 569765"/>
                <a:gd name="connsiteY41" fmla="*/ 121717 h 444349"/>
                <a:gd name="connsiteX42" fmla="*/ 30103 w 569765"/>
                <a:gd name="connsiteY42" fmla="*/ 144631 h 444349"/>
                <a:gd name="connsiteX43" fmla="*/ 42435 w 569765"/>
                <a:gd name="connsiteY43" fmla="*/ 121884 h 444349"/>
                <a:gd name="connsiteX44" fmla="*/ 96180 w 569765"/>
                <a:gd name="connsiteY44" fmla="*/ 62639 h 444349"/>
                <a:gd name="connsiteX45" fmla="*/ 156508 w 569765"/>
                <a:gd name="connsiteY45" fmla="*/ 24476 h 444349"/>
                <a:gd name="connsiteX46" fmla="*/ 197421 w 569765"/>
                <a:gd name="connsiteY46" fmla="*/ 11644 h 444349"/>
                <a:gd name="connsiteX47" fmla="*/ 231001 w 569765"/>
                <a:gd name="connsiteY47" fmla="*/ 10061 h 444349"/>
                <a:gd name="connsiteX48" fmla="*/ 234001 w 569765"/>
                <a:gd name="connsiteY48" fmla="*/ 12310 h 444349"/>
                <a:gd name="connsiteX49" fmla="*/ 265498 w 569765"/>
                <a:gd name="connsiteY49" fmla="*/ 37558 h 444349"/>
                <a:gd name="connsiteX50" fmla="*/ 288829 w 569765"/>
                <a:gd name="connsiteY50" fmla="*/ 57223 h 444349"/>
                <a:gd name="connsiteX51" fmla="*/ 334242 w 569765"/>
                <a:gd name="connsiteY51" fmla="*/ 96469 h 444349"/>
                <a:gd name="connsiteX52" fmla="*/ 349241 w 569765"/>
                <a:gd name="connsiteY52" fmla="*/ 112968 h 444349"/>
                <a:gd name="connsiteX53" fmla="*/ 344658 w 569765"/>
                <a:gd name="connsiteY53" fmla="*/ 137632 h 444349"/>
                <a:gd name="connsiteX54" fmla="*/ 365573 w 569765"/>
                <a:gd name="connsiteY54" fmla="*/ 172129 h 444349"/>
                <a:gd name="connsiteX55" fmla="*/ 411568 w 569765"/>
                <a:gd name="connsiteY55" fmla="*/ 190711 h 444349"/>
                <a:gd name="connsiteX56" fmla="*/ 428400 w 569765"/>
                <a:gd name="connsiteY56" fmla="*/ 191127 h 444349"/>
                <a:gd name="connsiteX57" fmla="*/ 441816 w 569765"/>
                <a:gd name="connsiteY57" fmla="*/ 201793 h 444349"/>
                <a:gd name="connsiteX58" fmla="*/ 463814 w 569765"/>
                <a:gd name="connsiteY58" fmla="*/ 223458 h 444349"/>
                <a:gd name="connsiteX59" fmla="*/ 508143 w 569765"/>
                <a:gd name="connsiteY59" fmla="*/ 267037 h 444349"/>
                <a:gd name="connsiteX60" fmla="*/ 533391 w 569765"/>
                <a:gd name="connsiteY60" fmla="*/ 291618 h 444349"/>
                <a:gd name="connsiteX61" fmla="*/ 545056 w 569765"/>
                <a:gd name="connsiteY61" fmla="*/ 303201 h 444349"/>
                <a:gd name="connsiteX62" fmla="*/ 545056 w 569765"/>
                <a:gd name="connsiteY62" fmla="*/ 303201 h 444349"/>
                <a:gd name="connsiteX63" fmla="*/ 15187 w 569765"/>
                <a:gd name="connsiteY63" fmla="*/ 193461 h 444349"/>
                <a:gd name="connsiteX64" fmla="*/ 16354 w 569765"/>
                <a:gd name="connsiteY64" fmla="*/ 190878 h 444349"/>
                <a:gd name="connsiteX65" fmla="*/ 16604 w 569765"/>
                <a:gd name="connsiteY65" fmla="*/ 189711 h 444349"/>
                <a:gd name="connsiteX66" fmla="*/ 47351 w 569765"/>
                <a:gd name="connsiteY66" fmla="*/ 150464 h 444349"/>
                <a:gd name="connsiteX67" fmla="*/ 122511 w 569765"/>
                <a:gd name="connsiteY67" fmla="*/ 141965 h 444349"/>
                <a:gd name="connsiteX68" fmla="*/ 186672 w 569765"/>
                <a:gd name="connsiteY68" fmla="*/ 161880 h 444349"/>
                <a:gd name="connsiteX69" fmla="*/ 316827 w 569765"/>
                <a:gd name="connsiteY69" fmla="*/ 214042 h 444349"/>
                <a:gd name="connsiteX70" fmla="*/ 446649 w 569765"/>
                <a:gd name="connsiteY70" fmla="*/ 271537 h 444349"/>
                <a:gd name="connsiteX71" fmla="*/ 513809 w 569765"/>
                <a:gd name="connsiteY71" fmla="*/ 298118 h 444349"/>
                <a:gd name="connsiteX72" fmla="*/ 543390 w 569765"/>
                <a:gd name="connsiteY72" fmla="*/ 311700 h 444349"/>
                <a:gd name="connsiteX73" fmla="*/ 553806 w 569765"/>
                <a:gd name="connsiteY73" fmla="*/ 316616 h 444349"/>
                <a:gd name="connsiteX74" fmla="*/ 549556 w 569765"/>
                <a:gd name="connsiteY74" fmla="*/ 323365 h 444349"/>
                <a:gd name="connsiteX75" fmla="*/ 542473 w 569765"/>
                <a:gd name="connsiteY75" fmla="*/ 337614 h 444349"/>
                <a:gd name="connsiteX76" fmla="*/ 512893 w 569765"/>
                <a:gd name="connsiteY76" fmla="*/ 403441 h 444349"/>
                <a:gd name="connsiteX77" fmla="*/ 498811 w 569765"/>
                <a:gd name="connsiteY77" fmla="*/ 426356 h 444349"/>
                <a:gd name="connsiteX78" fmla="*/ 480062 w 569765"/>
                <a:gd name="connsiteY78" fmla="*/ 423773 h 444349"/>
                <a:gd name="connsiteX79" fmla="*/ 443732 w 569765"/>
                <a:gd name="connsiteY79" fmla="*/ 411941 h 444349"/>
                <a:gd name="connsiteX80" fmla="*/ 369572 w 569765"/>
                <a:gd name="connsiteY80" fmla="*/ 393692 h 444349"/>
                <a:gd name="connsiteX81" fmla="*/ 309828 w 569765"/>
                <a:gd name="connsiteY81" fmla="*/ 371945 h 444349"/>
                <a:gd name="connsiteX82" fmla="*/ 271248 w 569765"/>
                <a:gd name="connsiteY82" fmla="*/ 329448 h 444349"/>
                <a:gd name="connsiteX83" fmla="*/ 222585 w 569765"/>
                <a:gd name="connsiteY83" fmla="*/ 327699 h 444349"/>
                <a:gd name="connsiteX84" fmla="*/ 213753 w 569765"/>
                <a:gd name="connsiteY84" fmla="*/ 334531 h 444349"/>
                <a:gd name="connsiteX85" fmla="*/ 202504 w 569765"/>
                <a:gd name="connsiteY85" fmla="*/ 339781 h 444349"/>
                <a:gd name="connsiteX86" fmla="*/ 175340 w 569765"/>
                <a:gd name="connsiteY86" fmla="*/ 326865 h 444349"/>
                <a:gd name="connsiteX87" fmla="*/ 55267 w 569765"/>
                <a:gd name="connsiteY87" fmla="*/ 268537 h 444349"/>
                <a:gd name="connsiteX88" fmla="*/ 12438 w 569765"/>
                <a:gd name="connsiteY88" fmla="*/ 211209 h 444349"/>
                <a:gd name="connsiteX89" fmla="*/ 15187 w 569765"/>
                <a:gd name="connsiteY89" fmla="*/ 193461 h 444349"/>
                <a:gd name="connsiteX90" fmla="*/ 15187 w 569765"/>
                <a:gd name="connsiteY90" fmla="*/ 193461 h 444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569765" h="444349">
                  <a:moveTo>
                    <a:pt x="4272" y="183795"/>
                  </a:moveTo>
                  <a:cubicBezTo>
                    <a:pt x="1689" y="191127"/>
                    <a:pt x="189" y="198710"/>
                    <a:pt x="22" y="206293"/>
                  </a:cubicBezTo>
                  <a:cubicBezTo>
                    <a:pt x="-1144" y="248706"/>
                    <a:pt x="44101" y="277036"/>
                    <a:pt x="76099" y="295618"/>
                  </a:cubicBezTo>
                  <a:cubicBezTo>
                    <a:pt x="98680" y="308783"/>
                    <a:pt x="122261" y="319032"/>
                    <a:pt x="146092" y="329782"/>
                  </a:cubicBezTo>
                  <a:cubicBezTo>
                    <a:pt x="158924" y="335531"/>
                    <a:pt x="171340" y="341864"/>
                    <a:pt x="183922" y="348113"/>
                  </a:cubicBezTo>
                  <a:cubicBezTo>
                    <a:pt x="190255" y="351280"/>
                    <a:pt x="198504" y="357446"/>
                    <a:pt x="205920" y="357779"/>
                  </a:cubicBezTo>
                  <a:cubicBezTo>
                    <a:pt x="214753" y="358196"/>
                    <a:pt x="218252" y="351446"/>
                    <a:pt x="224502" y="346280"/>
                  </a:cubicBezTo>
                  <a:cubicBezTo>
                    <a:pt x="236834" y="336031"/>
                    <a:pt x="251499" y="334281"/>
                    <a:pt x="265165" y="343364"/>
                  </a:cubicBezTo>
                  <a:cubicBezTo>
                    <a:pt x="276581" y="350946"/>
                    <a:pt x="282080" y="362695"/>
                    <a:pt x="290746" y="372778"/>
                  </a:cubicBezTo>
                  <a:cubicBezTo>
                    <a:pt x="297245" y="380361"/>
                    <a:pt x="305411" y="386360"/>
                    <a:pt x="314494" y="390609"/>
                  </a:cubicBezTo>
                  <a:cubicBezTo>
                    <a:pt x="358656" y="411274"/>
                    <a:pt x="409319" y="416440"/>
                    <a:pt x="455148" y="432189"/>
                  </a:cubicBezTo>
                  <a:cubicBezTo>
                    <a:pt x="471813" y="437855"/>
                    <a:pt x="494311" y="452021"/>
                    <a:pt x="510893" y="439022"/>
                  </a:cubicBezTo>
                  <a:cubicBezTo>
                    <a:pt x="518892" y="432772"/>
                    <a:pt x="523058" y="422273"/>
                    <a:pt x="526975" y="413274"/>
                  </a:cubicBezTo>
                  <a:cubicBezTo>
                    <a:pt x="531891" y="402108"/>
                    <a:pt x="537057" y="391026"/>
                    <a:pt x="541557" y="379694"/>
                  </a:cubicBezTo>
                  <a:cubicBezTo>
                    <a:pt x="546723" y="366612"/>
                    <a:pt x="551972" y="353780"/>
                    <a:pt x="557972" y="341030"/>
                  </a:cubicBezTo>
                  <a:cubicBezTo>
                    <a:pt x="561138" y="334281"/>
                    <a:pt x="567221" y="326365"/>
                    <a:pt x="569221" y="319199"/>
                  </a:cubicBezTo>
                  <a:cubicBezTo>
                    <a:pt x="570887" y="313366"/>
                    <a:pt x="568554" y="309450"/>
                    <a:pt x="564638" y="305451"/>
                  </a:cubicBezTo>
                  <a:cubicBezTo>
                    <a:pt x="562721" y="303534"/>
                    <a:pt x="560805" y="301784"/>
                    <a:pt x="558888" y="300034"/>
                  </a:cubicBezTo>
                  <a:cubicBezTo>
                    <a:pt x="556055" y="296535"/>
                    <a:pt x="552639" y="293452"/>
                    <a:pt x="549556" y="290119"/>
                  </a:cubicBezTo>
                  <a:cubicBezTo>
                    <a:pt x="542140" y="281953"/>
                    <a:pt x="534224" y="274286"/>
                    <a:pt x="526391" y="266704"/>
                  </a:cubicBezTo>
                  <a:cubicBezTo>
                    <a:pt x="508643" y="249539"/>
                    <a:pt x="491061" y="232290"/>
                    <a:pt x="473729" y="214875"/>
                  </a:cubicBezTo>
                  <a:cubicBezTo>
                    <a:pt x="465897" y="207043"/>
                    <a:pt x="457898" y="199460"/>
                    <a:pt x="450648" y="191044"/>
                  </a:cubicBezTo>
                  <a:cubicBezTo>
                    <a:pt x="445649" y="185294"/>
                    <a:pt x="440566" y="179295"/>
                    <a:pt x="433233" y="176462"/>
                  </a:cubicBezTo>
                  <a:cubicBezTo>
                    <a:pt x="424817" y="173212"/>
                    <a:pt x="415485" y="173879"/>
                    <a:pt x="406902" y="171463"/>
                  </a:cubicBezTo>
                  <a:cubicBezTo>
                    <a:pt x="394153" y="167880"/>
                    <a:pt x="382738" y="162713"/>
                    <a:pt x="373405" y="153214"/>
                  </a:cubicBezTo>
                  <a:cubicBezTo>
                    <a:pt x="364906" y="144549"/>
                    <a:pt x="363823" y="140465"/>
                    <a:pt x="365573" y="129383"/>
                  </a:cubicBezTo>
                  <a:cubicBezTo>
                    <a:pt x="366572" y="123134"/>
                    <a:pt x="368989" y="115801"/>
                    <a:pt x="367572" y="109468"/>
                  </a:cubicBezTo>
                  <a:cubicBezTo>
                    <a:pt x="365823" y="101302"/>
                    <a:pt x="357490" y="95886"/>
                    <a:pt x="351657" y="90720"/>
                  </a:cubicBezTo>
                  <a:cubicBezTo>
                    <a:pt x="345074" y="84887"/>
                    <a:pt x="338658" y="78971"/>
                    <a:pt x="331576" y="73722"/>
                  </a:cubicBezTo>
                  <a:cubicBezTo>
                    <a:pt x="313327" y="60222"/>
                    <a:pt x="295079" y="46641"/>
                    <a:pt x="277164" y="32725"/>
                  </a:cubicBezTo>
                  <a:cubicBezTo>
                    <a:pt x="268165" y="25809"/>
                    <a:pt x="259415" y="18726"/>
                    <a:pt x="250083" y="12144"/>
                  </a:cubicBezTo>
                  <a:cubicBezTo>
                    <a:pt x="244250" y="8061"/>
                    <a:pt x="240750" y="4894"/>
                    <a:pt x="233834" y="5978"/>
                  </a:cubicBezTo>
                  <a:cubicBezTo>
                    <a:pt x="214086" y="-5605"/>
                    <a:pt x="188838" y="2144"/>
                    <a:pt x="167424" y="8311"/>
                  </a:cubicBezTo>
                  <a:cubicBezTo>
                    <a:pt x="142259" y="15476"/>
                    <a:pt x="117762" y="28975"/>
                    <a:pt x="97180" y="44974"/>
                  </a:cubicBezTo>
                  <a:cubicBezTo>
                    <a:pt x="55017" y="77721"/>
                    <a:pt x="7188" y="127300"/>
                    <a:pt x="4272" y="183795"/>
                  </a:cubicBezTo>
                  <a:lnTo>
                    <a:pt x="4272" y="183795"/>
                  </a:lnTo>
                  <a:close/>
                  <a:moveTo>
                    <a:pt x="545056" y="303201"/>
                  </a:moveTo>
                  <a:cubicBezTo>
                    <a:pt x="535891" y="299867"/>
                    <a:pt x="525808" y="293368"/>
                    <a:pt x="518642" y="290785"/>
                  </a:cubicBezTo>
                  <a:cubicBezTo>
                    <a:pt x="504977" y="285869"/>
                    <a:pt x="491311" y="280786"/>
                    <a:pt x="477812" y="275286"/>
                  </a:cubicBezTo>
                  <a:cubicBezTo>
                    <a:pt x="449315" y="263704"/>
                    <a:pt x="421234" y="250622"/>
                    <a:pt x="393320" y="237623"/>
                  </a:cubicBezTo>
                  <a:cubicBezTo>
                    <a:pt x="338742" y="212292"/>
                    <a:pt x="285080" y="185545"/>
                    <a:pt x="229335" y="162547"/>
                  </a:cubicBezTo>
                  <a:cubicBezTo>
                    <a:pt x="181422" y="142715"/>
                    <a:pt x="132760" y="118801"/>
                    <a:pt x="79348" y="121717"/>
                  </a:cubicBezTo>
                  <a:cubicBezTo>
                    <a:pt x="61517" y="122717"/>
                    <a:pt x="44018" y="131549"/>
                    <a:pt x="30103" y="144631"/>
                  </a:cubicBezTo>
                  <a:cubicBezTo>
                    <a:pt x="33519" y="136966"/>
                    <a:pt x="37602" y="129466"/>
                    <a:pt x="42435" y="121884"/>
                  </a:cubicBezTo>
                  <a:cubicBezTo>
                    <a:pt x="56684" y="99886"/>
                    <a:pt x="76265" y="79721"/>
                    <a:pt x="96180" y="62639"/>
                  </a:cubicBezTo>
                  <a:cubicBezTo>
                    <a:pt x="114179" y="47224"/>
                    <a:pt x="134677" y="33975"/>
                    <a:pt x="156508" y="24476"/>
                  </a:cubicBezTo>
                  <a:cubicBezTo>
                    <a:pt x="169590" y="18810"/>
                    <a:pt x="183506" y="14893"/>
                    <a:pt x="197421" y="11644"/>
                  </a:cubicBezTo>
                  <a:cubicBezTo>
                    <a:pt x="206587" y="9561"/>
                    <a:pt x="219836" y="8061"/>
                    <a:pt x="231001" y="10061"/>
                  </a:cubicBezTo>
                  <a:cubicBezTo>
                    <a:pt x="231335" y="11394"/>
                    <a:pt x="232335" y="12477"/>
                    <a:pt x="234001" y="12310"/>
                  </a:cubicBezTo>
                  <a:cubicBezTo>
                    <a:pt x="243417" y="11477"/>
                    <a:pt x="258665" y="31392"/>
                    <a:pt x="265498" y="37558"/>
                  </a:cubicBezTo>
                  <a:cubicBezTo>
                    <a:pt x="272998" y="44391"/>
                    <a:pt x="281080" y="50640"/>
                    <a:pt x="288829" y="57223"/>
                  </a:cubicBezTo>
                  <a:cubicBezTo>
                    <a:pt x="303911" y="70138"/>
                    <a:pt x="320243" y="82387"/>
                    <a:pt x="334242" y="96469"/>
                  </a:cubicBezTo>
                  <a:cubicBezTo>
                    <a:pt x="338325" y="100552"/>
                    <a:pt x="347741" y="107052"/>
                    <a:pt x="349241" y="112968"/>
                  </a:cubicBezTo>
                  <a:cubicBezTo>
                    <a:pt x="351074" y="120051"/>
                    <a:pt x="345074" y="130549"/>
                    <a:pt x="344658" y="137632"/>
                  </a:cubicBezTo>
                  <a:cubicBezTo>
                    <a:pt x="343991" y="151548"/>
                    <a:pt x="356073" y="163713"/>
                    <a:pt x="365573" y="172129"/>
                  </a:cubicBezTo>
                  <a:cubicBezTo>
                    <a:pt x="377571" y="182795"/>
                    <a:pt x="395486" y="189794"/>
                    <a:pt x="411568" y="190711"/>
                  </a:cubicBezTo>
                  <a:cubicBezTo>
                    <a:pt x="416901" y="191044"/>
                    <a:pt x="423317" y="189544"/>
                    <a:pt x="428400" y="191127"/>
                  </a:cubicBezTo>
                  <a:cubicBezTo>
                    <a:pt x="434066" y="192877"/>
                    <a:pt x="437816" y="197793"/>
                    <a:pt x="441816" y="201793"/>
                  </a:cubicBezTo>
                  <a:cubicBezTo>
                    <a:pt x="449065" y="209043"/>
                    <a:pt x="456481" y="216209"/>
                    <a:pt x="463814" y="223458"/>
                  </a:cubicBezTo>
                  <a:cubicBezTo>
                    <a:pt x="478479" y="238123"/>
                    <a:pt x="493144" y="252705"/>
                    <a:pt x="508143" y="267037"/>
                  </a:cubicBezTo>
                  <a:cubicBezTo>
                    <a:pt x="516642" y="275120"/>
                    <a:pt x="525225" y="283202"/>
                    <a:pt x="533391" y="291618"/>
                  </a:cubicBezTo>
                  <a:cubicBezTo>
                    <a:pt x="536890" y="295201"/>
                    <a:pt x="541223" y="299034"/>
                    <a:pt x="545056" y="303201"/>
                  </a:cubicBezTo>
                  <a:lnTo>
                    <a:pt x="545056" y="303201"/>
                  </a:lnTo>
                  <a:close/>
                  <a:moveTo>
                    <a:pt x="15187" y="193461"/>
                  </a:moveTo>
                  <a:cubicBezTo>
                    <a:pt x="15771" y="192794"/>
                    <a:pt x="16187" y="191960"/>
                    <a:pt x="16354" y="190878"/>
                  </a:cubicBezTo>
                  <a:cubicBezTo>
                    <a:pt x="16437" y="190461"/>
                    <a:pt x="16521" y="190128"/>
                    <a:pt x="16604" y="189711"/>
                  </a:cubicBezTo>
                  <a:cubicBezTo>
                    <a:pt x="22937" y="174213"/>
                    <a:pt x="35352" y="160130"/>
                    <a:pt x="47351" y="150464"/>
                  </a:cubicBezTo>
                  <a:cubicBezTo>
                    <a:pt x="68433" y="133549"/>
                    <a:pt x="97680" y="137049"/>
                    <a:pt x="122511" y="141965"/>
                  </a:cubicBezTo>
                  <a:cubicBezTo>
                    <a:pt x="144509" y="146298"/>
                    <a:pt x="165924" y="153631"/>
                    <a:pt x="186672" y="161880"/>
                  </a:cubicBezTo>
                  <a:cubicBezTo>
                    <a:pt x="230001" y="179212"/>
                    <a:pt x="273831" y="195877"/>
                    <a:pt x="316827" y="214042"/>
                  </a:cubicBezTo>
                  <a:cubicBezTo>
                    <a:pt x="360323" y="232457"/>
                    <a:pt x="403402" y="252455"/>
                    <a:pt x="446649" y="271537"/>
                  </a:cubicBezTo>
                  <a:cubicBezTo>
                    <a:pt x="468730" y="281286"/>
                    <a:pt x="491228" y="289535"/>
                    <a:pt x="513809" y="298118"/>
                  </a:cubicBezTo>
                  <a:cubicBezTo>
                    <a:pt x="524058" y="301951"/>
                    <a:pt x="533891" y="306367"/>
                    <a:pt x="543390" y="311700"/>
                  </a:cubicBezTo>
                  <a:cubicBezTo>
                    <a:pt x="547056" y="313783"/>
                    <a:pt x="550139" y="315616"/>
                    <a:pt x="553806" y="316616"/>
                  </a:cubicBezTo>
                  <a:cubicBezTo>
                    <a:pt x="552139" y="319366"/>
                    <a:pt x="549806" y="322699"/>
                    <a:pt x="549556" y="323365"/>
                  </a:cubicBezTo>
                  <a:cubicBezTo>
                    <a:pt x="547139" y="328115"/>
                    <a:pt x="544806" y="332865"/>
                    <a:pt x="542473" y="337614"/>
                  </a:cubicBezTo>
                  <a:cubicBezTo>
                    <a:pt x="531891" y="359279"/>
                    <a:pt x="522892" y="381610"/>
                    <a:pt x="512893" y="403441"/>
                  </a:cubicBezTo>
                  <a:cubicBezTo>
                    <a:pt x="510143" y="409441"/>
                    <a:pt x="505477" y="423273"/>
                    <a:pt x="498811" y="426356"/>
                  </a:cubicBezTo>
                  <a:cubicBezTo>
                    <a:pt x="492894" y="429106"/>
                    <a:pt x="485645" y="425606"/>
                    <a:pt x="480062" y="423773"/>
                  </a:cubicBezTo>
                  <a:cubicBezTo>
                    <a:pt x="467897" y="419773"/>
                    <a:pt x="456148" y="415274"/>
                    <a:pt x="443732" y="411941"/>
                  </a:cubicBezTo>
                  <a:cubicBezTo>
                    <a:pt x="419151" y="405275"/>
                    <a:pt x="394153" y="400358"/>
                    <a:pt x="369572" y="393692"/>
                  </a:cubicBezTo>
                  <a:cubicBezTo>
                    <a:pt x="350074" y="388359"/>
                    <a:pt x="326326" y="384527"/>
                    <a:pt x="309828" y="371945"/>
                  </a:cubicBezTo>
                  <a:cubicBezTo>
                    <a:pt x="294329" y="360029"/>
                    <a:pt x="288080" y="340531"/>
                    <a:pt x="271248" y="329448"/>
                  </a:cubicBezTo>
                  <a:cubicBezTo>
                    <a:pt x="256916" y="320033"/>
                    <a:pt x="237751" y="319116"/>
                    <a:pt x="222585" y="327699"/>
                  </a:cubicBezTo>
                  <a:cubicBezTo>
                    <a:pt x="219419" y="329531"/>
                    <a:pt x="216503" y="332115"/>
                    <a:pt x="213753" y="334531"/>
                  </a:cubicBezTo>
                  <a:cubicBezTo>
                    <a:pt x="208253" y="339447"/>
                    <a:pt x="209503" y="340281"/>
                    <a:pt x="202504" y="339781"/>
                  </a:cubicBezTo>
                  <a:cubicBezTo>
                    <a:pt x="194338" y="339198"/>
                    <a:pt x="182922" y="330448"/>
                    <a:pt x="175340" y="326865"/>
                  </a:cubicBezTo>
                  <a:cubicBezTo>
                    <a:pt x="135177" y="308034"/>
                    <a:pt x="91931" y="294285"/>
                    <a:pt x="55267" y="268537"/>
                  </a:cubicBezTo>
                  <a:cubicBezTo>
                    <a:pt x="36685" y="255455"/>
                    <a:pt x="13104" y="235790"/>
                    <a:pt x="12438" y="211209"/>
                  </a:cubicBezTo>
                  <a:cubicBezTo>
                    <a:pt x="12104" y="205126"/>
                    <a:pt x="13188" y="199210"/>
                    <a:pt x="15187" y="193461"/>
                  </a:cubicBezTo>
                  <a:lnTo>
                    <a:pt x="15187" y="193461"/>
                  </a:lnTo>
                  <a:close/>
                </a:path>
              </a:pathLst>
            </a:custGeom>
            <a:grpFill/>
            <a:ln w="8332" cap="flat">
              <a:noFill/>
              <a:prstDash val="solid"/>
              <a:miter/>
            </a:ln>
          </p:spPr>
          <p:txBody>
            <a:bodyPr rtlCol="0" anchor="ctr"/>
            <a:lstStyle/>
            <a:p>
              <a:endParaRPr lang="en-US"/>
            </a:p>
          </p:txBody>
        </p:sp>
        <p:sp>
          <p:nvSpPr>
            <p:cNvPr id="2380" name="Freeform: Shape 2379"/>
            <p:cNvSpPr/>
            <p:nvPr/>
          </p:nvSpPr>
          <p:spPr>
            <a:xfrm>
              <a:off x="26086" y="5215079"/>
              <a:ext cx="104218" cy="103153"/>
            </a:xfrm>
            <a:custGeom>
              <a:avLst/>
              <a:gdLst>
                <a:gd name="connsiteX0" fmla="*/ 433 w 104218"/>
                <a:gd name="connsiteY0" fmla="*/ 55956 h 103153"/>
                <a:gd name="connsiteX1" fmla="*/ 88425 w 104218"/>
                <a:gd name="connsiteY1" fmla="*/ 94869 h 103153"/>
                <a:gd name="connsiteX2" fmla="*/ 102507 w 104218"/>
                <a:gd name="connsiteY2" fmla="*/ 51373 h 103153"/>
                <a:gd name="connsiteX3" fmla="*/ 102507 w 104218"/>
                <a:gd name="connsiteY3" fmla="*/ 51206 h 103153"/>
                <a:gd name="connsiteX4" fmla="*/ 71426 w 104218"/>
                <a:gd name="connsiteY4" fmla="*/ 4710 h 103153"/>
                <a:gd name="connsiteX5" fmla="*/ 433 w 104218"/>
                <a:gd name="connsiteY5" fmla="*/ 55956 h 103153"/>
                <a:gd name="connsiteX6" fmla="*/ 433 w 104218"/>
                <a:gd name="connsiteY6" fmla="*/ 55956 h 103153"/>
                <a:gd name="connsiteX7" fmla="*/ 66677 w 104218"/>
                <a:gd name="connsiteY7" fmla="*/ 14793 h 103153"/>
                <a:gd name="connsiteX8" fmla="*/ 92758 w 104218"/>
                <a:gd name="connsiteY8" fmla="*/ 46540 h 103153"/>
                <a:gd name="connsiteX9" fmla="*/ 93424 w 104218"/>
                <a:gd name="connsiteY9" fmla="*/ 66955 h 103153"/>
                <a:gd name="connsiteX10" fmla="*/ 82175 w 104218"/>
                <a:gd name="connsiteY10" fmla="*/ 84536 h 103153"/>
                <a:gd name="connsiteX11" fmla="*/ 82009 w 104218"/>
                <a:gd name="connsiteY11" fmla="*/ 86286 h 103153"/>
                <a:gd name="connsiteX12" fmla="*/ 17764 w 104218"/>
                <a:gd name="connsiteY12" fmla="*/ 40624 h 103153"/>
                <a:gd name="connsiteX13" fmla="*/ 14181 w 104218"/>
                <a:gd name="connsiteY13" fmla="*/ 41457 h 103153"/>
                <a:gd name="connsiteX14" fmla="*/ 47428 w 104218"/>
                <a:gd name="connsiteY14" fmla="*/ 90369 h 103153"/>
                <a:gd name="connsiteX15" fmla="*/ 13598 w 104218"/>
                <a:gd name="connsiteY15" fmla="*/ 58039 h 103153"/>
                <a:gd name="connsiteX16" fmla="*/ 66677 w 104218"/>
                <a:gd name="connsiteY16" fmla="*/ 14793 h 103153"/>
                <a:gd name="connsiteX17" fmla="*/ 66677 w 104218"/>
                <a:gd name="connsiteY17" fmla="*/ 14793 h 103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4218" h="103153">
                  <a:moveTo>
                    <a:pt x="433" y="55956"/>
                  </a:moveTo>
                  <a:cubicBezTo>
                    <a:pt x="5432" y="94785"/>
                    <a:pt x="55761" y="115867"/>
                    <a:pt x="88425" y="94869"/>
                  </a:cubicBezTo>
                  <a:cubicBezTo>
                    <a:pt x="103923" y="84870"/>
                    <a:pt x="106590" y="68538"/>
                    <a:pt x="102507" y="51373"/>
                  </a:cubicBezTo>
                  <a:cubicBezTo>
                    <a:pt x="102507" y="51289"/>
                    <a:pt x="102507" y="51289"/>
                    <a:pt x="102507" y="51206"/>
                  </a:cubicBezTo>
                  <a:cubicBezTo>
                    <a:pt x="100673" y="31958"/>
                    <a:pt x="88091" y="12210"/>
                    <a:pt x="71426" y="4710"/>
                  </a:cubicBezTo>
                  <a:cubicBezTo>
                    <a:pt x="34679" y="-11621"/>
                    <a:pt x="-4567" y="16709"/>
                    <a:pt x="433" y="55956"/>
                  </a:cubicBezTo>
                  <a:lnTo>
                    <a:pt x="433" y="55956"/>
                  </a:lnTo>
                  <a:close/>
                  <a:moveTo>
                    <a:pt x="66677" y="14793"/>
                  </a:moveTo>
                  <a:cubicBezTo>
                    <a:pt x="81092" y="19792"/>
                    <a:pt x="90508" y="31874"/>
                    <a:pt x="92758" y="46540"/>
                  </a:cubicBezTo>
                  <a:cubicBezTo>
                    <a:pt x="93757" y="53039"/>
                    <a:pt x="95174" y="60372"/>
                    <a:pt x="93424" y="66955"/>
                  </a:cubicBezTo>
                  <a:cubicBezTo>
                    <a:pt x="91758" y="72954"/>
                    <a:pt x="84925" y="78620"/>
                    <a:pt x="82175" y="84536"/>
                  </a:cubicBezTo>
                  <a:cubicBezTo>
                    <a:pt x="81925" y="85120"/>
                    <a:pt x="81925" y="85703"/>
                    <a:pt x="82009" y="86286"/>
                  </a:cubicBezTo>
                  <a:cubicBezTo>
                    <a:pt x="52678" y="94285"/>
                    <a:pt x="27347" y="65788"/>
                    <a:pt x="17764" y="40624"/>
                  </a:cubicBezTo>
                  <a:cubicBezTo>
                    <a:pt x="17098" y="38874"/>
                    <a:pt x="14015" y="39624"/>
                    <a:pt x="14181" y="41457"/>
                  </a:cubicBezTo>
                  <a:cubicBezTo>
                    <a:pt x="15348" y="62705"/>
                    <a:pt x="28263" y="80870"/>
                    <a:pt x="47428" y="90369"/>
                  </a:cubicBezTo>
                  <a:cubicBezTo>
                    <a:pt x="31096" y="86203"/>
                    <a:pt x="16681" y="74704"/>
                    <a:pt x="13598" y="58039"/>
                  </a:cubicBezTo>
                  <a:cubicBezTo>
                    <a:pt x="7682" y="26625"/>
                    <a:pt x="37096" y="4460"/>
                    <a:pt x="66677" y="14793"/>
                  </a:cubicBezTo>
                  <a:lnTo>
                    <a:pt x="66677" y="14793"/>
                  </a:lnTo>
                  <a:close/>
                </a:path>
              </a:pathLst>
            </a:custGeom>
            <a:grpFill/>
            <a:ln w="8332" cap="flat">
              <a:noFill/>
              <a:prstDash val="solid"/>
              <a:miter/>
            </a:ln>
          </p:spPr>
          <p:txBody>
            <a:bodyPr rtlCol="0" anchor="ctr"/>
            <a:lstStyle/>
            <a:p>
              <a:endParaRPr lang="en-US"/>
            </a:p>
          </p:txBody>
        </p:sp>
        <p:sp>
          <p:nvSpPr>
            <p:cNvPr id="2381" name="Freeform: Shape 2380"/>
            <p:cNvSpPr/>
            <p:nvPr/>
          </p:nvSpPr>
          <p:spPr>
            <a:xfrm>
              <a:off x="231632" y="5286472"/>
              <a:ext cx="104851" cy="103719"/>
            </a:xfrm>
            <a:custGeom>
              <a:avLst/>
              <a:gdLst>
                <a:gd name="connsiteX0" fmla="*/ 6784 w 104851"/>
                <a:gd name="connsiteY0" fmla="*/ 71805 h 103719"/>
                <a:gd name="connsiteX1" fmla="*/ 96776 w 104851"/>
                <a:gd name="connsiteY1" fmla="*/ 90804 h 103719"/>
                <a:gd name="connsiteX2" fmla="*/ 104192 w 104851"/>
                <a:gd name="connsiteY2" fmla="*/ 60473 h 103719"/>
                <a:gd name="connsiteX3" fmla="*/ 96276 w 104851"/>
                <a:gd name="connsiteY3" fmla="*/ 39058 h 103719"/>
                <a:gd name="connsiteX4" fmla="*/ 49113 w 104851"/>
                <a:gd name="connsiteY4" fmla="*/ 1062 h 103719"/>
                <a:gd name="connsiteX5" fmla="*/ 6784 w 104851"/>
                <a:gd name="connsiteY5" fmla="*/ 71805 h 103719"/>
                <a:gd name="connsiteX6" fmla="*/ 6784 w 104851"/>
                <a:gd name="connsiteY6" fmla="*/ 71805 h 103719"/>
                <a:gd name="connsiteX7" fmla="*/ 43031 w 104851"/>
                <a:gd name="connsiteY7" fmla="*/ 11561 h 103719"/>
                <a:gd name="connsiteX8" fmla="*/ 83527 w 104851"/>
                <a:gd name="connsiteY8" fmla="*/ 37892 h 103719"/>
                <a:gd name="connsiteX9" fmla="*/ 90193 w 104851"/>
                <a:gd name="connsiteY9" fmla="*/ 45475 h 103719"/>
                <a:gd name="connsiteX10" fmla="*/ 95026 w 104851"/>
                <a:gd name="connsiteY10" fmla="*/ 70806 h 103719"/>
                <a:gd name="connsiteX11" fmla="*/ 90860 w 104851"/>
                <a:gd name="connsiteY11" fmla="*/ 81388 h 103719"/>
                <a:gd name="connsiteX12" fmla="*/ 48447 w 104851"/>
                <a:gd name="connsiteY12" fmla="*/ 19394 h 103719"/>
                <a:gd name="connsiteX13" fmla="*/ 46697 w 104851"/>
                <a:gd name="connsiteY13" fmla="*/ 23143 h 103719"/>
                <a:gd name="connsiteX14" fmla="*/ 82777 w 104851"/>
                <a:gd name="connsiteY14" fmla="*/ 88221 h 103719"/>
                <a:gd name="connsiteX15" fmla="*/ 26032 w 104851"/>
                <a:gd name="connsiteY15" fmla="*/ 76222 h 103719"/>
                <a:gd name="connsiteX16" fmla="*/ 43031 w 104851"/>
                <a:gd name="connsiteY16" fmla="*/ 11561 h 103719"/>
                <a:gd name="connsiteX17" fmla="*/ 43031 w 104851"/>
                <a:gd name="connsiteY17" fmla="*/ 11561 h 103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4851" h="103719">
                  <a:moveTo>
                    <a:pt x="6784" y="71805"/>
                  </a:moveTo>
                  <a:cubicBezTo>
                    <a:pt x="21949" y="99053"/>
                    <a:pt x="72945" y="117302"/>
                    <a:pt x="96776" y="90804"/>
                  </a:cubicBezTo>
                  <a:cubicBezTo>
                    <a:pt x="104192" y="82555"/>
                    <a:pt x="106025" y="71222"/>
                    <a:pt x="104192" y="60473"/>
                  </a:cubicBezTo>
                  <a:cubicBezTo>
                    <a:pt x="103859" y="53307"/>
                    <a:pt x="101359" y="46141"/>
                    <a:pt x="96276" y="39058"/>
                  </a:cubicBezTo>
                  <a:cubicBezTo>
                    <a:pt x="84694" y="22977"/>
                    <a:pt x="69445" y="5312"/>
                    <a:pt x="49113" y="1062"/>
                  </a:cubicBezTo>
                  <a:cubicBezTo>
                    <a:pt x="7617" y="-7687"/>
                    <a:pt x="-11131" y="39558"/>
                    <a:pt x="6784" y="71805"/>
                  </a:cubicBezTo>
                  <a:lnTo>
                    <a:pt x="6784" y="71805"/>
                  </a:lnTo>
                  <a:close/>
                  <a:moveTo>
                    <a:pt x="43031" y="11561"/>
                  </a:moveTo>
                  <a:cubicBezTo>
                    <a:pt x="60113" y="12894"/>
                    <a:pt x="73111" y="25643"/>
                    <a:pt x="83527" y="37892"/>
                  </a:cubicBezTo>
                  <a:cubicBezTo>
                    <a:pt x="85694" y="40392"/>
                    <a:pt x="88027" y="42808"/>
                    <a:pt x="90193" y="45475"/>
                  </a:cubicBezTo>
                  <a:cubicBezTo>
                    <a:pt x="94443" y="52974"/>
                    <a:pt x="96693" y="61307"/>
                    <a:pt x="95026" y="70806"/>
                  </a:cubicBezTo>
                  <a:cubicBezTo>
                    <a:pt x="94276" y="75055"/>
                    <a:pt x="92859" y="78555"/>
                    <a:pt x="90860" y="81388"/>
                  </a:cubicBezTo>
                  <a:cubicBezTo>
                    <a:pt x="99109" y="55640"/>
                    <a:pt x="70528" y="29393"/>
                    <a:pt x="48447" y="19394"/>
                  </a:cubicBezTo>
                  <a:cubicBezTo>
                    <a:pt x="46114" y="18310"/>
                    <a:pt x="45114" y="21810"/>
                    <a:pt x="46697" y="23143"/>
                  </a:cubicBezTo>
                  <a:cubicBezTo>
                    <a:pt x="65195" y="38559"/>
                    <a:pt x="93943" y="60640"/>
                    <a:pt x="82777" y="88221"/>
                  </a:cubicBezTo>
                  <a:cubicBezTo>
                    <a:pt x="66195" y="96720"/>
                    <a:pt x="37865" y="87554"/>
                    <a:pt x="26032" y="76222"/>
                  </a:cubicBezTo>
                  <a:cubicBezTo>
                    <a:pt x="6451" y="57307"/>
                    <a:pt x="7284" y="8728"/>
                    <a:pt x="43031" y="11561"/>
                  </a:cubicBezTo>
                  <a:lnTo>
                    <a:pt x="43031" y="11561"/>
                  </a:lnTo>
                  <a:close/>
                </a:path>
              </a:pathLst>
            </a:custGeom>
            <a:grpFill/>
            <a:ln w="8332" cap="flat">
              <a:noFill/>
              <a:prstDash val="solid"/>
              <a:miter/>
            </a:ln>
          </p:spPr>
          <p:txBody>
            <a:bodyPr rtlCol="0" anchor="ctr"/>
            <a:lstStyle/>
            <a:p>
              <a:endParaRPr lang="en-US"/>
            </a:p>
          </p:txBody>
        </p:sp>
        <p:sp>
          <p:nvSpPr>
            <p:cNvPr id="2382" name="Freeform: Shape 2381"/>
            <p:cNvSpPr/>
            <p:nvPr/>
          </p:nvSpPr>
          <p:spPr>
            <a:xfrm>
              <a:off x="-50903" y="5201931"/>
              <a:ext cx="56595" cy="50910"/>
            </a:xfrm>
            <a:custGeom>
              <a:avLst/>
              <a:gdLst>
                <a:gd name="connsiteX0" fmla="*/ 5096 w 56595"/>
                <a:gd name="connsiteY0" fmla="*/ 8193 h 50910"/>
                <a:gd name="connsiteX1" fmla="*/ 12345 w 56595"/>
                <a:gd name="connsiteY1" fmla="*/ 12776 h 50910"/>
                <a:gd name="connsiteX2" fmla="*/ 39509 w 56595"/>
                <a:gd name="connsiteY2" fmla="*/ 39607 h 50910"/>
                <a:gd name="connsiteX3" fmla="*/ 43842 w 56595"/>
                <a:gd name="connsiteY3" fmla="*/ 15359 h 50910"/>
                <a:gd name="connsiteX4" fmla="*/ 25344 w 56595"/>
                <a:gd name="connsiteY4" fmla="*/ 4526 h 50910"/>
                <a:gd name="connsiteX5" fmla="*/ 25511 w 56595"/>
                <a:gd name="connsiteY5" fmla="*/ 27 h 50910"/>
                <a:gd name="connsiteX6" fmla="*/ 54175 w 56595"/>
                <a:gd name="connsiteY6" fmla="*/ 17275 h 50910"/>
                <a:gd name="connsiteX7" fmla="*/ 45176 w 56595"/>
                <a:gd name="connsiteY7" fmla="*/ 47606 h 50910"/>
                <a:gd name="connsiteX8" fmla="*/ 12512 w 56595"/>
                <a:gd name="connsiteY8" fmla="*/ 42190 h 50910"/>
                <a:gd name="connsiteX9" fmla="*/ 5096 w 56595"/>
                <a:gd name="connsiteY9" fmla="*/ 8193 h 50910"/>
                <a:gd name="connsiteX10" fmla="*/ 5096 w 56595"/>
                <a:gd name="connsiteY10" fmla="*/ 8193 h 50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6595" h="50910">
                  <a:moveTo>
                    <a:pt x="5096" y="8193"/>
                  </a:moveTo>
                  <a:cubicBezTo>
                    <a:pt x="8262" y="5110"/>
                    <a:pt x="13512" y="8609"/>
                    <a:pt x="12345" y="12776"/>
                  </a:cubicBezTo>
                  <a:cubicBezTo>
                    <a:pt x="8012" y="27358"/>
                    <a:pt x="24344" y="46189"/>
                    <a:pt x="39509" y="39607"/>
                  </a:cubicBezTo>
                  <a:cubicBezTo>
                    <a:pt x="49842" y="35107"/>
                    <a:pt x="49508" y="23691"/>
                    <a:pt x="43842" y="15359"/>
                  </a:cubicBezTo>
                  <a:cubicBezTo>
                    <a:pt x="39009" y="8442"/>
                    <a:pt x="33760" y="5110"/>
                    <a:pt x="25344" y="4526"/>
                  </a:cubicBezTo>
                  <a:cubicBezTo>
                    <a:pt x="22428" y="4360"/>
                    <a:pt x="22594" y="110"/>
                    <a:pt x="25511" y="27"/>
                  </a:cubicBezTo>
                  <a:cubicBezTo>
                    <a:pt x="38010" y="-474"/>
                    <a:pt x="48509" y="6026"/>
                    <a:pt x="54175" y="17275"/>
                  </a:cubicBezTo>
                  <a:cubicBezTo>
                    <a:pt x="59424" y="27774"/>
                    <a:pt x="56008" y="42190"/>
                    <a:pt x="45176" y="47606"/>
                  </a:cubicBezTo>
                  <a:cubicBezTo>
                    <a:pt x="32927" y="53772"/>
                    <a:pt x="22594" y="50939"/>
                    <a:pt x="12512" y="42190"/>
                  </a:cubicBezTo>
                  <a:cubicBezTo>
                    <a:pt x="2929" y="34190"/>
                    <a:pt x="-5903" y="18775"/>
                    <a:pt x="5096" y="8193"/>
                  </a:cubicBezTo>
                  <a:lnTo>
                    <a:pt x="5096" y="8193"/>
                  </a:lnTo>
                  <a:close/>
                </a:path>
              </a:pathLst>
            </a:custGeom>
            <a:grpFill/>
            <a:ln w="8332" cap="flat">
              <a:noFill/>
              <a:prstDash val="solid"/>
              <a:miter/>
            </a:ln>
          </p:spPr>
          <p:txBody>
            <a:bodyPr rtlCol="0" anchor="ctr"/>
            <a:lstStyle/>
            <a:p>
              <a:endParaRPr lang="en-US"/>
            </a:p>
          </p:txBody>
        </p:sp>
        <p:sp>
          <p:nvSpPr>
            <p:cNvPr id="2383" name="Freeform: Shape 2382"/>
            <p:cNvSpPr/>
            <p:nvPr/>
          </p:nvSpPr>
          <p:spPr>
            <a:xfrm>
              <a:off x="3199705" y="5765553"/>
              <a:ext cx="367038" cy="555897"/>
            </a:xfrm>
            <a:custGeom>
              <a:avLst/>
              <a:gdLst>
                <a:gd name="connsiteX0" fmla="*/ 344746 w 367038"/>
                <a:gd name="connsiteY0" fmla="*/ 126843 h 555897"/>
                <a:gd name="connsiteX1" fmla="*/ 337330 w 367038"/>
                <a:gd name="connsiteY1" fmla="*/ 125010 h 555897"/>
                <a:gd name="connsiteX2" fmla="*/ 321915 w 367038"/>
                <a:gd name="connsiteY2" fmla="*/ 131426 h 555897"/>
                <a:gd name="connsiteX3" fmla="*/ 322082 w 367038"/>
                <a:gd name="connsiteY3" fmla="*/ 123010 h 555897"/>
                <a:gd name="connsiteX4" fmla="*/ 334997 w 367038"/>
                <a:gd name="connsiteY4" fmla="*/ 87596 h 555897"/>
                <a:gd name="connsiteX5" fmla="*/ 305667 w 367038"/>
                <a:gd name="connsiteY5" fmla="*/ 77764 h 555897"/>
                <a:gd name="connsiteX6" fmla="*/ 294251 w 367038"/>
                <a:gd name="connsiteY6" fmla="*/ 56182 h 555897"/>
                <a:gd name="connsiteX7" fmla="*/ 291085 w 367038"/>
                <a:gd name="connsiteY7" fmla="*/ 28352 h 555897"/>
                <a:gd name="connsiteX8" fmla="*/ 260337 w 367038"/>
                <a:gd name="connsiteY8" fmla="*/ 30935 h 555897"/>
                <a:gd name="connsiteX9" fmla="*/ 254338 w 367038"/>
                <a:gd name="connsiteY9" fmla="*/ 23352 h 555897"/>
                <a:gd name="connsiteX10" fmla="*/ 247172 w 367038"/>
                <a:gd name="connsiteY10" fmla="*/ 21186 h 555897"/>
                <a:gd name="connsiteX11" fmla="*/ 246922 w 367038"/>
                <a:gd name="connsiteY11" fmla="*/ 17853 h 555897"/>
                <a:gd name="connsiteX12" fmla="*/ 237423 w 367038"/>
                <a:gd name="connsiteY12" fmla="*/ 10687 h 555897"/>
                <a:gd name="connsiteX13" fmla="*/ 225007 w 367038"/>
                <a:gd name="connsiteY13" fmla="*/ 12020 h 555897"/>
                <a:gd name="connsiteX14" fmla="*/ 218758 w 367038"/>
                <a:gd name="connsiteY14" fmla="*/ 17353 h 555897"/>
                <a:gd name="connsiteX15" fmla="*/ 216675 w 367038"/>
                <a:gd name="connsiteY15" fmla="*/ 10770 h 555897"/>
                <a:gd name="connsiteX16" fmla="*/ 196677 w 367038"/>
                <a:gd name="connsiteY16" fmla="*/ 104 h 555897"/>
                <a:gd name="connsiteX17" fmla="*/ 172262 w 367038"/>
                <a:gd name="connsiteY17" fmla="*/ 23102 h 555897"/>
                <a:gd name="connsiteX18" fmla="*/ 137682 w 367038"/>
                <a:gd name="connsiteY18" fmla="*/ 10270 h 555897"/>
                <a:gd name="connsiteX19" fmla="*/ 120683 w 367038"/>
                <a:gd name="connsiteY19" fmla="*/ 38268 h 555897"/>
                <a:gd name="connsiteX20" fmla="*/ 81520 w 367038"/>
                <a:gd name="connsiteY20" fmla="*/ 36351 h 555897"/>
                <a:gd name="connsiteX21" fmla="*/ 66688 w 367038"/>
                <a:gd name="connsiteY21" fmla="*/ 66932 h 555897"/>
                <a:gd name="connsiteX22" fmla="*/ 54106 w 367038"/>
                <a:gd name="connsiteY22" fmla="*/ 65182 h 555897"/>
                <a:gd name="connsiteX23" fmla="*/ 29775 w 367038"/>
                <a:gd name="connsiteY23" fmla="*/ 77681 h 555897"/>
                <a:gd name="connsiteX24" fmla="*/ 22276 w 367038"/>
                <a:gd name="connsiteY24" fmla="*/ 112594 h 555897"/>
                <a:gd name="connsiteX25" fmla="*/ 4527 w 367038"/>
                <a:gd name="connsiteY25" fmla="*/ 129510 h 555897"/>
                <a:gd name="connsiteX26" fmla="*/ 4611 w 367038"/>
                <a:gd name="connsiteY26" fmla="*/ 155174 h 555897"/>
                <a:gd name="connsiteX27" fmla="*/ 3861 w 367038"/>
                <a:gd name="connsiteY27" fmla="*/ 155340 h 555897"/>
                <a:gd name="connsiteX28" fmla="*/ 111 w 367038"/>
                <a:gd name="connsiteY28" fmla="*/ 160423 h 555897"/>
                <a:gd name="connsiteX29" fmla="*/ 11277 w 367038"/>
                <a:gd name="connsiteY29" fmla="*/ 201586 h 555897"/>
                <a:gd name="connsiteX30" fmla="*/ 28358 w 367038"/>
                <a:gd name="connsiteY30" fmla="*/ 255998 h 555897"/>
                <a:gd name="connsiteX31" fmla="*/ 58689 w 367038"/>
                <a:gd name="connsiteY31" fmla="*/ 360072 h 555897"/>
                <a:gd name="connsiteX32" fmla="*/ 90603 w 367038"/>
                <a:gd name="connsiteY32" fmla="*/ 470646 h 555897"/>
                <a:gd name="connsiteX33" fmla="*/ 101852 w 367038"/>
                <a:gd name="connsiteY33" fmla="*/ 506642 h 555897"/>
                <a:gd name="connsiteX34" fmla="*/ 142015 w 367038"/>
                <a:gd name="connsiteY34" fmla="*/ 525807 h 555897"/>
                <a:gd name="connsiteX35" fmla="*/ 149431 w 367038"/>
                <a:gd name="connsiteY35" fmla="*/ 528807 h 555897"/>
                <a:gd name="connsiteX36" fmla="*/ 150181 w 367038"/>
                <a:gd name="connsiteY36" fmla="*/ 529140 h 555897"/>
                <a:gd name="connsiteX37" fmla="*/ 187761 w 367038"/>
                <a:gd name="connsiteY37" fmla="*/ 543556 h 555897"/>
                <a:gd name="connsiteX38" fmla="*/ 230007 w 367038"/>
                <a:gd name="connsiteY38" fmla="*/ 555637 h 555897"/>
                <a:gd name="connsiteX39" fmla="*/ 268586 w 367038"/>
                <a:gd name="connsiteY39" fmla="*/ 539472 h 555897"/>
                <a:gd name="connsiteX40" fmla="*/ 321082 w 367038"/>
                <a:gd name="connsiteY40" fmla="*/ 517141 h 555897"/>
                <a:gd name="connsiteX41" fmla="*/ 343580 w 367038"/>
                <a:gd name="connsiteY41" fmla="*/ 508225 h 555897"/>
                <a:gd name="connsiteX42" fmla="*/ 362745 w 367038"/>
                <a:gd name="connsiteY42" fmla="*/ 499476 h 555897"/>
                <a:gd name="connsiteX43" fmla="*/ 363828 w 367038"/>
                <a:gd name="connsiteY43" fmla="*/ 467396 h 555897"/>
                <a:gd name="connsiteX44" fmla="*/ 349246 w 367038"/>
                <a:gd name="connsiteY44" fmla="*/ 355573 h 555897"/>
                <a:gd name="connsiteX45" fmla="*/ 345830 w 367038"/>
                <a:gd name="connsiteY45" fmla="*/ 229084 h 555897"/>
                <a:gd name="connsiteX46" fmla="*/ 348580 w 367038"/>
                <a:gd name="connsiteY46" fmla="*/ 165506 h 555897"/>
                <a:gd name="connsiteX47" fmla="*/ 344746 w 367038"/>
                <a:gd name="connsiteY47" fmla="*/ 126843 h 555897"/>
                <a:gd name="connsiteX48" fmla="*/ 344746 w 367038"/>
                <a:gd name="connsiteY48" fmla="*/ 126843 h 555897"/>
                <a:gd name="connsiteX49" fmla="*/ 304834 w 367038"/>
                <a:gd name="connsiteY49" fmla="*/ 83014 h 555897"/>
                <a:gd name="connsiteX50" fmla="*/ 324582 w 367038"/>
                <a:gd name="connsiteY50" fmla="*/ 86097 h 555897"/>
                <a:gd name="connsiteX51" fmla="*/ 320999 w 367038"/>
                <a:gd name="connsiteY51" fmla="*/ 108178 h 555897"/>
                <a:gd name="connsiteX52" fmla="*/ 315666 w 367038"/>
                <a:gd name="connsiteY52" fmla="*/ 114011 h 555897"/>
                <a:gd name="connsiteX53" fmla="*/ 309583 w 367038"/>
                <a:gd name="connsiteY53" fmla="*/ 111678 h 555897"/>
                <a:gd name="connsiteX54" fmla="*/ 300251 w 367038"/>
                <a:gd name="connsiteY54" fmla="*/ 111845 h 555897"/>
                <a:gd name="connsiteX55" fmla="*/ 299417 w 367038"/>
                <a:gd name="connsiteY55" fmla="*/ 112094 h 555897"/>
                <a:gd name="connsiteX56" fmla="*/ 301584 w 367038"/>
                <a:gd name="connsiteY56" fmla="*/ 101929 h 555897"/>
                <a:gd name="connsiteX57" fmla="*/ 298751 w 367038"/>
                <a:gd name="connsiteY57" fmla="*/ 93346 h 555897"/>
                <a:gd name="connsiteX58" fmla="*/ 304834 w 367038"/>
                <a:gd name="connsiteY58" fmla="*/ 83014 h 555897"/>
                <a:gd name="connsiteX59" fmla="*/ 304834 w 367038"/>
                <a:gd name="connsiteY59" fmla="*/ 83014 h 555897"/>
                <a:gd name="connsiteX60" fmla="*/ 177762 w 367038"/>
                <a:gd name="connsiteY60" fmla="*/ 205836 h 555897"/>
                <a:gd name="connsiteX61" fmla="*/ 165679 w 367038"/>
                <a:gd name="connsiteY61" fmla="*/ 211918 h 555897"/>
                <a:gd name="connsiteX62" fmla="*/ 142598 w 367038"/>
                <a:gd name="connsiteY62" fmla="*/ 207086 h 555897"/>
                <a:gd name="connsiteX63" fmla="*/ 119100 w 367038"/>
                <a:gd name="connsiteY63" fmla="*/ 200337 h 555897"/>
                <a:gd name="connsiteX64" fmla="*/ 123100 w 367038"/>
                <a:gd name="connsiteY64" fmla="*/ 182838 h 555897"/>
                <a:gd name="connsiteX65" fmla="*/ 130349 w 367038"/>
                <a:gd name="connsiteY65" fmla="*/ 176172 h 555897"/>
                <a:gd name="connsiteX66" fmla="*/ 145848 w 367038"/>
                <a:gd name="connsiteY66" fmla="*/ 181505 h 555897"/>
                <a:gd name="connsiteX67" fmla="*/ 149597 w 367038"/>
                <a:gd name="connsiteY67" fmla="*/ 183338 h 555897"/>
                <a:gd name="connsiteX68" fmla="*/ 153847 w 367038"/>
                <a:gd name="connsiteY68" fmla="*/ 181505 h 555897"/>
                <a:gd name="connsiteX69" fmla="*/ 177928 w 367038"/>
                <a:gd name="connsiteY69" fmla="*/ 182421 h 555897"/>
                <a:gd name="connsiteX70" fmla="*/ 176262 w 367038"/>
                <a:gd name="connsiteY70" fmla="*/ 202253 h 555897"/>
                <a:gd name="connsiteX71" fmla="*/ 177762 w 367038"/>
                <a:gd name="connsiteY71" fmla="*/ 205836 h 555897"/>
                <a:gd name="connsiteX72" fmla="*/ 177762 w 367038"/>
                <a:gd name="connsiteY72" fmla="*/ 205836 h 555897"/>
                <a:gd name="connsiteX73" fmla="*/ 76937 w 367038"/>
                <a:gd name="connsiteY73" fmla="*/ 183171 h 555897"/>
                <a:gd name="connsiteX74" fmla="*/ 55273 w 367038"/>
                <a:gd name="connsiteY74" fmla="*/ 172339 h 555897"/>
                <a:gd name="connsiteX75" fmla="*/ 51523 w 367038"/>
                <a:gd name="connsiteY75" fmla="*/ 170673 h 555897"/>
                <a:gd name="connsiteX76" fmla="*/ 69771 w 367038"/>
                <a:gd name="connsiteY76" fmla="*/ 141925 h 555897"/>
                <a:gd name="connsiteX77" fmla="*/ 75438 w 367038"/>
                <a:gd name="connsiteY77" fmla="*/ 137509 h 555897"/>
                <a:gd name="connsiteX78" fmla="*/ 109434 w 367038"/>
                <a:gd name="connsiteY78" fmla="*/ 130759 h 555897"/>
                <a:gd name="connsiteX79" fmla="*/ 105185 w 367038"/>
                <a:gd name="connsiteY79" fmla="*/ 148258 h 555897"/>
                <a:gd name="connsiteX80" fmla="*/ 93269 w 367038"/>
                <a:gd name="connsiteY80" fmla="*/ 145591 h 555897"/>
                <a:gd name="connsiteX81" fmla="*/ 78771 w 367038"/>
                <a:gd name="connsiteY81" fmla="*/ 156007 h 555897"/>
                <a:gd name="connsiteX82" fmla="*/ 76937 w 367038"/>
                <a:gd name="connsiteY82" fmla="*/ 183171 h 555897"/>
                <a:gd name="connsiteX83" fmla="*/ 76937 w 367038"/>
                <a:gd name="connsiteY83" fmla="*/ 183171 h 555897"/>
                <a:gd name="connsiteX84" fmla="*/ 81520 w 367038"/>
                <a:gd name="connsiteY84" fmla="*/ 168339 h 555897"/>
                <a:gd name="connsiteX85" fmla="*/ 91769 w 367038"/>
                <a:gd name="connsiteY85" fmla="*/ 153757 h 555897"/>
                <a:gd name="connsiteX86" fmla="*/ 107435 w 367038"/>
                <a:gd name="connsiteY86" fmla="*/ 157174 h 555897"/>
                <a:gd name="connsiteX87" fmla="*/ 112101 w 367038"/>
                <a:gd name="connsiteY87" fmla="*/ 154424 h 555897"/>
                <a:gd name="connsiteX88" fmla="*/ 111684 w 367038"/>
                <a:gd name="connsiteY88" fmla="*/ 144675 h 555897"/>
                <a:gd name="connsiteX89" fmla="*/ 123017 w 367038"/>
                <a:gd name="connsiteY89" fmla="*/ 132926 h 555897"/>
                <a:gd name="connsiteX90" fmla="*/ 139432 w 367038"/>
                <a:gd name="connsiteY90" fmla="*/ 144675 h 555897"/>
                <a:gd name="connsiteX91" fmla="*/ 136765 w 367038"/>
                <a:gd name="connsiteY91" fmla="*/ 167423 h 555897"/>
                <a:gd name="connsiteX92" fmla="*/ 112101 w 367038"/>
                <a:gd name="connsiteY92" fmla="*/ 180338 h 555897"/>
                <a:gd name="connsiteX93" fmla="*/ 108268 w 367038"/>
                <a:gd name="connsiteY93" fmla="*/ 197336 h 555897"/>
                <a:gd name="connsiteX94" fmla="*/ 103102 w 367038"/>
                <a:gd name="connsiteY94" fmla="*/ 195753 h 555897"/>
                <a:gd name="connsiteX95" fmla="*/ 97602 w 367038"/>
                <a:gd name="connsiteY95" fmla="*/ 193837 h 555897"/>
                <a:gd name="connsiteX96" fmla="*/ 87770 w 367038"/>
                <a:gd name="connsiteY96" fmla="*/ 188838 h 555897"/>
                <a:gd name="connsiteX97" fmla="*/ 81520 w 367038"/>
                <a:gd name="connsiteY97" fmla="*/ 168339 h 555897"/>
                <a:gd name="connsiteX98" fmla="*/ 81520 w 367038"/>
                <a:gd name="connsiteY98" fmla="*/ 168339 h 555897"/>
                <a:gd name="connsiteX99" fmla="*/ 108768 w 367038"/>
                <a:gd name="connsiteY99" fmla="*/ 114177 h 555897"/>
                <a:gd name="connsiteX100" fmla="*/ 138182 w 367038"/>
                <a:gd name="connsiteY100" fmla="*/ 96512 h 555897"/>
                <a:gd name="connsiteX101" fmla="*/ 146514 w 367038"/>
                <a:gd name="connsiteY101" fmla="*/ 100012 h 555897"/>
                <a:gd name="connsiteX102" fmla="*/ 161263 w 367038"/>
                <a:gd name="connsiteY102" fmla="*/ 87680 h 555897"/>
                <a:gd name="connsiteX103" fmla="*/ 182011 w 367038"/>
                <a:gd name="connsiteY103" fmla="*/ 106012 h 555897"/>
                <a:gd name="connsiteX104" fmla="*/ 181095 w 367038"/>
                <a:gd name="connsiteY104" fmla="*/ 113511 h 555897"/>
                <a:gd name="connsiteX105" fmla="*/ 170262 w 367038"/>
                <a:gd name="connsiteY105" fmla="*/ 122177 h 555897"/>
                <a:gd name="connsiteX106" fmla="*/ 163096 w 367038"/>
                <a:gd name="connsiteY106" fmla="*/ 117427 h 555897"/>
                <a:gd name="connsiteX107" fmla="*/ 149847 w 367038"/>
                <a:gd name="connsiteY107" fmla="*/ 123010 h 555897"/>
                <a:gd name="connsiteX108" fmla="*/ 143015 w 367038"/>
                <a:gd name="connsiteY108" fmla="*/ 133009 h 555897"/>
                <a:gd name="connsiteX109" fmla="*/ 131349 w 367038"/>
                <a:gd name="connsiteY109" fmla="*/ 125176 h 555897"/>
                <a:gd name="connsiteX110" fmla="*/ 117017 w 367038"/>
                <a:gd name="connsiteY110" fmla="*/ 125927 h 555897"/>
                <a:gd name="connsiteX111" fmla="*/ 108768 w 367038"/>
                <a:gd name="connsiteY111" fmla="*/ 114177 h 555897"/>
                <a:gd name="connsiteX112" fmla="*/ 108768 w 367038"/>
                <a:gd name="connsiteY112" fmla="*/ 114177 h 555897"/>
                <a:gd name="connsiteX113" fmla="*/ 149681 w 367038"/>
                <a:gd name="connsiteY113" fmla="*/ 174755 h 555897"/>
                <a:gd name="connsiteX114" fmla="*/ 145848 w 367038"/>
                <a:gd name="connsiteY114" fmla="*/ 171672 h 555897"/>
                <a:gd name="connsiteX115" fmla="*/ 146764 w 367038"/>
                <a:gd name="connsiteY115" fmla="*/ 139092 h 555897"/>
                <a:gd name="connsiteX116" fmla="*/ 154180 w 367038"/>
                <a:gd name="connsiteY116" fmla="*/ 128176 h 555897"/>
                <a:gd name="connsiteX117" fmla="*/ 168012 w 367038"/>
                <a:gd name="connsiteY117" fmla="*/ 130843 h 555897"/>
                <a:gd name="connsiteX118" fmla="*/ 173595 w 367038"/>
                <a:gd name="connsiteY118" fmla="*/ 130010 h 555897"/>
                <a:gd name="connsiteX119" fmla="*/ 181761 w 367038"/>
                <a:gd name="connsiteY119" fmla="*/ 121677 h 555897"/>
                <a:gd name="connsiteX120" fmla="*/ 195510 w 367038"/>
                <a:gd name="connsiteY120" fmla="*/ 133842 h 555897"/>
                <a:gd name="connsiteX121" fmla="*/ 192344 w 367038"/>
                <a:gd name="connsiteY121" fmla="*/ 144508 h 555897"/>
                <a:gd name="connsiteX122" fmla="*/ 186177 w 367038"/>
                <a:gd name="connsiteY122" fmla="*/ 147258 h 555897"/>
                <a:gd name="connsiteX123" fmla="*/ 175678 w 367038"/>
                <a:gd name="connsiteY123" fmla="*/ 165340 h 555897"/>
                <a:gd name="connsiteX124" fmla="*/ 149681 w 367038"/>
                <a:gd name="connsiteY124" fmla="*/ 174755 h 555897"/>
                <a:gd name="connsiteX125" fmla="*/ 149681 w 367038"/>
                <a:gd name="connsiteY125" fmla="*/ 174755 h 555897"/>
                <a:gd name="connsiteX126" fmla="*/ 182261 w 367038"/>
                <a:gd name="connsiteY126" fmla="*/ 169673 h 555897"/>
                <a:gd name="connsiteX127" fmla="*/ 200676 w 367038"/>
                <a:gd name="connsiteY127" fmla="*/ 157424 h 555897"/>
                <a:gd name="connsiteX128" fmla="*/ 204343 w 367038"/>
                <a:gd name="connsiteY128" fmla="*/ 158840 h 555897"/>
                <a:gd name="connsiteX129" fmla="*/ 220508 w 367038"/>
                <a:gd name="connsiteY129" fmla="*/ 143175 h 555897"/>
                <a:gd name="connsiteX130" fmla="*/ 239756 w 367038"/>
                <a:gd name="connsiteY130" fmla="*/ 150758 h 555897"/>
                <a:gd name="connsiteX131" fmla="*/ 232340 w 367038"/>
                <a:gd name="connsiteY131" fmla="*/ 172589 h 555897"/>
                <a:gd name="connsiteX132" fmla="*/ 231590 w 367038"/>
                <a:gd name="connsiteY132" fmla="*/ 176588 h 555897"/>
                <a:gd name="connsiteX133" fmla="*/ 185594 w 367038"/>
                <a:gd name="connsiteY133" fmla="*/ 201086 h 555897"/>
                <a:gd name="connsiteX134" fmla="*/ 182261 w 367038"/>
                <a:gd name="connsiteY134" fmla="*/ 169673 h 555897"/>
                <a:gd name="connsiteX135" fmla="*/ 182261 w 367038"/>
                <a:gd name="connsiteY135" fmla="*/ 169673 h 555897"/>
                <a:gd name="connsiteX136" fmla="*/ 212258 w 367038"/>
                <a:gd name="connsiteY136" fmla="*/ 138426 h 555897"/>
                <a:gd name="connsiteX137" fmla="*/ 205259 w 367038"/>
                <a:gd name="connsiteY137" fmla="*/ 147175 h 555897"/>
                <a:gd name="connsiteX138" fmla="*/ 204176 w 367038"/>
                <a:gd name="connsiteY138" fmla="*/ 148175 h 555897"/>
                <a:gd name="connsiteX139" fmla="*/ 203426 w 367038"/>
                <a:gd name="connsiteY139" fmla="*/ 148008 h 555897"/>
                <a:gd name="connsiteX140" fmla="*/ 200593 w 367038"/>
                <a:gd name="connsiteY140" fmla="*/ 146758 h 555897"/>
                <a:gd name="connsiteX141" fmla="*/ 202843 w 367038"/>
                <a:gd name="connsiteY141" fmla="*/ 119844 h 555897"/>
                <a:gd name="connsiteX142" fmla="*/ 207426 w 367038"/>
                <a:gd name="connsiteY142" fmla="*/ 112261 h 555897"/>
                <a:gd name="connsiteX143" fmla="*/ 218341 w 367038"/>
                <a:gd name="connsiteY143" fmla="*/ 106261 h 555897"/>
                <a:gd name="connsiteX144" fmla="*/ 224507 w 367038"/>
                <a:gd name="connsiteY144" fmla="*/ 109095 h 555897"/>
                <a:gd name="connsiteX145" fmla="*/ 232590 w 367038"/>
                <a:gd name="connsiteY145" fmla="*/ 106845 h 555897"/>
                <a:gd name="connsiteX146" fmla="*/ 244755 w 367038"/>
                <a:gd name="connsiteY146" fmla="*/ 100179 h 555897"/>
                <a:gd name="connsiteX147" fmla="*/ 247005 w 367038"/>
                <a:gd name="connsiteY147" fmla="*/ 100346 h 555897"/>
                <a:gd name="connsiteX148" fmla="*/ 253088 w 367038"/>
                <a:gd name="connsiteY148" fmla="*/ 104512 h 555897"/>
                <a:gd name="connsiteX149" fmla="*/ 256088 w 367038"/>
                <a:gd name="connsiteY149" fmla="*/ 118844 h 555897"/>
                <a:gd name="connsiteX150" fmla="*/ 246339 w 367038"/>
                <a:gd name="connsiteY150" fmla="*/ 137509 h 555897"/>
                <a:gd name="connsiteX151" fmla="*/ 246006 w 367038"/>
                <a:gd name="connsiteY151" fmla="*/ 137009 h 555897"/>
                <a:gd name="connsiteX152" fmla="*/ 212258 w 367038"/>
                <a:gd name="connsiteY152" fmla="*/ 138426 h 555897"/>
                <a:gd name="connsiteX153" fmla="*/ 212258 w 367038"/>
                <a:gd name="connsiteY153" fmla="*/ 138426 h 555897"/>
                <a:gd name="connsiteX154" fmla="*/ 249755 w 367038"/>
                <a:gd name="connsiteY154" fmla="*/ 142758 h 555897"/>
                <a:gd name="connsiteX155" fmla="*/ 251755 w 367038"/>
                <a:gd name="connsiteY155" fmla="*/ 141758 h 555897"/>
                <a:gd name="connsiteX156" fmla="*/ 257088 w 367038"/>
                <a:gd name="connsiteY156" fmla="*/ 135592 h 555897"/>
                <a:gd name="connsiteX157" fmla="*/ 263754 w 367038"/>
                <a:gd name="connsiteY157" fmla="*/ 131509 h 555897"/>
                <a:gd name="connsiteX158" fmla="*/ 277336 w 367038"/>
                <a:gd name="connsiteY158" fmla="*/ 135676 h 555897"/>
                <a:gd name="connsiteX159" fmla="*/ 277669 w 367038"/>
                <a:gd name="connsiteY159" fmla="*/ 141175 h 555897"/>
                <a:gd name="connsiteX160" fmla="*/ 282169 w 367038"/>
                <a:gd name="connsiteY160" fmla="*/ 145008 h 555897"/>
                <a:gd name="connsiteX161" fmla="*/ 287918 w 367038"/>
                <a:gd name="connsiteY161" fmla="*/ 146008 h 555897"/>
                <a:gd name="connsiteX162" fmla="*/ 288585 w 367038"/>
                <a:gd name="connsiteY162" fmla="*/ 148674 h 555897"/>
                <a:gd name="connsiteX163" fmla="*/ 261254 w 367038"/>
                <a:gd name="connsiteY163" fmla="*/ 162090 h 555897"/>
                <a:gd name="connsiteX164" fmla="*/ 248672 w 367038"/>
                <a:gd name="connsiteY164" fmla="*/ 168256 h 555897"/>
                <a:gd name="connsiteX165" fmla="*/ 249755 w 367038"/>
                <a:gd name="connsiteY165" fmla="*/ 142758 h 555897"/>
                <a:gd name="connsiteX166" fmla="*/ 249755 w 367038"/>
                <a:gd name="connsiteY166" fmla="*/ 142758 h 555897"/>
                <a:gd name="connsiteX167" fmla="*/ 284585 w 367038"/>
                <a:gd name="connsiteY167" fmla="*/ 137259 h 555897"/>
                <a:gd name="connsiteX168" fmla="*/ 282586 w 367038"/>
                <a:gd name="connsiteY168" fmla="*/ 127509 h 555897"/>
                <a:gd name="connsiteX169" fmla="*/ 272836 w 367038"/>
                <a:gd name="connsiteY169" fmla="*/ 123677 h 555897"/>
                <a:gd name="connsiteX170" fmla="*/ 262920 w 367038"/>
                <a:gd name="connsiteY170" fmla="*/ 126260 h 555897"/>
                <a:gd name="connsiteX171" fmla="*/ 264004 w 367038"/>
                <a:gd name="connsiteY171" fmla="*/ 107928 h 555897"/>
                <a:gd name="connsiteX172" fmla="*/ 290168 w 367038"/>
                <a:gd name="connsiteY172" fmla="*/ 100012 h 555897"/>
                <a:gd name="connsiteX173" fmla="*/ 288501 w 367038"/>
                <a:gd name="connsiteY173" fmla="*/ 117177 h 555897"/>
                <a:gd name="connsiteX174" fmla="*/ 291335 w 367038"/>
                <a:gd name="connsiteY174" fmla="*/ 121927 h 555897"/>
                <a:gd name="connsiteX175" fmla="*/ 300251 w 367038"/>
                <a:gd name="connsiteY175" fmla="*/ 121010 h 555897"/>
                <a:gd name="connsiteX176" fmla="*/ 310666 w 367038"/>
                <a:gd name="connsiteY176" fmla="*/ 125426 h 555897"/>
                <a:gd name="connsiteX177" fmla="*/ 306167 w 367038"/>
                <a:gd name="connsiteY177" fmla="*/ 139759 h 555897"/>
                <a:gd name="connsiteX178" fmla="*/ 305917 w 367038"/>
                <a:gd name="connsiteY178" fmla="*/ 140008 h 555897"/>
                <a:gd name="connsiteX179" fmla="*/ 298667 w 367038"/>
                <a:gd name="connsiteY179" fmla="*/ 143675 h 555897"/>
                <a:gd name="connsiteX180" fmla="*/ 298001 w 367038"/>
                <a:gd name="connsiteY180" fmla="*/ 141175 h 555897"/>
                <a:gd name="connsiteX181" fmla="*/ 284585 w 367038"/>
                <a:gd name="connsiteY181" fmla="*/ 137259 h 555897"/>
                <a:gd name="connsiteX182" fmla="*/ 284585 w 367038"/>
                <a:gd name="connsiteY182" fmla="*/ 137259 h 555897"/>
                <a:gd name="connsiteX183" fmla="*/ 294585 w 367038"/>
                <a:gd name="connsiteY183" fmla="*/ 69015 h 555897"/>
                <a:gd name="connsiteX184" fmla="*/ 292002 w 367038"/>
                <a:gd name="connsiteY184" fmla="*/ 88930 h 555897"/>
                <a:gd name="connsiteX185" fmla="*/ 261587 w 367038"/>
                <a:gd name="connsiteY185" fmla="*/ 101929 h 555897"/>
                <a:gd name="connsiteX186" fmla="*/ 251421 w 367038"/>
                <a:gd name="connsiteY186" fmla="*/ 93263 h 555897"/>
                <a:gd name="connsiteX187" fmla="*/ 250172 w 367038"/>
                <a:gd name="connsiteY187" fmla="*/ 77764 h 555897"/>
                <a:gd name="connsiteX188" fmla="*/ 267087 w 367038"/>
                <a:gd name="connsiteY188" fmla="*/ 66848 h 555897"/>
                <a:gd name="connsiteX189" fmla="*/ 273170 w 367038"/>
                <a:gd name="connsiteY189" fmla="*/ 68515 h 555897"/>
                <a:gd name="connsiteX190" fmla="*/ 285835 w 367038"/>
                <a:gd name="connsiteY190" fmla="*/ 63349 h 555897"/>
                <a:gd name="connsiteX191" fmla="*/ 288835 w 367038"/>
                <a:gd name="connsiteY191" fmla="*/ 63515 h 555897"/>
                <a:gd name="connsiteX192" fmla="*/ 294585 w 367038"/>
                <a:gd name="connsiteY192" fmla="*/ 69015 h 555897"/>
                <a:gd name="connsiteX193" fmla="*/ 294585 w 367038"/>
                <a:gd name="connsiteY193" fmla="*/ 69015 h 555897"/>
                <a:gd name="connsiteX194" fmla="*/ 257921 w 367038"/>
                <a:gd name="connsiteY194" fmla="*/ 39351 h 555897"/>
                <a:gd name="connsiteX195" fmla="*/ 262671 w 367038"/>
                <a:gd name="connsiteY195" fmla="*/ 39268 h 555897"/>
                <a:gd name="connsiteX196" fmla="*/ 284919 w 367038"/>
                <a:gd name="connsiteY196" fmla="*/ 34768 h 555897"/>
                <a:gd name="connsiteX197" fmla="*/ 283752 w 367038"/>
                <a:gd name="connsiteY197" fmla="*/ 55016 h 555897"/>
                <a:gd name="connsiteX198" fmla="*/ 280419 w 367038"/>
                <a:gd name="connsiteY198" fmla="*/ 55766 h 555897"/>
                <a:gd name="connsiteX199" fmla="*/ 270337 w 367038"/>
                <a:gd name="connsiteY199" fmla="*/ 60016 h 555897"/>
                <a:gd name="connsiteX200" fmla="*/ 260421 w 367038"/>
                <a:gd name="connsiteY200" fmla="*/ 56266 h 555897"/>
                <a:gd name="connsiteX201" fmla="*/ 246089 w 367038"/>
                <a:gd name="connsiteY201" fmla="*/ 71515 h 555897"/>
                <a:gd name="connsiteX202" fmla="*/ 223591 w 367038"/>
                <a:gd name="connsiteY202" fmla="*/ 65265 h 555897"/>
                <a:gd name="connsiteX203" fmla="*/ 225757 w 367038"/>
                <a:gd name="connsiteY203" fmla="*/ 48850 h 555897"/>
                <a:gd name="connsiteX204" fmla="*/ 240923 w 367038"/>
                <a:gd name="connsiteY204" fmla="*/ 30852 h 555897"/>
                <a:gd name="connsiteX205" fmla="*/ 257921 w 367038"/>
                <a:gd name="connsiteY205" fmla="*/ 39351 h 555897"/>
                <a:gd name="connsiteX206" fmla="*/ 257921 w 367038"/>
                <a:gd name="connsiteY206" fmla="*/ 39351 h 555897"/>
                <a:gd name="connsiteX207" fmla="*/ 236923 w 367038"/>
                <a:gd name="connsiteY207" fmla="*/ 18020 h 555897"/>
                <a:gd name="connsiteX208" fmla="*/ 242089 w 367038"/>
                <a:gd name="connsiteY208" fmla="*/ 21936 h 555897"/>
                <a:gd name="connsiteX209" fmla="*/ 239839 w 367038"/>
                <a:gd name="connsiteY209" fmla="*/ 22602 h 555897"/>
                <a:gd name="connsiteX210" fmla="*/ 222508 w 367038"/>
                <a:gd name="connsiteY210" fmla="*/ 39601 h 555897"/>
                <a:gd name="connsiteX211" fmla="*/ 217341 w 367038"/>
                <a:gd name="connsiteY211" fmla="*/ 34435 h 555897"/>
                <a:gd name="connsiteX212" fmla="*/ 217841 w 367038"/>
                <a:gd name="connsiteY212" fmla="*/ 31435 h 555897"/>
                <a:gd name="connsiteX213" fmla="*/ 236923 w 367038"/>
                <a:gd name="connsiteY213" fmla="*/ 18020 h 555897"/>
                <a:gd name="connsiteX214" fmla="*/ 236923 w 367038"/>
                <a:gd name="connsiteY214" fmla="*/ 18020 h 555897"/>
                <a:gd name="connsiteX215" fmla="*/ 231507 w 367038"/>
                <a:gd name="connsiteY215" fmla="*/ 72515 h 555897"/>
                <a:gd name="connsiteX216" fmla="*/ 237840 w 367038"/>
                <a:gd name="connsiteY216" fmla="*/ 75514 h 555897"/>
                <a:gd name="connsiteX217" fmla="*/ 242423 w 367038"/>
                <a:gd name="connsiteY217" fmla="*/ 92513 h 555897"/>
                <a:gd name="connsiteX218" fmla="*/ 242339 w 367038"/>
                <a:gd name="connsiteY218" fmla="*/ 93096 h 555897"/>
                <a:gd name="connsiteX219" fmla="*/ 236756 w 367038"/>
                <a:gd name="connsiteY219" fmla="*/ 94846 h 555897"/>
                <a:gd name="connsiteX220" fmla="*/ 230924 w 367038"/>
                <a:gd name="connsiteY220" fmla="*/ 98512 h 555897"/>
                <a:gd name="connsiteX221" fmla="*/ 221758 w 367038"/>
                <a:gd name="connsiteY221" fmla="*/ 99346 h 555897"/>
                <a:gd name="connsiteX222" fmla="*/ 207759 w 367038"/>
                <a:gd name="connsiteY222" fmla="*/ 100845 h 555897"/>
                <a:gd name="connsiteX223" fmla="*/ 197760 w 367038"/>
                <a:gd name="connsiteY223" fmla="*/ 114511 h 555897"/>
                <a:gd name="connsiteX224" fmla="*/ 189677 w 367038"/>
                <a:gd name="connsiteY224" fmla="*/ 111511 h 555897"/>
                <a:gd name="connsiteX225" fmla="*/ 190677 w 367038"/>
                <a:gd name="connsiteY225" fmla="*/ 96512 h 555897"/>
                <a:gd name="connsiteX226" fmla="*/ 191927 w 367038"/>
                <a:gd name="connsiteY226" fmla="*/ 93762 h 555897"/>
                <a:gd name="connsiteX227" fmla="*/ 193927 w 367038"/>
                <a:gd name="connsiteY227" fmla="*/ 75348 h 555897"/>
                <a:gd name="connsiteX228" fmla="*/ 209925 w 367038"/>
                <a:gd name="connsiteY228" fmla="*/ 79514 h 555897"/>
                <a:gd name="connsiteX229" fmla="*/ 215258 w 367038"/>
                <a:gd name="connsiteY229" fmla="*/ 81680 h 555897"/>
                <a:gd name="connsiteX230" fmla="*/ 231507 w 367038"/>
                <a:gd name="connsiteY230" fmla="*/ 72515 h 555897"/>
                <a:gd name="connsiteX231" fmla="*/ 231507 w 367038"/>
                <a:gd name="connsiteY231" fmla="*/ 72515 h 555897"/>
                <a:gd name="connsiteX232" fmla="*/ 177595 w 367038"/>
                <a:gd name="connsiteY232" fmla="*/ 32935 h 555897"/>
                <a:gd name="connsiteX233" fmla="*/ 206592 w 367038"/>
                <a:gd name="connsiteY233" fmla="*/ 10770 h 555897"/>
                <a:gd name="connsiteX234" fmla="*/ 209675 w 367038"/>
                <a:gd name="connsiteY234" fmla="*/ 30185 h 555897"/>
                <a:gd name="connsiteX235" fmla="*/ 209675 w 367038"/>
                <a:gd name="connsiteY235" fmla="*/ 30685 h 555897"/>
                <a:gd name="connsiteX236" fmla="*/ 201843 w 367038"/>
                <a:gd name="connsiteY236" fmla="*/ 31352 h 555897"/>
                <a:gd name="connsiteX237" fmla="*/ 193927 w 367038"/>
                <a:gd name="connsiteY237" fmla="*/ 35934 h 555897"/>
                <a:gd name="connsiteX238" fmla="*/ 189927 w 367038"/>
                <a:gd name="connsiteY238" fmla="*/ 41434 h 555897"/>
                <a:gd name="connsiteX239" fmla="*/ 177595 w 367038"/>
                <a:gd name="connsiteY239" fmla="*/ 33685 h 555897"/>
                <a:gd name="connsiteX240" fmla="*/ 177595 w 367038"/>
                <a:gd name="connsiteY240" fmla="*/ 32935 h 555897"/>
                <a:gd name="connsiteX241" fmla="*/ 177595 w 367038"/>
                <a:gd name="connsiteY241" fmla="*/ 32935 h 555897"/>
                <a:gd name="connsiteX242" fmla="*/ 186094 w 367038"/>
                <a:gd name="connsiteY242" fmla="*/ 49933 h 555897"/>
                <a:gd name="connsiteX243" fmla="*/ 191260 w 367038"/>
                <a:gd name="connsiteY243" fmla="*/ 51183 h 555897"/>
                <a:gd name="connsiteX244" fmla="*/ 198843 w 367038"/>
                <a:gd name="connsiteY244" fmla="*/ 44850 h 555897"/>
                <a:gd name="connsiteX245" fmla="*/ 215258 w 367038"/>
                <a:gd name="connsiteY245" fmla="*/ 46850 h 555897"/>
                <a:gd name="connsiteX246" fmla="*/ 215175 w 367038"/>
                <a:gd name="connsiteY246" fmla="*/ 64515 h 555897"/>
                <a:gd name="connsiteX247" fmla="*/ 217508 w 367038"/>
                <a:gd name="connsiteY247" fmla="*/ 68681 h 555897"/>
                <a:gd name="connsiteX248" fmla="*/ 217258 w 367038"/>
                <a:gd name="connsiteY248" fmla="*/ 68848 h 555897"/>
                <a:gd name="connsiteX249" fmla="*/ 213425 w 367038"/>
                <a:gd name="connsiteY249" fmla="*/ 72015 h 555897"/>
                <a:gd name="connsiteX250" fmla="*/ 207342 w 367038"/>
                <a:gd name="connsiteY250" fmla="*/ 66265 h 555897"/>
                <a:gd name="connsiteX251" fmla="*/ 195343 w 367038"/>
                <a:gd name="connsiteY251" fmla="*/ 65682 h 555897"/>
                <a:gd name="connsiteX252" fmla="*/ 184928 w 367038"/>
                <a:gd name="connsiteY252" fmla="*/ 87180 h 555897"/>
                <a:gd name="connsiteX253" fmla="*/ 158097 w 367038"/>
                <a:gd name="connsiteY253" fmla="*/ 79764 h 555897"/>
                <a:gd name="connsiteX254" fmla="*/ 154847 w 367038"/>
                <a:gd name="connsiteY254" fmla="*/ 61266 h 555897"/>
                <a:gd name="connsiteX255" fmla="*/ 186094 w 367038"/>
                <a:gd name="connsiteY255" fmla="*/ 49933 h 555897"/>
                <a:gd name="connsiteX256" fmla="*/ 186094 w 367038"/>
                <a:gd name="connsiteY256" fmla="*/ 49933 h 555897"/>
                <a:gd name="connsiteX257" fmla="*/ 141765 w 367038"/>
                <a:gd name="connsiteY257" fmla="*/ 17186 h 555897"/>
                <a:gd name="connsiteX258" fmla="*/ 169929 w 367038"/>
                <a:gd name="connsiteY258" fmla="*/ 33851 h 555897"/>
                <a:gd name="connsiteX259" fmla="*/ 162013 w 367038"/>
                <a:gd name="connsiteY259" fmla="*/ 37518 h 555897"/>
                <a:gd name="connsiteX260" fmla="*/ 150014 w 367038"/>
                <a:gd name="connsiteY260" fmla="*/ 54183 h 555897"/>
                <a:gd name="connsiteX261" fmla="*/ 135349 w 367038"/>
                <a:gd name="connsiteY261" fmla="*/ 45684 h 555897"/>
                <a:gd name="connsiteX262" fmla="*/ 128349 w 367038"/>
                <a:gd name="connsiteY262" fmla="*/ 45600 h 555897"/>
                <a:gd name="connsiteX263" fmla="*/ 141765 w 367038"/>
                <a:gd name="connsiteY263" fmla="*/ 17186 h 555897"/>
                <a:gd name="connsiteX264" fmla="*/ 141765 w 367038"/>
                <a:gd name="connsiteY264" fmla="*/ 17186 h 555897"/>
                <a:gd name="connsiteX265" fmla="*/ 129266 w 367038"/>
                <a:gd name="connsiteY265" fmla="*/ 60182 h 555897"/>
                <a:gd name="connsiteX266" fmla="*/ 145681 w 367038"/>
                <a:gd name="connsiteY266" fmla="*/ 64182 h 555897"/>
                <a:gd name="connsiteX267" fmla="*/ 149764 w 367038"/>
                <a:gd name="connsiteY267" fmla="*/ 83263 h 555897"/>
                <a:gd name="connsiteX268" fmla="*/ 149931 w 367038"/>
                <a:gd name="connsiteY268" fmla="*/ 84430 h 555897"/>
                <a:gd name="connsiteX269" fmla="*/ 149681 w 367038"/>
                <a:gd name="connsiteY269" fmla="*/ 84680 h 555897"/>
                <a:gd name="connsiteX270" fmla="*/ 144264 w 367038"/>
                <a:gd name="connsiteY270" fmla="*/ 92346 h 555897"/>
                <a:gd name="connsiteX271" fmla="*/ 134849 w 367038"/>
                <a:gd name="connsiteY271" fmla="*/ 85097 h 555897"/>
                <a:gd name="connsiteX272" fmla="*/ 120600 w 367038"/>
                <a:gd name="connsiteY272" fmla="*/ 83097 h 555897"/>
                <a:gd name="connsiteX273" fmla="*/ 103018 w 367038"/>
                <a:gd name="connsiteY273" fmla="*/ 110678 h 555897"/>
                <a:gd name="connsiteX274" fmla="*/ 86103 w 367038"/>
                <a:gd name="connsiteY274" fmla="*/ 109678 h 555897"/>
                <a:gd name="connsiteX275" fmla="*/ 79854 w 367038"/>
                <a:gd name="connsiteY275" fmla="*/ 99429 h 555897"/>
                <a:gd name="connsiteX276" fmla="*/ 102435 w 367038"/>
                <a:gd name="connsiteY276" fmla="*/ 72431 h 555897"/>
                <a:gd name="connsiteX277" fmla="*/ 111851 w 367038"/>
                <a:gd name="connsiteY277" fmla="*/ 77931 h 555897"/>
                <a:gd name="connsiteX278" fmla="*/ 115100 w 367038"/>
                <a:gd name="connsiteY278" fmla="*/ 76014 h 555897"/>
                <a:gd name="connsiteX279" fmla="*/ 117267 w 367038"/>
                <a:gd name="connsiteY279" fmla="*/ 70931 h 555897"/>
                <a:gd name="connsiteX280" fmla="*/ 129266 w 367038"/>
                <a:gd name="connsiteY280" fmla="*/ 60182 h 555897"/>
                <a:gd name="connsiteX281" fmla="*/ 129266 w 367038"/>
                <a:gd name="connsiteY281" fmla="*/ 60182 h 555897"/>
                <a:gd name="connsiteX282" fmla="*/ 90519 w 367038"/>
                <a:gd name="connsiteY282" fmla="*/ 42434 h 555897"/>
                <a:gd name="connsiteX283" fmla="*/ 106268 w 367038"/>
                <a:gd name="connsiteY283" fmla="*/ 42934 h 555897"/>
                <a:gd name="connsiteX284" fmla="*/ 120267 w 367038"/>
                <a:gd name="connsiteY284" fmla="*/ 49517 h 555897"/>
                <a:gd name="connsiteX285" fmla="*/ 110018 w 367038"/>
                <a:gd name="connsiteY285" fmla="*/ 71015 h 555897"/>
                <a:gd name="connsiteX286" fmla="*/ 96269 w 367038"/>
                <a:gd name="connsiteY286" fmla="*/ 62349 h 555897"/>
                <a:gd name="connsiteX287" fmla="*/ 81354 w 367038"/>
                <a:gd name="connsiteY287" fmla="*/ 67599 h 555897"/>
                <a:gd name="connsiteX288" fmla="*/ 76437 w 367038"/>
                <a:gd name="connsiteY288" fmla="*/ 73431 h 555897"/>
                <a:gd name="connsiteX289" fmla="*/ 75021 w 367038"/>
                <a:gd name="connsiteY289" fmla="*/ 72431 h 555897"/>
                <a:gd name="connsiteX290" fmla="*/ 90519 w 367038"/>
                <a:gd name="connsiteY290" fmla="*/ 42434 h 555897"/>
                <a:gd name="connsiteX291" fmla="*/ 90519 w 367038"/>
                <a:gd name="connsiteY291" fmla="*/ 42434 h 555897"/>
                <a:gd name="connsiteX292" fmla="*/ 30025 w 367038"/>
                <a:gd name="connsiteY292" fmla="*/ 94762 h 555897"/>
                <a:gd name="connsiteX293" fmla="*/ 41607 w 367038"/>
                <a:gd name="connsiteY293" fmla="*/ 77847 h 555897"/>
                <a:gd name="connsiteX294" fmla="*/ 60606 w 367038"/>
                <a:gd name="connsiteY294" fmla="*/ 71931 h 555897"/>
                <a:gd name="connsiteX295" fmla="*/ 73771 w 367038"/>
                <a:gd name="connsiteY295" fmla="*/ 79264 h 555897"/>
                <a:gd name="connsiteX296" fmla="*/ 73271 w 367038"/>
                <a:gd name="connsiteY296" fmla="*/ 92596 h 555897"/>
                <a:gd name="connsiteX297" fmla="*/ 60272 w 367038"/>
                <a:gd name="connsiteY297" fmla="*/ 89430 h 555897"/>
                <a:gd name="connsiteX298" fmla="*/ 44607 w 367038"/>
                <a:gd name="connsiteY298" fmla="*/ 98679 h 555897"/>
                <a:gd name="connsiteX299" fmla="*/ 40691 w 367038"/>
                <a:gd name="connsiteY299" fmla="*/ 112511 h 555897"/>
                <a:gd name="connsiteX300" fmla="*/ 29608 w 367038"/>
                <a:gd name="connsiteY300" fmla="*/ 111428 h 555897"/>
                <a:gd name="connsiteX301" fmla="*/ 30025 w 367038"/>
                <a:gd name="connsiteY301" fmla="*/ 94762 h 555897"/>
                <a:gd name="connsiteX302" fmla="*/ 30025 w 367038"/>
                <a:gd name="connsiteY302" fmla="*/ 94762 h 555897"/>
                <a:gd name="connsiteX303" fmla="*/ 15109 w 367038"/>
                <a:gd name="connsiteY303" fmla="*/ 131509 h 555897"/>
                <a:gd name="connsiteX304" fmla="*/ 42440 w 367038"/>
                <a:gd name="connsiteY304" fmla="*/ 122260 h 555897"/>
                <a:gd name="connsiteX305" fmla="*/ 46607 w 367038"/>
                <a:gd name="connsiteY305" fmla="*/ 120427 h 555897"/>
                <a:gd name="connsiteX306" fmla="*/ 54273 w 367038"/>
                <a:gd name="connsiteY306" fmla="*/ 100679 h 555897"/>
                <a:gd name="connsiteX307" fmla="*/ 71021 w 367038"/>
                <a:gd name="connsiteY307" fmla="*/ 101429 h 555897"/>
                <a:gd name="connsiteX308" fmla="*/ 78937 w 367038"/>
                <a:gd name="connsiteY308" fmla="*/ 112094 h 555897"/>
                <a:gd name="connsiteX309" fmla="*/ 65355 w 367038"/>
                <a:gd name="connsiteY309" fmla="*/ 130509 h 555897"/>
                <a:gd name="connsiteX310" fmla="*/ 51106 w 367038"/>
                <a:gd name="connsiteY310" fmla="*/ 129010 h 555897"/>
                <a:gd name="connsiteX311" fmla="*/ 38441 w 367038"/>
                <a:gd name="connsiteY311" fmla="*/ 141758 h 555897"/>
                <a:gd name="connsiteX312" fmla="*/ 38524 w 367038"/>
                <a:gd name="connsiteY312" fmla="*/ 165173 h 555897"/>
                <a:gd name="connsiteX313" fmla="*/ 23359 w 367038"/>
                <a:gd name="connsiteY313" fmla="*/ 159423 h 555897"/>
                <a:gd name="connsiteX314" fmla="*/ 16693 w 367038"/>
                <a:gd name="connsiteY314" fmla="*/ 156840 h 555897"/>
                <a:gd name="connsiteX315" fmla="*/ 15109 w 367038"/>
                <a:gd name="connsiteY315" fmla="*/ 131509 h 555897"/>
                <a:gd name="connsiteX316" fmla="*/ 15109 w 367038"/>
                <a:gd name="connsiteY316" fmla="*/ 131509 h 555897"/>
                <a:gd name="connsiteX317" fmla="*/ 127599 w 367038"/>
                <a:gd name="connsiteY317" fmla="*/ 503142 h 555897"/>
                <a:gd name="connsiteX318" fmla="*/ 111018 w 367038"/>
                <a:gd name="connsiteY318" fmla="*/ 490477 h 555897"/>
                <a:gd name="connsiteX319" fmla="*/ 102102 w 367038"/>
                <a:gd name="connsiteY319" fmla="*/ 462396 h 555897"/>
                <a:gd name="connsiteX320" fmla="*/ 74354 w 367038"/>
                <a:gd name="connsiteY320" fmla="*/ 375071 h 555897"/>
                <a:gd name="connsiteX321" fmla="*/ 43107 w 367038"/>
                <a:gd name="connsiteY321" fmla="*/ 266747 h 555897"/>
                <a:gd name="connsiteX322" fmla="*/ 29608 w 367038"/>
                <a:gd name="connsiteY322" fmla="*/ 218251 h 555897"/>
                <a:gd name="connsiteX323" fmla="*/ 19526 w 367038"/>
                <a:gd name="connsiteY323" fmla="*/ 186754 h 555897"/>
                <a:gd name="connsiteX324" fmla="*/ 12943 w 367038"/>
                <a:gd name="connsiteY324" fmla="*/ 167173 h 555897"/>
                <a:gd name="connsiteX325" fmla="*/ 23859 w 367038"/>
                <a:gd name="connsiteY325" fmla="*/ 171173 h 555897"/>
                <a:gd name="connsiteX326" fmla="*/ 44773 w 367038"/>
                <a:gd name="connsiteY326" fmla="*/ 184504 h 555897"/>
                <a:gd name="connsiteX327" fmla="*/ 52523 w 367038"/>
                <a:gd name="connsiteY327" fmla="*/ 216585 h 555897"/>
                <a:gd name="connsiteX328" fmla="*/ 66022 w 367038"/>
                <a:gd name="connsiteY328" fmla="*/ 267080 h 555897"/>
                <a:gd name="connsiteX329" fmla="*/ 92186 w 367038"/>
                <a:gd name="connsiteY329" fmla="*/ 351989 h 555897"/>
                <a:gd name="connsiteX330" fmla="*/ 120683 w 367038"/>
                <a:gd name="connsiteY330" fmla="*/ 444648 h 555897"/>
                <a:gd name="connsiteX331" fmla="*/ 136515 w 367038"/>
                <a:gd name="connsiteY331" fmla="*/ 494477 h 555897"/>
                <a:gd name="connsiteX332" fmla="*/ 139848 w 367038"/>
                <a:gd name="connsiteY332" fmla="*/ 508142 h 555897"/>
                <a:gd name="connsiteX333" fmla="*/ 127599 w 367038"/>
                <a:gd name="connsiteY333" fmla="*/ 503142 h 555897"/>
                <a:gd name="connsiteX334" fmla="*/ 127599 w 367038"/>
                <a:gd name="connsiteY334" fmla="*/ 503142 h 555897"/>
                <a:gd name="connsiteX335" fmla="*/ 167846 w 367038"/>
                <a:gd name="connsiteY335" fmla="*/ 518808 h 555897"/>
                <a:gd name="connsiteX336" fmla="*/ 148014 w 367038"/>
                <a:gd name="connsiteY336" fmla="*/ 511142 h 555897"/>
                <a:gd name="connsiteX337" fmla="*/ 125600 w 367038"/>
                <a:gd name="connsiteY337" fmla="*/ 436398 h 555897"/>
                <a:gd name="connsiteX338" fmla="*/ 94102 w 367038"/>
                <a:gd name="connsiteY338" fmla="*/ 339324 h 555897"/>
                <a:gd name="connsiteX339" fmla="*/ 67105 w 367038"/>
                <a:gd name="connsiteY339" fmla="*/ 243916 h 555897"/>
                <a:gd name="connsiteX340" fmla="*/ 53356 w 367038"/>
                <a:gd name="connsiteY340" fmla="*/ 194004 h 555897"/>
                <a:gd name="connsiteX341" fmla="*/ 51690 w 367038"/>
                <a:gd name="connsiteY341" fmla="*/ 188338 h 555897"/>
                <a:gd name="connsiteX342" fmla="*/ 97519 w 367038"/>
                <a:gd name="connsiteY342" fmla="*/ 209252 h 555897"/>
                <a:gd name="connsiteX343" fmla="*/ 99519 w 367038"/>
                <a:gd name="connsiteY343" fmla="*/ 210002 h 555897"/>
                <a:gd name="connsiteX344" fmla="*/ 114601 w 367038"/>
                <a:gd name="connsiteY344" fmla="*/ 285079 h 555897"/>
                <a:gd name="connsiteX345" fmla="*/ 138015 w 367038"/>
                <a:gd name="connsiteY345" fmla="*/ 375821 h 555897"/>
                <a:gd name="connsiteX346" fmla="*/ 159096 w 367038"/>
                <a:gd name="connsiteY346" fmla="*/ 461396 h 555897"/>
                <a:gd name="connsiteX347" fmla="*/ 174179 w 367038"/>
                <a:gd name="connsiteY347" fmla="*/ 520974 h 555897"/>
                <a:gd name="connsiteX348" fmla="*/ 167846 w 367038"/>
                <a:gd name="connsiteY348" fmla="*/ 518808 h 555897"/>
                <a:gd name="connsiteX349" fmla="*/ 167846 w 367038"/>
                <a:gd name="connsiteY349" fmla="*/ 518808 h 555897"/>
                <a:gd name="connsiteX350" fmla="*/ 212175 w 367038"/>
                <a:gd name="connsiteY350" fmla="*/ 534556 h 555897"/>
                <a:gd name="connsiteX351" fmla="*/ 183261 w 367038"/>
                <a:gd name="connsiteY351" fmla="*/ 524641 h 555897"/>
                <a:gd name="connsiteX352" fmla="*/ 167929 w 367038"/>
                <a:gd name="connsiteY352" fmla="*/ 458396 h 555897"/>
                <a:gd name="connsiteX353" fmla="*/ 145515 w 367038"/>
                <a:gd name="connsiteY353" fmla="*/ 369404 h 555897"/>
                <a:gd name="connsiteX354" fmla="*/ 121600 w 367038"/>
                <a:gd name="connsiteY354" fmla="*/ 281496 h 555897"/>
                <a:gd name="connsiteX355" fmla="*/ 105685 w 367038"/>
                <a:gd name="connsiteY355" fmla="*/ 212335 h 555897"/>
                <a:gd name="connsiteX356" fmla="*/ 141265 w 367038"/>
                <a:gd name="connsiteY356" fmla="*/ 223917 h 555897"/>
                <a:gd name="connsiteX357" fmla="*/ 157514 w 367038"/>
                <a:gd name="connsiteY357" fmla="*/ 228750 h 555897"/>
                <a:gd name="connsiteX358" fmla="*/ 182678 w 367038"/>
                <a:gd name="connsiteY358" fmla="*/ 392986 h 555897"/>
                <a:gd name="connsiteX359" fmla="*/ 201176 w 367038"/>
                <a:gd name="connsiteY359" fmla="*/ 471395 h 555897"/>
                <a:gd name="connsiteX360" fmla="*/ 214008 w 367038"/>
                <a:gd name="connsiteY360" fmla="*/ 519807 h 555897"/>
                <a:gd name="connsiteX361" fmla="*/ 217591 w 367038"/>
                <a:gd name="connsiteY361" fmla="*/ 536889 h 555897"/>
                <a:gd name="connsiteX362" fmla="*/ 212175 w 367038"/>
                <a:gd name="connsiteY362" fmla="*/ 534556 h 555897"/>
                <a:gd name="connsiteX363" fmla="*/ 212175 w 367038"/>
                <a:gd name="connsiteY363" fmla="*/ 534556 h 555897"/>
                <a:gd name="connsiteX364" fmla="*/ 248589 w 367038"/>
                <a:gd name="connsiteY364" fmla="*/ 498226 h 555897"/>
                <a:gd name="connsiteX365" fmla="*/ 252422 w 367038"/>
                <a:gd name="connsiteY365" fmla="*/ 528140 h 555897"/>
                <a:gd name="connsiteX366" fmla="*/ 248838 w 367038"/>
                <a:gd name="connsiteY366" fmla="*/ 529723 h 555897"/>
                <a:gd name="connsiteX367" fmla="*/ 230673 w 367038"/>
                <a:gd name="connsiteY367" fmla="*/ 537972 h 555897"/>
                <a:gd name="connsiteX368" fmla="*/ 229757 w 367038"/>
                <a:gd name="connsiteY368" fmla="*/ 538139 h 555897"/>
                <a:gd name="connsiteX369" fmla="*/ 222591 w 367038"/>
                <a:gd name="connsiteY369" fmla="*/ 507309 h 555897"/>
                <a:gd name="connsiteX370" fmla="*/ 210592 w 367038"/>
                <a:gd name="connsiteY370" fmla="*/ 461979 h 555897"/>
                <a:gd name="connsiteX371" fmla="*/ 194010 w 367038"/>
                <a:gd name="connsiteY371" fmla="*/ 383070 h 555897"/>
                <a:gd name="connsiteX372" fmla="*/ 163513 w 367038"/>
                <a:gd name="connsiteY372" fmla="*/ 228917 h 555897"/>
                <a:gd name="connsiteX373" fmla="*/ 174429 w 367038"/>
                <a:gd name="connsiteY373" fmla="*/ 226418 h 555897"/>
                <a:gd name="connsiteX374" fmla="*/ 200009 w 367038"/>
                <a:gd name="connsiteY374" fmla="*/ 212085 h 555897"/>
                <a:gd name="connsiteX375" fmla="*/ 211342 w 367038"/>
                <a:gd name="connsiteY375" fmla="*/ 279746 h 555897"/>
                <a:gd name="connsiteX376" fmla="*/ 226091 w 367038"/>
                <a:gd name="connsiteY376" fmla="*/ 364655 h 555897"/>
                <a:gd name="connsiteX377" fmla="*/ 235256 w 367038"/>
                <a:gd name="connsiteY377" fmla="*/ 409317 h 555897"/>
                <a:gd name="connsiteX378" fmla="*/ 242339 w 367038"/>
                <a:gd name="connsiteY378" fmla="*/ 456730 h 555897"/>
                <a:gd name="connsiteX379" fmla="*/ 248589 w 367038"/>
                <a:gd name="connsiteY379" fmla="*/ 498226 h 555897"/>
                <a:gd name="connsiteX380" fmla="*/ 248589 w 367038"/>
                <a:gd name="connsiteY380" fmla="*/ 498226 h 555897"/>
                <a:gd name="connsiteX381" fmla="*/ 293584 w 367038"/>
                <a:gd name="connsiteY381" fmla="*/ 430066 h 555897"/>
                <a:gd name="connsiteX382" fmla="*/ 297501 w 367038"/>
                <a:gd name="connsiteY382" fmla="*/ 473478 h 555897"/>
                <a:gd name="connsiteX383" fmla="*/ 301167 w 367038"/>
                <a:gd name="connsiteY383" fmla="*/ 507059 h 555897"/>
                <a:gd name="connsiteX384" fmla="*/ 262504 w 367038"/>
                <a:gd name="connsiteY384" fmla="*/ 523724 h 555897"/>
                <a:gd name="connsiteX385" fmla="*/ 258004 w 367038"/>
                <a:gd name="connsiteY385" fmla="*/ 499892 h 555897"/>
                <a:gd name="connsiteX386" fmla="*/ 249505 w 367038"/>
                <a:gd name="connsiteY386" fmla="*/ 458230 h 555897"/>
                <a:gd name="connsiteX387" fmla="*/ 242339 w 367038"/>
                <a:gd name="connsiteY387" fmla="*/ 411234 h 555897"/>
                <a:gd name="connsiteX388" fmla="*/ 233673 w 367038"/>
                <a:gd name="connsiteY388" fmla="*/ 363572 h 555897"/>
                <a:gd name="connsiteX389" fmla="*/ 220591 w 367038"/>
                <a:gd name="connsiteY389" fmla="*/ 280746 h 555897"/>
                <a:gd name="connsiteX390" fmla="*/ 213008 w 367038"/>
                <a:gd name="connsiteY390" fmla="*/ 242249 h 555897"/>
                <a:gd name="connsiteX391" fmla="*/ 207009 w 367038"/>
                <a:gd name="connsiteY391" fmla="*/ 207752 h 555897"/>
                <a:gd name="connsiteX392" fmla="*/ 213925 w 367038"/>
                <a:gd name="connsiteY392" fmla="*/ 203753 h 555897"/>
                <a:gd name="connsiteX393" fmla="*/ 257338 w 367038"/>
                <a:gd name="connsiteY393" fmla="*/ 182421 h 555897"/>
                <a:gd name="connsiteX394" fmla="*/ 267670 w 367038"/>
                <a:gd name="connsiteY394" fmla="*/ 177255 h 555897"/>
                <a:gd name="connsiteX395" fmla="*/ 282752 w 367038"/>
                <a:gd name="connsiteY395" fmla="*/ 348240 h 555897"/>
                <a:gd name="connsiteX396" fmla="*/ 293584 w 367038"/>
                <a:gd name="connsiteY396" fmla="*/ 430066 h 555897"/>
                <a:gd name="connsiteX397" fmla="*/ 293584 w 367038"/>
                <a:gd name="connsiteY397" fmla="*/ 430066 h 555897"/>
                <a:gd name="connsiteX398" fmla="*/ 335581 w 367038"/>
                <a:gd name="connsiteY398" fmla="*/ 181171 h 555897"/>
                <a:gd name="connsiteX399" fmla="*/ 333414 w 367038"/>
                <a:gd name="connsiteY399" fmla="*/ 230334 h 555897"/>
                <a:gd name="connsiteX400" fmla="*/ 335497 w 367038"/>
                <a:gd name="connsiteY400" fmla="*/ 324242 h 555897"/>
                <a:gd name="connsiteX401" fmla="*/ 342663 w 367038"/>
                <a:gd name="connsiteY401" fmla="*/ 419067 h 555897"/>
                <a:gd name="connsiteX402" fmla="*/ 348163 w 367038"/>
                <a:gd name="connsiteY402" fmla="*/ 467312 h 555897"/>
                <a:gd name="connsiteX403" fmla="*/ 349413 w 367038"/>
                <a:gd name="connsiteY403" fmla="*/ 485310 h 555897"/>
                <a:gd name="connsiteX404" fmla="*/ 349496 w 367038"/>
                <a:gd name="connsiteY404" fmla="*/ 486394 h 555897"/>
                <a:gd name="connsiteX405" fmla="*/ 348496 w 367038"/>
                <a:gd name="connsiteY405" fmla="*/ 487060 h 555897"/>
                <a:gd name="connsiteX406" fmla="*/ 336581 w 367038"/>
                <a:gd name="connsiteY406" fmla="*/ 492143 h 555897"/>
                <a:gd name="connsiteX407" fmla="*/ 309500 w 367038"/>
                <a:gd name="connsiteY407" fmla="*/ 503642 h 555897"/>
                <a:gd name="connsiteX408" fmla="*/ 307666 w 367038"/>
                <a:gd name="connsiteY408" fmla="*/ 477895 h 555897"/>
                <a:gd name="connsiteX409" fmla="*/ 305167 w 367038"/>
                <a:gd name="connsiteY409" fmla="*/ 437565 h 555897"/>
                <a:gd name="connsiteX410" fmla="*/ 294918 w 367038"/>
                <a:gd name="connsiteY410" fmla="*/ 350906 h 555897"/>
                <a:gd name="connsiteX411" fmla="*/ 274253 w 367038"/>
                <a:gd name="connsiteY411" fmla="*/ 174005 h 555897"/>
                <a:gd name="connsiteX412" fmla="*/ 337914 w 367038"/>
                <a:gd name="connsiteY412" fmla="*/ 139092 h 555897"/>
                <a:gd name="connsiteX413" fmla="*/ 335581 w 367038"/>
                <a:gd name="connsiteY413" fmla="*/ 181171 h 555897"/>
                <a:gd name="connsiteX414" fmla="*/ 335581 w 367038"/>
                <a:gd name="connsiteY414" fmla="*/ 181171 h 555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Lst>
              <a:rect l="l" t="t" r="r" b="b"/>
              <a:pathLst>
                <a:path w="367038" h="555897">
                  <a:moveTo>
                    <a:pt x="344746" y="126843"/>
                  </a:moveTo>
                  <a:cubicBezTo>
                    <a:pt x="342580" y="124593"/>
                    <a:pt x="340247" y="124177"/>
                    <a:pt x="337330" y="125010"/>
                  </a:cubicBezTo>
                  <a:cubicBezTo>
                    <a:pt x="331998" y="126593"/>
                    <a:pt x="326915" y="128926"/>
                    <a:pt x="321915" y="131426"/>
                  </a:cubicBezTo>
                  <a:cubicBezTo>
                    <a:pt x="322499" y="128593"/>
                    <a:pt x="322582" y="125760"/>
                    <a:pt x="322082" y="123010"/>
                  </a:cubicBezTo>
                  <a:cubicBezTo>
                    <a:pt x="331248" y="115344"/>
                    <a:pt x="338997" y="99012"/>
                    <a:pt x="334997" y="87596"/>
                  </a:cubicBezTo>
                  <a:cubicBezTo>
                    <a:pt x="330581" y="74848"/>
                    <a:pt x="316999" y="75431"/>
                    <a:pt x="305667" y="77764"/>
                  </a:cubicBezTo>
                  <a:cubicBezTo>
                    <a:pt x="306167" y="68765"/>
                    <a:pt x="301917" y="59683"/>
                    <a:pt x="294251" y="56182"/>
                  </a:cubicBezTo>
                  <a:cubicBezTo>
                    <a:pt x="299834" y="46600"/>
                    <a:pt x="301084" y="38268"/>
                    <a:pt x="291085" y="28352"/>
                  </a:cubicBezTo>
                  <a:cubicBezTo>
                    <a:pt x="280085" y="17269"/>
                    <a:pt x="270170" y="23019"/>
                    <a:pt x="260337" y="30935"/>
                  </a:cubicBezTo>
                  <a:cubicBezTo>
                    <a:pt x="258421" y="28519"/>
                    <a:pt x="257254" y="25102"/>
                    <a:pt x="254338" y="23352"/>
                  </a:cubicBezTo>
                  <a:cubicBezTo>
                    <a:pt x="252005" y="21936"/>
                    <a:pt x="249588" y="21269"/>
                    <a:pt x="247172" y="21186"/>
                  </a:cubicBezTo>
                  <a:cubicBezTo>
                    <a:pt x="247672" y="20103"/>
                    <a:pt x="247755" y="18853"/>
                    <a:pt x="246922" y="17853"/>
                  </a:cubicBezTo>
                  <a:cubicBezTo>
                    <a:pt x="243922" y="14353"/>
                    <a:pt x="242172" y="12187"/>
                    <a:pt x="237423" y="10687"/>
                  </a:cubicBezTo>
                  <a:cubicBezTo>
                    <a:pt x="233173" y="9437"/>
                    <a:pt x="228924" y="9937"/>
                    <a:pt x="225007" y="12020"/>
                  </a:cubicBezTo>
                  <a:cubicBezTo>
                    <a:pt x="222424" y="13353"/>
                    <a:pt x="220341" y="15186"/>
                    <a:pt x="218758" y="17353"/>
                  </a:cubicBezTo>
                  <a:cubicBezTo>
                    <a:pt x="218508" y="15019"/>
                    <a:pt x="217841" y="12770"/>
                    <a:pt x="216675" y="10770"/>
                  </a:cubicBezTo>
                  <a:cubicBezTo>
                    <a:pt x="212925" y="4437"/>
                    <a:pt x="204176" y="-812"/>
                    <a:pt x="196677" y="104"/>
                  </a:cubicBezTo>
                  <a:cubicBezTo>
                    <a:pt x="185511" y="1521"/>
                    <a:pt x="173012" y="11936"/>
                    <a:pt x="172262" y="23102"/>
                  </a:cubicBezTo>
                  <a:cubicBezTo>
                    <a:pt x="164763" y="11520"/>
                    <a:pt x="150347" y="2187"/>
                    <a:pt x="137682" y="10270"/>
                  </a:cubicBezTo>
                  <a:cubicBezTo>
                    <a:pt x="128849" y="15853"/>
                    <a:pt x="120017" y="27518"/>
                    <a:pt x="120683" y="38268"/>
                  </a:cubicBezTo>
                  <a:cubicBezTo>
                    <a:pt x="111101" y="30935"/>
                    <a:pt x="89270" y="32018"/>
                    <a:pt x="81520" y="36351"/>
                  </a:cubicBezTo>
                  <a:cubicBezTo>
                    <a:pt x="73354" y="40934"/>
                    <a:pt x="65272" y="55849"/>
                    <a:pt x="66688" y="66932"/>
                  </a:cubicBezTo>
                  <a:cubicBezTo>
                    <a:pt x="63022" y="65182"/>
                    <a:pt x="59105" y="64349"/>
                    <a:pt x="54106" y="65182"/>
                  </a:cubicBezTo>
                  <a:cubicBezTo>
                    <a:pt x="45524" y="66682"/>
                    <a:pt x="35524" y="70848"/>
                    <a:pt x="29775" y="77681"/>
                  </a:cubicBezTo>
                  <a:cubicBezTo>
                    <a:pt x="23692" y="84930"/>
                    <a:pt x="17693" y="102345"/>
                    <a:pt x="22276" y="112594"/>
                  </a:cubicBezTo>
                  <a:cubicBezTo>
                    <a:pt x="14526" y="114844"/>
                    <a:pt x="8110" y="120260"/>
                    <a:pt x="4527" y="129510"/>
                  </a:cubicBezTo>
                  <a:cubicBezTo>
                    <a:pt x="1528" y="137175"/>
                    <a:pt x="1194" y="147424"/>
                    <a:pt x="4611" y="155174"/>
                  </a:cubicBezTo>
                  <a:cubicBezTo>
                    <a:pt x="4361" y="155257"/>
                    <a:pt x="4111" y="155257"/>
                    <a:pt x="3861" y="155340"/>
                  </a:cubicBezTo>
                  <a:cubicBezTo>
                    <a:pt x="1861" y="156007"/>
                    <a:pt x="277" y="158423"/>
                    <a:pt x="111" y="160423"/>
                  </a:cubicBezTo>
                  <a:cubicBezTo>
                    <a:pt x="-1056" y="173589"/>
                    <a:pt x="7277" y="189421"/>
                    <a:pt x="11277" y="201586"/>
                  </a:cubicBezTo>
                  <a:cubicBezTo>
                    <a:pt x="17276" y="219668"/>
                    <a:pt x="22942" y="237750"/>
                    <a:pt x="28358" y="255998"/>
                  </a:cubicBezTo>
                  <a:cubicBezTo>
                    <a:pt x="38607" y="290661"/>
                    <a:pt x="47023" y="325825"/>
                    <a:pt x="58689" y="360072"/>
                  </a:cubicBezTo>
                  <a:cubicBezTo>
                    <a:pt x="71104" y="396736"/>
                    <a:pt x="81437" y="433066"/>
                    <a:pt x="90603" y="470646"/>
                  </a:cubicBezTo>
                  <a:cubicBezTo>
                    <a:pt x="93269" y="481478"/>
                    <a:pt x="94352" y="497893"/>
                    <a:pt x="101852" y="506642"/>
                  </a:cubicBezTo>
                  <a:cubicBezTo>
                    <a:pt x="110268" y="516475"/>
                    <a:pt x="130599" y="521307"/>
                    <a:pt x="142015" y="525807"/>
                  </a:cubicBezTo>
                  <a:cubicBezTo>
                    <a:pt x="144514" y="526807"/>
                    <a:pt x="147014" y="527807"/>
                    <a:pt x="149431" y="528807"/>
                  </a:cubicBezTo>
                  <a:cubicBezTo>
                    <a:pt x="149681" y="528974"/>
                    <a:pt x="149931" y="529057"/>
                    <a:pt x="150181" y="529140"/>
                  </a:cubicBezTo>
                  <a:cubicBezTo>
                    <a:pt x="162596" y="534140"/>
                    <a:pt x="175012" y="539389"/>
                    <a:pt x="187761" y="543556"/>
                  </a:cubicBezTo>
                  <a:cubicBezTo>
                    <a:pt x="199760" y="547555"/>
                    <a:pt x="217091" y="557638"/>
                    <a:pt x="230007" y="555637"/>
                  </a:cubicBezTo>
                  <a:cubicBezTo>
                    <a:pt x="242922" y="553638"/>
                    <a:pt x="256588" y="544222"/>
                    <a:pt x="268586" y="539472"/>
                  </a:cubicBezTo>
                  <a:cubicBezTo>
                    <a:pt x="286335" y="532473"/>
                    <a:pt x="303500" y="524307"/>
                    <a:pt x="321082" y="517141"/>
                  </a:cubicBezTo>
                  <a:cubicBezTo>
                    <a:pt x="328581" y="514141"/>
                    <a:pt x="336081" y="511309"/>
                    <a:pt x="343580" y="508225"/>
                  </a:cubicBezTo>
                  <a:cubicBezTo>
                    <a:pt x="349163" y="505892"/>
                    <a:pt x="358245" y="503976"/>
                    <a:pt x="362745" y="499476"/>
                  </a:cubicBezTo>
                  <a:cubicBezTo>
                    <a:pt x="370911" y="491394"/>
                    <a:pt x="365161" y="477228"/>
                    <a:pt x="363828" y="467396"/>
                  </a:cubicBezTo>
                  <a:cubicBezTo>
                    <a:pt x="358912" y="430316"/>
                    <a:pt x="351329" y="392902"/>
                    <a:pt x="349246" y="355573"/>
                  </a:cubicBezTo>
                  <a:cubicBezTo>
                    <a:pt x="346913" y="313576"/>
                    <a:pt x="344746" y="271080"/>
                    <a:pt x="345830" y="229084"/>
                  </a:cubicBezTo>
                  <a:cubicBezTo>
                    <a:pt x="346330" y="207836"/>
                    <a:pt x="347580" y="186671"/>
                    <a:pt x="348580" y="165506"/>
                  </a:cubicBezTo>
                  <a:cubicBezTo>
                    <a:pt x="349080" y="154674"/>
                    <a:pt x="353329" y="135676"/>
                    <a:pt x="344746" y="126843"/>
                  </a:cubicBezTo>
                  <a:lnTo>
                    <a:pt x="344746" y="126843"/>
                  </a:lnTo>
                  <a:close/>
                  <a:moveTo>
                    <a:pt x="304834" y="83014"/>
                  </a:moveTo>
                  <a:cubicBezTo>
                    <a:pt x="311583" y="81430"/>
                    <a:pt x="319165" y="81264"/>
                    <a:pt x="324582" y="86097"/>
                  </a:cubicBezTo>
                  <a:cubicBezTo>
                    <a:pt x="331498" y="92263"/>
                    <a:pt x="324998" y="102762"/>
                    <a:pt x="320999" y="108178"/>
                  </a:cubicBezTo>
                  <a:cubicBezTo>
                    <a:pt x="319832" y="109761"/>
                    <a:pt x="317582" y="111761"/>
                    <a:pt x="315666" y="114011"/>
                  </a:cubicBezTo>
                  <a:cubicBezTo>
                    <a:pt x="313833" y="112927"/>
                    <a:pt x="311750" y="112094"/>
                    <a:pt x="309583" y="111678"/>
                  </a:cubicBezTo>
                  <a:cubicBezTo>
                    <a:pt x="306584" y="111094"/>
                    <a:pt x="303250" y="111261"/>
                    <a:pt x="300251" y="111845"/>
                  </a:cubicBezTo>
                  <a:cubicBezTo>
                    <a:pt x="300251" y="111845"/>
                    <a:pt x="299917" y="111927"/>
                    <a:pt x="299417" y="112094"/>
                  </a:cubicBezTo>
                  <a:cubicBezTo>
                    <a:pt x="300667" y="108928"/>
                    <a:pt x="301834" y="105845"/>
                    <a:pt x="301584" y="101929"/>
                  </a:cubicBezTo>
                  <a:cubicBezTo>
                    <a:pt x="301334" y="98762"/>
                    <a:pt x="300500" y="95762"/>
                    <a:pt x="298751" y="93346"/>
                  </a:cubicBezTo>
                  <a:cubicBezTo>
                    <a:pt x="301834" y="90513"/>
                    <a:pt x="303750" y="86847"/>
                    <a:pt x="304834" y="83014"/>
                  </a:cubicBezTo>
                  <a:lnTo>
                    <a:pt x="304834" y="83014"/>
                  </a:lnTo>
                  <a:close/>
                  <a:moveTo>
                    <a:pt x="177762" y="205836"/>
                  </a:moveTo>
                  <a:cubicBezTo>
                    <a:pt x="173928" y="208252"/>
                    <a:pt x="169762" y="210835"/>
                    <a:pt x="165679" y="211918"/>
                  </a:cubicBezTo>
                  <a:cubicBezTo>
                    <a:pt x="157763" y="214085"/>
                    <a:pt x="149847" y="209586"/>
                    <a:pt x="142598" y="207086"/>
                  </a:cubicBezTo>
                  <a:cubicBezTo>
                    <a:pt x="134849" y="204503"/>
                    <a:pt x="126933" y="202503"/>
                    <a:pt x="119100" y="200337"/>
                  </a:cubicBezTo>
                  <a:cubicBezTo>
                    <a:pt x="118850" y="193670"/>
                    <a:pt x="121600" y="185004"/>
                    <a:pt x="123100" y="182838"/>
                  </a:cubicBezTo>
                  <a:cubicBezTo>
                    <a:pt x="125516" y="180588"/>
                    <a:pt x="127933" y="178338"/>
                    <a:pt x="130349" y="176172"/>
                  </a:cubicBezTo>
                  <a:cubicBezTo>
                    <a:pt x="136682" y="174422"/>
                    <a:pt x="141848" y="176255"/>
                    <a:pt x="145848" y="181505"/>
                  </a:cubicBezTo>
                  <a:cubicBezTo>
                    <a:pt x="147264" y="182172"/>
                    <a:pt x="147848" y="182838"/>
                    <a:pt x="149597" y="183338"/>
                  </a:cubicBezTo>
                  <a:cubicBezTo>
                    <a:pt x="151264" y="183838"/>
                    <a:pt x="153264" y="183254"/>
                    <a:pt x="153847" y="181505"/>
                  </a:cubicBezTo>
                  <a:cubicBezTo>
                    <a:pt x="158930" y="167173"/>
                    <a:pt x="175345" y="167923"/>
                    <a:pt x="177928" y="182421"/>
                  </a:cubicBezTo>
                  <a:cubicBezTo>
                    <a:pt x="179178" y="189587"/>
                    <a:pt x="177262" y="195170"/>
                    <a:pt x="176262" y="202253"/>
                  </a:cubicBezTo>
                  <a:cubicBezTo>
                    <a:pt x="175928" y="203836"/>
                    <a:pt x="176678" y="205003"/>
                    <a:pt x="177762" y="205836"/>
                  </a:cubicBezTo>
                  <a:lnTo>
                    <a:pt x="177762" y="205836"/>
                  </a:lnTo>
                  <a:close/>
                  <a:moveTo>
                    <a:pt x="76937" y="183171"/>
                  </a:moveTo>
                  <a:cubicBezTo>
                    <a:pt x="69771" y="179422"/>
                    <a:pt x="62522" y="175672"/>
                    <a:pt x="55273" y="172339"/>
                  </a:cubicBezTo>
                  <a:cubicBezTo>
                    <a:pt x="54023" y="171756"/>
                    <a:pt x="52773" y="171173"/>
                    <a:pt x="51523" y="170673"/>
                  </a:cubicBezTo>
                  <a:cubicBezTo>
                    <a:pt x="39024" y="155340"/>
                    <a:pt x="47190" y="136842"/>
                    <a:pt x="69771" y="141925"/>
                  </a:cubicBezTo>
                  <a:cubicBezTo>
                    <a:pt x="72188" y="142508"/>
                    <a:pt x="75521" y="140008"/>
                    <a:pt x="75438" y="137509"/>
                  </a:cubicBezTo>
                  <a:cubicBezTo>
                    <a:pt x="75188" y="117844"/>
                    <a:pt x="101185" y="111178"/>
                    <a:pt x="109434" y="130759"/>
                  </a:cubicBezTo>
                  <a:cubicBezTo>
                    <a:pt x="103935" y="136342"/>
                    <a:pt x="104768" y="141925"/>
                    <a:pt x="105185" y="148258"/>
                  </a:cubicBezTo>
                  <a:cubicBezTo>
                    <a:pt x="101602" y="146175"/>
                    <a:pt x="98435" y="144675"/>
                    <a:pt x="93269" y="145591"/>
                  </a:cubicBezTo>
                  <a:cubicBezTo>
                    <a:pt x="87020" y="146675"/>
                    <a:pt x="82187" y="150924"/>
                    <a:pt x="78771" y="156007"/>
                  </a:cubicBezTo>
                  <a:cubicBezTo>
                    <a:pt x="72604" y="165173"/>
                    <a:pt x="73438" y="174256"/>
                    <a:pt x="76937" y="183171"/>
                  </a:cubicBezTo>
                  <a:lnTo>
                    <a:pt x="76937" y="183171"/>
                  </a:lnTo>
                  <a:close/>
                  <a:moveTo>
                    <a:pt x="81520" y="168339"/>
                  </a:moveTo>
                  <a:cubicBezTo>
                    <a:pt x="82270" y="163090"/>
                    <a:pt x="87353" y="156340"/>
                    <a:pt x="91769" y="153757"/>
                  </a:cubicBezTo>
                  <a:cubicBezTo>
                    <a:pt x="96269" y="151174"/>
                    <a:pt x="102685" y="155340"/>
                    <a:pt x="107435" y="157174"/>
                  </a:cubicBezTo>
                  <a:cubicBezTo>
                    <a:pt x="109518" y="158007"/>
                    <a:pt x="111851" y="156590"/>
                    <a:pt x="112101" y="154424"/>
                  </a:cubicBezTo>
                  <a:cubicBezTo>
                    <a:pt x="112517" y="151341"/>
                    <a:pt x="110768" y="147424"/>
                    <a:pt x="111684" y="144675"/>
                  </a:cubicBezTo>
                  <a:cubicBezTo>
                    <a:pt x="115434" y="140758"/>
                    <a:pt x="119267" y="136842"/>
                    <a:pt x="123017" y="132926"/>
                  </a:cubicBezTo>
                  <a:cubicBezTo>
                    <a:pt x="131099" y="133842"/>
                    <a:pt x="136599" y="137759"/>
                    <a:pt x="139432" y="144675"/>
                  </a:cubicBezTo>
                  <a:cubicBezTo>
                    <a:pt x="142932" y="153507"/>
                    <a:pt x="138182" y="159923"/>
                    <a:pt x="136765" y="167423"/>
                  </a:cubicBezTo>
                  <a:cubicBezTo>
                    <a:pt x="127766" y="165089"/>
                    <a:pt x="118850" y="168589"/>
                    <a:pt x="112101" y="180338"/>
                  </a:cubicBezTo>
                  <a:cubicBezTo>
                    <a:pt x="109768" y="184504"/>
                    <a:pt x="108101" y="191170"/>
                    <a:pt x="108268" y="197336"/>
                  </a:cubicBezTo>
                  <a:cubicBezTo>
                    <a:pt x="106518" y="196836"/>
                    <a:pt x="104852" y="196337"/>
                    <a:pt x="103102" y="195753"/>
                  </a:cubicBezTo>
                  <a:cubicBezTo>
                    <a:pt x="101269" y="195170"/>
                    <a:pt x="99435" y="194504"/>
                    <a:pt x="97602" y="193837"/>
                  </a:cubicBezTo>
                  <a:cubicBezTo>
                    <a:pt x="94352" y="192254"/>
                    <a:pt x="91103" y="190587"/>
                    <a:pt x="87770" y="188838"/>
                  </a:cubicBezTo>
                  <a:cubicBezTo>
                    <a:pt x="84103" y="182505"/>
                    <a:pt x="80437" y="175505"/>
                    <a:pt x="81520" y="168339"/>
                  </a:cubicBezTo>
                  <a:lnTo>
                    <a:pt x="81520" y="168339"/>
                  </a:lnTo>
                  <a:close/>
                  <a:moveTo>
                    <a:pt x="108768" y="114177"/>
                  </a:moveTo>
                  <a:cubicBezTo>
                    <a:pt x="110434" y="98262"/>
                    <a:pt x="118184" y="86263"/>
                    <a:pt x="138182" y="96512"/>
                  </a:cubicBezTo>
                  <a:cubicBezTo>
                    <a:pt x="141181" y="98096"/>
                    <a:pt x="142598" y="101262"/>
                    <a:pt x="146514" y="100012"/>
                  </a:cubicBezTo>
                  <a:cubicBezTo>
                    <a:pt x="152514" y="98179"/>
                    <a:pt x="154597" y="89513"/>
                    <a:pt x="161263" y="87680"/>
                  </a:cubicBezTo>
                  <a:cubicBezTo>
                    <a:pt x="172595" y="84513"/>
                    <a:pt x="182511" y="92929"/>
                    <a:pt x="182011" y="106012"/>
                  </a:cubicBezTo>
                  <a:cubicBezTo>
                    <a:pt x="181845" y="111011"/>
                    <a:pt x="180761" y="111178"/>
                    <a:pt x="181095" y="113511"/>
                  </a:cubicBezTo>
                  <a:cubicBezTo>
                    <a:pt x="177178" y="115511"/>
                    <a:pt x="173595" y="118760"/>
                    <a:pt x="170262" y="122177"/>
                  </a:cubicBezTo>
                  <a:cubicBezTo>
                    <a:pt x="168429" y="120010"/>
                    <a:pt x="167013" y="117927"/>
                    <a:pt x="163096" y="117427"/>
                  </a:cubicBezTo>
                  <a:cubicBezTo>
                    <a:pt x="158097" y="116761"/>
                    <a:pt x="153264" y="119677"/>
                    <a:pt x="149847" y="123010"/>
                  </a:cubicBezTo>
                  <a:cubicBezTo>
                    <a:pt x="147181" y="125593"/>
                    <a:pt x="144514" y="129176"/>
                    <a:pt x="143015" y="133009"/>
                  </a:cubicBezTo>
                  <a:cubicBezTo>
                    <a:pt x="140182" y="129426"/>
                    <a:pt x="136349" y="126676"/>
                    <a:pt x="131349" y="125176"/>
                  </a:cubicBezTo>
                  <a:cubicBezTo>
                    <a:pt x="126933" y="123844"/>
                    <a:pt x="121683" y="124260"/>
                    <a:pt x="117017" y="125927"/>
                  </a:cubicBezTo>
                  <a:cubicBezTo>
                    <a:pt x="114850" y="120927"/>
                    <a:pt x="112101" y="117011"/>
                    <a:pt x="108768" y="114177"/>
                  </a:cubicBezTo>
                  <a:lnTo>
                    <a:pt x="108768" y="114177"/>
                  </a:lnTo>
                  <a:close/>
                  <a:moveTo>
                    <a:pt x="149681" y="174755"/>
                  </a:moveTo>
                  <a:cubicBezTo>
                    <a:pt x="148431" y="173589"/>
                    <a:pt x="147098" y="172589"/>
                    <a:pt x="145848" y="171672"/>
                  </a:cubicBezTo>
                  <a:cubicBezTo>
                    <a:pt x="150264" y="162006"/>
                    <a:pt x="151014" y="149091"/>
                    <a:pt x="146764" y="139092"/>
                  </a:cubicBezTo>
                  <a:cubicBezTo>
                    <a:pt x="148014" y="134676"/>
                    <a:pt x="151431" y="130010"/>
                    <a:pt x="154180" y="128176"/>
                  </a:cubicBezTo>
                  <a:cubicBezTo>
                    <a:pt x="163930" y="122010"/>
                    <a:pt x="163680" y="128010"/>
                    <a:pt x="168012" y="130843"/>
                  </a:cubicBezTo>
                  <a:cubicBezTo>
                    <a:pt x="169929" y="132093"/>
                    <a:pt x="172179" y="131759"/>
                    <a:pt x="173595" y="130010"/>
                  </a:cubicBezTo>
                  <a:cubicBezTo>
                    <a:pt x="175845" y="127343"/>
                    <a:pt x="178512" y="123177"/>
                    <a:pt x="181761" y="121677"/>
                  </a:cubicBezTo>
                  <a:cubicBezTo>
                    <a:pt x="193094" y="116511"/>
                    <a:pt x="198176" y="125010"/>
                    <a:pt x="195510" y="133842"/>
                  </a:cubicBezTo>
                  <a:cubicBezTo>
                    <a:pt x="194343" y="137759"/>
                    <a:pt x="192427" y="140758"/>
                    <a:pt x="192344" y="144508"/>
                  </a:cubicBezTo>
                  <a:cubicBezTo>
                    <a:pt x="190177" y="145008"/>
                    <a:pt x="188011" y="146008"/>
                    <a:pt x="186177" y="147258"/>
                  </a:cubicBezTo>
                  <a:cubicBezTo>
                    <a:pt x="181345" y="150507"/>
                    <a:pt x="176012" y="158423"/>
                    <a:pt x="175678" y="165340"/>
                  </a:cubicBezTo>
                  <a:cubicBezTo>
                    <a:pt x="164013" y="160173"/>
                    <a:pt x="155180" y="165173"/>
                    <a:pt x="149681" y="174755"/>
                  </a:cubicBezTo>
                  <a:lnTo>
                    <a:pt x="149681" y="174755"/>
                  </a:lnTo>
                  <a:close/>
                  <a:moveTo>
                    <a:pt x="182261" y="169673"/>
                  </a:moveTo>
                  <a:cubicBezTo>
                    <a:pt x="182844" y="160923"/>
                    <a:pt x="195177" y="150424"/>
                    <a:pt x="200676" y="157424"/>
                  </a:cubicBezTo>
                  <a:cubicBezTo>
                    <a:pt x="201510" y="158507"/>
                    <a:pt x="203009" y="159090"/>
                    <a:pt x="204343" y="158840"/>
                  </a:cubicBezTo>
                  <a:cubicBezTo>
                    <a:pt x="211842" y="157424"/>
                    <a:pt x="214175" y="147258"/>
                    <a:pt x="220508" y="143175"/>
                  </a:cubicBezTo>
                  <a:cubicBezTo>
                    <a:pt x="229090" y="137592"/>
                    <a:pt x="238256" y="140092"/>
                    <a:pt x="239756" y="150758"/>
                  </a:cubicBezTo>
                  <a:cubicBezTo>
                    <a:pt x="240923" y="158923"/>
                    <a:pt x="237090" y="166089"/>
                    <a:pt x="232340" y="172589"/>
                  </a:cubicBezTo>
                  <a:cubicBezTo>
                    <a:pt x="231423" y="173839"/>
                    <a:pt x="231257" y="175255"/>
                    <a:pt x="231590" y="176588"/>
                  </a:cubicBezTo>
                  <a:cubicBezTo>
                    <a:pt x="216008" y="184338"/>
                    <a:pt x="200676" y="192337"/>
                    <a:pt x="185594" y="201086"/>
                  </a:cubicBezTo>
                  <a:cubicBezTo>
                    <a:pt x="191094" y="190337"/>
                    <a:pt x="191260" y="177672"/>
                    <a:pt x="182261" y="169673"/>
                  </a:cubicBezTo>
                  <a:lnTo>
                    <a:pt x="182261" y="169673"/>
                  </a:lnTo>
                  <a:close/>
                  <a:moveTo>
                    <a:pt x="212258" y="138426"/>
                  </a:moveTo>
                  <a:cubicBezTo>
                    <a:pt x="210009" y="140509"/>
                    <a:pt x="207676" y="145675"/>
                    <a:pt x="205259" y="147175"/>
                  </a:cubicBezTo>
                  <a:cubicBezTo>
                    <a:pt x="204593" y="147591"/>
                    <a:pt x="204259" y="147924"/>
                    <a:pt x="204176" y="148175"/>
                  </a:cubicBezTo>
                  <a:cubicBezTo>
                    <a:pt x="204009" y="148091"/>
                    <a:pt x="203759" y="148091"/>
                    <a:pt x="203426" y="148008"/>
                  </a:cubicBezTo>
                  <a:cubicBezTo>
                    <a:pt x="202009" y="147675"/>
                    <a:pt x="201176" y="147258"/>
                    <a:pt x="200593" y="146758"/>
                  </a:cubicBezTo>
                  <a:cubicBezTo>
                    <a:pt x="205592" y="139008"/>
                    <a:pt x="207509" y="127676"/>
                    <a:pt x="202843" y="119844"/>
                  </a:cubicBezTo>
                  <a:cubicBezTo>
                    <a:pt x="203843" y="116927"/>
                    <a:pt x="205342" y="114094"/>
                    <a:pt x="207426" y="112261"/>
                  </a:cubicBezTo>
                  <a:cubicBezTo>
                    <a:pt x="211092" y="110261"/>
                    <a:pt x="214675" y="108261"/>
                    <a:pt x="218341" y="106261"/>
                  </a:cubicBezTo>
                  <a:cubicBezTo>
                    <a:pt x="220341" y="107345"/>
                    <a:pt x="222424" y="108261"/>
                    <a:pt x="224507" y="109095"/>
                  </a:cubicBezTo>
                  <a:cubicBezTo>
                    <a:pt x="228340" y="109844"/>
                    <a:pt x="229507" y="108844"/>
                    <a:pt x="232590" y="106845"/>
                  </a:cubicBezTo>
                  <a:cubicBezTo>
                    <a:pt x="236339" y="104428"/>
                    <a:pt x="240423" y="100512"/>
                    <a:pt x="244755" y="100179"/>
                  </a:cubicBezTo>
                  <a:cubicBezTo>
                    <a:pt x="245506" y="100428"/>
                    <a:pt x="246255" y="100512"/>
                    <a:pt x="247005" y="100346"/>
                  </a:cubicBezTo>
                  <a:cubicBezTo>
                    <a:pt x="249005" y="100762"/>
                    <a:pt x="251005" y="102012"/>
                    <a:pt x="253088" y="104512"/>
                  </a:cubicBezTo>
                  <a:cubicBezTo>
                    <a:pt x="255588" y="107511"/>
                    <a:pt x="256505" y="116344"/>
                    <a:pt x="256088" y="118844"/>
                  </a:cubicBezTo>
                  <a:cubicBezTo>
                    <a:pt x="254921" y="126176"/>
                    <a:pt x="248755" y="130759"/>
                    <a:pt x="246339" y="137509"/>
                  </a:cubicBezTo>
                  <a:cubicBezTo>
                    <a:pt x="246255" y="137342"/>
                    <a:pt x="246089" y="137175"/>
                    <a:pt x="246006" y="137009"/>
                  </a:cubicBezTo>
                  <a:cubicBezTo>
                    <a:pt x="236756" y="125176"/>
                    <a:pt x="222174" y="129093"/>
                    <a:pt x="212258" y="138426"/>
                  </a:cubicBezTo>
                  <a:lnTo>
                    <a:pt x="212258" y="138426"/>
                  </a:lnTo>
                  <a:close/>
                  <a:moveTo>
                    <a:pt x="249755" y="142758"/>
                  </a:moveTo>
                  <a:cubicBezTo>
                    <a:pt x="250505" y="142592"/>
                    <a:pt x="251255" y="142258"/>
                    <a:pt x="251755" y="141758"/>
                  </a:cubicBezTo>
                  <a:cubicBezTo>
                    <a:pt x="253671" y="139759"/>
                    <a:pt x="255421" y="137675"/>
                    <a:pt x="257088" y="135592"/>
                  </a:cubicBezTo>
                  <a:cubicBezTo>
                    <a:pt x="259254" y="134009"/>
                    <a:pt x="261421" y="132593"/>
                    <a:pt x="263754" y="131509"/>
                  </a:cubicBezTo>
                  <a:cubicBezTo>
                    <a:pt x="269420" y="128926"/>
                    <a:pt x="274503" y="129343"/>
                    <a:pt x="277336" y="135676"/>
                  </a:cubicBezTo>
                  <a:cubicBezTo>
                    <a:pt x="278002" y="137175"/>
                    <a:pt x="277086" y="139425"/>
                    <a:pt x="277669" y="141175"/>
                  </a:cubicBezTo>
                  <a:cubicBezTo>
                    <a:pt x="278586" y="143675"/>
                    <a:pt x="279669" y="144425"/>
                    <a:pt x="282169" y="145008"/>
                  </a:cubicBezTo>
                  <a:cubicBezTo>
                    <a:pt x="284419" y="145508"/>
                    <a:pt x="286252" y="143841"/>
                    <a:pt x="287918" y="146008"/>
                  </a:cubicBezTo>
                  <a:cubicBezTo>
                    <a:pt x="288585" y="146758"/>
                    <a:pt x="288668" y="147675"/>
                    <a:pt x="288585" y="148674"/>
                  </a:cubicBezTo>
                  <a:cubicBezTo>
                    <a:pt x="279503" y="153174"/>
                    <a:pt x="270337" y="157674"/>
                    <a:pt x="261254" y="162090"/>
                  </a:cubicBezTo>
                  <a:cubicBezTo>
                    <a:pt x="257005" y="164173"/>
                    <a:pt x="252838" y="166173"/>
                    <a:pt x="248672" y="168256"/>
                  </a:cubicBezTo>
                  <a:cubicBezTo>
                    <a:pt x="252588" y="160257"/>
                    <a:pt x="253671" y="151174"/>
                    <a:pt x="249755" y="142758"/>
                  </a:cubicBezTo>
                  <a:lnTo>
                    <a:pt x="249755" y="142758"/>
                  </a:lnTo>
                  <a:close/>
                  <a:moveTo>
                    <a:pt x="284585" y="137259"/>
                  </a:moveTo>
                  <a:cubicBezTo>
                    <a:pt x="284002" y="134092"/>
                    <a:pt x="284919" y="130426"/>
                    <a:pt x="282586" y="127509"/>
                  </a:cubicBezTo>
                  <a:cubicBezTo>
                    <a:pt x="280252" y="124593"/>
                    <a:pt x="276336" y="123677"/>
                    <a:pt x="272836" y="123677"/>
                  </a:cubicBezTo>
                  <a:cubicBezTo>
                    <a:pt x="269170" y="123593"/>
                    <a:pt x="265921" y="124677"/>
                    <a:pt x="262920" y="126260"/>
                  </a:cubicBezTo>
                  <a:cubicBezTo>
                    <a:pt x="265337" y="120760"/>
                    <a:pt x="266003" y="114844"/>
                    <a:pt x="264004" y="107928"/>
                  </a:cubicBezTo>
                  <a:cubicBezTo>
                    <a:pt x="270337" y="101595"/>
                    <a:pt x="283252" y="92596"/>
                    <a:pt x="290168" y="100012"/>
                  </a:cubicBezTo>
                  <a:cubicBezTo>
                    <a:pt x="295334" y="105595"/>
                    <a:pt x="289418" y="111011"/>
                    <a:pt x="288501" y="117177"/>
                  </a:cubicBezTo>
                  <a:cubicBezTo>
                    <a:pt x="288168" y="119260"/>
                    <a:pt x="289501" y="121094"/>
                    <a:pt x="291335" y="121927"/>
                  </a:cubicBezTo>
                  <a:cubicBezTo>
                    <a:pt x="294585" y="123510"/>
                    <a:pt x="297001" y="121677"/>
                    <a:pt x="300251" y="121010"/>
                  </a:cubicBezTo>
                  <a:cubicBezTo>
                    <a:pt x="306666" y="119677"/>
                    <a:pt x="307833" y="118594"/>
                    <a:pt x="310666" y="125426"/>
                  </a:cubicBezTo>
                  <a:cubicBezTo>
                    <a:pt x="313333" y="131842"/>
                    <a:pt x="311750" y="135676"/>
                    <a:pt x="306167" y="139759"/>
                  </a:cubicBezTo>
                  <a:cubicBezTo>
                    <a:pt x="306083" y="139842"/>
                    <a:pt x="306000" y="139925"/>
                    <a:pt x="305917" y="140008"/>
                  </a:cubicBezTo>
                  <a:cubicBezTo>
                    <a:pt x="303500" y="141258"/>
                    <a:pt x="301084" y="142425"/>
                    <a:pt x="298667" y="143675"/>
                  </a:cubicBezTo>
                  <a:cubicBezTo>
                    <a:pt x="298584" y="142842"/>
                    <a:pt x="298334" y="142008"/>
                    <a:pt x="298001" y="141175"/>
                  </a:cubicBezTo>
                  <a:cubicBezTo>
                    <a:pt x="295001" y="134509"/>
                    <a:pt x="289918" y="136842"/>
                    <a:pt x="284585" y="137259"/>
                  </a:cubicBezTo>
                  <a:lnTo>
                    <a:pt x="284585" y="137259"/>
                  </a:lnTo>
                  <a:close/>
                  <a:moveTo>
                    <a:pt x="294585" y="69015"/>
                  </a:moveTo>
                  <a:cubicBezTo>
                    <a:pt x="298501" y="76014"/>
                    <a:pt x="294168" y="82097"/>
                    <a:pt x="292002" y="88930"/>
                  </a:cubicBezTo>
                  <a:cubicBezTo>
                    <a:pt x="280252" y="85097"/>
                    <a:pt x="268586" y="92596"/>
                    <a:pt x="261587" y="101929"/>
                  </a:cubicBezTo>
                  <a:cubicBezTo>
                    <a:pt x="259088" y="97429"/>
                    <a:pt x="255588" y="94429"/>
                    <a:pt x="251421" y="93263"/>
                  </a:cubicBezTo>
                  <a:cubicBezTo>
                    <a:pt x="252922" y="87847"/>
                    <a:pt x="252255" y="82430"/>
                    <a:pt x="250172" y="77764"/>
                  </a:cubicBezTo>
                  <a:cubicBezTo>
                    <a:pt x="251921" y="69015"/>
                    <a:pt x="257671" y="61932"/>
                    <a:pt x="267087" y="66848"/>
                  </a:cubicBezTo>
                  <a:cubicBezTo>
                    <a:pt x="269837" y="68348"/>
                    <a:pt x="269753" y="69348"/>
                    <a:pt x="273170" y="68515"/>
                  </a:cubicBezTo>
                  <a:cubicBezTo>
                    <a:pt x="277669" y="67432"/>
                    <a:pt x="281836" y="64015"/>
                    <a:pt x="285835" y="63349"/>
                  </a:cubicBezTo>
                  <a:cubicBezTo>
                    <a:pt x="286752" y="63765"/>
                    <a:pt x="287835" y="63849"/>
                    <a:pt x="288835" y="63515"/>
                  </a:cubicBezTo>
                  <a:cubicBezTo>
                    <a:pt x="290668" y="64015"/>
                    <a:pt x="292668" y="65598"/>
                    <a:pt x="294585" y="69015"/>
                  </a:cubicBezTo>
                  <a:lnTo>
                    <a:pt x="294585" y="69015"/>
                  </a:lnTo>
                  <a:close/>
                  <a:moveTo>
                    <a:pt x="257921" y="39351"/>
                  </a:moveTo>
                  <a:cubicBezTo>
                    <a:pt x="259504" y="40267"/>
                    <a:pt x="261171" y="40434"/>
                    <a:pt x="262671" y="39268"/>
                  </a:cubicBezTo>
                  <a:cubicBezTo>
                    <a:pt x="269004" y="34601"/>
                    <a:pt x="277502" y="25602"/>
                    <a:pt x="284919" y="34768"/>
                  </a:cubicBezTo>
                  <a:cubicBezTo>
                    <a:pt x="290501" y="41684"/>
                    <a:pt x="286252" y="48350"/>
                    <a:pt x="283752" y="55016"/>
                  </a:cubicBezTo>
                  <a:cubicBezTo>
                    <a:pt x="282669" y="55183"/>
                    <a:pt x="281586" y="55433"/>
                    <a:pt x="280419" y="55766"/>
                  </a:cubicBezTo>
                  <a:cubicBezTo>
                    <a:pt x="277086" y="56849"/>
                    <a:pt x="273336" y="60682"/>
                    <a:pt x="270337" y="60016"/>
                  </a:cubicBezTo>
                  <a:cubicBezTo>
                    <a:pt x="266170" y="59099"/>
                    <a:pt x="266003" y="55600"/>
                    <a:pt x="260421" y="56266"/>
                  </a:cubicBezTo>
                  <a:cubicBezTo>
                    <a:pt x="253171" y="57266"/>
                    <a:pt x="248338" y="64349"/>
                    <a:pt x="246089" y="71515"/>
                  </a:cubicBezTo>
                  <a:cubicBezTo>
                    <a:pt x="240589" y="65349"/>
                    <a:pt x="232173" y="62182"/>
                    <a:pt x="223591" y="65265"/>
                  </a:cubicBezTo>
                  <a:cubicBezTo>
                    <a:pt x="225257" y="59516"/>
                    <a:pt x="226341" y="53933"/>
                    <a:pt x="225757" y="48850"/>
                  </a:cubicBezTo>
                  <a:cubicBezTo>
                    <a:pt x="227341" y="42017"/>
                    <a:pt x="234256" y="32768"/>
                    <a:pt x="240923" y="30852"/>
                  </a:cubicBezTo>
                  <a:cubicBezTo>
                    <a:pt x="251672" y="27935"/>
                    <a:pt x="252255" y="36185"/>
                    <a:pt x="257921" y="39351"/>
                  </a:cubicBezTo>
                  <a:lnTo>
                    <a:pt x="257921" y="39351"/>
                  </a:lnTo>
                  <a:close/>
                  <a:moveTo>
                    <a:pt x="236923" y="18020"/>
                  </a:moveTo>
                  <a:cubicBezTo>
                    <a:pt x="237840" y="18436"/>
                    <a:pt x="240006" y="20603"/>
                    <a:pt x="242089" y="21936"/>
                  </a:cubicBezTo>
                  <a:cubicBezTo>
                    <a:pt x="241339" y="22102"/>
                    <a:pt x="240589" y="22352"/>
                    <a:pt x="239839" y="22602"/>
                  </a:cubicBezTo>
                  <a:cubicBezTo>
                    <a:pt x="232423" y="25352"/>
                    <a:pt x="225341" y="31935"/>
                    <a:pt x="222508" y="39601"/>
                  </a:cubicBezTo>
                  <a:cubicBezTo>
                    <a:pt x="221258" y="37768"/>
                    <a:pt x="219508" y="36018"/>
                    <a:pt x="217341" y="34435"/>
                  </a:cubicBezTo>
                  <a:cubicBezTo>
                    <a:pt x="217508" y="33435"/>
                    <a:pt x="217675" y="32435"/>
                    <a:pt x="217841" y="31435"/>
                  </a:cubicBezTo>
                  <a:cubicBezTo>
                    <a:pt x="220174" y="23769"/>
                    <a:pt x="228424" y="14270"/>
                    <a:pt x="236923" y="18020"/>
                  </a:cubicBezTo>
                  <a:lnTo>
                    <a:pt x="236923" y="18020"/>
                  </a:lnTo>
                  <a:close/>
                  <a:moveTo>
                    <a:pt x="231507" y="72515"/>
                  </a:moveTo>
                  <a:cubicBezTo>
                    <a:pt x="233590" y="73514"/>
                    <a:pt x="235757" y="74514"/>
                    <a:pt x="237840" y="75514"/>
                  </a:cubicBezTo>
                  <a:cubicBezTo>
                    <a:pt x="244006" y="80764"/>
                    <a:pt x="245589" y="86430"/>
                    <a:pt x="242423" y="92513"/>
                  </a:cubicBezTo>
                  <a:cubicBezTo>
                    <a:pt x="242423" y="92763"/>
                    <a:pt x="242423" y="92929"/>
                    <a:pt x="242339" y="93096"/>
                  </a:cubicBezTo>
                  <a:cubicBezTo>
                    <a:pt x="240506" y="93513"/>
                    <a:pt x="238673" y="94013"/>
                    <a:pt x="236756" y="94846"/>
                  </a:cubicBezTo>
                  <a:cubicBezTo>
                    <a:pt x="234590" y="95762"/>
                    <a:pt x="232840" y="97345"/>
                    <a:pt x="230924" y="98512"/>
                  </a:cubicBezTo>
                  <a:cubicBezTo>
                    <a:pt x="226507" y="101095"/>
                    <a:pt x="226507" y="100428"/>
                    <a:pt x="221758" y="99346"/>
                  </a:cubicBezTo>
                  <a:cubicBezTo>
                    <a:pt x="216342" y="98096"/>
                    <a:pt x="212925" y="97179"/>
                    <a:pt x="207759" y="100845"/>
                  </a:cubicBezTo>
                  <a:cubicBezTo>
                    <a:pt x="203509" y="103845"/>
                    <a:pt x="199676" y="109011"/>
                    <a:pt x="197760" y="114511"/>
                  </a:cubicBezTo>
                  <a:cubicBezTo>
                    <a:pt x="194927" y="112594"/>
                    <a:pt x="192260" y="111678"/>
                    <a:pt x="189677" y="111511"/>
                  </a:cubicBezTo>
                  <a:cubicBezTo>
                    <a:pt x="192177" y="106345"/>
                    <a:pt x="192260" y="101179"/>
                    <a:pt x="190677" y="96512"/>
                  </a:cubicBezTo>
                  <a:cubicBezTo>
                    <a:pt x="191594" y="96012"/>
                    <a:pt x="192177" y="95096"/>
                    <a:pt x="191927" y="93762"/>
                  </a:cubicBezTo>
                  <a:cubicBezTo>
                    <a:pt x="191094" y="88013"/>
                    <a:pt x="189094" y="80180"/>
                    <a:pt x="193927" y="75348"/>
                  </a:cubicBezTo>
                  <a:cubicBezTo>
                    <a:pt x="201343" y="67848"/>
                    <a:pt x="204343" y="76014"/>
                    <a:pt x="209925" y="79514"/>
                  </a:cubicBezTo>
                  <a:cubicBezTo>
                    <a:pt x="212175" y="80931"/>
                    <a:pt x="212425" y="81930"/>
                    <a:pt x="215258" y="81680"/>
                  </a:cubicBezTo>
                  <a:cubicBezTo>
                    <a:pt x="222674" y="81097"/>
                    <a:pt x="221091" y="71598"/>
                    <a:pt x="231507" y="72515"/>
                  </a:cubicBezTo>
                  <a:lnTo>
                    <a:pt x="231507" y="72515"/>
                  </a:lnTo>
                  <a:close/>
                  <a:moveTo>
                    <a:pt x="177595" y="32935"/>
                  </a:moveTo>
                  <a:cubicBezTo>
                    <a:pt x="174595" y="18686"/>
                    <a:pt x="193427" y="1021"/>
                    <a:pt x="206592" y="10770"/>
                  </a:cubicBezTo>
                  <a:cubicBezTo>
                    <a:pt x="214342" y="16520"/>
                    <a:pt x="210259" y="22519"/>
                    <a:pt x="209675" y="30185"/>
                  </a:cubicBezTo>
                  <a:cubicBezTo>
                    <a:pt x="209675" y="30352"/>
                    <a:pt x="209675" y="30518"/>
                    <a:pt x="209675" y="30685"/>
                  </a:cubicBezTo>
                  <a:cubicBezTo>
                    <a:pt x="207259" y="30185"/>
                    <a:pt x="204759" y="30352"/>
                    <a:pt x="201843" y="31352"/>
                  </a:cubicBezTo>
                  <a:cubicBezTo>
                    <a:pt x="199510" y="32185"/>
                    <a:pt x="195927" y="34101"/>
                    <a:pt x="193927" y="35934"/>
                  </a:cubicBezTo>
                  <a:cubicBezTo>
                    <a:pt x="192594" y="37184"/>
                    <a:pt x="191344" y="39684"/>
                    <a:pt x="189927" y="41434"/>
                  </a:cubicBezTo>
                  <a:cubicBezTo>
                    <a:pt x="186011" y="37434"/>
                    <a:pt x="182011" y="34601"/>
                    <a:pt x="177595" y="33685"/>
                  </a:cubicBezTo>
                  <a:cubicBezTo>
                    <a:pt x="177595" y="33435"/>
                    <a:pt x="177678" y="33185"/>
                    <a:pt x="177595" y="32935"/>
                  </a:cubicBezTo>
                  <a:lnTo>
                    <a:pt x="177595" y="32935"/>
                  </a:lnTo>
                  <a:close/>
                  <a:moveTo>
                    <a:pt x="186094" y="49933"/>
                  </a:moveTo>
                  <a:cubicBezTo>
                    <a:pt x="187511" y="51516"/>
                    <a:pt x="189261" y="51766"/>
                    <a:pt x="191260" y="51183"/>
                  </a:cubicBezTo>
                  <a:cubicBezTo>
                    <a:pt x="195010" y="50016"/>
                    <a:pt x="195760" y="46350"/>
                    <a:pt x="198843" y="44850"/>
                  </a:cubicBezTo>
                  <a:cubicBezTo>
                    <a:pt x="202676" y="42934"/>
                    <a:pt x="212592" y="43184"/>
                    <a:pt x="215258" y="46850"/>
                  </a:cubicBezTo>
                  <a:cubicBezTo>
                    <a:pt x="218258" y="51016"/>
                    <a:pt x="215925" y="59849"/>
                    <a:pt x="215175" y="64515"/>
                  </a:cubicBezTo>
                  <a:cubicBezTo>
                    <a:pt x="214841" y="66432"/>
                    <a:pt x="216008" y="67932"/>
                    <a:pt x="217508" y="68681"/>
                  </a:cubicBezTo>
                  <a:cubicBezTo>
                    <a:pt x="217425" y="68765"/>
                    <a:pt x="217341" y="68765"/>
                    <a:pt x="217258" y="68848"/>
                  </a:cubicBezTo>
                  <a:cubicBezTo>
                    <a:pt x="215842" y="69931"/>
                    <a:pt x="215258" y="72015"/>
                    <a:pt x="213425" y="72015"/>
                  </a:cubicBezTo>
                  <a:cubicBezTo>
                    <a:pt x="213175" y="72015"/>
                    <a:pt x="208342" y="66765"/>
                    <a:pt x="207342" y="66265"/>
                  </a:cubicBezTo>
                  <a:cubicBezTo>
                    <a:pt x="203343" y="64015"/>
                    <a:pt x="199676" y="64099"/>
                    <a:pt x="195343" y="65682"/>
                  </a:cubicBezTo>
                  <a:cubicBezTo>
                    <a:pt x="184844" y="69515"/>
                    <a:pt x="183594" y="78181"/>
                    <a:pt x="184928" y="87180"/>
                  </a:cubicBezTo>
                  <a:cubicBezTo>
                    <a:pt x="178178" y="80264"/>
                    <a:pt x="167596" y="76597"/>
                    <a:pt x="158097" y="79764"/>
                  </a:cubicBezTo>
                  <a:cubicBezTo>
                    <a:pt x="158847" y="73598"/>
                    <a:pt x="157680" y="67015"/>
                    <a:pt x="154847" y="61266"/>
                  </a:cubicBezTo>
                  <a:cubicBezTo>
                    <a:pt x="159847" y="50100"/>
                    <a:pt x="170012" y="31935"/>
                    <a:pt x="186094" y="49933"/>
                  </a:cubicBezTo>
                  <a:lnTo>
                    <a:pt x="186094" y="49933"/>
                  </a:lnTo>
                  <a:close/>
                  <a:moveTo>
                    <a:pt x="141765" y="17186"/>
                  </a:moveTo>
                  <a:cubicBezTo>
                    <a:pt x="154930" y="10270"/>
                    <a:pt x="163596" y="24852"/>
                    <a:pt x="169929" y="33851"/>
                  </a:cubicBezTo>
                  <a:cubicBezTo>
                    <a:pt x="167512" y="34518"/>
                    <a:pt x="164846" y="35685"/>
                    <a:pt x="162013" y="37518"/>
                  </a:cubicBezTo>
                  <a:cubicBezTo>
                    <a:pt x="156847" y="40851"/>
                    <a:pt x="150681" y="47600"/>
                    <a:pt x="150014" y="54183"/>
                  </a:cubicBezTo>
                  <a:cubicBezTo>
                    <a:pt x="146264" y="49933"/>
                    <a:pt x="141348" y="46850"/>
                    <a:pt x="135349" y="45684"/>
                  </a:cubicBezTo>
                  <a:cubicBezTo>
                    <a:pt x="132766" y="45184"/>
                    <a:pt x="130433" y="45184"/>
                    <a:pt x="128349" y="45600"/>
                  </a:cubicBezTo>
                  <a:cubicBezTo>
                    <a:pt x="125266" y="35601"/>
                    <a:pt x="132682" y="21936"/>
                    <a:pt x="141765" y="17186"/>
                  </a:cubicBezTo>
                  <a:lnTo>
                    <a:pt x="141765" y="17186"/>
                  </a:lnTo>
                  <a:close/>
                  <a:moveTo>
                    <a:pt x="129266" y="60182"/>
                  </a:moveTo>
                  <a:cubicBezTo>
                    <a:pt x="139682" y="56433"/>
                    <a:pt x="139932" y="55600"/>
                    <a:pt x="145681" y="64182"/>
                  </a:cubicBezTo>
                  <a:cubicBezTo>
                    <a:pt x="149931" y="70515"/>
                    <a:pt x="150181" y="75514"/>
                    <a:pt x="149764" y="83263"/>
                  </a:cubicBezTo>
                  <a:cubicBezTo>
                    <a:pt x="149764" y="83680"/>
                    <a:pt x="149847" y="84014"/>
                    <a:pt x="149931" y="84430"/>
                  </a:cubicBezTo>
                  <a:cubicBezTo>
                    <a:pt x="149847" y="84513"/>
                    <a:pt x="149764" y="84597"/>
                    <a:pt x="149681" y="84680"/>
                  </a:cubicBezTo>
                  <a:cubicBezTo>
                    <a:pt x="150931" y="83597"/>
                    <a:pt x="142098" y="92846"/>
                    <a:pt x="144264" y="92346"/>
                  </a:cubicBezTo>
                  <a:cubicBezTo>
                    <a:pt x="140682" y="93263"/>
                    <a:pt x="138515" y="87430"/>
                    <a:pt x="134849" y="85097"/>
                  </a:cubicBezTo>
                  <a:cubicBezTo>
                    <a:pt x="129849" y="82014"/>
                    <a:pt x="126266" y="81014"/>
                    <a:pt x="120600" y="83097"/>
                  </a:cubicBezTo>
                  <a:cubicBezTo>
                    <a:pt x="108518" y="87680"/>
                    <a:pt x="104018" y="99012"/>
                    <a:pt x="103018" y="110678"/>
                  </a:cubicBezTo>
                  <a:cubicBezTo>
                    <a:pt x="98269" y="108678"/>
                    <a:pt x="92686" y="108261"/>
                    <a:pt x="86103" y="109678"/>
                  </a:cubicBezTo>
                  <a:cubicBezTo>
                    <a:pt x="84187" y="106178"/>
                    <a:pt x="82187" y="102678"/>
                    <a:pt x="79854" y="99429"/>
                  </a:cubicBezTo>
                  <a:cubicBezTo>
                    <a:pt x="76271" y="84097"/>
                    <a:pt x="81520" y="62015"/>
                    <a:pt x="102435" y="72431"/>
                  </a:cubicBezTo>
                  <a:cubicBezTo>
                    <a:pt x="105935" y="74181"/>
                    <a:pt x="107768" y="77348"/>
                    <a:pt x="111851" y="77931"/>
                  </a:cubicBezTo>
                  <a:cubicBezTo>
                    <a:pt x="113351" y="78181"/>
                    <a:pt x="114517" y="77181"/>
                    <a:pt x="115100" y="76014"/>
                  </a:cubicBezTo>
                  <a:cubicBezTo>
                    <a:pt x="115934" y="74348"/>
                    <a:pt x="116601" y="72681"/>
                    <a:pt x="117267" y="70931"/>
                  </a:cubicBezTo>
                  <a:cubicBezTo>
                    <a:pt x="120433" y="62766"/>
                    <a:pt x="118017" y="64265"/>
                    <a:pt x="129266" y="60182"/>
                  </a:cubicBezTo>
                  <a:lnTo>
                    <a:pt x="129266" y="60182"/>
                  </a:lnTo>
                  <a:close/>
                  <a:moveTo>
                    <a:pt x="90519" y="42434"/>
                  </a:moveTo>
                  <a:cubicBezTo>
                    <a:pt x="95602" y="41184"/>
                    <a:pt x="101185" y="42100"/>
                    <a:pt x="106268" y="42934"/>
                  </a:cubicBezTo>
                  <a:cubicBezTo>
                    <a:pt x="112267" y="43850"/>
                    <a:pt x="115851" y="45934"/>
                    <a:pt x="120267" y="49517"/>
                  </a:cubicBezTo>
                  <a:cubicBezTo>
                    <a:pt x="114684" y="54516"/>
                    <a:pt x="111934" y="63265"/>
                    <a:pt x="110018" y="71015"/>
                  </a:cubicBezTo>
                  <a:cubicBezTo>
                    <a:pt x="105435" y="68765"/>
                    <a:pt x="101685" y="63265"/>
                    <a:pt x="96269" y="62349"/>
                  </a:cubicBezTo>
                  <a:cubicBezTo>
                    <a:pt x="90519" y="61349"/>
                    <a:pt x="85520" y="63682"/>
                    <a:pt x="81354" y="67599"/>
                  </a:cubicBezTo>
                  <a:cubicBezTo>
                    <a:pt x="79354" y="69515"/>
                    <a:pt x="77687" y="71431"/>
                    <a:pt x="76437" y="73431"/>
                  </a:cubicBezTo>
                  <a:cubicBezTo>
                    <a:pt x="75937" y="73098"/>
                    <a:pt x="75521" y="72765"/>
                    <a:pt x="75021" y="72431"/>
                  </a:cubicBezTo>
                  <a:cubicBezTo>
                    <a:pt x="72688" y="61182"/>
                    <a:pt x="80104" y="44934"/>
                    <a:pt x="90519" y="42434"/>
                  </a:cubicBezTo>
                  <a:lnTo>
                    <a:pt x="90519" y="42434"/>
                  </a:lnTo>
                  <a:close/>
                  <a:moveTo>
                    <a:pt x="30025" y="94762"/>
                  </a:moveTo>
                  <a:cubicBezTo>
                    <a:pt x="32191" y="87430"/>
                    <a:pt x="35024" y="82014"/>
                    <a:pt x="41607" y="77847"/>
                  </a:cubicBezTo>
                  <a:cubicBezTo>
                    <a:pt x="46773" y="74598"/>
                    <a:pt x="54523" y="71015"/>
                    <a:pt x="60606" y="71931"/>
                  </a:cubicBezTo>
                  <a:cubicBezTo>
                    <a:pt x="65272" y="72598"/>
                    <a:pt x="69521" y="76931"/>
                    <a:pt x="73771" y="79264"/>
                  </a:cubicBezTo>
                  <a:cubicBezTo>
                    <a:pt x="72438" y="83597"/>
                    <a:pt x="72355" y="88013"/>
                    <a:pt x="73271" y="92596"/>
                  </a:cubicBezTo>
                  <a:cubicBezTo>
                    <a:pt x="69855" y="90263"/>
                    <a:pt x="65605" y="88930"/>
                    <a:pt x="60272" y="89430"/>
                  </a:cubicBezTo>
                  <a:cubicBezTo>
                    <a:pt x="54023" y="90013"/>
                    <a:pt x="48190" y="93596"/>
                    <a:pt x="44607" y="98679"/>
                  </a:cubicBezTo>
                  <a:cubicBezTo>
                    <a:pt x="42107" y="102262"/>
                    <a:pt x="42107" y="108428"/>
                    <a:pt x="40691" y="112511"/>
                  </a:cubicBezTo>
                  <a:cubicBezTo>
                    <a:pt x="36941" y="111594"/>
                    <a:pt x="33191" y="111261"/>
                    <a:pt x="29608" y="111428"/>
                  </a:cubicBezTo>
                  <a:cubicBezTo>
                    <a:pt x="27192" y="106678"/>
                    <a:pt x="28775" y="98762"/>
                    <a:pt x="30025" y="94762"/>
                  </a:cubicBezTo>
                  <a:lnTo>
                    <a:pt x="30025" y="94762"/>
                  </a:lnTo>
                  <a:close/>
                  <a:moveTo>
                    <a:pt x="15109" y="131509"/>
                  </a:moveTo>
                  <a:cubicBezTo>
                    <a:pt x="20776" y="120343"/>
                    <a:pt x="31775" y="120427"/>
                    <a:pt x="42440" y="122260"/>
                  </a:cubicBezTo>
                  <a:cubicBezTo>
                    <a:pt x="44024" y="122510"/>
                    <a:pt x="45690" y="121677"/>
                    <a:pt x="46607" y="120427"/>
                  </a:cubicBezTo>
                  <a:cubicBezTo>
                    <a:pt x="50856" y="114761"/>
                    <a:pt x="47023" y="104512"/>
                    <a:pt x="54273" y="100679"/>
                  </a:cubicBezTo>
                  <a:cubicBezTo>
                    <a:pt x="59856" y="100929"/>
                    <a:pt x="65438" y="101179"/>
                    <a:pt x="71021" y="101429"/>
                  </a:cubicBezTo>
                  <a:cubicBezTo>
                    <a:pt x="74854" y="104095"/>
                    <a:pt x="77437" y="107678"/>
                    <a:pt x="78937" y="112094"/>
                  </a:cubicBezTo>
                  <a:cubicBezTo>
                    <a:pt x="71604" y="115844"/>
                    <a:pt x="66605" y="122427"/>
                    <a:pt x="65355" y="130509"/>
                  </a:cubicBezTo>
                  <a:cubicBezTo>
                    <a:pt x="60772" y="129093"/>
                    <a:pt x="56522" y="127260"/>
                    <a:pt x="51106" y="129010"/>
                  </a:cubicBezTo>
                  <a:cubicBezTo>
                    <a:pt x="45107" y="130926"/>
                    <a:pt x="40941" y="136259"/>
                    <a:pt x="38441" y="141758"/>
                  </a:cubicBezTo>
                  <a:cubicBezTo>
                    <a:pt x="34441" y="150341"/>
                    <a:pt x="34774" y="158340"/>
                    <a:pt x="38524" y="165173"/>
                  </a:cubicBezTo>
                  <a:cubicBezTo>
                    <a:pt x="33525" y="163173"/>
                    <a:pt x="28525" y="161173"/>
                    <a:pt x="23359" y="159423"/>
                  </a:cubicBezTo>
                  <a:cubicBezTo>
                    <a:pt x="21192" y="158674"/>
                    <a:pt x="18943" y="157674"/>
                    <a:pt x="16693" y="156840"/>
                  </a:cubicBezTo>
                  <a:cubicBezTo>
                    <a:pt x="12110" y="149591"/>
                    <a:pt x="11443" y="138842"/>
                    <a:pt x="15109" y="131509"/>
                  </a:cubicBezTo>
                  <a:lnTo>
                    <a:pt x="15109" y="131509"/>
                  </a:lnTo>
                  <a:close/>
                  <a:moveTo>
                    <a:pt x="127599" y="503142"/>
                  </a:moveTo>
                  <a:cubicBezTo>
                    <a:pt x="120017" y="499892"/>
                    <a:pt x="114850" y="498226"/>
                    <a:pt x="111018" y="490477"/>
                  </a:cubicBezTo>
                  <a:cubicBezTo>
                    <a:pt x="106851" y="482061"/>
                    <a:pt x="104768" y="471395"/>
                    <a:pt x="102102" y="462396"/>
                  </a:cubicBezTo>
                  <a:cubicBezTo>
                    <a:pt x="93602" y="432982"/>
                    <a:pt x="84103" y="404068"/>
                    <a:pt x="74354" y="375071"/>
                  </a:cubicBezTo>
                  <a:cubicBezTo>
                    <a:pt x="62439" y="339324"/>
                    <a:pt x="53023" y="303077"/>
                    <a:pt x="43107" y="266747"/>
                  </a:cubicBezTo>
                  <a:cubicBezTo>
                    <a:pt x="38691" y="250582"/>
                    <a:pt x="34275" y="234333"/>
                    <a:pt x="29608" y="218251"/>
                  </a:cubicBezTo>
                  <a:cubicBezTo>
                    <a:pt x="26525" y="207669"/>
                    <a:pt x="22859" y="197254"/>
                    <a:pt x="19526" y="186754"/>
                  </a:cubicBezTo>
                  <a:cubicBezTo>
                    <a:pt x="17609" y="180838"/>
                    <a:pt x="14026" y="173839"/>
                    <a:pt x="12943" y="167173"/>
                  </a:cubicBezTo>
                  <a:cubicBezTo>
                    <a:pt x="15943" y="167923"/>
                    <a:pt x="19942" y="169506"/>
                    <a:pt x="23859" y="171173"/>
                  </a:cubicBezTo>
                  <a:cubicBezTo>
                    <a:pt x="30692" y="175922"/>
                    <a:pt x="37691" y="180338"/>
                    <a:pt x="44773" y="184504"/>
                  </a:cubicBezTo>
                  <a:cubicBezTo>
                    <a:pt x="48607" y="194753"/>
                    <a:pt x="50273" y="208252"/>
                    <a:pt x="52523" y="216585"/>
                  </a:cubicBezTo>
                  <a:cubicBezTo>
                    <a:pt x="57022" y="233417"/>
                    <a:pt x="61272" y="250332"/>
                    <a:pt x="66022" y="267080"/>
                  </a:cubicBezTo>
                  <a:cubicBezTo>
                    <a:pt x="74104" y="295578"/>
                    <a:pt x="83020" y="323908"/>
                    <a:pt x="92186" y="351989"/>
                  </a:cubicBezTo>
                  <a:cubicBezTo>
                    <a:pt x="102185" y="382736"/>
                    <a:pt x="111018" y="413817"/>
                    <a:pt x="120683" y="444648"/>
                  </a:cubicBezTo>
                  <a:cubicBezTo>
                    <a:pt x="125933" y="461313"/>
                    <a:pt x="131682" y="477645"/>
                    <a:pt x="136515" y="494477"/>
                  </a:cubicBezTo>
                  <a:cubicBezTo>
                    <a:pt x="137682" y="498476"/>
                    <a:pt x="138682" y="503309"/>
                    <a:pt x="139848" y="508142"/>
                  </a:cubicBezTo>
                  <a:cubicBezTo>
                    <a:pt x="135849" y="506559"/>
                    <a:pt x="131682" y="504892"/>
                    <a:pt x="127599" y="503142"/>
                  </a:cubicBezTo>
                  <a:lnTo>
                    <a:pt x="127599" y="503142"/>
                  </a:lnTo>
                  <a:close/>
                  <a:moveTo>
                    <a:pt x="167846" y="518808"/>
                  </a:moveTo>
                  <a:cubicBezTo>
                    <a:pt x="161263" y="516141"/>
                    <a:pt x="154597" y="513641"/>
                    <a:pt x="148014" y="511142"/>
                  </a:cubicBezTo>
                  <a:cubicBezTo>
                    <a:pt x="140182" y="486394"/>
                    <a:pt x="133932" y="460979"/>
                    <a:pt x="125600" y="436398"/>
                  </a:cubicBezTo>
                  <a:cubicBezTo>
                    <a:pt x="114684" y="404235"/>
                    <a:pt x="104102" y="371821"/>
                    <a:pt x="94102" y="339324"/>
                  </a:cubicBezTo>
                  <a:cubicBezTo>
                    <a:pt x="84437" y="307743"/>
                    <a:pt x="75188" y="275996"/>
                    <a:pt x="67105" y="243916"/>
                  </a:cubicBezTo>
                  <a:cubicBezTo>
                    <a:pt x="62855" y="227251"/>
                    <a:pt x="58189" y="210585"/>
                    <a:pt x="53356" y="194004"/>
                  </a:cubicBezTo>
                  <a:cubicBezTo>
                    <a:pt x="52856" y="192254"/>
                    <a:pt x="52273" y="190254"/>
                    <a:pt x="51690" y="188338"/>
                  </a:cubicBezTo>
                  <a:cubicBezTo>
                    <a:pt x="66272" y="196337"/>
                    <a:pt x="81520" y="203253"/>
                    <a:pt x="97519" y="209252"/>
                  </a:cubicBezTo>
                  <a:cubicBezTo>
                    <a:pt x="98185" y="209502"/>
                    <a:pt x="98852" y="209752"/>
                    <a:pt x="99519" y="210002"/>
                  </a:cubicBezTo>
                  <a:cubicBezTo>
                    <a:pt x="104518" y="235083"/>
                    <a:pt x="108434" y="260331"/>
                    <a:pt x="114601" y="285079"/>
                  </a:cubicBezTo>
                  <a:cubicBezTo>
                    <a:pt x="122100" y="315409"/>
                    <a:pt x="131266" y="345323"/>
                    <a:pt x="138015" y="375821"/>
                  </a:cubicBezTo>
                  <a:cubicBezTo>
                    <a:pt x="144431" y="404485"/>
                    <a:pt x="152764" y="432732"/>
                    <a:pt x="159096" y="461396"/>
                  </a:cubicBezTo>
                  <a:cubicBezTo>
                    <a:pt x="163513" y="481478"/>
                    <a:pt x="168346" y="501393"/>
                    <a:pt x="174179" y="520974"/>
                  </a:cubicBezTo>
                  <a:cubicBezTo>
                    <a:pt x="172096" y="520474"/>
                    <a:pt x="169929" y="519724"/>
                    <a:pt x="167846" y="518808"/>
                  </a:cubicBezTo>
                  <a:lnTo>
                    <a:pt x="167846" y="518808"/>
                  </a:lnTo>
                  <a:close/>
                  <a:moveTo>
                    <a:pt x="212175" y="534556"/>
                  </a:moveTo>
                  <a:cubicBezTo>
                    <a:pt x="202509" y="531140"/>
                    <a:pt x="192844" y="528057"/>
                    <a:pt x="183261" y="524641"/>
                  </a:cubicBezTo>
                  <a:cubicBezTo>
                    <a:pt x="177512" y="502726"/>
                    <a:pt x="172595" y="480478"/>
                    <a:pt x="167929" y="458396"/>
                  </a:cubicBezTo>
                  <a:cubicBezTo>
                    <a:pt x="161596" y="428399"/>
                    <a:pt x="152930" y="399068"/>
                    <a:pt x="145515" y="369404"/>
                  </a:cubicBezTo>
                  <a:cubicBezTo>
                    <a:pt x="138182" y="339907"/>
                    <a:pt x="129016" y="310910"/>
                    <a:pt x="121600" y="281496"/>
                  </a:cubicBezTo>
                  <a:cubicBezTo>
                    <a:pt x="115934" y="258998"/>
                    <a:pt x="114351" y="233917"/>
                    <a:pt x="105685" y="212335"/>
                  </a:cubicBezTo>
                  <a:cubicBezTo>
                    <a:pt x="117517" y="216252"/>
                    <a:pt x="129599" y="219335"/>
                    <a:pt x="141265" y="223917"/>
                  </a:cubicBezTo>
                  <a:cubicBezTo>
                    <a:pt x="146931" y="226084"/>
                    <a:pt x="152181" y="228001"/>
                    <a:pt x="157514" y="228750"/>
                  </a:cubicBezTo>
                  <a:cubicBezTo>
                    <a:pt x="159180" y="283745"/>
                    <a:pt x="174095" y="338824"/>
                    <a:pt x="182678" y="392986"/>
                  </a:cubicBezTo>
                  <a:cubicBezTo>
                    <a:pt x="186844" y="419650"/>
                    <a:pt x="193510" y="445564"/>
                    <a:pt x="201176" y="471395"/>
                  </a:cubicBezTo>
                  <a:cubicBezTo>
                    <a:pt x="205926" y="487477"/>
                    <a:pt x="210425" y="503393"/>
                    <a:pt x="214008" y="519807"/>
                  </a:cubicBezTo>
                  <a:cubicBezTo>
                    <a:pt x="215175" y="525140"/>
                    <a:pt x="216008" y="531140"/>
                    <a:pt x="217591" y="536889"/>
                  </a:cubicBezTo>
                  <a:cubicBezTo>
                    <a:pt x="215842" y="535973"/>
                    <a:pt x="214092" y="535223"/>
                    <a:pt x="212175" y="534556"/>
                  </a:cubicBezTo>
                  <a:lnTo>
                    <a:pt x="212175" y="534556"/>
                  </a:lnTo>
                  <a:close/>
                  <a:moveTo>
                    <a:pt x="248589" y="498226"/>
                  </a:moveTo>
                  <a:cubicBezTo>
                    <a:pt x="250172" y="507475"/>
                    <a:pt x="249338" y="518974"/>
                    <a:pt x="252422" y="528140"/>
                  </a:cubicBezTo>
                  <a:cubicBezTo>
                    <a:pt x="251255" y="528640"/>
                    <a:pt x="250005" y="529223"/>
                    <a:pt x="248838" y="529723"/>
                  </a:cubicBezTo>
                  <a:cubicBezTo>
                    <a:pt x="243089" y="532390"/>
                    <a:pt x="236839" y="536223"/>
                    <a:pt x="230673" y="537972"/>
                  </a:cubicBezTo>
                  <a:cubicBezTo>
                    <a:pt x="230340" y="538056"/>
                    <a:pt x="230090" y="538056"/>
                    <a:pt x="229757" y="538139"/>
                  </a:cubicBezTo>
                  <a:cubicBezTo>
                    <a:pt x="225091" y="529723"/>
                    <a:pt x="224591" y="516308"/>
                    <a:pt x="222591" y="507309"/>
                  </a:cubicBezTo>
                  <a:cubicBezTo>
                    <a:pt x="219175" y="492060"/>
                    <a:pt x="214675" y="477061"/>
                    <a:pt x="210592" y="461979"/>
                  </a:cubicBezTo>
                  <a:cubicBezTo>
                    <a:pt x="203676" y="435898"/>
                    <a:pt x="198760" y="409484"/>
                    <a:pt x="194010" y="383070"/>
                  </a:cubicBezTo>
                  <a:cubicBezTo>
                    <a:pt x="184844" y="331908"/>
                    <a:pt x="177428" y="279162"/>
                    <a:pt x="163513" y="228917"/>
                  </a:cubicBezTo>
                  <a:cubicBezTo>
                    <a:pt x="167013" y="228750"/>
                    <a:pt x="170595" y="228001"/>
                    <a:pt x="174429" y="226418"/>
                  </a:cubicBezTo>
                  <a:cubicBezTo>
                    <a:pt x="183344" y="222668"/>
                    <a:pt x="191677" y="217251"/>
                    <a:pt x="200009" y="212085"/>
                  </a:cubicBezTo>
                  <a:cubicBezTo>
                    <a:pt x="201093" y="234916"/>
                    <a:pt x="207259" y="257498"/>
                    <a:pt x="211342" y="279746"/>
                  </a:cubicBezTo>
                  <a:cubicBezTo>
                    <a:pt x="216508" y="308077"/>
                    <a:pt x="221258" y="336324"/>
                    <a:pt x="226091" y="364655"/>
                  </a:cubicBezTo>
                  <a:cubicBezTo>
                    <a:pt x="228590" y="379653"/>
                    <a:pt x="232673" y="394319"/>
                    <a:pt x="235256" y="409317"/>
                  </a:cubicBezTo>
                  <a:cubicBezTo>
                    <a:pt x="237923" y="425066"/>
                    <a:pt x="239340" y="441064"/>
                    <a:pt x="242339" y="456730"/>
                  </a:cubicBezTo>
                  <a:cubicBezTo>
                    <a:pt x="244922" y="470479"/>
                    <a:pt x="246172" y="484477"/>
                    <a:pt x="248589" y="498226"/>
                  </a:cubicBezTo>
                  <a:lnTo>
                    <a:pt x="248589" y="498226"/>
                  </a:lnTo>
                  <a:close/>
                  <a:moveTo>
                    <a:pt x="293584" y="430066"/>
                  </a:moveTo>
                  <a:cubicBezTo>
                    <a:pt x="295418" y="444565"/>
                    <a:pt x="296501" y="458980"/>
                    <a:pt x="297501" y="473478"/>
                  </a:cubicBezTo>
                  <a:cubicBezTo>
                    <a:pt x="298251" y="484477"/>
                    <a:pt x="300834" y="495893"/>
                    <a:pt x="301167" y="507059"/>
                  </a:cubicBezTo>
                  <a:cubicBezTo>
                    <a:pt x="288252" y="512558"/>
                    <a:pt x="275336" y="518058"/>
                    <a:pt x="262504" y="523724"/>
                  </a:cubicBezTo>
                  <a:cubicBezTo>
                    <a:pt x="261837" y="515725"/>
                    <a:pt x="259754" y="507475"/>
                    <a:pt x="258004" y="499892"/>
                  </a:cubicBezTo>
                  <a:cubicBezTo>
                    <a:pt x="254838" y="486061"/>
                    <a:pt x="252505" y="472062"/>
                    <a:pt x="249505" y="458230"/>
                  </a:cubicBezTo>
                  <a:cubicBezTo>
                    <a:pt x="246172" y="442731"/>
                    <a:pt x="244506" y="426899"/>
                    <a:pt x="242339" y="411234"/>
                  </a:cubicBezTo>
                  <a:cubicBezTo>
                    <a:pt x="240089" y="395235"/>
                    <a:pt x="236006" y="379487"/>
                    <a:pt x="233673" y="363572"/>
                  </a:cubicBezTo>
                  <a:cubicBezTo>
                    <a:pt x="229507" y="335907"/>
                    <a:pt x="225257" y="308326"/>
                    <a:pt x="220591" y="280746"/>
                  </a:cubicBezTo>
                  <a:cubicBezTo>
                    <a:pt x="218425" y="267830"/>
                    <a:pt x="214925" y="255248"/>
                    <a:pt x="213008" y="242249"/>
                  </a:cubicBezTo>
                  <a:cubicBezTo>
                    <a:pt x="211259" y="230750"/>
                    <a:pt x="210009" y="219001"/>
                    <a:pt x="207009" y="207752"/>
                  </a:cubicBezTo>
                  <a:cubicBezTo>
                    <a:pt x="209259" y="206419"/>
                    <a:pt x="211592" y="205003"/>
                    <a:pt x="213925" y="203753"/>
                  </a:cubicBezTo>
                  <a:cubicBezTo>
                    <a:pt x="228090" y="196087"/>
                    <a:pt x="242839" y="189504"/>
                    <a:pt x="257338" y="182421"/>
                  </a:cubicBezTo>
                  <a:cubicBezTo>
                    <a:pt x="260837" y="180755"/>
                    <a:pt x="264254" y="179005"/>
                    <a:pt x="267670" y="177255"/>
                  </a:cubicBezTo>
                  <a:cubicBezTo>
                    <a:pt x="274919" y="234000"/>
                    <a:pt x="276669" y="291412"/>
                    <a:pt x="282752" y="348240"/>
                  </a:cubicBezTo>
                  <a:cubicBezTo>
                    <a:pt x="285752" y="375654"/>
                    <a:pt x="290168" y="402735"/>
                    <a:pt x="293584" y="430066"/>
                  </a:cubicBezTo>
                  <a:lnTo>
                    <a:pt x="293584" y="430066"/>
                  </a:lnTo>
                  <a:close/>
                  <a:moveTo>
                    <a:pt x="335581" y="181171"/>
                  </a:moveTo>
                  <a:cubicBezTo>
                    <a:pt x="334664" y="197587"/>
                    <a:pt x="333831" y="213919"/>
                    <a:pt x="333414" y="230334"/>
                  </a:cubicBezTo>
                  <a:cubicBezTo>
                    <a:pt x="332581" y="261664"/>
                    <a:pt x="334331" y="292911"/>
                    <a:pt x="335497" y="324242"/>
                  </a:cubicBezTo>
                  <a:cubicBezTo>
                    <a:pt x="336664" y="356155"/>
                    <a:pt x="338831" y="387403"/>
                    <a:pt x="342663" y="419067"/>
                  </a:cubicBezTo>
                  <a:cubicBezTo>
                    <a:pt x="344580" y="435149"/>
                    <a:pt x="346580" y="451230"/>
                    <a:pt x="348163" y="467312"/>
                  </a:cubicBezTo>
                  <a:cubicBezTo>
                    <a:pt x="348746" y="472895"/>
                    <a:pt x="349746" y="479728"/>
                    <a:pt x="349413" y="485310"/>
                  </a:cubicBezTo>
                  <a:cubicBezTo>
                    <a:pt x="349413" y="485810"/>
                    <a:pt x="349413" y="486144"/>
                    <a:pt x="349496" y="486394"/>
                  </a:cubicBezTo>
                  <a:cubicBezTo>
                    <a:pt x="349246" y="486561"/>
                    <a:pt x="348913" y="486727"/>
                    <a:pt x="348496" y="487060"/>
                  </a:cubicBezTo>
                  <a:cubicBezTo>
                    <a:pt x="345163" y="489394"/>
                    <a:pt x="340414" y="490560"/>
                    <a:pt x="336581" y="492143"/>
                  </a:cubicBezTo>
                  <a:cubicBezTo>
                    <a:pt x="327581" y="495976"/>
                    <a:pt x="318499" y="499810"/>
                    <a:pt x="309500" y="503642"/>
                  </a:cubicBezTo>
                  <a:cubicBezTo>
                    <a:pt x="309667" y="495060"/>
                    <a:pt x="308333" y="486227"/>
                    <a:pt x="307666" y="477895"/>
                  </a:cubicBezTo>
                  <a:cubicBezTo>
                    <a:pt x="306666" y="464479"/>
                    <a:pt x="306167" y="450980"/>
                    <a:pt x="305167" y="437565"/>
                  </a:cubicBezTo>
                  <a:cubicBezTo>
                    <a:pt x="303000" y="408568"/>
                    <a:pt x="297917" y="379737"/>
                    <a:pt x="294918" y="350906"/>
                  </a:cubicBezTo>
                  <a:cubicBezTo>
                    <a:pt x="288752" y="292078"/>
                    <a:pt x="284419" y="232417"/>
                    <a:pt x="274253" y="174005"/>
                  </a:cubicBezTo>
                  <a:cubicBezTo>
                    <a:pt x="295751" y="162757"/>
                    <a:pt x="316582" y="150507"/>
                    <a:pt x="337914" y="139092"/>
                  </a:cubicBezTo>
                  <a:cubicBezTo>
                    <a:pt x="339914" y="148758"/>
                    <a:pt x="335830" y="175755"/>
                    <a:pt x="335581" y="181171"/>
                  </a:cubicBezTo>
                  <a:lnTo>
                    <a:pt x="335581" y="181171"/>
                  </a:lnTo>
                  <a:close/>
                </a:path>
              </a:pathLst>
            </a:custGeom>
            <a:grpFill/>
            <a:ln w="8332" cap="flat">
              <a:noFill/>
              <a:prstDash val="solid"/>
              <a:miter/>
            </a:ln>
          </p:spPr>
          <p:txBody>
            <a:bodyPr rtlCol="0" anchor="ctr"/>
            <a:lstStyle/>
            <a:p>
              <a:endParaRPr lang="en-US"/>
            </a:p>
          </p:txBody>
        </p:sp>
        <p:sp>
          <p:nvSpPr>
            <p:cNvPr id="2384" name="Freeform: Shape 2383"/>
            <p:cNvSpPr/>
            <p:nvPr/>
          </p:nvSpPr>
          <p:spPr>
            <a:xfrm>
              <a:off x="642548" y="5476909"/>
              <a:ext cx="343010" cy="710175"/>
            </a:xfrm>
            <a:custGeom>
              <a:avLst/>
              <a:gdLst>
                <a:gd name="connsiteX0" fmla="*/ 342717 w 343010"/>
                <a:gd name="connsiteY0" fmla="*/ 6691 h 710175"/>
                <a:gd name="connsiteX1" fmla="*/ 312887 w 343010"/>
                <a:gd name="connsiteY1" fmla="*/ 14524 h 710175"/>
                <a:gd name="connsiteX2" fmla="*/ 313220 w 343010"/>
                <a:gd name="connsiteY2" fmla="*/ 12107 h 710175"/>
                <a:gd name="connsiteX3" fmla="*/ 304221 w 343010"/>
                <a:gd name="connsiteY3" fmla="*/ 608 h 710175"/>
                <a:gd name="connsiteX4" fmla="*/ 278723 w 343010"/>
                <a:gd name="connsiteY4" fmla="*/ 27439 h 710175"/>
                <a:gd name="connsiteX5" fmla="*/ 265891 w 343010"/>
                <a:gd name="connsiteY5" fmla="*/ 46354 h 710175"/>
                <a:gd name="connsiteX6" fmla="*/ 261641 w 343010"/>
                <a:gd name="connsiteY6" fmla="*/ 38688 h 710175"/>
                <a:gd name="connsiteX7" fmla="*/ 223561 w 343010"/>
                <a:gd name="connsiteY7" fmla="*/ 81601 h 710175"/>
                <a:gd name="connsiteX8" fmla="*/ 191564 w 343010"/>
                <a:gd name="connsiteY8" fmla="*/ 168676 h 710175"/>
                <a:gd name="connsiteX9" fmla="*/ 177316 w 343010"/>
                <a:gd name="connsiteY9" fmla="*/ 211172 h 710175"/>
                <a:gd name="connsiteX10" fmla="*/ 172483 w 343010"/>
                <a:gd name="connsiteY10" fmla="*/ 224338 h 710175"/>
                <a:gd name="connsiteX11" fmla="*/ 169150 w 343010"/>
                <a:gd name="connsiteY11" fmla="*/ 223421 h 710175"/>
                <a:gd name="connsiteX12" fmla="*/ 149068 w 343010"/>
                <a:gd name="connsiteY12" fmla="*/ 252585 h 710175"/>
                <a:gd name="connsiteX13" fmla="*/ 130070 w 343010"/>
                <a:gd name="connsiteY13" fmla="*/ 306997 h 710175"/>
                <a:gd name="connsiteX14" fmla="*/ 110238 w 343010"/>
                <a:gd name="connsiteY14" fmla="*/ 369242 h 710175"/>
                <a:gd name="connsiteX15" fmla="*/ 97573 w 343010"/>
                <a:gd name="connsiteY15" fmla="*/ 410154 h 710175"/>
                <a:gd name="connsiteX16" fmla="*/ 82908 w 343010"/>
                <a:gd name="connsiteY16" fmla="*/ 429653 h 710175"/>
                <a:gd name="connsiteX17" fmla="*/ 80408 w 343010"/>
                <a:gd name="connsiteY17" fmla="*/ 427570 h 710175"/>
                <a:gd name="connsiteX18" fmla="*/ 72908 w 343010"/>
                <a:gd name="connsiteY18" fmla="*/ 428570 h 710175"/>
                <a:gd name="connsiteX19" fmla="*/ 62909 w 343010"/>
                <a:gd name="connsiteY19" fmla="*/ 449984 h 710175"/>
                <a:gd name="connsiteX20" fmla="*/ 51494 w 343010"/>
                <a:gd name="connsiteY20" fmla="*/ 480565 h 710175"/>
                <a:gd name="connsiteX21" fmla="*/ 32912 w 343010"/>
                <a:gd name="connsiteY21" fmla="*/ 548225 h 710175"/>
                <a:gd name="connsiteX22" fmla="*/ 27412 w 343010"/>
                <a:gd name="connsiteY22" fmla="*/ 580889 h 710175"/>
                <a:gd name="connsiteX23" fmla="*/ 4165 w 343010"/>
                <a:gd name="connsiteY23" fmla="*/ 670214 h 710175"/>
                <a:gd name="connsiteX24" fmla="*/ 12164 w 343010"/>
                <a:gd name="connsiteY24" fmla="*/ 708377 h 710175"/>
                <a:gd name="connsiteX25" fmla="*/ 50744 w 343010"/>
                <a:gd name="connsiteY25" fmla="*/ 686796 h 710175"/>
                <a:gd name="connsiteX26" fmla="*/ 73825 w 343010"/>
                <a:gd name="connsiteY26" fmla="*/ 618469 h 710175"/>
                <a:gd name="connsiteX27" fmla="*/ 89740 w 343010"/>
                <a:gd name="connsiteY27" fmla="*/ 553475 h 710175"/>
                <a:gd name="connsiteX28" fmla="*/ 109488 w 343010"/>
                <a:gd name="connsiteY28" fmla="*/ 510062 h 710175"/>
                <a:gd name="connsiteX29" fmla="*/ 138902 w 343010"/>
                <a:gd name="connsiteY29" fmla="*/ 460483 h 710175"/>
                <a:gd name="connsiteX30" fmla="*/ 185648 w 343010"/>
                <a:gd name="connsiteY30" fmla="*/ 349160 h 710175"/>
                <a:gd name="connsiteX31" fmla="*/ 187815 w 343010"/>
                <a:gd name="connsiteY31" fmla="*/ 335911 h 710175"/>
                <a:gd name="connsiteX32" fmla="*/ 246476 w 343010"/>
                <a:gd name="connsiteY32" fmla="*/ 242670 h 710175"/>
                <a:gd name="connsiteX33" fmla="*/ 268557 w 343010"/>
                <a:gd name="connsiteY33" fmla="*/ 188341 h 710175"/>
                <a:gd name="connsiteX34" fmla="*/ 272557 w 343010"/>
                <a:gd name="connsiteY34" fmla="*/ 147845 h 710175"/>
                <a:gd name="connsiteX35" fmla="*/ 270641 w 343010"/>
                <a:gd name="connsiteY35" fmla="*/ 146095 h 710175"/>
                <a:gd name="connsiteX36" fmla="*/ 306721 w 343010"/>
                <a:gd name="connsiteY36" fmla="*/ 91517 h 710175"/>
                <a:gd name="connsiteX37" fmla="*/ 314220 w 343010"/>
                <a:gd name="connsiteY37" fmla="*/ 71768 h 710175"/>
                <a:gd name="connsiteX38" fmla="*/ 314470 w 343010"/>
                <a:gd name="connsiteY38" fmla="*/ 71352 h 710175"/>
                <a:gd name="connsiteX39" fmla="*/ 324386 w 343010"/>
                <a:gd name="connsiteY39" fmla="*/ 56436 h 710175"/>
                <a:gd name="connsiteX40" fmla="*/ 333218 w 343010"/>
                <a:gd name="connsiteY40" fmla="*/ 37188 h 710175"/>
                <a:gd name="connsiteX41" fmla="*/ 339801 w 343010"/>
                <a:gd name="connsiteY41" fmla="*/ 19523 h 710175"/>
                <a:gd name="connsiteX42" fmla="*/ 342717 w 343010"/>
                <a:gd name="connsiteY42" fmla="*/ 6691 h 710175"/>
                <a:gd name="connsiteX43" fmla="*/ 342717 w 343010"/>
                <a:gd name="connsiteY43" fmla="*/ 6691 h 710175"/>
                <a:gd name="connsiteX44" fmla="*/ 135736 w 343010"/>
                <a:gd name="connsiteY44" fmla="*/ 333828 h 710175"/>
                <a:gd name="connsiteX45" fmla="*/ 152734 w 343010"/>
                <a:gd name="connsiteY45" fmla="*/ 280666 h 710175"/>
                <a:gd name="connsiteX46" fmla="*/ 164317 w 343010"/>
                <a:gd name="connsiteY46" fmla="*/ 255169 h 710175"/>
                <a:gd name="connsiteX47" fmla="*/ 169400 w 343010"/>
                <a:gd name="connsiteY47" fmla="*/ 240920 h 710175"/>
                <a:gd name="connsiteX48" fmla="*/ 172733 w 343010"/>
                <a:gd name="connsiteY48" fmla="*/ 262918 h 710175"/>
                <a:gd name="connsiteX49" fmla="*/ 175816 w 343010"/>
                <a:gd name="connsiteY49" fmla="*/ 290248 h 710175"/>
                <a:gd name="connsiteX50" fmla="*/ 177399 w 343010"/>
                <a:gd name="connsiteY50" fmla="*/ 326578 h 710175"/>
                <a:gd name="connsiteX51" fmla="*/ 151818 w 343010"/>
                <a:gd name="connsiteY51" fmla="*/ 351326 h 710175"/>
                <a:gd name="connsiteX52" fmla="*/ 114905 w 343010"/>
                <a:gd name="connsiteY52" fmla="*/ 390573 h 710175"/>
                <a:gd name="connsiteX53" fmla="*/ 135736 w 343010"/>
                <a:gd name="connsiteY53" fmla="*/ 333828 h 710175"/>
                <a:gd name="connsiteX54" fmla="*/ 135736 w 343010"/>
                <a:gd name="connsiteY54" fmla="*/ 333828 h 710175"/>
                <a:gd name="connsiteX55" fmla="*/ 81991 w 343010"/>
                <a:gd name="connsiteY55" fmla="*/ 545975 h 710175"/>
                <a:gd name="connsiteX56" fmla="*/ 81491 w 343010"/>
                <a:gd name="connsiteY56" fmla="*/ 553141 h 710175"/>
                <a:gd name="connsiteX57" fmla="*/ 80074 w 343010"/>
                <a:gd name="connsiteY57" fmla="*/ 558308 h 710175"/>
                <a:gd name="connsiteX58" fmla="*/ 80408 w 343010"/>
                <a:gd name="connsiteY58" fmla="*/ 560641 h 710175"/>
                <a:gd name="connsiteX59" fmla="*/ 67492 w 343010"/>
                <a:gd name="connsiteY59" fmla="*/ 600137 h 710175"/>
                <a:gd name="connsiteX60" fmla="*/ 49161 w 343010"/>
                <a:gd name="connsiteY60" fmla="*/ 652216 h 710175"/>
                <a:gd name="connsiteX61" fmla="*/ 38578 w 343010"/>
                <a:gd name="connsiteY61" fmla="*/ 679630 h 710175"/>
                <a:gd name="connsiteX62" fmla="*/ 31162 w 343010"/>
                <a:gd name="connsiteY62" fmla="*/ 691796 h 710175"/>
                <a:gd name="connsiteX63" fmla="*/ 17663 w 343010"/>
                <a:gd name="connsiteY63" fmla="*/ 690379 h 710175"/>
                <a:gd name="connsiteX64" fmla="*/ 9831 w 343010"/>
                <a:gd name="connsiteY64" fmla="*/ 682963 h 710175"/>
                <a:gd name="connsiteX65" fmla="*/ 9747 w 343010"/>
                <a:gd name="connsiteY65" fmla="*/ 681713 h 710175"/>
                <a:gd name="connsiteX66" fmla="*/ 29079 w 343010"/>
                <a:gd name="connsiteY66" fmla="*/ 618469 h 710175"/>
                <a:gd name="connsiteX67" fmla="*/ 34662 w 343010"/>
                <a:gd name="connsiteY67" fmla="*/ 588055 h 710175"/>
                <a:gd name="connsiteX68" fmla="*/ 37995 w 343010"/>
                <a:gd name="connsiteY68" fmla="*/ 569224 h 710175"/>
                <a:gd name="connsiteX69" fmla="*/ 40661 w 343010"/>
                <a:gd name="connsiteY69" fmla="*/ 557308 h 710175"/>
                <a:gd name="connsiteX70" fmla="*/ 59160 w 343010"/>
                <a:gd name="connsiteY70" fmla="*/ 494313 h 710175"/>
                <a:gd name="connsiteX71" fmla="*/ 70492 w 343010"/>
                <a:gd name="connsiteY71" fmla="*/ 463316 h 710175"/>
                <a:gd name="connsiteX72" fmla="*/ 77075 w 343010"/>
                <a:gd name="connsiteY72" fmla="*/ 448734 h 710175"/>
                <a:gd name="connsiteX73" fmla="*/ 77241 w 343010"/>
                <a:gd name="connsiteY73" fmla="*/ 448068 h 710175"/>
                <a:gd name="connsiteX74" fmla="*/ 77825 w 343010"/>
                <a:gd name="connsiteY74" fmla="*/ 447568 h 710175"/>
                <a:gd name="connsiteX75" fmla="*/ 78158 w 343010"/>
                <a:gd name="connsiteY75" fmla="*/ 447151 h 710175"/>
                <a:gd name="connsiteX76" fmla="*/ 81741 w 343010"/>
                <a:gd name="connsiteY76" fmla="*/ 487898 h 710175"/>
                <a:gd name="connsiteX77" fmla="*/ 81991 w 343010"/>
                <a:gd name="connsiteY77" fmla="*/ 545975 h 710175"/>
                <a:gd name="connsiteX78" fmla="*/ 81991 w 343010"/>
                <a:gd name="connsiteY78" fmla="*/ 545975 h 710175"/>
                <a:gd name="connsiteX79" fmla="*/ 176482 w 343010"/>
                <a:gd name="connsiteY79" fmla="*/ 347660 h 710175"/>
                <a:gd name="connsiteX80" fmla="*/ 172899 w 343010"/>
                <a:gd name="connsiteY80" fmla="*/ 365658 h 710175"/>
                <a:gd name="connsiteX81" fmla="*/ 164317 w 343010"/>
                <a:gd name="connsiteY81" fmla="*/ 389990 h 710175"/>
                <a:gd name="connsiteX82" fmla="*/ 141069 w 343010"/>
                <a:gd name="connsiteY82" fmla="*/ 434569 h 710175"/>
                <a:gd name="connsiteX83" fmla="*/ 118321 w 343010"/>
                <a:gd name="connsiteY83" fmla="*/ 475565 h 710175"/>
                <a:gd name="connsiteX84" fmla="*/ 93073 w 343010"/>
                <a:gd name="connsiteY84" fmla="*/ 517645 h 710175"/>
                <a:gd name="connsiteX85" fmla="*/ 89740 w 343010"/>
                <a:gd name="connsiteY85" fmla="*/ 525227 h 710175"/>
                <a:gd name="connsiteX86" fmla="*/ 86990 w 343010"/>
                <a:gd name="connsiteY86" fmla="*/ 469316 h 710175"/>
                <a:gd name="connsiteX87" fmla="*/ 86157 w 343010"/>
                <a:gd name="connsiteY87" fmla="*/ 438902 h 710175"/>
                <a:gd name="connsiteX88" fmla="*/ 146568 w 343010"/>
                <a:gd name="connsiteY88" fmla="*/ 377407 h 710175"/>
                <a:gd name="connsiteX89" fmla="*/ 177566 w 343010"/>
                <a:gd name="connsiteY89" fmla="*/ 343661 h 710175"/>
                <a:gd name="connsiteX90" fmla="*/ 178732 w 343010"/>
                <a:gd name="connsiteY90" fmla="*/ 342494 h 710175"/>
                <a:gd name="connsiteX91" fmla="*/ 179149 w 343010"/>
                <a:gd name="connsiteY91" fmla="*/ 342577 h 710175"/>
                <a:gd name="connsiteX92" fmla="*/ 176482 w 343010"/>
                <a:gd name="connsiteY92" fmla="*/ 347660 h 710175"/>
                <a:gd name="connsiteX93" fmla="*/ 176482 w 343010"/>
                <a:gd name="connsiteY93" fmla="*/ 347660 h 710175"/>
                <a:gd name="connsiteX94" fmla="*/ 253892 w 343010"/>
                <a:gd name="connsiteY94" fmla="*/ 202256 h 710175"/>
                <a:gd name="connsiteX95" fmla="*/ 230978 w 343010"/>
                <a:gd name="connsiteY95" fmla="*/ 250085 h 710175"/>
                <a:gd name="connsiteX96" fmla="*/ 204980 w 343010"/>
                <a:gd name="connsiteY96" fmla="*/ 295415 h 710175"/>
                <a:gd name="connsiteX97" fmla="*/ 192648 w 343010"/>
                <a:gd name="connsiteY97" fmla="*/ 317080 h 710175"/>
                <a:gd name="connsiteX98" fmla="*/ 185815 w 343010"/>
                <a:gd name="connsiteY98" fmla="*/ 325829 h 710175"/>
                <a:gd name="connsiteX99" fmla="*/ 182982 w 343010"/>
                <a:gd name="connsiteY99" fmla="*/ 282416 h 710175"/>
                <a:gd name="connsiteX100" fmla="*/ 180649 w 343010"/>
                <a:gd name="connsiteY100" fmla="*/ 249336 h 710175"/>
                <a:gd name="connsiteX101" fmla="*/ 221728 w 343010"/>
                <a:gd name="connsiteY101" fmla="*/ 206339 h 710175"/>
                <a:gd name="connsiteX102" fmla="*/ 244226 w 343010"/>
                <a:gd name="connsiteY102" fmla="*/ 182008 h 710175"/>
                <a:gd name="connsiteX103" fmla="*/ 266641 w 343010"/>
                <a:gd name="connsiteY103" fmla="*/ 156761 h 710175"/>
                <a:gd name="connsiteX104" fmla="*/ 253892 w 343010"/>
                <a:gd name="connsiteY104" fmla="*/ 202256 h 710175"/>
                <a:gd name="connsiteX105" fmla="*/ 253892 w 343010"/>
                <a:gd name="connsiteY105" fmla="*/ 202256 h 710175"/>
                <a:gd name="connsiteX106" fmla="*/ 327802 w 343010"/>
                <a:gd name="connsiteY106" fmla="*/ 20439 h 710175"/>
                <a:gd name="connsiteX107" fmla="*/ 320719 w 343010"/>
                <a:gd name="connsiteY107" fmla="*/ 38104 h 710175"/>
                <a:gd name="connsiteX108" fmla="*/ 311804 w 343010"/>
                <a:gd name="connsiteY108" fmla="*/ 56103 h 710175"/>
                <a:gd name="connsiteX109" fmla="*/ 307054 w 343010"/>
                <a:gd name="connsiteY109" fmla="*/ 62936 h 710175"/>
                <a:gd name="connsiteX110" fmla="*/ 304554 w 343010"/>
                <a:gd name="connsiteY110" fmla="*/ 62852 h 710175"/>
                <a:gd name="connsiteX111" fmla="*/ 282056 w 343010"/>
                <a:gd name="connsiteY111" fmla="*/ 75268 h 710175"/>
                <a:gd name="connsiteX112" fmla="*/ 270224 w 343010"/>
                <a:gd name="connsiteY112" fmla="*/ 95516 h 710175"/>
                <a:gd name="connsiteX113" fmla="*/ 273140 w 343010"/>
                <a:gd name="connsiteY113" fmla="*/ 95516 h 710175"/>
                <a:gd name="connsiteX114" fmla="*/ 280890 w 343010"/>
                <a:gd name="connsiteY114" fmla="*/ 89767 h 710175"/>
                <a:gd name="connsiteX115" fmla="*/ 290305 w 343010"/>
                <a:gd name="connsiteY115" fmla="*/ 81934 h 710175"/>
                <a:gd name="connsiteX116" fmla="*/ 299888 w 343010"/>
                <a:gd name="connsiteY116" fmla="*/ 73601 h 710175"/>
                <a:gd name="connsiteX117" fmla="*/ 300888 w 343010"/>
                <a:gd name="connsiteY117" fmla="*/ 77768 h 710175"/>
                <a:gd name="connsiteX118" fmla="*/ 294888 w 343010"/>
                <a:gd name="connsiteY118" fmla="*/ 89850 h 710175"/>
                <a:gd name="connsiteX119" fmla="*/ 281140 w 343010"/>
                <a:gd name="connsiteY119" fmla="*/ 114015 h 710175"/>
                <a:gd name="connsiteX120" fmla="*/ 255559 w 343010"/>
                <a:gd name="connsiteY120" fmla="*/ 153011 h 710175"/>
                <a:gd name="connsiteX121" fmla="*/ 213062 w 343010"/>
                <a:gd name="connsiteY121" fmla="*/ 197674 h 710175"/>
                <a:gd name="connsiteX122" fmla="*/ 178982 w 343010"/>
                <a:gd name="connsiteY122" fmla="*/ 239336 h 710175"/>
                <a:gd name="connsiteX123" fmla="*/ 178066 w 343010"/>
                <a:gd name="connsiteY123" fmla="*/ 235920 h 710175"/>
                <a:gd name="connsiteX124" fmla="*/ 196731 w 343010"/>
                <a:gd name="connsiteY124" fmla="*/ 199090 h 710175"/>
                <a:gd name="connsiteX125" fmla="*/ 220645 w 343010"/>
                <a:gd name="connsiteY125" fmla="*/ 132763 h 710175"/>
                <a:gd name="connsiteX126" fmla="*/ 248643 w 343010"/>
                <a:gd name="connsiteY126" fmla="*/ 61853 h 710175"/>
                <a:gd name="connsiteX127" fmla="*/ 255559 w 343010"/>
                <a:gd name="connsiteY127" fmla="*/ 50354 h 710175"/>
                <a:gd name="connsiteX128" fmla="*/ 257392 w 343010"/>
                <a:gd name="connsiteY128" fmla="*/ 63269 h 710175"/>
                <a:gd name="connsiteX129" fmla="*/ 255809 w 343010"/>
                <a:gd name="connsiteY129" fmla="*/ 70852 h 710175"/>
                <a:gd name="connsiteX130" fmla="*/ 256225 w 343010"/>
                <a:gd name="connsiteY130" fmla="*/ 72268 h 710175"/>
                <a:gd name="connsiteX131" fmla="*/ 253559 w 343010"/>
                <a:gd name="connsiteY131" fmla="*/ 101599 h 710175"/>
                <a:gd name="connsiteX132" fmla="*/ 239143 w 343010"/>
                <a:gd name="connsiteY132" fmla="*/ 119181 h 710175"/>
                <a:gd name="connsiteX133" fmla="*/ 225561 w 343010"/>
                <a:gd name="connsiteY133" fmla="*/ 142262 h 710175"/>
                <a:gd name="connsiteX134" fmla="*/ 228894 w 343010"/>
                <a:gd name="connsiteY134" fmla="*/ 144179 h 710175"/>
                <a:gd name="connsiteX135" fmla="*/ 228894 w 343010"/>
                <a:gd name="connsiteY135" fmla="*/ 144179 h 710175"/>
                <a:gd name="connsiteX136" fmla="*/ 235227 w 343010"/>
                <a:gd name="connsiteY136" fmla="*/ 138595 h 710175"/>
                <a:gd name="connsiteX137" fmla="*/ 241893 w 343010"/>
                <a:gd name="connsiteY137" fmla="*/ 130596 h 710175"/>
                <a:gd name="connsiteX138" fmla="*/ 251809 w 343010"/>
                <a:gd name="connsiteY138" fmla="*/ 118014 h 710175"/>
                <a:gd name="connsiteX139" fmla="*/ 258892 w 343010"/>
                <a:gd name="connsiteY139" fmla="*/ 110098 h 710175"/>
                <a:gd name="connsiteX140" fmla="*/ 259142 w 343010"/>
                <a:gd name="connsiteY140" fmla="*/ 107348 h 710175"/>
                <a:gd name="connsiteX141" fmla="*/ 259142 w 343010"/>
                <a:gd name="connsiteY141" fmla="*/ 110932 h 710175"/>
                <a:gd name="connsiteX142" fmla="*/ 258142 w 343010"/>
                <a:gd name="connsiteY142" fmla="*/ 132263 h 710175"/>
                <a:gd name="connsiteX143" fmla="*/ 263808 w 343010"/>
                <a:gd name="connsiteY143" fmla="*/ 133013 h 710175"/>
                <a:gd name="connsiteX144" fmla="*/ 260392 w 343010"/>
                <a:gd name="connsiteY144" fmla="*/ 98349 h 710175"/>
                <a:gd name="connsiteX145" fmla="*/ 264891 w 343010"/>
                <a:gd name="connsiteY145" fmla="*/ 65269 h 710175"/>
                <a:gd name="connsiteX146" fmla="*/ 301138 w 343010"/>
                <a:gd name="connsiteY146" fmla="*/ 15523 h 710175"/>
                <a:gd name="connsiteX147" fmla="*/ 301971 w 343010"/>
                <a:gd name="connsiteY147" fmla="*/ 14857 h 710175"/>
                <a:gd name="connsiteX148" fmla="*/ 301054 w 343010"/>
                <a:gd name="connsiteY148" fmla="*/ 19356 h 710175"/>
                <a:gd name="connsiteX149" fmla="*/ 296388 w 343010"/>
                <a:gd name="connsiteY149" fmla="*/ 49437 h 710175"/>
                <a:gd name="connsiteX150" fmla="*/ 304304 w 343010"/>
                <a:gd name="connsiteY150" fmla="*/ 52770 h 710175"/>
                <a:gd name="connsiteX151" fmla="*/ 311554 w 343010"/>
                <a:gd name="connsiteY151" fmla="*/ 25189 h 710175"/>
                <a:gd name="connsiteX152" fmla="*/ 328969 w 343010"/>
                <a:gd name="connsiteY152" fmla="*/ 14857 h 710175"/>
                <a:gd name="connsiteX153" fmla="*/ 327802 w 343010"/>
                <a:gd name="connsiteY153" fmla="*/ 20439 h 710175"/>
                <a:gd name="connsiteX154" fmla="*/ 327802 w 343010"/>
                <a:gd name="connsiteY154" fmla="*/ 20439 h 710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Lst>
              <a:rect l="l" t="t" r="r" b="b"/>
              <a:pathLst>
                <a:path w="343010" h="710175">
                  <a:moveTo>
                    <a:pt x="342717" y="6691"/>
                  </a:moveTo>
                  <a:cubicBezTo>
                    <a:pt x="338134" y="-7725"/>
                    <a:pt x="323052" y="4108"/>
                    <a:pt x="312887" y="14524"/>
                  </a:cubicBezTo>
                  <a:cubicBezTo>
                    <a:pt x="312970" y="13690"/>
                    <a:pt x="313137" y="12940"/>
                    <a:pt x="313220" y="12107"/>
                  </a:cubicBezTo>
                  <a:cubicBezTo>
                    <a:pt x="314303" y="5774"/>
                    <a:pt x="312720" y="-2225"/>
                    <a:pt x="304221" y="608"/>
                  </a:cubicBezTo>
                  <a:cubicBezTo>
                    <a:pt x="293888" y="4024"/>
                    <a:pt x="284223" y="18773"/>
                    <a:pt x="278723" y="27439"/>
                  </a:cubicBezTo>
                  <a:cubicBezTo>
                    <a:pt x="275140" y="33022"/>
                    <a:pt x="270224" y="39521"/>
                    <a:pt x="265891" y="46354"/>
                  </a:cubicBezTo>
                  <a:cubicBezTo>
                    <a:pt x="265391" y="43104"/>
                    <a:pt x="264224" y="40271"/>
                    <a:pt x="261641" y="38688"/>
                  </a:cubicBezTo>
                  <a:cubicBezTo>
                    <a:pt x="246476" y="29439"/>
                    <a:pt x="227394" y="73518"/>
                    <a:pt x="223561" y="81601"/>
                  </a:cubicBezTo>
                  <a:cubicBezTo>
                    <a:pt x="210146" y="109598"/>
                    <a:pt x="202063" y="139596"/>
                    <a:pt x="191564" y="168676"/>
                  </a:cubicBezTo>
                  <a:cubicBezTo>
                    <a:pt x="186481" y="182758"/>
                    <a:pt x="182315" y="197007"/>
                    <a:pt x="177316" y="211172"/>
                  </a:cubicBezTo>
                  <a:cubicBezTo>
                    <a:pt x="175899" y="215255"/>
                    <a:pt x="173983" y="219755"/>
                    <a:pt x="172483" y="224338"/>
                  </a:cubicBezTo>
                  <a:cubicBezTo>
                    <a:pt x="171566" y="223755"/>
                    <a:pt x="170483" y="223421"/>
                    <a:pt x="169150" y="223421"/>
                  </a:cubicBezTo>
                  <a:cubicBezTo>
                    <a:pt x="156318" y="223088"/>
                    <a:pt x="153151" y="243503"/>
                    <a:pt x="149068" y="252585"/>
                  </a:cubicBezTo>
                  <a:cubicBezTo>
                    <a:pt x="141152" y="270251"/>
                    <a:pt x="134736" y="288249"/>
                    <a:pt x="130070" y="306997"/>
                  </a:cubicBezTo>
                  <a:cubicBezTo>
                    <a:pt x="124737" y="328162"/>
                    <a:pt x="117154" y="348660"/>
                    <a:pt x="110238" y="369242"/>
                  </a:cubicBezTo>
                  <a:cubicBezTo>
                    <a:pt x="105739" y="382740"/>
                    <a:pt x="101906" y="396572"/>
                    <a:pt x="97573" y="410154"/>
                  </a:cubicBezTo>
                  <a:cubicBezTo>
                    <a:pt x="92323" y="416404"/>
                    <a:pt x="87407" y="422820"/>
                    <a:pt x="82908" y="429653"/>
                  </a:cubicBezTo>
                  <a:cubicBezTo>
                    <a:pt x="82158" y="428736"/>
                    <a:pt x="81408" y="428070"/>
                    <a:pt x="80408" y="427570"/>
                  </a:cubicBezTo>
                  <a:cubicBezTo>
                    <a:pt x="77825" y="426403"/>
                    <a:pt x="74992" y="426486"/>
                    <a:pt x="72908" y="428570"/>
                  </a:cubicBezTo>
                  <a:cubicBezTo>
                    <a:pt x="67325" y="434069"/>
                    <a:pt x="65992" y="442985"/>
                    <a:pt x="62909" y="449984"/>
                  </a:cubicBezTo>
                  <a:cubicBezTo>
                    <a:pt x="58493" y="459983"/>
                    <a:pt x="54910" y="470233"/>
                    <a:pt x="51494" y="480565"/>
                  </a:cubicBezTo>
                  <a:cubicBezTo>
                    <a:pt x="44244" y="502979"/>
                    <a:pt x="38078" y="525311"/>
                    <a:pt x="32912" y="548225"/>
                  </a:cubicBezTo>
                  <a:cubicBezTo>
                    <a:pt x="30495" y="559058"/>
                    <a:pt x="28912" y="569973"/>
                    <a:pt x="27412" y="580889"/>
                  </a:cubicBezTo>
                  <a:cubicBezTo>
                    <a:pt x="20080" y="610803"/>
                    <a:pt x="13247" y="640800"/>
                    <a:pt x="4165" y="670214"/>
                  </a:cubicBezTo>
                  <a:cubicBezTo>
                    <a:pt x="-168" y="684213"/>
                    <a:pt x="-5168" y="701211"/>
                    <a:pt x="12164" y="708377"/>
                  </a:cubicBezTo>
                  <a:cubicBezTo>
                    <a:pt x="29246" y="715377"/>
                    <a:pt x="43828" y="700628"/>
                    <a:pt x="50744" y="686796"/>
                  </a:cubicBezTo>
                  <a:cubicBezTo>
                    <a:pt x="61493" y="665215"/>
                    <a:pt x="66576" y="641217"/>
                    <a:pt x="73825" y="618469"/>
                  </a:cubicBezTo>
                  <a:cubicBezTo>
                    <a:pt x="80824" y="596554"/>
                    <a:pt x="88657" y="576390"/>
                    <a:pt x="89740" y="553475"/>
                  </a:cubicBezTo>
                  <a:cubicBezTo>
                    <a:pt x="96823" y="539309"/>
                    <a:pt x="101739" y="523894"/>
                    <a:pt x="109488" y="510062"/>
                  </a:cubicBezTo>
                  <a:cubicBezTo>
                    <a:pt x="118821" y="493313"/>
                    <a:pt x="129487" y="477315"/>
                    <a:pt x="138902" y="460483"/>
                  </a:cubicBezTo>
                  <a:cubicBezTo>
                    <a:pt x="158734" y="424903"/>
                    <a:pt x="175233" y="388573"/>
                    <a:pt x="185648" y="349160"/>
                  </a:cubicBezTo>
                  <a:cubicBezTo>
                    <a:pt x="186565" y="345660"/>
                    <a:pt x="187981" y="340411"/>
                    <a:pt x="187815" y="335911"/>
                  </a:cubicBezTo>
                  <a:cubicBezTo>
                    <a:pt x="210229" y="306497"/>
                    <a:pt x="232227" y="277250"/>
                    <a:pt x="246476" y="242670"/>
                  </a:cubicBezTo>
                  <a:cubicBezTo>
                    <a:pt x="253975" y="224588"/>
                    <a:pt x="262475" y="207006"/>
                    <a:pt x="268557" y="188341"/>
                  </a:cubicBezTo>
                  <a:cubicBezTo>
                    <a:pt x="272307" y="176842"/>
                    <a:pt x="277973" y="159427"/>
                    <a:pt x="272557" y="147845"/>
                  </a:cubicBezTo>
                  <a:cubicBezTo>
                    <a:pt x="272140" y="147011"/>
                    <a:pt x="271474" y="146428"/>
                    <a:pt x="270641" y="146095"/>
                  </a:cubicBezTo>
                  <a:cubicBezTo>
                    <a:pt x="285723" y="130263"/>
                    <a:pt x="297388" y="111098"/>
                    <a:pt x="306721" y="91517"/>
                  </a:cubicBezTo>
                  <a:cubicBezTo>
                    <a:pt x="309054" y="86683"/>
                    <a:pt x="314303" y="78434"/>
                    <a:pt x="314220" y="71768"/>
                  </a:cubicBezTo>
                  <a:cubicBezTo>
                    <a:pt x="314303" y="71602"/>
                    <a:pt x="314387" y="71518"/>
                    <a:pt x="314470" y="71352"/>
                  </a:cubicBezTo>
                  <a:cubicBezTo>
                    <a:pt x="316803" y="65769"/>
                    <a:pt x="321469" y="61769"/>
                    <a:pt x="324386" y="56436"/>
                  </a:cubicBezTo>
                  <a:cubicBezTo>
                    <a:pt x="327802" y="50270"/>
                    <a:pt x="330302" y="43521"/>
                    <a:pt x="333218" y="37188"/>
                  </a:cubicBezTo>
                  <a:cubicBezTo>
                    <a:pt x="335968" y="31355"/>
                    <a:pt x="337884" y="25606"/>
                    <a:pt x="339801" y="19523"/>
                  </a:cubicBezTo>
                  <a:cubicBezTo>
                    <a:pt x="340884" y="15940"/>
                    <a:pt x="343967" y="10690"/>
                    <a:pt x="342717" y="6691"/>
                  </a:cubicBezTo>
                  <a:lnTo>
                    <a:pt x="342717" y="6691"/>
                  </a:lnTo>
                  <a:close/>
                  <a:moveTo>
                    <a:pt x="135736" y="333828"/>
                  </a:moveTo>
                  <a:cubicBezTo>
                    <a:pt x="142069" y="316329"/>
                    <a:pt x="145819" y="298081"/>
                    <a:pt x="152734" y="280666"/>
                  </a:cubicBezTo>
                  <a:cubicBezTo>
                    <a:pt x="156234" y="271917"/>
                    <a:pt x="160234" y="263584"/>
                    <a:pt x="164317" y="255169"/>
                  </a:cubicBezTo>
                  <a:cubicBezTo>
                    <a:pt x="165317" y="253085"/>
                    <a:pt x="167400" y="246002"/>
                    <a:pt x="169400" y="240920"/>
                  </a:cubicBezTo>
                  <a:cubicBezTo>
                    <a:pt x="171983" y="247502"/>
                    <a:pt x="171816" y="257252"/>
                    <a:pt x="172733" y="262918"/>
                  </a:cubicBezTo>
                  <a:cubicBezTo>
                    <a:pt x="174316" y="272083"/>
                    <a:pt x="174983" y="281083"/>
                    <a:pt x="175816" y="290248"/>
                  </a:cubicBezTo>
                  <a:cubicBezTo>
                    <a:pt x="176899" y="302331"/>
                    <a:pt x="176649" y="314497"/>
                    <a:pt x="177399" y="326578"/>
                  </a:cubicBezTo>
                  <a:cubicBezTo>
                    <a:pt x="167400" y="328079"/>
                    <a:pt x="156901" y="345327"/>
                    <a:pt x="151818" y="351326"/>
                  </a:cubicBezTo>
                  <a:cubicBezTo>
                    <a:pt x="140236" y="364909"/>
                    <a:pt x="127320" y="377574"/>
                    <a:pt x="114905" y="390573"/>
                  </a:cubicBezTo>
                  <a:cubicBezTo>
                    <a:pt x="123404" y="372241"/>
                    <a:pt x="129237" y="351910"/>
                    <a:pt x="135736" y="333828"/>
                  </a:cubicBezTo>
                  <a:lnTo>
                    <a:pt x="135736" y="333828"/>
                  </a:lnTo>
                  <a:close/>
                  <a:moveTo>
                    <a:pt x="81991" y="545975"/>
                  </a:moveTo>
                  <a:cubicBezTo>
                    <a:pt x="81908" y="548392"/>
                    <a:pt x="81741" y="550808"/>
                    <a:pt x="81491" y="553141"/>
                  </a:cubicBezTo>
                  <a:cubicBezTo>
                    <a:pt x="81074" y="554891"/>
                    <a:pt x="80574" y="556558"/>
                    <a:pt x="80074" y="558308"/>
                  </a:cubicBezTo>
                  <a:cubicBezTo>
                    <a:pt x="79824" y="559224"/>
                    <a:pt x="79991" y="559974"/>
                    <a:pt x="80408" y="560641"/>
                  </a:cubicBezTo>
                  <a:cubicBezTo>
                    <a:pt x="77991" y="574306"/>
                    <a:pt x="73158" y="586722"/>
                    <a:pt x="67492" y="600137"/>
                  </a:cubicBezTo>
                  <a:cubicBezTo>
                    <a:pt x="60326" y="617053"/>
                    <a:pt x="55243" y="634884"/>
                    <a:pt x="49161" y="652216"/>
                  </a:cubicBezTo>
                  <a:cubicBezTo>
                    <a:pt x="45994" y="661465"/>
                    <a:pt x="42911" y="670798"/>
                    <a:pt x="38578" y="679630"/>
                  </a:cubicBezTo>
                  <a:cubicBezTo>
                    <a:pt x="36578" y="683797"/>
                    <a:pt x="34412" y="688379"/>
                    <a:pt x="31162" y="691796"/>
                  </a:cubicBezTo>
                  <a:cubicBezTo>
                    <a:pt x="26913" y="697795"/>
                    <a:pt x="22413" y="697378"/>
                    <a:pt x="17663" y="690379"/>
                  </a:cubicBezTo>
                  <a:cubicBezTo>
                    <a:pt x="10747" y="689546"/>
                    <a:pt x="8081" y="687046"/>
                    <a:pt x="9831" y="682963"/>
                  </a:cubicBezTo>
                  <a:cubicBezTo>
                    <a:pt x="9747" y="682547"/>
                    <a:pt x="9747" y="682130"/>
                    <a:pt x="9747" y="681713"/>
                  </a:cubicBezTo>
                  <a:cubicBezTo>
                    <a:pt x="17080" y="660882"/>
                    <a:pt x="24079" y="639967"/>
                    <a:pt x="29079" y="618469"/>
                  </a:cubicBezTo>
                  <a:cubicBezTo>
                    <a:pt x="31412" y="608386"/>
                    <a:pt x="32995" y="598221"/>
                    <a:pt x="34662" y="588055"/>
                  </a:cubicBezTo>
                  <a:cubicBezTo>
                    <a:pt x="35828" y="581805"/>
                    <a:pt x="36912" y="575473"/>
                    <a:pt x="37995" y="569224"/>
                  </a:cubicBezTo>
                  <a:cubicBezTo>
                    <a:pt x="38828" y="565224"/>
                    <a:pt x="39661" y="561224"/>
                    <a:pt x="40661" y="557308"/>
                  </a:cubicBezTo>
                  <a:cubicBezTo>
                    <a:pt x="46161" y="536060"/>
                    <a:pt x="52244" y="515145"/>
                    <a:pt x="59160" y="494313"/>
                  </a:cubicBezTo>
                  <a:cubicBezTo>
                    <a:pt x="62576" y="483898"/>
                    <a:pt x="66242" y="473482"/>
                    <a:pt x="70492" y="463316"/>
                  </a:cubicBezTo>
                  <a:cubicBezTo>
                    <a:pt x="72575" y="458400"/>
                    <a:pt x="75242" y="453734"/>
                    <a:pt x="77075" y="448734"/>
                  </a:cubicBezTo>
                  <a:cubicBezTo>
                    <a:pt x="77158" y="448567"/>
                    <a:pt x="77241" y="448318"/>
                    <a:pt x="77241" y="448068"/>
                  </a:cubicBezTo>
                  <a:cubicBezTo>
                    <a:pt x="77408" y="447901"/>
                    <a:pt x="77658" y="447818"/>
                    <a:pt x="77825" y="447568"/>
                  </a:cubicBezTo>
                  <a:cubicBezTo>
                    <a:pt x="77908" y="447401"/>
                    <a:pt x="78075" y="447318"/>
                    <a:pt x="78158" y="447151"/>
                  </a:cubicBezTo>
                  <a:cubicBezTo>
                    <a:pt x="80491" y="460483"/>
                    <a:pt x="81574" y="485148"/>
                    <a:pt x="81741" y="487898"/>
                  </a:cubicBezTo>
                  <a:cubicBezTo>
                    <a:pt x="83324" y="507146"/>
                    <a:pt x="82824" y="526727"/>
                    <a:pt x="81991" y="545975"/>
                  </a:cubicBezTo>
                  <a:lnTo>
                    <a:pt x="81991" y="545975"/>
                  </a:lnTo>
                  <a:close/>
                  <a:moveTo>
                    <a:pt x="176482" y="347660"/>
                  </a:moveTo>
                  <a:cubicBezTo>
                    <a:pt x="174649" y="352993"/>
                    <a:pt x="174483" y="359909"/>
                    <a:pt x="172899" y="365658"/>
                  </a:cubicBezTo>
                  <a:cubicBezTo>
                    <a:pt x="170650" y="373991"/>
                    <a:pt x="167483" y="381907"/>
                    <a:pt x="164317" y="389990"/>
                  </a:cubicBezTo>
                  <a:cubicBezTo>
                    <a:pt x="157984" y="405738"/>
                    <a:pt x="148402" y="419403"/>
                    <a:pt x="141069" y="434569"/>
                  </a:cubicBezTo>
                  <a:cubicBezTo>
                    <a:pt x="134236" y="448484"/>
                    <a:pt x="126320" y="462233"/>
                    <a:pt x="118321" y="475565"/>
                  </a:cubicBezTo>
                  <a:cubicBezTo>
                    <a:pt x="109822" y="489647"/>
                    <a:pt x="100573" y="502896"/>
                    <a:pt x="93073" y="517645"/>
                  </a:cubicBezTo>
                  <a:cubicBezTo>
                    <a:pt x="91823" y="520145"/>
                    <a:pt x="90740" y="522644"/>
                    <a:pt x="89740" y="525227"/>
                  </a:cubicBezTo>
                  <a:cubicBezTo>
                    <a:pt x="89574" y="506562"/>
                    <a:pt x="88824" y="487814"/>
                    <a:pt x="86990" y="469316"/>
                  </a:cubicBezTo>
                  <a:cubicBezTo>
                    <a:pt x="86407" y="463316"/>
                    <a:pt x="87824" y="449151"/>
                    <a:pt x="86157" y="438902"/>
                  </a:cubicBezTo>
                  <a:cubicBezTo>
                    <a:pt x="105739" y="417820"/>
                    <a:pt x="126487" y="398072"/>
                    <a:pt x="146568" y="377407"/>
                  </a:cubicBezTo>
                  <a:cubicBezTo>
                    <a:pt x="157234" y="366492"/>
                    <a:pt x="167150" y="354909"/>
                    <a:pt x="177566" y="343661"/>
                  </a:cubicBezTo>
                  <a:cubicBezTo>
                    <a:pt x="178149" y="343077"/>
                    <a:pt x="178482" y="342661"/>
                    <a:pt x="178732" y="342494"/>
                  </a:cubicBezTo>
                  <a:cubicBezTo>
                    <a:pt x="178899" y="342577"/>
                    <a:pt x="178982" y="342577"/>
                    <a:pt x="179149" y="342577"/>
                  </a:cubicBezTo>
                  <a:cubicBezTo>
                    <a:pt x="178732" y="343494"/>
                    <a:pt x="176982" y="346244"/>
                    <a:pt x="176482" y="347660"/>
                  </a:cubicBezTo>
                  <a:lnTo>
                    <a:pt x="176482" y="347660"/>
                  </a:lnTo>
                  <a:close/>
                  <a:moveTo>
                    <a:pt x="253892" y="202256"/>
                  </a:moveTo>
                  <a:cubicBezTo>
                    <a:pt x="247226" y="218422"/>
                    <a:pt x="239227" y="234670"/>
                    <a:pt x="230978" y="250085"/>
                  </a:cubicBezTo>
                  <a:cubicBezTo>
                    <a:pt x="222812" y="265417"/>
                    <a:pt x="214146" y="280583"/>
                    <a:pt x="204980" y="295415"/>
                  </a:cubicBezTo>
                  <a:cubicBezTo>
                    <a:pt x="200647" y="302498"/>
                    <a:pt x="197481" y="310330"/>
                    <a:pt x="192648" y="317080"/>
                  </a:cubicBezTo>
                  <a:cubicBezTo>
                    <a:pt x="190564" y="320079"/>
                    <a:pt x="188231" y="322995"/>
                    <a:pt x="185815" y="325829"/>
                  </a:cubicBezTo>
                  <a:cubicBezTo>
                    <a:pt x="185482" y="311330"/>
                    <a:pt x="183982" y="296748"/>
                    <a:pt x="182982" y="282416"/>
                  </a:cubicBezTo>
                  <a:cubicBezTo>
                    <a:pt x="182232" y="272083"/>
                    <a:pt x="182065" y="260501"/>
                    <a:pt x="180649" y="249336"/>
                  </a:cubicBezTo>
                  <a:cubicBezTo>
                    <a:pt x="193731" y="234670"/>
                    <a:pt x="208396" y="220921"/>
                    <a:pt x="221728" y="206339"/>
                  </a:cubicBezTo>
                  <a:cubicBezTo>
                    <a:pt x="229228" y="198173"/>
                    <a:pt x="236977" y="190341"/>
                    <a:pt x="244226" y="182008"/>
                  </a:cubicBezTo>
                  <a:cubicBezTo>
                    <a:pt x="251392" y="173842"/>
                    <a:pt x="258308" y="164093"/>
                    <a:pt x="266641" y="156761"/>
                  </a:cubicBezTo>
                  <a:cubicBezTo>
                    <a:pt x="268974" y="170426"/>
                    <a:pt x="258058" y="192174"/>
                    <a:pt x="253892" y="202256"/>
                  </a:cubicBezTo>
                  <a:lnTo>
                    <a:pt x="253892" y="202256"/>
                  </a:lnTo>
                  <a:close/>
                  <a:moveTo>
                    <a:pt x="327802" y="20439"/>
                  </a:moveTo>
                  <a:cubicBezTo>
                    <a:pt x="326052" y="26605"/>
                    <a:pt x="323302" y="32272"/>
                    <a:pt x="320719" y="38104"/>
                  </a:cubicBezTo>
                  <a:cubicBezTo>
                    <a:pt x="318053" y="44271"/>
                    <a:pt x="315803" y="50603"/>
                    <a:pt x="311804" y="56103"/>
                  </a:cubicBezTo>
                  <a:cubicBezTo>
                    <a:pt x="309970" y="58603"/>
                    <a:pt x="308304" y="60602"/>
                    <a:pt x="307054" y="62936"/>
                  </a:cubicBezTo>
                  <a:cubicBezTo>
                    <a:pt x="306221" y="62769"/>
                    <a:pt x="305387" y="62769"/>
                    <a:pt x="304554" y="62852"/>
                  </a:cubicBezTo>
                  <a:cubicBezTo>
                    <a:pt x="297055" y="57686"/>
                    <a:pt x="286472" y="70435"/>
                    <a:pt x="282056" y="75268"/>
                  </a:cubicBezTo>
                  <a:cubicBezTo>
                    <a:pt x="277807" y="79851"/>
                    <a:pt x="267141" y="88350"/>
                    <a:pt x="270224" y="95516"/>
                  </a:cubicBezTo>
                  <a:cubicBezTo>
                    <a:pt x="270724" y="96683"/>
                    <a:pt x="272557" y="96516"/>
                    <a:pt x="273140" y="95516"/>
                  </a:cubicBezTo>
                  <a:cubicBezTo>
                    <a:pt x="274390" y="93183"/>
                    <a:pt x="278890" y="91266"/>
                    <a:pt x="280890" y="89767"/>
                  </a:cubicBezTo>
                  <a:cubicBezTo>
                    <a:pt x="284139" y="87267"/>
                    <a:pt x="287222" y="84600"/>
                    <a:pt x="290305" y="81934"/>
                  </a:cubicBezTo>
                  <a:cubicBezTo>
                    <a:pt x="293472" y="79101"/>
                    <a:pt x="296555" y="76184"/>
                    <a:pt x="299888" y="73601"/>
                  </a:cubicBezTo>
                  <a:cubicBezTo>
                    <a:pt x="303138" y="72852"/>
                    <a:pt x="301805" y="74185"/>
                    <a:pt x="300888" y="77768"/>
                  </a:cubicBezTo>
                  <a:cubicBezTo>
                    <a:pt x="299971" y="81434"/>
                    <a:pt x="296722" y="86517"/>
                    <a:pt x="294888" y="89850"/>
                  </a:cubicBezTo>
                  <a:cubicBezTo>
                    <a:pt x="290472" y="97933"/>
                    <a:pt x="285973" y="106182"/>
                    <a:pt x="281140" y="114015"/>
                  </a:cubicBezTo>
                  <a:cubicBezTo>
                    <a:pt x="272974" y="127263"/>
                    <a:pt x="263891" y="139929"/>
                    <a:pt x="255559" y="153011"/>
                  </a:cubicBezTo>
                  <a:cubicBezTo>
                    <a:pt x="239227" y="164927"/>
                    <a:pt x="225978" y="183258"/>
                    <a:pt x="213062" y="197674"/>
                  </a:cubicBezTo>
                  <a:cubicBezTo>
                    <a:pt x="201563" y="210589"/>
                    <a:pt x="187815" y="223921"/>
                    <a:pt x="178982" y="239336"/>
                  </a:cubicBezTo>
                  <a:cubicBezTo>
                    <a:pt x="178732" y="238170"/>
                    <a:pt x="178399" y="237087"/>
                    <a:pt x="178066" y="235920"/>
                  </a:cubicBezTo>
                  <a:cubicBezTo>
                    <a:pt x="186731" y="226338"/>
                    <a:pt x="192648" y="209089"/>
                    <a:pt x="196731" y="199090"/>
                  </a:cubicBezTo>
                  <a:cubicBezTo>
                    <a:pt x="205396" y="177759"/>
                    <a:pt x="214312" y="154761"/>
                    <a:pt x="220645" y="132763"/>
                  </a:cubicBezTo>
                  <a:cubicBezTo>
                    <a:pt x="227644" y="108431"/>
                    <a:pt x="236477" y="84100"/>
                    <a:pt x="248643" y="61853"/>
                  </a:cubicBezTo>
                  <a:cubicBezTo>
                    <a:pt x="249642" y="60019"/>
                    <a:pt x="253309" y="50937"/>
                    <a:pt x="255559" y="50354"/>
                  </a:cubicBezTo>
                  <a:cubicBezTo>
                    <a:pt x="259808" y="49270"/>
                    <a:pt x="258308" y="58270"/>
                    <a:pt x="257392" y="63269"/>
                  </a:cubicBezTo>
                  <a:cubicBezTo>
                    <a:pt x="256559" y="65852"/>
                    <a:pt x="255975" y="68352"/>
                    <a:pt x="255809" y="70852"/>
                  </a:cubicBezTo>
                  <a:cubicBezTo>
                    <a:pt x="255809" y="71435"/>
                    <a:pt x="255892" y="71852"/>
                    <a:pt x="256225" y="72268"/>
                  </a:cubicBezTo>
                  <a:cubicBezTo>
                    <a:pt x="255142" y="82017"/>
                    <a:pt x="254392" y="91850"/>
                    <a:pt x="253559" y="101599"/>
                  </a:cubicBezTo>
                  <a:cubicBezTo>
                    <a:pt x="247393" y="106015"/>
                    <a:pt x="243310" y="113015"/>
                    <a:pt x="239143" y="119181"/>
                  </a:cubicBezTo>
                  <a:cubicBezTo>
                    <a:pt x="234394" y="126096"/>
                    <a:pt x="227228" y="133846"/>
                    <a:pt x="225561" y="142262"/>
                  </a:cubicBezTo>
                  <a:cubicBezTo>
                    <a:pt x="225145" y="144428"/>
                    <a:pt x="227644" y="145428"/>
                    <a:pt x="228894" y="144179"/>
                  </a:cubicBezTo>
                  <a:lnTo>
                    <a:pt x="228894" y="144179"/>
                  </a:lnTo>
                  <a:cubicBezTo>
                    <a:pt x="230727" y="142179"/>
                    <a:pt x="233311" y="140596"/>
                    <a:pt x="235227" y="138595"/>
                  </a:cubicBezTo>
                  <a:cubicBezTo>
                    <a:pt x="237644" y="136096"/>
                    <a:pt x="239643" y="133263"/>
                    <a:pt x="241893" y="130596"/>
                  </a:cubicBezTo>
                  <a:cubicBezTo>
                    <a:pt x="245309" y="126513"/>
                    <a:pt x="248559" y="122347"/>
                    <a:pt x="251809" y="118014"/>
                  </a:cubicBezTo>
                  <a:cubicBezTo>
                    <a:pt x="254059" y="115098"/>
                    <a:pt x="256475" y="112681"/>
                    <a:pt x="258892" y="110098"/>
                  </a:cubicBezTo>
                  <a:cubicBezTo>
                    <a:pt x="258975" y="109182"/>
                    <a:pt x="259058" y="108265"/>
                    <a:pt x="259142" y="107348"/>
                  </a:cubicBezTo>
                  <a:cubicBezTo>
                    <a:pt x="259225" y="108515"/>
                    <a:pt x="259225" y="109765"/>
                    <a:pt x="259142" y="110932"/>
                  </a:cubicBezTo>
                  <a:cubicBezTo>
                    <a:pt x="258975" y="118097"/>
                    <a:pt x="256892" y="125097"/>
                    <a:pt x="258142" y="132263"/>
                  </a:cubicBezTo>
                  <a:cubicBezTo>
                    <a:pt x="258642" y="135012"/>
                    <a:pt x="262475" y="135096"/>
                    <a:pt x="263808" y="133013"/>
                  </a:cubicBezTo>
                  <a:cubicBezTo>
                    <a:pt x="267641" y="126763"/>
                    <a:pt x="273640" y="95933"/>
                    <a:pt x="260392" y="98349"/>
                  </a:cubicBezTo>
                  <a:cubicBezTo>
                    <a:pt x="261975" y="87350"/>
                    <a:pt x="263475" y="76351"/>
                    <a:pt x="264891" y="65269"/>
                  </a:cubicBezTo>
                  <a:cubicBezTo>
                    <a:pt x="276057" y="48270"/>
                    <a:pt x="286056" y="28772"/>
                    <a:pt x="301138" y="15523"/>
                  </a:cubicBezTo>
                  <a:cubicBezTo>
                    <a:pt x="301054" y="15607"/>
                    <a:pt x="301388" y="15357"/>
                    <a:pt x="301971" y="14857"/>
                  </a:cubicBezTo>
                  <a:cubicBezTo>
                    <a:pt x="301471" y="17023"/>
                    <a:pt x="301138" y="19023"/>
                    <a:pt x="301054" y="19356"/>
                  </a:cubicBezTo>
                  <a:cubicBezTo>
                    <a:pt x="298721" y="29439"/>
                    <a:pt x="298471" y="39354"/>
                    <a:pt x="296388" y="49437"/>
                  </a:cubicBezTo>
                  <a:cubicBezTo>
                    <a:pt x="295472" y="54020"/>
                    <a:pt x="301805" y="57270"/>
                    <a:pt x="304304" y="52770"/>
                  </a:cubicBezTo>
                  <a:cubicBezTo>
                    <a:pt x="308804" y="44604"/>
                    <a:pt x="310304" y="34855"/>
                    <a:pt x="311554" y="25189"/>
                  </a:cubicBezTo>
                  <a:cubicBezTo>
                    <a:pt x="317636" y="22439"/>
                    <a:pt x="322969" y="17856"/>
                    <a:pt x="328969" y="14857"/>
                  </a:cubicBezTo>
                  <a:cubicBezTo>
                    <a:pt x="328469" y="16856"/>
                    <a:pt x="328135" y="19106"/>
                    <a:pt x="327802" y="20439"/>
                  </a:cubicBezTo>
                  <a:lnTo>
                    <a:pt x="327802" y="20439"/>
                  </a:lnTo>
                  <a:close/>
                </a:path>
              </a:pathLst>
            </a:custGeom>
            <a:grpFill/>
            <a:ln w="8332" cap="flat">
              <a:noFill/>
              <a:prstDash val="solid"/>
              <a:miter/>
            </a:ln>
          </p:spPr>
          <p:txBody>
            <a:bodyPr rtlCol="0" anchor="ctr"/>
            <a:lstStyle/>
            <a:p>
              <a:endParaRPr lang="en-US"/>
            </a:p>
          </p:txBody>
        </p:sp>
        <p:sp>
          <p:nvSpPr>
            <p:cNvPr id="2385" name="Freeform: Shape 2384"/>
            <p:cNvSpPr/>
            <p:nvPr/>
          </p:nvSpPr>
          <p:spPr>
            <a:xfrm>
              <a:off x="687610" y="5583493"/>
              <a:ext cx="473586" cy="638750"/>
            </a:xfrm>
            <a:custGeom>
              <a:avLst/>
              <a:gdLst>
                <a:gd name="connsiteX0" fmla="*/ 473557 w 473586"/>
                <a:gd name="connsiteY0" fmla="*/ 13763 h 638750"/>
                <a:gd name="connsiteX1" fmla="*/ 442809 w 473586"/>
                <a:gd name="connsiteY1" fmla="*/ 15429 h 638750"/>
                <a:gd name="connsiteX2" fmla="*/ 443643 w 473586"/>
                <a:gd name="connsiteY2" fmla="*/ 13180 h 638750"/>
                <a:gd name="connsiteX3" fmla="*/ 437143 w 473586"/>
                <a:gd name="connsiteY3" fmla="*/ 98 h 638750"/>
                <a:gd name="connsiteX4" fmla="*/ 406813 w 473586"/>
                <a:gd name="connsiteY4" fmla="*/ 21262 h 638750"/>
                <a:gd name="connsiteX5" fmla="*/ 390397 w 473586"/>
                <a:gd name="connsiteY5" fmla="*/ 37178 h 638750"/>
                <a:gd name="connsiteX6" fmla="*/ 387731 w 473586"/>
                <a:gd name="connsiteY6" fmla="*/ 28762 h 638750"/>
                <a:gd name="connsiteX7" fmla="*/ 341818 w 473586"/>
                <a:gd name="connsiteY7" fmla="*/ 63175 h 638750"/>
                <a:gd name="connsiteX8" fmla="*/ 292989 w 473586"/>
                <a:gd name="connsiteY8" fmla="*/ 142085 h 638750"/>
                <a:gd name="connsiteX9" fmla="*/ 270492 w 473586"/>
                <a:gd name="connsiteY9" fmla="*/ 180831 h 638750"/>
                <a:gd name="connsiteX10" fmla="*/ 263159 w 473586"/>
                <a:gd name="connsiteY10" fmla="*/ 192747 h 638750"/>
                <a:gd name="connsiteX11" fmla="*/ 260076 w 473586"/>
                <a:gd name="connsiteY11" fmla="*/ 191164 h 638750"/>
                <a:gd name="connsiteX12" fmla="*/ 234495 w 473586"/>
                <a:gd name="connsiteY12" fmla="*/ 215745 h 638750"/>
                <a:gd name="connsiteX13" fmla="*/ 204914 w 473586"/>
                <a:gd name="connsiteY13" fmla="*/ 265240 h 638750"/>
                <a:gd name="connsiteX14" fmla="*/ 172917 w 473586"/>
                <a:gd name="connsiteY14" fmla="*/ 322318 h 638750"/>
                <a:gd name="connsiteX15" fmla="*/ 152335 w 473586"/>
                <a:gd name="connsiteY15" fmla="*/ 359815 h 638750"/>
                <a:gd name="connsiteX16" fmla="*/ 134004 w 473586"/>
                <a:gd name="connsiteY16" fmla="*/ 375980 h 638750"/>
                <a:gd name="connsiteX17" fmla="*/ 131921 w 473586"/>
                <a:gd name="connsiteY17" fmla="*/ 373481 h 638750"/>
                <a:gd name="connsiteX18" fmla="*/ 124338 w 473586"/>
                <a:gd name="connsiteY18" fmla="*/ 372897 h 638750"/>
                <a:gd name="connsiteX19" fmla="*/ 110256 w 473586"/>
                <a:gd name="connsiteY19" fmla="*/ 391812 h 638750"/>
                <a:gd name="connsiteX20" fmla="*/ 92924 w 473586"/>
                <a:gd name="connsiteY20" fmla="*/ 419476 h 638750"/>
                <a:gd name="connsiteX21" fmla="*/ 61177 w 473586"/>
                <a:gd name="connsiteY21" fmla="*/ 482054 h 638750"/>
                <a:gd name="connsiteX22" fmla="*/ 49261 w 473586"/>
                <a:gd name="connsiteY22" fmla="*/ 512968 h 638750"/>
                <a:gd name="connsiteX23" fmla="*/ 8598 w 473586"/>
                <a:gd name="connsiteY23" fmla="*/ 595794 h 638750"/>
                <a:gd name="connsiteX24" fmla="*/ 8848 w 473586"/>
                <a:gd name="connsiteY24" fmla="*/ 634790 h 638750"/>
                <a:gd name="connsiteX25" fmla="*/ 51011 w 473586"/>
                <a:gd name="connsiteY25" fmla="*/ 621375 h 638750"/>
                <a:gd name="connsiteX26" fmla="*/ 87341 w 473586"/>
                <a:gd name="connsiteY26" fmla="*/ 559047 h 638750"/>
                <a:gd name="connsiteX27" fmla="*/ 115922 w 473586"/>
                <a:gd name="connsiteY27" fmla="*/ 498469 h 638750"/>
                <a:gd name="connsiteX28" fmla="*/ 143920 w 473586"/>
                <a:gd name="connsiteY28" fmla="*/ 459889 h 638750"/>
                <a:gd name="connsiteX29" fmla="*/ 182666 w 473586"/>
                <a:gd name="connsiteY29" fmla="*/ 417227 h 638750"/>
                <a:gd name="connsiteX30" fmla="*/ 250827 w 473586"/>
                <a:gd name="connsiteY30" fmla="*/ 317569 h 638750"/>
                <a:gd name="connsiteX31" fmla="*/ 255576 w 473586"/>
                <a:gd name="connsiteY31" fmla="*/ 305070 h 638750"/>
                <a:gd name="connsiteX32" fmla="*/ 331736 w 473586"/>
                <a:gd name="connsiteY32" fmla="*/ 225494 h 638750"/>
                <a:gd name="connsiteX33" fmla="*/ 364233 w 473586"/>
                <a:gd name="connsiteY33" fmla="*/ 176665 h 638750"/>
                <a:gd name="connsiteX34" fmla="*/ 376315 w 473586"/>
                <a:gd name="connsiteY34" fmla="*/ 137835 h 638750"/>
                <a:gd name="connsiteX35" fmla="*/ 374732 w 473586"/>
                <a:gd name="connsiteY35" fmla="*/ 135752 h 638750"/>
                <a:gd name="connsiteX36" fmla="*/ 421061 w 473586"/>
                <a:gd name="connsiteY36" fmla="*/ 89589 h 638750"/>
                <a:gd name="connsiteX37" fmla="*/ 432310 w 473586"/>
                <a:gd name="connsiteY37" fmla="*/ 71758 h 638750"/>
                <a:gd name="connsiteX38" fmla="*/ 432643 w 473586"/>
                <a:gd name="connsiteY38" fmla="*/ 71341 h 638750"/>
                <a:gd name="connsiteX39" fmla="*/ 445309 w 473586"/>
                <a:gd name="connsiteY39" fmla="*/ 58675 h 638750"/>
                <a:gd name="connsiteX40" fmla="*/ 457891 w 473586"/>
                <a:gd name="connsiteY40" fmla="*/ 41594 h 638750"/>
                <a:gd name="connsiteX41" fmla="*/ 467890 w 473586"/>
                <a:gd name="connsiteY41" fmla="*/ 25595 h 638750"/>
                <a:gd name="connsiteX42" fmla="*/ 473557 w 473586"/>
                <a:gd name="connsiteY42" fmla="*/ 13763 h 638750"/>
                <a:gd name="connsiteX43" fmla="*/ 473557 w 473586"/>
                <a:gd name="connsiteY43" fmla="*/ 13763 h 638750"/>
                <a:gd name="connsiteX44" fmla="*/ 205081 w 473586"/>
                <a:gd name="connsiteY44" fmla="*/ 292821 h 638750"/>
                <a:gd name="connsiteX45" fmla="*/ 232328 w 473586"/>
                <a:gd name="connsiteY45" fmla="*/ 244159 h 638750"/>
                <a:gd name="connsiteX46" fmla="*/ 248743 w 473586"/>
                <a:gd name="connsiteY46" fmla="*/ 221494 h 638750"/>
                <a:gd name="connsiteX47" fmla="*/ 256576 w 473586"/>
                <a:gd name="connsiteY47" fmla="*/ 208578 h 638750"/>
                <a:gd name="connsiteX48" fmla="*/ 255410 w 473586"/>
                <a:gd name="connsiteY48" fmla="*/ 230743 h 638750"/>
                <a:gd name="connsiteX49" fmla="*/ 252910 w 473586"/>
                <a:gd name="connsiteY49" fmla="*/ 258157 h 638750"/>
                <a:gd name="connsiteX50" fmla="*/ 247160 w 473586"/>
                <a:gd name="connsiteY50" fmla="*/ 294071 h 638750"/>
                <a:gd name="connsiteX51" fmla="*/ 217163 w 473586"/>
                <a:gd name="connsiteY51" fmla="*/ 313153 h 638750"/>
                <a:gd name="connsiteX52" fmla="*/ 173084 w 473586"/>
                <a:gd name="connsiteY52" fmla="*/ 344233 h 638750"/>
                <a:gd name="connsiteX53" fmla="*/ 205081 w 473586"/>
                <a:gd name="connsiteY53" fmla="*/ 292821 h 638750"/>
                <a:gd name="connsiteX54" fmla="*/ 205081 w 473586"/>
                <a:gd name="connsiteY54" fmla="*/ 292821 h 638750"/>
                <a:gd name="connsiteX55" fmla="*/ 109756 w 473586"/>
                <a:gd name="connsiteY55" fmla="*/ 489887 h 638750"/>
                <a:gd name="connsiteX56" fmla="*/ 107839 w 473586"/>
                <a:gd name="connsiteY56" fmla="*/ 496803 h 638750"/>
                <a:gd name="connsiteX57" fmla="*/ 105423 w 473586"/>
                <a:gd name="connsiteY57" fmla="*/ 501552 h 638750"/>
                <a:gd name="connsiteX58" fmla="*/ 105340 w 473586"/>
                <a:gd name="connsiteY58" fmla="*/ 503885 h 638750"/>
                <a:gd name="connsiteX59" fmla="*/ 84842 w 473586"/>
                <a:gd name="connsiteY59" fmla="*/ 539965 h 638750"/>
                <a:gd name="connsiteX60" fmla="*/ 56511 w 473586"/>
                <a:gd name="connsiteY60" fmla="*/ 587378 h 638750"/>
                <a:gd name="connsiteX61" fmla="*/ 40679 w 473586"/>
                <a:gd name="connsiteY61" fmla="*/ 612126 h 638750"/>
                <a:gd name="connsiteX62" fmla="*/ 30930 w 473586"/>
                <a:gd name="connsiteY62" fmla="*/ 622542 h 638750"/>
                <a:gd name="connsiteX63" fmla="*/ 18014 w 473586"/>
                <a:gd name="connsiteY63" fmla="*/ 618458 h 638750"/>
                <a:gd name="connsiteX64" fmla="*/ 11848 w 473586"/>
                <a:gd name="connsiteY64" fmla="*/ 609626 h 638750"/>
                <a:gd name="connsiteX65" fmla="*/ 12015 w 473586"/>
                <a:gd name="connsiteY65" fmla="*/ 608460 h 638750"/>
                <a:gd name="connsiteX66" fmla="*/ 43679 w 473586"/>
                <a:gd name="connsiteY66" fmla="*/ 550298 h 638750"/>
                <a:gd name="connsiteX67" fmla="*/ 55261 w 473586"/>
                <a:gd name="connsiteY67" fmla="*/ 521634 h 638750"/>
                <a:gd name="connsiteX68" fmla="*/ 62344 w 473586"/>
                <a:gd name="connsiteY68" fmla="*/ 503802 h 638750"/>
                <a:gd name="connsiteX69" fmla="*/ 67343 w 473586"/>
                <a:gd name="connsiteY69" fmla="*/ 492636 h 638750"/>
                <a:gd name="connsiteX70" fmla="*/ 98090 w 473586"/>
                <a:gd name="connsiteY70" fmla="*/ 434558 h 638750"/>
                <a:gd name="connsiteX71" fmla="*/ 115422 w 473586"/>
                <a:gd name="connsiteY71" fmla="*/ 406477 h 638750"/>
                <a:gd name="connsiteX72" fmla="*/ 124838 w 473586"/>
                <a:gd name="connsiteY72" fmla="*/ 393562 h 638750"/>
                <a:gd name="connsiteX73" fmla="*/ 125171 w 473586"/>
                <a:gd name="connsiteY73" fmla="*/ 392979 h 638750"/>
                <a:gd name="connsiteX74" fmla="*/ 125838 w 473586"/>
                <a:gd name="connsiteY74" fmla="*/ 392645 h 638750"/>
                <a:gd name="connsiteX75" fmla="*/ 126255 w 473586"/>
                <a:gd name="connsiteY75" fmla="*/ 392312 h 638750"/>
                <a:gd name="connsiteX76" fmla="*/ 121588 w 473586"/>
                <a:gd name="connsiteY76" fmla="*/ 432975 h 638750"/>
                <a:gd name="connsiteX77" fmla="*/ 109756 w 473586"/>
                <a:gd name="connsiteY77" fmla="*/ 489887 h 638750"/>
                <a:gd name="connsiteX78" fmla="*/ 109756 w 473586"/>
                <a:gd name="connsiteY78" fmla="*/ 489887 h 638750"/>
                <a:gd name="connsiteX79" fmla="*/ 242161 w 473586"/>
                <a:gd name="connsiteY79" fmla="*/ 314486 h 638750"/>
                <a:gd name="connsiteX80" fmla="*/ 235078 w 473586"/>
                <a:gd name="connsiteY80" fmla="*/ 331401 h 638750"/>
                <a:gd name="connsiteX81" fmla="*/ 221746 w 473586"/>
                <a:gd name="connsiteY81" fmla="*/ 353482 h 638750"/>
                <a:gd name="connsiteX82" fmla="*/ 189999 w 473586"/>
                <a:gd name="connsiteY82" fmla="*/ 392479 h 638750"/>
                <a:gd name="connsiteX83" fmla="*/ 159418 w 473586"/>
                <a:gd name="connsiteY83" fmla="*/ 428059 h 638750"/>
                <a:gd name="connsiteX84" fmla="*/ 126255 w 473586"/>
                <a:gd name="connsiteY84" fmla="*/ 464223 h 638750"/>
                <a:gd name="connsiteX85" fmla="*/ 121505 w 473586"/>
                <a:gd name="connsiteY85" fmla="*/ 470972 h 638750"/>
                <a:gd name="connsiteX86" fmla="*/ 130087 w 473586"/>
                <a:gd name="connsiteY86" fmla="*/ 415643 h 638750"/>
                <a:gd name="connsiteX87" fmla="*/ 135420 w 473586"/>
                <a:gd name="connsiteY87" fmla="*/ 385646 h 638750"/>
                <a:gd name="connsiteX88" fmla="*/ 206914 w 473586"/>
                <a:gd name="connsiteY88" fmla="*/ 337484 h 638750"/>
                <a:gd name="connsiteX89" fmla="*/ 243994 w 473586"/>
                <a:gd name="connsiteY89" fmla="*/ 310653 h 638750"/>
                <a:gd name="connsiteX90" fmla="*/ 245410 w 473586"/>
                <a:gd name="connsiteY90" fmla="*/ 309736 h 638750"/>
                <a:gd name="connsiteX91" fmla="*/ 245744 w 473586"/>
                <a:gd name="connsiteY91" fmla="*/ 309903 h 638750"/>
                <a:gd name="connsiteX92" fmla="*/ 242161 w 473586"/>
                <a:gd name="connsiteY92" fmla="*/ 314486 h 638750"/>
                <a:gd name="connsiteX93" fmla="*/ 242161 w 473586"/>
                <a:gd name="connsiteY93" fmla="*/ 314486 h 638750"/>
                <a:gd name="connsiteX94" fmla="*/ 347235 w 473586"/>
                <a:gd name="connsiteY94" fmla="*/ 187497 h 638750"/>
                <a:gd name="connsiteX95" fmla="*/ 315154 w 473586"/>
                <a:gd name="connsiteY95" fmla="*/ 229744 h 638750"/>
                <a:gd name="connsiteX96" fmla="*/ 280574 w 473586"/>
                <a:gd name="connsiteY96" fmla="*/ 268907 h 638750"/>
                <a:gd name="connsiteX97" fmla="*/ 264159 w 473586"/>
                <a:gd name="connsiteY97" fmla="*/ 287738 h 638750"/>
                <a:gd name="connsiteX98" fmla="*/ 255743 w 473586"/>
                <a:gd name="connsiteY98" fmla="*/ 294904 h 638750"/>
                <a:gd name="connsiteX99" fmla="*/ 261742 w 473586"/>
                <a:gd name="connsiteY99" fmla="*/ 251825 h 638750"/>
                <a:gd name="connsiteX100" fmla="*/ 266075 w 473586"/>
                <a:gd name="connsiteY100" fmla="*/ 218994 h 638750"/>
                <a:gd name="connsiteX101" fmla="*/ 314904 w 473586"/>
                <a:gd name="connsiteY101" fmla="*/ 185164 h 638750"/>
                <a:gd name="connsiteX102" fmla="*/ 341818 w 473586"/>
                <a:gd name="connsiteY102" fmla="*/ 165832 h 638750"/>
                <a:gd name="connsiteX103" fmla="*/ 368816 w 473586"/>
                <a:gd name="connsiteY103" fmla="*/ 145584 h 638750"/>
                <a:gd name="connsiteX104" fmla="*/ 347235 w 473586"/>
                <a:gd name="connsiteY104" fmla="*/ 187497 h 638750"/>
                <a:gd name="connsiteX105" fmla="*/ 347235 w 473586"/>
                <a:gd name="connsiteY105" fmla="*/ 187497 h 638750"/>
                <a:gd name="connsiteX106" fmla="*/ 456141 w 473586"/>
                <a:gd name="connsiteY106" fmla="*/ 24262 h 638750"/>
                <a:gd name="connsiteX107" fmla="*/ 445642 w 473586"/>
                <a:gd name="connsiteY107" fmla="*/ 40177 h 638750"/>
                <a:gd name="connsiteX108" fmla="*/ 433310 w 473586"/>
                <a:gd name="connsiteY108" fmla="*/ 56009 h 638750"/>
                <a:gd name="connsiteX109" fmla="*/ 427311 w 473586"/>
                <a:gd name="connsiteY109" fmla="*/ 61758 h 638750"/>
                <a:gd name="connsiteX110" fmla="*/ 424811 w 473586"/>
                <a:gd name="connsiteY110" fmla="*/ 61175 h 638750"/>
                <a:gd name="connsiteX111" fmla="*/ 400230 w 473586"/>
                <a:gd name="connsiteY111" fmla="*/ 68841 h 638750"/>
                <a:gd name="connsiteX112" fmla="*/ 384565 w 473586"/>
                <a:gd name="connsiteY112" fmla="*/ 86340 h 638750"/>
                <a:gd name="connsiteX113" fmla="*/ 387398 w 473586"/>
                <a:gd name="connsiteY113" fmla="*/ 86923 h 638750"/>
                <a:gd name="connsiteX114" fmla="*/ 396147 w 473586"/>
                <a:gd name="connsiteY114" fmla="*/ 82840 h 638750"/>
                <a:gd name="connsiteX115" fmla="*/ 406896 w 473586"/>
                <a:gd name="connsiteY115" fmla="*/ 77007 h 638750"/>
                <a:gd name="connsiteX116" fmla="*/ 417978 w 473586"/>
                <a:gd name="connsiteY116" fmla="*/ 70841 h 638750"/>
                <a:gd name="connsiteX117" fmla="*/ 418145 w 473586"/>
                <a:gd name="connsiteY117" fmla="*/ 75091 h 638750"/>
                <a:gd name="connsiteX118" fmla="*/ 409896 w 473586"/>
                <a:gd name="connsiteY118" fmla="*/ 85673 h 638750"/>
                <a:gd name="connsiteX119" fmla="*/ 391564 w 473586"/>
                <a:gd name="connsiteY119" fmla="*/ 106588 h 638750"/>
                <a:gd name="connsiteX120" fmla="*/ 358650 w 473586"/>
                <a:gd name="connsiteY120" fmla="*/ 139668 h 638750"/>
                <a:gd name="connsiteX121" fmla="*/ 308071 w 473586"/>
                <a:gd name="connsiteY121" fmla="*/ 174915 h 638750"/>
                <a:gd name="connsiteX122" fmla="*/ 266325 w 473586"/>
                <a:gd name="connsiteY122" fmla="*/ 208912 h 638750"/>
                <a:gd name="connsiteX123" fmla="*/ 266159 w 473586"/>
                <a:gd name="connsiteY123" fmla="*/ 205412 h 638750"/>
                <a:gd name="connsiteX124" fmla="*/ 291906 w 473586"/>
                <a:gd name="connsiteY124" fmla="*/ 173082 h 638750"/>
                <a:gd name="connsiteX125" fmla="*/ 328653 w 473586"/>
                <a:gd name="connsiteY125" fmla="*/ 112837 h 638750"/>
                <a:gd name="connsiteX126" fmla="*/ 370316 w 473586"/>
                <a:gd name="connsiteY126" fmla="*/ 48926 h 638750"/>
                <a:gd name="connsiteX127" fmla="*/ 379398 w 473586"/>
                <a:gd name="connsiteY127" fmla="*/ 39011 h 638750"/>
                <a:gd name="connsiteX128" fmla="*/ 378565 w 473586"/>
                <a:gd name="connsiteY128" fmla="*/ 52093 h 638750"/>
                <a:gd name="connsiteX129" fmla="*/ 375565 w 473586"/>
                <a:gd name="connsiteY129" fmla="*/ 59175 h 638750"/>
                <a:gd name="connsiteX130" fmla="*/ 375649 w 473586"/>
                <a:gd name="connsiteY130" fmla="*/ 60592 h 638750"/>
                <a:gd name="connsiteX131" fmla="*/ 367150 w 473586"/>
                <a:gd name="connsiteY131" fmla="*/ 88756 h 638750"/>
                <a:gd name="connsiteX132" fmla="*/ 349484 w 473586"/>
                <a:gd name="connsiteY132" fmla="*/ 103088 h 638750"/>
                <a:gd name="connsiteX133" fmla="*/ 331486 w 473586"/>
                <a:gd name="connsiteY133" fmla="*/ 122920 h 638750"/>
                <a:gd name="connsiteX134" fmla="*/ 334402 w 473586"/>
                <a:gd name="connsiteY134" fmla="*/ 125503 h 638750"/>
                <a:gd name="connsiteX135" fmla="*/ 334402 w 473586"/>
                <a:gd name="connsiteY135" fmla="*/ 125503 h 638750"/>
                <a:gd name="connsiteX136" fmla="*/ 341652 w 473586"/>
                <a:gd name="connsiteY136" fmla="*/ 121337 h 638750"/>
                <a:gd name="connsiteX137" fmla="*/ 349734 w 473586"/>
                <a:gd name="connsiteY137" fmla="*/ 114837 h 638750"/>
                <a:gd name="connsiteX138" fmla="*/ 361900 w 473586"/>
                <a:gd name="connsiteY138" fmla="*/ 104505 h 638750"/>
                <a:gd name="connsiteX139" fmla="*/ 370482 w 473586"/>
                <a:gd name="connsiteY139" fmla="*/ 98172 h 638750"/>
                <a:gd name="connsiteX140" fmla="*/ 371232 w 473586"/>
                <a:gd name="connsiteY140" fmla="*/ 95506 h 638750"/>
                <a:gd name="connsiteX141" fmla="*/ 370566 w 473586"/>
                <a:gd name="connsiteY141" fmla="*/ 99005 h 638750"/>
                <a:gd name="connsiteX142" fmla="*/ 365316 w 473586"/>
                <a:gd name="connsiteY142" fmla="*/ 119670 h 638750"/>
                <a:gd name="connsiteX143" fmla="*/ 370732 w 473586"/>
                <a:gd name="connsiteY143" fmla="*/ 121503 h 638750"/>
                <a:gd name="connsiteX144" fmla="*/ 374315 w 473586"/>
                <a:gd name="connsiteY144" fmla="*/ 86840 h 638750"/>
                <a:gd name="connsiteX145" fmla="*/ 385314 w 473586"/>
                <a:gd name="connsiteY145" fmla="*/ 55343 h 638750"/>
                <a:gd name="connsiteX146" fmla="*/ 430810 w 473586"/>
                <a:gd name="connsiteY146" fmla="*/ 13929 h 638750"/>
                <a:gd name="connsiteX147" fmla="*/ 431727 w 473586"/>
                <a:gd name="connsiteY147" fmla="*/ 13430 h 638750"/>
                <a:gd name="connsiteX148" fmla="*/ 429894 w 473586"/>
                <a:gd name="connsiteY148" fmla="*/ 17679 h 638750"/>
                <a:gd name="connsiteX149" fmla="*/ 419311 w 473586"/>
                <a:gd name="connsiteY149" fmla="*/ 46177 h 638750"/>
                <a:gd name="connsiteX150" fmla="*/ 426394 w 473586"/>
                <a:gd name="connsiteY150" fmla="*/ 51010 h 638750"/>
                <a:gd name="connsiteX151" fmla="*/ 438976 w 473586"/>
                <a:gd name="connsiteY151" fmla="*/ 25428 h 638750"/>
                <a:gd name="connsiteX152" fmla="*/ 458141 w 473586"/>
                <a:gd name="connsiteY152" fmla="*/ 18762 h 638750"/>
                <a:gd name="connsiteX153" fmla="*/ 456141 w 473586"/>
                <a:gd name="connsiteY153" fmla="*/ 24262 h 638750"/>
                <a:gd name="connsiteX154" fmla="*/ 456141 w 473586"/>
                <a:gd name="connsiteY154" fmla="*/ 24262 h 63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Lst>
              <a:rect l="l" t="t" r="r" b="b"/>
              <a:pathLst>
                <a:path w="473586" h="638750">
                  <a:moveTo>
                    <a:pt x="473557" y="13763"/>
                  </a:moveTo>
                  <a:cubicBezTo>
                    <a:pt x="471973" y="-1319"/>
                    <a:pt x="454892" y="7263"/>
                    <a:pt x="442809" y="15429"/>
                  </a:cubicBezTo>
                  <a:cubicBezTo>
                    <a:pt x="443059" y="14680"/>
                    <a:pt x="443309" y="13929"/>
                    <a:pt x="443643" y="13180"/>
                  </a:cubicBezTo>
                  <a:cubicBezTo>
                    <a:pt x="445976" y="7180"/>
                    <a:pt x="446059" y="-986"/>
                    <a:pt x="437143" y="98"/>
                  </a:cubicBezTo>
                  <a:cubicBezTo>
                    <a:pt x="426311" y="1347"/>
                    <a:pt x="413895" y="13929"/>
                    <a:pt x="406813" y="21262"/>
                  </a:cubicBezTo>
                  <a:cubicBezTo>
                    <a:pt x="402230" y="26012"/>
                    <a:pt x="396063" y="31428"/>
                    <a:pt x="390397" y="37178"/>
                  </a:cubicBezTo>
                  <a:cubicBezTo>
                    <a:pt x="390564" y="33928"/>
                    <a:pt x="389981" y="30845"/>
                    <a:pt x="387731" y="28762"/>
                  </a:cubicBezTo>
                  <a:cubicBezTo>
                    <a:pt x="374732" y="16679"/>
                    <a:pt x="347151" y="56009"/>
                    <a:pt x="341818" y="63175"/>
                  </a:cubicBezTo>
                  <a:cubicBezTo>
                    <a:pt x="323070" y="87923"/>
                    <a:pt x="309155" y="115670"/>
                    <a:pt x="292989" y="142085"/>
                  </a:cubicBezTo>
                  <a:cubicBezTo>
                    <a:pt x="285240" y="154834"/>
                    <a:pt x="278241" y="167999"/>
                    <a:pt x="270492" y="180831"/>
                  </a:cubicBezTo>
                  <a:cubicBezTo>
                    <a:pt x="268242" y="184498"/>
                    <a:pt x="265492" y="188581"/>
                    <a:pt x="263159" y="192747"/>
                  </a:cubicBezTo>
                  <a:cubicBezTo>
                    <a:pt x="262326" y="191997"/>
                    <a:pt x="261326" y="191413"/>
                    <a:pt x="260076" y="191164"/>
                  </a:cubicBezTo>
                  <a:cubicBezTo>
                    <a:pt x="247577" y="188330"/>
                    <a:pt x="240328" y="207579"/>
                    <a:pt x="234495" y="215745"/>
                  </a:cubicBezTo>
                  <a:cubicBezTo>
                    <a:pt x="223162" y="231493"/>
                    <a:pt x="213330" y="247825"/>
                    <a:pt x="204914" y="265240"/>
                  </a:cubicBezTo>
                  <a:cubicBezTo>
                    <a:pt x="195498" y="284905"/>
                    <a:pt x="183916" y="303487"/>
                    <a:pt x="172917" y="322318"/>
                  </a:cubicBezTo>
                  <a:cubicBezTo>
                    <a:pt x="165834" y="334567"/>
                    <a:pt x="159251" y="347483"/>
                    <a:pt x="152335" y="359815"/>
                  </a:cubicBezTo>
                  <a:cubicBezTo>
                    <a:pt x="145919" y="364898"/>
                    <a:pt x="139837" y="370231"/>
                    <a:pt x="134004" y="375980"/>
                  </a:cubicBezTo>
                  <a:cubicBezTo>
                    <a:pt x="133504" y="374980"/>
                    <a:pt x="132837" y="374064"/>
                    <a:pt x="131921" y="373481"/>
                  </a:cubicBezTo>
                  <a:cubicBezTo>
                    <a:pt x="129671" y="371814"/>
                    <a:pt x="126838" y="371314"/>
                    <a:pt x="124338" y="372897"/>
                  </a:cubicBezTo>
                  <a:cubicBezTo>
                    <a:pt x="117755" y="377147"/>
                    <a:pt x="114672" y="385563"/>
                    <a:pt x="110256" y="391812"/>
                  </a:cubicBezTo>
                  <a:cubicBezTo>
                    <a:pt x="103923" y="400728"/>
                    <a:pt x="98340" y="410061"/>
                    <a:pt x="92924" y="419476"/>
                  </a:cubicBezTo>
                  <a:cubicBezTo>
                    <a:pt x="81342" y="439974"/>
                    <a:pt x="70759" y="460639"/>
                    <a:pt x="61177" y="482054"/>
                  </a:cubicBezTo>
                  <a:cubicBezTo>
                    <a:pt x="56594" y="492220"/>
                    <a:pt x="52928" y="502552"/>
                    <a:pt x="49261" y="512968"/>
                  </a:cubicBezTo>
                  <a:cubicBezTo>
                    <a:pt x="36096" y="540798"/>
                    <a:pt x="23430" y="568880"/>
                    <a:pt x="8598" y="595794"/>
                  </a:cubicBezTo>
                  <a:cubicBezTo>
                    <a:pt x="1599" y="608626"/>
                    <a:pt x="-6734" y="624291"/>
                    <a:pt x="8848" y="634790"/>
                  </a:cubicBezTo>
                  <a:cubicBezTo>
                    <a:pt x="24097" y="645039"/>
                    <a:pt x="41429" y="633540"/>
                    <a:pt x="51011" y="621375"/>
                  </a:cubicBezTo>
                  <a:cubicBezTo>
                    <a:pt x="65927" y="602460"/>
                    <a:pt x="75676" y="579878"/>
                    <a:pt x="87341" y="559047"/>
                  </a:cubicBezTo>
                  <a:cubicBezTo>
                    <a:pt x="98590" y="538966"/>
                    <a:pt x="110339" y="520801"/>
                    <a:pt x="115922" y="498469"/>
                  </a:cubicBezTo>
                  <a:cubicBezTo>
                    <a:pt x="125671" y="486054"/>
                    <a:pt x="133587" y="471888"/>
                    <a:pt x="143920" y="459889"/>
                  </a:cubicBezTo>
                  <a:cubicBezTo>
                    <a:pt x="156418" y="445391"/>
                    <a:pt x="170084" y="431809"/>
                    <a:pt x="182666" y="417227"/>
                  </a:cubicBezTo>
                  <a:cubicBezTo>
                    <a:pt x="209247" y="386396"/>
                    <a:pt x="232662" y="354066"/>
                    <a:pt x="250827" y="317569"/>
                  </a:cubicBezTo>
                  <a:cubicBezTo>
                    <a:pt x="252410" y="314319"/>
                    <a:pt x="254826" y="309486"/>
                    <a:pt x="255576" y="305070"/>
                  </a:cubicBezTo>
                  <a:cubicBezTo>
                    <a:pt x="283490" y="280739"/>
                    <a:pt x="310821" y="256491"/>
                    <a:pt x="331736" y="225494"/>
                  </a:cubicBezTo>
                  <a:cubicBezTo>
                    <a:pt x="342652" y="209245"/>
                    <a:pt x="354567" y="193747"/>
                    <a:pt x="364233" y="176665"/>
                  </a:cubicBezTo>
                  <a:cubicBezTo>
                    <a:pt x="370149" y="166166"/>
                    <a:pt x="379315" y="150250"/>
                    <a:pt x="376315" y="137835"/>
                  </a:cubicBezTo>
                  <a:cubicBezTo>
                    <a:pt x="376065" y="136918"/>
                    <a:pt x="375482" y="136252"/>
                    <a:pt x="374732" y="135752"/>
                  </a:cubicBezTo>
                  <a:cubicBezTo>
                    <a:pt x="392647" y="123336"/>
                    <a:pt x="407979" y="106838"/>
                    <a:pt x="421061" y="89589"/>
                  </a:cubicBezTo>
                  <a:cubicBezTo>
                    <a:pt x="424311" y="85340"/>
                    <a:pt x="431060" y="78257"/>
                    <a:pt x="432310" y="71758"/>
                  </a:cubicBezTo>
                  <a:cubicBezTo>
                    <a:pt x="432394" y="71591"/>
                    <a:pt x="432560" y="71508"/>
                    <a:pt x="432643" y="71341"/>
                  </a:cubicBezTo>
                  <a:cubicBezTo>
                    <a:pt x="436060" y="66342"/>
                    <a:pt x="441393" y="63342"/>
                    <a:pt x="445309" y="58675"/>
                  </a:cubicBezTo>
                  <a:cubicBezTo>
                    <a:pt x="449892" y="53342"/>
                    <a:pt x="453725" y="47176"/>
                    <a:pt x="457891" y="41594"/>
                  </a:cubicBezTo>
                  <a:cubicBezTo>
                    <a:pt x="461724" y="36428"/>
                    <a:pt x="464724" y="31178"/>
                    <a:pt x="467890" y="25595"/>
                  </a:cubicBezTo>
                  <a:cubicBezTo>
                    <a:pt x="469890" y="22429"/>
                    <a:pt x="473973" y="17929"/>
                    <a:pt x="473557" y="13763"/>
                  </a:cubicBezTo>
                  <a:lnTo>
                    <a:pt x="473557" y="13763"/>
                  </a:lnTo>
                  <a:close/>
                  <a:moveTo>
                    <a:pt x="205081" y="292821"/>
                  </a:moveTo>
                  <a:cubicBezTo>
                    <a:pt x="214830" y="276906"/>
                    <a:pt x="222162" y="259824"/>
                    <a:pt x="232328" y="244159"/>
                  </a:cubicBezTo>
                  <a:cubicBezTo>
                    <a:pt x="237494" y="236326"/>
                    <a:pt x="243077" y="228910"/>
                    <a:pt x="248743" y="221494"/>
                  </a:cubicBezTo>
                  <a:cubicBezTo>
                    <a:pt x="250160" y="219661"/>
                    <a:pt x="253576" y="213162"/>
                    <a:pt x="256576" y="208578"/>
                  </a:cubicBezTo>
                  <a:cubicBezTo>
                    <a:pt x="257826" y="215578"/>
                    <a:pt x="255660" y="225077"/>
                    <a:pt x="255410" y="230743"/>
                  </a:cubicBezTo>
                  <a:cubicBezTo>
                    <a:pt x="255076" y="239992"/>
                    <a:pt x="253910" y="248992"/>
                    <a:pt x="252910" y="258157"/>
                  </a:cubicBezTo>
                  <a:cubicBezTo>
                    <a:pt x="251577" y="270240"/>
                    <a:pt x="248827" y="282072"/>
                    <a:pt x="247160" y="294071"/>
                  </a:cubicBezTo>
                  <a:cubicBezTo>
                    <a:pt x="237078" y="293571"/>
                    <a:pt x="223329" y="308320"/>
                    <a:pt x="217163" y="313153"/>
                  </a:cubicBezTo>
                  <a:cubicBezTo>
                    <a:pt x="203081" y="324151"/>
                    <a:pt x="187916" y="333901"/>
                    <a:pt x="173084" y="344233"/>
                  </a:cubicBezTo>
                  <a:cubicBezTo>
                    <a:pt x="185332" y="327901"/>
                    <a:pt x="194998" y="309153"/>
                    <a:pt x="205081" y="292821"/>
                  </a:cubicBezTo>
                  <a:lnTo>
                    <a:pt x="205081" y="292821"/>
                  </a:lnTo>
                  <a:close/>
                  <a:moveTo>
                    <a:pt x="109756" y="489887"/>
                  </a:moveTo>
                  <a:cubicBezTo>
                    <a:pt x="109173" y="492220"/>
                    <a:pt x="108506" y="494553"/>
                    <a:pt x="107839" y="496803"/>
                  </a:cubicBezTo>
                  <a:cubicBezTo>
                    <a:pt x="107006" y="498386"/>
                    <a:pt x="106256" y="499969"/>
                    <a:pt x="105423" y="501552"/>
                  </a:cubicBezTo>
                  <a:cubicBezTo>
                    <a:pt x="105006" y="502385"/>
                    <a:pt x="105006" y="503219"/>
                    <a:pt x="105340" y="503885"/>
                  </a:cubicBezTo>
                  <a:cubicBezTo>
                    <a:pt x="100257" y="516718"/>
                    <a:pt x="93007" y="528050"/>
                    <a:pt x="84842" y="539965"/>
                  </a:cubicBezTo>
                  <a:cubicBezTo>
                    <a:pt x="74426" y="555131"/>
                    <a:pt x="65843" y="571546"/>
                    <a:pt x="56511" y="587378"/>
                  </a:cubicBezTo>
                  <a:cubicBezTo>
                    <a:pt x="51511" y="595794"/>
                    <a:pt x="46595" y="604293"/>
                    <a:pt x="40679" y="612126"/>
                  </a:cubicBezTo>
                  <a:cubicBezTo>
                    <a:pt x="37846" y="615792"/>
                    <a:pt x="34846" y="619875"/>
                    <a:pt x="30930" y="622542"/>
                  </a:cubicBezTo>
                  <a:cubicBezTo>
                    <a:pt x="25597" y="627624"/>
                    <a:pt x="21264" y="626207"/>
                    <a:pt x="18014" y="618458"/>
                  </a:cubicBezTo>
                  <a:cubicBezTo>
                    <a:pt x="11348" y="616209"/>
                    <a:pt x="9348" y="613292"/>
                    <a:pt x="11848" y="609626"/>
                  </a:cubicBezTo>
                  <a:cubicBezTo>
                    <a:pt x="11848" y="609209"/>
                    <a:pt x="11931" y="608793"/>
                    <a:pt x="12015" y="608460"/>
                  </a:cubicBezTo>
                  <a:cubicBezTo>
                    <a:pt x="23430" y="589544"/>
                    <a:pt x="34429" y="570463"/>
                    <a:pt x="43679" y="550298"/>
                  </a:cubicBezTo>
                  <a:cubicBezTo>
                    <a:pt x="48012" y="540882"/>
                    <a:pt x="51595" y="531300"/>
                    <a:pt x="55261" y="521634"/>
                  </a:cubicBezTo>
                  <a:cubicBezTo>
                    <a:pt x="57677" y="515718"/>
                    <a:pt x="60011" y="509801"/>
                    <a:pt x="62344" y="503802"/>
                  </a:cubicBezTo>
                  <a:cubicBezTo>
                    <a:pt x="63927" y="500053"/>
                    <a:pt x="65593" y="496303"/>
                    <a:pt x="67343" y="492636"/>
                  </a:cubicBezTo>
                  <a:cubicBezTo>
                    <a:pt x="77009" y="472888"/>
                    <a:pt x="87175" y="453640"/>
                    <a:pt x="98090" y="434558"/>
                  </a:cubicBezTo>
                  <a:cubicBezTo>
                    <a:pt x="103590" y="424976"/>
                    <a:pt x="109173" y="415560"/>
                    <a:pt x="115422" y="406477"/>
                  </a:cubicBezTo>
                  <a:cubicBezTo>
                    <a:pt x="118422" y="402061"/>
                    <a:pt x="122005" y="397978"/>
                    <a:pt x="124838" y="393562"/>
                  </a:cubicBezTo>
                  <a:cubicBezTo>
                    <a:pt x="124921" y="393396"/>
                    <a:pt x="125088" y="393145"/>
                    <a:pt x="125171" y="392979"/>
                  </a:cubicBezTo>
                  <a:cubicBezTo>
                    <a:pt x="125421" y="392895"/>
                    <a:pt x="125588" y="392812"/>
                    <a:pt x="125838" y="392645"/>
                  </a:cubicBezTo>
                  <a:cubicBezTo>
                    <a:pt x="126005" y="392562"/>
                    <a:pt x="126088" y="392479"/>
                    <a:pt x="126255" y="392312"/>
                  </a:cubicBezTo>
                  <a:cubicBezTo>
                    <a:pt x="125921" y="405894"/>
                    <a:pt x="122005" y="430225"/>
                    <a:pt x="121588" y="432975"/>
                  </a:cubicBezTo>
                  <a:cubicBezTo>
                    <a:pt x="118922" y="452057"/>
                    <a:pt x="114422" y="471138"/>
                    <a:pt x="109756" y="489887"/>
                  </a:cubicBezTo>
                  <a:lnTo>
                    <a:pt x="109756" y="489887"/>
                  </a:lnTo>
                  <a:close/>
                  <a:moveTo>
                    <a:pt x="242161" y="314486"/>
                  </a:moveTo>
                  <a:cubicBezTo>
                    <a:pt x="239328" y="319319"/>
                    <a:pt x="237744" y="326068"/>
                    <a:pt x="235078" y="331401"/>
                  </a:cubicBezTo>
                  <a:cubicBezTo>
                    <a:pt x="231162" y="339150"/>
                    <a:pt x="226579" y="346233"/>
                    <a:pt x="221746" y="353482"/>
                  </a:cubicBezTo>
                  <a:cubicBezTo>
                    <a:pt x="212413" y="367648"/>
                    <a:pt x="200331" y="379063"/>
                    <a:pt x="189999" y="392479"/>
                  </a:cubicBezTo>
                  <a:cubicBezTo>
                    <a:pt x="180583" y="404811"/>
                    <a:pt x="169917" y="416643"/>
                    <a:pt x="159418" y="428059"/>
                  </a:cubicBezTo>
                  <a:cubicBezTo>
                    <a:pt x="148253" y="440141"/>
                    <a:pt x="136504" y="451223"/>
                    <a:pt x="126255" y="464223"/>
                  </a:cubicBezTo>
                  <a:cubicBezTo>
                    <a:pt x="124505" y="466389"/>
                    <a:pt x="123005" y="468722"/>
                    <a:pt x="121505" y="470972"/>
                  </a:cubicBezTo>
                  <a:cubicBezTo>
                    <a:pt x="125088" y="452640"/>
                    <a:pt x="128171" y="434142"/>
                    <a:pt x="130087" y="415643"/>
                  </a:cubicBezTo>
                  <a:cubicBezTo>
                    <a:pt x="130671" y="409644"/>
                    <a:pt x="135004" y="396062"/>
                    <a:pt x="135420" y="385646"/>
                  </a:cubicBezTo>
                  <a:cubicBezTo>
                    <a:pt x="158835" y="368981"/>
                    <a:pt x="183083" y="353732"/>
                    <a:pt x="206914" y="337484"/>
                  </a:cubicBezTo>
                  <a:cubicBezTo>
                    <a:pt x="219496" y="328901"/>
                    <a:pt x="231578" y="319569"/>
                    <a:pt x="243994" y="310653"/>
                  </a:cubicBezTo>
                  <a:cubicBezTo>
                    <a:pt x="244660" y="310153"/>
                    <a:pt x="245077" y="309903"/>
                    <a:pt x="245410" y="309736"/>
                  </a:cubicBezTo>
                  <a:cubicBezTo>
                    <a:pt x="245494" y="309820"/>
                    <a:pt x="245660" y="309903"/>
                    <a:pt x="245744" y="309903"/>
                  </a:cubicBezTo>
                  <a:cubicBezTo>
                    <a:pt x="245160" y="310819"/>
                    <a:pt x="242911" y="313153"/>
                    <a:pt x="242161" y="314486"/>
                  </a:cubicBezTo>
                  <a:lnTo>
                    <a:pt x="242161" y="314486"/>
                  </a:lnTo>
                  <a:close/>
                  <a:moveTo>
                    <a:pt x="347235" y="187497"/>
                  </a:moveTo>
                  <a:cubicBezTo>
                    <a:pt x="337402" y="201996"/>
                    <a:pt x="326403" y="216328"/>
                    <a:pt x="315154" y="229744"/>
                  </a:cubicBezTo>
                  <a:cubicBezTo>
                    <a:pt x="304072" y="243075"/>
                    <a:pt x="292490" y="256241"/>
                    <a:pt x="280574" y="268907"/>
                  </a:cubicBezTo>
                  <a:cubicBezTo>
                    <a:pt x="274824" y="274989"/>
                    <a:pt x="270242" y="281988"/>
                    <a:pt x="264159" y="287738"/>
                  </a:cubicBezTo>
                  <a:cubicBezTo>
                    <a:pt x="261492" y="290238"/>
                    <a:pt x="258576" y="292654"/>
                    <a:pt x="255743" y="294904"/>
                  </a:cubicBezTo>
                  <a:cubicBezTo>
                    <a:pt x="258326" y="280655"/>
                    <a:pt x="259826" y="266073"/>
                    <a:pt x="261742" y="251825"/>
                  </a:cubicBezTo>
                  <a:cubicBezTo>
                    <a:pt x="263076" y="241576"/>
                    <a:pt x="265242" y="230160"/>
                    <a:pt x="266075" y="218994"/>
                  </a:cubicBezTo>
                  <a:cubicBezTo>
                    <a:pt x="281824" y="207245"/>
                    <a:pt x="298906" y="196663"/>
                    <a:pt x="314904" y="185164"/>
                  </a:cubicBezTo>
                  <a:cubicBezTo>
                    <a:pt x="323903" y="178665"/>
                    <a:pt x="333069" y="172582"/>
                    <a:pt x="341818" y="165832"/>
                  </a:cubicBezTo>
                  <a:cubicBezTo>
                    <a:pt x="350484" y="159333"/>
                    <a:pt x="359233" y="151084"/>
                    <a:pt x="368816" y="145584"/>
                  </a:cubicBezTo>
                  <a:cubicBezTo>
                    <a:pt x="368399" y="159500"/>
                    <a:pt x="353401" y="178581"/>
                    <a:pt x="347235" y="187497"/>
                  </a:cubicBezTo>
                  <a:lnTo>
                    <a:pt x="347235" y="187497"/>
                  </a:lnTo>
                  <a:close/>
                  <a:moveTo>
                    <a:pt x="456141" y="24262"/>
                  </a:moveTo>
                  <a:cubicBezTo>
                    <a:pt x="453225" y="29928"/>
                    <a:pt x="449309" y="34928"/>
                    <a:pt x="445642" y="40177"/>
                  </a:cubicBezTo>
                  <a:cubicBezTo>
                    <a:pt x="441809" y="45677"/>
                    <a:pt x="438310" y="51509"/>
                    <a:pt x="433310" y="56009"/>
                  </a:cubicBezTo>
                  <a:cubicBezTo>
                    <a:pt x="430977" y="58092"/>
                    <a:pt x="428977" y="59759"/>
                    <a:pt x="427311" y="61758"/>
                  </a:cubicBezTo>
                  <a:cubicBezTo>
                    <a:pt x="426561" y="61425"/>
                    <a:pt x="425728" y="61258"/>
                    <a:pt x="424811" y="61175"/>
                  </a:cubicBezTo>
                  <a:cubicBezTo>
                    <a:pt x="418562" y="54592"/>
                    <a:pt x="405563" y="65008"/>
                    <a:pt x="400230" y="68841"/>
                  </a:cubicBezTo>
                  <a:cubicBezTo>
                    <a:pt x="395147" y="72508"/>
                    <a:pt x="382981" y="78674"/>
                    <a:pt x="384565" y="86340"/>
                  </a:cubicBezTo>
                  <a:cubicBezTo>
                    <a:pt x="384815" y="87590"/>
                    <a:pt x="386648" y="87839"/>
                    <a:pt x="387398" y="86923"/>
                  </a:cubicBezTo>
                  <a:cubicBezTo>
                    <a:pt x="389064" y="84923"/>
                    <a:pt x="393897" y="83923"/>
                    <a:pt x="396147" y="82840"/>
                  </a:cubicBezTo>
                  <a:cubicBezTo>
                    <a:pt x="399813" y="81090"/>
                    <a:pt x="403396" y="79007"/>
                    <a:pt x="406896" y="77007"/>
                  </a:cubicBezTo>
                  <a:cubicBezTo>
                    <a:pt x="410562" y="74924"/>
                    <a:pt x="414145" y="72674"/>
                    <a:pt x="417978" y="70841"/>
                  </a:cubicBezTo>
                  <a:cubicBezTo>
                    <a:pt x="421311" y="70758"/>
                    <a:pt x="419728" y="71758"/>
                    <a:pt x="418145" y="75091"/>
                  </a:cubicBezTo>
                  <a:cubicBezTo>
                    <a:pt x="416562" y="78507"/>
                    <a:pt x="412312" y="82840"/>
                    <a:pt x="409896" y="85673"/>
                  </a:cubicBezTo>
                  <a:cubicBezTo>
                    <a:pt x="403896" y="92672"/>
                    <a:pt x="397897" y="99838"/>
                    <a:pt x="391564" y="106588"/>
                  </a:cubicBezTo>
                  <a:cubicBezTo>
                    <a:pt x="380898" y="117920"/>
                    <a:pt x="369483" y="128502"/>
                    <a:pt x="358650" y="139668"/>
                  </a:cubicBezTo>
                  <a:cubicBezTo>
                    <a:pt x="340235" y="148001"/>
                    <a:pt x="323653" y="163333"/>
                    <a:pt x="308071" y="174915"/>
                  </a:cubicBezTo>
                  <a:cubicBezTo>
                    <a:pt x="294156" y="185247"/>
                    <a:pt x="277991" y="195580"/>
                    <a:pt x="266325" y="208912"/>
                  </a:cubicBezTo>
                  <a:cubicBezTo>
                    <a:pt x="266325" y="207745"/>
                    <a:pt x="266242" y="206579"/>
                    <a:pt x="266159" y="205412"/>
                  </a:cubicBezTo>
                  <a:cubicBezTo>
                    <a:pt x="276574" y="197746"/>
                    <a:pt x="285823" y="182081"/>
                    <a:pt x="291906" y="173082"/>
                  </a:cubicBezTo>
                  <a:cubicBezTo>
                    <a:pt x="304738" y="153917"/>
                    <a:pt x="317987" y="133252"/>
                    <a:pt x="328653" y="112837"/>
                  </a:cubicBezTo>
                  <a:cubicBezTo>
                    <a:pt x="340319" y="90339"/>
                    <a:pt x="353901" y="68341"/>
                    <a:pt x="370316" y="48926"/>
                  </a:cubicBezTo>
                  <a:cubicBezTo>
                    <a:pt x="371649" y="47343"/>
                    <a:pt x="377065" y="39177"/>
                    <a:pt x="379398" y="39011"/>
                  </a:cubicBezTo>
                  <a:cubicBezTo>
                    <a:pt x="383731" y="38760"/>
                    <a:pt x="380482" y="47343"/>
                    <a:pt x="378565" y="52093"/>
                  </a:cubicBezTo>
                  <a:cubicBezTo>
                    <a:pt x="377232" y="54426"/>
                    <a:pt x="376232" y="56759"/>
                    <a:pt x="375565" y="59175"/>
                  </a:cubicBezTo>
                  <a:cubicBezTo>
                    <a:pt x="375399" y="59759"/>
                    <a:pt x="375482" y="60175"/>
                    <a:pt x="375649" y="60592"/>
                  </a:cubicBezTo>
                  <a:cubicBezTo>
                    <a:pt x="372649" y="69925"/>
                    <a:pt x="369899" y="79341"/>
                    <a:pt x="367150" y="88756"/>
                  </a:cubicBezTo>
                  <a:cubicBezTo>
                    <a:pt x="360233" y="91839"/>
                    <a:pt x="354817" y="97922"/>
                    <a:pt x="349484" y="103088"/>
                  </a:cubicBezTo>
                  <a:cubicBezTo>
                    <a:pt x="343402" y="108921"/>
                    <a:pt x="334902" y="115004"/>
                    <a:pt x="331486" y="122920"/>
                  </a:cubicBezTo>
                  <a:cubicBezTo>
                    <a:pt x="330653" y="124920"/>
                    <a:pt x="332903" y="126419"/>
                    <a:pt x="334402" y="125503"/>
                  </a:cubicBezTo>
                  <a:lnTo>
                    <a:pt x="334402" y="125503"/>
                  </a:lnTo>
                  <a:cubicBezTo>
                    <a:pt x="336569" y="123920"/>
                    <a:pt x="339402" y="122920"/>
                    <a:pt x="341652" y="121337"/>
                  </a:cubicBezTo>
                  <a:cubicBezTo>
                    <a:pt x="344485" y="119337"/>
                    <a:pt x="347068" y="117003"/>
                    <a:pt x="349734" y="114837"/>
                  </a:cubicBezTo>
                  <a:cubicBezTo>
                    <a:pt x="353901" y="111504"/>
                    <a:pt x="357900" y="108088"/>
                    <a:pt x="361900" y="104505"/>
                  </a:cubicBezTo>
                  <a:cubicBezTo>
                    <a:pt x="364650" y="102088"/>
                    <a:pt x="367483" y="100255"/>
                    <a:pt x="370482" y="98172"/>
                  </a:cubicBezTo>
                  <a:cubicBezTo>
                    <a:pt x="370732" y="97255"/>
                    <a:pt x="370982" y="96422"/>
                    <a:pt x="371232" y="95506"/>
                  </a:cubicBezTo>
                  <a:cubicBezTo>
                    <a:pt x="371066" y="96672"/>
                    <a:pt x="370816" y="97839"/>
                    <a:pt x="370566" y="99005"/>
                  </a:cubicBezTo>
                  <a:cubicBezTo>
                    <a:pt x="368983" y="106004"/>
                    <a:pt x="365483" y="112421"/>
                    <a:pt x="365316" y="119670"/>
                  </a:cubicBezTo>
                  <a:cubicBezTo>
                    <a:pt x="365233" y="122420"/>
                    <a:pt x="368983" y="123336"/>
                    <a:pt x="370732" y="121503"/>
                  </a:cubicBezTo>
                  <a:cubicBezTo>
                    <a:pt x="375732" y="116170"/>
                    <a:pt x="387814" y="87090"/>
                    <a:pt x="374315" y="86840"/>
                  </a:cubicBezTo>
                  <a:cubicBezTo>
                    <a:pt x="378065" y="76424"/>
                    <a:pt x="381732" y="65841"/>
                    <a:pt x="385314" y="55343"/>
                  </a:cubicBezTo>
                  <a:cubicBezTo>
                    <a:pt x="399730" y="40927"/>
                    <a:pt x="413395" y="23762"/>
                    <a:pt x="430810" y="13929"/>
                  </a:cubicBezTo>
                  <a:cubicBezTo>
                    <a:pt x="430727" y="14013"/>
                    <a:pt x="431060" y="13763"/>
                    <a:pt x="431727" y="13430"/>
                  </a:cubicBezTo>
                  <a:cubicBezTo>
                    <a:pt x="430810" y="15429"/>
                    <a:pt x="430060" y="17346"/>
                    <a:pt x="429894" y="17679"/>
                  </a:cubicBezTo>
                  <a:cubicBezTo>
                    <a:pt x="425561" y="27095"/>
                    <a:pt x="423311" y="36761"/>
                    <a:pt x="419311" y="46177"/>
                  </a:cubicBezTo>
                  <a:cubicBezTo>
                    <a:pt x="417478" y="50510"/>
                    <a:pt x="423061" y="54926"/>
                    <a:pt x="426394" y="51010"/>
                  </a:cubicBezTo>
                  <a:cubicBezTo>
                    <a:pt x="432477" y="43927"/>
                    <a:pt x="435893" y="34677"/>
                    <a:pt x="438976" y="25428"/>
                  </a:cubicBezTo>
                  <a:cubicBezTo>
                    <a:pt x="445476" y="23929"/>
                    <a:pt x="451642" y="20513"/>
                    <a:pt x="458141" y="18762"/>
                  </a:cubicBezTo>
                  <a:cubicBezTo>
                    <a:pt x="457475" y="20846"/>
                    <a:pt x="456725" y="23012"/>
                    <a:pt x="456141" y="24262"/>
                  </a:cubicBezTo>
                  <a:lnTo>
                    <a:pt x="456141" y="24262"/>
                  </a:lnTo>
                  <a:close/>
                </a:path>
              </a:pathLst>
            </a:custGeom>
            <a:grpFill/>
            <a:ln w="8332" cap="flat">
              <a:noFill/>
              <a:prstDash val="solid"/>
              <a:miter/>
            </a:ln>
          </p:spPr>
          <p:txBody>
            <a:bodyPr rtlCol="0" anchor="ctr"/>
            <a:lstStyle/>
            <a:p>
              <a:endParaRPr lang="en-US"/>
            </a:p>
          </p:txBody>
        </p:sp>
        <p:sp>
          <p:nvSpPr>
            <p:cNvPr id="2386" name="Freeform: Shape 2385"/>
            <p:cNvSpPr/>
            <p:nvPr/>
          </p:nvSpPr>
          <p:spPr>
            <a:xfrm>
              <a:off x="309536" y="6229758"/>
              <a:ext cx="755289" cy="501014"/>
            </a:xfrm>
            <a:custGeom>
              <a:avLst/>
              <a:gdLst>
                <a:gd name="connsiteX0" fmla="*/ 703811 w 755289"/>
                <a:gd name="connsiteY0" fmla="*/ 167009 h 501014"/>
                <a:gd name="connsiteX1" fmla="*/ 666981 w 755289"/>
                <a:gd name="connsiteY1" fmla="*/ 129013 h 501014"/>
                <a:gd name="connsiteX2" fmla="*/ 676813 w 755289"/>
                <a:gd name="connsiteY2" fmla="*/ 73851 h 501014"/>
                <a:gd name="connsiteX3" fmla="*/ 672314 w 755289"/>
                <a:gd name="connsiteY3" fmla="*/ 358 h 501014"/>
                <a:gd name="connsiteX4" fmla="*/ 664898 w 755289"/>
                <a:gd name="connsiteY4" fmla="*/ 2524 h 501014"/>
                <a:gd name="connsiteX5" fmla="*/ 647149 w 755289"/>
                <a:gd name="connsiteY5" fmla="*/ 36271 h 501014"/>
                <a:gd name="connsiteX6" fmla="*/ 620818 w 755289"/>
                <a:gd name="connsiteY6" fmla="*/ 70768 h 501014"/>
                <a:gd name="connsiteX7" fmla="*/ 542992 w 755289"/>
                <a:gd name="connsiteY7" fmla="*/ 123013 h 501014"/>
                <a:gd name="connsiteX8" fmla="*/ 518327 w 755289"/>
                <a:gd name="connsiteY8" fmla="*/ 118180 h 501014"/>
                <a:gd name="connsiteX9" fmla="*/ 490497 w 755289"/>
                <a:gd name="connsiteY9" fmla="*/ 112347 h 501014"/>
                <a:gd name="connsiteX10" fmla="*/ 484831 w 755289"/>
                <a:gd name="connsiteY10" fmla="*/ 99599 h 501014"/>
                <a:gd name="connsiteX11" fmla="*/ 467082 w 755289"/>
                <a:gd name="connsiteY11" fmla="*/ 94099 h 501014"/>
                <a:gd name="connsiteX12" fmla="*/ 444417 w 755289"/>
                <a:gd name="connsiteY12" fmla="*/ 78184 h 501014"/>
                <a:gd name="connsiteX13" fmla="*/ 424003 w 755289"/>
                <a:gd name="connsiteY13" fmla="*/ 76268 h 501014"/>
                <a:gd name="connsiteX14" fmla="*/ 392089 w 755289"/>
                <a:gd name="connsiteY14" fmla="*/ 67768 h 501014"/>
                <a:gd name="connsiteX15" fmla="*/ 352342 w 755289"/>
                <a:gd name="connsiteY15" fmla="*/ 70518 h 501014"/>
                <a:gd name="connsiteX16" fmla="*/ 317262 w 755289"/>
                <a:gd name="connsiteY16" fmla="*/ 70435 h 501014"/>
                <a:gd name="connsiteX17" fmla="*/ 294431 w 755289"/>
                <a:gd name="connsiteY17" fmla="*/ 69352 h 501014"/>
                <a:gd name="connsiteX18" fmla="*/ 268350 w 755289"/>
                <a:gd name="connsiteY18" fmla="*/ 81017 h 501014"/>
                <a:gd name="connsiteX19" fmla="*/ 236186 w 755289"/>
                <a:gd name="connsiteY19" fmla="*/ 93766 h 501014"/>
                <a:gd name="connsiteX20" fmla="*/ 223937 w 755289"/>
                <a:gd name="connsiteY20" fmla="*/ 86350 h 501014"/>
                <a:gd name="connsiteX21" fmla="*/ 204522 w 755289"/>
                <a:gd name="connsiteY21" fmla="*/ 100515 h 501014"/>
                <a:gd name="connsiteX22" fmla="*/ 162776 w 755289"/>
                <a:gd name="connsiteY22" fmla="*/ 150094 h 501014"/>
                <a:gd name="connsiteX23" fmla="*/ 119030 w 755289"/>
                <a:gd name="connsiteY23" fmla="*/ 210589 h 501014"/>
                <a:gd name="connsiteX24" fmla="*/ 102532 w 755289"/>
                <a:gd name="connsiteY24" fmla="*/ 239170 h 501014"/>
                <a:gd name="connsiteX25" fmla="*/ 48870 w 755289"/>
                <a:gd name="connsiteY25" fmla="*/ 315996 h 501014"/>
                <a:gd name="connsiteX26" fmla="*/ 13540 w 755289"/>
                <a:gd name="connsiteY26" fmla="*/ 406821 h 501014"/>
                <a:gd name="connsiteX27" fmla="*/ 1041 w 755289"/>
                <a:gd name="connsiteY27" fmla="*/ 444818 h 501014"/>
                <a:gd name="connsiteX28" fmla="*/ 6540 w 755289"/>
                <a:gd name="connsiteY28" fmla="*/ 460983 h 501014"/>
                <a:gd name="connsiteX29" fmla="*/ 40120 w 755289"/>
                <a:gd name="connsiteY29" fmla="*/ 472898 h 501014"/>
                <a:gd name="connsiteX30" fmla="*/ 80284 w 755289"/>
                <a:gd name="connsiteY30" fmla="*/ 481148 h 501014"/>
                <a:gd name="connsiteX31" fmla="*/ 174358 w 755289"/>
                <a:gd name="connsiteY31" fmla="*/ 477731 h 501014"/>
                <a:gd name="connsiteX32" fmla="*/ 253935 w 755289"/>
                <a:gd name="connsiteY32" fmla="*/ 461149 h 501014"/>
                <a:gd name="connsiteX33" fmla="*/ 259267 w 755289"/>
                <a:gd name="connsiteY33" fmla="*/ 466899 h 501014"/>
                <a:gd name="connsiteX34" fmla="*/ 273183 w 755289"/>
                <a:gd name="connsiteY34" fmla="*/ 479064 h 501014"/>
                <a:gd name="connsiteX35" fmla="*/ 298597 w 755289"/>
                <a:gd name="connsiteY35" fmla="*/ 497313 h 501014"/>
                <a:gd name="connsiteX36" fmla="*/ 318429 w 755289"/>
                <a:gd name="connsiteY36" fmla="*/ 498229 h 501014"/>
                <a:gd name="connsiteX37" fmla="*/ 330761 w 755289"/>
                <a:gd name="connsiteY37" fmla="*/ 476148 h 501014"/>
                <a:gd name="connsiteX38" fmla="*/ 367174 w 755289"/>
                <a:gd name="connsiteY38" fmla="*/ 476481 h 501014"/>
                <a:gd name="connsiteX39" fmla="*/ 376507 w 755289"/>
                <a:gd name="connsiteY39" fmla="*/ 457150 h 501014"/>
                <a:gd name="connsiteX40" fmla="*/ 384506 w 755289"/>
                <a:gd name="connsiteY40" fmla="*/ 440901 h 501014"/>
                <a:gd name="connsiteX41" fmla="*/ 365675 w 755289"/>
                <a:gd name="connsiteY41" fmla="*/ 421903 h 501014"/>
                <a:gd name="connsiteX42" fmla="*/ 368841 w 755289"/>
                <a:gd name="connsiteY42" fmla="*/ 420570 h 501014"/>
                <a:gd name="connsiteX43" fmla="*/ 515328 w 755289"/>
                <a:gd name="connsiteY43" fmla="*/ 320245 h 501014"/>
                <a:gd name="connsiteX44" fmla="*/ 574739 w 755289"/>
                <a:gd name="connsiteY44" fmla="*/ 310246 h 501014"/>
                <a:gd name="connsiteX45" fmla="*/ 564573 w 755289"/>
                <a:gd name="connsiteY45" fmla="*/ 259585 h 501014"/>
                <a:gd name="connsiteX46" fmla="*/ 577989 w 755289"/>
                <a:gd name="connsiteY46" fmla="*/ 239170 h 501014"/>
                <a:gd name="connsiteX47" fmla="*/ 626651 w 755289"/>
                <a:gd name="connsiteY47" fmla="*/ 230087 h 501014"/>
                <a:gd name="connsiteX48" fmla="*/ 679313 w 755289"/>
                <a:gd name="connsiteY48" fmla="*/ 231170 h 501014"/>
                <a:gd name="connsiteX49" fmla="*/ 730725 w 755289"/>
                <a:gd name="connsiteY49" fmla="*/ 232420 h 501014"/>
                <a:gd name="connsiteX50" fmla="*/ 755139 w 755289"/>
                <a:gd name="connsiteY50" fmla="*/ 223088 h 501014"/>
                <a:gd name="connsiteX51" fmla="*/ 739141 w 755289"/>
                <a:gd name="connsiteY51" fmla="*/ 194840 h 501014"/>
                <a:gd name="connsiteX52" fmla="*/ 703811 w 755289"/>
                <a:gd name="connsiteY52" fmla="*/ 167009 h 501014"/>
                <a:gd name="connsiteX53" fmla="*/ 703811 w 755289"/>
                <a:gd name="connsiteY53" fmla="*/ 167009 h 501014"/>
                <a:gd name="connsiteX54" fmla="*/ 433168 w 755289"/>
                <a:gd name="connsiteY54" fmla="*/ 89600 h 501014"/>
                <a:gd name="connsiteX55" fmla="*/ 445251 w 755289"/>
                <a:gd name="connsiteY55" fmla="*/ 95349 h 501014"/>
                <a:gd name="connsiteX56" fmla="*/ 466582 w 755289"/>
                <a:gd name="connsiteY56" fmla="*/ 108431 h 501014"/>
                <a:gd name="connsiteX57" fmla="*/ 476081 w 755289"/>
                <a:gd name="connsiteY57" fmla="*/ 108764 h 501014"/>
                <a:gd name="connsiteX58" fmla="*/ 476415 w 755289"/>
                <a:gd name="connsiteY58" fmla="*/ 109931 h 501014"/>
                <a:gd name="connsiteX59" fmla="*/ 446334 w 755289"/>
                <a:gd name="connsiteY59" fmla="*/ 106432 h 501014"/>
                <a:gd name="connsiteX60" fmla="*/ 409921 w 755289"/>
                <a:gd name="connsiteY60" fmla="*/ 103765 h 501014"/>
                <a:gd name="connsiteX61" fmla="*/ 433168 w 755289"/>
                <a:gd name="connsiteY61" fmla="*/ 89600 h 501014"/>
                <a:gd name="connsiteX62" fmla="*/ 433168 w 755289"/>
                <a:gd name="connsiteY62" fmla="*/ 89600 h 501014"/>
                <a:gd name="connsiteX63" fmla="*/ 419503 w 755289"/>
                <a:gd name="connsiteY63" fmla="*/ 89100 h 501014"/>
                <a:gd name="connsiteX64" fmla="*/ 402921 w 755289"/>
                <a:gd name="connsiteY64" fmla="*/ 103598 h 501014"/>
                <a:gd name="connsiteX65" fmla="*/ 362258 w 755289"/>
                <a:gd name="connsiteY65" fmla="*/ 105015 h 501014"/>
                <a:gd name="connsiteX66" fmla="*/ 393005 w 755289"/>
                <a:gd name="connsiteY66" fmla="*/ 85017 h 501014"/>
                <a:gd name="connsiteX67" fmla="*/ 419503 w 755289"/>
                <a:gd name="connsiteY67" fmla="*/ 89100 h 501014"/>
                <a:gd name="connsiteX68" fmla="*/ 419503 w 755289"/>
                <a:gd name="connsiteY68" fmla="*/ 89100 h 501014"/>
                <a:gd name="connsiteX69" fmla="*/ 356675 w 755289"/>
                <a:gd name="connsiteY69" fmla="*/ 80267 h 501014"/>
                <a:gd name="connsiteX70" fmla="*/ 384089 w 755289"/>
                <a:gd name="connsiteY70" fmla="*/ 76184 h 501014"/>
                <a:gd name="connsiteX71" fmla="*/ 387423 w 755289"/>
                <a:gd name="connsiteY71" fmla="*/ 79517 h 501014"/>
                <a:gd name="connsiteX72" fmla="*/ 379090 w 755289"/>
                <a:gd name="connsiteY72" fmla="*/ 85100 h 501014"/>
                <a:gd name="connsiteX73" fmla="*/ 355592 w 755289"/>
                <a:gd name="connsiteY73" fmla="*/ 105932 h 501014"/>
                <a:gd name="connsiteX74" fmla="*/ 350759 w 755289"/>
                <a:gd name="connsiteY74" fmla="*/ 106598 h 501014"/>
                <a:gd name="connsiteX75" fmla="*/ 296514 w 755289"/>
                <a:gd name="connsiteY75" fmla="*/ 120430 h 501014"/>
                <a:gd name="connsiteX76" fmla="*/ 349343 w 755289"/>
                <a:gd name="connsiteY76" fmla="*/ 82850 h 501014"/>
                <a:gd name="connsiteX77" fmla="*/ 356675 w 755289"/>
                <a:gd name="connsiteY77" fmla="*/ 80267 h 501014"/>
                <a:gd name="connsiteX78" fmla="*/ 356675 w 755289"/>
                <a:gd name="connsiteY78" fmla="*/ 80267 h 501014"/>
                <a:gd name="connsiteX79" fmla="*/ 308263 w 755289"/>
                <a:gd name="connsiteY79" fmla="*/ 84100 h 501014"/>
                <a:gd name="connsiteX80" fmla="*/ 309096 w 755289"/>
                <a:gd name="connsiteY80" fmla="*/ 82767 h 501014"/>
                <a:gd name="connsiteX81" fmla="*/ 328928 w 755289"/>
                <a:gd name="connsiteY81" fmla="*/ 85600 h 501014"/>
                <a:gd name="connsiteX82" fmla="*/ 287598 w 755289"/>
                <a:gd name="connsiteY82" fmla="*/ 123597 h 501014"/>
                <a:gd name="connsiteX83" fmla="*/ 237436 w 755289"/>
                <a:gd name="connsiteY83" fmla="*/ 145012 h 501014"/>
                <a:gd name="connsiteX84" fmla="*/ 261101 w 755289"/>
                <a:gd name="connsiteY84" fmla="*/ 122263 h 501014"/>
                <a:gd name="connsiteX85" fmla="*/ 308263 w 755289"/>
                <a:gd name="connsiteY85" fmla="*/ 84100 h 501014"/>
                <a:gd name="connsiteX86" fmla="*/ 308263 w 755289"/>
                <a:gd name="connsiteY86" fmla="*/ 84100 h 501014"/>
                <a:gd name="connsiteX87" fmla="*/ 244602 w 755289"/>
                <a:gd name="connsiteY87" fmla="*/ 111014 h 501014"/>
                <a:gd name="connsiteX88" fmla="*/ 264184 w 755289"/>
                <a:gd name="connsiteY88" fmla="*/ 101182 h 501014"/>
                <a:gd name="connsiteX89" fmla="*/ 289098 w 755289"/>
                <a:gd name="connsiteY89" fmla="*/ 87433 h 501014"/>
                <a:gd name="connsiteX90" fmla="*/ 259184 w 755289"/>
                <a:gd name="connsiteY90" fmla="*/ 115347 h 501014"/>
                <a:gd name="connsiteX91" fmla="*/ 226687 w 755289"/>
                <a:gd name="connsiteY91" fmla="*/ 150344 h 501014"/>
                <a:gd name="connsiteX92" fmla="*/ 172192 w 755289"/>
                <a:gd name="connsiteY92" fmla="*/ 182008 h 501014"/>
                <a:gd name="connsiteX93" fmla="*/ 169692 w 755289"/>
                <a:gd name="connsiteY93" fmla="*/ 183674 h 501014"/>
                <a:gd name="connsiteX94" fmla="*/ 201606 w 755289"/>
                <a:gd name="connsiteY94" fmla="*/ 150011 h 501014"/>
                <a:gd name="connsiteX95" fmla="*/ 244602 w 755289"/>
                <a:gd name="connsiteY95" fmla="*/ 111014 h 501014"/>
                <a:gd name="connsiteX96" fmla="*/ 244602 w 755289"/>
                <a:gd name="connsiteY96" fmla="*/ 111014 h 501014"/>
                <a:gd name="connsiteX97" fmla="*/ 126113 w 755289"/>
                <a:gd name="connsiteY97" fmla="*/ 215588 h 501014"/>
                <a:gd name="connsiteX98" fmla="*/ 170442 w 755289"/>
                <a:gd name="connsiteY98" fmla="*/ 159010 h 501014"/>
                <a:gd name="connsiteX99" fmla="*/ 195940 w 755289"/>
                <a:gd name="connsiteY99" fmla="*/ 129263 h 501014"/>
                <a:gd name="connsiteX100" fmla="*/ 213022 w 755289"/>
                <a:gd name="connsiteY100" fmla="*/ 110931 h 501014"/>
                <a:gd name="connsiteX101" fmla="*/ 223521 w 755289"/>
                <a:gd name="connsiteY101" fmla="*/ 101182 h 501014"/>
                <a:gd name="connsiteX102" fmla="*/ 231437 w 755289"/>
                <a:gd name="connsiteY102" fmla="*/ 109764 h 501014"/>
                <a:gd name="connsiteX103" fmla="*/ 233353 w 755289"/>
                <a:gd name="connsiteY103" fmla="*/ 110598 h 501014"/>
                <a:gd name="connsiteX104" fmla="*/ 229353 w 755289"/>
                <a:gd name="connsiteY104" fmla="*/ 114181 h 501014"/>
                <a:gd name="connsiteX105" fmla="*/ 202439 w 755289"/>
                <a:gd name="connsiteY105" fmla="*/ 138928 h 501014"/>
                <a:gd name="connsiteX106" fmla="*/ 159276 w 755289"/>
                <a:gd name="connsiteY106" fmla="*/ 190591 h 501014"/>
                <a:gd name="connsiteX107" fmla="*/ 125196 w 755289"/>
                <a:gd name="connsiteY107" fmla="*/ 217088 h 501014"/>
                <a:gd name="connsiteX108" fmla="*/ 126113 w 755289"/>
                <a:gd name="connsiteY108" fmla="*/ 215588 h 501014"/>
                <a:gd name="connsiteX109" fmla="*/ 126113 w 755289"/>
                <a:gd name="connsiteY109" fmla="*/ 215588 h 501014"/>
                <a:gd name="connsiteX110" fmla="*/ 306346 w 755289"/>
                <a:gd name="connsiteY110" fmla="*/ 488147 h 501014"/>
                <a:gd name="connsiteX111" fmla="*/ 281932 w 755289"/>
                <a:gd name="connsiteY111" fmla="*/ 473565 h 501014"/>
                <a:gd name="connsiteX112" fmla="*/ 261684 w 755289"/>
                <a:gd name="connsiteY112" fmla="*/ 458566 h 501014"/>
                <a:gd name="connsiteX113" fmla="*/ 269516 w 755289"/>
                <a:gd name="connsiteY113" fmla="*/ 456317 h 501014"/>
                <a:gd name="connsiteX114" fmla="*/ 283099 w 755289"/>
                <a:gd name="connsiteY114" fmla="*/ 461899 h 501014"/>
                <a:gd name="connsiteX115" fmla="*/ 316929 w 755289"/>
                <a:gd name="connsiteY115" fmla="*/ 471482 h 501014"/>
                <a:gd name="connsiteX116" fmla="*/ 320845 w 755289"/>
                <a:gd name="connsiteY116" fmla="*/ 472732 h 501014"/>
                <a:gd name="connsiteX117" fmla="*/ 306346 w 755289"/>
                <a:gd name="connsiteY117" fmla="*/ 488147 h 501014"/>
                <a:gd name="connsiteX118" fmla="*/ 306346 w 755289"/>
                <a:gd name="connsiteY118" fmla="*/ 488147 h 501014"/>
                <a:gd name="connsiteX119" fmla="*/ 368258 w 755289"/>
                <a:gd name="connsiteY119" fmla="*/ 450900 h 501014"/>
                <a:gd name="connsiteX120" fmla="*/ 362758 w 755289"/>
                <a:gd name="connsiteY120" fmla="*/ 462150 h 501014"/>
                <a:gd name="connsiteX121" fmla="*/ 338844 w 755289"/>
                <a:gd name="connsiteY121" fmla="*/ 467482 h 501014"/>
                <a:gd name="connsiteX122" fmla="*/ 279516 w 755289"/>
                <a:gd name="connsiteY122" fmla="*/ 453234 h 501014"/>
                <a:gd name="connsiteX123" fmla="*/ 350843 w 755289"/>
                <a:gd name="connsiteY123" fmla="*/ 427653 h 501014"/>
                <a:gd name="connsiteX124" fmla="*/ 351926 w 755289"/>
                <a:gd name="connsiteY124" fmla="*/ 428153 h 501014"/>
                <a:gd name="connsiteX125" fmla="*/ 366841 w 755289"/>
                <a:gd name="connsiteY125" fmla="*/ 436485 h 501014"/>
                <a:gd name="connsiteX126" fmla="*/ 368258 w 755289"/>
                <a:gd name="connsiteY126" fmla="*/ 450900 h 501014"/>
                <a:gd name="connsiteX127" fmla="*/ 368258 w 755289"/>
                <a:gd name="connsiteY127" fmla="*/ 450900 h 501014"/>
                <a:gd name="connsiteX128" fmla="*/ 555991 w 755289"/>
                <a:gd name="connsiteY128" fmla="*/ 310996 h 501014"/>
                <a:gd name="connsiteX129" fmla="*/ 527410 w 755289"/>
                <a:gd name="connsiteY129" fmla="*/ 313829 h 501014"/>
                <a:gd name="connsiteX130" fmla="*/ 521994 w 755289"/>
                <a:gd name="connsiteY130" fmla="*/ 313329 h 501014"/>
                <a:gd name="connsiteX131" fmla="*/ 551824 w 755289"/>
                <a:gd name="connsiteY131" fmla="*/ 279416 h 501014"/>
                <a:gd name="connsiteX132" fmla="*/ 557491 w 755289"/>
                <a:gd name="connsiteY132" fmla="*/ 271166 h 501014"/>
                <a:gd name="connsiteX133" fmla="*/ 565657 w 755289"/>
                <a:gd name="connsiteY133" fmla="*/ 285165 h 501014"/>
                <a:gd name="connsiteX134" fmla="*/ 555991 w 755289"/>
                <a:gd name="connsiteY134" fmla="*/ 310996 h 501014"/>
                <a:gd name="connsiteX135" fmla="*/ 555991 w 755289"/>
                <a:gd name="connsiteY135" fmla="*/ 310996 h 501014"/>
                <a:gd name="connsiteX136" fmla="*/ 729558 w 755289"/>
                <a:gd name="connsiteY136" fmla="*/ 217588 h 501014"/>
                <a:gd name="connsiteX137" fmla="*/ 681063 w 755289"/>
                <a:gd name="connsiteY137" fmla="*/ 216172 h 501014"/>
                <a:gd name="connsiteX138" fmla="*/ 597487 w 755289"/>
                <a:gd name="connsiteY138" fmla="*/ 214672 h 501014"/>
                <a:gd name="connsiteX139" fmla="*/ 572573 w 755289"/>
                <a:gd name="connsiteY139" fmla="*/ 220838 h 501014"/>
                <a:gd name="connsiteX140" fmla="*/ 548741 w 755289"/>
                <a:gd name="connsiteY140" fmla="*/ 256918 h 501014"/>
                <a:gd name="connsiteX141" fmla="*/ 419503 w 755289"/>
                <a:gd name="connsiteY141" fmla="*/ 376490 h 501014"/>
                <a:gd name="connsiteX142" fmla="*/ 249602 w 755289"/>
                <a:gd name="connsiteY142" fmla="*/ 445984 h 501014"/>
                <a:gd name="connsiteX143" fmla="*/ 230353 w 755289"/>
                <a:gd name="connsiteY143" fmla="*/ 451151 h 501014"/>
                <a:gd name="connsiteX144" fmla="*/ 231770 w 755289"/>
                <a:gd name="connsiteY144" fmla="*/ 401155 h 501014"/>
                <a:gd name="connsiteX145" fmla="*/ 241102 w 755289"/>
                <a:gd name="connsiteY145" fmla="*/ 400238 h 501014"/>
                <a:gd name="connsiteX146" fmla="*/ 267350 w 755289"/>
                <a:gd name="connsiteY146" fmla="*/ 398988 h 501014"/>
                <a:gd name="connsiteX147" fmla="*/ 320512 w 755289"/>
                <a:gd name="connsiteY147" fmla="*/ 387906 h 501014"/>
                <a:gd name="connsiteX148" fmla="*/ 373341 w 755289"/>
                <a:gd name="connsiteY148" fmla="*/ 370074 h 501014"/>
                <a:gd name="connsiteX149" fmla="*/ 391839 w 755289"/>
                <a:gd name="connsiteY149" fmla="*/ 351243 h 501014"/>
                <a:gd name="connsiteX150" fmla="*/ 388256 w 755289"/>
                <a:gd name="connsiteY150" fmla="*/ 337244 h 501014"/>
                <a:gd name="connsiteX151" fmla="*/ 390839 w 755289"/>
                <a:gd name="connsiteY151" fmla="*/ 305747 h 501014"/>
                <a:gd name="connsiteX152" fmla="*/ 381173 w 755289"/>
                <a:gd name="connsiteY152" fmla="*/ 275916 h 501014"/>
                <a:gd name="connsiteX153" fmla="*/ 379590 w 755289"/>
                <a:gd name="connsiteY153" fmla="*/ 251252 h 501014"/>
                <a:gd name="connsiteX154" fmla="*/ 374340 w 755289"/>
                <a:gd name="connsiteY154" fmla="*/ 244169 h 501014"/>
                <a:gd name="connsiteX155" fmla="*/ 367424 w 755289"/>
                <a:gd name="connsiteY155" fmla="*/ 241753 h 501014"/>
                <a:gd name="connsiteX156" fmla="*/ 360592 w 755289"/>
                <a:gd name="connsiteY156" fmla="*/ 223337 h 501014"/>
                <a:gd name="connsiteX157" fmla="*/ 367424 w 755289"/>
                <a:gd name="connsiteY157" fmla="*/ 200173 h 501014"/>
                <a:gd name="connsiteX158" fmla="*/ 360342 w 755289"/>
                <a:gd name="connsiteY158" fmla="*/ 193257 h 501014"/>
                <a:gd name="connsiteX159" fmla="*/ 322678 w 755289"/>
                <a:gd name="connsiteY159" fmla="*/ 223588 h 501014"/>
                <a:gd name="connsiteX160" fmla="*/ 282932 w 755289"/>
                <a:gd name="connsiteY160" fmla="*/ 264667 h 501014"/>
                <a:gd name="connsiteX161" fmla="*/ 216021 w 755289"/>
                <a:gd name="connsiteY161" fmla="*/ 344743 h 501014"/>
                <a:gd name="connsiteX162" fmla="*/ 214605 w 755289"/>
                <a:gd name="connsiteY162" fmla="*/ 342077 h 501014"/>
                <a:gd name="connsiteX163" fmla="*/ 179275 w 755289"/>
                <a:gd name="connsiteY163" fmla="*/ 299747 h 501014"/>
                <a:gd name="connsiteX164" fmla="*/ 135945 w 755289"/>
                <a:gd name="connsiteY164" fmla="*/ 285748 h 501014"/>
                <a:gd name="connsiteX165" fmla="*/ 135362 w 755289"/>
                <a:gd name="connsiteY165" fmla="*/ 287998 h 501014"/>
                <a:gd name="connsiteX166" fmla="*/ 174525 w 755289"/>
                <a:gd name="connsiteY166" fmla="*/ 306247 h 501014"/>
                <a:gd name="connsiteX167" fmla="*/ 207022 w 755289"/>
                <a:gd name="connsiteY167" fmla="*/ 352576 h 501014"/>
                <a:gd name="connsiteX168" fmla="*/ 218521 w 755289"/>
                <a:gd name="connsiteY168" fmla="*/ 407571 h 501014"/>
                <a:gd name="connsiteX169" fmla="*/ 218104 w 755289"/>
                <a:gd name="connsiteY169" fmla="*/ 437318 h 501014"/>
                <a:gd name="connsiteX170" fmla="*/ 216021 w 755289"/>
                <a:gd name="connsiteY170" fmla="*/ 454650 h 501014"/>
                <a:gd name="connsiteX171" fmla="*/ 70034 w 755289"/>
                <a:gd name="connsiteY171" fmla="*/ 463816 h 501014"/>
                <a:gd name="connsiteX172" fmla="*/ 32538 w 755289"/>
                <a:gd name="connsiteY172" fmla="*/ 454150 h 501014"/>
                <a:gd name="connsiteX173" fmla="*/ 23455 w 755289"/>
                <a:gd name="connsiteY173" fmla="*/ 450651 h 501014"/>
                <a:gd name="connsiteX174" fmla="*/ 84366 w 755289"/>
                <a:gd name="connsiteY174" fmla="*/ 448150 h 501014"/>
                <a:gd name="connsiteX175" fmla="*/ 129196 w 755289"/>
                <a:gd name="connsiteY175" fmla="*/ 440068 h 501014"/>
                <a:gd name="connsiteX176" fmla="*/ 164193 w 755289"/>
                <a:gd name="connsiteY176" fmla="*/ 427569 h 501014"/>
                <a:gd name="connsiteX177" fmla="*/ 160526 w 755289"/>
                <a:gd name="connsiteY177" fmla="*/ 419153 h 501014"/>
                <a:gd name="connsiteX178" fmla="*/ 77200 w 755289"/>
                <a:gd name="connsiteY178" fmla="*/ 437735 h 501014"/>
                <a:gd name="connsiteX179" fmla="*/ 35204 w 755289"/>
                <a:gd name="connsiteY179" fmla="*/ 441401 h 501014"/>
                <a:gd name="connsiteX180" fmla="*/ 16623 w 755289"/>
                <a:gd name="connsiteY180" fmla="*/ 444651 h 501014"/>
                <a:gd name="connsiteX181" fmla="*/ 17123 w 755289"/>
                <a:gd name="connsiteY181" fmla="*/ 443318 h 501014"/>
                <a:gd name="connsiteX182" fmla="*/ 45537 w 755289"/>
                <a:gd name="connsiteY182" fmla="*/ 360325 h 501014"/>
                <a:gd name="connsiteX183" fmla="*/ 146028 w 755289"/>
                <a:gd name="connsiteY183" fmla="*/ 218171 h 501014"/>
                <a:gd name="connsiteX184" fmla="*/ 239686 w 755289"/>
                <a:gd name="connsiteY184" fmla="*/ 160760 h 501014"/>
                <a:gd name="connsiteX185" fmla="*/ 338260 w 755289"/>
                <a:gd name="connsiteY185" fmla="*/ 122930 h 501014"/>
                <a:gd name="connsiteX186" fmla="*/ 368258 w 755289"/>
                <a:gd name="connsiteY186" fmla="*/ 118680 h 501014"/>
                <a:gd name="connsiteX187" fmla="*/ 396922 w 755289"/>
                <a:gd name="connsiteY187" fmla="*/ 119013 h 501014"/>
                <a:gd name="connsiteX188" fmla="*/ 441834 w 755289"/>
                <a:gd name="connsiteY188" fmla="*/ 117931 h 501014"/>
                <a:gd name="connsiteX189" fmla="*/ 462582 w 755289"/>
                <a:gd name="connsiteY189" fmla="*/ 119513 h 501014"/>
                <a:gd name="connsiteX190" fmla="*/ 472165 w 755289"/>
                <a:gd name="connsiteY190" fmla="*/ 120763 h 501014"/>
                <a:gd name="connsiteX191" fmla="*/ 519244 w 755289"/>
                <a:gd name="connsiteY191" fmla="*/ 130179 h 501014"/>
                <a:gd name="connsiteX192" fmla="*/ 563323 w 755289"/>
                <a:gd name="connsiteY192" fmla="*/ 136762 h 501014"/>
                <a:gd name="connsiteX193" fmla="*/ 624735 w 755289"/>
                <a:gd name="connsiteY193" fmla="*/ 85433 h 501014"/>
                <a:gd name="connsiteX194" fmla="*/ 654065 w 755289"/>
                <a:gd name="connsiteY194" fmla="*/ 47270 h 501014"/>
                <a:gd name="connsiteX195" fmla="*/ 668564 w 755289"/>
                <a:gd name="connsiteY195" fmla="*/ 21189 h 501014"/>
                <a:gd name="connsiteX196" fmla="*/ 665648 w 755289"/>
                <a:gd name="connsiteY196" fmla="*/ 51103 h 501014"/>
                <a:gd name="connsiteX197" fmla="*/ 664481 w 755289"/>
                <a:gd name="connsiteY197" fmla="*/ 61269 h 501014"/>
                <a:gd name="connsiteX198" fmla="*/ 662398 w 755289"/>
                <a:gd name="connsiteY198" fmla="*/ 61852 h 501014"/>
                <a:gd name="connsiteX199" fmla="*/ 613652 w 755289"/>
                <a:gd name="connsiteY199" fmla="*/ 120180 h 501014"/>
                <a:gd name="connsiteX200" fmla="*/ 614819 w 755289"/>
                <a:gd name="connsiteY200" fmla="*/ 121347 h 501014"/>
                <a:gd name="connsiteX201" fmla="*/ 644149 w 755289"/>
                <a:gd name="connsiteY201" fmla="*/ 92099 h 501014"/>
                <a:gd name="connsiteX202" fmla="*/ 659898 w 755289"/>
                <a:gd name="connsiteY202" fmla="*/ 73351 h 501014"/>
                <a:gd name="connsiteX203" fmla="*/ 663064 w 755289"/>
                <a:gd name="connsiteY203" fmla="*/ 70851 h 501014"/>
                <a:gd name="connsiteX204" fmla="*/ 659898 w 755289"/>
                <a:gd name="connsiteY204" fmla="*/ 89433 h 501014"/>
                <a:gd name="connsiteX205" fmla="*/ 656982 w 755289"/>
                <a:gd name="connsiteY205" fmla="*/ 104598 h 501014"/>
                <a:gd name="connsiteX206" fmla="*/ 652065 w 755289"/>
                <a:gd name="connsiteY206" fmla="*/ 107098 h 501014"/>
                <a:gd name="connsiteX207" fmla="*/ 636983 w 755289"/>
                <a:gd name="connsiteY207" fmla="*/ 121180 h 501014"/>
                <a:gd name="connsiteX208" fmla="*/ 613902 w 755289"/>
                <a:gd name="connsiteY208" fmla="*/ 146844 h 501014"/>
                <a:gd name="connsiteX209" fmla="*/ 617818 w 755289"/>
                <a:gd name="connsiteY209" fmla="*/ 149678 h 501014"/>
                <a:gd name="connsiteX210" fmla="*/ 642983 w 755289"/>
                <a:gd name="connsiteY210" fmla="*/ 125346 h 501014"/>
                <a:gd name="connsiteX211" fmla="*/ 655065 w 755289"/>
                <a:gd name="connsiteY211" fmla="*/ 115514 h 501014"/>
                <a:gd name="connsiteX212" fmla="*/ 652565 w 755289"/>
                <a:gd name="connsiteY212" fmla="*/ 134679 h 501014"/>
                <a:gd name="connsiteX213" fmla="*/ 652899 w 755289"/>
                <a:gd name="connsiteY213" fmla="*/ 143678 h 501014"/>
                <a:gd name="connsiteX214" fmla="*/ 642566 w 755289"/>
                <a:gd name="connsiteY214" fmla="*/ 148011 h 501014"/>
                <a:gd name="connsiteX215" fmla="*/ 612569 w 755289"/>
                <a:gd name="connsiteY215" fmla="*/ 168176 h 501014"/>
                <a:gd name="connsiteX216" fmla="*/ 614319 w 755289"/>
                <a:gd name="connsiteY216" fmla="*/ 170426 h 501014"/>
                <a:gd name="connsiteX217" fmla="*/ 646983 w 755289"/>
                <a:gd name="connsiteY217" fmla="*/ 155010 h 501014"/>
                <a:gd name="connsiteX218" fmla="*/ 656565 w 755289"/>
                <a:gd name="connsiteY218" fmla="*/ 152511 h 501014"/>
                <a:gd name="connsiteX219" fmla="*/ 661315 w 755289"/>
                <a:gd name="connsiteY219" fmla="*/ 157510 h 501014"/>
                <a:gd name="connsiteX220" fmla="*/ 672730 w 755289"/>
                <a:gd name="connsiteY220" fmla="*/ 165093 h 501014"/>
                <a:gd name="connsiteX221" fmla="*/ 649316 w 755289"/>
                <a:gd name="connsiteY221" fmla="*/ 172259 h 501014"/>
                <a:gd name="connsiteX222" fmla="*/ 623151 w 755289"/>
                <a:gd name="connsiteY222" fmla="*/ 182258 h 501014"/>
                <a:gd name="connsiteX223" fmla="*/ 625901 w 755289"/>
                <a:gd name="connsiteY223" fmla="*/ 184924 h 501014"/>
                <a:gd name="connsiteX224" fmla="*/ 656065 w 755289"/>
                <a:gd name="connsiteY224" fmla="*/ 178508 h 501014"/>
                <a:gd name="connsiteX225" fmla="*/ 671897 w 755289"/>
                <a:gd name="connsiteY225" fmla="*/ 174176 h 501014"/>
                <a:gd name="connsiteX226" fmla="*/ 681313 w 755289"/>
                <a:gd name="connsiteY226" fmla="*/ 171675 h 501014"/>
                <a:gd name="connsiteX227" fmla="*/ 684146 w 755289"/>
                <a:gd name="connsiteY227" fmla="*/ 171342 h 501014"/>
                <a:gd name="connsiteX228" fmla="*/ 693812 w 755289"/>
                <a:gd name="connsiteY228" fmla="*/ 177008 h 501014"/>
                <a:gd name="connsiteX229" fmla="*/ 704977 w 755289"/>
                <a:gd name="connsiteY229" fmla="*/ 184508 h 501014"/>
                <a:gd name="connsiteX230" fmla="*/ 685896 w 755289"/>
                <a:gd name="connsiteY230" fmla="*/ 188257 h 501014"/>
                <a:gd name="connsiteX231" fmla="*/ 641900 w 755289"/>
                <a:gd name="connsiteY231" fmla="*/ 196340 h 501014"/>
                <a:gd name="connsiteX232" fmla="*/ 643316 w 755289"/>
                <a:gd name="connsiteY232" fmla="*/ 201256 h 501014"/>
                <a:gd name="connsiteX233" fmla="*/ 689562 w 755289"/>
                <a:gd name="connsiteY233" fmla="*/ 197256 h 501014"/>
                <a:gd name="connsiteX234" fmla="*/ 717976 w 755289"/>
                <a:gd name="connsiteY234" fmla="*/ 194257 h 501014"/>
                <a:gd name="connsiteX235" fmla="*/ 728142 w 755289"/>
                <a:gd name="connsiteY235" fmla="*/ 204089 h 501014"/>
                <a:gd name="connsiteX236" fmla="*/ 736724 w 755289"/>
                <a:gd name="connsiteY236" fmla="*/ 217338 h 501014"/>
                <a:gd name="connsiteX237" fmla="*/ 729558 w 755289"/>
                <a:gd name="connsiteY237" fmla="*/ 217588 h 501014"/>
                <a:gd name="connsiteX238" fmla="*/ 729558 w 755289"/>
                <a:gd name="connsiteY238" fmla="*/ 217588 h 501014"/>
                <a:gd name="connsiteX239" fmla="*/ 294764 w 755289"/>
                <a:gd name="connsiteY239" fmla="*/ 364242 h 501014"/>
                <a:gd name="connsiteX240" fmla="*/ 260101 w 755289"/>
                <a:gd name="connsiteY240" fmla="*/ 375240 h 501014"/>
                <a:gd name="connsiteX241" fmla="*/ 228187 w 755289"/>
                <a:gd name="connsiteY241" fmla="*/ 381073 h 501014"/>
                <a:gd name="connsiteX242" fmla="*/ 226604 w 755289"/>
                <a:gd name="connsiteY242" fmla="*/ 373991 h 501014"/>
                <a:gd name="connsiteX243" fmla="*/ 266184 w 755289"/>
                <a:gd name="connsiteY243" fmla="*/ 358575 h 501014"/>
                <a:gd name="connsiteX244" fmla="*/ 313263 w 755289"/>
                <a:gd name="connsiteY244" fmla="*/ 334328 h 501014"/>
                <a:gd name="connsiteX245" fmla="*/ 311346 w 755289"/>
                <a:gd name="connsiteY245" fmla="*/ 329911 h 501014"/>
                <a:gd name="connsiteX246" fmla="*/ 266600 w 755289"/>
                <a:gd name="connsiteY246" fmla="*/ 349243 h 501014"/>
                <a:gd name="connsiteX247" fmla="*/ 245935 w 755289"/>
                <a:gd name="connsiteY247" fmla="*/ 357742 h 501014"/>
                <a:gd name="connsiteX248" fmla="*/ 224437 w 755289"/>
                <a:gd name="connsiteY248" fmla="*/ 366158 h 501014"/>
                <a:gd name="connsiteX249" fmla="*/ 224104 w 755289"/>
                <a:gd name="connsiteY249" fmla="*/ 365158 h 501014"/>
                <a:gd name="connsiteX250" fmla="*/ 240686 w 755289"/>
                <a:gd name="connsiteY250" fmla="*/ 353743 h 501014"/>
                <a:gd name="connsiteX251" fmla="*/ 261767 w 755289"/>
                <a:gd name="connsiteY251" fmla="*/ 335744 h 501014"/>
                <a:gd name="connsiteX252" fmla="*/ 301514 w 755289"/>
                <a:gd name="connsiteY252" fmla="*/ 296748 h 501014"/>
                <a:gd name="connsiteX253" fmla="*/ 300347 w 755289"/>
                <a:gd name="connsiteY253" fmla="*/ 295581 h 501014"/>
                <a:gd name="connsiteX254" fmla="*/ 256101 w 755289"/>
                <a:gd name="connsiteY254" fmla="*/ 332828 h 501014"/>
                <a:gd name="connsiteX255" fmla="*/ 222271 w 755289"/>
                <a:gd name="connsiteY255" fmla="*/ 359909 h 501014"/>
                <a:gd name="connsiteX256" fmla="*/ 219021 w 755289"/>
                <a:gd name="connsiteY256" fmla="*/ 351826 h 501014"/>
                <a:gd name="connsiteX257" fmla="*/ 244685 w 755289"/>
                <a:gd name="connsiteY257" fmla="*/ 326078 h 501014"/>
                <a:gd name="connsiteX258" fmla="*/ 281849 w 755289"/>
                <a:gd name="connsiteY258" fmla="*/ 285999 h 501014"/>
                <a:gd name="connsiteX259" fmla="*/ 322928 w 755289"/>
                <a:gd name="connsiteY259" fmla="*/ 243086 h 501014"/>
                <a:gd name="connsiteX260" fmla="*/ 343260 w 755289"/>
                <a:gd name="connsiteY260" fmla="*/ 222838 h 501014"/>
                <a:gd name="connsiteX261" fmla="*/ 352759 w 755289"/>
                <a:gd name="connsiteY261" fmla="*/ 212589 h 501014"/>
                <a:gd name="connsiteX262" fmla="*/ 348259 w 755289"/>
                <a:gd name="connsiteY262" fmla="*/ 235587 h 501014"/>
                <a:gd name="connsiteX263" fmla="*/ 360508 w 755289"/>
                <a:gd name="connsiteY263" fmla="*/ 250502 h 501014"/>
                <a:gd name="connsiteX264" fmla="*/ 369174 w 755289"/>
                <a:gd name="connsiteY264" fmla="*/ 262417 h 501014"/>
                <a:gd name="connsiteX265" fmla="*/ 368174 w 755289"/>
                <a:gd name="connsiteY265" fmla="*/ 271000 h 501014"/>
                <a:gd name="connsiteX266" fmla="*/ 371007 w 755289"/>
                <a:gd name="connsiteY266" fmla="*/ 284082 h 501014"/>
                <a:gd name="connsiteX267" fmla="*/ 379423 w 755289"/>
                <a:gd name="connsiteY267" fmla="*/ 301664 h 501014"/>
                <a:gd name="connsiteX268" fmla="*/ 373424 w 755289"/>
                <a:gd name="connsiteY268" fmla="*/ 318162 h 501014"/>
                <a:gd name="connsiteX269" fmla="*/ 372507 w 755289"/>
                <a:gd name="connsiteY269" fmla="*/ 357575 h 501014"/>
                <a:gd name="connsiteX270" fmla="*/ 321512 w 755289"/>
                <a:gd name="connsiteY270" fmla="*/ 376907 h 501014"/>
                <a:gd name="connsiteX271" fmla="*/ 271100 w 755289"/>
                <a:gd name="connsiteY271" fmla="*/ 387739 h 501014"/>
                <a:gd name="connsiteX272" fmla="*/ 245519 w 755289"/>
                <a:gd name="connsiteY272" fmla="*/ 389822 h 501014"/>
                <a:gd name="connsiteX273" fmla="*/ 230103 w 755289"/>
                <a:gd name="connsiteY273" fmla="*/ 391656 h 501014"/>
                <a:gd name="connsiteX274" fmla="*/ 229270 w 755289"/>
                <a:gd name="connsiteY274" fmla="*/ 386990 h 501014"/>
                <a:gd name="connsiteX275" fmla="*/ 262684 w 755289"/>
                <a:gd name="connsiteY275" fmla="*/ 381573 h 501014"/>
                <a:gd name="connsiteX276" fmla="*/ 295264 w 755289"/>
                <a:gd name="connsiteY276" fmla="*/ 365408 h 501014"/>
                <a:gd name="connsiteX277" fmla="*/ 294764 w 755289"/>
                <a:gd name="connsiteY277" fmla="*/ 364242 h 501014"/>
                <a:gd name="connsiteX278" fmla="*/ 294764 w 755289"/>
                <a:gd name="connsiteY278" fmla="*/ 364242 h 501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Lst>
              <a:rect l="l" t="t" r="r" b="b"/>
              <a:pathLst>
                <a:path w="755289" h="501014">
                  <a:moveTo>
                    <a:pt x="703811" y="167009"/>
                  </a:moveTo>
                  <a:cubicBezTo>
                    <a:pt x="688979" y="157260"/>
                    <a:pt x="663898" y="150178"/>
                    <a:pt x="666981" y="129013"/>
                  </a:cubicBezTo>
                  <a:cubicBezTo>
                    <a:pt x="669647" y="110515"/>
                    <a:pt x="673980" y="92266"/>
                    <a:pt x="676813" y="73851"/>
                  </a:cubicBezTo>
                  <a:cubicBezTo>
                    <a:pt x="678896" y="60352"/>
                    <a:pt x="690645" y="6441"/>
                    <a:pt x="672314" y="358"/>
                  </a:cubicBezTo>
                  <a:cubicBezTo>
                    <a:pt x="669730" y="-476"/>
                    <a:pt x="666481" y="108"/>
                    <a:pt x="664898" y="2524"/>
                  </a:cubicBezTo>
                  <a:cubicBezTo>
                    <a:pt x="657898" y="13023"/>
                    <a:pt x="654232" y="25605"/>
                    <a:pt x="647149" y="36271"/>
                  </a:cubicBezTo>
                  <a:cubicBezTo>
                    <a:pt x="639067" y="48353"/>
                    <a:pt x="630067" y="59603"/>
                    <a:pt x="620818" y="70768"/>
                  </a:cubicBezTo>
                  <a:cubicBezTo>
                    <a:pt x="600987" y="94682"/>
                    <a:pt x="579239" y="130096"/>
                    <a:pt x="542992" y="123013"/>
                  </a:cubicBezTo>
                  <a:cubicBezTo>
                    <a:pt x="534743" y="121430"/>
                    <a:pt x="526493" y="119764"/>
                    <a:pt x="518327" y="118180"/>
                  </a:cubicBezTo>
                  <a:cubicBezTo>
                    <a:pt x="509078" y="115930"/>
                    <a:pt x="499829" y="114014"/>
                    <a:pt x="490497" y="112347"/>
                  </a:cubicBezTo>
                  <a:cubicBezTo>
                    <a:pt x="491080" y="107598"/>
                    <a:pt x="488997" y="102515"/>
                    <a:pt x="484831" y="99599"/>
                  </a:cubicBezTo>
                  <a:cubicBezTo>
                    <a:pt x="479914" y="96182"/>
                    <a:pt x="472498" y="96349"/>
                    <a:pt x="467082" y="94099"/>
                  </a:cubicBezTo>
                  <a:cubicBezTo>
                    <a:pt x="458250" y="90433"/>
                    <a:pt x="452917" y="82267"/>
                    <a:pt x="444417" y="78184"/>
                  </a:cubicBezTo>
                  <a:cubicBezTo>
                    <a:pt x="437835" y="75018"/>
                    <a:pt x="431085" y="75601"/>
                    <a:pt x="424003" y="76268"/>
                  </a:cubicBezTo>
                  <a:cubicBezTo>
                    <a:pt x="409837" y="77601"/>
                    <a:pt x="403421" y="77017"/>
                    <a:pt x="392089" y="67768"/>
                  </a:cubicBezTo>
                  <a:cubicBezTo>
                    <a:pt x="378423" y="56602"/>
                    <a:pt x="367008" y="64352"/>
                    <a:pt x="352342" y="70518"/>
                  </a:cubicBezTo>
                  <a:cubicBezTo>
                    <a:pt x="339010" y="76101"/>
                    <a:pt x="330344" y="75518"/>
                    <a:pt x="317262" y="70435"/>
                  </a:cubicBezTo>
                  <a:cubicBezTo>
                    <a:pt x="309930" y="67602"/>
                    <a:pt x="302097" y="67602"/>
                    <a:pt x="294431" y="69352"/>
                  </a:cubicBezTo>
                  <a:cubicBezTo>
                    <a:pt x="285099" y="71435"/>
                    <a:pt x="276516" y="76351"/>
                    <a:pt x="268350" y="81017"/>
                  </a:cubicBezTo>
                  <a:cubicBezTo>
                    <a:pt x="260601" y="85433"/>
                    <a:pt x="244852" y="100099"/>
                    <a:pt x="236186" y="93766"/>
                  </a:cubicBezTo>
                  <a:cubicBezTo>
                    <a:pt x="231603" y="90433"/>
                    <a:pt x="230853" y="85933"/>
                    <a:pt x="223937" y="86350"/>
                  </a:cubicBezTo>
                  <a:cubicBezTo>
                    <a:pt x="216021" y="86850"/>
                    <a:pt x="209605" y="95516"/>
                    <a:pt x="204522" y="100515"/>
                  </a:cubicBezTo>
                  <a:cubicBezTo>
                    <a:pt x="189190" y="115514"/>
                    <a:pt x="175275" y="132679"/>
                    <a:pt x="162776" y="150094"/>
                  </a:cubicBezTo>
                  <a:cubicBezTo>
                    <a:pt x="148277" y="170176"/>
                    <a:pt x="132362" y="189840"/>
                    <a:pt x="119030" y="210589"/>
                  </a:cubicBezTo>
                  <a:cubicBezTo>
                    <a:pt x="113031" y="220005"/>
                    <a:pt x="107614" y="229504"/>
                    <a:pt x="102532" y="239170"/>
                  </a:cubicBezTo>
                  <a:cubicBezTo>
                    <a:pt x="81200" y="261668"/>
                    <a:pt x="63035" y="287082"/>
                    <a:pt x="48870" y="315996"/>
                  </a:cubicBezTo>
                  <a:cubicBezTo>
                    <a:pt x="34538" y="345410"/>
                    <a:pt x="24122" y="376074"/>
                    <a:pt x="13540" y="406821"/>
                  </a:cubicBezTo>
                  <a:cubicBezTo>
                    <a:pt x="9207" y="419403"/>
                    <a:pt x="4707" y="432069"/>
                    <a:pt x="1041" y="444818"/>
                  </a:cubicBezTo>
                  <a:cubicBezTo>
                    <a:pt x="-1042" y="452067"/>
                    <a:pt x="-376" y="456566"/>
                    <a:pt x="6540" y="460983"/>
                  </a:cubicBezTo>
                  <a:cubicBezTo>
                    <a:pt x="15789" y="466899"/>
                    <a:pt x="29621" y="469982"/>
                    <a:pt x="40120" y="472898"/>
                  </a:cubicBezTo>
                  <a:cubicBezTo>
                    <a:pt x="53286" y="476565"/>
                    <a:pt x="66618" y="479731"/>
                    <a:pt x="80284" y="481148"/>
                  </a:cubicBezTo>
                  <a:cubicBezTo>
                    <a:pt x="111614" y="484314"/>
                    <a:pt x="143195" y="481898"/>
                    <a:pt x="174358" y="477731"/>
                  </a:cubicBezTo>
                  <a:cubicBezTo>
                    <a:pt x="201273" y="474149"/>
                    <a:pt x="227770" y="468399"/>
                    <a:pt x="253935" y="461149"/>
                  </a:cubicBezTo>
                  <a:cubicBezTo>
                    <a:pt x="255934" y="463066"/>
                    <a:pt x="257851" y="465649"/>
                    <a:pt x="259267" y="466899"/>
                  </a:cubicBezTo>
                  <a:cubicBezTo>
                    <a:pt x="263850" y="470982"/>
                    <a:pt x="268683" y="474898"/>
                    <a:pt x="273183" y="479064"/>
                  </a:cubicBezTo>
                  <a:cubicBezTo>
                    <a:pt x="281432" y="486730"/>
                    <a:pt x="288348" y="492563"/>
                    <a:pt x="298597" y="497313"/>
                  </a:cubicBezTo>
                  <a:cubicBezTo>
                    <a:pt x="305430" y="500479"/>
                    <a:pt x="311846" y="503313"/>
                    <a:pt x="318429" y="498229"/>
                  </a:cubicBezTo>
                  <a:cubicBezTo>
                    <a:pt x="325095" y="493147"/>
                    <a:pt x="328261" y="483981"/>
                    <a:pt x="330761" y="476148"/>
                  </a:cubicBezTo>
                  <a:cubicBezTo>
                    <a:pt x="343343" y="479981"/>
                    <a:pt x="358592" y="483314"/>
                    <a:pt x="367174" y="476481"/>
                  </a:cubicBezTo>
                  <a:cubicBezTo>
                    <a:pt x="372924" y="471899"/>
                    <a:pt x="372757" y="462899"/>
                    <a:pt x="376507" y="457150"/>
                  </a:cubicBezTo>
                  <a:cubicBezTo>
                    <a:pt x="380007" y="451817"/>
                    <a:pt x="386173" y="448484"/>
                    <a:pt x="384506" y="440901"/>
                  </a:cubicBezTo>
                  <a:cubicBezTo>
                    <a:pt x="383006" y="434235"/>
                    <a:pt x="374174" y="426569"/>
                    <a:pt x="365675" y="421903"/>
                  </a:cubicBezTo>
                  <a:cubicBezTo>
                    <a:pt x="366758" y="421487"/>
                    <a:pt x="367841" y="421070"/>
                    <a:pt x="368841" y="420570"/>
                  </a:cubicBezTo>
                  <a:cubicBezTo>
                    <a:pt x="423253" y="398155"/>
                    <a:pt x="473748" y="361908"/>
                    <a:pt x="515328" y="320245"/>
                  </a:cubicBezTo>
                  <a:cubicBezTo>
                    <a:pt x="536409" y="324662"/>
                    <a:pt x="559324" y="329411"/>
                    <a:pt x="574739" y="310246"/>
                  </a:cubicBezTo>
                  <a:cubicBezTo>
                    <a:pt x="587571" y="294248"/>
                    <a:pt x="575406" y="274416"/>
                    <a:pt x="564573" y="259585"/>
                  </a:cubicBezTo>
                  <a:cubicBezTo>
                    <a:pt x="568740" y="252418"/>
                    <a:pt x="572823" y="245336"/>
                    <a:pt x="577989" y="239170"/>
                  </a:cubicBezTo>
                  <a:cubicBezTo>
                    <a:pt x="589238" y="225754"/>
                    <a:pt x="610736" y="230170"/>
                    <a:pt x="626651" y="230087"/>
                  </a:cubicBezTo>
                  <a:cubicBezTo>
                    <a:pt x="644149" y="230003"/>
                    <a:pt x="661731" y="230920"/>
                    <a:pt x="679313" y="231170"/>
                  </a:cubicBezTo>
                  <a:cubicBezTo>
                    <a:pt x="696478" y="231337"/>
                    <a:pt x="713560" y="232670"/>
                    <a:pt x="730725" y="232420"/>
                  </a:cubicBezTo>
                  <a:cubicBezTo>
                    <a:pt x="738808" y="232337"/>
                    <a:pt x="753056" y="233920"/>
                    <a:pt x="755139" y="223088"/>
                  </a:cubicBezTo>
                  <a:cubicBezTo>
                    <a:pt x="756806" y="214255"/>
                    <a:pt x="744140" y="200506"/>
                    <a:pt x="739141" y="194840"/>
                  </a:cubicBezTo>
                  <a:cubicBezTo>
                    <a:pt x="729392" y="183591"/>
                    <a:pt x="716060" y="175092"/>
                    <a:pt x="703811" y="167009"/>
                  </a:cubicBezTo>
                  <a:lnTo>
                    <a:pt x="703811" y="167009"/>
                  </a:lnTo>
                  <a:close/>
                  <a:moveTo>
                    <a:pt x="433168" y="89600"/>
                  </a:moveTo>
                  <a:cubicBezTo>
                    <a:pt x="437501" y="90349"/>
                    <a:pt x="441584" y="92016"/>
                    <a:pt x="445251" y="95349"/>
                  </a:cubicBezTo>
                  <a:cubicBezTo>
                    <a:pt x="451583" y="101015"/>
                    <a:pt x="458416" y="105765"/>
                    <a:pt x="466582" y="108431"/>
                  </a:cubicBezTo>
                  <a:cubicBezTo>
                    <a:pt x="468082" y="108931"/>
                    <a:pt x="475998" y="109264"/>
                    <a:pt x="476081" y="108764"/>
                  </a:cubicBezTo>
                  <a:cubicBezTo>
                    <a:pt x="476248" y="109015"/>
                    <a:pt x="476331" y="109431"/>
                    <a:pt x="476415" y="109931"/>
                  </a:cubicBezTo>
                  <a:cubicBezTo>
                    <a:pt x="466415" y="108515"/>
                    <a:pt x="456416" y="107348"/>
                    <a:pt x="446334" y="106432"/>
                  </a:cubicBezTo>
                  <a:cubicBezTo>
                    <a:pt x="434168" y="105348"/>
                    <a:pt x="422003" y="104348"/>
                    <a:pt x="409921" y="103765"/>
                  </a:cubicBezTo>
                  <a:cubicBezTo>
                    <a:pt x="417503" y="98765"/>
                    <a:pt x="424919" y="93433"/>
                    <a:pt x="433168" y="89600"/>
                  </a:cubicBezTo>
                  <a:lnTo>
                    <a:pt x="433168" y="89600"/>
                  </a:lnTo>
                  <a:close/>
                  <a:moveTo>
                    <a:pt x="419503" y="89100"/>
                  </a:moveTo>
                  <a:cubicBezTo>
                    <a:pt x="413587" y="93183"/>
                    <a:pt x="408504" y="98682"/>
                    <a:pt x="402921" y="103598"/>
                  </a:cubicBezTo>
                  <a:cubicBezTo>
                    <a:pt x="389339" y="103182"/>
                    <a:pt x="375840" y="103432"/>
                    <a:pt x="362258" y="105015"/>
                  </a:cubicBezTo>
                  <a:cubicBezTo>
                    <a:pt x="371924" y="97516"/>
                    <a:pt x="381840" y="90266"/>
                    <a:pt x="393005" y="85017"/>
                  </a:cubicBezTo>
                  <a:cubicBezTo>
                    <a:pt x="401171" y="90183"/>
                    <a:pt x="410420" y="89433"/>
                    <a:pt x="419503" y="89100"/>
                  </a:cubicBezTo>
                  <a:lnTo>
                    <a:pt x="419503" y="89100"/>
                  </a:lnTo>
                  <a:close/>
                  <a:moveTo>
                    <a:pt x="356675" y="80267"/>
                  </a:moveTo>
                  <a:cubicBezTo>
                    <a:pt x="365091" y="77017"/>
                    <a:pt x="374340" y="69768"/>
                    <a:pt x="384089" y="76184"/>
                  </a:cubicBezTo>
                  <a:cubicBezTo>
                    <a:pt x="385339" y="77017"/>
                    <a:pt x="386423" y="78184"/>
                    <a:pt x="387423" y="79517"/>
                  </a:cubicBezTo>
                  <a:cubicBezTo>
                    <a:pt x="384256" y="81267"/>
                    <a:pt x="381340" y="83517"/>
                    <a:pt x="379090" y="85100"/>
                  </a:cubicBezTo>
                  <a:cubicBezTo>
                    <a:pt x="370591" y="91350"/>
                    <a:pt x="363091" y="98599"/>
                    <a:pt x="355592" y="105932"/>
                  </a:cubicBezTo>
                  <a:cubicBezTo>
                    <a:pt x="354009" y="106181"/>
                    <a:pt x="352342" y="106348"/>
                    <a:pt x="350759" y="106598"/>
                  </a:cubicBezTo>
                  <a:cubicBezTo>
                    <a:pt x="332428" y="109681"/>
                    <a:pt x="314346" y="114514"/>
                    <a:pt x="296514" y="120430"/>
                  </a:cubicBezTo>
                  <a:cubicBezTo>
                    <a:pt x="313263" y="106765"/>
                    <a:pt x="330844" y="95099"/>
                    <a:pt x="349343" y="82850"/>
                  </a:cubicBezTo>
                  <a:cubicBezTo>
                    <a:pt x="351842" y="82017"/>
                    <a:pt x="354259" y="81184"/>
                    <a:pt x="356675" y="80267"/>
                  </a:cubicBezTo>
                  <a:lnTo>
                    <a:pt x="356675" y="80267"/>
                  </a:lnTo>
                  <a:close/>
                  <a:moveTo>
                    <a:pt x="308263" y="84100"/>
                  </a:moveTo>
                  <a:cubicBezTo>
                    <a:pt x="308680" y="83767"/>
                    <a:pt x="309013" y="83267"/>
                    <a:pt x="309096" y="82767"/>
                  </a:cubicBezTo>
                  <a:cubicBezTo>
                    <a:pt x="315679" y="83100"/>
                    <a:pt x="321845" y="84933"/>
                    <a:pt x="328928" y="85600"/>
                  </a:cubicBezTo>
                  <a:cubicBezTo>
                    <a:pt x="313263" y="95516"/>
                    <a:pt x="299764" y="109931"/>
                    <a:pt x="287598" y="123597"/>
                  </a:cubicBezTo>
                  <a:cubicBezTo>
                    <a:pt x="270516" y="129763"/>
                    <a:pt x="253768" y="136929"/>
                    <a:pt x="237436" y="145012"/>
                  </a:cubicBezTo>
                  <a:cubicBezTo>
                    <a:pt x="245269" y="137345"/>
                    <a:pt x="253101" y="129679"/>
                    <a:pt x="261101" y="122263"/>
                  </a:cubicBezTo>
                  <a:cubicBezTo>
                    <a:pt x="276099" y="108181"/>
                    <a:pt x="292431" y="96932"/>
                    <a:pt x="308263" y="84100"/>
                  </a:cubicBezTo>
                  <a:lnTo>
                    <a:pt x="308263" y="84100"/>
                  </a:lnTo>
                  <a:close/>
                  <a:moveTo>
                    <a:pt x="244602" y="111014"/>
                  </a:moveTo>
                  <a:cubicBezTo>
                    <a:pt x="251685" y="109264"/>
                    <a:pt x="258434" y="104515"/>
                    <a:pt x="264184" y="101182"/>
                  </a:cubicBezTo>
                  <a:cubicBezTo>
                    <a:pt x="272350" y="96432"/>
                    <a:pt x="280432" y="91350"/>
                    <a:pt x="289098" y="87433"/>
                  </a:cubicBezTo>
                  <a:cubicBezTo>
                    <a:pt x="277932" y="95266"/>
                    <a:pt x="268017" y="106765"/>
                    <a:pt x="259184" y="115347"/>
                  </a:cubicBezTo>
                  <a:cubicBezTo>
                    <a:pt x="247685" y="126513"/>
                    <a:pt x="237353" y="138512"/>
                    <a:pt x="226687" y="150344"/>
                  </a:cubicBezTo>
                  <a:cubicBezTo>
                    <a:pt x="207855" y="160093"/>
                    <a:pt x="189690" y="170842"/>
                    <a:pt x="172192" y="182008"/>
                  </a:cubicBezTo>
                  <a:cubicBezTo>
                    <a:pt x="171359" y="182591"/>
                    <a:pt x="170525" y="183091"/>
                    <a:pt x="169692" y="183674"/>
                  </a:cubicBezTo>
                  <a:cubicBezTo>
                    <a:pt x="180441" y="172592"/>
                    <a:pt x="190857" y="161176"/>
                    <a:pt x="201606" y="150011"/>
                  </a:cubicBezTo>
                  <a:cubicBezTo>
                    <a:pt x="215105" y="135929"/>
                    <a:pt x="230020" y="123846"/>
                    <a:pt x="244602" y="111014"/>
                  </a:cubicBezTo>
                  <a:lnTo>
                    <a:pt x="244602" y="111014"/>
                  </a:lnTo>
                  <a:close/>
                  <a:moveTo>
                    <a:pt x="126113" y="215588"/>
                  </a:moveTo>
                  <a:cubicBezTo>
                    <a:pt x="139695" y="196090"/>
                    <a:pt x="155777" y="177759"/>
                    <a:pt x="170442" y="159010"/>
                  </a:cubicBezTo>
                  <a:cubicBezTo>
                    <a:pt x="178525" y="148677"/>
                    <a:pt x="187024" y="138928"/>
                    <a:pt x="195940" y="129263"/>
                  </a:cubicBezTo>
                  <a:cubicBezTo>
                    <a:pt x="201606" y="123097"/>
                    <a:pt x="206939" y="116764"/>
                    <a:pt x="213022" y="110931"/>
                  </a:cubicBezTo>
                  <a:cubicBezTo>
                    <a:pt x="214105" y="109931"/>
                    <a:pt x="222021" y="100848"/>
                    <a:pt x="223521" y="101182"/>
                  </a:cubicBezTo>
                  <a:cubicBezTo>
                    <a:pt x="225687" y="101599"/>
                    <a:pt x="228520" y="108181"/>
                    <a:pt x="231437" y="109764"/>
                  </a:cubicBezTo>
                  <a:cubicBezTo>
                    <a:pt x="232020" y="110098"/>
                    <a:pt x="232686" y="110348"/>
                    <a:pt x="233353" y="110598"/>
                  </a:cubicBezTo>
                  <a:cubicBezTo>
                    <a:pt x="232020" y="111848"/>
                    <a:pt x="230687" y="113098"/>
                    <a:pt x="229353" y="114181"/>
                  </a:cubicBezTo>
                  <a:cubicBezTo>
                    <a:pt x="219938" y="122014"/>
                    <a:pt x="210855" y="130096"/>
                    <a:pt x="202439" y="138928"/>
                  </a:cubicBezTo>
                  <a:cubicBezTo>
                    <a:pt x="186941" y="155260"/>
                    <a:pt x="173692" y="173342"/>
                    <a:pt x="159276" y="190591"/>
                  </a:cubicBezTo>
                  <a:cubicBezTo>
                    <a:pt x="147361" y="198840"/>
                    <a:pt x="135945" y="207672"/>
                    <a:pt x="125196" y="217088"/>
                  </a:cubicBezTo>
                  <a:cubicBezTo>
                    <a:pt x="125446" y="216505"/>
                    <a:pt x="125779" y="216005"/>
                    <a:pt x="126113" y="215588"/>
                  </a:cubicBezTo>
                  <a:lnTo>
                    <a:pt x="126113" y="215588"/>
                  </a:lnTo>
                  <a:close/>
                  <a:moveTo>
                    <a:pt x="306346" y="488147"/>
                  </a:moveTo>
                  <a:cubicBezTo>
                    <a:pt x="298014" y="487730"/>
                    <a:pt x="288098" y="478398"/>
                    <a:pt x="281932" y="473565"/>
                  </a:cubicBezTo>
                  <a:cubicBezTo>
                    <a:pt x="278266" y="470648"/>
                    <a:pt x="269600" y="462732"/>
                    <a:pt x="261684" y="458566"/>
                  </a:cubicBezTo>
                  <a:cubicBezTo>
                    <a:pt x="264267" y="457816"/>
                    <a:pt x="266933" y="457066"/>
                    <a:pt x="269516" y="456317"/>
                  </a:cubicBezTo>
                  <a:cubicBezTo>
                    <a:pt x="273933" y="458400"/>
                    <a:pt x="278349" y="460400"/>
                    <a:pt x="283099" y="461899"/>
                  </a:cubicBezTo>
                  <a:cubicBezTo>
                    <a:pt x="294264" y="465482"/>
                    <a:pt x="305763" y="468065"/>
                    <a:pt x="316929" y="471482"/>
                  </a:cubicBezTo>
                  <a:cubicBezTo>
                    <a:pt x="318095" y="471815"/>
                    <a:pt x="319429" y="472315"/>
                    <a:pt x="320845" y="472732"/>
                  </a:cubicBezTo>
                  <a:cubicBezTo>
                    <a:pt x="316846" y="478981"/>
                    <a:pt x="314513" y="488564"/>
                    <a:pt x="306346" y="488147"/>
                  </a:cubicBezTo>
                  <a:lnTo>
                    <a:pt x="306346" y="488147"/>
                  </a:lnTo>
                  <a:close/>
                  <a:moveTo>
                    <a:pt x="368258" y="450900"/>
                  </a:moveTo>
                  <a:cubicBezTo>
                    <a:pt x="366341" y="454400"/>
                    <a:pt x="364841" y="458816"/>
                    <a:pt x="362758" y="462150"/>
                  </a:cubicBezTo>
                  <a:cubicBezTo>
                    <a:pt x="357259" y="470982"/>
                    <a:pt x="347759" y="469065"/>
                    <a:pt x="338844" y="467482"/>
                  </a:cubicBezTo>
                  <a:cubicBezTo>
                    <a:pt x="318845" y="463983"/>
                    <a:pt x="299264" y="458233"/>
                    <a:pt x="279516" y="453234"/>
                  </a:cubicBezTo>
                  <a:cubicBezTo>
                    <a:pt x="303597" y="445651"/>
                    <a:pt x="327428" y="436985"/>
                    <a:pt x="350843" y="427653"/>
                  </a:cubicBezTo>
                  <a:cubicBezTo>
                    <a:pt x="351176" y="427819"/>
                    <a:pt x="351509" y="427986"/>
                    <a:pt x="351926" y="428153"/>
                  </a:cubicBezTo>
                  <a:cubicBezTo>
                    <a:pt x="356675" y="429652"/>
                    <a:pt x="363341" y="433068"/>
                    <a:pt x="366841" y="436485"/>
                  </a:cubicBezTo>
                  <a:cubicBezTo>
                    <a:pt x="372674" y="442151"/>
                    <a:pt x="371841" y="444234"/>
                    <a:pt x="368258" y="450900"/>
                  </a:cubicBezTo>
                  <a:lnTo>
                    <a:pt x="368258" y="450900"/>
                  </a:lnTo>
                  <a:close/>
                  <a:moveTo>
                    <a:pt x="555991" y="310996"/>
                  </a:moveTo>
                  <a:cubicBezTo>
                    <a:pt x="547075" y="315079"/>
                    <a:pt x="536909" y="314746"/>
                    <a:pt x="527410" y="313829"/>
                  </a:cubicBezTo>
                  <a:cubicBezTo>
                    <a:pt x="525493" y="313663"/>
                    <a:pt x="523744" y="313496"/>
                    <a:pt x="521994" y="313329"/>
                  </a:cubicBezTo>
                  <a:cubicBezTo>
                    <a:pt x="532410" y="302497"/>
                    <a:pt x="542659" y="291332"/>
                    <a:pt x="551824" y="279416"/>
                  </a:cubicBezTo>
                  <a:cubicBezTo>
                    <a:pt x="553824" y="276750"/>
                    <a:pt x="555741" y="274000"/>
                    <a:pt x="557491" y="271166"/>
                  </a:cubicBezTo>
                  <a:cubicBezTo>
                    <a:pt x="560407" y="275749"/>
                    <a:pt x="563240" y="280499"/>
                    <a:pt x="565657" y="285165"/>
                  </a:cubicBezTo>
                  <a:cubicBezTo>
                    <a:pt x="571323" y="296331"/>
                    <a:pt x="567573" y="305747"/>
                    <a:pt x="555991" y="310996"/>
                  </a:cubicBezTo>
                  <a:lnTo>
                    <a:pt x="555991" y="310996"/>
                  </a:lnTo>
                  <a:close/>
                  <a:moveTo>
                    <a:pt x="729558" y="217588"/>
                  </a:moveTo>
                  <a:cubicBezTo>
                    <a:pt x="713393" y="217755"/>
                    <a:pt x="697228" y="216421"/>
                    <a:pt x="681063" y="216172"/>
                  </a:cubicBezTo>
                  <a:cubicBezTo>
                    <a:pt x="653232" y="215755"/>
                    <a:pt x="625401" y="214422"/>
                    <a:pt x="597487" y="214672"/>
                  </a:cubicBezTo>
                  <a:cubicBezTo>
                    <a:pt x="587238" y="214755"/>
                    <a:pt x="580239" y="213422"/>
                    <a:pt x="572573" y="220838"/>
                  </a:cubicBezTo>
                  <a:cubicBezTo>
                    <a:pt x="562240" y="230837"/>
                    <a:pt x="556657" y="245085"/>
                    <a:pt x="548741" y="256918"/>
                  </a:cubicBezTo>
                  <a:cubicBezTo>
                    <a:pt x="516328" y="305663"/>
                    <a:pt x="468415" y="345076"/>
                    <a:pt x="419503" y="376490"/>
                  </a:cubicBezTo>
                  <a:cubicBezTo>
                    <a:pt x="368341" y="409404"/>
                    <a:pt x="307763" y="429736"/>
                    <a:pt x="249602" y="445984"/>
                  </a:cubicBezTo>
                  <a:cubicBezTo>
                    <a:pt x="243269" y="447734"/>
                    <a:pt x="236853" y="449484"/>
                    <a:pt x="230353" y="451151"/>
                  </a:cubicBezTo>
                  <a:cubicBezTo>
                    <a:pt x="231853" y="434152"/>
                    <a:pt x="234103" y="418570"/>
                    <a:pt x="231770" y="401155"/>
                  </a:cubicBezTo>
                  <a:cubicBezTo>
                    <a:pt x="234853" y="400988"/>
                    <a:pt x="237936" y="400488"/>
                    <a:pt x="241102" y="400238"/>
                  </a:cubicBezTo>
                  <a:cubicBezTo>
                    <a:pt x="249852" y="399572"/>
                    <a:pt x="258601" y="399905"/>
                    <a:pt x="267350" y="398988"/>
                  </a:cubicBezTo>
                  <a:cubicBezTo>
                    <a:pt x="285432" y="397072"/>
                    <a:pt x="302930" y="392489"/>
                    <a:pt x="320512" y="387906"/>
                  </a:cubicBezTo>
                  <a:cubicBezTo>
                    <a:pt x="338677" y="383240"/>
                    <a:pt x="356675" y="379240"/>
                    <a:pt x="373341" y="370074"/>
                  </a:cubicBezTo>
                  <a:cubicBezTo>
                    <a:pt x="380840" y="365908"/>
                    <a:pt x="390506" y="360575"/>
                    <a:pt x="391839" y="351243"/>
                  </a:cubicBezTo>
                  <a:cubicBezTo>
                    <a:pt x="392589" y="346076"/>
                    <a:pt x="390089" y="341910"/>
                    <a:pt x="388256" y="337244"/>
                  </a:cubicBezTo>
                  <a:cubicBezTo>
                    <a:pt x="382923" y="323995"/>
                    <a:pt x="386756" y="317913"/>
                    <a:pt x="390839" y="305747"/>
                  </a:cubicBezTo>
                  <a:cubicBezTo>
                    <a:pt x="395672" y="291332"/>
                    <a:pt x="386923" y="287748"/>
                    <a:pt x="381173" y="275916"/>
                  </a:cubicBezTo>
                  <a:cubicBezTo>
                    <a:pt x="376840" y="266834"/>
                    <a:pt x="382506" y="260167"/>
                    <a:pt x="379590" y="251252"/>
                  </a:cubicBezTo>
                  <a:cubicBezTo>
                    <a:pt x="378673" y="248335"/>
                    <a:pt x="376840" y="245919"/>
                    <a:pt x="374340" y="244169"/>
                  </a:cubicBezTo>
                  <a:cubicBezTo>
                    <a:pt x="372174" y="242669"/>
                    <a:pt x="369424" y="242919"/>
                    <a:pt x="367424" y="241753"/>
                  </a:cubicBezTo>
                  <a:cubicBezTo>
                    <a:pt x="358009" y="236503"/>
                    <a:pt x="358342" y="231920"/>
                    <a:pt x="360592" y="223337"/>
                  </a:cubicBezTo>
                  <a:cubicBezTo>
                    <a:pt x="362591" y="215588"/>
                    <a:pt x="365341" y="208006"/>
                    <a:pt x="367424" y="200173"/>
                  </a:cubicBezTo>
                  <a:cubicBezTo>
                    <a:pt x="368674" y="195507"/>
                    <a:pt x="364925" y="191841"/>
                    <a:pt x="360342" y="193257"/>
                  </a:cubicBezTo>
                  <a:cubicBezTo>
                    <a:pt x="345593" y="197923"/>
                    <a:pt x="333344" y="213005"/>
                    <a:pt x="322678" y="223588"/>
                  </a:cubicBezTo>
                  <a:cubicBezTo>
                    <a:pt x="309180" y="237086"/>
                    <a:pt x="296014" y="250835"/>
                    <a:pt x="282932" y="264667"/>
                  </a:cubicBezTo>
                  <a:cubicBezTo>
                    <a:pt x="258768" y="290248"/>
                    <a:pt x="237269" y="316996"/>
                    <a:pt x="216021" y="344743"/>
                  </a:cubicBezTo>
                  <a:cubicBezTo>
                    <a:pt x="215521" y="343827"/>
                    <a:pt x="215105" y="342910"/>
                    <a:pt x="214605" y="342077"/>
                  </a:cubicBezTo>
                  <a:cubicBezTo>
                    <a:pt x="205189" y="326162"/>
                    <a:pt x="194523" y="310580"/>
                    <a:pt x="179275" y="299747"/>
                  </a:cubicBezTo>
                  <a:cubicBezTo>
                    <a:pt x="165276" y="289748"/>
                    <a:pt x="152360" y="288082"/>
                    <a:pt x="135945" y="285748"/>
                  </a:cubicBezTo>
                  <a:cubicBezTo>
                    <a:pt x="134612" y="285582"/>
                    <a:pt x="134195" y="287498"/>
                    <a:pt x="135362" y="287998"/>
                  </a:cubicBezTo>
                  <a:cubicBezTo>
                    <a:pt x="149277" y="293581"/>
                    <a:pt x="162609" y="296414"/>
                    <a:pt x="174525" y="306247"/>
                  </a:cubicBezTo>
                  <a:cubicBezTo>
                    <a:pt x="188940" y="318079"/>
                    <a:pt x="199773" y="335494"/>
                    <a:pt x="207022" y="352576"/>
                  </a:cubicBezTo>
                  <a:cubicBezTo>
                    <a:pt x="214105" y="369408"/>
                    <a:pt x="216771" y="389489"/>
                    <a:pt x="218521" y="407571"/>
                  </a:cubicBezTo>
                  <a:cubicBezTo>
                    <a:pt x="219521" y="417487"/>
                    <a:pt x="219021" y="427319"/>
                    <a:pt x="218104" y="437318"/>
                  </a:cubicBezTo>
                  <a:cubicBezTo>
                    <a:pt x="217605" y="443234"/>
                    <a:pt x="215438" y="448817"/>
                    <a:pt x="216021" y="454650"/>
                  </a:cubicBezTo>
                  <a:cubicBezTo>
                    <a:pt x="168442" y="465649"/>
                    <a:pt x="117114" y="471899"/>
                    <a:pt x="70034" y="463816"/>
                  </a:cubicBezTo>
                  <a:cubicBezTo>
                    <a:pt x="57369" y="461650"/>
                    <a:pt x="44620" y="458400"/>
                    <a:pt x="32538" y="454150"/>
                  </a:cubicBezTo>
                  <a:cubicBezTo>
                    <a:pt x="29455" y="453067"/>
                    <a:pt x="26455" y="451817"/>
                    <a:pt x="23455" y="450651"/>
                  </a:cubicBezTo>
                  <a:cubicBezTo>
                    <a:pt x="43120" y="454067"/>
                    <a:pt x="65452" y="451151"/>
                    <a:pt x="84366" y="448150"/>
                  </a:cubicBezTo>
                  <a:cubicBezTo>
                    <a:pt x="99282" y="445734"/>
                    <a:pt x="114697" y="444234"/>
                    <a:pt x="129196" y="440068"/>
                  </a:cubicBezTo>
                  <a:cubicBezTo>
                    <a:pt x="141195" y="436652"/>
                    <a:pt x="152527" y="431735"/>
                    <a:pt x="164193" y="427569"/>
                  </a:cubicBezTo>
                  <a:cubicBezTo>
                    <a:pt x="169859" y="425569"/>
                    <a:pt x="166109" y="417487"/>
                    <a:pt x="160526" y="419153"/>
                  </a:cubicBezTo>
                  <a:cubicBezTo>
                    <a:pt x="132862" y="427569"/>
                    <a:pt x="105948" y="433902"/>
                    <a:pt x="77200" y="437735"/>
                  </a:cubicBezTo>
                  <a:cubicBezTo>
                    <a:pt x="63618" y="439568"/>
                    <a:pt x="48870" y="441068"/>
                    <a:pt x="35204" y="441401"/>
                  </a:cubicBezTo>
                  <a:cubicBezTo>
                    <a:pt x="28788" y="441568"/>
                    <a:pt x="22289" y="441984"/>
                    <a:pt x="16623" y="444651"/>
                  </a:cubicBezTo>
                  <a:cubicBezTo>
                    <a:pt x="16789" y="444151"/>
                    <a:pt x="16956" y="443651"/>
                    <a:pt x="17123" y="443318"/>
                  </a:cubicBezTo>
                  <a:cubicBezTo>
                    <a:pt x="25538" y="415487"/>
                    <a:pt x="34538" y="387073"/>
                    <a:pt x="45537" y="360325"/>
                  </a:cubicBezTo>
                  <a:cubicBezTo>
                    <a:pt x="68118" y="305080"/>
                    <a:pt x="98615" y="255585"/>
                    <a:pt x="146028" y="218171"/>
                  </a:cubicBezTo>
                  <a:cubicBezTo>
                    <a:pt x="174525" y="195590"/>
                    <a:pt x="207022" y="176759"/>
                    <a:pt x="239686" y="160760"/>
                  </a:cubicBezTo>
                  <a:cubicBezTo>
                    <a:pt x="271183" y="145345"/>
                    <a:pt x="303763" y="130512"/>
                    <a:pt x="338260" y="122930"/>
                  </a:cubicBezTo>
                  <a:cubicBezTo>
                    <a:pt x="348259" y="120763"/>
                    <a:pt x="358425" y="120514"/>
                    <a:pt x="368258" y="118680"/>
                  </a:cubicBezTo>
                  <a:cubicBezTo>
                    <a:pt x="380423" y="116430"/>
                    <a:pt x="385506" y="117264"/>
                    <a:pt x="396922" y="119013"/>
                  </a:cubicBezTo>
                  <a:cubicBezTo>
                    <a:pt x="410837" y="121180"/>
                    <a:pt x="427586" y="117347"/>
                    <a:pt x="441834" y="117931"/>
                  </a:cubicBezTo>
                  <a:cubicBezTo>
                    <a:pt x="448750" y="118431"/>
                    <a:pt x="455666" y="118931"/>
                    <a:pt x="462582" y="119513"/>
                  </a:cubicBezTo>
                  <a:cubicBezTo>
                    <a:pt x="465749" y="119930"/>
                    <a:pt x="468999" y="120263"/>
                    <a:pt x="472165" y="120763"/>
                  </a:cubicBezTo>
                  <a:cubicBezTo>
                    <a:pt x="487997" y="123347"/>
                    <a:pt x="503662" y="126263"/>
                    <a:pt x="519244" y="130179"/>
                  </a:cubicBezTo>
                  <a:cubicBezTo>
                    <a:pt x="533076" y="133679"/>
                    <a:pt x="548908" y="139928"/>
                    <a:pt x="563323" y="136762"/>
                  </a:cubicBezTo>
                  <a:cubicBezTo>
                    <a:pt x="591737" y="130596"/>
                    <a:pt x="608653" y="107098"/>
                    <a:pt x="624735" y="85433"/>
                  </a:cubicBezTo>
                  <a:cubicBezTo>
                    <a:pt x="634317" y="72518"/>
                    <a:pt x="644649" y="60352"/>
                    <a:pt x="654065" y="47270"/>
                  </a:cubicBezTo>
                  <a:cubicBezTo>
                    <a:pt x="659898" y="39104"/>
                    <a:pt x="663981" y="29938"/>
                    <a:pt x="668564" y="21189"/>
                  </a:cubicBezTo>
                  <a:cubicBezTo>
                    <a:pt x="667981" y="31772"/>
                    <a:pt x="665981" y="48020"/>
                    <a:pt x="665648" y="51103"/>
                  </a:cubicBezTo>
                  <a:cubicBezTo>
                    <a:pt x="665314" y="54519"/>
                    <a:pt x="664898" y="57853"/>
                    <a:pt x="664481" y="61269"/>
                  </a:cubicBezTo>
                  <a:cubicBezTo>
                    <a:pt x="663814" y="61269"/>
                    <a:pt x="663064" y="61435"/>
                    <a:pt x="662398" y="61852"/>
                  </a:cubicBezTo>
                  <a:cubicBezTo>
                    <a:pt x="640650" y="75184"/>
                    <a:pt x="630401" y="101932"/>
                    <a:pt x="613652" y="120180"/>
                  </a:cubicBezTo>
                  <a:cubicBezTo>
                    <a:pt x="612986" y="120930"/>
                    <a:pt x="614152" y="121847"/>
                    <a:pt x="614819" y="121347"/>
                  </a:cubicBezTo>
                  <a:cubicBezTo>
                    <a:pt x="625651" y="113514"/>
                    <a:pt x="635650" y="102348"/>
                    <a:pt x="644149" y="92099"/>
                  </a:cubicBezTo>
                  <a:cubicBezTo>
                    <a:pt x="649316" y="85933"/>
                    <a:pt x="653815" y="78684"/>
                    <a:pt x="659898" y="73351"/>
                  </a:cubicBezTo>
                  <a:cubicBezTo>
                    <a:pt x="660981" y="72351"/>
                    <a:pt x="662064" y="71601"/>
                    <a:pt x="663064" y="70851"/>
                  </a:cubicBezTo>
                  <a:cubicBezTo>
                    <a:pt x="662148" y="77017"/>
                    <a:pt x="661148" y="83183"/>
                    <a:pt x="659898" y="89433"/>
                  </a:cubicBezTo>
                  <a:cubicBezTo>
                    <a:pt x="658898" y="94433"/>
                    <a:pt x="657898" y="99515"/>
                    <a:pt x="656982" y="104598"/>
                  </a:cubicBezTo>
                  <a:cubicBezTo>
                    <a:pt x="655982" y="104515"/>
                    <a:pt x="653315" y="106265"/>
                    <a:pt x="652065" y="107098"/>
                  </a:cubicBezTo>
                  <a:cubicBezTo>
                    <a:pt x="646483" y="110848"/>
                    <a:pt x="641733" y="116430"/>
                    <a:pt x="636983" y="121180"/>
                  </a:cubicBezTo>
                  <a:cubicBezTo>
                    <a:pt x="628651" y="129513"/>
                    <a:pt x="620485" y="137095"/>
                    <a:pt x="613902" y="146844"/>
                  </a:cubicBezTo>
                  <a:cubicBezTo>
                    <a:pt x="612152" y="149428"/>
                    <a:pt x="615819" y="152094"/>
                    <a:pt x="617818" y="149678"/>
                  </a:cubicBezTo>
                  <a:cubicBezTo>
                    <a:pt x="625234" y="140595"/>
                    <a:pt x="634234" y="133095"/>
                    <a:pt x="642983" y="125346"/>
                  </a:cubicBezTo>
                  <a:cubicBezTo>
                    <a:pt x="646816" y="121930"/>
                    <a:pt x="651149" y="118931"/>
                    <a:pt x="655065" y="115514"/>
                  </a:cubicBezTo>
                  <a:cubicBezTo>
                    <a:pt x="653982" y="121930"/>
                    <a:pt x="653065" y="128263"/>
                    <a:pt x="652565" y="134679"/>
                  </a:cubicBezTo>
                  <a:cubicBezTo>
                    <a:pt x="652232" y="137929"/>
                    <a:pt x="652399" y="140928"/>
                    <a:pt x="652899" y="143678"/>
                  </a:cubicBezTo>
                  <a:cubicBezTo>
                    <a:pt x="649316" y="144761"/>
                    <a:pt x="645733" y="146511"/>
                    <a:pt x="642566" y="148011"/>
                  </a:cubicBezTo>
                  <a:cubicBezTo>
                    <a:pt x="630651" y="153761"/>
                    <a:pt x="622068" y="158843"/>
                    <a:pt x="612569" y="168176"/>
                  </a:cubicBezTo>
                  <a:cubicBezTo>
                    <a:pt x="611236" y="169426"/>
                    <a:pt x="612819" y="171426"/>
                    <a:pt x="614319" y="170426"/>
                  </a:cubicBezTo>
                  <a:cubicBezTo>
                    <a:pt x="624401" y="163760"/>
                    <a:pt x="635484" y="158843"/>
                    <a:pt x="646983" y="155010"/>
                  </a:cubicBezTo>
                  <a:cubicBezTo>
                    <a:pt x="650066" y="154010"/>
                    <a:pt x="653399" y="153344"/>
                    <a:pt x="656565" y="152511"/>
                  </a:cubicBezTo>
                  <a:cubicBezTo>
                    <a:pt x="657815" y="154261"/>
                    <a:pt x="659398" y="155927"/>
                    <a:pt x="661315" y="157510"/>
                  </a:cubicBezTo>
                  <a:cubicBezTo>
                    <a:pt x="664814" y="160427"/>
                    <a:pt x="668731" y="162843"/>
                    <a:pt x="672730" y="165093"/>
                  </a:cubicBezTo>
                  <a:cubicBezTo>
                    <a:pt x="664731" y="166343"/>
                    <a:pt x="657148" y="169592"/>
                    <a:pt x="649316" y="172259"/>
                  </a:cubicBezTo>
                  <a:cubicBezTo>
                    <a:pt x="641233" y="175009"/>
                    <a:pt x="629151" y="175758"/>
                    <a:pt x="623151" y="182258"/>
                  </a:cubicBezTo>
                  <a:cubicBezTo>
                    <a:pt x="621652" y="183841"/>
                    <a:pt x="624318" y="186341"/>
                    <a:pt x="625901" y="184924"/>
                  </a:cubicBezTo>
                  <a:cubicBezTo>
                    <a:pt x="632401" y="179092"/>
                    <a:pt x="647982" y="180425"/>
                    <a:pt x="656065" y="178508"/>
                  </a:cubicBezTo>
                  <a:cubicBezTo>
                    <a:pt x="661398" y="177175"/>
                    <a:pt x="666481" y="175258"/>
                    <a:pt x="671897" y="174176"/>
                  </a:cubicBezTo>
                  <a:cubicBezTo>
                    <a:pt x="672980" y="174009"/>
                    <a:pt x="680813" y="171592"/>
                    <a:pt x="681313" y="171675"/>
                  </a:cubicBezTo>
                  <a:cubicBezTo>
                    <a:pt x="682229" y="171926"/>
                    <a:pt x="683313" y="171842"/>
                    <a:pt x="684146" y="171342"/>
                  </a:cubicBezTo>
                  <a:cubicBezTo>
                    <a:pt x="687479" y="173092"/>
                    <a:pt x="690729" y="174925"/>
                    <a:pt x="693812" y="177008"/>
                  </a:cubicBezTo>
                  <a:cubicBezTo>
                    <a:pt x="697478" y="179425"/>
                    <a:pt x="701228" y="181925"/>
                    <a:pt x="704977" y="184508"/>
                  </a:cubicBezTo>
                  <a:cubicBezTo>
                    <a:pt x="698645" y="185341"/>
                    <a:pt x="692312" y="186841"/>
                    <a:pt x="685896" y="188257"/>
                  </a:cubicBezTo>
                  <a:cubicBezTo>
                    <a:pt x="671314" y="191341"/>
                    <a:pt x="656148" y="191757"/>
                    <a:pt x="641900" y="196340"/>
                  </a:cubicBezTo>
                  <a:cubicBezTo>
                    <a:pt x="639150" y="197256"/>
                    <a:pt x="640483" y="201923"/>
                    <a:pt x="643316" y="201256"/>
                  </a:cubicBezTo>
                  <a:cubicBezTo>
                    <a:pt x="658482" y="197923"/>
                    <a:pt x="674230" y="200090"/>
                    <a:pt x="689562" y="197256"/>
                  </a:cubicBezTo>
                  <a:cubicBezTo>
                    <a:pt x="698145" y="195673"/>
                    <a:pt x="709144" y="196673"/>
                    <a:pt x="717976" y="194257"/>
                  </a:cubicBezTo>
                  <a:cubicBezTo>
                    <a:pt x="721643" y="197340"/>
                    <a:pt x="725059" y="200590"/>
                    <a:pt x="728142" y="204089"/>
                  </a:cubicBezTo>
                  <a:cubicBezTo>
                    <a:pt x="731142" y="207589"/>
                    <a:pt x="733558" y="213422"/>
                    <a:pt x="736724" y="217338"/>
                  </a:cubicBezTo>
                  <a:cubicBezTo>
                    <a:pt x="733725" y="217171"/>
                    <a:pt x="730392" y="217588"/>
                    <a:pt x="729558" y="217588"/>
                  </a:cubicBezTo>
                  <a:lnTo>
                    <a:pt x="729558" y="217588"/>
                  </a:lnTo>
                  <a:close/>
                  <a:moveTo>
                    <a:pt x="294764" y="364242"/>
                  </a:moveTo>
                  <a:cubicBezTo>
                    <a:pt x="285515" y="369574"/>
                    <a:pt x="270433" y="372741"/>
                    <a:pt x="260101" y="375240"/>
                  </a:cubicBezTo>
                  <a:cubicBezTo>
                    <a:pt x="251018" y="377407"/>
                    <a:pt x="236020" y="375407"/>
                    <a:pt x="228187" y="381073"/>
                  </a:cubicBezTo>
                  <a:cubicBezTo>
                    <a:pt x="227687" y="378740"/>
                    <a:pt x="227187" y="376324"/>
                    <a:pt x="226604" y="373991"/>
                  </a:cubicBezTo>
                  <a:cubicBezTo>
                    <a:pt x="240519" y="370991"/>
                    <a:pt x="253185" y="364325"/>
                    <a:pt x="266184" y="358575"/>
                  </a:cubicBezTo>
                  <a:cubicBezTo>
                    <a:pt x="282182" y="351493"/>
                    <a:pt x="297431" y="341910"/>
                    <a:pt x="313263" y="334328"/>
                  </a:cubicBezTo>
                  <a:cubicBezTo>
                    <a:pt x="316096" y="332995"/>
                    <a:pt x="314263" y="328745"/>
                    <a:pt x="311346" y="329911"/>
                  </a:cubicBezTo>
                  <a:cubicBezTo>
                    <a:pt x="296014" y="335911"/>
                    <a:pt x="281182" y="341577"/>
                    <a:pt x="266600" y="349243"/>
                  </a:cubicBezTo>
                  <a:cubicBezTo>
                    <a:pt x="259934" y="352743"/>
                    <a:pt x="252601" y="354326"/>
                    <a:pt x="245935" y="357742"/>
                  </a:cubicBezTo>
                  <a:cubicBezTo>
                    <a:pt x="238603" y="361408"/>
                    <a:pt x="232520" y="364408"/>
                    <a:pt x="224437" y="366158"/>
                  </a:cubicBezTo>
                  <a:cubicBezTo>
                    <a:pt x="224354" y="365825"/>
                    <a:pt x="224271" y="365491"/>
                    <a:pt x="224104" y="365158"/>
                  </a:cubicBezTo>
                  <a:cubicBezTo>
                    <a:pt x="227604" y="361325"/>
                    <a:pt x="237269" y="356659"/>
                    <a:pt x="240686" y="353743"/>
                  </a:cubicBezTo>
                  <a:cubicBezTo>
                    <a:pt x="247685" y="347743"/>
                    <a:pt x="254601" y="341577"/>
                    <a:pt x="261767" y="335744"/>
                  </a:cubicBezTo>
                  <a:cubicBezTo>
                    <a:pt x="275933" y="324162"/>
                    <a:pt x="289181" y="310330"/>
                    <a:pt x="301514" y="296748"/>
                  </a:cubicBezTo>
                  <a:cubicBezTo>
                    <a:pt x="302180" y="296081"/>
                    <a:pt x="301014" y="294998"/>
                    <a:pt x="300347" y="295581"/>
                  </a:cubicBezTo>
                  <a:cubicBezTo>
                    <a:pt x="286432" y="308580"/>
                    <a:pt x="271433" y="321496"/>
                    <a:pt x="256101" y="332828"/>
                  </a:cubicBezTo>
                  <a:cubicBezTo>
                    <a:pt x="244435" y="341493"/>
                    <a:pt x="234020" y="351326"/>
                    <a:pt x="222271" y="359909"/>
                  </a:cubicBezTo>
                  <a:cubicBezTo>
                    <a:pt x="221271" y="357159"/>
                    <a:pt x="220188" y="354409"/>
                    <a:pt x="219021" y="351826"/>
                  </a:cubicBezTo>
                  <a:cubicBezTo>
                    <a:pt x="228937" y="345493"/>
                    <a:pt x="237269" y="334411"/>
                    <a:pt x="244685" y="326078"/>
                  </a:cubicBezTo>
                  <a:cubicBezTo>
                    <a:pt x="256851" y="312496"/>
                    <a:pt x="269350" y="299247"/>
                    <a:pt x="281849" y="285999"/>
                  </a:cubicBezTo>
                  <a:cubicBezTo>
                    <a:pt x="295431" y="271583"/>
                    <a:pt x="309013" y="257168"/>
                    <a:pt x="322928" y="243086"/>
                  </a:cubicBezTo>
                  <a:cubicBezTo>
                    <a:pt x="329678" y="236253"/>
                    <a:pt x="336511" y="229587"/>
                    <a:pt x="343260" y="222838"/>
                  </a:cubicBezTo>
                  <a:cubicBezTo>
                    <a:pt x="346176" y="219838"/>
                    <a:pt x="349426" y="216172"/>
                    <a:pt x="352759" y="212589"/>
                  </a:cubicBezTo>
                  <a:cubicBezTo>
                    <a:pt x="350343" y="220254"/>
                    <a:pt x="347926" y="227920"/>
                    <a:pt x="348259" y="235587"/>
                  </a:cubicBezTo>
                  <a:cubicBezTo>
                    <a:pt x="348676" y="245836"/>
                    <a:pt x="352926" y="246002"/>
                    <a:pt x="360508" y="250502"/>
                  </a:cubicBezTo>
                  <a:cubicBezTo>
                    <a:pt x="365258" y="253335"/>
                    <a:pt x="369008" y="254918"/>
                    <a:pt x="369174" y="262417"/>
                  </a:cubicBezTo>
                  <a:cubicBezTo>
                    <a:pt x="369258" y="265167"/>
                    <a:pt x="368174" y="268167"/>
                    <a:pt x="368174" y="271000"/>
                  </a:cubicBezTo>
                  <a:cubicBezTo>
                    <a:pt x="368091" y="275666"/>
                    <a:pt x="368674" y="279916"/>
                    <a:pt x="371007" y="284082"/>
                  </a:cubicBezTo>
                  <a:cubicBezTo>
                    <a:pt x="374757" y="290832"/>
                    <a:pt x="380757" y="292665"/>
                    <a:pt x="379423" y="301664"/>
                  </a:cubicBezTo>
                  <a:cubicBezTo>
                    <a:pt x="378590" y="307330"/>
                    <a:pt x="374590" y="312496"/>
                    <a:pt x="373424" y="318162"/>
                  </a:cubicBezTo>
                  <a:cubicBezTo>
                    <a:pt x="370591" y="331661"/>
                    <a:pt x="383590" y="347077"/>
                    <a:pt x="372507" y="357575"/>
                  </a:cubicBezTo>
                  <a:cubicBezTo>
                    <a:pt x="359675" y="369741"/>
                    <a:pt x="337927" y="372741"/>
                    <a:pt x="321512" y="376907"/>
                  </a:cubicBezTo>
                  <a:cubicBezTo>
                    <a:pt x="304763" y="381157"/>
                    <a:pt x="288265" y="385240"/>
                    <a:pt x="271100" y="387739"/>
                  </a:cubicBezTo>
                  <a:cubicBezTo>
                    <a:pt x="262600" y="388989"/>
                    <a:pt x="254018" y="389156"/>
                    <a:pt x="245519" y="389822"/>
                  </a:cubicBezTo>
                  <a:cubicBezTo>
                    <a:pt x="240602" y="390239"/>
                    <a:pt x="235186" y="391656"/>
                    <a:pt x="230103" y="391656"/>
                  </a:cubicBezTo>
                  <a:cubicBezTo>
                    <a:pt x="229853" y="390073"/>
                    <a:pt x="229520" y="388573"/>
                    <a:pt x="229270" y="386990"/>
                  </a:cubicBezTo>
                  <a:cubicBezTo>
                    <a:pt x="240186" y="387573"/>
                    <a:pt x="252518" y="385073"/>
                    <a:pt x="262684" y="381573"/>
                  </a:cubicBezTo>
                  <a:cubicBezTo>
                    <a:pt x="273516" y="377907"/>
                    <a:pt x="286515" y="372991"/>
                    <a:pt x="295264" y="365408"/>
                  </a:cubicBezTo>
                  <a:cubicBezTo>
                    <a:pt x="295847" y="364825"/>
                    <a:pt x="295431" y="363908"/>
                    <a:pt x="294764" y="364242"/>
                  </a:cubicBezTo>
                  <a:lnTo>
                    <a:pt x="294764" y="364242"/>
                  </a:lnTo>
                  <a:close/>
                </a:path>
              </a:pathLst>
            </a:custGeom>
            <a:grpFill/>
            <a:ln w="8332" cap="flat">
              <a:noFill/>
              <a:prstDash val="solid"/>
              <a:miter/>
            </a:ln>
          </p:spPr>
          <p:txBody>
            <a:bodyPr rtlCol="0" anchor="ctr"/>
            <a:lstStyle/>
            <a:p>
              <a:endParaRPr lang="en-US"/>
            </a:p>
          </p:txBody>
        </p:sp>
        <p:sp>
          <p:nvSpPr>
            <p:cNvPr id="2387" name="Freeform: Shape 2386"/>
            <p:cNvSpPr/>
            <p:nvPr/>
          </p:nvSpPr>
          <p:spPr>
            <a:xfrm>
              <a:off x="386916" y="6590997"/>
              <a:ext cx="30452" cy="33887"/>
            </a:xfrm>
            <a:custGeom>
              <a:avLst/>
              <a:gdLst>
                <a:gd name="connsiteX0" fmla="*/ 24818 w 30452"/>
                <a:gd name="connsiteY0" fmla="*/ 3168 h 33887"/>
                <a:gd name="connsiteX1" fmla="*/ 1070 w 30452"/>
                <a:gd name="connsiteY1" fmla="*/ 11834 h 33887"/>
                <a:gd name="connsiteX2" fmla="*/ 2736 w 30452"/>
                <a:gd name="connsiteY2" fmla="*/ 26916 h 33887"/>
                <a:gd name="connsiteX3" fmla="*/ 3486 w 30452"/>
                <a:gd name="connsiteY3" fmla="*/ 27749 h 33887"/>
                <a:gd name="connsiteX4" fmla="*/ 16818 w 30452"/>
                <a:gd name="connsiteY4" fmla="*/ 33749 h 33887"/>
                <a:gd name="connsiteX5" fmla="*/ 24818 w 30452"/>
                <a:gd name="connsiteY5" fmla="*/ 3168 h 33887"/>
                <a:gd name="connsiteX6" fmla="*/ 24818 w 30452"/>
                <a:gd name="connsiteY6" fmla="*/ 3168 h 33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452" h="33887">
                  <a:moveTo>
                    <a:pt x="24818" y="3168"/>
                  </a:moveTo>
                  <a:cubicBezTo>
                    <a:pt x="16068" y="-4081"/>
                    <a:pt x="4403" y="2085"/>
                    <a:pt x="1070" y="11834"/>
                  </a:cubicBezTo>
                  <a:cubicBezTo>
                    <a:pt x="-597" y="16834"/>
                    <a:pt x="-513" y="22583"/>
                    <a:pt x="2736" y="26916"/>
                  </a:cubicBezTo>
                  <a:cubicBezTo>
                    <a:pt x="2986" y="27249"/>
                    <a:pt x="3236" y="27416"/>
                    <a:pt x="3486" y="27749"/>
                  </a:cubicBezTo>
                  <a:cubicBezTo>
                    <a:pt x="6236" y="32166"/>
                    <a:pt x="11652" y="34499"/>
                    <a:pt x="16818" y="33749"/>
                  </a:cubicBezTo>
                  <a:cubicBezTo>
                    <a:pt x="30567" y="31749"/>
                    <a:pt x="35150" y="11668"/>
                    <a:pt x="24818" y="3168"/>
                  </a:cubicBezTo>
                  <a:lnTo>
                    <a:pt x="24818" y="3168"/>
                  </a:lnTo>
                  <a:close/>
                </a:path>
              </a:pathLst>
            </a:custGeom>
            <a:grpFill/>
            <a:ln w="8332" cap="flat">
              <a:noFill/>
              <a:prstDash val="solid"/>
              <a:miter/>
            </a:ln>
          </p:spPr>
          <p:txBody>
            <a:bodyPr rtlCol="0" anchor="ctr"/>
            <a:lstStyle/>
            <a:p>
              <a:endParaRPr lang="en-US"/>
            </a:p>
          </p:txBody>
        </p:sp>
        <p:sp>
          <p:nvSpPr>
            <p:cNvPr id="2388" name="Freeform: Shape 2387"/>
            <p:cNvSpPr/>
            <p:nvPr/>
          </p:nvSpPr>
          <p:spPr>
            <a:xfrm>
              <a:off x="317974" y="5523332"/>
              <a:ext cx="388971" cy="752509"/>
            </a:xfrm>
            <a:custGeom>
              <a:avLst/>
              <a:gdLst>
                <a:gd name="connsiteX0" fmla="*/ 226665 w 388971"/>
                <a:gd name="connsiteY0" fmla="*/ 677119 h 752509"/>
                <a:gd name="connsiteX1" fmla="*/ 211833 w 388971"/>
                <a:gd name="connsiteY1" fmla="*/ 657038 h 752509"/>
                <a:gd name="connsiteX2" fmla="*/ 207333 w 388971"/>
                <a:gd name="connsiteY2" fmla="*/ 633040 h 752509"/>
                <a:gd name="connsiteX3" fmla="*/ 212999 w 388971"/>
                <a:gd name="connsiteY3" fmla="*/ 568879 h 752509"/>
                <a:gd name="connsiteX4" fmla="*/ 246580 w 388971"/>
                <a:gd name="connsiteY4" fmla="*/ 440807 h 752509"/>
                <a:gd name="connsiteX5" fmla="*/ 247163 w 388971"/>
                <a:gd name="connsiteY5" fmla="*/ 440724 h 752509"/>
                <a:gd name="connsiteX6" fmla="*/ 251079 w 388971"/>
                <a:gd name="connsiteY6" fmla="*/ 440141 h 752509"/>
                <a:gd name="connsiteX7" fmla="*/ 251329 w 388971"/>
                <a:gd name="connsiteY7" fmla="*/ 440057 h 752509"/>
                <a:gd name="connsiteX8" fmla="*/ 260745 w 388971"/>
                <a:gd name="connsiteY8" fmla="*/ 437308 h 752509"/>
                <a:gd name="connsiteX9" fmla="*/ 263411 w 388971"/>
                <a:gd name="connsiteY9" fmla="*/ 435225 h 752509"/>
                <a:gd name="connsiteX10" fmla="*/ 303074 w 388971"/>
                <a:gd name="connsiteY10" fmla="*/ 412643 h 752509"/>
                <a:gd name="connsiteX11" fmla="*/ 316656 w 388971"/>
                <a:gd name="connsiteY11" fmla="*/ 362564 h 752509"/>
                <a:gd name="connsiteX12" fmla="*/ 355153 w 388971"/>
                <a:gd name="connsiteY12" fmla="*/ 309402 h 752509"/>
                <a:gd name="connsiteX13" fmla="*/ 356653 w 388971"/>
                <a:gd name="connsiteY13" fmla="*/ 283155 h 752509"/>
                <a:gd name="connsiteX14" fmla="*/ 354903 w 388971"/>
                <a:gd name="connsiteY14" fmla="*/ 265740 h 752509"/>
                <a:gd name="connsiteX15" fmla="*/ 367235 w 388971"/>
                <a:gd name="connsiteY15" fmla="*/ 247242 h 752509"/>
                <a:gd name="connsiteX16" fmla="*/ 388900 w 388971"/>
                <a:gd name="connsiteY16" fmla="*/ 199579 h 752509"/>
                <a:gd name="connsiteX17" fmla="*/ 366402 w 388971"/>
                <a:gd name="connsiteY17" fmla="*/ 143584 h 752509"/>
                <a:gd name="connsiteX18" fmla="*/ 361486 w 388971"/>
                <a:gd name="connsiteY18" fmla="*/ 84090 h 752509"/>
                <a:gd name="connsiteX19" fmla="*/ 324239 w 388971"/>
                <a:gd name="connsiteY19" fmla="*/ 53759 h 752509"/>
                <a:gd name="connsiteX20" fmla="*/ 289409 w 388971"/>
                <a:gd name="connsiteY20" fmla="*/ 37427 h 752509"/>
                <a:gd name="connsiteX21" fmla="*/ 273577 w 388971"/>
                <a:gd name="connsiteY21" fmla="*/ 17512 h 752509"/>
                <a:gd name="connsiteX22" fmla="*/ 220998 w 388971"/>
                <a:gd name="connsiteY22" fmla="*/ 97 h 752509"/>
                <a:gd name="connsiteX23" fmla="*/ 162420 w 388971"/>
                <a:gd name="connsiteY23" fmla="*/ 12096 h 752509"/>
                <a:gd name="connsiteX24" fmla="*/ 106509 w 388971"/>
                <a:gd name="connsiteY24" fmla="*/ 23012 h 752509"/>
                <a:gd name="connsiteX25" fmla="*/ 65512 w 388971"/>
                <a:gd name="connsiteY25" fmla="*/ 60425 h 752509"/>
                <a:gd name="connsiteX26" fmla="*/ 23766 w 388971"/>
                <a:gd name="connsiteY26" fmla="*/ 88839 h 752509"/>
                <a:gd name="connsiteX27" fmla="*/ 9768 w 388971"/>
                <a:gd name="connsiteY27" fmla="*/ 137585 h 752509"/>
                <a:gd name="connsiteX28" fmla="*/ 11267 w 388971"/>
                <a:gd name="connsiteY28" fmla="*/ 152083 h 752509"/>
                <a:gd name="connsiteX29" fmla="*/ 5685 w 388971"/>
                <a:gd name="connsiteY29" fmla="*/ 169748 h 752509"/>
                <a:gd name="connsiteX30" fmla="*/ 18 w 388971"/>
                <a:gd name="connsiteY30" fmla="*/ 195163 h 752509"/>
                <a:gd name="connsiteX31" fmla="*/ 21933 w 388971"/>
                <a:gd name="connsiteY31" fmla="*/ 249658 h 752509"/>
                <a:gd name="connsiteX32" fmla="*/ 28516 w 388971"/>
                <a:gd name="connsiteY32" fmla="*/ 284571 h 752509"/>
                <a:gd name="connsiteX33" fmla="*/ 23849 w 388971"/>
                <a:gd name="connsiteY33" fmla="*/ 312319 h 752509"/>
                <a:gd name="connsiteX34" fmla="*/ 99593 w 388971"/>
                <a:gd name="connsiteY34" fmla="*/ 408977 h 752509"/>
                <a:gd name="connsiteX35" fmla="*/ 113008 w 388971"/>
                <a:gd name="connsiteY35" fmla="*/ 433391 h 752509"/>
                <a:gd name="connsiteX36" fmla="*/ 132256 w 388971"/>
                <a:gd name="connsiteY36" fmla="*/ 470222 h 752509"/>
                <a:gd name="connsiteX37" fmla="*/ 134423 w 388971"/>
                <a:gd name="connsiteY37" fmla="*/ 472138 h 752509"/>
                <a:gd name="connsiteX38" fmla="*/ 141172 w 388971"/>
                <a:gd name="connsiteY38" fmla="*/ 556380 h 752509"/>
                <a:gd name="connsiteX39" fmla="*/ 142755 w 388971"/>
                <a:gd name="connsiteY39" fmla="*/ 612209 h 752509"/>
                <a:gd name="connsiteX40" fmla="*/ 112508 w 388971"/>
                <a:gd name="connsiteY40" fmla="*/ 655205 h 752509"/>
                <a:gd name="connsiteX41" fmla="*/ 96260 w 388971"/>
                <a:gd name="connsiteY41" fmla="*/ 730031 h 752509"/>
                <a:gd name="connsiteX42" fmla="*/ 137923 w 388971"/>
                <a:gd name="connsiteY42" fmla="*/ 732448 h 752509"/>
                <a:gd name="connsiteX43" fmla="*/ 161254 w 388971"/>
                <a:gd name="connsiteY43" fmla="*/ 717533 h 752509"/>
                <a:gd name="connsiteX44" fmla="*/ 212999 w 388971"/>
                <a:gd name="connsiteY44" fmla="*/ 750696 h 752509"/>
                <a:gd name="connsiteX45" fmla="*/ 226665 w 388971"/>
                <a:gd name="connsiteY45" fmla="*/ 677119 h 752509"/>
                <a:gd name="connsiteX46" fmla="*/ 226665 w 388971"/>
                <a:gd name="connsiteY46" fmla="*/ 677119 h 752509"/>
                <a:gd name="connsiteX47" fmla="*/ 118258 w 388971"/>
                <a:gd name="connsiteY47" fmla="*/ 419809 h 752509"/>
                <a:gd name="connsiteX48" fmla="*/ 105009 w 388971"/>
                <a:gd name="connsiteY48" fmla="*/ 404644 h 752509"/>
                <a:gd name="connsiteX49" fmla="*/ 105009 w 388971"/>
                <a:gd name="connsiteY49" fmla="*/ 404644 h 752509"/>
                <a:gd name="connsiteX50" fmla="*/ 40765 w 388971"/>
                <a:gd name="connsiteY50" fmla="*/ 314152 h 752509"/>
                <a:gd name="connsiteX51" fmla="*/ 50430 w 388971"/>
                <a:gd name="connsiteY51" fmla="*/ 268157 h 752509"/>
                <a:gd name="connsiteX52" fmla="*/ 31932 w 388971"/>
                <a:gd name="connsiteY52" fmla="*/ 230743 h 752509"/>
                <a:gd name="connsiteX53" fmla="*/ 20766 w 388971"/>
                <a:gd name="connsiteY53" fmla="*/ 178581 h 752509"/>
                <a:gd name="connsiteX54" fmla="*/ 28349 w 388971"/>
                <a:gd name="connsiteY54" fmla="*/ 157500 h 752509"/>
                <a:gd name="connsiteX55" fmla="*/ 26349 w 388971"/>
                <a:gd name="connsiteY55" fmla="*/ 130835 h 752509"/>
                <a:gd name="connsiteX56" fmla="*/ 50597 w 388971"/>
                <a:gd name="connsiteY56" fmla="*/ 83090 h 752509"/>
                <a:gd name="connsiteX57" fmla="*/ 89260 w 388971"/>
                <a:gd name="connsiteY57" fmla="*/ 58759 h 752509"/>
                <a:gd name="connsiteX58" fmla="*/ 136173 w 388971"/>
                <a:gd name="connsiteY58" fmla="*/ 29928 h 752509"/>
                <a:gd name="connsiteX59" fmla="*/ 185418 w 388971"/>
                <a:gd name="connsiteY59" fmla="*/ 21012 h 752509"/>
                <a:gd name="connsiteX60" fmla="*/ 238830 w 388971"/>
                <a:gd name="connsiteY60" fmla="*/ 17845 h 752509"/>
                <a:gd name="connsiteX61" fmla="*/ 266494 w 388971"/>
                <a:gd name="connsiteY61" fmla="*/ 30844 h 752509"/>
                <a:gd name="connsiteX62" fmla="*/ 282493 w 388971"/>
                <a:gd name="connsiteY62" fmla="*/ 53759 h 752509"/>
                <a:gd name="connsiteX63" fmla="*/ 302158 w 388971"/>
                <a:gd name="connsiteY63" fmla="*/ 61175 h 752509"/>
                <a:gd name="connsiteX64" fmla="*/ 332072 w 388971"/>
                <a:gd name="connsiteY64" fmla="*/ 75757 h 752509"/>
                <a:gd name="connsiteX65" fmla="*/ 347987 w 388971"/>
                <a:gd name="connsiteY65" fmla="*/ 94922 h 752509"/>
                <a:gd name="connsiteX66" fmla="*/ 345654 w 388971"/>
                <a:gd name="connsiteY66" fmla="*/ 128336 h 752509"/>
                <a:gd name="connsiteX67" fmla="*/ 361902 w 388971"/>
                <a:gd name="connsiteY67" fmla="*/ 170249 h 752509"/>
                <a:gd name="connsiteX68" fmla="*/ 358486 w 388971"/>
                <a:gd name="connsiteY68" fmla="*/ 230159 h 752509"/>
                <a:gd name="connsiteX69" fmla="*/ 337655 w 388971"/>
                <a:gd name="connsiteY69" fmla="*/ 275239 h 752509"/>
                <a:gd name="connsiteX70" fmla="*/ 333238 w 388971"/>
                <a:gd name="connsiteY70" fmla="*/ 314652 h 752509"/>
                <a:gd name="connsiteX71" fmla="*/ 312657 w 388971"/>
                <a:gd name="connsiteY71" fmla="*/ 337733 h 752509"/>
                <a:gd name="connsiteX72" fmla="*/ 296575 w 388971"/>
                <a:gd name="connsiteY72" fmla="*/ 382979 h 752509"/>
                <a:gd name="connsiteX73" fmla="*/ 277743 w 388971"/>
                <a:gd name="connsiteY73" fmla="*/ 409560 h 752509"/>
                <a:gd name="connsiteX74" fmla="*/ 245330 w 388971"/>
                <a:gd name="connsiteY74" fmla="*/ 425975 h 752509"/>
                <a:gd name="connsiteX75" fmla="*/ 244830 w 388971"/>
                <a:gd name="connsiteY75" fmla="*/ 426309 h 752509"/>
                <a:gd name="connsiteX76" fmla="*/ 218915 w 388971"/>
                <a:gd name="connsiteY76" fmla="*/ 431725 h 752509"/>
                <a:gd name="connsiteX77" fmla="*/ 200084 w 388971"/>
                <a:gd name="connsiteY77" fmla="*/ 443890 h 752509"/>
                <a:gd name="connsiteX78" fmla="*/ 160670 w 388971"/>
                <a:gd name="connsiteY78" fmla="*/ 419476 h 752509"/>
                <a:gd name="connsiteX79" fmla="*/ 137839 w 388971"/>
                <a:gd name="connsiteY79" fmla="*/ 449390 h 752509"/>
                <a:gd name="connsiteX80" fmla="*/ 133340 w 388971"/>
                <a:gd name="connsiteY80" fmla="*/ 439891 h 752509"/>
                <a:gd name="connsiteX81" fmla="*/ 118258 w 388971"/>
                <a:gd name="connsiteY81" fmla="*/ 419809 h 752509"/>
                <a:gd name="connsiteX82" fmla="*/ 118258 w 388971"/>
                <a:gd name="connsiteY82" fmla="*/ 419809 h 752509"/>
                <a:gd name="connsiteX83" fmla="*/ 213249 w 388971"/>
                <a:gd name="connsiteY83" fmla="*/ 730948 h 752509"/>
                <a:gd name="connsiteX84" fmla="*/ 188835 w 388971"/>
                <a:gd name="connsiteY84" fmla="*/ 731198 h 752509"/>
                <a:gd name="connsiteX85" fmla="*/ 172753 w 388971"/>
                <a:gd name="connsiteY85" fmla="*/ 699868 h 752509"/>
                <a:gd name="connsiteX86" fmla="*/ 159837 w 388971"/>
                <a:gd name="connsiteY86" fmla="*/ 696451 h 752509"/>
                <a:gd name="connsiteX87" fmla="*/ 138256 w 388971"/>
                <a:gd name="connsiteY87" fmla="*/ 716116 h 752509"/>
                <a:gd name="connsiteX88" fmla="*/ 108259 w 388971"/>
                <a:gd name="connsiteY88" fmla="*/ 718033 h 752509"/>
                <a:gd name="connsiteX89" fmla="*/ 119424 w 388971"/>
                <a:gd name="connsiteY89" fmla="*/ 672120 h 752509"/>
                <a:gd name="connsiteX90" fmla="*/ 158087 w 388971"/>
                <a:gd name="connsiteY90" fmla="*/ 613959 h 752509"/>
                <a:gd name="connsiteX91" fmla="*/ 152421 w 388971"/>
                <a:gd name="connsiteY91" fmla="*/ 528883 h 752509"/>
                <a:gd name="connsiteX92" fmla="*/ 144672 w 388971"/>
                <a:gd name="connsiteY92" fmla="*/ 485386 h 752509"/>
                <a:gd name="connsiteX93" fmla="*/ 142922 w 388971"/>
                <a:gd name="connsiteY93" fmla="*/ 470555 h 752509"/>
                <a:gd name="connsiteX94" fmla="*/ 143422 w 388971"/>
                <a:gd name="connsiteY94" fmla="*/ 470055 h 752509"/>
                <a:gd name="connsiteX95" fmla="*/ 160421 w 388971"/>
                <a:gd name="connsiteY95" fmla="*/ 435641 h 752509"/>
                <a:gd name="connsiteX96" fmla="*/ 178502 w 388971"/>
                <a:gd name="connsiteY96" fmla="*/ 439724 h 752509"/>
                <a:gd name="connsiteX97" fmla="*/ 184585 w 388971"/>
                <a:gd name="connsiteY97" fmla="*/ 447057 h 752509"/>
                <a:gd name="connsiteX98" fmla="*/ 194834 w 388971"/>
                <a:gd name="connsiteY98" fmla="*/ 458223 h 752509"/>
                <a:gd name="connsiteX99" fmla="*/ 202083 w 388971"/>
                <a:gd name="connsiteY99" fmla="*/ 459223 h 752509"/>
                <a:gd name="connsiteX100" fmla="*/ 224332 w 388971"/>
                <a:gd name="connsiteY100" fmla="*/ 445140 h 752509"/>
                <a:gd name="connsiteX101" fmla="*/ 227665 w 388971"/>
                <a:gd name="connsiteY101" fmla="*/ 443974 h 752509"/>
                <a:gd name="connsiteX102" fmla="*/ 202833 w 388971"/>
                <a:gd name="connsiteY102" fmla="*/ 515217 h 752509"/>
                <a:gd name="connsiteX103" fmla="*/ 197417 w 388971"/>
                <a:gd name="connsiteY103" fmla="*/ 561797 h 752509"/>
                <a:gd name="connsiteX104" fmla="*/ 194084 w 388971"/>
                <a:gd name="connsiteY104" fmla="*/ 616875 h 752509"/>
                <a:gd name="connsiteX105" fmla="*/ 189918 w 388971"/>
                <a:gd name="connsiteY105" fmla="*/ 654788 h 752509"/>
                <a:gd name="connsiteX106" fmla="*/ 212499 w 388971"/>
                <a:gd name="connsiteY106" fmla="*/ 682536 h 752509"/>
                <a:gd name="connsiteX107" fmla="*/ 213249 w 388971"/>
                <a:gd name="connsiteY107" fmla="*/ 730948 h 752509"/>
                <a:gd name="connsiteX108" fmla="*/ 213249 w 388971"/>
                <a:gd name="connsiteY108" fmla="*/ 730948 h 752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388971" h="752509">
                  <a:moveTo>
                    <a:pt x="226665" y="677119"/>
                  </a:moveTo>
                  <a:cubicBezTo>
                    <a:pt x="222415" y="669870"/>
                    <a:pt x="217166" y="663454"/>
                    <a:pt x="211833" y="657038"/>
                  </a:cubicBezTo>
                  <a:cubicBezTo>
                    <a:pt x="204917" y="648705"/>
                    <a:pt x="205333" y="643372"/>
                    <a:pt x="207333" y="633040"/>
                  </a:cubicBezTo>
                  <a:cubicBezTo>
                    <a:pt x="211583" y="611375"/>
                    <a:pt x="211166" y="590627"/>
                    <a:pt x="212999" y="568879"/>
                  </a:cubicBezTo>
                  <a:cubicBezTo>
                    <a:pt x="216499" y="527466"/>
                    <a:pt x="218332" y="473971"/>
                    <a:pt x="246580" y="440807"/>
                  </a:cubicBezTo>
                  <a:cubicBezTo>
                    <a:pt x="246746" y="440807"/>
                    <a:pt x="246996" y="440724"/>
                    <a:pt x="247163" y="440724"/>
                  </a:cubicBezTo>
                  <a:cubicBezTo>
                    <a:pt x="248329" y="440891"/>
                    <a:pt x="249663" y="440724"/>
                    <a:pt x="251079" y="440141"/>
                  </a:cubicBezTo>
                  <a:cubicBezTo>
                    <a:pt x="251162" y="440141"/>
                    <a:pt x="251246" y="440057"/>
                    <a:pt x="251329" y="440057"/>
                  </a:cubicBezTo>
                  <a:cubicBezTo>
                    <a:pt x="254495" y="439474"/>
                    <a:pt x="257662" y="438641"/>
                    <a:pt x="260745" y="437308"/>
                  </a:cubicBezTo>
                  <a:cubicBezTo>
                    <a:pt x="261911" y="436808"/>
                    <a:pt x="262828" y="436058"/>
                    <a:pt x="263411" y="435225"/>
                  </a:cubicBezTo>
                  <a:cubicBezTo>
                    <a:pt x="277660" y="429559"/>
                    <a:pt x="292909" y="422976"/>
                    <a:pt x="303074" y="412643"/>
                  </a:cubicBezTo>
                  <a:cubicBezTo>
                    <a:pt x="316990" y="398645"/>
                    <a:pt x="309574" y="379063"/>
                    <a:pt x="316656" y="362564"/>
                  </a:cubicBezTo>
                  <a:cubicBezTo>
                    <a:pt x="325489" y="341983"/>
                    <a:pt x="348570" y="331900"/>
                    <a:pt x="355153" y="309402"/>
                  </a:cubicBezTo>
                  <a:cubicBezTo>
                    <a:pt x="357653" y="301070"/>
                    <a:pt x="357403" y="291737"/>
                    <a:pt x="356653" y="283155"/>
                  </a:cubicBezTo>
                  <a:cubicBezTo>
                    <a:pt x="356153" y="277655"/>
                    <a:pt x="353987" y="271240"/>
                    <a:pt x="354903" y="265740"/>
                  </a:cubicBezTo>
                  <a:cubicBezTo>
                    <a:pt x="356153" y="258324"/>
                    <a:pt x="362569" y="252658"/>
                    <a:pt x="367235" y="247242"/>
                  </a:cubicBezTo>
                  <a:cubicBezTo>
                    <a:pt x="378568" y="234076"/>
                    <a:pt x="389983" y="217827"/>
                    <a:pt x="388900" y="199579"/>
                  </a:cubicBezTo>
                  <a:cubicBezTo>
                    <a:pt x="387733" y="178664"/>
                    <a:pt x="375068" y="161833"/>
                    <a:pt x="366402" y="143584"/>
                  </a:cubicBezTo>
                  <a:cubicBezTo>
                    <a:pt x="357486" y="124669"/>
                    <a:pt x="370485" y="103671"/>
                    <a:pt x="361486" y="84090"/>
                  </a:cubicBezTo>
                  <a:cubicBezTo>
                    <a:pt x="354570" y="69091"/>
                    <a:pt x="338488" y="60508"/>
                    <a:pt x="324239" y="53759"/>
                  </a:cubicBezTo>
                  <a:cubicBezTo>
                    <a:pt x="313240" y="48593"/>
                    <a:pt x="297742" y="47093"/>
                    <a:pt x="289409" y="37427"/>
                  </a:cubicBezTo>
                  <a:cubicBezTo>
                    <a:pt x="283743" y="30678"/>
                    <a:pt x="280993" y="23178"/>
                    <a:pt x="273577" y="17512"/>
                  </a:cubicBezTo>
                  <a:cubicBezTo>
                    <a:pt x="258912" y="6180"/>
                    <a:pt x="239247" y="1013"/>
                    <a:pt x="220998" y="97"/>
                  </a:cubicBezTo>
                  <a:cubicBezTo>
                    <a:pt x="200334" y="-986"/>
                    <a:pt x="182085" y="7263"/>
                    <a:pt x="162420" y="12096"/>
                  </a:cubicBezTo>
                  <a:cubicBezTo>
                    <a:pt x="143672" y="16679"/>
                    <a:pt x="123924" y="13512"/>
                    <a:pt x="106509" y="23012"/>
                  </a:cubicBezTo>
                  <a:cubicBezTo>
                    <a:pt x="89594" y="32261"/>
                    <a:pt x="82594" y="52676"/>
                    <a:pt x="65512" y="60425"/>
                  </a:cubicBezTo>
                  <a:cubicBezTo>
                    <a:pt x="49264" y="67841"/>
                    <a:pt x="34015" y="72924"/>
                    <a:pt x="23766" y="88839"/>
                  </a:cubicBezTo>
                  <a:cubicBezTo>
                    <a:pt x="15600" y="101421"/>
                    <a:pt x="8684" y="122253"/>
                    <a:pt x="9768" y="137585"/>
                  </a:cubicBezTo>
                  <a:cubicBezTo>
                    <a:pt x="10101" y="142418"/>
                    <a:pt x="11517" y="147167"/>
                    <a:pt x="11267" y="152083"/>
                  </a:cubicBezTo>
                  <a:cubicBezTo>
                    <a:pt x="10934" y="158499"/>
                    <a:pt x="8268" y="163916"/>
                    <a:pt x="5685" y="169748"/>
                  </a:cubicBezTo>
                  <a:cubicBezTo>
                    <a:pt x="2101" y="178081"/>
                    <a:pt x="-232" y="185997"/>
                    <a:pt x="18" y="195163"/>
                  </a:cubicBezTo>
                  <a:cubicBezTo>
                    <a:pt x="602" y="215495"/>
                    <a:pt x="11767" y="232743"/>
                    <a:pt x="21933" y="249658"/>
                  </a:cubicBezTo>
                  <a:cubicBezTo>
                    <a:pt x="29932" y="262990"/>
                    <a:pt x="32765" y="269156"/>
                    <a:pt x="28516" y="284571"/>
                  </a:cubicBezTo>
                  <a:cubicBezTo>
                    <a:pt x="25933" y="293737"/>
                    <a:pt x="23433" y="302653"/>
                    <a:pt x="23849" y="312319"/>
                  </a:cubicBezTo>
                  <a:cubicBezTo>
                    <a:pt x="25683" y="357732"/>
                    <a:pt x="65346" y="386146"/>
                    <a:pt x="99593" y="408977"/>
                  </a:cubicBezTo>
                  <a:cubicBezTo>
                    <a:pt x="104176" y="416976"/>
                    <a:pt x="107592" y="425475"/>
                    <a:pt x="113008" y="433391"/>
                  </a:cubicBezTo>
                  <a:cubicBezTo>
                    <a:pt x="121007" y="445140"/>
                    <a:pt x="124924" y="458306"/>
                    <a:pt x="132256" y="470222"/>
                  </a:cubicBezTo>
                  <a:cubicBezTo>
                    <a:pt x="132756" y="471055"/>
                    <a:pt x="133506" y="471721"/>
                    <a:pt x="134423" y="472138"/>
                  </a:cubicBezTo>
                  <a:cubicBezTo>
                    <a:pt x="138089" y="499968"/>
                    <a:pt x="141172" y="528633"/>
                    <a:pt x="141172" y="556380"/>
                  </a:cubicBezTo>
                  <a:cubicBezTo>
                    <a:pt x="141172" y="574962"/>
                    <a:pt x="142839" y="593627"/>
                    <a:pt x="142755" y="612209"/>
                  </a:cubicBezTo>
                  <a:cubicBezTo>
                    <a:pt x="142672" y="631290"/>
                    <a:pt x="124424" y="641956"/>
                    <a:pt x="112508" y="655205"/>
                  </a:cubicBezTo>
                  <a:cubicBezTo>
                    <a:pt x="97260" y="672370"/>
                    <a:pt x="67762" y="711033"/>
                    <a:pt x="96260" y="730031"/>
                  </a:cubicBezTo>
                  <a:cubicBezTo>
                    <a:pt x="107925" y="737781"/>
                    <a:pt x="125090" y="735947"/>
                    <a:pt x="137923" y="732448"/>
                  </a:cubicBezTo>
                  <a:cubicBezTo>
                    <a:pt x="146838" y="730031"/>
                    <a:pt x="154838" y="724448"/>
                    <a:pt x="161254" y="717533"/>
                  </a:cubicBezTo>
                  <a:cubicBezTo>
                    <a:pt x="167670" y="739780"/>
                    <a:pt x="188001" y="758529"/>
                    <a:pt x="212999" y="750696"/>
                  </a:cubicBezTo>
                  <a:cubicBezTo>
                    <a:pt x="242996" y="741113"/>
                    <a:pt x="238830" y="698034"/>
                    <a:pt x="226665" y="677119"/>
                  </a:cubicBezTo>
                  <a:lnTo>
                    <a:pt x="226665" y="677119"/>
                  </a:lnTo>
                  <a:close/>
                  <a:moveTo>
                    <a:pt x="118258" y="419809"/>
                  </a:moveTo>
                  <a:cubicBezTo>
                    <a:pt x="114175" y="414477"/>
                    <a:pt x="110758" y="407727"/>
                    <a:pt x="105009" y="404644"/>
                  </a:cubicBezTo>
                  <a:lnTo>
                    <a:pt x="105009" y="404644"/>
                  </a:lnTo>
                  <a:cubicBezTo>
                    <a:pt x="77595" y="384646"/>
                    <a:pt x="42348" y="350399"/>
                    <a:pt x="40765" y="314152"/>
                  </a:cubicBezTo>
                  <a:cubicBezTo>
                    <a:pt x="40098" y="298154"/>
                    <a:pt x="51680" y="284072"/>
                    <a:pt x="50430" y="268157"/>
                  </a:cubicBezTo>
                  <a:cubicBezTo>
                    <a:pt x="49347" y="254491"/>
                    <a:pt x="38598" y="242158"/>
                    <a:pt x="31932" y="230743"/>
                  </a:cubicBezTo>
                  <a:cubicBezTo>
                    <a:pt x="22016" y="213911"/>
                    <a:pt x="13684" y="198246"/>
                    <a:pt x="20766" y="178581"/>
                  </a:cubicBezTo>
                  <a:cubicBezTo>
                    <a:pt x="23266" y="171582"/>
                    <a:pt x="27349" y="165082"/>
                    <a:pt x="28349" y="157500"/>
                  </a:cubicBezTo>
                  <a:cubicBezTo>
                    <a:pt x="29516" y="148417"/>
                    <a:pt x="25766" y="139835"/>
                    <a:pt x="26349" y="130835"/>
                  </a:cubicBezTo>
                  <a:cubicBezTo>
                    <a:pt x="27599" y="113254"/>
                    <a:pt x="36098" y="93255"/>
                    <a:pt x="50597" y="83090"/>
                  </a:cubicBezTo>
                  <a:cubicBezTo>
                    <a:pt x="64096" y="73590"/>
                    <a:pt x="78678" y="72341"/>
                    <a:pt x="89260" y="58759"/>
                  </a:cubicBezTo>
                  <a:cubicBezTo>
                    <a:pt x="102176" y="42176"/>
                    <a:pt x="113841" y="30428"/>
                    <a:pt x="136173" y="29928"/>
                  </a:cubicBezTo>
                  <a:cubicBezTo>
                    <a:pt x="153254" y="29595"/>
                    <a:pt x="169086" y="25761"/>
                    <a:pt x="185418" y="21012"/>
                  </a:cubicBezTo>
                  <a:cubicBezTo>
                    <a:pt x="203417" y="15762"/>
                    <a:pt x="220332" y="13346"/>
                    <a:pt x="238830" y="17845"/>
                  </a:cubicBezTo>
                  <a:cubicBezTo>
                    <a:pt x="248496" y="20262"/>
                    <a:pt x="258828" y="24262"/>
                    <a:pt x="266494" y="30844"/>
                  </a:cubicBezTo>
                  <a:cubicBezTo>
                    <a:pt x="273994" y="37344"/>
                    <a:pt x="275327" y="47426"/>
                    <a:pt x="282493" y="53759"/>
                  </a:cubicBezTo>
                  <a:cubicBezTo>
                    <a:pt x="287909" y="58508"/>
                    <a:pt x="295658" y="59092"/>
                    <a:pt x="302158" y="61175"/>
                  </a:cubicBezTo>
                  <a:cubicBezTo>
                    <a:pt x="312657" y="64508"/>
                    <a:pt x="322906" y="69674"/>
                    <a:pt x="332072" y="75757"/>
                  </a:cubicBezTo>
                  <a:cubicBezTo>
                    <a:pt x="339488" y="80673"/>
                    <a:pt x="345654" y="86006"/>
                    <a:pt x="347987" y="94922"/>
                  </a:cubicBezTo>
                  <a:cubicBezTo>
                    <a:pt x="350820" y="106088"/>
                    <a:pt x="345987" y="117170"/>
                    <a:pt x="345654" y="128336"/>
                  </a:cubicBezTo>
                  <a:cubicBezTo>
                    <a:pt x="345154" y="144001"/>
                    <a:pt x="354903" y="157000"/>
                    <a:pt x="361902" y="170249"/>
                  </a:cubicBezTo>
                  <a:cubicBezTo>
                    <a:pt x="373651" y="192580"/>
                    <a:pt x="374818" y="210162"/>
                    <a:pt x="358486" y="230159"/>
                  </a:cubicBezTo>
                  <a:cubicBezTo>
                    <a:pt x="346487" y="244908"/>
                    <a:pt x="335321" y="254991"/>
                    <a:pt x="337655" y="275239"/>
                  </a:cubicBezTo>
                  <a:cubicBezTo>
                    <a:pt x="339238" y="289238"/>
                    <a:pt x="341488" y="301987"/>
                    <a:pt x="333238" y="314652"/>
                  </a:cubicBezTo>
                  <a:cubicBezTo>
                    <a:pt x="327572" y="323318"/>
                    <a:pt x="319406" y="329984"/>
                    <a:pt x="312657" y="337733"/>
                  </a:cubicBezTo>
                  <a:cubicBezTo>
                    <a:pt x="300825" y="351316"/>
                    <a:pt x="297325" y="365398"/>
                    <a:pt x="296575" y="382979"/>
                  </a:cubicBezTo>
                  <a:cubicBezTo>
                    <a:pt x="295908" y="397312"/>
                    <a:pt x="289826" y="402894"/>
                    <a:pt x="277743" y="409560"/>
                  </a:cubicBezTo>
                  <a:cubicBezTo>
                    <a:pt x="267161" y="415393"/>
                    <a:pt x="256162" y="420643"/>
                    <a:pt x="245330" y="425975"/>
                  </a:cubicBezTo>
                  <a:cubicBezTo>
                    <a:pt x="245163" y="426059"/>
                    <a:pt x="244996" y="426225"/>
                    <a:pt x="244830" y="426309"/>
                  </a:cubicBezTo>
                  <a:cubicBezTo>
                    <a:pt x="236080" y="427058"/>
                    <a:pt x="227498" y="428308"/>
                    <a:pt x="218915" y="431725"/>
                  </a:cubicBezTo>
                  <a:cubicBezTo>
                    <a:pt x="211416" y="434725"/>
                    <a:pt x="206416" y="439891"/>
                    <a:pt x="200084" y="443890"/>
                  </a:cubicBezTo>
                  <a:cubicBezTo>
                    <a:pt x="187585" y="433225"/>
                    <a:pt x="180585" y="416226"/>
                    <a:pt x="160670" y="419476"/>
                  </a:cubicBezTo>
                  <a:cubicBezTo>
                    <a:pt x="143589" y="422309"/>
                    <a:pt x="142006" y="436308"/>
                    <a:pt x="137839" y="449390"/>
                  </a:cubicBezTo>
                  <a:cubicBezTo>
                    <a:pt x="136506" y="446140"/>
                    <a:pt x="135173" y="442891"/>
                    <a:pt x="133340" y="439891"/>
                  </a:cubicBezTo>
                  <a:cubicBezTo>
                    <a:pt x="128923" y="432725"/>
                    <a:pt x="123257" y="426392"/>
                    <a:pt x="118258" y="419809"/>
                  </a:cubicBezTo>
                  <a:lnTo>
                    <a:pt x="118258" y="419809"/>
                  </a:lnTo>
                  <a:close/>
                  <a:moveTo>
                    <a:pt x="213249" y="730948"/>
                  </a:moveTo>
                  <a:cubicBezTo>
                    <a:pt x="206166" y="738114"/>
                    <a:pt x="196584" y="735531"/>
                    <a:pt x="188835" y="731198"/>
                  </a:cubicBezTo>
                  <a:cubicBezTo>
                    <a:pt x="177252" y="724699"/>
                    <a:pt x="172253" y="713116"/>
                    <a:pt x="172753" y="699868"/>
                  </a:cubicBezTo>
                  <a:cubicBezTo>
                    <a:pt x="173086" y="692035"/>
                    <a:pt x="163504" y="689785"/>
                    <a:pt x="159837" y="696451"/>
                  </a:cubicBezTo>
                  <a:cubicBezTo>
                    <a:pt x="155088" y="704950"/>
                    <a:pt x="147255" y="712366"/>
                    <a:pt x="138256" y="716116"/>
                  </a:cubicBezTo>
                  <a:cubicBezTo>
                    <a:pt x="131090" y="719032"/>
                    <a:pt x="115591" y="721949"/>
                    <a:pt x="108259" y="718033"/>
                  </a:cubicBezTo>
                  <a:cubicBezTo>
                    <a:pt x="89927" y="708283"/>
                    <a:pt x="111342" y="681202"/>
                    <a:pt x="119424" y="672120"/>
                  </a:cubicBezTo>
                  <a:cubicBezTo>
                    <a:pt x="135756" y="653872"/>
                    <a:pt x="158587" y="640456"/>
                    <a:pt x="158087" y="613959"/>
                  </a:cubicBezTo>
                  <a:cubicBezTo>
                    <a:pt x="157504" y="586044"/>
                    <a:pt x="156588" y="556380"/>
                    <a:pt x="152421" y="528883"/>
                  </a:cubicBezTo>
                  <a:cubicBezTo>
                    <a:pt x="150255" y="514301"/>
                    <a:pt x="147505" y="499886"/>
                    <a:pt x="144672" y="485386"/>
                  </a:cubicBezTo>
                  <a:cubicBezTo>
                    <a:pt x="143755" y="480554"/>
                    <a:pt x="143505" y="475471"/>
                    <a:pt x="142922" y="470555"/>
                  </a:cubicBezTo>
                  <a:cubicBezTo>
                    <a:pt x="143089" y="470388"/>
                    <a:pt x="143255" y="470222"/>
                    <a:pt x="143422" y="470055"/>
                  </a:cubicBezTo>
                  <a:cubicBezTo>
                    <a:pt x="151421" y="459223"/>
                    <a:pt x="149005" y="443141"/>
                    <a:pt x="160421" y="435641"/>
                  </a:cubicBezTo>
                  <a:cubicBezTo>
                    <a:pt x="168337" y="430392"/>
                    <a:pt x="171920" y="433225"/>
                    <a:pt x="178502" y="439724"/>
                  </a:cubicBezTo>
                  <a:cubicBezTo>
                    <a:pt x="180669" y="441891"/>
                    <a:pt x="182585" y="444723"/>
                    <a:pt x="184585" y="447057"/>
                  </a:cubicBezTo>
                  <a:cubicBezTo>
                    <a:pt x="187835" y="450890"/>
                    <a:pt x="190751" y="455306"/>
                    <a:pt x="194834" y="458223"/>
                  </a:cubicBezTo>
                  <a:cubicBezTo>
                    <a:pt x="196917" y="459722"/>
                    <a:pt x="199750" y="460306"/>
                    <a:pt x="202083" y="459223"/>
                  </a:cubicBezTo>
                  <a:cubicBezTo>
                    <a:pt x="210166" y="455389"/>
                    <a:pt x="215916" y="448640"/>
                    <a:pt x="224332" y="445140"/>
                  </a:cubicBezTo>
                  <a:cubicBezTo>
                    <a:pt x="225415" y="444723"/>
                    <a:pt x="226498" y="444307"/>
                    <a:pt x="227665" y="443974"/>
                  </a:cubicBezTo>
                  <a:cubicBezTo>
                    <a:pt x="213166" y="464055"/>
                    <a:pt x="206000" y="492553"/>
                    <a:pt x="202833" y="515217"/>
                  </a:cubicBezTo>
                  <a:cubicBezTo>
                    <a:pt x="200667" y="530716"/>
                    <a:pt x="199167" y="546215"/>
                    <a:pt x="197417" y="561797"/>
                  </a:cubicBezTo>
                  <a:cubicBezTo>
                    <a:pt x="195417" y="580128"/>
                    <a:pt x="196917" y="598626"/>
                    <a:pt x="194084" y="616875"/>
                  </a:cubicBezTo>
                  <a:cubicBezTo>
                    <a:pt x="192334" y="628040"/>
                    <a:pt x="185918" y="643623"/>
                    <a:pt x="189918" y="654788"/>
                  </a:cubicBezTo>
                  <a:cubicBezTo>
                    <a:pt x="193751" y="665371"/>
                    <a:pt x="206583" y="672620"/>
                    <a:pt x="212499" y="682536"/>
                  </a:cubicBezTo>
                  <a:cubicBezTo>
                    <a:pt x="220665" y="695951"/>
                    <a:pt x="225831" y="718282"/>
                    <a:pt x="213249" y="730948"/>
                  </a:cubicBezTo>
                  <a:lnTo>
                    <a:pt x="213249" y="730948"/>
                  </a:lnTo>
                  <a:close/>
                </a:path>
              </a:pathLst>
            </a:custGeom>
            <a:grpFill/>
            <a:ln w="8332" cap="flat">
              <a:noFill/>
              <a:prstDash val="solid"/>
              <a:miter/>
            </a:ln>
          </p:spPr>
          <p:txBody>
            <a:bodyPr rtlCol="0" anchor="ctr"/>
            <a:lstStyle/>
            <a:p>
              <a:endParaRPr lang="en-US"/>
            </a:p>
          </p:txBody>
        </p:sp>
        <p:sp>
          <p:nvSpPr>
            <p:cNvPr id="2389" name="Freeform: Shape 2388"/>
            <p:cNvSpPr/>
            <p:nvPr/>
          </p:nvSpPr>
          <p:spPr>
            <a:xfrm>
              <a:off x="386501" y="5618903"/>
              <a:ext cx="74983" cy="242579"/>
            </a:xfrm>
            <a:custGeom>
              <a:avLst/>
              <a:gdLst>
                <a:gd name="connsiteX0" fmla="*/ 61896 w 74983"/>
                <a:gd name="connsiteY0" fmla="*/ 234913 h 242579"/>
                <a:gd name="connsiteX1" fmla="*/ 31899 w 74983"/>
                <a:gd name="connsiteY1" fmla="*/ 209082 h 242579"/>
                <a:gd name="connsiteX2" fmla="*/ 43898 w 74983"/>
                <a:gd name="connsiteY2" fmla="*/ 176085 h 242579"/>
                <a:gd name="connsiteX3" fmla="*/ 18817 w 74983"/>
                <a:gd name="connsiteY3" fmla="*/ 127673 h 242579"/>
                <a:gd name="connsiteX4" fmla="*/ 24983 w 74983"/>
                <a:gd name="connsiteY4" fmla="*/ 89510 h 242579"/>
                <a:gd name="connsiteX5" fmla="*/ 17234 w 74983"/>
                <a:gd name="connsiteY5" fmla="*/ 67928 h 242579"/>
                <a:gd name="connsiteX6" fmla="*/ 25900 w 74983"/>
                <a:gd name="connsiteY6" fmla="*/ 19933 h 242579"/>
                <a:gd name="connsiteX7" fmla="*/ 73729 w 74983"/>
                <a:gd name="connsiteY7" fmla="*/ 4768 h 242579"/>
                <a:gd name="connsiteX8" fmla="*/ 74395 w 74983"/>
                <a:gd name="connsiteY8" fmla="*/ 3101 h 242579"/>
                <a:gd name="connsiteX9" fmla="*/ 5818 w 74983"/>
                <a:gd name="connsiteY9" fmla="*/ 28932 h 242579"/>
                <a:gd name="connsiteX10" fmla="*/ 3818 w 74983"/>
                <a:gd name="connsiteY10" fmla="*/ 65845 h 242579"/>
                <a:gd name="connsiteX11" fmla="*/ 9568 w 74983"/>
                <a:gd name="connsiteY11" fmla="*/ 94259 h 242579"/>
                <a:gd name="connsiteX12" fmla="*/ 1902 w 74983"/>
                <a:gd name="connsiteY12" fmla="*/ 116924 h 242579"/>
                <a:gd name="connsiteX13" fmla="*/ 14567 w 74983"/>
                <a:gd name="connsiteY13" fmla="*/ 153671 h 242579"/>
                <a:gd name="connsiteX14" fmla="*/ 29566 w 74983"/>
                <a:gd name="connsiteY14" fmla="*/ 170253 h 242579"/>
                <a:gd name="connsiteX15" fmla="*/ 21317 w 74983"/>
                <a:gd name="connsiteY15" fmla="*/ 188251 h 242579"/>
                <a:gd name="connsiteX16" fmla="*/ 23067 w 74983"/>
                <a:gd name="connsiteY16" fmla="*/ 226581 h 242579"/>
                <a:gd name="connsiteX17" fmla="*/ 58647 w 74983"/>
                <a:gd name="connsiteY17" fmla="*/ 242579 h 242579"/>
                <a:gd name="connsiteX18" fmla="*/ 61896 w 74983"/>
                <a:gd name="connsiteY18" fmla="*/ 234913 h 242579"/>
                <a:gd name="connsiteX19" fmla="*/ 61896 w 74983"/>
                <a:gd name="connsiteY19" fmla="*/ 234913 h 242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4983" h="242579">
                  <a:moveTo>
                    <a:pt x="61896" y="234913"/>
                  </a:moveTo>
                  <a:cubicBezTo>
                    <a:pt x="49897" y="227581"/>
                    <a:pt x="33982" y="226164"/>
                    <a:pt x="31899" y="209082"/>
                  </a:cubicBezTo>
                  <a:cubicBezTo>
                    <a:pt x="30233" y="195583"/>
                    <a:pt x="38648" y="187084"/>
                    <a:pt x="43898" y="176085"/>
                  </a:cubicBezTo>
                  <a:cubicBezTo>
                    <a:pt x="53147" y="156670"/>
                    <a:pt x="23983" y="145171"/>
                    <a:pt x="18817" y="127673"/>
                  </a:cubicBezTo>
                  <a:cubicBezTo>
                    <a:pt x="14651" y="113591"/>
                    <a:pt x="24233" y="103009"/>
                    <a:pt x="24983" y="89510"/>
                  </a:cubicBezTo>
                  <a:cubicBezTo>
                    <a:pt x="25483" y="80927"/>
                    <a:pt x="21650" y="74928"/>
                    <a:pt x="17234" y="67928"/>
                  </a:cubicBezTo>
                  <a:cubicBezTo>
                    <a:pt x="5651" y="49347"/>
                    <a:pt x="8401" y="33432"/>
                    <a:pt x="25900" y="19933"/>
                  </a:cubicBezTo>
                  <a:cubicBezTo>
                    <a:pt x="39565" y="9350"/>
                    <a:pt x="56147" y="-232"/>
                    <a:pt x="73729" y="4768"/>
                  </a:cubicBezTo>
                  <a:cubicBezTo>
                    <a:pt x="74812" y="5101"/>
                    <a:pt x="75562" y="3601"/>
                    <a:pt x="74395" y="3101"/>
                  </a:cubicBezTo>
                  <a:cubicBezTo>
                    <a:pt x="51647" y="-6898"/>
                    <a:pt x="18734" y="8767"/>
                    <a:pt x="5818" y="28932"/>
                  </a:cubicBezTo>
                  <a:cubicBezTo>
                    <a:pt x="-1431" y="40264"/>
                    <a:pt x="-1681" y="53847"/>
                    <a:pt x="3818" y="65845"/>
                  </a:cubicBezTo>
                  <a:cubicBezTo>
                    <a:pt x="8568" y="76094"/>
                    <a:pt x="13317" y="82594"/>
                    <a:pt x="9568" y="94259"/>
                  </a:cubicBezTo>
                  <a:cubicBezTo>
                    <a:pt x="6985" y="102092"/>
                    <a:pt x="2818" y="108425"/>
                    <a:pt x="1902" y="116924"/>
                  </a:cubicBezTo>
                  <a:cubicBezTo>
                    <a:pt x="319" y="131006"/>
                    <a:pt x="6068" y="142921"/>
                    <a:pt x="14567" y="153671"/>
                  </a:cubicBezTo>
                  <a:cubicBezTo>
                    <a:pt x="17650" y="157503"/>
                    <a:pt x="28733" y="166086"/>
                    <a:pt x="29566" y="170253"/>
                  </a:cubicBezTo>
                  <a:cubicBezTo>
                    <a:pt x="30316" y="174086"/>
                    <a:pt x="22650" y="184251"/>
                    <a:pt x="21317" y="188251"/>
                  </a:cubicBezTo>
                  <a:cubicBezTo>
                    <a:pt x="16817" y="201083"/>
                    <a:pt x="16067" y="214498"/>
                    <a:pt x="23067" y="226581"/>
                  </a:cubicBezTo>
                  <a:cubicBezTo>
                    <a:pt x="30899" y="240163"/>
                    <a:pt x="43815" y="242579"/>
                    <a:pt x="58647" y="242579"/>
                  </a:cubicBezTo>
                  <a:cubicBezTo>
                    <a:pt x="62313" y="242496"/>
                    <a:pt x="65896" y="237413"/>
                    <a:pt x="61896" y="234913"/>
                  </a:cubicBezTo>
                  <a:lnTo>
                    <a:pt x="61896" y="234913"/>
                  </a:lnTo>
                  <a:close/>
                </a:path>
              </a:pathLst>
            </a:custGeom>
            <a:grpFill/>
            <a:ln w="8332" cap="flat">
              <a:noFill/>
              <a:prstDash val="solid"/>
              <a:miter/>
            </a:ln>
          </p:spPr>
          <p:txBody>
            <a:bodyPr rtlCol="0" anchor="ctr"/>
            <a:lstStyle/>
            <a:p>
              <a:endParaRPr lang="en-US"/>
            </a:p>
          </p:txBody>
        </p:sp>
        <p:sp>
          <p:nvSpPr>
            <p:cNvPr id="2390" name="Freeform: Shape 2389"/>
            <p:cNvSpPr/>
            <p:nvPr/>
          </p:nvSpPr>
          <p:spPr>
            <a:xfrm>
              <a:off x="454162" y="5824249"/>
              <a:ext cx="71008" cy="80183"/>
            </a:xfrm>
            <a:custGeom>
              <a:avLst/>
              <a:gdLst>
                <a:gd name="connsiteX0" fmla="*/ 66979 w 71008"/>
                <a:gd name="connsiteY0" fmla="*/ 66064 h 80183"/>
                <a:gd name="connsiteX1" fmla="*/ 24733 w 71008"/>
                <a:gd name="connsiteY1" fmla="*/ 51732 h 80183"/>
                <a:gd name="connsiteX2" fmla="*/ 16233 w 71008"/>
                <a:gd name="connsiteY2" fmla="*/ 37566 h 80183"/>
                <a:gd name="connsiteX3" fmla="*/ 17983 w 71008"/>
                <a:gd name="connsiteY3" fmla="*/ 5319 h 80183"/>
                <a:gd name="connsiteX4" fmla="*/ 11317 w 71008"/>
                <a:gd name="connsiteY4" fmla="*/ 1403 h 80183"/>
                <a:gd name="connsiteX5" fmla="*/ 151 w 71008"/>
                <a:gd name="connsiteY5" fmla="*/ 30234 h 80183"/>
                <a:gd name="connsiteX6" fmla="*/ 5734 w 71008"/>
                <a:gd name="connsiteY6" fmla="*/ 45482 h 80183"/>
                <a:gd name="connsiteX7" fmla="*/ 14567 w 71008"/>
                <a:gd name="connsiteY7" fmla="*/ 62647 h 80183"/>
                <a:gd name="connsiteX8" fmla="*/ 69229 w 71008"/>
                <a:gd name="connsiteY8" fmla="*/ 74396 h 80183"/>
                <a:gd name="connsiteX9" fmla="*/ 66979 w 71008"/>
                <a:gd name="connsiteY9" fmla="*/ 66064 h 80183"/>
                <a:gd name="connsiteX10" fmla="*/ 66979 w 71008"/>
                <a:gd name="connsiteY10" fmla="*/ 66064 h 80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1008" h="80183">
                  <a:moveTo>
                    <a:pt x="66979" y="66064"/>
                  </a:moveTo>
                  <a:cubicBezTo>
                    <a:pt x="51814" y="62064"/>
                    <a:pt x="34148" y="69230"/>
                    <a:pt x="24733" y="51732"/>
                  </a:cubicBezTo>
                  <a:cubicBezTo>
                    <a:pt x="22066" y="46732"/>
                    <a:pt x="19233" y="42399"/>
                    <a:pt x="16233" y="37566"/>
                  </a:cubicBezTo>
                  <a:cubicBezTo>
                    <a:pt x="9317" y="26317"/>
                    <a:pt x="11817" y="16235"/>
                    <a:pt x="17983" y="5319"/>
                  </a:cubicBezTo>
                  <a:cubicBezTo>
                    <a:pt x="20150" y="1403"/>
                    <a:pt x="13900" y="-2014"/>
                    <a:pt x="11317" y="1403"/>
                  </a:cubicBezTo>
                  <a:cubicBezTo>
                    <a:pt x="4734" y="10069"/>
                    <a:pt x="-1015" y="18901"/>
                    <a:pt x="151" y="30234"/>
                  </a:cubicBezTo>
                  <a:cubicBezTo>
                    <a:pt x="735" y="35983"/>
                    <a:pt x="2735" y="40650"/>
                    <a:pt x="5734" y="45482"/>
                  </a:cubicBezTo>
                  <a:cubicBezTo>
                    <a:pt x="9151" y="51065"/>
                    <a:pt x="11234" y="57148"/>
                    <a:pt x="14567" y="62647"/>
                  </a:cubicBezTo>
                  <a:cubicBezTo>
                    <a:pt x="24233" y="78563"/>
                    <a:pt x="54313" y="86312"/>
                    <a:pt x="69229" y="74396"/>
                  </a:cubicBezTo>
                  <a:cubicBezTo>
                    <a:pt x="72645" y="71647"/>
                    <a:pt x="70728" y="67064"/>
                    <a:pt x="66979" y="66064"/>
                  </a:cubicBezTo>
                  <a:lnTo>
                    <a:pt x="66979" y="66064"/>
                  </a:lnTo>
                  <a:close/>
                </a:path>
              </a:pathLst>
            </a:custGeom>
            <a:grpFill/>
            <a:ln w="8332" cap="flat">
              <a:noFill/>
              <a:prstDash val="solid"/>
              <a:miter/>
            </a:ln>
          </p:spPr>
          <p:txBody>
            <a:bodyPr rtlCol="0" anchor="ctr"/>
            <a:lstStyle/>
            <a:p>
              <a:endParaRPr lang="en-US"/>
            </a:p>
          </p:txBody>
        </p:sp>
        <p:sp>
          <p:nvSpPr>
            <p:cNvPr id="2391" name="Freeform: Shape 2390"/>
            <p:cNvSpPr/>
            <p:nvPr/>
          </p:nvSpPr>
          <p:spPr>
            <a:xfrm>
              <a:off x="432542" y="5724305"/>
              <a:ext cx="81705" cy="95315"/>
            </a:xfrm>
            <a:custGeom>
              <a:avLst/>
              <a:gdLst>
                <a:gd name="connsiteX0" fmla="*/ 75434 w 81705"/>
                <a:gd name="connsiteY0" fmla="*/ 80515 h 95315"/>
                <a:gd name="connsiteX1" fmla="*/ 54519 w 81705"/>
                <a:gd name="connsiteY1" fmla="*/ 68349 h 95315"/>
                <a:gd name="connsiteX2" fmla="*/ 66768 w 81705"/>
                <a:gd name="connsiteY2" fmla="*/ 47934 h 95315"/>
                <a:gd name="connsiteX3" fmla="*/ 58352 w 81705"/>
                <a:gd name="connsiteY3" fmla="*/ 41352 h 95315"/>
                <a:gd name="connsiteX4" fmla="*/ 41354 w 81705"/>
                <a:gd name="connsiteY4" fmla="*/ 68433 h 95315"/>
                <a:gd name="connsiteX5" fmla="*/ 14273 w 81705"/>
                <a:gd name="connsiteY5" fmla="*/ 47851 h 95315"/>
                <a:gd name="connsiteX6" fmla="*/ 30771 w 81705"/>
                <a:gd name="connsiteY6" fmla="*/ 6355 h 95315"/>
                <a:gd name="connsiteX7" fmla="*/ 26438 w 81705"/>
                <a:gd name="connsiteY7" fmla="*/ 605 h 95315"/>
                <a:gd name="connsiteX8" fmla="*/ 1857 w 81705"/>
                <a:gd name="connsiteY8" fmla="*/ 53517 h 95315"/>
                <a:gd name="connsiteX9" fmla="*/ 43020 w 81705"/>
                <a:gd name="connsiteY9" fmla="*/ 79515 h 95315"/>
                <a:gd name="connsiteX10" fmla="*/ 57435 w 81705"/>
                <a:gd name="connsiteY10" fmla="*/ 93847 h 95315"/>
                <a:gd name="connsiteX11" fmla="*/ 79350 w 81705"/>
                <a:gd name="connsiteY11" fmla="*/ 90264 h 95315"/>
                <a:gd name="connsiteX12" fmla="*/ 75434 w 81705"/>
                <a:gd name="connsiteY12" fmla="*/ 80515 h 95315"/>
                <a:gd name="connsiteX13" fmla="*/ 75434 w 81705"/>
                <a:gd name="connsiteY13" fmla="*/ 80515 h 95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1705" h="95315">
                  <a:moveTo>
                    <a:pt x="75434" y="80515"/>
                  </a:moveTo>
                  <a:cubicBezTo>
                    <a:pt x="67268" y="81348"/>
                    <a:pt x="54186" y="79682"/>
                    <a:pt x="54519" y="68349"/>
                  </a:cubicBezTo>
                  <a:cubicBezTo>
                    <a:pt x="54769" y="60516"/>
                    <a:pt x="62352" y="53684"/>
                    <a:pt x="66768" y="47934"/>
                  </a:cubicBezTo>
                  <a:cubicBezTo>
                    <a:pt x="71018" y="42518"/>
                    <a:pt x="62602" y="35936"/>
                    <a:pt x="58352" y="41352"/>
                  </a:cubicBezTo>
                  <a:cubicBezTo>
                    <a:pt x="51936" y="49601"/>
                    <a:pt x="42687" y="58100"/>
                    <a:pt x="41354" y="68433"/>
                  </a:cubicBezTo>
                  <a:cubicBezTo>
                    <a:pt x="29688" y="65350"/>
                    <a:pt x="18106" y="60683"/>
                    <a:pt x="14273" y="47851"/>
                  </a:cubicBezTo>
                  <a:cubicBezTo>
                    <a:pt x="9107" y="30519"/>
                    <a:pt x="17022" y="16604"/>
                    <a:pt x="30771" y="6355"/>
                  </a:cubicBezTo>
                  <a:cubicBezTo>
                    <a:pt x="34521" y="3605"/>
                    <a:pt x="30271" y="-1811"/>
                    <a:pt x="26438" y="605"/>
                  </a:cubicBezTo>
                  <a:cubicBezTo>
                    <a:pt x="8273" y="12188"/>
                    <a:pt x="-5059" y="31103"/>
                    <a:pt x="1857" y="53517"/>
                  </a:cubicBezTo>
                  <a:cubicBezTo>
                    <a:pt x="7023" y="70099"/>
                    <a:pt x="25438" y="84181"/>
                    <a:pt x="43020" y="79515"/>
                  </a:cubicBezTo>
                  <a:cubicBezTo>
                    <a:pt x="45770" y="85681"/>
                    <a:pt x="51353" y="91180"/>
                    <a:pt x="57435" y="93847"/>
                  </a:cubicBezTo>
                  <a:cubicBezTo>
                    <a:pt x="65351" y="97180"/>
                    <a:pt x="72601" y="94347"/>
                    <a:pt x="79350" y="90264"/>
                  </a:cubicBezTo>
                  <a:cubicBezTo>
                    <a:pt x="84433" y="87264"/>
                    <a:pt x="80433" y="80015"/>
                    <a:pt x="75434" y="80515"/>
                  </a:cubicBezTo>
                  <a:lnTo>
                    <a:pt x="75434" y="80515"/>
                  </a:lnTo>
                  <a:close/>
                </a:path>
              </a:pathLst>
            </a:custGeom>
            <a:grpFill/>
            <a:ln w="8332" cap="flat">
              <a:noFill/>
              <a:prstDash val="solid"/>
              <a:miter/>
            </a:ln>
          </p:spPr>
          <p:txBody>
            <a:bodyPr rtlCol="0" anchor="ctr"/>
            <a:lstStyle/>
            <a:p>
              <a:endParaRPr lang="en-US"/>
            </a:p>
          </p:txBody>
        </p:sp>
        <p:sp>
          <p:nvSpPr>
            <p:cNvPr id="2392" name="Freeform: Shape 2391"/>
            <p:cNvSpPr/>
            <p:nvPr/>
          </p:nvSpPr>
          <p:spPr>
            <a:xfrm>
              <a:off x="450587" y="5658839"/>
              <a:ext cx="32767" cy="47806"/>
            </a:xfrm>
            <a:custGeom>
              <a:avLst/>
              <a:gdLst>
                <a:gd name="connsiteX0" fmla="*/ 27725 w 32767"/>
                <a:gd name="connsiteY0" fmla="*/ 35491 h 47806"/>
                <a:gd name="connsiteX1" fmla="*/ 13476 w 32767"/>
                <a:gd name="connsiteY1" fmla="*/ 24826 h 47806"/>
                <a:gd name="connsiteX2" fmla="*/ 21142 w 32767"/>
                <a:gd name="connsiteY2" fmla="*/ 8161 h 47806"/>
                <a:gd name="connsiteX3" fmla="*/ 11143 w 32767"/>
                <a:gd name="connsiteY3" fmla="*/ 2328 h 47806"/>
                <a:gd name="connsiteX4" fmla="*/ 144 w 32767"/>
                <a:gd name="connsiteY4" fmla="*/ 30492 h 47806"/>
                <a:gd name="connsiteX5" fmla="*/ 27808 w 32767"/>
                <a:gd name="connsiteY5" fmla="*/ 47241 h 47806"/>
                <a:gd name="connsiteX6" fmla="*/ 27725 w 32767"/>
                <a:gd name="connsiteY6" fmla="*/ 35491 h 47806"/>
                <a:gd name="connsiteX7" fmla="*/ 27725 w 32767"/>
                <a:gd name="connsiteY7" fmla="*/ 35491 h 47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767" h="47806">
                  <a:moveTo>
                    <a:pt x="27725" y="35491"/>
                  </a:moveTo>
                  <a:cubicBezTo>
                    <a:pt x="21059" y="34908"/>
                    <a:pt x="12309" y="33492"/>
                    <a:pt x="13476" y="24826"/>
                  </a:cubicBezTo>
                  <a:cubicBezTo>
                    <a:pt x="14309" y="18826"/>
                    <a:pt x="18309" y="13327"/>
                    <a:pt x="21142" y="8161"/>
                  </a:cubicBezTo>
                  <a:cubicBezTo>
                    <a:pt x="24225" y="2411"/>
                    <a:pt x="14559" y="-3338"/>
                    <a:pt x="11143" y="2328"/>
                  </a:cubicBezTo>
                  <a:cubicBezTo>
                    <a:pt x="6060" y="10744"/>
                    <a:pt x="-1106" y="20076"/>
                    <a:pt x="144" y="30492"/>
                  </a:cubicBezTo>
                  <a:cubicBezTo>
                    <a:pt x="1727" y="44824"/>
                    <a:pt x="15226" y="49573"/>
                    <a:pt x="27808" y="47241"/>
                  </a:cubicBezTo>
                  <a:cubicBezTo>
                    <a:pt x="34141" y="45990"/>
                    <a:pt x="34724" y="36075"/>
                    <a:pt x="27725" y="35491"/>
                  </a:cubicBezTo>
                  <a:lnTo>
                    <a:pt x="27725" y="35491"/>
                  </a:lnTo>
                  <a:close/>
                </a:path>
              </a:pathLst>
            </a:custGeom>
            <a:grpFill/>
            <a:ln w="8332" cap="flat">
              <a:noFill/>
              <a:prstDash val="solid"/>
              <a:miter/>
            </a:ln>
          </p:spPr>
          <p:txBody>
            <a:bodyPr rtlCol="0" anchor="ctr"/>
            <a:lstStyle/>
            <a:p>
              <a:endParaRPr lang="en-US"/>
            </a:p>
          </p:txBody>
        </p:sp>
        <p:sp>
          <p:nvSpPr>
            <p:cNvPr id="2393" name="Freeform: Shape 2392"/>
            <p:cNvSpPr/>
            <p:nvPr/>
          </p:nvSpPr>
          <p:spPr>
            <a:xfrm>
              <a:off x="485548" y="5573641"/>
              <a:ext cx="110082" cy="58638"/>
            </a:xfrm>
            <a:custGeom>
              <a:avLst/>
              <a:gdLst>
                <a:gd name="connsiteX0" fmla="*/ 109753 w 110082"/>
                <a:gd name="connsiteY0" fmla="*/ 36696 h 58638"/>
                <a:gd name="connsiteX1" fmla="*/ 77339 w 110082"/>
                <a:gd name="connsiteY1" fmla="*/ 2200 h 58638"/>
                <a:gd name="connsiteX2" fmla="*/ 35177 w 110082"/>
                <a:gd name="connsiteY2" fmla="*/ 10699 h 58638"/>
                <a:gd name="connsiteX3" fmla="*/ 32927 w 110082"/>
                <a:gd name="connsiteY3" fmla="*/ 12199 h 58638"/>
                <a:gd name="connsiteX4" fmla="*/ 27511 w 110082"/>
                <a:gd name="connsiteY4" fmla="*/ 11199 h 58638"/>
                <a:gd name="connsiteX5" fmla="*/ 9512 w 110082"/>
                <a:gd name="connsiteY5" fmla="*/ 20031 h 58638"/>
                <a:gd name="connsiteX6" fmla="*/ 3596 w 110082"/>
                <a:gd name="connsiteY6" fmla="*/ 55945 h 58638"/>
                <a:gd name="connsiteX7" fmla="*/ 12095 w 110082"/>
                <a:gd name="connsiteY7" fmla="*/ 52445 h 58638"/>
                <a:gd name="connsiteX8" fmla="*/ 33843 w 110082"/>
                <a:gd name="connsiteY8" fmla="*/ 23781 h 58638"/>
                <a:gd name="connsiteX9" fmla="*/ 39343 w 110082"/>
                <a:gd name="connsiteY9" fmla="*/ 23114 h 58638"/>
                <a:gd name="connsiteX10" fmla="*/ 50175 w 110082"/>
                <a:gd name="connsiteY10" fmla="*/ 16865 h 58638"/>
                <a:gd name="connsiteX11" fmla="*/ 83755 w 110082"/>
                <a:gd name="connsiteY11" fmla="*/ 24448 h 58638"/>
                <a:gd name="connsiteX12" fmla="*/ 105420 w 110082"/>
                <a:gd name="connsiteY12" fmla="*/ 42446 h 58638"/>
                <a:gd name="connsiteX13" fmla="*/ 109753 w 110082"/>
                <a:gd name="connsiteY13" fmla="*/ 36696 h 58638"/>
                <a:gd name="connsiteX14" fmla="*/ 109753 w 110082"/>
                <a:gd name="connsiteY14" fmla="*/ 36696 h 58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0082" h="58638">
                  <a:moveTo>
                    <a:pt x="109753" y="36696"/>
                  </a:moveTo>
                  <a:cubicBezTo>
                    <a:pt x="104420" y="24531"/>
                    <a:pt x="89505" y="7699"/>
                    <a:pt x="77339" y="2200"/>
                  </a:cubicBezTo>
                  <a:cubicBezTo>
                    <a:pt x="63924" y="-3883"/>
                    <a:pt x="46759" y="3866"/>
                    <a:pt x="35177" y="10699"/>
                  </a:cubicBezTo>
                  <a:cubicBezTo>
                    <a:pt x="33843" y="11449"/>
                    <a:pt x="33010" y="11949"/>
                    <a:pt x="32927" y="12199"/>
                  </a:cubicBezTo>
                  <a:cubicBezTo>
                    <a:pt x="31177" y="11949"/>
                    <a:pt x="29260" y="11199"/>
                    <a:pt x="27511" y="11199"/>
                  </a:cubicBezTo>
                  <a:cubicBezTo>
                    <a:pt x="20594" y="11282"/>
                    <a:pt x="14262" y="15282"/>
                    <a:pt x="9512" y="20031"/>
                  </a:cubicBezTo>
                  <a:cubicBezTo>
                    <a:pt x="-1070" y="30614"/>
                    <a:pt x="-2487" y="42863"/>
                    <a:pt x="3596" y="55945"/>
                  </a:cubicBezTo>
                  <a:cubicBezTo>
                    <a:pt x="6096" y="61278"/>
                    <a:pt x="14262" y="57945"/>
                    <a:pt x="12095" y="52445"/>
                  </a:cubicBezTo>
                  <a:cubicBezTo>
                    <a:pt x="6763" y="38863"/>
                    <a:pt x="16762" y="17948"/>
                    <a:pt x="33843" y="23781"/>
                  </a:cubicBezTo>
                  <a:cubicBezTo>
                    <a:pt x="35510" y="24364"/>
                    <a:pt x="37926" y="24448"/>
                    <a:pt x="39343" y="23114"/>
                  </a:cubicBezTo>
                  <a:cubicBezTo>
                    <a:pt x="42593" y="19948"/>
                    <a:pt x="45926" y="18531"/>
                    <a:pt x="50175" y="16865"/>
                  </a:cubicBezTo>
                  <a:cubicBezTo>
                    <a:pt x="63757" y="11782"/>
                    <a:pt x="73506" y="13365"/>
                    <a:pt x="83755" y="24448"/>
                  </a:cubicBezTo>
                  <a:cubicBezTo>
                    <a:pt x="90088" y="31280"/>
                    <a:pt x="95921" y="40363"/>
                    <a:pt x="105420" y="42446"/>
                  </a:cubicBezTo>
                  <a:cubicBezTo>
                    <a:pt x="108503" y="43279"/>
                    <a:pt x="111003" y="39446"/>
                    <a:pt x="109753" y="36696"/>
                  </a:cubicBezTo>
                  <a:lnTo>
                    <a:pt x="109753" y="36696"/>
                  </a:lnTo>
                  <a:close/>
                </a:path>
              </a:pathLst>
            </a:custGeom>
            <a:grpFill/>
            <a:ln w="8332" cap="flat">
              <a:noFill/>
              <a:prstDash val="solid"/>
              <a:miter/>
            </a:ln>
          </p:spPr>
          <p:txBody>
            <a:bodyPr rtlCol="0" anchor="ctr"/>
            <a:lstStyle/>
            <a:p>
              <a:endParaRPr lang="en-US"/>
            </a:p>
          </p:txBody>
        </p:sp>
        <p:sp>
          <p:nvSpPr>
            <p:cNvPr id="2394" name="Freeform: Shape 2393"/>
            <p:cNvSpPr/>
            <p:nvPr/>
          </p:nvSpPr>
          <p:spPr>
            <a:xfrm>
              <a:off x="609916" y="5671067"/>
              <a:ext cx="40113" cy="116369"/>
            </a:xfrm>
            <a:custGeom>
              <a:avLst/>
              <a:gdLst>
                <a:gd name="connsiteX0" fmla="*/ 32964 w 40113"/>
                <a:gd name="connsiteY0" fmla="*/ 54094 h 116369"/>
                <a:gd name="connsiteX1" fmla="*/ 34381 w 40113"/>
                <a:gd name="connsiteY1" fmla="*/ 12264 h 116369"/>
                <a:gd name="connsiteX2" fmla="*/ 3800 w 40113"/>
                <a:gd name="connsiteY2" fmla="*/ 432 h 116369"/>
                <a:gd name="connsiteX3" fmla="*/ 3800 w 40113"/>
                <a:gd name="connsiteY3" fmla="*/ 7681 h 116369"/>
                <a:gd name="connsiteX4" fmla="*/ 20049 w 40113"/>
                <a:gd name="connsiteY4" fmla="*/ 55427 h 116369"/>
                <a:gd name="connsiteX5" fmla="*/ 21298 w 40113"/>
                <a:gd name="connsiteY5" fmla="*/ 88840 h 116369"/>
                <a:gd name="connsiteX6" fmla="*/ 1467 w 40113"/>
                <a:gd name="connsiteY6" fmla="*/ 107089 h 116369"/>
                <a:gd name="connsiteX7" fmla="*/ 8300 w 40113"/>
                <a:gd name="connsiteY7" fmla="*/ 116088 h 116369"/>
                <a:gd name="connsiteX8" fmla="*/ 37797 w 40113"/>
                <a:gd name="connsiteY8" fmla="*/ 87674 h 116369"/>
                <a:gd name="connsiteX9" fmla="*/ 32964 w 40113"/>
                <a:gd name="connsiteY9" fmla="*/ 54094 h 116369"/>
                <a:gd name="connsiteX10" fmla="*/ 32964 w 40113"/>
                <a:gd name="connsiteY10" fmla="*/ 54094 h 11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113" h="116369">
                  <a:moveTo>
                    <a:pt x="32964" y="54094"/>
                  </a:moveTo>
                  <a:cubicBezTo>
                    <a:pt x="27298" y="41511"/>
                    <a:pt x="40880" y="27013"/>
                    <a:pt x="34381" y="12264"/>
                  </a:cubicBezTo>
                  <a:cubicBezTo>
                    <a:pt x="28631" y="-651"/>
                    <a:pt x="15966" y="-651"/>
                    <a:pt x="3800" y="432"/>
                  </a:cubicBezTo>
                  <a:cubicBezTo>
                    <a:pt x="-283" y="848"/>
                    <a:pt x="-366" y="7598"/>
                    <a:pt x="3800" y="7681"/>
                  </a:cubicBezTo>
                  <a:cubicBezTo>
                    <a:pt x="37464" y="8514"/>
                    <a:pt x="12549" y="38678"/>
                    <a:pt x="20049" y="55427"/>
                  </a:cubicBezTo>
                  <a:cubicBezTo>
                    <a:pt x="25631" y="68009"/>
                    <a:pt x="31131" y="75592"/>
                    <a:pt x="21298" y="88840"/>
                  </a:cubicBezTo>
                  <a:cubicBezTo>
                    <a:pt x="15882" y="96090"/>
                    <a:pt x="7633" y="100590"/>
                    <a:pt x="1467" y="107089"/>
                  </a:cubicBezTo>
                  <a:cubicBezTo>
                    <a:pt x="-2866" y="111672"/>
                    <a:pt x="3300" y="117755"/>
                    <a:pt x="8300" y="116088"/>
                  </a:cubicBezTo>
                  <a:cubicBezTo>
                    <a:pt x="21882" y="111505"/>
                    <a:pt x="32547" y="101006"/>
                    <a:pt x="37797" y="87674"/>
                  </a:cubicBezTo>
                  <a:cubicBezTo>
                    <a:pt x="43130" y="74092"/>
                    <a:pt x="38297" y="66093"/>
                    <a:pt x="32964" y="54094"/>
                  </a:cubicBezTo>
                  <a:lnTo>
                    <a:pt x="32964" y="54094"/>
                  </a:lnTo>
                  <a:close/>
                </a:path>
              </a:pathLst>
            </a:custGeom>
            <a:grpFill/>
            <a:ln w="8332" cap="flat">
              <a:noFill/>
              <a:prstDash val="solid"/>
              <a:miter/>
            </a:ln>
          </p:spPr>
          <p:txBody>
            <a:bodyPr rtlCol="0" anchor="ctr"/>
            <a:lstStyle/>
            <a:p>
              <a:endParaRPr lang="en-US"/>
            </a:p>
          </p:txBody>
        </p:sp>
        <p:sp>
          <p:nvSpPr>
            <p:cNvPr id="2395" name="Freeform: Shape 2394"/>
            <p:cNvSpPr/>
            <p:nvPr/>
          </p:nvSpPr>
          <p:spPr>
            <a:xfrm>
              <a:off x="575422" y="5782954"/>
              <a:ext cx="21128" cy="55822"/>
            </a:xfrm>
            <a:custGeom>
              <a:avLst/>
              <a:gdLst>
                <a:gd name="connsiteX0" fmla="*/ 16129 w 21128"/>
                <a:gd name="connsiteY0" fmla="*/ 2701 h 55822"/>
                <a:gd name="connsiteX1" fmla="*/ 8130 w 21128"/>
                <a:gd name="connsiteY1" fmla="*/ 6034 h 55822"/>
                <a:gd name="connsiteX2" fmla="*/ 10546 w 21128"/>
                <a:gd name="connsiteY2" fmla="*/ 29532 h 55822"/>
                <a:gd name="connsiteX3" fmla="*/ 297 w 21128"/>
                <a:gd name="connsiteY3" fmla="*/ 50447 h 55822"/>
                <a:gd name="connsiteX4" fmla="*/ 5297 w 21128"/>
                <a:gd name="connsiteY4" fmla="*/ 55446 h 55822"/>
                <a:gd name="connsiteX5" fmla="*/ 16129 w 21128"/>
                <a:gd name="connsiteY5" fmla="*/ 2701 h 55822"/>
                <a:gd name="connsiteX6" fmla="*/ 16129 w 21128"/>
                <a:gd name="connsiteY6" fmla="*/ 2701 h 55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128" h="55822">
                  <a:moveTo>
                    <a:pt x="16129" y="2701"/>
                  </a:moveTo>
                  <a:cubicBezTo>
                    <a:pt x="14379" y="-2632"/>
                    <a:pt x="6463" y="702"/>
                    <a:pt x="8130" y="6034"/>
                  </a:cubicBezTo>
                  <a:cubicBezTo>
                    <a:pt x="10546" y="13701"/>
                    <a:pt x="12796" y="21616"/>
                    <a:pt x="10546" y="29532"/>
                  </a:cubicBezTo>
                  <a:cubicBezTo>
                    <a:pt x="8547" y="36781"/>
                    <a:pt x="3547" y="43614"/>
                    <a:pt x="297" y="50447"/>
                  </a:cubicBezTo>
                  <a:cubicBezTo>
                    <a:pt x="-1036" y="53280"/>
                    <a:pt x="2380" y="57030"/>
                    <a:pt x="5297" y="55446"/>
                  </a:cubicBezTo>
                  <a:cubicBezTo>
                    <a:pt x="26378" y="44198"/>
                    <a:pt x="22379" y="21533"/>
                    <a:pt x="16129" y="2701"/>
                  </a:cubicBezTo>
                  <a:lnTo>
                    <a:pt x="16129" y="2701"/>
                  </a:lnTo>
                  <a:close/>
                </a:path>
              </a:pathLst>
            </a:custGeom>
            <a:grpFill/>
            <a:ln w="8332" cap="flat">
              <a:noFill/>
              <a:prstDash val="solid"/>
              <a:miter/>
            </a:ln>
          </p:spPr>
          <p:txBody>
            <a:bodyPr rtlCol="0" anchor="ctr"/>
            <a:lstStyle/>
            <a:p>
              <a:endParaRPr lang="en-US"/>
            </a:p>
          </p:txBody>
        </p:sp>
        <p:sp>
          <p:nvSpPr>
            <p:cNvPr id="2396" name="Freeform: Shape 2395"/>
            <p:cNvSpPr/>
            <p:nvPr/>
          </p:nvSpPr>
          <p:spPr>
            <a:xfrm>
              <a:off x="-59417" y="5453831"/>
              <a:ext cx="366954" cy="555897"/>
            </a:xfrm>
            <a:custGeom>
              <a:avLst/>
              <a:gdLst>
                <a:gd name="connsiteX0" fmla="*/ 344746 w 366954"/>
                <a:gd name="connsiteY0" fmla="*/ 126843 h 555897"/>
                <a:gd name="connsiteX1" fmla="*/ 337330 w 366954"/>
                <a:gd name="connsiteY1" fmla="*/ 125010 h 555897"/>
                <a:gd name="connsiteX2" fmla="*/ 321915 w 366954"/>
                <a:gd name="connsiteY2" fmla="*/ 131426 h 555897"/>
                <a:gd name="connsiteX3" fmla="*/ 322082 w 366954"/>
                <a:gd name="connsiteY3" fmla="*/ 123010 h 555897"/>
                <a:gd name="connsiteX4" fmla="*/ 334997 w 366954"/>
                <a:gd name="connsiteY4" fmla="*/ 87597 h 555897"/>
                <a:gd name="connsiteX5" fmla="*/ 305667 w 366954"/>
                <a:gd name="connsiteY5" fmla="*/ 77764 h 555897"/>
                <a:gd name="connsiteX6" fmla="*/ 294251 w 366954"/>
                <a:gd name="connsiteY6" fmla="*/ 56183 h 555897"/>
                <a:gd name="connsiteX7" fmla="*/ 291085 w 366954"/>
                <a:gd name="connsiteY7" fmla="*/ 28352 h 555897"/>
                <a:gd name="connsiteX8" fmla="*/ 260337 w 366954"/>
                <a:gd name="connsiteY8" fmla="*/ 30935 h 555897"/>
                <a:gd name="connsiteX9" fmla="*/ 254338 w 366954"/>
                <a:gd name="connsiteY9" fmla="*/ 23352 h 555897"/>
                <a:gd name="connsiteX10" fmla="*/ 247172 w 366954"/>
                <a:gd name="connsiteY10" fmla="*/ 21186 h 555897"/>
                <a:gd name="connsiteX11" fmla="*/ 246922 w 366954"/>
                <a:gd name="connsiteY11" fmla="*/ 17853 h 555897"/>
                <a:gd name="connsiteX12" fmla="*/ 237423 w 366954"/>
                <a:gd name="connsiteY12" fmla="*/ 10686 h 555897"/>
                <a:gd name="connsiteX13" fmla="*/ 225007 w 366954"/>
                <a:gd name="connsiteY13" fmla="*/ 12020 h 555897"/>
                <a:gd name="connsiteX14" fmla="*/ 218758 w 366954"/>
                <a:gd name="connsiteY14" fmla="*/ 17353 h 555897"/>
                <a:gd name="connsiteX15" fmla="*/ 216675 w 366954"/>
                <a:gd name="connsiteY15" fmla="*/ 10770 h 555897"/>
                <a:gd name="connsiteX16" fmla="*/ 196676 w 366954"/>
                <a:gd name="connsiteY16" fmla="*/ 104 h 555897"/>
                <a:gd name="connsiteX17" fmla="*/ 172262 w 366954"/>
                <a:gd name="connsiteY17" fmla="*/ 23102 h 555897"/>
                <a:gd name="connsiteX18" fmla="*/ 137682 w 366954"/>
                <a:gd name="connsiteY18" fmla="*/ 10270 h 555897"/>
                <a:gd name="connsiteX19" fmla="*/ 120683 w 366954"/>
                <a:gd name="connsiteY19" fmla="*/ 38267 h 555897"/>
                <a:gd name="connsiteX20" fmla="*/ 81520 w 366954"/>
                <a:gd name="connsiteY20" fmla="*/ 36351 h 555897"/>
                <a:gd name="connsiteX21" fmla="*/ 66688 w 366954"/>
                <a:gd name="connsiteY21" fmla="*/ 66931 h 555897"/>
                <a:gd name="connsiteX22" fmla="*/ 54106 w 366954"/>
                <a:gd name="connsiteY22" fmla="*/ 65182 h 555897"/>
                <a:gd name="connsiteX23" fmla="*/ 29775 w 366954"/>
                <a:gd name="connsiteY23" fmla="*/ 77681 h 555897"/>
                <a:gd name="connsiteX24" fmla="*/ 22276 w 366954"/>
                <a:gd name="connsiteY24" fmla="*/ 112594 h 555897"/>
                <a:gd name="connsiteX25" fmla="*/ 4527 w 366954"/>
                <a:gd name="connsiteY25" fmla="*/ 129509 h 555897"/>
                <a:gd name="connsiteX26" fmla="*/ 4610 w 366954"/>
                <a:gd name="connsiteY26" fmla="*/ 155174 h 555897"/>
                <a:gd name="connsiteX27" fmla="*/ 3861 w 366954"/>
                <a:gd name="connsiteY27" fmla="*/ 155341 h 555897"/>
                <a:gd name="connsiteX28" fmla="*/ 111 w 366954"/>
                <a:gd name="connsiteY28" fmla="*/ 160423 h 555897"/>
                <a:gd name="connsiteX29" fmla="*/ 11277 w 366954"/>
                <a:gd name="connsiteY29" fmla="*/ 201586 h 555897"/>
                <a:gd name="connsiteX30" fmla="*/ 28358 w 366954"/>
                <a:gd name="connsiteY30" fmla="*/ 255998 h 555897"/>
                <a:gd name="connsiteX31" fmla="*/ 58606 w 366954"/>
                <a:gd name="connsiteY31" fmla="*/ 360072 h 555897"/>
                <a:gd name="connsiteX32" fmla="*/ 90519 w 366954"/>
                <a:gd name="connsiteY32" fmla="*/ 470645 h 555897"/>
                <a:gd name="connsiteX33" fmla="*/ 101768 w 366954"/>
                <a:gd name="connsiteY33" fmla="*/ 506642 h 555897"/>
                <a:gd name="connsiteX34" fmla="*/ 141931 w 366954"/>
                <a:gd name="connsiteY34" fmla="*/ 525807 h 555897"/>
                <a:gd name="connsiteX35" fmla="*/ 149347 w 366954"/>
                <a:gd name="connsiteY35" fmla="*/ 528806 h 555897"/>
                <a:gd name="connsiteX36" fmla="*/ 150097 w 366954"/>
                <a:gd name="connsiteY36" fmla="*/ 529140 h 555897"/>
                <a:gd name="connsiteX37" fmla="*/ 187677 w 366954"/>
                <a:gd name="connsiteY37" fmla="*/ 543555 h 555897"/>
                <a:gd name="connsiteX38" fmla="*/ 229923 w 366954"/>
                <a:gd name="connsiteY38" fmla="*/ 555638 h 555897"/>
                <a:gd name="connsiteX39" fmla="*/ 268503 w 366954"/>
                <a:gd name="connsiteY39" fmla="*/ 539472 h 555897"/>
                <a:gd name="connsiteX40" fmla="*/ 320999 w 366954"/>
                <a:gd name="connsiteY40" fmla="*/ 517141 h 555897"/>
                <a:gd name="connsiteX41" fmla="*/ 343497 w 366954"/>
                <a:gd name="connsiteY41" fmla="*/ 508225 h 555897"/>
                <a:gd name="connsiteX42" fmla="*/ 362662 w 366954"/>
                <a:gd name="connsiteY42" fmla="*/ 499476 h 555897"/>
                <a:gd name="connsiteX43" fmla="*/ 363745 w 366954"/>
                <a:gd name="connsiteY43" fmla="*/ 467395 h 555897"/>
                <a:gd name="connsiteX44" fmla="*/ 349163 w 366954"/>
                <a:gd name="connsiteY44" fmla="*/ 355572 h 555897"/>
                <a:gd name="connsiteX45" fmla="*/ 345746 w 366954"/>
                <a:gd name="connsiteY45" fmla="*/ 229084 h 555897"/>
                <a:gd name="connsiteX46" fmla="*/ 348496 w 366954"/>
                <a:gd name="connsiteY46" fmla="*/ 165506 h 555897"/>
                <a:gd name="connsiteX47" fmla="*/ 344746 w 366954"/>
                <a:gd name="connsiteY47" fmla="*/ 126843 h 555897"/>
                <a:gd name="connsiteX48" fmla="*/ 344746 w 366954"/>
                <a:gd name="connsiteY48" fmla="*/ 126843 h 555897"/>
                <a:gd name="connsiteX49" fmla="*/ 304833 w 366954"/>
                <a:gd name="connsiteY49" fmla="*/ 82930 h 555897"/>
                <a:gd name="connsiteX50" fmla="*/ 324582 w 366954"/>
                <a:gd name="connsiteY50" fmla="*/ 86013 h 555897"/>
                <a:gd name="connsiteX51" fmla="*/ 320999 w 366954"/>
                <a:gd name="connsiteY51" fmla="*/ 108094 h 555897"/>
                <a:gd name="connsiteX52" fmla="*/ 315666 w 366954"/>
                <a:gd name="connsiteY52" fmla="*/ 113927 h 555897"/>
                <a:gd name="connsiteX53" fmla="*/ 309583 w 366954"/>
                <a:gd name="connsiteY53" fmla="*/ 111594 h 555897"/>
                <a:gd name="connsiteX54" fmla="*/ 300250 w 366954"/>
                <a:gd name="connsiteY54" fmla="*/ 111761 h 555897"/>
                <a:gd name="connsiteX55" fmla="*/ 299417 w 366954"/>
                <a:gd name="connsiteY55" fmla="*/ 112011 h 555897"/>
                <a:gd name="connsiteX56" fmla="*/ 301584 w 366954"/>
                <a:gd name="connsiteY56" fmla="*/ 101845 h 555897"/>
                <a:gd name="connsiteX57" fmla="*/ 298751 w 366954"/>
                <a:gd name="connsiteY57" fmla="*/ 93263 h 555897"/>
                <a:gd name="connsiteX58" fmla="*/ 304833 w 366954"/>
                <a:gd name="connsiteY58" fmla="*/ 82930 h 555897"/>
                <a:gd name="connsiteX59" fmla="*/ 304833 w 366954"/>
                <a:gd name="connsiteY59" fmla="*/ 82930 h 555897"/>
                <a:gd name="connsiteX60" fmla="*/ 177762 w 366954"/>
                <a:gd name="connsiteY60" fmla="*/ 205669 h 555897"/>
                <a:gd name="connsiteX61" fmla="*/ 165679 w 366954"/>
                <a:gd name="connsiteY61" fmla="*/ 211752 h 555897"/>
                <a:gd name="connsiteX62" fmla="*/ 142598 w 366954"/>
                <a:gd name="connsiteY62" fmla="*/ 206919 h 555897"/>
                <a:gd name="connsiteX63" fmla="*/ 119100 w 366954"/>
                <a:gd name="connsiteY63" fmla="*/ 200170 h 555897"/>
                <a:gd name="connsiteX64" fmla="*/ 123100 w 366954"/>
                <a:gd name="connsiteY64" fmla="*/ 182671 h 555897"/>
                <a:gd name="connsiteX65" fmla="*/ 130349 w 366954"/>
                <a:gd name="connsiteY65" fmla="*/ 176005 h 555897"/>
                <a:gd name="connsiteX66" fmla="*/ 145848 w 366954"/>
                <a:gd name="connsiteY66" fmla="*/ 181338 h 555897"/>
                <a:gd name="connsiteX67" fmla="*/ 149597 w 366954"/>
                <a:gd name="connsiteY67" fmla="*/ 183171 h 555897"/>
                <a:gd name="connsiteX68" fmla="*/ 153847 w 366954"/>
                <a:gd name="connsiteY68" fmla="*/ 181338 h 555897"/>
                <a:gd name="connsiteX69" fmla="*/ 177928 w 366954"/>
                <a:gd name="connsiteY69" fmla="*/ 182255 h 555897"/>
                <a:gd name="connsiteX70" fmla="*/ 176262 w 366954"/>
                <a:gd name="connsiteY70" fmla="*/ 202086 h 555897"/>
                <a:gd name="connsiteX71" fmla="*/ 177762 w 366954"/>
                <a:gd name="connsiteY71" fmla="*/ 205669 h 555897"/>
                <a:gd name="connsiteX72" fmla="*/ 177762 w 366954"/>
                <a:gd name="connsiteY72" fmla="*/ 205669 h 555897"/>
                <a:gd name="connsiteX73" fmla="*/ 76937 w 366954"/>
                <a:gd name="connsiteY73" fmla="*/ 183088 h 555897"/>
                <a:gd name="connsiteX74" fmla="*/ 55273 w 366954"/>
                <a:gd name="connsiteY74" fmla="*/ 172255 h 555897"/>
                <a:gd name="connsiteX75" fmla="*/ 51523 w 366954"/>
                <a:gd name="connsiteY75" fmla="*/ 170589 h 555897"/>
                <a:gd name="connsiteX76" fmla="*/ 69771 w 366954"/>
                <a:gd name="connsiteY76" fmla="*/ 141842 h 555897"/>
                <a:gd name="connsiteX77" fmla="*/ 75437 w 366954"/>
                <a:gd name="connsiteY77" fmla="*/ 137425 h 555897"/>
                <a:gd name="connsiteX78" fmla="*/ 109434 w 366954"/>
                <a:gd name="connsiteY78" fmla="*/ 130676 h 555897"/>
                <a:gd name="connsiteX79" fmla="*/ 105185 w 366954"/>
                <a:gd name="connsiteY79" fmla="*/ 148174 h 555897"/>
                <a:gd name="connsiteX80" fmla="*/ 93269 w 366954"/>
                <a:gd name="connsiteY80" fmla="*/ 145508 h 555897"/>
                <a:gd name="connsiteX81" fmla="*/ 78770 w 366954"/>
                <a:gd name="connsiteY81" fmla="*/ 155923 h 555897"/>
                <a:gd name="connsiteX82" fmla="*/ 76937 w 366954"/>
                <a:gd name="connsiteY82" fmla="*/ 183088 h 555897"/>
                <a:gd name="connsiteX83" fmla="*/ 76937 w 366954"/>
                <a:gd name="connsiteY83" fmla="*/ 183088 h 555897"/>
                <a:gd name="connsiteX84" fmla="*/ 81520 w 366954"/>
                <a:gd name="connsiteY84" fmla="*/ 168339 h 555897"/>
                <a:gd name="connsiteX85" fmla="*/ 91769 w 366954"/>
                <a:gd name="connsiteY85" fmla="*/ 153757 h 555897"/>
                <a:gd name="connsiteX86" fmla="*/ 107435 w 366954"/>
                <a:gd name="connsiteY86" fmla="*/ 157173 h 555897"/>
                <a:gd name="connsiteX87" fmla="*/ 112101 w 366954"/>
                <a:gd name="connsiteY87" fmla="*/ 154424 h 555897"/>
                <a:gd name="connsiteX88" fmla="*/ 111684 w 366954"/>
                <a:gd name="connsiteY88" fmla="*/ 144675 h 555897"/>
                <a:gd name="connsiteX89" fmla="*/ 123016 w 366954"/>
                <a:gd name="connsiteY89" fmla="*/ 132926 h 555897"/>
                <a:gd name="connsiteX90" fmla="*/ 139432 w 366954"/>
                <a:gd name="connsiteY90" fmla="*/ 144675 h 555897"/>
                <a:gd name="connsiteX91" fmla="*/ 136765 w 366954"/>
                <a:gd name="connsiteY91" fmla="*/ 167422 h 555897"/>
                <a:gd name="connsiteX92" fmla="*/ 112101 w 366954"/>
                <a:gd name="connsiteY92" fmla="*/ 180338 h 555897"/>
                <a:gd name="connsiteX93" fmla="*/ 108268 w 366954"/>
                <a:gd name="connsiteY93" fmla="*/ 197337 h 555897"/>
                <a:gd name="connsiteX94" fmla="*/ 103102 w 366954"/>
                <a:gd name="connsiteY94" fmla="*/ 195753 h 555897"/>
                <a:gd name="connsiteX95" fmla="*/ 97602 w 366954"/>
                <a:gd name="connsiteY95" fmla="*/ 193837 h 555897"/>
                <a:gd name="connsiteX96" fmla="*/ 87770 w 366954"/>
                <a:gd name="connsiteY96" fmla="*/ 188837 h 555897"/>
                <a:gd name="connsiteX97" fmla="*/ 81520 w 366954"/>
                <a:gd name="connsiteY97" fmla="*/ 168339 h 555897"/>
                <a:gd name="connsiteX98" fmla="*/ 81520 w 366954"/>
                <a:gd name="connsiteY98" fmla="*/ 168339 h 555897"/>
                <a:gd name="connsiteX99" fmla="*/ 108768 w 366954"/>
                <a:gd name="connsiteY99" fmla="*/ 114011 h 555897"/>
                <a:gd name="connsiteX100" fmla="*/ 138182 w 366954"/>
                <a:gd name="connsiteY100" fmla="*/ 96346 h 555897"/>
                <a:gd name="connsiteX101" fmla="*/ 146514 w 366954"/>
                <a:gd name="connsiteY101" fmla="*/ 99845 h 555897"/>
                <a:gd name="connsiteX102" fmla="*/ 161263 w 366954"/>
                <a:gd name="connsiteY102" fmla="*/ 87513 h 555897"/>
                <a:gd name="connsiteX103" fmla="*/ 182011 w 366954"/>
                <a:gd name="connsiteY103" fmla="*/ 105845 h 555897"/>
                <a:gd name="connsiteX104" fmla="*/ 181095 w 366954"/>
                <a:gd name="connsiteY104" fmla="*/ 113344 h 555897"/>
                <a:gd name="connsiteX105" fmla="*/ 170262 w 366954"/>
                <a:gd name="connsiteY105" fmla="*/ 122010 h 555897"/>
                <a:gd name="connsiteX106" fmla="*/ 163096 w 366954"/>
                <a:gd name="connsiteY106" fmla="*/ 117261 h 555897"/>
                <a:gd name="connsiteX107" fmla="*/ 149847 w 366954"/>
                <a:gd name="connsiteY107" fmla="*/ 122843 h 555897"/>
                <a:gd name="connsiteX108" fmla="*/ 143015 w 366954"/>
                <a:gd name="connsiteY108" fmla="*/ 132842 h 555897"/>
                <a:gd name="connsiteX109" fmla="*/ 131349 w 366954"/>
                <a:gd name="connsiteY109" fmla="*/ 125010 h 555897"/>
                <a:gd name="connsiteX110" fmla="*/ 117017 w 366954"/>
                <a:gd name="connsiteY110" fmla="*/ 125759 h 555897"/>
                <a:gd name="connsiteX111" fmla="*/ 108768 w 366954"/>
                <a:gd name="connsiteY111" fmla="*/ 114011 h 555897"/>
                <a:gd name="connsiteX112" fmla="*/ 108768 w 366954"/>
                <a:gd name="connsiteY112" fmla="*/ 114011 h 555897"/>
                <a:gd name="connsiteX113" fmla="*/ 149681 w 366954"/>
                <a:gd name="connsiteY113" fmla="*/ 174755 h 555897"/>
                <a:gd name="connsiteX114" fmla="*/ 145848 w 366954"/>
                <a:gd name="connsiteY114" fmla="*/ 171672 h 555897"/>
                <a:gd name="connsiteX115" fmla="*/ 146764 w 366954"/>
                <a:gd name="connsiteY115" fmla="*/ 139092 h 555897"/>
                <a:gd name="connsiteX116" fmla="*/ 154180 w 366954"/>
                <a:gd name="connsiteY116" fmla="*/ 128176 h 555897"/>
                <a:gd name="connsiteX117" fmla="*/ 168012 w 366954"/>
                <a:gd name="connsiteY117" fmla="*/ 130843 h 555897"/>
                <a:gd name="connsiteX118" fmla="*/ 173679 w 366954"/>
                <a:gd name="connsiteY118" fmla="*/ 130009 h 555897"/>
                <a:gd name="connsiteX119" fmla="*/ 181844 w 366954"/>
                <a:gd name="connsiteY119" fmla="*/ 121677 h 555897"/>
                <a:gd name="connsiteX120" fmla="*/ 195593 w 366954"/>
                <a:gd name="connsiteY120" fmla="*/ 133842 h 555897"/>
                <a:gd name="connsiteX121" fmla="*/ 192427 w 366954"/>
                <a:gd name="connsiteY121" fmla="*/ 144508 h 555897"/>
                <a:gd name="connsiteX122" fmla="*/ 186261 w 366954"/>
                <a:gd name="connsiteY122" fmla="*/ 147258 h 555897"/>
                <a:gd name="connsiteX123" fmla="*/ 175762 w 366954"/>
                <a:gd name="connsiteY123" fmla="*/ 165339 h 555897"/>
                <a:gd name="connsiteX124" fmla="*/ 149681 w 366954"/>
                <a:gd name="connsiteY124" fmla="*/ 174755 h 555897"/>
                <a:gd name="connsiteX125" fmla="*/ 149681 w 366954"/>
                <a:gd name="connsiteY125" fmla="*/ 174755 h 555897"/>
                <a:gd name="connsiteX126" fmla="*/ 182261 w 366954"/>
                <a:gd name="connsiteY126" fmla="*/ 169672 h 555897"/>
                <a:gd name="connsiteX127" fmla="*/ 200676 w 366954"/>
                <a:gd name="connsiteY127" fmla="*/ 157424 h 555897"/>
                <a:gd name="connsiteX128" fmla="*/ 204342 w 366954"/>
                <a:gd name="connsiteY128" fmla="*/ 158840 h 555897"/>
                <a:gd name="connsiteX129" fmla="*/ 220508 w 366954"/>
                <a:gd name="connsiteY129" fmla="*/ 143175 h 555897"/>
                <a:gd name="connsiteX130" fmla="*/ 239756 w 366954"/>
                <a:gd name="connsiteY130" fmla="*/ 150757 h 555897"/>
                <a:gd name="connsiteX131" fmla="*/ 232340 w 366954"/>
                <a:gd name="connsiteY131" fmla="*/ 172589 h 555897"/>
                <a:gd name="connsiteX132" fmla="*/ 231590 w 366954"/>
                <a:gd name="connsiteY132" fmla="*/ 176588 h 555897"/>
                <a:gd name="connsiteX133" fmla="*/ 185594 w 366954"/>
                <a:gd name="connsiteY133" fmla="*/ 201086 h 555897"/>
                <a:gd name="connsiteX134" fmla="*/ 182261 w 366954"/>
                <a:gd name="connsiteY134" fmla="*/ 169672 h 555897"/>
                <a:gd name="connsiteX135" fmla="*/ 182261 w 366954"/>
                <a:gd name="connsiteY135" fmla="*/ 169672 h 555897"/>
                <a:gd name="connsiteX136" fmla="*/ 212258 w 366954"/>
                <a:gd name="connsiteY136" fmla="*/ 138425 h 555897"/>
                <a:gd name="connsiteX137" fmla="*/ 205259 w 366954"/>
                <a:gd name="connsiteY137" fmla="*/ 147174 h 555897"/>
                <a:gd name="connsiteX138" fmla="*/ 204176 w 366954"/>
                <a:gd name="connsiteY138" fmla="*/ 148174 h 555897"/>
                <a:gd name="connsiteX139" fmla="*/ 203426 w 366954"/>
                <a:gd name="connsiteY139" fmla="*/ 148008 h 555897"/>
                <a:gd name="connsiteX140" fmla="*/ 200593 w 366954"/>
                <a:gd name="connsiteY140" fmla="*/ 146758 h 555897"/>
                <a:gd name="connsiteX141" fmla="*/ 202843 w 366954"/>
                <a:gd name="connsiteY141" fmla="*/ 119844 h 555897"/>
                <a:gd name="connsiteX142" fmla="*/ 207426 w 366954"/>
                <a:gd name="connsiteY142" fmla="*/ 112261 h 555897"/>
                <a:gd name="connsiteX143" fmla="*/ 218341 w 366954"/>
                <a:gd name="connsiteY143" fmla="*/ 106261 h 555897"/>
                <a:gd name="connsiteX144" fmla="*/ 224507 w 366954"/>
                <a:gd name="connsiteY144" fmla="*/ 109094 h 555897"/>
                <a:gd name="connsiteX145" fmla="*/ 232590 w 366954"/>
                <a:gd name="connsiteY145" fmla="*/ 106845 h 555897"/>
                <a:gd name="connsiteX146" fmla="*/ 244756 w 366954"/>
                <a:gd name="connsiteY146" fmla="*/ 100179 h 555897"/>
                <a:gd name="connsiteX147" fmla="*/ 247005 w 366954"/>
                <a:gd name="connsiteY147" fmla="*/ 100345 h 555897"/>
                <a:gd name="connsiteX148" fmla="*/ 253088 w 366954"/>
                <a:gd name="connsiteY148" fmla="*/ 104511 h 555897"/>
                <a:gd name="connsiteX149" fmla="*/ 256088 w 366954"/>
                <a:gd name="connsiteY149" fmla="*/ 118844 h 555897"/>
                <a:gd name="connsiteX150" fmla="*/ 246339 w 366954"/>
                <a:gd name="connsiteY150" fmla="*/ 137425 h 555897"/>
                <a:gd name="connsiteX151" fmla="*/ 246005 w 366954"/>
                <a:gd name="connsiteY151" fmla="*/ 136925 h 555897"/>
                <a:gd name="connsiteX152" fmla="*/ 212258 w 366954"/>
                <a:gd name="connsiteY152" fmla="*/ 138425 h 555897"/>
                <a:gd name="connsiteX153" fmla="*/ 212258 w 366954"/>
                <a:gd name="connsiteY153" fmla="*/ 138425 h 555897"/>
                <a:gd name="connsiteX154" fmla="*/ 249755 w 366954"/>
                <a:gd name="connsiteY154" fmla="*/ 142758 h 555897"/>
                <a:gd name="connsiteX155" fmla="*/ 251755 w 366954"/>
                <a:gd name="connsiteY155" fmla="*/ 141758 h 555897"/>
                <a:gd name="connsiteX156" fmla="*/ 257088 w 366954"/>
                <a:gd name="connsiteY156" fmla="*/ 135592 h 555897"/>
                <a:gd name="connsiteX157" fmla="*/ 263754 w 366954"/>
                <a:gd name="connsiteY157" fmla="*/ 131509 h 555897"/>
                <a:gd name="connsiteX158" fmla="*/ 277336 w 366954"/>
                <a:gd name="connsiteY158" fmla="*/ 135675 h 555897"/>
                <a:gd name="connsiteX159" fmla="*/ 277669 w 366954"/>
                <a:gd name="connsiteY159" fmla="*/ 141175 h 555897"/>
                <a:gd name="connsiteX160" fmla="*/ 282169 w 366954"/>
                <a:gd name="connsiteY160" fmla="*/ 145008 h 555897"/>
                <a:gd name="connsiteX161" fmla="*/ 287918 w 366954"/>
                <a:gd name="connsiteY161" fmla="*/ 146008 h 555897"/>
                <a:gd name="connsiteX162" fmla="*/ 288585 w 366954"/>
                <a:gd name="connsiteY162" fmla="*/ 148674 h 555897"/>
                <a:gd name="connsiteX163" fmla="*/ 261254 w 366954"/>
                <a:gd name="connsiteY163" fmla="*/ 162090 h 555897"/>
                <a:gd name="connsiteX164" fmla="*/ 248672 w 366954"/>
                <a:gd name="connsiteY164" fmla="*/ 168256 h 555897"/>
                <a:gd name="connsiteX165" fmla="*/ 249755 w 366954"/>
                <a:gd name="connsiteY165" fmla="*/ 142758 h 555897"/>
                <a:gd name="connsiteX166" fmla="*/ 249755 w 366954"/>
                <a:gd name="connsiteY166" fmla="*/ 142758 h 555897"/>
                <a:gd name="connsiteX167" fmla="*/ 284669 w 366954"/>
                <a:gd name="connsiteY167" fmla="*/ 137258 h 555897"/>
                <a:gd name="connsiteX168" fmla="*/ 282669 w 366954"/>
                <a:gd name="connsiteY168" fmla="*/ 127509 h 555897"/>
                <a:gd name="connsiteX169" fmla="*/ 272920 w 366954"/>
                <a:gd name="connsiteY169" fmla="*/ 123676 h 555897"/>
                <a:gd name="connsiteX170" fmla="*/ 263004 w 366954"/>
                <a:gd name="connsiteY170" fmla="*/ 126259 h 555897"/>
                <a:gd name="connsiteX171" fmla="*/ 264087 w 366954"/>
                <a:gd name="connsiteY171" fmla="*/ 107928 h 555897"/>
                <a:gd name="connsiteX172" fmla="*/ 290251 w 366954"/>
                <a:gd name="connsiteY172" fmla="*/ 100012 h 555897"/>
                <a:gd name="connsiteX173" fmla="*/ 288585 w 366954"/>
                <a:gd name="connsiteY173" fmla="*/ 117177 h 555897"/>
                <a:gd name="connsiteX174" fmla="*/ 291418 w 366954"/>
                <a:gd name="connsiteY174" fmla="*/ 121927 h 555897"/>
                <a:gd name="connsiteX175" fmla="*/ 300334 w 366954"/>
                <a:gd name="connsiteY175" fmla="*/ 121010 h 555897"/>
                <a:gd name="connsiteX176" fmla="*/ 310750 w 366954"/>
                <a:gd name="connsiteY176" fmla="*/ 125426 h 555897"/>
                <a:gd name="connsiteX177" fmla="*/ 306250 w 366954"/>
                <a:gd name="connsiteY177" fmla="*/ 139759 h 555897"/>
                <a:gd name="connsiteX178" fmla="*/ 306000 w 366954"/>
                <a:gd name="connsiteY178" fmla="*/ 140008 h 555897"/>
                <a:gd name="connsiteX179" fmla="*/ 298751 w 366954"/>
                <a:gd name="connsiteY179" fmla="*/ 143675 h 555897"/>
                <a:gd name="connsiteX180" fmla="*/ 298084 w 366954"/>
                <a:gd name="connsiteY180" fmla="*/ 141175 h 555897"/>
                <a:gd name="connsiteX181" fmla="*/ 284669 w 366954"/>
                <a:gd name="connsiteY181" fmla="*/ 137258 h 555897"/>
                <a:gd name="connsiteX182" fmla="*/ 284669 w 366954"/>
                <a:gd name="connsiteY182" fmla="*/ 137258 h 555897"/>
                <a:gd name="connsiteX183" fmla="*/ 294584 w 366954"/>
                <a:gd name="connsiteY183" fmla="*/ 68932 h 555897"/>
                <a:gd name="connsiteX184" fmla="*/ 292001 w 366954"/>
                <a:gd name="connsiteY184" fmla="*/ 88846 h 555897"/>
                <a:gd name="connsiteX185" fmla="*/ 261587 w 366954"/>
                <a:gd name="connsiteY185" fmla="*/ 101845 h 555897"/>
                <a:gd name="connsiteX186" fmla="*/ 251422 w 366954"/>
                <a:gd name="connsiteY186" fmla="*/ 93179 h 555897"/>
                <a:gd name="connsiteX187" fmla="*/ 250172 w 366954"/>
                <a:gd name="connsiteY187" fmla="*/ 77681 h 555897"/>
                <a:gd name="connsiteX188" fmla="*/ 267004 w 366954"/>
                <a:gd name="connsiteY188" fmla="*/ 66765 h 555897"/>
                <a:gd name="connsiteX189" fmla="*/ 273086 w 366954"/>
                <a:gd name="connsiteY189" fmla="*/ 68431 h 555897"/>
                <a:gd name="connsiteX190" fmla="*/ 285752 w 366954"/>
                <a:gd name="connsiteY190" fmla="*/ 63265 h 555897"/>
                <a:gd name="connsiteX191" fmla="*/ 288751 w 366954"/>
                <a:gd name="connsiteY191" fmla="*/ 63432 h 555897"/>
                <a:gd name="connsiteX192" fmla="*/ 294584 w 366954"/>
                <a:gd name="connsiteY192" fmla="*/ 68932 h 555897"/>
                <a:gd name="connsiteX193" fmla="*/ 294584 w 366954"/>
                <a:gd name="connsiteY193" fmla="*/ 68932 h 555897"/>
                <a:gd name="connsiteX194" fmla="*/ 257921 w 366954"/>
                <a:gd name="connsiteY194" fmla="*/ 39351 h 555897"/>
                <a:gd name="connsiteX195" fmla="*/ 262671 w 366954"/>
                <a:gd name="connsiteY195" fmla="*/ 39267 h 555897"/>
                <a:gd name="connsiteX196" fmla="*/ 284919 w 366954"/>
                <a:gd name="connsiteY196" fmla="*/ 34768 h 555897"/>
                <a:gd name="connsiteX197" fmla="*/ 283752 w 366954"/>
                <a:gd name="connsiteY197" fmla="*/ 55016 h 555897"/>
                <a:gd name="connsiteX198" fmla="*/ 280419 w 366954"/>
                <a:gd name="connsiteY198" fmla="*/ 55766 h 555897"/>
                <a:gd name="connsiteX199" fmla="*/ 270337 w 366954"/>
                <a:gd name="connsiteY199" fmla="*/ 60016 h 555897"/>
                <a:gd name="connsiteX200" fmla="*/ 260421 w 366954"/>
                <a:gd name="connsiteY200" fmla="*/ 56266 h 555897"/>
                <a:gd name="connsiteX201" fmla="*/ 246089 w 366954"/>
                <a:gd name="connsiteY201" fmla="*/ 71515 h 555897"/>
                <a:gd name="connsiteX202" fmla="*/ 223591 w 366954"/>
                <a:gd name="connsiteY202" fmla="*/ 65265 h 555897"/>
                <a:gd name="connsiteX203" fmla="*/ 225757 w 366954"/>
                <a:gd name="connsiteY203" fmla="*/ 48850 h 555897"/>
                <a:gd name="connsiteX204" fmla="*/ 240922 w 366954"/>
                <a:gd name="connsiteY204" fmla="*/ 30852 h 555897"/>
                <a:gd name="connsiteX205" fmla="*/ 257921 w 366954"/>
                <a:gd name="connsiteY205" fmla="*/ 39351 h 555897"/>
                <a:gd name="connsiteX206" fmla="*/ 257921 w 366954"/>
                <a:gd name="connsiteY206" fmla="*/ 39351 h 555897"/>
                <a:gd name="connsiteX207" fmla="*/ 236923 w 366954"/>
                <a:gd name="connsiteY207" fmla="*/ 18019 h 555897"/>
                <a:gd name="connsiteX208" fmla="*/ 242089 w 366954"/>
                <a:gd name="connsiteY208" fmla="*/ 21936 h 555897"/>
                <a:gd name="connsiteX209" fmla="*/ 239839 w 366954"/>
                <a:gd name="connsiteY209" fmla="*/ 22685 h 555897"/>
                <a:gd name="connsiteX210" fmla="*/ 222507 w 366954"/>
                <a:gd name="connsiteY210" fmla="*/ 39684 h 555897"/>
                <a:gd name="connsiteX211" fmla="*/ 217341 w 366954"/>
                <a:gd name="connsiteY211" fmla="*/ 34518 h 555897"/>
                <a:gd name="connsiteX212" fmla="*/ 217841 w 366954"/>
                <a:gd name="connsiteY212" fmla="*/ 31518 h 555897"/>
                <a:gd name="connsiteX213" fmla="*/ 236923 w 366954"/>
                <a:gd name="connsiteY213" fmla="*/ 18019 h 555897"/>
                <a:gd name="connsiteX214" fmla="*/ 236923 w 366954"/>
                <a:gd name="connsiteY214" fmla="*/ 18019 h 555897"/>
                <a:gd name="connsiteX215" fmla="*/ 231507 w 366954"/>
                <a:gd name="connsiteY215" fmla="*/ 72431 h 555897"/>
                <a:gd name="connsiteX216" fmla="*/ 237839 w 366954"/>
                <a:gd name="connsiteY216" fmla="*/ 75431 h 555897"/>
                <a:gd name="connsiteX217" fmla="*/ 242422 w 366954"/>
                <a:gd name="connsiteY217" fmla="*/ 92429 h 555897"/>
                <a:gd name="connsiteX218" fmla="*/ 242339 w 366954"/>
                <a:gd name="connsiteY218" fmla="*/ 93012 h 555897"/>
                <a:gd name="connsiteX219" fmla="*/ 236756 w 366954"/>
                <a:gd name="connsiteY219" fmla="*/ 94762 h 555897"/>
                <a:gd name="connsiteX220" fmla="*/ 230923 w 366954"/>
                <a:gd name="connsiteY220" fmla="*/ 98429 h 555897"/>
                <a:gd name="connsiteX221" fmla="*/ 221758 w 366954"/>
                <a:gd name="connsiteY221" fmla="*/ 99262 h 555897"/>
                <a:gd name="connsiteX222" fmla="*/ 207759 w 366954"/>
                <a:gd name="connsiteY222" fmla="*/ 100762 h 555897"/>
                <a:gd name="connsiteX223" fmla="*/ 197760 w 366954"/>
                <a:gd name="connsiteY223" fmla="*/ 114427 h 555897"/>
                <a:gd name="connsiteX224" fmla="*/ 189677 w 366954"/>
                <a:gd name="connsiteY224" fmla="*/ 111428 h 555897"/>
                <a:gd name="connsiteX225" fmla="*/ 190677 w 366954"/>
                <a:gd name="connsiteY225" fmla="*/ 96429 h 555897"/>
                <a:gd name="connsiteX226" fmla="*/ 191927 w 366954"/>
                <a:gd name="connsiteY226" fmla="*/ 93679 h 555897"/>
                <a:gd name="connsiteX227" fmla="*/ 193927 w 366954"/>
                <a:gd name="connsiteY227" fmla="*/ 75264 h 555897"/>
                <a:gd name="connsiteX228" fmla="*/ 209925 w 366954"/>
                <a:gd name="connsiteY228" fmla="*/ 79430 h 555897"/>
                <a:gd name="connsiteX229" fmla="*/ 215258 w 366954"/>
                <a:gd name="connsiteY229" fmla="*/ 81597 h 555897"/>
                <a:gd name="connsiteX230" fmla="*/ 231507 w 366954"/>
                <a:gd name="connsiteY230" fmla="*/ 72431 h 555897"/>
                <a:gd name="connsiteX231" fmla="*/ 231507 w 366954"/>
                <a:gd name="connsiteY231" fmla="*/ 72431 h 555897"/>
                <a:gd name="connsiteX232" fmla="*/ 177595 w 366954"/>
                <a:gd name="connsiteY232" fmla="*/ 32935 h 555897"/>
                <a:gd name="connsiteX233" fmla="*/ 206592 w 366954"/>
                <a:gd name="connsiteY233" fmla="*/ 10770 h 555897"/>
                <a:gd name="connsiteX234" fmla="*/ 209675 w 366954"/>
                <a:gd name="connsiteY234" fmla="*/ 30185 h 555897"/>
                <a:gd name="connsiteX235" fmla="*/ 209675 w 366954"/>
                <a:gd name="connsiteY235" fmla="*/ 30685 h 555897"/>
                <a:gd name="connsiteX236" fmla="*/ 201843 w 366954"/>
                <a:gd name="connsiteY236" fmla="*/ 31352 h 555897"/>
                <a:gd name="connsiteX237" fmla="*/ 193927 w 366954"/>
                <a:gd name="connsiteY237" fmla="*/ 35934 h 555897"/>
                <a:gd name="connsiteX238" fmla="*/ 189927 w 366954"/>
                <a:gd name="connsiteY238" fmla="*/ 41434 h 555897"/>
                <a:gd name="connsiteX239" fmla="*/ 177595 w 366954"/>
                <a:gd name="connsiteY239" fmla="*/ 33685 h 555897"/>
                <a:gd name="connsiteX240" fmla="*/ 177595 w 366954"/>
                <a:gd name="connsiteY240" fmla="*/ 32935 h 555897"/>
                <a:gd name="connsiteX241" fmla="*/ 177595 w 366954"/>
                <a:gd name="connsiteY241" fmla="*/ 32935 h 555897"/>
                <a:gd name="connsiteX242" fmla="*/ 186094 w 366954"/>
                <a:gd name="connsiteY242" fmla="*/ 49933 h 555897"/>
                <a:gd name="connsiteX243" fmla="*/ 191260 w 366954"/>
                <a:gd name="connsiteY243" fmla="*/ 51183 h 555897"/>
                <a:gd name="connsiteX244" fmla="*/ 198843 w 366954"/>
                <a:gd name="connsiteY244" fmla="*/ 44850 h 555897"/>
                <a:gd name="connsiteX245" fmla="*/ 215258 w 366954"/>
                <a:gd name="connsiteY245" fmla="*/ 46850 h 555897"/>
                <a:gd name="connsiteX246" fmla="*/ 215175 w 366954"/>
                <a:gd name="connsiteY246" fmla="*/ 64515 h 555897"/>
                <a:gd name="connsiteX247" fmla="*/ 217508 w 366954"/>
                <a:gd name="connsiteY247" fmla="*/ 68681 h 555897"/>
                <a:gd name="connsiteX248" fmla="*/ 217258 w 366954"/>
                <a:gd name="connsiteY248" fmla="*/ 68848 h 555897"/>
                <a:gd name="connsiteX249" fmla="*/ 213425 w 366954"/>
                <a:gd name="connsiteY249" fmla="*/ 72015 h 555897"/>
                <a:gd name="connsiteX250" fmla="*/ 207342 w 366954"/>
                <a:gd name="connsiteY250" fmla="*/ 66265 h 555897"/>
                <a:gd name="connsiteX251" fmla="*/ 195343 w 366954"/>
                <a:gd name="connsiteY251" fmla="*/ 65682 h 555897"/>
                <a:gd name="connsiteX252" fmla="*/ 184928 w 366954"/>
                <a:gd name="connsiteY252" fmla="*/ 87180 h 555897"/>
                <a:gd name="connsiteX253" fmla="*/ 158097 w 366954"/>
                <a:gd name="connsiteY253" fmla="*/ 79764 h 555897"/>
                <a:gd name="connsiteX254" fmla="*/ 154847 w 366954"/>
                <a:gd name="connsiteY254" fmla="*/ 61265 h 555897"/>
                <a:gd name="connsiteX255" fmla="*/ 186094 w 366954"/>
                <a:gd name="connsiteY255" fmla="*/ 49933 h 555897"/>
                <a:gd name="connsiteX256" fmla="*/ 186094 w 366954"/>
                <a:gd name="connsiteY256" fmla="*/ 49933 h 555897"/>
                <a:gd name="connsiteX257" fmla="*/ 141765 w 366954"/>
                <a:gd name="connsiteY257" fmla="*/ 17186 h 555897"/>
                <a:gd name="connsiteX258" fmla="*/ 169929 w 366954"/>
                <a:gd name="connsiteY258" fmla="*/ 33851 h 555897"/>
                <a:gd name="connsiteX259" fmla="*/ 162013 w 366954"/>
                <a:gd name="connsiteY259" fmla="*/ 37518 h 555897"/>
                <a:gd name="connsiteX260" fmla="*/ 150014 w 366954"/>
                <a:gd name="connsiteY260" fmla="*/ 54183 h 555897"/>
                <a:gd name="connsiteX261" fmla="*/ 135349 w 366954"/>
                <a:gd name="connsiteY261" fmla="*/ 45683 h 555897"/>
                <a:gd name="connsiteX262" fmla="*/ 128349 w 366954"/>
                <a:gd name="connsiteY262" fmla="*/ 45600 h 555897"/>
                <a:gd name="connsiteX263" fmla="*/ 141765 w 366954"/>
                <a:gd name="connsiteY263" fmla="*/ 17186 h 555897"/>
                <a:gd name="connsiteX264" fmla="*/ 141765 w 366954"/>
                <a:gd name="connsiteY264" fmla="*/ 17186 h 555897"/>
                <a:gd name="connsiteX265" fmla="*/ 129266 w 366954"/>
                <a:gd name="connsiteY265" fmla="*/ 60182 h 555897"/>
                <a:gd name="connsiteX266" fmla="*/ 145681 w 366954"/>
                <a:gd name="connsiteY266" fmla="*/ 64182 h 555897"/>
                <a:gd name="connsiteX267" fmla="*/ 149764 w 366954"/>
                <a:gd name="connsiteY267" fmla="*/ 83263 h 555897"/>
                <a:gd name="connsiteX268" fmla="*/ 149931 w 366954"/>
                <a:gd name="connsiteY268" fmla="*/ 84430 h 555897"/>
                <a:gd name="connsiteX269" fmla="*/ 149681 w 366954"/>
                <a:gd name="connsiteY269" fmla="*/ 84680 h 555897"/>
                <a:gd name="connsiteX270" fmla="*/ 144265 w 366954"/>
                <a:gd name="connsiteY270" fmla="*/ 92346 h 555897"/>
                <a:gd name="connsiteX271" fmla="*/ 134849 w 366954"/>
                <a:gd name="connsiteY271" fmla="*/ 85096 h 555897"/>
                <a:gd name="connsiteX272" fmla="*/ 120600 w 366954"/>
                <a:gd name="connsiteY272" fmla="*/ 83097 h 555897"/>
                <a:gd name="connsiteX273" fmla="*/ 103018 w 366954"/>
                <a:gd name="connsiteY273" fmla="*/ 110677 h 555897"/>
                <a:gd name="connsiteX274" fmla="*/ 86103 w 366954"/>
                <a:gd name="connsiteY274" fmla="*/ 109678 h 555897"/>
                <a:gd name="connsiteX275" fmla="*/ 79854 w 366954"/>
                <a:gd name="connsiteY275" fmla="*/ 99429 h 555897"/>
                <a:gd name="connsiteX276" fmla="*/ 102435 w 366954"/>
                <a:gd name="connsiteY276" fmla="*/ 72431 h 555897"/>
                <a:gd name="connsiteX277" fmla="*/ 111851 w 366954"/>
                <a:gd name="connsiteY277" fmla="*/ 77930 h 555897"/>
                <a:gd name="connsiteX278" fmla="*/ 115100 w 366954"/>
                <a:gd name="connsiteY278" fmla="*/ 76014 h 555897"/>
                <a:gd name="connsiteX279" fmla="*/ 117267 w 366954"/>
                <a:gd name="connsiteY279" fmla="*/ 70931 h 555897"/>
                <a:gd name="connsiteX280" fmla="*/ 129266 w 366954"/>
                <a:gd name="connsiteY280" fmla="*/ 60182 h 555897"/>
                <a:gd name="connsiteX281" fmla="*/ 129266 w 366954"/>
                <a:gd name="connsiteY281" fmla="*/ 60182 h 555897"/>
                <a:gd name="connsiteX282" fmla="*/ 90519 w 366954"/>
                <a:gd name="connsiteY282" fmla="*/ 42434 h 555897"/>
                <a:gd name="connsiteX283" fmla="*/ 106268 w 366954"/>
                <a:gd name="connsiteY283" fmla="*/ 42934 h 555897"/>
                <a:gd name="connsiteX284" fmla="*/ 120267 w 366954"/>
                <a:gd name="connsiteY284" fmla="*/ 49517 h 555897"/>
                <a:gd name="connsiteX285" fmla="*/ 110018 w 366954"/>
                <a:gd name="connsiteY285" fmla="*/ 71015 h 555897"/>
                <a:gd name="connsiteX286" fmla="*/ 96269 w 366954"/>
                <a:gd name="connsiteY286" fmla="*/ 62349 h 555897"/>
                <a:gd name="connsiteX287" fmla="*/ 81354 w 366954"/>
                <a:gd name="connsiteY287" fmla="*/ 67598 h 555897"/>
                <a:gd name="connsiteX288" fmla="*/ 76437 w 366954"/>
                <a:gd name="connsiteY288" fmla="*/ 73431 h 555897"/>
                <a:gd name="connsiteX289" fmla="*/ 75021 w 366954"/>
                <a:gd name="connsiteY289" fmla="*/ 72431 h 555897"/>
                <a:gd name="connsiteX290" fmla="*/ 90519 w 366954"/>
                <a:gd name="connsiteY290" fmla="*/ 42434 h 555897"/>
                <a:gd name="connsiteX291" fmla="*/ 90519 w 366954"/>
                <a:gd name="connsiteY291" fmla="*/ 42434 h 555897"/>
                <a:gd name="connsiteX292" fmla="*/ 30025 w 366954"/>
                <a:gd name="connsiteY292" fmla="*/ 94596 h 555897"/>
                <a:gd name="connsiteX293" fmla="*/ 41607 w 366954"/>
                <a:gd name="connsiteY293" fmla="*/ 77681 h 555897"/>
                <a:gd name="connsiteX294" fmla="*/ 60605 w 366954"/>
                <a:gd name="connsiteY294" fmla="*/ 71764 h 555897"/>
                <a:gd name="connsiteX295" fmla="*/ 73771 w 366954"/>
                <a:gd name="connsiteY295" fmla="*/ 79097 h 555897"/>
                <a:gd name="connsiteX296" fmla="*/ 73271 w 366954"/>
                <a:gd name="connsiteY296" fmla="*/ 92429 h 555897"/>
                <a:gd name="connsiteX297" fmla="*/ 60272 w 366954"/>
                <a:gd name="connsiteY297" fmla="*/ 89263 h 555897"/>
                <a:gd name="connsiteX298" fmla="*/ 44607 w 366954"/>
                <a:gd name="connsiteY298" fmla="*/ 98512 h 555897"/>
                <a:gd name="connsiteX299" fmla="*/ 40691 w 366954"/>
                <a:gd name="connsiteY299" fmla="*/ 112344 h 555897"/>
                <a:gd name="connsiteX300" fmla="*/ 29608 w 366954"/>
                <a:gd name="connsiteY300" fmla="*/ 111261 h 555897"/>
                <a:gd name="connsiteX301" fmla="*/ 30025 w 366954"/>
                <a:gd name="connsiteY301" fmla="*/ 94596 h 555897"/>
                <a:gd name="connsiteX302" fmla="*/ 30025 w 366954"/>
                <a:gd name="connsiteY302" fmla="*/ 94596 h 555897"/>
                <a:gd name="connsiteX303" fmla="*/ 15109 w 366954"/>
                <a:gd name="connsiteY303" fmla="*/ 131509 h 555897"/>
                <a:gd name="connsiteX304" fmla="*/ 42440 w 366954"/>
                <a:gd name="connsiteY304" fmla="*/ 122260 h 555897"/>
                <a:gd name="connsiteX305" fmla="*/ 46607 w 366954"/>
                <a:gd name="connsiteY305" fmla="*/ 120427 h 555897"/>
                <a:gd name="connsiteX306" fmla="*/ 54273 w 366954"/>
                <a:gd name="connsiteY306" fmla="*/ 100679 h 555897"/>
                <a:gd name="connsiteX307" fmla="*/ 71021 w 366954"/>
                <a:gd name="connsiteY307" fmla="*/ 101428 h 555897"/>
                <a:gd name="connsiteX308" fmla="*/ 78937 w 366954"/>
                <a:gd name="connsiteY308" fmla="*/ 112094 h 555897"/>
                <a:gd name="connsiteX309" fmla="*/ 65355 w 366954"/>
                <a:gd name="connsiteY309" fmla="*/ 130509 h 555897"/>
                <a:gd name="connsiteX310" fmla="*/ 51106 w 366954"/>
                <a:gd name="connsiteY310" fmla="*/ 129009 h 555897"/>
                <a:gd name="connsiteX311" fmla="*/ 38441 w 366954"/>
                <a:gd name="connsiteY311" fmla="*/ 141758 h 555897"/>
                <a:gd name="connsiteX312" fmla="*/ 38524 w 366954"/>
                <a:gd name="connsiteY312" fmla="*/ 165173 h 555897"/>
                <a:gd name="connsiteX313" fmla="*/ 23359 w 366954"/>
                <a:gd name="connsiteY313" fmla="*/ 159423 h 555897"/>
                <a:gd name="connsiteX314" fmla="*/ 16693 w 366954"/>
                <a:gd name="connsiteY314" fmla="*/ 156840 h 555897"/>
                <a:gd name="connsiteX315" fmla="*/ 15109 w 366954"/>
                <a:gd name="connsiteY315" fmla="*/ 131509 h 555897"/>
                <a:gd name="connsiteX316" fmla="*/ 15109 w 366954"/>
                <a:gd name="connsiteY316" fmla="*/ 131509 h 555897"/>
                <a:gd name="connsiteX317" fmla="*/ 127599 w 366954"/>
                <a:gd name="connsiteY317" fmla="*/ 503142 h 555897"/>
                <a:gd name="connsiteX318" fmla="*/ 111018 w 366954"/>
                <a:gd name="connsiteY318" fmla="*/ 490477 h 555897"/>
                <a:gd name="connsiteX319" fmla="*/ 102102 w 366954"/>
                <a:gd name="connsiteY319" fmla="*/ 462396 h 555897"/>
                <a:gd name="connsiteX320" fmla="*/ 74354 w 366954"/>
                <a:gd name="connsiteY320" fmla="*/ 375071 h 555897"/>
                <a:gd name="connsiteX321" fmla="*/ 43107 w 366954"/>
                <a:gd name="connsiteY321" fmla="*/ 266747 h 555897"/>
                <a:gd name="connsiteX322" fmla="*/ 29608 w 366954"/>
                <a:gd name="connsiteY322" fmla="*/ 218251 h 555897"/>
                <a:gd name="connsiteX323" fmla="*/ 19526 w 366954"/>
                <a:gd name="connsiteY323" fmla="*/ 186754 h 555897"/>
                <a:gd name="connsiteX324" fmla="*/ 12943 w 366954"/>
                <a:gd name="connsiteY324" fmla="*/ 167173 h 555897"/>
                <a:gd name="connsiteX325" fmla="*/ 23859 w 366954"/>
                <a:gd name="connsiteY325" fmla="*/ 171172 h 555897"/>
                <a:gd name="connsiteX326" fmla="*/ 44774 w 366954"/>
                <a:gd name="connsiteY326" fmla="*/ 184505 h 555897"/>
                <a:gd name="connsiteX327" fmla="*/ 52523 w 366954"/>
                <a:gd name="connsiteY327" fmla="*/ 216585 h 555897"/>
                <a:gd name="connsiteX328" fmla="*/ 66022 w 366954"/>
                <a:gd name="connsiteY328" fmla="*/ 267080 h 555897"/>
                <a:gd name="connsiteX329" fmla="*/ 92186 w 366954"/>
                <a:gd name="connsiteY329" fmla="*/ 351989 h 555897"/>
                <a:gd name="connsiteX330" fmla="*/ 120683 w 366954"/>
                <a:gd name="connsiteY330" fmla="*/ 444648 h 555897"/>
                <a:gd name="connsiteX331" fmla="*/ 136515 w 366954"/>
                <a:gd name="connsiteY331" fmla="*/ 494476 h 555897"/>
                <a:gd name="connsiteX332" fmla="*/ 139848 w 366954"/>
                <a:gd name="connsiteY332" fmla="*/ 508142 h 555897"/>
                <a:gd name="connsiteX333" fmla="*/ 127599 w 366954"/>
                <a:gd name="connsiteY333" fmla="*/ 503142 h 555897"/>
                <a:gd name="connsiteX334" fmla="*/ 127599 w 366954"/>
                <a:gd name="connsiteY334" fmla="*/ 503142 h 555897"/>
                <a:gd name="connsiteX335" fmla="*/ 167846 w 366954"/>
                <a:gd name="connsiteY335" fmla="*/ 518808 h 555897"/>
                <a:gd name="connsiteX336" fmla="*/ 148014 w 366954"/>
                <a:gd name="connsiteY336" fmla="*/ 511141 h 555897"/>
                <a:gd name="connsiteX337" fmla="*/ 125600 w 366954"/>
                <a:gd name="connsiteY337" fmla="*/ 436398 h 555897"/>
                <a:gd name="connsiteX338" fmla="*/ 94102 w 366954"/>
                <a:gd name="connsiteY338" fmla="*/ 339324 h 555897"/>
                <a:gd name="connsiteX339" fmla="*/ 67105 w 366954"/>
                <a:gd name="connsiteY339" fmla="*/ 243916 h 555897"/>
                <a:gd name="connsiteX340" fmla="*/ 53356 w 366954"/>
                <a:gd name="connsiteY340" fmla="*/ 194003 h 555897"/>
                <a:gd name="connsiteX341" fmla="*/ 51690 w 366954"/>
                <a:gd name="connsiteY341" fmla="*/ 188337 h 555897"/>
                <a:gd name="connsiteX342" fmla="*/ 97519 w 366954"/>
                <a:gd name="connsiteY342" fmla="*/ 209252 h 555897"/>
                <a:gd name="connsiteX343" fmla="*/ 99519 w 366954"/>
                <a:gd name="connsiteY343" fmla="*/ 210002 h 555897"/>
                <a:gd name="connsiteX344" fmla="*/ 114601 w 366954"/>
                <a:gd name="connsiteY344" fmla="*/ 285078 h 555897"/>
                <a:gd name="connsiteX345" fmla="*/ 138015 w 366954"/>
                <a:gd name="connsiteY345" fmla="*/ 375820 h 555897"/>
                <a:gd name="connsiteX346" fmla="*/ 159013 w 366954"/>
                <a:gd name="connsiteY346" fmla="*/ 461396 h 555897"/>
                <a:gd name="connsiteX347" fmla="*/ 174095 w 366954"/>
                <a:gd name="connsiteY347" fmla="*/ 520974 h 555897"/>
                <a:gd name="connsiteX348" fmla="*/ 167846 w 366954"/>
                <a:gd name="connsiteY348" fmla="*/ 518808 h 555897"/>
                <a:gd name="connsiteX349" fmla="*/ 167846 w 366954"/>
                <a:gd name="connsiteY349" fmla="*/ 518808 h 555897"/>
                <a:gd name="connsiteX350" fmla="*/ 212175 w 366954"/>
                <a:gd name="connsiteY350" fmla="*/ 534556 h 555897"/>
                <a:gd name="connsiteX351" fmla="*/ 183261 w 366954"/>
                <a:gd name="connsiteY351" fmla="*/ 524640 h 555897"/>
                <a:gd name="connsiteX352" fmla="*/ 167929 w 366954"/>
                <a:gd name="connsiteY352" fmla="*/ 458396 h 555897"/>
                <a:gd name="connsiteX353" fmla="*/ 145514 w 366954"/>
                <a:gd name="connsiteY353" fmla="*/ 369405 h 555897"/>
                <a:gd name="connsiteX354" fmla="*/ 121600 w 366954"/>
                <a:gd name="connsiteY354" fmla="*/ 281495 h 555897"/>
                <a:gd name="connsiteX355" fmla="*/ 105685 w 366954"/>
                <a:gd name="connsiteY355" fmla="*/ 212335 h 555897"/>
                <a:gd name="connsiteX356" fmla="*/ 141265 w 366954"/>
                <a:gd name="connsiteY356" fmla="*/ 223917 h 555897"/>
                <a:gd name="connsiteX357" fmla="*/ 157513 w 366954"/>
                <a:gd name="connsiteY357" fmla="*/ 228751 h 555897"/>
                <a:gd name="connsiteX358" fmla="*/ 182678 w 366954"/>
                <a:gd name="connsiteY358" fmla="*/ 392985 h 555897"/>
                <a:gd name="connsiteX359" fmla="*/ 201176 w 366954"/>
                <a:gd name="connsiteY359" fmla="*/ 471395 h 555897"/>
                <a:gd name="connsiteX360" fmla="*/ 214008 w 366954"/>
                <a:gd name="connsiteY360" fmla="*/ 519808 h 555897"/>
                <a:gd name="connsiteX361" fmla="*/ 217591 w 366954"/>
                <a:gd name="connsiteY361" fmla="*/ 536889 h 555897"/>
                <a:gd name="connsiteX362" fmla="*/ 212175 w 366954"/>
                <a:gd name="connsiteY362" fmla="*/ 534556 h 555897"/>
                <a:gd name="connsiteX363" fmla="*/ 212175 w 366954"/>
                <a:gd name="connsiteY363" fmla="*/ 534556 h 555897"/>
                <a:gd name="connsiteX364" fmla="*/ 248589 w 366954"/>
                <a:gd name="connsiteY364" fmla="*/ 498226 h 555897"/>
                <a:gd name="connsiteX365" fmla="*/ 252421 w 366954"/>
                <a:gd name="connsiteY365" fmla="*/ 528140 h 555897"/>
                <a:gd name="connsiteX366" fmla="*/ 248838 w 366954"/>
                <a:gd name="connsiteY366" fmla="*/ 529723 h 555897"/>
                <a:gd name="connsiteX367" fmla="*/ 230673 w 366954"/>
                <a:gd name="connsiteY367" fmla="*/ 537973 h 555897"/>
                <a:gd name="connsiteX368" fmla="*/ 229757 w 366954"/>
                <a:gd name="connsiteY368" fmla="*/ 538139 h 555897"/>
                <a:gd name="connsiteX369" fmla="*/ 222591 w 366954"/>
                <a:gd name="connsiteY369" fmla="*/ 507309 h 555897"/>
                <a:gd name="connsiteX370" fmla="*/ 210592 w 366954"/>
                <a:gd name="connsiteY370" fmla="*/ 461979 h 555897"/>
                <a:gd name="connsiteX371" fmla="*/ 194010 w 366954"/>
                <a:gd name="connsiteY371" fmla="*/ 383070 h 555897"/>
                <a:gd name="connsiteX372" fmla="*/ 163513 w 366954"/>
                <a:gd name="connsiteY372" fmla="*/ 228917 h 555897"/>
                <a:gd name="connsiteX373" fmla="*/ 174429 w 366954"/>
                <a:gd name="connsiteY373" fmla="*/ 226417 h 555897"/>
                <a:gd name="connsiteX374" fmla="*/ 200010 w 366954"/>
                <a:gd name="connsiteY374" fmla="*/ 212085 h 555897"/>
                <a:gd name="connsiteX375" fmla="*/ 211342 w 366954"/>
                <a:gd name="connsiteY375" fmla="*/ 279746 h 555897"/>
                <a:gd name="connsiteX376" fmla="*/ 226090 w 366954"/>
                <a:gd name="connsiteY376" fmla="*/ 364655 h 555897"/>
                <a:gd name="connsiteX377" fmla="*/ 235256 w 366954"/>
                <a:gd name="connsiteY377" fmla="*/ 409317 h 555897"/>
                <a:gd name="connsiteX378" fmla="*/ 242339 w 366954"/>
                <a:gd name="connsiteY378" fmla="*/ 456730 h 555897"/>
                <a:gd name="connsiteX379" fmla="*/ 248589 w 366954"/>
                <a:gd name="connsiteY379" fmla="*/ 498226 h 555897"/>
                <a:gd name="connsiteX380" fmla="*/ 248589 w 366954"/>
                <a:gd name="connsiteY380" fmla="*/ 498226 h 555897"/>
                <a:gd name="connsiteX381" fmla="*/ 293584 w 366954"/>
                <a:gd name="connsiteY381" fmla="*/ 430066 h 555897"/>
                <a:gd name="connsiteX382" fmla="*/ 297501 w 366954"/>
                <a:gd name="connsiteY382" fmla="*/ 473478 h 555897"/>
                <a:gd name="connsiteX383" fmla="*/ 301167 w 366954"/>
                <a:gd name="connsiteY383" fmla="*/ 507058 h 555897"/>
                <a:gd name="connsiteX384" fmla="*/ 262504 w 366954"/>
                <a:gd name="connsiteY384" fmla="*/ 523724 h 555897"/>
                <a:gd name="connsiteX385" fmla="*/ 258004 w 366954"/>
                <a:gd name="connsiteY385" fmla="*/ 499893 h 555897"/>
                <a:gd name="connsiteX386" fmla="*/ 249505 w 366954"/>
                <a:gd name="connsiteY386" fmla="*/ 458230 h 555897"/>
                <a:gd name="connsiteX387" fmla="*/ 242339 w 366954"/>
                <a:gd name="connsiteY387" fmla="*/ 411234 h 555897"/>
                <a:gd name="connsiteX388" fmla="*/ 233673 w 366954"/>
                <a:gd name="connsiteY388" fmla="*/ 363572 h 555897"/>
                <a:gd name="connsiteX389" fmla="*/ 220591 w 366954"/>
                <a:gd name="connsiteY389" fmla="*/ 280746 h 555897"/>
                <a:gd name="connsiteX390" fmla="*/ 213008 w 366954"/>
                <a:gd name="connsiteY390" fmla="*/ 242249 h 555897"/>
                <a:gd name="connsiteX391" fmla="*/ 207009 w 366954"/>
                <a:gd name="connsiteY391" fmla="*/ 207752 h 555897"/>
                <a:gd name="connsiteX392" fmla="*/ 213925 w 366954"/>
                <a:gd name="connsiteY392" fmla="*/ 203753 h 555897"/>
                <a:gd name="connsiteX393" fmla="*/ 257338 w 366954"/>
                <a:gd name="connsiteY393" fmla="*/ 182421 h 555897"/>
                <a:gd name="connsiteX394" fmla="*/ 267670 w 366954"/>
                <a:gd name="connsiteY394" fmla="*/ 177255 h 555897"/>
                <a:gd name="connsiteX395" fmla="*/ 282752 w 366954"/>
                <a:gd name="connsiteY395" fmla="*/ 348239 h 555897"/>
                <a:gd name="connsiteX396" fmla="*/ 293584 w 366954"/>
                <a:gd name="connsiteY396" fmla="*/ 430066 h 555897"/>
                <a:gd name="connsiteX397" fmla="*/ 293584 w 366954"/>
                <a:gd name="connsiteY397" fmla="*/ 430066 h 555897"/>
                <a:gd name="connsiteX398" fmla="*/ 335581 w 366954"/>
                <a:gd name="connsiteY398" fmla="*/ 181171 h 555897"/>
                <a:gd name="connsiteX399" fmla="*/ 333414 w 366954"/>
                <a:gd name="connsiteY399" fmla="*/ 230334 h 555897"/>
                <a:gd name="connsiteX400" fmla="*/ 335497 w 366954"/>
                <a:gd name="connsiteY400" fmla="*/ 324242 h 555897"/>
                <a:gd name="connsiteX401" fmla="*/ 342663 w 366954"/>
                <a:gd name="connsiteY401" fmla="*/ 419066 h 555897"/>
                <a:gd name="connsiteX402" fmla="*/ 348163 w 366954"/>
                <a:gd name="connsiteY402" fmla="*/ 467312 h 555897"/>
                <a:gd name="connsiteX403" fmla="*/ 349413 w 366954"/>
                <a:gd name="connsiteY403" fmla="*/ 485311 h 555897"/>
                <a:gd name="connsiteX404" fmla="*/ 349496 w 366954"/>
                <a:gd name="connsiteY404" fmla="*/ 486394 h 555897"/>
                <a:gd name="connsiteX405" fmla="*/ 348496 w 366954"/>
                <a:gd name="connsiteY405" fmla="*/ 487061 h 555897"/>
                <a:gd name="connsiteX406" fmla="*/ 336581 w 366954"/>
                <a:gd name="connsiteY406" fmla="*/ 492143 h 555897"/>
                <a:gd name="connsiteX407" fmla="*/ 309500 w 366954"/>
                <a:gd name="connsiteY407" fmla="*/ 503642 h 555897"/>
                <a:gd name="connsiteX408" fmla="*/ 307666 w 366954"/>
                <a:gd name="connsiteY408" fmla="*/ 477894 h 555897"/>
                <a:gd name="connsiteX409" fmla="*/ 305167 w 366954"/>
                <a:gd name="connsiteY409" fmla="*/ 437565 h 555897"/>
                <a:gd name="connsiteX410" fmla="*/ 294918 w 366954"/>
                <a:gd name="connsiteY410" fmla="*/ 350906 h 555897"/>
                <a:gd name="connsiteX411" fmla="*/ 274253 w 366954"/>
                <a:gd name="connsiteY411" fmla="*/ 174005 h 555897"/>
                <a:gd name="connsiteX412" fmla="*/ 337914 w 366954"/>
                <a:gd name="connsiteY412" fmla="*/ 139092 h 555897"/>
                <a:gd name="connsiteX413" fmla="*/ 335581 w 366954"/>
                <a:gd name="connsiteY413" fmla="*/ 181171 h 555897"/>
                <a:gd name="connsiteX414" fmla="*/ 335581 w 366954"/>
                <a:gd name="connsiteY414" fmla="*/ 181171 h 555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Lst>
              <a:rect l="l" t="t" r="r" b="b"/>
              <a:pathLst>
                <a:path w="366954" h="555897">
                  <a:moveTo>
                    <a:pt x="344746" y="126843"/>
                  </a:moveTo>
                  <a:cubicBezTo>
                    <a:pt x="342580" y="124593"/>
                    <a:pt x="340247" y="124176"/>
                    <a:pt x="337330" y="125010"/>
                  </a:cubicBezTo>
                  <a:cubicBezTo>
                    <a:pt x="331998" y="126593"/>
                    <a:pt x="326915" y="128926"/>
                    <a:pt x="321915" y="131426"/>
                  </a:cubicBezTo>
                  <a:cubicBezTo>
                    <a:pt x="322498" y="128593"/>
                    <a:pt x="322582" y="125759"/>
                    <a:pt x="322082" y="123010"/>
                  </a:cubicBezTo>
                  <a:cubicBezTo>
                    <a:pt x="331248" y="115344"/>
                    <a:pt x="338997" y="99012"/>
                    <a:pt x="334997" y="87597"/>
                  </a:cubicBezTo>
                  <a:cubicBezTo>
                    <a:pt x="330581" y="74847"/>
                    <a:pt x="316999" y="75431"/>
                    <a:pt x="305667" y="77764"/>
                  </a:cubicBezTo>
                  <a:cubicBezTo>
                    <a:pt x="306167" y="68765"/>
                    <a:pt x="301917" y="59682"/>
                    <a:pt x="294251" y="56183"/>
                  </a:cubicBezTo>
                  <a:cubicBezTo>
                    <a:pt x="299834" y="46600"/>
                    <a:pt x="301084" y="38267"/>
                    <a:pt x="291085" y="28352"/>
                  </a:cubicBezTo>
                  <a:cubicBezTo>
                    <a:pt x="280086" y="17270"/>
                    <a:pt x="270170" y="23019"/>
                    <a:pt x="260337" y="30935"/>
                  </a:cubicBezTo>
                  <a:cubicBezTo>
                    <a:pt x="258421" y="28518"/>
                    <a:pt x="257254" y="25102"/>
                    <a:pt x="254338" y="23352"/>
                  </a:cubicBezTo>
                  <a:cubicBezTo>
                    <a:pt x="252005" y="21936"/>
                    <a:pt x="249588" y="21269"/>
                    <a:pt x="247172" y="21186"/>
                  </a:cubicBezTo>
                  <a:cubicBezTo>
                    <a:pt x="247672" y="20102"/>
                    <a:pt x="247755" y="18853"/>
                    <a:pt x="246922" y="17853"/>
                  </a:cubicBezTo>
                  <a:cubicBezTo>
                    <a:pt x="243922" y="14353"/>
                    <a:pt x="242172" y="12186"/>
                    <a:pt x="237423" y="10686"/>
                  </a:cubicBezTo>
                  <a:cubicBezTo>
                    <a:pt x="233173" y="9437"/>
                    <a:pt x="228924" y="9937"/>
                    <a:pt x="225007" y="12020"/>
                  </a:cubicBezTo>
                  <a:cubicBezTo>
                    <a:pt x="222424" y="13353"/>
                    <a:pt x="220341" y="15186"/>
                    <a:pt x="218758" y="17353"/>
                  </a:cubicBezTo>
                  <a:cubicBezTo>
                    <a:pt x="218508" y="15020"/>
                    <a:pt x="217841" y="12770"/>
                    <a:pt x="216675" y="10770"/>
                  </a:cubicBezTo>
                  <a:cubicBezTo>
                    <a:pt x="212925" y="4437"/>
                    <a:pt x="204176" y="-813"/>
                    <a:pt x="196676" y="104"/>
                  </a:cubicBezTo>
                  <a:cubicBezTo>
                    <a:pt x="185511" y="1521"/>
                    <a:pt x="173012" y="11937"/>
                    <a:pt x="172262" y="23102"/>
                  </a:cubicBezTo>
                  <a:cubicBezTo>
                    <a:pt x="164763" y="11520"/>
                    <a:pt x="150347" y="2188"/>
                    <a:pt x="137682" y="10270"/>
                  </a:cubicBezTo>
                  <a:cubicBezTo>
                    <a:pt x="128849" y="15853"/>
                    <a:pt x="120017" y="27518"/>
                    <a:pt x="120683" y="38267"/>
                  </a:cubicBezTo>
                  <a:cubicBezTo>
                    <a:pt x="111101" y="30935"/>
                    <a:pt x="89269" y="32018"/>
                    <a:pt x="81520" y="36351"/>
                  </a:cubicBezTo>
                  <a:cubicBezTo>
                    <a:pt x="73354" y="40934"/>
                    <a:pt x="65272" y="55849"/>
                    <a:pt x="66688" y="66931"/>
                  </a:cubicBezTo>
                  <a:cubicBezTo>
                    <a:pt x="63022" y="65182"/>
                    <a:pt x="59106" y="64348"/>
                    <a:pt x="54106" y="65182"/>
                  </a:cubicBezTo>
                  <a:cubicBezTo>
                    <a:pt x="45523" y="66682"/>
                    <a:pt x="35524" y="70848"/>
                    <a:pt x="29775" y="77681"/>
                  </a:cubicBezTo>
                  <a:cubicBezTo>
                    <a:pt x="23692" y="84930"/>
                    <a:pt x="17693" y="102345"/>
                    <a:pt x="22276" y="112594"/>
                  </a:cubicBezTo>
                  <a:cubicBezTo>
                    <a:pt x="14526" y="114844"/>
                    <a:pt x="8110" y="120260"/>
                    <a:pt x="4527" y="129509"/>
                  </a:cubicBezTo>
                  <a:cubicBezTo>
                    <a:pt x="1527" y="137175"/>
                    <a:pt x="1194" y="147424"/>
                    <a:pt x="4610" y="155174"/>
                  </a:cubicBezTo>
                  <a:cubicBezTo>
                    <a:pt x="4360" y="155257"/>
                    <a:pt x="4110" y="155257"/>
                    <a:pt x="3861" y="155341"/>
                  </a:cubicBezTo>
                  <a:cubicBezTo>
                    <a:pt x="1861" y="156007"/>
                    <a:pt x="278" y="158424"/>
                    <a:pt x="111" y="160423"/>
                  </a:cubicBezTo>
                  <a:cubicBezTo>
                    <a:pt x="-1056" y="173589"/>
                    <a:pt x="7277" y="189420"/>
                    <a:pt x="11277" y="201586"/>
                  </a:cubicBezTo>
                  <a:cubicBezTo>
                    <a:pt x="17276" y="219668"/>
                    <a:pt x="22942" y="237749"/>
                    <a:pt x="28358" y="255998"/>
                  </a:cubicBezTo>
                  <a:cubicBezTo>
                    <a:pt x="38607" y="290662"/>
                    <a:pt x="47023" y="325825"/>
                    <a:pt x="58606" y="360072"/>
                  </a:cubicBezTo>
                  <a:cubicBezTo>
                    <a:pt x="71021" y="396735"/>
                    <a:pt x="81354" y="433065"/>
                    <a:pt x="90519" y="470645"/>
                  </a:cubicBezTo>
                  <a:cubicBezTo>
                    <a:pt x="93186" y="481477"/>
                    <a:pt x="94269" y="497893"/>
                    <a:pt x="101768" y="506642"/>
                  </a:cubicBezTo>
                  <a:cubicBezTo>
                    <a:pt x="110184" y="516474"/>
                    <a:pt x="130516" y="521307"/>
                    <a:pt x="141931" y="525807"/>
                  </a:cubicBezTo>
                  <a:cubicBezTo>
                    <a:pt x="144431" y="526807"/>
                    <a:pt x="146931" y="527807"/>
                    <a:pt x="149347" y="528806"/>
                  </a:cubicBezTo>
                  <a:cubicBezTo>
                    <a:pt x="149597" y="528973"/>
                    <a:pt x="149847" y="529057"/>
                    <a:pt x="150097" y="529140"/>
                  </a:cubicBezTo>
                  <a:cubicBezTo>
                    <a:pt x="162513" y="534139"/>
                    <a:pt x="174928" y="539389"/>
                    <a:pt x="187677" y="543555"/>
                  </a:cubicBezTo>
                  <a:cubicBezTo>
                    <a:pt x="199676" y="547555"/>
                    <a:pt x="217008" y="557637"/>
                    <a:pt x="229923" y="555638"/>
                  </a:cubicBezTo>
                  <a:cubicBezTo>
                    <a:pt x="242839" y="553638"/>
                    <a:pt x="256504" y="544222"/>
                    <a:pt x="268503" y="539472"/>
                  </a:cubicBezTo>
                  <a:cubicBezTo>
                    <a:pt x="286252" y="532473"/>
                    <a:pt x="303417" y="524307"/>
                    <a:pt x="320999" y="517141"/>
                  </a:cubicBezTo>
                  <a:cubicBezTo>
                    <a:pt x="328498" y="514141"/>
                    <a:pt x="335997" y="511308"/>
                    <a:pt x="343497" y="508225"/>
                  </a:cubicBezTo>
                  <a:cubicBezTo>
                    <a:pt x="349079" y="505892"/>
                    <a:pt x="358162" y="503975"/>
                    <a:pt x="362662" y="499476"/>
                  </a:cubicBezTo>
                  <a:cubicBezTo>
                    <a:pt x="370827" y="491393"/>
                    <a:pt x="365078" y="477228"/>
                    <a:pt x="363745" y="467395"/>
                  </a:cubicBezTo>
                  <a:cubicBezTo>
                    <a:pt x="358829" y="430316"/>
                    <a:pt x="351246" y="392902"/>
                    <a:pt x="349163" y="355572"/>
                  </a:cubicBezTo>
                  <a:cubicBezTo>
                    <a:pt x="346830" y="313576"/>
                    <a:pt x="344663" y="271080"/>
                    <a:pt x="345746" y="229084"/>
                  </a:cubicBezTo>
                  <a:cubicBezTo>
                    <a:pt x="346246" y="207836"/>
                    <a:pt x="347496" y="186671"/>
                    <a:pt x="348496" y="165506"/>
                  </a:cubicBezTo>
                  <a:cubicBezTo>
                    <a:pt x="349079" y="154674"/>
                    <a:pt x="353412" y="135592"/>
                    <a:pt x="344746" y="126843"/>
                  </a:cubicBezTo>
                  <a:lnTo>
                    <a:pt x="344746" y="126843"/>
                  </a:lnTo>
                  <a:close/>
                  <a:moveTo>
                    <a:pt x="304833" y="82930"/>
                  </a:moveTo>
                  <a:cubicBezTo>
                    <a:pt x="311583" y="81347"/>
                    <a:pt x="319165" y="81180"/>
                    <a:pt x="324582" y="86013"/>
                  </a:cubicBezTo>
                  <a:cubicBezTo>
                    <a:pt x="331498" y="92179"/>
                    <a:pt x="324998" y="102679"/>
                    <a:pt x="320999" y="108094"/>
                  </a:cubicBezTo>
                  <a:cubicBezTo>
                    <a:pt x="319832" y="109678"/>
                    <a:pt x="317582" y="111677"/>
                    <a:pt x="315666" y="113927"/>
                  </a:cubicBezTo>
                  <a:cubicBezTo>
                    <a:pt x="313833" y="112844"/>
                    <a:pt x="311750" y="112011"/>
                    <a:pt x="309583" y="111594"/>
                  </a:cubicBezTo>
                  <a:cubicBezTo>
                    <a:pt x="306583" y="111011"/>
                    <a:pt x="303250" y="111177"/>
                    <a:pt x="300250" y="111761"/>
                  </a:cubicBezTo>
                  <a:cubicBezTo>
                    <a:pt x="300250" y="111761"/>
                    <a:pt x="299917" y="111844"/>
                    <a:pt x="299417" y="112011"/>
                  </a:cubicBezTo>
                  <a:cubicBezTo>
                    <a:pt x="300667" y="108845"/>
                    <a:pt x="301834" y="105762"/>
                    <a:pt x="301584" y="101845"/>
                  </a:cubicBezTo>
                  <a:cubicBezTo>
                    <a:pt x="301334" y="98679"/>
                    <a:pt x="300500" y="95679"/>
                    <a:pt x="298751" y="93263"/>
                  </a:cubicBezTo>
                  <a:cubicBezTo>
                    <a:pt x="301834" y="90429"/>
                    <a:pt x="303750" y="86763"/>
                    <a:pt x="304833" y="82930"/>
                  </a:cubicBezTo>
                  <a:lnTo>
                    <a:pt x="304833" y="82930"/>
                  </a:lnTo>
                  <a:close/>
                  <a:moveTo>
                    <a:pt x="177762" y="205669"/>
                  </a:moveTo>
                  <a:cubicBezTo>
                    <a:pt x="173929" y="208085"/>
                    <a:pt x="169762" y="210668"/>
                    <a:pt x="165679" y="211752"/>
                  </a:cubicBezTo>
                  <a:cubicBezTo>
                    <a:pt x="157763" y="213918"/>
                    <a:pt x="149847" y="209419"/>
                    <a:pt x="142598" y="206919"/>
                  </a:cubicBezTo>
                  <a:cubicBezTo>
                    <a:pt x="134849" y="204336"/>
                    <a:pt x="126933" y="202336"/>
                    <a:pt x="119100" y="200170"/>
                  </a:cubicBezTo>
                  <a:cubicBezTo>
                    <a:pt x="118850" y="193503"/>
                    <a:pt x="121600" y="184838"/>
                    <a:pt x="123100" y="182671"/>
                  </a:cubicBezTo>
                  <a:cubicBezTo>
                    <a:pt x="125516" y="180421"/>
                    <a:pt x="127933" y="178172"/>
                    <a:pt x="130349" y="176005"/>
                  </a:cubicBezTo>
                  <a:cubicBezTo>
                    <a:pt x="136682" y="174255"/>
                    <a:pt x="141848" y="176089"/>
                    <a:pt x="145848" y="181338"/>
                  </a:cubicBezTo>
                  <a:cubicBezTo>
                    <a:pt x="147264" y="182004"/>
                    <a:pt x="147848" y="182671"/>
                    <a:pt x="149597" y="183171"/>
                  </a:cubicBezTo>
                  <a:cubicBezTo>
                    <a:pt x="151264" y="183671"/>
                    <a:pt x="153264" y="183088"/>
                    <a:pt x="153847" y="181338"/>
                  </a:cubicBezTo>
                  <a:cubicBezTo>
                    <a:pt x="158930" y="167006"/>
                    <a:pt x="175345" y="167756"/>
                    <a:pt x="177928" y="182255"/>
                  </a:cubicBezTo>
                  <a:cubicBezTo>
                    <a:pt x="179178" y="189420"/>
                    <a:pt x="177262" y="195003"/>
                    <a:pt x="176262" y="202086"/>
                  </a:cubicBezTo>
                  <a:cubicBezTo>
                    <a:pt x="176012" y="203669"/>
                    <a:pt x="176678" y="204919"/>
                    <a:pt x="177762" y="205669"/>
                  </a:cubicBezTo>
                  <a:lnTo>
                    <a:pt x="177762" y="205669"/>
                  </a:lnTo>
                  <a:close/>
                  <a:moveTo>
                    <a:pt x="76937" y="183088"/>
                  </a:moveTo>
                  <a:cubicBezTo>
                    <a:pt x="69771" y="179338"/>
                    <a:pt x="62522" y="175589"/>
                    <a:pt x="55273" y="172255"/>
                  </a:cubicBezTo>
                  <a:cubicBezTo>
                    <a:pt x="54023" y="171672"/>
                    <a:pt x="52773" y="171089"/>
                    <a:pt x="51523" y="170589"/>
                  </a:cubicBezTo>
                  <a:cubicBezTo>
                    <a:pt x="39024" y="155257"/>
                    <a:pt x="47190" y="136759"/>
                    <a:pt x="69771" y="141842"/>
                  </a:cubicBezTo>
                  <a:cubicBezTo>
                    <a:pt x="72188" y="142425"/>
                    <a:pt x="75521" y="139925"/>
                    <a:pt x="75437" y="137425"/>
                  </a:cubicBezTo>
                  <a:cubicBezTo>
                    <a:pt x="75187" y="117760"/>
                    <a:pt x="101185" y="111095"/>
                    <a:pt x="109434" y="130676"/>
                  </a:cubicBezTo>
                  <a:cubicBezTo>
                    <a:pt x="103935" y="136259"/>
                    <a:pt x="104768" y="141842"/>
                    <a:pt x="105185" y="148174"/>
                  </a:cubicBezTo>
                  <a:cubicBezTo>
                    <a:pt x="101602" y="146091"/>
                    <a:pt x="98435" y="144591"/>
                    <a:pt x="93269" y="145508"/>
                  </a:cubicBezTo>
                  <a:cubicBezTo>
                    <a:pt x="87020" y="146591"/>
                    <a:pt x="82187" y="150841"/>
                    <a:pt x="78770" y="155923"/>
                  </a:cubicBezTo>
                  <a:cubicBezTo>
                    <a:pt x="72688" y="165173"/>
                    <a:pt x="73438" y="174255"/>
                    <a:pt x="76937" y="183088"/>
                  </a:cubicBezTo>
                  <a:lnTo>
                    <a:pt x="76937" y="183088"/>
                  </a:lnTo>
                  <a:close/>
                  <a:moveTo>
                    <a:pt x="81520" y="168339"/>
                  </a:moveTo>
                  <a:cubicBezTo>
                    <a:pt x="82270" y="163090"/>
                    <a:pt x="87353" y="156340"/>
                    <a:pt x="91769" y="153757"/>
                  </a:cubicBezTo>
                  <a:cubicBezTo>
                    <a:pt x="96269" y="151174"/>
                    <a:pt x="102685" y="155341"/>
                    <a:pt x="107435" y="157173"/>
                  </a:cubicBezTo>
                  <a:cubicBezTo>
                    <a:pt x="109518" y="158006"/>
                    <a:pt x="111851" y="156590"/>
                    <a:pt x="112101" y="154424"/>
                  </a:cubicBezTo>
                  <a:cubicBezTo>
                    <a:pt x="112517" y="151341"/>
                    <a:pt x="110768" y="147424"/>
                    <a:pt x="111684" y="144675"/>
                  </a:cubicBezTo>
                  <a:cubicBezTo>
                    <a:pt x="115434" y="140758"/>
                    <a:pt x="119267" y="136842"/>
                    <a:pt x="123016" y="132926"/>
                  </a:cubicBezTo>
                  <a:cubicBezTo>
                    <a:pt x="131099" y="133842"/>
                    <a:pt x="136599" y="137758"/>
                    <a:pt x="139432" y="144675"/>
                  </a:cubicBezTo>
                  <a:cubicBezTo>
                    <a:pt x="142931" y="153507"/>
                    <a:pt x="138182" y="159923"/>
                    <a:pt x="136765" y="167422"/>
                  </a:cubicBezTo>
                  <a:cubicBezTo>
                    <a:pt x="127766" y="165089"/>
                    <a:pt x="118850" y="168589"/>
                    <a:pt x="112101" y="180338"/>
                  </a:cubicBezTo>
                  <a:cubicBezTo>
                    <a:pt x="109768" y="184505"/>
                    <a:pt x="108101" y="191171"/>
                    <a:pt x="108268" y="197337"/>
                  </a:cubicBezTo>
                  <a:cubicBezTo>
                    <a:pt x="106518" y="196837"/>
                    <a:pt x="104851" y="196337"/>
                    <a:pt x="103102" y="195753"/>
                  </a:cubicBezTo>
                  <a:cubicBezTo>
                    <a:pt x="101268" y="195170"/>
                    <a:pt x="99435" y="194503"/>
                    <a:pt x="97602" y="193837"/>
                  </a:cubicBezTo>
                  <a:cubicBezTo>
                    <a:pt x="94352" y="192254"/>
                    <a:pt x="91103" y="190587"/>
                    <a:pt x="87770" y="188837"/>
                  </a:cubicBezTo>
                  <a:cubicBezTo>
                    <a:pt x="84187" y="182504"/>
                    <a:pt x="80437" y="175505"/>
                    <a:pt x="81520" y="168339"/>
                  </a:cubicBezTo>
                  <a:lnTo>
                    <a:pt x="81520" y="168339"/>
                  </a:lnTo>
                  <a:close/>
                  <a:moveTo>
                    <a:pt x="108768" y="114011"/>
                  </a:moveTo>
                  <a:cubicBezTo>
                    <a:pt x="110434" y="98096"/>
                    <a:pt x="118184" y="86097"/>
                    <a:pt x="138182" y="96346"/>
                  </a:cubicBezTo>
                  <a:cubicBezTo>
                    <a:pt x="141182" y="97929"/>
                    <a:pt x="142598" y="101095"/>
                    <a:pt x="146514" y="99845"/>
                  </a:cubicBezTo>
                  <a:cubicBezTo>
                    <a:pt x="152514" y="98012"/>
                    <a:pt x="154597" y="89346"/>
                    <a:pt x="161263" y="87513"/>
                  </a:cubicBezTo>
                  <a:cubicBezTo>
                    <a:pt x="172595" y="84347"/>
                    <a:pt x="182511" y="92763"/>
                    <a:pt x="182011" y="105845"/>
                  </a:cubicBezTo>
                  <a:cubicBezTo>
                    <a:pt x="181844" y="110844"/>
                    <a:pt x="180761" y="111011"/>
                    <a:pt x="181095" y="113344"/>
                  </a:cubicBezTo>
                  <a:cubicBezTo>
                    <a:pt x="177178" y="115344"/>
                    <a:pt x="173595" y="118594"/>
                    <a:pt x="170262" y="122010"/>
                  </a:cubicBezTo>
                  <a:cubicBezTo>
                    <a:pt x="168429" y="119844"/>
                    <a:pt x="167013" y="117760"/>
                    <a:pt x="163096" y="117261"/>
                  </a:cubicBezTo>
                  <a:cubicBezTo>
                    <a:pt x="158097" y="116594"/>
                    <a:pt x="153264" y="119510"/>
                    <a:pt x="149847" y="122843"/>
                  </a:cubicBezTo>
                  <a:cubicBezTo>
                    <a:pt x="147181" y="125426"/>
                    <a:pt x="144514" y="129009"/>
                    <a:pt x="143015" y="132842"/>
                  </a:cubicBezTo>
                  <a:cubicBezTo>
                    <a:pt x="140182" y="129259"/>
                    <a:pt x="136349" y="126510"/>
                    <a:pt x="131349" y="125010"/>
                  </a:cubicBezTo>
                  <a:cubicBezTo>
                    <a:pt x="126933" y="123676"/>
                    <a:pt x="121683" y="124093"/>
                    <a:pt x="117017" y="125759"/>
                  </a:cubicBezTo>
                  <a:cubicBezTo>
                    <a:pt x="114851" y="120927"/>
                    <a:pt x="112184" y="116927"/>
                    <a:pt x="108768" y="114011"/>
                  </a:cubicBezTo>
                  <a:lnTo>
                    <a:pt x="108768" y="114011"/>
                  </a:lnTo>
                  <a:close/>
                  <a:moveTo>
                    <a:pt x="149681" y="174755"/>
                  </a:moveTo>
                  <a:cubicBezTo>
                    <a:pt x="148431" y="173589"/>
                    <a:pt x="147098" y="172589"/>
                    <a:pt x="145848" y="171672"/>
                  </a:cubicBezTo>
                  <a:cubicBezTo>
                    <a:pt x="150264" y="162006"/>
                    <a:pt x="151014" y="149091"/>
                    <a:pt x="146764" y="139092"/>
                  </a:cubicBezTo>
                  <a:cubicBezTo>
                    <a:pt x="148014" y="134675"/>
                    <a:pt x="151431" y="130009"/>
                    <a:pt x="154180" y="128176"/>
                  </a:cubicBezTo>
                  <a:cubicBezTo>
                    <a:pt x="163929" y="122010"/>
                    <a:pt x="163679" y="128009"/>
                    <a:pt x="168012" y="130843"/>
                  </a:cubicBezTo>
                  <a:cubicBezTo>
                    <a:pt x="169929" y="132092"/>
                    <a:pt x="172179" y="131759"/>
                    <a:pt x="173679" y="130009"/>
                  </a:cubicBezTo>
                  <a:cubicBezTo>
                    <a:pt x="175928" y="127343"/>
                    <a:pt x="178595" y="123176"/>
                    <a:pt x="181844" y="121677"/>
                  </a:cubicBezTo>
                  <a:cubicBezTo>
                    <a:pt x="193177" y="116510"/>
                    <a:pt x="198260" y="125010"/>
                    <a:pt x="195593" y="133842"/>
                  </a:cubicBezTo>
                  <a:cubicBezTo>
                    <a:pt x="194427" y="137758"/>
                    <a:pt x="192510" y="140758"/>
                    <a:pt x="192427" y="144508"/>
                  </a:cubicBezTo>
                  <a:cubicBezTo>
                    <a:pt x="190260" y="145008"/>
                    <a:pt x="188094" y="146008"/>
                    <a:pt x="186261" y="147258"/>
                  </a:cubicBezTo>
                  <a:cubicBezTo>
                    <a:pt x="181428" y="150507"/>
                    <a:pt x="176095" y="158424"/>
                    <a:pt x="175762" y="165339"/>
                  </a:cubicBezTo>
                  <a:cubicBezTo>
                    <a:pt x="164013" y="160173"/>
                    <a:pt x="155180" y="165173"/>
                    <a:pt x="149681" y="174755"/>
                  </a:cubicBezTo>
                  <a:lnTo>
                    <a:pt x="149681" y="174755"/>
                  </a:lnTo>
                  <a:close/>
                  <a:moveTo>
                    <a:pt x="182261" y="169672"/>
                  </a:moveTo>
                  <a:cubicBezTo>
                    <a:pt x="182844" y="160923"/>
                    <a:pt x="195177" y="150424"/>
                    <a:pt x="200676" y="157424"/>
                  </a:cubicBezTo>
                  <a:cubicBezTo>
                    <a:pt x="201509" y="158507"/>
                    <a:pt x="203009" y="159090"/>
                    <a:pt x="204342" y="158840"/>
                  </a:cubicBezTo>
                  <a:cubicBezTo>
                    <a:pt x="211842" y="157424"/>
                    <a:pt x="214175" y="147258"/>
                    <a:pt x="220508" y="143175"/>
                  </a:cubicBezTo>
                  <a:cubicBezTo>
                    <a:pt x="229090" y="137592"/>
                    <a:pt x="238256" y="140092"/>
                    <a:pt x="239756" y="150757"/>
                  </a:cubicBezTo>
                  <a:cubicBezTo>
                    <a:pt x="240922" y="158923"/>
                    <a:pt x="237089" y="166089"/>
                    <a:pt x="232340" y="172589"/>
                  </a:cubicBezTo>
                  <a:cubicBezTo>
                    <a:pt x="231423" y="173839"/>
                    <a:pt x="231257" y="175255"/>
                    <a:pt x="231590" y="176588"/>
                  </a:cubicBezTo>
                  <a:cubicBezTo>
                    <a:pt x="216008" y="184338"/>
                    <a:pt x="200676" y="192337"/>
                    <a:pt x="185594" y="201086"/>
                  </a:cubicBezTo>
                  <a:cubicBezTo>
                    <a:pt x="191094" y="190254"/>
                    <a:pt x="191260" y="177672"/>
                    <a:pt x="182261" y="169672"/>
                  </a:cubicBezTo>
                  <a:lnTo>
                    <a:pt x="182261" y="169672"/>
                  </a:lnTo>
                  <a:close/>
                  <a:moveTo>
                    <a:pt x="212258" y="138425"/>
                  </a:moveTo>
                  <a:cubicBezTo>
                    <a:pt x="210009" y="140508"/>
                    <a:pt x="207675" y="145674"/>
                    <a:pt x="205259" y="147174"/>
                  </a:cubicBezTo>
                  <a:cubicBezTo>
                    <a:pt x="204592" y="147591"/>
                    <a:pt x="204259" y="147924"/>
                    <a:pt x="204176" y="148174"/>
                  </a:cubicBezTo>
                  <a:cubicBezTo>
                    <a:pt x="204009" y="148091"/>
                    <a:pt x="203759" y="148091"/>
                    <a:pt x="203426" y="148008"/>
                  </a:cubicBezTo>
                  <a:cubicBezTo>
                    <a:pt x="202009" y="147674"/>
                    <a:pt x="201176" y="147258"/>
                    <a:pt x="200593" y="146758"/>
                  </a:cubicBezTo>
                  <a:cubicBezTo>
                    <a:pt x="205592" y="139008"/>
                    <a:pt x="207509" y="127676"/>
                    <a:pt x="202843" y="119844"/>
                  </a:cubicBezTo>
                  <a:cubicBezTo>
                    <a:pt x="203843" y="116927"/>
                    <a:pt x="205342" y="114094"/>
                    <a:pt x="207426" y="112261"/>
                  </a:cubicBezTo>
                  <a:cubicBezTo>
                    <a:pt x="211092" y="110261"/>
                    <a:pt x="214675" y="108261"/>
                    <a:pt x="218341" y="106261"/>
                  </a:cubicBezTo>
                  <a:cubicBezTo>
                    <a:pt x="220341" y="107345"/>
                    <a:pt x="222424" y="108261"/>
                    <a:pt x="224507" y="109094"/>
                  </a:cubicBezTo>
                  <a:cubicBezTo>
                    <a:pt x="228340" y="109844"/>
                    <a:pt x="229507" y="108845"/>
                    <a:pt x="232590" y="106845"/>
                  </a:cubicBezTo>
                  <a:cubicBezTo>
                    <a:pt x="236340" y="104428"/>
                    <a:pt x="240423" y="100512"/>
                    <a:pt x="244756" y="100179"/>
                  </a:cubicBezTo>
                  <a:cubicBezTo>
                    <a:pt x="245505" y="100429"/>
                    <a:pt x="246255" y="100512"/>
                    <a:pt x="247005" y="100345"/>
                  </a:cubicBezTo>
                  <a:cubicBezTo>
                    <a:pt x="249005" y="100762"/>
                    <a:pt x="251005" y="102012"/>
                    <a:pt x="253088" y="104511"/>
                  </a:cubicBezTo>
                  <a:cubicBezTo>
                    <a:pt x="255588" y="107511"/>
                    <a:pt x="256504" y="116344"/>
                    <a:pt x="256088" y="118844"/>
                  </a:cubicBezTo>
                  <a:cubicBezTo>
                    <a:pt x="254921" y="126176"/>
                    <a:pt x="248755" y="130759"/>
                    <a:pt x="246339" y="137425"/>
                  </a:cubicBezTo>
                  <a:cubicBezTo>
                    <a:pt x="246255" y="137258"/>
                    <a:pt x="246089" y="137092"/>
                    <a:pt x="246005" y="136925"/>
                  </a:cubicBezTo>
                  <a:cubicBezTo>
                    <a:pt x="236756" y="125093"/>
                    <a:pt x="222174" y="129009"/>
                    <a:pt x="212258" y="138425"/>
                  </a:cubicBezTo>
                  <a:lnTo>
                    <a:pt x="212258" y="138425"/>
                  </a:lnTo>
                  <a:close/>
                  <a:moveTo>
                    <a:pt x="249755" y="142758"/>
                  </a:moveTo>
                  <a:cubicBezTo>
                    <a:pt x="250505" y="142591"/>
                    <a:pt x="251255" y="142258"/>
                    <a:pt x="251755" y="141758"/>
                  </a:cubicBezTo>
                  <a:cubicBezTo>
                    <a:pt x="253671" y="139759"/>
                    <a:pt x="255421" y="137675"/>
                    <a:pt x="257088" y="135592"/>
                  </a:cubicBezTo>
                  <a:cubicBezTo>
                    <a:pt x="259254" y="134009"/>
                    <a:pt x="261421" y="132592"/>
                    <a:pt x="263754" y="131509"/>
                  </a:cubicBezTo>
                  <a:cubicBezTo>
                    <a:pt x="269420" y="128926"/>
                    <a:pt x="274503" y="129343"/>
                    <a:pt x="277336" y="135675"/>
                  </a:cubicBezTo>
                  <a:cubicBezTo>
                    <a:pt x="278003" y="137175"/>
                    <a:pt x="277086" y="139425"/>
                    <a:pt x="277669" y="141175"/>
                  </a:cubicBezTo>
                  <a:cubicBezTo>
                    <a:pt x="278586" y="143675"/>
                    <a:pt x="279669" y="144425"/>
                    <a:pt x="282169" y="145008"/>
                  </a:cubicBezTo>
                  <a:cubicBezTo>
                    <a:pt x="284419" y="145508"/>
                    <a:pt x="286252" y="143842"/>
                    <a:pt x="287918" y="146008"/>
                  </a:cubicBezTo>
                  <a:cubicBezTo>
                    <a:pt x="288502" y="146758"/>
                    <a:pt x="288668" y="147674"/>
                    <a:pt x="288585" y="148674"/>
                  </a:cubicBezTo>
                  <a:cubicBezTo>
                    <a:pt x="279502" y="153174"/>
                    <a:pt x="270337" y="157673"/>
                    <a:pt x="261254" y="162090"/>
                  </a:cubicBezTo>
                  <a:cubicBezTo>
                    <a:pt x="257004" y="164173"/>
                    <a:pt x="252838" y="166173"/>
                    <a:pt x="248672" y="168256"/>
                  </a:cubicBezTo>
                  <a:cubicBezTo>
                    <a:pt x="252588" y="160173"/>
                    <a:pt x="253671" y="151174"/>
                    <a:pt x="249755" y="142758"/>
                  </a:cubicBezTo>
                  <a:lnTo>
                    <a:pt x="249755" y="142758"/>
                  </a:lnTo>
                  <a:close/>
                  <a:moveTo>
                    <a:pt x="284669" y="137258"/>
                  </a:moveTo>
                  <a:cubicBezTo>
                    <a:pt x="284085" y="134092"/>
                    <a:pt x="285002" y="130426"/>
                    <a:pt x="282669" y="127509"/>
                  </a:cubicBezTo>
                  <a:cubicBezTo>
                    <a:pt x="280336" y="124593"/>
                    <a:pt x="276419" y="123676"/>
                    <a:pt x="272920" y="123676"/>
                  </a:cubicBezTo>
                  <a:cubicBezTo>
                    <a:pt x="269253" y="123593"/>
                    <a:pt x="266004" y="124676"/>
                    <a:pt x="263004" y="126259"/>
                  </a:cubicBezTo>
                  <a:cubicBezTo>
                    <a:pt x="265420" y="120760"/>
                    <a:pt x="266087" y="114844"/>
                    <a:pt x="264087" y="107928"/>
                  </a:cubicBezTo>
                  <a:cubicBezTo>
                    <a:pt x="270420" y="101595"/>
                    <a:pt x="283335" y="92596"/>
                    <a:pt x="290251" y="100012"/>
                  </a:cubicBezTo>
                  <a:cubicBezTo>
                    <a:pt x="295418" y="105595"/>
                    <a:pt x="289502" y="111011"/>
                    <a:pt x="288585" y="117177"/>
                  </a:cubicBezTo>
                  <a:cubicBezTo>
                    <a:pt x="288252" y="119260"/>
                    <a:pt x="289585" y="121010"/>
                    <a:pt x="291418" y="121927"/>
                  </a:cubicBezTo>
                  <a:cubicBezTo>
                    <a:pt x="294668" y="123510"/>
                    <a:pt x="297084" y="121677"/>
                    <a:pt x="300334" y="121010"/>
                  </a:cubicBezTo>
                  <a:cubicBezTo>
                    <a:pt x="306750" y="119677"/>
                    <a:pt x="307916" y="118594"/>
                    <a:pt x="310750" y="125426"/>
                  </a:cubicBezTo>
                  <a:cubicBezTo>
                    <a:pt x="313416" y="131843"/>
                    <a:pt x="311833" y="135675"/>
                    <a:pt x="306250" y="139759"/>
                  </a:cubicBezTo>
                  <a:cubicBezTo>
                    <a:pt x="306167" y="139842"/>
                    <a:pt x="306083" y="139925"/>
                    <a:pt x="306000" y="140008"/>
                  </a:cubicBezTo>
                  <a:cubicBezTo>
                    <a:pt x="303583" y="141258"/>
                    <a:pt x="301167" y="142425"/>
                    <a:pt x="298751" y="143675"/>
                  </a:cubicBezTo>
                  <a:cubicBezTo>
                    <a:pt x="298667" y="142842"/>
                    <a:pt x="298417" y="142008"/>
                    <a:pt x="298084" y="141175"/>
                  </a:cubicBezTo>
                  <a:cubicBezTo>
                    <a:pt x="295001" y="134509"/>
                    <a:pt x="289918" y="136842"/>
                    <a:pt x="284669" y="137258"/>
                  </a:cubicBezTo>
                  <a:lnTo>
                    <a:pt x="284669" y="137258"/>
                  </a:lnTo>
                  <a:close/>
                  <a:moveTo>
                    <a:pt x="294584" y="68932"/>
                  </a:moveTo>
                  <a:cubicBezTo>
                    <a:pt x="298501" y="75931"/>
                    <a:pt x="294168" y="82013"/>
                    <a:pt x="292001" y="88846"/>
                  </a:cubicBezTo>
                  <a:cubicBezTo>
                    <a:pt x="280252" y="85013"/>
                    <a:pt x="268587" y="92513"/>
                    <a:pt x="261587" y="101845"/>
                  </a:cubicBezTo>
                  <a:cubicBezTo>
                    <a:pt x="259088" y="97346"/>
                    <a:pt x="255588" y="94346"/>
                    <a:pt x="251422" y="93179"/>
                  </a:cubicBezTo>
                  <a:cubicBezTo>
                    <a:pt x="252921" y="87763"/>
                    <a:pt x="252255" y="82347"/>
                    <a:pt x="250172" y="77681"/>
                  </a:cubicBezTo>
                  <a:cubicBezTo>
                    <a:pt x="251921" y="68932"/>
                    <a:pt x="257671" y="61849"/>
                    <a:pt x="267004" y="66765"/>
                  </a:cubicBezTo>
                  <a:cubicBezTo>
                    <a:pt x="269753" y="68265"/>
                    <a:pt x="269670" y="69265"/>
                    <a:pt x="273086" y="68431"/>
                  </a:cubicBezTo>
                  <a:cubicBezTo>
                    <a:pt x="277586" y="67348"/>
                    <a:pt x="281752" y="63932"/>
                    <a:pt x="285752" y="63265"/>
                  </a:cubicBezTo>
                  <a:cubicBezTo>
                    <a:pt x="286668" y="63682"/>
                    <a:pt x="287752" y="63765"/>
                    <a:pt x="288751" y="63432"/>
                  </a:cubicBezTo>
                  <a:cubicBezTo>
                    <a:pt x="290668" y="63932"/>
                    <a:pt x="292668" y="65515"/>
                    <a:pt x="294584" y="68932"/>
                  </a:cubicBezTo>
                  <a:lnTo>
                    <a:pt x="294584" y="68932"/>
                  </a:lnTo>
                  <a:close/>
                  <a:moveTo>
                    <a:pt x="257921" y="39351"/>
                  </a:moveTo>
                  <a:cubicBezTo>
                    <a:pt x="259504" y="40268"/>
                    <a:pt x="261171" y="40434"/>
                    <a:pt x="262671" y="39267"/>
                  </a:cubicBezTo>
                  <a:cubicBezTo>
                    <a:pt x="269003" y="34601"/>
                    <a:pt x="277503" y="25602"/>
                    <a:pt x="284919" y="34768"/>
                  </a:cubicBezTo>
                  <a:cubicBezTo>
                    <a:pt x="290501" y="41684"/>
                    <a:pt x="286252" y="48350"/>
                    <a:pt x="283752" y="55016"/>
                  </a:cubicBezTo>
                  <a:cubicBezTo>
                    <a:pt x="282669" y="55183"/>
                    <a:pt x="281586" y="55432"/>
                    <a:pt x="280419" y="55766"/>
                  </a:cubicBezTo>
                  <a:cubicBezTo>
                    <a:pt x="277086" y="56849"/>
                    <a:pt x="273336" y="60682"/>
                    <a:pt x="270337" y="60016"/>
                  </a:cubicBezTo>
                  <a:cubicBezTo>
                    <a:pt x="266170" y="59099"/>
                    <a:pt x="266004" y="55599"/>
                    <a:pt x="260421" y="56266"/>
                  </a:cubicBezTo>
                  <a:cubicBezTo>
                    <a:pt x="253171" y="57266"/>
                    <a:pt x="248339" y="64348"/>
                    <a:pt x="246089" y="71515"/>
                  </a:cubicBezTo>
                  <a:cubicBezTo>
                    <a:pt x="240589" y="65348"/>
                    <a:pt x="232173" y="62182"/>
                    <a:pt x="223591" y="65265"/>
                  </a:cubicBezTo>
                  <a:cubicBezTo>
                    <a:pt x="225257" y="59516"/>
                    <a:pt x="226340" y="53933"/>
                    <a:pt x="225757" y="48850"/>
                  </a:cubicBezTo>
                  <a:cubicBezTo>
                    <a:pt x="227340" y="42017"/>
                    <a:pt x="234256" y="32768"/>
                    <a:pt x="240922" y="30852"/>
                  </a:cubicBezTo>
                  <a:cubicBezTo>
                    <a:pt x="251672" y="27935"/>
                    <a:pt x="252255" y="36184"/>
                    <a:pt x="257921" y="39351"/>
                  </a:cubicBezTo>
                  <a:lnTo>
                    <a:pt x="257921" y="39351"/>
                  </a:lnTo>
                  <a:close/>
                  <a:moveTo>
                    <a:pt x="236923" y="18019"/>
                  </a:moveTo>
                  <a:cubicBezTo>
                    <a:pt x="237839" y="18436"/>
                    <a:pt x="240006" y="20602"/>
                    <a:pt x="242089" y="21936"/>
                  </a:cubicBezTo>
                  <a:cubicBezTo>
                    <a:pt x="241339" y="22102"/>
                    <a:pt x="240589" y="22352"/>
                    <a:pt x="239839" y="22685"/>
                  </a:cubicBezTo>
                  <a:cubicBezTo>
                    <a:pt x="232423" y="25435"/>
                    <a:pt x="225341" y="32018"/>
                    <a:pt x="222507" y="39684"/>
                  </a:cubicBezTo>
                  <a:cubicBezTo>
                    <a:pt x="221258" y="37851"/>
                    <a:pt x="219508" y="36101"/>
                    <a:pt x="217341" y="34518"/>
                  </a:cubicBezTo>
                  <a:cubicBezTo>
                    <a:pt x="217508" y="33518"/>
                    <a:pt x="217675" y="32518"/>
                    <a:pt x="217841" y="31518"/>
                  </a:cubicBezTo>
                  <a:cubicBezTo>
                    <a:pt x="220258" y="23769"/>
                    <a:pt x="228424" y="14187"/>
                    <a:pt x="236923" y="18019"/>
                  </a:cubicBezTo>
                  <a:lnTo>
                    <a:pt x="236923" y="18019"/>
                  </a:lnTo>
                  <a:close/>
                  <a:moveTo>
                    <a:pt x="231507" y="72431"/>
                  </a:moveTo>
                  <a:cubicBezTo>
                    <a:pt x="233590" y="73431"/>
                    <a:pt x="235756" y="74431"/>
                    <a:pt x="237839" y="75431"/>
                  </a:cubicBezTo>
                  <a:cubicBezTo>
                    <a:pt x="244006" y="80680"/>
                    <a:pt x="245589" y="86346"/>
                    <a:pt x="242422" y="92429"/>
                  </a:cubicBezTo>
                  <a:cubicBezTo>
                    <a:pt x="242422" y="92679"/>
                    <a:pt x="242422" y="92846"/>
                    <a:pt x="242339" y="93012"/>
                  </a:cubicBezTo>
                  <a:cubicBezTo>
                    <a:pt x="240506" y="93429"/>
                    <a:pt x="238673" y="93929"/>
                    <a:pt x="236756" y="94762"/>
                  </a:cubicBezTo>
                  <a:cubicBezTo>
                    <a:pt x="234590" y="95679"/>
                    <a:pt x="232840" y="97262"/>
                    <a:pt x="230923" y="98429"/>
                  </a:cubicBezTo>
                  <a:cubicBezTo>
                    <a:pt x="226507" y="101012"/>
                    <a:pt x="226507" y="100345"/>
                    <a:pt x="221758" y="99262"/>
                  </a:cubicBezTo>
                  <a:cubicBezTo>
                    <a:pt x="216341" y="98012"/>
                    <a:pt x="212925" y="97095"/>
                    <a:pt x="207759" y="100762"/>
                  </a:cubicBezTo>
                  <a:cubicBezTo>
                    <a:pt x="203509" y="103762"/>
                    <a:pt x="199676" y="108928"/>
                    <a:pt x="197760" y="114427"/>
                  </a:cubicBezTo>
                  <a:cubicBezTo>
                    <a:pt x="194927" y="112511"/>
                    <a:pt x="192260" y="111594"/>
                    <a:pt x="189677" y="111428"/>
                  </a:cubicBezTo>
                  <a:cubicBezTo>
                    <a:pt x="192177" y="106261"/>
                    <a:pt x="192260" y="101095"/>
                    <a:pt x="190677" y="96429"/>
                  </a:cubicBezTo>
                  <a:cubicBezTo>
                    <a:pt x="191594" y="95929"/>
                    <a:pt x="192177" y="95012"/>
                    <a:pt x="191927" y="93679"/>
                  </a:cubicBezTo>
                  <a:cubicBezTo>
                    <a:pt x="191094" y="87930"/>
                    <a:pt x="189094" y="80097"/>
                    <a:pt x="193927" y="75264"/>
                  </a:cubicBezTo>
                  <a:cubicBezTo>
                    <a:pt x="201343" y="67765"/>
                    <a:pt x="204342" y="75931"/>
                    <a:pt x="209925" y="79430"/>
                  </a:cubicBezTo>
                  <a:cubicBezTo>
                    <a:pt x="212175" y="80847"/>
                    <a:pt x="212425" y="81847"/>
                    <a:pt x="215258" y="81597"/>
                  </a:cubicBezTo>
                  <a:cubicBezTo>
                    <a:pt x="222674" y="81014"/>
                    <a:pt x="221091" y="71431"/>
                    <a:pt x="231507" y="72431"/>
                  </a:cubicBezTo>
                  <a:lnTo>
                    <a:pt x="231507" y="72431"/>
                  </a:lnTo>
                  <a:close/>
                  <a:moveTo>
                    <a:pt x="177595" y="32935"/>
                  </a:moveTo>
                  <a:cubicBezTo>
                    <a:pt x="174595" y="18686"/>
                    <a:pt x="193427" y="1021"/>
                    <a:pt x="206592" y="10770"/>
                  </a:cubicBezTo>
                  <a:cubicBezTo>
                    <a:pt x="214342" y="16519"/>
                    <a:pt x="210259" y="22519"/>
                    <a:pt x="209675" y="30185"/>
                  </a:cubicBezTo>
                  <a:cubicBezTo>
                    <a:pt x="209675" y="30352"/>
                    <a:pt x="209675" y="30518"/>
                    <a:pt x="209675" y="30685"/>
                  </a:cubicBezTo>
                  <a:cubicBezTo>
                    <a:pt x="207259" y="30185"/>
                    <a:pt x="204759" y="30352"/>
                    <a:pt x="201843" y="31352"/>
                  </a:cubicBezTo>
                  <a:cubicBezTo>
                    <a:pt x="199510" y="32185"/>
                    <a:pt x="195927" y="34101"/>
                    <a:pt x="193927" y="35934"/>
                  </a:cubicBezTo>
                  <a:cubicBezTo>
                    <a:pt x="192594" y="37184"/>
                    <a:pt x="191344" y="39684"/>
                    <a:pt x="189927" y="41434"/>
                  </a:cubicBezTo>
                  <a:cubicBezTo>
                    <a:pt x="186011" y="37434"/>
                    <a:pt x="182011" y="34601"/>
                    <a:pt x="177595" y="33685"/>
                  </a:cubicBezTo>
                  <a:cubicBezTo>
                    <a:pt x="177595" y="33435"/>
                    <a:pt x="177678" y="33185"/>
                    <a:pt x="177595" y="32935"/>
                  </a:cubicBezTo>
                  <a:lnTo>
                    <a:pt x="177595" y="32935"/>
                  </a:lnTo>
                  <a:close/>
                  <a:moveTo>
                    <a:pt x="186094" y="49933"/>
                  </a:moveTo>
                  <a:cubicBezTo>
                    <a:pt x="187511" y="51516"/>
                    <a:pt x="189260" y="51766"/>
                    <a:pt x="191260" y="51183"/>
                  </a:cubicBezTo>
                  <a:cubicBezTo>
                    <a:pt x="195010" y="50017"/>
                    <a:pt x="195760" y="46350"/>
                    <a:pt x="198843" y="44850"/>
                  </a:cubicBezTo>
                  <a:cubicBezTo>
                    <a:pt x="202676" y="42934"/>
                    <a:pt x="212592" y="43184"/>
                    <a:pt x="215258" y="46850"/>
                  </a:cubicBezTo>
                  <a:cubicBezTo>
                    <a:pt x="218258" y="51016"/>
                    <a:pt x="215925" y="59849"/>
                    <a:pt x="215175" y="64515"/>
                  </a:cubicBezTo>
                  <a:cubicBezTo>
                    <a:pt x="214842" y="66431"/>
                    <a:pt x="216008" y="67931"/>
                    <a:pt x="217508" y="68681"/>
                  </a:cubicBezTo>
                  <a:cubicBezTo>
                    <a:pt x="217425" y="68765"/>
                    <a:pt x="217341" y="68765"/>
                    <a:pt x="217258" y="68848"/>
                  </a:cubicBezTo>
                  <a:cubicBezTo>
                    <a:pt x="215841" y="69932"/>
                    <a:pt x="215258" y="72015"/>
                    <a:pt x="213425" y="72015"/>
                  </a:cubicBezTo>
                  <a:cubicBezTo>
                    <a:pt x="213175" y="72015"/>
                    <a:pt x="208342" y="66765"/>
                    <a:pt x="207342" y="66265"/>
                  </a:cubicBezTo>
                  <a:cubicBezTo>
                    <a:pt x="203343" y="64015"/>
                    <a:pt x="199676" y="64099"/>
                    <a:pt x="195343" y="65682"/>
                  </a:cubicBezTo>
                  <a:cubicBezTo>
                    <a:pt x="184844" y="69515"/>
                    <a:pt x="183594" y="78181"/>
                    <a:pt x="184928" y="87180"/>
                  </a:cubicBezTo>
                  <a:cubicBezTo>
                    <a:pt x="178178" y="80264"/>
                    <a:pt x="167596" y="76598"/>
                    <a:pt x="158097" y="79764"/>
                  </a:cubicBezTo>
                  <a:cubicBezTo>
                    <a:pt x="158847" y="73598"/>
                    <a:pt x="157680" y="67015"/>
                    <a:pt x="154847" y="61265"/>
                  </a:cubicBezTo>
                  <a:cubicBezTo>
                    <a:pt x="159846" y="50017"/>
                    <a:pt x="170012" y="31935"/>
                    <a:pt x="186094" y="49933"/>
                  </a:cubicBezTo>
                  <a:lnTo>
                    <a:pt x="186094" y="49933"/>
                  </a:lnTo>
                  <a:close/>
                  <a:moveTo>
                    <a:pt x="141765" y="17186"/>
                  </a:moveTo>
                  <a:cubicBezTo>
                    <a:pt x="154930" y="10270"/>
                    <a:pt x="163596" y="24852"/>
                    <a:pt x="169929" y="33851"/>
                  </a:cubicBezTo>
                  <a:cubicBezTo>
                    <a:pt x="167512" y="34518"/>
                    <a:pt x="164846" y="35684"/>
                    <a:pt x="162013" y="37518"/>
                  </a:cubicBezTo>
                  <a:cubicBezTo>
                    <a:pt x="156847" y="40850"/>
                    <a:pt x="150681" y="47600"/>
                    <a:pt x="150014" y="54183"/>
                  </a:cubicBezTo>
                  <a:cubicBezTo>
                    <a:pt x="146264" y="49933"/>
                    <a:pt x="141348" y="46850"/>
                    <a:pt x="135349" y="45683"/>
                  </a:cubicBezTo>
                  <a:cubicBezTo>
                    <a:pt x="132766" y="45184"/>
                    <a:pt x="130432" y="45184"/>
                    <a:pt x="128349" y="45600"/>
                  </a:cubicBezTo>
                  <a:cubicBezTo>
                    <a:pt x="125266" y="35518"/>
                    <a:pt x="132682" y="21936"/>
                    <a:pt x="141765" y="17186"/>
                  </a:cubicBezTo>
                  <a:lnTo>
                    <a:pt x="141765" y="17186"/>
                  </a:lnTo>
                  <a:close/>
                  <a:moveTo>
                    <a:pt x="129266" y="60182"/>
                  </a:moveTo>
                  <a:cubicBezTo>
                    <a:pt x="139682" y="56433"/>
                    <a:pt x="139932" y="55599"/>
                    <a:pt x="145681" y="64182"/>
                  </a:cubicBezTo>
                  <a:cubicBezTo>
                    <a:pt x="149931" y="70514"/>
                    <a:pt x="150181" y="75514"/>
                    <a:pt x="149764" y="83263"/>
                  </a:cubicBezTo>
                  <a:cubicBezTo>
                    <a:pt x="149764" y="83680"/>
                    <a:pt x="149847" y="84014"/>
                    <a:pt x="149931" y="84430"/>
                  </a:cubicBezTo>
                  <a:cubicBezTo>
                    <a:pt x="149847" y="84514"/>
                    <a:pt x="149764" y="84596"/>
                    <a:pt x="149681" y="84680"/>
                  </a:cubicBezTo>
                  <a:cubicBezTo>
                    <a:pt x="150931" y="83597"/>
                    <a:pt x="142098" y="92846"/>
                    <a:pt x="144265" y="92346"/>
                  </a:cubicBezTo>
                  <a:cubicBezTo>
                    <a:pt x="140682" y="93263"/>
                    <a:pt x="138598" y="87430"/>
                    <a:pt x="134849" y="85096"/>
                  </a:cubicBezTo>
                  <a:cubicBezTo>
                    <a:pt x="129849" y="82013"/>
                    <a:pt x="126266" y="81014"/>
                    <a:pt x="120600" y="83097"/>
                  </a:cubicBezTo>
                  <a:cubicBezTo>
                    <a:pt x="108518" y="87680"/>
                    <a:pt x="104018" y="99012"/>
                    <a:pt x="103018" y="110677"/>
                  </a:cubicBezTo>
                  <a:cubicBezTo>
                    <a:pt x="98269" y="108678"/>
                    <a:pt x="92686" y="108261"/>
                    <a:pt x="86103" y="109678"/>
                  </a:cubicBezTo>
                  <a:cubicBezTo>
                    <a:pt x="84187" y="106178"/>
                    <a:pt x="82187" y="102679"/>
                    <a:pt x="79854" y="99429"/>
                  </a:cubicBezTo>
                  <a:cubicBezTo>
                    <a:pt x="76271" y="84097"/>
                    <a:pt x="81520" y="62015"/>
                    <a:pt x="102435" y="72431"/>
                  </a:cubicBezTo>
                  <a:cubicBezTo>
                    <a:pt x="105935" y="74181"/>
                    <a:pt x="107768" y="77347"/>
                    <a:pt x="111851" y="77930"/>
                  </a:cubicBezTo>
                  <a:cubicBezTo>
                    <a:pt x="113351" y="78181"/>
                    <a:pt x="114517" y="77181"/>
                    <a:pt x="115100" y="76014"/>
                  </a:cubicBezTo>
                  <a:cubicBezTo>
                    <a:pt x="115934" y="74348"/>
                    <a:pt x="116600" y="72681"/>
                    <a:pt x="117267" y="70931"/>
                  </a:cubicBezTo>
                  <a:cubicBezTo>
                    <a:pt x="120517" y="62765"/>
                    <a:pt x="118017" y="64265"/>
                    <a:pt x="129266" y="60182"/>
                  </a:cubicBezTo>
                  <a:lnTo>
                    <a:pt x="129266" y="60182"/>
                  </a:lnTo>
                  <a:close/>
                  <a:moveTo>
                    <a:pt x="90519" y="42434"/>
                  </a:moveTo>
                  <a:cubicBezTo>
                    <a:pt x="95602" y="41184"/>
                    <a:pt x="101185" y="42100"/>
                    <a:pt x="106268" y="42934"/>
                  </a:cubicBezTo>
                  <a:cubicBezTo>
                    <a:pt x="112267" y="43851"/>
                    <a:pt x="115850" y="45934"/>
                    <a:pt x="120267" y="49517"/>
                  </a:cubicBezTo>
                  <a:cubicBezTo>
                    <a:pt x="114684" y="54516"/>
                    <a:pt x="111934" y="63265"/>
                    <a:pt x="110018" y="71015"/>
                  </a:cubicBezTo>
                  <a:cubicBezTo>
                    <a:pt x="105435" y="68848"/>
                    <a:pt x="101685" y="63265"/>
                    <a:pt x="96269" y="62349"/>
                  </a:cubicBezTo>
                  <a:cubicBezTo>
                    <a:pt x="90519" y="61349"/>
                    <a:pt x="85520" y="63682"/>
                    <a:pt x="81354" y="67598"/>
                  </a:cubicBezTo>
                  <a:cubicBezTo>
                    <a:pt x="79354" y="69515"/>
                    <a:pt x="77687" y="71431"/>
                    <a:pt x="76437" y="73431"/>
                  </a:cubicBezTo>
                  <a:cubicBezTo>
                    <a:pt x="75937" y="73098"/>
                    <a:pt x="75521" y="72764"/>
                    <a:pt x="75021" y="72431"/>
                  </a:cubicBezTo>
                  <a:cubicBezTo>
                    <a:pt x="72688" y="61182"/>
                    <a:pt x="80104" y="44934"/>
                    <a:pt x="90519" y="42434"/>
                  </a:cubicBezTo>
                  <a:lnTo>
                    <a:pt x="90519" y="42434"/>
                  </a:lnTo>
                  <a:close/>
                  <a:moveTo>
                    <a:pt x="30025" y="94596"/>
                  </a:moveTo>
                  <a:cubicBezTo>
                    <a:pt x="32191" y="87263"/>
                    <a:pt x="35024" y="81847"/>
                    <a:pt x="41607" y="77681"/>
                  </a:cubicBezTo>
                  <a:cubicBezTo>
                    <a:pt x="46773" y="74431"/>
                    <a:pt x="54523" y="70848"/>
                    <a:pt x="60605" y="71764"/>
                  </a:cubicBezTo>
                  <a:cubicBezTo>
                    <a:pt x="65272" y="72431"/>
                    <a:pt x="69521" y="76764"/>
                    <a:pt x="73771" y="79097"/>
                  </a:cubicBezTo>
                  <a:cubicBezTo>
                    <a:pt x="72438" y="83430"/>
                    <a:pt x="72354" y="87846"/>
                    <a:pt x="73271" y="92429"/>
                  </a:cubicBezTo>
                  <a:cubicBezTo>
                    <a:pt x="69855" y="90096"/>
                    <a:pt x="65688" y="88763"/>
                    <a:pt x="60272" y="89263"/>
                  </a:cubicBezTo>
                  <a:cubicBezTo>
                    <a:pt x="54023" y="89846"/>
                    <a:pt x="48190" y="93429"/>
                    <a:pt x="44607" y="98512"/>
                  </a:cubicBezTo>
                  <a:cubicBezTo>
                    <a:pt x="42107" y="102095"/>
                    <a:pt x="42107" y="108261"/>
                    <a:pt x="40691" y="112344"/>
                  </a:cubicBezTo>
                  <a:cubicBezTo>
                    <a:pt x="36941" y="111428"/>
                    <a:pt x="33191" y="111095"/>
                    <a:pt x="29608" y="111261"/>
                  </a:cubicBezTo>
                  <a:cubicBezTo>
                    <a:pt x="27192" y="106595"/>
                    <a:pt x="28775" y="98596"/>
                    <a:pt x="30025" y="94596"/>
                  </a:cubicBezTo>
                  <a:lnTo>
                    <a:pt x="30025" y="94596"/>
                  </a:lnTo>
                  <a:close/>
                  <a:moveTo>
                    <a:pt x="15109" y="131509"/>
                  </a:moveTo>
                  <a:cubicBezTo>
                    <a:pt x="20776" y="120344"/>
                    <a:pt x="31775" y="120427"/>
                    <a:pt x="42440" y="122260"/>
                  </a:cubicBezTo>
                  <a:cubicBezTo>
                    <a:pt x="44024" y="122510"/>
                    <a:pt x="45690" y="121677"/>
                    <a:pt x="46607" y="120427"/>
                  </a:cubicBezTo>
                  <a:cubicBezTo>
                    <a:pt x="50856" y="114761"/>
                    <a:pt x="47023" y="104511"/>
                    <a:pt x="54273" y="100679"/>
                  </a:cubicBezTo>
                  <a:cubicBezTo>
                    <a:pt x="59855" y="100929"/>
                    <a:pt x="65438" y="101179"/>
                    <a:pt x="71021" y="101428"/>
                  </a:cubicBezTo>
                  <a:cubicBezTo>
                    <a:pt x="74854" y="104095"/>
                    <a:pt x="77437" y="107678"/>
                    <a:pt x="78937" y="112094"/>
                  </a:cubicBezTo>
                  <a:cubicBezTo>
                    <a:pt x="71604" y="115844"/>
                    <a:pt x="66605" y="122427"/>
                    <a:pt x="65355" y="130509"/>
                  </a:cubicBezTo>
                  <a:cubicBezTo>
                    <a:pt x="60772" y="129093"/>
                    <a:pt x="56522" y="127260"/>
                    <a:pt x="51106" y="129009"/>
                  </a:cubicBezTo>
                  <a:cubicBezTo>
                    <a:pt x="45107" y="130926"/>
                    <a:pt x="40940" y="136259"/>
                    <a:pt x="38441" y="141758"/>
                  </a:cubicBezTo>
                  <a:cubicBezTo>
                    <a:pt x="34441" y="150341"/>
                    <a:pt x="34774" y="158340"/>
                    <a:pt x="38524" y="165173"/>
                  </a:cubicBezTo>
                  <a:cubicBezTo>
                    <a:pt x="33524" y="163173"/>
                    <a:pt x="28525" y="161173"/>
                    <a:pt x="23359" y="159423"/>
                  </a:cubicBezTo>
                  <a:cubicBezTo>
                    <a:pt x="21192" y="158673"/>
                    <a:pt x="18942" y="157673"/>
                    <a:pt x="16693" y="156840"/>
                  </a:cubicBezTo>
                  <a:cubicBezTo>
                    <a:pt x="12110" y="149591"/>
                    <a:pt x="11443" y="138758"/>
                    <a:pt x="15109" y="131509"/>
                  </a:cubicBezTo>
                  <a:lnTo>
                    <a:pt x="15109" y="131509"/>
                  </a:lnTo>
                  <a:close/>
                  <a:moveTo>
                    <a:pt x="127599" y="503142"/>
                  </a:moveTo>
                  <a:cubicBezTo>
                    <a:pt x="120017" y="499893"/>
                    <a:pt x="114851" y="498226"/>
                    <a:pt x="111018" y="490477"/>
                  </a:cubicBezTo>
                  <a:cubicBezTo>
                    <a:pt x="106851" y="482061"/>
                    <a:pt x="104768" y="471395"/>
                    <a:pt x="102102" y="462396"/>
                  </a:cubicBezTo>
                  <a:cubicBezTo>
                    <a:pt x="93602" y="432982"/>
                    <a:pt x="84020" y="404068"/>
                    <a:pt x="74354" y="375071"/>
                  </a:cubicBezTo>
                  <a:cubicBezTo>
                    <a:pt x="62439" y="339324"/>
                    <a:pt x="53023" y="303077"/>
                    <a:pt x="43107" y="266747"/>
                  </a:cubicBezTo>
                  <a:cubicBezTo>
                    <a:pt x="38691" y="250582"/>
                    <a:pt x="34274" y="234333"/>
                    <a:pt x="29608" y="218251"/>
                  </a:cubicBezTo>
                  <a:cubicBezTo>
                    <a:pt x="26525" y="207669"/>
                    <a:pt x="22859" y="197253"/>
                    <a:pt x="19526" y="186754"/>
                  </a:cubicBezTo>
                  <a:cubicBezTo>
                    <a:pt x="17609" y="180838"/>
                    <a:pt x="14026" y="173839"/>
                    <a:pt x="12943" y="167173"/>
                  </a:cubicBezTo>
                  <a:cubicBezTo>
                    <a:pt x="15943" y="167922"/>
                    <a:pt x="19942" y="169505"/>
                    <a:pt x="23859" y="171172"/>
                  </a:cubicBezTo>
                  <a:cubicBezTo>
                    <a:pt x="30691" y="175922"/>
                    <a:pt x="37691" y="180338"/>
                    <a:pt x="44774" y="184505"/>
                  </a:cubicBezTo>
                  <a:cubicBezTo>
                    <a:pt x="48607" y="194753"/>
                    <a:pt x="50273" y="208252"/>
                    <a:pt x="52523" y="216585"/>
                  </a:cubicBezTo>
                  <a:cubicBezTo>
                    <a:pt x="57022" y="233417"/>
                    <a:pt x="61272" y="250332"/>
                    <a:pt x="66022" y="267080"/>
                  </a:cubicBezTo>
                  <a:cubicBezTo>
                    <a:pt x="74104" y="295578"/>
                    <a:pt x="83020" y="323908"/>
                    <a:pt x="92186" y="351989"/>
                  </a:cubicBezTo>
                  <a:cubicBezTo>
                    <a:pt x="102185" y="382736"/>
                    <a:pt x="111018" y="413817"/>
                    <a:pt x="120683" y="444648"/>
                  </a:cubicBezTo>
                  <a:cubicBezTo>
                    <a:pt x="125933" y="461313"/>
                    <a:pt x="131682" y="477645"/>
                    <a:pt x="136515" y="494476"/>
                  </a:cubicBezTo>
                  <a:cubicBezTo>
                    <a:pt x="137682" y="498476"/>
                    <a:pt x="138682" y="503309"/>
                    <a:pt x="139848" y="508142"/>
                  </a:cubicBezTo>
                  <a:cubicBezTo>
                    <a:pt x="135849" y="506559"/>
                    <a:pt x="131682" y="504892"/>
                    <a:pt x="127599" y="503142"/>
                  </a:cubicBezTo>
                  <a:lnTo>
                    <a:pt x="127599" y="503142"/>
                  </a:lnTo>
                  <a:close/>
                  <a:moveTo>
                    <a:pt x="167846" y="518808"/>
                  </a:moveTo>
                  <a:cubicBezTo>
                    <a:pt x="161263" y="516141"/>
                    <a:pt x="154597" y="513642"/>
                    <a:pt x="148014" y="511141"/>
                  </a:cubicBezTo>
                  <a:cubicBezTo>
                    <a:pt x="140182" y="486394"/>
                    <a:pt x="133932" y="460980"/>
                    <a:pt x="125600" y="436398"/>
                  </a:cubicBezTo>
                  <a:cubicBezTo>
                    <a:pt x="114684" y="404235"/>
                    <a:pt x="104101" y="371821"/>
                    <a:pt x="94102" y="339324"/>
                  </a:cubicBezTo>
                  <a:cubicBezTo>
                    <a:pt x="84437" y="307743"/>
                    <a:pt x="75187" y="275996"/>
                    <a:pt x="67105" y="243916"/>
                  </a:cubicBezTo>
                  <a:cubicBezTo>
                    <a:pt x="62855" y="227251"/>
                    <a:pt x="58189" y="210586"/>
                    <a:pt x="53356" y="194003"/>
                  </a:cubicBezTo>
                  <a:cubicBezTo>
                    <a:pt x="52856" y="192254"/>
                    <a:pt x="52273" y="190254"/>
                    <a:pt x="51690" y="188337"/>
                  </a:cubicBezTo>
                  <a:cubicBezTo>
                    <a:pt x="66272" y="196337"/>
                    <a:pt x="81520" y="203253"/>
                    <a:pt x="97519" y="209252"/>
                  </a:cubicBezTo>
                  <a:cubicBezTo>
                    <a:pt x="98185" y="209502"/>
                    <a:pt x="98852" y="209752"/>
                    <a:pt x="99519" y="210002"/>
                  </a:cubicBezTo>
                  <a:cubicBezTo>
                    <a:pt x="104518" y="235083"/>
                    <a:pt x="108434" y="260331"/>
                    <a:pt x="114601" y="285078"/>
                  </a:cubicBezTo>
                  <a:cubicBezTo>
                    <a:pt x="122100" y="315409"/>
                    <a:pt x="131266" y="345323"/>
                    <a:pt x="138015" y="375820"/>
                  </a:cubicBezTo>
                  <a:cubicBezTo>
                    <a:pt x="144431" y="404484"/>
                    <a:pt x="152764" y="432732"/>
                    <a:pt x="159013" y="461396"/>
                  </a:cubicBezTo>
                  <a:cubicBezTo>
                    <a:pt x="163429" y="481477"/>
                    <a:pt x="168262" y="501392"/>
                    <a:pt x="174095" y="520974"/>
                  </a:cubicBezTo>
                  <a:cubicBezTo>
                    <a:pt x="172095" y="520474"/>
                    <a:pt x="170012" y="519724"/>
                    <a:pt x="167846" y="518808"/>
                  </a:cubicBezTo>
                  <a:lnTo>
                    <a:pt x="167846" y="518808"/>
                  </a:lnTo>
                  <a:close/>
                  <a:moveTo>
                    <a:pt x="212175" y="534556"/>
                  </a:moveTo>
                  <a:cubicBezTo>
                    <a:pt x="202509" y="531140"/>
                    <a:pt x="192844" y="528057"/>
                    <a:pt x="183261" y="524640"/>
                  </a:cubicBezTo>
                  <a:cubicBezTo>
                    <a:pt x="177512" y="502726"/>
                    <a:pt x="172595" y="480478"/>
                    <a:pt x="167929" y="458396"/>
                  </a:cubicBezTo>
                  <a:cubicBezTo>
                    <a:pt x="161596" y="428399"/>
                    <a:pt x="152930" y="399151"/>
                    <a:pt x="145514" y="369405"/>
                  </a:cubicBezTo>
                  <a:cubicBezTo>
                    <a:pt x="138182" y="339907"/>
                    <a:pt x="129016" y="310910"/>
                    <a:pt x="121600" y="281495"/>
                  </a:cubicBezTo>
                  <a:cubicBezTo>
                    <a:pt x="115934" y="258998"/>
                    <a:pt x="114351" y="233917"/>
                    <a:pt x="105685" y="212335"/>
                  </a:cubicBezTo>
                  <a:cubicBezTo>
                    <a:pt x="117517" y="216252"/>
                    <a:pt x="129599" y="219335"/>
                    <a:pt x="141265" y="223917"/>
                  </a:cubicBezTo>
                  <a:cubicBezTo>
                    <a:pt x="146931" y="226084"/>
                    <a:pt x="152181" y="228000"/>
                    <a:pt x="157513" y="228751"/>
                  </a:cubicBezTo>
                  <a:cubicBezTo>
                    <a:pt x="159180" y="283745"/>
                    <a:pt x="174095" y="338824"/>
                    <a:pt x="182678" y="392985"/>
                  </a:cubicBezTo>
                  <a:cubicBezTo>
                    <a:pt x="186844" y="419650"/>
                    <a:pt x="193510" y="445564"/>
                    <a:pt x="201176" y="471395"/>
                  </a:cubicBezTo>
                  <a:cubicBezTo>
                    <a:pt x="205926" y="487477"/>
                    <a:pt x="210425" y="503392"/>
                    <a:pt x="214008" y="519808"/>
                  </a:cubicBezTo>
                  <a:cubicBezTo>
                    <a:pt x="215175" y="525141"/>
                    <a:pt x="216008" y="531140"/>
                    <a:pt x="217591" y="536889"/>
                  </a:cubicBezTo>
                  <a:cubicBezTo>
                    <a:pt x="215841" y="535889"/>
                    <a:pt x="214092" y="535223"/>
                    <a:pt x="212175" y="534556"/>
                  </a:cubicBezTo>
                  <a:lnTo>
                    <a:pt x="212175" y="534556"/>
                  </a:lnTo>
                  <a:close/>
                  <a:moveTo>
                    <a:pt x="248589" y="498226"/>
                  </a:moveTo>
                  <a:cubicBezTo>
                    <a:pt x="250172" y="507475"/>
                    <a:pt x="249338" y="518974"/>
                    <a:pt x="252421" y="528140"/>
                  </a:cubicBezTo>
                  <a:cubicBezTo>
                    <a:pt x="251255" y="528640"/>
                    <a:pt x="250005" y="529223"/>
                    <a:pt x="248838" y="529723"/>
                  </a:cubicBezTo>
                  <a:cubicBezTo>
                    <a:pt x="243089" y="532390"/>
                    <a:pt x="236840" y="536223"/>
                    <a:pt x="230673" y="537973"/>
                  </a:cubicBezTo>
                  <a:cubicBezTo>
                    <a:pt x="230340" y="538056"/>
                    <a:pt x="230090" y="538056"/>
                    <a:pt x="229757" y="538139"/>
                  </a:cubicBezTo>
                  <a:cubicBezTo>
                    <a:pt x="225091" y="529723"/>
                    <a:pt x="224591" y="516308"/>
                    <a:pt x="222591" y="507309"/>
                  </a:cubicBezTo>
                  <a:cubicBezTo>
                    <a:pt x="219174" y="492060"/>
                    <a:pt x="214675" y="477061"/>
                    <a:pt x="210592" y="461979"/>
                  </a:cubicBezTo>
                  <a:cubicBezTo>
                    <a:pt x="203676" y="435898"/>
                    <a:pt x="198760" y="409484"/>
                    <a:pt x="194010" y="383070"/>
                  </a:cubicBezTo>
                  <a:cubicBezTo>
                    <a:pt x="184844" y="331825"/>
                    <a:pt x="177428" y="279163"/>
                    <a:pt x="163513" y="228917"/>
                  </a:cubicBezTo>
                  <a:cubicBezTo>
                    <a:pt x="167013" y="228751"/>
                    <a:pt x="170596" y="228000"/>
                    <a:pt x="174429" y="226417"/>
                  </a:cubicBezTo>
                  <a:cubicBezTo>
                    <a:pt x="183344" y="222667"/>
                    <a:pt x="191677" y="217252"/>
                    <a:pt x="200010" y="212085"/>
                  </a:cubicBezTo>
                  <a:cubicBezTo>
                    <a:pt x="201093" y="234917"/>
                    <a:pt x="207259" y="257498"/>
                    <a:pt x="211342" y="279746"/>
                  </a:cubicBezTo>
                  <a:cubicBezTo>
                    <a:pt x="216508" y="308076"/>
                    <a:pt x="221258" y="336324"/>
                    <a:pt x="226090" y="364655"/>
                  </a:cubicBezTo>
                  <a:cubicBezTo>
                    <a:pt x="228590" y="379653"/>
                    <a:pt x="232673" y="394319"/>
                    <a:pt x="235256" y="409317"/>
                  </a:cubicBezTo>
                  <a:cubicBezTo>
                    <a:pt x="237923" y="425066"/>
                    <a:pt x="239339" y="441065"/>
                    <a:pt x="242339" y="456730"/>
                  </a:cubicBezTo>
                  <a:cubicBezTo>
                    <a:pt x="244922" y="470395"/>
                    <a:pt x="246172" y="484394"/>
                    <a:pt x="248589" y="498226"/>
                  </a:cubicBezTo>
                  <a:lnTo>
                    <a:pt x="248589" y="498226"/>
                  </a:lnTo>
                  <a:close/>
                  <a:moveTo>
                    <a:pt x="293584" y="430066"/>
                  </a:moveTo>
                  <a:cubicBezTo>
                    <a:pt x="295418" y="444564"/>
                    <a:pt x="296501" y="458980"/>
                    <a:pt x="297501" y="473478"/>
                  </a:cubicBezTo>
                  <a:cubicBezTo>
                    <a:pt x="298251" y="484478"/>
                    <a:pt x="300834" y="495893"/>
                    <a:pt x="301167" y="507058"/>
                  </a:cubicBezTo>
                  <a:cubicBezTo>
                    <a:pt x="288252" y="512558"/>
                    <a:pt x="275336" y="518058"/>
                    <a:pt x="262504" y="523724"/>
                  </a:cubicBezTo>
                  <a:cubicBezTo>
                    <a:pt x="261837" y="515725"/>
                    <a:pt x="259754" y="507475"/>
                    <a:pt x="258004" y="499893"/>
                  </a:cubicBezTo>
                  <a:cubicBezTo>
                    <a:pt x="254838" y="486061"/>
                    <a:pt x="252505" y="472062"/>
                    <a:pt x="249505" y="458230"/>
                  </a:cubicBezTo>
                  <a:cubicBezTo>
                    <a:pt x="246172" y="442731"/>
                    <a:pt x="244505" y="426899"/>
                    <a:pt x="242339" y="411234"/>
                  </a:cubicBezTo>
                  <a:cubicBezTo>
                    <a:pt x="240089" y="395235"/>
                    <a:pt x="236006" y="379487"/>
                    <a:pt x="233673" y="363572"/>
                  </a:cubicBezTo>
                  <a:cubicBezTo>
                    <a:pt x="229507" y="335907"/>
                    <a:pt x="225257" y="308327"/>
                    <a:pt x="220591" y="280746"/>
                  </a:cubicBezTo>
                  <a:cubicBezTo>
                    <a:pt x="218425" y="267830"/>
                    <a:pt x="214925" y="255248"/>
                    <a:pt x="213008" y="242249"/>
                  </a:cubicBezTo>
                  <a:cubicBezTo>
                    <a:pt x="211259" y="230750"/>
                    <a:pt x="210009" y="219001"/>
                    <a:pt x="207009" y="207752"/>
                  </a:cubicBezTo>
                  <a:cubicBezTo>
                    <a:pt x="209259" y="206419"/>
                    <a:pt x="211592" y="205002"/>
                    <a:pt x="213925" y="203753"/>
                  </a:cubicBezTo>
                  <a:cubicBezTo>
                    <a:pt x="228090" y="196086"/>
                    <a:pt x="242839" y="189504"/>
                    <a:pt x="257338" y="182421"/>
                  </a:cubicBezTo>
                  <a:cubicBezTo>
                    <a:pt x="260837" y="180755"/>
                    <a:pt x="264254" y="179005"/>
                    <a:pt x="267670" y="177255"/>
                  </a:cubicBezTo>
                  <a:cubicBezTo>
                    <a:pt x="274919" y="234000"/>
                    <a:pt x="276669" y="291411"/>
                    <a:pt x="282752" y="348239"/>
                  </a:cubicBezTo>
                  <a:cubicBezTo>
                    <a:pt x="285752" y="375654"/>
                    <a:pt x="290168" y="402735"/>
                    <a:pt x="293584" y="430066"/>
                  </a:cubicBezTo>
                  <a:lnTo>
                    <a:pt x="293584" y="430066"/>
                  </a:lnTo>
                  <a:close/>
                  <a:moveTo>
                    <a:pt x="335581" y="181171"/>
                  </a:moveTo>
                  <a:cubicBezTo>
                    <a:pt x="334747" y="197586"/>
                    <a:pt x="333831" y="213918"/>
                    <a:pt x="333414" y="230334"/>
                  </a:cubicBezTo>
                  <a:cubicBezTo>
                    <a:pt x="332581" y="261664"/>
                    <a:pt x="334331" y="292994"/>
                    <a:pt x="335497" y="324242"/>
                  </a:cubicBezTo>
                  <a:cubicBezTo>
                    <a:pt x="336664" y="356156"/>
                    <a:pt x="338830" y="387403"/>
                    <a:pt x="342663" y="419066"/>
                  </a:cubicBezTo>
                  <a:cubicBezTo>
                    <a:pt x="344580" y="435148"/>
                    <a:pt x="346580" y="451230"/>
                    <a:pt x="348163" y="467312"/>
                  </a:cubicBezTo>
                  <a:cubicBezTo>
                    <a:pt x="348746" y="472895"/>
                    <a:pt x="349746" y="479728"/>
                    <a:pt x="349413" y="485311"/>
                  </a:cubicBezTo>
                  <a:cubicBezTo>
                    <a:pt x="349413" y="485810"/>
                    <a:pt x="349413" y="486144"/>
                    <a:pt x="349496" y="486394"/>
                  </a:cubicBezTo>
                  <a:cubicBezTo>
                    <a:pt x="349246" y="486561"/>
                    <a:pt x="348913" y="486727"/>
                    <a:pt x="348496" y="487061"/>
                  </a:cubicBezTo>
                  <a:cubicBezTo>
                    <a:pt x="345163" y="489393"/>
                    <a:pt x="340414" y="490560"/>
                    <a:pt x="336581" y="492143"/>
                  </a:cubicBezTo>
                  <a:cubicBezTo>
                    <a:pt x="327581" y="495977"/>
                    <a:pt x="318499" y="499809"/>
                    <a:pt x="309500" y="503642"/>
                  </a:cubicBezTo>
                  <a:cubicBezTo>
                    <a:pt x="309666" y="495060"/>
                    <a:pt x="308333" y="486227"/>
                    <a:pt x="307666" y="477894"/>
                  </a:cubicBezTo>
                  <a:cubicBezTo>
                    <a:pt x="306667" y="464479"/>
                    <a:pt x="306167" y="450980"/>
                    <a:pt x="305167" y="437565"/>
                  </a:cubicBezTo>
                  <a:cubicBezTo>
                    <a:pt x="303000" y="408567"/>
                    <a:pt x="297917" y="379737"/>
                    <a:pt x="294918" y="350906"/>
                  </a:cubicBezTo>
                  <a:cubicBezTo>
                    <a:pt x="288751" y="292078"/>
                    <a:pt x="284419" y="232417"/>
                    <a:pt x="274253" y="174005"/>
                  </a:cubicBezTo>
                  <a:cubicBezTo>
                    <a:pt x="295751" y="162756"/>
                    <a:pt x="316582" y="150507"/>
                    <a:pt x="337914" y="139092"/>
                  </a:cubicBezTo>
                  <a:cubicBezTo>
                    <a:pt x="339914" y="148757"/>
                    <a:pt x="335831" y="175755"/>
                    <a:pt x="335581" y="181171"/>
                  </a:cubicBezTo>
                  <a:lnTo>
                    <a:pt x="335581" y="181171"/>
                  </a:lnTo>
                  <a:close/>
                </a:path>
              </a:pathLst>
            </a:custGeom>
            <a:grpFill/>
            <a:ln w="8332" cap="flat">
              <a:noFill/>
              <a:prstDash val="solid"/>
              <a:miter/>
            </a:ln>
          </p:spPr>
          <p:txBody>
            <a:bodyPr rtlCol="0" anchor="ctr"/>
            <a:lstStyle/>
            <a:p>
              <a:endParaRPr lang="en-US"/>
            </a:p>
          </p:txBody>
        </p:sp>
        <p:sp>
          <p:nvSpPr>
            <p:cNvPr id="2397" name="Freeform: Shape 2396"/>
            <p:cNvSpPr/>
            <p:nvPr/>
          </p:nvSpPr>
          <p:spPr>
            <a:xfrm>
              <a:off x="5255236" y="6270175"/>
              <a:ext cx="458023" cy="527044"/>
            </a:xfrm>
            <a:custGeom>
              <a:avLst/>
              <a:gdLst>
                <a:gd name="connsiteX0" fmla="*/ 35225 w 458023"/>
                <a:gd name="connsiteY0" fmla="*/ 297327 h 527044"/>
                <a:gd name="connsiteX1" fmla="*/ 66222 w 458023"/>
                <a:gd name="connsiteY1" fmla="*/ 398901 h 527044"/>
                <a:gd name="connsiteX2" fmla="*/ 52723 w 458023"/>
                <a:gd name="connsiteY2" fmla="*/ 412983 h 527044"/>
                <a:gd name="connsiteX3" fmla="*/ 18393 w 458023"/>
                <a:gd name="connsiteY3" fmla="*/ 449647 h 527044"/>
                <a:gd name="connsiteX4" fmla="*/ 61 w 458023"/>
                <a:gd name="connsiteY4" fmla="*/ 481227 h 527044"/>
                <a:gd name="connsiteX5" fmla="*/ 11727 w 458023"/>
                <a:gd name="connsiteY5" fmla="*/ 511891 h 527044"/>
                <a:gd name="connsiteX6" fmla="*/ 71305 w 458023"/>
                <a:gd name="connsiteY6" fmla="*/ 518807 h 527044"/>
                <a:gd name="connsiteX7" fmla="*/ 121550 w 458023"/>
                <a:gd name="connsiteY7" fmla="*/ 452646 h 527044"/>
                <a:gd name="connsiteX8" fmla="*/ 169630 w 458023"/>
                <a:gd name="connsiteY8" fmla="*/ 488143 h 527044"/>
                <a:gd name="connsiteX9" fmla="*/ 229791 w 458023"/>
                <a:gd name="connsiteY9" fmla="*/ 492309 h 527044"/>
                <a:gd name="connsiteX10" fmla="*/ 286869 w 458023"/>
                <a:gd name="connsiteY10" fmla="*/ 439064 h 527044"/>
                <a:gd name="connsiteX11" fmla="*/ 348530 w 458023"/>
                <a:gd name="connsiteY11" fmla="*/ 367404 h 527044"/>
                <a:gd name="connsiteX12" fmla="*/ 400442 w 458023"/>
                <a:gd name="connsiteY12" fmla="*/ 291494 h 527044"/>
                <a:gd name="connsiteX13" fmla="*/ 423440 w 458023"/>
                <a:gd name="connsiteY13" fmla="*/ 249998 h 527044"/>
                <a:gd name="connsiteX14" fmla="*/ 453854 w 458023"/>
                <a:gd name="connsiteY14" fmla="*/ 171755 h 527044"/>
                <a:gd name="connsiteX15" fmla="*/ 416190 w 458023"/>
                <a:gd name="connsiteY15" fmla="*/ 25435 h 527044"/>
                <a:gd name="connsiteX16" fmla="*/ 272870 w 458023"/>
                <a:gd name="connsiteY16" fmla="*/ 23018 h 527044"/>
                <a:gd name="connsiteX17" fmla="*/ 208043 w 458023"/>
                <a:gd name="connsiteY17" fmla="*/ 77514 h 527044"/>
                <a:gd name="connsiteX18" fmla="*/ 141882 w 458023"/>
                <a:gd name="connsiteY18" fmla="*/ 149174 h 527044"/>
                <a:gd name="connsiteX19" fmla="*/ 35225 w 458023"/>
                <a:gd name="connsiteY19" fmla="*/ 297327 h 527044"/>
                <a:gd name="connsiteX20" fmla="*/ 35225 w 458023"/>
                <a:gd name="connsiteY20" fmla="*/ 297327 h 527044"/>
                <a:gd name="connsiteX21" fmla="*/ 75888 w 458023"/>
                <a:gd name="connsiteY21" fmla="*/ 409734 h 527044"/>
                <a:gd name="connsiteX22" fmla="*/ 96386 w 458023"/>
                <a:gd name="connsiteY22" fmla="*/ 430148 h 527044"/>
                <a:gd name="connsiteX23" fmla="*/ 113885 w 458023"/>
                <a:gd name="connsiteY23" fmla="*/ 445980 h 527044"/>
                <a:gd name="connsiteX24" fmla="*/ 86304 w 458023"/>
                <a:gd name="connsiteY24" fmla="*/ 484893 h 527044"/>
                <a:gd name="connsiteX25" fmla="*/ 64472 w 458023"/>
                <a:gd name="connsiteY25" fmla="*/ 507142 h 527044"/>
                <a:gd name="connsiteX26" fmla="*/ 37141 w 458023"/>
                <a:gd name="connsiteY26" fmla="*/ 511641 h 527044"/>
                <a:gd name="connsiteX27" fmla="*/ 15060 w 458023"/>
                <a:gd name="connsiteY27" fmla="*/ 478727 h 527044"/>
                <a:gd name="connsiteX28" fmla="*/ 34142 w 458023"/>
                <a:gd name="connsiteY28" fmla="*/ 453146 h 527044"/>
                <a:gd name="connsiteX29" fmla="*/ 75888 w 458023"/>
                <a:gd name="connsiteY29" fmla="*/ 409734 h 527044"/>
                <a:gd name="connsiteX30" fmla="*/ 75888 w 458023"/>
                <a:gd name="connsiteY30" fmla="*/ 409734 h 527044"/>
                <a:gd name="connsiteX31" fmla="*/ 63639 w 458023"/>
                <a:gd name="connsiteY31" fmla="*/ 269163 h 527044"/>
                <a:gd name="connsiteX32" fmla="*/ 161630 w 458023"/>
                <a:gd name="connsiteY32" fmla="*/ 371570 h 527044"/>
                <a:gd name="connsiteX33" fmla="*/ 233457 w 458023"/>
                <a:gd name="connsiteY33" fmla="*/ 422899 h 527044"/>
                <a:gd name="connsiteX34" fmla="*/ 264954 w 458023"/>
                <a:gd name="connsiteY34" fmla="*/ 442981 h 527044"/>
                <a:gd name="connsiteX35" fmla="*/ 247872 w 458023"/>
                <a:gd name="connsiteY35" fmla="*/ 460062 h 527044"/>
                <a:gd name="connsiteX36" fmla="*/ 209543 w 458023"/>
                <a:gd name="connsiteY36" fmla="*/ 483644 h 527044"/>
                <a:gd name="connsiteX37" fmla="*/ 140799 w 458023"/>
                <a:gd name="connsiteY37" fmla="*/ 448396 h 527044"/>
                <a:gd name="connsiteX38" fmla="*/ 79221 w 458023"/>
                <a:gd name="connsiteY38" fmla="*/ 391235 h 527044"/>
                <a:gd name="connsiteX39" fmla="*/ 44807 w 458023"/>
                <a:gd name="connsiteY39" fmla="*/ 319408 h 527044"/>
                <a:gd name="connsiteX40" fmla="*/ 63639 w 458023"/>
                <a:gd name="connsiteY40" fmla="*/ 269163 h 527044"/>
                <a:gd name="connsiteX41" fmla="*/ 63639 w 458023"/>
                <a:gd name="connsiteY41" fmla="*/ 269163 h 527044"/>
                <a:gd name="connsiteX42" fmla="*/ 126717 w 458023"/>
                <a:gd name="connsiteY42" fmla="*/ 187254 h 527044"/>
                <a:gd name="connsiteX43" fmla="*/ 180878 w 458023"/>
                <a:gd name="connsiteY43" fmla="*/ 123259 h 527044"/>
                <a:gd name="connsiteX44" fmla="*/ 304451 w 458023"/>
                <a:gd name="connsiteY44" fmla="*/ 19102 h 527044"/>
                <a:gd name="connsiteX45" fmla="*/ 385276 w 458023"/>
                <a:gd name="connsiteY45" fmla="*/ 20102 h 527044"/>
                <a:gd name="connsiteX46" fmla="*/ 437438 w 458023"/>
                <a:gd name="connsiteY46" fmla="*/ 83263 h 527044"/>
                <a:gd name="connsiteX47" fmla="*/ 416941 w 458023"/>
                <a:gd name="connsiteY47" fmla="*/ 233999 h 527044"/>
                <a:gd name="connsiteX48" fmla="*/ 330865 w 458023"/>
                <a:gd name="connsiteY48" fmla="*/ 365237 h 527044"/>
                <a:gd name="connsiteX49" fmla="*/ 279953 w 458023"/>
                <a:gd name="connsiteY49" fmla="*/ 426149 h 527044"/>
                <a:gd name="connsiteX50" fmla="*/ 270870 w 458023"/>
                <a:gd name="connsiteY50" fmla="*/ 436648 h 527044"/>
                <a:gd name="connsiteX51" fmla="*/ 227124 w 458023"/>
                <a:gd name="connsiteY51" fmla="*/ 405067 h 527044"/>
                <a:gd name="connsiteX52" fmla="*/ 166046 w 458023"/>
                <a:gd name="connsiteY52" fmla="*/ 358488 h 527044"/>
                <a:gd name="connsiteX53" fmla="*/ 114218 w 458023"/>
                <a:gd name="connsiteY53" fmla="*/ 310076 h 527044"/>
                <a:gd name="connsiteX54" fmla="*/ 87887 w 458023"/>
                <a:gd name="connsiteY54" fmla="*/ 281161 h 527044"/>
                <a:gd name="connsiteX55" fmla="*/ 70888 w 458023"/>
                <a:gd name="connsiteY55" fmla="*/ 257914 h 527044"/>
                <a:gd name="connsiteX56" fmla="*/ 76554 w 458023"/>
                <a:gd name="connsiteY56" fmla="*/ 249665 h 527044"/>
                <a:gd name="connsiteX57" fmla="*/ 126717 w 458023"/>
                <a:gd name="connsiteY57" fmla="*/ 187254 h 527044"/>
                <a:gd name="connsiteX58" fmla="*/ 126717 w 458023"/>
                <a:gd name="connsiteY58" fmla="*/ 187254 h 527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458023" h="527044">
                  <a:moveTo>
                    <a:pt x="35225" y="297327"/>
                  </a:moveTo>
                  <a:cubicBezTo>
                    <a:pt x="22726" y="334323"/>
                    <a:pt x="41641" y="369654"/>
                    <a:pt x="66222" y="398901"/>
                  </a:cubicBezTo>
                  <a:cubicBezTo>
                    <a:pt x="60972" y="403317"/>
                    <a:pt x="56306" y="409567"/>
                    <a:pt x="52723" y="412983"/>
                  </a:cubicBezTo>
                  <a:cubicBezTo>
                    <a:pt x="40641" y="424649"/>
                    <a:pt x="29558" y="437148"/>
                    <a:pt x="18393" y="449647"/>
                  </a:cubicBezTo>
                  <a:cubicBezTo>
                    <a:pt x="9561" y="459646"/>
                    <a:pt x="895" y="467145"/>
                    <a:pt x="61" y="481227"/>
                  </a:cubicBezTo>
                  <a:cubicBezTo>
                    <a:pt x="-605" y="492476"/>
                    <a:pt x="4228" y="503641"/>
                    <a:pt x="11727" y="511891"/>
                  </a:cubicBezTo>
                  <a:cubicBezTo>
                    <a:pt x="25226" y="526806"/>
                    <a:pt x="55639" y="533556"/>
                    <a:pt x="71305" y="518807"/>
                  </a:cubicBezTo>
                  <a:cubicBezTo>
                    <a:pt x="92053" y="499225"/>
                    <a:pt x="106635" y="476227"/>
                    <a:pt x="121550" y="452646"/>
                  </a:cubicBezTo>
                  <a:cubicBezTo>
                    <a:pt x="136799" y="465562"/>
                    <a:pt x="152881" y="477727"/>
                    <a:pt x="169630" y="488143"/>
                  </a:cubicBezTo>
                  <a:cubicBezTo>
                    <a:pt x="188128" y="499642"/>
                    <a:pt x="209876" y="502558"/>
                    <a:pt x="229791" y="492309"/>
                  </a:cubicBezTo>
                  <a:cubicBezTo>
                    <a:pt x="251705" y="481061"/>
                    <a:pt x="271203" y="457396"/>
                    <a:pt x="286869" y="439064"/>
                  </a:cubicBezTo>
                  <a:cubicBezTo>
                    <a:pt x="307284" y="415150"/>
                    <a:pt x="329282" y="392151"/>
                    <a:pt x="348530" y="367404"/>
                  </a:cubicBezTo>
                  <a:cubicBezTo>
                    <a:pt x="367195" y="343323"/>
                    <a:pt x="384277" y="317242"/>
                    <a:pt x="400442" y="291494"/>
                  </a:cubicBezTo>
                  <a:cubicBezTo>
                    <a:pt x="408691" y="278245"/>
                    <a:pt x="416607" y="264413"/>
                    <a:pt x="423440" y="249998"/>
                  </a:cubicBezTo>
                  <a:cubicBezTo>
                    <a:pt x="436939" y="225083"/>
                    <a:pt x="447854" y="199002"/>
                    <a:pt x="453854" y="171755"/>
                  </a:cubicBezTo>
                  <a:cubicBezTo>
                    <a:pt x="464603" y="122593"/>
                    <a:pt x="455437" y="60682"/>
                    <a:pt x="416190" y="25435"/>
                  </a:cubicBezTo>
                  <a:cubicBezTo>
                    <a:pt x="374694" y="-11895"/>
                    <a:pt x="316866" y="-4146"/>
                    <a:pt x="272870" y="23018"/>
                  </a:cubicBezTo>
                  <a:cubicBezTo>
                    <a:pt x="248706" y="37934"/>
                    <a:pt x="227874" y="57432"/>
                    <a:pt x="208043" y="77514"/>
                  </a:cubicBezTo>
                  <a:cubicBezTo>
                    <a:pt x="185128" y="100678"/>
                    <a:pt x="162880" y="124259"/>
                    <a:pt x="141882" y="149174"/>
                  </a:cubicBezTo>
                  <a:cubicBezTo>
                    <a:pt x="103719" y="194086"/>
                    <a:pt x="54556" y="240165"/>
                    <a:pt x="35225" y="297327"/>
                  </a:cubicBezTo>
                  <a:lnTo>
                    <a:pt x="35225" y="297327"/>
                  </a:lnTo>
                  <a:close/>
                  <a:moveTo>
                    <a:pt x="75888" y="409734"/>
                  </a:moveTo>
                  <a:cubicBezTo>
                    <a:pt x="82720" y="417066"/>
                    <a:pt x="89720" y="423899"/>
                    <a:pt x="96386" y="430148"/>
                  </a:cubicBezTo>
                  <a:cubicBezTo>
                    <a:pt x="102052" y="435481"/>
                    <a:pt x="107968" y="440814"/>
                    <a:pt x="113885" y="445980"/>
                  </a:cubicBezTo>
                  <a:cubicBezTo>
                    <a:pt x="104302" y="458729"/>
                    <a:pt x="96886" y="473061"/>
                    <a:pt x="86304" y="484893"/>
                  </a:cubicBezTo>
                  <a:cubicBezTo>
                    <a:pt x="79471" y="492560"/>
                    <a:pt x="71972" y="500142"/>
                    <a:pt x="64472" y="507142"/>
                  </a:cubicBezTo>
                  <a:cubicBezTo>
                    <a:pt x="57056" y="514057"/>
                    <a:pt x="47224" y="514307"/>
                    <a:pt x="37141" y="511641"/>
                  </a:cubicBezTo>
                  <a:cubicBezTo>
                    <a:pt x="23726" y="508141"/>
                    <a:pt x="12393" y="492893"/>
                    <a:pt x="15060" y="478727"/>
                  </a:cubicBezTo>
                  <a:cubicBezTo>
                    <a:pt x="16977" y="468562"/>
                    <a:pt x="27475" y="460729"/>
                    <a:pt x="34142" y="453146"/>
                  </a:cubicBezTo>
                  <a:cubicBezTo>
                    <a:pt x="47141" y="438314"/>
                    <a:pt x="60723" y="422815"/>
                    <a:pt x="75888" y="409734"/>
                  </a:cubicBezTo>
                  <a:lnTo>
                    <a:pt x="75888" y="409734"/>
                  </a:lnTo>
                  <a:close/>
                  <a:moveTo>
                    <a:pt x="63639" y="269163"/>
                  </a:moveTo>
                  <a:cubicBezTo>
                    <a:pt x="87387" y="309076"/>
                    <a:pt x="125217" y="343906"/>
                    <a:pt x="161630" y="371570"/>
                  </a:cubicBezTo>
                  <a:cubicBezTo>
                    <a:pt x="185128" y="389485"/>
                    <a:pt x="208626" y="406734"/>
                    <a:pt x="233457" y="422899"/>
                  </a:cubicBezTo>
                  <a:cubicBezTo>
                    <a:pt x="241123" y="427899"/>
                    <a:pt x="253538" y="439147"/>
                    <a:pt x="264954" y="442981"/>
                  </a:cubicBezTo>
                  <a:cubicBezTo>
                    <a:pt x="259371" y="448813"/>
                    <a:pt x="253705" y="454396"/>
                    <a:pt x="247872" y="460062"/>
                  </a:cubicBezTo>
                  <a:cubicBezTo>
                    <a:pt x="236790" y="470895"/>
                    <a:pt x="225875" y="482060"/>
                    <a:pt x="209543" y="483644"/>
                  </a:cubicBezTo>
                  <a:cubicBezTo>
                    <a:pt x="182795" y="486227"/>
                    <a:pt x="160130" y="464062"/>
                    <a:pt x="140799" y="448396"/>
                  </a:cubicBezTo>
                  <a:cubicBezTo>
                    <a:pt x="119051" y="430815"/>
                    <a:pt x="97386" y="412733"/>
                    <a:pt x="79221" y="391235"/>
                  </a:cubicBezTo>
                  <a:cubicBezTo>
                    <a:pt x="63472" y="372654"/>
                    <a:pt x="42974" y="344989"/>
                    <a:pt x="44807" y="319408"/>
                  </a:cubicBezTo>
                  <a:cubicBezTo>
                    <a:pt x="45890" y="302327"/>
                    <a:pt x="54056" y="284828"/>
                    <a:pt x="63639" y="269163"/>
                  </a:cubicBezTo>
                  <a:lnTo>
                    <a:pt x="63639" y="269163"/>
                  </a:lnTo>
                  <a:close/>
                  <a:moveTo>
                    <a:pt x="126717" y="187254"/>
                  </a:moveTo>
                  <a:cubicBezTo>
                    <a:pt x="144548" y="165672"/>
                    <a:pt x="161963" y="143841"/>
                    <a:pt x="180878" y="123259"/>
                  </a:cubicBezTo>
                  <a:cubicBezTo>
                    <a:pt x="216625" y="84180"/>
                    <a:pt x="254538" y="40267"/>
                    <a:pt x="304451" y="19102"/>
                  </a:cubicBezTo>
                  <a:cubicBezTo>
                    <a:pt x="331115" y="7769"/>
                    <a:pt x="358862" y="8186"/>
                    <a:pt x="385276" y="20102"/>
                  </a:cubicBezTo>
                  <a:cubicBezTo>
                    <a:pt x="411691" y="32101"/>
                    <a:pt x="428273" y="56432"/>
                    <a:pt x="437438" y="83263"/>
                  </a:cubicBezTo>
                  <a:cubicBezTo>
                    <a:pt x="454687" y="133675"/>
                    <a:pt x="440105" y="187920"/>
                    <a:pt x="416941" y="233999"/>
                  </a:cubicBezTo>
                  <a:cubicBezTo>
                    <a:pt x="393692" y="280079"/>
                    <a:pt x="362196" y="324325"/>
                    <a:pt x="330865" y="365237"/>
                  </a:cubicBezTo>
                  <a:cubicBezTo>
                    <a:pt x="314783" y="386236"/>
                    <a:pt x="297284" y="406317"/>
                    <a:pt x="279953" y="426149"/>
                  </a:cubicBezTo>
                  <a:cubicBezTo>
                    <a:pt x="276953" y="429565"/>
                    <a:pt x="273953" y="433148"/>
                    <a:pt x="270870" y="436648"/>
                  </a:cubicBezTo>
                  <a:cubicBezTo>
                    <a:pt x="257122" y="425232"/>
                    <a:pt x="241623" y="415400"/>
                    <a:pt x="227124" y="405067"/>
                  </a:cubicBezTo>
                  <a:cubicBezTo>
                    <a:pt x="206126" y="390152"/>
                    <a:pt x="186128" y="374570"/>
                    <a:pt x="166046" y="358488"/>
                  </a:cubicBezTo>
                  <a:cubicBezTo>
                    <a:pt x="147798" y="343823"/>
                    <a:pt x="130550" y="326824"/>
                    <a:pt x="114218" y="310076"/>
                  </a:cubicBezTo>
                  <a:cubicBezTo>
                    <a:pt x="105052" y="300743"/>
                    <a:pt x="96303" y="291161"/>
                    <a:pt x="87887" y="281161"/>
                  </a:cubicBezTo>
                  <a:cubicBezTo>
                    <a:pt x="81637" y="273829"/>
                    <a:pt x="76888" y="265413"/>
                    <a:pt x="70888" y="257914"/>
                  </a:cubicBezTo>
                  <a:cubicBezTo>
                    <a:pt x="72805" y="255081"/>
                    <a:pt x="74721" y="252331"/>
                    <a:pt x="76554" y="249665"/>
                  </a:cubicBezTo>
                  <a:cubicBezTo>
                    <a:pt x="91886" y="228000"/>
                    <a:pt x="109635" y="207835"/>
                    <a:pt x="126717" y="187254"/>
                  </a:cubicBezTo>
                  <a:lnTo>
                    <a:pt x="126717" y="187254"/>
                  </a:lnTo>
                  <a:close/>
                </a:path>
              </a:pathLst>
            </a:custGeom>
            <a:grpFill/>
            <a:ln w="8332" cap="flat">
              <a:noFill/>
              <a:prstDash val="solid"/>
              <a:miter/>
            </a:ln>
          </p:spPr>
          <p:txBody>
            <a:bodyPr rtlCol="0" anchor="ctr"/>
            <a:lstStyle/>
            <a:p>
              <a:endParaRPr lang="en-US"/>
            </a:p>
          </p:txBody>
        </p:sp>
        <p:sp>
          <p:nvSpPr>
            <p:cNvPr id="2398" name="Freeform: Shape 2397"/>
            <p:cNvSpPr/>
            <p:nvPr/>
          </p:nvSpPr>
          <p:spPr>
            <a:xfrm>
              <a:off x="5471605" y="6373810"/>
              <a:ext cx="200757" cy="277917"/>
            </a:xfrm>
            <a:custGeom>
              <a:avLst/>
              <a:gdLst>
                <a:gd name="connsiteX0" fmla="*/ 94915 w 200757"/>
                <a:gd name="connsiteY0" fmla="*/ 99784 h 277917"/>
                <a:gd name="connsiteX1" fmla="*/ 32920 w 200757"/>
                <a:gd name="connsiteY1" fmla="*/ 185942 h 277917"/>
                <a:gd name="connsiteX2" fmla="*/ 923 w 200757"/>
                <a:gd name="connsiteY2" fmla="*/ 257103 h 277917"/>
                <a:gd name="connsiteX3" fmla="*/ 45169 w 200757"/>
                <a:gd name="connsiteY3" fmla="*/ 274934 h 277917"/>
                <a:gd name="connsiteX4" fmla="*/ 104580 w 200757"/>
                <a:gd name="connsiteY4" fmla="*/ 213107 h 277917"/>
                <a:gd name="connsiteX5" fmla="*/ 157576 w 200757"/>
                <a:gd name="connsiteY5" fmla="*/ 134947 h 277917"/>
                <a:gd name="connsiteX6" fmla="*/ 187240 w 200757"/>
                <a:gd name="connsiteY6" fmla="*/ 77535 h 277917"/>
                <a:gd name="connsiteX7" fmla="*/ 199072 w 200757"/>
                <a:gd name="connsiteY7" fmla="*/ 17458 h 277917"/>
                <a:gd name="connsiteX8" fmla="*/ 188406 w 200757"/>
                <a:gd name="connsiteY8" fmla="*/ 2876 h 277917"/>
                <a:gd name="connsiteX9" fmla="*/ 185156 w 200757"/>
                <a:gd name="connsiteY9" fmla="*/ 459 h 277917"/>
                <a:gd name="connsiteX10" fmla="*/ 181990 w 200757"/>
                <a:gd name="connsiteY10" fmla="*/ 626 h 277917"/>
                <a:gd name="connsiteX11" fmla="*/ 177824 w 200757"/>
                <a:gd name="connsiteY11" fmla="*/ 542 h 277917"/>
                <a:gd name="connsiteX12" fmla="*/ 156076 w 200757"/>
                <a:gd name="connsiteY12" fmla="*/ 18707 h 277917"/>
                <a:gd name="connsiteX13" fmla="*/ 94915 w 200757"/>
                <a:gd name="connsiteY13" fmla="*/ 99784 h 277917"/>
                <a:gd name="connsiteX14" fmla="*/ 94915 w 200757"/>
                <a:gd name="connsiteY14" fmla="*/ 99784 h 277917"/>
                <a:gd name="connsiteX15" fmla="*/ 145244 w 200757"/>
                <a:gd name="connsiteY15" fmla="*/ 45788 h 277917"/>
                <a:gd name="connsiteX16" fmla="*/ 159992 w 200757"/>
                <a:gd name="connsiteY16" fmla="*/ 28623 h 277917"/>
                <a:gd name="connsiteX17" fmla="*/ 172574 w 200757"/>
                <a:gd name="connsiteY17" fmla="*/ 13292 h 277917"/>
                <a:gd name="connsiteX18" fmla="*/ 191240 w 200757"/>
                <a:gd name="connsiteY18" fmla="*/ 18958 h 277917"/>
                <a:gd name="connsiteX19" fmla="*/ 175657 w 200757"/>
                <a:gd name="connsiteY19" fmla="*/ 81119 h 277917"/>
                <a:gd name="connsiteX20" fmla="*/ 131161 w 200757"/>
                <a:gd name="connsiteY20" fmla="*/ 160445 h 277917"/>
                <a:gd name="connsiteX21" fmla="*/ 77833 w 200757"/>
                <a:gd name="connsiteY21" fmla="*/ 230939 h 277917"/>
                <a:gd name="connsiteX22" fmla="*/ 45002 w 200757"/>
                <a:gd name="connsiteY22" fmla="*/ 261686 h 277917"/>
                <a:gd name="connsiteX23" fmla="*/ 21671 w 200757"/>
                <a:gd name="connsiteY23" fmla="*/ 264019 h 277917"/>
                <a:gd name="connsiteX24" fmla="*/ 15755 w 200757"/>
                <a:gd name="connsiteY24" fmla="*/ 237271 h 277917"/>
                <a:gd name="connsiteX25" fmla="*/ 64251 w 200757"/>
                <a:gd name="connsiteY25" fmla="*/ 160195 h 277917"/>
                <a:gd name="connsiteX26" fmla="*/ 118912 w 200757"/>
                <a:gd name="connsiteY26" fmla="*/ 83119 h 277917"/>
                <a:gd name="connsiteX27" fmla="*/ 145244 w 200757"/>
                <a:gd name="connsiteY27" fmla="*/ 45788 h 277917"/>
                <a:gd name="connsiteX28" fmla="*/ 145244 w 200757"/>
                <a:gd name="connsiteY28" fmla="*/ 45788 h 2779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00757" h="277917">
                  <a:moveTo>
                    <a:pt x="94915" y="99784"/>
                  </a:moveTo>
                  <a:cubicBezTo>
                    <a:pt x="74083" y="128448"/>
                    <a:pt x="53002" y="156778"/>
                    <a:pt x="32920" y="185942"/>
                  </a:cubicBezTo>
                  <a:cubicBezTo>
                    <a:pt x="20338" y="204358"/>
                    <a:pt x="-5160" y="232689"/>
                    <a:pt x="923" y="257103"/>
                  </a:cubicBezTo>
                  <a:cubicBezTo>
                    <a:pt x="5589" y="275768"/>
                    <a:pt x="29004" y="282350"/>
                    <a:pt x="45169" y="274934"/>
                  </a:cubicBezTo>
                  <a:cubicBezTo>
                    <a:pt x="70167" y="263519"/>
                    <a:pt x="88832" y="234355"/>
                    <a:pt x="104580" y="213107"/>
                  </a:cubicBezTo>
                  <a:cubicBezTo>
                    <a:pt x="123329" y="187776"/>
                    <a:pt x="141661" y="162111"/>
                    <a:pt x="157576" y="134947"/>
                  </a:cubicBezTo>
                  <a:cubicBezTo>
                    <a:pt x="168325" y="116615"/>
                    <a:pt x="178907" y="97450"/>
                    <a:pt x="187240" y="77535"/>
                  </a:cubicBezTo>
                  <a:cubicBezTo>
                    <a:pt x="196739" y="58454"/>
                    <a:pt x="204238" y="37789"/>
                    <a:pt x="199072" y="17458"/>
                  </a:cubicBezTo>
                  <a:cubicBezTo>
                    <a:pt x="197572" y="11458"/>
                    <a:pt x="193739" y="5959"/>
                    <a:pt x="188406" y="2876"/>
                  </a:cubicBezTo>
                  <a:cubicBezTo>
                    <a:pt x="187406" y="2042"/>
                    <a:pt x="186323" y="1209"/>
                    <a:pt x="185156" y="459"/>
                  </a:cubicBezTo>
                  <a:cubicBezTo>
                    <a:pt x="183990" y="-291"/>
                    <a:pt x="182824" y="-41"/>
                    <a:pt x="181990" y="626"/>
                  </a:cubicBezTo>
                  <a:cubicBezTo>
                    <a:pt x="180657" y="459"/>
                    <a:pt x="179241" y="376"/>
                    <a:pt x="177824" y="542"/>
                  </a:cubicBezTo>
                  <a:cubicBezTo>
                    <a:pt x="167991" y="1459"/>
                    <a:pt x="162075" y="12041"/>
                    <a:pt x="156076" y="18707"/>
                  </a:cubicBezTo>
                  <a:cubicBezTo>
                    <a:pt x="133078" y="44122"/>
                    <a:pt x="114996" y="72120"/>
                    <a:pt x="94915" y="99784"/>
                  </a:cubicBezTo>
                  <a:lnTo>
                    <a:pt x="94915" y="99784"/>
                  </a:lnTo>
                  <a:close/>
                  <a:moveTo>
                    <a:pt x="145244" y="45788"/>
                  </a:moveTo>
                  <a:cubicBezTo>
                    <a:pt x="149910" y="39872"/>
                    <a:pt x="155076" y="34373"/>
                    <a:pt x="159992" y="28623"/>
                  </a:cubicBezTo>
                  <a:cubicBezTo>
                    <a:pt x="163575" y="24540"/>
                    <a:pt x="167991" y="15958"/>
                    <a:pt x="172574" y="13292"/>
                  </a:cubicBezTo>
                  <a:cubicBezTo>
                    <a:pt x="181824" y="13041"/>
                    <a:pt x="187990" y="14958"/>
                    <a:pt x="191240" y="18958"/>
                  </a:cubicBezTo>
                  <a:cubicBezTo>
                    <a:pt x="196239" y="38539"/>
                    <a:pt x="182657" y="65454"/>
                    <a:pt x="175657" y="81119"/>
                  </a:cubicBezTo>
                  <a:cubicBezTo>
                    <a:pt x="163325" y="108783"/>
                    <a:pt x="148076" y="135447"/>
                    <a:pt x="131161" y="160445"/>
                  </a:cubicBezTo>
                  <a:cubicBezTo>
                    <a:pt x="114746" y="184859"/>
                    <a:pt x="96915" y="208607"/>
                    <a:pt x="77833" y="230939"/>
                  </a:cubicBezTo>
                  <a:cubicBezTo>
                    <a:pt x="68167" y="242271"/>
                    <a:pt x="57585" y="253603"/>
                    <a:pt x="45002" y="261686"/>
                  </a:cubicBezTo>
                  <a:cubicBezTo>
                    <a:pt x="38170" y="266102"/>
                    <a:pt x="29337" y="268102"/>
                    <a:pt x="21671" y="264019"/>
                  </a:cubicBezTo>
                  <a:cubicBezTo>
                    <a:pt x="10256" y="257936"/>
                    <a:pt x="11839" y="247604"/>
                    <a:pt x="15755" y="237271"/>
                  </a:cubicBezTo>
                  <a:cubicBezTo>
                    <a:pt x="26088" y="209691"/>
                    <a:pt x="47502" y="184109"/>
                    <a:pt x="64251" y="160195"/>
                  </a:cubicBezTo>
                  <a:cubicBezTo>
                    <a:pt x="82249" y="134281"/>
                    <a:pt x="101414" y="109283"/>
                    <a:pt x="118912" y="83119"/>
                  </a:cubicBezTo>
                  <a:cubicBezTo>
                    <a:pt x="127245" y="70453"/>
                    <a:pt x="135828" y="57704"/>
                    <a:pt x="145244" y="45788"/>
                  </a:cubicBezTo>
                  <a:lnTo>
                    <a:pt x="145244" y="45788"/>
                  </a:lnTo>
                  <a:close/>
                </a:path>
              </a:pathLst>
            </a:custGeom>
            <a:grpFill/>
            <a:ln w="8332" cap="flat">
              <a:noFill/>
              <a:prstDash val="solid"/>
              <a:miter/>
            </a:ln>
          </p:spPr>
          <p:txBody>
            <a:bodyPr rtlCol="0" anchor="ctr"/>
            <a:lstStyle/>
            <a:p>
              <a:endParaRPr lang="en-US"/>
            </a:p>
          </p:txBody>
        </p:sp>
        <p:sp>
          <p:nvSpPr>
            <p:cNvPr id="2399" name="Freeform: Shape 2398"/>
            <p:cNvSpPr/>
            <p:nvPr/>
          </p:nvSpPr>
          <p:spPr>
            <a:xfrm>
              <a:off x="5390695" y="6310815"/>
              <a:ext cx="200757" cy="278000"/>
            </a:xfrm>
            <a:custGeom>
              <a:avLst/>
              <a:gdLst>
                <a:gd name="connsiteX0" fmla="*/ 94915 w 200757"/>
                <a:gd name="connsiteY0" fmla="*/ 99867 h 278000"/>
                <a:gd name="connsiteX1" fmla="*/ 32920 w 200757"/>
                <a:gd name="connsiteY1" fmla="*/ 186026 h 278000"/>
                <a:gd name="connsiteX2" fmla="*/ 923 w 200757"/>
                <a:gd name="connsiteY2" fmla="*/ 257186 h 278000"/>
                <a:gd name="connsiteX3" fmla="*/ 45169 w 200757"/>
                <a:gd name="connsiteY3" fmla="*/ 275018 h 278000"/>
                <a:gd name="connsiteX4" fmla="*/ 104580 w 200757"/>
                <a:gd name="connsiteY4" fmla="*/ 213190 h 278000"/>
                <a:gd name="connsiteX5" fmla="*/ 157576 w 200757"/>
                <a:gd name="connsiteY5" fmla="*/ 135030 h 278000"/>
                <a:gd name="connsiteX6" fmla="*/ 187240 w 200757"/>
                <a:gd name="connsiteY6" fmla="*/ 77619 h 278000"/>
                <a:gd name="connsiteX7" fmla="*/ 199072 w 200757"/>
                <a:gd name="connsiteY7" fmla="*/ 17458 h 278000"/>
                <a:gd name="connsiteX8" fmla="*/ 188406 w 200757"/>
                <a:gd name="connsiteY8" fmla="*/ 2876 h 278000"/>
                <a:gd name="connsiteX9" fmla="*/ 185157 w 200757"/>
                <a:gd name="connsiteY9" fmla="*/ 459 h 278000"/>
                <a:gd name="connsiteX10" fmla="*/ 181990 w 200757"/>
                <a:gd name="connsiteY10" fmla="*/ 626 h 278000"/>
                <a:gd name="connsiteX11" fmla="*/ 177824 w 200757"/>
                <a:gd name="connsiteY11" fmla="*/ 542 h 278000"/>
                <a:gd name="connsiteX12" fmla="*/ 156076 w 200757"/>
                <a:gd name="connsiteY12" fmla="*/ 18707 h 278000"/>
                <a:gd name="connsiteX13" fmla="*/ 94915 w 200757"/>
                <a:gd name="connsiteY13" fmla="*/ 99867 h 278000"/>
                <a:gd name="connsiteX14" fmla="*/ 94915 w 200757"/>
                <a:gd name="connsiteY14" fmla="*/ 99867 h 278000"/>
                <a:gd name="connsiteX15" fmla="*/ 145160 w 200757"/>
                <a:gd name="connsiteY15" fmla="*/ 45955 h 278000"/>
                <a:gd name="connsiteX16" fmla="*/ 159909 w 200757"/>
                <a:gd name="connsiteY16" fmla="*/ 28790 h 278000"/>
                <a:gd name="connsiteX17" fmla="*/ 172491 w 200757"/>
                <a:gd name="connsiteY17" fmla="*/ 13458 h 278000"/>
                <a:gd name="connsiteX18" fmla="*/ 191156 w 200757"/>
                <a:gd name="connsiteY18" fmla="*/ 19124 h 278000"/>
                <a:gd name="connsiteX19" fmla="*/ 175574 w 200757"/>
                <a:gd name="connsiteY19" fmla="*/ 81202 h 278000"/>
                <a:gd name="connsiteX20" fmla="*/ 131078 w 200757"/>
                <a:gd name="connsiteY20" fmla="*/ 160528 h 278000"/>
                <a:gd name="connsiteX21" fmla="*/ 77750 w 200757"/>
                <a:gd name="connsiteY21" fmla="*/ 231022 h 278000"/>
                <a:gd name="connsiteX22" fmla="*/ 44919 w 200757"/>
                <a:gd name="connsiteY22" fmla="*/ 261769 h 278000"/>
                <a:gd name="connsiteX23" fmla="*/ 21588 w 200757"/>
                <a:gd name="connsiteY23" fmla="*/ 264102 h 278000"/>
                <a:gd name="connsiteX24" fmla="*/ 15672 w 200757"/>
                <a:gd name="connsiteY24" fmla="*/ 237355 h 278000"/>
                <a:gd name="connsiteX25" fmla="*/ 64168 w 200757"/>
                <a:gd name="connsiteY25" fmla="*/ 160278 h 278000"/>
                <a:gd name="connsiteX26" fmla="*/ 118829 w 200757"/>
                <a:gd name="connsiteY26" fmla="*/ 83202 h 278000"/>
                <a:gd name="connsiteX27" fmla="*/ 145160 w 200757"/>
                <a:gd name="connsiteY27" fmla="*/ 45955 h 278000"/>
                <a:gd name="connsiteX28" fmla="*/ 145160 w 200757"/>
                <a:gd name="connsiteY28" fmla="*/ 45955 h 27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00757" h="278000">
                  <a:moveTo>
                    <a:pt x="94915" y="99867"/>
                  </a:moveTo>
                  <a:cubicBezTo>
                    <a:pt x="74083" y="128531"/>
                    <a:pt x="53002" y="156778"/>
                    <a:pt x="32920" y="186026"/>
                  </a:cubicBezTo>
                  <a:cubicBezTo>
                    <a:pt x="20338" y="204441"/>
                    <a:pt x="-5160" y="232771"/>
                    <a:pt x="923" y="257186"/>
                  </a:cubicBezTo>
                  <a:cubicBezTo>
                    <a:pt x="5589" y="275851"/>
                    <a:pt x="29004" y="282434"/>
                    <a:pt x="45169" y="275018"/>
                  </a:cubicBezTo>
                  <a:cubicBezTo>
                    <a:pt x="70167" y="263602"/>
                    <a:pt x="88832" y="234438"/>
                    <a:pt x="104580" y="213190"/>
                  </a:cubicBezTo>
                  <a:cubicBezTo>
                    <a:pt x="123329" y="187859"/>
                    <a:pt x="141661" y="162195"/>
                    <a:pt x="157576" y="135030"/>
                  </a:cubicBezTo>
                  <a:cubicBezTo>
                    <a:pt x="168325" y="116699"/>
                    <a:pt x="178990" y="97534"/>
                    <a:pt x="187240" y="77619"/>
                  </a:cubicBezTo>
                  <a:cubicBezTo>
                    <a:pt x="196739" y="58537"/>
                    <a:pt x="204238" y="37873"/>
                    <a:pt x="199072" y="17458"/>
                  </a:cubicBezTo>
                  <a:cubicBezTo>
                    <a:pt x="197572" y="11458"/>
                    <a:pt x="193739" y="5959"/>
                    <a:pt x="188406" y="2876"/>
                  </a:cubicBezTo>
                  <a:cubicBezTo>
                    <a:pt x="187406" y="2042"/>
                    <a:pt x="186323" y="1209"/>
                    <a:pt x="185157" y="459"/>
                  </a:cubicBezTo>
                  <a:cubicBezTo>
                    <a:pt x="183990" y="-291"/>
                    <a:pt x="182824" y="-41"/>
                    <a:pt x="181990" y="626"/>
                  </a:cubicBezTo>
                  <a:cubicBezTo>
                    <a:pt x="180657" y="459"/>
                    <a:pt x="179241" y="376"/>
                    <a:pt x="177824" y="542"/>
                  </a:cubicBezTo>
                  <a:cubicBezTo>
                    <a:pt x="167992" y="1459"/>
                    <a:pt x="162075" y="12041"/>
                    <a:pt x="156076" y="18707"/>
                  </a:cubicBezTo>
                  <a:cubicBezTo>
                    <a:pt x="133078" y="44288"/>
                    <a:pt x="114996" y="72286"/>
                    <a:pt x="94915" y="99867"/>
                  </a:cubicBezTo>
                  <a:lnTo>
                    <a:pt x="94915" y="99867"/>
                  </a:lnTo>
                  <a:close/>
                  <a:moveTo>
                    <a:pt x="145160" y="45955"/>
                  </a:moveTo>
                  <a:cubicBezTo>
                    <a:pt x="149826" y="40039"/>
                    <a:pt x="154993" y="34539"/>
                    <a:pt x="159909" y="28790"/>
                  </a:cubicBezTo>
                  <a:cubicBezTo>
                    <a:pt x="163492" y="24707"/>
                    <a:pt x="167908" y="16124"/>
                    <a:pt x="172491" y="13458"/>
                  </a:cubicBezTo>
                  <a:cubicBezTo>
                    <a:pt x="181740" y="13208"/>
                    <a:pt x="187906" y="15124"/>
                    <a:pt x="191156" y="19124"/>
                  </a:cubicBezTo>
                  <a:cubicBezTo>
                    <a:pt x="196155" y="38706"/>
                    <a:pt x="182574" y="65620"/>
                    <a:pt x="175574" y="81202"/>
                  </a:cubicBezTo>
                  <a:cubicBezTo>
                    <a:pt x="163242" y="108866"/>
                    <a:pt x="147993" y="135530"/>
                    <a:pt x="131078" y="160528"/>
                  </a:cubicBezTo>
                  <a:cubicBezTo>
                    <a:pt x="114663" y="184942"/>
                    <a:pt x="96831" y="208691"/>
                    <a:pt x="77750" y="231022"/>
                  </a:cubicBezTo>
                  <a:cubicBezTo>
                    <a:pt x="68084" y="242354"/>
                    <a:pt x="57502" y="253686"/>
                    <a:pt x="44919" y="261769"/>
                  </a:cubicBezTo>
                  <a:cubicBezTo>
                    <a:pt x="38087" y="266185"/>
                    <a:pt x="29254" y="268185"/>
                    <a:pt x="21588" y="264102"/>
                  </a:cubicBezTo>
                  <a:cubicBezTo>
                    <a:pt x="10173" y="258019"/>
                    <a:pt x="11756" y="247687"/>
                    <a:pt x="15672" y="237355"/>
                  </a:cubicBezTo>
                  <a:cubicBezTo>
                    <a:pt x="26004" y="209774"/>
                    <a:pt x="47419" y="184193"/>
                    <a:pt x="64168" y="160278"/>
                  </a:cubicBezTo>
                  <a:cubicBezTo>
                    <a:pt x="82166" y="134364"/>
                    <a:pt x="101331" y="109366"/>
                    <a:pt x="118829" y="83202"/>
                  </a:cubicBezTo>
                  <a:cubicBezTo>
                    <a:pt x="127245" y="70536"/>
                    <a:pt x="135744" y="57871"/>
                    <a:pt x="145160" y="45955"/>
                  </a:cubicBezTo>
                  <a:lnTo>
                    <a:pt x="145160" y="45955"/>
                  </a:lnTo>
                  <a:close/>
                </a:path>
              </a:pathLst>
            </a:custGeom>
            <a:grpFill/>
            <a:ln w="8332" cap="flat">
              <a:noFill/>
              <a:prstDash val="solid"/>
              <a:miter/>
            </a:ln>
          </p:spPr>
          <p:txBody>
            <a:bodyPr rtlCol="0" anchor="ctr"/>
            <a:lstStyle/>
            <a:p>
              <a:endParaRPr lang="en-US"/>
            </a:p>
          </p:txBody>
        </p:sp>
        <p:sp>
          <p:nvSpPr>
            <p:cNvPr id="2400" name="Freeform: Shape 2399"/>
            <p:cNvSpPr/>
            <p:nvPr/>
          </p:nvSpPr>
          <p:spPr>
            <a:xfrm>
              <a:off x="4899029" y="6728641"/>
              <a:ext cx="663907" cy="628453"/>
            </a:xfrm>
            <a:custGeom>
              <a:avLst/>
              <a:gdLst>
                <a:gd name="connsiteX0" fmla="*/ 23215 w 663907"/>
                <a:gd name="connsiteY0" fmla="*/ 168331 h 628453"/>
                <a:gd name="connsiteX1" fmla="*/ 51 w 663907"/>
                <a:gd name="connsiteY1" fmla="*/ 191079 h 628453"/>
                <a:gd name="connsiteX2" fmla="*/ 20882 w 663907"/>
                <a:gd name="connsiteY2" fmla="*/ 206827 h 628453"/>
                <a:gd name="connsiteX3" fmla="*/ 70628 w 663907"/>
                <a:gd name="connsiteY3" fmla="*/ 219743 h 628453"/>
                <a:gd name="connsiteX4" fmla="*/ 121540 w 663907"/>
                <a:gd name="connsiteY4" fmla="*/ 233241 h 628453"/>
                <a:gd name="connsiteX5" fmla="*/ 165786 w 663907"/>
                <a:gd name="connsiteY5" fmla="*/ 255406 h 628453"/>
                <a:gd name="connsiteX6" fmla="*/ 173118 w 663907"/>
                <a:gd name="connsiteY6" fmla="*/ 278738 h 628453"/>
                <a:gd name="connsiteX7" fmla="*/ 149370 w 663907"/>
                <a:gd name="connsiteY7" fmla="*/ 324650 h 628453"/>
                <a:gd name="connsiteX8" fmla="*/ 203699 w 663907"/>
                <a:gd name="connsiteY8" fmla="*/ 350648 h 628453"/>
                <a:gd name="connsiteX9" fmla="*/ 316772 w 663907"/>
                <a:gd name="connsiteY9" fmla="*/ 487469 h 628453"/>
                <a:gd name="connsiteX10" fmla="*/ 319522 w 663907"/>
                <a:gd name="connsiteY10" fmla="*/ 489635 h 628453"/>
                <a:gd name="connsiteX11" fmla="*/ 296190 w 663907"/>
                <a:gd name="connsiteY11" fmla="*/ 502717 h 628453"/>
                <a:gd name="connsiteX12" fmla="*/ 299440 w 663907"/>
                <a:gd name="connsiteY12" fmla="*/ 520549 h 628453"/>
                <a:gd name="connsiteX13" fmla="*/ 303107 w 663907"/>
                <a:gd name="connsiteY13" fmla="*/ 541714 h 628453"/>
                <a:gd name="connsiteX14" fmla="*/ 338187 w 663907"/>
                <a:gd name="connsiteY14" fmla="*/ 551379 h 628453"/>
                <a:gd name="connsiteX15" fmla="*/ 344020 w 663907"/>
                <a:gd name="connsiteY15" fmla="*/ 575961 h 628453"/>
                <a:gd name="connsiteX16" fmla="*/ 363351 w 663907"/>
                <a:gd name="connsiteY16" fmla="*/ 580543 h 628453"/>
                <a:gd name="connsiteX17" fmla="*/ 392849 w 663907"/>
                <a:gd name="connsiteY17" fmla="*/ 570044 h 628453"/>
                <a:gd name="connsiteX18" fmla="*/ 409597 w 663907"/>
                <a:gd name="connsiteY18" fmla="*/ 562129 h 628453"/>
                <a:gd name="connsiteX19" fmla="*/ 416347 w 663907"/>
                <a:gd name="connsiteY19" fmla="*/ 558045 h 628453"/>
                <a:gd name="connsiteX20" fmla="*/ 488257 w 663907"/>
                <a:gd name="connsiteY20" fmla="*/ 595876 h 628453"/>
                <a:gd name="connsiteX21" fmla="*/ 577749 w 663907"/>
                <a:gd name="connsiteY21" fmla="*/ 625123 h 628453"/>
                <a:gd name="connsiteX22" fmla="*/ 618578 w 663907"/>
                <a:gd name="connsiteY22" fmla="*/ 628289 h 628453"/>
                <a:gd name="connsiteX23" fmla="*/ 654158 w 663907"/>
                <a:gd name="connsiteY23" fmla="*/ 626123 h 628453"/>
                <a:gd name="connsiteX24" fmla="*/ 663907 w 663907"/>
                <a:gd name="connsiteY24" fmla="*/ 612124 h 628453"/>
                <a:gd name="connsiteX25" fmla="*/ 662407 w 663907"/>
                <a:gd name="connsiteY25" fmla="*/ 572127 h 628453"/>
                <a:gd name="connsiteX26" fmla="*/ 653492 w 663907"/>
                <a:gd name="connsiteY26" fmla="*/ 475053 h 628453"/>
                <a:gd name="connsiteX27" fmla="*/ 623161 w 663907"/>
                <a:gd name="connsiteY27" fmla="*/ 386478 h 628453"/>
                <a:gd name="connsiteX28" fmla="*/ 615162 w 663907"/>
                <a:gd name="connsiteY28" fmla="*/ 354398 h 628453"/>
                <a:gd name="connsiteX29" fmla="*/ 589831 w 663907"/>
                <a:gd name="connsiteY29" fmla="*/ 284237 h 628453"/>
                <a:gd name="connsiteX30" fmla="*/ 563333 w 663907"/>
                <a:gd name="connsiteY30" fmla="*/ 225076 h 628453"/>
                <a:gd name="connsiteX31" fmla="*/ 548585 w 663907"/>
                <a:gd name="connsiteY31" fmla="*/ 206077 h 628453"/>
                <a:gd name="connsiteX32" fmla="*/ 534752 w 663907"/>
                <a:gd name="connsiteY32" fmla="*/ 209827 h 628453"/>
                <a:gd name="connsiteX33" fmla="*/ 507338 w 663907"/>
                <a:gd name="connsiteY33" fmla="*/ 188662 h 628453"/>
                <a:gd name="connsiteX34" fmla="*/ 485507 w 663907"/>
                <a:gd name="connsiteY34" fmla="*/ 170247 h 628453"/>
                <a:gd name="connsiteX35" fmla="*/ 463259 w 663907"/>
                <a:gd name="connsiteY35" fmla="*/ 164998 h 628453"/>
                <a:gd name="connsiteX36" fmla="*/ 429512 w 663907"/>
                <a:gd name="connsiteY36" fmla="*/ 155415 h 628453"/>
                <a:gd name="connsiteX37" fmla="*/ 392098 w 663907"/>
                <a:gd name="connsiteY37" fmla="*/ 141833 h 628453"/>
                <a:gd name="connsiteX38" fmla="*/ 359102 w 663907"/>
                <a:gd name="connsiteY38" fmla="*/ 141250 h 628453"/>
                <a:gd name="connsiteX39" fmla="*/ 339020 w 663907"/>
                <a:gd name="connsiteY39" fmla="*/ 137500 h 628453"/>
                <a:gd name="connsiteX40" fmla="*/ 312856 w 663907"/>
                <a:gd name="connsiteY40" fmla="*/ 146583 h 628453"/>
                <a:gd name="connsiteX41" fmla="*/ 294274 w 663907"/>
                <a:gd name="connsiteY41" fmla="*/ 146999 h 628453"/>
                <a:gd name="connsiteX42" fmla="*/ 285358 w 663907"/>
                <a:gd name="connsiteY42" fmla="*/ 157665 h 628453"/>
                <a:gd name="connsiteX43" fmla="*/ 256944 w 663907"/>
                <a:gd name="connsiteY43" fmla="*/ 155582 h 628453"/>
                <a:gd name="connsiteX44" fmla="*/ 231946 w 663907"/>
                <a:gd name="connsiteY44" fmla="*/ 153415 h 628453"/>
                <a:gd name="connsiteX45" fmla="*/ 171619 w 663907"/>
                <a:gd name="connsiteY45" fmla="*/ 81839 h 628453"/>
                <a:gd name="connsiteX46" fmla="*/ 155870 w 663907"/>
                <a:gd name="connsiteY46" fmla="*/ 41425 h 628453"/>
                <a:gd name="connsiteX47" fmla="*/ 148121 w 663907"/>
                <a:gd name="connsiteY47" fmla="*/ 4095 h 628453"/>
                <a:gd name="connsiteX48" fmla="*/ 141621 w 663907"/>
                <a:gd name="connsiteY48" fmla="*/ 13 h 628453"/>
                <a:gd name="connsiteX49" fmla="*/ 116957 w 663907"/>
                <a:gd name="connsiteY49" fmla="*/ 69423 h 628453"/>
                <a:gd name="connsiteX50" fmla="*/ 111207 w 663907"/>
                <a:gd name="connsiteY50" fmla="*/ 125168 h 628453"/>
                <a:gd name="connsiteX51" fmla="*/ 65295 w 663907"/>
                <a:gd name="connsiteY51" fmla="*/ 151499 h 628453"/>
                <a:gd name="connsiteX52" fmla="*/ 23215 w 663907"/>
                <a:gd name="connsiteY52" fmla="*/ 168331 h 628453"/>
                <a:gd name="connsiteX53" fmla="*/ 23215 w 663907"/>
                <a:gd name="connsiteY53" fmla="*/ 168331 h 628453"/>
                <a:gd name="connsiteX54" fmla="*/ 364768 w 663907"/>
                <a:gd name="connsiteY54" fmla="*/ 171747 h 628453"/>
                <a:gd name="connsiteX55" fmla="*/ 329021 w 663907"/>
                <a:gd name="connsiteY55" fmla="*/ 164248 h 628453"/>
                <a:gd name="connsiteX56" fmla="*/ 299107 w 663907"/>
                <a:gd name="connsiteY56" fmla="*/ 159248 h 628453"/>
                <a:gd name="connsiteX57" fmla="*/ 299690 w 663907"/>
                <a:gd name="connsiteY57" fmla="*/ 158248 h 628453"/>
                <a:gd name="connsiteX58" fmla="*/ 308939 w 663907"/>
                <a:gd name="connsiteY58" fmla="*/ 160498 h 628453"/>
                <a:gd name="connsiteX59" fmla="*/ 333104 w 663907"/>
                <a:gd name="connsiteY59" fmla="*/ 153832 h 628453"/>
                <a:gd name="connsiteX60" fmla="*/ 346353 w 663907"/>
                <a:gd name="connsiteY60" fmla="*/ 151666 h 628453"/>
                <a:gd name="connsiteX61" fmla="*/ 364768 w 663907"/>
                <a:gd name="connsiteY61" fmla="*/ 171747 h 628453"/>
                <a:gd name="connsiteX62" fmla="*/ 364768 w 663907"/>
                <a:gd name="connsiteY62" fmla="*/ 171747 h 628453"/>
                <a:gd name="connsiteX63" fmla="*/ 386183 w 663907"/>
                <a:gd name="connsiteY63" fmla="*/ 158248 h 628453"/>
                <a:gd name="connsiteX64" fmla="*/ 410181 w 663907"/>
                <a:gd name="connsiteY64" fmla="*/ 185996 h 628453"/>
                <a:gd name="connsiteX65" fmla="*/ 371434 w 663907"/>
                <a:gd name="connsiteY65" fmla="*/ 173414 h 628453"/>
                <a:gd name="connsiteX66" fmla="*/ 359518 w 663907"/>
                <a:gd name="connsiteY66" fmla="*/ 154916 h 628453"/>
                <a:gd name="connsiteX67" fmla="*/ 386183 w 663907"/>
                <a:gd name="connsiteY67" fmla="*/ 158248 h 628453"/>
                <a:gd name="connsiteX68" fmla="*/ 386183 w 663907"/>
                <a:gd name="connsiteY68" fmla="*/ 158248 h 628453"/>
                <a:gd name="connsiteX69" fmla="*/ 428762 w 663907"/>
                <a:gd name="connsiteY69" fmla="*/ 168247 h 628453"/>
                <a:gd name="connsiteX70" fmla="*/ 469175 w 663907"/>
                <a:gd name="connsiteY70" fmla="*/ 218910 h 628453"/>
                <a:gd name="connsiteX71" fmla="*/ 420846 w 663907"/>
                <a:gd name="connsiteY71" fmla="*/ 190662 h 628453"/>
                <a:gd name="connsiteX72" fmla="*/ 416347 w 663907"/>
                <a:gd name="connsiteY72" fmla="*/ 188662 h 628453"/>
                <a:gd name="connsiteX73" fmla="*/ 399515 w 663907"/>
                <a:gd name="connsiteY73" fmla="*/ 162165 h 628453"/>
                <a:gd name="connsiteX74" fmla="*/ 393098 w 663907"/>
                <a:gd name="connsiteY74" fmla="*/ 154498 h 628453"/>
                <a:gd name="connsiteX75" fmla="*/ 397182 w 663907"/>
                <a:gd name="connsiteY75" fmla="*/ 152249 h 628453"/>
                <a:gd name="connsiteX76" fmla="*/ 422346 w 663907"/>
                <a:gd name="connsiteY76" fmla="*/ 163748 h 628453"/>
                <a:gd name="connsiteX77" fmla="*/ 428762 w 663907"/>
                <a:gd name="connsiteY77" fmla="*/ 168247 h 628453"/>
                <a:gd name="connsiteX78" fmla="*/ 428762 w 663907"/>
                <a:gd name="connsiteY78" fmla="*/ 168247 h 628453"/>
                <a:gd name="connsiteX79" fmla="*/ 502755 w 663907"/>
                <a:gd name="connsiteY79" fmla="*/ 230325 h 628453"/>
                <a:gd name="connsiteX80" fmla="*/ 519254 w 663907"/>
                <a:gd name="connsiteY80" fmla="*/ 258739 h 628453"/>
                <a:gd name="connsiteX81" fmla="*/ 476924 w 663907"/>
                <a:gd name="connsiteY81" fmla="*/ 224326 h 628453"/>
                <a:gd name="connsiteX82" fmla="*/ 447677 w 663907"/>
                <a:gd name="connsiteY82" fmla="*/ 176413 h 628453"/>
                <a:gd name="connsiteX83" fmla="*/ 467509 w 663907"/>
                <a:gd name="connsiteY83" fmla="*/ 179163 h 628453"/>
                <a:gd name="connsiteX84" fmla="*/ 467925 w 663907"/>
                <a:gd name="connsiteY84" fmla="*/ 180746 h 628453"/>
                <a:gd name="connsiteX85" fmla="*/ 502755 w 663907"/>
                <a:gd name="connsiteY85" fmla="*/ 230325 h 628453"/>
                <a:gd name="connsiteX86" fmla="*/ 502755 w 663907"/>
                <a:gd name="connsiteY86" fmla="*/ 230325 h 628453"/>
                <a:gd name="connsiteX87" fmla="*/ 552334 w 663907"/>
                <a:gd name="connsiteY87" fmla="*/ 273405 h 628453"/>
                <a:gd name="connsiteX88" fmla="*/ 573666 w 663907"/>
                <a:gd name="connsiteY88" fmla="*/ 314568 h 628453"/>
                <a:gd name="connsiteX89" fmla="*/ 571749 w 663907"/>
                <a:gd name="connsiteY89" fmla="*/ 312234 h 628453"/>
                <a:gd name="connsiteX90" fmla="*/ 528086 w 663907"/>
                <a:gd name="connsiteY90" fmla="*/ 266739 h 628453"/>
                <a:gd name="connsiteX91" fmla="*/ 506505 w 663907"/>
                <a:gd name="connsiteY91" fmla="*/ 224159 h 628453"/>
                <a:gd name="connsiteX92" fmla="*/ 485423 w 663907"/>
                <a:gd name="connsiteY92" fmla="*/ 189079 h 628453"/>
                <a:gd name="connsiteX93" fmla="*/ 505588 w 663907"/>
                <a:gd name="connsiteY93" fmla="*/ 209160 h 628453"/>
                <a:gd name="connsiteX94" fmla="*/ 521671 w 663907"/>
                <a:gd name="connsiteY94" fmla="*/ 223992 h 628453"/>
                <a:gd name="connsiteX95" fmla="*/ 552334 w 663907"/>
                <a:gd name="connsiteY95" fmla="*/ 273405 h 628453"/>
                <a:gd name="connsiteX96" fmla="*/ 552334 w 663907"/>
                <a:gd name="connsiteY96" fmla="*/ 273405 h 628453"/>
                <a:gd name="connsiteX97" fmla="*/ 607162 w 663907"/>
                <a:gd name="connsiteY97" fmla="*/ 358980 h 628453"/>
                <a:gd name="connsiteX98" fmla="*/ 581665 w 663907"/>
                <a:gd name="connsiteY98" fmla="*/ 324150 h 628453"/>
                <a:gd name="connsiteX99" fmla="*/ 554500 w 663907"/>
                <a:gd name="connsiteY99" fmla="*/ 262656 h 628453"/>
                <a:gd name="connsiteX100" fmla="*/ 535419 w 663907"/>
                <a:gd name="connsiteY100" fmla="*/ 231409 h 628453"/>
                <a:gd name="connsiteX101" fmla="*/ 532586 w 663907"/>
                <a:gd name="connsiteY101" fmla="*/ 226825 h 628453"/>
                <a:gd name="connsiteX102" fmla="*/ 534669 w 663907"/>
                <a:gd name="connsiteY102" fmla="*/ 226576 h 628453"/>
                <a:gd name="connsiteX103" fmla="*/ 544585 w 663907"/>
                <a:gd name="connsiteY103" fmla="*/ 220493 h 628453"/>
                <a:gd name="connsiteX104" fmla="*/ 552001 w 663907"/>
                <a:gd name="connsiteY104" fmla="*/ 232742 h 628453"/>
                <a:gd name="connsiteX105" fmla="*/ 563333 w 663907"/>
                <a:gd name="connsiteY105" fmla="*/ 255073 h 628453"/>
                <a:gd name="connsiteX106" fmla="*/ 579582 w 663907"/>
                <a:gd name="connsiteY106" fmla="*/ 290736 h 628453"/>
                <a:gd name="connsiteX107" fmla="*/ 606579 w 663907"/>
                <a:gd name="connsiteY107" fmla="*/ 357314 h 628453"/>
                <a:gd name="connsiteX108" fmla="*/ 607162 w 663907"/>
                <a:gd name="connsiteY108" fmla="*/ 358980 h 628453"/>
                <a:gd name="connsiteX109" fmla="*/ 607162 w 663907"/>
                <a:gd name="connsiteY109" fmla="*/ 358980 h 628453"/>
                <a:gd name="connsiteX110" fmla="*/ 348352 w 663907"/>
                <a:gd name="connsiteY110" fmla="*/ 550796 h 628453"/>
                <a:gd name="connsiteX111" fmla="*/ 352435 w 663907"/>
                <a:gd name="connsiteY111" fmla="*/ 550630 h 628453"/>
                <a:gd name="connsiteX112" fmla="*/ 387599 w 663907"/>
                <a:gd name="connsiteY112" fmla="*/ 550713 h 628453"/>
                <a:gd name="connsiteX113" fmla="*/ 402264 w 663907"/>
                <a:gd name="connsiteY113" fmla="*/ 549047 h 628453"/>
                <a:gd name="connsiteX114" fmla="*/ 409181 w 663907"/>
                <a:gd name="connsiteY114" fmla="*/ 553379 h 628453"/>
                <a:gd name="connsiteX115" fmla="*/ 385599 w 663907"/>
                <a:gd name="connsiteY115" fmla="*/ 562212 h 628453"/>
                <a:gd name="connsiteX116" fmla="*/ 358102 w 663907"/>
                <a:gd name="connsiteY116" fmla="*/ 569544 h 628453"/>
                <a:gd name="connsiteX117" fmla="*/ 348352 w 663907"/>
                <a:gd name="connsiteY117" fmla="*/ 550796 h 628453"/>
                <a:gd name="connsiteX118" fmla="*/ 348352 w 663907"/>
                <a:gd name="connsiteY118" fmla="*/ 550796 h 628453"/>
                <a:gd name="connsiteX119" fmla="*/ 314189 w 663907"/>
                <a:gd name="connsiteY119" fmla="*/ 503301 h 628453"/>
                <a:gd name="connsiteX120" fmla="*/ 330854 w 663907"/>
                <a:gd name="connsiteY120" fmla="*/ 499384 h 628453"/>
                <a:gd name="connsiteX121" fmla="*/ 332021 w 663907"/>
                <a:gd name="connsiteY121" fmla="*/ 499217 h 628453"/>
                <a:gd name="connsiteX122" fmla="*/ 393598 w 663907"/>
                <a:gd name="connsiteY122" fmla="*/ 543463 h 628453"/>
                <a:gd name="connsiteX123" fmla="*/ 332687 w 663907"/>
                <a:gd name="connsiteY123" fmla="*/ 540797 h 628453"/>
                <a:gd name="connsiteX124" fmla="*/ 311189 w 663907"/>
                <a:gd name="connsiteY124" fmla="*/ 529048 h 628453"/>
                <a:gd name="connsiteX125" fmla="*/ 309023 w 663907"/>
                <a:gd name="connsiteY125" fmla="*/ 516716 h 628453"/>
                <a:gd name="connsiteX126" fmla="*/ 314189 w 663907"/>
                <a:gd name="connsiteY126" fmla="*/ 503301 h 628453"/>
                <a:gd name="connsiteX127" fmla="*/ 314189 w 663907"/>
                <a:gd name="connsiteY127" fmla="*/ 503301 h 628453"/>
                <a:gd name="connsiteX128" fmla="*/ 164952 w 663907"/>
                <a:gd name="connsiteY128" fmla="*/ 303069 h 628453"/>
                <a:gd name="connsiteX129" fmla="*/ 176618 w 663907"/>
                <a:gd name="connsiteY129" fmla="*/ 291903 h 628453"/>
                <a:gd name="connsiteX130" fmla="*/ 179784 w 663907"/>
                <a:gd name="connsiteY130" fmla="*/ 301402 h 628453"/>
                <a:gd name="connsiteX131" fmla="*/ 199116 w 663907"/>
                <a:gd name="connsiteY131" fmla="*/ 342232 h 628453"/>
                <a:gd name="connsiteX132" fmla="*/ 193700 w 663907"/>
                <a:gd name="connsiteY132" fmla="*/ 341232 h 628453"/>
                <a:gd name="connsiteX133" fmla="*/ 167035 w 663907"/>
                <a:gd name="connsiteY133" fmla="*/ 330649 h 628453"/>
                <a:gd name="connsiteX134" fmla="*/ 164952 w 663907"/>
                <a:gd name="connsiteY134" fmla="*/ 303069 h 628453"/>
                <a:gd name="connsiteX135" fmla="*/ 164952 w 663907"/>
                <a:gd name="connsiteY135" fmla="*/ 303069 h 628453"/>
                <a:gd name="connsiteX136" fmla="*/ 19632 w 663907"/>
                <a:gd name="connsiteY136" fmla="*/ 190662 h 628453"/>
                <a:gd name="connsiteX137" fmla="*/ 31548 w 663907"/>
                <a:gd name="connsiteY137" fmla="*/ 180330 h 628453"/>
                <a:gd name="connsiteX138" fmla="*/ 43963 w 663907"/>
                <a:gd name="connsiteY138" fmla="*/ 173664 h 628453"/>
                <a:gd name="connsiteX139" fmla="*/ 70461 w 663907"/>
                <a:gd name="connsiteY139" fmla="*/ 184329 h 628453"/>
                <a:gd name="connsiteX140" fmla="*/ 113790 w 663907"/>
                <a:gd name="connsiteY140" fmla="*/ 200911 h 628453"/>
                <a:gd name="connsiteX141" fmla="*/ 116457 w 663907"/>
                <a:gd name="connsiteY141" fmla="*/ 196578 h 628453"/>
                <a:gd name="connsiteX142" fmla="*/ 76460 w 663907"/>
                <a:gd name="connsiteY142" fmla="*/ 176663 h 628453"/>
                <a:gd name="connsiteX143" fmla="*/ 59129 w 663907"/>
                <a:gd name="connsiteY143" fmla="*/ 167831 h 628453"/>
                <a:gd name="connsiteX144" fmla="*/ 71961 w 663907"/>
                <a:gd name="connsiteY144" fmla="*/ 163748 h 628453"/>
                <a:gd name="connsiteX145" fmla="*/ 82793 w 663907"/>
                <a:gd name="connsiteY145" fmla="*/ 160998 h 628453"/>
                <a:gd name="connsiteX146" fmla="*/ 85376 w 663907"/>
                <a:gd name="connsiteY146" fmla="*/ 162081 h 628453"/>
                <a:gd name="connsiteX147" fmla="*/ 93709 w 663907"/>
                <a:gd name="connsiteY147" fmla="*/ 167081 h 628453"/>
                <a:gd name="connsiteX148" fmla="*/ 107707 w 663907"/>
                <a:gd name="connsiteY148" fmla="*/ 175580 h 628453"/>
                <a:gd name="connsiteX149" fmla="*/ 134872 w 663907"/>
                <a:gd name="connsiteY149" fmla="*/ 190079 h 628453"/>
                <a:gd name="connsiteX150" fmla="*/ 138205 w 663907"/>
                <a:gd name="connsiteY150" fmla="*/ 188329 h 628453"/>
                <a:gd name="connsiteX151" fmla="*/ 115790 w 663907"/>
                <a:gd name="connsiteY151" fmla="*/ 171581 h 628453"/>
                <a:gd name="connsiteX152" fmla="*/ 95292 w 663907"/>
                <a:gd name="connsiteY152" fmla="*/ 158248 h 628453"/>
                <a:gd name="connsiteX153" fmla="*/ 108374 w 663907"/>
                <a:gd name="connsiteY153" fmla="*/ 154082 h 628453"/>
                <a:gd name="connsiteX154" fmla="*/ 114374 w 663907"/>
                <a:gd name="connsiteY154" fmla="*/ 150582 h 628453"/>
                <a:gd name="connsiteX155" fmla="*/ 122873 w 663907"/>
                <a:gd name="connsiteY155" fmla="*/ 155665 h 628453"/>
                <a:gd name="connsiteX156" fmla="*/ 149954 w 663907"/>
                <a:gd name="connsiteY156" fmla="*/ 179496 h 628453"/>
                <a:gd name="connsiteX157" fmla="*/ 152287 w 663907"/>
                <a:gd name="connsiteY157" fmla="*/ 177830 h 628453"/>
                <a:gd name="connsiteX158" fmla="*/ 129039 w 663907"/>
                <a:gd name="connsiteY158" fmla="*/ 150166 h 628453"/>
                <a:gd name="connsiteX159" fmla="*/ 120290 w 663907"/>
                <a:gd name="connsiteY159" fmla="*/ 143166 h 628453"/>
                <a:gd name="connsiteX160" fmla="*/ 123040 w 663907"/>
                <a:gd name="connsiteY160" fmla="*/ 134667 h 628453"/>
                <a:gd name="connsiteX161" fmla="*/ 125873 w 663907"/>
                <a:gd name="connsiteY161" fmla="*/ 115585 h 628453"/>
                <a:gd name="connsiteX162" fmla="*/ 134788 w 663907"/>
                <a:gd name="connsiteY162" fmla="*/ 128335 h 628453"/>
                <a:gd name="connsiteX163" fmla="*/ 152287 w 663907"/>
                <a:gd name="connsiteY163" fmla="*/ 158665 h 628453"/>
                <a:gd name="connsiteX164" fmla="*/ 156786 w 663907"/>
                <a:gd name="connsiteY164" fmla="*/ 156999 h 628453"/>
                <a:gd name="connsiteX165" fmla="*/ 141621 w 663907"/>
                <a:gd name="connsiteY165" fmla="*/ 126001 h 628453"/>
                <a:gd name="connsiteX166" fmla="*/ 130956 w 663907"/>
                <a:gd name="connsiteY166" fmla="*/ 108336 h 628453"/>
                <a:gd name="connsiteX167" fmla="*/ 126956 w 663907"/>
                <a:gd name="connsiteY167" fmla="*/ 104586 h 628453"/>
                <a:gd name="connsiteX168" fmla="*/ 128289 w 663907"/>
                <a:gd name="connsiteY168" fmla="*/ 89171 h 628453"/>
                <a:gd name="connsiteX169" fmla="*/ 130372 w 663907"/>
                <a:gd name="connsiteY169" fmla="*/ 70423 h 628453"/>
                <a:gd name="connsiteX170" fmla="*/ 132789 w 663907"/>
                <a:gd name="connsiteY170" fmla="*/ 73673 h 628453"/>
                <a:gd name="connsiteX171" fmla="*/ 142788 w 663907"/>
                <a:gd name="connsiteY171" fmla="*/ 96004 h 628453"/>
                <a:gd name="connsiteX172" fmla="*/ 162952 w 663907"/>
                <a:gd name="connsiteY172" fmla="*/ 132167 h 628453"/>
                <a:gd name="connsiteX173" fmla="*/ 164452 w 663907"/>
                <a:gd name="connsiteY173" fmla="*/ 131418 h 628453"/>
                <a:gd name="connsiteX174" fmla="*/ 133705 w 663907"/>
                <a:gd name="connsiteY174" fmla="*/ 62007 h 628453"/>
                <a:gd name="connsiteX175" fmla="*/ 131872 w 663907"/>
                <a:gd name="connsiteY175" fmla="*/ 60840 h 628453"/>
                <a:gd name="connsiteX176" fmla="*/ 133539 w 663907"/>
                <a:gd name="connsiteY176" fmla="*/ 50758 h 628453"/>
                <a:gd name="connsiteX177" fmla="*/ 138955 w 663907"/>
                <a:gd name="connsiteY177" fmla="*/ 21261 h 628453"/>
                <a:gd name="connsiteX178" fmla="*/ 145704 w 663907"/>
                <a:gd name="connsiteY178" fmla="*/ 50341 h 628453"/>
                <a:gd name="connsiteX179" fmla="*/ 163369 w 663907"/>
                <a:gd name="connsiteY179" fmla="*/ 95087 h 628453"/>
                <a:gd name="connsiteX180" fmla="*/ 208198 w 663907"/>
                <a:gd name="connsiteY180" fmla="*/ 161331 h 628453"/>
                <a:gd name="connsiteX181" fmla="*/ 252361 w 663907"/>
                <a:gd name="connsiteY181" fmla="*/ 167164 h 628453"/>
                <a:gd name="connsiteX182" fmla="*/ 300190 w 663907"/>
                <a:gd name="connsiteY182" fmla="*/ 171081 h 628453"/>
                <a:gd name="connsiteX183" fmla="*/ 309772 w 663907"/>
                <a:gd name="connsiteY183" fmla="*/ 172497 h 628453"/>
                <a:gd name="connsiteX184" fmla="*/ 330104 w 663907"/>
                <a:gd name="connsiteY184" fmla="*/ 176663 h 628453"/>
                <a:gd name="connsiteX185" fmla="*/ 373017 w 663907"/>
                <a:gd name="connsiteY185" fmla="*/ 190162 h 628453"/>
                <a:gd name="connsiteX186" fmla="*/ 400681 w 663907"/>
                <a:gd name="connsiteY186" fmla="*/ 197745 h 628453"/>
                <a:gd name="connsiteX187" fmla="*/ 428345 w 663907"/>
                <a:gd name="connsiteY187" fmla="*/ 210160 h 628453"/>
                <a:gd name="connsiteX188" fmla="*/ 512588 w 663907"/>
                <a:gd name="connsiteY188" fmla="*/ 273571 h 628453"/>
                <a:gd name="connsiteX189" fmla="*/ 586748 w 663907"/>
                <a:gd name="connsiteY189" fmla="*/ 354480 h 628453"/>
                <a:gd name="connsiteX190" fmla="*/ 643993 w 663907"/>
                <a:gd name="connsiteY190" fmla="*/ 518799 h 628453"/>
                <a:gd name="connsiteX191" fmla="*/ 648409 w 663907"/>
                <a:gd name="connsiteY191" fmla="*/ 606458 h 628453"/>
                <a:gd name="connsiteX192" fmla="*/ 648492 w 663907"/>
                <a:gd name="connsiteY192" fmla="*/ 607875 h 628453"/>
                <a:gd name="connsiteX193" fmla="*/ 631494 w 663907"/>
                <a:gd name="connsiteY193" fmla="*/ 599625 h 628453"/>
                <a:gd name="connsiteX194" fmla="*/ 592080 w 663907"/>
                <a:gd name="connsiteY194" fmla="*/ 584543 h 628453"/>
                <a:gd name="connsiteX195" fmla="*/ 517087 w 663907"/>
                <a:gd name="connsiteY195" fmla="*/ 543630 h 628453"/>
                <a:gd name="connsiteX196" fmla="*/ 511255 w 663907"/>
                <a:gd name="connsiteY196" fmla="*/ 550713 h 628453"/>
                <a:gd name="connsiteX197" fmla="*/ 541502 w 663907"/>
                <a:gd name="connsiteY197" fmla="*/ 572378 h 628453"/>
                <a:gd name="connsiteX198" fmla="*/ 582331 w 663907"/>
                <a:gd name="connsiteY198" fmla="*/ 592459 h 628453"/>
                <a:gd name="connsiteX199" fmla="*/ 640160 w 663907"/>
                <a:gd name="connsiteY199" fmla="*/ 611707 h 628453"/>
                <a:gd name="connsiteX200" fmla="*/ 630411 w 663907"/>
                <a:gd name="connsiteY200" fmla="*/ 612541 h 628453"/>
                <a:gd name="connsiteX201" fmla="*/ 591664 w 663907"/>
                <a:gd name="connsiteY201" fmla="*/ 611541 h 628453"/>
                <a:gd name="connsiteX202" fmla="*/ 453843 w 663907"/>
                <a:gd name="connsiteY202" fmla="*/ 562462 h 628453"/>
                <a:gd name="connsiteX203" fmla="*/ 456676 w 663907"/>
                <a:gd name="connsiteY203" fmla="*/ 545297 h 628453"/>
                <a:gd name="connsiteX204" fmla="*/ 464509 w 663907"/>
                <a:gd name="connsiteY204" fmla="*/ 516633 h 628453"/>
                <a:gd name="connsiteX205" fmla="*/ 490756 w 663907"/>
                <a:gd name="connsiteY205" fmla="*/ 466970 h 628453"/>
                <a:gd name="connsiteX206" fmla="*/ 534752 w 663907"/>
                <a:gd name="connsiteY206" fmla="*/ 431391 h 628453"/>
                <a:gd name="connsiteX207" fmla="*/ 577415 w 663907"/>
                <a:gd name="connsiteY207" fmla="*/ 424641 h 628453"/>
                <a:gd name="connsiteX208" fmla="*/ 577498 w 663907"/>
                <a:gd name="connsiteY208" fmla="*/ 422308 h 628453"/>
                <a:gd name="connsiteX209" fmla="*/ 531919 w 663907"/>
                <a:gd name="connsiteY209" fmla="*/ 423808 h 628453"/>
                <a:gd name="connsiteX210" fmla="*/ 486257 w 663907"/>
                <a:gd name="connsiteY210" fmla="*/ 454805 h 628453"/>
                <a:gd name="connsiteX211" fmla="*/ 484090 w 663907"/>
                <a:gd name="connsiteY211" fmla="*/ 456972 h 628453"/>
                <a:gd name="connsiteX212" fmla="*/ 441844 w 663907"/>
                <a:gd name="connsiteY212" fmla="*/ 361563 h 628453"/>
                <a:gd name="connsiteX213" fmla="*/ 415013 w 663907"/>
                <a:gd name="connsiteY213" fmla="*/ 311068 h 628453"/>
                <a:gd name="connsiteX214" fmla="*/ 387183 w 663907"/>
                <a:gd name="connsiteY214" fmla="*/ 271488 h 628453"/>
                <a:gd name="connsiteX215" fmla="*/ 378433 w 663907"/>
                <a:gd name="connsiteY215" fmla="*/ 276154 h 628453"/>
                <a:gd name="connsiteX216" fmla="*/ 378683 w 663907"/>
                <a:gd name="connsiteY216" fmla="*/ 300236 h 628453"/>
                <a:gd name="connsiteX217" fmla="*/ 367017 w 663907"/>
                <a:gd name="connsiteY217" fmla="*/ 316067 h 628453"/>
                <a:gd name="connsiteX218" fmla="*/ 359685 w 663907"/>
                <a:gd name="connsiteY218" fmla="*/ 316484 h 628453"/>
                <a:gd name="connsiteX219" fmla="*/ 352685 w 663907"/>
                <a:gd name="connsiteY219" fmla="*/ 321900 h 628453"/>
                <a:gd name="connsiteX220" fmla="*/ 344353 w 663907"/>
                <a:gd name="connsiteY220" fmla="*/ 345231 h 628453"/>
                <a:gd name="connsiteX221" fmla="*/ 326855 w 663907"/>
                <a:gd name="connsiteY221" fmla="*/ 371312 h 628453"/>
                <a:gd name="connsiteX222" fmla="*/ 320605 w 663907"/>
                <a:gd name="connsiteY222" fmla="*/ 402310 h 628453"/>
                <a:gd name="connsiteX223" fmla="*/ 313273 w 663907"/>
                <a:gd name="connsiteY223" fmla="*/ 414725 h 628453"/>
                <a:gd name="connsiteX224" fmla="*/ 325938 w 663907"/>
                <a:gd name="connsiteY224" fmla="*/ 437890 h 628453"/>
                <a:gd name="connsiteX225" fmla="*/ 371767 w 663907"/>
                <a:gd name="connsiteY225" fmla="*/ 469553 h 628453"/>
                <a:gd name="connsiteX226" fmla="*/ 419763 w 663907"/>
                <a:gd name="connsiteY226" fmla="*/ 494885 h 628453"/>
                <a:gd name="connsiteX227" fmla="*/ 444594 w 663907"/>
                <a:gd name="connsiteY227" fmla="*/ 503301 h 628453"/>
                <a:gd name="connsiteX228" fmla="*/ 453260 w 663907"/>
                <a:gd name="connsiteY228" fmla="*/ 506717 h 628453"/>
                <a:gd name="connsiteX229" fmla="*/ 440844 w 663907"/>
                <a:gd name="connsiteY229" fmla="*/ 555213 h 628453"/>
                <a:gd name="connsiteX230" fmla="*/ 423763 w 663907"/>
                <a:gd name="connsiteY230" fmla="*/ 544964 h 628453"/>
                <a:gd name="connsiteX231" fmla="*/ 279609 w 663907"/>
                <a:gd name="connsiteY231" fmla="*/ 431307 h 628453"/>
                <a:gd name="connsiteX232" fmla="*/ 188367 w 663907"/>
                <a:gd name="connsiteY232" fmla="*/ 280737 h 628453"/>
                <a:gd name="connsiteX233" fmla="*/ 175451 w 663907"/>
                <a:gd name="connsiteY233" fmla="*/ 239491 h 628453"/>
                <a:gd name="connsiteX234" fmla="*/ 153203 w 663907"/>
                <a:gd name="connsiteY234" fmla="*/ 226659 h 628453"/>
                <a:gd name="connsiteX235" fmla="*/ 72461 w 663907"/>
                <a:gd name="connsiteY235" fmla="*/ 205077 h 628453"/>
                <a:gd name="connsiteX236" fmla="*/ 25465 w 663907"/>
                <a:gd name="connsiteY236" fmla="*/ 193078 h 628453"/>
                <a:gd name="connsiteX237" fmla="*/ 19632 w 663907"/>
                <a:gd name="connsiteY237" fmla="*/ 190662 h 628453"/>
                <a:gd name="connsiteX238" fmla="*/ 19632 w 663907"/>
                <a:gd name="connsiteY238" fmla="*/ 190662 h 628453"/>
                <a:gd name="connsiteX239" fmla="*/ 402598 w 663907"/>
                <a:gd name="connsiteY239" fmla="*/ 454471 h 628453"/>
                <a:gd name="connsiteX240" fmla="*/ 429429 w 663907"/>
                <a:gd name="connsiteY240" fmla="*/ 478969 h 628453"/>
                <a:gd name="connsiteX241" fmla="*/ 460093 w 663907"/>
                <a:gd name="connsiteY241" fmla="*/ 493385 h 628453"/>
                <a:gd name="connsiteX242" fmla="*/ 458009 w 663907"/>
                <a:gd name="connsiteY242" fmla="*/ 497634 h 628453"/>
                <a:gd name="connsiteX243" fmla="*/ 443761 w 663907"/>
                <a:gd name="connsiteY243" fmla="*/ 491635 h 628453"/>
                <a:gd name="connsiteX244" fmla="*/ 419763 w 663907"/>
                <a:gd name="connsiteY244" fmla="*/ 482636 h 628453"/>
                <a:gd name="connsiteX245" fmla="*/ 374267 w 663907"/>
                <a:gd name="connsiteY245" fmla="*/ 458305 h 628453"/>
                <a:gd name="connsiteX246" fmla="*/ 330604 w 663907"/>
                <a:gd name="connsiteY246" fmla="*/ 425724 h 628453"/>
                <a:gd name="connsiteX247" fmla="*/ 340603 w 663907"/>
                <a:gd name="connsiteY247" fmla="*/ 387644 h 628453"/>
                <a:gd name="connsiteX248" fmla="*/ 339354 w 663907"/>
                <a:gd name="connsiteY248" fmla="*/ 370146 h 628453"/>
                <a:gd name="connsiteX249" fmla="*/ 352352 w 663907"/>
                <a:gd name="connsiteY249" fmla="*/ 355564 h 628453"/>
                <a:gd name="connsiteX250" fmla="*/ 358685 w 663907"/>
                <a:gd name="connsiteY250" fmla="*/ 343815 h 628453"/>
                <a:gd name="connsiteX251" fmla="*/ 360102 w 663907"/>
                <a:gd name="connsiteY251" fmla="*/ 335316 h 628453"/>
                <a:gd name="connsiteX252" fmla="*/ 371684 w 663907"/>
                <a:gd name="connsiteY252" fmla="*/ 326233 h 628453"/>
                <a:gd name="connsiteX253" fmla="*/ 387516 w 663907"/>
                <a:gd name="connsiteY253" fmla="*/ 315234 h 628453"/>
                <a:gd name="connsiteX254" fmla="*/ 389515 w 663907"/>
                <a:gd name="connsiteY254" fmla="*/ 291903 h 628453"/>
                <a:gd name="connsiteX255" fmla="*/ 395848 w 663907"/>
                <a:gd name="connsiteY255" fmla="*/ 304319 h 628453"/>
                <a:gd name="connsiteX256" fmla="*/ 409763 w 663907"/>
                <a:gd name="connsiteY256" fmla="*/ 329400 h 628453"/>
                <a:gd name="connsiteX257" fmla="*/ 437428 w 663907"/>
                <a:gd name="connsiteY257" fmla="*/ 381978 h 628453"/>
                <a:gd name="connsiteX258" fmla="*/ 462092 w 663907"/>
                <a:gd name="connsiteY258" fmla="*/ 430807 h 628453"/>
                <a:gd name="connsiteX259" fmla="*/ 479674 w 663907"/>
                <a:gd name="connsiteY259" fmla="*/ 462638 h 628453"/>
                <a:gd name="connsiteX260" fmla="*/ 474341 w 663907"/>
                <a:gd name="connsiteY260" fmla="*/ 469553 h 628453"/>
                <a:gd name="connsiteX261" fmla="*/ 449260 w 663907"/>
                <a:gd name="connsiteY261" fmla="*/ 434223 h 628453"/>
                <a:gd name="connsiteX262" fmla="*/ 417013 w 663907"/>
                <a:gd name="connsiteY262" fmla="*/ 386228 h 628453"/>
                <a:gd name="connsiteX263" fmla="*/ 415513 w 663907"/>
                <a:gd name="connsiteY263" fmla="*/ 386978 h 628453"/>
                <a:gd name="connsiteX264" fmla="*/ 442928 w 663907"/>
                <a:gd name="connsiteY264" fmla="*/ 435390 h 628453"/>
                <a:gd name="connsiteX265" fmla="*/ 458259 w 663907"/>
                <a:gd name="connsiteY265" fmla="*/ 458555 h 628453"/>
                <a:gd name="connsiteX266" fmla="*/ 471092 w 663907"/>
                <a:gd name="connsiteY266" fmla="*/ 474137 h 628453"/>
                <a:gd name="connsiteX267" fmla="*/ 470508 w 663907"/>
                <a:gd name="connsiteY267" fmla="*/ 475053 h 628453"/>
                <a:gd name="connsiteX268" fmla="*/ 452177 w 663907"/>
                <a:gd name="connsiteY268" fmla="*/ 461054 h 628453"/>
                <a:gd name="connsiteX269" fmla="*/ 434595 w 663907"/>
                <a:gd name="connsiteY269" fmla="*/ 447139 h 628453"/>
                <a:gd name="connsiteX270" fmla="*/ 396931 w 663907"/>
                <a:gd name="connsiteY270" fmla="*/ 416225 h 628453"/>
                <a:gd name="connsiteX271" fmla="*/ 393848 w 663907"/>
                <a:gd name="connsiteY271" fmla="*/ 419975 h 628453"/>
                <a:gd name="connsiteX272" fmla="*/ 432345 w 663907"/>
                <a:gd name="connsiteY272" fmla="*/ 456221 h 628453"/>
                <a:gd name="connsiteX273" fmla="*/ 466175 w 663907"/>
                <a:gd name="connsiteY273" fmla="*/ 481969 h 628453"/>
                <a:gd name="connsiteX274" fmla="*/ 462676 w 663907"/>
                <a:gd name="connsiteY274" fmla="*/ 488302 h 628453"/>
                <a:gd name="connsiteX275" fmla="*/ 433678 w 663907"/>
                <a:gd name="connsiteY275" fmla="*/ 473886 h 628453"/>
                <a:gd name="connsiteX276" fmla="*/ 403348 w 663907"/>
                <a:gd name="connsiteY276" fmla="*/ 453805 h 628453"/>
                <a:gd name="connsiteX277" fmla="*/ 402598 w 663907"/>
                <a:gd name="connsiteY277" fmla="*/ 454471 h 628453"/>
                <a:gd name="connsiteX278" fmla="*/ 402598 w 663907"/>
                <a:gd name="connsiteY278" fmla="*/ 454471 h 628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Lst>
              <a:rect l="l" t="t" r="r" b="b"/>
              <a:pathLst>
                <a:path w="663907" h="628453">
                  <a:moveTo>
                    <a:pt x="23215" y="168331"/>
                  </a:moveTo>
                  <a:cubicBezTo>
                    <a:pt x="16883" y="172414"/>
                    <a:pt x="884" y="182163"/>
                    <a:pt x="51" y="191079"/>
                  </a:cubicBezTo>
                  <a:cubicBezTo>
                    <a:pt x="-949" y="202161"/>
                    <a:pt x="13133" y="204494"/>
                    <a:pt x="20882" y="206827"/>
                  </a:cubicBezTo>
                  <a:cubicBezTo>
                    <a:pt x="37297" y="211827"/>
                    <a:pt x="54129" y="215243"/>
                    <a:pt x="70628" y="219743"/>
                  </a:cubicBezTo>
                  <a:cubicBezTo>
                    <a:pt x="87543" y="224409"/>
                    <a:pt x="104624" y="228326"/>
                    <a:pt x="121540" y="233241"/>
                  </a:cubicBezTo>
                  <a:cubicBezTo>
                    <a:pt x="136871" y="237658"/>
                    <a:pt x="158703" y="239408"/>
                    <a:pt x="165786" y="255406"/>
                  </a:cubicBezTo>
                  <a:cubicBezTo>
                    <a:pt x="169036" y="262739"/>
                    <a:pt x="171119" y="270738"/>
                    <a:pt x="173118" y="278738"/>
                  </a:cubicBezTo>
                  <a:cubicBezTo>
                    <a:pt x="158620" y="289986"/>
                    <a:pt x="141371" y="305735"/>
                    <a:pt x="149370" y="324650"/>
                  </a:cubicBezTo>
                  <a:cubicBezTo>
                    <a:pt x="158870" y="347315"/>
                    <a:pt x="182201" y="349065"/>
                    <a:pt x="203699" y="350648"/>
                  </a:cubicBezTo>
                  <a:cubicBezTo>
                    <a:pt x="232113" y="402226"/>
                    <a:pt x="270610" y="450888"/>
                    <a:pt x="316772" y="487469"/>
                  </a:cubicBezTo>
                  <a:cubicBezTo>
                    <a:pt x="317689" y="488219"/>
                    <a:pt x="318605" y="488885"/>
                    <a:pt x="319522" y="489635"/>
                  </a:cubicBezTo>
                  <a:cubicBezTo>
                    <a:pt x="310106" y="491802"/>
                    <a:pt x="299440" y="496634"/>
                    <a:pt x="296190" y="502717"/>
                  </a:cubicBezTo>
                  <a:cubicBezTo>
                    <a:pt x="292524" y="509467"/>
                    <a:pt x="297524" y="514466"/>
                    <a:pt x="299440" y="520549"/>
                  </a:cubicBezTo>
                  <a:cubicBezTo>
                    <a:pt x="301440" y="527132"/>
                    <a:pt x="298774" y="535714"/>
                    <a:pt x="303107" y="541714"/>
                  </a:cubicBezTo>
                  <a:cubicBezTo>
                    <a:pt x="309523" y="550546"/>
                    <a:pt x="325021" y="551630"/>
                    <a:pt x="338187" y="551379"/>
                  </a:cubicBezTo>
                  <a:cubicBezTo>
                    <a:pt x="338520" y="559629"/>
                    <a:pt x="339020" y="569211"/>
                    <a:pt x="344020" y="575961"/>
                  </a:cubicBezTo>
                  <a:cubicBezTo>
                    <a:pt x="349019" y="582627"/>
                    <a:pt x="355935" y="581710"/>
                    <a:pt x="363351" y="580543"/>
                  </a:cubicBezTo>
                  <a:cubicBezTo>
                    <a:pt x="374600" y="578794"/>
                    <a:pt x="382766" y="575128"/>
                    <a:pt x="392849" y="570044"/>
                  </a:cubicBezTo>
                  <a:cubicBezTo>
                    <a:pt x="398348" y="567212"/>
                    <a:pt x="404014" y="564795"/>
                    <a:pt x="409597" y="562129"/>
                  </a:cubicBezTo>
                  <a:cubicBezTo>
                    <a:pt x="411347" y="561295"/>
                    <a:pt x="413847" y="559379"/>
                    <a:pt x="416347" y="558045"/>
                  </a:cubicBezTo>
                  <a:cubicBezTo>
                    <a:pt x="439427" y="572211"/>
                    <a:pt x="463342" y="584960"/>
                    <a:pt x="488257" y="595876"/>
                  </a:cubicBezTo>
                  <a:cubicBezTo>
                    <a:pt x="517004" y="608458"/>
                    <a:pt x="546668" y="619540"/>
                    <a:pt x="577749" y="625123"/>
                  </a:cubicBezTo>
                  <a:cubicBezTo>
                    <a:pt x="591247" y="627539"/>
                    <a:pt x="604913" y="628123"/>
                    <a:pt x="618578" y="628289"/>
                  </a:cubicBezTo>
                  <a:cubicBezTo>
                    <a:pt x="629494" y="628372"/>
                    <a:pt x="643659" y="629206"/>
                    <a:pt x="654158" y="626123"/>
                  </a:cubicBezTo>
                  <a:cubicBezTo>
                    <a:pt x="661991" y="623790"/>
                    <a:pt x="663824" y="619623"/>
                    <a:pt x="663907" y="612124"/>
                  </a:cubicBezTo>
                  <a:cubicBezTo>
                    <a:pt x="663907" y="598792"/>
                    <a:pt x="663074" y="585460"/>
                    <a:pt x="662407" y="572127"/>
                  </a:cubicBezTo>
                  <a:cubicBezTo>
                    <a:pt x="660741" y="539547"/>
                    <a:pt x="659241" y="507300"/>
                    <a:pt x="653492" y="475053"/>
                  </a:cubicBezTo>
                  <a:cubicBezTo>
                    <a:pt x="647909" y="443306"/>
                    <a:pt x="637493" y="413808"/>
                    <a:pt x="623161" y="386478"/>
                  </a:cubicBezTo>
                  <a:cubicBezTo>
                    <a:pt x="620911" y="375812"/>
                    <a:pt x="618412" y="365146"/>
                    <a:pt x="615162" y="354398"/>
                  </a:cubicBezTo>
                  <a:cubicBezTo>
                    <a:pt x="608079" y="330733"/>
                    <a:pt x="598246" y="307402"/>
                    <a:pt x="589831" y="284237"/>
                  </a:cubicBezTo>
                  <a:cubicBezTo>
                    <a:pt x="582582" y="264072"/>
                    <a:pt x="573915" y="243741"/>
                    <a:pt x="563333" y="225076"/>
                  </a:cubicBezTo>
                  <a:cubicBezTo>
                    <a:pt x="559833" y="218910"/>
                    <a:pt x="556001" y="208744"/>
                    <a:pt x="548585" y="206077"/>
                  </a:cubicBezTo>
                  <a:cubicBezTo>
                    <a:pt x="542085" y="203744"/>
                    <a:pt x="540085" y="207911"/>
                    <a:pt x="534752" y="209827"/>
                  </a:cubicBezTo>
                  <a:cubicBezTo>
                    <a:pt x="524670" y="213493"/>
                    <a:pt x="513504" y="195078"/>
                    <a:pt x="507338" y="188662"/>
                  </a:cubicBezTo>
                  <a:cubicBezTo>
                    <a:pt x="500756" y="181913"/>
                    <a:pt x="493839" y="174747"/>
                    <a:pt x="485507" y="170247"/>
                  </a:cubicBezTo>
                  <a:cubicBezTo>
                    <a:pt x="478591" y="166497"/>
                    <a:pt x="471092" y="164331"/>
                    <a:pt x="463259" y="164998"/>
                  </a:cubicBezTo>
                  <a:cubicBezTo>
                    <a:pt x="449260" y="166331"/>
                    <a:pt x="440761" y="164414"/>
                    <a:pt x="429512" y="155415"/>
                  </a:cubicBezTo>
                  <a:cubicBezTo>
                    <a:pt x="417096" y="145500"/>
                    <a:pt x="408264" y="134834"/>
                    <a:pt x="392098" y="141833"/>
                  </a:cubicBezTo>
                  <a:cubicBezTo>
                    <a:pt x="378600" y="147666"/>
                    <a:pt x="372267" y="146416"/>
                    <a:pt x="359102" y="141250"/>
                  </a:cubicBezTo>
                  <a:cubicBezTo>
                    <a:pt x="352519" y="138667"/>
                    <a:pt x="346186" y="136250"/>
                    <a:pt x="339020" y="137500"/>
                  </a:cubicBezTo>
                  <a:cubicBezTo>
                    <a:pt x="329771" y="139083"/>
                    <a:pt x="322355" y="145500"/>
                    <a:pt x="312856" y="146583"/>
                  </a:cubicBezTo>
                  <a:cubicBezTo>
                    <a:pt x="307023" y="147249"/>
                    <a:pt x="300024" y="145000"/>
                    <a:pt x="294274" y="146999"/>
                  </a:cubicBezTo>
                  <a:cubicBezTo>
                    <a:pt x="289441" y="148666"/>
                    <a:pt x="286025" y="152999"/>
                    <a:pt x="285358" y="157665"/>
                  </a:cubicBezTo>
                  <a:cubicBezTo>
                    <a:pt x="275942" y="156665"/>
                    <a:pt x="266443" y="155915"/>
                    <a:pt x="256944" y="155582"/>
                  </a:cubicBezTo>
                  <a:cubicBezTo>
                    <a:pt x="248612" y="154832"/>
                    <a:pt x="240279" y="154165"/>
                    <a:pt x="231946" y="153415"/>
                  </a:cubicBezTo>
                  <a:cubicBezTo>
                    <a:pt x="195199" y="150249"/>
                    <a:pt x="184034" y="110169"/>
                    <a:pt x="171619" y="81839"/>
                  </a:cubicBezTo>
                  <a:cubicBezTo>
                    <a:pt x="165786" y="68506"/>
                    <a:pt x="160286" y="55341"/>
                    <a:pt x="155870" y="41425"/>
                  </a:cubicBezTo>
                  <a:cubicBezTo>
                    <a:pt x="151953" y="29177"/>
                    <a:pt x="151953" y="16094"/>
                    <a:pt x="148121" y="4095"/>
                  </a:cubicBezTo>
                  <a:cubicBezTo>
                    <a:pt x="147204" y="1346"/>
                    <a:pt x="144288" y="-154"/>
                    <a:pt x="141621" y="13"/>
                  </a:cubicBezTo>
                  <a:cubicBezTo>
                    <a:pt x="122289" y="846"/>
                    <a:pt x="118706" y="55924"/>
                    <a:pt x="116957" y="69423"/>
                  </a:cubicBezTo>
                  <a:cubicBezTo>
                    <a:pt x="114624" y="87921"/>
                    <a:pt x="113790" y="106670"/>
                    <a:pt x="111207" y="125168"/>
                  </a:cubicBezTo>
                  <a:cubicBezTo>
                    <a:pt x="108291" y="146416"/>
                    <a:pt x="82210" y="146249"/>
                    <a:pt x="65295" y="151499"/>
                  </a:cubicBezTo>
                  <a:cubicBezTo>
                    <a:pt x="50796" y="155832"/>
                    <a:pt x="35631" y="160331"/>
                    <a:pt x="23215" y="168331"/>
                  </a:cubicBezTo>
                  <a:lnTo>
                    <a:pt x="23215" y="168331"/>
                  </a:lnTo>
                  <a:close/>
                  <a:moveTo>
                    <a:pt x="364768" y="171747"/>
                  </a:moveTo>
                  <a:cubicBezTo>
                    <a:pt x="352936" y="168914"/>
                    <a:pt x="341020" y="166581"/>
                    <a:pt x="329021" y="164248"/>
                  </a:cubicBezTo>
                  <a:cubicBezTo>
                    <a:pt x="319022" y="162331"/>
                    <a:pt x="309106" y="160665"/>
                    <a:pt x="299107" y="159248"/>
                  </a:cubicBezTo>
                  <a:cubicBezTo>
                    <a:pt x="299274" y="158748"/>
                    <a:pt x="299524" y="158415"/>
                    <a:pt x="299690" y="158248"/>
                  </a:cubicBezTo>
                  <a:cubicBezTo>
                    <a:pt x="299607" y="158748"/>
                    <a:pt x="307356" y="160582"/>
                    <a:pt x="308939" y="160498"/>
                  </a:cubicBezTo>
                  <a:cubicBezTo>
                    <a:pt x="317522" y="160165"/>
                    <a:pt x="325354" y="157499"/>
                    <a:pt x="333104" y="153832"/>
                  </a:cubicBezTo>
                  <a:cubicBezTo>
                    <a:pt x="337604" y="151666"/>
                    <a:pt x="342020" y="151166"/>
                    <a:pt x="346353" y="151666"/>
                  </a:cubicBezTo>
                  <a:cubicBezTo>
                    <a:pt x="353102" y="157581"/>
                    <a:pt x="358768" y="164748"/>
                    <a:pt x="364768" y="171747"/>
                  </a:cubicBezTo>
                  <a:lnTo>
                    <a:pt x="364768" y="171747"/>
                  </a:lnTo>
                  <a:close/>
                  <a:moveTo>
                    <a:pt x="386183" y="158248"/>
                  </a:moveTo>
                  <a:cubicBezTo>
                    <a:pt x="395432" y="166331"/>
                    <a:pt x="402931" y="176080"/>
                    <a:pt x="410181" y="185996"/>
                  </a:cubicBezTo>
                  <a:cubicBezTo>
                    <a:pt x="397515" y="180746"/>
                    <a:pt x="384599" y="176747"/>
                    <a:pt x="371434" y="173414"/>
                  </a:cubicBezTo>
                  <a:cubicBezTo>
                    <a:pt x="367434" y="167164"/>
                    <a:pt x="364101" y="160498"/>
                    <a:pt x="359518" y="154916"/>
                  </a:cubicBezTo>
                  <a:cubicBezTo>
                    <a:pt x="368267" y="157748"/>
                    <a:pt x="376933" y="160998"/>
                    <a:pt x="386183" y="158248"/>
                  </a:cubicBezTo>
                  <a:lnTo>
                    <a:pt x="386183" y="158248"/>
                  </a:lnTo>
                  <a:close/>
                  <a:moveTo>
                    <a:pt x="428762" y="168247"/>
                  </a:moveTo>
                  <a:cubicBezTo>
                    <a:pt x="443177" y="185079"/>
                    <a:pt x="456759" y="201161"/>
                    <a:pt x="469175" y="218910"/>
                  </a:cubicBezTo>
                  <a:cubicBezTo>
                    <a:pt x="453760" y="208244"/>
                    <a:pt x="437678" y="198744"/>
                    <a:pt x="420846" y="190662"/>
                  </a:cubicBezTo>
                  <a:cubicBezTo>
                    <a:pt x="419346" y="189912"/>
                    <a:pt x="417846" y="189329"/>
                    <a:pt x="416347" y="188662"/>
                  </a:cubicBezTo>
                  <a:cubicBezTo>
                    <a:pt x="411180" y="179580"/>
                    <a:pt x="406014" y="170497"/>
                    <a:pt x="399515" y="162165"/>
                  </a:cubicBezTo>
                  <a:cubicBezTo>
                    <a:pt x="397848" y="159998"/>
                    <a:pt x="395598" y="156999"/>
                    <a:pt x="393098" y="154498"/>
                  </a:cubicBezTo>
                  <a:cubicBezTo>
                    <a:pt x="394432" y="153582"/>
                    <a:pt x="395765" y="152666"/>
                    <a:pt x="397182" y="152249"/>
                  </a:cubicBezTo>
                  <a:cubicBezTo>
                    <a:pt x="408264" y="148749"/>
                    <a:pt x="415180" y="158248"/>
                    <a:pt x="422346" y="163748"/>
                  </a:cubicBezTo>
                  <a:cubicBezTo>
                    <a:pt x="424512" y="165248"/>
                    <a:pt x="426595" y="166748"/>
                    <a:pt x="428762" y="168247"/>
                  </a:cubicBezTo>
                  <a:lnTo>
                    <a:pt x="428762" y="168247"/>
                  </a:lnTo>
                  <a:close/>
                  <a:moveTo>
                    <a:pt x="502755" y="230325"/>
                  </a:moveTo>
                  <a:cubicBezTo>
                    <a:pt x="508421" y="239741"/>
                    <a:pt x="513838" y="249240"/>
                    <a:pt x="519254" y="258739"/>
                  </a:cubicBezTo>
                  <a:cubicBezTo>
                    <a:pt x="505755" y="246491"/>
                    <a:pt x="491673" y="234991"/>
                    <a:pt x="476924" y="224326"/>
                  </a:cubicBezTo>
                  <a:cubicBezTo>
                    <a:pt x="468925" y="207744"/>
                    <a:pt x="460009" y="190162"/>
                    <a:pt x="447677" y="176413"/>
                  </a:cubicBezTo>
                  <a:cubicBezTo>
                    <a:pt x="454676" y="177747"/>
                    <a:pt x="461092" y="177663"/>
                    <a:pt x="467509" y="179163"/>
                  </a:cubicBezTo>
                  <a:cubicBezTo>
                    <a:pt x="467509" y="179663"/>
                    <a:pt x="467592" y="180246"/>
                    <a:pt x="467925" y="180746"/>
                  </a:cubicBezTo>
                  <a:cubicBezTo>
                    <a:pt x="479591" y="197411"/>
                    <a:pt x="492089" y="212744"/>
                    <a:pt x="502755" y="230325"/>
                  </a:cubicBezTo>
                  <a:lnTo>
                    <a:pt x="502755" y="230325"/>
                  </a:lnTo>
                  <a:close/>
                  <a:moveTo>
                    <a:pt x="552334" y="273405"/>
                  </a:moveTo>
                  <a:cubicBezTo>
                    <a:pt x="559584" y="287154"/>
                    <a:pt x="566416" y="300985"/>
                    <a:pt x="573666" y="314568"/>
                  </a:cubicBezTo>
                  <a:cubicBezTo>
                    <a:pt x="572999" y="313817"/>
                    <a:pt x="572416" y="313068"/>
                    <a:pt x="571749" y="312234"/>
                  </a:cubicBezTo>
                  <a:cubicBezTo>
                    <a:pt x="558000" y="296652"/>
                    <a:pt x="543418" y="281321"/>
                    <a:pt x="528086" y="266739"/>
                  </a:cubicBezTo>
                  <a:cubicBezTo>
                    <a:pt x="521170" y="252406"/>
                    <a:pt x="514504" y="238075"/>
                    <a:pt x="506505" y="224159"/>
                  </a:cubicBezTo>
                  <a:cubicBezTo>
                    <a:pt x="500339" y="213410"/>
                    <a:pt x="494006" y="199744"/>
                    <a:pt x="485423" y="189079"/>
                  </a:cubicBezTo>
                  <a:cubicBezTo>
                    <a:pt x="492673" y="195245"/>
                    <a:pt x="499006" y="202328"/>
                    <a:pt x="505588" y="209160"/>
                  </a:cubicBezTo>
                  <a:cubicBezTo>
                    <a:pt x="510172" y="213993"/>
                    <a:pt x="515421" y="220409"/>
                    <a:pt x="521671" y="223992"/>
                  </a:cubicBezTo>
                  <a:cubicBezTo>
                    <a:pt x="532086" y="240491"/>
                    <a:pt x="543168" y="256239"/>
                    <a:pt x="552334" y="273405"/>
                  </a:cubicBezTo>
                  <a:lnTo>
                    <a:pt x="552334" y="273405"/>
                  </a:lnTo>
                  <a:close/>
                  <a:moveTo>
                    <a:pt x="607162" y="358980"/>
                  </a:moveTo>
                  <a:cubicBezTo>
                    <a:pt x="599413" y="346981"/>
                    <a:pt x="590914" y="335399"/>
                    <a:pt x="581665" y="324150"/>
                  </a:cubicBezTo>
                  <a:cubicBezTo>
                    <a:pt x="572666" y="303652"/>
                    <a:pt x="564916" y="282570"/>
                    <a:pt x="554500" y="262656"/>
                  </a:cubicBezTo>
                  <a:cubicBezTo>
                    <a:pt x="548834" y="251740"/>
                    <a:pt x="542335" y="241574"/>
                    <a:pt x="535419" y="231409"/>
                  </a:cubicBezTo>
                  <a:cubicBezTo>
                    <a:pt x="534419" y="229992"/>
                    <a:pt x="533503" y="228408"/>
                    <a:pt x="532586" y="226825"/>
                  </a:cubicBezTo>
                  <a:cubicBezTo>
                    <a:pt x="533252" y="226742"/>
                    <a:pt x="534003" y="226742"/>
                    <a:pt x="534669" y="226576"/>
                  </a:cubicBezTo>
                  <a:cubicBezTo>
                    <a:pt x="537835" y="225825"/>
                    <a:pt x="542335" y="220326"/>
                    <a:pt x="544585" y="220493"/>
                  </a:cubicBezTo>
                  <a:cubicBezTo>
                    <a:pt x="546168" y="220576"/>
                    <a:pt x="551251" y="231492"/>
                    <a:pt x="552001" y="232742"/>
                  </a:cubicBezTo>
                  <a:cubicBezTo>
                    <a:pt x="556167" y="239991"/>
                    <a:pt x="559584" y="247574"/>
                    <a:pt x="563333" y="255073"/>
                  </a:cubicBezTo>
                  <a:cubicBezTo>
                    <a:pt x="569166" y="266822"/>
                    <a:pt x="574666" y="278571"/>
                    <a:pt x="579582" y="290736"/>
                  </a:cubicBezTo>
                  <a:cubicBezTo>
                    <a:pt x="588581" y="312818"/>
                    <a:pt x="598913" y="334899"/>
                    <a:pt x="606579" y="357314"/>
                  </a:cubicBezTo>
                  <a:cubicBezTo>
                    <a:pt x="606829" y="357897"/>
                    <a:pt x="606996" y="358397"/>
                    <a:pt x="607162" y="358980"/>
                  </a:cubicBezTo>
                  <a:lnTo>
                    <a:pt x="607162" y="358980"/>
                  </a:lnTo>
                  <a:close/>
                  <a:moveTo>
                    <a:pt x="348352" y="550796"/>
                  </a:moveTo>
                  <a:cubicBezTo>
                    <a:pt x="349852" y="550713"/>
                    <a:pt x="351186" y="550713"/>
                    <a:pt x="352435" y="550630"/>
                  </a:cubicBezTo>
                  <a:cubicBezTo>
                    <a:pt x="364184" y="550463"/>
                    <a:pt x="375933" y="551046"/>
                    <a:pt x="387599" y="550713"/>
                  </a:cubicBezTo>
                  <a:cubicBezTo>
                    <a:pt x="392598" y="550546"/>
                    <a:pt x="397431" y="549880"/>
                    <a:pt x="402264" y="549047"/>
                  </a:cubicBezTo>
                  <a:cubicBezTo>
                    <a:pt x="404514" y="550546"/>
                    <a:pt x="406847" y="551963"/>
                    <a:pt x="409181" y="553379"/>
                  </a:cubicBezTo>
                  <a:cubicBezTo>
                    <a:pt x="400431" y="555213"/>
                    <a:pt x="389932" y="560379"/>
                    <a:pt x="385599" y="562212"/>
                  </a:cubicBezTo>
                  <a:cubicBezTo>
                    <a:pt x="378350" y="565212"/>
                    <a:pt x="366268" y="571378"/>
                    <a:pt x="358102" y="569544"/>
                  </a:cubicBezTo>
                  <a:cubicBezTo>
                    <a:pt x="350102" y="567795"/>
                    <a:pt x="350436" y="557962"/>
                    <a:pt x="348352" y="550796"/>
                  </a:cubicBezTo>
                  <a:lnTo>
                    <a:pt x="348352" y="550796"/>
                  </a:lnTo>
                  <a:close/>
                  <a:moveTo>
                    <a:pt x="314189" y="503301"/>
                  </a:moveTo>
                  <a:cubicBezTo>
                    <a:pt x="318522" y="500967"/>
                    <a:pt x="325855" y="499551"/>
                    <a:pt x="330854" y="499384"/>
                  </a:cubicBezTo>
                  <a:cubicBezTo>
                    <a:pt x="331271" y="499384"/>
                    <a:pt x="331604" y="499301"/>
                    <a:pt x="332021" y="499217"/>
                  </a:cubicBezTo>
                  <a:cubicBezTo>
                    <a:pt x="352019" y="514633"/>
                    <a:pt x="372517" y="529548"/>
                    <a:pt x="393598" y="543463"/>
                  </a:cubicBezTo>
                  <a:cubicBezTo>
                    <a:pt x="373267" y="542797"/>
                    <a:pt x="352852" y="542963"/>
                    <a:pt x="332687" y="540797"/>
                  </a:cubicBezTo>
                  <a:cubicBezTo>
                    <a:pt x="323688" y="539880"/>
                    <a:pt x="314022" y="539047"/>
                    <a:pt x="311189" y="529048"/>
                  </a:cubicBezTo>
                  <a:cubicBezTo>
                    <a:pt x="310106" y="525298"/>
                    <a:pt x="309856" y="520632"/>
                    <a:pt x="309023" y="516716"/>
                  </a:cubicBezTo>
                  <a:cubicBezTo>
                    <a:pt x="307273" y="509383"/>
                    <a:pt x="307023" y="507133"/>
                    <a:pt x="314189" y="503301"/>
                  </a:cubicBezTo>
                  <a:lnTo>
                    <a:pt x="314189" y="503301"/>
                  </a:lnTo>
                  <a:close/>
                  <a:moveTo>
                    <a:pt x="164952" y="303069"/>
                  </a:moveTo>
                  <a:cubicBezTo>
                    <a:pt x="168536" y="299235"/>
                    <a:pt x="172535" y="295486"/>
                    <a:pt x="176618" y="291903"/>
                  </a:cubicBezTo>
                  <a:cubicBezTo>
                    <a:pt x="177534" y="295153"/>
                    <a:pt x="178618" y="298319"/>
                    <a:pt x="179784" y="301402"/>
                  </a:cubicBezTo>
                  <a:cubicBezTo>
                    <a:pt x="185367" y="315401"/>
                    <a:pt x="192033" y="328983"/>
                    <a:pt x="199116" y="342232"/>
                  </a:cubicBezTo>
                  <a:cubicBezTo>
                    <a:pt x="197366" y="341815"/>
                    <a:pt x="195617" y="341565"/>
                    <a:pt x="193700" y="341232"/>
                  </a:cubicBezTo>
                  <a:cubicBezTo>
                    <a:pt x="184367" y="339482"/>
                    <a:pt x="174535" y="336982"/>
                    <a:pt x="167035" y="330649"/>
                  </a:cubicBezTo>
                  <a:cubicBezTo>
                    <a:pt x="157370" y="322400"/>
                    <a:pt x="156370" y="312318"/>
                    <a:pt x="164952" y="303069"/>
                  </a:cubicBezTo>
                  <a:lnTo>
                    <a:pt x="164952" y="303069"/>
                  </a:lnTo>
                  <a:close/>
                  <a:moveTo>
                    <a:pt x="19632" y="190662"/>
                  </a:moveTo>
                  <a:cubicBezTo>
                    <a:pt x="23799" y="187746"/>
                    <a:pt x="27715" y="182829"/>
                    <a:pt x="31548" y="180330"/>
                  </a:cubicBezTo>
                  <a:cubicBezTo>
                    <a:pt x="35381" y="177830"/>
                    <a:pt x="39630" y="175664"/>
                    <a:pt x="43963" y="173664"/>
                  </a:cubicBezTo>
                  <a:cubicBezTo>
                    <a:pt x="51879" y="178330"/>
                    <a:pt x="62628" y="180496"/>
                    <a:pt x="70461" y="184329"/>
                  </a:cubicBezTo>
                  <a:cubicBezTo>
                    <a:pt x="84376" y="191245"/>
                    <a:pt x="100125" y="193578"/>
                    <a:pt x="113790" y="200911"/>
                  </a:cubicBezTo>
                  <a:cubicBezTo>
                    <a:pt x="116374" y="202328"/>
                    <a:pt x="118873" y="198162"/>
                    <a:pt x="116457" y="196578"/>
                  </a:cubicBezTo>
                  <a:cubicBezTo>
                    <a:pt x="104041" y="188246"/>
                    <a:pt x="89626" y="183746"/>
                    <a:pt x="76460" y="176663"/>
                  </a:cubicBezTo>
                  <a:cubicBezTo>
                    <a:pt x="70628" y="173580"/>
                    <a:pt x="64961" y="170414"/>
                    <a:pt x="59129" y="167831"/>
                  </a:cubicBezTo>
                  <a:cubicBezTo>
                    <a:pt x="63461" y="166414"/>
                    <a:pt x="67794" y="164998"/>
                    <a:pt x="71961" y="163748"/>
                  </a:cubicBezTo>
                  <a:cubicBezTo>
                    <a:pt x="75460" y="162665"/>
                    <a:pt x="79127" y="161748"/>
                    <a:pt x="82793" y="160998"/>
                  </a:cubicBezTo>
                  <a:cubicBezTo>
                    <a:pt x="83460" y="161665"/>
                    <a:pt x="84376" y="162081"/>
                    <a:pt x="85376" y="162081"/>
                  </a:cubicBezTo>
                  <a:cubicBezTo>
                    <a:pt x="85793" y="162081"/>
                    <a:pt x="92709" y="166581"/>
                    <a:pt x="93709" y="167081"/>
                  </a:cubicBezTo>
                  <a:cubicBezTo>
                    <a:pt x="98625" y="169580"/>
                    <a:pt x="102958" y="172830"/>
                    <a:pt x="107707" y="175580"/>
                  </a:cubicBezTo>
                  <a:cubicBezTo>
                    <a:pt x="114957" y="179746"/>
                    <a:pt x="130289" y="182663"/>
                    <a:pt x="134872" y="190079"/>
                  </a:cubicBezTo>
                  <a:cubicBezTo>
                    <a:pt x="136038" y="191912"/>
                    <a:pt x="139205" y="190246"/>
                    <a:pt x="138205" y="188329"/>
                  </a:cubicBezTo>
                  <a:cubicBezTo>
                    <a:pt x="134288" y="180496"/>
                    <a:pt x="122789" y="176413"/>
                    <a:pt x="115790" y="171581"/>
                  </a:cubicBezTo>
                  <a:cubicBezTo>
                    <a:pt x="109041" y="166914"/>
                    <a:pt x="102625" y="161665"/>
                    <a:pt x="95292" y="158248"/>
                  </a:cubicBezTo>
                  <a:cubicBezTo>
                    <a:pt x="99792" y="157165"/>
                    <a:pt x="104208" y="155915"/>
                    <a:pt x="108374" y="154082"/>
                  </a:cubicBezTo>
                  <a:cubicBezTo>
                    <a:pt x="110707" y="153082"/>
                    <a:pt x="112624" y="151915"/>
                    <a:pt x="114374" y="150582"/>
                  </a:cubicBezTo>
                  <a:cubicBezTo>
                    <a:pt x="117207" y="152332"/>
                    <a:pt x="120206" y="153832"/>
                    <a:pt x="122873" y="155665"/>
                  </a:cubicBezTo>
                  <a:cubicBezTo>
                    <a:pt x="132789" y="162581"/>
                    <a:pt x="142121" y="170331"/>
                    <a:pt x="149954" y="179496"/>
                  </a:cubicBezTo>
                  <a:cubicBezTo>
                    <a:pt x="151120" y="180913"/>
                    <a:pt x="153203" y="179413"/>
                    <a:pt x="152287" y="177830"/>
                  </a:cubicBezTo>
                  <a:cubicBezTo>
                    <a:pt x="145704" y="166248"/>
                    <a:pt x="138872" y="158998"/>
                    <a:pt x="129039" y="150166"/>
                  </a:cubicBezTo>
                  <a:cubicBezTo>
                    <a:pt x="126373" y="147833"/>
                    <a:pt x="123456" y="145249"/>
                    <a:pt x="120290" y="143166"/>
                  </a:cubicBezTo>
                  <a:cubicBezTo>
                    <a:pt x="121540" y="140667"/>
                    <a:pt x="122456" y="137833"/>
                    <a:pt x="123040" y="134667"/>
                  </a:cubicBezTo>
                  <a:cubicBezTo>
                    <a:pt x="124206" y="128335"/>
                    <a:pt x="125123" y="122002"/>
                    <a:pt x="125873" y="115585"/>
                  </a:cubicBezTo>
                  <a:cubicBezTo>
                    <a:pt x="128706" y="119919"/>
                    <a:pt x="132039" y="124001"/>
                    <a:pt x="134788" y="128335"/>
                  </a:cubicBezTo>
                  <a:cubicBezTo>
                    <a:pt x="141038" y="138250"/>
                    <a:pt x="147621" y="147916"/>
                    <a:pt x="152287" y="158665"/>
                  </a:cubicBezTo>
                  <a:cubicBezTo>
                    <a:pt x="153537" y="161498"/>
                    <a:pt x="157786" y="159998"/>
                    <a:pt x="156786" y="156999"/>
                  </a:cubicBezTo>
                  <a:cubicBezTo>
                    <a:pt x="153120" y="145749"/>
                    <a:pt x="147371" y="136250"/>
                    <a:pt x="141621" y="126001"/>
                  </a:cubicBezTo>
                  <a:cubicBezTo>
                    <a:pt x="138372" y="120168"/>
                    <a:pt x="135288" y="113419"/>
                    <a:pt x="130956" y="108336"/>
                  </a:cubicBezTo>
                  <a:cubicBezTo>
                    <a:pt x="130039" y="107169"/>
                    <a:pt x="127956" y="104753"/>
                    <a:pt x="126956" y="104586"/>
                  </a:cubicBezTo>
                  <a:cubicBezTo>
                    <a:pt x="127456" y="99420"/>
                    <a:pt x="127873" y="94337"/>
                    <a:pt x="128289" y="89171"/>
                  </a:cubicBezTo>
                  <a:cubicBezTo>
                    <a:pt x="128789" y="82838"/>
                    <a:pt x="129539" y="76589"/>
                    <a:pt x="130372" y="70423"/>
                  </a:cubicBezTo>
                  <a:cubicBezTo>
                    <a:pt x="131122" y="71423"/>
                    <a:pt x="131955" y="72423"/>
                    <a:pt x="132789" y="73673"/>
                  </a:cubicBezTo>
                  <a:cubicBezTo>
                    <a:pt x="137122" y="80422"/>
                    <a:pt x="139538" y="88671"/>
                    <a:pt x="142788" y="96004"/>
                  </a:cubicBezTo>
                  <a:cubicBezTo>
                    <a:pt x="148121" y="108169"/>
                    <a:pt x="154703" y="121668"/>
                    <a:pt x="162952" y="132167"/>
                  </a:cubicBezTo>
                  <a:cubicBezTo>
                    <a:pt x="163536" y="132917"/>
                    <a:pt x="164869" y="132251"/>
                    <a:pt x="164452" y="131418"/>
                  </a:cubicBezTo>
                  <a:cubicBezTo>
                    <a:pt x="153370" y="109336"/>
                    <a:pt x="150953" y="80755"/>
                    <a:pt x="133705" y="62007"/>
                  </a:cubicBezTo>
                  <a:cubicBezTo>
                    <a:pt x="133122" y="61424"/>
                    <a:pt x="132539" y="61091"/>
                    <a:pt x="131872" y="60840"/>
                  </a:cubicBezTo>
                  <a:cubicBezTo>
                    <a:pt x="132372" y="57508"/>
                    <a:pt x="132955" y="54174"/>
                    <a:pt x="133539" y="50758"/>
                  </a:cubicBezTo>
                  <a:cubicBezTo>
                    <a:pt x="134039" y="47758"/>
                    <a:pt x="136622" y="31593"/>
                    <a:pt x="138955" y="21261"/>
                  </a:cubicBezTo>
                  <a:cubicBezTo>
                    <a:pt x="140955" y="30927"/>
                    <a:pt x="142371" y="40842"/>
                    <a:pt x="145704" y="50341"/>
                  </a:cubicBezTo>
                  <a:cubicBezTo>
                    <a:pt x="151120" y="65507"/>
                    <a:pt x="157703" y="80089"/>
                    <a:pt x="163369" y="95087"/>
                  </a:cubicBezTo>
                  <a:cubicBezTo>
                    <a:pt x="172785" y="120335"/>
                    <a:pt x="182618" y="147666"/>
                    <a:pt x="208198" y="161331"/>
                  </a:cubicBezTo>
                  <a:cubicBezTo>
                    <a:pt x="221197" y="168331"/>
                    <a:pt x="238112" y="166748"/>
                    <a:pt x="252361" y="167164"/>
                  </a:cubicBezTo>
                  <a:cubicBezTo>
                    <a:pt x="268443" y="167664"/>
                    <a:pt x="284192" y="169164"/>
                    <a:pt x="300190" y="171081"/>
                  </a:cubicBezTo>
                  <a:cubicBezTo>
                    <a:pt x="303357" y="171497"/>
                    <a:pt x="306606" y="171997"/>
                    <a:pt x="309772" y="172497"/>
                  </a:cubicBezTo>
                  <a:cubicBezTo>
                    <a:pt x="316605" y="173830"/>
                    <a:pt x="323355" y="175247"/>
                    <a:pt x="330104" y="176663"/>
                  </a:cubicBezTo>
                  <a:cubicBezTo>
                    <a:pt x="344020" y="180080"/>
                    <a:pt x="359018" y="188412"/>
                    <a:pt x="373017" y="190162"/>
                  </a:cubicBezTo>
                  <a:cubicBezTo>
                    <a:pt x="384516" y="191579"/>
                    <a:pt x="389599" y="192162"/>
                    <a:pt x="400681" y="197745"/>
                  </a:cubicBezTo>
                  <a:cubicBezTo>
                    <a:pt x="409681" y="202245"/>
                    <a:pt x="419346" y="205244"/>
                    <a:pt x="428345" y="210160"/>
                  </a:cubicBezTo>
                  <a:cubicBezTo>
                    <a:pt x="459342" y="226909"/>
                    <a:pt x="486507" y="250157"/>
                    <a:pt x="512588" y="273571"/>
                  </a:cubicBezTo>
                  <a:cubicBezTo>
                    <a:pt x="539585" y="297902"/>
                    <a:pt x="565499" y="324983"/>
                    <a:pt x="586748" y="354480"/>
                  </a:cubicBezTo>
                  <a:cubicBezTo>
                    <a:pt x="621911" y="403559"/>
                    <a:pt x="637493" y="459555"/>
                    <a:pt x="643993" y="518799"/>
                  </a:cubicBezTo>
                  <a:cubicBezTo>
                    <a:pt x="647159" y="547630"/>
                    <a:pt x="647909" y="577460"/>
                    <a:pt x="648409" y="606458"/>
                  </a:cubicBezTo>
                  <a:cubicBezTo>
                    <a:pt x="648409" y="606875"/>
                    <a:pt x="648492" y="607375"/>
                    <a:pt x="648492" y="607875"/>
                  </a:cubicBezTo>
                  <a:cubicBezTo>
                    <a:pt x="643659" y="603792"/>
                    <a:pt x="637660" y="601542"/>
                    <a:pt x="631494" y="599625"/>
                  </a:cubicBezTo>
                  <a:cubicBezTo>
                    <a:pt x="618412" y="595542"/>
                    <a:pt x="604663" y="590043"/>
                    <a:pt x="592080" y="584543"/>
                  </a:cubicBezTo>
                  <a:cubicBezTo>
                    <a:pt x="565499" y="572878"/>
                    <a:pt x="541419" y="559379"/>
                    <a:pt x="517087" y="543630"/>
                  </a:cubicBezTo>
                  <a:cubicBezTo>
                    <a:pt x="512255" y="540464"/>
                    <a:pt x="506422" y="547213"/>
                    <a:pt x="511255" y="550713"/>
                  </a:cubicBezTo>
                  <a:cubicBezTo>
                    <a:pt x="521337" y="557962"/>
                    <a:pt x="530836" y="565795"/>
                    <a:pt x="541502" y="572378"/>
                  </a:cubicBezTo>
                  <a:cubicBezTo>
                    <a:pt x="554251" y="580377"/>
                    <a:pt x="568666" y="586043"/>
                    <a:pt x="582331" y="592459"/>
                  </a:cubicBezTo>
                  <a:cubicBezTo>
                    <a:pt x="599663" y="600625"/>
                    <a:pt x="620328" y="609541"/>
                    <a:pt x="640160" y="611707"/>
                  </a:cubicBezTo>
                  <a:cubicBezTo>
                    <a:pt x="636910" y="612041"/>
                    <a:pt x="633660" y="612374"/>
                    <a:pt x="630411" y="612541"/>
                  </a:cubicBezTo>
                  <a:cubicBezTo>
                    <a:pt x="617578" y="613290"/>
                    <a:pt x="604413" y="612874"/>
                    <a:pt x="591664" y="611541"/>
                  </a:cubicBezTo>
                  <a:cubicBezTo>
                    <a:pt x="544168" y="606375"/>
                    <a:pt x="496589" y="586210"/>
                    <a:pt x="453843" y="562462"/>
                  </a:cubicBezTo>
                  <a:cubicBezTo>
                    <a:pt x="456010" y="557046"/>
                    <a:pt x="455510" y="551046"/>
                    <a:pt x="456676" y="545297"/>
                  </a:cubicBezTo>
                  <a:cubicBezTo>
                    <a:pt x="458593" y="535548"/>
                    <a:pt x="460842" y="525882"/>
                    <a:pt x="464509" y="516633"/>
                  </a:cubicBezTo>
                  <a:cubicBezTo>
                    <a:pt x="471175" y="499717"/>
                    <a:pt x="479257" y="481136"/>
                    <a:pt x="490756" y="466970"/>
                  </a:cubicBezTo>
                  <a:cubicBezTo>
                    <a:pt x="502422" y="452555"/>
                    <a:pt x="517587" y="438806"/>
                    <a:pt x="534752" y="431391"/>
                  </a:cubicBezTo>
                  <a:cubicBezTo>
                    <a:pt x="549001" y="425224"/>
                    <a:pt x="562583" y="426224"/>
                    <a:pt x="577415" y="424641"/>
                  </a:cubicBezTo>
                  <a:cubicBezTo>
                    <a:pt x="578749" y="424474"/>
                    <a:pt x="578832" y="422475"/>
                    <a:pt x="577498" y="422308"/>
                  </a:cubicBezTo>
                  <a:cubicBezTo>
                    <a:pt x="561000" y="420058"/>
                    <a:pt x="548168" y="418058"/>
                    <a:pt x="531919" y="423808"/>
                  </a:cubicBezTo>
                  <a:cubicBezTo>
                    <a:pt x="514254" y="430057"/>
                    <a:pt x="499672" y="442056"/>
                    <a:pt x="486257" y="454805"/>
                  </a:cubicBezTo>
                  <a:cubicBezTo>
                    <a:pt x="485507" y="455471"/>
                    <a:pt x="484840" y="456305"/>
                    <a:pt x="484090" y="456972"/>
                  </a:cubicBezTo>
                  <a:cubicBezTo>
                    <a:pt x="471258" y="424391"/>
                    <a:pt x="458009" y="392811"/>
                    <a:pt x="441844" y="361563"/>
                  </a:cubicBezTo>
                  <a:cubicBezTo>
                    <a:pt x="433095" y="344648"/>
                    <a:pt x="424263" y="327733"/>
                    <a:pt x="415013" y="311068"/>
                  </a:cubicBezTo>
                  <a:cubicBezTo>
                    <a:pt x="407764" y="297986"/>
                    <a:pt x="400098" y="280071"/>
                    <a:pt x="387183" y="271488"/>
                  </a:cubicBezTo>
                  <a:cubicBezTo>
                    <a:pt x="383183" y="268822"/>
                    <a:pt x="378516" y="271321"/>
                    <a:pt x="378433" y="276154"/>
                  </a:cubicBezTo>
                  <a:cubicBezTo>
                    <a:pt x="378350" y="284153"/>
                    <a:pt x="378850" y="292236"/>
                    <a:pt x="378683" y="300236"/>
                  </a:cubicBezTo>
                  <a:cubicBezTo>
                    <a:pt x="378516" y="309151"/>
                    <a:pt x="377433" y="313568"/>
                    <a:pt x="367017" y="316067"/>
                  </a:cubicBezTo>
                  <a:cubicBezTo>
                    <a:pt x="364768" y="316567"/>
                    <a:pt x="362185" y="315651"/>
                    <a:pt x="359685" y="316484"/>
                  </a:cubicBezTo>
                  <a:cubicBezTo>
                    <a:pt x="356768" y="317484"/>
                    <a:pt x="354352" y="319317"/>
                    <a:pt x="352685" y="321900"/>
                  </a:cubicBezTo>
                  <a:cubicBezTo>
                    <a:pt x="347436" y="329650"/>
                    <a:pt x="351019" y="337649"/>
                    <a:pt x="344353" y="345231"/>
                  </a:cubicBezTo>
                  <a:cubicBezTo>
                    <a:pt x="335604" y="355064"/>
                    <a:pt x="326188" y="356147"/>
                    <a:pt x="326855" y="371312"/>
                  </a:cubicBezTo>
                  <a:cubicBezTo>
                    <a:pt x="327438" y="384062"/>
                    <a:pt x="329438" y="390977"/>
                    <a:pt x="320605" y="402310"/>
                  </a:cubicBezTo>
                  <a:cubicBezTo>
                    <a:pt x="317522" y="406226"/>
                    <a:pt x="314022" y="409559"/>
                    <a:pt x="313273" y="414725"/>
                  </a:cubicBezTo>
                  <a:cubicBezTo>
                    <a:pt x="312022" y="424058"/>
                    <a:pt x="319772" y="431890"/>
                    <a:pt x="325938" y="437890"/>
                  </a:cubicBezTo>
                  <a:cubicBezTo>
                    <a:pt x="339354" y="451222"/>
                    <a:pt x="355602" y="460055"/>
                    <a:pt x="371767" y="469553"/>
                  </a:cubicBezTo>
                  <a:cubicBezTo>
                    <a:pt x="387349" y="478720"/>
                    <a:pt x="402931" y="488052"/>
                    <a:pt x="419763" y="494885"/>
                  </a:cubicBezTo>
                  <a:cubicBezTo>
                    <a:pt x="427846" y="498135"/>
                    <a:pt x="436428" y="500218"/>
                    <a:pt x="444594" y="503301"/>
                  </a:cubicBezTo>
                  <a:cubicBezTo>
                    <a:pt x="447594" y="504384"/>
                    <a:pt x="450343" y="505717"/>
                    <a:pt x="453260" y="506717"/>
                  </a:cubicBezTo>
                  <a:cubicBezTo>
                    <a:pt x="446177" y="522882"/>
                    <a:pt x="444094" y="538464"/>
                    <a:pt x="440844" y="555213"/>
                  </a:cubicBezTo>
                  <a:cubicBezTo>
                    <a:pt x="435011" y="551796"/>
                    <a:pt x="429345" y="548380"/>
                    <a:pt x="423763" y="544964"/>
                  </a:cubicBezTo>
                  <a:cubicBezTo>
                    <a:pt x="372350" y="513217"/>
                    <a:pt x="319688" y="477053"/>
                    <a:pt x="279609" y="431307"/>
                  </a:cubicBezTo>
                  <a:cubicBezTo>
                    <a:pt x="241279" y="387644"/>
                    <a:pt x="206199" y="336566"/>
                    <a:pt x="188367" y="280737"/>
                  </a:cubicBezTo>
                  <a:cubicBezTo>
                    <a:pt x="184034" y="267239"/>
                    <a:pt x="182618" y="251990"/>
                    <a:pt x="175451" y="239491"/>
                  </a:cubicBezTo>
                  <a:cubicBezTo>
                    <a:pt x="170119" y="230242"/>
                    <a:pt x="163036" y="229575"/>
                    <a:pt x="153203" y="226659"/>
                  </a:cubicBezTo>
                  <a:cubicBezTo>
                    <a:pt x="126456" y="218743"/>
                    <a:pt x="99375" y="212410"/>
                    <a:pt x="72461" y="205077"/>
                  </a:cubicBezTo>
                  <a:cubicBezTo>
                    <a:pt x="56879" y="200828"/>
                    <a:pt x="40964" y="197661"/>
                    <a:pt x="25465" y="193078"/>
                  </a:cubicBezTo>
                  <a:cubicBezTo>
                    <a:pt x="25298" y="192745"/>
                    <a:pt x="22215" y="191495"/>
                    <a:pt x="19632" y="190662"/>
                  </a:cubicBezTo>
                  <a:lnTo>
                    <a:pt x="19632" y="190662"/>
                  </a:lnTo>
                  <a:close/>
                  <a:moveTo>
                    <a:pt x="402598" y="454471"/>
                  </a:moveTo>
                  <a:cubicBezTo>
                    <a:pt x="408930" y="464138"/>
                    <a:pt x="420013" y="472387"/>
                    <a:pt x="429429" y="478969"/>
                  </a:cubicBezTo>
                  <a:cubicBezTo>
                    <a:pt x="438261" y="485135"/>
                    <a:pt x="449427" y="490968"/>
                    <a:pt x="460093" y="493385"/>
                  </a:cubicBezTo>
                  <a:cubicBezTo>
                    <a:pt x="459342" y="494801"/>
                    <a:pt x="458676" y="496218"/>
                    <a:pt x="458009" y="497634"/>
                  </a:cubicBezTo>
                  <a:cubicBezTo>
                    <a:pt x="453093" y="496218"/>
                    <a:pt x="448343" y="493385"/>
                    <a:pt x="443761" y="491635"/>
                  </a:cubicBezTo>
                  <a:cubicBezTo>
                    <a:pt x="435761" y="488635"/>
                    <a:pt x="427595" y="486052"/>
                    <a:pt x="419763" y="482636"/>
                  </a:cubicBezTo>
                  <a:cubicBezTo>
                    <a:pt x="403931" y="475553"/>
                    <a:pt x="389266" y="467054"/>
                    <a:pt x="374267" y="458305"/>
                  </a:cubicBezTo>
                  <a:cubicBezTo>
                    <a:pt x="359602" y="449805"/>
                    <a:pt x="339603" y="440973"/>
                    <a:pt x="330604" y="425724"/>
                  </a:cubicBezTo>
                  <a:cubicBezTo>
                    <a:pt x="322855" y="412559"/>
                    <a:pt x="339603" y="401310"/>
                    <a:pt x="340603" y="387644"/>
                  </a:cubicBezTo>
                  <a:cubicBezTo>
                    <a:pt x="341020" y="381895"/>
                    <a:pt x="338603" y="375812"/>
                    <a:pt x="339354" y="370146"/>
                  </a:cubicBezTo>
                  <a:cubicBezTo>
                    <a:pt x="340603" y="361064"/>
                    <a:pt x="346853" y="360980"/>
                    <a:pt x="352352" y="355564"/>
                  </a:cubicBezTo>
                  <a:cubicBezTo>
                    <a:pt x="355685" y="352231"/>
                    <a:pt x="357435" y="348314"/>
                    <a:pt x="358685" y="343815"/>
                  </a:cubicBezTo>
                  <a:cubicBezTo>
                    <a:pt x="359435" y="341065"/>
                    <a:pt x="359268" y="337982"/>
                    <a:pt x="360102" y="335316"/>
                  </a:cubicBezTo>
                  <a:cubicBezTo>
                    <a:pt x="362351" y="328150"/>
                    <a:pt x="366434" y="327650"/>
                    <a:pt x="371684" y="326233"/>
                  </a:cubicBezTo>
                  <a:cubicBezTo>
                    <a:pt x="380183" y="323983"/>
                    <a:pt x="384266" y="324983"/>
                    <a:pt x="387516" y="315234"/>
                  </a:cubicBezTo>
                  <a:cubicBezTo>
                    <a:pt x="389932" y="307985"/>
                    <a:pt x="389766" y="299902"/>
                    <a:pt x="389515" y="291903"/>
                  </a:cubicBezTo>
                  <a:cubicBezTo>
                    <a:pt x="391849" y="296236"/>
                    <a:pt x="393848" y="300652"/>
                    <a:pt x="395848" y="304319"/>
                  </a:cubicBezTo>
                  <a:cubicBezTo>
                    <a:pt x="400431" y="312735"/>
                    <a:pt x="405181" y="320984"/>
                    <a:pt x="409763" y="329400"/>
                  </a:cubicBezTo>
                  <a:cubicBezTo>
                    <a:pt x="419263" y="346731"/>
                    <a:pt x="428345" y="364396"/>
                    <a:pt x="437428" y="381978"/>
                  </a:cubicBezTo>
                  <a:cubicBezTo>
                    <a:pt x="445760" y="398227"/>
                    <a:pt x="454176" y="414308"/>
                    <a:pt x="462092" y="430807"/>
                  </a:cubicBezTo>
                  <a:cubicBezTo>
                    <a:pt x="466925" y="440889"/>
                    <a:pt x="471925" y="453805"/>
                    <a:pt x="479674" y="462638"/>
                  </a:cubicBezTo>
                  <a:cubicBezTo>
                    <a:pt x="477758" y="464887"/>
                    <a:pt x="476008" y="467137"/>
                    <a:pt x="474341" y="469553"/>
                  </a:cubicBezTo>
                  <a:cubicBezTo>
                    <a:pt x="465426" y="458138"/>
                    <a:pt x="458176" y="445722"/>
                    <a:pt x="449260" y="434223"/>
                  </a:cubicBezTo>
                  <a:cubicBezTo>
                    <a:pt x="437678" y="419141"/>
                    <a:pt x="426762" y="402643"/>
                    <a:pt x="417013" y="386228"/>
                  </a:cubicBezTo>
                  <a:cubicBezTo>
                    <a:pt x="416513" y="385395"/>
                    <a:pt x="415096" y="386145"/>
                    <a:pt x="415513" y="386978"/>
                  </a:cubicBezTo>
                  <a:cubicBezTo>
                    <a:pt x="423596" y="403476"/>
                    <a:pt x="432512" y="420308"/>
                    <a:pt x="442928" y="435390"/>
                  </a:cubicBezTo>
                  <a:cubicBezTo>
                    <a:pt x="448177" y="443056"/>
                    <a:pt x="453093" y="450805"/>
                    <a:pt x="458259" y="458555"/>
                  </a:cubicBezTo>
                  <a:cubicBezTo>
                    <a:pt x="460759" y="462304"/>
                    <a:pt x="468842" y="469470"/>
                    <a:pt x="471092" y="474137"/>
                  </a:cubicBezTo>
                  <a:cubicBezTo>
                    <a:pt x="470925" y="474470"/>
                    <a:pt x="470675" y="474720"/>
                    <a:pt x="470508" y="475053"/>
                  </a:cubicBezTo>
                  <a:cubicBezTo>
                    <a:pt x="463176" y="471137"/>
                    <a:pt x="458259" y="466637"/>
                    <a:pt x="452177" y="461054"/>
                  </a:cubicBezTo>
                  <a:cubicBezTo>
                    <a:pt x="446677" y="455888"/>
                    <a:pt x="440094" y="452388"/>
                    <a:pt x="434595" y="447139"/>
                  </a:cubicBezTo>
                  <a:cubicBezTo>
                    <a:pt x="422762" y="435723"/>
                    <a:pt x="410014" y="426224"/>
                    <a:pt x="396931" y="416225"/>
                  </a:cubicBezTo>
                  <a:cubicBezTo>
                    <a:pt x="394432" y="414308"/>
                    <a:pt x="391515" y="417892"/>
                    <a:pt x="393848" y="419975"/>
                  </a:cubicBezTo>
                  <a:cubicBezTo>
                    <a:pt x="406931" y="431640"/>
                    <a:pt x="418930" y="445056"/>
                    <a:pt x="432345" y="456221"/>
                  </a:cubicBezTo>
                  <a:cubicBezTo>
                    <a:pt x="443261" y="465304"/>
                    <a:pt x="453593" y="475220"/>
                    <a:pt x="466175" y="481969"/>
                  </a:cubicBezTo>
                  <a:cubicBezTo>
                    <a:pt x="464925" y="484053"/>
                    <a:pt x="463842" y="486219"/>
                    <a:pt x="462676" y="488302"/>
                  </a:cubicBezTo>
                  <a:cubicBezTo>
                    <a:pt x="456759" y="480636"/>
                    <a:pt x="441761" y="478469"/>
                    <a:pt x="433678" y="473886"/>
                  </a:cubicBezTo>
                  <a:cubicBezTo>
                    <a:pt x="424429" y="468720"/>
                    <a:pt x="410847" y="461471"/>
                    <a:pt x="403348" y="453805"/>
                  </a:cubicBezTo>
                  <a:cubicBezTo>
                    <a:pt x="403014" y="453222"/>
                    <a:pt x="402264" y="453971"/>
                    <a:pt x="402598" y="454471"/>
                  </a:cubicBezTo>
                  <a:lnTo>
                    <a:pt x="402598" y="454471"/>
                  </a:lnTo>
                  <a:close/>
                </a:path>
              </a:pathLst>
            </a:custGeom>
            <a:grpFill/>
            <a:ln w="8332" cap="flat">
              <a:noFill/>
              <a:prstDash val="solid"/>
              <a:miter/>
            </a:ln>
          </p:spPr>
          <p:txBody>
            <a:bodyPr rtlCol="0" anchor="ctr"/>
            <a:lstStyle/>
            <a:p>
              <a:endParaRPr lang="en-US"/>
            </a:p>
          </p:txBody>
        </p:sp>
        <p:sp>
          <p:nvSpPr>
            <p:cNvPr id="2401" name="Freeform: Shape 2400"/>
            <p:cNvSpPr/>
            <p:nvPr/>
          </p:nvSpPr>
          <p:spPr>
            <a:xfrm>
              <a:off x="1605798" y="5859682"/>
              <a:ext cx="409317" cy="323829"/>
            </a:xfrm>
            <a:custGeom>
              <a:avLst/>
              <a:gdLst>
                <a:gd name="connsiteX0" fmla="*/ 401959 w 409317"/>
                <a:gd name="connsiteY0" fmla="*/ 150119 h 323829"/>
                <a:gd name="connsiteX1" fmla="*/ 403209 w 409317"/>
                <a:gd name="connsiteY1" fmla="*/ 124872 h 323829"/>
                <a:gd name="connsiteX2" fmla="*/ 316800 w 409317"/>
                <a:gd name="connsiteY2" fmla="*/ 9632 h 323829"/>
                <a:gd name="connsiteX3" fmla="*/ 246307 w 409317"/>
                <a:gd name="connsiteY3" fmla="*/ 800 h 323829"/>
                <a:gd name="connsiteX4" fmla="*/ 142066 w 409317"/>
                <a:gd name="connsiteY4" fmla="*/ 19464 h 323829"/>
                <a:gd name="connsiteX5" fmla="*/ 26909 w 409317"/>
                <a:gd name="connsiteY5" fmla="*/ 93541 h 323829"/>
                <a:gd name="connsiteX6" fmla="*/ 995 w 409317"/>
                <a:gd name="connsiteY6" fmla="*/ 148036 h 323829"/>
                <a:gd name="connsiteX7" fmla="*/ 9744 w 409317"/>
                <a:gd name="connsiteY7" fmla="*/ 207947 h 323829"/>
                <a:gd name="connsiteX8" fmla="*/ 25660 w 409317"/>
                <a:gd name="connsiteY8" fmla="*/ 261193 h 323829"/>
                <a:gd name="connsiteX9" fmla="*/ 77488 w 409317"/>
                <a:gd name="connsiteY9" fmla="*/ 301772 h 323829"/>
                <a:gd name="connsiteX10" fmla="*/ 236141 w 409317"/>
                <a:gd name="connsiteY10" fmla="*/ 322271 h 323829"/>
                <a:gd name="connsiteX11" fmla="*/ 370712 w 409317"/>
                <a:gd name="connsiteY11" fmla="*/ 267442 h 323829"/>
                <a:gd name="connsiteX12" fmla="*/ 401959 w 409317"/>
                <a:gd name="connsiteY12" fmla="*/ 150119 h 323829"/>
                <a:gd name="connsiteX13" fmla="*/ 401959 w 409317"/>
                <a:gd name="connsiteY13" fmla="*/ 150119 h 323829"/>
                <a:gd name="connsiteX14" fmla="*/ 29659 w 409317"/>
                <a:gd name="connsiteY14" fmla="*/ 114456 h 323829"/>
                <a:gd name="connsiteX15" fmla="*/ 140483 w 409317"/>
                <a:gd name="connsiteY15" fmla="*/ 33213 h 323829"/>
                <a:gd name="connsiteX16" fmla="*/ 162147 w 409317"/>
                <a:gd name="connsiteY16" fmla="*/ 26130 h 323829"/>
                <a:gd name="connsiteX17" fmla="*/ 224058 w 409317"/>
                <a:gd name="connsiteY17" fmla="*/ 15882 h 323829"/>
                <a:gd name="connsiteX18" fmla="*/ 291636 w 409317"/>
                <a:gd name="connsiteY18" fmla="*/ 14298 h 323829"/>
                <a:gd name="connsiteX19" fmla="*/ 387627 w 409317"/>
                <a:gd name="connsiteY19" fmla="*/ 100124 h 323829"/>
                <a:gd name="connsiteX20" fmla="*/ 390877 w 409317"/>
                <a:gd name="connsiteY20" fmla="*/ 143287 h 323829"/>
                <a:gd name="connsiteX21" fmla="*/ 388794 w 409317"/>
                <a:gd name="connsiteY21" fmla="*/ 151036 h 323829"/>
                <a:gd name="connsiteX22" fmla="*/ 384127 w 409317"/>
                <a:gd name="connsiteY22" fmla="*/ 161202 h 323829"/>
                <a:gd name="connsiteX23" fmla="*/ 356047 w 409317"/>
                <a:gd name="connsiteY23" fmla="*/ 176117 h 323829"/>
                <a:gd name="connsiteX24" fmla="*/ 342548 w 409317"/>
                <a:gd name="connsiteY24" fmla="*/ 179950 h 323829"/>
                <a:gd name="connsiteX25" fmla="*/ 318300 w 409317"/>
                <a:gd name="connsiteY25" fmla="*/ 221113 h 323829"/>
                <a:gd name="connsiteX26" fmla="*/ 282720 w 409317"/>
                <a:gd name="connsiteY26" fmla="*/ 228113 h 323829"/>
                <a:gd name="connsiteX27" fmla="*/ 265305 w 409317"/>
                <a:gd name="connsiteY27" fmla="*/ 225029 h 323829"/>
                <a:gd name="connsiteX28" fmla="*/ 236724 w 409317"/>
                <a:gd name="connsiteY28" fmla="*/ 255527 h 323829"/>
                <a:gd name="connsiteX29" fmla="*/ 207143 w 409317"/>
                <a:gd name="connsiteY29" fmla="*/ 268859 h 323829"/>
                <a:gd name="connsiteX30" fmla="*/ 183145 w 409317"/>
                <a:gd name="connsiteY30" fmla="*/ 241611 h 323829"/>
                <a:gd name="connsiteX31" fmla="*/ 163647 w 409317"/>
                <a:gd name="connsiteY31" fmla="*/ 224279 h 323829"/>
                <a:gd name="connsiteX32" fmla="*/ 135650 w 409317"/>
                <a:gd name="connsiteY32" fmla="*/ 249361 h 323829"/>
                <a:gd name="connsiteX33" fmla="*/ 92237 w 409317"/>
                <a:gd name="connsiteY33" fmla="*/ 223280 h 323829"/>
                <a:gd name="connsiteX34" fmla="*/ 71489 w 409317"/>
                <a:gd name="connsiteY34" fmla="*/ 206698 h 323829"/>
                <a:gd name="connsiteX35" fmla="*/ 39158 w 409317"/>
                <a:gd name="connsiteY35" fmla="*/ 210781 h 323829"/>
                <a:gd name="connsiteX36" fmla="*/ 16661 w 409317"/>
                <a:gd name="connsiteY36" fmla="*/ 184283 h 323829"/>
                <a:gd name="connsiteX37" fmla="*/ 29659 w 409317"/>
                <a:gd name="connsiteY37" fmla="*/ 114456 h 323829"/>
                <a:gd name="connsiteX38" fmla="*/ 29659 w 409317"/>
                <a:gd name="connsiteY38" fmla="*/ 114456 h 323829"/>
                <a:gd name="connsiteX39" fmla="*/ 348047 w 409317"/>
                <a:gd name="connsiteY39" fmla="*/ 267775 h 323829"/>
                <a:gd name="connsiteX40" fmla="*/ 225392 w 409317"/>
                <a:gd name="connsiteY40" fmla="*/ 309605 h 323829"/>
                <a:gd name="connsiteX41" fmla="*/ 96903 w 409317"/>
                <a:gd name="connsiteY41" fmla="*/ 296606 h 323829"/>
                <a:gd name="connsiteX42" fmla="*/ 40158 w 409317"/>
                <a:gd name="connsiteY42" fmla="*/ 261109 h 323829"/>
                <a:gd name="connsiteX43" fmla="*/ 17410 w 409317"/>
                <a:gd name="connsiteY43" fmla="*/ 216530 h 323829"/>
                <a:gd name="connsiteX44" fmla="*/ 63823 w 409317"/>
                <a:gd name="connsiteY44" fmla="*/ 222696 h 323829"/>
                <a:gd name="connsiteX45" fmla="*/ 80155 w 409317"/>
                <a:gd name="connsiteY45" fmla="*/ 223863 h 323829"/>
                <a:gd name="connsiteX46" fmla="*/ 83738 w 409317"/>
                <a:gd name="connsiteY46" fmla="*/ 235362 h 323829"/>
                <a:gd name="connsiteX47" fmla="*/ 97486 w 409317"/>
                <a:gd name="connsiteY47" fmla="*/ 256860 h 323829"/>
                <a:gd name="connsiteX48" fmla="*/ 138483 w 409317"/>
                <a:gd name="connsiteY48" fmla="*/ 258610 h 323829"/>
                <a:gd name="connsiteX49" fmla="*/ 152815 w 409317"/>
                <a:gd name="connsiteY49" fmla="*/ 243861 h 323829"/>
                <a:gd name="connsiteX50" fmla="*/ 171730 w 409317"/>
                <a:gd name="connsiteY50" fmla="*/ 237362 h 323829"/>
                <a:gd name="connsiteX51" fmla="*/ 178229 w 409317"/>
                <a:gd name="connsiteY51" fmla="*/ 253444 h 323829"/>
                <a:gd name="connsiteX52" fmla="*/ 211476 w 409317"/>
                <a:gd name="connsiteY52" fmla="*/ 282357 h 323829"/>
                <a:gd name="connsiteX53" fmla="*/ 257639 w 409317"/>
                <a:gd name="connsiteY53" fmla="*/ 254027 h 323829"/>
                <a:gd name="connsiteX54" fmla="*/ 267138 w 409317"/>
                <a:gd name="connsiteY54" fmla="*/ 241028 h 323829"/>
                <a:gd name="connsiteX55" fmla="*/ 278804 w 409317"/>
                <a:gd name="connsiteY55" fmla="*/ 241445 h 323829"/>
                <a:gd name="connsiteX56" fmla="*/ 308468 w 409317"/>
                <a:gd name="connsiteY56" fmla="*/ 245111 h 323829"/>
                <a:gd name="connsiteX57" fmla="*/ 340881 w 409317"/>
                <a:gd name="connsiteY57" fmla="*/ 207198 h 323829"/>
                <a:gd name="connsiteX58" fmla="*/ 355713 w 409317"/>
                <a:gd name="connsiteY58" fmla="*/ 187366 h 323829"/>
                <a:gd name="connsiteX59" fmla="*/ 368295 w 409317"/>
                <a:gd name="connsiteY59" fmla="*/ 186366 h 323829"/>
                <a:gd name="connsiteX60" fmla="*/ 389627 w 409317"/>
                <a:gd name="connsiteY60" fmla="*/ 173867 h 323829"/>
                <a:gd name="connsiteX61" fmla="*/ 394043 w 409317"/>
                <a:gd name="connsiteY61" fmla="*/ 168118 h 323829"/>
                <a:gd name="connsiteX62" fmla="*/ 389627 w 409317"/>
                <a:gd name="connsiteY62" fmla="*/ 214780 h 323829"/>
                <a:gd name="connsiteX63" fmla="*/ 348047 w 409317"/>
                <a:gd name="connsiteY63" fmla="*/ 267775 h 323829"/>
                <a:gd name="connsiteX64" fmla="*/ 348047 w 409317"/>
                <a:gd name="connsiteY64" fmla="*/ 267775 h 323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409317" h="323829">
                  <a:moveTo>
                    <a:pt x="401959" y="150119"/>
                  </a:moveTo>
                  <a:cubicBezTo>
                    <a:pt x="403876" y="141870"/>
                    <a:pt x="404126" y="133121"/>
                    <a:pt x="403209" y="124872"/>
                  </a:cubicBezTo>
                  <a:cubicBezTo>
                    <a:pt x="397876" y="77876"/>
                    <a:pt x="360296" y="28131"/>
                    <a:pt x="316800" y="9632"/>
                  </a:cubicBezTo>
                  <a:cubicBezTo>
                    <a:pt x="295052" y="383"/>
                    <a:pt x="270804" y="-1284"/>
                    <a:pt x="246307" y="800"/>
                  </a:cubicBezTo>
                  <a:cubicBezTo>
                    <a:pt x="210976" y="1633"/>
                    <a:pt x="175063" y="9382"/>
                    <a:pt x="142066" y="19464"/>
                  </a:cubicBezTo>
                  <a:cubicBezTo>
                    <a:pt x="97736" y="33047"/>
                    <a:pt x="56657" y="57295"/>
                    <a:pt x="26909" y="93541"/>
                  </a:cubicBezTo>
                  <a:cubicBezTo>
                    <a:pt x="13994" y="109373"/>
                    <a:pt x="2995" y="127288"/>
                    <a:pt x="995" y="148036"/>
                  </a:cubicBezTo>
                  <a:cubicBezTo>
                    <a:pt x="-755" y="166368"/>
                    <a:pt x="-1421" y="191866"/>
                    <a:pt x="9744" y="207947"/>
                  </a:cubicBezTo>
                  <a:cubicBezTo>
                    <a:pt x="10328" y="226612"/>
                    <a:pt x="14244" y="247111"/>
                    <a:pt x="25660" y="261193"/>
                  </a:cubicBezTo>
                  <a:cubicBezTo>
                    <a:pt x="39158" y="277941"/>
                    <a:pt x="57824" y="293023"/>
                    <a:pt x="77488" y="301772"/>
                  </a:cubicBezTo>
                  <a:cubicBezTo>
                    <a:pt x="125401" y="323104"/>
                    <a:pt x="184479" y="326437"/>
                    <a:pt x="236141" y="322271"/>
                  </a:cubicBezTo>
                  <a:cubicBezTo>
                    <a:pt x="284720" y="318354"/>
                    <a:pt x="333549" y="299522"/>
                    <a:pt x="370712" y="267442"/>
                  </a:cubicBezTo>
                  <a:cubicBezTo>
                    <a:pt x="401876" y="240861"/>
                    <a:pt x="420457" y="189199"/>
                    <a:pt x="401959" y="150119"/>
                  </a:cubicBezTo>
                  <a:lnTo>
                    <a:pt x="401959" y="150119"/>
                  </a:lnTo>
                  <a:close/>
                  <a:moveTo>
                    <a:pt x="29659" y="114456"/>
                  </a:moveTo>
                  <a:cubicBezTo>
                    <a:pt x="55240" y="75626"/>
                    <a:pt x="97070" y="48212"/>
                    <a:pt x="140483" y="33213"/>
                  </a:cubicBezTo>
                  <a:cubicBezTo>
                    <a:pt x="147565" y="30797"/>
                    <a:pt x="154815" y="28380"/>
                    <a:pt x="162147" y="26130"/>
                  </a:cubicBezTo>
                  <a:cubicBezTo>
                    <a:pt x="182645" y="21881"/>
                    <a:pt x="203227" y="18048"/>
                    <a:pt x="224058" y="15882"/>
                  </a:cubicBezTo>
                  <a:cubicBezTo>
                    <a:pt x="245640" y="13632"/>
                    <a:pt x="270138" y="10049"/>
                    <a:pt x="291636" y="14298"/>
                  </a:cubicBezTo>
                  <a:cubicBezTo>
                    <a:pt x="333465" y="22631"/>
                    <a:pt x="374462" y="59878"/>
                    <a:pt x="387627" y="100124"/>
                  </a:cubicBezTo>
                  <a:cubicBezTo>
                    <a:pt x="391877" y="113289"/>
                    <a:pt x="393710" y="128955"/>
                    <a:pt x="390877" y="143287"/>
                  </a:cubicBezTo>
                  <a:cubicBezTo>
                    <a:pt x="388544" y="144870"/>
                    <a:pt x="387211" y="147870"/>
                    <a:pt x="388794" y="151036"/>
                  </a:cubicBezTo>
                  <a:cubicBezTo>
                    <a:pt x="387627" y="154619"/>
                    <a:pt x="386044" y="158035"/>
                    <a:pt x="384127" y="161202"/>
                  </a:cubicBezTo>
                  <a:cubicBezTo>
                    <a:pt x="377545" y="172201"/>
                    <a:pt x="368129" y="175200"/>
                    <a:pt x="356047" y="176117"/>
                  </a:cubicBezTo>
                  <a:cubicBezTo>
                    <a:pt x="350464" y="176534"/>
                    <a:pt x="347131" y="176034"/>
                    <a:pt x="342548" y="179950"/>
                  </a:cubicBezTo>
                  <a:cubicBezTo>
                    <a:pt x="330549" y="190199"/>
                    <a:pt x="327216" y="208447"/>
                    <a:pt x="318300" y="221113"/>
                  </a:cubicBezTo>
                  <a:cubicBezTo>
                    <a:pt x="309217" y="233945"/>
                    <a:pt x="296052" y="232695"/>
                    <a:pt x="282720" y="228113"/>
                  </a:cubicBezTo>
                  <a:cubicBezTo>
                    <a:pt x="276804" y="226112"/>
                    <a:pt x="271721" y="222863"/>
                    <a:pt x="265305" y="225029"/>
                  </a:cubicBezTo>
                  <a:cubicBezTo>
                    <a:pt x="252889" y="229195"/>
                    <a:pt x="245390" y="247027"/>
                    <a:pt x="236724" y="255527"/>
                  </a:cubicBezTo>
                  <a:cubicBezTo>
                    <a:pt x="229058" y="263026"/>
                    <a:pt x="218642" y="271608"/>
                    <a:pt x="207143" y="268859"/>
                  </a:cubicBezTo>
                  <a:cubicBezTo>
                    <a:pt x="193811" y="265692"/>
                    <a:pt x="188645" y="252444"/>
                    <a:pt x="183145" y="241611"/>
                  </a:cubicBezTo>
                  <a:cubicBezTo>
                    <a:pt x="179313" y="234112"/>
                    <a:pt x="173813" y="222946"/>
                    <a:pt x="163647" y="224279"/>
                  </a:cubicBezTo>
                  <a:cubicBezTo>
                    <a:pt x="151065" y="225946"/>
                    <a:pt x="145482" y="243028"/>
                    <a:pt x="135650" y="249361"/>
                  </a:cubicBezTo>
                  <a:cubicBezTo>
                    <a:pt x="112485" y="264526"/>
                    <a:pt x="98153" y="242944"/>
                    <a:pt x="92237" y="223280"/>
                  </a:cubicBezTo>
                  <a:cubicBezTo>
                    <a:pt x="88987" y="212530"/>
                    <a:pt x="83654" y="205281"/>
                    <a:pt x="71489" y="206698"/>
                  </a:cubicBezTo>
                  <a:cubicBezTo>
                    <a:pt x="59907" y="208114"/>
                    <a:pt x="51407" y="213780"/>
                    <a:pt x="39158" y="210781"/>
                  </a:cubicBezTo>
                  <a:cubicBezTo>
                    <a:pt x="25160" y="207447"/>
                    <a:pt x="18994" y="197782"/>
                    <a:pt x="16661" y="184283"/>
                  </a:cubicBezTo>
                  <a:cubicBezTo>
                    <a:pt x="12494" y="159702"/>
                    <a:pt x="15827" y="135454"/>
                    <a:pt x="29659" y="114456"/>
                  </a:cubicBezTo>
                  <a:lnTo>
                    <a:pt x="29659" y="114456"/>
                  </a:lnTo>
                  <a:close/>
                  <a:moveTo>
                    <a:pt x="348047" y="267775"/>
                  </a:moveTo>
                  <a:cubicBezTo>
                    <a:pt x="311884" y="292690"/>
                    <a:pt x="269638" y="308272"/>
                    <a:pt x="225392" y="309605"/>
                  </a:cubicBezTo>
                  <a:cubicBezTo>
                    <a:pt x="182062" y="310939"/>
                    <a:pt x="138566" y="310022"/>
                    <a:pt x="96903" y="296606"/>
                  </a:cubicBezTo>
                  <a:cubicBezTo>
                    <a:pt x="74655" y="289440"/>
                    <a:pt x="56740" y="277525"/>
                    <a:pt x="40158" y="261109"/>
                  </a:cubicBezTo>
                  <a:cubicBezTo>
                    <a:pt x="28076" y="249110"/>
                    <a:pt x="21160" y="233195"/>
                    <a:pt x="17410" y="216530"/>
                  </a:cubicBezTo>
                  <a:cubicBezTo>
                    <a:pt x="30326" y="227029"/>
                    <a:pt x="48074" y="228113"/>
                    <a:pt x="63823" y="222696"/>
                  </a:cubicBezTo>
                  <a:cubicBezTo>
                    <a:pt x="69739" y="220613"/>
                    <a:pt x="76155" y="218113"/>
                    <a:pt x="80155" y="223863"/>
                  </a:cubicBezTo>
                  <a:cubicBezTo>
                    <a:pt x="82238" y="226946"/>
                    <a:pt x="82321" y="231862"/>
                    <a:pt x="83738" y="235362"/>
                  </a:cubicBezTo>
                  <a:cubicBezTo>
                    <a:pt x="86737" y="243028"/>
                    <a:pt x="91487" y="251194"/>
                    <a:pt x="97486" y="256860"/>
                  </a:cubicBezTo>
                  <a:cubicBezTo>
                    <a:pt x="108819" y="267526"/>
                    <a:pt x="125984" y="266442"/>
                    <a:pt x="138483" y="258610"/>
                  </a:cubicBezTo>
                  <a:cubicBezTo>
                    <a:pt x="144482" y="254860"/>
                    <a:pt x="148649" y="249527"/>
                    <a:pt x="152815" y="243861"/>
                  </a:cubicBezTo>
                  <a:cubicBezTo>
                    <a:pt x="157564" y="237445"/>
                    <a:pt x="163981" y="230445"/>
                    <a:pt x="171730" y="237362"/>
                  </a:cubicBezTo>
                  <a:cubicBezTo>
                    <a:pt x="175230" y="240445"/>
                    <a:pt x="176396" y="249110"/>
                    <a:pt x="178229" y="253444"/>
                  </a:cubicBezTo>
                  <a:cubicBezTo>
                    <a:pt x="184312" y="267859"/>
                    <a:pt x="194728" y="281024"/>
                    <a:pt x="211476" y="282357"/>
                  </a:cubicBezTo>
                  <a:cubicBezTo>
                    <a:pt x="229974" y="283858"/>
                    <a:pt x="247223" y="267692"/>
                    <a:pt x="257639" y="254027"/>
                  </a:cubicBezTo>
                  <a:cubicBezTo>
                    <a:pt x="260639" y="250027"/>
                    <a:pt x="263055" y="243944"/>
                    <a:pt x="267138" y="241028"/>
                  </a:cubicBezTo>
                  <a:cubicBezTo>
                    <a:pt x="271887" y="237611"/>
                    <a:pt x="273721" y="239695"/>
                    <a:pt x="278804" y="241445"/>
                  </a:cubicBezTo>
                  <a:cubicBezTo>
                    <a:pt x="288136" y="244694"/>
                    <a:pt x="298635" y="247694"/>
                    <a:pt x="308468" y="245111"/>
                  </a:cubicBezTo>
                  <a:cubicBezTo>
                    <a:pt x="327049" y="240278"/>
                    <a:pt x="333965" y="223280"/>
                    <a:pt x="340881" y="207198"/>
                  </a:cubicBezTo>
                  <a:cubicBezTo>
                    <a:pt x="344048" y="199948"/>
                    <a:pt x="347131" y="190033"/>
                    <a:pt x="355713" y="187366"/>
                  </a:cubicBezTo>
                  <a:cubicBezTo>
                    <a:pt x="359463" y="186200"/>
                    <a:pt x="364379" y="187199"/>
                    <a:pt x="368295" y="186366"/>
                  </a:cubicBezTo>
                  <a:cubicBezTo>
                    <a:pt x="376628" y="184616"/>
                    <a:pt x="383877" y="180200"/>
                    <a:pt x="389627" y="173867"/>
                  </a:cubicBezTo>
                  <a:cubicBezTo>
                    <a:pt x="391293" y="172034"/>
                    <a:pt x="392710" y="170118"/>
                    <a:pt x="394043" y="168118"/>
                  </a:cubicBezTo>
                  <a:cubicBezTo>
                    <a:pt x="396626" y="183533"/>
                    <a:pt x="393627" y="199948"/>
                    <a:pt x="389627" y="214780"/>
                  </a:cubicBezTo>
                  <a:cubicBezTo>
                    <a:pt x="383877" y="237695"/>
                    <a:pt x="367296" y="254527"/>
                    <a:pt x="348047" y="267775"/>
                  </a:cubicBezTo>
                  <a:lnTo>
                    <a:pt x="348047" y="267775"/>
                  </a:lnTo>
                  <a:close/>
                </a:path>
              </a:pathLst>
            </a:custGeom>
            <a:grpFill/>
            <a:ln w="8332" cap="flat">
              <a:noFill/>
              <a:prstDash val="solid"/>
              <a:miter/>
            </a:ln>
          </p:spPr>
          <p:txBody>
            <a:bodyPr rtlCol="0" anchor="ctr"/>
            <a:lstStyle/>
            <a:p>
              <a:endParaRPr lang="en-US"/>
            </a:p>
          </p:txBody>
        </p:sp>
        <p:sp>
          <p:nvSpPr>
            <p:cNvPr id="2402" name="Freeform: Shape 2401"/>
            <p:cNvSpPr/>
            <p:nvPr/>
          </p:nvSpPr>
          <p:spPr>
            <a:xfrm>
              <a:off x="1729936" y="5933219"/>
              <a:ext cx="166786" cy="99988"/>
            </a:xfrm>
            <a:custGeom>
              <a:avLst/>
              <a:gdLst>
                <a:gd name="connsiteX0" fmla="*/ 166747 w 166786"/>
                <a:gd name="connsiteY0" fmla="*/ 38169 h 99988"/>
                <a:gd name="connsiteX1" fmla="*/ 144583 w 166786"/>
                <a:gd name="connsiteY1" fmla="*/ 16255 h 99988"/>
                <a:gd name="connsiteX2" fmla="*/ 142833 w 166786"/>
                <a:gd name="connsiteY2" fmla="*/ 22671 h 99988"/>
                <a:gd name="connsiteX3" fmla="*/ 154999 w 166786"/>
                <a:gd name="connsiteY3" fmla="*/ 50585 h 99988"/>
                <a:gd name="connsiteX4" fmla="*/ 151832 w 166786"/>
                <a:gd name="connsiteY4" fmla="*/ 49501 h 99988"/>
                <a:gd name="connsiteX5" fmla="*/ 112002 w 166786"/>
                <a:gd name="connsiteY5" fmla="*/ 33086 h 99988"/>
                <a:gd name="connsiteX6" fmla="*/ 94587 w 166786"/>
                <a:gd name="connsiteY6" fmla="*/ 39669 h 99988"/>
                <a:gd name="connsiteX7" fmla="*/ 66173 w 166786"/>
                <a:gd name="connsiteY7" fmla="*/ 46585 h 99988"/>
                <a:gd name="connsiteX8" fmla="*/ 13345 w 166786"/>
                <a:gd name="connsiteY8" fmla="*/ 69167 h 99988"/>
                <a:gd name="connsiteX9" fmla="*/ 15094 w 166786"/>
                <a:gd name="connsiteY9" fmla="*/ 54751 h 99988"/>
                <a:gd name="connsiteX10" fmla="*/ 41675 w 166786"/>
                <a:gd name="connsiteY10" fmla="*/ 30253 h 99988"/>
                <a:gd name="connsiteX11" fmla="*/ 118835 w 166786"/>
                <a:gd name="connsiteY11" fmla="*/ 3506 h 99988"/>
                <a:gd name="connsiteX12" fmla="*/ 118835 w 166786"/>
                <a:gd name="connsiteY12" fmla="*/ 6 h 99988"/>
                <a:gd name="connsiteX13" fmla="*/ 12678 w 166786"/>
                <a:gd name="connsiteY13" fmla="*/ 39419 h 99988"/>
                <a:gd name="connsiteX14" fmla="*/ 36342 w 166786"/>
                <a:gd name="connsiteY14" fmla="*/ 98414 h 99988"/>
                <a:gd name="connsiteX15" fmla="*/ 146333 w 166786"/>
                <a:gd name="connsiteY15" fmla="*/ 72166 h 99988"/>
                <a:gd name="connsiteX16" fmla="*/ 166747 w 166786"/>
                <a:gd name="connsiteY16" fmla="*/ 38169 h 99988"/>
                <a:gd name="connsiteX17" fmla="*/ 166747 w 166786"/>
                <a:gd name="connsiteY17" fmla="*/ 38169 h 99988"/>
                <a:gd name="connsiteX18" fmla="*/ 141416 w 166786"/>
                <a:gd name="connsiteY18" fmla="*/ 64167 h 99988"/>
                <a:gd name="connsiteX19" fmla="*/ 105336 w 166786"/>
                <a:gd name="connsiteY19" fmla="*/ 80832 h 99988"/>
                <a:gd name="connsiteX20" fmla="*/ 35176 w 166786"/>
                <a:gd name="connsiteY20" fmla="*/ 85665 h 99988"/>
                <a:gd name="connsiteX21" fmla="*/ 17094 w 166786"/>
                <a:gd name="connsiteY21" fmla="*/ 75833 h 99988"/>
                <a:gd name="connsiteX22" fmla="*/ 44925 w 166786"/>
                <a:gd name="connsiteY22" fmla="*/ 55667 h 99988"/>
                <a:gd name="connsiteX23" fmla="*/ 84255 w 166786"/>
                <a:gd name="connsiteY23" fmla="*/ 57584 h 99988"/>
                <a:gd name="connsiteX24" fmla="*/ 94754 w 166786"/>
                <a:gd name="connsiteY24" fmla="*/ 52502 h 99988"/>
                <a:gd name="connsiteX25" fmla="*/ 127501 w 166786"/>
                <a:gd name="connsiteY25" fmla="*/ 49168 h 99988"/>
                <a:gd name="connsiteX26" fmla="*/ 146749 w 166786"/>
                <a:gd name="connsiteY26" fmla="*/ 60084 h 99988"/>
                <a:gd name="connsiteX27" fmla="*/ 141416 w 166786"/>
                <a:gd name="connsiteY27" fmla="*/ 64167 h 99988"/>
                <a:gd name="connsiteX28" fmla="*/ 141416 w 166786"/>
                <a:gd name="connsiteY28" fmla="*/ 64167 h 99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66786" h="99988">
                  <a:moveTo>
                    <a:pt x="166747" y="38169"/>
                  </a:moveTo>
                  <a:cubicBezTo>
                    <a:pt x="165997" y="24087"/>
                    <a:pt x="156998" y="19588"/>
                    <a:pt x="144583" y="16255"/>
                  </a:cubicBezTo>
                  <a:cubicBezTo>
                    <a:pt x="140417" y="15171"/>
                    <a:pt x="138667" y="21587"/>
                    <a:pt x="142833" y="22671"/>
                  </a:cubicBezTo>
                  <a:cubicBezTo>
                    <a:pt x="161581" y="27754"/>
                    <a:pt x="161748" y="39919"/>
                    <a:pt x="154999" y="50585"/>
                  </a:cubicBezTo>
                  <a:cubicBezTo>
                    <a:pt x="154165" y="50001"/>
                    <a:pt x="153165" y="49585"/>
                    <a:pt x="151832" y="49501"/>
                  </a:cubicBezTo>
                  <a:cubicBezTo>
                    <a:pt x="136333" y="49002"/>
                    <a:pt x="127668" y="31920"/>
                    <a:pt x="112002" y="33086"/>
                  </a:cubicBezTo>
                  <a:cubicBezTo>
                    <a:pt x="105920" y="33503"/>
                    <a:pt x="99754" y="36753"/>
                    <a:pt x="94587" y="39669"/>
                  </a:cubicBezTo>
                  <a:cubicBezTo>
                    <a:pt x="84255" y="45502"/>
                    <a:pt x="79089" y="48585"/>
                    <a:pt x="66173" y="46585"/>
                  </a:cubicBezTo>
                  <a:cubicBezTo>
                    <a:pt x="45175" y="43335"/>
                    <a:pt x="23927" y="50835"/>
                    <a:pt x="13345" y="69167"/>
                  </a:cubicBezTo>
                  <a:cubicBezTo>
                    <a:pt x="11928" y="64917"/>
                    <a:pt x="12178" y="60084"/>
                    <a:pt x="15094" y="54751"/>
                  </a:cubicBezTo>
                  <a:cubicBezTo>
                    <a:pt x="20511" y="44919"/>
                    <a:pt x="32593" y="36503"/>
                    <a:pt x="41675" y="30253"/>
                  </a:cubicBezTo>
                  <a:cubicBezTo>
                    <a:pt x="64840" y="14505"/>
                    <a:pt x="91254" y="7005"/>
                    <a:pt x="118835" y="3506"/>
                  </a:cubicBezTo>
                  <a:cubicBezTo>
                    <a:pt x="121002" y="3256"/>
                    <a:pt x="121168" y="-160"/>
                    <a:pt x="118835" y="6"/>
                  </a:cubicBezTo>
                  <a:cubicBezTo>
                    <a:pt x="79422" y="2089"/>
                    <a:pt x="42509" y="12255"/>
                    <a:pt x="12678" y="39419"/>
                  </a:cubicBezTo>
                  <a:cubicBezTo>
                    <a:pt x="-13736" y="63417"/>
                    <a:pt x="4512" y="94164"/>
                    <a:pt x="36342" y="98414"/>
                  </a:cubicBezTo>
                  <a:cubicBezTo>
                    <a:pt x="75172" y="103747"/>
                    <a:pt x="114586" y="95664"/>
                    <a:pt x="146333" y="72166"/>
                  </a:cubicBezTo>
                  <a:cubicBezTo>
                    <a:pt x="157415" y="64083"/>
                    <a:pt x="167497" y="53001"/>
                    <a:pt x="166747" y="38169"/>
                  </a:cubicBezTo>
                  <a:lnTo>
                    <a:pt x="166747" y="38169"/>
                  </a:lnTo>
                  <a:close/>
                  <a:moveTo>
                    <a:pt x="141416" y="64167"/>
                  </a:moveTo>
                  <a:cubicBezTo>
                    <a:pt x="130251" y="71500"/>
                    <a:pt x="117919" y="76916"/>
                    <a:pt x="105336" y="80832"/>
                  </a:cubicBezTo>
                  <a:cubicBezTo>
                    <a:pt x="83588" y="87665"/>
                    <a:pt x="57757" y="90581"/>
                    <a:pt x="35176" y="85665"/>
                  </a:cubicBezTo>
                  <a:cubicBezTo>
                    <a:pt x="28427" y="84165"/>
                    <a:pt x="21510" y="80749"/>
                    <a:pt x="17094" y="75833"/>
                  </a:cubicBezTo>
                  <a:cubicBezTo>
                    <a:pt x="24427" y="67166"/>
                    <a:pt x="33926" y="58584"/>
                    <a:pt x="44925" y="55667"/>
                  </a:cubicBezTo>
                  <a:cubicBezTo>
                    <a:pt x="58257" y="52085"/>
                    <a:pt x="71006" y="60751"/>
                    <a:pt x="84255" y="57584"/>
                  </a:cubicBezTo>
                  <a:cubicBezTo>
                    <a:pt x="88421" y="56584"/>
                    <a:pt x="91171" y="54751"/>
                    <a:pt x="94754" y="52502"/>
                  </a:cubicBezTo>
                  <a:cubicBezTo>
                    <a:pt x="106336" y="45335"/>
                    <a:pt x="113836" y="41336"/>
                    <a:pt x="127501" y="49168"/>
                  </a:cubicBezTo>
                  <a:cubicBezTo>
                    <a:pt x="135834" y="53918"/>
                    <a:pt x="138583" y="59501"/>
                    <a:pt x="146749" y="60084"/>
                  </a:cubicBezTo>
                  <a:cubicBezTo>
                    <a:pt x="144999" y="61584"/>
                    <a:pt x="143250" y="62917"/>
                    <a:pt x="141416" y="64167"/>
                  </a:cubicBezTo>
                  <a:lnTo>
                    <a:pt x="141416" y="64167"/>
                  </a:lnTo>
                  <a:close/>
                </a:path>
              </a:pathLst>
            </a:custGeom>
            <a:grpFill/>
            <a:ln w="8332" cap="flat">
              <a:noFill/>
              <a:prstDash val="solid"/>
              <a:miter/>
            </a:ln>
          </p:spPr>
          <p:txBody>
            <a:bodyPr rtlCol="0" anchor="ctr"/>
            <a:lstStyle/>
            <a:p>
              <a:endParaRPr lang="en-US"/>
            </a:p>
          </p:txBody>
        </p:sp>
        <p:sp>
          <p:nvSpPr>
            <p:cNvPr id="2403" name="Freeform: Shape 2402"/>
            <p:cNvSpPr/>
            <p:nvPr/>
          </p:nvSpPr>
          <p:spPr>
            <a:xfrm>
              <a:off x="4602813" y="5780784"/>
              <a:ext cx="404678" cy="344432"/>
            </a:xfrm>
            <a:custGeom>
              <a:avLst/>
              <a:gdLst>
                <a:gd name="connsiteX0" fmla="*/ 376926 w 404678"/>
                <a:gd name="connsiteY0" fmla="*/ 260265 h 344432"/>
                <a:gd name="connsiteX1" fmla="*/ 391591 w 404678"/>
                <a:gd name="connsiteY1" fmla="*/ 239683 h 344432"/>
                <a:gd name="connsiteX2" fmla="*/ 381259 w 404678"/>
                <a:gd name="connsiteY2" fmla="*/ 96113 h 344432"/>
                <a:gd name="connsiteX3" fmla="*/ 326764 w 404678"/>
                <a:gd name="connsiteY3" fmla="*/ 50617 h 344432"/>
                <a:gd name="connsiteX4" fmla="*/ 229023 w 404678"/>
                <a:gd name="connsiteY4" fmla="*/ 10037 h 344432"/>
                <a:gd name="connsiteX5" fmla="*/ 92035 w 404678"/>
                <a:gd name="connsiteY5" fmla="*/ 10287 h 344432"/>
                <a:gd name="connsiteX6" fmla="*/ 40790 w 404678"/>
                <a:gd name="connsiteY6" fmla="*/ 42118 h 344432"/>
                <a:gd name="connsiteX7" fmla="*/ 15709 w 404678"/>
                <a:gd name="connsiteY7" fmla="*/ 97363 h 344432"/>
                <a:gd name="connsiteX8" fmla="*/ 293 w 404678"/>
                <a:gd name="connsiteY8" fmla="*/ 150775 h 344432"/>
                <a:gd name="connsiteX9" fmla="*/ 21958 w 404678"/>
                <a:gd name="connsiteY9" fmla="*/ 212936 h 344432"/>
                <a:gd name="connsiteX10" fmla="*/ 144447 w 404678"/>
                <a:gd name="connsiteY10" fmla="*/ 315760 h 344432"/>
                <a:gd name="connsiteX11" fmla="*/ 287267 w 404678"/>
                <a:gd name="connsiteY11" fmla="*/ 342341 h 344432"/>
                <a:gd name="connsiteX12" fmla="*/ 376926 w 404678"/>
                <a:gd name="connsiteY12" fmla="*/ 260265 h 344432"/>
                <a:gd name="connsiteX13" fmla="*/ 376926 w 404678"/>
                <a:gd name="connsiteY13" fmla="*/ 260265 h 344432"/>
                <a:gd name="connsiteX14" fmla="*/ 82953 w 404678"/>
                <a:gd name="connsiteY14" fmla="*/ 29286 h 344432"/>
                <a:gd name="connsiteX15" fmla="*/ 220190 w 404678"/>
                <a:gd name="connsiteY15" fmla="*/ 20703 h 344432"/>
                <a:gd name="connsiteX16" fmla="*/ 242272 w 404678"/>
                <a:gd name="connsiteY16" fmla="*/ 26452 h 344432"/>
                <a:gd name="connsiteX17" fmla="*/ 299850 w 404678"/>
                <a:gd name="connsiteY17" fmla="*/ 51200 h 344432"/>
                <a:gd name="connsiteX18" fmla="*/ 357594 w 404678"/>
                <a:gd name="connsiteY18" fmla="*/ 86447 h 344432"/>
                <a:gd name="connsiteX19" fmla="*/ 391924 w 404678"/>
                <a:gd name="connsiteY19" fmla="*/ 210519 h 344432"/>
                <a:gd name="connsiteX20" fmla="*/ 371343 w 404678"/>
                <a:gd name="connsiteY20" fmla="*/ 248599 h 344432"/>
                <a:gd name="connsiteX21" fmla="*/ 365427 w 404678"/>
                <a:gd name="connsiteY21" fmla="*/ 254015 h 344432"/>
                <a:gd name="connsiteX22" fmla="*/ 356011 w 404678"/>
                <a:gd name="connsiteY22" fmla="*/ 260098 h 344432"/>
                <a:gd name="connsiteX23" fmla="*/ 324347 w 404678"/>
                <a:gd name="connsiteY23" fmla="*/ 257515 h 344432"/>
                <a:gd name="connsiteX24" fmla="*/ 310849 w 404678"/>
                <a:gd name="connsiteY24" fmla="*/ 253432 h 344432"/>
                <a:gd name="connsiteX25" fmla="*/ 268186 w 404678"/>
                <a:gd name="connsiteY25" fmla="*/ 274930 h 344432"/>
                <a:gd name="connsiteX26" fmla="*/ 234439 w 404678"/>
                <a:gd name="connsiteY26" fmla="*/ 261598 h 344432"/>
                <a:gd name="connsiteX27" fmla="*/ 221524 w 404678"/>
                <a:gd name="connsiteY27" fmla="*/ 249599 h 344432"/>
                <a:gd name="connsiteX28" fmla="*/ 180944 w 404678"/>
                <a:gd name="connsiteY28" fmla="*/ 259765 h 344432"/>
                <a:gd name="connsiteX29" fmla="*/ 148863 w 404678"/>
                <a:gd name="connsiteY29" fmla="*/ 255015 h 344432"/>
                <a:gd name="connsiteX30" fmla="*/ 143364 w 404678"/>
                <a:gd name="connsiteY30" fmla="*/ 219185 h 344432"/>
                <a:gd name="connsiteX31" fmla="*/ 136364 w 404678"/>
                <a:gd name="connsiteY31" fmla="*/ 194104 h 344432"/>
                <a:gd name="connsiteX32" fmla="*/ 99284 w 404678"/>
                <a:gd name="connsiteY32" fmla="*/ 200104 h 344432"/>
                <a:gd name="connsiteX33" fmla="*/ 76870 w 404678"/>
                <a:gd name="connsiteY33" fmla="*/ 154691 h 344432"/>
                <a:gd name="connsiteX34" fmla="*/ 68371 w 404678"/>
                <a:gd name="connsiteY34" fmla="*/ 129610 h 344432"/>
                <a:gd name="connsiteX35" fmla="*/ 38956 w 404678"/>
                <a:gd name="connsiteY35" fmla="*/ 115611 h 344432"/>
                <a:gd name="connsiteX36" fmla="*/ 34374 w 404678"/>
                <a:gd name="connsiteY36" fmla="*/ 81197 h 344432"/>
                <a:gd name="connsiteX37" fmla="*/ 82953 w 404678"/>
                <a:gd name="connsiteY37" fmla="*/ 29286 h 344432"/>
                <a:gd name="connsiteX38" fmla="*/ 82953 w 404678"/>
                <a:gd name="connsiteY38" fmla="*/ 29286 h 344432"/>
                <a:gd name="connsiteX39" fmla="*/ 267936 w 404678"/>
                <a:gd name="connsiteY39" fmla="*/ 330175 h 344432"/>
                <a:gd name="connsiteX40" fmla="*/ 142114 w 404678"/>
                <a:gd name="connsiteY40" fmla="*/ 299095 h 344432"/>
                <a:gd name="connsiteX41" fmla="*/ 41040 w 404678"/>
                <a:gd name="connsiteY41" fmla="*/ 218852 h 344432"/>
                <a:gd name="connsiteX42" fmla="*/ 12459 w 404678"/>
                <a:gd name="connsiteY42" fmla="*/ 158441 h 344432"/>
                <a:gd name="connsiteX43" fmla="*/ 17458 w 404678"/>
                <a:gd name="connsiteY43" fmla="*/ 108695 h 344432"/>
                <a:gd name="connsiteX44" fmla="*/ 53205 w 404678"/>
                <a:gd name="connsiteY44" fmla="*/ 138942 h 344432"/>
                <a:gd name="connsiteX45" fmla="*/ 66288 w 404678"/>
                <a:gd name="connsiteY45" fmla="*/ 148692 h 344432"/>
                <a:gd name="connsiteX46" fmla="*/ 63038 w 404678"/>
                <a:gd name="connsiteY46" fmla="*/ 160274 h 344432"/>
                <a:gd name="connsiteX47" fmla="*/ 62954 w 404678"/>
                <a:gd name="connsiteY47" fmla="*/ 185855 h 344432"/>
                <a:gd name="connsiteX48" fmla="*/ 96535 w 404678"/>
                <a:gd name="connsiteY48" fmla="*/ 209436 h 344432"/>
                <a:gd name="connsiteX49" fmla="*/ 116533 w 404678"/>
                <a:gd name="connsiteY49" fmla="*/ 204770 h 344432"/>
                <a:gd name="connsiteX50" fmla="*/ 136031 w 404678"/>
                <a:gd name="connsiteY50" fmla="*/ 209519 h 344432"/>
                <a:gd name="connsiteX51" fmla="*/ 132781 w 404678"/>
                <a:gd name="connsiteY51" fmla="*/ 226601 h 344432"/>
                <a:gd name="connsiteX52" fmla="*/ 145197 w 404678"/>
                <a:gd name="connsiteY52" fmla="*/ 268847 h 344432"/>
                <a:gd name="connsiteX53" fmla="*/ 199359 w 404678"/>
                <a:gd name="connsiteY53" fmla="*/ 269931 h 344432"/>
                <a:gd name="connsiteX54" fmla="*/ 214357 w 404678"/>
                <a:gd name="connsiteY54" fmla="*/ 264098 h 344432"/>
                <a:gd name="connsiteX55" fmla="*/ 224023 w 404678"/>
                <a:gd name="connsiteY55" fmla="*/ 270764 h 344432"/>
                <a:gd name="connsiteX56" fmla="*/ 247021 w 404678"/>
                <a:gd name="connsiteY56" fmla="*/ 289846 h 344432"/>
                <a:gd name="connsiteX57" fmla="*/ 294850 w 404678"/>
                <a:gd name="connsiteY57" fmla="*/ 275513 h 344432"/>
                <a:gd name="connsiteX58" fmla="*/ 318098 w 404678"/>
                <a:gd name="connsiteY58" fmla="*/ 266848 h 344432"/>
                <a:gd name="connsiteX59" fmla="*/ 329264 w 404678"/>
                <a:gd name="connsiteY59" fmla="*/ 272847 h 344432"/>
                <a:gd name="connsiteX60" fmla="*/ 353928 w 404678"/>
                <a:gd name="connsiteY60" fmla="*/ 273847 h 344432"/>
                <a:gd name="connsiteX61" fmla="*/ 360677 w 404678"/>
                <a:gd name="connsiteY61" fmla="*/ 271430 h 344432"/>
                <a:gd name="connsiteX62" fmla="*/ 331763 w 404678"/>
                <a:gd name="connsiteY62" fmla="*/ 308344 h 344432"/>
                <a:gd name="connsiteX63" fmla="*/ 267936 w 404678"/>
                <a:gd name="connsiteY63" fmla="*/ 330175 h 344432"/>
                <a:gd name="connsiteX64" fmla="*/ 267936 w 404678"/>
                <a:gd name="connsiteY64" fmla="*/ 330175 h 344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404678" h="344432">
                  <a:moveTo>
                    <a:pt x="376926" y="260265"/>
                  </a:moveTo>
                  <a:cubicBezTo>
                    <a:pt x="383009" y="254349"/>
                    <a:pt x="387925" y="247099"/>
                    <a:pt x="391591" y="239683"/>
                  </a:cubicBezTo>
                  <a:cubicBezTo>
                    <a:pt x="412506" y="197270"/>
                    <a:pt x="407840" y="135110"/>
                    <a:pt x="381259" y="96113"/>
                  </a:cubicBezTo>
                  <a:cubicBezTo>
                    <a:pt x="367927" y="76531"/>
                    <a:pt x="348512" y="62033"/>
                    <a:pt x="326764" y="50617"/>
                  </a:cubicBezTo>
                  <a:cubicBezTo>
                    <a:pt x="296600" y="32202"/>
                    <a:pt x="262187" y="19286"/>
                    <a:pt x="229023" y="10037"/>
                  </a:cubicBezTo>
                  <a:cubicBezTo>
                    <a:pt x="184360" y="-2545"/>
                    <a:pt x="136615" y="-4211"/>
                    <a:pt x="92035" y="10287"/>
                  </a:cubicBezTo>
                  <a:cubicBezTo>
                    <a:pt x="72620" y="16620"/>
                    <a:pt x="53622" y="25786"/>
                    <a:pt x="40790" y="42118"/>
                  </a:cubicBezTo>
                  <a:cubicBezTo>
                    <a:pt x="29457" y="56533"/>
                    <a:pt x="15125" y="77698"/>
                    <a:pt x="15709" y="97363"/>
                  </a:cubicBezTo>
                  <a:cubicBezTo>
                    <a:pt x="6126" y="113361"/>
                    <a:pt x="-1623" y="132776"/>
                    <a:pt x="293" y="150775"/>
                  </a:cubicBezTo>
                  <a:cubicBezTo>
                    <a:pt x="2626" y="172189"/>
                    <a:pt x="10126" y="194937"/>
                    <a:pt x="21958" y="212936"/>
                  </a:cubicBezTo>
                  <a:cubicBezTo>
                    <a:pt x="50789" y="256765"/>
                    <a:pt x="98618" y="291428"/>
                    <a:pt x="144447" y="315760"/>
                  </a:cubicBezTo>
                  <a:cubicBezTo>
                    <a:pt x="187443" y="338674"/>
                    <a:pt x="238772" y="349257"/>
                    <a:pt x="287267" y="342341"/>
                  </a:cubicBezTo>
                  <a:cubicBezTo>
                    <a:pt x="327847" y="336508"/>
                    <a:pt x="371260" y="303094"/>
                    <a:pt x="376926" y="260265"/>
                  </a:cubicBezTo>
                  <a:lnTo>
                    <a:pt x="376926" y="260265"/>
                  </a:lnTo>
                  <a:close/>
                  <a:moveTo>
                    <a:pt x="82953" y="29286"/>
                  </a:moveTo>
                  <a:cubicBezTo>
                    <a:pt x="125449" y="10454"/>
                    <a:pt x="175528" y="9954"/>
                    <a:pt x="220190" y="20703"/>
                  </a:cubicBezTo>
                  <a:cubicBezTo>
                    <a:pt x="227439" y="22453"/>
                    <a:pt x="234855" y="24369"/>
                    <a:pt x="242272" y="26452"/>
                  </a:cubicBezTo>
                  <a:cubicBezTo>
                    <a:pt x="261770" y="33952"/>
                    <a:pt x="281185" y="41868"/>
                    <a:pt x="299850" y="51200"/>
                  </a:cubicBezTo>
                  <a:cubicBezTo>
                    <a:pt x="319265" y="60949"/>
                    <a:pt x="341846" y="71198"/>
                    <a:pt x="357594" y="86447"/>
                  </a:cubicBezTo>
                  <a:cubicBezTo>
                    <a:pt x="388258" y="116028"/>
                    <a:pt x="402674" y="169440"/>
                    <a:pt x="391924" y="210519"/>
                  </a:cubicBezTo>
                  <a:cubicBezTo>
                    <a:pt x="388425" y="223935"/>
                    <a:pt x="381426" y="238017"/>
                    <a:pt x="371343" y="248599"/>
                  </a:cubicBezTo>
                  <a:cubicBezTo>
                    <a:pt x="368593" y="248683"/>
                    <a:pt x="365761" y="250432"/>
                    <a:pt x="365427" y="254015"/>
                  </a:cubicBezTo>
                  <a:cubicBezTo>
                    <a:pt x="362511" y="256349"/>
                    <a:pt x="359344" y="258432"/>
                    <a:pt x="356011" y="260098"/>
                  </a:cubicBezTo>
                  <a:cubicBezTo>
                    <a:pt x="344595" y="265848"/>
                    <a:pt x="335013" y="263265"/>
                    <a:pt x="324347" y="257515"/>
                  </a:cubicBezTo>
                  <a:cubicBezTo>
                    <a:pt x="319431" y="254849"/>
                    <a:pt x="316848" y="252599"/>
                    <a:pt x="310849" y="253432"/>
                  </a:cubicBezTo>
                  <a:cubicBezTo>
                    <a:pt x="295267" y="255598"/>
                    <a:pt x="282601" y="269097"/>
                    <a:pt x="268186" y="274930"/>
                  </a:cubicBezTo>
                  <a:cubicBezTo>
                    <a:pt x="253687" y="280846"/>
                    <a:pt x="243188" y="272680"/>
                    <a:pt x="234439" y="261598"/>
                  </a:cubicBezTo>
                  <a:cubicBezTo>
                    <a:pt x="230606" y="256682"/>
                    <a:pt x="228023" y="251266"/>
                    <a:pt x="221524" y="249599"/>
                  </a:cubicBezTo>
                  <a:cubicBezTo>
                    <a:pt x="208858" y="246433"/>
                    <a:pt x="192859" y="257348"/>
                    <a:pt x="180944" y="259765"/>
                  </a:cubicBezTo>
                  <a:cubicBezTo>
                    <a:pt x="170445" y="261931"/>
                    <a:pt x="157112" y="263514"/>
                    <a:pt x="148863" y="255015"/>
                  </a:cubicBezTo>
                  <a:cubicBezTo>
                    <a:pt x="139364" y="245183"/>
                    <a:pt x="142197" y="231267"/>
                    <a:pt x="143364" y="219185"/>
                  </a:cubicBezTo>
                  <a:cubicBezTo>
                    <a:pt x="144197" y="210852"/>
                    <a:pt x="145613" y="198437"/>
                    <a:pt x="136364" y="194104"/>
                  </a:cubicBezTo>
                  <a:cubicBezTo>
                    <a:pt x="124949" y="188688"/>
                    <a:pt x="110950" y="200020"/>
                    <a:pt x="99284" y="200104"/>
                  </a:cubicBezTo>
                  <a:cubicBezTo>
                    <a:pt x="71620" y="200353"/>
                    <a:pt x="71203" y="174439"/>
                    <a:pt x="76870" y="154691"/>
                  </a:cubicBezTo>
                  <a:cubicBezTo>
                    <a:pt x="79953" y="143859"/>
                    <a:pt x="79370" y="134859"/>
                    <a:pt x="68371" y="129610"/>
                  </a:cubicBezTo>
                  <a:cubicBezTo>
                    <a:pt x="57872" y="124527"/>
                    <a:pt x="47706" y="124694"/>
                    <a:pt x="38956" y="115611"/>
                  </a:cubicBezTo>
                  <a:cubicBezTo>
                    <a:pt x="29041" y="105195"/>
                    <a:pt x="29041" y="93780"/>
                    <a:pt x="34374" y="81197"/>
                  </a:cubicBezTo>
                  <a:cubicBezTo>
                    <a:pt x="44039" y="58199"/>
                    <a:pt x="59955" y="39451"/>
                    <a:pt x="82953" y="29286"/>
                  </a:cubicBezTo>
                  <a:lnTo>
                    <a:pt x="82953" y="29286"/>
                  </a:lnTo>
                  <a:close/>
                  <a:moveTo>
                    <a:pt x="267936" y="330175"/>
                  </a:moveTo>
                  <a:cubicBezTo>
                    <a:pt x="224023" y="331509"/>
                    <a:pt x="180027" y="321843"/>
                    <a:pt x="142114" y="299095"/>
                  </a:cubicBezTo>
                  <a:cubicBezTo>
                    <a:pt x="104950" y="276763"/>
                    <a:pt x="68871" y="252515"/>
                    <a:pt x="41040" y="218852"/>
                  </a:cubicBezTo>
                  <a:cubicBezTo>
                    <a:pt x="26208" y="200770"/>
                    <a:pt x="17542" y="181105"/>
                    <a:pt x="12459" y="158441"/>
                  </a:cubicBezTo>
                  <a:cubicBezTo>
                    <a:pt x="8792" y="141776"/>
                    <a:pt x="11626" y="124694"/>
                    <a:pt x="17458" y="108695"/>
                  </a:cubicBezTo>
                  <a:cubicBezTo>
                    <a:pt x="22625" y="124527"/>
                    <a:pt x="36957" y="135026"/>
                    <a:pt x="53205" y="138942"/>
                  </a:cubicBezTo>
                  <a:cubicBezTo>
                    <a:pt x="59288" y="140442"/>
                    <a:pt x="66037" y="141692"/>
                    <a:pt x="66288" y="148692"/>
                  </a:cubicBezTo>
                  <a:cubicBezTo>
                    <a:pt x="66454" y="152441"/>
                    <a:pt x="63788" y="156607"/>
                    <a:pt x="63038" y="160274"/>
                  </a:cubicBezTo>
                  <a:cubicBezTo>
                    <a:pt x="61371" y="168273"/>
                    <a:pt x="60955" y="177772"/>
                    <a:pt x="62954" y="185855"/>
                  </a:cubicBezTo>
                  <a:cubicBezTo>
                    <a:pt x="66704" y="200937"/>
                    <a:pt x="81703" y="209353"/>
                    <a:pt x="96535" y="209436"/>
                  </a:cubicBezTo>
                  <a:cubicBezTo>
                    <a:pt x="103617" y="209519"/>
                    <a:pt x="110034" y="207269"/>
                    <a:pt x="116533" y="204770"/>
                  </a:cubicBezTo>
                  <a:cubicBezTo>
                    <a:pt x="124032" y="201937"/>
                    <a:pt x="133114" y="199520"/>
                    <a:pt x="136031" y="209519"/>
                  </a:cubicBezTo>
                  <a:cubicBezTo>
                    <a:pt x="137281" y="214019"/>
                    <a:pt x="133614" y="221935"/>
                    <a:pt x="132781" y="226601"/>
                  </a:cubicBezTo>
                  <a:cubicBezTo>
                    <a:pt x="130115" y="242016"/>
                    <a:pt x="131781" y="258765"/>
                    <a:pt x="145197" y="268847"/>
                  </a:cubicBezTo>
                  <a:cubicBezTo>
                    <a:pt x="160029" y="280096"/>
                    <a:pt x="183193" y="275846"/>
                    <a:pt x="199359" y="269931"/>
                  </a:cubicBezTo>
                  <a:cubicBezTo>
                    <a:pt x="204025" y="268181"/>
                    <a:pt x="209358" y="264347"/>
                    <a:pt x="214357" y="264098"/>
                  </a:cubicBezTo>
                  <a:cubicBezTo>
                    <a:pt x="220190" y="263765"/>
                    <a:pt x="220607" y="266514"/>
                    <a:pt x="224023" y="270764"/>
                  </a:cubicBezTo>
                  <a:cubicBezTo>
                    <a:pt x="230189" y="278513"/>
                    <a:pt x="237355" y="286762"/>
                    <a:pt x="247021" y="289846"/>
                  </a:cubicBezTo>
                  <a:cubicBezTo>
                    <a:pt x="265270" y="295845"/>
                    <a:pt x="280268" y="285262"/>
                    <a:pt x="294850" y="275513"/>
                  </a:cubicBezTo>
                  <a:cubicBezTo>
                    <a:pt x="301433" y="271097"/>
                    <a:pt x="309349" y="264431"/>
                    <a:pt x="318098" y="266848"/>
                  </a:cubicBezTo>
                  <a:cubicBezTo>
                    <a:pt x="321848" y="267848"/>
                    <a:pt x="325431" y="271347"/>
                    <a:pt x="329264" y="272847"/>
                  </a:cubicBezTo>
                  <a:cubicBezTo>
                    <a:pt x="337263" y="275930"/>
                    <a:pt x="345762" y="276097"/>
                    <a:pt x="353928" y="273847"/>
                  </a:cubicBezTo>
                  <a:cubicBezTo>
                    <a:pt x="356261" y="273181"/>
                    <a:pt x="358511" y="272347"/>
                    <a:pt x="360677" y="271430"/>
                  </a:cubicBezTo>
                  <a:cubicBezTo>
                    <a:pt x="354511" y="285846"/>
                    <a:pt x="343179" y="298011"/>
                    <a:pt x="331763" y="308344"/>
                  </a:cubicBezTo>
                  <a:cubicBezTo>
                    <a:pt x="314265" y="324259"/>
                    <a:pt x="291267" y="329425"/>
                    <a:pt x="267936" y="330175"/>
                  </a:cubicBezTo>
                  <a:lnTo>
                    <a:pt x="267936" y="330175"/>
                  </a:lnTo>
                  <a:close/>
                </a:path>
              </a:pathLst>
            </a:custGeom>
            <a:grpFill/>
            <a:ln w="8332" cap="flat">
              <a:noFill/>
              <a:prstDash val="solid"/>
              <a:miter/>
            </a:ln>
          </p:spPr>
          <p:txBody>
            <a:bodyPr rtlCol="0" anchor="ctr"/>
            <a:lstStyle/>
            <a:p>
              <a:endParaRPr lang="en-US"/>
            </a:p>
          </p:txBody>
        </p:sp>
        <p:sp>
          <p:nvSpPr>
            <p:cNvPr id="2404" name="Freeform: Shape 2403"/>
            <p:cNvSpPr/>
            <p:nvPr/>
          </p:nvSpPr>
          <p:spPr>
            <a:xfrm>
              <a:off x="4747854" y="5864697"/>
              <a:ext cx="162408" cy="102089"/>
            </a:xfrm>
            <a:custGeom>
              <a:avLst/>
              <a:gdLst>
                <a:gd name="connsiteX0" fmla="*/ 159141 w 162408"/>
                <a:gd name="connsiteY0" fmla="*/ 84027 h 102089"/>
                <a:gd name="connsiteX1" fmla="*/ 152309 w 162408"/>
                <a:gd name="connsiteY1" fmla="*/ 53613 h 102089"/>
                <a:gd name="connsiteX2" fmla="*/ 147309 w 162408"/>
                <a:gd name="connsiteY2" fmla="*/ 58030 h 102089"/>
                <a:gd name="connsiteX3" fmla="*/ 142476 w 162408"/>
                <a:gd name="connsiteY3" fmla="*/ 88110 h 102089"/>
                <a:gd name="connsiteX4" fmla="*/ 140393 w 162408"/>
                <a:gd name="connsiteY4" fmla="*/ 85527 h 102089"/>
                <a:gd name="connsiteX5" fmla="*/ 115728 w 162408"/>
                <a:gd name="connsiteY5" fmla="*/ 50197 h 102089"/>
                <a:gd name="connsiteX6" fmla="*/ 97480 w 162408"/>
                <a:gd name="connsiteY6" fmla="*/ 46364 h 102089"/>
                <a:gd name="connsiteX7" fmla="*/ 69816 w 162408"/>
                <a:gd name="connsiteY7" fmla="*/ 36781 h 102089"/>
                <a:gd name="connsiteX8" fmla="*/ 13154 w 162408"/>
                <a:gd name="connsiteY8" fmla="*/ 27199 h 102089"/>
                <a:gd name="connsiteX9" fmla="*/ 22403 w 162408"/>
                <a:gd name="connsiteY9" fmla="*/ 16033 h 102089"/>
                <a:gd name="connsiteX10" fmla="*/ 57984 w 162408"/>
                <a:gd name="connsiteY10" fmla="*/ 9867 h 102089"/>
                <a:gd name="connsiteX11" fmla="*/ 137393 w 162408"/>
                <a:gd name="connsiteY11" fmla="*/ 29032 h 102089"/>
                <a:gd name="connsiteX12" fmla="*/ 139310 w 162408"/>
                <a:gd name="connsiteY12" fmla="*/ 26116 h 102089"/>
                <a:gd name="connsiteX13" fmla="*/ 28653 w 162408"/>
                <a:gd name="connsiteY13" fmla="*/ 1951 h 102089"/>
                <a:gd name="connsiteX14" fmla="*/ 16654 w 162408"/>
                <a:gd name="connsiteY14" fmla="*/ 64445 h 102089"/>
                <a:gd name="connsiteX15" fmla="*/ 123478 w 162408"/>
                <a:gd name="connsiteY15" fmla="*/ 101776 h 102089"/>
                <a:gd name="connsiteX16" fmla="*/ 159141 w 162408"/>
                <a:gd name="connsiteY16" fmla="*/ 84027 h 102089"/>
                <a:gd name="connsiteX17" fmla="*/ 159141 w 162408"/>
                <a:gd name="connsiteY17" fmla="*/ 84027 h 102089"/>
                <a:gd name="connsiteX18" fmla="*/ 123811 w 162408"/>
                <a:gd name="connsiteY18" fmla="*/ 92193 h 102089"/>
                <a:gd name="connsiteX19" fmla="*/ 84398 w 162408"/>
                <a:gd name="connsiteY19" fmla="*/ 86693 h 102089"/>
                <a:gd name="connsiteX20" fmla="*/ 22737 w 162408"/>
                <a:gd name="connsiteY20" fmla="*/ 52863 h 102089"/>
                <a:gd name="connsiteX21" fmla="*/ 12905 w 162408"/>
                <a:gd name="connsiteY21" fmla="*/ 34781 h 102089"/>
                <a:gd name="connsiteX22" fmla="*/ 47235 w 162408"/>
                <a:gd name="connsiteY22" fmla="*/ 32782 h 102089"/>
                <a:gd name="connsiteX23" fmla="*/ 79315 w 162408"/>
                <a:gd name="connsiteY23" fmla="*/ 55613 h 102089"/>
                <a:gd name="connsiteX24" fmla="*/ 90897 w 162408"/>
                <a:gd name="connsiteY24" fmla="*/ 56946 h 102089"/>
                <a:gd name="connsiteX25" fmla="*/ 120228 w 162408"/>
                <a:gd name="connsiteY25" fmla="*/ 71862 h 102089"/>
                <a:gd name="connsiteX26" fmla="*/ 130561 w 162408"/>
                <a:gd name="connsiteY26" fmla="*/ 91443 h 102089"/>
                <a:gd name="connsiteX27" fmla="*/ 123811 w 162408"/>
                <a:gd name="connsiteY27" fmla="*/ 92193 h 102089"/>
                <a:gd name="connsiteX28" fmla="*/ 123811 w 162408"/>
                <a:gd name="connsiteY28" fmla="*/ 92193 h 102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62408" h="102089">
                  <a:moveTo>
                    <a:pt x="159141" y="84027"/>
                  </a:moveTo>
                  <a:cubicBezTo>
                    <a:pt x="166140" y="71778"/>
                    <a:pt x="160974" y="63112"/>
                    <a:pt x="152309" y="53613"/>
                  </a:cubicBezTo>
                  <a:cubicBezTo>
                    <a:pt x="149392" y="50447"/>
                    <a:pt x="144476" y="54863"/>
                    <a:pt x="147309" y="58030"/>
                  </a:cubicBezTo>
                  <a:cubicBezTo>
                    <a:pt x="160308" y="72445"/>
                    <a:pt x="153892" y="82777"/>
                    <a:pt x="142476" y="88110"/>
                  </a:cubicBezTo>
                  <a:cubicBezTo>
                    <a:pt x="142143" y="87194"/>
                    <a:pt x="141476" y="86277"/>
                    <a:pt x="140393" y="85527"/>
                  </a:cubicBezTo>
                  <a:cubicBezTo>
                    <a:pt x="127561" y="76778"/>
                    <a:pt x="129561" y="57696"/>
                    <a:pt x="115728" y="50197"/>
                  </a:cubicBezTo>
                  <a:cubicBezTo>
                    <a:pt x="110396" y="47280"/>
                    <a:pt x="103480" y="46697"/>
                    <a:pt x="97480" y="46364"/>
                  </a:cubicBezTo>
                  <a:cubicBezTo>
                    <a:pt x="85648" y="45697"/>
                    <a:pt x="79565" y="45531"/>
                    <a:pt x="69816" y="36781"/>
                  </a:cubicBezTo>
                  <a:cubicBezTo>
                    <a:pt x="53901" y="22616"/>
                    <a:pt x="31986" y="17533"/>
                    <a:pt x="13154" y="27199"/>
                  </a:cubicBezTo>
                  <a:cubicBezTo>
                    <a:pt x="14238" y="22866"/>
                    <a:pt x="17071" y="18950"/>
                    <a:pt x="22403" y="16033"/>
                  </a:cubicBezTo>
                  <a:cubicBezTo>
                    <a:pt x="32236" y="10700"/>
                    <a:pt x="46985" y="10117"/>
                    <a:pt x="57984" y="9867"/>
                  </a:cubicBezTo>
                  <a:cubicBezTo>
                    <a:pt x="85981" y="9200"/>
                    <a:pt x="112312" y="17116"/>
                    <a:pt x="137393" y="29032"/>
                  </a:cubicBezTo>
                  <a:cubicBezTo>
                    <a:pt x="139393" y="29948"/>
                    <a:pt x="141309" y="27199"/>
                    <a:pt x="139310" y="26116"/>
                  </a:cubicBezTo>
                  <a:cubicBezTo>
                    <a:pt x="105063" y="6617"/>
                    <a:pt x="68483" y="-4798"/>
                    <a:pt x="28653" y="1951"/>
                  </a:cubicBezTo>
                  <a:cubicBezTo>
                    <a:pt x="-6510" y="7951"/>
                    <a:pt x="-7843" y="43614"/>
                    <a:pt x="16654" y="64445"/>
                  </a:cubicBezTo>
                  <a:cubicBezTo>
                    <a:pt x="46485" y="89943"/>
                    <a:pt x="83981" y="104442"/>
                    <a:pt x="123478" y="101776"/>
                  </a:cubicBezTo>
                  <a:cubicBezTo>
                    <a:pt x="137310" y="100859"/>
                    <a:pt x="151809" y="96943"/>
                    <a:pt x="159141" y="84027"/>
                  </a:cubicBezTo>
                  <a:lnTo>
                    <a:pt x="159141" y="84027"/>
                  </a:lnTo>
                  <a:close/>
                  <a:moveTo>
                    <a:pt x="123811" y="92193"/>
                  </a:moveTo>
                  <a:cubicBezTo>
                    <a:pt x="110479" y="92360"/>
                    <a:pt x="97230" y="90193"/>
                    <a:pt x="84398" y="86693"/>
                  </a:cubicBezTo>
                  <a:cubicBezTo>
                    <a:pt x="62400" y="80694"/>
                    <a:pt x="39152" y="69195"/>
                    <a:pt x="22737" y="52863"/>
                  </a:cubicBezTo>
                  <a:cubicBezTo>
                    <a:pt x="17821" y="47947"/>
                    <a:pt x="13904" y="41365"/>
                    <a:pt x="12905" y="34781"/>
                  </a:cubicBezTo>
                  <a:cubicBezTo>
                    <a:pt x="23737" y="31449"/>
                    <a:pt x="36403" y="29366"/>
                    <a:pt x="47235" y="32782"/>
                  </a:cubicBezTo>
                  <a:cubicBezTo>
                    <a:pt x="60400" y="37031"/>
                    <a:pt x="66400" y="51197"/>
                    <a:pt x="79315" y="55613"/>
                  </a:cubicBezTo>
                  <a:cubicBezTo>
                    <a:pt x="83398" y="57029"/>
                    <a:pt x="86648" y="56946"/>
                    <a:pt x="90897" y="56946"/>
                  </a:cubicBezTo>
                  <a:cubicBezTo>
                    <a:pt x="104480" y="57196"/>
                    <a:pt x="112979" y="57863"/>
                    <a:pt x="120228" y="71862"/>
                  </a:cubicBezTo>
                  <a:cubicBezTo>
                    <a:pt x="124644" y="80361"/>
                    <a:pt x="123978" y="86527"/>
                    <a:pt x="130561" y="91443"/>
                  </a:cubicBezTo>
                  <a:cubicBezTo>
                    <a:pt x="128227" y="92026"/>
                    <a:pt x="125978" y="92193"/>
                    <a:pt x="123811" y="92193"/>
                  </a:cubicBezTo>
                  <a:lnTo>
                    <a:pt x="123811" y="92193"/>
                  </a:lnTo>
                  <a:close/>
                </a:path>
              </a:pathLst>
            </a:custGeom>
            <a:grpFill/>
            <a:ln w="8332" cap="flat">
              <a:noFill/>
              <a:prstDash val="solid"/>
              <a:miter/>
            </a:ln>
          </p:spPr>
          <p:txBody>
            <a:bodyPr rtlCol="0" anchor="ctr"/>
            <a:lstStyle/>
            <a:p>
              <a:endParaRPr lang="en-US"/>
            </a:p>
          </p:txBody>
        </p:sp>
        <p:sp>
          <p:nvSpPr>
            <p:cNvPr id="2405" name="Freeform: Shape 2404"/>
            <p:cNvSpPr/>
            <p:nvPr/>
          </p:nvSpPr>
          <p:spPr>
            <a:xfrm>
              <a:off x="3034666" y="5121371"/>
              <a:ext cx="422102" cy="445046"/>
            </a:xfrm>
            <a:custGeom>
              <a:avLst/>
              <a:gdLst>
                <a:gd name="connsiteX0" fmla="*/ 396879 w 422102"/>
                <a:gd name="connsiteY0" fmla="*/ 125416 h 445046"/>
                <a:gd name="connsiteX1" fmla="*/ 292138 w 422102"/>
                <a:gd name="connsiteY1" fmla="*/ 26509 h 445046"/>
                <a:gd name="connsiteX2" fmla="*/ 245809 w 422102"/>
                <a:gd name="connsiteY2" fmla="*/ 11093 h 445046"/>
                <a:gd name="connsiteX3" fmla="*/ 207646 w 422102"/>
                <a:gd name="connsiteY3" fmla="*/ 1761 h 445046"/>
                <a:gd name="connsiteX4" fmla="*/ 139319 w 422102"/>
                <a:gd name="connsiteY4" fmla="*/ 3177 h 445046"/>
                <a:gd name="connsiteX5" fmla="*/ 30995 w 422102"/>
                <a:gd name="connsiteY5" fmla="*/ 68005 h 445046"/>
                <a:gd name="connsiteX6" fmla="*/ 5914 w 422102"/>
                <a:gd name="connsiteY6" fmla="*/ 191660 h 445046"/>
                <a:gd name="connsiteX7" fmla="*/ 104405 w 422102"/>
                <a:gd name="connsiteY7" fmla="*/ 253905 h 445046"/>
                <a:gd name="connsiteX8" fmla="*/ 65076 w 422102"/>
                <a:gd name="connsiteY8" fmla="*/ 300900 h 445046"/>
                <a:gd name="connsiteX9" fmla="*/ 32245 w 422102"/>
                <a:gd name="connsiteY9" fmla="*/ 350230 h 445046"/>
                <a:gd name="connsiteX10" fmla="*/ 39828 w 422102"/>
                <a:gd name="connsiteY10" fmla="*/ 392226 h 445046"/>
                <a:gd name="connsiteX11" fmla="*/ 88907 w 422102"/>
                <a:gd name="connsiteY11" fmla="*/ 428056 h 445046"/>
                <a:gd name="connsiteX12" fmla="*/ 143319 w 422102"/>
                <a:gd name="connsiteY12" fmla="*/ 444637 h 445046"/>
                <a:gd name="connsiteX13" fmla="*/ 180648 w 422102"/>
                <a:gd name="connsiteY13" fmla="*/ 416474 h 445046"/>
                <a:gd name="connsiteX14" fmla="*/ 209063 w 422102"/>
                <a:gd name="connsiteY14" fmla="*/ 361562 h 445046"/>
                <a:gd name="connsiteX15" fmla="*/ 223561 w 422102"/>
                <a:gd name="connsiteY15" fmla="*/ 316816 h 445046"/>
                <a:gd name="connsiteX16" fmla="*/ 232227 w 422102"/>
                <a:gd name="connsiteY16" fmla="*/ 323149 h 445046"/>
                <a:gd name="connsiteX17" fmla="*/ 347717 w 422102"/>
                <a:gd name="connsiteY17" fmla="*/ 335148 h 445046"/>
                <a:gd name="connsiteX18" fmla="*/ 417627 w 422102"/>
                <a:gd name="connsiteY18" fmla="*/ 246572 h 445046"/>
                <a:gd name="connsiteX19" fmla="*/ 396879 w 422102"/>
                <a:gd name="connsiteY19" fmla="*/ 125416 h 445046"/>
                <a:gd name="connsiteX20" fmla="*/ 396879 w 422102"/>
                <a:gd name="connsiteY20" fmla="*/ 125416 h 445046"/>
                <a:gd name="connsiteX21" fmla="*/ 198730 w 422102"/>
                <a:gd name="connsiteY21" fmla="*/ 347980 h 445046"/>
                <a:gd name="connsiteX22" fmla="*/ 178732 w 422102"/>
                <a:gd name="connsiteY22" fmla="*/ 394309 h 445046"/>
                <a:gd name="connsiteX23" fmla="*/ 138402 w 422102"/>
                <a:gd name="connsiteY23" fmla="*/ 433639 h 445046"/>
                <a:gd name="connsiteX24" fmla="*/ 84241 w 422102"/>
                <a:gd name="connsiteY24" fmla="*/ 413974 h 445046"/>
                <a:gd name="connsiteX25" fmla="*/ 44578 w 422102"/>
                <a:gd name="connsiteY25" fmla="*/ 377477 h 445046"/>
                <a:gd name="connsiteX26" fmla="*/ 60993 w 422102"/>
                <a:gd name="connsiteY26" fmla="*/ 329065 h 445046"/>
                <a:gd name="connsiteX27" fmla="*/ 94740 w 422102"/>
                <a:gd name="connsiteY27" fmla="*/ 284985 h 445046"/>
                <a:gd name="connsiteX28" fmla="*/ 113988 w 422102"/>
                <a:gd name="connsiteY28" fmla="*/ 255988 h 445046"/>
                <a:gd name="connsiteX29" fmla="*/ 179399 w 422102"/>
                <a:gd name="connsiteY29" fmla="*/ 279486 h 445046"/>
                <a:gd name="connsiteX30" fmla="*/ 210729 w 422102"/>
                <a:gd name="connsiteY30" fmla="*/ 306067 h 445046"/>
                <a:gd name="connsiteX31" fmla="*/ 210896 w 422102"/>
                <a:gd name="connsiteY31" fmla="*/ 308067 h 445046"/>
                <a:gd name="connsiteX32" fmla="*/ 198730 w 422102"/>
                <a:gd name="connsiteY32" fmla="*/ 347980 h 445046"/>
                <a:gd name="connsiteX33" fmla="*/ 198730 w 422102"/>
                <a:gd name="connsiteY33" fmla="*/ 347980 h 445046"/>
                <a:gd name="connsiteX34" fmla="*/ 363965 w 422102"/>
                <a:gd name="connsiteY34" fmla="*/ 308400 h 445046"/>
                <a:gd name="connsiteX35" fmla="*/ 248559 w 422102"/>
                <a:gd name="connsiteY35" fmla="*/ 319649 h 445046"/>
                <a:gd name="connsiteX36" fmla="*/ 225395 w 422102"/>
                <a:gd name="connsiteY36" fmla="*/ 305067 h 445046"/>
                <a:gd name="connsiteX37" fmla="*/ 218478 w 422102"/>
                <a:gd name="connsiteY37" fmla="*/ 299484 h 445046"/>
                <a:gd name="connsiteX38" fmla="*/ 159734 w 422102"/>
                <a:gd name="connsiteY38" fmla="*/ 255738 h 445046"/>
                <a:gd name="connsiteX39" fmla="*/ 47577 w 422102"/>
                <a:gd name="connsiteY39" fmla="*/ 217825 h 445046"/>
                <a:gd name="connsiteX40" fmla="*/ 14914 w 422102"/>
                <a:gd name="connsiteY40" fmla="*/ 168413 h 445046"/>
                <a:gd name="connsiteX41" fmla="*/ 26329 w 422102"/>
                <a:gd name="connsiteY41" fmla="*/ 103085 h 445046"/>
                <a:gd name="connsiteX42" fmla="*/ 175399 w 422102"/>
                <a:gd name="connsiteY42" fmla="*/ 12677 h 445046"/>
                <a:gd name="connsiteX43" fmla="*/ 268391 w 422102"/>
                <a:gd name="connsiteY43" fmla="*/ 29675 h 445046"/>
                <a:gd name="connsiteX44" fmla="*/ 358049 w 422102"/>
                <a:gd name="connsiteY44" fmla="*/ 96836 h 445046"/>
                <a:gd name="connsiteX45" fmla="*/ 407378 w 422102"/>
                <a:gd name="connsiteY45" fmla="*/ 205159 h 445046"/>
                <a:gd name="connsiteX46" fmla="*/ 363965 w 422102"/>
                <a:gd name="connsiteY46" fmla="*/ 308400 h 445046"/>
                <a:gd name="connsiteX47" fmla="*/ 363965 w 422102"/>
                <a:gd name="connsiteY47" fmla="*/ 308400 h 445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422102" h="445046">
                  <a:moveTo>
                    <a:pt x="396879" y="125416"/>
                  </a:moveTo>
                  <a:cubicBezTo>
                    <a:pt x="372798" y="84253"/>
                    <a:pt x="336384" y="45590"/>
                    <a:pt x="292138" y="26509"/>
                  </a:cubicBezTo>
                  <a:cubicBezTo>
                    <a:pt x="277057" y="20009"/>
                    <a:pt x="261558" y="14843"/>
                    <a:pt x="245809" y="11093"/>
                  </a:cubicBezTo>
                  <a:cubicBezTo>
                    <a:pt x="233477" y="6844"/>
                    <a:pt x="220812" y="3428"/>
                    <a:pt x="207646" y="1761"/>
                  </a:cubicBezTo>
                  <a:cubicBezTo>
                    <a:pt x="184815" y="-1072"/>
                    <a:pt x="161984" y="-406"/>
                    <a:pt x="139319" y="3177"/>
                  </a:cubicBezTo>
                  <a:cubicBezTo>
                    <a:pt x="96323" y="10094"/>
                    <a:pt x="56743" y="32758"/>
                    <a:pt x="30995" y="68005"/>
                  </a:cubicBezTo>
                  <a:cubicBezTo>
                    <a:pt x="6331" y="102002"/>
                    <a:pt x="-9084" y="150497"/>
                    <a:pt x="5914" y="191660"/>
                  </a:cubicBezTo>
                  <a:cubicBezTo>
                    <a:pt x="19830" y="229991"/>
                    <a:pt x="68075" y="245739"/>
                    <a:pt x="104405" y="253905"/>
                  </a:cubicBezTo>
                  <a:cubicBezTo>
                    <a:pt x="92157" y="270070"/>
                    <a:pt x="77574" y="285069"/>
                    <a:pt x="65076" y="300900"/>
                  </a:cubicBezTo>
                  <a:cubicBezTo>
                    <a:pt x="52994" y="316149"/>
                    <a:pt x="38995" y="331648"/>
                    <a:pt x="32245" y="350230"/>
                  </a:cubicBezTo>
                  <a:cubicBezTo>
                    <a:pt x="26246" y="366978"/>
                    <a:pt x="27996" y="379143"/>
                    <a:pt x="39828" y="392226"/>
                  </a:cubicBezTo>
                  <a:cubicBezTo>
                    <a:pt x="54243" y="408141"/>
                    <a:pt x="69492" y="419307"/>
                    <a:pt x="88907" y="428056"/>
                  </a:cubicBezTo>
                  <a:cubicBezTo>
                    <a:pt x="105905" y="435639"/>
                    <a:pt x="123737" y="447387"/>
                    <a:pt x="143319" y="444637"/>
                  </a:cubicBezTo>
                  <a:cubicBezTo>
                    <a:pt x="160234" y="442305"/>
                    <a:pt x="171983" y="430306"/>
                    <a:pt x="180648" y="416474"/>
                  </a:cubicBezTo>
                  <a:cubicBezTo>
                    <a:pt x="191648" y="399058"/>
                    <a:pt x="201980" y="380977"/>
                    <a:pt x="209063" y="361562"/>
                  </a:cubicBezTo>
                  <a:cubicBezTo>
                    <a:pt x="214146" y="347647"/>
                    <a:pt x="220395" y="331898"/>
                    <a:pt x="223561" y="316816"/>
                  </a:cubicBezTo>
                  <a:cubicBezTo>
                    <a:pt x="226395" y="318982"/>
                    <a:pt x="229228" y="321149"/>
                    <a:pt x="232227" y="323149"/>
                  </a:cubicBezTo>
                  <a:cubicBezTo>
                    <a:pt x="265058" y="345147"/>
                    <a:pt x="311054" y="350230"/>
                    <a:pt x="347717" y="335148"/>
                  </a:cubicBezTo>
                  <a:cubicBezTo>
                    <a:pt x="385297" y="319566"/>
                    <a:pt x="407711" y="284569"/>
                    <a:pt x="417627" y="246572"/>
                  </a:cubicBezTo>
                  <a:cubicBezTo>
                    <a:pt x="428626" y="204576"/>
                    <a:pt x="418461" y="162330"/>
                    <a:pt x="396879" y="125416"/>
                  </a:cubicBezTo>
                  <a:lnTo>
                    <a:pt x="396879" y="125416"/>
                  </a:lnTo>
                  <a:close/>
                  <a:moveTo>
                    <a:pt x="198730" y="347980"/>
                  </a:moveTo>
                  <a:cubicBezTo>
                    <a:pt x="193814" y="364145"/>
                    <a:pt x="186648" y="379477"/>
                    <a:pt x="178732" y="394309"/>
                  </a:cubicBezTo>
                  <a:cubicBezTo>
                    <a:pt x="169983" y="410724"/>
                    <a:pt x="159900" y="432889"/>
                    <a:pt x="138402" y="433639"/>
                  </a:cubicBezTo>
                  <a:cubicBezTo>
                    <a:pt x="120154" y="434305"/>
                    <a:pt x="100239" y="421890"/>
                    <a:pt x="84241" y="413974"/>
                  </a:cubicBezTo>
                  <a:cubicBezTo>
                    <a:pt x="70909" y="407308"/>
                    <a:pt x="50994" y="391726"/>
                    <a:pt x="44578" y="377477"/>
                  </a:cubicBezTo>
                  <a:cubicBezTo>
                    <a:pt x="37245" y="361229"/>
                    <a:pt x="51744" y="341814"/>
                    <a:pt x="60993" y="329065"/>
                  </a:cubicBezTo>
                  <a:cubicBezTo>
                    <a:pt x="71908" y="314066"/>
                    <a:pt x="83824" y="299901"/>
                    <a:pt x="94740" y="284985"/>
                  </a:cubicBezTo>
                  <a:cubicBezTo>
                    <a:pt x="101239" y="276069"/>
                    <a:pt x="110155" y="266737"/>
                    <a:pt x="113988" y="255988"/>
                  </a:cubicBezTo>
                  <a:cubicBezTo>
                    <a:pt x="136986" y="260904"/>
                    <a:pt x="159734" y="265321"/>
                    <a:pt x="179399" y="279486"/>
                  </a:cubicBezTo>
                  <a:cubicBezTo>
                    <a:pt x="190564" y="287485"/>
                    <a:pt x="200480" y="296984"/>
                    <a:pt x="210729" y="306067"/>
                  </a:cubicBezTo>
                  <a:cubicBezTo>
                    <a:pt x="210729" y="306733"/>
                    <a:pt x="210729" y="307400"/>
                    <a:pt x="210896" y="308067"/>
                  </a:cubicBezTo>
                  <a:cubicBezTo>
                    <a:pt x="208396" y="321482"/>
                    <a:pt x="202647" y="335064"/>
                    <a:pt x="198730" y="347980"/>
                  </a:cubicBezTo>
                  <a:lnTo>
                    <a:pt x="198730" y="347980"/>
                  </a:lnTo>
                  <a:close/>
                  <a:moveTo>
                    <a:pt x="363965" y="308400"/>
                  </a:moveTo>
                  <a:cubicBezTo>
                    <a:pt x="332968" y="334814"/>
                    <a:pt x="284639" y="336897"/>
                    <a:pt x="248559" y="319649"/>
                  </a:cubicBezTo>
                  <a:cubicBezTo>
                    <a:pt x="240227" y="315649"/>
                    <a:pt x="232644" y="310566"/>
                    <a:pt x="225395" y="305067"/>
                  </a:cubicBezTo>
                  <a:cubicBezTo>
                    <a:pt x="224978" y="301817"/>
                    <a:pt x="221728" y="299651"/>
                    <a:pt x="218478" y="299484"/>
                  </a:cubicBezTo>
                  <a:cubicBezTo>
                    <a:pt x="199730" y="283819"/>
                    <a:pt x="182648" y="265821"/>
                    <a:pt x="159734" y="255738"/>
                  </a:cubicBezTo>
                  <a:cubicBezTo>
                    <a:pt x="123071" y="239656"/>
                    <a:pt x="82324" y="239489"/>
                    <a:pt x="47577" y="217825"/>
                  </a:cubicBezTo>
                  <a:cubicBezTo>
                    <a:pt x="28579" y="205993"/>
                    <a:pt x="17163" y="191160"/>
                    <a:pt x="14914" y="168413"/>
                  </a:cubicBezTo>
                  <a:cubicBezTo>
                    <a:pt x="12747" y="146581"/>
                    <a:pt x="17080" y="122833"/>
                    <a:pt x="26329" y="103085"/>
                  </a:cubicBezTo>
                  <a:cubicBezTo>
                    <a:pt x="54993" y="41257"/>
                    <a:pt x="113571" y="15176"/>
                    <a:pt x="175399" y="12677"/>
                  </a:cubicBezTo>
                  <a:cubicBezTo>
                    <a:pt x="206896" y="14343"/>
                    <a:pt x="238060" y="18843"/>
                    <a:pt x="268391" y="29675"/>
                  </a:cubicBezTo>
                  <a:cubicBezTo>
                    <a:pt x="305554" y="43007"/>
                    <a:pt x="332718" y="67338"/>
                    <a:pt x="358049" y="96836"/>
                  </a:cubicBezTo>
                  <a:cubicBezTo>
                    <a:pt x="384630" y="127916"/>
                    <a:pt x="404628" y="163663"/>
                    <a:pt x="407378" y="205159"/>
                  </a:cubicBezTo>
                  <a:cubicBezTo>
                    <a:pt x="409795" y="242489"/>
                    <a:pt x="392380" y="284069"/>
                    <a:pt x="363965" y="308400"/>
                  </a:cubicBezTo>
                  <a:lnTo>
                    <a:pt x="363965" y="308400"/>
                  </a:lnTo>
                  <a:close/>
                </a:path>
              </a:pathLst>
            </a:custGeom>
            <a:grpFill/>
            <a:ln w="8332" cap="flat">
              <a:noFill/>
              <a:prstDash val="solid"/>
              <a:miter/>
            </a:ln>
          </p:spPr>
          <p:txBody>
            <a:bodyPr rtlCol="0" anchor="ctr"/>
            <a:lstStyle/>
            <a:p>
              <a:endParaRPr lang="en-US"/>
            </a:p>
          </p:txBody>
        </p:sp>
        <p:sp>
          <p:nvSpPr>
            <p:cNvPr id="2406" name="Freeform: Shape 2405"/>
            <p:cNvSpPr/>
            <p:nvPr/>
          </p:nvSpPr>
          <p:spPr>
            <a:xfrm>
              <a:off x="1556878" y="5591945"/>
              <a:ext cx="1011070" cy="330280"/>
            </a:xfrm>
            <a:custGeom>
              <a:avLst/>
              <a:gdLst>
                <a:gd name="connsiteX0" fmla="*/ 1010412 w 1011070"/>
                <a:gd name="connsiteY0" fmla="*/ 250455 h 330280"/>
                <a:gd name="connsiteX1" fmla="*/ 929919 w 1011070"/>
                <a:gd name="connsiteY1" fmla="*/ 173712 h 330280"/>
                <a:gd name="connsiteX2" fmla="*/ 794931 w 1011070"/>
                <a:gd name="connsiteY2" fmla="*/ 121800 h 330280"/>
                <a:gd name="connsiteX3" fmla="*/ 663860 w 1011070"/>
                <a:gd name="connsiteY3" fmla="*/ 82554 h 330280"/>
                <a:gd name="connsiteX4" fmla="*/ 554036 w 1011070"/>
                <a:gd name="connsiteY4" fmla="*/ 52640 h 330280"/>
                <a:gd name="connsiteX5" fmla="*/ 552370 w 1011070"/>
                <a:gd name="connsiteY5" fmla="*/ 52223 h 330280"/>
                <a:gd name="connsiteX6" fmla="*/ 427964 w 1011070"/>
                <a:gd name="connsiteY6" fmla="*/ 26225 h 330280"/>
                <a:gd name="connsiteX7" fmla="*/ 302892 w 1011070"/>
                <a:gd name="connsiteY7" fmla="*/ 7311 h 330280"/>
                <a:gd name="connsiteX8" fmla="*/ 59164 w 1011070"/>
                <a:gd name="connsiteY8" fmla="*/ 20809 h 330280"/>
                <a:gd name="connsiteX9" fmla="*/ 3 w 1011070"/>
                <a:gd name="connsiteY9" fmla="*/ 76721 h 330280"/>
                <a:gd name="connsiteX10" fmla="*/ 11418 w 1011070"/>
                <a:gd name="connsiteY10" fmla="*/ 114801 h 330280"/>
                <a:gd name="connsiteX11" fmla="*/ 55498 w 1011070"/>
                <a:gd name="connsiteY11" fmla="*/ 148964 h 330280"/>
                <a:gd name="connsiteX12" fmla="*/ 302475 w 1011070"/>
                <a:gd name="connsiteY12" fmla="*/ 221291 h 330280"/>
                <a:gd name="connsiteX13" fmla="*/ 571701 w 1011070"/>
                <a:gd name="connsiteY13" fmla="*/ 277620 h 330280"/>
                <a:gd name="connsiteX14" fmla="*/ 837011 w 1011070"/>
                <a:gd name="connsiteY14" fmla="*/ 326448 h 330280"/>
                <a:gd name="connsiteX15" fmla="*/ 955500 w 1011070"/>
                <a:gd name="connsiteY15" fmla="*/ 321948 h 330280"/>
                <a:gd name="connsiteX16" fmla="*/ 1010412 w 1011070"/>
                <a:gd name="connsiteY16" fmla="*/ 250455 h 330280"/>
                <a:gd name="connsiteX17" fmla="*/ 1010412 w 1011070"/>
                <a:gd name="connsiteY17" fmla="*/ 250455 h 330280"/>
                <a:gd name="connsiteX18" fmla="*/ 964666 w 1011070"/>
                <a:gd name="connsiteY18" fmla="*/ 302034 h 330280"/>
                <a:gd name="connsiteX19" fmla="*/ 851759 w 1011070"/>
                <a:gd name="connsiteY19" fmla="*/ 313699 h 330280"/>
                <a:gd name="connsiteX20" fmla="*/ 613198 w 1011070"/>
                <a:gd name="connsiteY20" fmla="*/ 272620 h 330280"/>
                <a:gd name="connsiteX21" fmla="*/ 373136 w 1011070"/>
                <a:gd name="connsiteY21" fmla="*/ 222458 h 330280"/>
                <a:gd name="connsiteX22" fmla="*/ 139573 w 1011070"/>
                <a:gd name="connsiteY22" fmla="*/ 167046 h 330280"/>
                <a:gd name="connsiteX23" fmla="*/ 33333 w 1011070"/>
                <a:gd name="connsiteY23" fmla="*/ 115300 h 330280"/>
                <a:gd name="connsiteX24" fmla="*/ 17001 w 1011070"/>
                <a:gd name="connsiteY24" fmla="*/ 71471 h 330280"/>
                <a:gd name="connsiteX25" fmla="*/ 59831 w 1011070"/>
                <a:gd name="connsiteY25" fmla="*/ 37474 h 330280"/>
                <a:gd name="connsiteX26" fmla="*/ 288977 w 1011070"/>
                <a:gd name="connsiteY26" fmla="*/ 20726 h 330280"/>
                <a:gd name="connsiteX27" fmla="*/ 539204 w 1011070"/>
                <a:gd name="connsiteY27" fmla="*/ 61055 h 330280"/>
                <a:gd name="connsiteX28" fmla="*/ 670359 w 1011070"/>
                <a:gd name="connsiteY28" fmla="*/ 96302 h 330280"/>
                <a:gd name="connsiteX29" fmla="*/ 679275 w 1011070"/>
                <a:gd name="connsiteY29" fmla="*/ 98886 h 330280"/>
                <a:gd name="connsiteX30" fmla="*/ 743769 w 1011070"/>
                <a:gd name="connsiteY30" fmla="*/ 118717 h 330280"/>
                <a:gd name="connsiteX31" fmla="*/ 848760 w 1011070"/>
                <a:gd name="connsiteY31" fmla="*/ 156630 h 330280"/>
                <a:gd name="connsiteX32" fmla="*/ 951084 w 1011070"/>
                <a:gd name="connsiteY32" fmla="*/ 203876 h 330280"/>
                <a:gd name="connsiteX33" fmla="*/ 990913 w 1011070"/>
                <a:gd name="connsiteY33" fmla="*/ 242206 h 330280"/>
                <a:gd name="connsiteX34" fmla="*/ 964666 w 1011070"/>
                <a:gd name="connsiteY34" fmla="*/ 302034 h 330280"/>
                <a:gd name="connsiteX35" fmla="*/ 964666 w 1011070"/>
                <a:gd name="connsiteY35" fmla="*/ 302034 h 330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11070" h="330280">
                  <a:moveTo>
                    <a:pt x="1010412" y="250455"/>
                  </a:moveTo>
                  <a:cubicBezTo>
                    <a:pt x="1004746" y="213625"/>
                    <a:pt x="959416" y="189044"/>
                    <a:pt x="929919" y="173712"/>
                  </a:cubicBezTo>
                  <a:cubicBezTo>
                    <a:pt x="887423" y="151548"/>
                    <a:pt x="839677" y="138632"/>
                    <a:pt x="794931" y="121800"/>
                  </a:cubicBezTo>
                  <a:cubicBezTo>
                    <a:pt x="752268" y="105802"/>
                    <a:pt x="707272" y="96386"/>
                    <a:pt x="663860" y="82554"/>
                  </a:cubicBezTo>
                  <a:cubicBezTo>
                    <a:pt x="628113" y="71138"/>
                    <a:pt x="591116" y="60806"/>
                    <a:pt x="554036" y="52640"/>
                  </a:cubicBezTo>
                  <a:cubicBezTo>
                    <a:pt x="553453" y="52473"/>
                    <a:pt x="552953" y="52306"/>
                    <a:pt x="552370" y="52223"/>
                  </a:cubicBezTo>
                  <a:cubicBezTo>
                    <a:pt x="511373" y="41641"/>
                    <a:pt x="469627" y="34225"/>
                    <a:pt x="427964" y="26225"/>
                  </a:cubicBezTo>
                  <a:cubicBezTo>
                    <a:pt x="386301" y="18226"/>
                    <a:pt x="345305" y="10977"/>
                    <a:pt x="302892" y="7311"/>
                  </a:cubicBezTo>
                  <a:cubicBezTo>
                    <a:pt x="222149" y="394"/>
                    <a:pt x="136657" y="-9688"/>
                    <a:pt x="59164" y="20809"/>
                  </a:cubicBezTo>
                  <a:cubicBezTo>
                    <a:pt x="35666" y="30058"/>
                    <a:pt x="169" y="47223"/>
                    <a:pt x="3" y="76721"/>
                  </a:cubicBezTo>
                  <a:cubicBezTo>
                    <a:pt x="-81" y="91469"/>
                    <a:pt x="1836" y="103302"/>
                    <a:pt x="11418" y="114801"/>
                  </a:cubicBezTo>
                  <a:cubicBezTo>
                    <a:pt x="23084" y="128799"/>
                    <a:pt x="39332" y="140548"/>
                    <a:pt x="55498" y="148964"/>
                  </a:cubicBezTo>
                  <a:cubicBezTo>
                    <a:pt x="131491" y="188544"/>
                    <a:pt x="219566" y="203376"/>
                    <a:pt x="302475" y="221291"/>
                  </a:cubicBezTo>
                  <a:cubicBezTo>
                    <a:pt x="392134" y="240706"/>
                    <a:pt x="481959" y="258704"/>
                    <a:pt x="571701" y="277620"/>
                  </a:cubicBezTo>
                  <a:cubicBezTo>
                    <a:pt x="659277" y="296034"/>
                    <a:pt x="748019" y="316033"/>
                    <a:pt x="837011" y="326448"/>
                  </a:cubicBezTo>
                  <a:cubicBezTo>
                    <a:pt x="876007" y="330948"/>
                    <a:pt x="917420" y="333614"/>
                    <a:pt x="955500" y="321948"/>
                  </a:cubicBezTo>
                  <a:cubicBezTo>
                    <a:pt x="986081" y="312283"/>
                    <a:pt x="1015911" y="286118"/>
                    <a:pt x="1010412" y="250455"/>
                  </a:cubicBezTo>
                  <a:lnTo>
                    <a:pt x="1010412" y="250455"/>
                  </a:lnTo>
                  <a:close/>
                  <a:moveTo>
                    <a:pt x="964666" y="302034"/>
                  </a:moveTo>
                  <a:cubicBezTo>
                    <a:pt x="929836" y="317866"/>
                    <a:pt x="889089" y="316782"/>
                    <a:pt x="851759" y="313699"/>
                  </a:cubicBezTo>
                  <a:cubicBezTo>
                    <a:pt x="771683" y="306950"/>
                    <a:pt x="691857" y="288368"/>
                    <a:pt x="613198" y="272620"/>
                  </a:cubicBezTo>
                  <a:cubicBezTo>
                    <a:pt x="533121" y="256538"/>
                    <a:pt x="452962" y="239623"/>
                    <a:pt x="373136" y="222458"/>
                  </a:cubicBezTo>
                  <a:cubicBezTo>
                    <a:pt x="295143" y="205709"/>
                    <a:pt x="215733" y="191044"/>
                    <a:pt x="139573" y="167046"/>
                  </a:cubicBezTo>
                  <a:cubicBezTo>
                    <a:pt x="102660" y="155380"/>
                    <a:pt x="62747" y="141465"/>
                    <a:pt x="33333" y="115300"/>
                  </a:cubicBezTo>
                  <a:cubicBezTo>
                    <a:pt x="20667" y="104052"/>
                    <a:pt x="11002" y="89053"/>
                    <a:pt x="17001" y="71471"/>
                  </a:cubicBezTo>
                  <a:cubicBezTo>
                    <a:pt x="22834" y="54223"/>
                    <a:pt x="44165" y="43890"/>
                    <a:pt x="59831" y="37474"/>
                  </a:cubicBezTo>
                  <a:cubicBezTo>
                    <a:pt x="131741" y="7894"/>
                    <a:pt x="213317" y="14310"/>
                    <a:pt x="288977" y="20726"/>
                  </a:cubicBezTo>
                  <a:cubicBezTo>
                    <a:pt x="373136" y="27892"/>
                    <a:pt x="456712" y="42890"/>
                    <a:pt x="539204" y="61055"/>
                  </a:cubicBezTo>
                  <a:cubicBezTo>
                    <a:pt x="583450" y="70805"/>
                    <a:pt x="626863" y="83720"/>
                    <a:pt x="670359" y="96302"/>
                  </a:cubicBezTo>
                  <a:cubicBezTo>
                    <a:pt x="673359" y="97136"/>
                    <a:pt x="676275" y="98052"/>
                    <a:pt x="679275" y="98886"/>
                  </a:cubicBezTo>
                  <a:cubicBezTo>
                    <a:pt x="700773" y="105552"/>
                    <a:pt x="722188" y="112301"/>
                    <a:pt x="743769" y="118717"/>
                  </a:cubicBezTo>
                  <a:cubicBezTo>
                    <a:pt x="779432" y="129383"/>
                    <a:pt x="813679" y="144131"/>
                    <a:pt x="848760" y="156630"/>
                  </a:cubicBezTo>
                  <a:cubicBezTo>
                    <a:pt x="884590" y="169379"/>
                    <a:pt x="919337" y="182461"/>
                    <a:pt x="951084" y="203876"/>
                  </a:cubicBezTo>
                  <a:cubicBezTo>
                    <a:pt x="966166" y="214042"/>
                    <a:pt x="982581" y="225541"/>
                    <a:pt x="990913" y="242206"/>
                  </a:cubicBezTo>
                  <a:cubicBezTo>
                    <a:pt x="1002246" y="264870"/>
                    <a:pt x="986164" y="292284"/>
                    <a:pt x="964666" y="302034"/>
                  </a:cubicBezTo>
                  <a:lnTo>
                    <a:pt x="964666" y="302034"/>
                  </a:lnTo>
                  <a:close/>
                </a:path>
              </a:pathLst>
            </a:custGeom>
            <a:grpFill/>
            <a:ln w="8332" cap="flat">
              <a:noFill/>
              <a:prstDash val="solid"/>
              <a:miter/>
            </a:ln>
          </p:spPr>
          <p:txBody>
            <a:bodyPr rtlCol="0" anchor="ctr"/>
            <a:lstStyle/>
            <a:p>
              <a:endParaRPr lang="en-US"/>
            </a:p>
          </p:txBody>
        </p:sp>
        <p:sp>
          <p:nvSpPr>
            <p:cNvPr id="2407" name="Freeform: Shape 2406"/>
            <p:cNvSpPr/>
            <p:nvPr/>
          </p:nvSpPr>
          <p:spPr>
            <a:xfrm>
              <a:off x="1741338" y="5637214"/>
              <a:ext cx="144227" cy="70632"/>
            </a:xfrm>
            <a:custGeom>
              <a:avLst/>
              <a:gdLst>
                <a:gd name="connsiteX0" fmla="*/ 139680 w 144227"/>
                <a:gd name="connsiteY0" fmla="*/ 38 h 70632"/>
                <a:gd name="connsiteX1" fmla="*/ 110 w 144227"/>
                <a:gd name="connsiteY1" fmla="*/ 65865 h 70632"/>
                <a:gd name="connsiteX2" fmla="*/ 1610 w 144227"/>
                <a:gd name="connsiteY2" fmla="*/ 66865 h 70632"/>
                <a:gd name="connsiteX3" fmla="*/ 124848 w 144227"/>
                <a:gd name="connsiteY3" fmla="*/ 11120 h 70632"/>
                <a:gd name="connsiteX4" fmla="*/ 87018 w 144227"/>
                <a:gd name="connsiteY4" fmla="*/ 40284 h 70632"/>
                <a:gd name="connsiteX5" fmla="*/ 14942 w 144227"/>
                <a:gd name="connsiteY5" fmla="*/ 64532 h 70632"/>
                <a:gd name="connsiteX6" fmla="*/ 16941 w 144227"/>
                <a:gd name="connsiteY6" fmla="*/ 70531 h 70632"/>
                <a:gd name="connsiteX7" fmla="*/ 93601 w 144227"/>
                <a:gd name="connsiteY7" fmla="*/ 46950 h 70632"/>
                <a:gd name="connsiteX8" fmla="*/ 142347 w 144227"/>
                <a:gd name="connsiteY8" fmla="*/ 7953 h 70632"/>
                <a:gd name="connsiteX9" fmla="*/ 139680 w 144227"/>
                <a:gd name="connsiteY9" fmla="*/ 38 h 70632"/>
                <a:gd name="connsiteX10" fmla="*/ 139680 w 144227"/>
                <a:gd name="connsiteY10" fmla="*/ 38 h 70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4227" h="70632">
                  <a:moveTo>
                    <a:pt x="139680" y="38"/>
                  </a:moveTo>
                  <a:cubicBezTo>
                    <a:pt x="86935" y="7204"/>
                    <a:pt x="28857" y="15953"/>
                    <a:pt x="110" y="65865"/>
                  </a:cubicBezTo>
                  <a:cubicBezTo>
                    <a:pt x="-390" y="66782"/>
                    <a:pt x="943" y="67782"/>
                    <a:pt x="1610" y="66865"/>
                  </a:cubicBezTo>
                  <a:cubicBezTo>
                    <a:pt x="30440" y="27535"/>
                    <a:pt x="79019" y="18369"/>
                    <a:pt x="124848" y="11120"/>
                  </a:cubicBezTo>
                  <a:cubicBezTo>
                    <a:pt x="113266" y="22035"/>
                    <a:pt x="103350" y="34034"/>
                    <a:pt x="87018" y="40284"/>
                  </a:cubicBezTo>
                  <a:cubicBezTo>
                    <a:pt x="63521" y="49367"/>
                    <a:pt x="38773" y="56116"/>
                    <a:pt x="14942" y="64532"/>
                  </a:cubicBezTo>
                  <a:cubicBezTo>
                    <a:pt x="11025" y="65865"/>
                    <a:pt x="13025" y="71448"/>
                    <a:pt x="16941" y="70531"/>
                  </a:cubicBezTo>
                  <a:cubicBezTo>
                    <a:pt x="42439" y="64699"/>
                    <a:pt x="69603" y="57366"/>
                    <a:pt x="93601" y="46950"/>
                  </a:cubicBezTo>
                  <a:cubicBezTo>
                    <a:pt x="114099" y="38034"/>
                    <a:pt x="124349" y="19536"/>
                    <a:pt x="142347" y="7953"/>
                  </a:cubicBezTo>
                  <a:cubicBezTo>
                    <a:pt x="145846" y="5787"/>
                    <a:pt x="144180" y="-546"/>
                    <a:pt x="139680" y="38"/>
                  </a:cubicBezTo>
                  <a:lnTo>
                    <a:pt x="139680" y="38"/>
                  </a:lnTo>
                  <a:close/>
                </a:path>
              </a:pathLst>
            </a:custGeom>
            <a:grpFill/>
            <a:ln w="8332" cap="flat">
              <a:noFill/>
              <a:prstDash val="solid"/>
              <a:miter/>
            </a:ln>
          </p:spPr>
          <p:txBody>
            <a:bodyPr rtlCol="0" anchor="ctr"/>
            <a:lstStyle/>
            <a:p>
              <a:endParaRPr lang="en-US"/>
            </a:p>
          </p:txBody>
        </p:sp>
        <p:sp>
          <p:nvSpPr>
            <p:cNvPr id="2408" name="Freeform: Shape 2407"/>
            <p:cNvSpPr/>
            <p:nvPr/>
          </p:nvSpPr>
          <p:spPr>
            <a:xfrm>
              <a:off x="1870107" y="5667819"/>
              <a:ext cx="180929" cy="82119"/>
            </a:xfrm>
            <a:custGeom>
              <a:avLst/>
              <a:gdLst>
                <a:gd name="connsiteX0" fmla="*/ 173813 w 180929"/>
                <a:gd name="connsiteY0" fmla="*/ 347 h 82119"/>
                <a:gd name="connsiteX1" fmla="*/ 145233 w 180929"/>
                <a:gd name="connsiteY1" fmla="*/ 2930 h 82119"/>
                <a:gd name="connsiteX2" fmla="*/ 115402 w 180929"/>
                <a:gd name="connsiteY2" fmla="*/ 6680 h 82119"/>
                <a:gd name="connsiteX3" fmla="*/ 68989 w 180929"/>
                <a:gd name="connsiteY3" fmla="*/ 20679 h 82119"/>
                <a:gd name="connsiteX4" fmla="*/ 27410 w 180929"/>
                <a:gd name="connsiteY4" fmla="*/ 46343 h 82119"/>
                <a:gd name="connsiteX5" fmla="*/ 3495 w 180929"/>
                <a:gd name="connsiteY5" fmla="*/ 74924 h 82119"/>
                <a:gd name="connsiteX6" fmla="*/ 3495 w 180929"/>
                <a:gd name="connsiteY6" fmla="*/ 75007 h 82119"/>
                <a:gd name="connsiteX7" fmla="*/ 2245 w 180929"/>
                <a:gd name="connsiteY7" fmla="*/ 75424 h 82119"/>
                <a:gd name="connsiteX8" fmla="*/ 3495 w 180929"/>
                <a:gd name="connsiteY8" fmla="*/ 82090 h 82119"/>
                <a:gd name="connsiteX9" fmla="*/ 100903 w 180929"/>
                <a:gd name="connsiteY9" fmla="*/ 61009 h 82119"/>
                <a:gd name="connsiteX10" fmla="*/ 138983 w 180929"/>
                <a:gd name="connsiteY10" fmla="*/ 42177 h 82119"/>
                <a:gd name="connsiteX11" fmla="*/ 156815 w 180929"/>
                <a:gd name="connsiteY11" fmla="*/ 28595 h 82119"/>
                <a:gd name="connsiteX12" fmla="*/ 177396 w 180929"/>
                <a:gd name="connsiteY12" fmla="*/ 10930 h 82119"/>
                <a:gd name="connsiteX13" fmla="*/ 173813 w 180929"/>
                <a:gd name="connsiteY13" fmla="*/ 347 h 82119"/>
                <a:gd name="connsiteX14" fmla="*/ 173813 w 180929"/>
                <a:gd name="connsiteY14" fmla="*/ 347 h 82119"/>
                <a:gd name="connsiteX15" fmla="*/ 141149 w 180929"/>
                <a:gd name="connsiteY15" fmla="*/ 28678 h 82119"/>
                <a:gd name="connsiteX16" fmla="*/ 97904 w 180929"/>
                <a:gd name="connsiteY16" fmla="*/ 51926 h 82119"/>
                <a:gd name="connsiteX17" fmla="*/ 52407 w 180929"/>
                <a:gd name="connsiteY17" fmla="*/ 65758 h 82119"/>
                <a:gd name="connsiteX18" fmla="*/ 10745 w 180929"/>
                <a:gd name="connsiteY18" fmla="*/ 73174 h 82119"/>
                <a:gd name="connsiteX19" fmla="*/ 45075 w 180929"/>
                <a:gd name="connsiteY19" fmla="*/ 45676 h 82119"/>
                <a:gd name="connsiteX20" fmla="*/ 88988 w 180929"/>
                <a:gd name="connsiteY20" fmla="*/ 24928 h 82119"/>
                <a:gd name="connsiteX21" fmla="*/ 134900 w 180929"/>
                <a:gd name="connsiteY21" fmla="*/ 15429 h 82119"/>
                <a:gd name="connsiteX22" fmla="*/ 156398 w 180929"/>
                <a:gd name="connsiteY22" fmla="*/ 14180 h 82119"/>
                <a:gd name="connsiteX23" fmla="*/ 141149 w 180929"/>
                <a:gd name="connsiteY23" fmla="*/ 28678 h 82119"/>
                <a:gd name="connsiteX24" fmla="*/ 141149 w 180929"/>
                <a:gd name="connsiteY24" fmla="*/ 28678 h 82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80929" h="82119">
                  <a:moveTo>
                    <a:pt x="173813" y="347"/>
                  </a:moveTo>
                  <a:cubicBezTo>
                    <a:pt x="165147" y="3264"/>
                    <a:pt x="154315" y="2014"/>
                    <a:pt x="145233" y="2930"/>
                  </a:cubicBezTo>
                  <a:cubicBezTo>
                    <a:pt x="135317" y="4014"/>
                    <a:pt x="125318" y="5097"/>
                    <a:pt x="115402" y="6680"/>
                  </a:cubicBezTo>
                  <a:cubicBezTo>
                    <a:pt x="99403" y="9180"/>
                    <a:pt x="83905" y="14263"/>
                    <a:pt x="68989" y="20679"/>
                  </a:cubicBezTo>
                  <a:cubicBezTo>
                    <a:pt x="53824" y="27262"/>
                    <a:pt x="40075" y="35677"/>
                    <a:pt x="27410" y="46343"/>
                  </a:cubicBezTo>
                  <a:cubicBezTo>
                    <a:pt x="18911" y="53426"/>
                    <a:pt x="5912" y="63592"/>
                    <a:pt x="3495" y="74924"/>
                  </a:cubicBezTo>
                  <a:cubicBezTo>
                    <a:pt x="3495" y="75007"/>
                    <a:pt x="3495" y="75007"/>
                    <a:pt x="3495" y="75007"/>
                  </a:cubicBezTo>
                  <a:cubicBezTo>
                    <a:pt x="3079" y="75174"/>
                    <a:pt x="2662" y="75257"/>
                    <a:pt x="2245" y="75424"/>
                  </a:cubicBezTo>
                  <a:cubicBezTo>
                    <a:pt x="-1338" y="76591"/>
                    <a:pt x="-421" y="82590"/>
                    <a:pt x="3495" y="82090"/>
                  </a:cubicBezTo>
                  <a:cubicBezTo>
                    <a:pt x="36992" y="77757"/>
                    <a:pt x="68906" y="72924"/>
                    <a:pt x="100903" y="61009"/>
                  </a:cubicBezTo>
                  <a:cubicBezTo>
                    <a:pt x="114235" y="56009"/>
                    <a:pt x="126984" y="49926"/>
                    <a:pt x="138983" y="42177"/>
                  </a:cubicBezTo>
                  <a:cubicBezTo>
                    <a:pt x="145316" y="38094"/>
                    <a:pt x="151149" y="33428"/>
                    <a:pt x="156815" y="28595"/>
                  </a:cubicBezTo>
                  <a:cubicBezTo>
                    <a:pt x="162981" y="23345"/>
                    <a:pt x="170064" y="14180"/>
                    <a:pt x="177396" y="10930"/>
                  </a:cubicBezTo>
                  <a:cubicBezTo>
                    <a:pt x="183812" y="8096"/>
                    <a:pt x="180813" y="-1986"/>
                    <a:pt x="173813" y="347"/>
                  </a:cubicBezTo>
                  <a:lnTo>
                    <a:pt x="173813" y="347"/>
                  </a:lnTo>
                  <a:close/>
                  <a:moveTo>
                    <a:pt x="141149" y="28678"/>
                  </a:moveTo>
                  <a:cubicBezTo>
                    <a:pt x="128067" y="38677"/>
                    <a:pt x="113152" y="46093"/>
                    <a:pt x="97904" y="51926"/>
                  </a:cubicBezTo>
                  <a:cubicBezTo>
                    <a:pt x="83072" y="57509"/>
                    <a:pt x="67823" y="62009"/>
                    <a:pt x="52407" y="65758"/>
                  </a:cubicBezTo>
                  <a:cubicBezTo>
                    <a:pt x="38742" y="69091"/>
                    <a:pt x="24410" y="69925"/>
                    <a:pt x="10745" y="73174"/>
                  </a:cubicBezTo>
                  <a:cubicBezTo>
                    <a:pt x="19660" y="62342"/>
                    <a:pt x="33743" y="52843"/>
                    <a:pt x="45075" y="45676"/>
                  </a:cubicBezTo>
                  <a:cubicBezTo>
                    <a:pt x="58824" y="37011"/>
                    <a:pt x="73656" y="30178"/>
                    <a:pt x="88988" y="24928"/>
                  </a:cubicBezTo>
                  <a:cubicBezTo>
                    <a:pt x="103986" y="19762"/>
                    <a:pt x="119235" y="17429"/>
                    <a:pt x="134900" y="15429"/>
                  </a:cubicBezTo>
                  <a:cubicBezTo>
                    <a:pt x="141650" y="14596"/>
                    <a:pt x="149065" y="14596"/>
                    <a:pt x="156398" y="14180"/>
                  </a:cubicBezTo>
                  <a:cubicBezTo>
                    <a:pt x="151232" y="19262"/>
                    <a:pt x="146399" y="24679"/>
                    <a:pt x="141149" y="28678"/>
                  </a:cubicBezTo>
                  <a:lnTo>
                    <a:pt x="141149" y="28678"/>
                  </a:lnTo>
                  <a:close/>
                </a:path>
              </a:pathLst>
            </a:custGeom>
            <a:grpFill/>
            <a:ln w="8332" cap="flat">
              <a:noFill/>
              <a:prstDash val="solid"/>
              <a:miter/>
            </a:ln>
          </p:spPr>
          <p:txBody>
            <a:bodyPr rtlCol="0" anchor="ctr"/>
            <a:lstStyle/>
            <a:p>
              <a:endParaRPr lang="en-US"/>
            </a:p>
          </p:txBody>
        </p:sp>
        <p:sp>
          <p:nvSpPr>
            <p:cNvPr id="2409" name="Freeform: Shape 2408"/>
            <p:cNvSpPr/>
            <p:nvPr/>
          </p:nvSpPr>
          <p:spPr>
            <a:xfrm>
              <a:off x="2029495" y="5705147"/>
              <a:ext cx="166060" cy="80272"/>
            </a:xfrm>
            <a:custGeom>
              <a:avLst/>
              <a:gdLst>
                <a:gd name="connsiteX0" fmla="*/ 161078 w 166060"/>
                <a:gd name="connsiteY0" fmla="*/ 15 h 80272"/>
                <a:gd name="connsiteX1" fmla="*/ 111583 w 166060"/>
                <a:gd name="connsiteY1" fmla="*/ 8431 h 80272"/>
                <a:gd name="connsiteX2" fmla="*/ 63670 w 166060"/>
                <a:gd name="connsiteY2" fmla="*/ 18847 h 80272"/>
                <a:gd name="connsiteX3" fmla="*/ 9 w 166060"/>
                <a:gd name="connsiteY3" fmla="*/ 73675 h 80272"/>
                <a:gd name="connsiteX4" fmla="*/ 3176 w 166060"/>
                <a:gd name="connsiteY4" fmla="*/ 75259 h 80272"/>
                <a:gd name="connsiteX5" fmla="*/ 78752 w 166060"/>
                <a:gd name="connsiteY5" fmla="*/ 25180 h 80272"/>
                <a:gd name="connsiteX6" fmla="*/ 125581 w 166060"/>
                <a:gd name="connsiteY6" fmla="*/ 18514 h 80272"/>
                <a:gd name="connsiteX7" fmla="*/ 144330 w 166060"/>
                <a:gd name="connsiteY7" fmla="*/ 14347 h 80272"/>
                <a:gd name="connsiteX8" fmla="*/ 130248 w 166060"/>
                <a:gd name="connsiteY8" fmla="*/ 23680 h 80272"/>
                <a:gd name="connsiteX9" fmla="*/ 90918 w 166060"/>
                <a:gd name="connsiteY9" fmla="*/ 48844 h 80272"/>
                <a:gd name="connsiteX10" fmla="*/ 6676 w 166060"/>
                <a:gd name="connsiteY10" fmla="*/ 72509 h 80272"/>
                <a:gd name="connsiteX11" fmla="*/ 9175 w 166060"/>
                <a:gd name="connsiteY11" fmla="*/ 80092 h 80272"/>
                <a:gd name="connsiteX12" fmla="*/ 97584 w 166060"/>
                <a:gd name="connsiteY12" fmla="*/ 55177 h 80272"/>
                <a:gd name="connsiteX13" fmla="*/ 137247 w 166060"/>
                <a:gd name="connsiteY13" fmla="*/ 29346 h 80272"/>
                <a:gd name="connsiteX14" fmla="*/ 164995 w 166060"/>
                <a:gd name="connsiteY14" fmla="*/ 8181 h 80272"/>
                <a:gd name="connsiteX15" fmla="*/ 161078 w 166060"/>
                <a:gd name="connsiteY15" fmla="*/ 15 h 80272"/>
                <a:gd name="connsiteX16" fmla="*/ 161078 w 166060"/>
                <a:gd name="connsiteY16" fmla="*/ 15 h 80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060" h="80272">
                  <a:moveTo>
                    <a:pt x="161078" y="15"/>
                  </a:moveTo>
                  <a:cubicBezTo>
                    <a:pt x="144497" y="1182"/>
                    <a:pt x="128498" y="7348"/>
                    <a:pt x="111583" y="8431"/>
                  </a:cubicBezTo>
                  <a:cubicBezTo>
                    <a:pt x="94668" y="9514"/>
                    <a:pt x="79336" y="12097"/>
                    <a:pt x="63670" y="18847"/>
                  </a:cubicBezTo>
                  <a:cubicBezTo>
                    <a:pt x="41089" y="28596"/>
                    <a:pt x="3426" y="45428"/>
                    <a:pt x="9" y="73675"/>
                  </a:cubicBezTo>
                  <a:cubicBezTo>
                    <a:pt x="-157" y="75259"/>
                    <a:pt x="1926" y="76925"/>
                    <a:pt x="3176" y="75259"/>
                  </a:cubicBezTo>
                  <a:cubicBezTo>
                    <a:pt x="21008" y="51428"/>
                    <a:pt x="50755" y="34429"/>
                    <a:pt x="78752" y="25180"/>
                  </a:cubicBezTo>
                  <a:cubicBezTo>
                    <a:pt x="94084" y="20097"/>
                    <a:pt x="109833" y="20763"/>
                    <a:pt x="125581" y="18514"/>
                  </a:cubicBezTo>
                  <a:cubicBezTo>
                    <a:pt x="131998" y="17597"/>
                    <a:pt x="138164" y="16014"/>
                    <a:pt x="144330" y="14347"/>
                  </a:cubicBezTo>
                  <a:cubicBezTo>
                    <a:pt x="139330" y="17847"/>
                    <a:pt x="134081" y="21013"/>
                    <a:pt x="130248" y="23680"/>
                  </a:cubicBezTo>
                  <a:cubicBezTo>
                    <a:pt x="117582" y="32512"/>
                    <a:pt x="104833" y="42095"/>
                    <a:pt x="90918" y="48844"/>
                  </a:cubicBezTo>
                  <a:cubicBezTo>
                    <a:pt x="63920" y="62010"/>
                    <a:pt x="34590" y="63093"/>
                    <a:pt x="6676" y="72509"/>
                  </a:cubicBezTo>
                  <a:cubicBezTo>
                    <a:pt x="1759" y="74175"/>
                    <a:pt x="4259" y="81508"/>
                    <a:pt x="9175" y="80092"/>
                  </a:cubicBezTo>
                  <a:cubicBezTo>
                    <a:pt x="39089" y="71509"/>
                    <a:pt x="69253" y="69509"/>
                    <a:pt x="97584" y="55177"/>
                  </a:cubicBezTo>
                  <a:cubicBezTo>
                    <a:pt x="111499" y="48094"/>
                    <a:pt x="124498" y="38345"/>
                    <a:pt x="137247" y="29346"/>
                  </a:cubicBezTo>
                  <a:cubicBezTo>
                    <a:pt x="145746" y="23346"/>
                    <a:pt x="158912" y="16764"/>
                    <a:pt x="164995" y="8181"/>
                  </a:cubicBezTo>
                  <a:cubicBezTo>
                    <a:pt x="167328" y="4932"/>
                    <a:pt x="165745" y="-318"/>
                    <a:pt x="161078" y="15"/>
                  </a:cubicBezTo>
                  <a:lnTo>
                    <a:pt x="161078" y="15"/>
                  </a:lnTo>
                  <a:close/>
                </a:path>
              </a:pathLst>
            </a:custGeom>
            <a:grpFill/>
            <a:ln w="8332" cap="flat">
              <a:noFill/>
              <a:prstDash val="solid"/>
              <a:miter/>
            </a:ln>
          </p:spPr>
          <p:txBody>
            <a:bodyPr rtlCol="0" anchor="ctr"/>
            <a:lstStyle/>
            <a:p>
              <a:endParaRPr lang="en-US"/>
            </a:p>
          </p:txBody>
        </p:sp>
        <p:sp>
          <p:nvSpPr>
            <p:cNvPr id="2410" name="Freeform: Shape 2409"/>
            <p:cNvSpPr/>
            <p:nvPr/>
          </p:nvSpPr>
          <p:spPr>
            <a:xfrm>
              <a:off x="2186594" y="5740567"/>
              <a:ext cx="161237" cy="81931"/>
            </a:xfrm>
            <a:custGeom>
              <a:avLst/>
              <a:gdLst>
                <a:gd name="connsiteX0" fmla="*/ 158799 w 161237"/>
                <a:gd name="connsiteY0" fmla="*/ 843 h 81931"/>
                <a:gd name="connsiteX1" fmla="*/ 145217 w 161237"/>
                <a:gd name="connsiteY1" fmla="*/ 1592 h 81931"/>
                <a:gd name="connsiteX2" fmla="*/ 110054 w 161237"/>
                <a:gd name="connsiteY2" fmla="*/ 7509 h 81931"/>
                <a:gd name="connsiteX3" fmla="*/ 38894 w 161237"/>
                <a:gd name="connsiteY3" fmla="*/ 24090 h 81931"/>
                <a:gd name="connsiteX4" fmla="*/ 4397 w 161237"/>
                <a:gd name="connsiteY4" fmla="*/ 75336 h 81931"/>
                <a:gd name="connsiteX5" fmla="*/ 8896 w 161237"/>
                <a:gd name="connsiteY5" fmla="*/ 81835 h 81931"/>
                <a:gd name="connsiteX6" fmla="*/ 102055 w 161237"/>
                <a:gd name="connsiteY6" fmla="*/ 57837 h 81931"/>
                <a:gd name="connsiteX7" fmla="*/ 160716 w 161237"/>
                <a:gd name="connsiteY7" fmla="*/ 7009 h 81931"/>
                <a:gd name="connsiteX8" fmla="*/ 158799 w 161237"/>
                <a:gd name="connsiteY8" fmla="*/ 843 h 81931"/>
                <a:gd name="connsiteX9" fmla="*/ 158799 w 161237"/>
                <a:gd name="connsiteY9" fmla="*/ 843 h 81931"/>
                <a:gd name="connsiteX10" fmla="*/ 83390 w 161237"/>
                <a:gd name="connsiteY10" fmla="*/ 55671 h 81931"/>
                <a:gd name="connsiteX11" fmla="*/ 7147 w 161237"/>
                <a:gd name="connsiteY11" fmla="*/ 73836 h 81931"/>
                <a:gd name="connsiteX12" fmla="*/ 19562 w 161237"/>
                <a:gd name="connsiteY12" fmla="*/ 52004 h 81931"/>
                <a:gd name="connsiteX13" fmla="*/ 65891 w 161237"/>
                <a:gd name="connsiteY13" fmla="*/ 25507 h 81931"/>
                <a:gd name="connsiteX14" fmla="*/ 113554 w 161237"/>
                <a:gd name="connsiteY14" fmla="*/ 17841 h 81931"/>
                <a:gd name="connsiteX15" fmla="*/ 138801 w 161237"/>
                <a:gd name="connsiteY15" fmla="*/ 13591 h 81931"/>
                <a:gd name="connsiteX16" fmla="*/ 149967 w 161237"/>
                <a:gd name="connsiteY16" fmla="*/ 9842 h 81931"/>
                <a:gd name="connsiteX17" fmla="*/ 83390 w 161237"/>
                <a:gd name="connsiteY17" fmla="*/ 55671 h 81931"/>
                <a:gd name="connsiteX18" fmla="*/ 83390 w 161237"/>
                <a:gd name="connsiteY18" fmla="*/ 55671 h 81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1237" h="81931">
                  <a:moveTo>
                    <a:pt x="158799" y="843"/>
                  </a:moveTo>
                  <a:cubicBezTo>
                    <a:pt x="154133" y="-991"/>
                    <a:pt x="149884" y="592"/>
                    <a:pt x="145217" y="1592"/>
                  </a:cubicBezTo>
                  <a:cubicBezTo>
                    <a:pt x="133552" y="4009"/>
                    <a:pt x="121720" y="5259"/>
                    <a:pt x="110054" y="7509"/>
                  </a:cubicBezTo>
                  <a:cubicBezTo>
                    <a:pt x="86056" y="12175"/>
                    <a:pt x="60892" y="12342"/>
                    <a:pt x="38894" y="24090"/>
                  </a:cubicBezTo>
                  <a:cubicBezTo>
                    <a:pt x="33811" y="26840"/>
                    <a:pt x="-14602" y="66503"/>
                    <a:pt x="4397" y="75336"/>
                  </a:cubicBezTo>
                  <a:cubicBezTo>
                    <a:pt x="2230" y="77919"/>
                    <a:pt x="4730" y="82669"/>
                    <a:pt x="8896" y="81835"/>
                  </a:cubicBezTo>
                  <a:cubicBezTo>
                    <a:pt x="39977" y="75669"/>
                    <a:pt x="72474" y="69503"/>
                    <a:pt x="102055" y="57837"/>
                  </a:cubicBezTo>
                  <a:cubicBezTo>
                    <a:pt x="125886" y="48421"/>
                    <a:pt x="150634" y="31756"/>
                    <a:pt x="160716" y="7009"/>
                  </a:cubicBezTo>
                  <a:cubicBezTo>
                    <a:pt x="161716" y="4926"/>
                    <a:pt x="161383" y="1843"/>
                    <a:pt x="158799" y="843"/>
                  </a:cubicBezTo>
                  <a:lnTo>
                    <a:pt x="158799" y="843"/>
                  </a:lnTo>
                  <a:close/>
                  <a:moveTo>
                    <a:pt x="83390" y="55671"/>
                  </a:moveTo>
                  <a:cubicBezTo>
                    <a:pt x="58392" y="63254"/>
                    <a:pt x="32144" y="66337"/>
                    <a:pt x="7147" y="73836"/>
                  </a:cubicBezTo>
                  <a:cubicBezTo>
                    <a:pt x="2314" y="69169"/>
                    <a:pt x="16396" y="55338"/>
                    <a:pt x="19562" y="52004"/>
                  </a:cubicBezTo>
                  <a:cubicBezTo>
                    <a:pt x="32144" y="38672"/>
                    <a:pt x="48143" y="29757"/>
                    <a:pt x="65891" y="25507"/>
                  </a:cubicBezTo>
                  <a:cubicBezTo>
                    <a:pt x="81473" y="21758"/>
                    <a:pt x="97722" y="20841"/>
                    <a:pt x="113554" y="17841"/>
                  </a:cubicBezTo>
                  <a:cubicBezTo>
                    <a:pt x="121970" y="16258"/>
                    <a:pt x="130469" y="15341"/>
                    <a:pt x="138801" y="13591"/>
                  </a:cubicBezTo>
                  <a:cubicBezTo>
                    <a:pt x="141384" y="13008"/>
                    <a:pt x="145967" y="10925"/>
                    <a:pt x="149967" y="9842"/>
                  </a:cubicBezTo>
                  <a:cubicBezTo>
                    <a:pt x="139051" y="34756"/>
                    <a:pt x="107304" y="48421"/>
                    <a:pt x="83390" y="55671"/>
                  </a:cubicBezTo>
                  <a:lnTo>
                    <a:pt x="83390" y="55671"/>
                  </a:lnTo>
                  <a:close/>
                </a:path>
              </a:pathLst>
            </a:custGeom>
            <a:grpFill/>
            <a:ln w="8332" cap="flat">
              <a:noFill/>
              <a:prstDash val="solid"/>
              <a:miter/>
            </a:ln>
          </p:spPr>
          <p:txBody>
            <a:bodyPr rtlCol="0" anchor="ctr"/>
            <a:lstStyle/>
            <a:p>
              <a:endParaRPr lang="en-US"/>
            </a:p>
          </p:txBody>
        </p:sp>
        <p:sp>
          <p:nvSpPr>
            <p:cNvPr id="2411" name="Freeform: Shape 2410"/>
            <p:cNvSpPr/>
            <p:nvPr/>
          </p:nvSpPr>
          <p:spPr>
            <a:xfrm>
              <a:off x="2615510" y="5548467"/>
              <a:ext cx="542911" cy="392866"/>
            </a:xfrm>
            <a:custGeom>
              <a:avLst/>
              <a:gdLst>
                <a:gd name="connsiteX0" fmla="*/ 542893 w 542911"/>
                <a:gd name="connsiteY0" fmla="*/ 197025 h 392866"/>
                <a:gd name="connsiteX1" fmla="*/ 515146 w 542911"/>
                <a:gd name="connsiteY1" fmla="*/ 93701 h 392866"/>
                <a:gd name="connsiteX2" fmla="*/ 441569 w 542911"/>
                <a:gd name="connsiteY2" fmla="*/ 20708 h 392866"/>
                <a:gd name="connsiteX3" fmla="*/ 417071 w 542911"/>
                <a:gd name="connsiteY3" fmla="*/ 7292 h 392866"/>
                <a:gd name="connsiteX4" fmla="*/ 416488 w 542911"/>
                <a:gd name="connsiteY4" fmla="*/ 6959 h 392866"/>
                <a:gd name="connsiteX5" fmla="*/ 415488 w 542911"/>
                <a:gd name="connsiteY5" fmla="*/ 6625 h 392866"/>
                <a:gd name="connsiteX6" fmla="*/ 365076 w 542911"/>
                <a:gd name="connsiteY6" fmla="*/ 2709 h 392866"/>
                <a:gd name="connsiteX7" fmla="*/ 334995 w 542911"/>
                <a:gd name="connsiteY7" fmla="*/ 17708 h 392866"/>
                <a:gd name="connsiteX8" fmla="*/ 323330 w 542911"/>
                <a:gd name="connsiteY8" fmla="*/ 52205 h 392866"/>
                <a:gd name="connsiteX9" fmla="*/ 311747 w 542911"/>
                <a:gd name="connsiteY9" fmla="*/ 52955 h 392866"/>
                <a:gd name="connsiteX10" fmla="*/ 271751 w 542911"/>
                <a:gd name="connsiteY10" fmla="*/ 67787 h 392866"/>
                <a:gd name="connsiteX11" fmla="*/ 182342 w 542911"/>
                <a:gd name="connsiteY11" fmla="*/ 112533 h 392866"/>
                <a:gd name="connsiteX12" fmla="*/ 140929 w 542911"/>
                <a:gd name="connsiteY12" fmla="*/ 131781 h 392866"/>
                <a:gd name="connsiteX13" fmla="*/ 98850 w 542911"/>
                <a:gd name="connsiteY13" fmla="*/ 160945 h 392866"/>
                <a:gd name="connsiteX14" fmla="*/ 48771 w 542911"/>
                <a:gd name="connsiteY14" fmla="*/ 185110 h 392866"/>
                <a:gd name="connsiteX15" fmla="*/ 18774 w 542911"/>
                <a:gd name="connsiteY15" fmla="*/ 204191 h 392866"/>
                <a:gd name="connsiteX16" fmla="*/ 17940 w 542911"/>
                <a:gd name="connsiteY16" fmla="*/ 206607 h 392866"/>
                <a:gd name="connsiteX17" fmla="*/ 1525 w 542911"/>
                <a:gd name="connsiteY17" fmla="*/ 237105 h 392866"/>
                <a:gd name="connsiteX18" fmla="*/ 1525 w 542911"/>
                <a:gd name="connsiteY18" fmla="*/ 284017 h 392866"/>
                <a:gd name="connsiteX19" fmla="*/ 525 w 542911"/>
                <a:gd name="connsiteY19" fmla="*/ 334846 h 392866"/>
                <a:gd name="connsiteX20" fmla="*/ 11191 w 542911"/>
                <a:gd name="connsiteY20" fmla="*/ 367676 h 392866"/>
                <a:gd name="connsiteX21" fmla="*/ 51687 w 542911"/>
                <a:gd name="connsiteY21" fmla="*/ 386175 h 392866"/>
                <a:gd name="connsiteX22" fmla="*/ 157261 w 542911"/>
                <a:gd name="connsiteY22" fmla="*/ 392841 h 392866"/>
                <a:gd name="connsiteX23" fmla="*/ 276334 w 542911"/>
                <a:gd name="connsiteY23" fmla="*/ 392007 h 392866"/>
                <a:gd name="connsiteX24" fmla="*/ 388574 w 542911"/>
                <a:gd name="connsiteY24" fmla="*/ 385841 h 392866"/>
                <a:gd name="connsiteX25" fmla="*/ 495064 w 542911"/>
                <a:gd name="connsiteY25" fmla="*/ 371510 h 392866"/>
                <a:gd name="connsiteX26" fmla="*/ 538227 w 542911"/>
                <a:gd name="connsiteY26" fmla="*/ 305932 h 392866"/>
                <a:gd name="connsiteX27" fmla="*/ 542893 w 542911"/>
                <a:gd name="connsiteY27" fmla="*/ 197025 h 392866"/>
                <a:gd name="connsiteX28" fmla="*/ 542893 w 542911"/>
                <a:gd name="connsiteY28" fmla="*/ 197025 h 392866"/>
                <a:gd name="connsiteX29" fmla="*/ 352910 w 542911"/>
                <a:gd name="connsiteY29" fmla="*/ 21291 h 392866"/>
                <a:gd name="connsiteX30" fmla="*/ 398406 w 542911"/>
                <a:gd name="connsiteY30" fmla="*/ 15792 h 392866"/>
                <a:gd name="connsiteX31" fmla="*/ 470150 w 542911"/>
                <a:gd name="connsiteY31" fmla="*/ 63454 h 392866"/>
                <a:gd name="connsiteX32" fmla="*/ 514812 w 542911"/>
                <a:gd name="connsiteY32" fmla="*/ 121449 h 392866"/>
                <a:gd name="connsiteX33" fmla="*/ 513729 w 542911"/>
                <a:gd name="connsiteY33" fmla="*/ 120865 h 392866"/>
                <a:gd name="connsiteX34" fmla="*/ 482982 w 542911"/>
                <a:gd name="connsiteY34" fmla="*/ 117532 h 392866"/>
                <a:gd name="connsiteX35" fmla="*/ 464067 w 542911"/>
                <a:gd name="connsiteY35" fmla="*/ 134864 h 392866"/>
                <a:gd name="connsiteX36" fmla="*/ 461484 w 542911"/>
                <a:gd name="connsiteY36" fmla="*/ 141030 h 392866"/>
                <a:gd name="connsiteX37" fmla="*/ 425404 w 542911"/>
                <a:gd name="connsiteY37" fmla="*/ 108366 h 392866"/>
                <a:gd name="connsiteX38" fmla="*/ 344494 w 542911"/>
                <a:gd name="connsiteY38" fmla="*/ 64287 h 392866"/>
                <a:gd name="connsiteX39" fmla="*/ 334162 w 542911"/>
                <a:gd name="connsiteY39" fmla="*/ 46455 h 392866"/>
                <a:gd name="connsiteX40" fmla="*/ 352910 w 542911"/>
                <a:gd name="connsiteY40" fmla="*/ 21291 h 392866"/>
                <a:gd name="connsiteX41" fmla="*/ 352910 w 542911"/>
                <a:gd name="connsiteY41" fmla="*/ 21291 h 392866"/>
                <a:gd name="connsiteX42" fmla="*/ 95267 w 542911"/>
                <a:gd name="connsiteY42" fmla="*/ 176527 h 392866"/>
                <a:gd name="connsiteX43" fmla="*/ 174343 w 542911"/>
                <a:gd name="connsiteY43" fmla="*/ 130614 h 392866"/>
                <a:gd name="connsiteX44" fmla="*/ 244503 w 542911"/>
                <a:gd name="connsiteY44" fmla="*/ 97618 h 392866"/>
                <a:gd name="connsiteX45" fmla="*/ 281500 w 542911"/>
                <a:gd name="connsiteY45" fmla="*/ 74536 h 392866"/>
                <a:gd name="connsiteX46" fmla="*/ 325746 w 542911"/>
                <a:gd name="connsiteY46" fmla="*/ 59121 h 392866"/>
                <a:gd name="connsiteX47" fmla="*/ 337328 w 542911"/>
                <a:gd name="connsiteY47" fmla="*/ 74703 h 392866"/>
                <a:gd name="connsiteX48" fmla="*/ 373575 w 542911"/>
                <a:gd name="connsiteY48" fmla="*/ 98951 h 392866"/>
                <a:gd name="connsiteX49" fmla="*/ 418821 w 542911"/>
                <a:gd name="connsiteY49" fmla="*/ 119615 h 392866"/>
                <a:gd name="connsiteX50" fmla="*/ 448902 w 542911"/>
                <a:gd name="connsiteY50" fmla="*/ 161445 h 392866"/>
                <a:gd name="connsiteX51" fmla="*/ 427987 w 542911"/>
                <a:gd name="connsiteY51" fmla="*/ 169778 h 392866"/>
                <a:gd name="connsiteX52" fmla="*/ 390657 w 542911"/>
                <a:gd name="connsiteY52" fmla="*/ 174027 h 392866"/>
                <a:gd name="connsiteX53" fmla="*/ 276167 w 542911"/>
                <a:gd name="connsiteY53" fmla="*/ 183193 h 392866"/>
                <a:gd name="connsiteX54" fmla="*/ 161344 w 542911"/>
                <a:gd name="connsiteY54" fmla="*/ 192359 h 392866"/>
                <a:gd name="connsiteX55" fmla="*/ 58354 w 542911"/>
                <a:gd name="connsiteY55" fmla="*/ 195109 h 392866"/>
                <a:gd name="connsiteX56" fmla="*/ 95267 w 542911"/>
                <a:gd name="connsiteY56" fmla="*/ 176527 h 392866"/>
                <a:gd name="connsiteX57" fmla="*/ 95267 w 542911"/>
                <a:gd name="connsiteY57" fmla="*/ 176527 h 392866"/>
                <a:gd name="connsiteX58" fmla="*/ 27440 w 542911"/>
                <a:gd name="connsiteY58" fmla="*/ 218106 h 392866"/>
                <a:gd name="connsiteX59" fmla="*/ 68269 w 542911"/>
                <a:gd name="connsiteY59" fmla="*/ 211107 h 392866"/>
                <a:gd name="connsiteX60" fmla="*/ 117098 w 542911"/>
                <a:gd name="connsiteY60" fmla="*/ 209524 h 392866"/>
                <a:gd name="connsiteX61" fmla="*/ 214589 w 542911"/>
                <a:gd name="connsiteY61" fmla="*/ 202691 h 392866"/>
                <a:gd name="connsiteX62" fmla="*/ 308581 w 542911"/>
                <a:gd name="connsiteY62" fmla="*/ 192109 h 392866"/>
                <a:gd name="connsiteX63" fmla="*/ 405406 w 542911"/>
                <a:gd name="connsiteY63" fmla="*/ 183943 h 392866"/>
                <a:gd name="connsiteX64" fmla="*/ 460067 w 542911"/>
                <a:gd name="connsiteY64" fmla="*/ 165528 h 392866"/>
                <a:gd name="connsiteX65" fmla="*/ 467900 w 542911"/>
                <a:gd name="connsiteY65" fmla="*/ 221689 h 392866"/>
                <a:gd name="connsiteX66" fmla="*/ 467983 w 542911"/>
                <a:gd name="connsiteY66" fmla="*/ 223190 h 392866"/>
                <a:gd name="connsiteX67" fmla="*/ 433986 w 542911"/>
                <a:gd name="connsiteY67" fmla="*/ 223439 h 392866"/>
                <a:gd name="connsiteX68" fmla="*/ 383574 w 542911"/>
                <a:gd name="connsiteY68" fmla="*/ 227022 h 392866"/>
                <a:gd name="connsiteX69" fmla="*/ 254336 w 542911"/>
                <a:gd name="connsiteY69" fmla="*/ 247688 h 392866"/>
                <a:gd name="connsiteX70" fmla="*/ 123764 w 542911"/>
                <a:gd name="connsiteY70" fmla="*/ 235855 h 392866"/>
                <a:gd name="connsiteX71" fmla="*/ 14357 w 542911"/>
                <a:gd name="connsiteY71" fmla="*/ 257603 h 392866"/>
                <a:gd name="connsiteX72" fmla="*/ 27440 w 542911"/>
                <a:gd name="connsiteY72" fmla="*/ 218106 h 392866"/>
                <a:gd name="connsiteX73" fmla="*/ 27440 w 542911"/>
                <a:gd name="connsiteY73" fmla="*/ 218106 h 392866"/>
                <a:gd name="connsiteX74" fmla="*/ 132513 w 542911"/>
                <a:gd name="connsiteY74" fmla="*/ 245521 h 392866"/>
                <a:gd name="connsiteX75" fmla="*/ 257252 w 542911"/>
                <a:gd name="connsiteY75" fmla="*/ 256770 h 392866"/>
                <a:gd name="connsiteX76" fmla="*/ 375325 w 542911"/>
                <a:gd name="connsiteY76" fmla="*/ 234605 h 392866"/>
                <a:gd name="connsiteX77" fmla="*/ 425237 w 542911"/>
                <a:gd name="connsiteY77" fmla="*/ 231105 h 392866"/>
                <a:gd name="connsiteX78" fmla="*/ 468483 w 542911"/>
                <a:gd name="connsiteY78" fmla="*/ 232688 h 392866"/>
                <a:gd name="connsiteX79" fmla="*/ 469233 w 542911"/>
                <a:gd name="connsiteY79" fmla="*/ 260686 h 392866"/>
                <a:gd name="connsiteX80" fmla="*/ 470733 w 542911"/>
                <a:gd name="connsiteY80" fmla="*/ 276435 h 392866"/>
                <a:gd name="connsiteX81" fmla="*/ 357743 w 542911"/>
                <a:gd name="connsiteY81" fmla="*/ 274185 h 392866"/>
                <a:gd name="connsiteX82" fmla="*/ 233588 w 542911"/>
                <a:gd name="connsiteY82" fmla="*/ 302016 h 392866"/>
                <a:gd name="connsiteX83" fmla="*/ 98433 w 542911"/>
                <a:gd name="connsiteY83" fmla="*/ 288517 h 392866"/>
                <a:gd name="connsiteX84" fmla="*/ 49604 w 542911"/>
                <a:gd name="connsiteY84" fmla="*/ 283184 h 392866"/>
                <a:gd name="connsiteX85" fmla="*/ 12274 w 542911"/>
                <a:gd name="connsiteY85" fmla="*/ 298599 h 392866"/>
                <a:gd name="connsiteX86" fmla="*/ 14524 w 542911"/>
                <a:gd name="connsiteY86" fmla="*/ 261269 h 392866"/>
                <a:gd name="connsiteX87" fmla="*/ 132513 w 542911"/>
                <a:gd name="connsiteY87" fmla="*/ 245521 h 392866"/>
                <a:gd name="connsiteX88" fmla="*/ 132513 w 542911"/>
                <a:gd name="connsiteY88" fmla="*/ 245521 h 392866"/>
                <a:gd name="connsiteX89" fmla="*/ 12441 w 542911"/>
                <a:gd name="connsiteY89" fmla="*/ 344762 h 392866"/>
                <a:gd name="connsiteX90" fmla="*/ 11858 w 542911"/>
                <a:gd name="connsiteY90" fmla="*/ 302766 h 392866"/>
                <a:gd name="connsiteX91" fmla="*/ 30606 w 542911"/>
                <a:gd name="connsiteY91" fmla="*/ 296016 h 392866"/>
                <a:gd name="connsiteX92" fmla="*/ 61353 w 542911"/>
                <a:gd name="connsiteY92" fmla="*/ 291434 h 392866"/>
                <a:gd name="connsiteX93" fmla="*/ 122764 w 542911"/>
                <a:gd name="connsiteY93" fmla="*/ 302016 h 392866"/>
                <a:gd name="connsiteX94" fmla="*/ 244420 w 542911"/>
                <a:gd name="connsiteY94" fmla="*/ 310182 h 392866"/>
                <a:gd name="connsiteX95" fmla="*/ 363159 w 542911"/>
                <a:gd name="connsiteY95" fmla="*/ 281518 h 392866"/>
                <a:gd name="connsiteX96" fmla="*/ 471483 w 542911"/>
                <a:gd name="connsiteY96" fmla="*/ 286684 h 392866"/>
                <a:gd name="connsiteX97" fmla="*/ 471233 w 542911"/>
                <a:gd name="connsiteY97" fmla="*/ 294017 h 392866"/>
                <a:gd name="connsiteX98" fmla="*/ 406655 w 542911"/>
                <a:gd name="connsiteY98" fmla="*/ 337929 h 392866"/>
                <a:gd name="connsiteX99" fmla="*/ 325246 w 542911"/>
                <a:gd name="connsiteY99" fmla="*/ 345678 h 392866"/>
                <a:gd name="connsiteX100" fmla="*/ 240254 w 542911"/>
                <a:gd name="connsiteY100" fmla="*/ 348012 h 392866"/>
                <a:gd name="connsiteX101" fmla="*/ 158594 w 542911"/>
                <a:gd name="connsiteY101" fmla="*/ 343512 h 392866"/>
                <a:gd name="connsiteX102" fmla="*/ 80268 w 542911"/>
                <a:gd name="connsiteY102" fmla="*/ 343095 h 392866"/>
                <a:gd name="connsiteX103" fmla="*/ 12441 w 542911"/>
                <a:gd name="connsiteY103" fmla="*/ 344762 h 392866"/>
                <a:gd name="connsiteX104" fmla="*/ 12441 w 542911"/>
                <a:gd name="connsiteY104" fmla="*/ 344762 h 392866"/>
                <a:gd name="connsiteX105" fmla="*/ 527311 w 542911"/>
                <a:gd name="connsiteY105" fmla="*/ 231272 h 392866"/>
                <a:gd name="connsiteX106" fmla="*/ 517312 w 542911"/>
                <a:gd name="connsiteY106" fmla="*/ 325514 h 392866"/>
                <a:gd name="connsiteX107" fmla="*/ 488148 w 542911"/>
                <a:gd name="connsiteY107" fmla="*/ 357761 h 392866"/>
                <a:gd name="connsiteX108" fmla="*/ 436819 w 542911"/>
                <a:gd name="connsiteY108" fmla="*/ 366843 h 392866"/>
                <a:gd name="connsiteX109" fmla="*/ 246503 w 542911"/>
                <a:gd name="connsiteY109" fmla="*/ 380342 h 392866"/>
                <a:gd name="connsiteX110" fmla="*/ 150928 w 542911"/>
                <a:gd name="connsiteY110" fmla="*/ 381425 h 392866"/>
                <a:gd name="connsiteX111" fmla="*/ 51687 w 542911"/>
                <a:gd name="connsiteY111" fmla="*/ 375259 h 392866"/>
                <a:gd name="connsiteX112" fmla="*/ 15024 w 542911"/>
                <a:gd name="connsiteY112" fmla="*/ 353178 h 392866"/>
                <a:gd name="connsiteX113" fmla="*/ 139013 w 542911"/>
                <a:gd name="connsiteY113" fmla="*/ 353178 h 392866"/>
                <a:gd name="connsiteX114" fmla="*/ 283166 w 542911"/>
                <a:gd name="connsiteY114" fmla="*/ 357761 h 392866"/>
                <a:gd name="connsiteX115" fmla="*/ 422904 w 542911"/>
                <a:gd name="connsiteY115" fmla="*/ 344929 h 392866"/>
                <a:gd name="connsiteX116" fmla="*/ 470400 w 542911"/>
                <a:gd name="connsiteY116" fmla="*/ 324847 h 392866"/>
                <a:gd name="connsiteX117" fmla="*/ 481732 w 542911"/>
                <a:gd name="connsiteY117" fmla="*/ 280768 h 392866"/>
                <a:gd name="connsiteX118" fmla="*/ 477982 w 542911"/>
                <a:gd name="connsiteY118" fmla="*/ 232855 h 392866"/>
                <a:gd name="connsiteX119" fmla="*/ 477399 w 542911"/>
                <a:gd name="connsiteY119" fmla="*/ 226856 h 392866"/>
                <a:gd name="connsiteX120" fmla="*/ 475483 w 542911"/>
                <a:gd name="connsiteY120" fmla="*/ 211607 h 392866"/>
                <a:gd name="connsiteX121" fmla="*/ 465067 w 542911"/>
                <a:gd name="connsiteY121" fmla="*/ 165695 h 392866"/>
                <a:gd name="connsiteX122" fmla="*/ 479149 w 542911"/>
                <a:gd name="connsiteY122" fmla="*/ 128365 h 392866"/>
                <a:gd name="connsiteX123" fmla="*/ 510813 w 542911"/>
                <a:gd name="connsiteY123" fmla="*/ 125698 h 392866"/>
                <a:gd name="connsiteX124" fmla="*/ 522645 w 542911"/>
                <a:gd name="connsiteY124" fmla="*/ 143780 h 392866"/>
                <a:gd name="connsiteX125" fmla="*/ 527311 w 542911"/>
                <a:gd name="connsiteY125" fmla="*/ 231272 h 392866"/>
                <a:gd name="connsiteX126" fmla="*/ 527311 w 542911"/>
                <a:gd name="connsiteY126" fmla="*/ 231272 h 392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Lst>
              <a:rect l="l" t="t" r="r" b="b"/>
              <a:pathLst>
                <a:path w="542911" h="392866">
                  <a:moveTo>
                    <a:pt x="542893" y="197025"/>
                  </a:moveTo>
                  <a:cubicBezTo>
                    <a:pt x="542810" y="160695"/>
                    <a:pt x="537810" y="123448"/>
                    <a:pt x="515146" y="93701"/>
                  </a:cubicBezTo>
                  <a:cubicBezTo>
                    <a:pt x="493814" y="65787"/>
                    <a:pt x="470650" y="40373"/>
                    <a:pt x="441569" y="20708"/>
                  </a:cubicBezTo>
                  <a:cubicBezTo>
                    <a:pt x="433986" y="15541"/>
                    <a:pt x="425737" y="10875"/>
                    <a:pt x="417071" y="7292"/>
                  </a:cubicBezTo>
                  <a:cubicBezTo>
                    <a:pt x="416905" y="7209"/>
                    <a:pt x="416738" y="7043"/>
                    <a:pt x="416488" y="6959"/>
                  </a:cubicBezTo>
                  <a:cubicBezTo>
                    <a:pt x="416155" y="6876"/>
                    <a:pt x="415821" y="6709"/>
                    <a:pt x="415488" y="6625"/>
                  </a:cubicBezTo>
                  <a:cubicBezTo>
                    <a:pt x="399239" y="126"/>
                    <a:pt x="381741" y="-2373"/>
                    <a:pt x="365076" y="2709"/>
                  </a:cubicBezTo>
                  <a:cubicBezTo>
                    <a:pt x="354744" y="5209"/>
                    <a:pt x="344744" y="10126"/>
                    <a:pt x="334995" y="17708"/>
                  </a:cubicBezTo>
                  <a:cubicBezTo>
                    <a:pt x="323080" y="27040"/>
                    <a:pt x="320163" y="39956"/>
                    <a:pt x="323330" y="52205"/>
                  </a:cubicBezTo>
                  <a:cubicBezTo>
                    <a:pt x="319497" y="52038"/>
                    <a:pt x="315414" y="52538"/>
                    <a:pt x="311747" y="52955"/>
                  </a:cubicBezTo>
                  <a:cubicBezTo>
                    <a:pt x="296832" y="54538"/>
                    <a:pt x="284666" y="60787"/>
                    <a:pt x="271751" y="67787"/>
                  </a:cubicBezTo>
                  <a:cubicBezTo>
                    <a:pt x="242254" y="83536"/>
                    <a:pt x="213923" y="101201"/>
                    <a:pt x="182342" y="112533"/>
                  </a:cubicBezTo>
                  <a:cubicBezTo>
                    <a:pt x="167927" y="117782"/>
                    <a:pt x="153511" y="122865"/>
                    <a:pt x="140929" y="131781"/>
                  </a:cubicBezTo>
                  <a:cubicBezTo>
                    <a:pt x="126930" y="141780"/>
                    <a:pt x="113765" y="152279"/>
                    <a:pt x="98850" y="160945"/>
                  </a:cubicBezTo>
                  <a:cubicBezTo>
                    <a:pt x="82601" y="170444"/>
                    <a:pt x="66603" y="178860"/>
                    <a:pt x="48771" y="185110"/>
                  </a:cubicBezTo>
                  <a:cubicBezTo>
                    <a:pt x="36105" y="189526"/>
                    <a:pt x="27690" y="193859"/>
                    <a:pt x="18774" y="204191"/>
                  </a:cubicBezTo>
                  <a:cubicBezTo>
                    <a:pt x="18107" y="204941"/>
                    <a:pt x="17940" y="205774"/>
                    <a:pt x="17940" y="206607"/>
                  </a:cubicBezTo>
                  <a:cubicBezTo>
                    <a:pt x="8608" y="213191"/>
                    <a:pt x="2359" y="223023"/>
                    <a:pt x="1525" y="237105"/>
                  </a:cubicBezTo>
                  <a:cubicBezTo>
                    <a:pt x="609" y="252687"/>
                    <a:pt x="2025" y="268352"/>
                    <a:pt x="1525" y="284017"/>
                  </a:cubicBezTo>
                  <a:cubicBezTo>
                    <a:pt x="942" y="301016"/>
                    <a:pt x="-891" y="317848"/>
                    <a:pt x="525" y="334846"/>
                  </a:cubicBezTo>
                  <a:cubicBezTo>
                    <a:pt x="1525" y="346678"/>
                    <a:pt x="3025" y="358344"/>
                    <a:pt x="11191" y="367676"/>
                  </a:cubicBezTo>
                  <a:cubicBezTo>
                    <a:pt x="20773" y="378592"/>
                    <a:pt x="37855" y="383509"/>
                    <a:pt x="51687" y="386175"/>
                  </a:cubicBezTo>
                  <a:cubicBezTo>
                    <a:pt x="85934" y="392674"/>
                    <a:pt x="122431" y="392841"/>
                    <a:pt x="157261" y="392841"/>
                  </a:cubicBezTo>
                  <a:cubicBezTo>
                    <a:pt x="196924" y="392924"/>
                    <a:pt x="236587" y="392841"/>
                    <a:pt x="276334" y="392007"/>
                  </a:cubicBezTo>
                  <a:cubicBezTo>
                    <a:pt x="313914" y="391258"/>
                    <a:pt x="351160" y="389591"/>
                    <a:pt x="388574" y="385841"/>
                  </a:cubicBezTo>
                  <a:cubicBezTo>
                    <a:pt x="423654" y="382258"/>
                    <a:pt x="461067" y="381592"/>
                    <a:pt x="495064" y="371510"/>
                  </a:cubicBezTo>
                  <a:cubicBezTo>
                    <a:pt x="525312" y="362594"/>
                    <a:pt x="534227" y="334846"/>
                    <a:pt x="538227" y="305932"/>
                  </a:cubicBezTo>
                  <a:cubicBezTo>
                    <a:pt x="542977" y="269685"/>
                    <a:pt x="542977" y="233106"/>
                    <a:pt x="542893" y="197025"/>
                  </a:cubicBezTo>
                  <a:lnTo>
                    <a:pt x="542893" y="197025"/>
                  </a:lnTo>
                  <a:close/>
                  <a:moveTo>
                    <a:pt x="352910" y="21291"/>
                  </a:moveTo>
                  <a:cubicBezTo>
                    <a:pt x="366076" y="13125"/>
                    <a:pt x="383658" y="12709"/>
                    <a:pt x="398406" y="15792"/>
                  </a:cubicBezTo>
                  <a:cubicBezTo>
                    <a:pt x="426487" y="21625"/>
                    <a:pt x="450401" y="44039"/>
                    <a:pt x="470150" y="63454"/>
                  </a:cubicBezTo>
                  <a:cubicBezTo>
                    <a:pt x="486732" y="79786"/>
                    <a:pt x="504480" y="99617"/>
                    <a:pt x="514812" y="121449"/>
                  </a:cubicBezTo>
                  <a:cubicBezTo>
                    <a:pt x="514479" y="121282"/>
                    <a:pt x="514146" y="121032"/>
                    <a:pt x="513729" y="120865"/>
                  </a:cubicBezTo>
                  <a:cubicBezTo>
                    <a:pt x="502647" y="115366"/>
                    <a:pt x="494814" y="113116"/>
                    <a:pt x="482982" y="117532"/>
                  </a:cubicBezTo>
                  <a:cubicBezTo>
                    <a:pt x="474316" y="120782"/>
                    <a:pt x="468150" y="126615"/>
                    <a:pt x="464067" y="134864"/>
                  </a:cubicBezTo>
                  <a:cubicBezTo>
                    <a:pt x="463150" y="136697"/>
                    <a:pt x="462317" y="138781"/>
                    <a:pt x="461484" y="141030"/>
                  </a:cubicBezTo>
                  <a:cubicBezTo>
                    <a:pt x="454984" y="126782"/>
                    <a:pt x="437236" y="115699"/>
                    <a:pt x="425404" y="108366"/>
                  </a:cubicBezTo>
                  <a:cubicBezTo>
                    <a:pt x="399239" y="91952"/>
                    <a:pt x="366992" y="87285"/>
                    <a:pt x="344494" y="64287"/>
                  </a:cubicBezTo>
                  <a:cubicBezTo>
                    <a:pt x="339912" y="59538"/>
                    <a:pt x="335662" y="53205"/>
                    <a:pt x="334162" y="46455"/>
                  </a:cubicBezTo>
                  <a:cubicBezTo>
                    <a:pt x="335912" y="36373"/>
                    <a:pt x="344161" y="26791"/>
                    <a:pt x="352910" y="21291"/>
                  </a:cubicBezTo>
                  <a:lnTo>
                    <a:pt x="352910" y="21291"/>
                  </a:lnTo>
                  <a:close/>
                  <a:moveTo>
                    <a:pt x="95267" y="176527"/>
                  </a:moveTo>
                  <a:cubicBezTo>
                    <a:pt x="121598" y="160362"/>
                    <a:pt x="144429" y="139530"/>
                    <a:pt x="174343" y="130614"/>
                  </a:cubicBezTo>
                  <a:cubicBezTo>
                    <a:pt x="200591" y="122782"/>
                    <a:pt x="221505" y="112449"/>
                    <a:pt x="244503" y="97618"/>
                  </a:cubicBezTo>
                  <a:cubicBezTo>
                    <a:pt x="256752" y="89702"/>
                    <a:pt x="269168" y="82285"/>
                    <a:pt x="281500" y="74536"/>
                  </a:cubicBezTo>
                  <a:cubicBezTo>
                    <a:pt x="292249" y="67787"/>
                    <a:pt x="310914" y="57371"/>
                    <a:pt x="325746" y="59121"/>
                  </a:cubicBezTo>
                  <a:cubicBezTo>
                    <a:pt x="328413" y="64871"/>
                    <a:pt x="332329" y="70203"/>
                    <a:pt x="337328" y="74703"/>
                  </a:cubicBezTo>
                  <a:cubicBezTo>
                    <a:pt x="348161" y="84452"/>
                    <a:pt x="360576" y="92368"/>
                    <a:pt x="373575" y="98951"/>
                  </a:cubicBezTo>
                  <a:cubicBezTo>
                    <a:pt x="388324" y="106367"/>
                    <a:pt x="404906" y="110866"/>
                    <a:pt x="418821" y="119615"/>
                  </a:cubicBezTo>
                  <a:cubicBezTo>
                    <a:pt x="429903" y="126531"/>
                    <a:pt x="460901" y="145530"/>
                    <a:pt x="448902" y="161445"/>
                  </a:cubicBezTo>
                  <a:cubicBezTo>
                    <a:pt x="444235" y="167694"/>
                    <a:pt x="435070" y="168611"/>
                    <a:pt x="427987" y="169778"/>
                  </a:cubicBezTo>
                  <a:cubicBezTo>
                    <a:pt x="415655" y="171861"/>
                    <a:pt x="403072" y="172944"/>
                    <a:pt x="390657" y="174027"/>
                  </a:cubicBezTo>
                  <a:cubicBezTo>
                    <a:pt x="352494" y="177361"/>
                    <a:pt x="314330" y="178944"/>
                    <a:pt x="276167" y="183193"/>
                  </a:cubicBezTo>
                  <a:cubicBezTo>
                    <a:pt x="237921" y="187443"/>
                    <a:pt x="199757" y="190526"/>
                    <a:pt x="161344" y="192359"/>
                  </a:cubicBezTo>
                  <a:cubicBezTo>
                    <a:pt x="127347" y="194026"/>
                    <a:pt x="92434" y="192192"/>
                    <a:pt x="58354" y="195109"/>
                  </a:cubicBezTo>
                  <a:cubicBezTo>
                    <a:pt x="71519" y="190776"/>
                    <a:pt x="83601" y="183693"/>
                    <a:pt x="95267" y="176527"/>
                  </a:cubicBezTo>
                  <a:lnTo>
                    <a:pt x="95267" y="176527"/>
                  </a:lnTo>
                  <a:close/>
                  <a:moveTo>
                    <a:pt x="27440" y="218106"/>
                  </a:moveTo>
                  <a:cubicBezTo>
                    <a:pt x="39188" y="210941"/>
                    <a:pt x="55104" y="211607"/>
                    <a:pt x="68269" y="211107"/>
                  </a:cubicBezTo>
                  <a:cubicBezTo>
                    <a:pt x="84518" y="210524"/>
                    <a:pt x="100850" y="210357"/>
                    <a:pt x="117098" y="209524"/>
                  </a:cubicBezTo>
                  <a:cubicBezTo>
                    <a:pt x="149595" y="207774"/>
                    <a:pt x="182092" y="205774"/>
                    <a:pt x="214589" y="202691"/>
                  </a:cubicBezTo>
                  <a:cubicBezTo>
                    <a:pt x="245920" y="199692"/>
                    <a:pt x="277167" y="195109"/>
                    <a:pt x="308581" y="192109"/>
                  </a:cubicBezTo>
                  <a:cubicBezTo>
                    <a:pt x="340828" y="189026"/>
                    <a:pt x="373158" y="187693"/>
                    <a:pt x="405406" y="183943"/>
                  </a:cubicBezTo>
                  <a:cubicBezTo>
                    <a:pt x="422737" y="181943"/>
                    <a:pt x="449818" y="181860"/>
                    <a:pt x="460067" y="165528"/>
                  </a:cubicBezTo>
                  <a:cubicBezTo>
                    <a:pt x="464400" y="183943"/>
                    <a:pt x="466733" y="203442"/>
                    <a:pt x="467900" y="221689"/>
                  </a:cubicBezTo>
                  <a:cubicBezTo>
                    <a:pt x="467900" y="222190"/>
                    <a:pt x="467983" y="222690"/>
                    <a:pt x="467983" y="223190"/>
                  </a:cubicBezTo>
                  <a:cubicBezTo>
                    <a:pt x="457234" y="220940"/>
                    <a:pt x="444652" y="223190"/>
                    <a:pt x="433986" y="223439"/>
                  </a:cubicBezTo>
                  <a:cubicBezTo>
                    <a:pt x="417154" y="223773"/>
                    <a:pt x="400156" y="224773"/>
                    <a:pt x="383574" y="227022"/>
                  </a:cubicBezTo>
                  <a:cubicBezTo>
                    <a:pt x="340162" y="232772"/>
                    <a:pt x="298499" y="246104"/>
                    <a:pt x="254336" y="247688"/>
                  </a:cubicBezTo>
                  <a:cubicBezTo>
                    <a:pt x="210090" y="249271"/>
                    <a:pt x="167594" y="238272"/>
                    <a:pt x="123764" y="235855"/>
                  </a:cubicBezTo>
                  <a:cubicBezTo>
                    <a:pt x="84934" y="233688"/>
                    <a:pt x="48604" y="239272"/>
                    <a:pt x="14357" y="257603"/>
                  </a:cubicBezTo>
                  <a:cubicBezTo>
                    <a:pt x="14691" y="243438"/>
                    <a:pt x="14191" y="226273"/>
                    <a:pt x="27440" y="218106"/>
                  </a:cubicBezTo>
                  <a:lnTo>
                    <a:pt x="27440" y="218106"/>
                  </a:lnTo>
                  <a:close/>
                  <a:moveTo>
                    <a:pt x="132513" y="245521"/>
                  </a:moveTo>
                  <a:cubicBezTo>
                    <a:pt x="174343" y="249854"/>
                    <a:pt x="214756" y="258603"/>
                    <a:pt x="257252" y="256770"/>
                  </a:cubicBezTo>
                  <a:cubicBezTo>
                    <a:pt x="297915" y="254937"/>
                    <a:pt x="335245" y="239105"/>
                    <a:pt x="375325" y="234605"/>
                  </a:cubicBezTo>
                  <a:cubicBezTo>
                    <a:pt x="391823" y="232772"/>
                    <a:pt x="408655" y="230772"/>
                    <a:pt x="425237" y="231105"/>
                  </a:cubicBezTo>
                  <a:cubicBezTo>
                    <a:pt x="438819" y="231355"/>
                    <a:pt x="454901" y="229356"/>
                    <a:pt x="468483" y="232688"/>
                  </a:cubicBezTo>
                  <a:cubicBezTo>
                    <a:pt x="468733" y="242021"/>
                    <a:pt x="468733" y="251354"/>
                    <a:pt x="469233" y="260686"/>
                  </a:cubicBezTo>
                  <a:cubicBezTo>
                    <a:pt x="469483" y="265853"/>
                    <a:pt x="470150" y="271185"/>
                    <a:pt x="470733" y="276435"/>
                  </a:cubicBezTo>
                  <a:cubicBezTo>
                    <a:pt x="433236" y="279851"/>
                    <a:pt x="395406" y="270519"/>
                    <a:pt x="357743" y="274185"/>
                  </a:cubicBezTo>
                  <a:cubicBezTo>
                    <a:pt x="315414" y="278351"/>
                    <a:pt x="276500" y="300516"/>
                    <a:pt x="233588" y="302016"/>
                  </a:cubicBezTo>
                  <a:cubicBezTo>
                    <a:pt x="188008" y="303599"/>
                    <a:pt x="143263" y="295766"/>
                    <a:pt x="98433" y="288517"/>
                  </a:cubicBezTo>
                  <a:cubicBezTo>
                    <a:pt x="82351" y="285934"/>
                    <a:pt x="65936" y="280934"/>
                    <a:pt x="49604" y="283184"/>
                  </a:cubicBezTo>
                  <a:cubicBezTo>
                    <a:pt x="34939" y="285267"/>
                    <a:pt x="23440" y="290184"/>
                    <a:pt x="12274" y="298599"/>
                  </a:cubicBezTo>
                  <a:cubicBezTo>
                    <a:pt x="13274" y="286101"/>
                    <a:pt x="14108" y="273768"/>
                    <a:pt x="14524" y="261269"/>
                  </a:cubicBezTo>
                  <a:cubicBezTo>
                    <a:pt x="52437" y="246687"/>
                    <a:pt x="91850" y="241355"/>
                    <a:pt x="132513" y="245521"/>
                  </a:cubicBezTo>
                  <a:lnTo>
                    <a:pt x="132513" y="245521"/>
                  </a:lnTo>
                  <a:close/>
                  <a:moveTo>
                    <a:pt x="12441" y="344762"/>
                  </a:moveTo>
                  <a:cubicBezTo>
                    <a:pt x="9608" y="331263"/>
                    <a:pt x="10691" y="316514"/>
                    <a:pt x="11858" y="302766"/>
                  </a:cubicBezTo>
                  <a:cubicBezTo>
                    <a:pt x="18357" y="301266"/>
                    <a:pt x="24023" y="297849"/>
                    <a:pt x="30606" y="296016"/>
                  </a:cubicBezTo>
                  <a:cubicBezTo>
                    <a:pt x="40522" y="293183"/>
                    <a:pt x="51104" y="291100"/>
                    <a:pt x="61353" y="291434"/>
                  </a:cubicBezTo>
                  <a:cubicBezTo>
                    <a:pt x="81518" y="292100"/>
                    <a:pt x="102849" y="298599"/>
                    <a:pt x="122764" y="302016"/>
                  </a:cubicBezTo>
                  <a:cubicBezTo>
                    <a:pt x="162094" y="308682"/>
                    <a:pt x="204340" y="314931"/>
                    <a:pt x="244420" y="310182"/>
                  </a:cubicBezTo>
                  <a:cubicBezTo>
                    <a:pt x="285083" y="305349"/>
                    <a:pt x="321996" y="284017"/>
                    <a:pt x="363159" y="281518"/>
                  </a:cubicBezTo>
                  <a:cubicBezTo>
                    <a:pt x="399323" y="279268"/>
                    <a:pt x="435319" y="289433"/>
                    <a:pt x="471483" y="286684"/>
                  </a:cubicBezTo>
                  <a:cubicBezTo>
                    <a:pt x="471483" y="289100"/>
                    <a:pt x="471483" y="291600"/>
                    <a:pt x="471233" y="294017"/>
                  </a:cubicBezTo>
                  <a:cubicBezTo>
                    <a:pt x="467567" y="328347"/>
                    <a:pt x="434903" y="333846"/>
                    <a:pt x="406655" y="337929"/>
                  </a:cubicBezTo>
                  <a:cubicBezTo>
                    <a:pt x="379408" y="341846"/>
                    <a:pt x="352577" y="343762"/>
                    <a:pt x="325246" y="345678"/>
                  </a:cubicBezTo>
                  <a:cubicBezTo>
                    <a:pt x="296665" y="347679"/>
                    <a:pt x="269001" y="349678"/>
                    <a:pt x="240254" y="348012"/>
                  </a:cubicBezTo>
                  <a:cubicBezTo>
                    <a:pt x="213006" y="346428"/>
                    <a:pt x="185842" y="345262"/>
                    <a:pt x="158594" y="343512"/>
                  </a:cubicBezTo>
                  <a:cubicBezTo>
                    <a:pt x="132763" y="341929"/>
                    <a:pt x="106099" y="341095"/>
                    <a:pt x="80268" y="343095"/>
                  </a:cubicBezTo>
                  <a:cubicBezTo>
                    <a:pt x="57270" y="344845"/>
                    <a:pt x="35106" y="346178"/>
                    <a:pt x="12441" y="344762"/>
                  </a:cubicBezTo>
                  <a:lnTo>
                    <a:pt x="12441" y="344762"/>
                  </a:lnTo>
                  <a:close/>
                  <a:moveTo>
                    <a:pt x="527311" y="231272"/>
                  </a:moveTo>
                  <a:cubicBezTo>
                    <a:pt x="526811" y="262436"/>
                    <a:pt x="525978" y="295433"/>
                    <a:pt x="517312" y="325514"/>
                  </a:cubicBezTo>
                  <a:cubicBezTo>
                    <a:pt x="512312" y="342845"/>
                    <a:pt x="506063" y="352511"/>
                    <a:pt x="488148" y="357761"/>
                  </a:cubicBezTo>
                  <a:cubicBezTo>
                    <a:pt x="471483" y="362677"/>
                    <a:pt x="454068" y="364927"/>
                    <a:pt x="436819" y="366843"/>
                  </a:cubicBezTo>
                  <a:cubicBezTo>
                    <a:pt x="373325" y="373926"/>
                    <a:pt x="310414" y="378926"/>
                    <a:pt x="246503" y="380342"/>
                  </a:cubicBezTo>
                  <a:cubicBezTo>
                    <a:pt x="214673" y="381092"/>
                    <a:pt x="182842" y="381342"/>
                    <a:pt x="150928" y="381425"/>
                  </a:cubicBezTo>
                  <a:cubicBezTo>
                    <a:pt x="118681" y="381509"/>
                    <a:pt x="83351" y="382342"/>
                    <a:pt x="51687" y="375259"/>
                  </a:cubicBezTo>
                  <a:cubicBezTo>
                    <a:pt x="37022" y="371926"/>
                    <a:pt x="21607" y="366927"/>
                    <a:pt x="15024" y="353178"/>
                  </a:cubicBezTo>
                  <a:cubicBezTo>
                    <a:pt x="56104" y="357011"/>
                    <a:pt x="97683" y="352678"/>
                    <a:pt x="139013" y="353178"/>
                  </a:cubicBezTo>
                  <a:cubicBezTo>
                    <a:pt x="186925" y="353761"/>
                    <a:pt x="235171" y="359927"/>
                    <a:pt x="283166" y="357761"/>
                  </a:cubicBezTo>
                  <a:cubicBezTo>
                    <a:pt x="329912" y="355594"/>
                    <a:pt x="376491" y="351345"/>
                    <a:pt x="422904" y="344929"/>
                  </a:cubicBezTo>
                  <a:cubicBezTo>
                    <a:pt x="439986" y="342595"/>
                    <a:pt x="458567" y="338512"/>
                    <a:pt x="470400" y="324847"/>
                  </a:cubicBezTo>
                  <a:cubicBezTo>
                    <a:pt x="480982" y="312682"/>
                    <a:pt x="483315" y="296266"/>
                    <a:pt x="481732" y="280768"/>
                  </a:cubicBezTo>
                  <a:cubicBezTo>
                    <a:pt x="480149" y="264853"/>
                    <a:pt x="479399" y="248770"/>
                    <a:pt x="477982" y="232855"/>
                  </a:cubicBezTo>
                  <a:cubicBezTo>
                    <a:pt x="479232" y="231105"/>
                    <a:pt x="479315" y="228356"/>
                    <a:pt x="477399" y="226856"/>
                  </a:cubicBezTo>
                  <a:cubicBezTo>
                    <a:pt x="476899" y="221773"/>
                    <a:pt x="476232" y="216690"/>
                    <a:pt x="475483" y="211607"/>
                  </a:cubicBezTo>
                  <a:cubicBezTo>
                    <a:pt x="473149" y="196692"/>
                    <a:pt x="470650" y="180360"/>
                    <a:pt x="465067" y="165695"/>
                  </a:cubicBezTo>
                  <a:cubicBezTo>
                    <a:pt x="473066" y="154363"/>
                    <a:pt x="469733" y="139197"/>
                    <a:pt x="479149" y="128365"/>
                  </a:cubicBezTo>
                  <a:cubicBezTo>
                    <a:pt x="487482" y="118866"/>
                    <a:pt x="500647" y="119282"/>
                    <a:pt x="510813" y="125698"/>
                  </a:cubicBezTo>
                  <a:cubicBezTo>
                    <a:pt x="518229" y="130448"/>
                    <a:pt x="517812" y="137114"/>
                    <a:pt x="522645" y="143780"/>
                  </a:cubicBezTo>
                  <a:cubicBezTo>
                    <a:pt x="529478" y="172277"/>
                    <a:pt x="527811" y="202358"/>
                    <a:pt x="527311" y="231272"/>
                  </a:cubicBezTo>
                  <a:lnTo>
                    <a:pt x="527311" y="231272"/>
                  </a:lnTo>
                  <a:close/>
                </a:path>
              </a:pathLst>
            </a:custGeom>
            <a:grpFill/>
            <a:ln w="8332" cap="flat">
              <a:noFill/>
              <a:prstDash val="solid"/>
              <a:miter/>
            </a:ln>
          </p:spPr>
          <p:txBody>
            <a:bodyPr rtlCol="0" anchor="ctr"/>
            <a:lstStyle/>
            <a:p>
              <a:endParaRPr lang="en-US"/>
            </a:p>
          </p:txBody>
        </p:sp>
        <p:sp>
          <p:nvSpPr>
            <p:cNvPr id="2412" name="Freeform: Shape 2411"/>
            <p:cNvSpPr/>
            <p:nvPr/>
          </p:nvSpPr>
          <p:spPr>
            <a:xfrm>
              <a:off x="2059002" y="6269278"/>
              <a:ext cx="166" cy="499"/>
            </a:xfrm>
            <a:custGeom>
              <a:avLst/>
              <a:gdLst>
                <a:gd name="connsiteX0" fmla="*/ 0 w 166"/>
                <a:gd name="connsiteY0" fmla="*/ 0 h 499"/>
                <a:gd name="connsiteX1" fmla="*/ 167 w 166"/>
                <a:gd name="connsiteY1" fmla="*/ 500 h 499"/>
                <a:gd name="connsiteX2" fmla="*/ 0 w 166"/>
                <a:gd name="connsiteY2" fmla="*/ 0 h 499"/>
                <a:gd name="connsiteX3" fmla="*/ 0 w 166"/>
                <a:gd name="connsiteY3" fmla="*/ 0 h 499"/>
              </a:gdLst>
              <a:ahLst/>
              <a:cxnLst>
                <a:cxn ang="0">
                  <a:pos x="connsiteX0" y="connsiteY0"/>
                </a:cxn>
                <a:cxn ang="0">
                  <a:pos x="connsiteX1" y="connsiteY1"/>
                </a:cxn>
                <a:cxn ang="0">
                  <a:pos x="connsiteX2" y="connsiteY2"/>
                </a:cxn>
                <a:cxn ang="0">
                  <a:pos x="connsiteX3" y="connsiteY3"/>
                </a:cxn>
              </a:cxnLst>
              <a:rect l="l" t="t" r="r" b="b"/>
              <a:pathLst>
                <a:path w="166" h="499">
                  <a:moveTo>
                    <a:pt x="0" y="0"/>
                  </a:moveTo>
                  <a:cubicBezTo>
                    <a:pt x="0" y="83"/>
                    <a:pt x="83" y="167"/>
                    <a:pt x="167" y="500"/>
                  </a:cubicBezTo>
                  <a:cubicBezTo>
                    <a:pt x="83" y="333"/>
                    <a:pt x="83" y="167"/>
                    <a:pt x="0" y="0"/>
                  </a:cubicBezTo>
                  <a:lnTo>
                    <a:pt x="0" y="0"/>
                  </a:lnTo>
                  <a:close/>
                </a:path>
              </a:pathLst>
            </a:custGeom>
            <a:grpFill/>
            <a:ln w="8332" cap="flat">
              <a:noFill/>
              <a:prstDash val="solid"/>
              <a:miter/>
            </a:ln>
          </p:spPr>
          <p:txBody>
            <a:bodyPr rtlCol="0" anchor="ctr"/>
            <a:lstStyle/>
            <a:p>
              <a:endParaRPr lang="en-US"/>
            </a:p>
          </p:txBody>
        </p:sp>
        <p:sp>
          <p:nvSpPr>
            <p:cNvPr id="2413" name="Freeform: Shape 2412"/>
            <p:cNvSpPr/>
            <p:nvPr/>
          </p:nvSpPr>
          <p:spPr>
            <a:xfrm>
              <a:off x="2027585" y="5993684"/>
              <a:ext cx="569137" cy="398781"/>
            </a:xfrm>
            <a:custGeom>
              <a:avLst/>
              <a:gdLst>
                <a:gd name="connsiteX0" fmla="*/ 532039 w 569137"/>
                <a:gd name="connsiteY0" fmla="*/ 107443 h 398781"/>
                <a:gd name="connsiteX1" fmla="*/ 449546 w 569137"/>
                <a:gd name="connsiteY1" fmla="*/ 48031 h 398781"/>
                <a:gd name="connsiteX2" fmla="*/ 398051 w 569137"/>
                <a:gd name="connsiteY2" fmla="*/ 36616 h 398781"/>
                <a:gd name="connsiteX3" fmla="*/ 385719 w 569137"/>
                <a:gd name="connsiteY3" fmla="*/ 36366 h 398781"/>
                <a:gd name="connsiteX4" fmla="*/ 382886 w 569137"/>
                <a:gd name="connsiteY4" fmla="*/ 33200 h 398781"/>
                <a:gd name="connsiteX5" fmla="*/ 143657 w 569137"/>
                <a:gd name="connsiteY5" fmla="*/ 21867 h 398781"/>
                <a:gd name="connsiteX6" fmla="*/ 49916 w 569137"/>
                <a:gd name="connsiteY6" fmla="*/ 91278 h 398781"/>
                <a:gd name="connsiteX7" fmla="*/ 2753 w 569137"/>
                <a:gd name="connsiteY7" fmla="*/ 212683 h 398781"/>
                <a:gd name="connsiteX8" fmla="*/ 1170 w 569137"/>
                <a:gd name="connsiteY8" fmla="*/ 269345 h 398781"/>
                <a:gd name="connsiteX9" fmla="*/ 11003 w 569137"/>
                <a:gd name="connsiteY9" fmla="*/ 334422 h 398781"/>
                <a:gd name="connsiteX10" fmla="*/ 34167 w 569137"/>
                <a:gd name="connsiteY10" fmla="*/ 368003 h 398781"/>
                <a:gd name="connsiteX11" fmla="*/ 43416 w 569137"/>
                <a:gd name="connsiteY11" fmla="*/ 375835 h 398781"/>
                <a:gd name="connsiteX12" fmla="*/ 86246 w 569137"/>
                <a:gd name="connsiteY12" fmla="*/ 394250 h 398781"/>
                <a:gd name="connsiteX13" fmla="*/ 189903 w 569137"/>
                <a:gd name="connsiteY13" fmla="*/ 396500 h 398781"/>
                <a:gd name="connsiteX14" fmla="*/ 394718 w 569137"/>
                <a:gd name="connsiteY14" fmla="*/ 363503 h 398781"/>
                <a:gd name="connsiteX15" fmla="*/ 552370 w 569137"/>
                <a:gd name="connsiteY15" fmla="*/ 274678 h 398781"/>
                <a:gd name="connsiteX16" fmla="*/ 532039 w 569137"/>
                <a:gd name="connsiteY16" fmla="*/ 107443 h 398781"/>
                <a:gd name="connsiteX17" fmla="*/ 532039 w 569137"/>
                <a:gd name="connsiteY17" fmla="*/ 107443 h 398781"/>
                <a:gd name="connsiteX18" fmla="*/ 9586 w 569137"/>
                <a:gd name="connsiteY18" fmla="*/ 272844 h 398781"/>
                <a:gd name="connsiteX19" fmla="*/ 112160 w 569137"/>
                <a:gd name="connsiteY19" fmla="*/ 50781 h 398781"/>
                <a:gd name="connsiteX20" fmla="*/ 243232 w 569137"/>
                <a:gd name="connsiteY20" fmla="*/ 15118 h 398781"/>
                <a:gd name="connsiteX21" fmla="*/ 362971 w 569137"/>
                <a:gd name="connsiteY21" fmla="*/ 39282 h 398781"/>
                <a:gd name="connsiteX22" fmla="*/ 352889 w 569137"/>
                <a:gd name="connsiteY22" fmla="*/ 41449 h 398781"/>
                <a:gd name="connsiteX23" fmla="*/ 311726 w 569137"/>
                <a:gd name="connsiteY23" fmla="*/ 50115 h 398781"/>
                <a:gd name="connsiteX24" fmla="*/ 290727 w 569137"/>
                <a:gd name="connsiteY24" fmla="*/ 43698 h 398781"/>
                <a:gd name="connsiteX25" fmla="*/ 271229 w 569137"/>
                <a:gd name="connsiteY25" fmla="*/ 32116 h 398781"/>
                <a:gd name="connsiteX26" fmla="*/ 250481 w 569137"/>
                <a:gd name="connsiteY26" fmla="*/ 33033 h 398781"/>
                <a:gd name="connsiteX27" fmla="*/ 228816 w 569137"/>
                <a:gd name="connsiteY27" fmla="*/ 45032 h 398781"/>
                <a:gd name="connsiteX28" fmla="*/ 205235 w 569137"/>
                <a:gd name="connsiteY28" fmla="*/ 48115 h 398781"/>
                <a:gd name="connsiteX29" fmla="*/ 187987 w 569137"/>
                <a:gd name="connsiteY29" fmla="*/ 63447 h 398781"/>
                <a:gd name="connsiteX30" fmla="*/ 184987 w 569137"/>
                <a:gd name="connsiteY30" fmla="*/ 61197 h 398781"/>
                <a:gd name="connsiteX31" fmla="*/ 164572 w 569137"/>
                <a:gd name="connsiteY31" fmla="*/ 56864 h 398781"/>
                <a:gd name="connsiteX32" fmla="*/ 150740 w 569137"/>
                <a:gd name="connsiteY32" fmla="*/ 76529 h 398781"/>
                <a:gd name="connsiteX33" fmla="*/ 150073 w 569137"/>
                <a:gd name="connsiteY33" fmla="*/ 76362 h 398781"/>
                <a:gd name="connsiteX34" fmla="*/ 131908 w 569137"/>
                <a:gd name="connsiteY34" fmla="*/ 89611 h 398781"/>
                <a:gd name="connsiteX35" fmla="*/ 131908 w 569137"/>
                <a:gd name="connsiteY35" fmla="*/ 105193 h 398781"/>
                <a:gd name="connsiteX36" fmla="*/ 126992 w 569137"/>
                <a:gd name="connsiteY36" fmla="*/ 102110 h 398781"/>
                <a:gd name="connsiteX37" fmla="*/ 99328 w 569137"/>
                <a:gd name="connsiteY37" fmla="*/ 106276 h 398781"/>
                <a:gd name="connsiteX38" fmla="*/ 95412 w 569137"/>
                <a:gd name="connsiteY38" fmla="*/ 143273 h 398781"/>
                <a:gd name="connsiteX39" fmla="*/ 62498 w 569137"/>
                <a:gd name="connsiteY39" fmla="*/ 212100 h 398781"/>
                <a:gd name="connsiteX40" fmla="*/ 63498 w 569137"/>
                <a:gd name="connsiteY40" fmla="*/ 213100 h 398781"/>
                <a:gd name="connsiteX41" fmla="*/ 47499 w 569137"/>
                <a:gd name="connsiteY41" fmla="*/ 223349 h 398781"/>
                <a:gd name="connsiteX42" fmla="*/ 29001 w 569137"/>
                <a:gd name="connsiteY42" fmla="*/ 255846 h 398781"/>
                <a:gd name="connsiteX43" fmla="*/ 31834 w 569137"/>
                <a:gd name="connsiteY43" fmla="*/ 275427 h 398781"/>
                <a:gd name="connsiteX44" fmla="*/ 36834 w 569137"/>
                <a:gd name="connsiteY44" fmla="*/ 283260 h 398781"/>
                <a:gd name="connsiteX45" fmla="*/ 30251 w 569137"/>
                <a:gd name="connsiteY45" fmla="*/ 289510 h 398781"/>
                <a:gd name="connsiteX46" fmla="*/ 17502 w 569137"/>
                <a:gd name="connsiteY46" fmla="*/ 316090 h 398781"/>
                <a:gd name="connsiteX47" fmla="*/ 9586 w 569137"/>
                <a:gd name="connsiteY47" fmla="*/ 272844 h 398781"/>
                <a:gd name="connsiteX48" fmla="*/ 9586 w 569137"/>
                <a:gd name="connsiteY48" fmla="*/ 272844 h 398781"/>
                <a:gd name="connsiteX49" fmla="*/ 69581 w 569137"/>
                <a:gd name="connsiteY49" fmla="*/ 171520 h 398781"/>
                <a:gd name="connsiteX50" fmla="*/ 97328 w 569137"/>
                <a:gd name="connsiteY50" fmla="*/ 149273 h 398781"/>
                <a:gd name="connsiteX51" fmla="*/ 123826 w 569137"/>
                <a:gd name="connsiteY51" fmla="*/ 169270 h 398781"/>
                <a:gd name="connsiteX52" fmla="*/ 193986 w 569137"/>
                <a:gd name="connsiteY52" fmla="*/ 201434 h 398781"/>
                <a:gd name="connsiteX53" fmla="*/ 191070 w 569137"/>
                <a:gd name="connsiteY53" fmla="*/ 224016 h 398781"/>
                <a:gd name="connsiteX54" fmla="*/ 181487 w 569137"/>
                <a:gd name="connsiteY54" fmla="*/ 211517 h 398781"/>
                <a:gd name="connsiteX55" fmla="*/ 162239 w 569137"/>
                <a:gd name="connsiteY55" fmla="*/ 205018 h 398781"/>
                <a:gd name="connsiteX56" fmla="*/ 126742 w 569137"/>
                <a:gd name="connsiteY56" fmla="*/ 203351 h 398781"/>
                <a:gd name="connsiteX57" fmla="*/ 86246 w 569137"/>
                <a:gd name="connsiteY57" fmla="*/ 196851 h 398781"/>
                <a:gd name="connsiteX58" fmla="*/ 69247 w 569137"/>
                <a:gd name="connsiteY58" fmla="*/ 207767 h 398781"/>
                <a:gd name="connsiteX59" fmla="*/ 69581 w 569137"/>
                <a:gd name="connsiteY59" fmla="*/ 171520 h 398781"/>
                <a:gd name="connsiteX60" fmla="*/ 69581 w 569137"/>
                <a:gd name="connsiteY60" fmla="*/ 171520 h 398781"/>
                <a:gd name="connsiteX61" fmla="*/ 133908 w 569137"/>
                <a:gd name="connsiteY61" fmla="*/ 168521 h 398781"/>
                <a:gd name="connsiteX62" fmla="*/ 104744 w 569137"/>
                <a:gd name="connsiteY62" fmla="*/ 145523 h 398781"/>
                <a:gd name="connsiteX63" fmla="*/ 104661 w 569137"/>
                <a:gd name="connsiteY63" fmla="*/ 145356 h 398781"/>
                <a:gd name="connsiteX64" fmla="*/ 97412 w 569137"/>
                <a:gd name="connsiteY64" fmla="*/ 132690 h 398781"/>
                <a:gd name="connsiteX65" fmla="*/ 107661 w 569137"/>
                <a:gd name="connsiteY65" fmla="*/ 110359 h 398781"/>
                <a:gd name="connsiteX66" fmla="*/ 123409 w 569137"/>
                <a:gd name="connsiteY66" fmla="*/ 109609 h 398781"/>
                <a:gd name="connsiteX67" fmla="*/ 130409 w 569137"/>
                <a:gd name="connsiteY67" fmla="*/ 116942 h 398781"/>
                <a:gd name="connsiteX68" fmla="*/ 136242 w 569137"/>
                <a:gd name="connsiteY68" fmla="*/ 122692 h 398781"/>
                <a:gd name="connsiteX69" fmla="*/ 126326 w 569137"/>
                <a:gd name="connsiteY69" fmla="*/ 131524 h 398781"/>
                <a:gd name="connsiteX70" fmla="*/ 133908 w 569137"/>
                <a:gd name="connsiteY70" fmla="*/ 168521 h 398781"/>
                <a:gd name="connsiteX71" fmla="*/ 133908 w 569137"/>
                <a:gd name="connsiteY71" fmla="*/ 168521 h 398781"/>
                <a:gd name="connsiteX72" fmla="*/ 178654 w 569137"/>
                <a:gd name="connsiteY72" fmla="*/ 188019 h 398781"/>
                <a:gd name="connsiteX73" fmla="*/ 155990 w 569137"/>
                <a:gd name="connsiteY73" fmla="*/ 174770 h 398781"/>
                <a:gd name="connsiteX74" fmla="*/ 134741 w 569137"/>
                <a:gd name="connsiteY74" fmla="*/ 149856 h 398781"/>
                <a:gd name="connsiteX75" fmla="*/ 141658 w 569137"/>
                <a:gd name="connsiteY75" fmla="*/ 131690 h 398781"/>
                <a:gd name="connsiteX76" fmla="*/ 160906 w 569137"/>
                <a:gd name="connsiteY76" fmla="*/ 136523 h 398781"/>
                <a:gd name="connsiteX77" fmla="*/ 194736 w 569137"/>
                <a:gd name="connsiteY77" fmla="*/ 164604 h 398781"/>
                <a:gd name="connsiteX78" fmla="*/ 200986 w 569137"/>
                <a:gd name="connsiteY78" fmla="*/ 168271 h 398781"/>
                <a:gd name="connsiteX79" fmla="*/ 196819 w 569137"/>
                <a:gd name="connsiteY79" fmla="*/ 185769 h 398781"/>
                <a:gd name="connsiteX80" fmla="*/ 195736 w 569137"/>
                <a:gd name="connsiteY80" fmla="*/ 192019 h 398781"/>
                <a:gd name="connsiteX81" fmla="*/ 178654 w 569137"/>
                <a:gd name="connsiteY81" fmla="*/ 188019 h 398781"/>
                <a:gd name="connsiteX82" fmla="*/ 178654 w 569137"/>
                <a:gd name="connsiteY82" fmla="*/ 188019 h 398781"/>
                <a:gd name="connsiteX83" fmla="*/ 146407 w 569137"/>
                <a:gd name="connsiteY83" fmla="*/ 121275 h 398781"/>
                <a:gd name="connsiteX84" fmla="*/ 146074 w 569137"/>
                <a:gd name="connsiteY84" fmla="*/ 120692 h 398781"/>
                <a:gd name="connsiteX85" fmla="*/ 142241 w 569137"/>
                <a:gd name="connsiteY85" fmla="*/ 115942 h 398781"/>
                <a:gd name="connsiteX86" fmla="*/ 138408 w 569137"/>
                <a:gd name="connsiteY86" fmla="*/ 100194 h 398781"/>
                <a:gd name="connsiteX87" fmla="*/ 153240 w 569137"/>
                <a:gd name="connsiteY87" fmla="*/ 86528 h 398781"/>
                <a:gd name="connsiteX88" fmla="*/ 158073 w 569137"/>
                <a:gd name="connsiteY88" fmla="*/ 92528 h 398781"/>
                <a:gd name="connsiteX89" fmla="*/ 174071 w 569137"/>
                <a:gd name="connsiteY89" fmla="*/ 117192 h 398781"/>
                <a:gd name="connsiteX90" fmla="*/ 211151 w 569137"/>
                <a:gd name="connsiteY90" fmla="*/ 140523 h 398781"/>
                <a:gd name="connsiteX91" fmla="*/ 204152 w 569137"/>
                <a:gd name="connsiteY91" fmla="*/ 157688 h 398781"/>
                <a:gd name="connsiteX92" fmla="*/ 146407 w 569137"/>
                <a:gd name="connsiteY92" fmla="*/ 121275 h 398781"/>
                <a:gd name="connsiteX93" fmla="*/ 146407 w 569137"/>
                <a:gd name="connsiteY93" fmla="*/ 121275 h 398781"/>
                <a:gd name="connsiteX94" fmla="*/ 195903 w 569137"/>
                <a:gd name="connsiteY94" fmla="*/ 124191 h 398781"/>
                <a:gd name="connsiteX95" fmla="*/ 176654 w 569137"/>
                <a:gd name="connsiteY95" fmla="*/ 107610 h 398781"/>
                <a:gd name="connsiteX96" fmla="*/ 158406 w 569137"/>
                <a:gd name="connsiteY96" fmla="*/ 81362 h 398781"/>
                <a:gd name="connsiteX97" fmla="*/ 166655 w 569137"/>
                <a:gd name="connsiteY97" fmla="*/ 67196 h 398781"/>
                <a:gd name="connsiteX98" fmla="*/ 182404 w 569137"/>
                <a:gd name="connsiteY98" fmla="*/ 70613 h 398781"/>
                <a:gd name="connsiteX99" fmla="*/ 179654 w 569137"/>
                <a:gd name="connsiteY99" fmla="*/ 72446 h 398781"/>
                <a:gd name="connsiteX100" fmla="*/ 195903 w 569137"/>
                <a:gd name="connsiteY100" fmla="*/ 124191 h 398781"/>
                <a:gd name="connsiteX101" fmla="*/ 195903 w 569137"/>
                <a:gd name="connsiteY101" fmla="*/ 124191 h 398781"/>
                <a:gd name="connsiteX102" fmla="*/ 211068 w 569137"/>
                <a:gd name="connsiteY102" fmla="*/ 130357 h 398781"/>
                <a:gd name="connsiteX103" fmla="*/ 191486 w 569137"/>
                <a:gd name="connsiteY103" fmla="*/ 106693 h 398781"/>
                <a:gd name="connsiteX104" fmla="*/ 185404 w 569137"/>
                <a:gd name="connsiteY104" fmla="*/ 96360 h 398781"/>
                <a:gd name="connsiteX105" fmla="*/ 192736 w 569137"/>
                <a:gd name="connsiteY105" fmla="*/ 77279 h 398781"/>
                <a:gd name="connsiteX106" fmla="*/ 204652 w 569137"/>
                <a:gd name="connsiteY106" fmla="*/ 85112 h 398781"/>
                <a:gd name="connsiteX107" fmla="*/ 221567 w 569137"/>
                <a:gd name="connsiteY107" fmla="*/ 109942 h 398781"/>
                <a:gd name="connsiteX108" fmla="*/ 225317 w 569137"/>
                <a:gd name="connsiteY108" fmla="*/ 115692 h 398781"/>
                <a:gd name="connsiteX109" fmla="*/ 215568 w 569137"/>
                <a:gd name="connsiteY109" fmla="*/ 132024 h 398781"/>
                <a:gd name="connsiteX110" fmla="*/ 211068 w 569137"/>
                <a:gd name="connsiteY110" fmla="*/ 130357 h 398781"/>
                <a:gd name="connsiteX111" fmla="*/ 211068 w 569137"/>
                <a:gd name="connsiteY111" fmla="*/ 130357 h 398781"/>
                <a:gd name="connsiteX112" fmla="*/ 222317 w 569137"/>
                <a:gd name="connsiteY112" fmla="*/ 94027 h 398781"/>
                <a:gd name="connsiteX113" fmla="*/ 206985 w 569137"/>
                <a:gd name="connsiteY113" fmla="*/ 77779 h 398781"/>
                <a:gd name="connsiteX114" fmla="*/ 193819 w 569137"/>
                <a:gd name="connsiteY114" fmla="*/ 70196 h 398781"/>
                <a:gd name="connsiteX115" fmla="*/ 217317 w 569137"/>
                <a:gd name="connsiteY115" fmla="*/ 55281 h 398781"/>
                <a:gd name="connsiteX116" fmla="*/ 234316 w 569137"/>
                <a:gd name="connsiteY116" fmla="*/ 56531 h 398781"/>
                <a:gd name="connsiteX117" fmla="*/ 252231 w 569137"/>
                <a:gd name="connsiteY117" fmla="*/ 48448 h 398781"/>
                <a:gd name="connsiteX118" fmla="*/ 279562 w 569137"/>
                <a:gd name="connsiteY118" fmla="*/ 55614 h 398781"/>
                <a:gd name="connsiteX119" fmla="*/ 297810 w 569137"/>
                <a:gd name="connsiteY119" fmla="*/ 55448 h 398781"/>
                <a:gd name="connsiteX120" fmla="*/ 239316 w 569137"/>
                <a:gd name="connsiteY120" fmla="*/ 97610 h 398781"/>
                <a:gd name="connsiteX121" fmla="*/ 231399 w 569137"/>
                <a:gd name="connsiteY121" fmla="*/ 107359 h 398781"/>
                <a:gd name="connsiteX122" fmla="*/ 222317 w 569137"/>
                <a:gd name="connsiteY122" fmla="*/ 94027 h 398781"/>
                <a:gd name="connsiteX123" fmla="*/ 222317 w 569137"/>
                <a:gd name="connsiteY123" fmla="*/ 94027 h 398781"/>
                <a:gd name="connsiteX124" fmla="*/ 68748 w 569137"/>
                <a:gd name="connsiteY124" fmla="*/ 364836 h 398781"/>
                <a:gd name="connsiteX125" fmla="*/ 37417 w 569137"/>
                <a:gd name="connsiteY125" fmla="*/ 353337 h 398781"/>
                <a:gd name="connsiteX126" fmla="*/ 27501 w 569137"/>
                <a:gd name="connsiteY126" fmla="*/ 333089 h 398781"/>
                <a:gd name="connsiteX127" fmla="*/ 29418 w 569137"/>
                <a:gd name="connsiteY127" fmla="*/ 305842 h 398781"/>
                <a:gd name="connsiteX128" fmla="*/ 43583 w 569137"/>
                <a:gd name="connsiteY128" fmla="*/ 289176 h 398781"/>
                <a:gd name="connsiteX129" fmla="*/ 44500 w 569137"/>
                <a:gd name="connsiteY129" fmla="*/ 277011 h 398781"/>
                <a:gd name="connsiteX130" fmla="*/ 55332 w 569137"/>
                <a:gd name="connsiteY130" fmla="*/ 237181 h 398781"/>
                <a:gd name="connsiteX131" fmla="*/ 75330 w 569137"/>
                <a:gd name="connsiteY131" fmla="*/ 225099 h 398781"/>
                <a:gd name="connsiteX132" fmla="*/ 92745 w 569137"/>
                <a:gd name="connsiteY132" fmla="*/ 209434 h 398781"/>
                <a:gd name="connsiteX133" fmla="*/ 118826 w 569137"/>
                <a:gd name="connsiteY133" fmla="*/ 211517 h 398781"/>
                <a:gd name="connsiteX134" fmla="*/ 134825 w 569137"/>
                <a:gd name="connsiteY134" fmla="*/ 214850 h 398781"/>
                <a:gd name="connsiteX135" fmla="*/ 159906 w 569137"/>
                <a:gd name="connsiteY135" fmla="*/ 213933 h 398781"/>
                <a:gd name="connsiteX136" fmla="*/ 181321 w 569137"/>
                <a:gd name="connsiteY136" fmla="*/ 239597 h 398781"/>
                <a:gd name="connsiteX137" fmla="*/ 188403 w 569137"/>
                <a:gd name="connsiteY137" fmla="*/ 245847 h 398781"/>
                <a:gd name="connsiteX138" fmla="*/ 171655 w 569137"/>
                <a:gd name="connsiteY138" fmla="*/ 305758 h 398781"/>
                <a:gd name="connsiteX139" fmla="*/ 68748 w 569137"/>
                <a:gd name="connsiteY139" fmla="*/ 364836 h 398781"/>
                <a:gd name="connsiteX140" fmla="*/ 68748 w 569137"/>
                <a:gd name="connsiteY140" fmla="*/ 364836 h 398781"/>
                <a:gd name="connsiteX141" fmla="*/ 533622 w 569137"/>
                <a:gd name="connsiteY141" fmla="*/ 269178 h 398781"/>
                <a:gd name="connsiteX142" fmla="*/ 382386 w 569137"/>
                <a:gd name="connsiteY142" fmla="*/ 348671 h 398781"/>
                <a:gd name="connsiteX143" fmla="*/ 203902 w 569137"/>
                <a:gd name="connsiteY143" fmla="*/ 379252 h 398781"/>
                <a:gd name="connsiteX144" fmla="*/ 101078 w 569137"/>
                <a:gd name="connsiteY144" fmla="*/ 382002 h 398781"/>
                <a:gd name="connsiteX145" fmla="*/ 87662 w 569137"/>
                <a:gd name="connsiteY145" fmla="*/ 380251 h 398781"/>
                <a:gd name="connsiteX146" fmla="*/ 89662 w 569137"/>
                <a:gd name="connsiteY146" fmla="*/ 380085 h 398781"/>
                <a:gd name="connsiteX147" fmla="*/ 183654 w 569137"/>
                <a:gd name="connsiteY147" fmla="*/ 319507 h 398781"/>
                <a:gd name="connsiteX148" fmla="*/ 202902 w 569137"/>
                <a:gd name="connsiteY148" fmla="*/ 264762 h 398781"/>
                <a:gd name="connsiteX149" fmla="*/ 211318 w 569137"/>
                <a:gd name="connsiteY149" fmla="*/ 192768 h 398781"/>
                <a:gd name="connsiteX150" fmla="*/ 285561 w 569137"/>
                <a:gd name="connsiteY150" fmla="*/ 76779 h 398781"/>
                <a:gd name="connsiteX151" fmla="*/ 367887 w 569137"/>
                <a:gd name="connsiteY151" fmla="*/ 48782 h 398781"/>
                <a:gd name="connsiteX152" fmla="*/ 505791 w 569137"/>
                <a:gd name="connsiteY152" fmla="*/ 104527 h 398781"/>
                <a:gd name="connsiteX153" fmla="*/ 533622 w 569137"/>
                <a:gd name="connsiteY153" fmla="*/ 269178 h 398781"/>
                <a:gd name="connsiteX154" fmla="*/ 533622 w 569137"/>
                <a:gd name="connsiteY154" fmla="*/ 269178 h 3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Lst>
              <a:rect l="l" t="t" r="r" b="b"/>
              <a:pathLst>
                <a:path w="569137" h="398781">
                  <a:moveTo>
                    <a:pt x="532039" y="107443"/>
                  </a:moveTo>
                  <a:cubicBezTo>
                    <a:pt x="511291" y="80695"/>
                    <a:pt x="481127" y="59864"/>
                    <a:pt x="449546" y="48031"/>
                  </a:cubicBezTo>
                  <a:cubicBezTo>
                    <a:pt x="433215" y="41865"/>
                    <a:pt x="415466" y="38366"/>
                    <a:pt x="398051" y="36616"/>
                  </a:cubicBezTo>
                  <a:cubicBezTo>
                    <a:pt x="393885" y="36199"/>
                    <a:pt x="389802" y="36199"/>
                    <a:pt x="385719" y="36366"/>
                  </a:cubicBezTo>
                  <a:cubicBezTo>
                    <a:pt x="385136" y="35199"/>
                    <a:pt x="384219" y="34116"/>
                    <a:pt x="382886" y="33200"/>
                  </a:cubicBezTo>
                  <a:cubicBezTo>
                    <a:pt x="316392" y="-9047"/>
                    <a:pt x="214651" y="-8880"/>
                    <a:pt x="143657" y="21867"/>
                  </a:cubicBezTo>
                  <a:cubicBezTo>
                    <a:pt x="106911" y="37783"/>
                    <a:pt x="74164" y="58864"/>
                    <a:pt x="49916" y="91278"/>
                  </a:cubicBezTo>
                  <a:cubicBezTo>
                    <a:pt x="22585" y="127941"/>
                    <a:pt x="8920" y="167771"/>
                    <a:pt x="2753" y="212683"/>
                  </a:cubicBezTo>
                  <a:cubicBezTo>
                    <a:pt x="170" y="231598"/>
                    <a:pt x="-1080" y="250347"/>
                    <a:pt x="1170" y="269345"/>
                  </a:cubicBezTo>
                  <a:cubicBezTo>
                    <a:pt x="3670" y="290509"/>
                    <a:pt x="4503" y="314007"/>
                    <a:pt x="11003" y="334422"/>
                  </a:cubicBezTo>
                  <a:cubicBezTo>
                    <a:pt x="15752" y="349337"/>
                    <a:pt x="23835" y="360336"/>
                    <a:pt x="34167" y="368003"/>
                  </a:cubicBezTo>
                  <a:cubicBezTo>
                    <a:pt x="37084" y="370752"/>
                    <a:pt x="40167" y="373419"/>
                    <a:pt x="43416" y="375835"/>
                  </a:cubicBezTo>
                  <a:cubicBezTo>
                    <a:pt x="55999" y="385085"/>
                    <a:pt x="70997" y="391084"/>
                    <a:pt x="86246" y="394250"/>
                  </a:cubicBezTo>
                  <a:cubicBezTo>
                    <a:pt x="119326" y="401083"/>
                    <a:pt x="156323" y="398750"/>
                    <a:pt x="189903" y="396500"/>
                  </a:cubicBezTo>
                  <a:cubicBezTo>
                    <a:pt x="258647" y="392001"/>
                    <a:pt x="327891" y="379835"/>
                    <a:pt x="394718" y="363503"/>
                  </a:cubicBezTo>
                  <a:cubicBezTo>
                    <a:pt x="454379" y="348921"/>
                    <a:pt x="517790" y="330339"/>
                    <a:pt x="552370" y="274678"/>
                  </a:cubicBezTo>
                  <a:cubicBezTo>
                    <a:pt x="584201" y="223432"/>
                    <a:pt x="566952" y="152356"/>
                    <a:pt x="532039" y="107443"/>
                  </a:cubicBezTo>
                  <a:lnTo>
                    <a:pt x="532039" y="107443"/>
                  </a:lnTo>
                  <a:close/>
                  <a:moveTo>
                    <a:pt x="9586" y="272844"/>
                  </a:moveTo>
                  <a:cubicBezTo>
                    <a:pt x="-1746" y="191102"/>
                    <a:pt x="37584" y="91361"/>
                    <a:pt x="112160" y="50781"/>
                  </a:cubicBezTo>
                  <a:cubicBezTo>
                    <a:pt x="153490" y="28283"/>
                    <a:pt x="196069" y="16701"/>
                    <a:pt x="243232" y="15118"/>
                  </a:cubicBezTo>
                  <a:cubicBezTo>
                    <a:pt x="282812" y="13785"/>
                    <a:pt x="326974" y="20284"/>
                    <a:pt x="362971" y="39282"/>
                  </a:cubicBezTo>
                  <a:cubicBezTo>
                    <a:pt x="359638" y="39949"/>
                    <a:pt x="356305" y="40699"/>
                    <a:pt x="352889" y="41449"/>
                  </a:cubicBezTo>
                  <a:cubicBezTo>
                    <a:pt x="338807" y="42949"/>
                    <a:pt x="324974" y="45781"/>
                    <a:pt x="311726" y="50115"/>
                  </a:cubicBezTo>
                  <a:cubicBezTo>
                    <a:pt x="307726" y="43532"/>
                    <a:pt x="298643" y="44449"/>
                    <a:pt x="290727" y="43698"/>
                  </a:cubicBezTo>
                  <a:cubicBezTo>
                    <a:pt x="282562" y="42949"/>
                    <a:pt x="278895" y="35033"/>
                    <a:pt x="271229" y="32116"/>
                  </a:cubicBezTo>
                  <a:cubicBezTo>
                    <a:pt x="264230" y="29450"/>
                    <a:pt x="257314" y="29950"/>
                    <a:pt x="250481" y="33033"/>
                  </a:cubicBezTo>
                  <a:cubicBezTo>
                    <a:pt x="242732" y="36532"/>
                    <a:pt x="237899" y="44198"/>
                    <a:pt x="228816" y="45032"/>
                  </a:cubicBezTo>
                  <a:cubicBezTo>
                    <a:pt x="220400" y="45781"/>
                    <a:pt x="213484" y="44532"/>
                    <a:pt x="205235" y="48115"/>
                  </a:cubicBezTo>
                  <a:cubicBezTo>
                    <a:pt x="198319" y="51114"/>
                    <a:pt x="190236" y="56614"/>
                    <a:pt x="187987" y="63447"/>
                  </a:cubicBezTo>
                  <a:cubicBezTo>
                    <a:pt x="186987" y="62697"/>
                    <a:pt x="185987" y="61947"/>
                    <a:pt x="184987" y="61197"/>
                  </a:cubicBezTo>
                  <a:cubicBezTo>
                    <a:pt x="178654" y="56364"/>
                    <a:pt x="172488" y="53364"/>
                    <a:pt x="164572" y="56864"/>
                  </a:cubicBezTo>
                  <a:cubicBezTo>
                    <a:pt x="159823" y="58947"/>
                    <a:pt x="151990" y="68696"/>
                    <a:pt x="150740" y="76529"/>
                  </a:cubicBezTo>
                  <a:cubicBezTo>
                    <a:pt x="150490" y="76445"/>
                    <a:pt x="150240" y="76362"/>
                    <a:pt x="150073" y="76362"/>
                  </a:cubicBezTo>
                  <a:cubicBezTo>
                    <a:pt x="141158" y="74696"/>
                    <a:pt x="133992" y="81612"/>
                    <a:pt x="131908" y="89611"/>
                  </a:cubicBezTo>
                  <a:cubicBezTo>
                    <a:pt x="130492" y="95027"/>
                    <a:pt x="130659" y="100277"/>
                    <a:pt x="131908" y="105193"/>
                  </a:cubicBezTo>
                  <a:cubicBezTo>
                    <a:pt x="130242" y="103943"/>
                    <a:pt x="128575" y="102860"/>
                    <a:pt x="126992" y="102110"/>
                  </a:cubicBezTo>
                  <a:cubicBezTo>
                    <a:pt x="117826" y="97944"/>
                    <a:pt x="107161" y="100610"/>
                    <a:pt x="99328" y="106276"/>
                  </a:cubicBezTo>
                  <a:cubicBezTo>
                    <a:pt x="86329" y="115775"/>
                    <a:pt x="85913" y="132524"/>
                    <a:pt x="95412" y="143273"/>
                  </a:cubicBezTo>
                  <a:cubicBezTo>
                    <a:pt x="59082" y="141856"/>
                    <a:pt x="47749" y="184769"/>
                    <a:pt x="62498" y="212100"/>
                  </a:cubicBezTo>
                  <a:cubicBezTo>
                    <a:pt x="62748" y="212517"/>
                    <a:pt x="63081" y="212850"/>
                    <a:pt x="63498" y="213100"/>
                  </a:cubicBezTo>
                  <a:cubicBezTo>
                    <a:pt x="58248" y="217516"/>
                    <a:pt x="53666" y="219433"/>
                    <a:pt x="47499" y="223349"/>
                  </a:cubicBezTo>
                  <a:cubicBezTo>
                    <a:pt x="36667" y="230098"/>
                    <a:pt x="29834" y="243264"/>
                    <a:pt x="29001" y="255846"/>
                  </a:cubicBezTo>
                  <a:cubicBezTo>
                    <a:pt x="28584" y="262179"/>
                    <a:pt x="29334" y="269512"/>
                    <a:pt x="31834" y="275427"/>
                  </a:cubicBezTo>
                  <a:cubicBezTo>
                    <a:pt x="31667" y="274761"/>
                    <a:pt x="36251" y="283260"/>
                    <a:pt x="36834" y="283260"/>
                  </a:cubicBezTo>
                  <a:cubicBezTo>
                    <a:pt x="36417" y="284260"/>
                    <a:pt x="32084" y="287677"/>
                    <a:pt x="30251" y="289510"/>
                  </a:cubicBezTo>
                  <a:cubicBezTo>
                    <a:pt x="22168" y="297592"/>
                    <a:pt x="18335" y="306758"/>
                    <a:pt x="17502" y="316090"/>
                  </a:cubicBezTo>
                  <a:cubicBezTo>
                    <a:pt x="13336" y="301842"/>
                    <a:pt x="11419" y="286343"/>
                    <a:pt x="9586" y="272844"/>
                  </a:cubicBezTo>
                  <a:lnTo>
                    <a:pt x="9586" y="272844"/>
                  </a:lnTo>
                  <a:close/>
                  <a:moveTo>
                    <a:pt x="69581" y="171520"/>
                  </a:moveTo>
                  <a:cubicBezTo>
                    <a:pt x="73247" y="159521"/>
                    <a:pt x="83996" y="148606"/>
                    <a:pt x="97328" y="149273"/>
                  </a:cubicBezTo>
                  <a:cubicBezTo>
                    <a:pt x="110244" y="149939"/>
                    <a:pt x="115327" y="162105"/>
                    <a:pt x="123826" y="169270"/>
                  </a:cubicBezTo>
                  <a:cubicBezTo>
                    <a:pt x="141741" y="184519"/>
                    <a:pt x="169572" y="200518"/>
                    <a:pt x="193986" y="201434"/>
                  </a:cubicBezTo>
                  <a:cubicBezTo>
                    <a:pt x="192903" y="208934"/>
                    <a:pt x="191986" y="216517"/>
                    <a:pt x="191070" y="224016"/>
                  </a:cubicBezTo>
                  <a:cubicBezTo>
                    <a:pt x="188403" y="218683"/>
                    <a:pt x="184820" y="213933"/>
                    <a:pt x="181487" y="211517"/>
                  </a:cubicBezTo>
                  <a:cubicBezTo>
                    <a:pt x="176071" y="207601"/>
                    <a:pt x="168655" y="206184"/>
                    <a:pt x="162239" y="205018"/>
                  </a:cubicBezTo>
                  <a:cubicBezTo>
                    <a:pt x="150990" y="202934"/>
                    <a:pt x="136991" y="207184"/>
                    <a:pt x="126742" y="203351"/>
                  </a:cubicBezTo>
                  <a:cubicBezTo>
                    <a:pt x="112577" y="198018"/>
                    <a:pt x="101994" y="190518"/>
                    <a:pt x="86246" y="196851"/>
                  </a:cubicBezTo>
                  <a:cubicBezTo>
                    <a:pt x="79997" y="199351"/>
                    <a:pt x="74330" y="203351"/>
                    <a:pt x="69247" y="207767"/>
                  </a:cubicBezTo>
                  <a:cubicBezTo>
                    <a:pt x="71414" y="195935"/>
                    <a:pt x="65914" y="183686"/>
                    <a:pt x="69581" y="171520"/>
                  </a:cubicBezTo>
                  <a:lnTo>
                    <a:pt x="69581" y="171520"/>
                  </a:lnTo>
                  <a:close/>
                  <a:moveTo>
                    <a:pt x="133908" y="168521"/>
                  </a:moveTo>
                  <a:cubicBezTo>
                    <a:pt x="123159" y="161605"/>
                    <a:pt x="115993" y="150189"/>
                    <a:pt x="104744" y="145523"/>
                  </a:cubicBezTo>
                  <a:cubicBezTo>
                    <a:pt x="104744" y="145439"/>
                    <a:pt x="104744" y="145439"/>
                    <a:pt x="104661" y="145356"/>
                  </a:cubicBezTo>
                  <a:cubicBezTo>
                    <a:pt x="101994" y="141106"/>
                    <a:pt x="98745" y="137774"/>
                    <a:pt x="97412" y="132690"/>
                  </a:cubicBezTo>
                  <a:cubicBezTo>
                    <a:pt x="94745" y="122941"/>
                    <a:pt x="98828" y="114692"/>
                    <a:pt x="107661" y="110359"/>
                  </a:cubicBezTo>
                  <a:cubicBezTo>
                    <a:pt x="112327" y="108110"/>
                    <a:pt x="118743" y="106943"/>
                    <a:pt x="123409" y="109609"/>
                  </a:cubicBezTo>
                  <a:cubicBezTo>
                    <a:pt x="126076" y="111109"/>
                    <a:pt x="128242" y="114776"/>
                    <a:pt x="130409" y="116942"/>
                  </a:cubicBezTo>
                  <a:cubicBezTo>
                    <a:pt x="132325" y="118942"/>
                    <a:pt x="134242" y="120942"/>
                    <a:pt x="136242" y="122692"/>
                  </a:cubicBezTo>
                  <a:cubicBezTo>
                    <a:pt x="132742" y="124275"/>
                    <a:pt x="129409" y="127108"/>
                    <a:pt x="126326" y="131524"/>
                  </a:cubicBezTo>
                  <a:cubicBezTo>
                    <a:pt x="118410" y="143189"/>
                    <a:pt x="125492" y="158355"/>
                    <a:pt x="133908" y="168521"/>
                  </a:cubicBezTo>
                  <a:lnTo>
                    <a:pt x="133908" y="168521"/>
                  </a:lnTo>
                  <a:close/>
                  <a:moveTo>
                    <a:pt x="178654" y="188019"/>
                  </a:moveTo>
                  <a:cubicBezTo>
                    <a:pt x="170988" y="183769"/>
                    <a:pt x="163239" y="179686"/>
                    <a:pt x="155990" y="174770"/>
                  </a:cubicBezTo>
                  <a:cubicBezTo>
                    <a:pt x="148074" y="169437"/>
                    <a:pt x="136908" y="159855"/>
                    <a:pt x="134741" y="149856"/>
                  </a:cubicBezTo>
                  <a:cubicBezTo>
                    <a:pt x="133492" y="144189"/>
                    <a:pt x="136075" y="135107"/>
                    <a:pt x="141658" y="131690"/>
                  </a:cubicBezTo>
                  <a:cubicBezTo>
                    <a:pt x="146990" y="128358"/>
                    <a:pt x="156823" y="133940"/>
                    <a:pt x="160906" y="136523"/>
                  </a:cubicBezTo>
                  <a:cubicBezTo>
                    <a:pt x="173488" y="144523"/>
                    <a:pt x="183237" y="155439"/>
                    <a:pt x="194736" y="164604"/>
                  </a:cubicBezTo>
                  <a:cubicBezTo>
                    <a:pt x="196903" y="166354"/>
                    <a:pt x="198986" y="167604"/>
                    <a:pt x="200986" y="168271"/>
                  </a:cubicBezTo>
                  <a:cubicBezTo>
                    <a:pt x="199319" y="174020"/>
                    <a:pt x="197903" y="179936"/>
                    <a:pt x="196819" y="185769"/>
                  </a:cubicBezTo>
                  <a:cubicBezTo>
                    <a:pt x="196403" y="187852"/>
                    <a:pt x="196069" y="189936"/>
                    <a:pt x="195736" y="192019"/>
                  </a:cubicBezTo>
                  <a:cubicBezTo>
                    <a:pt x="189903" y="191102"/>
                    <a:pt x="184237" y="189685"/>
                    <a:pt x="178654" y="188019"/>
                  </a:cubicBezTo>
                  <a:lnTo>
                    <a:pt x="178654" y="188019"/>
                  </a:lnTo>
                  <a:close/>
                  <a:moveTo>
                    <a:pt x="146407" y="121275"/>
                  </a:moveTo>
                  <a:cubicBezTo>
                    <a:pt x="146324" y="121108"/>
                    <a:pt x="146240" y="120858"/>
                    <a:pt x="146074" y="120692"/>
                  </a:cubicBezTo>
                  <a:cubicBezTo>
                    <a:pt x="144991" y="119275"/>
                    <a:pt x="143657" y="117608"/>
                    <a:pt x="142241" y="115942"/>
                  </a:cubicBezTo>
                  <a:cubicBezTo>
                    <a:pt x="139908" y="111109"/>
                    <a:pt x="138158" y="105443"/>
                    <a:pt x="138408" y="100194"/>
                  </a:cubicBezTo>
                  <a:cubicBezTo>
                    <a:pt x="136658" y="92444"/>
                    <a:pt x="141658" y="87944"/>
                    <a:pt x="153240" y="86528"/>
                  </a:cubicBezTo>
                  <a:cubicBezTo>
                    <a:pt x="155156" y="88278"/>
                    <a:pt x="156740" y="90278"/>
                    <a:pt x="158073" y="92528"/>
                  </a:cubicBezTo>
                  <a:cubicBezTo>
                    <a:pt x="163905" y="100527"/>
                    <a:pt x="167405" y="109693"/>
                    <a:pt x="174071" y="117192"/>
                  </a:cubicBezTo>
                  <a:cubicBezTo>
                    <a:pt x="184237" y="128691"/>
                    <a:pt x="196319" y="137440"/>
                    <a:pt x="211151" y="140523"/>
                  </a:cubicBezTo>
                  <a:cubicBezTo>
                    <a:pt x="208568" y="146106"/>
                    <a:pt x="206152" y="151856"/>
                    <a:pt x="204152" y="157688"/>
                  </a:cubicBezTo>
                  <a:cubicBezTo>
                    <a:pt x="187820" y="148689"/>
                    <a:pt x="165572" y="123275"/>
                    <a:pt x="146407" y="121275"/>
                  </a:cubicBezTo>
                  <a:lnTo>
                    <a:pt x="146407" y="121275"/>
                  </a:lnTo>
                  <a:close/>
                  <a:moveTo>
                    <a:pt x="195903" y="124191"/>
                  </a:moveTo>
                  <a:cubicBezTo>
                    <a:pt x="188570" y="119942"/>
                    <a:pt x="181821" y="113859"/>
                    <a:pt x="176654" y="107610"/>
                  </a:cubicBezTo>
                  <a:cubicBezTo>
                    <a:pt x="171572" y="101360"/>
                    <a:pt x="166072" y="88528"/>
                    <a:pt x="158406" y="81362"/>
                  </a:cubicBezTo>
                  <a:cubicBezTo>
                    <a:pt x="160489" y="76362"/>
                    <a:pt x="162739" y="70946"/>
                    <a:pt x="166655" y="67196"/>
                  </a:cubicBezTo>
                  <a:cubicBezTo>
                    <a:pt x="172321" y="61780"/>
                    <a:pt x="177404" y="66363"/>
                    <a:pt x="182404" y="70613"/>
                  </a:cubicBezTo>
                  <a:cubicBezTo>
                    <a:pt x="181487" y="71113"/>
                    <a:pt x="180571" y="71696"/>
                    <a:pt x="179654" y="72446"/>
                  </a:cubicBezTo>
                  <a:cubicBezTo>
                    <a:pt x="163905" y="86111"/>
                    <a:pt x="180154" y="108859"/>
                    <a:pt x="195903" y="124191"/>
                  </a:cubicBezTo>
                  <a:lnTo>
                    <a:pt x="195903" y="124191"/>
                  </a:lnTo>
                  <a:close/>
                  <a:moveTo>
                    <a:pt x="211068" y="130357"/>
                  </a:moveTo>
                  <a:cubicBezTo>
                    <a:pt x="203819" y="123192"/>
                    <a:pt x="197153" y="115025"/>
                    <a:pt x="191486" y="106693"/>
                  </a:cubicBezTo>
                  <a:cubicBezTo>
                    <a:pt x="189237" y="103443"/>
                    <a:pt x="187070" y="99943"/>
                    <a:pt x="185404" y="96360"/>
                  </a:cubicBezTo>
                  <a:cubicBezTo>
                    <a:pt x="180404" y="88861"/>
                    <a:pt x="182821" y="82528"/>
                    <a:pt x="192736" y="77279"/>
                  </a:cubicBezTo>
                  <a:cubicBezTo>
                    <a:pt x="197319" y="78946"/>
                    <a:pt x="201319" y="81529"/>
                    <a:pt x="204652" y="85112"/>
                  </a:cubicBezTo>
                  <a:cubicBezTo>
                    <a:pt x="211651" y="92028"/>
                    <a:pt x="216651" y="101526"/>
                    <a:pt x="221567" y="109942"/>
                  </a:cubicBezTo>
                  <a:cubicBezTo>
                    <a:pt x="222817" y="112109"/>
                    <a:pt x="223984" y="114025"/>
                    <a:pt x="225317" y="115692"/>
                  </a:cubicBezTo>
                  <a:cubicBezTo>
                    <a:pt x="221817" y="120942"/>
                    <a:pt x="218484" y="126441"/>
                    <a:pt x="215568" y="132024"/>
                  </a:cubicBezTo>
                  <a:cubicBezTo>
                    <a:pt x="214068" y="131441"/>
                    <a:pt x="212568" y="130857"/>
                    <a:pt x="211068" y="130357"/>
                  </a:cubicBezTo>
                  <a:lnTo>
                    <a:pt x="211068" y="130357"/>
                  </a:lnTo>
                  <a:close/>
                  <a:moveTo>
                    <a:pt x="222317" y="94027"/>
                  </a:moveTo>
                  <a:cubicBezTo>
                    <a:pt x="217651" y="87944"/>
                    <a:pt x="212985" y="82445"/>
                    <a:pt x="206985" y="77779"/>
                  </a:cubicBezTo>
                  <a:cubicBezTo>
                    <a:pt x="203235" y="74863"/>
                    <a:pt x="198569" y="71696"/>
                    <a:pt x="193819" y="70196"/>
                  </a:cubicBezTo>
                  <a:cubicBezTo>
                    <a:pt x="195319" y="60781"/>
                    <a:pt x="210068" y="56114"/>
                    <a:pt x="217317" y="55281"/>
                  </a:cubicBezTo>
                  <a:cubicBezTo>
                    <a:pt x="223233" y="54614"/>
                    <a:pt x="228650" y="56864"/>
                    <a:pt x="234316" y="56531"/>
                  </a:cubicBezTo>
                  <a:cubicBezTo>
                    <a:pt x="241982" y="56114"/>
                    <a:pt x="245648" y="51948"/>
                    <a:pt x="252231" y="48448"/>
                  </a:cubicBezTo>
                  <a:cubicBezTo>
                    <a:pt x="263397" y="42532"/>
                    <a:pt x="270063" y="51865"/>
                    <a:pt x="279562" y="55614"/>
                  </a:cubicBezTo>
                  <a:cubicBezTo>
                    <a:pt x="285061" y="57780"/>
                    <a:pt x="291977" y="55114"/>
                    <a:pt x="297810" y="55448"/>
                  </a:cubicBezTo>
                  <a:cubicBezTo>
                    <a:pt x="276312" y="64613"/>
                    <a:pt x="256397" y="78279"/>
                    <a:pt x="239316" y="97610"/>
                  </a:cubicBezTo>
                  <a:cubicBezTo>
                    <a:pt x="236566" y="100693"/>
                    <a:pt x="233983" y="104027"/>
                    <a:pt x="231399" y="107359"/>
                  </a:cubicBezTo>
                  <a:cubicBezTo>
                    <a:pt x="227900" y="103110"/>
                    <a:pt x="224983" y="97527"/>
                    <a:pt x="222317" y="94027"/>
                  </a:cubicBezTo>
                  <a:lnTo>
                    <a:pt x="222317" y="94027"/>
                  </a:lnTo>
                  <a:close/>
                  <a:moveTo>
                    <a:pt x="68748" y="364836"/>
                  </a:moveTo>
                  <a:cubicBezTo>
                    <a:pt x="55249" y="364586"/>
                    <a:pt x="45166" y="360254"/>
                    <a:pt x="37417" y="353337"/>
                  </a:cubicBezTo>
                  <a:cubicBezTo>
                    <a:pt x="33667" y="346838"/>
                    <a:pt x="29584" y="340505"/>
                    <a:pt x="27501" y="333089"/>
                  </a:cubicBezTo>
                  <a:cubicBezTo>
                    <a:pt x="24918" y="323757"/>
                    <a:pt x="25001" y="314674"/>
                    <a:pt x="29418" y="305842"/>
                  </a:cubicBezTo>
                  <a:cubicBezTo>
                    <a:pt x="32917" y="298842"/>
                    <a:pt x="39750" y="295342"/>
                    <a:pt x="43583" y="289176"/>
                  </a:cubicBezTo>
                  <a:cubicBezTo>
                    <a:pt x="47083" y="283677"/>
                    <a:pt x="45833" y="282760"/>
                    <a:pt x="44500" y="277011"/>
                  </a:cubicBezTo>
                  <a:cubicBezTo>
                    <a:pt x="41000" y="262512"/>
                    <a:pt x="39833" y="245681"/>
                    <a:pt x="55332" y="237181"/>
                  </a:cubicBezTo>
                  <a:cubicBezTo>
                    <a:pt x="63248" y="232848"/>
                    <a:pt x="68998" y="232015"/>
                    <a:pt x="75330" y="225099"/>
                  </a:cubicBezTo>
                  <a:cubicBezTo>
                    <a:pt x="80580" y="219433"/>
                    <a:pt x="85246" y="212517"/>
                    <a:pt x="92745" y="209434"/>
                  </a:cubicBezTo>
                  <a:cubicBezTo>
                    <a:pt x="102494" y="205434"/>
                    <a:pt x="109827" y="208517"/>
                    <a:pt x="118826" y="211517"/>
                  </a:cubicBezTo>
                  <a:cubicBezTo>
                    <a:pt x="123826" y="213183"/>
                    <a:pt x="129409" y="214933"/>
                    <a:pt x="134825" y="214850"/>
                  </a:cubicBezTo>
                  <a:cubicBezTo>
                    <a:pt x="144074" y="214600"/>
                    <a:pt x="150407" y="211100"/>
                    <a:pt x="159906" y="213933"/>
                  </a:cubicBezTo>
                  <a:cubicBezTo>
                    <a:pt x="170655" y="217099"/>
                    <a:pt x="180821" y="227599"/>
                    <a:pt x="181321" y="239597"/>
                  </a:cubicBezTo>
                  <a:cubicBezTo>
                    <a:pt x="181487" y="244097"/>
                    <a:pt x="184987" y="246181"/>
                    <a:pt x="188403" y="245847"/>
                  </a:cubicBezTo>
                  <a:cubicBezTo>
                    <a:pt x="185404" y="266262"/>
                    <a:pt x="181154" y="286260"/>
                    <a:pt x="171655" y="305758"/>
                  </a:cubicBezTo>
                  <a:cubicBezTo>
                    <a:pt x="152323" y="345421"/>
                    <a:pt x="112160" y="365753"/>
                    <a:pt x="68748" y="364836"/>
                  </a:cubicBezTo>
                  <a:lnTo>
                    <a:pt x="68748" y="364836"/>
                  </a:lnTo>
                  <a:close/>
                  <a:moveTo>
                    <a:pt x="533622" y="269178"/>
                  </a:moveTo>
                  <a:cubicBezTo>
                    <a:pt x="499375" y="320257"/>
                    <a:pt x="438381" y="335172"/>
                    <a:pt x="382386" y="348671"/>
                  </a:cubicBezTo>
                  <a:cubicBezTo>
                    <a:pt x="323725" y="362837"/>
                    <a:pt x="263980" y="373335"/>
                    <a:pt x="203902" y="379252"/>
                  </a:cubicBezTo>
                  <a:cubicBezTo>
                    <a:pt x="170322" y="382585"/>
                    <a:pt x="134825" y="384834"/>
                    <a:pt x="101078" y="382002"/>
                  </a:cubicBezTo>
                  <a:cubicBezTo>
                    <a:pt x="96662" y="381668"/>
                    <a:pt x="92162" y="381085"/>
                    <a:pt x="87662" y="380251"/>
                  </a:cubicBezTo>
                  <a:cubicBezTo>
                    <a:pt x="88329" y="380168"/>
                    <a:pt x="88996" y="380168"/>
                    <a:pt x="89662" y="380085"/>
                  </a:cubicBezTo>
                  <a:cubicBezTo>
                    <a:pt x="128992" y="375252"/>
                    <a:pt x="164905" y="355170"/>
                    <a:pt x="183654" y="319507"/>
                  </a:cubicBezTo>
                  <a:cubicBezTo>
                    <a:pt x="192486" y="302592"/>
                    <a:pt x="199819" y="283677"/>
                    <a:pt x="202902" y="264762"/>
                  </a:cubicBezTo>
                  <a:cubicBezTo>
                    <a:pt x="206735" y="240931"/>
                    <a:pt x="207402" y="216599"/>
                    <a:pt x="211318" y="192768"/>
                  </a:cubicBezTo>
                  <a:cubicBezTo>
                    <a:pt x="219151" y="144523"/>
                    <a:pt x="245648" y="104360"/>
                    <a:pt x="285561" y="76779"/>
                  </a:cubicBezTo>
                  <a:cubicBezTo>
                    <a:pt x="309643" y="60114"/>
                    <a:pt x="338390" y="51781"/>
                    <a:pt x="367887" y="48782"/>
                  </a:cubicBezTo>
                  <a:cubicBezTo>
                    <a:pt x="418549" y="49448"/>
                    <a:pt x="469795" y="68280"/>
                    <a:pt x="505791" y="104527"/>
                  </a:cubicBezTo>
                  <a:cubicBezTo>
                    <a:pt x="545455" y="144606"/>
                    <a:pt x="567203" y="219266"/>
                    <a:pt x="533622" y="269178"/>
                  </a:cubicBezTo>
                  <a:lnTo>
                    <a:pt x="533622" y="269178"/>
                  </a:lnTo>
                  <a:close/>
                </a:path>
              </a:pathLst>
            </a:custGeom>
            <a:grpFill/>
            <a:ln w="8332" cap="flat">
              <a:noFill/>
              <a:prstDash val="solid"/>
              <a:miter/>
            </a:ln>
          </p:spPr>
          <p:txBody>
            <a:bodyPr rtlCol="0" anchor="ctr"/>
            <a:lstStyle/>
            <a:p>
              <a:endParaRPr lang="en-US"/>
            </a:p>
          </p:txBody>
        </p:sp>
        <p:sp>
          <p:nvSpPr>
            <p:cNvPr id="2414" name="Freeform: Shape 2413"/>
            <p:cNvSpPr/>
            <p:nvPr/>
          </p:nvSpPr>
          <p:spPr>
            <a:xfrm>
              <a:off x="2213382" y="6077849"/>
              <a:ext cx="119725" cy="261554"/>
            </a:xfrm>
            <a:custGeom>
              <a:avLst/>
              <a:gdLst>
                <a:gd name="connsiteX0" fmla="*/ 115846 w 119725"/>
                <a:gd name="connsiteY0" fmla="*/ 447 h 261554"/>
                <a:gd name="connsiteX1" fmla="*/ 45102 w 119725"/>
                <a:gd name="connsiteY1" fmla="*/ 117270 h 261554"/>
                <a:gd name="connsiteX2" fmla="*/ 32853 w 119725"/>
                <a:gd name="connsiteY2" fmla="*/ 189097 h 261554"/>
                <a:gd name="connsiteX3" fmla="*/ 106 w 119725"/>
                <a:gd name="connsiteY3" fmla="*/ 260673 h 261554"/>
                <a:gd name="connsiteX4" fmla="*/ 1023 w 119725"/>
                <a:gd name="connsiteY4" fmla="*/ 261424 h 261554"/>
                <a:gd name="connsiteX5" fmla="*/ 53351 w 119725"/>
                <a:gd name="connsiteY5" fmla="*/ 144684 h 261554"/>
                <a:gd name="connsiteX6" fmla="*/ 119012 w 119725"/>
                <a:gd name="connsiteY6" fmla="*/ 4280 h 261554"/>
                <a:gd name="connsiteX7" fmla="*/ 115846 w 119725"/>
                <a:gd name="connsiteY7" fmla="*/ 447 h 261554"/>
                <a:gd name="connsiteX8" fmla="*/ 115846 w 119725"/>
                <a:gd name="connsiteY8" fmla="*/ 447 h 261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725" h="261554">
                  <a:moveTo>
                    <a:pt x="115846" y="447"/>
                  </a:moveTo>
                  <a:cubicBezTo>
                    <a:pt x="77266" y="29861"/>
                    <a:pt x="52018" y="68941"/>
                    <a:pt x="45102" y="117270"/>
                  </a:cubicBezTo>
                  <a:cubicBezTo>
                    <a:pt x="41602" y="141684"/>
                    <a:pt x="38853" y="165265"/>
                    <a:pt x="32853" y="189097"/>
                  </a:cubicBezTo>
                  <a:cubicBezTo>
                    <a:pt x="26187" y="215428"/>
                    <a:pt x="16188" y="238759"/>
                    <a:pt x="106" y="260673"/>
                  </a:cubicBezTo>
                  <a:cubicBezTo>
                    <a:pt x="-311" y="261173"/>
                    <a:pt x="606" y="261840"/>
                    <a:pt x="1023" y="261424"/>
                  </a:cubicBezTo>
                  <a:cubicBezTo>
                    <a:pt x="30353" y="229093"/>
                    <a:pt x="49102" y="188430"/>
                    <a:pt x="53351" y="144684"/>
                  </a:cubicBezTo>
                  <a:cubicBezTo>
                    <a:pt x="58768" y="89106"/>
                    <a:pt x="75099" y="40943"/>
                    <a:pt x="119012" y="4280"/>
                  </a:cubicBezTo>
                  <a:cubicBezTo>
                    <a:pt x="121095" y="2530"/>
                    <a:pt x="118179" y="-1303"/>
                    <a:pt x="115846" y="447"/>
                  </a:cubicBezTo>
                  <a:lnTo>
                    <a:pt x="115846" y="447"/>
                  </a:lnTo>
                  <a:close/>
                </a:path>
              </a:pathLst>
            </a:custGeom>
            <a:grpFill/>
            <a:ln w="8332" cap="flat">
              <a:noFill/>
              <a:prstDash val="solid"/>
              <a:miter/>
            </a:ln>
          </p:spPr>
          <p:txBody>
            <a:bodyPr rtlCol="0" anchor="ctr"/>
            <a:lstStyle/>
            <a:p>
              <a:endParaRPr lang="en-US"/>
            </a:p>
          </p:txBody>
        </p:sp>
        <p:sp>
          <p:nvSpPr>
            <p:cNvPr id="2415" name="Freeform: Shape 2414"/>
            <p:cNvSpPr/>
            <p:nvPr/>
          </p:nvSpPr>
          <p:spPr>
            <a:xfrm>
              <a:off x="2051501" y="6017797"/>
              <a:ext cx="193950" cy="197101"/>
            </a:xfrm>
            <a:custGeom>
              <a:avLst/>
              <a:gdLst>
                <a:gd name="connsiteX0" fmla="*/ 191401 w 193950"/>
                <a:gd name="connsiteY0" fmla="*/ 4 h 197101"/>
                <a:gd name="connsiteX1" fmla="*/ 64663 w 193950"/>
                <a:gd name="connsiteY1" fmla="*/ 60749 h 197101"/>
                <a:gd name="connsiteX2" fmla="*/ 19916 w 193950"/>
                <a:gd name="connsiteY2" fmla="*/ 123243 h 197101"/>
                <a:gd name="connsiteX3" fmla="*/ 3751 w 193950"/>
                <a:gd name="connsiteY3" fmla="*/ 159656 h 197101"/>
                <a:gd name="connsiteX4" fmla="*/ 2 w 193950"/>
                <a:gd name="connsiteY4" fmla="*/ 195570 h 197101"/>
                <a:gd name="connsiteX5" fmla="*/ 3168 w 193950"/>
                <a:gd name="connsiteY5" fmla="*/ 195570 h 197101"/>
                <a:gd name="connsiteX6" fmla="*/ 192068 w 193950"/>
                <a:gd name="connsiteY6" fmla="*/ 5087 h 197101"/>
                <a:gd name="connsiteX7" fmla="*/ 191401 w 193950"/>
                <a:gd name="connsiteY7" fmla="*/ 4 h 197101"/>
                <a:gd name="connsiteX8" fmla="*/ 191401 w 193950"/>
                <a:gd name="connsiteY8" fmla="*/ 4 h 197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3950" h="197101">
                  <a:moveTo>
                    <a:pt x="191401" y="4"/>
                  </a:moveTo>
                  <a:cubicBezTo>
                    <a:pt x="143822" y="3754"/>
                    <a:pt x="98576" y="27418"/>
                    <a:pt x="64663" y="60749"/>
                  </a:cubicBezTo>
                  <a:cubicBezTo>
                    <a:pt x="46497" y="78664"/>
                    <a:pt x="31999" y="100912"/>
                    <a:pt x="19916" y="123243"/>
                  </a:cubicBezTo>
                  <a:cubicBezTo>
                    <a:pt x="13584" y="134992"/>
                    <a:pt x="7584" y="146824"/>
                    <a:pt x="3751" y="159656"/>
                  </a:cubicBezTo>
                  <a:cubicBezTo>
                    <a:pt x="85" y="171739"/>
                    <a:pt x="418" y="183071"/>
                    <a:pt x="2" y="195570"/>
                  </a:cubicBezTo>
                  <a:cubicBezTo>
                    <a:pt x="-82" y="197653"/>
                    <a:pt x="2918" y="197570"/>
                    <a:pt x="3168" y="195570"/>
                  </a:cubicBezTo>
                  <a:cubicBezTo>
                    <a:pt x="14084" y="103745"/>
                    <a:pt x="102826" y="21169"/>
                    <a:pt x="192068" y="5087"/>
                  </a:cubicBezTo>
                  <a:cubicBezTo>
                    <a:pt x="194984" y="4587"/>
                    <a:pt x="194318" y="-163"/>
                    <a:pt x="191401" y="4"/>
                  </a:cubicBezTo>
                  <a:lnTo>
                    <a:pt x="191401" y="4"/>
                  </a:lnTo>
                  <a:close/>
                </a:path>
              </a:pathLst>
            </a:custGeom>
            <a:grpFill/>
            <a:ln w="8332" cap="flat">
              <a:noFill/>
              <a:prstDash val="solid"/>
              <a:miter/>
            </a:ln>
          </p:spPr>
          <p:txBody>
            <a:bodyPr rtlCol="0" anchor="ctr"/>
            <a:lstStyle/>
            <a:p>
              <a:endParaRPr lang="en-US"/>
            </a:p>
          </p:txBody>
        </p:sp>
        <p:sp>
          <p:nvSpPr>
            <p:cNvPr id="2416" name="Freeform: Shape 2415"/>
            <p:cNvSpPr/>
            <p:nvPr/>
          </p:nvSpPr>
          <p:spPr>
            <a:xfrm>
              <a:off x="2080006" y="6228438"/>
              <a:ext cx="74466" cy="114275"/>
            </a:xfrm>
            <a:custGeom>
              <a:avLst/>
              <a:gdLst>
                <a:gd name="connsiteX0" fmla="*/ 72988 w 74466"/>
                <a:gd name="connsiteY0" fmla="*/ 2344 h 114275"/>
                <a:gd name="connsiteX1" fmla="*/ 29158 w 74466"/>
                <a:gd name="connsiteY1" fmla="*/ 17759 h 114275"/>
                <a:gd name="connsiteX2" fmla="*/ 21659 w 74466"/>
                <a:gd name="connsiteY2" fmla="*/ 38925 h 114275"/>
                <a:gd name="connsiteX3" fmla="*/ 23742 w 74466"/>
                <a:gd name="connsiteY3" fmla="*/ 48674 h 114275"/>
                <a:gd name="connsiteX4" fmla="*/ 26909 w 74466"/>
                <a:gd name="connsiteY4" fmla="*/ 54340 h 114275"/>
                <a:gd name="connsiteX5" fmla="*/ 24909 w 74466"/>
                <a:gd name="connsiteY5" fmla="*/ 55756 h 114275"/>
                <a:gd name="connsiteX6" fmla="*/ 3411 w 74466"/>
                <a:gd name="connsiteY6" fmla="*/ 74921 h 114275"/>
                <a:gd name="connsiteX7" fmla="*/ 911 w 74466"/>
                <a:gd name="connsiteY7" fmla="*/ 96836 h 114275"/>
                <a:gd name="connsiteX8" fmla="*/ 36325 w 74466"/>
                <a:gd name="connsiteY8" fmla="*/ 109501 h 114275"/>
                <a:gd name="connsiteX9" fmla="*/ 33575 w 74466"/>
                <a:gd name="connsiteY9" fmla="*/ 102919 h 114275"/>
                <a:gd name="connsiteX10" fmla="*/ 10077 w 74466"/>
                <a:gd name="connsiteY10" fmla="*/ 82254 h 114275"/>
                <a:gd name="connsiteX11" fmla="*/ 26825 w 74466"/>
                <a:gd name="connsiteY11" fmla="*/ 64006 h 114275"/>
                <a:gd name="connsiteX12" fmla="*/ 37408 w 74466"/>
                <a:gd name="connsiteY12" fmla="*/ 55006 h 114275"/>
                <a:gd name="connsiteX13" fmla="*/ 35741 w 74466"/>
                <a:gd name="connsiteY13" fmla="*/ 51173 h 114275"/>
                <a:gd name="connsiteX14" fmla="*/ 32075 w 74466"/>
                <a:gd name="connsiteY14" fmla="*/ 28509 h 114275"/>
                <a:gd name="connsiteX15" fmla="*/ 71905 w 74466"/>
                <a:gd name="connsiteY15" fmla="*/ 6344 h 114275"/>
                <a:gd name="connsiteX16" fmla="*/ 72988 w 74466"/>
                <a:gd name="connsiteY16" fmla="*/ 2344 h 114275"/>
                <a:gd name="connsiteX17" fmla="*/ 72988 w 74466"/>
                <a:gd name="connsiteY17" fmla="*/ 2344 h 114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4466" h="114275">
                  <a:moveTo>
                    <a:pt x="72988" y="2344"/>
                  </a:moveTo>
                  <a:cubicBezTo>
                    <a:pt x="54573" y="-3572"/>
                    <a:pt x="40574" y="1761"/>
                    <a:pt x="29158" y="17759"/>
                  </a:cubicBezTo>
                  <a:cubicBezTo>
                    <a:pt x="24742" y="23926"/>
                    <a:pt x="21493" y="31175"/>
                    <a:pt x="21659" y="38925"/>
                  </a:cubicBezTo>
                  <a:cubicBezTo>
                    <a:pt x="21743" y="42424"/>
                    <a:pt x="22409" y="45424"/>
                    <a:pt x="23742" y="48674"/>
                  </a:cubicBezTo>
                  <a:cubicBezTo>
                    <a:pt x="24659" y="50673"/>
                    <a:pt x="25742" y="52507"/>
                    <a:pt x="26909" y="54340"/>
                  </a:cubicBezTo>
                  <a:cubicBezTo>
                    <a:pt x="26409" y="54173"/>
                    <a:pt x="25742" y="54590"/>
                    <a:pt x="24909" y="55756"/>
                  </a:cubicBezTo>
                  <a:cubicBezTo>
                    <a:pt x="17826" y="62589"/>
                    <a:pt x="8410" y="65672"/>
                    <a:pt x="3411" y="74921"/>
                  </a:cubicBezTo>
                  <a:cubicBezTo>
                    <a:pt x="-256" y="81671"/>
                    <a:pt x="-756" y="89420"/>
                    <a:pt x="911" y="96836"/>
                  </a:cubicBezTo>
                  <a:cubicBezTo>
                    <a:pt x="5244" y="116667"/>
                    <a:pt x="20743" y="117584"/>
                    <a:pt x="36325" y="109501"/>
                  </a:cubicBezTo>
                  <a:cubicBezTo>
                    <a:pt x="39908" y="107668"/>
                    <a:pt x="37408" y="101669"/>
                    <a:pt x="33575" y="102919"/>
                  </a:cubicBezTo>
                  <a:cubicBezTo>
                    <a:pt x="18493" y="107918"/>
                    <a:pt x="5911" y="96919"/>
                    <a:pt x="10077" y="82254"/>
                  </a:cubicBezTo>
                  <a:cubicBezTo>
                    <a:pt x="12077" y="75421"/>
                    <a:pt x="20826" y="67505"/>
                    <a:pt x="26825" y="64006"/>
                  </a:cubicBezTo>
                  <a:cubicBezTo>
                    <a:pt x="31658" y="61172"/>
                    <a:pt x="37158" y="61339"/>
                    <a:pt x="37408" y="55006"/>
                  </a:cubicBezTo>
                  <a:cubicBezTo>
                    <a:pt x="37491" y="53256"/>
                    <a:pt x="36075" y="52590"/>
                    <a:pt x="35741" y="51173"/>
                  </a:cubicBezTo>
                  <a:cubicBezTo>
                    <a:pt x="33408" y="42757"/>
                    <a:pt x="28742" y="38258"/>
                    <a:pt x="32075" y="28509"/>
                  </a:cubicBezTo>
                  <a:cubicBezTo>
                    <a:pt x="38074" y="10927"/>
                    <a:pt x="54156" y="1511"/>
                    <a:pt x="71905" y="6344"/>
                  </a:cubicBezTo>
                  <a:cubicBezTo>
                    <a:pt x="74488" y="7094"/>
                    <a:pt x="75571" y="3177"/>
                    <a:pt x="72988" y="2344"/>
                  </a:cubicBezTo>
                  <a:lnTo>
                    <a:pt x="72988" y="2344"/>
                  </a:lnTo>
                  <a:close/>
                </a:path>
              </a:pathLst>
            </a:custGeom>
            <a:grpFill/>
            <a:ln w="8332" cap="flat">
              <a:noFill/>
              <a:prstDash val="solid"/>
              <a:miter/>
            </a:ln>
          </p:spPr>
          <p:txBody>
            <a:bodyPr rtlCol="0" anchor="ctr"/>
            <a:lstStyle/>
            <a:p>
              <a:endParaRPr lang="en-US"/>
            </a:p>
          </p:txBody>
        </p:sp>
        <p:sp>
          <p:nvSpPr>
            <p:cNvPr id="2417" name="Freeform: Shape 2416"/>
            <p:cNvSpPr/>
            <p:nvPr/>
          </p:nvSpPr>
          <p:spPr>
            <a:xfrm>
              <a:off x="2125967" y="6272894"/>
              <a:ext cx="29901" cy="39012"/>
            </a:xfrm>
            <a:custGeom>
              <a:avLst/>
              <a:gdLst>
                <a:gd name="connsiteX0" fmla="*/ 25777 w 29901"/>
                <a:gd name="connsiteY0" fmla="*/ 28132 h 39012"/>
                <a:gd name="connsiteX1" fmla="*/ 9945 w 29901"/>
                <a:gd name="connsiteY1" fmla="*/ 26549 h 39012"/>
                <a:gd name="connsiteX2" fmla="*/ 11945 w 29901"/>
                <a:gd name="connsiteY2" fmla="*/ 13800 h 39012"/>
                <a:gd name="connsiteX3" fmla="*/ 19194 w 29901"/>
                <a:gd name="connsiteY3" fmla="*/ 2801 h 39012"/>
                <a:gd name="connsiteX4" fmla="*/ 16278 w 29901"/>
                <a:gd name="connsiteY4" fmla="*/ 551 h 39012"/>
                <a:gd name="connsiteX5" fmla="*/ 1529 w 29901"/>
                <a:gd name="connsiteY5" fmla="*/ 32298 h 39012"/>
                <a:gd name="connsiteX6" fmla="*/ 27943 w 29901"/>
                <a:gd name="connsiteY6" fmla="*/ 35715 h 39012"/>
                <a:gd name="connsiteX7" fmla="*/ 25777 w 29901"/>
                <a:gd name="connsiteY7" fmla="*/ 28132 h 39012"/>
                <a:gd name="connsiteX8" fmla="*/ 25777 w 29901"/>
                <a:gd name="connsiteY8" fmla="*/ 28132 h 39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901" h="39012">
                  <a:moveTo>
                    <a:pt x="25777" y="28132"/>
                  </a:moveTo>
                  <a:cubicBezTo>
                    <a:pt x="21861" y="28382"/>
                    <a:pt x="12778" y="29798"/>
                    <a:pt x="9945" y="26549"/>
                  </a:cubicBezTo>
                  <a:cubicBezTo>
                    <a:pt x="7279" y="23549"/>
                    <a:pt x="10445" y="16800"/>
                    <a:pt x="11945" y="13800"/>
                  </a:cubicBezTo>
                  <a:cubicBezTo>
                    <a:pt x="13861" y="9800"/>
                    <a:pt x="16611" y="6384"/>
                    <a:pt x="19194" y="2801"/>
                  </a:cubicBezTo>
                  <a:cubicBezTo>
                    <a:pt x="20361" y="1134"/>
                    <a:pt x="17611" y="-1032"/>
                    <a:pt x="16278" y="551"/>
                  </a:cubicBezTo>
                  <a:cubicBezTo>
                    <a:pt x="10195" y="7967"/>
                    <a:pt x="-4804" y="21549"/>
                    <a:pt x="1529" y="32298"/>
                  </a:cubicBezTo>
                  <a:cubicBezTo>
                    <a:pt x="7112" y="41881"/>
                    <a:pt x="19611" y="39464"/>
                    <a:pt x="27943" y="35715"/>
                  </a:cubicBezTo>
                  <a:cubicBezTo>
                    <a:pt x="31610" y="34131"/>
                    <a:pt x="29693" y="27965"/>
                    <a:pt x="25777" y="28132"/>
                  </a:cubicBezTo>
                  <a:lnTo>
                    <a:pt x="25777" y="28132"/>
                  </a:lnTo>
                  <a:close/>
                </a:path>
              </a:pathLst>
            </a:custGeom>
            <a:grpFill/>
            <a:ln w="8332" cap="flat">
              <a:noFill/>
              <a:prstDash val="solid"/>
              <a:miter/>
            </a:ln>
          </p:spPr>
          <p:txBody>
            <a:bodyPr rtlCol="0" anchor="ctr"/>
            <a:lstStyle/>
            <a:p>
              <a:endParaRPr lang="en-US"/>
            </a:p>
          </p:txBody>
        </p:sp>
        <p:sp>
          <p:nvSpPr>
            <p:cNvPr id="2418" name="Freeform: Shape 2417"/>
            <p:cNvSpPr/>
            <p:nvPr/>
          </p:nvSpPr>
          <p:spPr>
            <a:xfrm>
              <a:off x="2158838" y="6236580"/>
              <a:ext cx="23835" cy="35287"/>
            </a:xfrm>
            <a:custGeom>
              <a:avLst/>
              <a:gdLst>
                <a:gd name="connsiteX0" fmla="*/ 20987 w 23835"/>
                <a:gd name="connsiteY0" fmla="*/ 27365 h 35287"/>
                <a:gd name="connsiteX1" fmla="*/ 9404 w 23835"/>
                <a:gd name="connsiteY1" fmla="*/ 21032 h 35287"/>
                <a:gd name="connsiteX2" fmla="*/ 13071 w 23835"/>
                <a:gd name="connsiteY2" fmla="*/ 3784 h 35287"/>
                <a:gd name="connsiteX3" fmla="*/ 7571 w 23835"/>
                <a:gd name="connsiteY3" fmla="*/ 1451 h 35287"/>
                <a:gd name="connsiteX4" fmla="*/ 988 w 23835"/>
                <a:gd name="connsiteY4" fmla="*/ 26532 h 35287"/>
                <a:gd name="connsiteX5" fmla="*/ 19820 w 23835"/>
                <a:gd name="connsiteY5" fmla="*/ 35281 h 35287"/>
                <a:gd name="connsiteX6" fmla="*/ 20987 w 23835"/>
                <a:gd name="connsiteY6" fmla="*/ 27365 h 35287"/>
                <a:gd name="connsiteX7" fmla="*/ 20987 w 23835"/>
                <a:gd name="connsiteY7" fmla="*/ 27365 h 35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35" h="35287">
                  <a:moveTo>
                    <a:pt x="20987" y="27365"/>
                  </a:moveTo>
                  <a:cubicBezTo>
                    <a:pt x="16987" y="25865"/>
                    <a:pt x="11071" y="25532"/>
                    <a:pt x="9404" y="21032"/>
                  </a:cubicBezTo>
                  <a:cubicBezTo>
                    <a:pt x="7404" y="15700"/>
                    <a:pt x="11404" y="8784"/>
                    <a:pt x="13071" y="3784"/>
                  </a:cubicBezTo>
                  <a:cubicBezTo>
                    <a:pt x="14154" y="534"/>
                    <a:pt x="9154" y="-1549"/>
                    <a:pt x="7571" y="1451"/>
                  </a:cubicBezTo>
                  <a:cubicBezTo>
                    <a:pt x="3488" y="9117"/>
                    <a:pt x="-2345" y="17533"/>
                    <a:pt x="988" y="26532"/>
                  </a:cubicBezTo>
                  <a:cubicBezTo>
                    <a:pt x="3988" y="34698"/>
                    <a:pt x="12404" y="35364"/>
                    <a:pt x="19820" y="35281"/>
                  </a:cubicBezTo>
                  <a:cubicBezTo>
                    <a:pt x="24736" y="35364"/>
                    <a:pt x="25153" y="28948"/>
                    <a:pt x="20987" y="27365"/>
                  </a:cubicBezTo>
                  <a:lnTo>
                    <a:pt x="20987" y="27365"/>
                  </a:lnTo>
                  <a:close/>
                </a:path>
              </a:pathLst>
            </a:custGeom>
            <a:grpFill/>
            <a:ln w="8332" cap="flat">
              <a:noFill/>
              <a:prstDash val="solid"/>
              <a:miter/>
            </a:ln>
          </p:spPr>
          <p:txBody>
            <a:bodyPr rtlCol="0" anchor="ctr"/>
            <a:lstStyle/>
            <a:p>
              <a:endParaRPr lang="en-US"/>
            </a:p>
          </p:txBody>
        </p:sp>
        <p:sp>
          <p:nvSpPr>
            <p:cNvPr id="2419" name="Freeform: Shape 2418"/>
            <p:cNvSpPr/>
            <p:nvPr/>
          </p:nvSpPr>
          <p:spPr>
            <a:xfrm>
              <a:off x="2412518" y="6394251"/>
              <a:ext cx="440325" cy="566449"/>
            </a:xfrm>
            <a:custGeom>
              <a:avLst/>
              <a:gdLst>
                <a:gd name="connsiteX0" fmla="*/ 422331 w 440325"/>
                <a:gd name="connsiteY0" fmla="*/ 375649 h 566449"/>
                <a:gd name="connsiteX1" fmla="*/ 423247 w 440325"/>
                <a:gd name="connsiteY1" fmla="*/ 374983 h 566449"/>
                <a:gd name="connsiteX2" fmla="*/ 422414 w 440325"/>
                <a:gd name="connsiteY2" fmla="*/ 271658 h 566449"/>
                <a:gd name="connsiteX3" fmla="*/ 383667 w 440325"/>
                <a:gd name="connsiteY3" fmla="*/ 227163 h 566449"/>
                <a:gd name="connsiteX4" fmla="*/ 317257 w 440325"/>
                <a:gd name="connsiteY4" fmla="*/ 194916 h 566449"/>
                <a:gd name="connsiteX5" fmla="*/ 212933 w 440325"/>
                <a:gd name="connsiteY5" fmla="*/ 81842 h 566449"/>
                <a:gd name="connsiteX6" fmla="*/ 155355 w 440325"/>
                <a:gd name="connsiteY6" fmla="*/ 433 h 566449"/>
                <a:gd name="connsiteX7" fmla="*/ 107026 w 440325"/>
                <a:gd name="connsiteY7" fmla="*/ 28431 h 566449"/>
                <a:gd name="connsiteX8" fmla="*/ 123024 w 440325"/>
                <a:gd name="connsiteY8" fmla="*/ 67010 h 566449"/>
                <a:gd name="connsiteX9" fmla="*/ 140356 w 440325"/>
                <a:gd name="connsiteY9" fmla="*/ 181917 h 566449"/>
                <a:gd name="connsiteX10" fmla="*/ 47864 w 440325"/>
                <a:gd name="connsiteY10" fmla="*/ 276158 h 566449"/>
                <a:gd name="connsiteX11" fmla="*/ 43031 w 440325"/>
                <a:gd name="connsiteY11" fmla="*/ 478140 h 566449"/>
                <a:gd name="connsiteX12" fmla="*/ 45115 w 440325"/>
                <a:gd name="connsiteY12" fmla="*/ 479057 h 566449"/>
                <a:gd name="connsiteX13" fmla="*/ 48114 w 440325"/>
                <a:gd name="connsiteY13" fmla="*/ 493305 h 566449"/>
                <a:gd name="connsiteX14" fmla="*/ 196351 w 440325"/>
                <a:gd name="connsiteY14" fmla="*/ 551134 h 566449"/>
                <a:gd name="connsiteX15" fmla="*/ 199851 w 440325"/>
                <a:gd name="connsiteY15" fmla="*/ 545051 h 566449"/>
                <a:gd name="connsiteX16" fmla="*/ 264262 w 440325"/>
                <a:gd name="connsiteY16" fmla="*/ 566132 h 566449"/>
                <a:gd name="connsiteX17" fmla="*/ 341838 w 440325"/>
                <a:gd name="connsiteY17" fmla="*/ 519636 h 566449"/>
                <a:gd name="connsiteX18" fmla="*/ 349421 w 440325"/>
                <a:gd name="connsiteY18" fmla="*/ 501388 h 566449"/>
                <a:gd name="connsiteX19" fmla="*/ 350171 w 440325"/>
                <a:gd name="connsiteY19" fmla="*/ 501388 h 566449"/>
                <a:gd name="connsiteX20" fmla="*/ 411665 w 440325"/>
                <a:gd name="connsiteY20" fmla="*/ 463225 h 566449"/>
                <a:gd name="connsiteX21" fmla="*/ 424747 w 440325"/>
                <a:gd name="connsiteY21" fmla="*/ 384982 h 566449"/>
                <a:gd name="connsiteX22" fmla="*/ 422331 w 440325"/>
                <a:gd name="connsiteY22" fmla="*/ 375649 h 566449"/>
                <a:gd name="connsiteX23" fmla="*/ 422331 w 440325"/>
                <a:gd name="connsiteY23" fmla="*/ 375649 h 566449"/>
                <a:gd name="connsiteX24" fmla="*/ 118941 w 440325"/>
                <a:gd name="connsiteY24" fmla="*/ 38596 h 566449"/>
                <a:gd name="connsiteX25" fmla="*/ 149439 w 440325"/>
                <a:gd name="connsiteY25" fmla="*/ 15265 h 566449"/>
                <a:gd name="connsiteX26" fmla="*/ 188102 w 440325"/>
                <a:gd name="connsiteY26" fmla="*/ 34430 h 566449"/>
                <a:gd name="connsiteX27" fmla="*/ 195851 w 440325"/>
                <a:gd name="connsiteY27" fmla="*/ 62011 h 566449"/>
                <a:gd name="connsiteX28" fmla="*/ 208433 w 440325"/>
                <a:gd name="connsiteY28" fmla="*/ 98757 h 566449"/>
                <a:gd name="connsiteX29" fmla="*/ 178019 w 440325"/>
                <a:gd name="connsiteY29" fmla="*/ 75676 h 566449"/>
                <a:gd name="connsiteX30" fmla="*/ 152938 w 440325"/>
                <a:gd name="connsiteY30" fmla="*/ 50762 h 566449"/>
                <a:gd name="connsiteX31" fmla="*/ 138356 w 440325"/>
                <a:gd name="connsiteY31" fmla="*/ 23598 h 566449"/>
                <a:gd name="connsiteX32" fmla="*/ 136523 w 440325"/>
                <a:gd name="connsiteY32" fmla="*/ 23848 h 566449"/>
                <a:gd name="connsiteX33" fmla="*/ 160937 w 440325"/>
                <a:gd name="connsiteY33" fmla="*/ 71427 h 566449"/>
                <a:gd name="connsiteX34" fmla="*/ 208433 w 440325"/>
                <a:gd name="connsiteY34" fmla="*/ 113506 h 566449"/>
                <a:gd name="connsiteX35" fmla="*/ 186352 w 440325"/>
                <a:gd name="connsiteY35" fmla="*/ 96008 h 566449"/>
                <a:gd name="connsiteX36" fmla="*/ 154271 w 440325"/>
                <a:gd name="connsiteY36" fmla="*/ 75177 h 566449"/>
                <a:gd name="connsiteX37" fmla="*/ 127357 w 440325"/>
                <a:gd name="connsiteY37" fmla="*/ 55428 h 566449"/>
                <a:gd name="connsiteX38" fmla="*/ 118941 w 440325"/>
                <a:gd name="connsiteY38" fmla="*/ 38596 h 566449"/>
                <a:gd name="connsiteX39" fmla="*/ 118941 w 440325"/>
                <a:gd name="connsiteY39" fmla="*/ 38596 h 566449"/>
                <a:gd name="connsiteX40" fmla="*/ 315757 w 440325"/>
                <a:gd name="connsiteY40" fmla="*/ 275742 h 566449"/>
                <a:gd name="connsiteX41" fmla="*/ 406665 w 440325"/>
                <a:gd name="connsiteY41" fmla="*/ 369400 h 566449"/>
                <a:gd name="connsiteX42" fmla="*/ 408832 w 440325"/>
                <a:gd name="connsiteY42" fmla="*/ 437394 h 566449"/>
                <a:gd name="connsiteX43" fmla="*/ 353170 w 440325"/>
                <a:gd name="connsiteY43" fmla="*/ 486723 h 566449"/>
                <a:gd name="connsiteX44" fmla="*/ 352837 w 440325"/>
                <a:gd name="connsiteY44" fmla="*/ 413979 h 566449"/>
                <a:gd name="connsiteX45" fmla="*/ 347587 w 440325"/>
                <a:gd name="connsiteY45" fmla="*/ 414729 h 566449"/>
                <a:gd name="connsiteX46" fmla="*/ 331089 w 440325"/>
                <a:gd name="connsiteY46" fmla="*/ 507471 h 566449"/>
                <a:gd name="connsiteX47" fmla="*/ 264428 w 440325"/>
                <a:gd name="connsiteY47" fmla="*/ 550634 h 566449"/>
                <a:gd name="connsiteX48" fmla="*/ 221016 w 440325"/>
                <a:gd name="connsiteY48" fmla="*/ 543051 h 566449"/>
                <a:gd name="connsiteX49" fmla="*/ 197601 w 440325"/>
                <a:gd name="connsiteY49" fmla="*/ 501055 h 566449"/>
                <a:gd name="connsiteX50" fmla="*/ 201017 w 440325"/>
                <a:gd name="connsiteY50" fmla="*/ 411896 h 566449"/>
                <a:gd name="connsiteX51" fmla="*/ 199684 w 440325"/>
                <a:gd name="connsiteY51" fmla="*/ 411730 h 566449"/>
                <a:gd name="connsiteX52" fmla="*/ 187852 w 440325"/>
                <a:gd name="connsiteY52" fmla="*/ 524886 h 566449"/>
                <a:gd name="connsiteX53" fmla="*/ 194018 w 440325"/>
                <a:gd name="connsiteY53" fmla="*/ 537135 h 566449"/>
                <a:gd name="connsiteX54" fmla="*/ 188935 w 440325"/>
                <a:gd name="connsiteY54" fmla="*/ 538051 h 566449"/>
                <a:gd name="connsiteX55" fmla="*/ 104109 w 440325"/>
                <a:gd name="connsiteY55" fmla="*/ 537551 h 566449"/>
                <a:gd name="connsiteX56" fmla="*/ 59780 w 440325"/>
                <a:gd name="connsiteY56" fmla="*/ 467641 h 566449"/>
                <a:gd name="connsiteX57" fmla="*/ 69696 w 440325"/>
                <a:gd name="connsiteY57" fmla="*/ 400980 h 566449"/>
                <a:gd name="connsiteX58" fmla="*/ 105693 w 440325"/>
                <a:gd name="connsiteY58" fmla="*/ 323487 h 566449"/>
                <a:gd name="connsiteX59" fmla="*/ 103609 w 440325"/>
                <a:gd name="connsiteY59" fmla="*/ 321904 h 566449"/>
                <a:gd name="connsiteX60" fmla="*/ 55864 w 440325"/>
                <a:gd name="connsiteY60" fmla="*/ 407230 h 566449"/>
                <a:gd name="connsiteX61" fmla="*/ 44448 w 440325"/>
                <a:gd name="connsiteY61" fmla="*/ 461475 h 566449"/>
                <a:gd name="connsiteX62" fmla="*/ 20534 w 440325"/>
                <a:gd name="connsiteY62" fmla="*/ 345735 h 566449"/>
                <a:gd name="connsiteX63" fmla="*/ 58780 w 440325"/>
                <a:gd name="connsiteY63" fmla="*/ 289824 h 566449"/>
                <a:gd name="connsiteX64" fmla="*/ 111192 w 440325"/>
                <a:gd name="connsiteY64" fmla="*/ 253077 h 566449"/>
                <a:gd name="connsiteX65" fmla="*/ 158938 w 440325"/>
                <a:gd name="connsiteY65" fmla="*/ 162002 h 566449"/>
                <a:gd name="connsiteX66" fmla="*/ 142439 w 440325"/>
                <a:gd name="connsiteY66" fmla="*/ 92925 h 566449"/>
                <a:gd name="connsiteX67" fmla="*/ 173436 w 440325"/>
                <a:gd name="connsiteY67" fmla="*/ 126922 h 566449"/>
                <a:gd name="connsiteX68" fmla="*/ 174770 w 440325"/>
                <a:gd name="connsiteY68" fmla="*/ 181667 h 566449"/>
                <a:gd name="connsiteX69" fmla="*/ 148189 w 440325"/>
                <a:gd name="connsiteY69" fmla="*/ 235662 h 566449"/>
                <a:gd name="connsiteX70" fmla="*/ 137606 w 440325"/>
                <a:gd name="connsiteY70" fmla="*/ 283324 h 566449"/>
                <a:gd name="connsiteX71" fmla="*/ 141606 w 440325"/>
                <a:gd name="connsiteY71" fmla="*/ 283324 h 566449"/>
                <a:gd name="connsiteX72" fmla="*/ 149855 w 440325"/>
                <a:gd name="connsiteY72" fmla="*/ 242911 h 566449"/>
                <a:gd name="connsiteX73" fmla="*/ 168020 w 440325"/>
                <a:gd name="connsiteY73" fmla="*/ 213831 h 566449"/>
                <a:gd name="connsiteX74" fmla="*/ 190351 w 440325"/>
                <a:gd name="connsiteY74" fmla="*/ 162502 h 566449"/>
                <a:gd name="connsiteX75" fmla="*/ 140023 w 440325"/>
                <a:gd name="connsiteY75" fmla="*/ 86759 h 566449"/>
                <a:gd name="connsiteX76" fmla="*/ 132440 w 440325"/>
                <a:gd name="connsiteY76" fmla="*/ 68511 h 566449"/>
                <a:gd name="connsiteX77" fmla="*/ 145189 w 440325"/>
                <a:gd name="connsiteY77" fmla="*/ 79426 h 566449"/>
                <a:gd name="connsiteX78" fmla="*/ 180936 w 440325"/>
                <a:gd name="connsiteY78" fmla="*/ 105257 h 566449"/>
                <a:gd name="connsiteX79" fmla="*/ 215016 w 440325"/>
                <a:gd name="connsiteY79" fmla="*/ 133088 h 566449"/>
                <a:gd name="connsiteX80" fmla="*/ 248180 w 440325"/>
                <a:gd name="connsiteY80" fmla="*/ 167335 h 566449"/>
                <a:gd name="connsiteX81" fmla="*/ 252846 w 440325"/>
                <a:gd name="connsiteY81" fmla="*/ 167501 h 566449"/>
                <a:gd name="connsiteX82" fmla="*/ 261095 w 440325"/>
                <a:gd name="connsiteY82" fmla="*/ 175417 h 566449"/>
                <a:gd name="connsiteX83" fmla="*/ 318257 w 440325"/>
                <a:gd name="connsiteY83" fmla="*/ 210414 h 566449"/>
                <a:gd name="connsiteX84" fmla="*/ 380751 w 440325"/>
                <a:gd name="connsiteY84" fmla="*/ 243495 h 566449"/>
                <a:gd name="connsiteX85" fmla="*/ 421914 w 440325"/>
                <a:gd name="connsiteY85" fmla="*/ 298490 h 566449"/>
                <a:gd name="connsiteX86" fmla="*/ 417248 w 440325"/>
                <a:gd name="connsiteY86" fmla="*/ 361817 h 566449"/>
                <a:gd name="connsiteX87" fmla="*/ 316257 w 440325"/>
                <a:gd name="connsiteY87" fmla="*/ 275408 h 566449"/>
                <a:gd name="connsiteX88" fmla="*/ 315757 w 440325"/>
                <a:gd name="connsiteY88" fmla="*/ 275742 h 566449"/>
                <a:gd name="connsiteX89" fmla="*/ 315757 w 440325"/>
                <a:gd name="connsiteY89" fmla="*/ 275742 h 566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440325" h="566449">
                  <a:moveTo>
                    <a:pt x="422331" y="375649"/>
                  </a:moveTo>
                  <a:cubicBezTo>
                    <a:pt x="422664" y="375399"/>
                    <a:pt x="422997" y="375233"/>
                    <a:pt x="423247" y="374983"/>
                  </a:cubicBezTo>
                  <a:cubicBezTo>
                    <a:pt x="451578" y="349485"/>
                    <a:pt x="439912" y="299906"/>
                    <a:pt x="422414" y="271658"/>
                  </a:cubicBezTo>
                  <a:cubicBezTo>
                    <a:pt x="412082" y="254910"/>
                    <a:pt x="399416" y="239162"/>
                    <a:pt x="383667" y="227163"/>
                  </a:cubicBezTo>
                  <a:cubicBezTo>
                    <a:pt x="364003" y="212248"/>
                    <a:pt x="339505" y="205165"/>
                    <a:pt x="317257" y="194916"/>
                  </a:cubicBezTo>
                  <a:cubicBezTo>
                    <a:pt x="266011" y="171418"/>
                    <a:pt x="231348" y="135254"/>
                    <a:pt x="212933" y="81842"/>
                  </a:cubicBezTo>
                  <a:cubicBezTo>
                    <a:pt x="202684" y="52262"/>
                    <a:pt x="199184" y="-5566"/>
                    <a:pt x="155355" y="433"/>
                  </a:cubicBezTo>
                  <a:cubicBezTo>
                    <a:pt x="139273" y="2600"/>
                    <a:pt x="113275" y="11432"/>
                    <a:pt x="107026" y="28431"/>
                  </a:cubicBezTo>
                  <a:cubicBezTo>
                    <a:pt x="102859" y="39929"/>
                    <a:pt x="112275" y="58761"/>
                    <a:pt x="123024" y="67010"/>
                  </a:cubicBezTo>
                  <a:cubicBezTo>
                    <a:pt x="131190" y="105424"/>
                    <a:pt x="149439" y="141087"/>
                    <a:pt x="140356" y="181917"/>
                  </a:cubicBezTo>
                  <a:cubicBezTo>
                    <a:pt x="130024" y="228413"/>
                    <a:pt x="81611" y="248161"/>
                    <a:pt x="47864" y="276158"/>
                  </a:cubicBezTo>
                  <a:cubicBezTo>
                    <a:pt x="-9214" y="323654"/>
                    <a:pt x="-20546" y="431728"/>
                    <a:pt x="43031" y="478140"/>
                  </a:cubicBezTo>
                  <a:cubicBezTo>
                    <a:pt x="43698" y="478640"/>
                    <a:pt x="44448" y="478890"/>
                    <a:pt x="45115" y="479057"/>
                  </a:cubicBezTo>
                  <a:cubicBezTo>
                    <a:pt x="45781" y="483890"/>
                    <a:pt x="46698" y="488639"/>
                    <a:pt x="48114" y="493305"/>
                  </a:cubicBezTo>
                  <a:cubicBezTo>
                    <a:pt x="64946" y="552133"/>
                    <a:pt x="143772" y="587214"/>
                    <a:pt x="196351" y="551134"/>
                  </a:cubicBezTo>
                  <a:cubicBezTo>
                    <a:pt x="198767" y="549467"/>
                    <a:pt x="199767" y="547217"/>
                    <a:pt x="199851" y="545051"/>
                  </a:cubicBezTo>
                  <a:cubicBezTo>
                    <a:pt x="215349" y="561966"/>
                    <a:pt x="239430" y="567966"/>
                    <a:pt x="264262" y="566132"/>
                  </a:cubicBezTo>
                  <a:cubicBezTo>
                    <a:pt x="294092" y="563882"/>
                    <a:pt x="327423" y="546967"/>
                    <a:pt x="341838" y="519636"/>
                  </a:cubicBezTo>
                  <a:cubicBezTo>
                    <a:pt x="344921" y="513804"/>
                    <a:pt x="347421" y="507637"/>
                    <a:pt x="349421" y="501388"/>
                  </a:cubicBezTo>
                  <a:cubicBezTo>
                    <a:pt x="349671" y="501388"/>
                    <a:pt x="349921" y="501388"/>
                    <a:pt x="350171" y="501388"/>
                  </a:cubicBezTo>
                  <a:cubicBezTo>
                    <a:pt x="373585" y="499888"/>
                    <a:pt x="397916" y="481473"/>
                    <a:pt x="411665" y="463225"/>
                  </a:cubicBezTo>
                  <a:cubicBezTo>
                    <a:pt x="428163" y="441394"/>
                    <a:pt x="430413" y="411063"/>
                    <a:pt x="424747" y="384982"/>
                  </a:cubicBezTo>
                  <a:cubicBezTo>
                    <a:pt x="423997" y="381815"/>
                    <a:pt x="423247" y="378732"/>
                    <a:pt x="422331" y="375649"/>
                  </a:cubicBezTo>
                  <a:lnTo>
                    <a:pt x="422331" y="375649"/>
                  </a:lnTo>
                  <a:close/>
                  <a:moveTo>
                    <a:pt x="118941" y="38596"/>
                  </a:moveTo>
                  <a:cubicBezTo>
                    <a:pt x="117692" y="25014"/>
                    <a:pt x="139773" y="17848"/>
                    <a:pt x="149439" y="15265"/>
                  </a:cubicBezTo>
                  <a:cubicBezTo>
                    <a:pt x="168437" y="10099"/>
                    <a:pt x="181019" y="16098"/>
                    <a:pt x="188102" y="34430"/>
                  </a:cubicBezTo>
                  <a:cubicBezTo>
                    <a:pt x="191518" y="43346"/>
                    <a:pt x="193351" y="52762"/>
                    <a:pt x="195851" y="62011"/>
                  </a:cubicBezTo>
                  <a:cubicBezTo>
                    <a:pt x="199351" y="74593"/>
                    <a:pt x="203517" y="86925"/>
                    <a:pt x="208433" y="98757"/>
                  </a:cubicBezTo>
                  <a:cubicBezTo>
                    <a:pt x="198351" y="91008"/>
                    <a:pt x="187852" y="83842"/>
                    <a:pt x="178019" y="75676"/>
                  </a:cubicBezTo>
                  <a:cubicBezTo>
                    <a:pt x="168687" y="67927"/>
                    <a:pt x="159771" y="60678"/>
                    <a:pt x="152938" y="50762"/>
                  </a:cubicBezTo>
                  <a:cubicBezTo>
                    <a:pt x="147022" y="42096"/>
                    <a:pt x="143356" y="32763"/>
                    <a:pt x="138356" y="23598"/>
                  </a:cubicBezTo>
                  <a:cubicBezTo>
                    <a:pt x="137940" y="22848"/>
                    <a:pt x="136773" y="23014"/>
                    <a:pt x="136523" y="23848"/>
                  </a:cubicBezTo>
                  <a:cubicBezTo>
                    <a:pt x="131773" y="40763"/>
                    <a:pt x="149689" y="61178"/>
                    <a:pt x="160937" y="71427"/>
                  </a:cubicBezTo>
                  <a:cubicBezTo>
                    <a:pt x="176520" y="85592"/>
                    <a:pt x="193518" y="98674"/>
                    <a:pt x="208433" y="113506"/>
                  </a:cubicBezTo>
                  <a:cubicBezTo>
                    <a:pt x="201184" y="107590"/>
                    <a:pt x="193518" y="102007"/>
                    <a:pt x="186352" y="96008"/>
                  </a:cubicBezTo>
                  <a:cubicBezTo>
                    <a:pt x="176186" y="87592"/>
                    <a:pt x="165437" y="81926"/>
                    <a:pt x="154271" y="75177"/>
                  </a:cubicBezTo>
                  <a:cubicBezTo>
                    <a:pt x="144689" y="69344"/>
                    <a:pt x="136273" y="62011"/>
                    <a:pt x="127357" y="55428"/>
                  </a:cubicBezTo>
                  <a:cubicBezTo>
                    <a:pt x="125107" y="50012"/>
                    <a:pt x="119441" y="44096"/>
                    <a:pt x="118941" y="38596"/>
                  </a:cubicBezTo>
                  <a:lnTo>
                    <a:pt x="118941" y="38596"/>
                  </a:lnTo>
                  <a:close/>
                  <a:moveTo>
                    <a:pt x="315757" y="275742"/>
                  </a:moveTo>
                  <a:cubicBezTo>
                    <a:pt x="353837" y="297157"/>
                    <a:pt x="392917" y="326321"/>
                    <a:pt x="406665" y="369400"/>
                  </a:cubicBezTo>
                  <a:cubicBezTo>
                    <a:pt x="413415" y="390898"/>
                    <a:pt x="415914" y="415729"/>
                    <a:pt x="408832" y="437394"/>
                  </a:cubicBezTo>
                  <a:cubicBezTo>
                    <a:pt x="402082" y="458225"/>
                    <a:pt x="375668" y="482306"/>
                    <a:pt x="353170" y="486723"/>
                  </a:cubicBezTo>
                  <a:cubicBezTo>
                    <a:pt x="357753" y="462808"/>
                    <a:pt x="356253" y="437394"/>
                    <a:pt x="352837" y="413979"/>
                  </a:cubicBezTo>
                  <a:cubicBezTo>
                    <a:pt x="352420" y="410896"/>
                    <a:pt x="347671" y="411813"/>
                    <a:pt x="347587" y="414729"/>
                  </a:cubicBezTo>
                  <a:cubicBezTo>
                    <a:pt x="346754" y="447309"/>
                    <a:pt x="345254" y="477390"/>
                    <a:pt x="331089" y="507471"/>
                  </a:cubicBezTo>
                  <a:cubicBezTo>
                    <a:pt x="319423" y="532302"/>
                    <a:pt x="291176" y="548300"/>
                    <a:pt x="264428" y="550634"/>
                  </a:cubicBezTo>
                  <a:cubicBezTo>
                    <a:pt x="249430" y="551967"/>
                    <a:pt x="234431" y="549883"/>
                    <a:pt x="221016" y="543051"/>
                  </a:cubicBezTo>
                  <a:cubicBezTo>
                    <a:pt x="204933" y="534885"/>
                    <a:pt x="198601" y="518553"/>
                    <a:pt x="197601" y="501055"/>
                  </a:cubicBezTo>
                  <a:cubicBezTo>
                    <a:pt x="195934" y="471974"/>
                    <a:pt x="197518" y="440727"/>
                    <a:pt x="201017" y="411896"/>
                  </a:cubicBezTo>
                  <a:cubicBezTo>
                    <a:pt x="201101" y="411146"/>
                    <a:pt x="199851" y="410979"/>
                    <a:pt x="199684" y="411730"/>
                  </a:cubicBezTo>
                  <a:cubicBezTo>
                    <a:pt x="193018" y="446976"/>
                    <a:pt x="174603" y="489056"/>
                    <a:pt x="187852" y="524886"/>
                  </a:cubicBezTo>
                  <a:cubicBezTo>
                    <a:pt x="189518" y="529386"/>
                    <a:pt x="191602" y="533469"/>
                    <a:pt x="194018" y="537135"/>
                  </a:cubicBezTo>
                  <a:cubicBezTo>
                    <a:pt x="192435" y="536885"/>
                    <a:pt x="190768" y="537051"/>
                    <a:pt x="188935" y="538051"/>
                  </a:cubicBezTo>
                  <a:cubicBezTo>
                    <a:pt x="161771" y="553133"/>
                    <a:pt x="131690" y="550717"/>
                    <a:pt x="104109" y="537551"/>
                  </a:cubicBezTo>
                  <a:cubicBezTo>
                    <a:pt x="75778" y="524053"/>
                    <a:pt x="63280" y="497472"/>
                    <a:pt x="59780" y="467641"/>
                  </a:cubicBezTo>
                  <a:cubicBezTo>
                    <a:pt x="57030" y="444393"/>
                    <a:pt x="62030" y="422728"/>
                    <a:pt x="69696" y="400980"/>
                  </a:cubicBezTo>
                  <a:cubicBezTo>
                    <a:pt x="79028" y="374483"/>
                    <a:pt x="90527" y="347152"/>
                    <a:pt x="105693" y="323487"/>
                  </a:cubicBezTo>
                  <a:cubicBezTo>
                    <a:pt x="106526" y="322237"/>
                    <a:pt x="104526" y="320654"/>
                    <a:pt x="103609" y="321904"/>
                  </a:cubicBezTo>
                  <a:cubicBezTo>
                    <a:pt x="82945" y="347318"/>
                    <a:pt x="68113" y="377066"/>
                    <a:pt x="55864" y="407230"/>
                  </a:cubicBezTo>
                  <a:cubicBezTo>
                    <a:pt x="49031" y="424145"/>
                    <a:pt x="44698" y="442810"/>
                    <a:pt x="44448" y="461475"/>
                  </a:cubicBezTo>
                  <a:cubicBezTo>
                    <a:pt x="15534" y="430728"/>
                    <a:pt x="5952" y="386482"/>
                    <a:pt x="20534" y="345735"/>
                  </a:cubicBezTo>
                  <a:cubicBezTo>
                    <a:pt x="28449" y="323571"/>
                    <a:pt x="39865" y="304239"/>
                    <a:pt x="58780" y="289824"/>
                  </a:cubicBezTo>
                  <a:cubicBezTo>
                    <a:pt x="75778" y="276908"/>
                    <a:pt x="94277" y="266076"/>
                    <a:pt x="111192" y="253077"/>
                  </a:cubicBezTo>
                  <a:cubicBezTo>
                    <a:pt x="141189" y="229996"/>
                    <a:pt x="161187" y="201415"/>
                    <a:pt x="158938" y="162002"/>
                  </a:cubicBezTo>
                  <a:cubicBezTo>
                    <a:pt x="157521" y="137671"/>
                    <a:pt x="150938" y="115006"/>
                    <a:pt x="142439" y="92925"/>
                  </a:cubicBezTo>
                  <a:cubicBezTo>
                    <a:pt x="152688" y="104341"/>
                    <a:pt x="165687" y="113173"/>
                    <a:pt x="173436" y="126922"/>
                  </a:cubicBezTo>
                  <a:cubicBezTo>
                    <a:pt x="183519" y="144753"/>
                    <a:pt x="180769" y="163002"/>
                    <a:pt x="174770" y="181667"/>
                  </a:cubicBezTo>
                  <a:cubicBezTo>
                    <a:pt x="168603" y="200831"/>
                    <a:pt x="156605" y="217497"/>
                    <a:pt x="148189" y="235662"/>
                  </a:cubicBezTo>
                  <a:cubicBezTo>
                    <a:pt x="141023" y="251077"/>
                    <a:pt x="139023" y="266576"/>
                    <a:pt x="137606" y="283324"/>
                  </a:cubicBezTo>
                  <a:cubicBezTo>
                    <a:pt x="137356" y="285907"/>
                    <a:pt x="141356" y="285824"/>
                    <a:pt x="141606" y="283324"/>
                  </a:cubicBezTo>
                  <a:cubicBezTo>
                    <a:pt x="142856" y="269659"/>
                    <a:pt x="143939" y="255494"/>
                    <a:pt x="149855" y="242911"/>
                  </a:cubicBezTo>
                  <a:cubicBezTo>
                    <a:pt x="154605" y="232745"/>
                    <a:pt x="161938" y="223246"/>
                    <a:pt x="168020" y="213831"/>
                  </a:cubicBezTo>
                  <a:cubicBezTo>
                    <a:pt x="178353" y="197832"/>
                    <a:pt x="187518" y="181750"/>
                    <a:pt x="190351" y="162502"/>
                  </a:cubicBezTo>
                  <a:cubicBezTo>
                    <a:pt x="195601" y="127005"/>
                    <a:pt x="165854" y="104674"/>
                    <a:pt x="140023" y="86759"/>
                  </a:cubicBezTo>
                  <a:cubicBezTo>
                    <a:pt x="137606" y="80676"/>
                    <a:pt x="135023" y="74593"/>
                    <a:pt x="132440" y="68511"/>
                  </a:cubicBezTo>
                  <a:cubicBezTo>
                    <a:pt x="136440" y="72343"/>
                    <a:pt x="141023" y="75843"/>
                    <a:pt x="145189" y="79426"/>
                  </a:cubicBezTo>
                  <a:cubicBezTo>
                    <a:pt x="156271" y="89008"/>
                    <a:pt x="169520" y="95841"/>
                    <a:pt x="180936" y="105257"/>
                  </a:cubicBezTo>
                  <a:cubicBezTo>
                    <a:pt x="192185" y="114589"/>
                    <a:pt x="204267" y="123172"/>
                    <a:pt x="215016" y="133088"/>
                  </a:cubicBezTo>
                  <a:cubicBezTo>
                    <a:pt x="226765" y="143837"/>
                    <a:pt x="236181" y="156836"/>
                    <a:pt x="248180" y="167335"/>
                  </a:cubicBezTo>
                  <a:cubicBezTo>
                    <a:pt x="249763" y="168668"/>
                    <a:pt x="251596" y="168418"/>
                    <a:pt x="252846" y="167501"/>
                  </a:cubicBezTo>
                  <a:cubicBezTo>
                    <a:pt x="255512" y="170168"/>
                    <a:pt x="258262" y="172834"/>
                    <a:pt x="261095" y="175417"/>
                  </a:cubicBezTo>
                  <a:cubicBezTo>
                    <a:pt x="277760" y="190333"/>
                    <a:pt x="298092" y="200831"/>
                    <a:pt x="318257" y="210414"/>
                  </a:cubicBezTo>
                  <a:cubicBezTo>
                    <a:pt x="339421" y="220497"/>
                    <a:pt x="362586" y="228329"/>
                    <a:pt x="380751" y="243495"/>
                  </a:cubicBezTo>
                  <a:cubicBezTo>
                    <a:pt x="397916" y="257743"/>
                    <a:pt x="414415" y="277242"/>
                    <a:pt x="421914" y="298490"/>
                  </a:cubicBezTo>
                  <a:cubicBezTo>
                    <a:pt x="428913" y="318321"/>
                    <a:pt x="430746" y="344402"/>
                    <a:pt x="417248" y="361817"/>
                  </a:cubicBezTo>
                  <a:cubicBezTo>
                    <a:pt x="398833" y="319654"/>
                    <a:pt x="359003" y="293490"/>
                    <a:pt x="316257" y="275408"/>
                  </a:cubicBezTo>
                  <a:cubicBezTo>
                    <a:pt x="315674" y="274742"/>
                    <a:pt x="315257" y="275408"/>
                    <a:pt x="315757" y="275742"/>
                  </a:cubicBezTo>
                  <a:lnTo>
                    <a:pt x="315757" y="275742"/>
                  </a:lnTo>
                  <a:close/>
                </a:path>
              </a:pathLst>
            </a:custGeom>
            <a:grpFill/>
            <a:ln w="8332" cap="flat">
              <a:noFill/>
              <a:prstDash val="solid"/>
              <a:miter/>
            </a:ln>
          </p:spPr>
          <p:txBody>
            <a:bodyPr rtlCol="0" anchor="ctr"/>
            <a:lstStyle/>
            <a:p>
              <a:endParaRPr lang="en-US"/>
            </a:p>
          </p:txBody>
        </p:sp>
        <p:sp>
          <p:nvSpPr>
            <p:cNvPr id="2420" name="Freeform: Shape 2419"/>
            <p:cNvSpPr/>
            <p:nvPr/>
          </p:nvSpPr>
          <p:spPr>
            <a:xfrm>
              <a:off x="2581029" y="6539123"/>
              <a:ext cx="40825" cy="131681"/>
            </a:xfrm>
            <a:custGeom>
              <a:avLst/>
              <a:gdLst>
                <a:gd name="connsiteX0" fmla="*/ 33923 w 40825"/>
                <a:gd name="connsiteY0" fmla="*/ 714 h 131681"/>
                <a:gd name="connsiteX1" fmla="*/ 31007 w 40825"/>
                <a:gd name="connsiteY1" fmla="*/ 1964 h 131681"/>
                <a:gd name="connsiteX2" fmla="*/ 20841 w 40825"/>
                <a:gd name="connsiteY2" fmla="*/ 65292 h 131681"/>
                <a:gd name="connsiteX3" fmla="*/ 9 w 40825"/>
                <a:gd name="connsiteY3" fmla="*/ 131369 h 131681"/>
                <a:gd name="connsiteX4" fmla="*/ 509 w 40825"/>
                <a:gd name="connsiteY4" fmla="*/ 131535 h 131681"/>
                <a:gd name="connsiteX5" fmla="*/ 33173 w 40825"/>
                <a:gd name="connsiteY5" fmla="*/ 58625 h 131681"/>
                <a:gd name="connsiteX6" fmla="*/ 33923 w 40825"/>
                <a:gd name="connsiteY6" fmla="*/ 714 h 131681"/>
                <a:gd name="connsiteX7" fmla="*/ 33923 w 40825"/>
                <a:gd name="connsiteY7" fmla="*/ 714 h 131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825" h="131681">
                  <a:moveTo>
                    <a:pt x="33923" y="714"/>
                  </a:moveTo>
                  <a:cubicBezTo>
                    <a:pt x="32923" y="-703"/>
                    <a:pt x="30590" y="131"/>
                    <a:pt x="31007" y="1964"/>
                  </a:cubicBezTo>
                  <a:cubicBezTo>
                    <a:pt x="35840" y="23129"/>
                    <a:pt x="27007" y="45627"/>
                    <a:pt x="20841" y="65292"/>
                  </a:cubicBezTo>
                  <a:cubicBezTo>
                    <a:pt x="13841" y="87540"/>
                    <a:pt x="3926" y="108288"/>
                    <a:pt x="9" y="131369"/>
                  </a:cubicBezTo>
                  <a:cubicBezTo>
                    <a:pt x="-74" y="131702"/>
                    <a:pt x="426" y="131786"/>
                    <a:pt x="509" y="131535"/>
                  </a:cubicBezTo>
                  <a:cubicBezTo>
                    <a:pt x="6592" y="105454"/>
                    <a:pt x="22341" y="82790"/>
                    <a:pt x="33173" y="58625"/>
                  </a:cubicBezTo>
                  <a:cubicBezTo>
                    <a:pt x="40589" y="42210"/>
                    <a:pt x="45505" y="16463"/>
                    <a:pt x="33923" y="714"/>
                  </a:cubicBezTo>
                  <a:lnTo>
                    <a:pt x="33923" y="714"/>
                  </a:lnTo>
                  <a:close/>
                </a:path>
              </a:pathLst>
            </a:custGeom>
            <a:grpFill/>
            <a:ln w="8332" cap="flat">
              <a:noFill/>
              <a:prstDash val="solid"/>
              <a:miter/>
            </a:ln>
          </p:spPr>
          <p:txBody>
            <a:bodyPr rtlCol="0" anchor="ctr"/>
            <a:lstStyle/>
            <a:p>
              <a:endParaRPr lang="en-US"/>
            </a:p>
          </p:txBody>
        </p:sp>
        <p:sp>
          <p:nvSpPr>
            <p:cNvPr id="2421" name="Freeform: Shape 2420"/>
            <p:cNvSpPr/>
            <p:nvPr/>
          </p:nvSpPr>
          <p:spPr>
            <a:xfrm>
              <a:off x="2628122" y="6668835"/>
              <a:ext cx="103209" cy="67024"/>
            </a:xfrm>
            <a:custGeom>
              <a:avLst/>
              <a:gdLst>
                <a:gd name="connsiteX0" fmla="*/ 102820 w 103209"/>
                <a:gd name="connsiteY0" fmla="*/ 62901 h 67024"/>
                <a:gd name="connsiteX1" fmla="*/ 57657 w 103209"/>
                <a:gd name="connsiteY1" fmla="*/ 12323 h 67024"/>
                <a:gd name="connsiteX2" fmla="*/ 496 w 103209"/>
                <a:gd name="connsiteY2" fmla="*/ 7156 h 67024"/>
                <a:gd name="connsiteX3" fmla="*/ 2079 w 103209"/>
                <a:gd name="connsiteY3" fmla="*/ 9906 h 67024"/>
                <a:gd name="connsiteX4" fmla="*/ 60407 w 103209"/>
                <a:gd name="connsiteY4" fmla="*/ 25821 h 67024"/>
                <a:gd name="connsiteX5" fmla="*/ 97820 w 103209"/>
                <a:gd name="connsiteY5" fmla="*/ 65735 h 67024"/>
                <a:gd name="connsiteX6" fmla="*/ 102820 w 103209"/>
                <a:gd name="connsiteY6" fmla="*/ 62901 h 67024"/>
                <a:gd name="connsiteX7" fmla="*/ 102820 w 103209"/>
                <a:gd name="connsiteY7" fmla="*/ 62901 h 67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209" h="67024">
                  <a:moveTo>
                    <a:pt x="102820" y="62901"/>
                  </a:moveTo>
                  <a:cubicBezTo>
                    <a:pt x="91237" y="41153"/>
                    <a:pt x="79822" y="24321"/>
                    <a:pt x="57657" y="12323"/>
                  </a:cubicBezTo>
                  <a:cubicBezTo>
                    <a:pt x="40325" y="2907"/>
                    <a:pt x="17827" y="-7175"/>
                    <a:pt x="496" y="7156"/>
                  </a:cubicBezTo>
                  <a:cubicBezTo>
                    <a:pt x="-755" y="8240"/>
                    <a:pt x="579" y="10490"/>
                    <a:pt x="2079" y="9906"/>
                  </a:cubicBezTo>
                  <a:cubicBezTo>
                    <a:pt x="22077" y="2823"/>
                    <a:pt x="43908" y="15739"/>
                    <a:pt x="60407" y="25821"/>
                  </a:cubicBezTo>
                  <a:cubicBezTo>
                    <a:pt x="76072" y="35404"/>
                    <a:pt x="87321" y="51069"/>
                    <a:pt x="97820" y="65735"/>
                  </a:cubicBezTo>
                  <a:cubicBezTo>
                    <a:pt x="99987" y="68651"/>
                    <a:pt x="104569" y="66151"/>
                    <a:pt x="102820" y="62901"/>
                  </a:cubicBezTo>
                  <a:lnTo>
                    <a:pt x="102820" y="62901"/>
                  </a:lnTo>
                  <a:close/>
                </a:path>
              </a:pathLst>
            </a:custGeom>
            <a:grpFill/>
            <a:ln w="8332" cap="flat">
              <a:noFill/>
              <a:prstDash val="solid"/>
              <a:miter/>
            </a:ln>
          </p:spPr>
          <p:txBody>
            <a:bodyPr rtlCol="0" anchor="ctr"/>
            <a:lstStyle/>
            <a:p>
              <a:endParaRPr lang="en-US"/>
            </a:p>
          </p:txBody>
        </p:sp>
        <p:sp>
          <p:nvSpPr>
            <p:cNvPr id="2422" name="Freeform: Shape 2421"/>
            <p:cNvSpPr/>
            <p:nvPr/>
          </p:nvSpPr>
          <p:spPr>
            <a:xfrm>
              <a:off x="6548812" y="4366850"/>
              <a:ext cx="440325" cy="566532"/>
            </a:xfrm>
            <a:custGeom>
              <a:avLst/>
              <a:gdLst>
                <a:gd name="connsiteX0" fmla="*/ 422330 w 440325"/>
                <a:gd name="connsiteY0" fmla="*/ 375649 h 566532"/>
                <a:gd name="connsiteX1" fmla="*/ 423247 w 440325"/>
                <a:gd name="connsiteY1" fmla="*/ 374983 h 566532"/>
                <a:gd name="connsiteX2" fmla="*/ 422414 w 440325"/>
                <a:gd name="connsiteY2" fmla="*/ 271658 h 566532"/>
                <a:gd name="connsiteX3" fmla="*/ 383668 w 440325"/>
                <a:gd name="connsiteY3" fmla="*/ 227163 h 566532"/>
                <a:gd name="connsiteX4" fmla="*/ 317257 w 440325"/>
                <a:gd name="connsiteY4" fmla="*/ 194916 h 566532"/>
                <a:gd name="connsiteX5" fmla="*/ 212933 w 440325"/>
                <a:gd name="connsiteY5" fmla="*/ 81842 h 566532"/>
                <a:gd name="connsiteX6" fmla="*/ 155355 w 440325"/>
                <a:gd name="connsiteY6" fmla="*/ 433 h 566532"/>
                <a:gd name="connsiteX7" fmla="*/ 107026 w 440325"/>
                <a:gd name="connsiteY7" fmla="*/ 28430 h 566532"/>
                <a:gd name="connsiteX8" fmla="*/ 123024 w 440325"/>
                <a:gd name="connsiteY8" fmla="*/ 67010 h 566532"/>
                <a:gd name="connsiteX9" fmla="*/ 140356 w 440325"/>
                <a:gd name="connsiteY9" fmla="*/ 181917 h 566532"/>
                <a:gd name="connsiteX10" fmla="*/ 47864 w 440325"/>
                <a:gd name="connsiteY10" fmla="*/ 276158 h 566532"/>
                <a:gd name="connsiteX11" fmla="*/ 43032 w 440325"/>
                <a:gd name="connsiteY11" fmla="*/ 478140 h 566532"/>
                <a:gd name="connsiteX12" fmla="*/ 45115 w 440325"/>
                <a:gd name="connsiteY12" fmla="*/ 479057 h 566532"/>
                <a:gd name="connsiteX13" fmla="*/ 48114 w 440325"/>
                <a:gd name="connsiteY13" fmla="*/ 493305 h 566532"/>
                <a:gd name="connsiteX14" fmla="*/ 196351 w 440325"/>
                <a:gd name="connsiteY14" fmla="*/ 551217 h 566532"/>
                <a:gd name="connsiteX15" fmla="*/ 199851 w 440325"/>
                <a:gd name="connsiteY15" fmla="*/ 545134 h 566532"/>
                <a:gd name="connsiteX16" fmla="*/ 264262 w 440325"/>
                <a:gd name="connsiteY16" fmla="*/ 566216 h 566532"/>
                <a:gd name="connsiteX17" fmla="*/ 341838 w 440325"/>
                <a:gd name="connsiteY17" fmla="*/ 519720 h 566532"/>
                <a:gd name="connsiteX18" fmla="*/ 349420 w 440325"/>
                <a:gd name="connsiteY18" fmla="*/ 501471 h 566532"/>
                <a:gd name="connsiteX19" fmla="*/ 350170 w 440325"/>
                <a:gd name="connsiteY19" fmla="*/ 501471 h 566532"/>
                <a:gd name="connsiteX20" fmla="*/ 411665 w 440325"/>
                <a:gd name="connsiteY20" fmla="*/ 463308 h 566532"/>
                <a:gd name="connsiteX21" fmla="*/ 424747 w 440325"/>
                <a:gd name="connsiteY21" fmla="*/ 385065 h 566532"/>
                <a:gd name="connsiteX22" fmla="*/ 422330 w 440325"/>
                <a:gd name="connsiteY22" fmla="*/ 375649 h 566532"/>
                <a:gd name="connsiteX23" fmla="*/ 422330 w 440325"/>
                <a:gd name="connsiteY23" fmla="*/ 375649 h 566532"/>
                <a:gd name="connsiteX24" fmla="*/ 118941 w 440325"/>
                <a:gd name="connsiteY24" fmla="*/ 38596 h 566532"/>
                <a:gd name="connsiteX25" fmla="*/ 149438 w 440325"/>
                <a:gd name="connsiteY25" fmla="*/ 15265 h 566532"/>
                <a:gd name="connsiteX26" fmla="*/ 188102 w 440325"/>
                <a:gd name="connsiteY26" fmla="*/ 34430 h 566532"/>
                <a:gd name="connsiteX27" fmla="*/ 195851 w 440325"/>
                <a:gd name="connsiteY27" fmla="*/ 62011 h 566532"/>
                <a:gd name="connsiteX28" fmla="*/ 208433 w 440325"/>
                <a:gd name="connsiteY28" fmla="*/ 98757 h 566532"/>
                <a:gd name="connsiteX29" fmla="*/ 178019 w 440325"/>
                <a:gd name="connsiteY29" fmla="*/ 75676 h 566532"/>
                <a:gd name="connsiteX30" fmla="*/ 152938 w 440325"/>
                <a:gd name="connsiteY30" fmla="*/ 50762 h 566532"/>
                <a:gd name="connsiteX31" fmla="*/ 138356 w 440325"/>
                <a:gd name="connsiteY31" fmla="*/ 23598 h 566532"/>
                <a:gd name="connsiteX32" fmla="*/ 136523 w 440325"/>
                <a:gd name="connsiteY32" fmla="*/ 23848 h 566532"/>
                <a:gd name="connsiteX33" fmla="*/ 160937 w 440325"/>
                <a:gd name="connsiteY33" fmla="*/ 71427 h 566532"/>
                <a:gd name="connsiteX34" fmla="*/ 208433 w 440325"/>
                <a:gd name="connsiteY34" fmla="*/ 113506 h 566532"/>
                <a:gd name="connsiteX35" fmla="*/ 186352 w 440325"/>
                <a:gd name="connsiteY35" fmla="*/ 96008 h 566532"/>
                <a:gd name="connsiteX36" fmla="*/ 154271 w 440325"/>
                <a:gd name="connsiteY36" fmla="*/ 75177 h 566532"/>
                <a:gd name="connsiteX37" fmla="*/ 127357 w 440325"/>
                <a:gd name="connsiteY37" fmla="*/ 55428 h 566532"/>
                <a:gd name="connsiteX38" fmla="*/ 118941 w 440325"/>
                <a:gd name="connsiteY38" fmla="*/ 38596 h 566532"/>
                <a:gd name="connsiteX39" fmla="*/ 118941 w 440325"/>
                <a:gd name="connsiteY39" fmla="*/ 38596 h 566532"/>
                <a:gd name="connsiteX40" fmla="*/ 315757 w 440325"/>
                <a:gd name="connsiteY40" fmla="*/ 275742 h 566532"/>
                <a:gd name="connsiteX41" fmla="*/ 406665 w 440325"/>
                <a:gd name="connsiteY41" fmla="*/ 369400 h 566532"/>
                <a:gd name="connsiteX42" fmla="*/ 408832 w 440325"/>
                <a:gd name="connsiteY42" fmla="*/ 437394 h 566532"/>
                <a:gd name="connsiteX43" fmla="*/ 353170 w 440325"/>
                <a:gd name="connsiteY43" fmla="*/ 486722 h 566532"/>
                <a:gd name="connsiteX44" fmla="*/ 352837 w 440325"/>
                <a:gd name="connsiteY44" fmla="*/ 413979 h 566532"/>
                <a:gd name="connsiteX45" fmla="*/ 347587 w 440325"/>
                <a:gd name="connsiteY45" fmla="*/ 414729 h 566532"/>
                <a:gd name="connsiteX46" fmla="*/ 331089 w 440325"/>
                <a:gd name="connsiteY46" fmla="*/ 507471 h 566532"/>
                <a:gd name="connsiteX47" fmla="*/ 264428 w 440325"/>
                <a:gd name="connsiteY47" fmla="*/ 550634 h 566532"/>
                <a:gd name="connsiteX48" fmla="*/ 221015 w 440325"/>
                <a:gd name="connsiteY48" fmla="*/ 543051 h 566532"/>
                <a:gd name="connsiteX49" fmla="*/ 197601 w 440325"/>
                <a:gd name="connsiteY49" fmla="*/ 501055 h 566532"/>
                <a:gd name="connsiteX50" fmla="*/ 201017 w 440325"/>
                <a:gd name="connsiteY50" fmla="*/ 411896 h 566532"/>
                <a:gd name="connsiteX51" fmla="*/ 199684 w 440325"/>
                <a:gd name="connsiteY51" fmla="*/ 411729 h 566532"/>
                <a:gd name="connsiteX52" fmla="*/ 187852 w 440325"/>
                <a:gd name="connsiteY52" fmla="*/ 524886 h 566532"/>
                <a:gd name="connsiteX53" fmla="*/ 194018 w 440325"/>
                <a:gd name="connsiteY53" fmla="*/ 537135 h 566532"/>
                <a:gd name="connsiteX54" fmla="*/ 188935 w 440325"/>
                <a:gd name="connsiteY54" fmla="*/ 538051 h 566532"/>
                <a:gd name="connsiteX55" fmla="*/ 104109 w 440325"/>
                <a:gd name="connsiteY55" fmla="*/ 537551 h 566532"/>
                <a:gd name="connsiteX56" fmla="*/ 59780 w 440325"/>
                <a:gd name="connsiteY56" fmla="*/ 467641 h 566532"/>
                <a:gd name="connsiteX57" fmla="*/ 69696 w 440325"/>
                <a:gd name="connsiteY57" fmla="*/ 400980 h 566532"/>
                <a:gd name="connsiteX58" fmla="*/ 105692 w 440325"/>
                <a:gd name="connsiteY58" fmla="*/ 323487 h 566532"/>
                <a:gd name="connsiteX59" fmla="*/ 103609 w 440325"/>
                <a:gd name="connsiteY59" fmla="*/ 321904 h 566532"/>
                <a:gd name="connsiteX60" fmla="*/ 55864 w 440325"/>
                <a:gd name="connsiteY60" fmla="*/ 407230 h 566532"/>
                <a:gd name="connsiteX61" fmla="*/ 44448 w 440325"/>
                <a:gd name="connsiteY61" fmla="*/ 461475 h 566532"/>
                <a:gd name="connsiteX62" fmla="*/ 20533 w 440325"/>
                <a:gd name="connsiteY62" fmla="*/ 345735 h 566532"/>
                <a:gd name="connsiteX63" fmla="*/ 58780 w 440325"/>
                <a:gd name="connsiteY63" fmla="*/ 289824 h 566532"/>
                <a:gd name="connsiteX64" fmla="*/ 111192 w 440325"/>
                <a:gd name="connsiteY64" fmla="*/ 253077 h 566532"/>
                <a:gd name="connsiteX65" fmla="*/ 158938 w 440325"/>
                <a:gd name="connsiteY65" fmla="*/ 162002 h 566532"/>
                <a:gd name="connsiteX66" fmla="*/ 142439 w 440325"/>
                <a:gd name="connsiteY66" fmla="*/ 92925 h 566532"/>
                <a:gd name="connsiteX67" fmla="*/ 173436 w 440325"/>
                <a:gd name="connsiteY67" fmla="*/ 126922 h 566532"/>
                <a:gd name="connsiteX68" fmla="*/ 174770 w 440325"/>
                <a:gd name="connsiteY68" fmla="*/ 181667 h 566532"/>
                <a:gd name="connsiteX69" fmla="*/ 148189 w 440325"/>
                <a:gd name="connsiteY69" fmla="*/ 235662 h 566532"/>
                <a:gd name="connsiteX70" fmla="*/ 137606 w 440325"/>
                <a:gd name="connsiteY70" fmla="*/ 283324 h 566532"/>
                <a:gd name="connsiteX71" fmla="*/ 141606 w 440325"/>
                <a:gd name="connsiteY71" fmla="*/ 283324 h 566532"/>
                <a:gd name="connsiteX72" fmla="*/ 149855 w 440325"/>
                <a:gd name="connsiteY72" fmla="*/ 242911 h 566532"/>
                <a:gd name="connsiteX73" fmla="*/ 168020 w 440325"/>
                <a:gd name="connsiteY73" fmla="*/ 213830 h 566532"/>
                <a:gd name="connsiteX74" fmla="*/ 190352 w 440325"/>
                <a:gd name="connsiteY74" fmla="*/ 162502 h 566532"/>
                <a:gd name="connsiteX75" fmla="*/ 140022 w 440325"/>
                <a:gd name="connsiteY75" fmla="*/ 86758 h 566532"/>
                <a:gd name="connsiteX76" fmla="*/ 132440 w 440325"/>
                <a:gd name="connsiteY76" fmla="*/ 68511 h 566532"/>
                <a:gd name="connsiteX77" fmla="*/ 145189 w 440325"/>
                <a:gd name="connsiteY77" fmla="*/ 79426 h 566532"/>
                <a:gd name="connsiteX78" fmla="*/ 180936 w 440325"/>
                <a:gd name="connsiteY78" fmla="*/ 105257 h 566532"/>
                <a:gd name="connsiteX79" fmla="*/ 215016 w 440325"/>
                <a:gd name="connsiteY79" fmla="*/ 133088 h 566532"/>
                <a:gd name="connsiteX80" fmla="*/ 248180 w 440325"/>
                <a:gd name="connsiteY80" fmla="*/ 167335 h 566532"/>
                <a:gd name="connsiteX81" fmla="*/ 252846 w 440325"/>
                <a:gd name="connsiteY81" fmla="*/ 167501 h 566532"/>
                <a:gd name="connsiteX82" fmla="*/ 261095 w 440325"/>
                <a:gd name="connsiteY82" fmla="*/ 175417 h 566532"/>
                <a:gd name="connsiteX83" fmla="*/ 318256 w 440325"/>
                <a:gd name="connsiteY83" fmla="*/ 210414 h 566532"/>
                <a:gd name="connsiteX84" fmla="*/ 380751 w 440325"/>
                <a:gd name="connsiteY84" fmla="*/ 243495 h 566532"/>
                <a:gd name="connsiteX85" fmla="*/ 421914 w 440325"/>
                <a:gd name="connsiteY85" fmla="*/ 298490 h 566532"/>
                <a:gd name="connsiteX86" fmla="*/ 417248 w 440325"/>
                <a:gd name="connsiteY86" fmla="*/ 361817 h 566532"/>
                <a:gd name="connsiteX87" fmla="*/ 316257 w 440325"/>
                <a:gd name="connsiteY87" fmla="*/ 275408 h 566532"/>
                <a:gd name="connsiteX88" fmla="*/ 315757 w 440325"/>
                <a:gd name="connsiteY88" fmla="*/ 275742 h 566532"/>
                <a:gd name="connsiteX89" fmla="*/ 315757 w 440325"/>
                <a:gd name="connsiteY89" fmla="*/ 275742 h 56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440325" h="566532">
                  <a:moveTo>
                    <a:pt x="422330" y="375649"/>
                  </a:moveTo>
                  <a:cubicBezTo>
                    <a:pt x="422664" y="375399"/>
                    <a:pt x="422997" y="375233"/>
                    <a:pt x="423247" y="374983"/>
                  </a:cubicBezTo>
                  <a:cubicBezTo>
                    <a:pt x="451578" y="349485"/>
                    <a:pt x="439913" y="299906"/>
                    <a:pt x="422414" y="271658"/>
                  </a:cubicBezTo>
                  <a:cubicBezTo>
                    <a:pt x="412081" y="254910"/>
                    <a:pt x="399416" y="239162"/>
                    <a:pt x="383668" y="227163"/>
                  </a:cubicBezTo>
                  <a:cubicBezTo>
                    <a:pt x="364002" y="212248"/>
                    <a:pt x="339504" y="205165"/>
                    <a:pt x="317257" y="194916"/>
                  </a:cubicBezTo>
                  <a:cubicBezTo>
                    <a:pt x="266012" y="171418"/>
                    <a:pt x="231431" y="135254"/>
                    <a:pt x="212933" y="81842"/>
                  </a:cubicBezTo>
                  <a:cubicBezTo>
                    <a:pt x="202684" y="52262"/>
                    <a:pt x="199184" y="-5566"/>
                    <a:pt x="155355" y="433"/>
                  </a:cubicBezTo>
                  <a:cubicBezTo>
                    <a:pt x="139273" y="2600"/>
                    <a:pt x="113275" y="11432"/>
                    <a:pt x="107026" y="28430"/>
                  </a:cubicBezTo>
                  <a:cubicBezTo>
                    <a:pt x="102859" y="39929"/>
                    <a:pt x="112275" y="58761"/>
                    <a:pt x="123024" y="67010"/>
                  </a:cubicBezTo>
                  <a:cubicBezTo>
                    <a:pt x="131190" y="105424"/>
                    <a:pt x="149438" y="141087"/>
                    <a:pt x="140356" y="181917"/>
                  </a:cubicBezTo>
                  <a:cubicBezTo>
                    <a:pt x="130024" y="228412"/>
                    <a:pt x="81611" y="248161"/>
                    <a:pt x="47864" y="276158"/>
                  </a:cubicBezTo>
                  <a:cubicBezTo>
                    <a:pt x="-9214" y="323654"/>
                    <a:pt x="-20546" y="431728"/>
                    <a:pt x="43032" y="478140"/>
                  </a:cubicBezTo>
                  <a:cubicBezTo>
                    <a:pt x="43698" y="478640"/>
                    <a:pt x="44448" y="478890"/>
                    <a:pt x="45115" y="479057"/>
                  </a:cubicBezTo>
                  <a:cubicBezTo>
                    <a:pt x="45781" y="483890"/>
                    <a:pt x="46698" y="488639"/>
                    <a:pt x="48114" y="493305"/>
                  </a:cubicBezTo>
                  <a:cubicBezTo>
                    <a:pt x="64946" y="552133"/>
                    <a:pt x="143772" y="587214"/>
                    <a:pt x="196351" y="551217"/>
                  </a:cubicBezTo>
                  <a:cubicBezTo>
                    <a:pt x="198768" y="549550"/>
                    <a:pt x="199767" y="547300"/>
                    <a:pt x="199851" y="545134"/>
                  </a:cubicBezTo>
                  <a:cubicBezTo>
                    <a:pt x="215349" y="562049"/>
                    <a:pt x="239431" y="568048"/>
                    <a:pt x="264262" y="566216"/>
                  </a:cubicBezTo>
                  <a:cubicBezTo>
                    <a:pt x="294092" y="563966"/>
                    <a:pt x="327423" y="547051"/>
                    <a:pt x="341838" y="519720"/>
                  </a:cubicBezTo>
                  <a:cubicBezTo>
                    <a:pt x="344921" y="513887"/>
                    <a:pt x="347421" y="507721"/>
                    <a:pt x="349420" y="501471"/>
                  </a:cubicBezTo>
                  <a:cubicBezTo>
                    <a:pt x="349670" y="501471"/>
                    <a:pt x="349920" y="501471"/>
                    <a:pt x="350170" y="501471"/>
                  </a:cubicBezTo>
                  <a:cubicBezTo>
                    <a:pt x="373585" y="499971"/>
                    <a:pt x="397916" y="481556"/>
                    <a:pt x="411665" y="463308"/>
                  </a:cubicBezTo>
                  <a:cubicBezTo>
                    <a:pt x="428163" y="441477"/>
                    <a:pt x="430413" y="411146"/>
                    <a:pt x="424747" y="385065"/>
                  </a:cubicBezTo>
                  <a:cubicBezTo>
                    <a:pt x="424080" y="381815"/>
                    <a:pt x="423247" y="378732"/>
                    <a:pt x="422330" y="375649"/>
                  </a:cubicBezTo>
                  <a:lnTo>
                    <a:pt x="422330" y="375649"/>
                  </a:lnTo>
                  <a:close/>
                  <a:moveTo>
                    <a:pt x="118941" y="38596"/>
                  </a:moveTo>
                  <a:cubicBezTo>
                    <a:pt x="117691" y="25014"/>
                    <a:pt x="139773" y="17848"/>
                    <a:pt x="149438" y="15265"/>
                  </a:cubicBezTo>
                  <a:cubicBezTo>
                    <a:pt x="168437" y="10099"/>
                    <a:pt x="181019" y="16098"/>
                    <a:pt x="188102" y="34430"/>
                  </a:cubicBezTo>
                  <a:cubicBezTo>
                    <a:pt x="191518" y="43346"/>
                    <a:pt x="193351" y="52762"/>
                    <a:pt x="195851" y="62011"/>
                  </a:cubicBezTo>
                  <a:cubicBezTo>
                    <a:pt x="199351" y="74593"/>
                    <a:pt x="203517" y="86925"/>
                    <a:pt x="208433" y="98757"/>
                  </a:cubicBezTo>
                  <a:cubicBezTo>
                    <a:pt x="198351" y="91008"/>
                    <a:pt x="187852" y="83842"/>
                    <a:pt x="178019" y="75676"/>
                  </a:cubicBezTo>
                  <a:cubicBezTo>
                    <a:pt x="168687" y="67927"/>
                    <a:pt x="159771" y="60678"/>
                    <a:pt x="152938" y="50762"/>
                  </a:cubicBezTo>
                  <a:cubicBezTo>
                    <a:pt x="147022" y="42096"/>
                    <a:pt x="143356" y="32763"/>
                    <a:pt x="138356" y="23598"/>
                  </a:cubicBezTo>
                  <a:cubicBezTo>
                    <a:pt x="137939" y="22848"/>
                    <a:pt x="136773" y="23014"/>
                    <a:pt x="136523" y="23848"/>
                  </a:cubicBezTo>
                  <a:cubicBezTo>
                    <a:pt x="131773" y="40763"/>
                    <a:pt x="149689" y="61178"/>
                    <a:pt x="160937" y="71427"/>
                  </a:cubicBezTo>
                  <a:cubicBezTo>
                    <a:pt x="176519" y="85592"/>
                    <a:pt x="193518" y="98674"/>
                    <a:pt x="208433" y="113506"/>
                  </a:cubicBezTo>
                  <a:cubicBezTo>
                    <a:pt x="201184" y="107590"/>
                    <a:pt x="193518" y="102007"/>
                    <a:pt x="186352" y="96008"/>
                  </a:cubicBezTo>
                  <a:cubicBezTo>
                    <a:pt x="176186" y="87592"/>
                    <a:pt x="165437" y="81926"/>
                    <a:pt x="154271" y="75177"/>
                  </a:cubicBezTo>
                  <a:cubicBezTo>
                    <a:pt x="144689" y="69344"/>
                    <a:pt x="136273" y="62011"/>
                    <a:pt x="127357" y="55428"/>
                  </a:cubicBezTo>
                  <a:cubicBezTo>
                    <a:pt x="125107" y="50012"/>
                    <a:pt x="119525" y="44096"/>
                    <a:pt x="118941" y="38596"/>
                  </a:cubicBezTo>
                  <a:lnTo>
                    <a:pt x="118941" y="38596"/>
                  </a:lnTo>
                  <a:close/>
                  <a:moveTo>
                    <a:pt x="315757" y="275742"/>
                  </a:moveTo>
                  <a:cubicBezTo>
                    <a:pt x="353837" y="297156"/>
                    <a:pt x="392917" y="326320"/>
                    <a:pt x="406665" y="369400"/>
                  </a:cubicBezTo>
                  <a:cubicBezTo>
                    <a:pt x="413415" y="390898"/>
                    <a:pt x="415915" y="415729"/>
                    <a:pt x="408832" y="437394"/>
                  </a:cubicBezTo>
                  <a:cubicBezTo>
                    <a:pt x="402082" y="458225"/>
                    <a:pt x="375668" y="482306"/>
                    <a:pt x="353170" y="486722"/>
                  </a:cubicBezTo>
                  <a:cubicBezTo>
                    <a:pt x="357753" y="462808"/>
                    <a:pt x="356253" y="437394"/>
                    <a:pt x="352837" y="413979"/>
                  </a:cubicBezTo>
                  <a:cubicBezTo>
                    <a:pt x="352420" y="410896"/>
                    <a:pt x="347671" y="411813"/>
                    <a:pt x="347587" y="414729"/>
                  </a:cubicBezTo>
                  <a:cubicBezTo>
                    <a:pt x="346754" y="447309"/>
                    <a:pt x="345254" y="477390"/>
                    <a:pt x="331089" y="507471"/>
                  </a:cubicBezTo>
                  <a:cubicBezTo>
                    <a:pt x="319423" y="532302"/>
                    <a:pt x="291176" y="548300"/>
                    <a:pt x="264428" y="550634"/>
                  </a:cubicBezTo>
                  <a:cubicBezTo>
                    <a:pt x="249429" y="551967"/>
                    <a:pt x="234431" y="549883"/>
                    <a:pt x="221015" y="543051"/>
                  </a:cubicBezTo>
                  <a:cubicBezTo>
                    <a:pt x="204934" y="534885"/>
                    <a:pt x="198601" y="518553"/>
                    <a:pt x="197601" y="501055"/>
                  </a:cubicBezTo>
                  <a:cubicBezTo>
                    <a:pt x="195934" y="471974"/>
                    <a:pt x="197517" y="440810"/>
                    <a:pt x="201017" y="411896"/>
                  </a:cubicBezTo>
                  <a:cubicBezTo>
                    <a:pt x="201100" y="411146"/>
                    <a:pt x="199851" y="410979"/>
                    <a:pt x="199684" y="411729"/>
                  </a:cubicBezTo>
                  <a:cubicBezTo>
                    <a:pt x="193018" y="446976"/>
                    <a:pt x="174603" y="489056"/>
                    <a:pt x="187852" y="524886"/>
                  </a:cubicBezTo>
                  <a:cubicBezTo>
                    <a:pt x="189518" y="529386"/>
                    <a:pt x="191601" y="533469"/>
                    <a:pt x="194018" y="537135"/>
                  </a:cubicBezTo>
                  <a:cubicBezTo>
                    <a:pt x="192435" y="536885"/>
                    <a:pt x="190768" y="537051"/>
                    <a:pt x="188935" y="538051"/>
                  </a:cubicBezTo>
                  <a:cubicBezTo>
                    <a:pt x="161771" y="553133"/>
                    <a:pt x="131690" y="550717"/>
                    <a:pt x="104109" y="537551"/>
                  </a:cubicBezTo>
                  <a:cubicBezTo>
                    <a:pt x="75779" y="524053"/>
                    <a:pt x="63280" y="497472"/>
                    <a:pt x="59780" y="467641"/>
                  </a:cubicBezTo>
                  <a:cubicBezTo>
                    <a:pt x="57030" y="444393"/>
                    <a:pt x="62030" y="422728"/>
                    <a:pt x="69696" y="400980"/>
                  </a:cubicBezTo>
                  <a:cubicBezTo>
                    <a:pt x="79028" y="374483"/>
                    <a:pt x="90527" y="347152"/>
                    <a:pt x="105692" y="323487"/>
                  </a:cubicBezTo>
                  <a:cubicBezTo>
                    <a:pt x="106526" y="322237"/>
                    <a:pt x="104526" y="320654"/>
                    <a:pt x="103609" y="321904"/>
                  </a:cubicBezTo>
                  <a:cubicBezTo>
                    <a:pt x="82944" y="347318"/>
                    <a:pt x="68113" y="377066"/>
                    <a:pt x="55864" y="407230"/>
                  </a:cubicBezTo>
                  <a:cubicBezTo>
                    <a:pt x="49031" y="424145"/>
                    <a:pt x="44698" y="442810"/>
                    <a:pt x="44448" y="461475"/>
                  </a:cubicBezTo>
                  <a:cubicBezTo>
                    <a:pt x="15534" y="430728"/>
                    <a:pt x="5951" y="386482"/>
                    <a:pt x="20533" y="345735"/>
                  </a:cubicBezTo>
                  <a:cubicBezTo>
                    <a:pt x="28450" y="323571"/>
                    <a:pt x="39865" y="304239"/>
                    <a:pt x="58780" y="289824"/>
                  </a:cubicBezTo>
                  <a:cubicBezTo>
                    <a:pt x="75779" y="276908"/>
                    <a:pt x="94277" y="266076"/>
                    <a:pt x="111192" y="253077"/>
                  </a:cubicBezTo>
                  <a:cubicBezTo>
                    <a:pt x="141189" y="229996"/>
                    <a:pt x="161188" y="201415"/>
                    <a:pt x="158938" y="162002"/>
                  </a:cubicBezTo>
                  <a:cubicBezTo>
                    <a:pt x="157521" y="137671"/>
                    <a:pt x="150939" y="115006"/>
                    <a:pt x="142439" y="92925"/>
                  </a:cubicBezTo>
                  <a:cubicBezTo>
                    <a:pt x="152688" y="104341"/>
                    <a:pt x="165687" y="113173"/>
                    <a:pt x="173436" y="126922"/>
                  </a:cubicBezTo>
                  <a:cubicBezTo>
                    <a:pt x="183519" y="144753"/>
                    <a:pt x="180769" y="163002"/>
                    <a:pt x="174770" y="181667"/>
                  </a:cubicBezTo>
                  <a:cubicBezTo>
                    <a:pt x="168604" y="200831"/>
                    <a:pt x="156605" y="217497"/>
                    <a:pt x="148189" y="235662"/>
                  </a:cubicBezTo>
                  <a:cubicBezTo>
                    <a:pt x="141023" y="251077"/>
                    <a:pt x="139023" y="266576"/>
                    <a:pt x="137606" y="283324"/>
                  </a:cubicBezTo>
                  <a:cubicBezTo>
                    <a:pt x="137356" y="285907"/>
                    <a:pt x="141356" y="285824"/>
                    <a:pt x="141606" y="283324"/>
                  </a:cubicBezTo>
                  <a:cubicBezTo>
                    <a:pt x="142856" y="269659"/>
                    <a:pt x="143939" y="255493"/>
                    <a:pt x="149855" y="242911"/>
                  </a:cubicBezTo>
                  <a:cubicBezTo>
                    <a:pt x="154604" y="232745"/>
                    <a:pt x="161937" y="223246"/>
                    <a:pt x="168020" y="213830"/>
                  </a:cubicBezTo>
                  <a:cubicBezTo>
                    <a:pt x="178353" y="197832"/>
                    <a:pt x="187518" y="181750"/>
                    <a:pt x="190352" y="162502"/>
                  </a:cubicBezTo>
                  <a:cubicBezTo>
                    <a:pt x="195601" y="127005"/>
                    <a:pt x="165854" y="104674"/>
                    <a:pt x="140022" y="86758"/>
                  </a:cubicBezTo>
                  <a:cubicBezTo>
                    <a:pt x="137606" y="80676"/>
                    <a:pt x="135023" y="74593"/>
                    <a:pt x="132440" y="68511"/>
                  </a:cubicBezTo>
                  <a:cubicBezTo>
                    <a:pt x="136439" y="72343"/>
                    <a:pt x="141023" y="75843"/>
                    <a:pt x="145189" y="79426"/>
                  </a:cubicBezTo>
                  <a:cubicBezTo>
                    <a:pt x="156271" y="89008"/>
                    <a:pt x="169520" y="95841"/>
                    <a:pt x="180936" y="105257"/>
                  </a:cubicBezTo>
                  <a:cubicBezTo>
                    <a:pt x="192184" y="114589"/>
                    <a:pt x="204267" y="123172"/>
                    <a:pt x="215016" y="133088"/>
                  </a:cubicBezTo>
                  <a:cubicBezTo>
                    <a:pt x="226765" y="143837"/>
                    <a:pt x="236181" y="156836"/>
                    <a:pt x="248180" y="167335"/>
                  </a:cubicBezTo>
                  <a:cubicBezTo>
                    <a:pt x="249763" y="168668"/>
                    <a:pt x="251596" y="168418"/>
                    <a:pt x="252846" y="167501"/>
                  </a:cubicBezTo>
                  <a:cubicBezTo>
                    <a:pt x="255512" y="170168"/>
                    <a:pt x="258262" y="172834"/>
                    <a:pt x="261095" y="175417"/>
                  </a:cubicBezTo>
                  <a:cubicBezTo>
                    <a:pt x="277760" y="190333"/>
                    <a:pt x="298092" y="200831"/>
                    <a:pt x="318256" y="210414"/>
                  </a:cubicBezTo>
                  <a:cubicBezTo>
                    <a:pt x="339422" y="220497"/>
                    <a:pt x="362586" y="228329"/>
                    <a:pt x="380751" y="243495"/>
                  </a:cubicBezTo>
                  <a:cubicBezTo>
                    <a:pt x="397916" y="257743"/>
                    <a:pt x="414415" y="277242"/>
                    <a:pt x="421914" y="298490"/>
                  </a:cubicBezTo>
                  <a:cubicBezTo>
                    <a:pt x="428913" y="318321"/>
                    <a:pt x="430746" y="344402"/>
                    <a:pt x="417248" y="361817"/>
                  </a:cubicBezTo>
                  <a:cubicBezTo>
                    <a:pt x="398833" y="319654"/>
                    <a:pt x="359003" y="293490"/>
                    <a:pt x="316257" y="275408"/>
                  </a:cubicBezTo>
                  <a:cubicBezTo>
                    <a:pt x="315757" y="274825"/>
                    <a:pt x="315257" y="275408"/>
                    <a:pt x="315757" y="275742"/>
                  </a:cubicBezTo>
                  <a:lnTo>
                    <a:pt x="315757" y="275742"/>
                  </a:lnTo>
                  <a:close/>
                </a:path>
              </a:pathLst>
            </a:custGeom>
            <a:grpFill/>
            <a:ln w="8332" cap="flat">
              <a:noFill/>
              <a:prstDash val="solid"/>
              <a:miter/>
            </a:ln>
          </p:spPr>
          <p:txBody>
            <a:bodyPr rtlCol="0" anchor="ctr"/>
            <a:lstStyle/>
            <a:p>
              <a:endParaRPr lang="en-US"/>
            </a:p>
          </p:txBody>
        </p:sp>
        <p:sp>
          <p:nvSpPr>
            <p:cNvPr id="2423" name="Freeform: Shape 2422"/>
            <p:cNvSpPr/>
            <p:nvPr/>
          </p:nvSpPr>
          <p:spPr>
            <a:xfrm>
              <a:off x="6717323" y="4511723"/>
              <a:ext cx="40825" cy="131597"/>
            </a:xfrm>
            <a:custGeom>
              <a:avLst/>
              <a:gdLst>
                <a:gd name="connsiteX0" fmla="*/ 33923 w 40825"/>
                <a:gd name="connsiteY0" fmla="*/ 714 h 131597"/>
                <a:gd name="connsiteX1" fmla="*/ 31006 w 40825"/>
                <a:gd name="connsiteY1" fmla="*/ 1964 h 131597"/>
                <a:gd name="connsiteX2" fmla="*/ 20841 w 40825"/>
                <a:gd name="connsiteY2" fmla="*/ 65208 h 131597"/>
                <a:gd name="connsiteX3" fmla="*/ 9 w 40825"/>
                <a:gd name="connsiteY3" fmla="*/ 131286 h 131597"/>
                <a:gd name="connsiteX4" fmla="*/ 509 w 40825"/>
                <a:gd name="connsiteY4" fmla="*/ 131452 h 131597"/>
                <a:gd name="connsiteX5" fmla="*/ 33173 w 40825"/>
                <a:gd name="connsiteY5" fmla="*/ 58542 h 131597"/>
                <a:gd name="connsiteX6" fmla="*/ 33923 w 40825"/>
                <a:gd name="connsiteY6" fmla="*/ 714 h 131597"/>
                <a:gd name="connsiteX7" fmla="*/ 33923 w 40825"/>
                <a:gd name="connsiteY7" fmla="*/ 714 h 131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825" h="131597">
                  <a:moveTo>
                    <a:pt x="33923" y="714"/>
                  </a:moveTo>
                  <a:cubicBezTo>
                    <a:pt x="32923" y="-703"/>
                    <a:pt x="30590" y="131"/>
                    <a:pt x="31006" y="1964"/>
                  </a:cubicBezTo>
                  <a:cubicBezTo>
                    <a:pt x="35839" y="23129"/>
                    <a:pt x="27007" y="45627"/>
                    <a:pt x="20841" y="65208"/>
                  </a:cubicBezTo>
                  <a:cubicBezTo>
                    <a:pt x="13841" y="87456"/>
                    <a:pt x="3925" y="108204"/>
                    <a:pt x="9" y="131286"/>
                  </a:cubicBezTo>
                  <a:cubicBezTo>
                    <a:pt x="-74" y="131619"/>
                    <a:pt x="426" y="131702"/>
                    <a:pt x="509" y="131452"/>
                  </a:cubicBezTo>
                  <a:cubicBezTo>
                    <a:pt x="6592" y="105372"/>
                    <a:pt x="22341" y="82707"/>
                    <a:pt x="33173" y="58542"/>
                  </a:cubicBezTo>
                  <a:cubicBezTo>
                    <a:pt x="40589" y="42127"/>
                    <a:pt x="45505" y="16546"/>
                    <a:pt x="33923" y="714"/>
                  </a:cubicBezTo>
                  <a:lnTo>
                    <a:pt x="33923" y="714"/>
                  </a:lnTo>
                  <a:close/>
                </a:path>
              </a:pathLst>
            </a:custGeom>
            <a:grpFill/>
            <a:ln w="8332" cap="flat">
              <a:noFill/>
              <a:prstDash val="solid"/>
              <a:miter/>
            </a:ln>
          </p:spPr>
          <p:txBody>
            <a:bodyPr rtlCol="0" anchor="ctr"/>
            <a:lstStyle/>
            <a:p>
              <a:endParaRPr lang="en-US"/>
            </a:p>
          </p:txBody>
        </p:sp>
        <p:sp>
          <p:nvSpPr>
            <p:cNvPr id="2424" name="Freeform: Shape 2423"/>
            <p:cNvSpPr/>
            <p:nvPr/>
          </p:nvSpPr>
          <p:spPr>
            <a:xfrm>
              <a:off x="6764416" y="4641351"/>
              <a:ext cx="103214" cy="67078"/>
            </a:xfrm>
            <a:custGeom>
              <a:avLst/>
              <a:gdLst>
                <a:gd name="connsiteX0" fmla="*/ 102820 w 103214"/>
                <a:gd name="connsiteY0" fmla="*/ 62901 h 67078"/>
                <a:gd name="connsiteX1" fmla="*/ 57657 w 103214"/>
                <a:gd name="connsiteY1" fmla="*/ 12323 h 67078"/>
                <a:gd name="connsiteX2" fmla="*/ 495 w 103214"/>
                <a:gd name="connsiteY2" fmla="*/ 7156 h 67078"/>
                <a:gd name="connsiteX3" fmla="*/ 2078 w 103214"/>
                <a:gd name="connsiteY3" fmla="*/ 9906 h 67078"/>
                <a:gd name="connsiteX4" fmla="*/ 60407 w 103214"/>
                <a:gd name="connsiteY4" fmla="*/ 25821 h 67078"/>
                <a:gd name="connsiteX5" fmla="*/ 97820 w 103214"/>
                <a:gd name="connsiteY5" fmla="*/ 65735 h 67078"/>
                <a:gd name="connsiteX6" fmla="*/ 102820 w 103214"/>
                <a:gd name="connsiteY6" fmla="*/ 62901 h 67078"/>
                <a:gd name="connsiteX7" fmla="*/ 102820 w 103214"/>
                <a:gd name="connsiteY7" fmla="*/ 62901 h 67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214" h="67078">
                  <a:moveTo>
                    <a:pt x="102820" y="62901"/>
                  </a:moveTo>
                  <a:cubicBezTo>
                    <a:pt x="91237" y="41153"/>
                    <a:pt x="79822" y="24321"/>
                    <a:pt x="57657" y="12323"/>
                  </a:cubicBezTo>
                  <a:cubicBezTo>
                    <a:pt x="40325" y="2907"/>
                    <a:pt x="17827" y="-7175"/>
                    <a:pt x="495" y="7156"/>
                  </a:cubicBezTo>
                  <a:cubicBezTo>
                    <a:pt x="-754" y="8240"/>
                    <a:pt x="579" y="10490"/>
                    <a:pt x="2078" y="9906"/>
                  </a:cubicBezTo>
                  <a:cubicBezTo>
                    <a:pt x="22077" y="2824"/>
                    <a:pt x="43908" y="15739"/>
                    <a:pt x="60407" y="25821"/>
                  </a:cubicBezTo>
                  <a:cubicBezTo>
                    <a:pt x="76072" y="35404"/>
                    <a:pt x="87321" y="51069"/>
                    <a:pt x="97820" y="65735"/>
                  </a:cubicBezTo>
                  <a:cubicBezTo>
                    <a:pt x="100070" y="68734"/>
                    <a:pt x="104570" y="66235"/>
                    <a:pt x="102820" y="62901"/>
                  </a:cubicBezTo>
                  <a:lnTo>
                    <a:pt x="102820" y="62901"/>
                  </a:lnTo>
                  <a:close/>
                </a:path>
              </a:pathLst>
            </a:custGeom>
            <a:grpFill/>
            <a:ln w="8332" cap="flat">
              <a:noFill/>
              <a:prstDash val="solid"/>
              <a:miter/>
            </a:ln>
          </p:spPr>
          <p:txBody>
            <a:bodyPr rtlCol="0" anchor="ctr"/>
            <a:lstStyle/>
            <a:p>
              <a:endParaRPr lang="en-US"/>
            </a:p>
          </p:txBody>
        </p:sp>
        <p:sp>
          <p:nvSpPr>
            <p:cNvPr id="2425" name="Freeform: Shape 2424"/>
            <p:cNvSpPr/>
            <p:nvPr/>
          </p:nvSpPr>
          <p:spPr>
            <a:xfrm>
              <a:off x="2898657" y="6484684"/>
              <a:ext cx="637827" cy="484662"/>
            </a:xfrm>
            <a:custGeom>
              <a:avLst/>
              <a:gdLst>
                <a:gd name="connsiteX0" fmla="*/ 615798 w 637827"/>
                <a:gd name="connsiteY0" fmla="*/ 100233 h 484662"/>
                <a:gd name="connsiteX1" fmla="*/ 593633 w 637827"/>
                <a:gd name="connsiteY1" fmla="*/ 46571 h 484662"/>
                <a:gd name="connsiteX2" fmla="*/ 580801 w 637827"/>
                <a:gd name="connsiteY2" fmla="*/ 17740 h 484662"/>
                <a:gd name="connsiteX3" fmla="*/ 573719 w 637827"/>
                <a:gd name="connsiteY3" fmla="*/ 3408 h 484662"/>
                <a:gd name="connsiteX4" fmla="*/ 535972 w 637827"/>
                <a:gd name="connsiteY4" fmla="*/ 8574 h 484662"/>
                <a:gd name="connsiteX5" fmla="*/ 478394 w 637827"/>
                <a:gd name="connsiteY5" fmla="*/ 28323 h 484662"/>
                <a:gd name="connsiteX6" fmla="*/ 393318 w 637827"/>
                <a:gd name="connsiteY6" fmla="*/ 57570 h 484662"/>
                <a:gd name="connsiteX7" fmla="*/ 344322 w 637827"/>
                <a:gd name="connsiteY7" fmla="*/ 73735 h 484662"/>
                <a:gd name="connsiteX8" fmla="*/ 128842 w 637827"/>
                <a:gd name="connsiteY8" fmla="*/ 154811 h 484662"/>
                <a:gd name="connsiteX9" fmla="*/ 31684 w 637827"/>
                <a:gd name="connsiteY9" fmla="*/ 196808 h 484662"/>
                <a:gd name="connsiteX10" fmla="*/ 3020 w 637827"/>
                <a:gd name="connsiteY10" fmla="*/ 220389 h 484662"/>
                <a:gd name="connsiteX11" fmla="*/ 3270 w 637827"/>
                <a:gd name="connsiteY11" fmla="*/ 259635 h 484662"/>
                <a:gd name="connsiteX12" fmla="*/ 107927 w 637827"/>
                <a:gd name="connsiteY12" fmla="*/ 411621 h 484662"/>
                <a:gd name="connsiteX13" fmla="*/ 309742 w 637827"/>
                <a:gd name="connsiteY13" fmla="*/ 482032 h 484662"/>
                <a:gd name="connsiteX14" fmla="*/ 508974 w 637827"/>
                <a:gd name="connsiteY14" fmla="*/ 443535 h 484662"/>
                <a:gd name="connsiteX15" fmla="*/ 622964 w 637827"/>
                <a:gd name="connsiteY15" fmla="*/ 295715 h 484662"/>
                <a:gd name="connsiteX16" fmla="*/ 615798 w 637827"/>
                <a:gd name="connsiteY16" fmla="*/ 100233 h 484662"/>
                <a:gd name="connsiteX17" fmla="*/ 615798 w 637827"/>
                <a:gd name="connsiteY17" fmla="*/ 100233 h 484662"/>
                <a:gd name="connsiteX18" fmla="*/ 138258 w 637827"/>
                <a:gd name="connsiteY18" fmla="*/ 167977 h 484662"/>
                <a:gd name="connsiteX19" fmla="*/ 347739 w 637827"/>
                <a:gd name="connsiteY19" fmla="*/ 86318 h 484662"/>
                <a:gd name="connsiteX20" fmla="*/ 373236 w 637827"/>
                <a:gd name="connsiteY20" fmla="*/ 77318 h 484662"/>
                <a:gd name="connsiteX21" fmla="*/ 437564 w 637827"/>
                <a:gd name="connsiteY21" fmla="*/ 55654 h 484662"/>
                <a:gd name="connsiteX22" fmla="*/ 518140 w 637827"/>
                <a:gd name="connsiteY22" fmla="*/ 29906 h 484662"/>
                <a:gd name="connsiteX23" fmla="*/ 550970 w 637827"/>
                <a:gd name="connsiteY23" fmla="*/ 97317 h 484662"/>
                <a:gd name="connsiteX24" fmla="*/ 568386 w 637827"/>
                <a:gd name="connsiteY24" fmla="*/ 181475 h 484662"/>
                <a:gd name="connsiteX25" fmla="*/ 501725 w 637827"/>
                <a:gd name="connsiteY25" fmla="*/ 334045 h 484662"/>
                <a:gd name="connsiteX26" fmla="*/ 335990 w 637827"/>
                <a:gd name="connsiteY26" fmla="*/ 383290 h 484662"/>
                <a:gd name="connsiteX27" fmla="*/ 187420 w 637827"/>
                <a:gd name="connsiteY27" fmla="*/ 320963 h 484662"/>
                <a:gd name="connsiteX28" fmla="*/ 117926 w 637827"/>
                <a:gd name="connsiteY28" fmla="*/ 254469 h 484662"/>
                <a:gd name="connsiteX29" fmla="*/ 75263 w 637827"/>
                <a:gd name="connsiteY29" fmla="*/ 194058 h 484662"/>
                <a:gd name="connsiteX30" fmla="*/ 138258 w 637827"/>
                <a:gd name="connsiteY30" fmla="*/ 167977 h 484662"/>
                <a:gd name="connsiteX31" fmla="*/ 138258 w 637827"/>
                <a:gd name="connsiteY31" fmla="*/ 167977 h 484662"/>
                <a:gd name="connsiteX32" fmla="*/ 349905 w 637827"/>
                <a:gd name="connsiteY32" fmla="*/ 471033 h 484662"/>
                <a:gd name="connsiteX33" fmla="*/ 250498 w 637827"/>
                <a:gd name="connsiteY33" fmla="*/ 456618 h 484662"/>
                <a:gd name="connsiteX34" fmla="*/ 153256 w 637827"/>
                <a:gd name="connsiteY34" fmla="*/ 422620 h 484662"/>
                <a:gd name="connsiteX35" fmla="*/ 27184 w 637827"/>
                <a:gd name="connsiteY35" fmla="*/ 288799 h 484662"/>
                <a:gd name="connsiteX36" fmla="*/ 18185 w 637827"/>
                <a:gd name="connsiteY36" fmla="*/ 248386 h 484662"/>
                <a:gd name="connsiteX37" fmla="*/ 19518 w 637827"/>
                <a:gd name="connsiteY37" fmla="*/ 227054 h 484662"/>
                <a:gd name="connsiteX38" fmla="*/ 48349 w 637827"/>
                <a:gd name="connsiteY38" fmla="*/ 269801 h 484662"/>
                <a:gd name="connsiteX39" fmla="*/ 92928 w 637827"/>
                <a:gd name="connsiteY39" fmla="*/ 325963 h 484662"/>
                <a:gd name="connsiteX40" fmla="*/ 155756 w 637827"/>
                <a:gd name="connsiteY40" fmla="*/ 373875 h 484662"/>
                <a:gd name="connsiteX41" fmla="*/ 217500 w 637827"/>
                <a:gd name="connsiteY41" fmla="*/ 413871 h 484662"/>
                <a:gd name="connsiteX42" fmla="*/ 349738 w 637827"/>
                <a:gd name="connsiteY42" fmla="*/ 461367 h 484662"/>
                <a:gd name="connsiteX43" fmla="*/ 430065 w 637827"/>
                <a:gd name="connsiteY43" fmla="*/ 460867 h 484662"/>
                <a:gd name="connsiteX44" fmla="*/ 435147 w 637827"/>
                <a:gd name="connsiteY44" fmla="*/ 460284 h 484662"/>
                <a:gd name="connsiteX45" fmla="*/ 349905 w 637827"/>
                <a:gd name="connsiteY45" fmla="*/ 471033 h 484662"/>
                <a:gd name="connsiteX46" fmla="*/ 349905 w 637827"/>
                <a:gd name="connsiteY46" fmla="*/ 471033 h 484662"/>
                <a:gd name="connsiteX47" fmla="*/ 619131 w 637827"/>
                <a:gd name="connsiteY47" fmla="*/ 247220 h 484662"/>
                <a:gd name="connsiteX48" fmla="*/ 532889 w 637827"/>
                <a:gd name="connsiteY48" fmla="*/ 407872 h 484662"/>
                <a:gd name="connsiteX49" fmla="*/ 489059 w 637827"/>
                <a:gd name="connsiteY49" fmla="*/ 438619 h 484662"/>
                <a:gd name="connsiteX50" fmla="*/ 341156 w 637827"/>
                <a:gd name="connsiteY50" fmla="*/ 445952 h 484662"/>
                <a:gd name="connsiteX51" fmla="*/ 215751 w 637827"/>
                <a:gd name="connsiteY51" fmla="*/ 396206 h 484662"/>
                <a:gd name="connsiteX52" fmla="*/ 98511 w 637827"/>
                <a:gd name="connsiteY52" fmla="*/ 313047 h 484662"/>
                <a:gd name="connsiteX53" fmla="*/ 24935 w 637827"/>
                <a:gd name="connsiteY53" fmla="*/ 220722 h 484662"/>
                <a:gd name="connsiteX54" fmla="*/ 44933 w 637827"/>
                <a:gd name="connsiteY54" fmla="*/ 209056 h 484662"/>
                <a:gd name="connsiteX55" fmla="*/ 71680 w 637827"/>
                <a:gd name="connsiteY55" fmla="*/ 195891 h 484662"/>
                <a:gd name="connsiteX56" fmla="*/ 107927 w 637827"/>
                <a:gd name="connsiteY56" fmla="*/ 254219 h 484662"/>
                <a:gd name="connsiteX57" fmla="*/ 171255 w 637827"/>
                <a:gd name="connsiteY57" fmla="*/ 320713 h 484662"/>
                <a:gd name="connsiteX58" fmla="*/ 325241 w 637827"/>
                <a:gd name="connsiteY58" fmla="*/ 393956 h 484662"/>
                <a:gd name="connsiteX59" fmla="*/ 503141 w 637827"/>
                <a:gd name="connsiteY59" fmla="*/ 348377 h 484662"/>
                <a:gd name="connsiteX60" fmla="*/ 579551 w 637827"/>
                <a:gd name="connsiteY60" fmla="*/ 198557 h 484662"/>
                <a:gd name="connsiteX61" fmla="*/ 562886 w 637827"/>
                <a:gd name="connsiteY61" fmla="*/ 97233 h 484662"/>
                <a:gd name="connsiteX62" fmla="*/ 530139 w 637827"/>
                <a:gd name="connsiteY62" fmla="*/ 26156 h 484662"/>
                <a:gd name="connsiteX63" fmla="*/ 564469 w 637827"/>
                <a:gd name="connsiteY63" fmla="*/ 19823 h 484662"/>
                <a:gd name="connsiteX64" fmla="*/ 571552 w 637827"/>
                <a:gd name="connsiteY64" fmla="*/ 38489 h 484662"/>
                <a:gd name="connsiteX65" fmla="*/ 583134 w 637827"/>
                <a:gd name="connsiteY65" fmla="*/ 62820 h 484662"/>
                <a:gd name="connsiteX66" fmla="*/ 619131 w 637827"/>
                <a:gd name="connsiteY66" fmla="*/ 247220 h 484662"/>
                <a:gd name="connsiteX67" fmla="*/ 619131 w 637827"/>
                <a:gd name="connsiteY67" fmla="*/ 247220 h 484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637827" h="484662">
                  <a:moveTo>
                    <a:pt x="615798" y="100233"/>
                  </a:moveTo>
                  <a:cubicBezTo>
                    <a:pt x="608465" y="82401"/>
                    <a:pt x="601883" y="63986"/>
                    <a:pt x="593633" y="46571"/>
                  </a:cubicBezTo>
                  <a:cubicBezTo>
                    <a:pt x="589050" y="36905"/>
                    <a:pt x="584467" y="27823"/>
                    <a:pt x="580801" y="17740"/>
                  </a:cubicBezTo>
                  <a:cubicBezTo>
                    <a:pt x="579134" y="13157"/>
                    <a:pt x="577468" y="6824"/>
                    <a:pt x="573719" y="3408"/>
                  </a:cubicBezTo>
                  <a:cubicBezTo>
                    <a:pt x="564303" y="-5424"/>
                    <a:pt x="545804" y="5325"/>
                    <a:pt x="535972" y="8574"/>
                  </a:cubicBezTo>
                  <a:cubicBezTo>
                    <a:pt x="516724" y="14991"/>
                    <a:pt x="497559" y="21823"/>
                    <a:pt x="478394" y="28323"/>
                  </a:cubicBezTo>
                  <a:cubicBezTo>
                    <a:pt x="450063" y="37905"/>
                    <a:pt x="421649" y="47571"/>
                    <a:pt x="393318" y="57570"/>
                  </a:cubicBezTo>
                  <a:cubicBezTo>
                    <a:pt x="376986" y="62820"/>
                    <a:pt x="360654" y="68235"/>
                    <a:pt x="344322" y="73735"/>
                  </a:cubicBezTo>
                  <a:cubicBezTo>
                    <a:pt x="271496" y="98233"/>
                    <a:pt x="200502" y="127397"/>
                    <a:pt x="128842" y="154811"/>
                  </a:cubicBezTo>
                  <a:cubicBezTo>
                    <a:pt x="96011" y="167393"/>
                    <a:pt x="62848" y="180225"/>
                    <a:pt x="31684" y="196808"/>
                  </a:cubicBezTo>
                  <a:cubicBezTo>
                    <a:pt x="20102" y="202974"/>
                    <a:pt x="8353" y="207806"/>
                    <a:pt x="3020" y="220389"/>
                  </a:cubicBezTo>
                  <a:cubicBezTo>
                    <a:pt x="-2563" y="233471"/>
                    <a:pt x="853" y="246220"/>
                    <a:pt x="3270" y="259635"/>
                  </a:cubicBezTo>
                  <a:cubicBezTo>
                    <a:pt x="14685" y="321796"/>
                    <a:pt x="54932" y="377958"/>
                    <a:pt x="107927" y="411621"/>
                  </a:cubicBezTo>
                  <a:cubicBezTo>
                    <a:pt x="168838" y="450368"/>
                    <a:pt x="237999" y="473449"/>
                    <a:pt x="309742" y="482032"/>
                  </a:cubicBezTo>
                  <a:cubicBezTo>
                    <a:pt x="379986" y="490448"/>
                    <a:pt x="447480" y="478949"/>
                    <a:pt x="508974" y="443535"/>
                  </a:cubicBezTo>
                  <a:cubicBezTo>
                    <a:pt x="563636" y="412038"/>
                    <a:pt x="602549" y="354293"/>
                    <a:pt x="622964" y="295715"/>
                  </a:cubicBezTo>
                  <a:cubicBezTo>
                    <a:pt x="645545" y="230971"/>
                    <a:pt x="641796" y="163477"/>
                    <a:pt x="615798" y="100233"/>
                  </a:cubicBezTo>
                  <a:lnTo>
                    <a:pt x="615798" y="100233"/>
                  </a:lnTo>
                  <a:close/>
                  <a:moveTo>
                    <a:pt x="138258" y="167977"/>
                  </a:moveTo>
                  <a:cubicBezTo>
                    <a:pt x="208001" y="140396"/>
                    <a:pt x="276995" y="110982"/>
                    <a:pt x="347739" y="86318"/>
                  </a:cubicBezTo>
                  <a:cubicBezTo>
                    <a:pt x="356238" y="83317"/>
                    <a:pt x="364737" y="80318"/>
                    <a:pt x="373236" y="77318"/>
                  </a:cubicBezTo>
                  <a:cubicBezTo>
                    <a:pt x="394651" y="69902"/>
                    <a:pt x="416066" y="62569"/>
                    <a:pt x="437564" y="55654"/>
                  </a:cubicBezTo>
                  <a:cubicBezTo>
                    <a:pt x="464395" y="46987"/>
                    <a:pt x="491226" y="38238"/>
                    <a:pt x="518140" y="29906"/>
                  </a:cubicBezTo>
                  <a:cubicBezTo>
                    <a:pt x="537055" y="46238"/>
                    <a:pt x="544637" y="74235"/>
                    <a:pt x="550970" y="97317"/>
                  </a:cubicBezTo>
                  <a:cubicBezTo>
                    <a:pt x="558553" y="125064"/>
                    <a:pt x="568719" y="152395"/>
                    <a:pt x="568386" y="181475"/>
                  </a:cubicBezTo>
                  <a:cubicBezTo>
                    <a:pt x="567886" y="237804"/>
                    <a:pt x="545721" y="297299"/>
                    <a:pt x="501725" y="334045"/>
                  </a:cubicBezTo>
                  <a:cubicBezTo>
                    <a:pt x="457146" y="371209"/>
                    <a:pt x="392735" y="385791"/>
                    <a:pt x="335990" y="383290"/>
                  </a:cubicBezTo>
                  <a:cubicBezTo>
                    <a:pt x="281328" y="380874"/>
                    <a:pt x="229999" y="353877"/>
                    <a:pt x="187420" y="320963"/>
                  </a:cubicBezTo>
                  <a:cubicBezTo>
                    <a:pt x="161755" y="301048"/>
                    <a:pt x="137424" y="280633"/>
                    <a:pt x="117926" y="254469"/>
                  </a:cubicBezTo>
                  <a:cubicBezTo>
                    <a:pt x="103261" y="234637"/>
                    <a:pt x="88929" y="214556"/>
                    <a:pt x="75263" y="194058"/>
                  </a:cubicBezTo>
                  <a:cubicBezTo>
                    <a:pt x="96011" y="184725"/>
                    <a:pt x="117176" y="176309"/>
                    <a:pt x="138258" y="167977"/>
                  </a:cubicBezTo>
                  <a:lnTo>
                    <a:pt x="138258" y="167977"/>
                  </a:lnTo>
                  <a:close/>
                  <a:moveTo>
                    <a:pt x="349905" y="471033"/>
                  </a:moveTo>
                  <a:cubicBezTo>
                    <a:pt x="316075" y="470449"/>
                    <a:pt x="283411" y="464033"/>
                    <a:pt x="250498" y="456618"/>
                  </a:cubicBezTo>
                  <a:cubicBezTo>
                    <a:pt x="217167" y="449118"/>
                    <a:pt x="183670" y="438535"/>
                    <a:pt x="153256" y="422620"/>
                  </a:cubicBezTo>
                  <a:cubicBezTo>
                    <a:pt x="96261" y="392790"/>
                    <a:pt x="49099" y="350877"/>
                    <a:pt x="27184" y="288799"/>
                  </a:cubicBezTo>
                  <a:cubicBezTo>
                    <a:pt x="22518" y="275634"/>
                    <a:pt x="20102" y="262218"/>
                    <a:pt x="18185" y="248386"/>
                  </a:cubicBezTo>
                  <a:cubicBezTo>
                    <a:pt x="17102" y="240554"/>
                    <a:pt x="16019" y="233554"/>
                    <a:pt x="19518" y="227054"/>
                  </a:cubicBezTo>
                  <a:cubicBezTo>
                    <a:pt x="28101" y="241970"/>
                    <a:pt x="38350" y="255636"/>
                    <a:pt x="48349" y="269801"/>
                  </a:cubicBezTo>
                  <a:cubicBezTo>
                    <a:pt x="62098" y="289299"/>
                    <a:pt x="75513" y="309380"/>
                    <a:pt x="92928" y="325963"/>
                  </a:cubicBezTo>
                  <a:cubicBezTo>
                    <a:pt x="111927" y="344044"/>
                    <a:pt x="134175" y="359210"/>
                    <a:pt x="155756" y="373875"/>
                  </a:cubicBezTo>
                  <a:cubicBezTo>
                    <a:pt x="176087" y="387624"/>
                    <a:pt x="196086" y="401706"/>
                    <a:pt x="217500" y="413871"/>
                  </a:cubicBezTo>
                  <a:cubicBezTo>
                    <a:pt x="257997" y="436869"/>
                    <a:pt x="302993" y="456034"/>
                    <a:pt x="349738" y="461367"/>
                  </a:cubicBezTo>
                  <a:cubicBezTo>
                    <a:pt x="376319" y="464450"/>
                    <a:pt x="403567" y="463950"/>
                    <a:pt x="430065" y="460867"/>
                  </a:cubicBezTo>
                  <a:cubicBezTo>
                    <a:pt x="431731" y="460700"/>
                    <a:pt x="433481" y="460450"/>
                    <a:pt x="435147" y="460284"/>
                  </a:cubicBezTo>
                  <a:cubicBezTo>
                    <a:pt x="407483" y="468033"/>
                    <a:pt x="378403" y="471533"/>
                    <a:pt x="349905" y="471033"/>
                  </a:cubicBezTo>
                  <a:lnTo>
                    <a:pt x="349905" y="471033"/>
                  </a:lnTo>
                  <a:close/>
                  <a:moveTo>
                    <a:pt x="619131" y="247220"/>
                  </a:moveTo>
                  <a:cubicBezTo>
                    <a:pt x="609132" y="307631"/>
                    <a:pt x="578385" y="366542"/>
                    <a:pt x="532889" y="407872"/>
                  </a:cubicBezTo>
                  <a:cubicBezTo>
                    <a:pt x="519557" y="419954"/>
                    <a:pt x="504808" y="430120"/>
                    <a:pt x="489059" y="438619"/>
                  </a:cubicBezTo>
                  <a:cubicBezTo>
                    <a:pt x="440147" y="448951"/>
                    <a:pt x="391235" y="455784"/>
                    <a:pt x="341156" y="445952"/>
                  </a:cubicBezTo>
                  <a:cubicBezTo>
                    <a:pt x="296660" y="437202"/>
                    <a:pt x="254497" y="419454"/>
                    <a:pt x="215751" y="396206"/>
                  </a:cubicBezTo>
                  <a:cubicBezTo>
                    <a:pt x="175754" y="372208"/>
                    <a:pt x="131758" y="346044"/>
                    <a:pt x="98511" y="313047"/>
                  </a:cubicBezTo>
                  <a:cubicBezTo>
                    <a:pt x="70680" y="285216"/>
                    <a:pt x="51766" y="248969"/>
                    <a:pt x="24935" y="220722"/>
                  </a:cubicBezTo>
                  <a:cubicBezTo>
                    <a:pt x="30684" y="215806"/>
                    <a:pt x="38600" y="212472"/>
                    <a:pt x="44933" y="209056"/>
                  </a:cubicBezTo>
                  <a:cubicBezTo>
                    <a:pt x="53682" y="204390"/>
                    <a:pt x="62681" y="200057"/>
                    <a:pt x="71680" y="195891"/>
                  </a:cubicBezTo>
                  <a:cubicBezTo>
                    <a:pt x="80596" y="217139"/>
                    <a:pt x="94762" y="235221"/>
                    <a:pt x="107927" y="254219"/>
                  </a:cubicBezTo>
                  <a:cubicBezTo>
                    <a:pt x="125842" y="280133"/>
                    <a:pt x="147173" y="300631"/>
                    <a:pt x="171255" y="320713"/>
                  </a:cubicBezTo>
                  <a:cubicBezTo>
                    <a:pt x="214834" y="357126"/>
                    <a:pt x="267663" y="388374"/>
                    <a:pt x="325241" y="393956"/>
                  </a:cubicBezTo>
                  <a:cubicBezTo>
                    <a:pt x="385652" y="399789"/>
                    <a:pt x="453979" y="385207"/>
                    <a:pt x="503141" y="348377"/>
                  </a:cubicBezTo>
                  <a:cubicBezTo>
                    <a:pt x="550470" y="312880"/>
                    <a:pt x="574302" y="256136"/>
                    <a:pt x="579551" y="198557"/>
                  </a:cubicBezTo>
                  <a:cubicBezTo>
                    <a:pt x="582884" y="162811"/>
                    <a:pt x="572719" y="131063"/>
                    <a:pt x="562886" y="97233"/>
                  </a:cubicBezTo>
                  <a:cubicBezTo>
                    <a:pt x="555803" y="72819"/>
                    <a:pt x="548471" y="44738"/>
                    <a:pt x="530139" y="26156"/>
                  </a:cubicBezTo>
                  <a:cubicBezTo>
                    <a:pt x="540555" y="22157"/>
                    <a:pt x="559386" y="13657"/>
                    <a:pt x="564469" y="19823"/>
                  </a:cubicBezTo>
                  <a:cubicBezTo>
                    <a:pt x="567719" y="23823"/>
                    <a:pt x="569219" y="33489"/>
                    <a:pt x="571552" y="38489"/>
                  </a:cubicBezTo>
                  <a:cubicBezTo>
                    <a:pt x="575385" y="46654"/>
                    <a:pt x="579718" y="54404"/>
                    <a:pt x="583134" y="62820"/>
                  </a:cubicBezTo>
                  <a:cubicBezTo>
                    <a:pt x="607965" y="122731"/>
                    <a:pt x="630130" y="181142"/>
                    <a:pt x="619131" y="247220"/>
                  </a:cubicBezTo>
                  <a:lnTo>
                    <a:pt x="619131" y="247220"/>
                  </a:lnTo>
                  <a:close/>
                </a:path>
              </a:pathLst>
            </a:custGeom>
            <a:grpFill/>
            <a:ln w="8332" cap="flat">
              <a:noFill/>
              <a:prstDash val="solid"/>
              <a:miter/>
            </a:ln>
          </p:spPr>
          <p:txBody>
            <a:bodyPr rtlCol="0" anchor="ctr"/>
            <a:lstStyle/>
            <a:p>
              <a:endParaRPr lang="en-US"/>
            </a:p>
          </p:txBody>
        </p:sp>
        <p:sp>
          <p:nvSpPr>
            <p:cNvPr id="2426" name="Freeform: Shape 2425"/>
            <p:cNvSpPr/>
            <p:nvPr/>
          </p:nvSpPr>
          <p:spPr>
            <a:xfrm>
              <a:off x="3111374" y="6649203"/>
              <a:ext cx="30929" cy="38078"/>
            </a:xfrm>
            <a:custGeom>
              <a:avLst/>
              <a:gdLst>
                <a:gd name="connsiteX0" fmla="*/ 21365 w 30929"/>
                <a:gd name="connsiteY0" fmla="*/ 1541 h 38078"/>
                <a:gd name="connsiteX1" fmla="*/ 8533 w 30929"/>
                <a:gd name="connsiteY1" fmla="*/ 15789 h 38078"/>
                <a:gd name="connsiteX2" fmla="*/ 367 w 30929"/>
                <a:gd name="connsiteY2" fmla="*/ 29538 h 38078"/>
                <a:gd name="connsiteX3" fmla="*/ 10616 w 30929"/>
                <a:gd name="connsiteY3" fmla="*/ 37454 h 38078"/>
                <a:gd name="connsiteX4" fmla="*/ 16699 w 30929"/>
                <a:gd name="connsiteY4" fmla="*/ 31538 h 38078"/>
                <a:gd name="connsiteX5" fmla="*/ 22031 w 30929"/>
                <a:gd name="connsiteY5" fmla="*/ 25038 h 38078"/>
                <a:gd name="connsiteX6" fmla="*/ 27114 w 30929"/>
                <a:gd name="connsiteY6" fmla="*/ 15539 h 38078"/>
                <a:gd name="connsiteX7" fmla="*/ 30864 w 30929"/>
                <a:gd name="connsiteY7" fmla="*/ 7040 h 38078"/>
                <a:gd name="connsiteX8" fmla="*/ 21365 w 30929"/>
                <a:gd name="connsiteY8" fmla="*/ 1541 h 38078"/>
                <a:gd name="connsiteX9" fmla="*/ 21365 w 30929"/>
                <a:gd name="connsiteY9" fmla="*/ 1541 h 38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929" h="38078">
                  <a:moveTo>
                    <a:pt x="21365" y="1541"/>
                  </a:moveTo>
                  <a:cubicBezTo>
                    <a:pt x="16199" y="5873"/>
                    <a:pt x="12866" y="10790"/>
                    <a:pt x="8533" y="15789"/>
                  </a:cubicBezTo>
                  <a:cubicBezTo>
                    <a:pt x="4866" y="20039"/>
                    <a:pt x="2117" y="24122"/>
                    <a:pt x="367" y="29538"/>
                  </a:cubicBezTo>
                  <a:cubicBezTo>
                    <a:pt x="-1716" y="35954"/>
                    <a:pt x="5533" y="39620"/>
                    <a:pt x="10616" y="37454"/>
                  </a:cubicBezTo>
                  <a:cubicBezTo>
                    <a:pt x="13449" y="36288"/>
                    <a:pt x="14782" y="33788"/>
                    <a:pt x="16699" y="31538"/>
                  </a:cubicBezTo>
                  <a:cubicBezTo>
                    <a:pt x="18032" y="29955"/>
                    <a:pt x="20448" y="27372"/>
                    <a:pt x="22031" y="25038"/>
                  </a:cubicBezTo>
                  <a:cubicBezTo>
                    <a:pt x="24031" y="22039"/>
                    <a:pt x="25531" y="18789"/>
                    <a:pt x="27114" y="15539"/>
                  </a:cubicBezTo>
                  <a:cubicBezTo>
                    <a:pt x="28364" y="12790"/>
                    <a:pt x="30364" y="10123"/>
                    <a:pt x="30864" y="7040"/>
                  </a:cubicBezTo>
                  <a:cubicBezTo>
                    <a:pt x="31614" y="1374"/>
                    <a:pt x="25781" y="-2209"/>
                    <a:pt x="21365" y="1541"/>
                  </a:cubicBezTo>
                  <a:lnTo>
                    <a:pt x="21365" y="1541"/>
                  </a:lnTo>
                  <a:close/>
                </a:path>
              </a:pathLst>
            </a:custGeom>
            <a:grpFill/>
            <a:ln w="8332" cap="flat">
              <a:noFill/>
              <a:prstDash val="solid"/>
              <a:miter/>
            </a:ln>
          </p:spPr>
          <p:txBody>
            <a:bodyPr rtlCol="0" anchor="ctr"/>
            <a:lstStyle/>
            <a:p>
              <a:endParaRPr lang="en-US"/>
            </a:p>
          </p:txBody>
        </p:sp>
        <p:sp>
          <p:nvSpPr>
            <p:cNvPr id="2427" name="Freeform: Shape 2426"/>
            <p:cNvSpPr/>
            <p:nvPr/>
          </p:nvSpPr>
          <p:spPr>
            <a:xfrm>
              <a:off x="3158424" y="6671548"/>
              <a:ext cx="24255" cy="45664"/>
            </a:xfrm>
            <a:custGeom>
              <a:avLst/>
              <a:gdLst>
                <a:gd name="connsiteX0" fmla="*/ 14062 w 24255"/>
                <a:gd name="connsiteY0" fmla="*/ 3527 h 45664"/>
                <a:gd name="connsiteX1" fmla="*/ 1063 w 24255"/>
                <a:gd name="connsiteY1" fmla="*/ 28692 h 45664"/>
                <a:gd name="connsiteX2" fmla="*/ 8479 w 24255"/>
                <a:gd name="connsiteY2" fmla="*/ 45606 h 45664"/>
                <a:gd name="connsiteX3" fmla="*/ 15728 w 24255"/>
                <a:gd name="connsiteY3" fmla="*/ 38441 h 45664"/>
                <a:gd name="connsiteX4" fmla="*/ 15895 w 24255"/>
                <a:gd name="connsiteY4" fmla="*/ 37524 h 45664"/>
                <a:gd name="connsiteX5" fmla="*/ 16561 w 24255"/>
                <a:gd name="connsiteY5" fmla="*/ 33691 h 45664"/>
                <a:gd name="connsiteX6" fmla="*/ 17978 w 24255"/>
                <a:gd name="connsiteY6" fmla="*/ 27525 h 45664"/>
                <a:gd name="connsiteX7" fmla="*/ 24227 w 24255"/>
                <a:gd name="connsiteY7" fmla="*/ 4943 h 45664"/>
                <a:gd name="connsiteX8" fmla="*/ 14062 w 24255"/>
                <a:gd name="connsiteY8" fmla="*/ 3527 h 45664"/>
                <a:gd name="connsiteX9" fmla="*/ 14062 w 24255"/>
                <a:gd name="connsiteY9" fmla="*/ 3527 h 45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255" h="45664">
                  <a:moveTo>
                    <a:pt x="14062" y="3527"/>
                  </a:moveTo>
                  <a:cubicBezTo>
                    <a:pt x="10479" y="12360"/>
                    <a:pt x="4229" y="19609"/>
                    <a:pt x="1063" y="28692"/>
                  </a:cubicBezTo>
                  <a:cubicBezTo>
                    <a:pt x="-937" y="34441"/>
                    <a:pt x="-937" y="46606"/>
                    <a:pt x="8479" y="45606"/>
                  </a:cubicBezTo>
                  <a:cubicBezTo>
                    <a:pt x="11978" y="45190"/>
                    <a:pt x="15728" y="42024"/>
                    <a:pt x="15728" y="38441"/>
                  </a:cubicBezTo>
                  <a:cubicBezTo>
                    <a:pt x="15811" y="38107"/>
                    <a:pt x="15895" y="37857"/>
                    <a:pt x="15895" y="37524"/>
                  </a:cubicBezTo>
                  <a:cubicBezTo>
                    <a:pt x="16228" y="36274"/>
                    <a:pt x="16311" y="34941"/>
                    <a:pt x="16561" y="33691"/>
                  </a:cubicBezTo>
                  <a:cubicBezTo>
                    <a:pt x="16978" y="31608"/>
                    <a:pt x="17394" y="29525"/>
                    <a:pt x="17978" y="27525"/>
                  </a:cubicBezTo>
                  <a:cubicBezTo>
                    <a:pt x="20228" y="19859"/>
                    <a:pt x="23477" y="13026"/>
                    <a:pt x="24227" y="4943"/>
                  </a:cubicBezTo>
                  <a:cubicBezTo>
                    <a:pt x="24811" y="-1389"/>
                    <a:pt x="16061" y="-1389"/>
                    <a:pt x="14062" y="3527"/>
                  </a:cubicBezTo>
                  <a:lnTo>
                    <a:pt x="14062" y="3527"/>
                  </a:lnTo>
                  <a:close/>
                </a:path>
              </a:pathLst>
            </a:custGeom>
            <a:grpFill/>
            <a:ln w="8332" cap="flat">
              <a:noFill/>
              <a:prstDash val="solid"/>
              <a:miter/>
            </a:ln>
          </p:spPr>
          <p:txBody>
            <a:bodyPr rtlCol="0" anchor="ctr"/>
            <a:lstStyle/>
            <a:p>
              <a:endParaRPr lang="en-US"/>
            </a:p>
          </p:txBody>
        </p:sp>
        <p:sp>
          <p:nvSpPr>
            <p:cNvPr id="2428" name="Freeform: Shape 2427"/>
            <p:cNvSpPr/>
            <p:nvPr/>
          </p:nvSpPr>
          <p:spPr>
            <a:xfrm>
              <a:off x="3224628" y="6682594"/>
              <a:ext cx="18138" cy="43787"/>
            </a:xfrm>
            <a:custGeom>
              <a:avLst/>
              <a:gdLst>
                <a:gd name="connsiteX0" fmla="*/ 17268 w 18138"/>
                <a:gd name="connsiteY0" fmla="*/ 32310 h 43787"/>
                <a:gd name="connsiteX1" fmla="*/ 16685 w 18138"/>
                <a:gd name="connsiteY1" fmla="*/ 20811 h 43787"/>
                <a:gd name="connsiteX2" fmla="*/ 15185 w 18138"/>
                <a:gd name="connsiteY2" fmla="*/ 5396 h 43787"/>
                <a:gd name="connsiteX3" fmla="*/ 4353 w 18138"/>
                <a:gd name="connsiteY3" fmla="*/ 3897 h 43787"/>
                <a:gd name="connsiteX4" fmla="*/ 1353 w 18138"/>
                <a:gd name="connsiteY4" fmla="*/ 14729 h 43787"/>
                <a:gd name="connsiteX5" fmla="*/ 270 w 18138"/>
                <a:gd name="connsiteY5" fmla="*/ 25728 h 43787"/>
                <a:gd name="connsiteX6" fmla="*/ 6769 w 18138"/>
                <a:gd name="connsiteY6" fmla="*/ 42810 h 43787"/>
                <a:gd name="connsiteX7" fmla="*/ 17268 w 18138"/>
                <a:gd name="connsiteY7" fmla="*/ 32310 h 43787"/>
                <a:gd name="connsiteX8" fmla="*/ 17268 w 18138"/>
                <a:gd name="connsiteY8" fmla="*/ 32310 h 43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138" h="43787">
                  <a:moveTo>
                    <a:pt x="17268" y="32310"/>
                  </a:moveTo>
                  <a:cubicBezTo>
                    <a:pt x="16518" y="30727"/>
                    <a:pt x="16935" y="23561"/>
                    <a:pt x="16685" y="20811"/>
                  </a:cubicBezTo>
                  <a:cubicBezTo>
                    <a:pt x="16185" y="15645"/>
                    <a:pt x="15685" y="10563"/>
                    <a:pt x="15185" y="5396"/>
                  </a:cubicBezTo>
                  <a:cubicBezTo>
                    <a:pt x="14685" y="-520"/>
                    <a:pt x="6102" y="-2353"/>
                    <a:pt x="4353" y="3897"/>
                  </a:cubicBezTo>
                  <a:cubicBezTo>
                    <a:pt x="3353" y="7563"/>
                    <a:pt x="1936" y="10896"/>
                    <a:pt x="1353" y="14729"/>
                  </a:cubicBezTo>
                  <a:cubicBezTo>
                    <a:pt x="853" y="18395"/>
                    <a:pt x="603" y="22062"/>
                    <a:pt x="270" y="25728"/>
                  </a:cubicBezTo>
                  <a:cubicBezTo>
                    <a:pt x="-480" y="32561"/>
                    <a:pt x="-64" y="39143"/>
                    <a:pt x="6769" y="42810"/>
                  </a:cubicBezTo>
                  <a:cubicBezTo>
                    <a:pt x="13769" y="46476"/>
                    <a:pt x="20601" y="39143"/>
                    <a:pt x="17268" y="32310"/>
                  </a:cubicBezTo>
                  <a:lnTo>
                    <a:pt x="17268" y="32310"/>
                  </a:lnTo>
                  <a:close/>
                </a:path>
              </a:pathLst>
            </a:custGeom>
            <a:grpFill/>
            <a:ln w="8332" cap="flat">
              <a:noFill/>
              <a:prstDash val="solid"/>
              <a:miter/>
            </a:ln>
          </p:spPr>
          <p:txBody>
            <a:bodyPr rtlCol="0" anchor="ctr"/>
            <a:lstStyle/>
            <a:p>
              <a:endParaRPr lang="en-US"/>
            </a:p>
          </p:txBody>
        </p:sp>
        <p:sp>
          <p:nvSpPr>
            <p:cNvPr id="2429" name="Freeform: Shape 2428"/>
            <p:cNvSpPr/>
            <p:nvPr/>
          </p:nvSpPr>
          <p:spPr>
            <a:xfrm>
              <a:off x="3278649" y="6677461"/>
              <a:ext cx="33730" cy="35183"/>
            </a:xfrm>
            <a:custGeom>
              <a:avLst/>
              <a:gdLst>
                <a:gd name="connsiteX0" fmla="*/ 31574 w 33730"/>
                <a:gd name="connsiteY0" fmla="*/ 21112 h 35183"/>
                <a:gd name="connsiteX1" fmla="*/ 20908 w 33730"/>
                <a:gd name="connsiteY1" fmla="*/ 8696 h 35183"/>
                <a:gd name="connsiteX2" fmla="*/ 14909 w 33730"/>
                <a:gd name="connsiteY2" fmla="*/ 3530 h 35183"/>
                <a:gd name="connsiteX3" fmla="*/ 7160 w 33730"/>
                <a:gd name="connsiteY3" fmla="*/ 613 h 35183"/>
                <a:gd name="connsiteX4" fmla="*/ 1410 w 33730"/>
                <a:gd name="connsiteY4" fmla="*/ 8113 h 35183"/>
                <a:gd name="connsiteX5" fmla="*/ 7076 w 33730"/>
                <a:gd name="connsiteY5" fmla="*/ 12529 h 35183"/>
                <a:gd name="connsiteX6" fmla="*/ 11326 w 33730"/>
                <a:gd name="connsiteY6" fmla="*/ 18945 h 35183"/>
                <a:gd name="connsiteX7" fmla="*/ 20242 w 33730"/>
                <a:gd name="connsiteY7" fmla="*/ 32611 h 35183"/>
                <a:gd name="connsiteX8" fmla="*/ 31574 w 33730"/>
                <a:gd name="connsiteY8" fmla="*/ 21112 h 35183"/>
                <a:gd name="connsiteX9" fmla="*/ 31574 w 33730"/>
                <a:gd name="connsiteY9" fmla="*/ 21112 h 35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3730" h="35183">
                  <a:moveTo>
                    <a:pt x="31574" y="21112"/>
                  </a:moveTo>
                  <a:cubicBezTo>
                    <a:pt x="27908" y="17029"/>
                    <a:pt x="24575" y="12779"/>
                    <a:pt x="20908" y="8696"/>
                  </a:cubicBezTo>
                  <a:cubicBezTo>
                    <a:pt x="19159" y="6779"/>
                    <a:pt x="17159" y="4863"/>
                    <a:pt x="14909" y="3530"/>
                  </a:cubicBezTo>
                  <a:cubicBezTo>
                    <a:pt x="12492" y="2030"/>
                    <a:pt x="9576" y="1947"/>
                    <a:pt x="7160" y="613"/>
                  </a:cubicBezTo>
                  <a:cubicBezTo>
                    <a:pt x="2493" y="-1970"/>
                    <a:pt x="-2506" y="4196"/>
                    <a:pt x="1410" y="8113"/>
                  </a:cubicBezTo>
                  <a:cubicBezTo>
                    <a:pt x="3160" y="9780"/>
                    <a:pt x="5410" y="10862"/>
                    <a:pt x="7076" y="12529"/>
                  </a:cubicBezTo>
                  <a:cubicBezTo>
                    <a:pt x="8743" y="14362"/>
                    <a:pt x="10076" y="16779"/>
                    <a:pt x="11326" y="18945"/>
                  </a:cubicBezTo>
                  <a:cubicBezTo>
                    <a:pt x="14159" y="23695"/>
                    <a:pt x="16576" y="28444"/>
                    <a:pt x="20242" y="32611"/>
                  </a:cubicBezTo>
                  <a:cubicBezTo>
                    <a:pt x="27158" y="40360"/>
                    <a:pt x="38490" y="28861"/>
                    <a:pt x="31574" y="21112"/>
                  </a:cubicBezTo>
                  <a:lnTo>
                    <a:pt x="31574" y="21112"/>
                  </a:lnTo>
                  <a:close/>
                </a:path>
              </a:pathLst>
            </a:custGeom>
            <a:grpFill/>
            <a:ln w="8332" cap="flat">
              <a:noFill/>
              <a:prstDash val="solid"/>
              <a:miter/>
            </a:ln>
          </p:spPr>
          <p:txBody>
            <a:bodyPr rtlCol="0" anchor="ctr"/>
            <a:lstStyle/>
            <a:p>
              <a:endParaRPr lang="en-US"/>
            </a:p>
          </p:txBody>
        </p:sp>
        <p:sp>
          <p:nvSpPr>
            <p:cNvPr id="2430" name="Freeform: Shape 2429"/>
            <p:cNvSpPr/>
            <p:nvPr/>
          </p:nvSpPr>
          <p:spPr>
            <a:xfrm>
              <a:off x="3314686" y="6641315"/>
              <a:ext cx="46660" cy="19304"/>
            </a:xfrm>
            <a:custGeom>
              <a:avLst/>
              <a:gdLst>
                <a:gd name="connsiteX0" fmla="*/ 43366 w 46660"/>
                <a:gd name="connsiteY0" fmla="*/ 6096 h 19304"/>
                <a:gd name="connsiteX1" fmla="*/ 24451 w 46660"/>
                <a:gd name="connsiteY1" fmla="*/ 2763 h 19304"/>
                <a:gd name="connsiteX2" fmla="*/ 6786 w 46660"/>
                <a:gd name="connsiteY2" fmla="*/ 97 h 19304"/>
                <a:gd name="connsiteX3" fmla="*/ 3869 w 46660"/>
                <a:gd name="connsiteY3" fmla="*/ 10512 h 19304"/>
                <a:gd name="connsiteX4" fmla="*/ 41783 w 46660"/>
                <a:gd name="connsiteY4" fmla="*/ 18595 h 19304"/>
                <a:gd name="connsiteX5" fmla="*/ 43366 w 46660"/>
                <a:gd name="connsiteY5" fmla="*/ 6096 h 19304"/>
                <a:gd name="connsiteX6" fmla="*/ 43366 w 46660"/>
                <a:gd name="connsiteY6" fmla="*/ 6096 h 19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660" h="19304">
                  <a:moveTo>
                    <a:pt x="43366" y="6096"/>
                  </a:moveTo>
                  <a:cubicBezTo>
                    <a:pt x="37116" y="3263"/>
                    <a:pt x="31200" y="3263"/>
                    <a:pt x="24451" y="2763"/>
                  </a:cubicBezTo>
                  <a:cubicBezTo>
                    <a:pt x="18368" y="2263"/>
                    <a:pt x="12702" y="1096"/>
                    <a:pt x="6786" y="97"/>
                  </a:cubicBezTo>
                  <a:cubicBezTo>
                    <a:pt x="36" y="-1070"/>
                    <a:pt x="-2963" y="8679"/>
                    <a:pt x="3869" y="10512"/>
                  </a:cubicBezTo>
                  <a:cubicBezTo>
                    <a:pt x="16618" y="13928"/>
                    <a:pt x="27951" y="21678"/>
                    <a:pt x="41783" y="18595"/>
                  </a:cubicBezTo>
                  <a:cubicBezTo>
                    <a:pt x="47115" y="17428"/>
                    <a:pt x="48699" y="8512"/>
                    <a:pt x="43366" y="6096"/>
                  </a:cubicBezTo>
                  <a:lnTo>
                    <a:pt x="43366" y="6096"/>
                  </a:lnTo>
                  <a:close/>
                </a:path>
              </a:pathLst>
            </a:custGeom>
            <a:grpFill/>
            <a:ln w="8332" cap="flat">
              <a:noFill/>
              <a:prstDash val="solid"/>
              <a:miter/>
            </a:ln>
          </p:spPr>
          <p:txBody>
            <a:bodyPr rtlCol="0" anchor="ctr"/>
            <a:lstStyle/>
            <a:p>
              <a:endParaRPr lang="en-US"/>
            </a:p>
          </p:txBody>
        </p:sp>
        <p:sp>
          <p:nvSpPr>
            <p:cNvPr id="2431" name="Freeform: Shape 2430"/>
            <p:cNvSpPr/>
            <p:nvPr/>
          </p:nvSpPr>
          <p:spPr>
            <a:xfrm>
              <a:off x="3322034" y="6591830"/>
              <a:ext cx="47763" cy="16326"/>
            </a:xfrm>
            <a:custGeom>
              <a:avLst/>
              <a:gdLst>
                <a:gd name="connsiteX0" fmla="*/ 42184 w 47763"/>
                <a:gd name="connsiteY0" fmla="*/ 3 h 16326"/>
                <a:gd name="connsiteX1" fmla="*/ 26102 w 47763"/>
                <a:gd name="connsiteY1" fmla="*/ 3169 h 16326"/>
                <a:gd name="connsiteX2" fmla="*/ 2687 w 47763"/>
                <a:gd name="connsiteY2" fmla="*/ 7919 h 16326"/>
                <a:gd name="connsiteX3" fmla="*/ 2687 w 47763"/>
                <a:gd name="connsiteY3" fmla="*/ 15168 h 16326"/>
                <a:gd name="connsiteX4" fmla="*/ 30351 w 47763"/>
                <a:gd name="connsiteY4" fmla="*/ 15751 h 16326"/>
                <a:gd name="connsiteX5" fmla="*/ 47183 w 47763"/>
                <a:gd name="connsiteY5" fmla="*/ 8669 h 16326"/>
                <a:gd name="connsiteX6" fmla="*/ 42184 w 47763"/>
                <a:gd name="connsiteY6" fmla="*/ 3 h 16326"/>
                <a:gd name="connsiteX7" fmla="*/ 42184 w 47763"/>
                <a:gd name="connsiteY7" fmla="*/ 3 h 16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763" h="16326">
                  <a:moveTo>
                    <a:pt x="42184" y="3"/>
                  </a:moveTo>
                  <a:cubicBezTo>
                    <a:pt x="36517" y="-81"/>
                    <a:pt x="31601" y="1669"/>
                    <a:pt x="26102" y="3169"/>
                  </a:cubicBezTo>
                  <a:cubicBezTo>
                    <a:pt x="18436" y="5252"/>
                    <a:pt x="10520" y="6752"/>
                    <a:pt x="2687" y="7919"/>
                  </a:cubicBezTo>
                  <a:cubicBezTo>
                    <a:pt x="-896" y="8502"/>
                    <a:pt x="-896" y="14668"/>
                    <a:pt x="2687" y="15168"/>
                  </a:cubicBezTo>
                  <a:cubicBezTo>
                    <a:pt x="11853" y="16501"/>
                    <a:pt x="21102" y="16668"/>
                    <a:pt x="30351" y="15751"/>
                  </a:cubicBezTo>
                  <a:cubicBezTo>
                    <a:pt x="36351" y="15168"/>
                    <a:pt x="44267" y="15001"/>
                    <a:pt x="47183" y="8669"/>
                  </a:cubicBezTo>
                  <a:cubicBezTo>
                    <a:pt x="48850" y="4835"/>
                    <a:pt x="46850" y="86"/>
                    <a:pt x="42184" y="3"/>
                  </a:cubicBezTo>
                  <a:lnTo>
                    <a:pt x="42184" y="3"/>
                  </a:lnTo>
                  <a:close/>
                </a:path>
              </a:pathLst>
            </a:custGeom>
            <a:grpFill/>
            <a:ln w="8332" cap="flat">
              <a:noFill/>
              <a:prstDash val="solid"/>
              <a:miter/>
            </a:ln>
          </p:spPr>
          <p:txBody>
            <a:bodyPr rtlCol="0" anchor="ctr"/>
            <a:lstStyle/>
            <a:p>
              <a:endParaRPr lang="en-US"/>
            </a:p>
          </p:txBody>
        </p:sp>
        <p:sp>
          <p:nvSpPr>
            <p:cNvPr id="2432" name="Freeform: Shape 2431"/>
            <p:cNvSpPr/>
            <p:nvPr/>
          </p:nvSpPr>
          <p:spPr>
            <a:xfrm>
              <a:off x="3323336" y="6560178"/>
              <a:ext cx="33300" cy="19689"/>
            </a:xfrm>
            <a:custGeom>
              <a:avLst/>
              <a:gdLst>
                <a:gd name="connsiteX0" fmla="*/ 24634 w 33300"/>
                <a:gd name="connsiteY0" fmla="*/ 74 h 19689"/>
                <a:gd name="connsiteX1" fmla="*/ 8385 w 33300"/>
                <a:gd name="connsiteY1" fmla="*/ 6907 h 19689"/>
                <a:gd name="connsiteX2" fmla="*/ 2386 w 33300"/>
                <a:gd name="connsiteY2" fmla="*/ 11407 h 19689"/>
                <a:gd name="connsiteX3" fmla="*/ 719 w 33300"/>
                <a:gd name="connsiteY3" fmla="*/ 13490 h 19689"/>
                <a:gd name="connsiteX4" fmla="*/ 303 w 33300"/>
                <a:gd name="connsiteY4" fmla="*/ 14990 h 19689"/>
                <a:gd name="connsiteX5" fmla="*/ 1136 w 33300"/>
                <a:gd name="connsiteY5" fmla="*/ 18323 h 19689"/>
                <a:gd name="connsiteX6" fmla="*/ 13468 w 33300"/>
                <a:gd name="connsiteY6" fmla="*/ 18740 h 19689"/>
                <a:gd name="connsiteX7" fmla="*/ 29883 w 33300"/>
                <a:gd name="connsiteY7" fmla="*/ 12490 h 19689"/>
                <a:gd name="connsiteX8" fmla="*/ 24634 w 33300"/>
                <a:gd name="connsiteY8" fmla="*/ 74 h 19689"/>
                <a:gd name="connsiteX9" fmla="*/ 24634 w 33300"/>
                <a:gd name="connsiteY9" fmla="*/ 74 h 19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3300" h="19689">
                  <a:moveTo>
                    <a:pt x="24634" y="74"/>
                  </a:moveTo>
                  <a:cubicBezTo>
                    <a:pt x="18551" y="908"/>
                    <a:pt x="13218" y="3157"/>
                    <a:pt x="8385" y="6907"/>
                  </a:cubicBezTo>
                  <a:cubicBezTo>
                    <a:pt x="6469" y="8407"/>
                    <a:pt x="4136" y="9657"/>
                    <a:pt x="2386" y="11407"/>
                  </a:cubicBezTo>
                  <a:cubicBezTo>
                    <a:pt x="1719" y="12073"/>
                    <a:pt x="1136" y="12740"/>
                    <a:pt x="719" y="13490"/>
                  </a:cubicBezTo>
                  <a:cubicBezTo>
                    <a:pt x="553" y="13740"/>
                    <a:pt x="-197" y="16240"/>
                    <a:pt x="303" y="14990"/>
                  </a:cubicBezTo>
                  <a:cubicBezTo>
                    <a:pt x="-280" y="16240"/>
                    <a:pt x="-31" y="17490"/>
                    <a:pt x="1136" y="18323"/>
                  </a:cubicBezTo>
                  <a:cubicBezTo>
                    <a:pt x="4052" y="20406"/>
                    <a:pt x="10218" y="19740"/>
                    <a:pt x="13468" y="18740"/>
                  </a:cubicBezTo>
                  <a:cubicBezTo>
                    <a:pt x="19051" y="17073"/>
                    <a:pt x="24800" y="15407"/>
                    <a:pt x="29883" y="12490"/>
                  </a:cubicBezTo>
                  <a:cubicBezTo>
                    <a:pt x="37049" y="8407"/>
                    <a:pt x="31800" y="-925"/>
                    <a:pt x="24634" y="74"/>
                  </a:cubicBezTo>
                  <a:lnTo>
                    <a:pt x="24634" y="74"/>
                  </a:lnTo>
                  <a:close/>
                </a:path>
              </a:pathLst>
            </a:custGeom>
            <a:grpFill/>
            <a:ln w="8332" cap="flat">
              <a:noFill/>
              <a:prstDash val="solid"/>
              <a:miter/>
            </a:ln>
          </p:spPr>
          <p:txBody>
            <a:bodyPr rtlCol="0" anchor="ctr"/>
            <a:lstStyle/>
            <a:p>
              <a:endParaRPr lang="en-US"/>
            </a:p>
          </p:txBody>
        </p:sp>
        <p:sp>
          <p:nvSpPr>
            <p:cNvPr id="2433" name="Freeform: Shape 2432"/>
            <p:cNvSpPr/>
            <p:nvPr/>
          </p:nvSpPr>
          <p:spPr>
            <a:xfrm>
              <a:off x="3097152" y="6707836"/>
              <a:ext cx="29891" cy="42635"/>
            </a:xfrm>
            <a:custGeom>
              <a:avLst/>
              <a:gdLst>
                <a:gd name="connsiteX0" fmla="*/ 18172 w 29891"/>
                <a:gd name="connsiteY0" fmla="*/ 2986 h 42635"/>
                <a:gd name="connsiteX1" fmla="*/ 3007 w 29891"/>
                <a:gd name="connsiteY1" fmla="*/ 24401 h 42635"/>
                <a:gd name="connsiteX2" fmla="*/ 5673 w 29891"/>
                <a:gd name="connsiteY2" fmla="*/ 41899 h 42635"/>
                <a:gd name="connsiteX3" fmla="*/ 15172 w 29891"/>
                <a:gd name="connsiteY3" fmla="*/ 32733 h 42635"/>
                <a:gd name="connsiteX4" fmla="*/ 15339 w 29891"/>
                <a:gd name="connsiteY4" fmla="*/ 32400 h 42635"/>
                <a:gd name="connsiteX5" fmla="*/ 16755 w 29891"/>
                <a:gd name="connsiteY5" fmla="*/ 29900 h 42635"/>
                <a:gd name="connsiteX6" fmla="*/ 20588 w 29891"/>
                <a:gd name="connsiteY6" fmla="*/ 23317 h 42635"/>
                <a:gd name="connsiteX7" fmla="*/ 29004 w 29891"/>
                <a:gd name="connsiteY7" fmla="*/ 9319 h 42635"/>
                <a:gd name="connsiteX8" fmla="*/ 18172 w 29891"/>
                <a:gd name="connsiteY8" fmla="*/ 2986 h 42635"/>
                <a:gd name="connsiteX9" fmla="*/ 18172 w 29891"/>
                <a:gd name="connsiteY9" fmla="*/ 2986 h 42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891" h="42635">
                  <a:moveTo>
                    <a:pt x="18172" y="2986"/>
                  </a:moveTo>
                  <a:cubicBezTo>
                    <a:pt x="13506" y="10485"/>
                    <a:pt x="7923" y="17068"/>
                    <a:pt x="3007" y="24401"/>
                  </a:cubicBezTo>
                  <a:cubicBezTo>
                    <a:pt x="-993" y="30400"/>
                    <a:pt x="-1826" y="38233"/>
                    <a:pt x="5673" y="41899"/>
                  </a:cubicBezTo>
                  <a:cubicBezTo>
                    <a:pt x="11339" y="44732"/>
                    <a:pt x="18755" y="38899"/>
                    <a:pt x="15172" y="32733"/>
                  </a:cubicBezTo>
                  <a:cubicBezTo>
                    <a:pt x="15256" y="32650"/>
                    <a:pt x="15256" y="32566"/>
                    <a:pt x="15339" y="32400"/>
                  </a:cubicBezTo>
                  <a:cubicBezTo>
                    <a:pt x="15839" y="31567"/>
                    <a:pt x="16256" y="30734"/>
                    <a:pt x="16755" y="29900"/>
                  </a:cubicBezTo>
                  <a:cubicBezTo>
                    <a:pt x="18005" y="27734"/>
                    <a:pt x="19339" y="25484"/>
                    <a:pt x="20588" y="23317"/>
                  </a:cubicBezTo>
                  <a:cubicBezTo>
                    <a:pt x="23338" y="18651"/>
                    <a:pt x="26254" y="13985"/>
                    <a:pt x="29004" y="9319"/>
                  </a:cubicBezTo>
                  <a:cubicBezTo>
                    <a:pt x="33004" y="2236"/>
                    <a:pt x="22422" y="-3847"/>
                    <a:pt x="18172" y="2986"/>
                  </a:cubicBezTo>
                  <a:lnTo>
                    <a:pt x="18172" y="2986"/>
                  </a:lnTo>
                  <a:close/>
                </a:path>
              </a:pathLst>
            </a:custGeom>
            <a:grpFill/>
            <a:ln w="8332" cap="flat">
              <a:noFill/>
              <a:prstDash val="solid"/>
              <a:miter/>
            </a:ln>
          </p:spPr>
          <p:txBody>
            <a:bodyPr rtlCol="0" anchor="ctr"/>
            <a:lstStyle/>
            <a:p>
              <a:endParaRPr lang="en-US"/>
            </a:p>
          </p:txBody>
        </p:sp>
        <p:sp>
          <p:nvSpPr>
            <p:cNvPr id="2434" name="Freeform: Shape 2433"/>
            <p:cNvSpPr/>
            <p:nvPr/>
          </p:nvSpPr>
          <p:spPr>
            <a:xfrm>
              <a:off x="3167005" y="6739878"/>
              <a:ext cx="22455" cy="44821"/>
            </a:xfrm>
            <a:custGeom>
              <a:avLst/>
              <a:gdLst>
                <a:gd name="connsiteX0" fmla="*/ 9313 w 22455"/>
                <a:gd name="connsiteY0" fmla="*/ 3191 h 44821"/>
                <a:gd name="connsiteX1" fmla="*/ 2897 w 22455"/>
                <a:gd name="connsiteY1" fmla="*/ 41771 h 44821"/>
                <a:gd name="connsiteX2" fmla="*/ 15146 w 22455"/>
                <a:gd name="connsiteY2" fmla="*/ 38438 h 44821"/>
                <a:gd name="connsiteX3" fmla="*/ 18063 w 22455"/>
                <a:gd name="connsiteY3" fmla="*/ 24606 h 44821"/>
                <a:gd name="connsiteX4" fmla="*/ 21979 w 22455"/>
                <a:gd name="connsiteY4" fmla="*/ 8524 h 44821"/>
                <a:gd name="connsiteX5" fmla="*/ 9313 w 22455"/>
                <a:gd name="connsiteY5" fmla="*/ 3191 h 44821"/>
                <a:gd name="connsiteX6" fmla="*/ 9313 w 22455"/>
                <a:gd name="connsiteY6" fmla="*/ 3191 h 44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455" h="44821">
                  <a:moveTo>
                    <a:pt x="9313" y="3191"/>
                  </a:moveTo>
                  <a:cubicBezTo>
                    <a:pt x="3814" y="13190"/>
                    <a:pt x="-4436" y="31106"/>
                    <a:pt x="2897" y="41771"/>
                  </a:cubicBezTo>
                  <a:cubicBezTo>
                    <a:pt x="6397" y="46937"/>
                    <a:pt x="15229" y="45354"/>
                    <a:pt x="15146" y="38438"/>
                  </a:cubicBezTo>
                  <a:cubicBezTo>
                    <a:pt x="15146" y="33855"/>
                    <a:pt x="17146" y="29106"/>
                    <a:pt x="18063" y="24606"/>
                  </a:cubicBezTo>
                  <a:cubicBezTo>
                    <a:pt x="19062" y="19107"/>
                    <a:pt x="19812" y="13774"/>
                    <a:pt x="21979" y="8524"/>
                  </a:cubicBezTo>
                  <a:cubicBezTo>
                    <a:pt x="24978" y="1275"/>
                    <a:pt x="12980" y="-3475"/>
                    <a:pt x="9313" y="3191"/>
                  </a:cubicBezTo>
                  <a:lnTo>
                    <a:pt x="9313" y="3191"/>
                  </a:lnTo>
                  <a:close/>
                </a:path>
              </a:pathLst>
            </a:custGeom>
            <a:grpFill/>
            <a:ln w="8332" cap="flat">
              <a:noFill/>
              <a:prstDash val="solid"/>
              <a:miter/>
            </a:ln>
          </p:spPr>
          <p:txBody>
            <a:bodyPr rtlCol="0" anchor="ctr"/>
            <a:lstStyle/>
            <a:p>
              <a:endParaRPr lang="en-US"/>
            </a:p>
          </p:txBody>
        </p:sp>
        <p:sp>
          <p:nvSpPr>
            <p:cNvPr id="2435" name="Freeform: Shape 2434"/>
            <p:cNvSpPr/>
            <p:nvPr/>
          </p:nvSpPr>
          <p:spPr>
            <a:xfrm>
              <a:off x="3237821" y="6747096"/>
              <a:ext cx="19512" cy="39068"/>
            </a:xfrm>
            <a:custGeom>
              <a:avLst/>
              <a:gdLst>
                <a:gd name="connsiteX0" fmla="*/ 19407 w 19512"/>
                <a:gd name="connsiteY0" fmla="*/ 31636 h 39068"/>
                <a:gd name="connsiteX1" fmla="*/ 11407 w 19512"/>
                <a:gd name="connsiteY1" fmla="*/ 3139 h 39068"/>
                <a:gd name="connsiteX2" fmla="*/ 158 w 19512"/>
                <a:gd name="connsiteY2" fmla="*/ 7888 h 39068"/>
                <a:gd name="connsiteX3" fmla="*/ 12240 w 19512"/>
                <a:gd name="connsiteY3" fmla="*/ 38802 h 39068"/>
                <a:gd name="connsiteX4" fmla="*/ 19407 w 19512"/>
                <a:gd name="connsiteY4" fmla="*/ 31636 h 39068"/>
                <a:gd name="connsiteX5" fmla="*/ 19407 w 19512"/>
                <a:gd name="connsiteY5" fmla="*/ 31636 h 39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512" h="39068">
                  <a:moveTo>
                    <a:pt x="19407" y="31636"/>
                  </a:moveTo>
                  <a:cubicBezTo>
                    <a:pt x="17740" y="22221"/>
                    <a:pt x="15573" y="11721"/>
                    <a:pt x="11407" y="3139"/>
                  </a:cubicBezTo>
                  <a:cubicBezTo>
                    <a:pt x="8241" y="-3444"/>
                    <a:pt x="-1342" y="1389"/>
                    <a:pt x="158" y="7888"/>
                  </a:cubicBezTo>
                  <a:cubicBezTo>
                    <a:pt x="2575" y="19054"/>
                    <a:pt x="-2175" y="34219"/>
                    <a:pt x="12240" y="38802"/>
                  </a:cubicBezTo>
                  <a:cubicBezTo>
                    <a:pt x="16823" y="40219"/>
                    <a:pt x="20157" y="35719"/>
                    <a:pt x="19407" y="31636"/>
                  </a:cubicBezTo>
                  <a:lnTo>
                    <a:pt x="19407" y="31636"/>
                  </a:lnTo>
                  <a:close/>
                </a:path>
              </a:pathLst>
            </a:custGeom>
            <a:grpFill/>
            <a:ln w="8332" cap="flat">
              <a:noFill/>
              <a:prstDash val="solid"/>
              <a:miter/>
            </a:ln>
          </p:spPr>
          <p:txBody>
            <a:bodyPr rtlCol="0" anchor="ctr"/>
            <a:lstStyle/>
            <a:p>
              <a:endParaRPr lang="en-US"/>
            </a:p>
          </p:txBody>
        </p:sp>
        <p:sp>
          <p:nvSpPr>
            <p:cNvPr id="2436" name="Freeform: Shape 2435"/>
            <p:cNvSpPr/>
            <p:nvPr/>
          </p:nvSpPr>
          <p:spPr>
            <a:xfrm>
              <a:off x="3293818" y="6739639"/>
              <a:ext cx="33904" cy="33117"/>
            </a:xfrm>
            <a:custGeom>
              <a:avLst/>
              <a:gdLst>
                <a:gd name="connsiteX0" fmla="*/ 33737 w 33904"/>
                <a:gd name="connsiteY0" fmla="*/ 24345 h 33117"/>
                <a:gd name="connsiteX1" fmla="*/ 20988 w 33904"/>
                <a:gd name="connsiteY1" fmla="*/ 10596 h 33117"/>
                <a:gd name="connsiteX2" fmla="*/ 7406 w 33904"/>
                <a:gd name="connsiteY2" fmla="*/ 763 h 33117"/>
                <a:gd name="connsiteX3" fmla="*/ 1406 w 33904"/>
                <a:gd name="connsiteY3" fmla="*/ 8513 h 33117"/>
                <a:gd name="connsiteX4" fmla="*/ 26987 w 33904"/>
                <a:gd name="connsiteY4" fmla="*/ 33094 h 33117"/>
                <a:gd name="connsiteX5" fmla="*/ 33737 w 33904"/>
                <a:gd name="connsiteY5" fmla="*/ 24345 h 33117"/>
                <a:gd name="connsiteX6" fmla="*/ 33737 w 33904"/>
                <a:gd name="connsiteY6" fmla="*/ 24345 h 33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904" h="33117">
                  <a:moveTo>
                    <a:pt x="33737" y="24345"/>
                  </a:moveTo>
                  <a:cubicBezTo>
                    <a:pt x="32237" y="18095"/>
                    <a:pt x="25904" y="14179"/>
                    <a:pt x="20988" y="10596"/>
                  </a:cubicBezTo>
                  <a:cubicBezTo>
                    <a:pt x="16488" y="7263"/>
                    <a:pt x="12072" y="3847"/>
                    <a:pt x="7406" y="763"/>
                  </a:cubicBezTo>
                  <a:cubicBezTo>
                    <a:pt x="2739" y="-2320"/>
                    <a:pt x="-2593" y="4680"/>
                    <a:pt x="1406" y="8513"/>
                  </a:cubicBezTo>
                  <a:cubicBezTo>
                    <a:pt x="10072" y="16679"/>
                    <a:pt x="13155" y="31844"/>
                    <a:pt x="26987" y="33094"/>
                  </a:cubicBezTo>
                  <a:cubicBezTo>
                    <a:pt x="31737" y="33511"/>
                    <a:pt x="34653" y="28344"/>
                    <a:pt x="33737" y="24345"/>
                  </a:cubicBezTo>
                  <a:lnTo>
                    <a:pt x="33737" y="24345"/>
                  </a:lnTo>
                  <a:close/>
                </a:path>
              </a:pathLst>
            </a:custGeom>
            <a:grpFill/>
            <a:ln w="8332" cap="flat">
              <a:noFill/>
              <a:prstDash val="solid"/>
              <a:miter/>
            </a:ln>
          </p:spPr>
          <p:txBody>
            <a:bodyPr rtlCol="0" anchor="ctr"/>
            <a:lstStyle/>
            <a:p>
              <a:endParaRPr lang="en-US"/>
            </a:p>
          </p:txBody>
        </p:sp>
        <p:sp>
          <p:nvSpPr>
            <p:cNvPr id="2437" name="Freeform: Shape 2436"/>
            <p:cNvSpPr/>
            <p:nvPr/>
          </p:nvSpPr>
          <p:spPr>
            <a:xfrm>
              <a:off x="3348199" y="6694983"/>
              <a:ext cx="46065" cy="18057"/>
            </a:xfrm>
            <a:custGeom>
              <a:avLst/>
              <a:gdLst>
                <a:gd name="connsiteX0" fmla="*/ 36184 w 46065"/>
                <a:gd name="connsiteY0" fmla="*/ 1924 h 18057"/>
                <a:gd name="connsiteX1" fmla="*/ 7020 w 46065"/>
                <a:gd name="connsiteY1" fmla="*/ 90 h 18057"/>
                <a:gd name="connsiteX2" fmla="*/ 4020 w 46065"/>
                <a:gd name="connsiteY2" fmla="*/ 10840 h 18057"/>
                <a:gd name="connsiteX3" fmla="*/ 42100 w 46065"/>
                <a:gd name="connsiteY3" fmla="*/ 15922 h 18057"/>
                <a:gd name="connsiteX4" fmla="*/ 36184 w 46065"/>
                <a:gd name="connsiteY4" fmla="*/ 1924 h 18057"/>
                <a:gd name="connsiteX5" fmla="*/ 36184 w 46065"/>
                <a:gd name="connsiteY5" fmla="*/ 1924 h 18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065" h="18057">
                  <a:moveTo>
                    <a:pt x="36184" y="1924"/>
                  </a:moveTo>
                  <a:cubicBezTo>
                    <a:pt x="26518" y="3507"/>
                    <a:pt x="16519" y="1757"/>
                    <a:pt x="7020" y="90"/>
                  </a:cubicBezTo>
                  <a:cubicBezTo>
                    <a:pt x="20" y="-1076"/>
                    <a:pt x="-3063" y="9423"/>
                    <a:pt x="4020" y="10840"/>
                  </a:cubicBezTo>
                  <a:cubicBezTo>
                    <a:pt x="16769" y="13423"/>
                    <a:pt x="29268" y="22005"/>
                    <a:pt x="42100" y="15922"/>
                  </a:cubicBezTo>
                  <a:cubicBezTo>
                    <a:pt x="50516" y="12006"/>
                    <a:pt x="44100" y="591"/>
                    <a:pt x="36184" y="1924"/>
                  </a:cubicBezTo>
                  <a:lnTo>
                    <a:pt x="36184" y="1924"/>
                  </a:lnTo>
                  <a:close/>
                </a:path>
              </a:pathLst>
            </a:custGeom>
            <a:grpFill/>
            <a:ln w="8332" cap="flat">
              <a:noFill/>
              <a:prstDash val="solid"/>
              <a:miter/>
            </a:ln>
          </p:spPr>
          <p:txBody>
            <a:bodyPr rtlCol="0" anchor="ctr"/>
            <a:lstStyle/>
            <a:p>
              <a:endParaRPr lang="en-US"/>
            </a:p>
          </p:txBody>
        </p:sp>
        <p:sp>
          <p:nvSpPr>
            <p:cNvPr id="2438" name="Freeform: Shape 2437"/>
            <p:cNvSpPr/>
            <p:nvPr/>
          </p:nvSpPr>
          <p:spPr>
            <a:xfrm>
              <a:off x="3380498" y="6633173"/>
              <a:ext cx="34132" cy="12244"/>
            </a:xfrm>
            <a:custGeom>
              <a:avLst/>
              <a:gdLst>
                <a:gd name="connsiteX0" fmla="*/ 30383 w 34132"/>
                <a:gd name="connsiteY0" fmla="*/ 656 h 12244"/>
                <a:gd name="connsiteX1" fmla="*/ 4968 w 34132"/>
                <a:gd name="connsiteY1" fmla="*/ 1489 h 12244"/>
                <a:gd name="connsiteX2" fmla="*/ 4968 w 34132"/>
                <a:gd name="connsiteY2" fmla="*/ 11822 h 12244"/>
                <a:gd name="connsiteX3" fmla="*/ 30383 w 34132"/>
                <a:gd name="connsiteY3" fmla="*/ 10739 h 12244"/>
                <a:gd name="connsiteX4" fmla="*/ 30383 w 34132"/>
                <a:gd name="connsiteY4" fmla="*/ 656 h 12244"/>
                <a:gd name="connsiteX5" fmla="*/ 30383 w 34132"/>
                <a:gd name="connsiteY5" fmla="*/ 656 h 12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132" h="12244">
                  <a:moveTo>
                    <a:pt x="30383" y="656"/>
                  </a:moveTo>
                  <a:cubicBezTo>
                    <a:pt x="21634" y="-844"/>
                    <a:pt x="13634" y="573"/>
                    <a:pt x="4968" y="1489"/>
                  </a:cubicBezTo>
                  <a:cubicBezTo>
                    <a:pt x="-1614" y="2156"/>
                    <a:pt x="-1698" y="11155"/>
                    <a:pt x="4968" y="11822"/>
                  </a:cubicBezTo>
                  <a:cubicBezTo>
                    <a:pt x="13634" y="12655"/>
                    <a:pt x="21883" y="12238"/>
                    <a:pt x="30383" y="10739"/>
                  </a:cubicBezTo>
                  <a:cubicBezTo>
                    <a:pt x="35382" y="9905"/>
                    <a:pt x="35382" y="1572"/>
                    <a:pt x="30383" y="656"/>
                  </a:cubicBezTo>
                  <a:lnTo>
                    <a:pt x="30383" y="656"/>
                  </a:lnTo>
                  <a:close/>
                </a:path>
              </a:pathLst>
            </a:custGeom>
            <a:grpFill/>
            <a:ln w="8332" cap="flat">
              <a:noFill/>
              <a:prstDash val="solid"/>
              <a:miter/>
            </a:ln>
          </p:spPr>
          <p:txBody>
            <a:bodyPr rtlCol="0" anchor="ctr"/>
            <a:lstStyle/>
            <a:p>
              <a:endParaRPr lang="en-US"/>
            </a:p>
          </p:txBody>
        </p:sp>
        <p:sp>
          <p:nvSpPr>
            <p:cNvPr id="2439" name="Freeform: Shape 2438"/>
            <p:cNvSpPr/>
            <p:nvPr/>
          </p:nvSpPr>
          <p:spPr>
            <a:xfrm>
              <a:off x="2738881" y="6031955"/>
              <a:ext cx="369137" cy="558127"/>
            </a:xfrm>
            <a:custGeom>
              <a:avLst/>
              <a:gdLst>
                <a:gd name="connsiteX0" fmla="*/ 313698 w 369137"/>
                <a:gd name="connsiteY0" fmla="*/ 121751 h 558127"/>
                <a:gd name="connsiteX1" fmla="*/ 262036 w 369137"/>
                <a:gd name="connsiteY1" fmla="*/ 98336 h 558127"/>
                <a:gd name="connsiteX2" fmla="*/ 199042 w 369137"/>
                <a:gd name="connsiteY2" fmla="*/ 98669 h 558127"/>
                <a:gd name="connsiteX3" fmla="*/ 180127 w 369137"/>
                <a:gd name="connsiteY3" fmla="*/ 102003 h 558127"/>
                <a:gd name="connsiteX4" fmla="*/ 171711 w 369137"/>
                <a:gd name="connsiteY4" fmla="*/ 90671 h 558127"/>
                <a:gd name="connsiteX5" fmla="*/ 162295 w 369137"/>
                <a:gd name="connsiteY5" fmla="*/ 50757 h 558127"/>
                <a:gd name="connsiteX6" fmla="*/ 157212 w 369137"/>
                <a:gd name="connsiteY6" fmla="*/ 16927 h 558127"/>
                <a:gd name="connsiteX7" fmla="*/ 150880 w 369137"/>
                <a:gd name="connsiteY7" fmla="*/ 1512 h 558127"/>
                <a:gd name="connsiteX8" fmla="*/ 115633 w 369137"/>
                <a:gd name="connsiteY8" fmla="*/ 19427 h 558127"/>
                <a:gd name="connsiteX9" fmla="*/ 107467 w 369137"/>
                <a:gd name="connsiteY9" fmla="*/ 59756 h 558127"/>
                <a:gd name="connsiteX10" fmla="*/ 118216 w 369137"/>
                <a:gd name="connsiteY10" fmla="*/ 91504 h 558127"/>
                <a:gd name="connsiteX11" fmla="*/ 127298 w 369137"/>
                <a:gd name="connsiteY11" fmla="*/ 115918 h 558127"/>
                <a:gd name="connsiteX12" fmla="*/ 117966 w 369137"/>
                <a:gd name="connsiteY12" fmla="*/ 116085 h 558127"/>
                <a:gd name="connsiteX13" fmla="*/ 106300 w 369137"/>
                <a:gd name="connsiteY13" fmla="*/ 121418 h 558127"/>
                <a:gd name="connsiteX14" fmla="*/ 93551 w 369137"/>
                <a:gd name="connsiteY14" fmla="*/ 129333 h 558127"/>
                <a:gd name="connsiteX15" fmla="*/ 76136 w 369137"/>
                <a:gd name="connsiteY15" fmla="*/ 142416 h 558127"/>
                <a:gd name="connsiteX16" fmla="*/ 69470 w 369137"/>
                <a:gd name="connsiteY16" fmla="*/ 147915 h 558127"/>
                <a:gd name="connsiteX17" fmla="*/ 53055 w 369137"/>
                <a:gd name="connsiteY17" fmla="*/ 163497 h 558127"/>
                <a:gd name="connsiteX18" fmla="*/ 2310 w 369137"/>
                <a:gd name="connsiteY18" fmla="*/ 254072 h 558127"/>
                <a:gd name="connsiteX19" fmla="*/ 5143 w 369137"/>
                <a:gd name="connsiteY19" fmla="*/ 275320 h 558127"/>
                <a:gd name="connsiteX20" fmla="*/ 16808 w 369137"/>
                <a:gd name="connsiteY20" fmla="*/ 272237 h 558127"/>
                <a:gd name="connsiteX21" fmla="*/ 18141 w 369137"/>
                <a:gd name="connsiteY21" fmla="*/ 323483 h 558127"/>
                <a:gd name="connsiteX22" fmla="*/ 49972 w 369137"/>
                <a:gd name="connsiteY22" fmla="*/ 401392 h 558127"/>
                <a:gd name="connsiteX23" fmla="*/ 181627 w 369137"/>
                <a:gd name="connsiteY23" fmla="*/ 529214 h 558127"/>
                <a:gd name="connsiteX24" fmla="*/ 260536 w 369137"/>
                <a:gd name="connsiteY24" fmla="*/ 557961 h 558127"/>
                <a:gd name="connsiteX25" fmla="*/ 323447 w 369137"/>
                <a:gd name="connsiteY25" fmla="*/ 515382 h 558127"/>
                <a:gd name="connsiteX26" fmla="*/ 369110 w 369137"/>
                <a:gd name="connsiteY26" fmla="*/ 349314 h 558127"/>
                <a:gd name="connsiteX27" fmla="*/ 359111 w 369137"/>
                <a:gd name="connsiteY27" fmla="*/ 244240 h 558127"/>
                <a:gd name="connsiteX28" fmla="*/ 328530 w 369137"/>
                <a:gd name="connsiteY28" fmla="*/ 161997 h 558127"/>
                <a:gd name="connsiteX29" fmla="*/ 337113 w 369137"/>
                <a:gd name="connsiteY29" fmla="*/ 163330 h 558127"/>
                <a:gd name="connsiteX30" fmla="*/ 342029 w 369137"/>
                <a:gd name="connsiteY30" fmla="*/ 156998 h 558127"/>
                <a:gd name="connsiteX31" fmla="*/ 313698 w 369137"/>
                <a:gd name="connsiteY31" fmla="*/ 121751 h 558127"/>
                <a:gd name="connsiteX32" fmla="*/ 313698 w 369137"/>
                <a:gd name="connsiteY32" fmla="*/ 121751 h 558127"/>
                <a:gd name="connsiteX33" fmla="*/ 352528 w 369137"/>
                <a:gd name="connsiteY33" fmla="*/ 309651 h 558127"/>
                <a:gd name="connsiteX34" fmla="*/ 332530 w 369137"/>
                <a:gd name="connsiteY34" fmla="*/ 464387 h 558127"/>
                <a:gd name="connsiteX35" fmla="*/ 285701 w 369137"/>
                <a:gd name="connsiteY35" fmla="*/ 530547 h 558127"/>
                <a:gd name="connsiteX36" fmla="*/ 243371 w 369137"/>
                <a:gd name="connsiteY36" fmla="*/ 540130 h 558127"/>
                <a:gd name="connsiteX37" fmla="*/ 208208 w 369137"/>
                <a:gd name="connsiteY37" fmla="*/ 525965 h 558127"/>
                <a:gd name="connsiteX38" fmla="*/ 140047 w 369137"/>
                <a:gd name="connsiteY38" fmla="*/ 484385 h 558127"/>
                <a:gd name="connsiteX39" fmla="*/ 82052 w 369137"/>
                <a:gd name="connsiteY39" fmla="*/ 425557 h 558127"/>
                <a:gd name="connsiteX40" fmla="*/ 35807 w 369137"/>
                <a:gd name="connsiteY40" fmla="*/ 343148 h 558127"/>
                <a:gd name="connsiteX41" fmla="*/ 26474 w 369137"/>
                <a:gd name="connsiteY41" fmla="*/ 298818 h 558127"/>
                <a:gd name="connsiteX42" fmla="*/ 25058 w 369137"/>
                <a:gd name="connsiteY42" fmla="*/ 264072 h 558127"/>
                <a:gd name="connsiteX43" fmla="*/ 66387 w 369137"/>
                <a:gd name="connsiteY43" fmla="*/ 220075 h 558127"/>
                <a:gd name="connsiteX44" fmla="*/ 88302 w 369137"/>
                <a:gd name="connsiteY44" fmla="*/ 202994 h 558127"/>
                <a:gd name="connsiteX45" fmla="*/ 82636 w 369137"/>
                <a:gd name="connsiteY45" fmla="*/ 223409 h 558127"/>
                <a:gd name="connsiteX46" fmla="*/ 80553 w 369137"/>
                <a:gd name="connsiteY46" fmla="*/ 276820 h 558127"/>
                <a:gd name="connsiteX47" fmla="*/ 90635 w 369137"/>
                <a:gd name="connsiteY47" fmla="*/ 278154 h 558127"/>
                <a:gd name="connsiteX48" fmla="*/ 122882 w 369137"/>
                <a:gd name="connsiteY48" fmla="*/ 229991 h 558127"/>
                <a:gd name="connsiteX49" fmla="*/ 137964 w 369137"/>
                <a:gd name="connsiteY49" fmla="*/ 200994 h 558127"/>
                <a:gd name="connsiteX50" fmla="*/ 143297 w 369137"/>
                <a:gd name="connsiteY50" fmla="*/ 190745 h 558127"/>
                <a:gd name="connsiteX51" fmla="*/ 146713 w 369137"/>
                <a:gd name="connsiteY51" fmla="*/ 220992 h 558127"/>
                <a:gd name="connsiteX52" fmla="*/ 156879 w 369137"/>
                <a:gd name="connsiteY52" fmla="*/ 261155 h 558127"/>
                <a:gd name="connsiteX53" fmla="*/ 167961 w 369137"/>
                <a:gd name="connsiteY53" fmla="*/ 261155 h 558127"/>
                <a:gd name="connsiteX54" fmla="*/ 176961 w 369137"/>
                <a:gd name="connsiteY54" fmla="*/ 221825 h 558127"/>
                <a:gd name="connsiteX55" fmla="*/ 176877 w 369137"/>
                <a:gd name="connsiteY55" fmla="*/ 174580 h 558127"/>
                <a:gd name="connsiteX56" fmla="*/ 194209 w 369137"/>
                <a:gd name="connsiteY56" fmla="*/ 189662 h 558127"/>
                <a:gd name="connsiteX57" fmla="*/ 213874 w 369137"/>
                <a:gd name="connsiteY57" fmla="*/ 210159 h 558127"/>
                <a:gd name="connsiteX58" fmla="*/ 241038 w 369137"/>
                <a:gd name="connsiteY58" fmla="*/ 238157 h 558127"/>
                <a:gd name="connsiteX59" fmla="*/ 249704 w 369137"/>
                <a:gd name="connsiteY59" fmla="*/ 231491 h 558127"/>
                <a:gd name="connsiteX60" fmla="*/ 234539 w 369137"/>
                <a:gd name="connsiteY60" fmla="*/ 187328 h 558127"/>
                <a:gd name="connsiteX61" fmla="*/ 224790 w 369137"/>
                <a:gd name="connsiteY61" fmla="*/ 163581 h 558127"/>
                <a:gd name="connsiteX62" fmla="*/ 219873 w 369137"/>
                <a:gd name="connsiteY62" fmla="*/ 153081 h 558127"/>
                <a:gd name="connsiteX63" fmla="*/ 257120 w 369137"/>
                <a:gd name="connsiteY63" fmla="*/ 172579 h 558127"/>
                <a:gd name="connsiteX64" fmla="*/ 300449 w 369137"/>
                <a:gd name="connsiteY64" fmla="*/ 199494 h 558127"/>
                <a:gd name="connsiteX65" fmla="*/ 308449 w 369137"/>
                <a:gd name="connsiteY65" fmla="*/ 191495 h 558127"/>
                <a:gd name="connsiteX66" fmla="*/ 283868 w 369137"/>
                <a:gd name="connsiteY66" fmla="*/ 155165 h 558127"/>
                <a:gd name="connsiteX67" fmla="*/ 262620 w 369137"/>
                <a:gd name="connsiteY67" fmla="*/ 131500 h 558127"/>
                <a:gd name="connsiteX68" fmla="*/ 300949 w 369137"/>
                <a:gd name="connsiteY68" fmla="*/ 147582 h 558127"/>
                <a:gd name="connsiteX69" fmla="*/ 312365 w 369137"/>
                <a:gd name="connsiteY69" fmla="*/ 154081 h 558127"/>
                <a:gd name="connsiteX70" fmla="*/ 352528 w 369137"/>
                <a:gd name="connsiteY70" fmla="*/ 309651 h 558127"/>
                <a:gd name="connsiteX71" fmla="*/ 352528 w 369137"/>
                <a:gd name="connsiteY71" fmla="*/ 309651 h 558127"/>
                <a:gd name="connsiteX72" fmla="*/ 314115 w 369137"/>
                <a:gd name="connsiteY72" fmla="*/ 142999 h 558127"/>
                <a:gd name="connsiteX73" fmla="*/ 287451 w 369137"/>
                <a:gd name="connsiteY73" fmla="*/ 130250 h 558127"/>
                <a:gd name="connsiteX74" fmla="*/ 251787 w 369137"/>
                <a:gd name="connsiteY74" fmla="*/ 120918 h 558127"/>
                <a:gd name="connsiteX75" fmla="*/ 247454 w 369137"/>
                <a:gd name="connsiteY75" fmla="*/ 128333 h 558127"/>
                <a:gd name="connsiteX76" fmla="*/ 268869 w 369137"/>
                <a:gd name="connsiteY76" fmla="*/ 155748 h 558127"/>
                <a:gd name="connsiteX77" fmla="*/ 284618 w 369137"/>
                <a:gd name="connsiteY77" fmla="*/ 177163 h 558127"/>
                <a:gd name="connsiteX78" fmla="*/ 261120 w 369137"/>
                <a:gd name="connsiteY78" fmla="*/ 162581 h 558127"/>
                <a:gd name="connsiteX79" fmla="*/ 212957 w 369137"/>
                <a:gd name="connsiteY79" fmla="*/ 138416 h 558127"/>
                <a:gd name="connsiteX80" fmla="*/ 205458 w 369137"/>
                <a:gd name="connsiteY80" fmla="*/ 144166 h 558127"/>
                <a:gd name="connsiteX81" fmla="*/ 218874 w 369137"/>
                <a:gd name="connsiteY81" fmla="*/ 181246 h 558127"/>
                <a:gd name="connsiteX82" fmla="*/ 231122 w 369137"/>
                <a:gd name="connsiteY82" fmla="*/ 211659 h 558127"/>
                <a:gd name="connsiteX83" fmla="*/ 226956 w 369137"/>
                <a:gd name="connsiteY83" fmla="*/ 206910 h 558127"/>
                <a:gd name="connsiteX84" fmla="*/ 204625 w 369137"/>
                <a:gd name="connsiteY84" fmla="*/ 184745 h 558127"/>
                <a:gd name="connsiteX85" fmla="*/ 169211 w 369137"/>
                <a:gd name="connsiteY85" fmla="*/ 162747 h 558127"/>
                <a:gd name="connsiteX86" fmla="*/ 165962 w 369137"/>
                <a:gd name="connsiteY86" fmla="*/ 166913 h 558127"/>
                <a:gd name="connsiteX87" fmla="*/ 164545 w 369137"/>
                <a:gd name="connsiteY87" fmla="*/ 209076 h 558127"/>
                <a:gd name="connsiteX88" fmla="*/ 162295 w 369137"/>
                <a:gd name="connsiteY88" fmla="*/ 240074 h 558127"/>
                <a:gd name="connsiteX89" fmla="*/ 158962 w 369137"/>
                <a:gd name="connsiteY89" fmla="*/ 214076 h 558127"/>
                <a:gd name="connsiteX90" fmla="*/ 154879 w 369137"/>
                <a:gd name="connsiteY90" fmla="*/ 173079 h 558127"/>
                <a:gd name="connsiteX91" fmla="*/ 147797 w 369137"/>
                <a:gd name="connsiteY91" fmla="*/ 165997 h 558127"/>
                <a:gd name="connsiteX92" fmla="*/ 138464 w 369137"/>
                <a:gd name="connsiteY92" fmla="*/ 173246 h 558127"/>
                <a:gd name="connsiteX93" fmla="*/ 122799 w 369137"/>
                <a:gd name="connsiteY93" fmla="*/ 201494 h 558127"/>
                <a:gd name="connsiteX94" fmla="*/ 89385 w 369137"/>
                <a:gd name="connsiteY94" fmla="*/ 260572 h 558127"/>
                <a:gd name="connsiteX95" fmla="*/ 96634 w 369137"/>
                <a:gd name="connsiteY95" fmla="*/ 222242 h 558127"/>
                <a:gd name="connsiteX96" fmla="*/ 113633 w 369137"/>
                <a:gd name="connsiteY96" fmla="*/ 184162 h 558127"/>
                <a:gd name="connsiteX97" fmla="*/ 106050 w 369137"/>
                <a:gd name="connsiteY97" fmla="*/ 174329 h 558127"/>
                <a:gd name="connsiteX98" fmla="*/ 44056 w 369137"/>
                <a:gd name="connsiteY98" fmla="*/ 224825 h 558127"/>
                <a:gd name="connsiteX99" fmla="*/ 20308 w 369137"/>
                <a:gd name="connsiteY99" fmla="*/ 251656 h 558127"/>
                <a:gd name="connsiteX100" fmla="*/ 15308 w 369137"/>
                <a:gd name="connsiteY100" fmla="*/ 258655 h 558127"/>
                <a:gd name="connsiteX101" fmla="*/ 13309 w 369137"/>
                <a:gd name="connsiteY101" fmla="*/ 258822 h 558127"/>
                <a:gd name="connsiteX102" fmla="*/ 18308 w 369137"/>
                <a:gd name="connsiteY102" fmla="*/ 242157 h 558127"/>
                <a:gd name="connsiteX103" fmla="*/ 58221 w 369137"/>
                <a:gd name="connsiteY103" fmla="*/ 174413 h 558127"/>
                <a:gd name="connsiteX104" fmla="*/ 78386 w 369137"/>
                <a:gd name="connsiteY104" fmla="*/ 153331 h 558127"/>
                <a:gd name="connsiteX105" fmla="*/ 101301 w 369137"/>
                <a:gd name="connsiteY105" fmla="*/ 139916 h 558127"/>
                <a:gd name="connsiteX106" fmla="*/ 128965 w 369137"/>
                <a:gd name="connsiteY106" fmla="*/ 129333 h 558127"/>
                <a:gd name="connsiteX107" fmla="*/ 139047 w 369137"/>
                <a:gd name="connsiteY107" fmla="*/ 127000 h 558127"/>
                <a:gd name="connsiteX108" fmla="*/ 141714 w 369137"/>
                <a:gd name="connsiteY108" fmla="*/ 120668 h 558127"/>
                <a:gd name="connsiteX109" fmla="*/ 125465 w 369137"/>
                <a:gd name="connsiteY109" fmla="*/ 77255 h 558127"/>
                <a:gd name="connsiteX110" fmla="*/ 115966 w 369137"/>
                <a:gd name="connsiteY110" fmla="*/ 48257 h 558127"/>
                <a:gd name="connsiteX111" fmla="*/ 128382 w 369137"/>
                <a:gd name="connsiteY111" fmla="*/ 21927 h 558127"/>
                <a:gd name="connsiteX112" fmla="*/ 146963 w 369137"/>
                <a:gd name="connsiteY112" fmla="*/ 16510 h 558127"/>
                <a:gd name="connsiteX113" fmla="*/ 150380 w 369137"/>
                <a:gd name="connsiteY113" fmla="*/ 44008 h 558127"/>
                <a:gd name="connsiteX114" fmla="*/ 161878 w 369137"/>
                <a:gd name="connsiteY114" fmla="*/ 101086 h 558127"/>
                <a:gd name="connsiteX115" fmla="*/ 178710 w 369137"/>
                <a:gd name="connsiteY115" fmla="*/ 115085 h 558127"/>
                <a:gd name="connsiteX116" fmla="*/ 238788 w 369137"/>
                <a:gd name="connsiteY116" fmla="*/ 108169 h 558127"/>
                <a:gd name="connsiteX117" fmla="*/ 290950 w 369137"/>
                <a:gd name="connsiteY117" fmla="*/ 122334 h 558127"/>
                <a:gd name="connsiteX118" fmla="*/ 313615 w 369137"/>
                <a:gd name="connsiteY118" fmla="*/ 138249 h 558127"/>
                <a:gd name="connsiteX119" fmla="*/ 324781 w 369137"/>
                <a:gd name="connsiteY119" fmla="*/ 149248 h 558127"/>
                <a:gd name="connsiteX120" fmla="*/ 314115 w 369137"/>
                <a:gd name="connsiteY120" fmla="*/ 142999 h 558127"/>
                <a:gd name="connsiteX121" fmla="*/ 314115 w 369137"/>
                <a:gd name="connsiteY121" fmla="*/ 142999 h 558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369137" h="558127">
                  <a:moveTo>
                    <a:pt x="313698" y="121751"/>
                  </a:moveTo>
                  <a:cubicBezTo>
                    <a:pt x="298783" y="110002"/>
                    <a:pt x="280701" y="101670"/>
                    <a:pt x="262036" y="98336"/>
                  </a:cubicBezTo>
                  <a:cubicBezTo>
                    <a:pt x="240538" y="94503"/>
                    <a:pt x="220623" y="94587"/>
                    <a:pt x="199042" y="98669"/>
                  </a:cubicBezTo>
                  <a:cubicBezTo>
                    <a:pt x="193709" y="99669"/>
                    <a:pt x="185543" y="103086"/>
                    <a:pt x="180127" y="102003"/>
                  </a:cubicBezTo>
                  <a:cubicBezTo>
                    <a:pt x="173794" y="100753"/>
                    <a:pt x="173378" y="96670"/>
                    <a:pt x="171711" y="90671"/>
                  </a:cubicBezTo>
                  <a:cubicBezTo>
                    <a:pt x="168128" y="77505"/>
                    <a:pt x="164795" y="64256"/>
                    <a:pt x="162295" y="50757"/>
                  </a:cubicBezTo>
                  <a:cubicBezTo>
                    <a:pt x="160296" y="39508"/>
                    <a:pt x="159129" y="28176"/>
                    <a:pt x="157212" y="16927"/>
                  </a:cubicBezTo>
                  <a:cubicBezTo>
                    <a:pt x="156296" y="11428"/>
                    <a:pt x="156129" y="4928"/>
                    <a:pt x="150880" y="1512"/>
                  </a:cubicBezTo>
                  <a:cubicBezTo>
                    <a:pt x="140381" y="-5321"/>
                    <a:pt x="122299" y="12844"/>
                    <a:pt x="115633" y="19427"/>
                  </a:cubicBezTo>
                  <a:cubicBezTo>
                    <a:pt x="103884" y="31009"/>
                    <a:pt x="103717" y="44508"/>
                    <a:pt x="107467" y="59756"/>
                  </a:cubicBezTo>
                  <a:cubicBezTo>
                    <a:pt x="110133" y="70589"/>
                    <a:pt x="114383" y="81004"/>
                    <a:pt x="118216" y="91504"/>
                  </a:cubicBezTo>
                  <a:cubicBezTo>
                    <a:pt x="120882" y="98669"/>
                    <a:pt x="125382" y="107752"/>
                    <a:pt x="127298" y="115918"/>
                  </a:cubicBezTo>
                  <a:cubicBezTo>
                    <a:pt x="124132" y="115835"/>
                    <a:pt x="119882" y="115585"/>
                    <a:pt x="117966" y="116085"/>
                  </a:cubicBezTo>
                  <a:cubicBezTo>
                    <a:pt x="113716" y="117168"/>
                    <a:pt x="109883" y="119084"/>
                    <a:pt x="106300" y="121418"/>
                  </a:cubicBezTo>
                  <a:cubicBezTo>
                    <a:pt x="102134" y="123418"/>
                    <a:pt x="98051" y="126084"/>
                    <a:pt x="93551" y="129333"/>
                  </a:cubicBezTo>
                  <a:cubicBezTo>
                    <a:pt x="87635" y="133583"/>
                    <a:pt x="81802" y="137916"/>
                    <a:pt x="76136" y="142416"/>
                  </a:cubicBezTo>
                  <a:cubicBezTo>
                    <a:pt x="73803" y="144166"/>
                    <a:pt x="71637" y="145998"/>
                    <a:pt x="69470" y="147915"/>
                  </a:cubicBezTo>
                  <a:cubicBezTo>
                    <a:pt x="63721" y="152831"/>
                    <a:pt x="58221" y="157915"/>
                    <a:pt x="53055" y="163497"/>
                  </a:cubicBezTo>
                  <a:cubicBezTo>
                    <a:pt x="29390" y="188995"/>
                    <a:pt x="11559" y="220742"/>
                    <a:pt x="2310" y="254072"/>
                  </a:cubicBezTo>
                  <a:cubicBezTo>
                    <a:pt x="643" y="260155"/>
                    <a:pt x="-3107" y="271904"/>
                    <a:pt x="5143" y="275320"/>
                  </a:cubicBezTo>
                  <a:cubicBezTo>
                    <a:pt x="8892" y="276904"/>
                    <a:pt x="13142" y="274987"/>
                    <a:pt x="16808" y="272237"/>
                  </a:cubicBezTo>
                  <a:cubicBezTo>
                    <a:pt x="13975" y="289319"/>
                    <a:pt x="15892" y="308901"/>
                    <a:pt x="18141" y="323483"/>
                  </a:cubicBezTo>
                  <a:cubicBezTo>
                    <a:pt x="22558" y="351397"/>
                    <a:pt x="35973" y="377228"/>
                    <a:pt x="49972" y="401392"/>
                  </a:cubicBezTo>
                  <a:cubicBezTo>
                    <a:pt x="81469" y="456054"/>
                    <a:pt x="126465" y="498967"/>
                    <a:pt x="181627" y="529214"/>
                  </a:cubicBezTo>
                  <a:cubicBezTo>
                    <a:pt x="205041" y="542046"/>
                    <a:pt x="232705" y="560045"/>
                    <a:pt x="260536" y="557961"/>
                  </a:cubicBezTo>
                  <a:cubicBezTo>
                    <a:pt x="286201" y="555962"/>
                    <a:pt x="308949" y="535214"/>
                    <a:pt x="323447" y="515382"/>
                  </a:cubicBezTo>
                  <a:cubicBezTo>
                    <a:pt x="357861" y="468470"/>
                    <a:pt x="368610" y="406142"/>
                    <a:pt x="369110" y="349314"/>
                  </a:cubicBezTo>
                  <a:cubicBezTo>
                    <a:pt x="369443" y="313651"/>
                    <a:pt x="366777" y="279070"/>
                    <a:pt x="359111" y="244240"/>
                  </a:cubicBezTo>
                  <a:cubicBezTo>
                    <a:pt x="352861" y="215576"/>
                    <a:pt x="343945" y="186828"/>
                    <a:pt x="328530" y="161997"/>
                  </a:cubicBezTo>
                  <a:cubicBezTo>
                    <a:pt x="331363" y="162830"/>
                    <a:pt x="334197" y="163330"/>
                    <a:pt x="337113" y="163330"/>
                  </a:cubicBezTo>
                  <a:cubicBezTo>
                    <a:pt x="340196" y="163330"/>
                    <a:pt x="342362" y="159747"/>
                    <a:pt x="342029" y="156998"/>
                  </a:cubicBezTo>
                  <a:cubicBezTo>
                    <a:pt x="340613" y="143749"/>
                    <a:pt x="323364" y="129417"/>
                    <a:pt x="313698" y="121751"/>
                  </a:cubicBezTo>
                  <a:lnTo>
                    <a:pt x="313698" y="121751"/>
                  </a:lnTo>
                  <a:close/>
                  <a:moveTo>
                    <a:pt x="352528" y="309651"/>
                  </a:moveTo>
                  <a:cubicBezTo>
                    <a:pt x="355444" y="361396"/>
                    <a:pt x="353028" y="416225"/>
                    <a:pt x="332530" y="464387"/>
                  </a:cubicBezTo>
                  <a:cubicBezTo>
                    <a:pt x="321614" y="490051"/>
                    <a:pt x="309115" y="514132"/>
                    <a:pt x="285701" y="530547"/>
                  </a:cubicBezTo>
                  <a:cubicBezTo>
                    <a:pt x="272369" y="539963"/>
                    <a:pt x="259703" y="544629"/>
                    <a:pt x="243371" y="540130"/>
                  </a:cubicBezTo>
                  <a:cubicBezTo>
                    <a:pt x="231289" y="536797"/>
                    <a:pt x="219374" y="531631"/>
                    <a:pt x="208208" y="525965"/>
                  </a:cubicBezTo>
                  <a:cubicBezTo>
                    <a:pt x="184460" y="513882"/>
                    <a:pt x="160712" y="501383"/>
                    <a:pt x="140047" y="484385"/>
                  </a:cubicBezTo>
                  <a:cubicBezTo>
                    <a:pt x="118549" y="466637"/>
                    <a:pt x="99051" y="447888"/>
                    <a:pt x="82052" y="425557"/>
                  </a:cubicBezTo>
                  <a:cubicBezTo>
                    <a:pt x="63221" y="400976"/>
                    <a:pt x="46472" y="372145"/>
                    <a:pt x="35807" y="343148"/>
                  </a:cubicBezTo>
                  <a:cubicBezTo>
                    <a:pt x="30557" y="328732"/>
                    <a:pt x="27557" y="314150"/>
                    <a:pt x="26474" y="298818"/>
                  </a:cubicBezTo>
                  <a:cubicBezTo>
                    <a:pt x="25724" y="288486"/>
                    <a:pt x="24141" y="275571"/>
                    <a:pt x="25058" y="264072"/>
                  </a:cubicBezTo>
                  <a:cubicBezTo>
                    <a:pt x="38306" y="248573"/>
                    <a:pt x="50389" y="233157"/>
                    <a:pt x="66387" y="220075"/>
                  </a:cubicBezTo>
                  <a:cubicBezTo>
                    <a:pt x="73553" y="214242"/>
                    <a:pt x="80886" y="208576"/>
                    <a:pt x="88302" y="202994"/>
                  </a:cubicBezTo>
                  <a:cubicBezTo>
                    <a:pt x="86052" y="209910"/>
                    <a:pt x="84302" y="216992"/>
                    <a:pt x="82636" y="223409"/>
                  </a:cubicBezTo>
                  <a:cubicBezTo>
                    <a:pt x="78803" y="238240"/>
                    <a:pt x="69804" y="263155"/>
                    <a:pt x="80553" y="276820"/>
                  </a:cubicBezTo>
                  <a:cubicBezTo>
                    <a:pt x="83052" y="280070"/>
                    <a:pt x="87385" y="280320"/>
                    <a:pt x="90635" y="278154"/>
                  </a:cubicBezTo>
                  <a:cubicBezTo>
                    <a:pt x="106550" y="267655"/>
                    <a:pt x="114549" y="246407"/>
                    <a:pt x="122882" y="229991"/>
                  </a:cubicBezTo>
                  <a:cubicBezTo>
                    <a:pt x="127798" y="220242"/>
                    <a:pt x="132714" y="210576"/>
                    <a:pt x="137964" y="200994"/>
                  </a:cubicBezTo>
                  <a:cubicBezTo>
                    <a:pt x="138881" y="199411"/>
                    <a:pt x="141047" y="195161"/>
                    <a:pt x="143297" y="190745"/>
                  </a:cubicBezTo>
                  <a:cubicBezTo>
                    <a:pt x="144130" y="200827"/>
                    <a:pt x="145547" y="210993"/>
                    <a:pt x="146713" y="220992"/>
                  </a:cubicBezTo>
                  <a:cubicBezTo>
                    <a:pt x="148213" y="234657"/>
                    <a:pt x="148213" y="249906"/>
                    <a:pt x="156879" y="261155"/>
                  </a:cubicBezTo>
                  <a:cubicBezTo>
                    <a:pt x="159795" y="264988"/>
                    <a:pt x="164962" y="264405"/>
                    <a:pt x="167961" y="261155"/>
                  </a:cubicBezTo>
                  <a:cubicBezTo>
                    <a:pt x="176711" y="251573"/>
                    <a:pt x="176127" y="233908"/>
                    <a:pt x="176961" y="221825"/>
                  </a:cubicBezTo>
                  <a:cubicBezTo>
                    <a:pt x="177377" y="216159"/>
                    <a:pt x="174628" y="175496"/>
                    <a:pt x="176877" y="174580"/>
                  </a:cubicBezTo>
                  <a:cubicBezTo>
                    <a:pt x="179544" y="173496"/>
                    <a:pt x="192209" y="187745"/>
                    <a:pt x="194209" y="189662"/>
                  </a:cubicBezTo>
                  <a:cubicBezTo>
                    <a:pt x="200958" y="196328"/>
                    <a:pt x="207458" y="203244"/>
                    <a:pt x="213874" y="210159"/>
                  </a:cubicBezTo>
                  <a:cubicBezTo>
                    <a:pt x="221873" y="218742"/>
                    <a:pt x="230539" y="232658"/>
                    <a:pt x="241038" y="238157"/>
                  </a:cubicBezTo>
                  <a:cubicBezTo>
                    <a:pt x="245204" y="240323"/>
                    <a:pt x="250454" y="235907"/>
                    <a:pt x="249704" y="231491"/>
                  </a:cubicBezTo>
                  <a:cubicBezTo>
                    <a:pt x="246954" y="216076"/>
                    <a:pt x="240372" y="201743"/>
                    <a:pt x="234539" y="187328"/>
                  </a:cubicBezTo>
                  <a:cubicBezTo>
                    <a:pt x="231372" y="179412"/>
                    <a:pt x="227956" y="171496"/>
                    <a:pt x="224790" y="163581"/>
                  </a:cubicBezTo>
                  <a:cubicBezTo>
                    <a:pt x="223456" y="160247"/>
                    <a:pt x="221540" y="156664"/>
                    <a:pt x="219873" y="153081"/>
                  </a:cubicBezTo>
                  <a:cubicBezTo>
                    <a:pt x="232622" y="158831"/>
                    <a:pt x="244871" y="165913"/>
                    <a:pt x="257120" y="172579"/>
                  </a:cubicBezTo>
                  <a:cubicBezTo>
                    <a:pt x="271952" y="180662"/>
                    <a:pt x="285034" y="192911"/>
                    <a:pt x="300449" y="199494"/>
                  </a:cubicBezTo>
                  <a:cubicBezTo>
                    <a:pt x="305032" y="201410"/>
                    <a:pt x="310865" y="196328"/>
                    <a:pt x="308449" y="191495"/>
                  </a:cubicBezTo>
                  <a:cubicBezTo>
                    <a:pt x="301949" y="178579"/>
                    <a:pt x="292367" y="166830"/>
                    <a:pt x="283868" y="155165"/>
                  </a:cubicBezTo>
                  <a:cubicBezTo>
                    <a:pt x="278035" y="147082"/>
                    <a:pt x="269119" y="139666"/>
                    <a:pt x="262620" y="131500"/>
                  </a:cubicBezTo>
                  <a:cubicBezTo>
                    <a:pt x="275618" y="133500"/>
                    <a:pt x="291534" y="142915"/>
                    <a:pt x="300949" y="147582"/>
                  </a:cubicBezTo>
                  <a:cubicBezTo>
                    <a:pt x="304699" y="149415"/>
                    <a:pt x="308449" y="151748"/>
                    <a:pt x="312365" y="154081"/>
                  </a:cubicBezTo>
                  <a:cubicBezTo>
                    <a:pt x="334780" y="202410"/>
                    <a:pt x="349528" y="256572"/>
                    <a:pt x="352528" y="309651"/>
                  </a:cubicBezTo>
                  <a:lnTo>
                    <a:pt x="352528" y="309651"/>
                  </a:lnTo>
                  <a:close/>
                  <a:moveTo>
                    <a:pt x="314115" y="142999"/>
                  </a:moveTo>
                  <a:cubicBezTo>
                    <a:pt x="305282" y="138583"/>
                    <a:pt x="296533" y="134083"/>
                    <a:pt x="287451" y="130250"/>
                  </a:cubicBezTo>
                  <a:cubicBezTo>
                    <a:pt x="277035" y="125834"/>
                    <a:pt x="263370" y="118668"/>
                    <a:pt x="251787" y="120918"/>
                  </a:cubicBezTo>
                  <a:cubicBezTo>
                    <a:pt x="248538" y="121584"/>
                    <a:pt x="245788" y="125001"/>
                    <a:pt x="247454" y="128333"/>
                  </a:cubicBezTo>
                  <a:cubicBezTo>
                    <a:pt x="252287" y="138416"/>
                    <a:pt x="262286" y="146665"/>
                    <a:pt x="268869" y="155748"/>
                  </a:cubicBezTo>
                  <a:cubicBezTo>
                    <a:pt x="273868" y="162664"/>
                    <a:pt x="279368" y="169830"/>
                    <a:pt x="284618" y="177163"/>
                  </a:cubicBezTo>
                  <a:cubicBezTo>
                    <a:pt x="276785" y="172080"/>
                    <a:pt x="269119" y="166747"/>
                    <a:pt x="261120" y="162581"/>
                  </a:cubicBezTo>
                  <a:cubicBezTo>
                    <a:pt x="245288" y="154414"/>
                    <a:pt x="229372" y="145249"/>
                    <a:pt x="212957" y="138416"/>
                  </a:cubicBezTo>
                  <a:cubicBezTo>
                    <a:pt x="209041" y="136833"/>
                    <a:pt x="205041" y="140166"/>
                    <a:pt x="205458" y="144166"/>
                  </a:cubicBezTo>
                  <a:cubicBezTo>
                    <a:pt x="206708" y="156331"/>
                    <a:pt x="214374" y="169913"/>
                    <a:pt x="218874" y="181246"/>
                  </a:cubicBezTo>
                  <a:cubicBezTo>
                    <a:pt x="222790" y="191161"/>
                    <a:pt x="227456" y="201327"/>
                    <a:pt x="231122" y="211659"/>
                  </a:cubicBezTo>
                  <a:cubicBezTo>
                    <a:pt x="229622" y="209826"/>
                    <a:pt x="228206" y="208160"/>
                    <a:pt x="226956" y="206910"/>
                  </a:cubicBezTo>
                  <a:cubicBezTo>
                    <a:pt x="219623" y="199411"/>
                    <a:pt x="212291" y="191911"/>
                    <a:pt x="204625" y="184745"/>
                  </a:cubicBezTo>
                  <a:cubicBezTo>
                    <a:pt x="196625" y="177163"/>
                    <a:pt x="181793" y="158997"/>
                    <a:pt x="169211" y="162747"/>
                  </a:cubicBezTo>
                  <a:cubicBezTo>
                    <a:pt x="167378" y="163330"/>
                    <a:pt x="166378" y="165164"/>
                    <a:pt x="165962" y="166913"/>
                  </a:cubicBezTo>
                  <a:cubicBezTo>
                    <a:pt x="162879" y="180162"/>
                    <a:pt x="165212" y="195494"/>
                    <a:pt x="164545" y="209076"/>
                  </a:cubicBezTo>
                  <a:cubicBezTo>
                    <a:pt x="164212" y="216743"/>
                    <a:pt x="164462" y="229658"/>
                    <a:pt x="162295" y="240074"/>
                  </a:cubicBezTo>
                  <a:cubicBezTo>
                    <a:pt x="160296" y="231491"/>
                    <a:pt x="160046" y="221825"/>
                    <a:pt x="158962" y="214076"/>
                  </a:cubicBezTo>
                  <a:cubicBezTo>
                    <a:pt x="157129" y="200577"/>
                    <a:pt x="154463" y="186828"/>
                    <a:pt x="154879" y="173079"/>
                  </a:cubicBezTo>
                  <a:cubicBezTo>
                    <a:pt x="155046" y="168830"/>
                    <a:pt x="152130" y="165747"/>
                    <a:pt x="147797" y="165997"/>
                  </a:cubicBezTo>
                  <a:cubicBezTo>
                    <a:pt x="142797" y="166247"/>
                    <a:pt x="141047" y="169247"/>
                    <a:pt x="138464" y="173246"/>
                  </a:cubicBezTo>
                  <a:cubicBezTo>
                    <a:pt x="132714" y="182079"/>
                    <a:pt x="127965" y="192161"/>
                    <a:pt x="122799" y="201494"/>
                  </a:cubicBezTo>
                  <a:cubicBezTo>
                    <a:pt x="113216" y="218826"/>
                    <a:pt x="104384" y="245407"/>
                    <a:pt x="89385" y="260572"/>
                  </a:cubicBezTo>
                  <a:cubicBezTo>
                    <a:pt x="88552" y="248573"/>
                    <a:pt x="94801" y="229658"/>
                    <a:pt x="96634" y="222242"/>
                  </a:cubicBezTo>
                  <a:cubicBezTo>
                    <a:pt x="99717" y="209910"/>
                    <a:pt x="103134" y="192328"/>
                    <a:pt x="113633" y="184162"/>
                  </a:cubicBezTo>
                  <a:cubicBezTo>
                    <a:pt x="119966" y="179246"/>
                    <a:pt x="112466" y="169413"/>
                    <a:pt x="106050" y="174329"/>
                  </a:cubicBezTo>
                  <a:cubicBezTo>
                    <a:pt x="85052" y="190411"/>
                    <a:pt x="62804" y="205993"/>
                    <a:pt x="44056" y="224825"/>
                  </a:cubicBezTo>
                  <a:cubicBezTo>
                    <a:pt x="35640" y="233324"/>
                    <a:pt x="27474" y="242157"/>
                    <a:pt x="20308" y="251656"/>
                  </a:cubicBezTo>
                  <a:cubicBezTo>
                    <a:pt x="18725" y="254072"/>
                    <a:pt x="17058" y="256405"/>
                    <a:pt x="15308" y="258655"/>
                  </a:cubicBezTo>
                  <a:cubicBezTo>
                    <a:pt x="8976" y="265238"/>
                    <a:pt x="8309" y="265238"/>
                    <a:pt x="13309" y="258822"/>
                  </a:cubicBezTo>
                  <a:cubicBezTo>
                    <a:pt x="14558" y="253239"/>
                    <a:pt x="16392" y="247573"/>
                    <a:pt x="18308" y="242157"/>
                  </a:cubicBezTo>
                  <a:cubicBezTo>
                    <a:pt x="26974" y="217659"/>
                    <a:pt x="42056" y="194578"/>
                    <a:pt x="58221" y="174413"/>
                  </a:cubicBezTo>
                  <a:cubicBezTo>
                    <a:pt x="64387" y="166747"/>
                    <a:pt x="71220" y="159914"/>
                    <a:pt x="78386" y="153331"/>
                  </a:cubicBezTo>
                  <a:cubicBezTo>
                    <a:pt x="85802" y="148582"/>
                    <a:pt x="93551" y="144332"/>
                    <a:pt x="101301" y="139916"/>
                  </a:cubicBezTo>
                  <a:cubicBezTo>
                    <a:pt x="110967" y="134417"/>
                    <a:pt x="117632" y="130167"/>
                    <a:pt x="128965" y="129333"/>
                  </a:cubicBezTo>
                  <a:cubicBezTo>
                    <a:pt x="133548" y="129000"/>
                    <a:pt x="134964" y="129417"/>
                    <a:pt x="139047" y="127000"/>
                  </a:cubicBezTo>
                  <a:cubicBezTo>
                    <a:pt x="141130" y="125834"/>
                    <a:pt x="141880" y="122834"/>
                    <a:pt x="141714" y="120668"/>
                  </a:cubicBezTo>
                  <a:cubicBezTo>
                    <a:pt x="140297" y="106419"/>
                    <a:pt x="130882" y="90420"/>
                    <a:pt x="125465" y="77255"/>
                  </a:cubicBezTo>
                  <a:cubicBezTo>
                    <a:pt x="121716" y="68089"/>
                    <a:pt x="117133" y="58173"/>
                    <a:pt x="115966" y="48257"/>
                  </a:cubicBezTo>
                  <a:cubicBezTo>
                    <a:pt x="114466" y="35759"/>
                    <a:pt x="119383" y="29676"/>
                    <a:pt x="128382" y="21927"/>
                  </a:cubicBezTo>
                  <a:cubicBezTo>
                    <a:pt x="133965" y="17094"/>
                    <a:pt x="142714" y="6428"/>
                    <a:pt x="146963" y="16510"/>
                  </a:cubicBezTo>
                  <a:cubicBezTo>
                    <a:pt x="150213" y="24176"/>
                    <a:pt x="149296" y="35759"/>
                    <a:pt x="150380" y="44008"/>
                  </a:cubicBezTo>
                  <a:cubicBezTo>
                    <a:pt x="152963" y="63256"/>
                    <a:pt x="157379" y="82255"/>
                    <a:pt x="161878" y="101086"/>
                  </a:cubicBezTo>
                  <a:cubicBezTo>
                    <a:pt x="164378" y="111752"/>
                    <a:pt x="167628" y="115251"/>
                    <a:pt x="178710" y="115085"/>
                  </a:cubicBezTo>
                  <a:cubicBezTo>
                    <a:pt x="198959" y="114751"/>
                    <a:pt x="218207" y="106419"/>
                    <a:pt x="238788" y="108169"/>
                  </a:cubicBezTo>
                  <a:cubicBezTo>
                    <a:pt x="256953" y="109752"/>
                    <a:pt x="274702" y="113918"/>
                    <a:pt x="290950" y="122334"/>
                  </a:cubicBezTo>
                  <a:cubicBezTo>
                    <a:pt x="299116" y="126584"/>
                    <a:pt x="306866" y="131916"/>
                    <a:pt x="313615" y="138249"/>
                  </a:cubicBezTo>
                  <a:cubicBezTo>
                    <a:pt x="315781" y="140249"/>
                    <a:pt x="320781" y="144749"/>
                    <a:pt x="324781" y="149248"/>
                  </a:cubicBezTo>
                  <a:cubicBezTo>
                    <a:pt x="321198" y="146999"/>
                    <a:pt x="317281" y="144582"/>
                    <a:pt x="314115" y="142999"/>
                  </a:cubicBezTo>
                  <a:lnTo>
                    <a:pt x="314115" y="142999"/>
                  </a:lnTo>
                  <a:close/>
                </a:path>
              </a:pathLst>
            </a:custGeom>
            <a:grpFill/>
            <a:ln w="8332" cap="flat">
              <a:noFill/>
              <a:prstDash val="solid"/>
              <a:miter/>
            </a:ln>
          </p:spPr>
          <p:txBody>
            <a:bodyPr rtlCol="0" anchor="ctr"/>
            <a:lstStyle/>
            <a:p>
              <a:endParaRPr lang="en-US"/>
            </a:p>
          </p:txBody>
        </p:sp>
        <p:sp>
          <p:nvSpPr>
            <p:cNvPr id="2440" name="Freeform: Shape 2439"/>
            <p:cNvSpPr/>
            <p:nvPr/>
          </p:nvSpPr>
          <p:spPr>
            <a:xfrm>
              <a:off x="2826442" y="6348164"/>
              <a:ext cx="20592" cy="26449"/>
            </a:xfrm>
            <a:custGeom>
              <a:avLst/>
              <a:gdLst>
                <a:gd name="connsiteX0" fmla="*/ 15989 w 20592"/>
                <a:gd name="connsiteY0" fmla="*/ 1941 h 26449"/>
                <a:gd name="connsiteX1" fmla="*/ 8990 w 20592"/>
                <a:gd name="connsiteY1" fmla="*/ 107 h 26449"/>
                <a:gd name="connsiteX2" fmla="*/ 2574 w 20592"/>
                <a:gd name="connsiteY2" fmla="*/ 3857 h 26449"/>
                <a:gd name="connsiteX3" fmla="*/ 574 w 20592"/>
                <a:gd name="connsiteY3" fmla="*/ 14107 h 26449"/>
                <a:gd name="connsiteX4" fmla="*/ 2824 w 20592"/>
                <a:gd name="connsiteY4" fmla="*/ 22856 h 26449"/>
                <a:gd name="connsiteX5" fmla="*/ 17573 w 20592"/>
                <a:gd name="connsiteY5" fmla="*/ 22856 h 26449"/>
                <a:gd name="connsiteX6" fmla="*/ 20573 w 20592"/>
                <a:gd name="connsiteY6" fmla="*/ 14273 h 26449"/>
                <a:gd name="connsiteX7" fmla="*/ 15989 w 20592"/>
                <a:gd name="connsiteY7" fmla="*/ 1941 h 26449"/>
                <a:gd name="connsiteX8" fmla="*/ 15989 w 20592"/>
                <a:gd name="connsiteY8" fmla="*/ 1941 h 26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592" h="26449">
                  <a:moveTo>
                    <a:pt x="15989" y="1941"/>
                  </a:moveTo>
                  <a:cubicBezTo>
                    <a:pt x="14240" y="524"/>
                    <a:pt x="11240" y="-309"/>
                    <a:pt x="8990" y="107"/>
                  </a:cubicBezTo>
                  <a:cubicBezTo>
                    <a:pt x="6324" y="524"/>
                    <a:pt x="4407" y="1857"/>
                    <a:pt x="2574" y="3857"/>
                  </a:cubicBezTo>
                  <a:cubicBezTo>
                    <a:pt x="-9" y="6607"/>
                    <a:pt x="-592" y="10690"/>
                    <a:pt x="574" y="14107"/>
                  </a:cubicBezTo>
                  <a:cubicBezTo>
                    <a:pt x="158" y="17190"/>
                    <a:pt x="908" y="20522"/>
                    <a:pt x="2824" y="22856"/>
                  </a:cubicBezTo>
                  <a:cubicBezTo>
                    <a:pt x="6657" y="27605"/>
                    <a:pt x="13823" y="27688"/>
                    <a:pt x="17573" y="22856"/>
                  </a:cubicBezTo>
                  <a:cubicBezTo>
                    <a:pt x="19489" y="20439"/>
                    <a:pt x="20489" y="17356"/>
                    <a:pt x="20573" y="14273"/>
                  </a:cubicBezTo>
                  <a:cubicBezTo>
                    <a:pt x="20739" y="9607"/>
                    <a:pt x="19906" y="5107"/>
                    <a:pt x="15989" y="1941"/>
                  </a:cubicBezTo>
                  <a:lnTo>
                    <a:pt x="15989" y="1941"/>
                  </a:lnTo>
                  <a:close/>
                </a:path>
              </a:pathLst>
            </a:custGeom>
            <a:grpFill/>
            <a:ln w="8332" cap="flat">
              <a:noFill/>
              <a:prstDash val="solid"/>
              <a:miter/>
            </a:ln>
          </p:spPr>
          <p:txBody>
            <a:bodyPr rtlCol="0" anchor="ctr"/>
            <a:lstStyle/>
            <a:p>
              <a:endParaRPr lang="en-US"/>
            </a:p>
          </p:txBody>
        </p:sp>
        <p:sp>
          <p:nvSpPr>
            <p:cNvPr id="2441" name="Freeform: Shape 2440"/>
            <p:cNvSpPr/>
            <p:nvPr/>
          </p:nvSpPr>
          <p:spPr>
            <a:xfrm>
              <a:off x="2881625" y="6348320"/>
              <a:ext cx="21642" cy="25586"/>
            </a:xfrm>
            <a:custGeom>
              <a:avLst/>
              <a:gdLst>
                <a:gd name="connsiteX0" fmla="*/ 11303 w 21642"/>
                <a:gd name="connsiteY0" fmla="*/ 35 h 25586"/>
                <a:gd name="connsiteX1" fmla="*/ 1053 w 21642"/>
                <a:gd name="connsiteY1" fmla="*/ 5951 h 25586"/>
                <a:gd name="connsiteX2" fmla="*/ 2887 w 21642"/>
                <a:gd name="connsiteY2" fmla="*/ 19950 h 25586"/>
                <a:gd name="connsiteX3" fmla="*/ 14636 w 21642"/>
                <a:gd name="connsiteY3" fmla="*/ 25366 h 25586"/>
                <a:gd name="connsiteX4" fmla="*/ 21468 w 21642"/>
                <a:gd name="connsiteY4" fmla="*/ 18533 h 25586"/>
                <a:gd name="connsiteX5" fmla="*/ 21551 w 21642"/>
                <a:gd name="connsiteY5" fmla="*/ 15616 h 25586"/>
                <a:gd name="connsiteX6" fmla="*/ 21135 w 21642"/>
                <a:gd name="connsiteY6" fmla="*/ 13950 h 25586"/>
                <a:gd name="connsiteX7" fmla="*/ 21385 w 21642"/>
                <a:gd name="connsiteY7" fmla="*/ 10201 h 25586"/>
                <a:gd name="connsiteX8" fmla="*/ 11303 w 21642"/>
                <a:gd name="connsiteY8" fmla="*/ 35 h 25586"/>
                <a:gd name="connsiteX9" fmla="*/ 11303 w 21642"/>
                <a:gd name="connsiteY9" fmla="*/ 35 h 25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642" h="25586">
                  <a:moveTo>
                    <a:pt x="11303" y="35"/>
                  </a:moveTo>
                  <a:cubicBezTo>
                    <a:pt x="7053" y="-299"/>
                    <a:pt x="2720" y="1785"/>
                    <a:pt x="1053" y="5951"/>
                  </a:cubicBezTo>
                  <a:cubicBezTo>
                    <a:pt x="-863" y="10784"/>
                    <a:pt x="-113" y="15783"/>
                    <a:pt x="2887" y="19950"/>
                  </a:cubicBezTo>
                  <a:cubicBezTo>
                    <a:pt x="5303" y="23366"/>
                    <a:pt x="10302" y="26449"/>
                    <a:pt x="14636" y="25366"/>
                  </a:cubicBezTo>
                  <a:cubicBezTo>
                    <a:pt x="18302" y="24449"/>
                    <a:pt x="20718" y="22366"/>
                    <a:pt x="21468" y="18533"/>
                  </a:cubicBezTo>
                  <a:cubicBezTo>
                    <a:pt x="21635" y="17533"/>
                    <a:pt x="21718" y="16783"/>
                    <a:pt x="21551" y="15616"/>
                  </a:cubicBezTo>
                  <a:cubicBezTo>
                    <a:pt x="21468" y="15033"/>
                    <a:pt x="21301" y="14450"/>
                    <a:pt x="21135" y="13950"/>
                  </a:cubicBezTo>
                  <a:cubicBezTo>
                    <a:pt x="21385" y="12700"/>
                    <a:pt x="21468" y="11367"/>
                    <a:pt x="21385" y="10201"/>
                  </a:cubicBezTo>
                  <a:cubicBezTo>
                    <a:pt x="20802" y="5034"/>
                    <a:pt x="16719" y="451"/>
                    <a:pt x="11303" y="35"/>
                  </a:cubicBezTo>
                  <a:lnTo>
                    <a:pt x="11303" y="35"/>
                  </a:lnTo>
                  <a:close/>
                </a:path>
              </a:pathLst>
            </a:custGeom>
            <a:grpFill/>
            <a:ln w="8332" cap="flat">
              <a:noFill/>
              <a:prstDash val="solid"/>
              <a:miter/>
            </a:ln>
          </p:spPr>
          <p:txBody>
            <a:bodyPr rtlCol="0" anchor="ctr"/>
            <a:lstStyle/>
            <a:p>
              <a:endParaRPr lang="en-US"/>
            </a:p>
          </p:txBody>
        </p:sp>
        <p:sp>
          <p:nvSpPr>
            <p:cNvPr id="2442" name="Freeform: Shape 2441"/>
            <p:cNvSpPr/>
            <p:nvPr/>
          </p:nvSpPr>
          <p:spPr>
            <a:xfrm>
              <a:off x="2943333" y="6338653"/>
              <a:ext cx="21512" cy="24290"/>
            </a:xfrm>
            <a:custGeom>
              <a:avLst/>
              <a:gdLst>
                <a:gd name="connsiteX0" fmla="*/ 14505 w 21512"/>
                <a:gd name="connsiteY0" fmla="*/ 703 h 24290"/>
                <a:gd name="connsiteX1" fmla="*/ 1839 w 21512"/>
                <a:gd name="connsiteY1" fmla="*/ 10452 h 24290"/>
                <a:gd name="connsiteX2" fmla="*/ 2006 w 21512"/>
                <a:gd name="connsiteY2" fmla="*/ 11285 h 24290"/>
                <a:gd name="connsiteX3" fmla="*/ 1589 w 21512"/>
                <a:gd name="connsiteY3" fmla="*/ 20617 h 24290"/>
                <a:gd name="connsiteX4" fmla="*/ 12088 w 21512"/>
                <a:gd name="connsiteY4" fmla="*/ 24200 h 24290"/>
                <a:gd name="connsiteX5" fmla="*/ 21504 w 21512"/>
                <a:gd name="connsiteY5" fmla="*/ 13535 h 24290"/>
                <a:gd name="connsiteX6" fmla="*/ 14505 w 21512"/>
                <a:gd name="connsiteY6" fmla="*/ 703 h 24290"/>
                <a:gd name="connsiteX7" fmla="*/ 14505 w 21512"/>
                <a:gd name="connsiteY7" fmla="*/ 703 h 24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512" h="24290">
                  <a:moveTo>
                    <a:pt x="14505" y="703"/>
                  </a:moveTo>
                  <a:cubicBezTo>
                    <a:pt x="8505" y="-2047"/>
                    <a:pt x="423" y="3703"/>
                    <a:pt x="1839" y="10452"/>
                  </a:cubicBezTo>
                  <a:cubicBezTo>
                    <a:pt x="1923" y="10702"/>
                    <a:pt x="2006" y="10952"/>
                    <a:pt x="2006" y="11285"/>
                  </a:cubicBezTo>
                  <a:cubicBezTo>
                    <a:pt x="-327" y="13868"/>
                    <a:pt x="-827" y="17618"/>
                    <a:pt x="1589" y="20617"/>
                  </a:cubicBezTo>
                  <a:cubicBezTo>
                    <a:pt x="4006" y="23618"/>
                    <a:pt x="8422" y="24617"/>
                    <a:pt x="12088" y="24200"/>
                  </a:cubicBezTo>
                  <a:cubicBezTo>
                    <a:pt x="17505" y="23534"/>
                    <a:pt x="21254" y="18868"/>
                    <a:pt x="21504" y="13535"/>
                  </a:cubicBezTo>
                  <a:cubicBezTo>
                    <a:pt x="21671" y="8119"/>
                    <a:pt x="19504" y="3036"/>
                    <a:pt x="14505" y="703"/>
                  </a:cubicBezTo>
                  <a:lnTo>
                    <a:pt x="14505" y="703"/>
                  </a:lnTo>
                  <a:close/>
                </a:path>
              </a:pathLst>
            </a:custGeom>
            <a:grpFill/>
            <a:ln w="8332" cap="flat">
              <a:noFill/>
              <a:prstDash val="solid"/>
              <a:miter/>
            </a:ln>
          </p:spPr>
          <p:txBody>
            <a:bodyPr rtlCol="0" anchor="ctr"/>
            <a:lstStyle/>
            <a:p>
              <a:endParaRPr lang="en-US"/>
            </a:p>
          </p:txBody>
        </p:sp>
        <p:sp>
          <p:nvSpPr>
            <p:cNvPr id="2443" name="Freeform: Shape 2442"/>
            <p:cNvSpPr/>
            <p:nvPr/>
          </p:nvSpPr>
          <p:spPr>
            <a:xfrm>
              <a:off x="3007834" y="6303680"/>
              <a:ext cx="22176" cy="22905"/>
            </a:xfrm>
            <a:custGeom>
              <a:avLst/>
              <a:gdLst>
                <a:gd name="connsiteX0" fmla="*/ 16914 w 22176"/>
                <a:gd name="connsiteY0" fmla="*/ 2012 h 22905"/>
                <a:gd name="connsiteX1" fmla="*/ 12165 w 22176"/>
                <a:gd name="connsiteY1" fmla="*/ 95 h 22905"/>
                <a:gd name="connsiteX2" fmla="*/ 7082 w 22176"/>
                <a:gd name="connsiteY2" fmla="*/ 762 h 22905"/>
                <a:gd name="connsiteX3" fmla="*/ 916 w 22176"/>
                <a:gd name="connsiteY3" fmla="*/ 8761 h 22905"/>
                <a:gd name="connsiteX4" fmla="*/ 999 w 22176"/>
                <a:gd name="connsiteY4" fmla="*/ 11011 h 22905"/>
                <a:gd name="connsiteX5" fmla="*/ 82 w 22176"/>
                <a:gd name="connsiteY5" fmla="*/ 13344 h 22905"/>
                <a:gd name="connsiteX6" fmla="*/ 11748 w 22176"/>
                <a:gd name="connsiteY6" fmla="*/ 22843 h 22905"/>
                <a:gd name="connsiteX7" fmla="*/ 21414 w 22176"/>
                <a:gd name="connsiteY7" fmla="*/ 15927 h 22905"/>
                <a:gd name="connsiteX8" fmla="*/ 21247 w 22176"/>
                <a:gd name="connsiteY8" fmla="*/ 7344 h 22905"/>
                <a:gd name="connsiteX9" fmla="*/ 16914 w 22176"/>
                <a:gd name="connsiteY9" fmla="*/ 2012 h 22905"/>
                <a:gd name="connsiteX10" fmla="*/ 16914 w 22176"/>
                <a:gd name="connsiteY10" fmla="*/ 2012 h 229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176" h="22905">
                  <a:moveTo>
                    <a:pt x="16914" y="2012"/>
                  </a:moveTo>
                  <a:cubicBezTo>
                    <a:pt x="15498" y="928"/>
                    <a:pt x="13915" y="345"/>
                    <a:pt x="12165" y="95"/>
                  </a:cubicBezTo>
                  <a:cubicBezTo>
                    <a:pt x="10415" y="-155"/>
                    <a:pt x="8748" y="95"/>
                    <a:pt x="7082" y="762"/>
                  </a:cubicBezTo>
                  <a:cubicBezTo>
                    <a:pt x="3999" y="2012"/>
                    <a:pt x="1166" y="5261"/>
                    <a:pt x="916" y="8761"/>
                  </a:cubicBezTo>
                  <a:cubicBezTo>
                    <a:pt x="832" y="9511"/>
                    <a:pt x="916" y="10261"/>
                    <a:pt x="999" y="11011"/>
                  </a:cubicBezTo>
                  <a:cubicBezTo>
                    <a:pt x="582" y="11678"/>
                    <a:pt x="249" y="12427"/>
                    <a:pt x="82" y="13344"/>
                  </a:cubicBezTo>
                  <a:cubicBezTo>
                    <a:pt x="-834" y="19927"/>
                    <a:pt x="6082" y="23426"/>
                    <a:pt x="11748" y="22843"/>
                  </a:cubicBezTo>
                  <a:cubicBezTo>
                    <a:pt x="15831" y="22426"/>
                    <a:pt x="19831" y="19843"/>
                    <a:pt x="21414" y="15927"/>
                  </a:cubicBezTo>
                  <a:cubicBezTo>
                    <a:pt x="22497" y="13261"/>
                    <a:pt x="22414" y="10011"/>
                    <a:pt x="21247" y="7344"/>
                  </a:cubicBezTo>
                  <a:cubicBezTo>
                    <a:pt x="20414" y="5261"/>
                    <a:pt x="18831" y="3095"/>
                    <a:pt x="16914" y="2012"/>
                  </a:cubicBezTo>
                  <a:lnTo>
                    <a:pt x="16914" y="2012"/>
                  </a:lnTo>
                  <a:close/>
                </a:path>
              </a:pathLst>
            </a:custGeom>
            <a:grpFill/>
            <a:ln w="8332" cap="flat">
              <a:noFill/>
              <a:prstDash val="solid"/>
              <a:miter/>
            </a:ln>
          </p:spPr>
          <p:txBody>
            <a:bodyPr rtlCol="0" anchor="ctr"/>
            <a:lstStyle/>
            <a:p>
              <a:endParaRPr lang="en-US"/>
            </a:p>
          </p:txBody>
        </p:sp>
        <p:sp>
          <p:nvSpPr>
            <p:cNvPr id="2444" name="Freeform: Shape 2443"/>
            <p:cNvSpPr/>
            <p:nvPr/>
          </p:nvSpPr>
          <p:spPr>
            <a:xfrm>
              <a:off x="2993305" y="6362447"/>
              <a:ext cx="23596" cy="27153"/>
            </a:xfrm>
            <a:custGeom>
              <a:avLst/>
              <a:gdLst>
                <a:gd name="connsiteX0" fmla="*/ 18612 w 23596"/>
                <a:gd name="connsiteY0" fmla="*/ 4655 h 27153"/>
                <a:gd name="connsiteX1" fmla="*/ 14779 w 23596"/>
                <a:gd name="connsiteY1" fmla="*/ 1323 h 27153"/>
                <a:gd name="connsiteX2" fmla="*/ 5946 w 23596"/>
                <a:gd name="connsiteY2" fmla="*/ 656 h 27153"/>
                <a:gd name="connsiteX3" fmla="*/ 30 w 23596"/>
                <a:gd name="connsiteY3" fmla="*/ 8322 h 27153"/>
                <a:gd name="connsiteX4" fmla="*/ 697 w 23596"/>
                <a:gd name="connsiteY4" fmla="*/ 5905 h 27153"/>
                <a:gd name="connsiteX5" fmla="*/ 30 w 23596"/>
                <a:gd name="connsiteY5" fmla="*/ 8322 h 27153"/>
                <a:gd name="connsiteX6" fmla="*/ 363 w 23596"/>
                <a:gd name="connsiteY6" fmla="*/ 12155 h 27153"/>
                <a:gd name="connsiteX7" fmla="*/ 4030 w 23596"/>
                <a:gd name="connsiteY7" fmla="*/ 17821 h 27153"/>
                <a:gd name="connsiteX8" fmla="*/ 4030 w 23596"/>
                <a:gd name="connsiteY8" fmla="*/ 17821 h 27153"/>
                <a:gd name="connsiteX9" fmla="*/ 4030 w 23596"/>
                <a:gd name="connsiteY9" fmla="*/ 18237 h 27153"/>
                <a:gd name="connsiteX10" fmla="*/ 4530 w 23596"/>
                <a:gd name="connsiteY10" fmla="*/ 20737 h 27153"/>
                <a:gd name="connsiteX11" fmla="*/ 19528 w 23596"/>
                <a:gd name="connsiteY11" fmla="*/ 25070 h 27153"/>
                <a:gd name="connsiteX12" fmla="*/ 22195 w 23596"/>
                <a:gd name="connsiteY12" fmla="*/ 9655 h 27153"/>
                <a:gd name="connsiteX13" fmla="*/ 18612 w 23596"/>
                <a:gd name="connsiteY13" fmla="*/ 4655 h 27153"/>
                <a:gd name="connsiteX14" fmla="*/ 18612 w 23596"/>
                <a:gd name="connsiteY14" fmla="*/ 4655 h 27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3596" h="27153">
                  <a:moveTo>
                    <a:pt x="18612" y="4655"/>
                  </a:moveTo>
                  <a:cubicBezTo>
                    <a:pt x="17362" y="3322"/>
                    <a:pt x="16279" y="2239"/>
                    <a:pt x="14779" y="1323"/>
                  </a:cubicBezTo>
                  <a:cubicBezTo>
                    <a:pt x="11946" y="-261"/>
                    <a:pt x="9029" y="-344"/>
                    <a:pt x="5946" y="656"/>
                  </a:cubicBezTo>
                  <a:cubicBezTo>
                    <a:pt x="2863" y="1656"/>
                    <a:pt x="363" y="5072"/>
                    <a:pt x="30" y="8322"/>
                  </a:cubicBezTo>
                  <a:cubicBezTo>
                    <a:pt x="280" y="7489"/>
                    <a:pt x="447" y="6738"/>
                    <a:pt x="697" y="5905"/>
                  </a:cubicBezTo>
                  <a:cubicBezTo>
                    <a:pt x="363" y="6655"/>
                    <a:pt x="113" y="7489"/>
                    <a:pt x="30" y="8322"/>
                  </a:cubicBezTo>
                  <a:cubicBezTo>
                    <a:pt x="-53" y="9655"/>
                    <a:pt x="30" y="10821"/>
                    <a:pt x="363" y="12155"/>
                  </a:cubicBezTo>
                  <a:cubicBezTo>
                    <a:pt x="947" y="14571"/>
                    <a:pt x="2280" y="16071"/>
                    <a:pt x="4030" y="17821"/>
                  </a:cubicBezTo>
                  <a:lnTo>
                    <a:pt x="4030" y="17821"/>
                  </a:lnTo>
                  <a:cubicBezTo>
                    <a:pt x="1697" y="15488"/>
                    <a:pt x="3030" y="17071"/>
                    <a:pt x="4030" y="18237"/>
                  </a:cubicBezTo>
                  <a:cubicBezTo>
                    <a:pt x="4113" y="19071"/>
                    <a:pt x="4196" y="19904"/>
                    <a:pt x="4530" y="20737"/>
                  </a:cubicBezTo>
                  <a:cubicBezTo>
                    <a:pt x="6529" y="26987"/>
                    <a:pt x="14446" y="29153"/>
                    <a:pt x="19528" y="25070"/>
                  </a:cubicBezTo>
                  <a:cubicBezTo>
                    <a:pt x="24278" y="21237"/>
                    <a:pt x="24444" y="14905"/>
                    <a:pt x="22195" y="9655"/>
                  </a:cubicBezTo>
                  <a:cubicBezTo>
                    <a:pt x="21278" y="7738"/>
                    <a:pt x="20028" y="6072"/>
                    <a:pt x="18612" y="4655"/>
                  </a:cubicBezTo>
                  <a:lnTo>
                    <a:pt x="18612" y="4655"/>
                  </a:lnTo>
                  <a:close/>
                </a:path>
              </a:pathLst>
            </a:custGeom>
            <a:grpFill/>
            <a:ln w="8332" cap="flat">
              <a:noFill/>
              <a:prstDash val="solid"/>
              <a:miter/>
            </a:ln>
          </p:spPr>
          <p:txBody>
            <a:bodyPr rtlCol="0" anchor="ctr"/>
            <a:lstStyle/>
            <a:p>
              <a:endParaRPr lang="en-US"/>
            </a:p>
          </p:txBody>
        </p:sp>
        <p:sp>
          <p:nvSpPr>
            <p:cNvPr id="2445" name="Freeform: Shape 2444"/>
            <p:cNvSpPr/>
            <p:nvPr/>
          </p:nvSpPr>
          <p:spPr>
            <a:xfrm>
              <a:off x="2924149" y="6400528"/>
              <a:ext cx="26738" cy="26884"/>
            </a:xfrm>
            <a:custGeom>
              <a:avLst/>
              <a:gdLst>
                <a:gd name="connsiteX0" fmla="*/ 22273 w 26738"/>
                <a:gd name="connsiteY0" fmla="*/ 5905 h 26884"/>
                <a:gd name="connsiteX1" fmla="*/ 2442 w 26738"/>
                <a:gd name="connsiteY1" fmla="*/ 4071 h 26884"/>
                <a:gd name="connsiteX2" fmla="*/ 8524 w 26738"/>
                <a:gd name="connsiteY2" fmla="*/ 24819 h 26884"/>
                <a:gd name="connsiteX3" fmla="*/ 13774 w 26738"/>
                <a:gd name="connsiteY3" fmla="*/ 25070 h 26884"/>
                <a:gd name="connsiteX4" fmla="*/ 21190 w 26738"/>
                <a:gd name="connsiteY4" fmla="*/ 26320 h 26884"/>
                <a:gd name="connsiteX5" fmla="*/ 26606 w 26738"/>
                <a:gd name="connsiteY5" fmla="*/ 18820 h 26884"/>
                <a:gd name="connsiteX6" fmla="*/ 22273 w 26738"/>
                <a:gd name="connsiteY6" fmla="*/ 5905 h 26884"/>
                <a:gd name="connsiteX7" fmla="*/ 22273 w 26738"/>
                <a:gd name="connsiteY7" fmla="*/ 5905 h 26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738" h="26884">
                  <a:moveTo>
                    <a:pt x="22273" y="5905"/>
                  </a:moveTo>
                  <a:cubicBezTo>
                    <a:pt x="17190" y="155"/>
                    <a:pt x="8108" y="-3011"/>
                    <a:pt x="2442" y="4071"/>
                  </a:cubicBezTo>
                  <a:cubicBezTo>
                    <a:pt x="-2641" y="10404"/>
                    <a:pt x="608" y="22320"/>
                    <a:pt x="8524" y="24819"/>
                  </a:cubicBezTo>
                  <a:cubicBezTo>
                    <a:pt x="10441" y="25403"/>
                    <a:pt x="12191" y="25403"/>
                    <a:pt x="13774" y="25070"/>
                  </a:cubicBezTo>
                  <a:cubicBezTo>
                    <a:pt x="15857" y="26736"/>
                    <a:pt x="18273" y="27486"/>
                    <a:pt x="21190" y="26320"/>
                  </a:cubicBezTo>
                  <a:cubicBezTo>
                    <a:pt x="24356" y="25070"/>
                    <a:pt x="26189" y="22153"/>
                    <a:pt x="26606" y="18820"/>
                  </a:cubicBezTo>
                  <a:cubicBezTo>
                    <a:pt x="27273" y="14154"/>
                    <a:pt x="25356" y="9404"/>
                    <a:pt x="22273" y="5905"/>
                  </a:cubicBezTo>
                  <a:lnTo>
                    <a:pt x="22273" y="5905"/>
                  </a:lnTo>
                  <a:close/>
                </a:path>
              </a:pathLst>
            </a:custGeom>
            <a:grpFill/>
            <a:ln w="8332" cap="flat">
              <a:noFill/>
              <a:prstDash val="solid"/>
              <a:miter/>
            </a:ln>
          </p:spPr>
          <p:txBody>
            <a:bodyPr rtlCol="0" anchor="ctr"/>
            <a:lstStyle/>
            <a:p>
              <a:endParaRPr lang="en-US"/>
            </a:p>
          </p:txBody>
        </p:sp>
        <p:sp>
          <p:nvSpPr>
            <p:cNvPr id="2446" name="Freeform: Shape 2445"/>
            <p:cNvSpPr/>
            <p:nvPr/>
          </p:nvSpPr>
          <p:spPr>
            <a:xfrm>
              <a:off x="2850025" y="6409321"/>
              <a:ext cx="23581" cy="22411"/>
            </a:xfrm>
            <a:custGeom>
              <a:avLst/>
              <a:gdLst>
                <a:gd name="connsiteX0" fmla="*/ 8655 w 23581"/>
                <a:gd name="connsiteY0" fmla="*/ 195 h 22411"/>
                <a:gd name="connsiteX1" fmla="*/ 656 w 23581"/>
                <a:gd name="connsiteY1" fmla="*/ 13861 h 22411"/>
                <a:gd name="connsiteX2" fmla="*/ 1822 w 23581"/>
                <a:gd name="connsiteY2" fmla="*/ 15944 h 22411"/>
                <a:gd name="connsiteX3" fmla="*/ 7905 w 23581"/>
                <a:gd name="connsiteY3" fmla="*/ 21443 h 22411"/>
                <a:gd name="connsiteX4" fmla="*/ 10988 w 23581"/>
                <a:gd name="connsiteY4" fmla="*/ 22026 h 22411"/>
                <a:gd name="connsiteX5" fmla="*/ 12405 w 23581"/>
                <a:gd name="connsiteY5" fmla="*/ 22276 h 22411"/>
                <a:gd name="connsiteX6" fmla="*/ 21238 w 23581"/>
                <a:gd name="connsiteY6" fmla="*/ 18860 h 22411"/>
                <a:gd name="connsiteX7" fmla="*/ 21238 w 23581"/>
                <a:gd name="connsiteY7" fmla="*/ 5278 h 22411"/>
                <a:gd name="connsiteX8" fmla="*/ 8655 w 23581"/>
                <a:gd name="connsiteY8" fmla="*/ 195 h 22411"/>
                <a:gd name="connsiteX9" fmla="*/ 8655 w 23581"/>
                <a:gd name="connsiteY9" fmla="*/ 195 h 22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581" h="22411">
                  <a:moveTo>
                    <a:pt x="8655" y="195"/>
                  </a:moveTo>
                  <a:cubicBezTo>
                    <a:pt x="2156" y="1445"/>
                    <a:pt x="-1594" y="7528"/>
                    <a:pt x="656" y="13861"/>
                  </a:cubicBezTo>
                  <a:cubicBezTo>
                    <a:pt x="906" y="14610"/>
                    <a:pt x="1323" y="15277"/>
                    <a:pt x="1822" y="15944"/>
                  </a:cubicBezTo>
                  <a:cubicBezTo>
                    <a:pt x="3239" y="18360"/>
                    <a:pt x="5322" y="20110"/>
                    <a:pt x="7905" y="21443"/>
                  </a:cubicBezTo>
                  <a:cubicBezTo>
                    <a:pt x="8822" y="21943"/>
                    <a:pt x="9905" y="22110"/>
                    <a:pt x="10988" y="22026"/>
                  </a:cubicBezTo>
                  <a:cubicBezTo>
                    <a:pt x="11238" y="22110"/>
                    <a:pt x="11655" y="22193"/>
                    <a:pt x="12405" y="22276"/>
                  </a:cubicBezTo>
                  <a:cubicBezTo>
                    <a:pt x="15655" y="22859"/>
                    <a:pt x="19238" y="21526"/>
                    <a:pt x="21238" y="18860"/>
                  </a:cubicBezTo>
                  <a:cubicBezTo>
                    <a:pt x="24237" y="14943"/>
                    <a:pt x="24487" y="9111"/>
                    <a:pt x="21238" y="5278"/>
                  </a:cubicBezTo>
                  <a:cubicBezTo>
                    <a:pt x="18321" y="1695"/>
                    <a:pt x="13488" y="-721"/>
                    <a:pt x="8655" y="195"/>
                  </a:cubicBezTo>
                  <a:lnTo>
                    <a:pt x="8655" y="195"/>
                  </a:lnTo>
                  <a:close/>
                </a:path>
              </a:pathLst>
            </a:custGeom>
            <a:grpFill/>
            <a:ln w="8332" cap="flat">
              <a:noFill/>
              <a:prstDash val="solid"/>
              <a:miter/>
            </a:ln>
          </p:spPr>
          <p:txBody>
            <a:bodyPr rtlCol="0" anchor="ctr"/>
            <a:lstStyle/>
            <a:p>
              <a:endParaRPr lang="en-US"/>
            </a:p>
          </p:txBody>
        </p:sp>
        <p:sp>
          <p:nvSpPr>
            <p:cNvPr id="2447" name="Freeform: Shape 2446"/>
            <p:cNvSpPr/>
            <p:nvPr/>
          </p:nvSpPr>
          <p:spPr>
            <a:xfrm>
              <a:off x="2899820" y="6455364"/>
              <a:ext cx="24974" cy="26704"/>
            </a:xfrm>
            <a:custGeom>
              <a:avLst/>
              <a:gdLst>
                <a:gd name="connsiteX0" fmla="*/ 18938 w 24974"/>
                <a:gd name="connsiteY0" fmla="*/ 2148 h 26704"/>
                <a:gd name="connsiteX1" fmla="*/ 3106 w 24974"/>
                <a:gd name="connsiteY1" fmla="*/ 6314 h 26704"/>
                <a:gd name="connsiteX2" fmla="*/ 2439 w 24974"/>
                <a:gd name="connsiteY2" fmla="*/ 9647 h 26704"/>
                <a:gd name="connsiteX3" fmla="*/ 2439 w 24974"/>
                <a:gd name="connsiteY3" fmla="*/ 9647 h 26704"/>
                <a:gd name="connsiteX4" fmla="*/ 1273 w 24974"/>
                <a:gd name="connsiteY4" fmla="*/ 18646 h 26704"/>
                <a:gd name="connsiteX5" fmla="*/ 4023 w 24974"/>
                <a:gd name="connsiteY5" fmla="*/ 22312 h 26704"/>
                <a:gd name="connsiteX6" fmla="*/ 5189 w 24974"/>
                <a:gd name="connsiteY6" fmla="*/ 23479 h 26704"/>
                <a:gd name="connsiteX7" fmla="*/ 5356 w 24974"/>
                <a:gd name="connsiteY7" fmla="*/ 23562 h 26704"/>
                <a:gd name="connsiteX8" fmla="*/ 8605 w 24974"/>
                <a:gd name="connsiteY8" fmla="*/ 25812 h 26704"/>
                <a:gd name="connsiteX9" fmla="*/ 24021 w 24974"/>
                <a:gd name="connsiteY9" fmla="*/ 18979 h 26704"/>
                <a:gd name="connsiteX10" fmla="*/ 18938 w 24974"/>
                <a:gd name="connsiteY10" fmla="*/ 2148 h 26704"/>
                <a:gd name="connsiteX11" fmla="*/ 18938 w 24974"/>
                <a:gd name="connsiteY11" fmla="*/ 2148 h 26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974" h="26704">
                  <a:moveTo>
                    <a:pt x="18938" y="2148"/>
                  </a:moveTo>
                  <a:cubicBezTo>
                    <a:pt x="13772" y="-2019"/>
                    <a:pt x="5606" y="147"/>
                    <a:pt x="3106" y="6314"/>
                  </a:cubicBezTo>
                  <a:cubicBezTo>
                    <a:pt x="2689" y="7397"/>
                    <a:pt x="2523" y="8480"/>
                    <a:pt x="2439" y="9647"/>
                  </a:cubicBezTo>
                  <a:lnTo>
                    <a:pt x="2439" y="9647"/>
                  </a:lnTo>
                  <a:cubicBezTo>
                    <a:pt x="-394" y="12063"/>
                    <a:pt x="-727" y="15646"/>
                    <a:pt x="1273" y="18646"/>
                  </a:cubicBezTo>
                  <a:cubicBezTo>
                    <a:pt x="2106" y="19979"/>
                    <a:pt x="2856" y="21229"/>
                    <a:pt x="4023" y="22312"/>
                  </a:cubicBezTo>
                  <a:cubicBezTo>
                    <a:pt x="4439" y="22645"/>
                    <a:pt x="4772" y="23145"/>
                    <a:pt x="5189" y="23479"/>
                  </a:cubicBezTo>
                  <a:cubicBezTo>
                    <a:pt x="5522" y="23729"/>
                    <a:pt x="5522" y="23645"/>
                    <a:pt x="5356" y="23562"/>
                  </a:cubicBezTo>
                  <a:cubicBezTo>
                    <a:pt x="6356" y="24479"/>
                    <a:pt x="7189" y="25228"/>
                    <a:pt x="8605" y="25812"/>
                  </a:cubicBezTo>
                  <a:cubicBezTo>
                    <a:pt x="14855" y="28395"/>
                    <a:pt x="21521" y="25145"/>
                    <a:pt x="24021" y="18979"/>
                  </a:cubicBezTo>
                  <a:cubicBezTo>
                    <a:pt x="26520" y="12896"/>
                    <a:pt x="23854" y="6147"/>
                    <a:pt x="18938" y="2148"/>
                  </a:cubicBezTo>
                  <a:lnTo>
                    <a:pt x="18938" y="2148"/>
                  </a:lnTo>
                  <a:close/>
                </a:path>
              </a:pathLst>
            </a:custGeom>
            <a:grpFill/>
            <a:ln w="8332" cap="flat">
              <a:noFill/>
              <a:prstDash val="solid"/>
              <a:miter/>
            </a:ln>
          </p:spPr>
          <p:txBody>
            <a:bodyPr rtlCol="0" anchor="ctr"/>
            <a:lstStyle/>
            <a:p>
              <a:endParaRPr lang="en-US"/>
            </a:p>
          </p:txBody>
        </p:sp>
        <p:sp>
          <p:nvSpPr>
            <p:cNvPr id="2448" name="Freeform: Shape 2447"/>
            <p:cNvSpPr/>
            <p:nvPr/>
          </p:nvSpPr>
          <p:spPr>
            <a:xfrm>
              <a:off x="2973238" y="6451898"/>
              <a:ext cx="21031" cy="23171"/>
            </a:xfrm>
            <a:custGeom>
              <a:avLst/>
              <a:gdLst>
                <a:gd name="connsiteX0" fmla="*/ 8764 w 21031"/>
                <a:gd name="connsiteY0" fmla="*/ 280 h 23171"/>
                <a:gd name="connsiteX1" fmla="*/ 1598 w 21031"/>
                <a:gd name="connsiteY1" fmla="*/ 8280 h 23171"/>
                <a:gd name="connsiteX2" fmla="*/ 1515 w 21031"/>
                <a:gd name="connsiteY2" fmla="*/ 11363 h 23171"/>
                <a:gd name="connsiteX3" fmla="*/ 1598 w 21031"/>
                <a:gd name="connsiteY3" fmla="*/ 11779 h 23171"/>
                <a:gd name="connsiteX4" fmla="*/ 598 w 21031"/>
                <a:gd name="connsiteY4" fmla="*/ 12946 h 23171"/>
                <a:gd name="connsiteX5" fmla="*/ 1765 w 21031"/>
                <a:gd name="connsiteY5" fmla="*/ 18945 h 23171"/>
                <a:gd name="connsiteX6" fmla="*/ 3931 w 21031"/>
                <a:gd name="connsiteY6" fmla="*/ 20278 h 23171"/>
                <a:gd name="connsiteX7" fmla="*/ 13014 w 21031"/>
                <a:gd name="connsiteY7" fmla="*/ 22528 h 23171"/>
                <a:gd name="connsiteX8" fmla="*/ 19680 w 21031"/>
                <a:gd name="connsiteY8" fmla="*/ 14612 h 23171"/>
                <a:gd name="connsiteX9" fmla="*/ 20930 w 21031"/>
                <a:gd name="connsiteY9" fmla="*/ 8946 h 23171"/>
                <a:gd name="connsiteX10" fmla="*/ 18680 w 21031"/>
                <a:gd name="connsiteY10" fmla="*/ 3613 h 23171"/>
                <a:gd name="connsiteX11" fmla="*/ 8764 w 21031"/>
                <a:gd name="connsiteY11" fmla="*/ 280 h 23171"/>
                <a:gd name="connsiteX12" fmla="*/ 8764 w 21031"/>
                <a:gd name="connsiteY12" fmla="*/ 280 h 23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031" h="23171">
                  <a:moveTo>
                    <a:pt x="8764" y="280"/>
                  </a:moveTo>
                  <a:cubicBezTo>
                    <a:pt x="5264" y="1197"/>
                    <a:pt x="1765" y="4447"/>
                    <a:pt x="1598" y="8280"/>
                  </a:cubicBezTo>
                  <a:cubicBezTo>
                    <a:pt x="1515" y="9280"/>
                    <a:pt x="1515" y="10363"/>
                    <a:pt x="1515" y="11363"/>
                  </a:cubicBezTo>
                  <a:cubicBezTo>
                    <a:pt x="1515" y="11529"/>
                    <a:pt x="1598" y="11613"/>
                    <a:pt x="1598" y="11779"/>
                  </a:cubicBezTo>
                  <a:cubicBezTo>
                    <a:pt x="1265" y="12113"/>
                    <a:pt x="931" y="12529"/>
                    <a:pt x="598" y="12946"/>
                  </a:cubicBezTo>
                  <a:cubicBezTo>
                    <a:pt x="-402" y="14779"/>
                    <a:pt x="-235" y="17779"/>
                    <a:pt x="1765" y="18945"/>
                  </a:cubicBezTo>
                  <a:cubicBezTo>
                    <a:pt x="2514" y="19362"/>
                    <a:pt x="3265" y="19778"/>
                    <a:pt x="3931" y="20278"/>
                  </a:cubicBezTo>
                  <a:cubicBezTo>
                    <a:pt x="6014" y="22945"/>
                    <a:pt x="9597" y="23945"/>
                    <a:pt x="13014" y="22528"/>
                  </a:cubicBezTo>
                  <a:cubicBezTo>
                    <a:pt x="16180" y="21279"/>
                    <a:pt x="18430" y="18029"/>
                    <a:pt x="19680" y="14612"/>
                  </a:cubicBezTo>
                  <a:cubicBezTo>
                    <a:pt x="20763" y="12946"/>
                    <a:pt x="21263" y="10863"/>
                    <a:pt x="20930" y="8946"/>
                  </a:cubicBezTo>
                  <a:cubicBezTo>
                    <a:pt x="20513" y="6780"/>
                    <a:pt x="19846" y="5447"/>
                    <a:pt x="18680" y="3613"/>
                  </a:cubicBezTo>
                  <a:cubicBezTo>
                    <a:pt x="16930" y="447"/>
                    <a:pt x="12097" y="-553"/>
                    <a:pt x="8764" y="280"/>
                  </a:cubicBezTo>
                  <a:lnTo>
                    <a:pt x="8764" y="280"/>
                  </a:lnTo>
                  <a:close/>
                </a:path>
              </a:pathLst>
            </a:custGeom>
            <a:grpFill/>
            <a:ln w="8332" cap="flat">
              <a:noFill/>
              <a:prstDash val="solid"/>
              <a:miter/>
            </a:ln>
          </p:spPr>
          <p:txBody>
            <a:bodyPr rtlCol="0" anchor="ctr"/>
            <a:lstStyle/>
            <a:p>
              <a:endParaRPr lang="en-US"/>
            </a:p>
          </p:txBody>
        </p:sp>
        <p:sp>
          <p:nvSpPr>
            <p:cNvPr id="2449" name="Freeform: Shape 2448"/>
            <p:cNvSpPr/>
            <p:nvPr/>
          </p:nvSpPr>
          <p:spPr>
            <a:xfrm>
              <a:off x="3029189" y="6404721"/>
              <a:ext cx="24278" cy="25533"/>
            </a:xfrm>
            <a:custGeom>
              <a:avLst/>
              <a:gdLst>
                <a:gd name="connsiteX0" fmla="*/ 12059 w 24278"/>
                <a:gd name="connsiteY0" fmla="*/ 46 h 25533"/>
                <a:gd name="connsiteX1" fmla="*/ 643 w 24278"/>
                <a:gd name="connsiteY1" fmla="*/ 8045 h 25533"/>
                <a:gd name="connsiteX2" fmla="*/ 4559 w 24278"/>
                <a:gd name="connsiteY2" fmla="*/ 19294 h 25533"/>
                <a:gd name="connsiteX3" fmla="*/ 5309 w 24278"/>
                <a:gd name="connsiteY3" fmla="*/ 19627 h 25533"/>
                <a:gd name="connsiteX4" fmla="*/ 6309 w 24278"/>
                <a:gd name="connsiteY4" fmla="*/ 22044 h 25533"/>
                <a:gd name="connsiteX5" fmla="*/ 13475 w 24278"/>
                <a:gd name="connsiteY5" fmla="*/ 25460 h 25533"/>
                <a:gd name="connsiteX6" fmla="*/ 18475 w 24278"/>
                <a:gd name="connsiteY6" fmla="*/ 24877 h 25533"/>
                <a:gd name="connsiteX7" fmla="*/ 24141 w 24278"/>
                <a:gd name="connsiteY7" fmla="*/ 17544 h 25533"/>
                <a:gd name="connsiteX8" fmla="*/ 23141 w 24278"/>
                <a:gd name="connsiteY8" fmla="*/ 10045 h 25533"/>
                <a:gd name="connsiteX9" fmla="*/ 20225 w 24278"/>
                <a:gd name="connsiteY9" fmla="*/ 4712 h 25533"/>
                <a:gd name="connsiteX10" fmla="*/ 12059 w 24278"/>
                <a:gd name="connsiteY10" fmla="*/ 46 h 25533"/>
                <a:gd name="connsiteX11" fmla="*/ 12059 w 24278"/>
                <a:gd name="connsiteY11" fmla="*/ 46 h 25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278" h="25533">
                  <a:moveTo>
                    <a:pt x="12059" y="46"/>
                  </a:moveTo>
                  <a:cubicBezTo>
                    <a:pt x="6559" y="-454"/>
                    <a:pt x="2559" y="3212"/>
                    <a:pt x="643" y="8045"/>
                  </a:cubicBezTo>
                  <a:cubicBezTo>
                    <a:pt x="-1024" y="12294"/>
                    <a:pt x="643" y="17127"/>
                    <a:pt x="4559" y="19294"/>
                  </a:cubicBezTo>
                  <a:cubicBezTo>
                    <a:pt x="4809" y="19461"/>
                    <a:pt x="5059" y="19544"/>
                    <a:pt x="5309" y="19627"/>
                  </a:cubicBezTo>
                  <a:cubicBezTo>
                    <a:pt x="5559" y="20461"/>
                    <a:pt x="5809" y="21210"/>
                    <a:pt x="6309" y="22044"/>
                  </a:cubicBezTo>
                  <a:cubicBezTo>
                    <a:pt x="7892" y="24710"/>
                    <a:pt x="10725" y="25627"/>
                    <a:pt x="13475" y="25460"/>
                  </a:cubicBezTo>
                  <a:cubicBezTo>
                    <a:pt x="15058" y="25627"/>
                    <a:pt x="16641" y="25543"/>
                    <a:pt x="18475" y="24877"/>
                  </a:cubicBezTo>
                  <a:cubicBezTo>
                    <a:pt x="21474" y="23877"/>
                    <a:pt x="23808" y="20627"/>
                    <a:pt x="24141" y="17544"/>
                  </a:cubicBezTo>
                  <a:cubicBezTo>
                    <a:pt x="24474" y="14877"/>
                    <a:pt x="24224" y="12545"/>
                    <a:pt x="23141" y="10045"/>
                  </a:cubicBezTo>
                  <a:cubicBezTo>
                    <a:pt x="22391" y="8211"/>
                    <a:pt x="21391" y="6295"/>
                    <a:pt x="20225" y="4712"/>
                  </a:cubicBezTo>
                  <a:cubicBezTo>
                    <a:pt x="18391" y="2296"/>
                    <a:pt x="15142" y="295"/>
                    <a:pt x="12059" y="46"/>
                  </a:cubicBezTo>
                  <a:lnTo>
                    <a:pt x="12059" y="46"/>
                  </a:lnTo>
                  <a:close/>
                </a:path>
              </a:pathLst>
            </a:custGeom>
            <a:grpFill/>
            <a:ln w="8332" cap="flat">
              <a:noFill/>
              <a:prstDash val="solid"/>
              <a:miter/>
            </a:ln>
          </p:spPr>
          <p:txBody>
            <a:bodyPr rtlCol="0" anchor="ctr"/>
            <a:lstStyle/>
            <a:p>
              <a:endParaRPr lang="en-US"/>
            </a:p>
          </p:txBody>
        </p:sp>
        <p:sp>
          <p:nvSpPr>
            <p:cNvPr id="2450" name="Freeform: Shape 2449"/>
            <p:cNvSpPr/>
            <p:nvPr/>
          </p:nvSpPr>
          <p:spPr>
            <a:xfrm>
              <a:off x="2957279" y="6508224"/>
              <a:ext cx="21258" cy="21810"/>
            </a:xfrm>
            <a:custGeom>
              <a:avLst/>
              <a:gdLst>
                <a:gd name="connsiteX0" fmla="*/ 17058 w 21258"/>
                <a:gd name="connsiteY0" fmla="*/ 1782 h 21810"/>
                <a:gd name="connsiteX1" fmla="*/ 6226 w 21258"/>
                <a:gd name="connsiteY1" fmla="*/ 1782 h 21810"/>
                <a:gd name="connsiteX2" fmla="*/ 3559 w 21258"/>
                <a:gd name="connsiteY2" fmla="*/ 5365 h 21810"/>
                <a:gd name="connsiteX3" fmla="*/ 1643 w 21258"/>
                <a:gd name="connsiteY3" fmla="*/ 6615 h 21810"/>
                <a:gd name="connsiteX4" fmla="*/ 1143 w 21258"/>
                <a:gd name="connsiteY4" fmla="*/ 13948 h 21810"/>
                <a:gd name="connsiteX5" fmla="*/ 4809 w 21258"/>
                <a:gd name="connsiteY5" fmla="*/ 17781 h 21810"/>
                <a:gd name="connsiteX6" fmla="*/ 5059 w 21258"/>
                <a:gd name="connsiteY6" fmla="*/ 17948 h 21810"/>
                <a:gd name="connsiteX7" fmla="*/ 5309 w 21258"/>
                <a:gd name="connsiteY7" fmla="*/ 18197 h 21810"/>
                <a:gd name="connsiteX8" fmla="*/ 7892 w 21258"/>
                <a:gd name="connsiteY8" fmla="*/ 20447 h 21810"/>
                <a:gd name="connsiteX9" fmla="*/ 18724 w 21258"/>
                <a:gd name="connsiteY9" fmla="*/ 17948 h 21810"/>
                <a:gd name="connsiteX10" fmla="*/ 18891 w 21258"/>
                <a:gd name="connsiteY10" fmla="*/ 17781 h 21810"/>
                <a:gd name="connsiteX11" fmla="*/ 20141 w 21258"/>
                <a:gd name="connsiteY11" fmla="*/ 15698 h 21810"/>
                <a:gd name="connsiteX12" fmla="*/ 21141 w 21258"/>
                <a:gd name="connsiteY12" fmla="*/ 12281 h 21810"/>
                <a:gd name="connsiteX13" fmla="*/ 20808 w 21258"/>
                <a:gd name="connsiteY13" fmla="*/ 7782 h 21810"/>
                <a:gd name="connsiteX14" fmla="*/ 17058 w 21258"/>
                <a:gd name="connsiteY14" fmla="*/ 1782 h 21810"/>
                <a:gd name="connsiteX15" fmla="*/ 17058 w 21258"/>
                <a:gd name="connsiteY15" fmla="*/ 1782 h 21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1258" h="21810">
                  <a:moveTo>
                    <a:pt x="17058" y="1782"/>
                  </a:moveTo>
                  <a:cubicBezTo>
                    <a:pt x="14308" y="-717"/>
                    <a:pt x="9059" y="-468"/>
                    <a:pt x="6226" y="1782"/>
                  </a:cubicBezTo>
                  <a:cubicBezTo>
                    <a:pt x="5059" y="2782"/>
                    <a:pt x="4142" y="4032"/>
                    <a:pt x="3559" y="5365"/>
                  </a:cubicBezTo>
                  <a:cubicBezTo>
                    <a:pt x="2809" y="5615"/>
                    <a:pt x="2226" y="6032"/>
                    <a:pt x="1643" y="6615"/>
                  </a:cubicBezTo>
                  <a:cubicBezTo>
                    <a:pt x="-274" y="8532"/>
                    <a:pt x="-607" y="11782"/>
                    <a:pt x="1143" y="13948"/>
                  </a:cubicBezTo>
                  <a:cubicBezTo>
                    <a:pt x="2226" y="15281"/>
                    <a:pt x="3476" y="16614"/>
                    <a:pt x="4809" y="17781"/>
                  </a:cubicBezTo>
                  <a:cubicBezTo>
                    <a:pt x="5059" y="17948"/>
                    <a:pt x="5559" y="18614"/>
                    <a:pt x="5059" y="17948"/>
                  </a:cubicBezTo>
                  <a:cubicBezTo>
                    <a:pt x="4476" y="17197"/>
                    <a:pt x="5142" y="18031"/>
                    <a:pt x="5309" y="18197"/>
                  </a:cubicBezTo>
                  <a:cubicBezTo>
                    <a:pt x="6142" y="19031"/>
                    <a:pt x="6892" y="19864"/>
                    <a:pt x="7892" y="20447"/>
                  </a:cubicBezTo>
                  <a:cubicBezTo>
                    <a:pt x="11975" y="22947"/>
                    <a:pt x="16308" y="21947"/>
                    <a:pt x="18724" y="17948"/>
                  </a:cubicBezTo>
                  <a:cubicBezTo>
                    <a:pt x="18724" y="17948"/>
                    <a:pt x="18808" y="17864"/>
                    <a:pt x="18891" y="17781"/>
                  </a:cubicBezTo>
                  <a:cubicBezTo>
                    <a:pt x="19391" y="17281"/>
                    <a:pt x="19807" y="16364"/>
                    <a:pt x="20141" y="15698"/>
                  </a:cubicBezTo>
                  <a:cubicBezTo>
                    <a:pt x="20641" y="14614"/>
                    <a:pt x="20974" y="13448"/>
                    <a:pt x="21141" y="12281"/>
                  </a:cubicBezTo>
                  <a:cubicBezTo>
                    <a:pt x="21391" y="10782"/>
                    <a:pt x="21224" y="9281"/>
                    <a:pt x="20808" y="7782"/>
                  </a:cubicBezTo>
                  <a:cubicBezTo>
                    <a:pt x="20307" y="5198"/>
                    <a:pt x="18891" y="3449"/>
                    <a:pt x="17058" y="1782"/>
                  </a:cubicBezTo>
                  <a:lnTo>
                    <a:pt x="17058" y="1782"/>
                  </a:lnTo>
                  <a:close/>
                </a:path>
              </a:pathLst>
            </a:custGeom>
            <a:grpFill/>
            <a:ln w="8332" cap="flat">
              <a:noFill/>
              <a:prstDash val="solid"/>
              <a:miter/>
            </a:ln>
          </p:spPr>
          <p:txBody>
            <a:bodyPr rtlCol="0" anchor="ctr"/>
            <a:lstStyle/>
            <a:p>
              <a:endParaRPr lang="en-US"/>
            </a:p>
          </p:txBody>
        </p:sp>
        <p:sp>
          <p:nvSpPr>
            <p:cNvPr id="2451" name="Freeform: Shape 2450"/>
            <p:cNvSpPr/>
            <p:nvPr/>
          </p:nvSpPr>
          <p:spPr>
            <a:xfrm>
              <a:off x="3016393" y="6477083"/>
              <a:ext cx="26264" cy="25572"/>
            </a:xfrm>
            <a:custGeom>
              <a:avLst/>
              <a:gdLst>
                <a:gd name="connsiteX0" fmla="*/ 18938 w 26264"/>
                <a:gd name="connsiteY0" fmla="*/ 761 h 25572"/>
                <a:gd name="connsiteX1" fmla="*/ 8689 w 26264"/>
                <a:gd name="connsiteY1" fmla="*/ 2927 h 25572"/>
                <a:gd name="connsiteX2" fmla="*/ 5855 w 26264"/>
                <a:gd name="connsiteY2" fmla="*/ 9426 h 25572"/>
                <a:gd name="connsiteX3" fmla="*/ 522 w 26264"/>
                <a:gd name="connsiteY3" fmla="*/ 13842 h 25572"/>
                <a:gd name="connsiteX4" fmla="*/ 4689 w 26264"/>
                <a:gd name="connsiteY4" fmla="*/ 23758 h 25572"/>
                <a:gd name="connsiteX5" fmla="*/ 20354 w 26264"/>
                <a:gd name="connsiteY5" fmla="*/ 22675 h 25572"/>
                <a:gd name="connsiteX6" fmla="*/ 25520 w 26264"/>
                <a:gd name="connsiteY6" fmla="*/ 15509 h 25572"/>
                <a:gd name="connsiteX7" fmla="*/ 24854 w 26264"/>
                <a:gd name="connsiteY7" fmla="*/ 5927 h 25572"/>
                <a:gd name="connsiteX8" fmla="*/ 18938 w 26264"/>
                <a:gd name="connsiteY8" fmla="*/ 761 h 25572"/>
                <a:gd name="connsiteX9" fmla="*/ 18938 w 26264"/>
                <a:gd name="connsiteY9" fmla="*/ 761 h 25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264" h="25572">
                  <a:moveTo>
                    <a:pt x="18938" y="761"/>
                  </a:moveTo>
                  <a:cubicBezTo>
                    <a:pt x="15604" y="-989"/>
                    <a:pt x="11105" y="510"/>
                    <a:pt x="8689" y="2927"/>
                  </a:cubicBezTo>
                  <a:cubicBezTo>
                    <a:pt x="7105" y="4510"/>
                    <a:pt x="5939" y="7010"/>
                    <a:pt x="5855" y="9426"/>
                  </a:cubicBezTo>
                  <a:cubicBezTo>
                    <a:pt x="3522" y="9926"/>
                    <a:pt x="1439" y="11509"/>
                    <a:pt x="522" y="13842"/>
                  </a:cubicBezTo>
                  <a:cubicBezTo>
                    <a:pt x="-977" y="17926"/>
                    <a:pt x="856" y="21842"/>
                    <a:pt x="4689" y="23758"/>
                  </a:cubicBezTo>
                  <a:cubicBezTo>
                    <a:pt x="9855" y="26258"/>
                    <a:pt x="15688" y="26425"/>
                    <a:pt x="20354" y="22675"/>
                  </a:cubicBezTo>
                  <a:cubicBezTo>
                    <a:pt x="22687" y="20758"/>
                    <a:pt x="24604" y="18342"/>
                    <a:pt x="25520" y="15509"/>
                  </a:cubicBezTo>
                  <a:cubicBezTo>
                    <a:pt x="26604" y="12260"/>
                    <a:pt x="26604" y="8926"/>
                    <a:pt x="24854" y="5927"/>
                  </a:cubicBezTo>
                  <a:cubicBezTo>
                    <a:pt x="23437" y="3510"/>
                    <a:pt x="21437" y="2094"/>
                    <a:pt x="18938" y="761"/>
                  </a:cubicBezTo>
                  <a:lnTo>
                    <a:pt x="18938" y="761"/>
                  </a:lnTo>
                  <a:close/>
                </a:path>
              </a:pathLst>
            </a:custGeom>
            <a:grpFill/>
            <a:ln w="8332" cap="flat">
              <a:noFill/>
              <a:prstDash val="solid"/>
              <a:miter/>
            </a:ln>
          </p:spPr>
          <p:txBody>
            <a:bodyPr rtlCol="0" anchor="ctr"/>
            <a:lstStyle/>
            <a:p>
              <a:endParaRPr lang="en-US"/>
            </a:p>
          </p:txBody>
        </p:sp>
        <p:sp>
          <p:nvSpPr>
            <p:cNvPr id="2452" name="Freeform: Shape 2451"/>
            <p:cNvSpPr/>
            <p:nvPr/>
          </p:nvSpPr>
          <p:spPr>
            <a:xfrm>
              <a:off x="2959588" y="6289804"/>
              <a:ext cx="20341" cy="21027"/>
            </a:xfrm>
            <a:custGeom>
              <a:avLst/>
              <a:gdLst>
                <a:gd name="connsiteX0" fmla="*/ 2916 w 20341"/>
                <a:gd name="connsiteY0" fmla="*/ 2972 h 21027"/>
                <a:gd name="connsiteX1" fmla="*/ 0 w 20341"/>
                <a:gd name="connsiteY1" fmla="*/ 9972 h 21027"/>
                <a:gd name="connsiteX2" fmla="*/ 3916 w 20341"/>
                <a:gd name="connsiteY2" fmla="*/ 18054 h 21027"/>
                <a:gd name="connsiteX3" fmla="*/ 6083 w 20341"/>
                <a:gd name="connsiteY3" fmla="*/ 19304 h 21027"/>
                <a:gd name="connsiteX4" fmla="*/ 18248 w 20341"/>
                <a:gd name="connsiteY4" fmla="*/ 17638 h 21027"/>
                <a:gd name="connsiteX5" fmla="*/ 17998 w 20341"/>
                <a:gd name="connsiteY5" fmla="*/ 3805 h 21027"/>
                <a:gd name="connsiteX6" fmla="*/ 2916 w 20341"/>
                <a:gd name="connsiteY6" fmla="*/ 2972 h 21027"/>
                <a:gd name="connsiteX7" fmla="*/ 2916 w 20341"/>
                <a:gd name="connsiteY7" fmla="*/ 2972 h 21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341" h="21027">
                  <a:moveTo>
                    <a:pt x="2916" y="2972"/>
                  </a:moveTo>
                  <a:cubicBezTo>
                    <a:pt x="1000" y="4972"/>
                    <a:pt x="0" y="7222"/>
                    <a:pt x="0" y="9972"/>
                  </a:cubicBezTo>
                  <a:cubicBezTo>
                    <a:pt x="0" y="13472"/>
                    <a:pt x="1500" y="15721"/>
                    <a:pt x="3916" y="18054"/>
                  </a:cubicBezTo>
                  <a:cubicBezTo>
                    <a:pt x="4583" y="18721"/>
                    <a:pt x="5333" y="19054"/>
                    <a:pt x="6083" y="19304"/>
                  </a:cubicBezTo>
                  <a:cubicBezTo>
                    <a:pt x="9749" y="21970"/>
                    <a:pt x="15832" y="21637"/>
                    <a:pt x="18248" y="17638"/>
                  </a:cubicBezTo>
                  <a:cubicBezTo>
                    <a:pt x="20915" y="13305"/>
                    <a:pt x="21248" y="7972"/>
                    <a:pt x="17998" y="3805"/>
                  </a:cubicBezTo>
                  <a:cubicBezTo>
                    <a:pt x="14249" y="-944"/>
                    <a:pt x="7082" y="-1277"/>
                    <a:pt x="2916" y="2972"/>
                  </a:cubicBezTo>
                  <a:lnTo>
                    <a:pt x="2916" y="2972"/>
                  </a:lnTo>
                  <a:close/>
                </a:path>
              </a:pathLst>
            </a:custGeom>
            <a:grpFill/>
            <a:ln w="8332" cap="flat">
              <a:noFill/>
              <a:prstDash val="solid"/>
              <a:miter/>
            </a:ln>
          </p:spPr>
          <p:txBody>
            <a:bodyPr rtlCol="0" anchor="ctr"/>
            <a:lstStyle/>
            <a:p>
              <a:endParaRPr lang="en-US"/>
            </a:p>
          </p:txBody>
        </p:sp>
        <p:sp>
          <p:nvSpPr>
            <p:cNvPr id="2453" name="Freeform: Shape 2452"/>
            <p:cNvSpPr/>
            <p:nvPr/>
          </p:nvSpPr>
          <p:spPr>
            <a:xfrm>
              <a:off x="2872395" y="6306154"/>
              <a:ext cx="21853" cy="25259"/>
            </a:xfrm>
            <a:custGeom>
              <a:avLst/>
              <a:gdLst>
                <a:gd name="connsiteX0" fmla="*/ 5367 w 21853"/>
                <a:gd name="connsiteY0" fmla="*/ 1371 h 25259"/>
                <a:gd name="connsiteX1" fmla="*/ 868 w 21853"/>
                <a:gd name="connsiteY1" fmla="*/ 14203 h 25259"/>
                <a:gd name="connsiteX2" fmla="*/ 2534 w 21853"/>
                <a:gd name="connsiteY2" fmla="*/ 17453 h 25259"/>
                <a:gd name="connsiteX3" fmla="*/ 2534 w 21853"/>
                <a:gd name="connsiteY3" fmla="*/ 17536 h 25259"/>
                <a:gd name="connsiteX4" fmla="*/ 1784 w 21853"/>
                <a:gd name="connsiteY4" fmla="*/ 16286 h 25259"/>
                <a:gd name="connsiteX5" fmla="*/ 2784 w 21853"/>
                <a:gd name="connsiteY5" fmla="*/ 18619 h 25259"/>
                <a:gd name="connsiteX6" fmla="*/ 2617 w 21853"/>
                <a:gd name="connsiteY6" fmla="*/ 17869 h 25259"/>
                <a:gd name="connsiteX7" fmla="*/ 4284 w 21853"/>
                <a:gd name="connsiteY7" fmla="*/ 21452 h 25259"/>
                <a:gd name="connsiteX8" fmla="*/ 4784 w 21853"/>
                <a:gd name="connsiteY8" fmla="*/ 22035 h 25259"/>
                <a:gd name="connsiteX9" fmla="*/ 4367 w 21853"/>
                <a:gd name="connsiteY9" fmla="*/ 21285 h 25259"/>
                <a:gd name="connsiteX10" fmla="*/ 14700 w 21853"/>
                <a:gd name="connsiteY10" fmla="*/ 24785 h 25259"/>
                <a:gd name="connsiteX11" fmla="*/ 18699 w 21853"/>
                <a:gd name="connsiteY11" fmla="*/ 3954 h 25259"/>
                <a:gd name="connsiteX12" fmla="*/ 5367 w 21853"/>
                <a:gd name="connsiteY12" fmla="*/ 1371 h 25259"/>
                <a:gd name="connsiteX13" fmla="*/ 5367 w 21853"/>
                <a:gd name="connsiteY13" fmla="*/ 1371 h 25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853" h="25259">
                  <a:moveTo>
                    <a:pt x="5367" y="1371"/>
                  </a:moveTo>
                  <a:cubicBezTo>
                    <a:pt x="1201" y="3787"/>
                    <a:pt x="-1466" y="9620"/>
                    <a:pt x="868" y="14203"/>
                  </a:cubicBezTo>
                  <a:cubicBezTo>
                    <a:pt x="1451" y="15286"/>
                    <a:pt x="1951" y="16369"/>
                    <a:pt x="2534" y="17453"/>
                  </a:cubicBezTo>
                  <a:cubicBezTo>
                    <a:pt x="2534" y="17453"/>
                    <a:pt x="2534" y="17453"/>
                    <a:pt x="2534" y="17536"/>
                  </a:cubicBezTo>
                  <a:cubicBezTo>
                    <a:pt x="2284" y="17119"/>
                    <a:pt x="2034" y="16702"/>
                    <a:pt x="1784" y="16286"/>
                  </a:cubicBezTo>
                  <a:cubicBezTo>
                    <a:pt x="2201" y="17036"/>
                    <a:pt x="2534" y="17786"/>
                    <a:pt x="2784" y="18619"/>
                  </a:cubicBezTo>
                  <a:cubicBezTo>
                    <a:pt x="2701" y="18369"/>
                    <a:pt x="2617" y="18119"/>
                    <a:pt x="2617" y="17869"/>
                  </a:cubicBezTo>
                  <a:cubicBezTo>
                    <a:pt x="2951" y="19119"/>
                    <a:pt x="3367" y="20202"/>
                    <a:pt x="4284" y="21452"/>
                  </a:cubicBezTo>
                  <a:cubicBezTo>
                    <a:pt x="4451" y="21702"/>
                    <a:pt x="4617" y="21869"/>
                    <a:pt x="4784" y="22035"/>
                  </a:cubicBezTo>
                  <a:cubicBezTo>
                    <a:pt x="4617" y="21785"/>
                    <a:pt x="4534" y="21536"/>
                    <a:pt x="4367" y="21285"/>
                  </a:cubicBezTo>
                  <a:cubicBezTo>
                    <a:pt x="6617" y="25035"/>
                    <a:pt x="10617" y="25952"/>
                    <a:pt x="14700" y="24785"/>
                  </a:cubicBezTo>
                  <a:cubicBezTo>
                    <a:pt x="23032" y="22452"/>
                    <a:pt x="23699" y="9620"/>
                    <a:pt x="18699" y="3954"/>
                  </a:cubicBezTo>
                  <a:cubicBezTo>
                    <a:pt x="15283" y="121"/>
                    <a:pt x="10033" y="-1296"/>
                    <a:pt x="5367" y="1371"/>
                  </a:cubicBezTo>
                  <a:lnTo>
                    <a:pt x="5367" y="1371"/>
                  </a:lnTo>
                  <a:close/>
                </a:path>
              </a:pathLst>
            </a:custGeom>
            <a:grpFill/>
            <a:ln w="8332" cap="flat">
              <a:noFill/>
              <a:prstDash val="solid"/>
              <a:miter/>
            </a:ln>
          </p:spPr>
          <p:txBody>
            <a:bodyPr rtlCol="0" anchor="ctr"/>
            <a:lstStyle/>
            <a:p>
              <a:endParaRPr lang="en-US"/>
            </a:p>
          </p:txBody>
        </p:sp>
        <p:sp>
          <p:nvSpPr>
            <p:cNvPr id="2454" name="Freeform: Shape 2453"/>
            <p:cNvSpPr/>
            <p:nvPr/>
          </p:nvSpPr>
          <p:spPr>
            <a:xfrm>
              <a:off x="1790834" y="6530879"/>
              <a:ext cx="542893" cy="392866"/>
            </a:xfrm>
            <a:custGeom>
              <a:avLst/>
              <a:gdLst>
                <a:gd name="connsiteX0" fmla="*/ 542893 w 542893"/>
                <a:gd name="connsiteY0" fmla="*/ 197025 h 392866"/>
                <a:gd name="connsiteX1" fmla="*/ 515146 w 542893"/>
                <a:gd name="connsiteY1" fmla="*/ 93701 h 392866"/>
                <a:gd name="connsiteX2" fmla="*/ 441569 w 542893"/>
                <a:gd name="connsiteY2" fmla="*/ 20708 h 392866"/>
                <a:gd name="connsiteX3" fmla="*/ 417071 w 542893"/>
                <a:gd name="connsiteY3" fmla="*/ 7292 h 392866"/>
                <a:gd name="connsiteX4" fmla="*/ 416488 w 542893"/>
                <a:gd name="connsiteY4" fmla="*/ 6959 h 392866"/>
                <a:gd name="connsiteX5" fmla="*/ 415488 w 542893"/>
                <a:gd name="connsiteY5" fmla="*/ 6626 h 392866"/>
                <a:gd name="connsiteX6" fmla="*/ 365076 w 542893"/>
                <a:gd name="connsiteY6" fmla="*/ 2710 h 392866"/>
                <a:gd name="connsiteX7" fmla="*/ 334995 w 542893"/>
                <a:gd name="connsiteY7" fmla="*/ 17708 h 392866"/>
                <a:gd name="connsiteX8" fmla="*/ 323330 w 542893"/>
                <a:gd name="connsiteY8" fmla="*/ 52205 h 392866"/>
                <a:gd name="connsiteX9" fmla="*/ 311747 w 542893"/>
                <a:gd name="connsiteY9" fmla="*/ 52955 h 392866"/>
                <a:gd name="connsiteX10" fmla="*/ 271751 w 542893"/>
                <a:gd name="connsiteY10" fmla="*/ 67787 h 392866"/>
                <a:gd name="connsiteX11" fmla="*/ 182342 w 542893"/>
                <a:gd name="connsiteY11" fmla="*/ 112533 h 392866"/>
                <a:gd name="connsiteX12" fmla="*/ 140929 w 542893"/>
                <a:gd name="connsiteY12" fmla="*/ 131781 h 392866"/>
                <a:gd name="connsiteX13" fmla="*/ 98850 w 542893"/>
                <a:gd name="connsiteY13" fmla="*/ 160945 h 392866"/>
                <a:gd name="connsiteX14" fmla="*/ 48771 w 542893"/>
                <a:gd name="connsiteY14" fmla="*/ 185109 h 392866"/>
                <a:gd name="connsiteX15" fmla="*/ 18774 w 542893"/>
                <a:gd name="connsiteY15" fmla="*/ 204191 h 392866"/>
                <a:gd name="connsiteX16" fmla="*/ 17940 w 542893"/>
                <a:gd name="connsiteY16" fmla="*/ 206608 h 392866"/>
                <a:gd name="connsiteX17" fmla="*/ 1525 w 542893"/>
                <a:gd name="connsiteY17" fmla="*/ 237105 h 392866"/>
                <a:gd name="connsiteX18" fmla="*/ 1525 w 542893"/>
                <a:gd name="connsiteY18" fmla="*/ 284017 h 392866"/>
                <a:gd name="connsiteX19" fmla="*/ 525 w 542893"/>
                <a:gd name="connsiteY19" fmla="*/ 334846 h 392866"/>
                <a:gd name="connsiteX20" fmla="*/ 11191 w 542893"/>
                <a:gd name="connsiteY20" fmla="*/ 367677 h 392866"/>
                <a:gd name="connsiteX21" fmla="*/ 51687 w 542893"/>
                <a:gd name="connsiteY21" fmla="*/ 386175 h 392866"/>
                <a:gd name="connsiteX22" fmla="*/ 157261 w 542893"/>
                <a:gd name="connsiteY22" fmla="*/ 392841 h 392866"/>
                <a:gd name="connsiteX23" fmla="*/ 276334 w 542893"/>
                <a:gd name="connsiteY23" fmla="*/ 392008 h 392866"/>
                <a:gd name="connsiteX24" fmla="*/ 388574 w 542893"/>
                <a:gd name="connsiteY24" fmla="*/ 385842 h 392866"/>
                <a:gd name="connsiteX25" fmla="*/ 495064 w 542893"/>
                <a:gd name="connsiteY25" fmla="*/ 371509 h 392866"/>
                <a:gd name="connsiteX26" fmla="*/ 538227 w 542893"/>
                <a:gd name="connsiteY26" fmla="*/ 305849 h 392866"/>
                <a:gd name="connsiteX27" fmla="*/ 542893 w 542893"/>
                <a:gd name="connsiteY27" fmla="*/ 197025 h 392866"/>
                <a:gd name="connsiteX28" fmla="*/ 542893 w 542893"/>
                <a:gd name="connsiteY28" fmla="*/ 197025 h 392866"/>
                <a:gd name="connsiteX29" fmla="*/ 352910 w 542893"/>
                <a:gd name="connsiteY29" fmla="*/ 21291 h 392866"/>
                <a:gd name="connsiteX30" fmla="*/ 398406 w 542893"/>
                <a:gd name="connsiteY30" fmla="*/ 15791 h 392866"/>
                <a:gd name="connsiteX31" fmla="*/ 470150 w 542893"/>
                <a:gd name="connsiteY31" fmla="*/ 63454 h 392866"/>
                <a:gd name="connsiteX32" fmla="*/ 514812 w 542893"/>
                <a:gd name="connsiteY32" fmla="*/ 121449 h 392866"/>
                <a:gd name="connsiteX33" fmla="*/ 513729 w 542893"/>
                <a:gd name="connsiteY33" fmla="*/ 120866 h 392866"/>
                <a:gd name="connsiteX34" fmla="*/ 482982 w 542893"/>
                <a:gd name="connsiteY34" fmla="*/ 117532 h 392866"/>
                <a:gd name="connsiteX35" fmla="*/ 464067 w 542893"/>
                <a:gd name="connsiteY35" fmla="*/ 134864 h 392866"/>
                <a:gd name="connsiteX36" fmla="*/ 461484 w 542893"/>
                <a:gd name="connsiteY36" fmla="*/ 141030 h 392866"/>
                <a:gd name="connsiteX37" fmla="*/ 425487 w 542893"/>
                <a:gd name="connsiteY37" fmla="*/ 108367 h 392866"/>
                <a:gd name="connsiteX38" fmla="*/ 344578 w 542893"/>
                <a:gd name="connsiteY38" fmla="*/ 64287 h 392866"/>
                <a:gd name="connsiteX39" fmla="*/ 334245 w 542893"/>
                <a:gd name="connsiteY39" fmla="*/ 46456 h 392866"/>
                <a:gd name="connsiteX40" fmla="*/ 352910 w 542893"/>
                <a:gd name="connsiteY40" fmla="*/ 21291 h 392866"/>
                <a:gd name="connsiteX41" fmla="*/ 352910 w 542893"/>
                <a:gd name="connsiteY41" fmla="*/ 21291 h 392866"/>
                <a:gd name="connsiteX42" fmla="*/ 95267 w 542893"/>
                <a:gd name="connsiteY42" fmla="*/ 176611 h 392866"/>
                <a:gd name="connsiteX43" fmla="*/ 174343 w 542893"/>
                <a:gd name="connsiteY43" fmla="*/ 130698 h 392866"/>
                <a:gd name="connsiteX44" fmla="*/ 244503 w 542893"/>
                <a:gd name="connsiteY44" fmla="*/ 97701 h 392866"/>
                <a:gd name="connsiteX45" fmla="*/ 281500 w 542893"/>
                <a:gd name="connsiteY45" fmla="*/ 74619 h 392866"/>
                <a:gd name="connsiteX46" fmla="*/ 325746 w 542893"/>
                <a:gd name="connsiteY46" fmla="*/ 59204 h 392866"/>
                <a:gd name="connsiteX47" fmla="*/ 337328 w 542893"/>
                <a:gd name="connsiteY47" fmla="*/ 74786 h 392866"/>
                <a:gd name="connsiteX48" fmla="*/ 373575 w 542893"/>
                <a:gd name="connsiteY48" fmla="*/ 99034 h 392866"/>
                <a:gd name="connsiteX49" fmla="*/ 418821 w 542893"/>
                <a:gd name="connsiteY49" fmla="*/ 119699 h 392866"/>
                <a:gd name="connsiteX50" fmla="*/ 448902 w 542893"/>
                <a:gd name="connsiteY50" fmla="*/ 161529 h 392866"/>
                <a:gd name="connsiteX51" fmla="*/ 427987 w 542893"/>
                <a:gd name="connsiteY51" fmla="*/ 169861 h 392866"/>
                <a:gd name="connsiteX52" fmla="*/ 390657 w 542893"/>
                <a:gd name="connsiteY52" fmla="*/ 174110 h 392866"/>
                <a:gd name="connsiteX53" fmla="*/ 276167 w 542893"/>
                <a:gd name="connsiteY53" fmla="*/ 183277 h 392866"/>
                <a:gd name="connsiteX54" fmla="*/ 161344 w 542893"/>
                <a:gd name="connsiteY54" fmla="*/ 192442 h 392866"/>
                <a:gd name="connsiteX55" fmla="*/ 58354 w 542893"/>
                <a:gd name="connsiteY55" fmla="*/ 195192 h 392866"/>
                <a:gd name="connsiteX56" fmla="*/ 95267 w 542893"/>
                <a:gd name="connsiteY56" fmla="*/ 176611 h 392866"/>
                <a:gd name="connsiteX57" fmla="*/ 95267 w 542893"/>
                <a:gd name="connsiteY57" fmla="*/ 176611 h 392866"/>
                <a:gd name="connsiteX58" fmla="*/ 27440 w 542893"/>
                <a:gd name="connsiteY58" fmla="*/ 218107 h 392866"/>
                <a:gd name="connsiteX59" fmla="*/ 68269 w 542893"/>
                <a:gd name="connsiteY59" fmla="*/ 211107 h 392866"/>
                <a:gd name="connsiteX60" fmla="*/ 117098 w 542893"/>
                <a:gd name="connsiteY60" fmla="*/ 209524 h 392866"/>
                <a:gd name="connsiteX61" fmla="*/ 214589 w 542893"/>
                <a:gd name="connsiteY61" fmla="*/ 202692 h 392866"/>
                <a:gd name="connsiteX62" fmla="*/ 308581 w 542893"/>
                <a:gd name="connsiteY62" fmla="*/ 192109 h 392866"/>
                <a:gd name="connsiteX63" fmla="*/ 405406 w 542893"/>
                <a:gd name="connsiteY63" fmla="*/ 183943 h 392866"/>
                <a:gd name="connsiteX64" fmla="*/ 460067 w 542893"/>
                <a:gd name="connsiteY64" fmla="*/ 165528 h 392866"/>
                <a:gd name="connsiteX65" fmla="*/ 467900 w 542893"/>
                <a:gd name="connsiteY65" fmla="*/ 221690 h 392866"/>
                <a:gd name="connsiteX66" fmla="*/ 467983 w 542893"/>
                <a:gd name="connsiteY66" fmla="*/ 223189 h 392866"/>
                <a:gd name="connsiteX67" fmla="*/ 433986 w 542893"/>
                <a:gd name="connsiteY67" fmla="*/ 223440 h 392866"/>
                <a:gd name="connsiteX68" fmla="*/ 383574 w 542893"/>
                <a:gd name="connsiteY68" fmla="*/ 227023 h 392866"/>
                <a:gd name="connsiteX69" fmla="*/ 254336 w 542893"/>
                <a:gd name="connsiteY69" fmla="*/ 247687 h 392866"/>
                <a:gd name="connsiteX70" fmla="*/ 123764 w 542893"/>
                <a:gd name="connsiteY70" fmla="*/ 235855 h 392866"/>
                <a:gd name="connsiteX71" fmla="*/ 14357 w 542893"/>
                <a:gd name="connsiteY71" fmla="*/ 257603 h 392866"/>
                <a:gd name="connsiteX72" fmla="*/ 27440 w 542893"/>
                <a:gd name="connsiteY72" fmla="*/ 218107 h 392866"/>
                <a:gd name="connsiteX73" fmla="*/ 27440 w 542893"/>
                <a:gd name="connsiteY73" fmla="*/ 218107 h 392866"/>
                <a:gd name="connsiteX74" fmla="*/ 132513 w 542893"/>
                <a:gd name="connsiteY74" fmla="*/ 245521 h 392866"/>
                <a:gd name="connsiteX75" fmla="*/ 257252 w 542893"/>
                <a:gd name="connsiteY75" fmla="*/ 256770 h 392866"/>
                <a:gd name="connsiteX76" fmla="*/ 375325 w 542893"/>
                <a:gd name="connsiteY76" fmla="*/ 234605 h 392866"/>
                <a:gd name="connsiteX77" fmla="*/ 425237 w 542893"/>
                <a:gd name="connsiteY77" fmla="*/ 231105 h 392866"/>
                <a:gd name="connsiteX78" fmla="*/ 468483 w 542893"/>
                <a:gd name="connsiteY78" fmla="*/ 232689 h 392866"/>
                <a:gd name="connsiteX79" fmla="*/ 469233 w 542893"/>
                <a:gd name="connsiteY79" fmla="*/ 260686 h 392866"/>
                <a:gd name="connsiteX80" fmla="*/ 470733 w 542893"/>
                <a:gd name="connsiteY80" fmla="*/ 276435 h 392866"/>
                <a:gd name="connsiteX81" fmla="*/ 357743 w 542893"/>
                <a:gd name="connsiteY81" fmla="*/ 274185 h 392866"/>
                <a:gd name="connsiteX82" fmla="*/ 233588 w 542893"/>
                <a:gd name="connsiteY82" fmla="*/ 302016 h 392866"/>
                <a:gd name="connsiteX83" fmla="*/ 98433 w 542893"/>
                <a:gd name="connsiteY83" fmla="*/ 288517 h 392866"/>
                <a:gd name="connsiteX84" fmla="*/ 49604 w 542893"/>
                <a:gd name="connsiteY84" fmla="*/ 283184 h 392866"/>
                <a:gd name="connsiteX85" fmla="*/ 12274 w 542893"/>
                <a:gd name="connsiteY85" fmla="*/ 298599 h 392866"/>
                <a:gd name="connsiteX86" fmla="*/ 14524 w 542893"/>
                <a:gd name="connsiteY86" fmla="*/ 261269 h 392866"/>
                <a:gd name="connsiteX87" fmla="*/ 132513 w 542893"/>
                <a:gd name="connsiteY87" fmla="*/ 245521 h 392866"/>
                <a:gd name="connsiteX88" fmla="*/ 132513 w 542893"/>
                <a:gd name="connsiteY88" fmla="*/ 245521 h 392866"/>
                <a:gd name="connsiteX89" fmla="*/ 12441 w 542893"/>
                <a:gd name="connsiteY89" fmla="*/ 344762 h 392866"/>
                <a:gd name="connsiteX90" fmla="*/ 11858 w 542893"/>
                <a:gd name="connsiteY90" fmla="*/ 302766 h 392866"/>
                <a:gd name="connsiteX91" fmla="*/ 30606 w 542893"/>
                <a:gd name="connsiteY91" fmla="*/ 296016 h 392866"/>
                <a:gd name="connsiteX92" fmla="*/ 61353 w 542893"/>
                <a:gd name="connsiteY92" fmla="*/ 291433 h 392866"/>
                <a:gd name="connsiteX93" fmla="*/ 122764 w 542893"/>
                <a:gd name="connsiteY93" fmla="*/ 302016 h 392866"/>
                <a:gd name="connsiteX94" fmla="*/ 244420 w 542893"/>
                <a:gd name="connsiteY94" fmla="*/ 310182 h 392866"/>
                <a:gd name="connsiteX95" fmla="*/ 363159 w 542893"/>
                <a:gd name="connsiteY95" fmla="*/ 281518 h 392866"/>
                <a:gd name="connsiteX96" fmla="*/ 471483 w 542893"/>
                <a:gd name="connsiteY96" fmla="*/ 286684 h 392866"/>
                <a:gd name="connsiteX97" fmla="*/ 471233 w 542893"/>
                <a:gd name="connsiteY97" fmla="*/ 294016 h 392866"/>
                <a:gd name="connsiteX98" fmla="*/ 406655 w 542893"/>
                <a:gd name="connsiteY98" fmla="*/ 337929 h 392866"/>
                <a:gd name="connsiteX99" fmla="*/ 325246 w 542893"/>
                <a:gd name="connsiteY99" fmla="*/ 345679 h 392866"/>
                <a:gd name="connsiteX100" fmla="*/ 240254 w 542893"/>
                <a:gd name="connsiteY100" fmla="*/ 348012 h 392866"/>
                <a:gd name="connsiteX101" fmla="*/ 158594 w 542893"/>
                <a:gd name="connsiteY101" fmla="*/ 343512 h 392866"/>
                <a:gd name="connsiteX102" fmla="*/ 80268 w 542893"/>
                <a:gd name="connsiteY102" fmla="*/ 343095 h 392866"/>
                <a:gd name="connsiteX103" fmla="*/ 12441 w 542893"/>
                <a:gd name="connsiteY103" fmla="*/ 344762 h 392866"/>
                <a:gd name="connsiteX104" fmla="*/ 12441 w 542893"/>
                <a:gd name="connsiteY104" fmla="*/ 344762 h 392866"/>
                <a:gd name="connsiteX105" fmla="*/ 527311 w 542893"/>
                <a:gd name="connsiteY105" fmla="*/ 231272 h 392866"/>
                <a:gd name="connsiteX106" fmla="*/ 517312 w 542893"/>
                <a:gd name="connsiteY106" fmla="*/ 325514 h 392866"/>
                <a:gd name="connsiteX107" fmla="*/ 488148 w 542893"/>
                <a:gd name="connsiteY107" fmla="*/ 357761 h 392866"/>
                <a:gd name="connsiteX108" fmla="*/ 436819 w 542893"/>
                <a:gd name="connsiteY108" fmla="*/ 366843 h 392866"/>
                <a:gd name="connsiteX109" fmla="*/ 246503 w 542893"/>
                <a:gd name="connsiteY109" fmla="*/ 380342 h 392866"/>
                <a:gd name="connsiteX110" fmla="*/ 150928 w 542893"/>
                <a:gd name="connsiteY110" fmla="*/ 381425 h 392866"/>
                <a:gd name="connsiteX111" fmla="*/ 51687 w 542893"/>
                <a:gd name="connsiteY111" fmla="*/ 375259 h 392866"/>
                <a:gd name="connsiteX112" fmla="*/ 15024 w 542893"/>
                <a:gd name="connsiteY112" fmla="*/ 353178 h 392866"/>
                <a:gd name="connsiteX113" fmla="*/ 139013 w 542893"/>
                <a:gd name="connsiteY113" fmla="*/ 353178 h 392866"/>
                <a:gd name="connsiteX114" fmla="*/ 283167 w 542893"/>
                <a:gd name="connsiteY114" fmla="*/ 357761 h 392866"/>
                <a:gd name="connsiteX115" fmla="*/ 422904 w 542893"/>
                <a:gd name="connsiteY115" fmla="*/ 344928 h 392866"/>
                <a:gd name="connsiteX116" fmla="*/ 470400 w 542893"/>
                <a:gd name="connsiteY116" fmla="*/ 324847 h 392866"/>
                <a:gd name="connsiteX117" fmla="*/ 481732 w 542893"/>
                <a:gd name="connsiteY117" fmla="*/ 280768 h 392866"/>
                <a:gd name="connsiteX118" fmla="*/ 477982 w 542893"/>
                <a:gd name="connsiteY118" fmla="*/ 232856 h 392866"/>
                <a:gd name="connsiteX119" fmla="*/ 477399 w 542893"/>
                <a:gd name="connsiteY119" fmla="*/ 226856 h 392866"/>
                <a:gd name="connsiteX120" fmla="*/ 475483 w 542893"/>
                <a:gd name="connsiteY120" fmla="*/ 211607 h 392866"/>
                <a:gd name="connsiteX121" fmla="*/ 465067 w 542893"/>
                <a:gd name="connsiteY121" fmla="*/ 165695 h 392866"/>
                <a:gd name="connsiteX122" fmla="*/ 479149 w 542893"/>
                <a:gd name="connsiteY122" fmla="*/ 128365 h 392866"/>
                <a:gd name="connsiteX123" fmla="*/ 510813 w 542893"/>
                <a:gd name="connsiteY123" fmla="*/ 125698 h 392866"/>
                <a:gd name="connsiteX124" fmla="*/ 522645 w 542893"/>
                <a:gd name="connsiteY124" fmla="*/ 143780 h 392866"/>
                <a:gd name="connsiteX125" fmla="*/ 527311 w 542893"/>
                <a:gd name="connsiteY125" fmla="*/ 231272 h 392866"/>
                <a:gd name="connsiteX126" fmla="*/ 527311 w 542893"/>
                <a:gd name="connsiteY126" fmla="*/ 231272 h 392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Lst>
              <a:rect l="l" t="t" r="r" b="b"/>
              <a:pathLst>
                <a:path w="542893" h="392866">
                  <a:moveTo>
                    <a:pt x="542893" y="197025"/>
                  </a:moveTo>
                  <a:cubicBezTo>
                    <a:pt x="542810" y="160695"/>
                    <a:pt x="537810" y="123449"/>
                    <a:pt x="515146" y="93701"/>
                  </a:cubicBezTo>
                  <a:cubicBezTo>
                    <a:pt x="493814" y="65787"/>
                    <a:pt x="470650" y="40373"/>
                    <a:pt x="441569" y="20708"/>
                  </a:cubicBezTo>
                  <a:cubicBezTo>
                    <a:pt x="433986" y="15542"/>
                    <a:pt x="425737" y="10875"/>
                    <a:pt x="417071" y="7292"/>
                  </a:cubicBezTo>
                  <a:cubicBezTo>
                    <a:pt x="416905" y="7209"/>
                    <a:pt x="416738" y="7042"/>
                    <a:pt x="416488" y="6959"/>
                  </a:cubicBezTo>
                  <a:cubicBezTo>
                    <a:pt x="416155" y="6876"/>
                    <a:pt x="415821" y="6709"/>
                    <a:pt x="415488" y="6626"/>
                  </a:cubicBezTo>
                  <a:cubicBezTo>
                    <a:pt x="399239" y="127"/>
                    <a:pt x="381741" y="-2374"/>
                    <a:pt x="365076" y="2710"/>
                  </a:cubicBezTo>
                  <a:cubicBezTo>
                    <a:pt x="354744" y="5209"/>
                    <a:pt x="344744" y="10125"/>
                    <a:pt x="334995" y="17708"/>
                  </a:cubicBezTo>
                  <a:cubicBezTo>
                    <a:pt x="323080" y="27041"/>
                    <a:pt x="320163" y="39956"/>
                    <a:pt x="323330" y="52205"/>
                  </a:cubicBezTo>
                  <a:cubicBezTo>
                    <a:pt x="319497" y="52038"/>
                    <a:pt x="315414" y="52538"/>
                    <a:pt x="311747" y="52955"/>
                  </a:cubicBezTo>
                  <a:cubicBezTo>
                    <a:pt x="296832" y="54538"/>
                    <a:pt x="284666" y="60871"/>
                    <a:pt x="271751" y="67787"/>
                  </a:cubicBezTo>
                  <a:cubicBezTo>
                    <a:pt x="242254" y="83535"/>
                    <a:pt x="213923" y="101200"/>
                    <a:pt x="182342" y="112533"/>
                  </a:cubicBezTo>
                  <a:cubicBezTo>
                    <a:pt x="167927" y="117783"/>
                    <a:pt x="153511" y="122865"/>
                    <a:pt x="140929" y="131781"/>
                  </a:cubicBezTo>
                  <a:cubicBezTo>
                    <a:pt x="126931" y="141780"/>
                    <a:pt x="113765" y="152279"/>
                    <a:pt x="98850" y="160945"/>
                  </a:cubicBezTo>
                  <a:cubicBezTo>
                    <a:pt x="82601" y="170444"/>
                    <a:pt x="66603" y="178860"/>
                    <a:pt x="48771" y="185109"/>
                  </a:cubicBezTo>
                  <a:cubicBezTo>
                    <a:pt x="36105" y="189526"/>
                    <a:pt x="27690" y="193859"/>
                    <a:pt x="18774" y="204191"/>
                  </a:cubicBezTo>
                  <a:cubicBezTo>
                    <a:pt x="18107" y="204941"/>
                    <a:pt x="17940" y="205775"/>
                    <a:pt x="17940" y="206608"/>
                  </a:cubicBezTo>
                  <a:cubicBezTo>
                    <a:pt x="8608" y="213190"/>
                    <a:pt x="2359" y="223023"/>
                    <a:pt x="1525" y="237105"/>
                  </a:cubicBezTo>
                  <a:cubicBezTo>
                    <a:pt x="609" y="252687"/>
                    <a:pt x="2025" y="268352"/>
                    <a:pt x="1525" y="284017"/>
                  </a:cubicBezTo>
                  <a:cubicBezTo>
                    <a:pt x="942" y="301016"/>
                    <a:pt x="-891" y="317847"/>
                    <a:pt x="525" y="334846"/>
                  </a:cubicBezTo>
                  <a:cubicBezTo>
                    <a:pt x="1525" y="346678"/>
                    <a:pt x="3025" y="358344"/>
                    <a:pt x="11191" y="367677"/>
                  </a:cubicBezTo>
                  <a:cubicBezTo>
                    <a:pt x="20773" y="378592"/>
                    <a:pt x="37855" y="383508"/>
                    <a:pt x="51687" y="386175"/>
                  </a:cubicBezTo>
                  <a:cubicBezTo>
                    <a:pt x="85934" y="392674"/>
                    <a:pt x="122431" y="392841"/>
                    <a:pt x="157261" y="392841"/>
                  </a:cubicBezTo>
                  <a:cubicBezTo>
                    <a:pt x="196924" y="392924"/>
                    <a:pt x="236587" y="392841"/>
                    <a:pt x="276334" y="392008"/>
                  </a:cubicBezTo>
                  <a:cubicBezTo>
                    <a:pt x="313914" y="391257"/>
                    <a:pt x="351160" y="389591"/>
                    <a:pt x="388574" y="385842"/>
                  </a:cubicBezTo>
                  <a:cubicBezTo>
                    <a:pt x="423654" y="382259"/>
                    <a:pt x="461067" y="381592"/>
                    <a:pt x="495064" y="371509"/>
                  </a:cubicBezTo>
                  <a:cubicBezTo>
                    <a:pt x="525312" y="362594"/>
                    <a:pt x="534227" y="334846"/>
                    <a:pt x="538227" y="305849"/>
                  </a:cubicBezTo>
                  <a:cubicBezTo>
                    <a:pt x="542977" y="269685"/>
                    <a:pt x="542893" y="233105"/>
                    <a:pt x="542893" y="197025"/>
                  </a:cubicBezTo>
                  <a:lnTo>
                    <a:pt x="542893" y="197025"/>
                  </a:lnTo>
                  <a:close/>
                  <a:moveTo>
                    <a:pt x="352910" y="21291"/>
                  </a:moveTo>
                  <a:cubicBezTo>
                    <a:pt x="366076" y="13125"/>
                    <a:pt x="383658" y="12708"/>
                    <a:pt x="398406" y="15791"/>
                  </a:cubicBezTo>
                  <a:cubicBezTo>
                    <a:pt x="426487" y="21624"/>
                    <a:pt x="450401" y="44039"/>
                    <a:pt x="470150" y="63454"/>
                  </a:cubicBezTo>
                  <a:cubicBezTo>
                    <a:pt x="486732" y="79786"/>
                    <a:pt x="504480" y="99617"/>
                    <a:pt x="514812" y="121449"/>
                  </a:cubicBezTo>
                  <a:cubicBezTo>
                    <a:pt x="514479" y="121282"/>
                    <a:pt x="514146" y="121032"/>
                    <a:pt x="513729" y="120866"/>
                  </a:cubicBezTo>
                  <a:cubicBezTo>
                    <a:pt x="502647" y="115366"/>
                    <a:pt x="494814" y="113116"/>
                    <a:pt x="482982" y="117532"/>
                  </a:cubicBezTo>
                  <a:cubicBezTo>
                    <a:pt x="474316" y="120782"/>
                    <a:pt x="468150" y="126615"/>
                    <a:pt x="464067" y="134864"/>
                  </a:cubicBezTo>
                  <a:cubicBezTo>
                    <a:pt x="463150" y="136697"/>
                    <a:pt x="462317" y="138780"/>
                    <a:pt x="461484" y="141030"/>
                  </a:cubicBezTo>
                  <a:cubicBezTo>
                    <a:pt x="454984" y="126781"/>
                    <a:pt x="437236" y="115699"/>
                    <a:pt x="425487" y="108367"/>
                  </a:cubicBezTo>
                  <a:cubicBezTo>
                    <a:pt x="399323" y="91951"/>
                    <a:pt x="367076" y="87285"/>
                    <a:pt x="344578" y="64287"/>
                  </a:cubicBezTo>
                  <a:cubicBezTo>
                    <a:pt x="339995" y="59537"/>
                    <a:pt x="335745" y="53205"/>
                    <a:pt x="334245" y="46456"/>
                  </a:cubicBezTo>
                  <a:cubicBezTo>
                    <a:pt x="335912" y="36373"/>
                    <a:pt x="344161" y="26790"/>
                    <a:pt x="352910" y="21291"/>
                  </a:cubicBezTo>
                  <a:lnTo>
                    <a:pt x="352910" y="21291"/>
                  </a:lnTo>
                  <a:close/>
                  <a:moveTo>
                    <a:pt x="95267" y="176611"/>
                  </a:moveTo>
                  <a:cubicBezTo>
                    <a:pt x="121598" y="160445"/>
                    <a:pt x="144429" y="139614"/>
                    <a:pt x="174343" y="130698"/>
                  </a:cubicBezTo>
                  <a:cubicBezTo>
                    <a:pt x="200591" y="122865"/>
                    <a:pt x="221505" y="112533"/>
                    <a:pt x="244503" y="97701"/>
                  </a:cubicBezTo>
                  <a:cubicBezTo>
                    <a:pt x="256752" y="89785"/>
                    <a:pt x="269168" y="82369"/>
                    <a:pt x="281500" y="74619"/>
                  </a:cubicBezTo>
                  <a:cubicBezTo>
                    <a:pt x="292249" y="67870"/>
                    <a:pt x="310914" y="57454"/>
                    <a:pt x="325746" y="59204"/>
                  </a:cubicBezTo>
                  <a:cubicBezTo>
                    <a:pt x="328413" y="64954"/>
                    <a:pt x="332329" y="70287"/>
                    <a:pt x="337328" y="74786"/>
                  </a:cubicBezTo>
                  <a:cubicBezTo>
                    <a:pt x="348161" y="84535"/>
                    <a:pt x="360576" y="92451"/>
                    <a:pt x="373575" y="99034"/>
                  </a:cubicBezTo>
                  <a:cubicBezTo>
                    <a:pt x="388324" y="106450"/>
                    <a:pt x="404906" y="110950"/>
                    <a:pt x="418821" y="119699"/>
                  </a:cubicBezTo>
                  <a:cubicBezTo>
                    <a:pt x="429903" y="126615"/>
                    <a:pt x="460901" y="145613"/>
                    <a:pt x="448902" y="161529"/>
                  </a:cubicBezTo>
                  <a:cubicBezTo>
                    <a:pt x="444235" y="167778"/>
                    <a:pt x="435070" y="168695"/>
                    <a:pt x="427987" y="169861"/>
                  </a:cubicBezTo>
                  <a:cubicBezTo>
                    <a:pt x="415655" y="171944"/>
                    <a:pt x="403072" y="173028"/>
                    <a:pt x="390657" y="174110"/>
                  </a:cubicBezTo>
                  <a:cubicBezTo>
                    <a:pt x="352494" y="177444"/>
                    <a:pt x="314330" y="179027"/>
                    <a:pt x="276167" y="183277"/>
                  </a:cubicBezTo>
                  <a:cubicBezTo>
                    <a:pt x="237921" y="187526"/>
                    <a:pt x="199757" y="190609"/>
                    <a:pt x="161344" y="192442"/>
                  </a:cubicBezTo>
                  <a:cubicBezTo>
                    <a:pt x="127347" y="194109"/>
                    <a:pt x="92434" y="192276"/>
                    <a:pt x="58354" y="195192"/>
                  </a:cubicBezTo>
                  <a:cubicBezTo>
                    <a:pt x="71602" y="190859"/>
                    <a:pt x="83601" y="183693"/>
                    <a:pt x="95267" y="176611"/>
                  </a:cubicBezTo>
                  <a:lnTo>
                    <a:pt x="95267" y="176611"/>
                  </a:lnTo>
                  <a:close/>
                  <a:moveTo>
                    <a:pt x="27440" y="218107"/>
                  </a:moveTo>
                  <a:cubicBezTo>
                    <a:pt x="39188" y="210941"/>
                    <a:pt x="55104" y="211607"/>
                    <a:pt x="68269" y="211107"/>
                  </a:cubicBezTo>
                  <a:cubicBezTo>
                    <a:pt x="84518" y="210524"/>
                    <a:pt x="100850" y="210357"/>
                    <a:pt x="117098" y="209524"/>
                  </a:cubicBezTo>
                  <a:cubicBezTo>
                    <a:pt x="149595" y="207774"/>
                    <a:pt x="182092" y="205775"/>
                    <a:pt x="214589" y="202692"/>
                  </a:cubicBezTo>
                  <a:cubicBezTo>
                    <a:pt x="245920" y="199691"/>
                    <a:pt x="277167" y="195109"/>
                    <a:pt x="308581" y="192109"/>
                  </a:cubicBezTo>
                  <a:cubicBezTo>
                    <a:pt x="340828" y="189026"/>
                    <a:pt x="373158" y="187693"/>
                    <a:pt x="405406" y="183943"/>
                  </a:cubicBezTo>
                  <a:cubicBezTo>
                    <a:pt x="422737" y="181943"/>
                    <a:pt x="449818" y="181860"/>
                    <a:pt x="460067" y="165528"/>
                  </a:cubicBezTo>
                  <a:cubicBezTo>
                    <a:pt x="464400" y="183943"/>
                    <a:pt x="466733" y="203441"/>
                    <a:pt x="467900" y="221690"/>
                  </a:cubicBezTo>
                  <a:cubicBezTo>
                    <a:pt x="467900" y="222190"/>
                    <a:pt x="467983" y="222690"/>
                    <a:pt x="467983" y="223189"/>
                  </a:cubicBezTo>
                  <a:cubicBezTo>
                    <a:pt x="457234" y="220940"/>
                    <a:pt x="444652" y="223189"/>
                    <a:pt x="433986" y="223440"/>
                  </a:cubicBezTo>
                  <a:cubicBezTo>
                    <a:pt x="417154" y="223773"/>
                    <a:pt x="400156" y="224773"/>
                    <a:pt x="383574" y="227023"/>
                  </a:cubicBezTo>
                  <a:cubicBezTo>
                    <a:pt x="340162" y="232772"/>
                    <a:pt x="298499" y="246104"/>
                    <a:pt x="254336" y="247687"/>
                  </a:cubicBezTo>
                  <a:cubicBezTo>
                    <a:pt x="210090" y="249270"/>
                    <a:pt x="167594" y="238271"/>
                    <a:pt x="123764" y="235855"/>
                  </a:cubicBezTo>
                  <a:cubicBezTo>
                    <a:pt x="84934" y="233689"/>
                    <a:pt x="48604" y="239271"/>
                    <a:pt x="14357" y="257603"/>
                  </a:cubicBezTo>
                  <a:cubicBezTo>
                    <a:pt x="14691" y="243438"/>
                    <a:pt x="14191" y="226272"/>
                    <a:pt x="27440" y="218107"/>
                  </a:cubicBezTo>
                  <a:lnTo>
                    <a:pt x="27440" y="218107"/>
                  </a:lnTo>
                  <a:close/>
                  <a:moveTo>
                    <a:pt x="132513" y="245521"/>
                  </a:moveTo>
                  <a:cubicBezTo>
                    <a:pt x="174343" y="249854"/>
                    <a:pt x="214756" y="258603"/>
                    <a:pt x="257252" y="256770"/>
                  </a:cubicBezTo>
                  <a:cubicBezTo>
                    <a:pt x="297915" y="254937"/>
                    <a:pt x="335245" y="239105"/>
                    <a:pt x="375325" y="234605"/>
                  </a:cubicBezTo>
                  <a:cubicBezTo>
                    <a:pt x="391823" y="232772"/>
                    <a:pt x="408655" y="230772"/>
                    <a:pt x="425237" y="231105"/>
                  </a:cubicBezTo>
                  <a:cubicBezTo>
                    <a:pt x="438819" y="231356"/>
                    <a:pt x="454901" y="229355"/>
                    <a:pt x="468483" y="232689"/>
                  </a:cubicBezTo>
                  <a:cubicBezTo>
                    <a:pt x="468733" y="242021"/>
                    <a:pt x="468733" y="251354"/>
                    <a:pt x="469233" y="260686"/>
                  </a:cubicBezTo>
                  <a:cubicBezTo>
                    <a:pt x="469483" y="265852"/>
                    <a:pt x="470150" y="271185"/>
                    <a:pt x="470733" y="276435"/>
                  </a:cubicBezTo>
                  <a:cubicBezTo>
                    <a:pt x="433236" y="279851"/>
                    <a:pt x="395406" y="270518"/>
                    <a:pt x="357743" y="274185"/>
                  </a:cubicBezTo>
                  <a:cubicBezTo>
                    <a:pt x="315414" y="278351"/>
                    <a:pt x="276500" y="300516"/>
                    <a:pt x="233588" y="302016"/>
                  </a:cubicBezTo>
                  <a:cubicBezTo>
                    <a:pt x="188008" y="303599"/>
                    <a:pt x="143263" y="295766"/>
                    <a:pt x="98433" y="288517"/>
                  </a:cubicBezTo>
                  <a:cubicBezTo>
                    <a:pt x="82351" y="285934"/>
                    <a:pt x="65936" y="280934"/>
                    <a:pt x="49604" y="283184"/>
                  </a:cubicBezTo>
                  <a:cubicBezTo>
                    <a:pt x="34939" y="285267"/>
                    <a:pt x="23440" y="290184"/>
                    <a:pt x="12274" y="298599"/>
                  </a:cubicBezTo>
                  <a:cubicBezTo>
                    <a:pt x="13274" y="286100"/>
                    <a:pt x="14108" y="273768"/>
                    <a:pt x="14524" y="261269"/>
                  </a:cubicBezTo>
                  <a:cubicBezTo>
                    <a:pt x="52521" y="246687"/>
                    <a:pt x="91767" y="241354"/>
                    <a:pt x="132513" y="245521"/>
                  </a:cubicBezTo>
                  <a:lnTo>
                    <a:pt x="132513" y="245521"/>
                  </a:lnTo>
                  <a:close/>
                  <a:moveTo>
                    <a:pt x="12441" y="344762"/>
                  </a:moveTo>
                  <a:cubicBezTo>
                    <a:pt x="9608" y="331263"/>
                    <a:pt x="10691" y="316514"/>
                    <a:pt x="11858" y="302766"/>
                  </a:cubicBezTo>
                  <a:cubicBezTo>
                    <a:pt x="18357" y="301266"/>
                    <a:pt x="24023" y="297850"/>
                    <a:pt x="30606" y="296016"/>
                  </a:cubicBezTo>
                  <a:cubicBezTo>
                    <a:pt x="40522" y="293183"/>
                    <a:pt x="51104" y="291100"/>
                    <a:pt x="61353" y="291433"/>
                  </a:cubicBezTo>
                  <a:cubicBezTo>
                    <a:pt x="81518" y="292100"/>
                    <a:pt x="102849" y="298599"/>
                    <a:pt x="122764" y="302016"/>
                  </a:cubicBezTo>
                  <a:cubicBezTo>
                    <a:pt x="162094" y="308682"/>
                    <a:pt x="204340" y="314931"/>
                    <a:pt x="244420" y="310182"/>
                  </a:cubicBezTo>
                  <a:cubicBezTo>
                    <a:pt x="285083" y="305349"/>
                    <a:pt x="321996" y="284017"/>
                    <a:pt x="363159" y="281518"/>
                  </a:cubicBezTo>
                  <a:cubicBezTo>
                    <a:pt x="399323" y="279268"/>
                    <a:pt x="435319" y="289434"/>
                    <a:pt x="471483" y="286684"/>
                  </a:cubicBezTo>
                  <a:cubicBezTo>
                    <a:pt x="471483" y="289100"/>
                    <a:pt x="471483" y="291600"/>
                    <a:pt x="471233" y="294016"/>
                  </a:cubicBezTo>
                  <a:cubicBezTo>
                    <a:pt x="467567" y="328347"/>
                    <a:pt x="434903" y="333846"/>
                    <a:pt x="406655" y="337929"/>
                  </a:cubicBezTo>
                  <a:cubicBezTo>
                    <a:pt x="379408" y="341845"/>
                    <a:pt x="352577" y="343762"/>
                    <a:pt x="325246" y="345679"/>
                  </a:cubicBezTo>
                  <a:cubicBezTo>
                    <a:pt x="296665" y="347678"/>
                    <a:pt x="269001" y="349678"/>
                    <a:pt x="240254" y="348012"/>
                  </a:cubicBezTo>
                  <a:cubicBezTo>
                    <a:pt x="213006" y="346429"/>
                    <a:pt x="185842" y="345262"/>
                    <a:pt x="158594" y="343512"/>
                  </a:cubicBezTo>
                  <a:cubicBezTo>
                    <a:pt x="132763" y="341929"/>
                    <a:pt x="106099" y="341096"/>
                    <a:pt x="80268" y="343095"/>
                  </a:cubicBezTo>
                  <a:cubicBezTo>
                    <a:pt x="57354" y="344845"/>
                    <a:pt x="35106" y="346262"/>
                    <a:pt x="12441" y="344762"/>
                  </a:cubicBezTo>
                  <a:lnTo>
                    <a:pt x="12441" y="344762"/>
                  </a:lnTo>
                  <a:close/>
                  <a:moveTo>
                    <a:pt x="527311" y="231272"/>
                  </a:moveTo>
                  <a:cubicBezTo>
                    <a:pt x="526811" y="262436"/>
                    <a:pt x="525978" y="295433"/>
                    <a:pt x="517312" y="325514"/>
                  </a:cubicBezTo>
                  <a:cubicBezTo>
                    <a:pt x="512313" y="342845"/>
                    <a:pt x="506063" y="352511"/>
                    <a:pt x="488148" y="357761"/>
                  </a:cubicBezTo>
                  <a:cubicBezTo>
                    <a:pt x="471483" y="362677"/>
                    <a:pt x="454068" y="364927"/>
                    <a:pt x="436819" y="366843"/>
                  </a:cubicBezTo>
                  <a:cubicBezTo>
                    <a:pt x="373325" y="373926"/>
                    <a:pt x="310414" y="378925"/>
                    <a:pt x="246503" y="380342"/>
                  </a:cubicBezTo>
                  <a:cubicBezTo>
                    <a:pt x="214673" y="381092"/>
                    <a:pt x="182842" y="381342"/>
                    <a:pt x="150928" y="381425"/>
                  </a:cubicBezTo>
                  <a:cubicBezTo>
                    <a:pt x="118681" y="381509"/>
                    <a:pt x="83351" y="382342"/>
                    <a:pt x="51687" y="375259"/>
                  </a:cubicBezTo>
                  <a:cubicBezTo>
                    <a:pt x="37022" y="371926"/>
                    <a:pt x="21607" y="366926"/>
                    <a:pt x="15024" y="353178"/>
                  </a:cubicBezTo>
                  <a:cubicBezTo>
                    <a:pt x="56104" y="357011"/>
                    <a:pt x="97683" y="352678"/>
                    <a:pt x="139013" y="353178"/>
                  </a:cubicBezTo>
                  <a:cubicBezTo>
                    <a:pt x="186925" y="353844"/>
                    <a:pt x="235171" y="359927"/>
                    <a:pt x="283167" y="357761"/>
                  </a:cubicBezTo>
                  <a:cubicBezTo>
                    <a:pt x="329912" y="355594"/>
                    <a:pt x="376491" y="351345"/>
                    <a:pt x="422904" y="344928"/>
                  </a:cubicBezTo>
                  <a:cubicBezTo>
                    <a:pt x="439986" y="342595"/>
                    <a:pt x="458567" y="338513"/>
                    <a:pt x="470400" y="324847"/>
                  </a:cubicBezTo>
                  <a:cubicBezTo>
                    <a:pt x="480982" y="312681"/>
                    <a:pt x="483315" y="296266"/>
                    <a:pt x="481732" y="280768"/>
                  </a:cubicBezTo>
                  <a:cubicBezTo>
                    <a:pt x="480149" y="264852"/>
                    <a:pt x="479399" y="248771"/>
                    <a:pt x="477982" y="232856"/>
                  </a:cubicBezTo>
                  <a:cubicBezTo>
                    <a:pt x="479232" y="231105"/>
                    <a:pt x="479315" y="228356"/>
                    <a:pt x="477399" y="226856"/>
                  </a:cubicBezTo>
                  <a:cubicBezTo>
                    <a:pt x="476899" y="221773"/>
                    <a:pt x="476232" y="216690"/>
                    <a:pt x="475483" y="211607"/>
                  </a:cubicBezTo>
                  <a:cubicBezTo>
                    <a:pt x="473149" y="196692"/>
                    <a:pt x="470650" y="180360"/>
                    <a:pt x="465067" y="165695"/>
                  </a:cubicBezTo>
                  <a:cubicBezTo>
                    <a:pt x="473066" y="154362"/>
                    <a:pt x="469733" y="139197"/>
                    <a:pt x="479149" y="128365"/>
                  </a:cubicBezTo>
                  <a:cubicBezTo>
                    <a:pt x="487482" y="118866"/>
                    <a:pt x="500647" y="119282"/>
                    <a:pt x="510813" y="125698"/>
                  </a:cubicBezTo>
                  <a:cubicBezTo>
                    <a:pt x="518229" y="130448"/>
                    <a:pt x="517812" y="137114"/>
                    <a:pt x="522645" y="143780"/>
                  </a:cubicBezTo>
                  <a:cubicBezTo>
                    <a:pt x="529478" y="172361"/>
                    <a:pt x="527728" y="202358"/>
                    <a:pt x="527311" y="231272"/>
                  </a:cubicBezTo>
                  <a:lnTo>
                    <a:pt x="527311" y="231272"/>
                  </a:lnTo>
                  <a:close/>
                </a:path>
              </a:pathLst>
            </a:custGeom>
            <a:grpFill/>
            <a:ln w="8332" cap="flat">
              <a:noFill/>
              <a:prstDash val="solid"/>
              <a:miter/>
            </a:ln>
          </p:spPr>
          <p:txBody>
            <a:bodyPr rtlCol="0" anchor="ctr"/>
            <a:lstStyle/>
            <a:p>
              <a:endParaRPr lang="en-US"/>
            </a:p>
          </p:txBody>
        </p:sp>
        <p:sp>
          <p:nvSpPr>
            <p:cNvPr id="2455" name="Freeform: Shape 2454"/>
            <p:cNvSpPr/>
            <p:nvPr/>
          </p:nvSpPr>
          <p:spPr>
            <a:xfrm>
              <a:off x="5536164" y="4522976"/>
              <a:ext cx="542911" cy="392866"/>
            </a:xfrm>
            <a:custGeom>
              <a:avLst/>
              <a:gdLst>
                <a:gd name="connsiteX0" fmla="*/ 542893 w 542911"/>
                <a:gd name="connsiteY0" fmla="*/ 197025 h 392866"/>
                <a:gd name="connsiteX1" fmla="*/ 515146 w 542911"/>
                <a:gd name="connsiteY1" fmla="*/ 93701 h 392866"/>
                <a:gd name="connsiteX2" fmla="*/ 441569 w 542911"/>
                <a:gd name="connsiteY2" fmla="*/ 20708 h 392866"/>
                <a:gd name="connsiteX3" fmla="*/ 417071 w 542911"/>
                <a:gd name="connsiteY3" fmla="*/ 7292 h 392866"/>
                <a:gd name="connsiteX4" fmla="*/ 416488 w 542911"/>
                <a:gd name="connsiteY4" fmla="*/ 6959 h 392866"/>
                <a:gd name="connsiteX5" fmla="*/ 415488 w 542911"/>
                <a:gd name="connsiteY5" fmla="*/ 6626 h 392866"/>
                <a:gd name="connsiteX6" fmla="*/ 365076 w 542911"/>
                <a:gd name="connsiteY6" fmla="*/ 2709 h 392866"/>
                <a:gd name="connsiteX7" fmla="*/ 334995 w 542911"/>
                <a:gd name="connsiteY7" fmla="*/ 17708 h 392866"/>
                <a:gd name="connsiteX8" fmla="*/ 323329 w 542911"/>
                <a:gd name="connsiteY8" fmla="*/ 52205 h 392866"/>
                <a:gd name="connsiteX9" fmla="*/ 311747 w 542911"/>
                <a:gd name="connsiteY9" fmla="*/ 52955 h 392866"/>
                <a:gd name="connsiteX10" fmla="*/ 271751 w 542911"/>
                <a:gd name="connsiteY10" fmla="*/ 67787 h 392866"/>
                <a:gd name="connsiteX11" fmla="*/ 182342 w 542911"/>
                <a:gd name="connsiteY11" fmla="*/ 112533 h 392866"/>
                <a:gd name="connsiteX12" fmla="*/ 140929 w 542911"/>
                <a:gd name="connsiteY12" fmla="*/ 131781 h 392866"/>
                <a:gd name="connsiteX13" fmla="*/ 98850 w 542911"/>
                <a:gd name="connsiteY13" fmla="*/ 160945 h 392866"/>
                <a:gd name="connsiteX14" fmla="*/ 48771 w 542911"/>
                <a:gd name="connsiteY14" fmla="*/ 185110 h 392866"/>
                <a:gd name="connsiteX15" fmla="*/ 18774 w 542911"/>
                <a:gd name="connsiteY15" fmla="*/ 204191 h 392866"/>
                <a:gd name="connsiteX16" fmla="*/ 17940 w 542911"/>
                <a:gd name="connsiteY16" fmla="*/ 206608 h 392866"/>
                <a:gd name="connsiteX17" fmla="*/ 1525 w 542911"/>
                <a:gd name="connsiteY17" fmla="*/ 237105 h 392866"/>
                <a:gd name="connsiteX18" fmla="*/ 1525 w 542911"/>
                <a:gd name="connsiteY18" fmla="*/ 284017 h 392866"/>
                <a:gd name="connsiteX19" fmla="*/ 525 w 542911"/>
                <a:gd name="connsiteY19" fmla="*/ 334846 h 392866"/>
                <a:gd name="connsiteX20" fmla="*/ 11191 w 542911"/>
                <a:gd name="connsiteY20" fmla="*/ 367676 h 392866"/>
                <a:gd name="connsiteX21" fmla="*/ 51687 w 542911"/>
                <a:gd name="connsiteY21" fmla="*/ 386175 h 392866"/>
                <a:gd name="connsiteX22" fmla="*/ 157261 w 542911"/>
                <a:gd name="connsiteY22" fmla="*/ 392841 h 392866"/>
                <a:gd name="connsiteX23" fmla="*/ 276334 w 542911"/>
                <a:gd name="connsiteY23" fmla="*/ 392008 h 392866"/>
                <a:gd name="connsiteX24" fmla="*/ 388574 w 542911"/>
                <a:gd name="connsiteY24" fmla="*/ 385841 h 392866"/>
                <a:gd name="connsiteX25" fmla="*/ 495064 w 542911"/>
                <a:gd name="connsiteY25" fmla="*/ 371510 h 392866"/>
                <a:gd name="connsiteX26" fmla="*/ 538227 w 542911"/>
                <a:gd name="connsiteY26" fmla="*/ 305932 h 392866"/>
                <a:gd name="connsiteX27" fmla="*/ 542893 w 542911"/>
                <a:gd name="connsiteY27" fmla="*/ 197025 h 392866"/>
                <a:gd name="connsiteX28" fmla="*/ 542893 w 542911"/>
                <a:gd name="connsiteY28" fmla="*/ 197025 h 392866"/>
                <a:gd name="connsiteX29" fmla="*/ 352993 w 542911"/>
                <a:gd name="connsiteY29" fmla="*/ 21291 h 392866"/>
                <a:gd name="connsiteX30" fmla="*/ 398489 w 542911"/>
                <a:gd name="connsiteY30" fmla="*/ 15792 h 392866"/>
                <a:gd name="connsiteX31" fmla="*/ 470233 w 542911"/>
                <a:gd name="connsiteY31" fmla="*/ 63454 h 392866"/>
                <a:gd name="connsiteX32" fmla="*/ 514895 w 542911"/>
                <a:gd name="connsiteY32" fmla="*/ 121449 h 392866"/>
                <a:gd name="connsiteX33" fmla="*/ 513812 w 542911"/>
                <a:gd name="connsiteY33" fmla="*/ 120865 h 392866"/>
                <a:gd name="connsiteX34" fmla="*/ 483065 w 542911"/>
                <a:gd name="connsiteY34" fmla="*/ 117533 h 392866"/>
                <a:gd name="connsiteX35" fmla="*/ 464150 w 542911"/>
                <a:gd name="connsiteY35" fmla="*/ 134864 h 392866"/>
                <a:gd name="connsiteX36" fmla="*/ 461567 w 542911"/>
                <a:gd name="connsiteY36" fmla="*/ 141030 h 392866"/>
                <a:gd name="connsiteX37" fmla="*/ 425487 w 542911"/>
                <a:gd name="connsiteY37" fmla="*/ 108366 h 392866"/>
                <a:gd name="connsiteX38" fmla="*/ 344577 w 542911"/>
                <a:gd name="connsiteY38" fmla="*/ 64287 h 392866"/>
                <a:gd name="connsiteX39" fmla="*/ 334245 w 542911"/>
                <a:gd name="connsiteY39" fmla="*/ 46455 h 392866"/>
                <a:gd name="connsiteX40" fmla="*/ 352993 w 542911"/>
                <a:gd name="connsiteY40" fmla="*/ 21291 h 392866"/>
                <a:gd name="connsiteX41" fmla="*/ 352993 w 542911"/>
                <a:gd name="connsiteY41" fmla="*/ 21291 h 392866"/>
                <a:gd name="connsiteX42" fmla="*/ 95267 w 542911"/>
                <a:gd name="connsiteY42" fmla="*/ 176527 h 392866"/>
                <a:gd name="connsiteX43" fmla="*/ 174343 w 542911"/>
                <a:gd name="connsiteY43" fmla="*/ 130614 h 392866"/>
                <a:gd name="connsiteX44" fmla="*/ 244503 w 542911"/>
                <a:gd name="connsiteY44" fmla="*/ 97618 h 392866"/>
                <a:gd name="connsiteX45" fmla="*/ 281500 w 542911"/>
                <a:gd name="connsiteY45" fmla="*/ 74536 h 392866"/>
                <a:gd name="connsiteX46" fmla="*/ 325746 w 542911"/>
                <a:gd name="connsiteY46" fmla="*/ 59121 h 392866"/>
                <a:gd name="connsiteX47" fmla="*/ 337328 w 542911"/>
                <a:gd name="connsiteY47" fmla="*/ 74703 h 392866"/>
                <a:gd name="connsiteX48" fmla="*/ 373492 w 542911"/>
                <a:gd name="connsiteY48" fmla="*/ 98951 h 392866"/>
                <a:gd name="connsiteX49" fmla="*/ 418738 w 542911"/>
                <a:gd name="connsiteY49" fmla="*/ 119616 h 392866"/>
                <a:gd name="connsiteX50" fmla="*/ 448818 w 542911"/>
                <a:gd name="connsiteY50" fmla="*/ 161445 h 392866"/>
                <a:gd name="connsiteX51" fmla="*/ 427903 w 542911"/>
                <a:gd name="connsiteY51" fmla="*/ 169778 h 392866"/>
                <a:gd name="connsiteX52" fmla="*/ 390573 w 542911"/>
                <a:gd name="connsiteY52" fmla="*/ 174027 h 392866"/>
                <a:gd name="connsiteX53" fmla="*/ 276084 w 542911"/>
                <a:gd name="connsiteY53" fmla="*/ 183193 h 392866"/>
                <a:gd name="connsiteX54" fmla="*/ 161261 w 542911"/>
                <a:gd name="connsiteY54" fmla="*/ 192359 h 392866"/>
                <a:gd name="connsiteX55" fmla="*/ 58270 w 542911"/>
                <a:gd name="connsiteY55" fmla="*/ 195109 h 392866"/>
                <a:gd name="connsiteX56" fmla="*/ 95267 w 542911"/>
                <a:gd name="connsiteY56" fmla="*/ 176527 h 392866"/>
                <a:gd name="connsiteX57" fmla="*/ 95267 w 542911"/>
                <a:gd name="connsiteY57" fmla="*/ 176527 h 392866"/>
                <a:gd name="connsiteX58" fmla="*/ 27523 w 542911"/>
                <a:gd name="connsiteY58" fmla="*/ 218190 h 392866"/>
                <a:gd name="connsiteX59" fmla="*/ 68353 w 542911"/>
                <a:gd name="connsiteY59" fmla="*/ 211191 h 392866"/>
                <a:gd name="connsiteX60" fmla="*/ 117181 w 542911"/>
                <a:gd name="connsiteY60" fmla="*/ 209608 h 392866"/>
                <a:gd name="connsiteX61" fmla="*/ 214673 w 542911"/>
                <a:gd name="connsiteY61" fmla="*/ 202775 h 392866"/>
                <a:gd name="connsiteX62" fmla="*/ 308664 w 542911"/>
                <a:gd name="connsiteY62" fmla="*/ 192192 h 392866"/>
                <a:gd name="connsiteX63" fmla="*/ 405489 w 542911"/>
                <a:gd name="connsiteY63" fmla="*/ 184026 h 392866"/>
                <a:gd name="connsiteX64" fmla="*/ 460150 w 542911"/>
                <a:gd name="connsiteY64" fmla="*/ 165611 h 392866"/>
                <a:gd name="connsiteX65" fmla="*/ 467983 w 542911"/>
                <a:gd name="connsiteY65" fmla="*/ 221773 h 392866"/>
                <a:gd name="connsiteX66" fmla="*/ 468066 w 542911"/>
                <a:gd name="connsiteY66" fmla="*/ 223273 h 392866"/>
                <a:gd name="connsiteX67" fmla="*/ 434069 w 542911"/>
                <a:gd name="connsiteY67" fmla="*/ 223523 h 392866"/>
                <a:gd name="connsiteX68" fmla="*/ 383657 w 542911"/>
                <a:gd name="connsiteY68" fmla="*/ 227106 h 392866"/>
                <a:gd name="connsiteX69" fmla="*/ 254419 w 542911"/>
                <a:gd name="connsiteY69" fmla="*/ 247771 h 392866"/>
                <a:gd name="connsiteX70" fmla="*/ 123847 w 542911"/>
                <a:gd name="connsiteY70" fmla="*/ 235938 h 392866"/>
                <a:gd name="connsiteX71" fmla="*/ 14441 w 542911"/>
                <a:gd name="connsiteY71" fmla="*/ 257686 h 392866"/>
                <a:gd name="connsiteX72" fmla="*/ 27523 w 542911"/>
                <a:gd name="connsiteY72" fmla="*/ 218190 h 392866"/>
                <a:gd name="connsiteX73" fmla="*/ 27523 w 542911"/>
                <a:gd name="connsiteY73" fmla="*/ 218190 h 392866"/>
                <a:gd name="connsiteX74" fmla="*/ 132513 w 542911"/>
                <a:gd name="connsiteY74" fmla="*/ 245604 h 392866"/>
                <a:gd name="connsiteX75" fmla="*/ 257252 w 542911"/>
                <a:gd name="connsiteY75" fmla="*/ 256853 h 392866"/>
                <a:gd name="connsiteX76" fmla="*/ 375325 w 542911"/>
                <a:gd name="connsiteY76" fmla="*/ 234689 h 392866"/>
                <a:gd name="connsiteX77" fmla="*/ 425237 w 542911"/>
                <a:gd name="connsiteY77" fmla="*/ 231189 h 392866"/>
                <a:gd name="connsiteX78" fmla="*/ 468483 w 542911"/>
                <a:gd name="connsiteY78" fmla="*/ 232772 h 392866"/>
                <a:gd name="connsiteX79" fmla="*/ 469233 w 542911"/>
                <a:gd name="connsiteY79" fmla="*/ 260770 h 392866"/>
                <a:gd name="connsiteX80" fmla="*/ 470733 w 542911"/>
                <a:gd name="connsiteY80" fmla="*/ 276518 h 392866"/>
                <a:gd name="connsiteX81" fmla="*/ 357743 w 542911"/>
                <a:gd name="connsiteY81" fmla="*/ 274268 h 392866"/>
                <a:gd name="connsiteX82" fmla="*/ 233587 w 542911"/>
                <a:gd name="connsiteY82" fmla="*/ 302099 h 392866"/>
                <a:gd name="connsiteX83" fmla="*/ 98433 w 542911"/>
                <a:gd name="connsiteY83" fmla="*/ 288600 h 392866"/>
                <a:gd name="connsiteX84" fmla="*/ 49604 w 542911"/>
                <a:gd name="connsiteY84" fmla="*/ 283267 h 392866"/>
                <a:gd name="connsiteX85" fmla="*/ 12274 w 542911"/>
                <a:gd name="connsiteY85" fmla="*/ 298683 h 392866"/>
                <a:gd name="connsiteX86" fmla="*/ 14524 w 542911"/>
                <a:gd name="connsiteY86" fmla="*/ 261353 h 392866"/>
                <a:gd name="connsiteX87" fmla="*/ 132513 w 542911"/>
                <a:gd name="connsiteY87" fmla="*/ 245604 h 392866"/>
                <a:gd name="connsiteX88" fmla="*/ 132513 w 542911"/>
                <a:gd name="connsiteY88" fmla="*/ 245604 h 392866"/>
                <a:gd name="connsiteX89" fmla="*/ 12441 w 542911"/>
                <a:gd name="connsiteY89" fmla="*/ 344845 h 392866"/>
                <a:gd name="connsiteX90" fmla="*/ 11857 w 542911"/>
                <a:gd name="connsiteY90" fmla="*/ 302849 h 392866"/>
                <a:gd name="connsiteX91" fmla="*/ 30606 w 542911"/>
                <a:gd name="connsiteY91" fmla="*/ 296100 h 392866"/>
                <a:gd name="connsiteX92" fmla="*/ 61353 w 542911"/>
                <a:gd name="connsiteY92" fmla="*/ 291517 h 392866"/>
                <a:gd name="connsiteX93" fmla="*/ 122764 w 542911"/>
                <a:gd name="connsiteY93" fmla="*/ 302099 h 392866"/>
                <a:gd name="connsiteX94" fmla="*/ 244420 w 542911"/>
                <a:gd name="connsiteY94" fmla="*/ 310265 h 392866"/>
                <a:gd name="connsiteX95" fmla="*/ 363159 w 542911"/>
                <a:gd name="connsiteY95" fmla="*/ 281601 h 392866"/>
                <a:gd name="connsiteX96" fmla="*/ 471482 w 542911"/>
                <a:gd name="connsiteY96" fmla="*/ 286767 h 392866"/>
                <a:gd name="connsiteX97" fmla="*/ 471233 w 542911"/>
                <a:gd name="connsiteY97" fmla="*/ 294100 h 392866"/>
                <a:gd name="connsiteX98" fmla="*/ 406655 w 542911"/>
                <a:gd name="connsiteY98" fmla="*/ 338012 h 392866"/>
                <a:gd name="connsiteX99" fmla="*/ 325246 w 542911"/>
                <a:gd name="connsiteY99" fmla="*/ 345762 h 392866"/>
                <a:gd name="connsiteX100" fmla="*/ 240253 w 542911"/>
                <a:gd name="connsiteY100" fmla="*/ 348095 h 392866"/>
                <a:gd name="connsiteX101" fmla="*/ 158594 w 542911"/>
                <a:gd name="connsiteY101" fmla="*/ 343596 h 392866"/>
                <a:gd name="connsiteX102" fmla="*/ 80268 w 542911"/>
                <a:gd name="connsiteY102" fmla="*/ 343179 h 392866"/>
                <a:gd name="connsiteX103" fmla="*/ 12441 w 542911"/>
                <a:gd name="connsiteY103" fmla="*/ 344845 h 392866"/>
                <a:gd name="connsiteX104" fmla="*/ 12441 w 542911"/>
                <a:gd name="connsiteY104" fmla="*/ 344845 h 392866"/>
                <a:gd name="connsiteX105" fmla="*/ 527311 w 542911"/>
                <a:gd name="connsiteY105" fmla="*/ 231355 h 392866"/>
                <a:gd name="connsiteX106" fmla="*/ 517312 w 542911"/>
                <a:gd name="connsiteY106" fmla="*/ 325597 h 392866"/>
                <a:gd name="connsiteX107" fmla="*/ 488148 w 542911"/>
                <a:gd name="connsiteY107" fmla="*/ 357844 h 392866"/>
                <a:gd name="connsiteX108" fmla="*/ 436819 w 542911"/>
                <a:gd name="connsiteY108" fmla="*/ 366927 h 392866"/>
                <a:gd name="connsiteX109" fmla="*/ 246503 w 542911"/>
                <a:gd name="connsiteY109" fmla="*/ 380425 h 392866"/>
                <a:gd name="connsiteX110" fmla="*/ 150928 w 542911"/>
                <a:gd name="connsiteY110" fmla="*/ 381509 h 392866"/>
                <a:gd name="connsiteX111" fmla="*/ 51687 w 542911"/>
                <a:gd name="connsiteY111" fmla="*/ 375343 h 392866"/>
                <a:gd name="connsiteX112" fmla="*/ 15024 w 542911"/>
                <a:gd name="connsiteY112" fmla="*/ 353261 h 392866"/>
                <a:gd name="connsiteX113" fmla="*/ 139013 w 542911"/>
                <a:gd name="connsiteY113" fmla="*/ 353261 h 392866"/>
                <a:gd name="connsiteX114" fmla="*/ 283166 w 542911"/>
                <a:gd name="connsiteY114" fmla="*/ 357844 h 392866"/>
                <a:gd name="connsiteX115" fmla="*/ 422904 w 542911"/>
                <a:gd name="connsiteY115" fmla="*/ 345012 h 392866"/>
                <a:gd name="connsiteX116" fmla="*/ 470400 w 542911"/>
                <a:gd name="connsiteY116" fmla="*/ 324930 h 392866"/>
                <a:gd name="connsiteX117" fmla="*/ 481732 w 542911"/>
                <a:gd name="connsiteY117" fmla="*/ 280851 h 392866"/>
                <a:gd name="connsiteX118" fmla="*/ 477982 w 542911"/>
                <a:gd name="connsiteY118" fmla="*/ 232939 h 392866"/>
                <a:gd name="connsiteX119" fmla="*/ 477399 w 542911"/>
                <a:gd name="connsiteY119" fmla="*/ 226939 h 392866"/>
                <a:gd name="connsiteX120" fmla="*/ 475482 w 542911"/>
                <a:gd name="connsiteY120" fmla="*/ 211691 h 392866"/>
                <a:gd name="connsiteX121" fmla="*/ 465067 w 542911"/>
                <a:gd name="connsiteY121" fmla="*/ 165778 h 392866"/>
                <a:gd name="connsiteX122" fmla="*/ 479149 w 542911"/>
                <a:gd name="connsiteY122" fmla="*/ 128448 h 392866"/>
                <a:gd name="connsiteX123" fmla="*/ 510813 w 542911"/>
                <a:gd name="connsiteY123" fmla="*/ 125782 h 392866"/>
                <a:gd name="connsiteX124" fmla="*/ 522645 w 542911"/>
                <a:gd name="connsiteY124" fmla="*/ 143863 h 392866"/>
                <a:gd name="connsiteX125" fmla="*/ 527311 w 542911"/>
                <a:gd name="connsiteY125" fmla="*/ 231355 h 392866"/>
                <a:gd name="connsiteX126" fmla="*/ 527311 w 542911"/>
                <a:gd name="connsiteY126" fmla="*/ 231355 h 392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Lst>
              <a:rect l="l" t="t" r="r" b="b"/>
              <a:pathLst>
                <a:path w="542911" h="392866">
                  <a:moveTo>
                    <a:pt x="542893" y="197025"/>
                  </a:moveTo>
                  <a:cubicBezTo>
                    <a:pt x="542810" y="160695"/>
                    <a:pt x="537810" y="123448"/>
                    <a:pt x="515146" y="93701"/>
                  </a:cubicBezTo>
                  <a:cubicBezTo>
                    <a:pt x="493814" y="65704"/>
                    <a:pt x="470649" y="40373"/>
                    <a:pt x="441569" y="20708"/>
                  </a:cubicBezTo>
                  <a:cubicBezTo>
                    <a:pt x="433986" y="15541"/>
                    <a:pt x="425737" y="10875"/>
                    <a:pt x="417071" y="7292"/>
                  </a:cubicBezTo>
                  <a:cubicBezTo>
                    <a:pt x="416904" y="7209"/>
                    <a:pt x="416738" y="7042"/>
                    <a:pt x="416488" y="6959"/>
                  </a:cubicBezTo>
                  <a:cubicBezTo>
                    <a:pt x="416155" y="6876"/>
                    <a:pt x="415821" y="6709"/>
                    <a:pt x="415488" y="6626"/>
                  </a:cubicBezTo>
                  <a:cubicBezTo>
                    <a:pt x="399239" y="126"/>
                    <a:pt x="381741" y="-2373"/>
                    <a:pt x="365076" y="2709"/>
                  </a:cubicBezTo>
                  <a:cubicBezTo>
                    <a:pt x="354743" y="5209"/>
                    <a:pt x="344744" y="10126"/>
                    <a:pt x="334995" y="17708"/>
                  </a:cubicBezTo>
                  <a:cubicBezTo>
                    <a:pt x="323079" y="27040"/>
                    <a:pt x="320163" y="39956"/>
                    <a:pt x="323329" y="52205"/>
                  </a:cubicBezTo>
                  <a:cubicBezTo>
                    <a:pt x="319496" y="52038"/>
                    <a:pt x="315413" y="52538"/>
                    <a:pt x="311747" y="52955"/>
                  </a:cubicBezTo>
                  <a:cubicBezTo>
                    <a:pt x="296832" y="54538"/>
                    <a:pt x="284666" y="60788"/>
                    <a:pt x="271751" y="67787"/>
                  </a:cubicBezTo>
                  <a:cubicBezTo>
                    <a:pt x="242254" y="83536"/>
                    <a:pt x="213923" y="101201"/>
                    <a:pt x="182342" y="112533"/>
                  </a:cubicBezTo>
                  <a:cubicBezTo>
                    <a:pt x="167927" y="117782"/>
                    <a:pt x="153511" y="122865"/>
                    <a:pt x="140929" y="131781"/>
                  </a:cubicBezTo>
                  <a:cubicBezTo>
                    <a:pt x="126930" y="141780"/>
                    <a:pt x="113765" y="152279"/>
                    <a:pt x="98850" y="160945"/>
                  </a:cubicBezTo>
                  <a:cubicBezTo>
                    <a:pt x="82601" y="170444"/>
                    <a:pt x="66603" y="178860"/>
                    <a:pt x="48771" y="185110"/>
                  </a:cubicBezTo>
                  <a:cubicBezTo>
                    <a:pt x="36105" y="189526"/>
                    <a:pt x="27690" y="193859"/>
                    <a:pt x="18774" y="204191"/>
                  </a:cubicBezTo>
                  <a:cubicBezTo>
                    <a:pt x="18107" y="204941"/>
                    <a:pt x="17940" y="205774"/>
                    <a:pt x="17940" y="206608"/>
                  </a:cubicBezTo>
                  <a:cubicBezTo>
                    <a:pt x="8608" y="213190"/>
                    <a:pt x="2358" y="223023"/>
                    <a:pt x="1525" y="237105"/>
                  </a:cubicBezTo>
                  <a:cubicBezTo>
                    <a:pt x="609" y="252687"/>
                    <a:pt x="2025" y="268352"/>
                    <a:pt x="1525" y="284017"/>
                  </a:cubicBezTo>
                  <a:cubicBezTo>
                    <a:pt x="942" y="301016"/>
                    <a:pt x="-891" y="317848"/>
                    <a:pt x="525" y="334846"/>
                  </a:cubicBezTo>
                  <a:cubicBezTo>
                    <a:pt x="1525" y="346679"/>
                    <a:pt x="3025" y="358344"/>
                    <a:pt x="11191" y="367676"/>
                  </a:cubicBezTo>
                  <a:cubicBezTo>
                    <a:pt x="20773" y="378592"/>
                    <a:pt x="37855" y="383509"/>
                    <a:pt x="51687" y="386175"/>
                  </a:cubicBezTo>
                  <a:cubicBezTo>
                    <a:pt x="85934" y="392674"/>
                    <a:pt x="122431" y="392841"/>
                    <a:pt x="157261" y="392841"/>
                  </a:cubicBezTo>
                  <a:cubicBezTo>
                    <a:pt x="196924" y="392924"/>
                    <a:pt x="236587" y="392841"/>
                    <a:pt x="276334" y="392008"/>
                  </a:cubicBezTo>
                  <a:cubicBezTo>
                    <a:pt x="313914" y="391258"/>
                    <a:pt x="351160" y="389591"/>
                    <a:pt x="388574" y="385841"/>
                  </a:cubicBezTo>
                  <a:cubicBezTo>
                    <a:pt x="423654" y="382258"/>
                    <a:pt x="461067" y="381592"/>
                    <a:pt x="495064" y="371510"/>
                  </a:cubicBezTo>
                  <a:cubicBezTo>
                    <a:pt x="525311" y="362594"/>
                    <a:pt x="534227" y="334846"/>
                    <a:pt x="538227" y="305932"/>
                  </a:cubicBezTo>
                  <a:cubicBezTo>
                    <a:pt x="542976" y="269685"/>
                    <a:pt x="542976" y="233105"/>
                    <a:pt x="542893" y="197025"/>
                  </a:cubicBezTo>
                  <a:lnTo>
                    <a:pt x="542893" y="197025"/>
                  </a:lnTo>
                  <a:close/>
                  <a:moveTo>
                    <a:pt x="352993" y="21291"/>
                  </a:moveTo>
                  <a:cubicBezTo>
                    <a:pt x="366159" y="13125"/>
                    <a:pt x="383741" y="12709"/>
                    <a:pt x="398489" y="15792"/>
                  </a:cubicBezTo>
                  <a:cubicBezTo>
                    <a:pt x="426570" y="21625"/>
                    <a:pt x="450485" y="44039"/>
                    <a:pt x="470233" y="63454"/>
                  </a:cubicBezTo>
                  <a:cubicBezTo>
                    <a:pt x="486815" y="79786"/>
                    <a:pt x="504563" y="99617"/>
                    <a:pt x="514895" y="121449"/>
                  </a:cubicBezTo>
                  <a:cubicBezTo>
                    <a:pt x="514562" y="121282"/>
                    <a:pt x="514229" y="121032"/>
                    <a:pt x="513812" y="120865"/>
                  </a:cubicBezTo>
                  <a:cubicBezTo>
                    <a:pt x="502730" y="115366"/>
                    <a:pt x="494898" y="113116"/>
                    <a:pt x="483065" y="117533"/>
                  </a:cubicBezTo>
                  <a:cubicBezTo>
                    <a:pt x="474399" y="120782"/>
                    <a:pt x="468233" y="126615"/>
                    <a:pt x="464150" y="134864"/>
                  </a:cubicBezTo>
                  <a:cubicBezTo>
                    <a:pt x="463233" y="136697"/>
                    <a:pt x="462400" y="138781"/>
                    <a:pt x="461567" y="141030"/>
                  </a:cubicBezTo>
                  <a:cubicBezTo>
                    <a:pt x="455068" y="126782"/>
                    <a:pt x="437319" y="115699"/>
                    <a:pt x="425487" y="108366"/>
                  </a:cubicBezTo>
                  <a:cubicBezTo>
                    <a:pt x="399323" y="91952"/>
                    <a:pt x="367075" y="87285"/>
                    <a:pt x="344577" y="64287"/>
                  </a:cubicBezTo>
                  <a:cubicBezTo>
                    <a:pt x="339995" y="59538"/>
                    <a:pt x="335745" y="53205"/>
                    <a:pt x="334245" y="46455"/>
                  </a:cubicBezTo>
                  <a:cubicBezTo>
                    <a:pt x="335912" y="36373"/>
                    <a:pt x="344161" y="26791"/>
                    <a:pt x="352993" y="21291"/>
                  </a:cubicBezTo>
                  <a:lnTo>
                    <a:pt x="352993" y="21291"/>
                  </a:lnTo>
                  <a:close/>
                  <a:moveTo>
                    <a:pt x="95267" y="176527"/>
                  </a:moveTo>
                  <a:cubicBezTo>
                    <a:pt x="121597" y="160362"/>
                    <a:pt x="144429" y="139530"/>
                    <a:pt x="174343" y="130614"/>
                  </a:cubicBezTo>
                  <a:cubicBezTo>
                    <a:pt x="200591" y="122782"/>
                    <a:pt x="221505" y="112449"/>
                    <a:pt x="244503" y="97618"/>
                  </a:cubicBezTo>
                  <a:cubicBezTo>
                    <a:pt x="256752" y="89702"/>
                    <a:pt x="269168" y="82285"/>
                    <a:pt x="281500" y="74536"/>
                  </a:cubicBezTo>
                  <a:cubicBezTo>
                    <a:pt x="292249" y="67787"/>
                    <a:pt x="310914" y="57371"/>
                    <a:pt x="325746" y="59121"/>
                  </a:cubicBezTo>
                  <a:cubicBezTo>
                    <a:pt x="328412" y="64871"/>
                    <a:pt x="332329" y="70203"/>
                    <a:pt x="337328" y="74703"/>
                  </a:cubicBezTo>
                  <a:cubicBezTo>
                    <a:pt x="348160" y="84452"/>
                    <a:pt x="360576" y="92368"/>
                    <a:pt x="373492" y="98951"/>
                  </a:cubicBezTo>
                  <a:cubicBezTo>
                    <a:pt x="388240" y="106367"/>
                    <a:pt x="404822" y="110866"/>
                    <a:pt x="418738" y="119616"/>
                  </a:cubicBezTo>
                  <a:cubicBezTo>
                    <a:pt x="429820" y="126531"/>
                    <a:pt x="460817" y="145530"/>
                    <a:pt x="448818" y="161445"/>
                  </a:cubicBezTo>
                  <a:cubicBezTo>
                    <a:pt x="444152" y="167694"/>
                    <a:pt x="434986" y="168611"/>
                    <a:pt x="427903" y="169778"/>
                  </a:cubicBezTo>
                  <a:cubicBezTo>
                    <a:pt x="415571" y="171861"/>
                    <a:pt x="402989" y="172944"/>
                    <a:pt x="390573" y="174027"/>
                  </a:cubicBezTo>
                  <a:cubicBezTo>
                    <a:pt x="352410" y="177360"/>
                    <a:pt x="314247" y="178944"/>
                    <a:pt x="276084" y="183193"/>
                  </a:cubicBezTo>
                  <a:cubicBezTo>
                    <a:pt x="237837" y="187443"/>
                    <a:pt x="199674" y="190526"/>
                    <a:pt x="161261" y="192359"/>
                  </a:cubicBezTo>
                  <a:cubicBezTo>
                    <a:pt x="127264" y="194026"/>
                    <a:pt x="92350" y="192192"/>
                    <a:pt x="58270" y="195109"/>
                  </a:cubicBezTo>
                  <a:cubicBezTo>
                    <a:pt x="71602" y="190776"/>
                    <a:pt x="83601" y="183693"/>
                    <a:pt x="95267" y="176527"/>
                  </a:cubicBezTo>
                  <a:lnTo>
                    <a:pt x="95267" y="176527"/>
                  </a:lnTo>
                  <a:close/>
                  <a:moveTo>
                    <a:pt x="27523" y="218190"/>
                  </a:moveTo>
                  <a:cubicBezTo>
                    <a:pt x="39271" y="211024"/>
                    <a:pt x="55187" y="211691"/>
                    <a:pt x="68353" y="211191"/>
                  </a:cubicBezTo>
                  <a:cubicBezTo>
                    <a:pt x="84601" y="210607"/>
                    <a:pt x="100933" y="210441"/>
                    <a:pt x="117181" y="209608"/>
                  </a:cubicBezTo>
                  <a:cubicBezTo>
                    <a:pt x="149678" y="207858"/>
                    <a:pt x="182175" y="205858"/>
                    <a:pt x="214673" y="202775"/>
                  </a:cubicBezTo>
                  <a:cubicBezTo>
                    <a:pt x="246003" y="199775"/>
                    <a:pt x="277250" y="195192"/>
                    <a:pt x="308664" y="192192"/>
                  </a:cubicBezTo>
                  <a:cubicBezTo>
                    <a:pt x="340911" y="189109"/>
                    <a:pt x="373242" y="187776"/>
                    <a:pt x="405489" y="184026"/>
                  </a:cubicBezTo>
                  <a:cubicBezTo>
                    <a:pt x="422820" y="182027"/>
                    <a:pt x="449901" y="181943"/>
                    <a:pt x="460150" y="165611"/>
                  </a:cubicBezTo>
                  <a:cubicBezTo>
                    <a:pt x="464483" y="184026"/>
                    <a:pt x="466816" y="203524"/>
                    <a:pt x="467983" y="221773"/>
                  </a:cubicBezTo>
                  <a:cubicBezTo>
                    <a:pt x="467983" y="222273"/>
                    <a:pt x="468066" y="222773"/>
                    <a:pt x="468066" y="223273"/>
                  </a:cubicBezTo>
                  <a:cubicBezTo>
                    <a:pt x="457317" y="221023"/>
                    <a:pt x="444735" y="223273"/>
                    <a:pt x="434069" y="223523"/>
                  </a:cubicBezTo>
                  <a:cubicBezTo>
                    <a:pt x="417238" y="223856"/>
                    <a:pt x="400239" y="224856"/>
                    <a:pt x="383657" y="227106"/>
                  </a:cubicBezTo>
                  <a:cubicBezTo>
                    <a:pt x="340244" y="232855"/>
                    <a:pt x="298581" y="246188"/>
                    <a:pt x="254419" y="247771"/>
                  </a:cubicBezTo>
                  <a:cubicBezTo>
                    <a:pt x="210173" y="249354"/>
                    <a:pt x="167677" y="238355"/>
                    <a:pt x="123847" y="235938"/>
                  </a:cubicBezTo>
                  <a:cubicBezTo>
                    <a:pt x="85018" y="233772"/>
                    <a:pt x="48687" y="239355"/>
                    <a:pt x="14441" y="257686"/>
                  </a:cubicBezTo>
                  <a:cubicBezTo>
                    <a:pt x="14691" y="243521"/>
                    <a:pt x="14274" y="226356"/>
                    <a:pt x="27523" y="218190"/>
                  </a:cubicBezTo>
                  <a:lnTo>
                    <a:pt x="27523" y="218190"/>
                  </a:lnTo>
                  <a:close/>
                  <a:moveTo>
                    <a:pt x="132513" y="245604"/>
                  </a:moveTo>
                  <a:cubicBezTo>
                    <a:pt x="174343" y="249937"/>
                    <a:pt x="214756" y="258687"/>
                    <a:pt x="257252" y="256853"/>
                  </a:cubicBezTo>
                  <a:cubicBezTo>
                    <a:pt x="297915" y="255020"/>
                    <a:pt x="335245" y="239188"/>
                    <a:pt x="375325" y="234689"/>
                  </a:cubicBezTo>
                  <a:cubicBezTo>
                    <a:pt x="391823" y="232855"/>
                    <a:pt x="408655" y="230856"/>
                    <a:pt x="425237" y="231189"/>
                  </a:cubicBezTo>
                  <a:cubicBezTo>
                    <a:pt x="438819" y="231439"/>
                    <a:pt x="454901" y="229439"/>
                    <a:pt x="468483" y="232772"/>
                  </a:cubicBezTo>
                  <a:cubicBezTo>
                    <a:pt x="468733" y="242104"/>
                    <a:pt x="468733" y="251437"/>
                    <a:pt x="469233" y="260770"/>
                  </a:cubicBezTo>
                  <a:cubicBezTo>
                    <a:pt x="469483" y="265936"/>
                    <a:pt x="470149" y="271268"/>
                    <a:pt x="470733" y="276518"/>
                  </a:cubicBezTo>
                  <a:cubicBezTo>
                    <a:pt x="433236" y="279935"/>
                    <a:pt x="395406" y="270602"/>
                    <a:pt x="357743" y="274268"/>
                  </a:cubicBezTo>
                  <a:cubicBezTo>
                    <a:pt x="315413" y="278435"/>
                    <a:pt x="276500" y="300599"/>
                    <a:pt x="233587" y="302099"/>
                  </a:cubicBezTo>
                  <a:cubicBezTo>
                    <a:pt x="188008" y="303682"/>
                    <a:pt x="143262" y="295850"/>
                    <a:pt x="98433" y="288600"/>
                  </a:cubicBezTo>
                  <a:cubicBezTo>
                    <a:pt x="82351" y="286017"/>
                    <a:pt x="65936" y="281018"/>
                    <a:pt x="49604" y="283267"/>
                  </a:cubicBezTo>
                  <a:cubicBezTo>
                    <a:pt x="34939" y="285350"/>
                    <a:pt x="23440" y="290267"/>
                    <a:pt x="12274" y="298683"/>
                  </a:cubicBezTo>
                  <a:cubicBezTo>
                    <a:pt x="13274" y="286184"/>
                    <a:pt x="14107" y="273851"/>
                    <a:pt x="14524" y="261353"/>
                  </a:cubicBezTo>
                  <a:cubicBezTo>
                    <a:pt x="52437" y="246771"/>
                    <a:pt x="91850" y="241355"/>
                    <a:pt x="132513" y="245604"/>
                  </a:cubicBezTo>
                  <a:lnTo>
                    <a:pt x="132513" y="245604"/>
                  </a:lnTo>
                  <a:close/>
                  <a:moveTo>
                    <a:pt x="12441" y="344845"/>
                  </a:moveTo>
                  <a:cubicBezTo>
                    <a:pt x="9607" y="331346"/>
                    <a:pt x="10691" y="316598"/>
                    <a:pt x="11857" y="302849"/>
                  </a:cubicBezTo>
                  <a:cubicBezTo>
                    <a:pt x="18357" y="301349"/>
                    <a:pt x="24023" y="297933"/>
                    <a:pt x="30606" y="296100"/>
                  </a:cubicBezTo>
                  <a:cubicBezTo>
                    <a:pt x="40522" y="293266"/>
                    <a:pt x="51104" y="291183"/>
                    <a:pt x="61353" y="291517"/>
                  </a:cubicBezTo>
                  <a:cubicBezTo>
                    <a:pt x="81518" y="292183"/>
                    <a:pt x="102849" y="298683"/>
                    <a:pt x="122764" y="302099"/>
                  </a:cubicBezTo>
                  <a:cubicBezTo>
                    <a:pt x="162094" y="308765"/>
                    <a:pt x="204340" y="315014"/>
                    <a:pt x="244420" y="310265"/>
                  </a:cubicBezTo>
                  <a:cubicBezTo>
                    <a:pt x="285083" y="305432"/>
                    <a:pt x="321996" y="284101"/>
                    <a:pt x="363159" y="281601"/>
                  </a:cubicBezTo>
                  <a:cubicBezTo>
                    <a:pt x="399323" y="279351"/>
                    <a:pt x="435319" y="289517"/>
                    <a:pt x="471482" y="286767"/>
                  </a:cubicBezTo>
                  <a:cubicBezTo>
                    <a:pt x="471482" y="289184"/>
                    <a:pt x="471482" y="291683"/>
                    <a:pt x="471233" y="294100"/>
                  </a:cubicBezTo>
                  <a:cubicBezTo>
                    <a:pt x="467566" y="328430"/>
                    <a:pt x="434903" y="333930"/>
                    <a:pt x="406655" y="338012"/>
                  </a:cubicBezTo>
                  <a:cubicBezTo>
                    <a:pt x="379408" y="341929"/>
                    <a:pt x="352577" y="343845"/>
                    <a:pt x="325246" y="345762"/>
                  </a:cubicBezTo>
                  <a:cubicBezTo>
                    <a:pt x="296665" y="347762"/>
                    <a:pt x="269001" y="349762"/>
                    <a:pt x="240253" y="348095"/>
                  </a:cubicBezTo>
                  <a:cubicBezTo>
                    <a:pt x="213006" y="346512"/>
                    <a:pt x="185842" y="345345"/>
                    <a:pt x="158594" y="343596"/>
                  </a:cubicBezTo>
                  <a:cubicBezTo>
                    <a:pt x="132763" y="342012"/>
                    <a:pt x="106099" y="341179"/>
                    <a:pt x="80268" y="343179"/>
                  </a:cubicBezTo>
                  <a:cubicBezTo>
                    <a:pt x="57354" y="344929"/>
                    <a:pt x="35105" y="346262"/>
                    <a:pt x="12441" y="344845"/>
                  </a:cubicBezTo>
                  <a:lnTo>
                    <a:pt x="12441" y="344845"/>
                  </a:lnTo>
                  <a:close/>
                  <a:moveTo>
                    <a:pt x="527311" y="231355"/>
                  </a:moveTo>
                  <a:cubicBezTo>
                    <a:pt x="526811" y="262519"/>
                    <a:pt x="525978" y="295600"/>
                    <a:pt x="517312" y="325597"/>
                  </a:cubicBezTo>
                  <a:cubicBezTo>
                    <a:pt x="512312" y="342929"/>
                    <a:pt x="506063" y="352594"/>
                    <a:pt x="488148" y="357844"/>
                  </a:cubicBezTo>
                  <a:cubicBezTo>
                    <a:pt x="471482" y="362760"/>
                    <a:pt x="454068" y="365010"/>
                    <a:pt x="436819" y="366927"/>
                  </a:cubicBezTo>
                  <a:cubicBezTo>
                    <a:pt x="373325" y="374009"/>
                    <a:pt x="310414" y="379009"/>
                    <a:pt x="246503" y="380425"/>
                  </a:cubicBezTo>
                  <a:cubicBezTo>
                    <a:pt x="214673" y="381175"/>
                    <a:pt x="182842" y="381425"/>
                    <a:pt x="150928" y="381509"/>
                  </a:cubicBezTo>
                  <a:cubicBezTo>
                    <a:pt x="118681" y="381592"/>
                    <a:pt x="83351" y="382425"/>
                    <a:pt x="51687" y="375343"/>
                  </a:cubicBezTo>
                  <a:cubicBezTo>
                    <a:pt x="37022" y="372009"/>
                    <a:pt x="21606" y="367010"/>
                    <a:pt x="15024" y="353261"/>
                  </a:cubicBezTo>
                  <a:cubicBezTo>
                    <a:pt x="56103" y="357094"/>
                    <a:pt x="97683" y="352761"/>
                    <a:pt x="139013" y="353261"/>
                  </a:cubicBezTo>
                  <a:cubicBezTo>
                    <a:pt x="186925" y="353928"/>
                    <a:pt x="235171" y="360011"/>
                    <a:pt x="283166" y="357844"/>
                  </a:cubicBezTo>
                  <a:cubicBezTo>
                    <a:pt x="329912" y="355677"/>
                    <a:pt x="376491" y="351428"/>
                    <a:pt x="422904" y="345012"/>
                  </a:cubicBezTo>
                  <a:cubicBezTo>
                    <a:pt x="439986" y="342679"/>
                    <a:pt x="458567" y="338596"/>
                    <a:pt x="470400" y="324930"/>
                  </a:cubicBezTo>
                  <a:cubicBezTo>
                    <a:pt x="480982" y="312765"/>
                    <a:pt x="483315" y="296350"/>
                    <a:pt x="481732" y="280851"/>
                  </a:cubicBezTo>
                  <a:cubicBezTo>
                    <a:pt x="480149" y="264936"/>
                    <a:pt x="479399" y="248854"/>
                    <a:pt x="477982" y="232939"/>
                  </a:cubicBezTo>
                  <a:cubicBezTo>
                    <a:pt x="479232" y="231189"/>
                    <a:pt x="479315" y="228439"/>
                    <a:pt x="477399" y="226939"/>
                  </a:cubicBezTo>
                  <a:cubicBezTo>
                    <a:pt x="476899" y="221856"/>
                    <a:pt x="476232" y="216773"/>
                    <a:pt x="475482" y="211691"/>
                  </a:cubicBezTo>
                  <a:cubicBezTo>
                    <a:pt x="473149" y="196775"/>
                    <a:pt x="470649" y="180444"/>
                    <a:pt x="465067" y="165778"/>
                  </a:cubicBezTo>
                  <a:cubicBezTo>
                    <a:pt x="473066" y="154446"/>
                    <a:pt x="469733" y="139281"/>
                    <a:pt x="479149" y="128448"/>
                  </a:cubicBezTo>
                  <a:cubicBezTo>
                    <a:pt x="487481" y="118949"/>
                    <a:pt x="500647" y="119366"/>
                    <a:pt x="510813" y="125782"/>
                  </a:cubicBezTo>
                  <a:cubicBezTo>
                    <a:pt x="518229" y="130531"/>
                    <a:pt x="517812" y="137197"/>
                    <a:pt x="522645" y="143863"/>
                  </a:cubicBezTo>
                  <a:cubicBezTo>
                    <a:pt x="529561" y="172277"/>
                    <a:pt x="527811" y="202358"/>
                    <a:pt x="527311" y="231355"/>
                  </a:cubicBezTo>
                  <a:lnTo>
                    <a:pt x="527311" y="231355"/>
                  </a:lnTo>
                  <a:close/>
                </a:path>
              </a:pathLst>
            </a:custGeom>
            <a:grpFill/>
            <a:ln w="8332" cap="flat">
              <a:noFill/>
              <a:prstDash val="solid"/>
              <a:miter/>
            </a:ln>
          </p:spPr>
          <p:txBody>
            <a:bodyPr rtlCol="0" anchor="ctr"/>
            <a:lstStyle/>
            <a:p>
              <a:endParaRPr lang="en-US"/>
            </a:p>
          </p:txBody>
        </p:sp>
        <p:sp>
          <p:nvSpPr>
            <p:cNvPr id="2456" name="Freeform: Shape 2455"/>
            <p:cNvSpPr/>
            <p:nvPr/>
          </p:nvSpPr>
          <p:spPr>
            <a:xfrm>
              <a:off x="11443542" y="6562313"/>
              <a:ext cx="296450" cy="754540"/>
            </a:xfrm>
            <a:custGeom>
              <a:avLst/>
              <a:gdLst>
                <a:gd name="connsiteX0" fmla="*/ 220178 w 296450"/>
                <a:gd name="connsiteY0" fmla="*/ 134426 h 754540"/>
                <a:gd name="connsiteX1" fmla="*/ 236927 w 296450"/>
                <a:gd name="connsiteY1" fmla="*/ 53351 h 754540"/>
                <a:gd name="connsiteX2" fmla="*/ 239926 w 296450"/>
                <a:gd name="connsiteY2" fmla="*/ 14438 h 754540"/>
                <a:gd name="connsiteX3" fmla="*/ 215095 w 296450"/>
                <a:gd name="connsiteY3" fmla="*/ 4938 h 754540"/>
                <a:gd name="connsiteX4" fmla="*/ 191431 w 296450"/>
                <a:gd name="connsiteY4" fmla="*/ 3522 h 754540"/>
                <a:gd name="connsiteX5" fmla="*/ 189764 w 296450"/>
                <a:gd name="connsiteY5" fmla="*/ 11854 h 754540"/>
                <a:gd name="connsiteX6" fmla="*/ 186764 w 296450"/>
                <a:gd name="connsiteY6" fmla="*/ 44351 h 754540"/>
                <a:gd name="connsiteX7" fmla="*/ 181682 w 296450"/>
                <a:gd name="connsiteY7" fmla="*/ 95930 h 754540"/>
                <a:gd name="connsiteX8" fmla="*/ 180849 w 296450"/>
                <a:gd name="connsiteY8" fmla="*/ 111179 h 754540"/>
                <a:gd name="connsiteX9" fmla="*/ 143018 w 296450"/>
                <a:gd name="connsiteY9" fmla="*/ 80348 h 754540"/>
                <a:gd name="connsiteX10" fmla="*/ 62609 w 296450"/>
                <a:gd name="connsiteY10" fmla="*/ 82015 h 754540"/>
                <a:gd name="connsiteX11" fmla="*/ 13030 w 296450"/>
                <a:gd name="connsiteY11" fmla="*/ 149842 h 754540"/>
                <a:gd name="connsiteX12" fmla="*/ 30695 w 296450"/>
                <a:gd name="connsiteY12" fmla="*/ 215169 h 754540"/>
                <a:gd name="connsiteX13" fmla="*/ 10947 w 296450"/>
                <a:gd name="connsiteY13" fmla="*/ 239417 h 754540"/>
                <a:gd name="connsiteX14" fmla="*/ 8447 w 296450"/>
                <a:gd name="connsiteY14" fmla="*/ 330492 h 754540"/>
                <a:gd name="connsiteX15" fmla="*/ 31695 w 296450"/>
                <a:gd name="connsiteY15" fmla="*/ 365072 h 754540"/>
                <a:gd name="connsiteX16" fmla="*/ 63525 w 296450"/>
                <a:gd name="connsiteY16" fmla="*/ 374155 h 754540"/>
                <a:gd name="connsiteX17" fmla="*/ 78858 w 296450"/>
                <a:gd name="connsiteY17" fmla="*/ 409652 h 754540"/>
                <a:gd name="connsiteX18" fmla="*/ 100773 w 296450"/>
                <a:gd name="connsiteY18" fmla="*/ 453814 h 754540"/>
                <a:gd name="connsiteX19" fmla="*/ 138935 w 296450"/>
                <a:gd name="connsiteY19" fmla="*/ 536140 h 754540"/>
                <a:gd name="connsiteX20" fmla="*/ 180682 w 296450"/>
                <a:gd name="connsiteY20" fmla="*/ 628466 h 754540"/>
                <a:gd name="connsiteX21" fmla="*/ 224761 w 296450"/>
                <a:gd name="connsiteY21" fmla="*/ 711791 h 754540"/>
                <a:gd name="connsiteX22" fmla="*/ 276423 w 296450"/>
                <a:gd name="connsiteY22" fmla="*/ 752704 h 754540"/>
                <a:gd name="connsiteX23" fmla="*/ 292422 w 296450"/>
                <a:gd name="connsiteY23" fmla="*/ 684544 h 754540"/>
                <a:gd name="connsiteX24" fmla="*/ 292504 w 296450"/>
                <a:gd name="connsiteY24" fmla="*/ 485728 h 754540"/>
                <a:gd name="connsiteX25" fmla="*/ 291838 w 296450"/>
                <a:gd name="connsiteY25" fmla="*/ 371905 h 754540"/>
                <a:gd name="connsiteX26" fmla="*/ 289922 w 296450"/>
                <a:gd name="connsiteY26" fmla="*/ 317910 h 754540"/>
                <a:gd name="connsiteX27" fmla="*/ 285505 w 296450"/>
                <a:gd name="connsiteY27" fmla="*/ 266664 h 754540"/>
                <a:gd name="connsiteX28" fmla="*/ 296421 w 296450"/>
                <a:gd name="connsiteY28" fmla="*/ 234668 h 754540"/>
                <a:gd name="connsiteX29" fmla="*/ 288338 w 296450"/>
                <a:gd name="connsiteY29" fmla="*/ 178589 h 754540"/>
                <a:gd name="connsiteX30" fmla="*/ 256009 w 296450"/>
                <a:gd name="connsiteY30" fmla="*/ 139843 h 754540"/>
                <a:gd name="connsiteX31" fmla="*/ 220178 w 296450"/>
                <a:gd name="connsiteY31" fmla="*/ 134426 h 754540"/>
                <a:gd name="connsiteX32" fmla="*/ 220178 w 296450"/>
                <a:gd name="connsiteY32" fmla="*/ 134426 h 754540"/>
                <a:gd name="connsiteX33" fmla="*/ 189681 w 296450"/>
                <a:gd name="connsiteY33" fmla="*/ 112429 h 754540"/>
                <a:gd name="connsiteX34" fmla="*/ 193431 w 296450"/>
                <a:gd name="connsiteY34" fmla="*/ 73099 h 754540"/>
                <a:gd name="connsiteX35" fmla="*/ 196180 w 296450"/>
                <a:gd name="connsiteY35" fmla="*/ 33936 h 754540"/>
                <a:gd name="connsiteX36" fmla="*/ 197597 w 296450"/>
                <a:gd name="connsiteY36" fmla="*/ 11521 h 754540"/>
                <a:gd name="connsiteX37" fmla="*/ 213428 w 296450"/>
                <a:gd name="connsiteY37" fmla="*/ 12271 h 754540"/>
                <a:gd name="connsiteX38" fmla="*/ 228761 w 296450"/>
                <a:gd name="connsiteY38" fmla="*/ 15104 h 754540"/>
                <a:gd name="connsiteX39" fmla="*/ 229928 w 296450"/>
                <a:gd name="connsiteY39" fmla="*/ 40768 h 754540"/>
                <a:gd name="connsiteX40" fmla="*/ 222345 w 296450"/>
                <a:gd name="connsiteY40" fmla="*/ 77098 h 754540"/>
                <a:gd name="connsiteX41" fmla="*/ 210096 w 296450"/>
                <a:gd name="connsiteY41" fmla="*/ 137010 h 754540"/>
                <a:gd name="connsiteX42" fmla="*/ 197347 w 296450"/>
                <a:gd name="connsiteY42" fmla="*/ 142259 h 754540"/>
                <a:gd name="connsiteX43" fmla="*/ 189181 w 296450"/>
                <a:gd name="connsiteY43" fmla="*/ 123178 h 754540"/>
                <a:gd name="connsiteX44" fmla="*/ 189681 w 296450"/>
                <a:gd name="connsiteY44" fmla="*/ 112429 h 754540"/>
                <a:gd name="connsiteX45" fmla="*/ 189681 w 296450"/>
                <a:gd name="connsiteY45" fmla="*/ 112429 h 754540"/>
                <a:gd name="connsiteX46" fmla="*/ 27195 w 296450"/>
                <a:gd name="connsiteY46" fmla="*/ 150592 h 754540"/>
                <a:gd name="connsiteX47" fmla="*/ 66775 w 296450"/>
                <a:gd name="connsiteY47" fmla="*/ 89514 h 754540"/>
                <a:gd name="connsiteX48" fmla="*/ 138435 w 296450"/>
                <a:gd name="connsiteY48" fmla="*/ 88764 h 754540"/>
                <a:gd name="connsiteX49" fmla="*/ 183515 w 296450"/>
                <a:gd name="connsiteY49" fmla="*/ 149842 h 754540"/>
                <a:gd name="connsiteX50" fmla="*/ 150351 w 296450"/>
                <a:gd name="connsiteY50" fmla="*/ 190588 h 754540"/>
                <a:gd name="connsiteX51" fmla="*/ 104522 w 296450"/>
                <a:gd name="connsiteY51" fmla="*/ 177756 h 754540"/>
                <a:gd name="connsiteX52" fmla="*/ 41861 w 296450"/>
                <a:gd name="connsiteY52" fmla="*/ 205920 h 754540"/>
                <a:gd name="connsiteX53" fmla="*/ 36778 w 296450"/>
                <a:gd name="connsiteY53" fmla="*/ 209836 h 754540"/>
                <a:gd name="connsiteX54" fmla="*/ 27195 w 296450"/>
                <a:gd name="connsiteY54" fmla="*/ 150592 h 754540"/>
                <a:gd name="connsiteX55" fmla="*/ 27195 w 296450"/>
                <a:gd name="connsiteY55" fmla="*/ 150592 h 754540"/>
                <a:gd name="connsiteX56" fmla="*/ 40278 w 296450"/>
                <a:gd name="connsiteY56" fmla="*/ 353573 h 754540"/>
                <a:gd name="connsiteX57" fmla="*/ 16363 w 296450"/>
                <a:gd name="connsiteY57" fmla="*/ 305161 h 754540"/>
                <a:gd name="connsiteX58" fmla="*/ 17529 w 296450"/>
                <a:gd name="connsiteY58" fmla="*/ 253999 h 754540"/>
                <a:gd name="connsiteX59" fmla="*/ 52527 w 296450"/>
                <a:gd name="connsiteY59" fmla="*/ 207170 h 754540"/>
                <a:gd name="connsiteX60" fmla="*/ 103021 w 296450"/>
                <a:gd name="connsiteY60" fmla="*/ 190755 h 754540"/>
                <a:gd name="connsiteX61" fmla="*/ 178348 w 296450"/>
                <a:gd name="connsiteY61" fmla="*/ 232085 h 754540"/>
                <a:gd name="connsiteX62" fmla="*/ 196264 w 296450"/>
                <a:gd name="connsiteY62" fmla="*/ 276914 h 754540"/>
                <a:gd name="connsiteX63" fmla="*/ 198930 w 296450"/>
                <a:gd name="connsiteY63" fmla="*/ 297579 h 754540"/>
                <a:gd name="connsiteX64" fmla="*/ 185598 w 296450"/>
                <a:gd name="connsiteY64" fmla="*/ 326492 h 754540"/>
                <a:gd name="connsiteX65" fmla="*/ 184598 w 296450"/>
                <a:gd name="connsiteY65" fmla="*/ 385154 h 754540"/>
                <a:gd name="connsiteX66" fmla="*/ 197347 w 296450"/>
                <a:gd name="connsiteY66" fmla="*/ 422984 h 754540"/>
                <a:gd name="connsiteX67" fmla="*/ 194763 w 296450"/>
                <a:gd name="connsiteY67" fmla="*/ 442066 h 754540"/>
                <a:gd name="connsiteX68" fmla="*/ 176182 w 296450"/>
                <a:gd name="connsiteY68" fmla="*/ 425817 h 754540"/>
                <a:gd name="connsiteX69" fmla="*/ 148767 w 296450"/>
                <a:gd name="connsiteY69" fmla="*/ 385654 h 754540"/>
                <a:gd name="connsiteX70" fmla="*/ 131352 w 296450"/>
                <a:gd name="connsiteY70" fmla="*/ 402902 h 754540"/>
                <a:gd name="connsiteX71" fmla="*/ 97022 w 296450"/>
                <a:gd name="connsiteY71" fmla="*/ 375571 h 754540"/>
                <a:gd name="connsiteX72" fmla="*/ 40278 w 296450"/>
                <a:gd name="connsiteY72" fmla="*/ 353573 h 754540"/>
                <a:gd name="connsiteX73" fmla="*/ 40278 w 296450"/>
                <a:gd name="connsiteY73" fmla="*/ 353573 h 754540"/>
                <a:gd name="connsiteX74" fmla="*/ 227761 w 296450"/>
                <a:gd name="connsiteY74" fmla="*/ 535724 h 754540"/>
                <a:gd name="connsiteX75" fmla="*/ 233343 w 296450"/>
                <a:gd name="connsiteY75" fmla="*/ 548306 h 754540"/>
                <a:gd name="connsiteX76" fmla="*/ 244510 w 296450"/>
                <a:gd name="connsiteY76" fmla="*/ 575053 h 754540"/>
                <a:gd name="connsiteX77" fmla="*/ 218012 w 296450"/>
                <a:gd name="connsiteY77" fmla="*/ 592052 h 754540"/>
                <a:gd name="connsiteX78" fmla="*/ 205763 w 296450"/>
                <a:gd name="connsiteY78" fmla="*/ 565221 h 754540"/>
                <a:gd name="connsiteX79" fmla="*/ 197597 w 296450"/>
                <a:gd name="connsiteY79" fmla="*/ 548889 h 754540"/>
                <a:gd name="connsiteX80" fmla="*/ 227761 w 296450"/>
                <a:gd name="connsiteY80" fmla="*/ 535724 h 754540"/>
                <a:gd name="connsiteX81" fmla="*/ 227761 w 296450"/>
                <a:gd name="connsiteY81" fmla="*/ 535724 h 754540"/>
                <a:gd name="connsiteX82" fmla="*/ 196514 w 296450"/>
                <a:gd name="connsiteY82" fmla="*/ 546806 h 754540"/>
                <a:gd name="connsiteX83" fmla="*/ 176265 w 296450"/>
                <a:gd name="connsiteY83" fmla="*/ 510392 h 754540"/>
                <a:gd name="connsiteX84" fmla="*/ 206013 w 296450"/>
                <a:gd name="connsiteY84" fmla="*/ 495061 h 754540"/>
                <a:gd name="connsiteX85" fmla="*/ 207846 w 296450"/>
                <a:gd name="connsiteY85" fmla="*/ 493894 h 754540"/>
                <a:gd name="connsiteX86" fmla="*/ 224761 w 296450"/>
                <a:gd name="connsiteY86" fmla="*/ 528808 h 754540"/>
                <a:gd name="connsiteX87" fmla="*/ 196514 w 296450"/>
                <a:gd name="connsiteY87" fmla="*/ 546806 h 754540"/>
                <a:gd name="connsiteX88" fmla="*/ 196514 w 296450"/>
                <a:gd name="connsiteY88" fmla="*/ 546806 h 754540"/>
                <a:gd name="connsiteX89" fmla="*/ 248092 w 296450"/>
                <a:gd name="connsiteY89" fmla="*/ 583220 h 754540"/>
                <a:gd name="connsiteX90" fmla="*/ 263591 w 296450"/>
                <a:gd name="connsiteY90" fmla="*/ 611300 h 754540"/>
                <a:gd name="connsiteX91" fmla="*/ 264674 w 296450"/>
                <a:gd name="connsiteY91" fmla="*/ 611967 h 754540"/>
                <a:gd name="connsiteX92" fmla="*/ 254425 w 296450"/>
                <a:gd name="connsiteY92" fmla="*/ 620799 h 754540"/>
                <a:gd name="connsiteX93" fmla="*/ 234593 w 296450"/>
                <a:gd name="connsiteY93" fmla="*/ 630298 h 754540"/>
                <a:gd name="connsiteX94" fmla="*/ 233593 w 296450"/>
                <a:gd name="connsiteY94" fmla="*/ 627882 h 754540"/>
                <a:gd name="connsiteX95" fmla="*/ 221345 w 296450"/>
                <a:gd name="connsiteY95" fmla="*/ 599718 h 754540"/>
                <a:gd name="connsiteX96" fmla="*/ 248092 w 296450"/>
                <a:gd name="connsiteY96" fmla="*/ 583220 h 754540"/>
                <a:gd name="connsiteX97" fmla="*/ 248092 w 296450"/>
                <a:gd name="connsiteY97" fmla="*/ 583220 h 754540"/>
                <a:gd name="connsiteX98" fmla="*/ 229344 w 296450"/>
                <a:gd name="connsiteY98" fmla="*/ 525141 h 754540"/>
                <a:gd name="connsiteX99" fmla="*/ 210345 w 296450"/>
                <a:gd name="connsiteY99" fmla="*/ 492478 h 754540"/>
                <a:gd name="connsiteX100" fmla="*/ 246092 w 296450"/>
                <a:gd name="connsiteY100" fmla="*/ 461480 h 754540"/>
                <a:gd name="connsiteX101" fmla="*/ 260758 w 296450"/>
                <a:gd name="connsiteY101" fmla="*/ 494561 h 754540"/>
                <a:gd name="connsiteX102" fmla="*/ 245092 w 296450"/>
                <a:gd name="connsiteY102" fmla="*/ 510476 h 754540"/>
                <a:gd name="connsiteX103" fmla="*/ 229344 w 296450"/>
                <a:gd name="connsiteY103" fmla="*/ 525141 h 754540"/>
                <a:gd name="connsiteX104" fmla="*/ 229344 w 296450"/>
                <a:gd name="connsiteY104" fmla="*/ 525141 h 754540"/>
                <a:gd name="connsiteX105" fmla="*/ 205346 w 296450"/>
                <a:gd name="connsiteY105" fmla="*/ 484645 h 754540"/>
                <a:gd name="connsiteX106" fmla="*/ 197597 w 296450"/>
                <a:gd name="connsiteY106" fmla="*/ 472563 h 754540"/>
                <a:gd name="connsiteX107" fmla="*/ 196930 w 296450"/>
                <a:gd name="connsiteY107" fmla="*/ 472979 h 754540"/>
                <a:gd name="connsiteX108" fmla="*/ 203596 w 296450"/>
                <a:gd name="connsiteY108" fmla="*/ 485645 h 754540"/>
                <a:gd name="connsiteX109" fmla="*/ 171349 w 296450"/>
                <a:gd name="connsiteY109" fmla="*/ 501727 h 754540"/>
                <a:gd name="connsiteX110" fmla="*/ 153017 w 296450"/>
                <a:gd name="connsiteY110" fmla="*/ 468563 h 754540"/>
                <a:gd name="connsiteX111" fmla="*/ 180098 w 296450"/>
                <a:gd name="connsiteY111" fmla="*/ 453898 h 754540"/>
                <a:gd name="connsiteX112" fmla="*/ 213012 w 296450"/>
                <a:gd name="connsiteY112" fmla="*/ 430733 h 754540"/>
                <a:gd name="connsiteX113" fmla="*/ 224678 w 296450"/>
                <a:gd name="connsiteY113" fmla="*/ 424400 h 754540"/>
                <a:gd name="connsiteX114" fmla="*/ 229511 w 296450"/>
                <a:gd name="connsiteY114" fmla="*/ 420651 h 754540"/>
                <a:gd name="connsiteX115" fmla="*/ 238260 w 296450"/>
                <a:gd name="connsiteY115" fmla="*/ 441149 h 754540"/>
                <a:gd name="connsiteX116" fmla="*/ 243510 w 296450"/>
                <a:gd name="connsiteY116" fmla="*/ 454314 h 754540"/>
                <a:gd name="connsiteX117" fmla="*/ 205346 w 296450"/>
                <a:gd name="connsiteY117" fmla="*/ 484645 h 754540"/>
                <a:gd name="connsiteX118" fmla="*/ 205346 w 296450"/>
                <a:gd name="connsiteY118" fmla="*/ 484645 h 754540"/>
                <a:gd name="connsiteX119" fmla="*/ 113021 w 296450"/>
                <a:gd name="connsiteY119" fmla="*/ 452898 h 754540"/>
                <a:gd name="connsiteX120" fmla="*/ 87940 w 296450"/>
                <a:gd name="connsiteY120" fmla="*/ 405319 h 754540"/>
                <a:gd name="connsiteX121" fmla="*/ 78357 w 296450"/>
                <a:gd name="connsiteY121" fmla="*/ 384820 h 754540"/>
                <a:gd name="connsiteX122" fmla="*/ 72275 w 296450"/>
                <a:gd name="connsiteY122" fmla="*/ 375655 h 754540"/>
                <a:gd name="connsiteX123" fmla="*/ 77024 w 296450"/>
                <a:gd name="connsiteY123" fmla="*/ 376905 h 754540"/>
                <a:gd name="connsiteX124" fmla="*/ 106271 w 296450"/>
                <a:gd name="connsiteY124" fmla="*/ 415068 h 754540"/>
                <a:gd name="connsiteX125" fmla="*/ 134936 w 296450"/>
                <a:gd name="connsiteY125" fmla="*/ 413818 h 754540"/>
                <a:gd name="connsiteX126" fmla="*/ 145185 w 296450"/>
                <a:gd name="connsiteY126" fmla="*/ 401903 h 754540"/>
                <a:gd name="connsiteX127" fmla="*/ 156267 w 296450"/>
                <a:gd name="connsiteY127" fmla="*/ 402986 h 754540"/>
                <a:gd name="connsiteX128" fmla="*/ 159350 w 296450"/>
                <a:gd name="connsiteY128" fmla="*/ 411401 h 754540"/>
                <a:gd name="connsiteX129" fmla="*/ 174015 w 296450"/>
                <a:gd name="connsiteY129" fmla="*/ 447565 h 754540"/>
                <a:gd name="connsiteX130" fmla="*/ 160600 w 296450"/>
                <a:gd name="connsiteY130" fmla="*/ 457064 h 754540"/>
                <a:gd name="connsiteX131" fmla="*/ 150101 w 296450"/>
                <a:gd name="connsiteY131" fmla="*/ 463397 h 754540"/>
                <a:gd name="connsiteX132" fmla="*/ 143102 w 296450"/>
                <a:gd name="connsiteY132" fmla="*/ 449315 h 754540"/>
                <a:gd name="connsiteX133" fmla="*/ 142851 w 296450"/>
                <a:gd name="connsiteY133" fmla="*/ 449481 h 754540"/>
                <a:gd name="connsiteX134" fmla="*/ 149768 w 296450"/>
                <a:gd name="connsiteY134" fmla="*/ 463563 h 754540"/>
                <a:gd name="connsiteX135" fmla="*/ 131352 w 296450"/>
                <a:gd name="connsiteY135" fmla="*/ 471730 h 754540"/>
                <a:gd name="connsiteX136" fmla="*/ 131519 w 296450"/>
                <a:gd name="connsiteY136" fmla="*/ 472563 h 754540"/>
                <a:gd name="connsiteX137" fmla="*/ 152434 w 296450"/>
                <a:gd name="connsiteY137" fmla="*/ 468980 h 754540"/>
                <a:gd name="connsiteX138" fmla="*/ 168516 w 296450"/>
                <a:gd name="connsiteY138" fmla="*/ 503143 h 754540"/>
                <a:gd name="connsiteX139" fmla="*/ 141601 w 296450"/>
                <a:gd name="connsiteY139" fmla="*/ 512393 h 754540"/>
                <a:gd name="connsiteX140" fmla="*/ 113021 w 296450"/>
                <a:gd name="connsiteY140" fmla="*/ 452898 h 754540"/>
                <a:gd name="connsiteX141" fmla="*/ 113021 w 296450"/>
                <a:gd name="connsiteY141" fmla="*/ 452898 h 754540"/>
                <a:gd name="connsiteX142" fmla="*/ 151684 w 296450"/>
                <a:gd name="connsiteY142" fmla="*/ 534224 h 754540"/>
                <a:gd name="connsiteX143" fmla="*/ 144352 w 296450"/>
                <a:gd name="connsiteY143" fmla="*/ 518475 h 754540"/>
                <a:gd name="connsiteX144" fmla="*/ 172516 w 296450"/>
                <a:gd name="connsiteY144" fmla="*/ 511976 h 754540"/>
                <a:gd name="connsiteX145" fmla="*/ 199597 w 296450"/>
                <a:gd name="connsiteY145" fmla="*/ 573804 h 754540"/>
                <a:gd name="connsiteX146" fmla="*/ 209345 w 296450"/>
                <a:gd name="connsiteY146" fmla="*/ 596052 h 754540"/>
                <a:gd name="connsiteX147" fmla="*/ 181431 w 296450"/>
                <a:gd name="connsiteY147" fmla="*/ 600718 h 754540"/>
                <a:gd name="connsiteX148" fmla="*/ 151684 w 296450"/>
                <a:gd name="connsiteY148" fmla="*/ 534224 h 754540"/>
                <a:gd name="connsiteX149" fmla="*/ 151684 w 296450"/>
                <a:gd name="connsiteY149" fmla="*/ 534224 h 754540"/>
                <a:gd name="connsiteX150" fmla="*/ 226010 w 296450"/>
                <a:gd name="connsiteY150" fmla="*/ 688460 h 754540"/>
                <a:gd name="connsiteX151" fmla="*/ 182848 w 296450"/>
                <a:gd name="connsiteY151" fmla="*/ 603551 h 754540"/>
                <a:gd name="connsiteX152" fmla="*/ 212512 w 296450"/>
                <a:gd name="connsiteY152" fmla="*/ 602884 h 754540"/>
                <a:gd name="connsiteX153" fmla="*/ 226428 w 296450"/>
                <a:gd name="connsiteY153" fmla="*/ 632215 h 754540"/>
                <a:gd name="connsiteX154" fmla="*/ 222678 w 296450"/>
                <a:gd name="connsiteY154" fmla="*/ 632882 h 754540"/>
                <a:gd name="connsiteX155" fmla="*/ 222678 w 296450"/>
                <a:gd name="connsiteY155" fmla="*/ 634048 h 754540"/>
                <a:gd name="connsiteX156" fmla="*/ 227261 w 296450"/>
                <a:gd name="connsiteY156" fmla="*/ 633881 h 754540"/>
                <a:gd name="connsiteX157" fmla="*/ 252008 w 296450"/>
                <a:gd name="connsiteY157" fmla="*/ 679127 h 754540"/>
                <a:gd name="connsiteX158" fmla="*/ 227761 w 296450"/>
                <a:gd name="connsiteY158" fmla="*/ 691376 h 754540"/>
                <a:gd name="connsiteX159" fmla="*/ 226010 w 296450"/>
                <a:gd name="connsiteY159" fmla="*/ 688460 h 754540"/>
                <a:gd name="connsiteX160" fmla="*/ 226010 w 296450"/>
                <a:gd name="connsiteY160" fmla="*/ 688460 h 754540"/>
                <a:gd name="connsiteX161" fmla="*/ 276423 w 296450"/>
                <a:gd name="connsiteY161" fmla="*/ 625716 h 754540"/>
                <a:gd name="connsiteX162" fmla="*/ 275423 w 296450"/>
                <a:gd name="connsiteY162" fmla="*/ 708958 h 754540"/>
                <a:gd name="connsiteX163" fmla="*/ 272756 w 296450"/>
                <a:gd name="connsiteY163" fmla="*/ 730289 h 754540"/>
                <a:gd name="connsiteX164" fmla="*/ 251675 w 296450"/>
                <a:gd name="connsiteY164" fmla="*/ 724707 h 754540"/>
                <a:gd name="connsiteX165" fmla="*/ 229928 w 296450"/>
                <a:gd name="connsiteY165" fmla="*/ 694626 h 754540"/>
                <a:gd name="connsiteX166" fmla="*/ 245759 w 296450"/>
                <a:gd name="connsiteY166" fmla="*/ 689626 h 754540"/>
                <a:gd name="connsiteX167" fmla="*/ 255091 w 296450"/>
                <a:gd name="connsiteY167" fmla="*/ 683960 h 754540"/>
                <a:gd name="connsiteX168" fmla="*/ 263841 w 296450"/>
                <a:gd name="connsiteY168" fmla="*/ 697626 h 754540"/>
                <a:gd name="connsiteX169" fmla="*/ 266091 w 296450"/>
                <a:gd name="connsiteY169" fmla="*/ 696209 h 754540"/>
                <a:gd name="connsiteX170" fmla="*/ 258092 w 296450"/>
                <a:gd name="connsiteY170" fmla="*/ 681794 h 754540"/>
                <a:gd name="connsiteX171" fmla="*/ 269590 w 296450"/>
                <a:gd name="connsiteY171" fmla="*/ 670545 h 754540"/>
                <a:gd name="connsiteX172" fmla="*/ 266590 w 296450"/>
                <a:gd name="connsiteY172" fmla="*/ 667795 h 754540"/>
                <a:gd name="connsiteX173" fmla="*/ 255425 w 296450"/>
                <a:gd name="connsiteY173" fmla="*/ 676378 h 754540"/>
                <a:gd name="connsiteX174" fmla="*/ 236094 w 296450"/>
                <a:gd name="connsiteY174" fmla="*/ 633215 h 754540"/>
                <a:gd name="connsiteX175" fmla="*/ 256258 w 296450"/>
                <a:gd name="connsiteY175" fmla="*/ 627549 h 754540"/>
                <a:gd name="connsiteX176" fmla="*/ 276840 w 296450"/>
                <a:gd name="connsiteY176" fmla="*/ 611383 h 754540"/>
                <a:gd name="connsiteX177" fmla="*/ 276423 w 296450"/>
                <a:gd name="connsiteY177" fmla="*/ 625716 h 754540"/>
                <a:gd name="connsiteX178" fmla="*/ 276423 w 296450"/>
                <a:gd name="connsiteY178" fmla="*/ 625716 h 754540"/>
                <a:gd name="connsiteX179" fmla="*/ 277006 w 296450"/>
                <a:gd name="connsiteY179" fmla="*/ 600051 h 754540"/>
                <a:gd name="connsiteX180" fmla="*/ 266757 w 296450"/>
                <a:gd name="connsiteY180" fmla="*/ 610050 h 754540"/>
                <a:gd name="connsiteX181" fmla="*/ 257424 w 296450"/>
                <a:gd name="connsiteY181" fmla="*/ 584220 h 754540"/>
                <a:gd name="connsiteX182" fmla="*/ 254425 w 296450"/>
                <a:gd name="connsiteY182" fmla="*/ 577720 h 754540"/>
                <a:gd name="connsiteX183" fmla="*/ 267174 w 296450"/>
                <a:gd name="connsiteY183" fmla="*/ 564721 h 754540"/>
                <a:gd name="connsiteX184" fmla="*/ 264507 w 296450"/>
                <a:gd name="connsiteY184" fmla="*/ 561555 h 754540"/>
                <a:gd name="connsiteX185" fmla="*/ 251092 w 296450"/>
                <a:gd name="connsiteY185" fmla="*/ 570387 h 754540"/>
                <a:gd name="connsiteX186" fmla="*/ 239676 w 296450"/>
                <a:gd name="connsiteY186" fmla="*/ 545306 h 754540"/>
                <a:gd name="connsiteX187" fmla="*/ 233011 w 296450"/>
                <a:gd name="connsiteY187" fmla="*/ 532224 h 754540"/>
                <a:gd name="connsiteX188" fmla="*/ 244510 w 296450"/>
                <a:gd name="connsiteY188" fmla="*/ 523391 h 754540"/>
                <a:gd name="connsiteX189" fmla="*/ 280256 w 296450"/>
                <a:gd name="connsiteY189" fmla="*/ 488895 h 754540"/>
                <a:gd name="connsiteX190" fmla="*/ 277006 w 296450"/>
                <a:gd name="connsiteY190" fmla="*/ 600051 h 754540"/>
                <a:gd name="connsiteX191" fmla="*/ 277006 w 296450"/>
                <a:gd name="connsiteY191" fmla="*/ 600051 h 754540"/>
                <a:gd name="connsiteX192" fmla="*/ 277089 w 296450"/>
                <a:gd name="connsiteY192" fmla="*/ 312660 h 754540"/>
                <a:gd name="connsiteX193" fmla="*/ 279339 w 296450"/>
                <a:gd name="connsiteY193" fmla="*/ 357573 h 754540"/>
                <a:gd name="connsiteX194" fmla="*/ 280506 w 296450"/>
                <a:gd name="connsiteY194" fmla="*/ 435483 h 754540"/>
                <a:gd name="connsiteX195" fmla="*/ 256425 w 296450"/>
                <a:gd name="connsiteY195" fmla="*/ 392153 h 754540"/>
                <a:gd name="connsiteX196" fmla="*/ 256009 w 296450"/>
                <a:gd name="connsiteY196" fmla="*/ 392403 h 754540"/>
                <a:gd name="connsiteX197" fmla="*/ 276673 w 296450"/>
                <a:gd name="connsiteY197" fmla="*/ 437566 h 754540"/>
                <a:gd name="connsiteX198" fmla="*/ 280506 w 296450"/>
                <a:gd name="connsiteY198" fmla="*/ 437316 h 754540"/>
                <a:gd name="connsiteX199" fmla="*/ 280589 w 296450"/>
                <a:gd name="connsiteY199" fmla="*/ 445732 h 754540"/>
                <a:gd name="connsiteX200" fmla="*/ 280506 w 296450"/>
                <a:gd name="connsiteY200" fmla="*/ 477896 h 754540"/>
                <a:gd name="connsiteX201" fmla="*/ 267673 w 296450"/>
                <a:gd name="connsiteY201" fmla="*/ 488311 h 754540"/>
                <a:gd name="connsiteX202" fmla="*/ 253008 w 296450"/>
                <a:gd name="connsiteY202" fmla="*/ 453648 h 754540"/>
                <a:gd name="connsiteX203" fmla="*/ 268923 w 296450"/>
                <a:gd name="connsiteY203" fmla="*/ 432316 h 754540"/>
                <a:gd name="connsiteX204" fmla="*/ 267007 w 296450"/>
                <a:gd name="connsiteY204" fmla="*/ 430983 h 754540"/>
                <a:gd name="connsiteX205" fmla="*/ 250008 w 296450"/>
                <a:gd name="connsiteY205" fmla="*/ 448065 h 754540"/>
                <a:gd name="connsiteX206" fmla="*/ 245842 w 296450"/>
                <a:gd name="connsiteY206" fmla="*/ 440483 h 754540"/>
                <a:gd name="connsiteX207" fmla="*/ 233343 w 296450"/>
                <a:gd name="connsiteY207" fmla="*/ 417318 h 754540"/>
                <a:gd name="connsiteX208" fmla="*/ 240176 w 296450"/>
                <a:gd name="connsiteY208" fmla="*/ 410068 h 754540"/>
                <a:gd name="connsiteX209" fmla="*/ 238509 w 296450"/>
                <a:gd name="connsiteY209" fmla="*/ 407485 h 754540"/>
                <a:gd name="connsiteX210" fmla="*/ 230177 w 296450"/>
                <a:gd name="connsiteY210" fmla="*/ 411568 h 754540"/>
                <a:gd name="connsiteX211" fmla="*/ 214095 w 296450"/>
                <a:gd name="connsiteY211" fmla="*/ 381904 h 754540"/>
                <a:gd name="connsiteX212" fmla="*/ 239343 w 296450"/>
                <a:gd name="connsiteY212" fmla="*/ 363489 h 754540"/>
                <a:gd name="connsiteX213" fmla="*/ 236259 w 296450"/>
                <a:gd name="connsiteY213" fmla="*/ 359823 h 754540"/>
                <a:gd name="connsiteX214" fmla="*/ 213096 w 296450"/>
                <a:gd name="connsiteY214" fmla="*/ 380071 h 754540"/>
                <a:gd name="connsiteX215" fmla="*/ 211845 w 296450"/>
                <a:gd name="connsiteY215" fmla="*/ 377655 h 754540"/>
                <a:gd name="connsiteX216" fmla="*/ 211096 w 296450"/>
                <a:gd name="connsiteY216" fmla="*/ 377988 h 754540"/>
                <a:gd name="connsiteX217" fmla="*/ 212345 w 296450"/>
                <a:gd name="connsiteY217" fmla="*/ 380821 h 754540"/>
                <a:gd name="connsiteX218" fmla="*/ 211512 w 296450"/>
                <a:gd name="connsiteY218" fmla="*/ 381655 h 754540"/>
                <a:gd name="connsiteX219" fmla="*/ 212845 w 296450"/>
                <a:gd name="connsiteY219" fmla="*/ 382904 h 754540"/>
                <a:gd name="connsiteX220" fmla="*/ 213096 w 296450"/>
                <a:gd name="connsiteY220" fmla="*/ 382737 h 754540"/>
                <a:gd name="connsiteX221" fmla="*/ 226594 w 296450"/>
                <a:gd name="connsiteY221" fmla="*/ 414151 h 754540"/>
                <a:gd name="connsiteX222" fmla="*/ 222678 w 296450"/>
                <a:gd name="connsiteY222" fmla="*/ 417068 h 754540"/>
                <a:gd name="connsiteX223" fmla="*/ 213179 w 296450"/>
                <a:gd name="connsiteY223" fmla="*/ 423567 h 754540"/>
                <a:gd name="connsiteX224" fmla="*/ 213096 w 296450"/>
                <a:gd name="connsiteY224" fmla="*/ 422651 h 754540"/>
                <a:gd name="connsiteX225" fmla="*/ 200096 w 296450"/>
                <a:gd name="connsiteY225" fmla="*/ 382737 h 754540"/>
                <a:gd name="connsiteX226" fmla="*/ 190014 w 296450"/>
                <a:gd name="connsiteY226" fmla="*/ 354240 h 754540"/>
                <a:gd name="connsiteX227" fmla="*/ 195264 w 296450"/>
                <a:gd name="connsiteY227" fmla="*/ 334825 h 754540"/>
                <a:gd name="connsiteX228" fmla="*/ 221512 w 296450"/>
                <a:gd name="connsiteY228" fmla="*/ 344658 h 754540"/>
                <a:gd name="connsiteX229" fmla="*/ 235343 w 296450"/>
                <a:gd name="connsiteY229" fmla="*/ 341741 h 754540"/>
                <a:gd name="connsiteX230" fmla="*/ 241926 w 296450"/>
                <a:gd name="connsiteY230" fmla="*/ 367739 h 754540"/>
                <a:gd name="connsiteX231" fmla="*/ 247342 w 296450"/>
                <a:gd name="connsiteY231" fmla="*/ 387321 h 754540"/>
                <a:gd name="connsiteX232" fmla="*/ 254091 w 296450"/>
                <a:gd name="connsiteY232" fmla="*/ 388820 h 754540"/>
                <a:gd name="connsiteX233" fmla="*/ 266590 w 296450"/>
                <a:gd name="connsiteY233" fmla="*/ 349824 h 754540"/>
                <a:gd name="connsiteX234" fmla="*/ 262841 w 296450"/>
                <a:gd name="connsiteY234" fmla="*/ 324576 h 754540"/>
                <a:gd name="connsiteX235" fmla="*/ 273423 w 296450"/>
                <a:gd name="connsiteY235" fmla="*/ 283247 h 754540"/>
                <a:gd name="connsiteX236" fmla="*/ 275590 w 296450"/>
                <a:gd name="connsiteY236" fmla="*/ 280497 h 754540"/>
                <a:gd name="connsiteX237" fmla="*/ 277089 w 296450"/>
                <a:gd name="connsiteY237" fmla="*/ 312660 h 754540"/>
                <a:gd name="connsiteX238" fmla="*/ 277089 w 296450"/>
                <a:gd name="connsiteY238" fmla="*/ 312660 h 754540"/>
                <a:gd name="connsiteX239" fmla="*/ 275923 w 296450"/>
                <a:gd name="connsiteY239" fmla="*/ 208587 h 754540"/>
                <a:gd name="connsiteX240" fmla="*/ 273674 w 296450"/>
                <a:gd name="connsiteY240" fmla="*/ 256166 h 754540"/>
                <a:gd name="connsiteX241" fmla="*/ 253759 w 296450"/>
                <a:gd name="connsiteY241" fmla="*/ 292412 h 754540"/>
                <a:gd name="connsiteX242" fmla="*/ 254508 w 296450"/>
                <a:gd name="connsiteY242" fmla="*/ 327076 h 754540"/>
                <a:gd name="connsiteX243" fmla="*/ 252675 w 296450"/>
                <a:gd name="connsiteY243" fmla="*/ 376238 h 754540"/>
                <a:gd name="connsiteX244" fmla="*/ 248758 w 296450"/>
                <a:gd name="connsiteY244" fmla="*/ 346991 h 754540"/>
                <a:gd name="connsiteX245" fmla="*/ 237509 w 296450"/>
                <a:gd name="connsiteY245" fmla="*/ 326743 h 754540"/>
                <a:gd name="connsiteX246" fmla="*/ 224178 w 296450"/>
                <a:gd name="connsiteY246" fmla="*/ 326492 h 754540"/>
                <a:gd name="connsiteX247" fmla="*/ 209013 w 296450"/>
                <a:gd name="connsiteY247" fmla="*/ 331742 h 754540"/>
                <a:gd name="connsiteX248" fmla="*/ 201513 w 296450"/>
                <a:gd name="connsiteY248" fmla="*/ 324076 h 754540"/>
                <a:gd name="connsiteX249" fmla="*/ 201763 w 296450"/>
                <a:gd name="connsiteY249" fmla="*/ 323660 h 754540"/>
                <a:gd name="connsiteX250" fmla="*/ 188430 w 296450"/>
                <a:gd name="connsiteY250" fmla="*/ 229335 h 754540"/>
                <a:gd name="connsiteX251" fmla="*/ 157433 w 296450"/>
                <a:gd name="connsiteY251" fmla="*/ 195171 h 754540"/>
                <a:gd name="connsiteX252" fmla="*/ 225261 w 296450"/>
                <a:gd name="connsiteY252" fmla="*/ 146759 h 754540"/>
                <a:gd name="connsiteX253" fmla="*/ 266757 w 296450"/>
                <a:gd name="connsiteY253" fmla="*/ 168257 h 754540"/>
                <a:gd name="connsiteX254" fmla="*/ 275923 w 296450"/>
                <a:gd name="connsiteY254" fmla="*/ 208587 h 754540"/>
                <a:gd name="connsiteX255" fmla="*/ 275923 w 296450"/>
                <a:gd name="connsiteY255" fmla="*/ 208587 h 754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Lst>
              <a:rect l="l" t="t" r="r" b="b"/>
              <a:pathLst>
                <a:path w="296450" h="754540">
                  <a:moveTo>
                    <a:pt x="220178" y="134426"/>
                  </a:moveTo>
                  <a:cubicBezTo>
                    <a:pt x="226094" y="107512"/>
                    <a:pt x="232343" y="80515"/>
                    <a:pt x="236927" y="53351"/>
                  </a:cubicBezTo>
                  <a:cubicBezTo>
                    <a:pt x="238593" y="43351"/>
                    <a:pt x="244259" y="24353"/>
                    <a:pt x="239926" y="14438"/>
                  </a:cubicBezTo>
                  <a:cubicBezTo>
                    <a:pt x="235927" y="5188"/>
                    <a:pt x="223428" y="6855"/>
                    <a:pt x="215095" y="4938"/>
                  </a:cubicBezTo>
                  <a:cubicBezTo>
                    <a:pt x="207846" y="3272"/>
                    <a:pt x="197013" y="-4394"/>
                    <a:pt x="191431" y="3522"/>
                  </a:cubicBezTo>
                  <a:cubicBezTo>
                    <a:pt x="189764" y="5938"/>
                    <a:pt x="190014" y="9021"/>
                    <a:pt x="189764" y="11854"/>
                  </a:cubicBezTo>
                  <a:cubicBezTo>
                    <a:pt x="188597" y="22687"/>
                    <a:pt x="187848" y="33519"/>
                    <a:pt x="186764" y="44351"/>
                  </a:cubicBezTo>
                  <a:cubicBezTo>
                    <a:pt x="185015" y="61516"/>
                    <a:pt x="182848" y="78681"/>
                    <a:pt x="181682" y="95930"/>
                  </a:cubicBezTo>
                  <a:cubicBezTo>
                    <a:pt x="181348" y="100763"/>
                    <a:pt x="180849" y="106013"/>
                    <a:pt x="180849" y="111179"/>
                  </a:cubicBezTo>
                  <a:cubicBezTo>
                    <a:pt x="170765" y="98263"/>
                    <a:pt x="157517" y="87514"/>
                    <a:pt x="143018" y="80348"/>
                  </a:cubicBezTo>
                  <a:cubicBezTo>
                    <a:pt x="117021" y="67433"/>
                    <a:pt x="88274" y="69349"/>
                    <a:pt x="62609" y="82015"/>
                  </a:cubicBezTo>
                  <a:cubicBezTo>
                    <a:pt x="37111" y="94514"/>
                    <a:pt x="17529" y="122178"/>
                    <a:pt x="13030" y="149842"/>
                  </a:cubicBezTo>
                  <a:cubicBezTo>
                    <a:pt x="9864" y="169257"/>
                    <a:pt x="13030" y="202254"/>
                    <a:pt x="30695" y="215169"/>
                  </a:cubicBezTo>
                  <a:cubicBezTo>
                    <a:pt x="23029" y="222252"/>
                    <a:pt x="16280" y="230418"/>
                    <a:pt x="10947" y="239417"/>
                  </a:cubicBezTo>
                  <a:cubicBezTo>
                    <a:pt x="-5302" y="267164"/>
                    <a:pt x="-1136" y="301078"/>
                    <a:pt x="8447" y="330492"/>
                  </a:cubicBezTo>
                  <a:cubicBezTo>
                    <a:pt x="12697" y="343575"/>
                    <a:pt x="19946" y="357323"/>
                    <a:pt x="31695" y="365072"/>
                  </a:cubicBezTo>
                  <a:cubicBezTo>
                    <a:pt x="41694" y="371739"/>
                    <a:pt x="52527" y="372572"/>
                    <a:pt x="63525" y="374155"/>
                  </a:cubicBezTo>
                  <a:cubicBezTo>
                    <a:pt x="66942" y="386154"/>
                    <a:pt x="73774" y="398569"/>
                    <a:pt x="78858" y="409652"/>
                  </a:cubicBezTo>
                  <a:cubicBezTo>
                    <a:pt x="85690" y="424650"/>
                    <a:pt x="93356" y="439149"/>
                    <a:pt x="100773" y="453814"/>
                  </a:cubicBezTo>
                  <a:cubicBezTo>
                    <a:pt x="114520" y="480895"/>
                    <a:pt x="126103" y="508726"/>
                    <a:pt x="138935" y="536140"/>
                  </a:cubicBezTo>
                  <a:cubicBezTo>
                    <a:pt x="153267" y="566888"/>
                    <a:pt x="167183" y="597385"/>
                    <a:pt x="180682" y="628466"/>
                  </a:cubicBezTo>
                  <a:cubicBezTo>
                    <a:pt x="193181" y="657130"/>
                    <a:pt x="207679" y="685627"/>
                    <a:pt x="224761" y="711791"/>
                  </a:cubicBezTo>
                  <a:cubicBezTo>
                    <a:pt x="233844" y="725873"/>
                    <a:pt x="254258" y="763203"/>
                    <a:pt x="276423" y="752704"/>
                  </a:cubicBezTo>
                  <a:cubicBezTo>
                    <a:pt x="296671" y="743121"/>
                    <a:pt x="292255" y="702209"/>
                    <a:pt x="292422" y="684544"/>
                  </a:cubicBezTo>
                  <a:cubicBezTo>
                    <a:pt x="293005" y="618300"/>
                    <a:pt x="291588" y="551973"/>
                    <a:pt x="292504" y="485728"/>
                  </a:cubicBezTo>
                  <a:cubicBezTo>
                    <a:pt x="293005" y="447815"/>
                    <a:pt x="292838" y="409818"/>
                    <a:pt x="291838" y="371905"/>
                  </a:cubicBezTo>
                  <a:cubicBezTo>
                    <a:pt x="291339" y="353907"/>
                    <a:pt x="291005" y="335908"/>
                    <a:pt x="289922" y="317910"/>
                  </a:cubicBezTo>
                  <a:cubicBezTo>
                    <a:pt x="288922" y="300995"/>
                    <a:pt x="289505" y="283247"/>
                    <a:pt x="285505" y="266664"/>
                  </a:cubicBezTo>
                  <a:cubicBezTo>
                    <a:pt x="291671" y="257082"/>
                    <a:pt x="296171" y="246667"/>
                    <a:pt x="296421" y="234668"/>
                  </a:cubicBezTo>
                  <a:cubicBezTo>
                    <a:pt x="296837" y="216503"/>
                    <a:pt x="292671" y="196171"/>
                    <a:pt x="288338" y="178589"/>
                  </a:cubicBezTo>
                  <a:cubicBezTo>
                    <a:pt x="284089" y="161507"/>
                    <a:pt x="269590" y="150008"/>
                    <a:pt x="256009" y="139843"/>
                  </a:cubicBezTo>
                  <a:cubicBezTo>
                    <a:pt x="245593" y="132094"/>
                    <a:pt x="232594" y="132010"/>
                    <a:pt x="220178" y="134426"/>
                  </a:cubicBezTo>
                  <a:lnTo>
                    <a:pt x="220178" y="134426"/>
                  </a:lnTo>
                  <a:close/>
                  <a:moveTo>
                    <a:pt x="189681" y="112429"/>
                  </a:moveTo>
                  <a:cubicBezTo>
                    <a:pt x="190764" y="99347"/>
                    <a:pt x="192431" y="86264"/>
                    <a:pt x="193431" y="73099"/>
                  </a:cubicBezTo>
                  <a:cubicBezTo>
                    <a:pt x="194431" y="60017"/>
                    <a:pt x="195347" y="47018"/>
                    <a:pt x="196180" y="33936"/>
                  </a:cubicBezTo>
                  <a:cubicBezTo>
                    <a:pt x="196430" y="29853"/>
                    <a:pt x="195014" y="14438"/>
                    <a:pt x="197597" y="11521"/>
                  </a:cubicBezTo>
                  <a:cubicBezTo>
                    <a:pt x="202430" y="6022"/>
                    <a:pt x="207596" y="10771"/>
                    <a:pt x="213428" y="12271"/>
                  </a:cubicBezTo>
                  <a:cubicBezTo>
                    <a:pt x="217345" y="13271"/>
                    <a:pt x="225594" y="12688"/>
                    <a:pt x="228761" y="15104"/>
                  </a:cubicBezTo>
                  <a:cubicBezTo>
                    <a:pt x="235010" y="19853"/>
                    <a:pt x="230927" y="34519"/>
                    <a:pt x="229928" y="40768"/>
                  </a:cubicBezTo>
                  <a:cubicBezTo>
                    <a:pt x="227927" y="53017"/>
                    <a:pt x="225011" y="65016"/>
                    <a:pt x="222345" y="77098"/>
                  </a:cubicBezTo>
                  <a:cubicBezTo>
                    <a:pt x="217928" y="96930"/>
                    <a:pt x="213428" y="117012"/>
                    <a:pt x="210096" y="137010"/>
                  </a:cubicBezTo>
                  <a:cubicBezTo>
                    <a:pt x="206095" y="138343"/>
                    <a:pt x="201763" y="140093"/>
                    <a:pt x="197347" y="142259"/>
                  </a:cubicBezTo>
                  <a:cubicBezTo>
                    <a:pt x="195431" y="135593"/>
                    <a:pt x="192597" y="129260"/>
                    <a:pt x="189181" y="123178"/>
                  </a:cubicBezTo>
                  <a:cubicBezTo>
                    <a:pt x="189597" y="119344"/>
                    <a:pt x="189514" y="115178"/>
                    <a:pt x="189681" y="112429"/>
                  </a:cubicBezTo>
                  <a:lnTo>
                    <a:pt x="189681" y="112429"/>
                  </a:lnTo>
                  <a:close/>
                  <a:moveTo>
                    <a:pt x="27195" y="150592"/>
                  </a:moveTo>
                  <a:cubicBezTo>
                    <a:pt x="31195" y="127261"/>
                    <a:pt x="45693" y="101513"/>
                    <a:pt x="66775" y="89514"/>
                  </a:cubicBezTo>
                  <a:cubicBezTo>
                    <a:pt x="89523" y="76598"/>
                    <a:pt x="115854" y="74682"/>
                    <a:pt x="138435" y="88764"/>
                  </a:cubicBezTo>
                  <a:cubicBezTo>
                    <a:pt x="160266" y="102346"/>
                    <a:pt x="178098" y="124844"/>
                    <a:pt x="183515" y="149842"/>
                  </a:cubicBezTo>
                  <a:cubicBezTo>
                    <a:pt x="167433" y="160258"/>
                    <a:pt x="152851" y="174840"/>
                    <a:pt x="150351" y="190588"/>
                  </a:cubicBezTo>
                  <a:cubicBezTo>
                    <a:pt x="137019" y="182672"/>
                    <a:pt x="121686" y="178006"/>
                    <a:pt x="104522" y="177756"/>
                  </a:cubicBezTo>
                  <a:cubicBezTo>
                    <a:pt x="81107" y="177423"/>
                    <a:pt x="58859" y="189338"/>
                    <a:pt x="41861" y="205920"/>
                  </a:cubicBezTo>
                  <a:cubicBezTo>
                    <a:pt x="40111" y="207170"/>
                    <a:pt x="38444" y="208503"/>
                    <a:pt x="36778" y="209836"/>
                  </a:cubicBezTo>
                  <a:cubicBezTo>
                    <a:pt x="30945" y="190255"/>
                    <a:pt x="23613" y="171590"/>
                    <a:pt x="27195" y="150592"/>
                  </a:cubicBezTo>
                  <a:lnTo>
                    <a:pt x="27195" y="150592"/>
                  </a:lnTo>
                  <a:close/>
                  <a:moveTo>
                    <a:pt x="40278" y="353573"/>
                  </a:moveTo>
                  <a:cubicBezTo>
                    <a:pt x="24446" y="343908"/>
                    <a:pt x="20113" y="321826"/>
                    <a:pt x="16363" y="305161"/>
                  </a:cubicBezTo>
                  <a:cubicBezTo>
                    <a:pt x="12697" y="288829"/>
                    <a:pt x="11613" y="269998"/>
                    <a:pt x="17529" y="253999"/>
                  </a:cubicBezTo>
                  <a:cubicBezTo>
                    <a:pt x="24362" y="235501"/>
                    <a:pt x="36861" y="219169"/>
                    <a:pt x="52527" y="207170"/>
                  </a:cubicBezTo>
                  <a:cubicBezTo>
                    <a:pt x="67525" y="196921"/>
                    <a:pt x="85273" y="190505"/>
                    <a:pt x="103021" y="190755"/>
                  </a:cubicBezTo>
                  <a:cubicBezTo>
                    <a:pt x="133769" y="191171"/>
                    <a:pt x="161017" y="207170"/>
                    <a:pt x="178348" y="232085"/>
                  </a:cubicBezTo>
                  <a:cubicBezTo>
                    <a:pt x="187764" y="245667"/>
                    <a:pt x="193347" y="260749"/>
                    <a:pt x="196264" y="276914"/>
                  </a:cubicBezTo>
                  <a:cubicBezTo>
                    <a:pt x="197430" y="283413"/>
                    <a:pt x="199180" y="290913"/>
                    <a:pt x="198930" y="297579"/>
                  </a:cubicBezTo>
                  <a:cubicBezTo>
                    <a:pt x="198514" y="309327"/>
                    <a:pt x="191513" y="317243"/>
                    <a:pt x="185598" y="326492"/>
                  </a:cubicBezTo>
                  <a:cubicBezTo>
                    <a:pt x="173182" y="345907"/>
                    <a:pt x="175265" y="364739"/>
                    <a:pt x="184598" y="385154"/>
                  </a:cubicBezTo>
                  <a:cubicBezTo>
                    <a:pt x="190181" y="397319"/>
                    <a:pt x="196097" y="409485"/>
                    <a:pt x="197347" y="422984"/>
                  </a:cubicBezTo>
                  <a:cubicBezTo>
                    <a:pt x="197681" y="426734"/>
                    <a:pt x="198597" y="439399"/>
                    <a:pt x="194763" y="442066"/>
                  </a:cubicBezTo>
                  <a:cubicBezTo>
                    <a:pt x="186264" y="447982"/>
                    <a:pt x="178682" y="430816"/>
                    <a:pt x="176182" y="425817"/>
                  </a:cubicBezTo>
                  <a:cubicBezTo>
                    <a:pt x="171682" y="416485"/>
                    <a:pt x="164017" y="382987"/>
                    <a:pt x="148767" y="385654"/>
                  </a:cubicBezTo>
                  <a:cubicBezTo>
                    <a:pt x="140185" y="387154"/>
                    <a:pt x="137518" y="398153"/>
                    <a:pt x="131352" y="402902"/>
                  </a:cubicBezTo>
                  <a:cubicBezTo>
                    <a:pt x="108354" y="420651"/>
                    <a:pt x="105438" y="388654"/>
                    <a:pt x="97022" y="375571"/>
                  </a:cubicBezTo>
                  <a:cubicBezTo>
                    <a:pt x="84190" y="355490"/>
                    <a:pt x="58192" y="364489"/>
                    <a:pt x="40278" y="353573"/>
                  </a:cubicBezTo>
                  <a:lnTo>
                    <a:pt x="40278" y="353573"/>
                  </a:lnTo>
                  <a:close/>
                  <a:moveTo>
                    <a:pt x="227761" y="535724"/>
                  </a:moveTo>
                  <a:cubicBezTo>
                    <a:pt x="229594" y="539890"/>
                    <a:pt x="231510" y="544140"/>
                    <a:pt x="233343" y="548306"/>
                  </a:cubicBezTo>
                  <a:cubicBezTo>
                    <a:pt x="237093" y="557222"/>
                    <a:pt x="240676" y="566221"/>
                    <a:pt x="244510" y="575053"/>
                  </a:cubicBezTo>
                  <a:cubicBezTo>
                    <a:pt x="235843" y="581219"/>
                    <a:pt x="227177" y="587303"/>
                    <a:pt x="218012" y="592052"/>
                  </a:cubicBezTo>
                  <a:cubicBezTo>
                    <a:pt x="214012" y="583053"/>
                    <a:pt x="210013" y="574054"/>
                    <a:pt x="205763" y="565221"/>
                  </a:cubicBezTo>
                  <a:cubicBezTo>
                    <a:pt x="203179" y="559722"/>
                    <a:pt x="200430" y="554305"/>
                    <a:pt x="197597" y="548889"/>
                  </a:cubicBezTo>
                  <a:cubicBezTo>
                    <a:pt x="208512" y="545640"/>
                    <a:pt x="218345" y="541473"/>
                    <a:pt x="227761" y="535724"/>
                  </a:cubicBezTo>
                  <a:lnTo>
                    <a:pt x="227761" y="535724"/>
                  </a:lnTo>
                  <a:close/>
                  <a:moveTo>
                    <a:pt x="196514" y="546806"/>
                  </a:moveTo>
                  <a:cubicBezTo>
                    <a:pt x="190014" y="534557"/>
                    <a:pt x="183181" y="522475"/>
                    <a:pt x="176265" y="510392"/>
                  </a:cubicBezTo>
                  <a:cubicBezTo>
                    <a:pt x="186764" y="505976"/>
                    <a:pt x="196763" y="500394"/>
                    <a:pt x="206013" y="495061"/>
                  </a:cubicBezTo>
                  <a:cubicBezTo>
                    <a:pt x="206679" y="494727"/>
                    <a:pt x="207262" y="494311"/>
                    <a:pt x="207846" y="493894"/>
                  </a:cubicBezTo>
                  <a:cubicBezTo>
                    <a:pt x="213678" y="505393"/>
                    <a:pt x="219345" y="517059"/>
                    <a:pt x="224761" y="528808"/>
                  </a:cubicBezTo>
                  <a:cubicBezTo>
                    <a:pt x="216012" y="535807"/>
                    <a:pt x="206763" y="541890"/>
                    <a:pt x="196514" y="546806"/>
                  </a:cubicBezTo>
                  <a:lnTo>
                    <a:pt x="196514" y="546806"/>
                  </a:lnTo>
                  <a:close/>
                  <a:moveTo>
                    <a:pt x="248092" y="583220"/>
                  </a:moveTo>
                  <a:cubicBezTo>
                    <a:pt x="252509" y="592969"/>
                    <a:pt x="257508" y="602468"/>
                    <a:pt x="263591" y="611300"/>
                  </a:cubicBezTo>
                  <a:cubicBezTo>
                    <a:pt x="263841" y="611717"/>
                    <a:pt x="264258" y="611883"/>
                    <a:pt x="264674" y="611967"/>
                  </a:cubicBezTo>
                  <a:cubicBezTo>
                    <a:pt x="261424" y="615050"/>
                    <a:pt x="258092" y="618050"/>
                    <a:pt x="254425" y="620799"/>
                  </a:cubicBezTo>
                  <a:cubicBezTo>
                    <a:pt x="248342" y="625299"/>
                    <a:pt x="241676" y="628299"/>
                    <a:pt x="234593" y="630298"/>
                  </a:cubicBezTo>
                  <a:cubicBezTo>
                    <a:pt x="234260" y="629549"/>
                    <a:pt x="233927" y="628715"/>
                    <a:pt x="233593" y="627882"/>
                  </a:cubicBezTo>
                  <a:cubicBezTo>
                    <a:pt x="229511" y="618550"/>
                    <a:pt x="225511" y="609134"/>
                    <a:pt x="221345" y="599718"/>
                  </a:cubicBezTo>
                  <a:cubicBezTo>
                    <a:pt x="230927" y="595801"/>
                    <a:pt x="239926" y="589969"/>
                    <a:pt x="248092" y="583220"/>
                  </a:cubicBezTo>
                  <a:lnTo>
                    <a:pt x="248092" y="583220"/>
                  </a:lnTo>
                  <a:close/>
                  <a:moveTo>
                    <a:pt x="229344" y="525141"/>
                  </a:moveTo>
                  <a:cubicBezTo>
                    <a:pt x="223344" y="514059"/>
                    <a:pt x="216928" y="503227"/>
                    <a:pt x="210345" y="492478"/>
                  </a:cubicBezTo>
                  <a:cubicBezTo>
                    <a:pt x="223927" y="483978"/>
                    <a:pt x="235593" y="473313"/>
                    <a:pt x="246092" y="461480"/>
                  </a:cubicBezTo>
                  <a:cubicBezTo>
                    <a:pt x="250342" y="472896"/>
                    <a:pt x="254758" y="484311"/>
                    <a:pt x="260758" y="494561"/>
                  </a:cubicBezTo>
                  <a:cubicBezTo>
                    <a:pt x="255425" y="499894"/>
                    <a:pt x="250342" y="505310"/>
                    <a:pt x="245092" y="510476"/>
                  </a:cubicBezTo>
                  <a:cubicBezTo>
                    <a:pt x="240010" y="515809"/>
                    <a:pt x="234760" y="520642"/>
                    <a:pt x="229344" y="525141"/>
                  </a:cubicBezTo>
                  <a:lnTo>
                    <a:pt x="229344" y="525141"/>
                  </a:lnTo>
                  <a:close/>
                  <a:moveTo>
                    <a:pt x="205346" y="484645"/>
                  </a:moveTo>
                  <a:cubicBezTo>
                    <a:pt x="202763" y="480645"/>
                    <a:pt x="200180" y="476562"/>
                    <a:pt x="197597" y="472563"/>
                  </a:cubicBezTo>
                  <a:cubicBezTo>
                    <a:pt x="197263" y="472146"/>
                    <a:pt x="196680" y="472563"/>
                    <a:pt x="196930" y="472979"/>
                  </a:cubicBezTo>
                  <a:cubicBezTo>
                    <a:pt x="199180" y="477146"/>
                    <a:pt x="201346" y="481395"/>
                    <a:pt x="203596" y="485645"/>
                  </a:cubicBezTo>
                  <a:cubicBezTo>
                    <a:pt x="193014" y="491811"/>
                    <a:pt x="182264" y="497144"/>
                    <a:pt x="171349" y="501727"/>
                  </a:cubicBezTo>
                  <a:cubicBezTo>
                    <a:pt x="165100" y="490728"/>
                    <a:pt x="158850" y="479729"/>
                    <a:pt x="153017" y="468563"/>
                  </a:cubicBezTo>
                  <a:cubicBezTo>
                    <a:pt x="162933" y="465230"/>
                    <a:pt x="172599" y="460064"/>
                    <a:pt x="180098" y="453898"/>
                  </a:cubicBezTo>
                  <a:cubicBezTo>
                    <a:pt x="198013" y="469813"/>
                    <a:pt x="210929" y="449398"/>
                    <a:pt x="213012" y="430733"/>
                  </a:cubicBezTo>
                  <a:cubicBezTo>
                    <a:pt x="217262" y="429483"/>
                    <a:pt x="221512" y="426567"/>
                    <a:pt x="224678" y="424400"/>
                  </a:cubicBezTo>
                  <a:cubicBezTo>
                    <a:pt x="226428" y="423234"/>
                    <a:pt x="228010" y="421984"/>
                    <a:pt x="229511" y="420651"/>
                  </a:cubicBezTo>
                  <a:cubicBezTo>
                    <a:pt x="232427" y="427484"/>
                    <a:pt x="235343" y="434316"/>
                    <a:pt x="238260" y="441149"/>
                  </a:cubicBezTo>
                  <a:cubicBezTo>
                    <a:pt x="240093" y="445398"/>
                    <a:pt x="241759" y="449815"/>
                    <a:pt x="243510" y="454314"/>
                  </a:cubicBezTo>
                  <a:cubicBezTo>
                    <a:pt x="231760" y="465647"/>
                    <a:pt x="219512" y="476229"/>
                    <a:pt x="205346" y="484645"/>
                  </a:cubicBezTo>
                  <a:lnTo>
                    <a:pt x="205346" y="484645"/>
                  </a:lnTo>
                  <a:close/>
                  <a:moveTo>
                    <a:pt x="113021" y="452898"/>
                  </a:moveTo>
                  <a:cubicBezTo>
                    <a:pt x="104772" y="436982"/>
                    <a:pt x="95939" y="421317"/>
                    <a:pt x="87940" y="405319"/>
                  </a:cubicBezTo>
                  <a:cubicBezTo>
                    <a:pt x="84607" y="398569"/>
                    <a:pt x="81857" y="391487"/>
                    <a:pt x="78357" y="384820"/>
                  </a:cubicBezTo>
                  <a:cubicBezTo>
                    <a:pt x="76608" y="381571"/>
                    <a:pt x="74441" y="378654"/>
                    <a:pt x="72275" y="375655"/>
                  </a:cubicBezTo>
                  <a:cubicBezTo>
                    <a:pt x="73857" y="375988"/>
                    <a:pt x="75441" y="376405"/>
                    <a:pt x="77024" y="376905"/>
                  </a:cubicBezTo>
                  <a:cubicBezTo>
                    <a:pt x="95440" y="382404"/>
                    <a:pt x="92106" y="404569"/>
                    <a:pt x="106271" y="415068"/>
                  </a:cubicBezTo>
                  <a:cubicBezTo>
                    <a:pt x="114604" y="421234"/>
                    <a:pt x="126770" y="419734"/>
                    <a:pt x="134936" y="413818"/>
                  </a:cubicBezTo>
                  <a:cubicBezTo>
                    <a:pt x="139602" y="410485"/>
                    <a:pt x="141185" y="405486"/>
                    <a:pt x="145185" y="401903"/>
                  </a:cubicBezTo>
                  <a:cubicBezTo>
                    <a:pt x="150685" y="396903"/>
                    <a:pt x="151851" y="396903"/>
                    <a:pt x="156267" y="402986"/>
                  </a:cubicBezTo>
                  <a:cubicBezTo>
                    <a:pt x="157600" y="404819"/>
                    <a:pt x="158684" y="409485"/>
                    <a:pt x="159350" y="411401"/>
                  </a:cubicBezTo>
                  <a:cubicBezTo>
                    <a:pt x="163433" y="423484"/>
                    <a:pt x="166350" y="437066"/>
                    <a:pt x="174015" y="447565"/>
                  </a:cubicBezTo>
                  <a:cubicBezTo>
                    <a:pt x="169266" y="450065"/>
                    <a:pt x="165267" y="454231"/>
                    <a:pt x="160600" y="457064"/>
                  </a:cubicBezTo>
                  <a:cubicBezTo>
                    <a:pt x="157267" y="459064"/>
                    <a:pt x="153768" y="461231"/>
                    <a:pt x="150101" y="463397"/>
                  </a:cubicBezTo>
                  <a:cubicBezTo>
                    <a:pt x="147685" y="458731"/>
                    <a:pt x="145352" y="454065"/>
                    <a:pt x="143102" y="449315"/>
                  </a:cubicBezTo>
                  <a:cubicBezTo>
                    <a:pt x="143018" y="449148"/>
                    <a:pt x="142768" y="449315"/>
                    <a:pt x="142851" y="449481"/>
                  </a:cubicBezTo>
                  <a:cubicBezTo>
                    <a:pt x="145185" y="454148"/>
                    <a:pt x="147518" y="458814"/>
                    <a:pt x="149768" y="463563"/>
                  </a:cubicBezTo>
                  <a:cubicBezTo>
                    <a:pt x="143768" y="466980"/>
                    <a:pt x="137435" y="470146"/>
                    <a:pt x="131352" y="471730"/>
                  </a:cubicBezTo>
                  <a:cubicBezTo>
                    <a:pt x="130853" y="471896"/>
                    <a:pt x="131020" y="472563"/>
                    <a:pt x="131519" y="472563"/>
                  </a:cubicBezTo>
                  <a:cubicBezTo>
                    <a:pt x="138186" y="472646"/>
                    <a:pt x="145352" y="471230"/>
                    <a:pt x="152434" y="468980"/>
                  </a:cubicBezTo>
                  <a:cubicBezTo>
                    <a:pt x="157934" y="480312"/>
                    <a:pt x="163267" y="491644"/>
                    <a:pt x="168516" y="503143"/>
                  </a:cubicBezTo>
                  <a:cubicBezTo>
                    <a:pt x="159767" y="506726"/>
                    <a:pt x="150850" y="509809"/>
                    <a:pt x="141601" y="512393"/>
                  </a:cubicBezTo>
                  <a:cubicBezTo>
                    <a:pt x="132269" y="492228"/>
                    <a:pt x="123103" y="472396"/>
                    <a:pt x="113021" y="452898"/>
                  </a:cubicBezTo>
                  <a:lnTo>
                    <a:pt x="113021" y="452898"/>
                  </a:lnTo>
                  <a:close/>
                  <a:moveTo>
                    <a:pt x="151684" y="534224"/>
                  </a:moveTo>
                  <a:cubicBezTo>
                    <a:pt x="149268" y="528975"/>
                    <a:pt x="146768" y="523725"/>
                    <a:pt x="144352" y="518475"/>
                  </a:cubicBezTo>
                  <a:cubicBezTo>
                    <a:pt x="153851" y="517975"/>
                    <a:pt x="163349" y="515476"/>
                    <a:pt x="172516" y="511976"/>
                  </a:cubicBezTo>
                  <a:cubicBezTo>
                    <a:pt x="181765" y="532474"/>
                    <a:pt x="190764" y="553139"/>
                    <a:pt x="199597" y="573804"/>
                  </a:cubicBezTo>
                  <a:cubicBezTo>
                    <a:pt x="202763" y="581219"/>
                    <a:pt x="206013" y="588636"/>
                    <a:pt x="209345" y="596052"/>
                  </a:cubicBezTo>
                  <a:cubicBezTo>
                    <a:pt x="200680" y="599468"/>
                    <a:pt x="191513" y="601385"/>
                    <a:pt x="181431" y="600718"/>
                  </a:cubicBezTo>
                  <a:cubicBezTo>
                    <a:pt x="171599" y="578470"/>
                    <a:pt x="161850" y="556139"/>
                    <a:pt x="151684" y="534224"/>
                  </a:cubicBezTo>
                  <a:lnTo>
                    <a:pt x="151684" y="534224"/>
                  </a:lnTo>
                  <a:close/>
                  <a:moveTo>
                    <a:pt x="226010" y="688460"/>
                  </a:moveTo>
                  <a:cubicBezTo>
                    <a:pt x="209596" y="661296"/>
                    <a:pt x="195847" y="632465"/>
                    <a:pt x="182848" y="603551"/>
                  </a:cubicBezTo>
                  <a:cubicBezTo>
                    <a:pt x="192930" y="606051"/>
                    <a:pt x="202929" y="605551"/>
                    <a:pt x="212512" y="602884"/>
                  </a:cubicBezTo>
                  <a:cubicBezTo>
                    <a:pt x="217012" y="612717"/>
                    <a:pt x="221595" y="622549"/>
                    <a:pt x="226428" y="632215"/>
                  </a:cubicBezTo>
                  <a:cubicBezTo>
                    <a:pt x="225177" y="632465"/>
                    <a:pt x="223927" y="632632"/>
                    <a:pt x="222678" y="632882"/>
                  </a:cubicBezTo>
                  <a:cubicBezTo>
                    <a:pt x="221928" y="632965"/>
                    <a:pt x="221928" y="634048"/>
                    <a:pt x="222678" y="634048"/>
                  </a:cubicBezTo>
                  <a:cubicBezTo>
                    <a:pt x="224261" y="633965"/>
                    <a:pt x="225761" y="633881"/>
                    <a:pt x="227261" y="633881"/>
                  </a:cubicBezTo>
                  <a:cubicBezTo>
                    <a:pt x="234927" y="649297"/>
                    <a:pt x="243176" y="664462"/>
                    <a:pt x="252008" y="679127"/>
                  </a:cubicBezTo>
                  <a:cubicBezTo>
                    <a:pt x="244592" y="684710"/>
                    <a:pt x="236843" y="689710"/>
                    <a:pt x="227761" y="691376"/>
                  </a:cubicBezTo>
                  <a:cubicBezTo>
                    <a:pt x="227177" y="690377"/>
                    <a:pt x="226594" y="689460"/>
                    <a:pt x="226010" y="688460"/>
                  </a:cubicBezTo>
                  <a:lnTo>
                    <a:pt x="226010" y="688460"/>
                  </a:lnTo>
                  <a:close/>
                  <a:moveTo>
                    <a:pt x="276423" y="625716"/>
                  </a:moveTo>
                  <a:cubicBezTo>
                    <a:pt x="276006" y="653463"/>
                    <a:pt x="276922" y="681377"/>
                    <a:pt x="275423" y="708958"/>
                  </a:cubicBezTo>
                  <a:cubicBezTo>
                    <a:pt x="275090" y="715374"/>
                    <a:pt x="276006" y="724540"/>
                    <a:pt x="272756" y="730289"/>
                  </a:cubicBezTo>
                  <a:cubicBezTo>
                    <a:pt x="265174" y="743622"/>
                    <a:pt x="256758" y="730706"/>
                    <a:pt x="251675" y="724707"/>
                  </a:cubicBezTo>
                  <a:cubicBezTo>
                    <a:pt x="243592" y="715208"/>
                    <a:pt x="236510" y="705125"/>
                    <a:pt x="229928" y="694626"/>
                  </a:cubicBezTo>
                  <a:cubicBezTo>
                    <a:pt x="235260" y="694459"/>
                    <a:pt x="239926" y="692960"/>
                    <a:pt x="245759" y="689626"/>
                  </a:cubicBezTo>
                  <a:cubicBezTo>
                    <a:pt x="248842" y="687877"/>
                    <a:pt x="252008" y="686043"/>
                    <a:pt x="255091" y="683960"/>
                  </a:cubicBezTo>
                  <a:cubicBezTo>
                    <a:pt x="257925" y="688543"/>
                    <a:pt x="260841" y="693126"/>
                    <a:pt x="263841" y="697626"/>
                  </a:cubicBezTo>
                  <a:cubicBezTo>
                    <a:pt x="264757" y="699042"/>
                    <a:pt x="267007" y="697626"/>
                    <a:pt x="266091" y="696209"/>
                  </a:cubicBezTo>
                  <a:cubicBezTo>
                    <a:pt x="263258" y="691543"/>
                    <a:pt x="260674" y="686710"/>
                    <a:pt x="258092" y="681794"/>
                  </a:cubicBezTo>
                  <a:cubicBezTo>
                    <a:pt x="262507" y="678544"/>
                    <a:pt x="266590" y="674878"/>
                    <a:pt x="269590" y="670545"/>
                  </a:cubicBezTo>
                  <a:cubicBezTo>
                    <a:pt x="270840" y="668795"/>
                    <a:pt x="268257" y="666628"/>
                    <a:pt x="266590" y="667795"/>
                  </a:cubicBezTo>
                  <a:cubicBezTo>
                    <a:pt x="262841" y="670545"/>
                    <a:pt x="259092" y="673461"/>
                    <a:pt x="255425" y="676378"/>
                  </a:cubicBezTo>
                  <a:cubicBezTo>
                    <a:pt x="248426" y="662296"/>
                    <a:pt x="242260" y="647630"/>
                    <a:pt x="236094" y="633215"/>
                  </a:cubicBezTo>
                  <a:cubicBezTo>
                    <a:pt x="242926" y="632632"/>
                    <a:pt x="249509" y="631382"/>
                    <a:pt x="256258" y="627549"/>
                  </a:cubicBezTo>
                  <a:cubicBezTo>
                    <a:pt x="263924" y="623216"/>
                    <a:pt x="271007" y="617883"/>
                    <a:pt x="276840" y="611383"/>
                  </a:cubicBezTo>
                  <a:cubicBezTo>
                    <a:pt x="276673" y="616300"/>
                    <a:pt x="276506" y="620966"/>
                    <a:pt x="276423" y="625716"/>
                  </a:cubicBezTo>
                  <a:lnTo>
                    <a:pt x="276423" y="625716"/>
                  </a:lnTo>
                  <a:close/>
                  <a:moveTo>
                    <a:pt x="277006" y="600051"/>
                  </a:moveTo>
                  <a:cubicBezTo>
                    <a:pt x="273507" y="603301"/>
                    <a:pt x="270174" y="606717"/>
                    <a:pt x="266757" y="610050"/>
                  </a:cubicBezTo>
                  <a:cubicBezTo>
                    <a:pt x="265674" y="601134"/>
                    <a:pt x="261341" y="592219"/>
                    <a:pt x="257424" y="584220"/>
                  </a:cubicBezTo>
                  <a:cubicBezTo>
                    <a:pt x="256341" y="582053"/>
                    <a:pt x="255425" y="579886"/>
                    <a:pt x="254425" y="577720"/>
                  </a:cubicBezTo>
                  <a:cubicBezTo>
                    <a:pt x="259008" y="573554"/>
                    <a:pt x="263258" y="569138"/>
                    <a:pt x="267174" y="564721"/>
                  </a:cubicBezTo>
                  <a:cubicBezTo>
                    <a:pt x="268757" y="562971"/>
                    <a:pt x="266507" y="560305"/>
                    <a:pt x="264507" y="561555"/>
                  </a:cubicBezTo>
                  <a:cubicBezTo>
                    <a:pt x="260008" y="564305"/>
                    <a:pt x="255508" y="567304"/>
                    <a:pt x="251092" y="570387"/>
                  </a:cubicBezTo>
                  <a:cubicBezTo>
                    <a:pt x="247342" y="561971"/>
                    <a:pt x="243759" y="553555"/>
                    <a:pt x="239676" y="545306"/>
                  </a:cubicBezTo>
                  <a:cubicBezTo>
                    <a:pt x="237509" y="540890"/>
                    <a:pt x="235260" y="536557"/>
                    <a:pt x="233011" y="532224"/>
                  </a:cubicBezTo>
                  <a:cubicBezTo>
                    <a:pt x="236927" y="529558"/>
                    <a:pt x="240759" y="526641"/>
                    <a:pt x="244510" y="523391"/>
                  </a:cubicBezTo>
                  <a:cubicBezTo>
                    <a:pt x="255758" y="513726"/>
                    <a:pt x="270756" y="502060"/>
                    <a:pt x="280256" y="488895"/>
                  </a:cubicBezTo>
                  <a:cubicBezTo>
                    <a:pt x="279673" y="525974"/>
                    <a:pt x="278006" y="562971"/>
                    <a:pt x="277006" y="600051"/>
                  </a:cubicBezTo>
                  <a:lnTo>
                    <a:pt x="277006" y="600051"/>
                  </a:lnTo>
                  <a:close/>
                  <a:moveTo>
                    <a:pt x="277089" y="312660"/>
                  </a:moveTo>
                  <a:cubicBezTo>
                    <a:pt x="278173" y="327576"/>
                    <a:pt x="278756" y="342575"/>
                    <a:pt x="279339" y="357573"/>
                  </a:cubicBezTo>
                  <a:cubicBezTo>
                    <a:pt x="280339" y="383571"/>
                    <a:pt x="280339" y="409568"/>
                    <a:pt x="280506" y="435483"/>
                  </a:cubicBezTo>
                  <a:cubicBezTo>
                    <a:pt x="274507" y="420234"/>
                    <a:pt x="264008" y="406652"/>
                    <a:pt x="256425" y="392153"/>
                  </a:cubicBezTo>
                  <a:cubicBezTo>
                    <a:pt x="256258" y="391903"/>
                    <a:pt x="255842" y="392070"/>
                    <a:pt x="256009" y="392403"/>
                  </a:cubicBezTo>
                  <a:cubicBezTo>
                    <a:pt x="262091" y="407485"/>
                    <a:pt x="268341" y="423484"/>
                    <a:pt x="276673" y="437566"/>
                  </a:cubicBezTo>
                  <a:cubicBezTo>
                    <a:pt x="277590" y="439149"/>
                    <a:pt x="279840" y="438649"/>
                    <a:pt x="280506" y="437316"/>
                  </a:cubicBezTo>
                  <a:cubicBezTo>
                    <a:pt x="280506" y="440149"/>
                    <a:pt x="280506" y="442899"/>
                    <a:pt x="280589" y="445732"/>
                  </a:cubicBezTo>
                  <a:cubicBezTo>
                    <a:pt x="280673" y="456481"/>
                    <a:pt x="280589" y="467146"/>
                    <a:pt x="280506" y="477896"/>
                  </a:cubicBezTo>
                  <a:cubicBezTo>
                    <a:pt x="276006" y="480979"/>
                    <a:pt x="271756" y="484562"/>
                    <a:pt x="267673" y="488311"/>
                  </a:cubicBezTo>
                  <a:cubicBezTo>
                    <a:pt x="264507" y="476479"/>
                    <a:pt x="258841" y="464730"/>
                    <a:pt x="253008" y="453648"/>
                  </a:cubicBezTo>
                  <a:cubicBezTo>
                    <a:pt x="258591" y="446815"/>
                    <a:pt x="263841" y="439649"/>
                    <a:pt x="268923" y="432316"/>
                  </a:cubicBezTo>
                  <a:cubicBezTo>
                    <a:pt x="269673" y="431150"/>
                    <a:pt x="267924" y="430067"/>
                    <a:pt x="267007" y="430983"/>
                  </a:cubicBezTo>
                  <a:cubicBezTo>
                    <a:pt x="261257" y="436649"/>
                    <a:pt x="255675" y="442399"/>
                    <a:pt x="250008" y="448065"/>
                  </a:cubicBezTo>
                  <a:cubicBezTo>
                    <a:pt x="248592" y="445482"/>
                    <a:pt x="247176" y="442982"/>
                    <a:pt x="245842" y="440483"/>
                  </a:cubicBezTo>
                  <a:cubicBezTo>
                    <a:pt x="241676" y="432733"/>
                    <a:pt x="237509" y="425067"/>
                    <a:pt x="233343" y="417318"/>
                  </a:cubicBezTo>
                  <a:cubicBezTo>
                    <a:pt x="235677" y="414985"/>
                    <a:pt x="237843" y="412568"/>
                    <a:pt x="240176" y="410068"/>
                  </a:cubicBezTo>
                  <a:cubicBezTo>
                    <a:pt x="241260" y="408818"/>
                    <a:pt x="240010" y="407152"/>
                    <a:pt x="238509" y="407485"/>
                  </a:cubicBezTo>
                  <a:cubicBezTo>
                    <a:pt x="235760" y="408152"/>
                    <a:pt x="232927" y="409735"/>
                    <a:pt x="230177" y="411568"/>
                  </a:cubicBezTo>
                  <a:cubicBezTo>
                    <a:pt x="224844" y="401652"/>
                    <a:pt x="219428" y="391737"/>
                    <a:pt x="214095" y="381904"/>
                  </a:cubicBezTo>
                  <a:cubicBezTo>
                    <a:pt x="222094" y="375238"/>
                    <a:pt x="231927" y="371072"/>
                    <a:pt x="239343" y="363489"/>
                  </a:cubicBezTo>
                  <a:cubicBezTo>
                    <a:pt x="241427" y="361406"/>
                    <a:pt x="238593" y="358656"/>
                    <a:pt x="236259" y="359823"/>
                  </a:cubicBezTo>
                  <a:cubicBezTo>
                    <a:pt x="227427" y="364239"/>
                    <a:pt x="220095" y="372905"/>
                    <a:pt x="213096" y="380071"/>
                  </a:cubicBezTo>
                  <a:cubicBezTo>
                    <a:pt x="212679" y="379238"/>
                    <a:pt x="212263" y="378488"/>
                    <a:pt x="211845" y="377655"/>
                  </a:cubicBezTo>
                  <a:cubicBezTo>
                    <a:pt x="211595" y="377238"/>
                    <a:pt x="210929" y="377571"/>
                    <a:pt x="211096" y="377988"/>
                  </a:cubicBezTo>
                  <a:cubicBezTo>
                    <a:pt x="211512" y="378905"/>
                    <a:pt x="211929" y="379904"/>
                    <a:pt x="212345" y="380821"/>
                  </a:cubicBezTo>
                  <a:cubicBezTo>
                    <a:pt x="212096" y="381071"/>
                    <a:pt x="211845" y="381404"/>
                    <a:pt x="211512" y="381655"/>
                  </a:cubicBezTo>
                  <a:cubicBezTo>
                    <a:pt x="210679" y="382488"/>
                    <a:pt x="212012" y="383654"/>
                    <a:pt x="212845" y="382904"/>
                  </a:cubicBezTo>
                  <a:cubicBezTo>
                    <a:pt x="212929" y="382821"/>
                    <a:pt x="213012" y="382737"/>
                    <a:pt x="213096" y="382737"/>
                  </a:cubicBezTo>
                  <a:cubicBezTo>
                    <a:pt x="217594" y="393236"/>
                    <a:pt x="222094" y="403736"/>
                    <a:pt x="226594" y="414151"/>
                  </a:cubicBezTo>
                  <a:cubicBezTo>
                    <a:pt x="225261" y="415151"/>
                    <a:pt x="223927" y="416151"/>
                    <a:pt x="222678" y="417068"/>
                  </a:cubicBezTo>
                  <a:cubicBezTo>
                    <a:pt x="219678" y="419317"/>
                    <a:pt x="216262" y="421317"/>
                    <a:pt x="213179" y="423567"/>
                  </a:cubicBezTo>
                  <a:cubicBezTo>
                    <a:pt x="213179" y="423234"/>
                    <a:pt x="213179" y="422900"/>
                    <a:pt x="213096" y="422651"/>
                  </a:cubicBezTo>
                  <a:cubicBezTo>
                    <a:pt x="211929" y="408152"/>
                    <a:pt x="206429" y="395570"/>
                    <a:pt x="200096" y="382737"/>
                  </a:cubicBezTo>
                  <a:cubicBezTo>
                    <a:pt x="195597" y="373738"/>
                    <a:pt x="190348" y="364572"/>
                    <a:pt x="190014" y="354240"/>
                  </a:cubicBezTo>
                  <a:cubicBezTo>
                    <a:pt x="189764" y="346824"/>
                    <a:pt x="192097" y="340741"/>
                    <a:pt x="195264" y="334825"/>
                  </a:cubicBezTo>
                  <a:cubicBezTo>
                    <a:pt x="202263" y="343491"/>
                    <a:pt x="209345" y="352907"/>
                    <a:pt x="221512" y="344658"/>
                  </a:cubicBezTo>
                  <a:cubicBezTo>
                    <a:pt x="226094" y="341575"/>
                    <a:pt x="229010" y="336158"/>
                    <a:pt x="235343" y="341741"/>
                  </a:cubicBezTo>
                  <a:cubicBezTo>
                    <a:pt x="241176" y="346991"/>
                    <a:pt x="240926" y="360406"/>
                    <a:pt x="241926" y="367739"/>
                  </a:cubicBezTo>
                  <a:cubicBezTo>
                    <a:pt x="242842" y="374322"/>
                    <a:pt x="243093" y="381904"/>
                    <a:pt x="247342" y="387321"/>
                  </a:cubicBezTo>
                  <a:cubicBezTo>
                    <a:pt x="248842" y="389154"/>
                    <a:pt x="251925" y="390653"/>
                    <a:pt x="254091" y="388820"/>
                  </a:cubicBezTo>
                  <a:cubicBezTo>
                    <a:pt x="265674" y="379071"/>
                    <a:pt x="267174" y="364239"/>
                    <a:pt x="266590" y="349824"/>
                  </a:cubicBezTo>
                  <a:cubicBezTo>
                    <a:pt x="266258" y="341074"/>
                    <a:pt x="265174" y="333075"/>
                    <a:pt x="262841" y="324576"/>
                  </a:cubicBezTo>
                  <a:cubicBezTo>
                    <a:pt x="258174" y="307161"/>
                    <a:pt x="262924" y="296412"/>
                    <a:pt x="273423" y="283247"/>
                  </a:cubicBezTo>
                  <a:cubicBezTo>
                    <a:pt x="274173" y="282330"/>
                    <a:pt x="274839" y="281413"/>
                    <a:pt x="275590" y="280497"/>
                  </a:cubicBezTo>
                  <a:cubicBezTo>
                    <a:pt x="276506" y="291162"/>
                    <a:pt x="276340" y="302161"/>
                    <a:pt x="277089" y="312660"/>
                  </a:cubicBezTo>
                  <a:lnTo>
                    <a:pt x="277089" y="312660"/>
                  </a:lnTo>
                  <a:close/>
                  <a:moveTo>
                    <a:pt x="275923" y="208587"/>
                  </a:moveTo>
                  <a:cubicBezTo>
                    <a:pt x="278506" y="224835"/>
                    <a:pt x="280673" y="240750"/>
                    <a:pt x="273674" y="256166"/>
                  </a:cubicBezTo>
                  <a:cubicBezTo>
                    <a:pt x="267924" y="268831"/>
                    <a:pt x="258591" y="279247"/>
                    <a:pt x="253759" y="292412"/>
                  </a:cubicBezTo>
                  <a:cubicBezTo>
                    <a:pt x="249175" y="304911"/>
                    <a:pt x="250841" y="314660"/>
                    <a:pt x="254508" y="327076"/>
                  </a:cubicBezTo>
                  <a:cubicBezTo>
                    <a:pt x="258258" y="339908"/>
                    <a:pt x="261175" y="363489"/>
                    <a:pt x="252675" y="376238"/>
                  </a:cubicBezTo>
                  <a:cubicBezTo>
                    <a:pt x="249842" y="367406"/>
                    <a:pt x="251175" y="355407"/>
                    <a:pt x="248758" y="346991"/>
                  </a:cubicBezTo>
                  <a:cubicBezTo>
                    <a:pt x="246842" y="340408"/>
                    <a:pt x="243510" y="330576"/>
                    <a:pt x="237509" y="326743"/>
                  </a:cubicBezTo>
                  <a:cubicBezTo>
                    <a:pt x="233176" y="323993"/>
                    <a:pt x="228677" y="324326"/>
                    <a:pt x="224178" y="326492"/>
                  </a:cubicBezTo>
                  <a:cubicBezTo>
                    <a:pt x="219095" y="328909"/>
                    <a:pt x="216345" y="335159"/>
                    <a:pt x="209013" y="331742"/>
                  </a:cubicBezTo>
                  <a:cubicBezTo>
                    <a:pt x="207346" y="330992"/>
                    <a:pt x="204012" y="326909"/>
                    <a:pt x="201513" y="324076"/>
                  </a:cubicBezTo>
                  <a:cubicBezTo>
                    <a:pt x="201597" y="323909"/>
                    <a:pt x="201680" y="323826"/>
                    <a:pt x="201763" y="323660"/>
                  </a:cubicBezTo>
                  <a:cubicBezTo>
                    <a:pt x="218678" y="294579"/>
                    <a:pt x="204763" y="256082"/>
                    <a:pt x="188430" y="229335"/>
                  </a:cubicBezTo>
                  <a:cubicBezTo>
                    <a:pt x="180014" y="215586"/>
                    <a:pt x="169682" y="203920"/>
                    <a:pt x="157433" y="195171"/>
                  </a:cubicBezTo>
                  <a:cubicBezTo>
                    <a:pt x="173432" y="172090"/>
                    <a:pt x="196430" y="150425"/>
                    <a:pt x="225261" y="146759"/>
                  </a:cubicBezTo>
                  <a:cubicBezTo>
                    <a:pt x="243510" y="144426"/>
                    <a:pt x="256009" y="154175"/>
                    <a:pt x="266757" y="168257"/>
                  </a:cubicBezTo>
                  <a:cubicBezTo>
                    <a:pt x="275590" y="179756"/>
                    <a:pt x="273674" y="194754"/>
                    <a:pt x="275923" y="208587"/>
                  </a:cubicBezTo>
                  <a:lnTo>
                    <a:pt x="275923" y="208587"/>
                  </a:lnTo>
                  <a:close/>
                </a:path>
              </a:pathLst>
            </a:custGeom>
            <a:grpFill/>
            <a:ln w="8332" cap="flat">
              <a:noFill/>
              <a:prstDash val="solid"/>
              <a:miter/>
            </a:ln>
          </p:spPr>
          <p:txBody>
            <a:bodyPr rtlCol="0" anchor="ctr"/>
            <a:lstStyle/>
            <a:p>
              <a:endParaRPr lang="en-US"/>
            </a:p>
          </p:txBody>
        </p:sp>
        <p:sp>
          <p:nvSpPr>
            <p:cNvPr id="2457" name="Freeform: Shape 2456"/>
            <p:cNvSpPr/>
            <p:nvPr/>
          </p:nvSpPr>
          <p:spPr>
            <a:xfrm>
              <a:off x="10265580" y="4479576"/>
              <a:ext cx="507919" cy="632735"/>
            </a:xfrm>
            <a:custGeom>
              <a:avLst/>
              <a:gdLst>
                <a:gd name="connsiteX0" fmla="*/ 408646 w 507919"/>
                <a:gd name="connsiteY0" fmla="*/ 152350 h 632735"/>
                <a:gd name="connsiteX1" fmla="*/ 477641 w 507919"/>
                <a:gd name="connsiteY1" fmla="*/ 106354 h 632735"/>
                <a:gd name="connsiteX2" fmla="*/ 507137 w 507919"/>
                <a:gd name="connsiteY2" fmla="*/ 80774 h 632735"/>
                <a:gd name="connsiteX3" fmla="*/ 496055 w 507919"/>
                <a:gd name="connsiteY3" fmla="*/ 56526 h 632735"/>
                <a:gd name="connsiteX4" fmla="*/ 480223 w 507919"/>
                <a:gd name="connsiteY4" fmla="*/ 38944 h 632735"/>
                <a:gd name="connsiteX5" fmla="*/ 473141 w 507919"/>
                <a:gd name="connsiteY5" fmla="*/ 43694 h 632735"/>
                <a:gd name="connsiteX6" fmla="*/ 448143 w 507919"/>
                <a:gd name="connsiteY6" fmla="*/ 64691 h 632735"/>
                <a:gd name="connsiteX7" fmla="*/ 408313 w 507919"/>
                <a:gd name="connsiteY7" fmla="*/ 97855 h 632735"/>
                <a:gd name="connsiteX8" fmla="*/ 397064 w 507919"/>
                <a:gd name="connsiteY8" fmla="*/ 108104 h 632735"/>
                <a:gd name="connsiteX9" fmla="*/ 391815 w 507919"/>
                <a:gd name="connsiteY9" fmla="*/ 59525 h 632735"/>
                <a:gd name="connsiteX10" fmla="*/ 333403 w 507919"/>
                <a:gd name="connsiteY10" fmla="*/ 4197 h 632735"/>
                <a:gd name="connsiteX11" fmla="*/ 250411 w 507919"/>
                <a:gd name="connsiteY11" fmla="*/ 17696 h 632735"/>
                <a:gd name="connsiteX12" fmla="*/ 217080 w 507919"/>
                <a:gd name="connsiteY12" fmla="*/ 76690 h 632735"/>
                <a:gd name="connsiteX13" fmla="*/ 186000 w 507919"/>
                <a:gd name="connsiteY13" fmla="*/ 80107 h 632735"/>
                <a:gd name="connsiteX14" fmla="*/ 120173 w 507919"/>
                <a:gd name="connsiteY14" fmla="*/ 143101 h 632735"/>
                <a:gd name="connsiteX15" fmla="*/ 112423 w 507919"/>
                <a:gd name="connsiteY15" fmla="*/ 184014 h 632735"/>
                <a:gd name="connsiteX16" fmla="*/ 128672 w 507919"/>
                <a:gd name="connsiteY16" fmla="*/ 212845 h 632735"/>
                <a:gd name="connsiteX17" fmla="*/ 114589 w 507919"/>
                <a:gd name="connsiteY17" fmla="*/ 248842 h 632735"/>
                <a:gd name="connsiteX18" fmla="*/ 99174 w 507919"/>
                <a:gd name="connsiteY18" fmla="*/ 295671 h 632735"/>
                <a:gd name="connsiteX19" fmla="*/ 68510 w 507919"/>
                <a:gd name="connsiteY19" fmla="*/ 381080 h 632735"/>
                <a:gd name="connsiteX20" fmla="*/ 33263 w 507919"/>
                <a:gd name="connsiteY20" fmla="*/ 476071 h 632735"/>
                <a:gd name="connsiteX21" fmla="*/ 6016 w 507919"/>
                <a:gd name="connsiteY21" fmla="*/ 566313 h 632735"/>
                <a:gd name="connsiteX22" fmla="*/ 14015 w 507919"/>
                <a:gd name="connsiteY22" fmla="*/ 631641 h 632735"/>
                <a:gd name="connsiteX23" fmla="*/ 73343 w 507919"/>
                <a:gd name="connsiteY23" fmla="*/ 594310 h 632735"/>
                <a:gd name="connsiteX24" fmla="*/ 213248 w 507919"/>
                <a:gd name="connsiteY24" fmla="*/ 452907 h 632735"/>
                <a:gd name="connsiteX25" fmla="*/ 292823 w 507919"/>
                <a:gd name="connsiteY25" fmla="*/ 371414 h 632735"/>
                <a:gd name="connsiteX26" fmla="*/ 329404 w 507919"/>
                <a:gd name="connsiteY26" fmla="*/ 331584 h 632735"/>
                <a:gd name="connsiteX27" fmla="*/ 362233 w 507919"/>
                <a:gd name="connsiteY27" fmla="*/ 292005 h 632735"/>
                <a:gd name="connsiteX28" fmla="*/ 392481 w 507919"/>
                <a:gd name="connsiteY28" fmla="*/ 276923 h 632735"/>
                <a:gd name="connsiteX29" fmla="*/ 426145 w 507919"/>
                <a:gd name="connsiteY29" fmla="*/ 231343 h 632735"/>
                <a:gd name="connsiteX30" fmla="*/ 430394 w 507919"/>
                <a:gd name="connsiteY30" fmla="*/ 181014 h 632735"/>
                <a:gd name="connsiteX31" fmla="*/ 408646 w 507919"/>
                <a:gd name="connsiteY31" fmla="*/ 152350 h 632735"/>
                <a:gd name="connsiteX32" fmla="*/ 408646 w 507919"/>
                <a:gd name="connsiteY32" fmla="*/ 152350 h 632735"/>
                <a:gd name="connsiteX33" fmla="*/ 402397 w 507919"/>
                <a:gd name="connsiteY33" fmla="*/ 115270 h 632735"/>
                <a:gd name="connsiteX34" fmla="*/ 432644 w 507919"/>
                <a:gd name="connsiteY34" fmla="*/ 89939 h 632735"/>
                <a:gd name="connsiteX35" fmla="*/ 462142 w 507919"/>
                <a:gd name="connsiteY35" fmla="*/ 64025 h 632735"/>
                <a:gd name="connsiteX36" fmla="*/ 478890 w 507919"/>
                <a:gd name="connsiteY36" fmla="*/ 49026 h 632735"/>
                <a:gd name="connsiteX37" fmla="*/ 489639 w 507919"/>
                <a:gd name="connsiteY37" fmla="*/ 60692 h 632735"/>
                <a:gd name="connsiteX38" fmla="*/ 498555 w 507919"/>
                <a:gd name="connsiteY38" fmla="*/ 73441 h 632735"/>
                <a:gd name="connsiteX39" fmla="*/ 481390 w 507919"/>
                <a:gd name="connsiteY39" fmla="*/ 92523 h 632735"/>
                <a:gd name="connsiteX40" fmla="*/ 450476 w 507919"/>
                <a:gd name="connsiteY40" fmla="*/ 113021 h 632735"/>
                <a:gd name="connsiteX41" fmla="*/ 399648 w 507919"/>
                <a:gd name="connsiteY41" fmla="*/ 147101 h 632735"/>
                <a:gd name="connsiteX42" fmla="*/ 386899 w 507919"/>
                <a:gd name="connsiteY42" fmla="*/ 141851 h 632735"/>
                <a:gd name="connsiteX43" fmla="*/ 394482 w 507919"/>
                <a:gd name="connsiteY43" fmla="*/ 122520 h 632735"/>
                <a:gd name="connsiteX44" fmla="*/ 402397 w 507919"/>
                <a:gd name="connsiteY44" fmla="*/ 115270 h 632735"/>
                <a:gd name="connsiteX45" fmla="*/ 402397 w 507919"/>
                <a:gd name="connsiteY45" fmla="*/ 115270 h 632735"/>
                <a:gd name="connsiteX46" fmla="*/ 259910 w 507919"/>
                <a:gd name="connsiteY46" fmla="*/ 28445 h 632735"/>
                <a:gd name="connsiteX47" fmla="*/ 330986 w 507919"/>
                <a:gd name="connsiteY47" fmla="*/ 12780 h 632735"/>
                <a:gd name="connsiteX48" fmla="*/ 382482 w 507919"/>
                <a:gd name="connsiteY48" fmla="*/ 62608 h 632735"/>
                <a:gd name="connsiteX49" fmla="*/ 371649 w 507919"/>
                <a:gd name="connsiteY49" fmla="*/ 137685 h 632735"/>
                <a:gd name="connsiteX50" fmla="*/ 319488 w 507919"/>
                <a:gd name="connsiteY50" fmla="*/ 143351 h 632735"/>
                <a:gd name="connsiteX51" fmla="*/ 295823 w 507919"/>
                <a:gd name="connsiteY51" fmla="*/ 102022 h 632735"/>
                <a:gd name="connsiteX52" fmla="*/ 231496 w 507919"/>
                <a:gd name="connsiteY52" fmla="*/ 78024 h 632735"/>
                <a:gd name="connsiteX53" fmla="*/ 225163 w 507919"/>
                <a:gd name="connsiteY53" fmla="*/ 77190 h 632735"/>
                <a:gd name="connsiteX54" fmla="*/ 259910 w 507919"/>
                <a:gd name="connsiteY54" fmla="*/ 28445 h 632735"/>
                <a:gd name="connsiteX55" fmla="*/ 259910 w 507919"/>
                <a:gd name="connsiteY55" fmla="*/ 28445 h 632735"/>
                <a:gd name="connsiteX56" fmla="*/ 126422 w 507919"/>
                <a:gd name="connsiteY56" fmla="*/ 182181 h 632735"/>
                <a:gd name="connsiteX57" fmla="*/ 143421 w 507919"/>
                <a:gd name="connsiteY57" fmla="*/ 130936 h 632735"/>
                <a:gd name="connsiteX58" fmla="*/ 180167 w 507919"/>
                <a:gd name="connsiteY58" fmla="*/ 95272 h 632735"/>
                <a:gd name="connsiteX59" fmla="*/ 237995 w 507919"/>
                <a:gd name="connsiteY59" fmla="*/ 86440 h 632735"/>
                <a:gd name="connsiteX60" fmla="*/ 285491 w 507919"/>
                <a:gd name="connsiteY60" fmla="*/ 110271 h 632735"/>
                <a:gd name="connsiteX61" fmla="*/ 310072 w 507919"/>
                <a:gd name="connsiteY61" fmla="*/ 192513 h 632735"/>
                <a:gd name="connsiteX62" fmla="*/ 291324 w 507919"/>
                <a:gd name="connsiteY62" fmla="*/ 237010 h 632735"/>
                <a:gd name="connsiteX63" fmla="*/ 278658 w 507919"/>
                <a:gd name="connsiteY63" fmla="*/ 253591 h 632735"/>
                <a:gd name="connsiteX64" fmla="*/ 248911 w 507919"/>
                <a:gd name="connsiteY64" fmla="*/ 264840 h 632735"/>
                <a:gd name="connsiteX65" fmla="*/ 206998 w 507919"/>
                <a:gd name="connsiteY65" fmla="*/ 305920 h 632735"/>
                <a:gd name="connsiteX66" fmla="*/ 189499 w 507919"/>
                <a:gd name="connsiteY66" fmla="*/ 341833 h 632735"/>
                <a:gd name="connsiteX67" fmla="*/ 174251 w 507919"/>
                <a:gd name="connsiteY67" fmla="*/ 353582 h 632735"/>
                <a:gd name="connsiteX68" fmla="*/ 172501 w 507919"/>
                <a:gd name="connsiteY68" fmla="*/ 329001 h 632735"/>
                <a:gd name="connsiteX69" fmla="*/ 181167 w 507919"/>
                <a:gd name="connsiteY69" fmla="*/ 281089 h 632735"/>
                <a:gd name="connsiteX70" fmla="*/ 156669 w 507919"/>
                <a:gd name="connsiteY70" fmla="*/ 281172 h 632735"/>
                <a:gd name="connsiteX71" fmla="*/ 151420 w 507919"/>
                <a:gd name="connsiteY71" fmla="*/ 237676 h 632735"/>
                <a:gd name="connsiteX72" fmla="*/ 126422 w 507919"/>
                <a:gd name="connsiteY72" fmla="*/ 182181 h 632735"/>
                <a:gd name="connsiteX73" fmla="*/ 126422 w 507919"/>
                <a:gd name="connsiteY73" fmla="*/ 182181 h 632735"/>
                <a:gd name="connsiteX74" fmla="*/ 131838 w 507919"/>
                <a:gd name="connsiteY74" fmla="*/ 443241 h 632735"/>
                <a:gd name="connsiteX75" fmla="*/ 126921 w 507919"/>
                <a:gd name="connsiteY75" fmla="*/ 456157 h 632735"/>
                <a:gd name="connsiteX76" fmla="*/ 116090 w 507919"/>
                <a:gd name="connsiteY76" fmla="*/ 483071 h 632735"/>
                <a:gd name="connsiteX77" fmla="*/ 85342 w 507919"/>
                <a:gd name="connsiteY77" fmla="*/ 476571 h 632735"/>
                <a:gd name="connsiteX78" fmla="*/ 95508 w 507919"/>
                <a:gd name="connsiteY78" fmla="*/ 448824 h 632735"/>
                <a:gd name="connsiteX79" fmla="*/ 101174 w 507919"/>
                <a:gd name="connsiteY79" fmla="*/ 431408 h 632735"/>
                <a:gd name="connsiteX80" fmla="*/ 131838 w 507919"/>
                <a:gd name="connsiteY80" fmla="*/ 443241 h 632735"/>
                <a:gd name="connsiteX81" fmla="*/ 131838 w 507919"/>
                <a:gd name="connsiteY81" fmla="*/ 443241 h 632735"/>
                <a:gd name="connsiteX82" fmla="*/ 101674 w 507919"/>
                <a:gd name="connsiteY82" fmla="*/ 429242 h 632735"/>
                <a:gd name="connsiteX83" fmla="*/ 112840 w 507919"/>
                <a:gd name="connsiteY83" fmla="*/ 389079 h 632735"/>
                <a:gd name="connsiteX84" fmla="*/ 144753 w 507919"/>
                <a:gd name="connsiteY84" fmla="*/ 399078 h 632735"/>
                <a:gd name="connsiteX85" fmla="*/ 146836 w 507919"/>
                <a:gd name="connsiteY85" fmla="*/ 399578 h 632735"/>
                <a:gd name="connsiteX86" fmla="*/ 134337 w 507919"/>
                <a:gd name="connsiteY86" fmla="*/ 436242 h 632735"/>
                <a:gd name="connsiteX87" fmla="*/ 101674 w 507919"/>
                <a:gd name="connsiteY87" fmla="*/ 429242 h 632735"/>
                <a:gd name="connsiteX88" fmla="*/ 101674 w 507919"/>
                <a:gd name="connsiteY88" fmla="*/ 429242 h 632735"/>
                <a:gd name="connsiteX89" fmla="*/ 112923 w 507919"/>
                <a:gd name="connsiteY89" fmla="*/ 491403 h 632735"/>
                <a:gd name="connsiteX90" fmla="*/ 104257 w 507919"/>
                <a:gd name="connsiteY90" fmla="*/ 522317 h 632735"/>
                <a:gd name="connsiteX91" fmla="*/ 104591 w 507919"/>
                <a:gd name="connsiteY91" fmla="*/ 523567 h 632735"/>
                <a:gd name="connsiteX92" fmla="*/ 91092 w 507919"/>
                <a:gd name="connsiteY92" fmla="*/ 522650 h 632735"/>
                <a:gd name="connsiteX93" fmla="*/ 70260 w 507919"/>
                <a:gd name="connsiteY93" fmla="*/ 515484 h 632735"/>
                <a:gd name="connsiteX94" fmla="*/ 71177 w 507919"/>
                <a:gd name="connsiteY94" fmla="*/ 513068 h 632735"/>
                <a:gd name="connsiteX95" fmla="*/ 82259 w 507919"/>
                <a:gd name="connsiteY95" fmla="*/ 484487 h 632735"/>
                <a:gd name="connsiteX96" fmla="*/ 112923 w 507919"/>
                <a:gd name="connsiteY96" fmla="*/ 491403 h 632735"/>
                <a:gd name="connsiteX97" fmla="*/ 112923 w 507919"/>
                <a:gd name="connsiteY97" fmla="*/ 491403 h 632735"/>
                <a:gd name="connsiteX98" fmla="*/ 140338 w 507919"/>
                <a:gd name="connsiteY98" fmla="*/ 436825 h 632735"/>
                <a:gd name="connsiteX99" fmla="*/ 149753 w 507919"/>
                <a:gd name="connsiteY99" fmla="*/ 400245 h 632735"/>
                <a:gd name="connsiteX100" fmla="*/ 196915 w 507919"/>
                <a:gd name="connsiteY100" fmla="*/ 403328 h 632735"/>
                <a:gd name="connsiteX101" fmla="*/ 184084 w 507919"/>
                <a:gd name="connsiteY101" fmla="*/ 437241 h 632735"/>
                <a:gd name="connsiteX102" fmla="*/ 161752 w 507919"/>
                <a:gd name="connsiteY102" fmla="*/ 437575 h 632735"/>
                <a:gd name="connsiteX103" fmla="*/ 140338 w 507919"/>
                <a:gd name="connsiteY103" fmla="*/ 436825 h 632735"/>
                <a:gd name="connsiteX104" fmla="*/ 140338 w 507919"/>
                <a:gd name="connsiteY104" fmla="*/ 436825 h 632735"/>
                <a:gd name="connsiteX105" fmla="*/ 151836 w 507919"/>
                <a:gd name="connsiteY105" fmla="*/ 391162 h 632735"/>
                <a:gd name="connsiteX106" fmla="*/ 154836 w 507919"/>
                <a:gd name="connsiteY106" fmla="*/ 377080 h 632735"/>
                <a:gd name="connsiteX107" fmla="*/ 154002 w 507919"/>
                <a:gd name="connsiteY107" fmla="*/ 376914 h 632735"/>
                <a:gd name="connsiteX108" fmla="*/ 149836 w 507919"/>
                <a:gd name="connsiteY108" fmla="*/ 390579 h 632735"/>
                <a:gd name="connsiteX109" fmla="*/ 115589 w 507919"/>
                <a:gd name="connsiteY109" fmla="*/ 379330 h 632735"/>
                <a:gd name="connsiteX110" fmla="*/ 125838 w 507919"/>
                <a:gd name="connsiteY110" fmla="*/ 342833 h 632735"/>
                <a:gd name="connsiteX111" fmla="*/ 155336 w 507919"/>
                <a:gd name="connsiteY111" fmla="*/ 351416 h 632735"/>
                <a:gd name="connsiteX112" fmla="*/ 194999 w 507919"/>
                <a:gd name="connsiteY112" fmla="*/ 358082 h 632735"/>
                <a:gd name="connsiteX113" fmla="*/ 207748 w 507919"/>
                <a:gd name="connsiteY113" fmla="*/ 361832 h 632735"/>
                <a:gd name="connsiteX114" fmla="*/ 213831 w 507919"/>
                <a:gd name="connsiteY114" fmla="*/ 362581 h 632735"/>
                <a:gd name="connsiteX115" fmla="*/ 205665 w 507919"/>
                <a:gd name="connsiteY115" fmla="*/ 383330 h 632735"/>
                <a:gd name="connsiteX116" fmla="*/ 200165 w 507919"/>
                <a:gd name="connsiteY116" fmla="*/ 396329 h 632735"/>
                <a:gd name="connsiteX117" fmla="*/ 151836 w 507919"/>
                <a:gd name="connsiteY117" fmla="*/ 391162 h 632735"/>
                <a:gd name="connsiteX118" fmla="*/ 151836 w 507919"/>
                <a:gd name="connsiteY118" fmla="*/ 391162 h 632735"/>
                <a:gd name="connsiteX119" fmla="*/ 108423 w 507919"/>
                <a:gd name="connsiteY119" fmla="*/ 303837 h 632735"/>
                <a:gd name="connsiteX120" fmla="*/ 124005 w 507919"/>
                <a:gd name="connsiteY120" fmla="*/ 252341 h 632735"/>
                <a:gd name="connsiteX121" fmla="*/ 131588 w 507919"/>
                <a:gd name="connsiteY121" fmla="*/ 231010 h 632735"/>
                <a:gd name="connsiteX122" fmla="*/ 133671 w 507919"/>
                <a:gd name="connsiteY122" fmla="*/ 220178 h 632735"/>
                <a:gd name="connsiteX123" fmla="*/ 136171 w 507919"/>
                <a:gd name="connsiteY123" fmla="*/ 224344 h 632735"/>
                <a:gd name="connsiteX124" fmla="*/ 130255 w 507919"/>
                <a:gd name="connsiteY124" fmla="*/ 272006 h 632735"/>
                <a:gd name="connsiteX125" fmla="*/ 151503 w 507919"/>
                <a:gd name="connsiteY125" fmla="*/ 291254 h 632735"/>
                <a:gd name="connsiteX126" fmla="*/ 167168 w 507919"/>
                <a:gd name="connsiteY126" fmla="*/ 289921 h 632735"/>
                <a:gd name="connsiteX127" fmla="*/ 174251 w 507919"/>
                <a:gd name="connsiteY127" fmla="*/ 298504 h 632735"/>
                <a:gd name="connsiteX128" fmla="*/ 170584 w 507919"/>
                <a:gd name="connsiteY128" fmla="*/ 306587 h 632735"/>
                <a:gd name="connsiteX129" fmla="*/ 155586 w 507919"/>
                <a:gd name="connsiteY129" fmla="*/ 342583 h 632735"/>
                <a:gd name="connsiteX130" fmla="*/ 139337 w 507919"/>
                <a:gd name="connsiteY130" fmla="*/ 339917 h 632735"/>
                <a:gd name="connsiteX131" fmla="*/ 127422 w 507919"/>
                <a:gd name="connsiteY131" fmla="*/ 337001 h 632735"/>
                <a:gd name="connsiteX132" fmla="*/ 132338 w 507919"/>
                <a:gd name="connsiteY132" fmla="*/ 322085 h 632735"/>
                <a:gd name="connsiteX133" fmla="*/ 132005 w 507919"/>
                <a:gd name="connsiteY133" fmla="*/ 322002 h 632735"/>
                <a:gd name="connsiteX134" fmla="*/ 127088 w 507919"/>
                <a:gd name="connsiteY134" fmla="*/ 336917 h 632735"/>
                <a:gd name="connsiteX135" fmla="*/ 108256 w 507919"/>
                <a:gd name="connsiteY135" fmla="*/ 329834 h 632735"/>
                <a:gd name="connsiteX136" fmla="*/ 107757 w 507919"/>
                <a:gd name="connsiteY136" fmla="*/ 330501 h 632735"/>
                <a:gd name="connsiteX137" fmla="*/ 125172 w 507919"/>
                <a:gd name="connsiteY137" fmla="*/ 342583 h 632735"/>
                <a:gd name="connsiteX138" fmla="*/ 112590 w 507919"/>
                <a:gd name="connsiteY138" fmla="*/ 378163 h 632735"/>
                <a:gd name="connsiteX139" fmla="*/ 86926 w 507919"/>
                <a:gd name="connsiteY139" fmla="*/ 365831 h 632735"/>
                <a:gd name="connsiteX140" fmla="*/ 108423 w 507919"/>
                <a:gd name="connsiteY140" fmla="*/ 303837 h 632735"/>
                <a:gd name="connsiteX141" fmla="*/ 108423 w 507919"/>
                <a:gd name="connsiteY141" fmla="*/ 303837 h 632735"/>
                <a:gd name="connsiteX142" fmla="*/ 78760 w 507919"/>
                <a:gd name="connsiteY142" fmla="*/ 388829 h 632735"/>
                <a:gd name="connsiteX143" fmla="*/ 84676 w 507919"/>
                <a:gd name="connsiteY143" fmla="*/ 372497 h 632735"/>
                <a:gd name="connsiteX144" fmla="*/ 109256 w 507919"/>
                <a:gd name="connsiteY144" fmla="*/ 387579 h 632735"/>
                <a:gd name="connsiteX145" fmla="*/ 85093 w 507919"/>
                <a:gd name="connsiteY145" fmla="*/ 450490 h 632735"/>
                <a:gd name="connsiteX146" fmla="*/ 76426 w 507919"/>
                <a:gd name="connsiteY146" fmla="*/ 473155 h 632735"/>
                <a:gd name="connsiteX147" fmla="*/ 53262 w 507919"/>
                <a:gd name="connsiteY147" fmla="*/ 456906 h 632735"/>
                <a:gd name="connsiteX148" fmla="*/ 78760 w 507919"/>
                <a:gd name="connsiteY148" fmla="*/ 388829 h 632735"/>
                <a:gd name="connsiteX149" fmla="*/ 78760 w 507919"/>
                <a:gd name="connsiteY149" fmla="*/ 388829 h 632735"/>
                <a:gd name="connsiteX150" fmla="*/ 23181 w 507919"/>
                <a:gd name="connsiteY150" fmla="*/ 550731 h 632735"/>
                <a:gd name="connsiteX151" fmla="*/ 52178 w 507919"/>
                <a:gd name="connsiteY151" fmla="*/ 459989 h 632735"/>
                <a:gd name="connsiteX152" fmla="*/ 73759 w 507919"/>
                <a:gd name="connsiteY152" fmla="*/ 480404 h 632735"/>
                <a:gd name="connsiteX153" fmla="*/ 63095 w 507919"/>
                <a:gd name="connsiteY153" fmla="*/ 511068 h 632735"/>
                <a:gd name="connsiteX154" fmla="*/ 59928 w 507919"/>
                <a:gd name="connsiteY154" fmla="*/ 508901 h 632735"/>
                <a:gd name="connsiteX155" fmla="*/ 59095 w 507919"/>
                <a:gd name="connsiteY155" fmla="*/ 509735 h 632735"/>
                <a:gd name="connsiteX156" fmla="*/ 62427 w 507919"/>
                <a:gd name="connsiteY156" fmla="*/ 512818 h 632735"/>
                <a:gd name="connsiteX157" fmla="*/ 48262 w 507919"/>
                <a:gd name="connsiteY157" fmla="*/ 562480 h 632735"/>
                <a:gd name="connsiteX158" fmla="*/ 22431 w 507919"/>
                <a:gd name="connsiteY158" fmla="*/ 554148 h 632735"/>
                <a:gd name="connsiteX159" fmla="*/ 23181 w 507919"/>
                <a:gd name="connsiteY159" fmla="*/ 550731 h 632735"/>
                <a:gd name="connsiteX160" fmla="*/ 23181 w 507919"/>
                <a:gd name="connsiteY160" fmla="*/ 550731 h 632735"/>
                <a:gd name="connsiteX161" fmla="*/ 103174 w 507919"/>
                <a:gd name="connsiteY161" fmla="*/ 541565 h 632735"/>
                <a:gd name="connsiteX162" fmla="*/ 43929 w 507919"/>
                <a:gd name="connsiteY162" fmla="*/ 600227 h 632735"/>
                <a:gd name="connsiteX163" fmla="*/ 27014 w 507919"/>
                <a:gd name="connsiteY163" fmla="*/ 613559 h 632735"/>
                <a:gd name="connsiteX164" fmla="*/ 15932 w 507919"/>
                <a:gd name="connsiteY164" fmla="*/ 594727 h 632735"/>
                <a:gd name="connsiteX165" fmla="*/ 21515 w 507919"/>
                <a:gd name="connsiteY165" fmla="*/ 558064 h 632735"/>
                <a:gd name="connsiteX166" fmla="*/ 36263 w 507919"/>
                <a:gd name="connsiteY166" fmla="*/ 565646 h 632735"/>
                <a:gd name="connsiteX167" fmla="*/ 46845 w 507919"/>
                <a:gd name="connsiteY167" fmla="*/ 568146 h 632735"/>
                <a:gd name="connsiteX168" fmla="*/ 43512 w 507919"/>
                <a:gd name="connsiteY168" fmla="*/ 584061 h 632735"/>
                <a:gd name="connsiteX169" fmla="*/ 46096 w 507919"/>
                <a:gd name="connsiteY169" fmla="*/ 584645 h 632735"/>
                <a:gd name="connsiteX170" fmla="*/ 50512 w 507919"/>
                <a:gd name="connsiteY170" fmla="*/ 568813 h 632735"/>
                <a:gd name="connsiteX171" fmla="*/ 66510 w 507919"/>
                <a:gd name="connsiteY171" fmla="*/ 568896 h 632735"/>
                <a:gd name="connsiteX172" fmla="*/ 66344 w 507919"/>
                <a:gd name="connsiteY172" fmla="*/ 564897 h 632735"/>
                <a:gd name="connsiteX173" fmla="*/ 52345 w 507919"/>
                <a:gd name="connsiteY173" fmla="*/ 563147 h 632735"/>
                <a:gd name="connsiteX174" fmla="*/ 68927 w 507919"/>
                <a:gd name="connsiteY174" fmla="*/ 518817 h 632735"/>
                <a:gd name="connsiteX175" fmla="*/ 87258 w 507919"/>
                <a:gd name="connsiteY175" fmla="*/ 528900 h 632735"/>
                <a:gd name="connsiteX176" fmla="*/ 113257 w 507919"/>
                <a:gd name="connsiteY176" fmla="*/ 531899 h 632735"/>
                <a:gd name="connsiteX177" fmla="*/ 103174 w 507919"/>
                <a:gd name="connsiteY177" fmla="*/ 541565 h 632735"/>
                <a:gd name="connsiteX178" fmla="*/ 103174 w 507919"/>
                <a:gd name="connsiteY178" fmla="*/ 541565 h 632735"/>
                <a:gd name="connsiteX179" fmla="*/ 121672 w 507919"/>
                <a:gd name="connsiteY179" fmla="*/ 523650 h 632735"/>
                <a:gd name="connsiteX180" fmla="*/ 107340 w 507919"/>
                <a:gd name="connsiteY180" fmla="*/ 523567 h 632735"/>
                <a:gd name="connsiteX181" fmla="*/ 118839 w 507919"/>
                <a:gd name="connsiteY181" fmla="*/ 498652 h 632735"/>
                <a:gd name="connsiteX182" fmla="*/ 121256 w 507919"/>
                <a:gd name="connsiteY182" fmla="*/ 491903 h 632735"/>
                <a:gd name="connsiteX183" fmla="*/ 139504 w 507919"/>
                <a:gd name="connsiteY183" fmla="*/ 491570 h 632735"/>
                <a:gd name="connsiteX184" fmla="*/ 139837 w 507919"/>
                <a:gd name="connsiteY184" fmla="*/ 487487 h 632735"/>
                <a:gd name="connsiteX185" fmla="*/ 124089 w 507919"/>
                <a:gd name="connsiteY185" fmla="*/ 484404 h 632735"/>
                <a:gd name="connsiteX186" fmla="*/ 133588 w 507919"/>
                <a:gd name="connsiteY186" fmla="*/ 458573 h 632735"/>
                <a:gd name="connsiteX187" fmla="*/ 138088 w 507919"/>
                <a:gd name="connsiteY187" fmla="*/ 444574 h 632735"/>
                <a:gd name="connsiteX188" fmla="*/ 152503 w 507919"/>
                <a:gd name="connsiteY188" fmla="*/ 446324 h 632735"/>
                <a:gd name="connsiteX189" fmla="*/ 202165 w 507919"/>
                <a:gd name="connsiteY189" fmla="*/ 446907 h 632735"/>
                <a:gd name="connsiteX190" fmla="*/ 121672 w 507919"/>
                <a:gd name="connsiteY190" fmla="*/ 523650 h 632735"/>
                <a:gd name="connsiteX191" fmla="*/ 121672 w 507919"/>
                <a:gd name="connsiteY191" fmla="*/ 523650 h 632735"/>
                <a:gd name="connsiteX192" fmla="*/ 323820 w 507919"/>
                <a:gd name="connsiteY192" fmla="*/ 319169 h 632735"/>
                <a:gd name="connsiteX193" fmla="*/ 293907 w 507919"/>
                <a:gd name="connsiteY193" fmla="*/ 352665 h 632735"/>
                <a:gd name="connsiteX194" fmla="*/ 239995 w 507919"/>
                <a:gd name="connsiteY194" fmla="*/ 408994 h 632735"/>
                <a:gd name="connsiteX195" fmla="*/ 253327 w 507919"/>
                <a:gd name="connsiteY195" fmla="*/ 361248 h 632735"/>
                <a:gd name="connsiteX196" fmla="*/ 252828 w 507919"/>
                <a:gd name="connsiteY196" fmla="*/ 361081 h 632735"/>
                <a:gd name="connsiteX197" fmla="*/ 235829 w 507919"/>
                <a:gd name="connsiteY197" fmla="*/ 407744 h 632735"/>
                <a:gd name="connsiteX198" fmla="*/ 238745 w 507919"/>
                <a:gd name="connsiteY198" fmla="*/ 410244 h 632735"/>
                <a:gd name="connsiteX199" fmla="*/ 232913 w 507919"/>
                <a:gd name="connsiteY199" fmla="*/ 416243 h 632735"/>
                <a:gd name="connsiteX200" fmla="*/ 210247 w 507919"/>
                <a:gd name="connsiteY200" fmla="*/ 439075 h 632735"/>
                <a:gd name="connsiteX201" fmla="*/ 193749 w 507919"/>
                <a:gd name="connsiteY201" fmla="*/ 437492 h 632735"/>
                <a:gd name="connsiteX202" fmla="*/ 207581 w 507919"/>
                <a:gd name="connsiteY202" fmla="*/ 402495 h 632735"/>
                <a:gd name="connsiteX203" fmla="*/ 233912 w 507919"/>
                <a:gd name="connsiteY203" fmla="*/ 398495 h 632735"/>
                <a:gd name="connsiteX204" fmla="*/ 233495 w 507919"/>
                <a:gd name="connsiteY204" fmla="*/ 396245 h 632735"/>
                <a:gd name="connsiteX205" fmla="*/ 209414 w 507919"/>
                <a:gd name="connsiteY205" fmla="*/ 396495 h 632735"/>
                <a:gd name="connsiteX206" fmla="*/ 211831 w 507919"/>
                <a:gd name="connsiteY206" fmla="*/ 388162 h 632735"/>
                <a:gd name="connsiteX207" fmla="*/ 219164 w 507919"/>
                <a:gd name="connsiteY207" fmla="*/ 362915 h 632735"/>
                <a:gd name="connsiteX208" fmla="*/ 229079 w 507919"/>
                <a:gd name="connsiteY208" fmla="*/ 362498 h 632735"/>
                <a:gd name="connsiteX209" fmla="*/ 229746 w 507919"/>
                <a:gd name="connsiteY209" fmla="*/ 359498 h 632735"/>
                <a:gd name="connsiteX210" fmla="*/ 220997 w 507919"/>
                <a:gd name="connsiteY210" fmla="*/ 356582 h 632735"/>
                <a:gd name="connsiteX211" fmla="*/ 230412 w 507919"/>
                <a:gd name="connsiteY211" fmla="*/ 324168 h 632735"/>
                <a:gd name="connsiteX212" fmla="*/ 261326 w 507919"/>
                <a:gd name="connsiteY212" fmla="*/ 328834 h 632735"/>
                <a:gd name="connsiteX213" fmla="*/ 261743 w 507919"/>
                <a:gd name="connsiteY213" fmla="*/ 324085 h 632735"/>
                <a:gd name="connsiteX214" fmla="*/ 231079 w 507919"/>
                <a:gd name="connsiteY214" fmla="*/ 322252 h 632735"/>
                <a:gd name="connsiteX215" fmla="*/ 231829 w 507919"/>
                <a:gd name="connsiteY215" fmla="*/ 319669 h 632735"/>
                <a:gd name="connsiteX216" fmla="*/ 231079 w 507919"/>
                <a:gd name="connsiteY216" fmla="*/ 319419 h 632735"/>
                <a:gd name="connsiteX217" fmla="*/ 229913 w 507919"/>
                <a:gd name="connsiteY217" fmla="*/ 322335 h 632735"/>
                <a:gd name="connsiteX218" fmla="*/ 228746 w 507919"/>
                <a:gd name="connsiteY218" fmla="*/ 322335 h 632735"/>
                <a:gd name="connsiteX219" fmla="*/ 228830 w 507919"/>
                <a:gd name="connsiteY219" fmla="*/ 324168 h 632735"/>
                <a:gd name="connsiteX220" fmla="*/ 229162 w 507919"/>
                <a:gd name="connsiteY220" fmla="*/ 324168 h 632735"/>
                <a:gd name="connsiteX221" fmla="*/ 216663 w 507919"/>
                <a:gd name="connsiteY221" fmla="*/ 355999 h 632735"/>
                <a:gd name="connsiteX222" fmla="*/ 211831 w 507919"/>
                <a:gd name="connsiteY222" fmla="*/ 355332 h 632735"/>
                <a:gd name="connsiteX223" fmla="*/ 200499 w 507919"/>
                <a:gd name="connsiteY223" fmla="*/ 353249 h 632735"/>
                <a:gd name="connsiteX224" fmla="*/ 201165 w 507919"/>
                <a:gd name="connsiteY224" fmla="*/ 352499 h 632735"/>
                <a:gd name="connsiteX225" fmla="*/ 219913 w 507919"/>
                <a:gd name="connsiteY225" fmla="*/ 315003 h 632735"/>
                <a:gd name="connsiteX226" fmla="*/ 232746 w 507919"/>
                <a:gd name="connsiteY226" fmla="*/ 287588 h 632735"/>
                <a:gd name="connsiteX227" fmla="*/ 250077 w 507919"/>
                <a:gd name="connsiteY227" fmla="*/ 277423 h 632735"/>
                <a:gd name="connsiteX228" fmla="*/ 261826 w 507919"/>
                <a:gd name="connsiteY228" fmla="*/ 302920 h 632735"/>
                <a:gd name="connsiteX229" fmla="*/ 273659 w 507919"/>
                <a:gd name="connsiteY229" fmla="*/ 310586 h 632735"/>
                <a:gd name="connsiteX230" fmla="*/ 260077 w 507919"/>
                <a:gd name="connsiteY230" fmla="*/ 333751 h 632735"/>
                <a:gd name="connsiteX231" fmla="*/ 250161 w 507919"/>
                <a:gd name="connsiteY231" fmla="*/ 351499 h 632735"/>
                <a:gd name="connsiteX232" fmla="*/ 253910 w 507919"/>
                <a:gd name="connsiteY232" fmla="*/ 357332 h 632735"/>
                <a:gd name="connsiteX233" fmla="*/ 290241 w 507919"/>
                <a:gd name="connsiteY233" fmla="*/ 338334 h 632735"/>
                <a:gd name="connsiteX234" fmla="*/ 305322 w 507919"/>
                <a:gd name="connsiteY234" fmla="*/ 317752 h 632735"/>
                <a:gd name="connsiteX235" fmla="*/ 341902 w 507919"/>
                <a:gd name="connsiteY235" fmla="*/ 295754 h 632735"/>
                <a:gd name="connsiteX236" fmla="*/ 345402 w 507919"/>
                <a:gd name="connsiteY236" fmla="*/ 295338 h 632735"/>
                <a:gd name="connsiteX237" fmla="*/ 323820 w 507919"/>
                <a:gd name="connsiteY237" fmla="*/ 319169 h 632735"/>
                <a:gd name="connsiteX238" fmla="*/ 323820 w 507919"/>
                <a:gd name="connsiteY238" fmla="*/ 319169 h 632735"/>
                <a:gd name="connsiteX239" fmla="*/ 396148 w 507919"/>
                <a:gd name="connsiteY239" fmla="*/ 244259 h 632735"/>
                <a:gd name="connsiteX240" fmla="*/ 361068 w 507919"/>
                <a:gd name="connsiteY240" fmla="*/ 276589 h 632735"/>
                <a:gd name="connsiteX241" fmla="*/ 321488 w 507919"/>
                <a:gd name="connsiteY241" fmla="*/ 288338 h 632735"/>
                <a:gd name="connsiteX242" fmla="*/ 297656 w 507919"/>
                <a:gd name="connsiteY242" fmla="*/ 313503 h 632735"/>
                <a:gd name="connsiteX243" fmla="*/ 261826 w 507919"/>
                <a:gd name="connsiteY243" fmla="*/ 347166 h 632735"/>
                <a:gd name="connsiteX244" fmla="*/ 279575 w 507919"/>
                <a:gd name="connsiteY244" fmla="*/ 323585 h 632735"/>
                <a:gd name="connsiteX245" fmla="*/ 285824 w 507919"/>
                <a:gd name="connsiteY245" fmla="*/ 301254 h 632735"/>
                <a:gd name="connsiteX246" fmla="*/ 276492 w 507919"/>
                <a:gd name="connsiteY246" fmla="*/ 291671 h 632735"/>
                <a:gd name="connsiteX247" fmla="*/ 261993 w 507919"/>
                <a:gd name="connsiteY247" fmla="*/ 284755 h 632735"/>
                <a:gd name="connsiteX248" fmla="*/ 262077 w 507919"/>
                <a:gd name="connsiteY248" fmla="*/ 274089 h 632735"/>
                <a:gd name="connsiteX249" fmla="*/ 262576 w 507919"/>
                <a:gd name="connsiteY249" fmla="*/ 273923 h 632735"/>
                <a:gd name="connsiteX250" fmla="*/ 319405 w 507919"/>
                <a:gd name="connsiteY250" fmla="*/ 197430 h 632735"/>
                <a:gd name="connsiteX251" fmla="*/ 321321 w 507919"/>
                <a:gd name="connsiteY251" fmla="*/ 151351 h 632735"/>
                <a:gd name="connsiteX252" fmla="*/ 403564 w 507919"/>
                <a:gd name="connsiteY252" fmla="*/ 164516 h 632735"/>
                <a:gd name="connsiteX253" fmla="*/ 417979 w 507919"/>
                <a:gd name="connsiteY253" fmla="*/ 208928 h 632735"/>
                <a:gd name="connsiteX254" fmla="*/ 396148 w 507919"/>
                <a:gd name="connsiteY254" fmla="*/ 244259 h 632735"/>
                <a:gd name="connsiteX255" fmla="*/ 396148 w 507919"/>
                <a:gd name="connsiteY255" fmla="*/ 244259 h 632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Lst>
              <a:rect l="l" t="t" r="r" b="b"/>
              <a:pathLst>
                <a:path w="507919" h="632735">
                  <a:moveTo>
                    <a:pt x="408646" y="152350"/>
                  </a:moveTo>
                  <a:cubicBezTo>
                    <a:pt x="431811" y="137352"/>
                    <a:pt x="455142" y="122437"/>
                    <a:pt x="477641" y="106354"/>
                  </a:cubicBezTo>
                  <a:cubicBezTo>
                    <a:pt x="485890" y="100439"/>
                    <a:pt x="503221" y="90856"/>
                    <a:pt x="507137" y="80774"/>
                  </a:cubicBezTo>
                  <a:cubicBezTo>
                    <a:pt x="510804" y="71358"/>
                    <a:pt x="500639" y="63775"/>
                    <a:pt x="496055" y="56526"/>
                  </a:cubicBezTo>
                  <a:cubicBezTo>
                    <a:pt x="492056" y="50276"/>
                    <a:pt x="489722" y="37194"/>
                    <a:pt x="480223" y="38944"/>
                  </a:cubicBezTo>
                  <a:cubicBezTo>
                    <a:pt x="477307" y="39444"/>
                    <a:pt x="475391" y="41944"/>
                    <a:pt x="473141" y="43694"/>
                  </a:cubicBezTo>
                  <a:cubicBezTo>
                    <a:pt x="464725" y="50526"/>
                    <a:pt x="456559" y="57776"/>
                    <a:pt x="448143" y="64691"/>
                  </a:cubicBezTo>
                  <a:cubicBezTo>
                    <a:pt x="434811" y="75691"/>
                    <a:pt x="421229" y="86356"/>
                    <a:pt x="408313" y="97855"/>
                  </a:cubicBezTo>
                  <a:cubicBezTo>
                    <a:pt x="404730" y="101105"/>
                    <a:pt x="400648" y="104438"/>
                    <a:pt x="397064" y="108104"/>
                  </a:cubicBezTo>
                  <a:cubicBezTo>
                    <a:pt x="398980" y="91772"/>
                    <a:pt x="397064" y="74857"/>
                    <a:pt x="391815" y="59525"/>
                  </a:cubicBezTo>
                  <a:cubicBezTo>
                    <a:pt x="382399" y="32028"/>
                    <a:pt x="360567" y="13280"/>
                    <a:pt x="333403" y="4197"/>
                  </a:cubicBezTo>
                  <a:cubicBezTo>
                    <a:pt x="306489" y="-4802"/>
                    <a:pt x="273159" y="1114"/>
                    <a:pt x="250411" y="17696"/>
                  </a:cubicBezTo>
                  <a:cubicBezTo>
                    <a:pt x="234495" y="29278"/>
                    <a:pt x="213580" y="55026"/>
                    <a:pt x="217080" y="76690"/>
                  </a:cubicBezTo>
                  <a:cubicBezTo>
                    <a:pt x="206581" y="76357"/>
                    <a:pt x="196082" y="77357"/>
                    <a:pt x="186000" y="80107"/>
                  </a:cubicBezTo>
                  <a:cubicBezTo>
                    <a:pt x="154920" y="88523"/>
                    <a:pt x="134088" y="115521"/>
                    <a:pt x="120173" y="143101"/>
                  </a:cubicBezTo>
                  <a:cubicBezTo>
                    <a:pt x="114006" y="155433"/>
                    <a:pt x="109507" y="170266"/>
                    <a:pt x="112423" y="184014"/>
                  </a:cubicBezTo>
                  <a:cubicBezTo>
                    <a:pt x="114923" y="195847"/>
                    <a:pt x="122005" y="204012"/>
                    <a:pt x="128672" y="212845"/>
                  </a:cubicBezTo>
                  <a:cubicBezTo>
                    <a:pt x="122672" y="223761"/>
                    <a:pt x="118756" y="237426"/>
                    <a:pt x="114589" y="248842"/>
                  </a:cubicBezTo>
                  <a:cubicBezTo>
                    <a:pt x="108924" y="264257"/>
                    <a:pt x="104174" y="280006"/>
                    <a:pt x="99174" y="295671"/>
                  </a:cubicBezTo>
                  <a:cubicBezTo>
                    <a:pt x="89925" y="324585"/>
                    <a:pt x="78676" y="352583"/>
                    <a:pt x="68510" y="381080"/>
                  </a:cubicBezTo>
                  <a:cubicBezTo>
                    <a:pt x="57178" y="412994"/>
                    <a:pt x="45513" y="444491"/>
                    <a:pt x="33263" y="476071"/>
                  </a:cubicBezTo>
                  <a:cubicBezTo>
                    <a:pt x="22014" y="505235"/>
                    <a:pt x="12348" y="535733"/>
                    <a:pt x="6016" y="566313"/>
                  </a:cubicBezTo>
                  <a:cubicBezTo>
                    <a:pt x="2600" y="582728"/>
                    <a:pt x="-9149" y="623641"/>
                    <a:pt x="14015" y="631641"/>
                  </a:cubicBezTo>
                  <a:cubicBezTo>
                    <a:pt x="35180" y="639057"/>
                    <a:pt x="60761" y="606809"/>
                    <a:pt x="73343" y="594310"/>
                  </a:cubicBezTo>
                  <a:cubicBezTo>
                    <a:pt x="120339" y="547481"/>
                    <a:pt x="166002" y="499403"/>
                    <a:pt x="213248" y="452907"/>
                  </a:cubicBezTo>
                  <a:cubicBezTo>
                    <a:pt x="240245" y="426242"/>
                    <a:pt x="266909" y="399078"/>
                    <a:pt x="292823" y="371414"/>
                  </a:cubicBezTo>
                  <a:cubicBezTo>
                    <a:pt x="305155" y="358249"/>
                    <a:pt x="317488" y="345166"/>
                    <a:pt x="329404" y="331584"/>
                  </a:cubicBezTo>
                  <a:cubicBezTo>
                    <a:pt x="340569" y="318835"/>
                    <a:pt x="353485" y="306587"/>
                    <a:pt x="362233" y="292005"/>
                  </a:cubicBezTo>
                  <a:cubicBezTo>
                    <a:pt x="373316" y="289505"/>
                    <a:pt x="383816" y="285255"/>
                    <a:pt x="392481" y="276923"/>
                  </a:cubicBezTo>
                  <a:cubicBezTo>
                    <a:pt x="405563" y="264257"/>
                    <a:pt x="416896" y="246925"/>
                    <a:pt x="426145" y="231343"/>
                  </a:cubicBezTo>
                  <a:cubicBezTo>
                    <a:pt x="435144" y="216261"/>
                    <a:pt x="432895" y="197846"/>
                    <a:pt x="430394" y="181014"/>
                  </a:cubicBezTo>
                  <a:cubicBezTo>
                    <a:pt x="428395" y="168599"/>
                    <a:pt x="419229" y="159350"/>
                    <a:pt x="408646" y="152350"/>
                  </a:cubicBezTo>
                  <a:lnTo>
                    <a:pt x="408646" y="152350"/>
                  </a:lnTo>
                  <a:close/>
                  <a:moveTo>
                    <a:pt x="402397" y="115270"/>
                  </a:moveTo>
                  <a:cubicBezTo>
                    <a:pt x="412396" y="106688"/>
                    <a:pt x="422728" y="98522"/>
                    <a:pt x="432644" y="89939"/>
                  </a:cubicBezTo>
                  <a:cubicBezTo>
                    <a:pt x="442560" y="81357"/>
                    <a:pt x="452309" y="72691"/>
                    <a:pt x="462142" y="64025"/>
                  </a:cubicBezTo>
                  <a:cubicBezTo>
                    <a:pt x="465225" y="61359"/>
                    <a:pt x="475057" y="49360"/>
                    <a:pt x="478890" y="49026"/>
                  </a:cubicBezTo>
                  <a:cubicBezTo>
                    <a:pt x="486140" y="48443"/>
                    <a:pt x="486473" y="55526"/>
                    <a:pt x="489639" y="60692"/>
                  </a:cubicBezTo>
                  <a:cubicBezTo>
                    <a:pt x="491722" y="64192"/>
                    <a:pt x="498055" y="69608"/>
                    <a:pt x="498555" y="73441"/>
                  </a:cubicBezTo>
                  <a:cubicBezTo>
                    <a:pt x="499639" y="81190"/>
                    <a:pt x="486473" y="88773"/>
                    <a:pt x="481390" y="92523"/>
                  </a:cubicBezTo>
                  <a:cubicBezTo>
                    <a:pt x="471391" y="99855"/>
                    <a:pt x="460892" y="106354"/>
                    <a:pt x="450476" y="113021"/>
                  </a:cubicBezTo>
                  <a:cubicBezTo>
                    <a:pt x="433394" y="124019"/>
                    <a:pt x="416063" y="135185"/>
                    <a:pt x="399648" y="147101"/>
                  </a:cubicBezTo>
                  <a:cubicBezTo>
                    <a:pt x="395897" y="145268"/>
                    <a:pt x="391564" y="143434"/>
                    <a:pt x="386899" y="141851"/>
                  </a:cubicBezTo>
                  <a:cubicBezTo>
                    <a:pt x="390148" y="135769"/>
                    <a:pt x="392731" y="129269"/>
                    <a:pt x="394482" y="122520"/>
                  </a:cubicBezTo>
                  <a:cubicBezTo>
                    <a:pt x="397481" y="120187"/>
                    <a:pt x="400314" y="117104"/>
                    <a:pt x="402397" y="115270"/>
                  </a:cubicBezTo>
                  <a:lnTo>
                    <a:pt x="402397" y="115270"/>
                  </a:lnTo>
                  <a:close/>
                  <a:moveTo>
                    <a:pt x="259910" y="28445"/>
                  </a:moveTo>
                  <a:cubicBezTo>
                    <a:pt x="279158" y="14696"/>
                    <a:pt x="307572" y="6530"/>
                    <a:pt x="330986" y="12780"/>
                  </a:cubicBezTo>
                  <a:cubicBezTo>
                    <a:pt x="356234" y="19529"/>
                    <a:pt x="376316" y="36778"/>
                    <a:pt x="382482" y="62608"/>
                  </a:cubicBezTo>
                  <a:cubicBezTo>
                    <a:pt x="388481" y="87606"/>
                    <a:pt x="385398" y="116104"/>
                    <a:pt x="371649" y="137685"/>
                  </a:cubicBezTo>
                  <a:cubicBezTo>
                    <a:pt x="352901" y="133769"/>
                    <a:pt x="332236" y="133935"/>
                    <a:pt x="319488" y="143351"/>
                  </a:cubicBezTo>
                  <a:cubicBezTo>
                    <a:pt x="315571" y="128353"/>
                    <a:pt x="307906" y="114270"/>
                    <a:pt x="295823" y="102022"/>
                  </a:cubicBezTo>
                  <a:cubicBezTo>
                    <a:pt x="279408" y="85357"/>
                    <a:pt x="255243" y="78190"/>
                    <a:pt x="231496" y="78024"/>
                  </a:cubicBezTo>
                  <a:cubicBezTo>
                    <a:pt x="229413" y="77690"/>
                    <a:pt x="227246" y="77441"/>
                    <a:pt x="225163" y="77190"/>
                  </a:cubicBezTo>
                  <a:cubicBezTo>
                    <a:pt x="234662" y="59442"/>
                    <a:pt x="242578" y="40860"/>
                    <a:pt x="259910" y="28445"/>
                  </a:cubicBezTo>
                  <a:lnTo>
                    <a:pt x="259910" y="28445"/>
                  </a:lnTo>
                  <a:close/>
                  <a:moveTo>
                    <a:pt x="126422" y="182181"/>
                  </a:moveTo>
                  <a:cubicBezTo>
                    <a:pt x="121922" y="164183"/>
                    <a:pt x="134421" y="145434"/>
                    <a:pt x="143421" y="130936"/>
                  </a:cubicBezTo>
                  <a:cubicBezTo>
                    <a:pt x="152253" y="116687"/>
                    <a:pt x="164752" y="102522"/>
                    <a:pt x="180167" y="95272"/>
                  </a:cubicBezTo>
                  <a:cubicBezTo>
                    <a:pt x="197999" y="86940"/>
                    <a:pt x="218414" y="84023"/>
                    <a:pt x="237995" y="86440"/>
                  </a:cubicBezTo>
                  <a:cubicBezTo>
                    <a:pt x="255827" y="89689"/>
                    <a:pt x="272992" y="97605"/>
                    <a:pt x="285491" y="110271"/>
                  </a:cubicBezTo>
                  <a:cubicBezTo>
                    <a:pt x="307072" y="132102"/>
                    <a:pt x="315239" y="162683"/>
                    <a:pt x="310072" y="192513"/>
                  </a:cubicBezTo>
                  <a:cubicBezTo>
                    <a:pt x="307239" y="208846"/>
                    <a:pt x="300657" y="223428"/>
                    <a:pt x="291324" y="237010"/>
                  </a:cubicBezTo>
                  <a:cubicBezTo>
                    <a:pt x="287574" y="242509"/>
                    <a:pt x="283574" y="249008"/>
                    <a:pt x="278658" y="253591"/>
                  </a:cubicBezTo>
                  <a:cubicBezTo>
                    <a:pt x="270076" y="261674"/>
                    <a:pt x="259576" y="262341"/>
                    <a:pt x="248911" y="264840"/>
                  </a:cubicBezTo>
                  <a:cubicBezTo>
                    <a:pt x="226413" y="269923"/>
                    <a:pt x="214664" y="284839"/>
                    <a:pt x="206998" y="305920"/>
                  </a:cubicBezTo>
                  <a:cubicBezTo>
                    <a:pt x="202415" y="318502"/>
                    <a:pt x="198082" y="331334"/>
                    <a:pt x="189499" y="341833"/>
                  </a:cubicBezTo>
                  <a:cubicBezTo>
                    <a:pt x="187083" y="344750"/>
                    <a:pt x="178834" y="354416"/>
                    <a:pt x="174251" y="353582"/>
                  </a:cubicBezTo>
                  <a:cubicBezTo>
                    <a:pt x="164002" y="351832"/>
                    <a:pt x="170667" y="334251"/>
                    <a:pt x="172501" y="329001"/>
                  </a:cubicBezTo>
                  <a:cubicBezTo>
                    <a:pt x="175834" y="319169"/>
                    <a:pt x="193999" y="289921"/>
                    <a:pt x="181167" y="281089"/>
                  </a:cubicBezTo>
                  <a:cubicBezTo>
                    <a:pt x="174001" y="276089"/>
                    <a:pt x="164418" y="282089"/>
                    <a:pt x="156669" y="281172"/>
                  </a:cubicBezTo>
                  <a:cubicBezTo>
                    <a:pt x="127839" y="277589"/>
                    <a:pt x="148253" y="252841"/>
                    <a:pt x="151420" y="237676"/>
                  </a:cubicBezTo>
                  <a:cubicBezTo>
                    <a:pt x="156419" y="214261"/>
                    <a:pt x="131505" y="202429"/>
                    <a:pt x="126422" y="182181"/>
                  </a:cubicBezTo>
                  <a:lnTo>
                    <a:pt x="126422" y="182181"/>
                  </a:lnTo>
                  <a:close/>
                  <a:moveTo>
                    <a:pt x="131838" y="443241"/>
                  </a:moveTo>
                  <a:cubicBezTo>
                    <a:pt x="130255" y="447574"/>
                    <a:pt x="128588" y="451823"/>
                    <a:pt x="126921" y="456157"/>
                  </a:cubicBezTo>
                  <a:cubicBezTo>
                    <a:pt x="123339" y="465155"/>
                    <a:pt x="119589" y="474071"/>
                    <a:pt x="116090" y="483071"/>
                  </a:cubicBezTo>
                  <a:cubicBezTo>
                    <a:pt x="105590" y="481321"/>
                    <a:pt x="95175" y="479654"/>
                    <a:pt x="85342" y="476571"/>
                  </a:cubicBezTo>
                  <a:cubicBezTo>
                    <a:pt x="88842" y="467322"/>
                    <a:pt x="92259" y="458156"/>
                    <a:pt x="95508" y="448824"/>
                  </a:cubicBezTo>
                  <a:cubicBezTo>
                    <a:pt x="97508" y="443074"/>
                    <a:pt x="99341" y="437241"/>
                    <a:pt x="101174" y="431408"/>
                  </a:cubicBezTo>
                  <a:cubicBezTo>
                    <a:pt x="111090" y="436825"/>
                    <a:pt x="121089" y="440741"/>
                    <a:pt x="131838" y="443241"/>
                  </a:cubicBezTo>
                  <a:lnTo>
                    <a:pt x="131838" y="443241"/>
                  </a:lnTo>
                  <a:close/>
                  <a:moveTo>
                    <a:pt x="101674" y="429242"/>
                  </a:moveTo>
                  <a:cubicBezTo>
                    <a:pt x="105674" y="415993"/>
                    <a:pt x="109340" y="402578"/>
                    <a:pt x="112840" y="389079"/>
                  </a:cubicBezTo>
                  <a:cubicBezTo>
                    <a:pt x="123422" y="393329"/>
                    <a:pt x="134504" y="396329"/>
                    <a:pt x="144753" y="399078"/>
                  </a:cubicBezTo>
                  <a:cubicBezTo>
                    <a:pt x="145420" y="399245"/>
                    <a:pt x="146170" y="399412"/>
                    <a:pt x="146836" y="399578"/>
                  </a:cubicBezTo>
                  <a:cubicBezTo>
                    <a:pt x="142920" y="411911"/>
                    <a:pt x="138754" y="424159"/>
                    <a:pt x="134337" y="436242"/>
                  </a:cubicBezTo>
                  <a:cubicBezTo>
                    <a:pt x="123422" y="435075"/>
                    <a:pt x="112506" y="432825"/>
                    <a:pt x="101674" y="429242"/>
                  </a:cubicBezTo>
                  <a:lnTo>
                    <a:pt x="101674" y="429242"/>
                  </a:lnTo>
                  <a:close/>
                  <a:moveTo>
                    <a:pt x="112923" y="491403"/>
                  </a:moveTo>
                  <a:cubicBezTo>
                    <a:pt x="109256" y="501486"/>
                    <a:pt x="106090" y="511651"/>
                    <a:pt x="104257" y="522317"/>
                  </a:cubicBezTo>
                  <a:cubicBezTo>
                    <a:pt x="104174" y="522817"/>
                    <a:pt x="104340" y="523234"/>
                    <a:pt x="104591" y="523567"/>
                  </a:cubicBezTo>
                  <a:cubicBezTo>
                    <a:pt x="100091" y="523483"/>
                    <a:pt x="95591" y="523317"/>
                    <a:pt x="91092" y="522650"/>
                  </a:cubicBezTo>
                  <a:cubicBezTo>
                    <a:pt x="83592" y="521567"/>
                    <a:pt x="76760" y="518984"/>
                    <a:pt x="70260" y="515484"/>
                  </a:cubicBezTo>
                  <a:cubicBezTo>
                    <a:pt x="70593" y="514651"/>
                    <a:pt x="70927" y="513901"/>
                    <a:pt x="71177" y="513068"/>
                  </a:cubicBezTo>
                  <a:cubicBezTo>
                    <a:pt x="74843" y="503569"/>
                    <a:pt x="78593" y="493986"/>
                    <a:pt x="82259" y="484487"/>
                  </a:cubicBezTo>
                  <a:cubicBezTo>
                    <a:pt x="91758" y="488320"/>
                    <a:pt x="102341" y="490403"/>
                    <a:pt x="112923" y="491403"/>
                  </a:cubicBezTo>
                  <a:lnTo>
                    <a:pt x="112923" y="491403"/>
                  </a:lnTo>
                  <a:close/>
                  <a:moveTo>
                    <a:pt x="140338" y="436825"/>
                  </a:moveTo>
                  <a:cubicBezTo>
                    <a:pt x="143837" y="424743"/>
                    <a:pt x="146920" y="412494"/>
                    <a:pt x="149753" y="400245"/>
                  </a:cubicBezTo>
                  <a:cubicBezTo>
                    <a:pt x="165418" y="403744"/>
                    <a:pt x="181167" y="404328"/>
                    <a:pt x="196915" y="403328"/>
                  </a:cubicBezTo>
                  <a:cubicBezTo>
                    <a:pt x="191916" y="414410"/>
                    <a:pt x="187083" y="425659"/>
                    <a:pt x="184084" y="437241"/>
                  </a:cubicBezTo>
                  <a:cubicBezTo>
                    <a:pt x="176584" y="437241"/>
                    <a:pt x="169085" y="437575"/>
                    <a:pt x="161752" y="437575"/>
                  </a:cubicBezTo>
                  <a:cubicBezTo>
                    <a:pt x="154586" y="437575"/>
                    <a:pt x="147504" y="437408"/>
                    <a:pt x="140338" y="436825"/>
                  </a:cubicBezTo>
                  <a:lnTo>
                    <a:pt x="140338" y="436825"/>
                  </a:lnTo>
                  <a:close/>
                  <a:moveTo>
                    <a:pt x="151836" y="391162"/>
                  </a:moveTo>
                  <a:cubicBezTo>
                    <a:pt x="152837" y="386496"/>
                    <a:pt x="153836" y="381830"/>
                    <a:pt x="154836" y="377080"/>
                  </a:cubicBezTo>
                  <a:cubicBezTo>
                    <a:pt x="154920" y="376580"/>
                    <a:pt x="154169" y="376414"/>
                    <a:pt x="154002" y="376914"/>
                  </a:cubicBezTo>
                  <a:cubicBezTo>
                    <a:pt x="152670" y="381496"/>
                    <a:pt x="151253" y="386079"/>
                    <a:pt x="149836" y="390579"/>
                  </a:cubicBezTo>
                  <a:cubicBezTo>
                    <a:pt x="138004" y="387496"/>
                    <a:pt x="126589" y="383830"/>
                    <a:pt x="115589" y="379330"/>
                  </a:cubicBezTo>
                  <a:cubicBezTo>
                    <a:pt x="118839" y="367081"/>
                    <a:pt x="122172" y="354915"/>
                    <a:pt x="125838" y="342833"/>
                  </a:cubicBezTo>
                  <a:cubicBezTo>
                    <a:pt x="135254" y="347416"/>
                    <a:pt x="145753" y="350499"/>
                    <a:pt x="155336" y="351416"/>
                  </a:cubicBezTo>
                  <a:cubicBezTo>
                    <a:pt x="156919" y="375330"/>
                    <a:pt x="180417" y="369914"/>
                    <a:pt x="194999" y="358082"/>
                  </a:cubicBezTo>
                  <a:cubicBezTo>
                    <a:pt x="198832" y="360165"/>
                    <a:pt x="203998" y="361081"/>
                    <a:pt x="207748" y="361832"/>
                  </a:cubicBezTo>
                  <a:cubicBezTo>
                    <a:pt x="209831" y="362248"/>
                    <a:pt x="211831" y="362415"/>
                    <a:pt x="213831" y="362581"/>
                  </a:cubicBezTo>
                  <a:cubicBezTo>
                    <a:pt x="211081" y="369497"/>
                    <a:pt x="208414" y="376414"/>
                    <a:pt x="205665" y="383330"/>
                  </a:cubicBezTo>
                  <a:cubicBezTo>
                    <a:pt x="203914" y="387662"/>
                    <a:pt x="202081" y="391996"/>
                    <a:pt x="200165" y="396329"/>
                  </a:cubicBezTo>
                  <a:cubicBezTo>
                    <a:pt x="183917" y="396245"/>
                    <a:pt x="167835" y="395162"/>
                    <a:pt x="151836" y="391162"/>
                  </a:cubicBezTo>
                  <a:lnTo>
                    <a:pt x="151836" y="391162"/>
                  </a:lnTo>
                  <a:close/>
                  <a:moveTo>
                    <a:pt x="108423" y="303837"/>
                  </a:moveTo>
                  <a:cubicBezTo>
                    <a:pt x="113756" y="286755"/>
                    <a:pt x="118423" y="269423"/>
                    <a:pt x="124005" y="252341"/>
                  </a:cubicBezTo>
                  <a:cubicBezTo>
                    <a:pt x="126339" y="245175"/>
                    <a:pt x="129422" y="238176"/>
                    <a:pt x="131588" y="231010"/>
                  </a:cubicBezTo>
                  <a:cubicBezTo>
                    <a:pt x="132671" y="227510"/>
                    <a:pt x="133087" y="223844"/>
                    <a:pt x="133671" y="220178"/>
                  </a:cubicBezTo>
                  <a:cubicBezTo>
                    <a:pt x="134588" y="221511"/>
                    <a:pt x="135421" y="222928"/>
                    <a:pt x="136171" y="224344"/>
                  </a:cubicBezTo>
                  <a:cubicBezTo>
                    <a:pt x="145420" y="241176"/>
                    <a:pt x="127505" y="254675"/>
                    <a:pt x="130255" y="272006"/>
                  </a:cubicBezTo>
                  <a:cubicBezTo>
                    <a:pt x="131838" y="282256"/>
                    <a:pt x="141587" y="289671"/>
                    <a:pt x="151503" y="291254"/>
                  </a:cubicBezTo>
                  <a:cubicBezTo>
                    <a:pt x="157169" y="292171"/>
                    <a:pt x="161835" y="289671"/>
                    <a:pt x="167168" y="289921"/>
                  </a:cubicBezTo>
                  <a:cubicBezTo>
                    <a:pt x="174585" y="290255"/>
                    <a:pt x="175418" y="291088"/>
                    <a:pt x="174251" y="298504"/>
                  </a:cubicBezTo>
                  <a:cubicBezTo>
                    <a:pt x="173917" y="300754"/>
                    <a:pt x="171418" y="304837"/>
                    <a:pt x="170584" y="306587"/>
                  </a:cubicBezTo>
                  <a:cubicBezTo>
                    <a:pt x="165002" y="318086"/>
                    <a:pt x="157502" y="329751"/>
                    <a:pt x="155586" y="342583"/>
                  </a:cubicBezTo>
                  <a:cubicBezTo>
                    <a:pt x="150503" y="341084"/>
                    <a:pt x="144670" y="341167"/>
                    <a:pt x="139337" y="339917"/>
                  </a:cubicBezTo>
                  <a:cubicBezTo>
                    <a:pt x="135588" y="339000"/>
                    <a:pt x="131505" y="338083"/>
                    <a:pt x="127422" y="337001"/>
                  </a:cubicBezTo>
                  <a:cubicBezTo>
                    <a:pt x="129005" y="332001"/>
                    <a:pt x="130588" y="327001"/>
                    <a:pt x="132338" y="322085"/>
                  </a:cubicBezTo>
                  <a:cubicBezTo>
                    <a:pt x="132421" y="321918"/>
                    <a:pt x="132088" y="321835"/>
                    <a:pt x="132005" y="322002"/>
                  </a:cubicBezTo>
                  <a:cubicBezTo>
                    <a:pt x="130421" y="327001"/>
                    <a:pt x="128755" y="331917"/>
                    <a:pt x="127088" y="336917"/>
                  </a:cubicBezTo>
                  <a:cubicBezTo>
                    <a:pt x="120423" y="335167"/>
                    <a:pt x="113756" y="332917"/>
                    <a:pt x="108256" y="329834"/>
                  </a:cubicBezTo>
                  <a:cubicBezTo>
                    <a:pt x="107840" y="329585"/>
                    <a:pt x="107423" y="330168"/>
                    <a:pt x="107757" y="330501"/>
                  </a:cubicBezTo>
                  <a:cubicBezTo>
                    <a:pt x="112423" y="335251"/>
                    <a:pt x="118505" y="339250"/>
                    <a:pt x="125172" y="342583"/>
                  </a:cubicBezTo>
                  <a:cubicBezTo>
                    <a:pt x="121089" y="354499"/>
                    <a:pt x="116923" y="366331"/>
                    <a:pt x="112590" y="378163"/>
                  </a:cubicBezTo>
                  <a:cubicBezTo>
                    <a:pt x="103841" y="374497"/>
                    <a:pt x="95342" y="370497"/>
                    <a:pt x="86926" y="365831"/>
                  </a:cubicBezTo>
                  <a:cubicBezTo>
                    <a:pt x="94509" y="345333"/>
                    <a:pt x="101924" y="324752"/>
                    <a:pt x="108423" y="303837"/>
                  </a:cubicBezTo>
                  <a:lnTo>
                    <a:pt x="108423" y="303837"/>
                  </a:lnTo>
                  <a:close/>
                  <a:moveTo>
                    <a:pt x="78760" y="388829"/>
                  </a:moveTo>
                  <a:cubicBezTo>
                    <a:pt x="80676" y="383330"/>
                    <a:pt x="82676" y="377913"/>
                    <a:pt x="84676" y="372497"/>
                  </a:cubicBezTo>
                  <a:cubicBezTo>
                    <a:pt x="91758" y="378830"/>
                    <a:pt x="100258" y="383746"/>
                    <a:pt x="109256" y="387579"/>
                  </a:cubicBezTo>
                  <a:cubicBezTo>
                    <a:pt x="101424" y="408661"/>
                    <a:pt x="93342" y="429742"/>
                    <a:pt x="85093" y="450490"/>
                  </a:cubicBezTo>
                  <a:cubicBezTo>
                    <a:pt x="82175" y="457989"/>
                    <a:pt x="79259" y="465572"/>
                    <a:pt x="76426" y="473155"/>
                  </a:cubicBezTo>
                  <a:cubicBezTo>
                    <a:pt x="67844" y="469488"/>
                    <a:pt x="60012" y="464406"/>
                    <a:pt x="53262" y="456906"/>
                  </a:cubicBezTo>
                  <a:cubicBezTo>
                    <a:pt x="61761" y="434242"/>
                    <a:pt x="70593" y="411660"/>
                    <a:pt x="78760" y="388829"/>
                  </a:cubicBezTo>
                  <a:lnTo>
                    <a:pt x="78760" y="388829"/>
                  </a:lnTo>
                  <a:close/>
                  <a:moveTo>
                    <a:pt x="23181" y="550731"/>
                  </a:moveTo>
                  <a:cubicBezTo>
                    <a:pt x="30597" y="519817"/>
                    <a:pt x="41013" y="489820"/>
                    <a:pt x="52178" y="459989"/>
                  </a:cubicBezTo>
                  <a:cubicBezTo>
                    <a:pt x="57595" y="468905"/>
                    <a:pt x="65094" y="475488"/>
                    <a:pt x="73759" y="480404"/>
                  </a:cubicBezTo>
                  <a:cubicBezTo>
                    <a:pt x="70010" y="490570"/>
                    <a:pt x="66427" y="500736"/>
                    <a:pt x="63095" y="511068"/>
                  </a:cubicBezTo>
                  <a:cubicBezTo>
                    <a:pt x="62011" y="510318"/>
                    <a:pt x="61011" y="509652"/>
                    <a:pt x="59928" y="508901"/>
                  </a:cubicBezTo>
                  <a:cubicBezTo>
                    <a:pt x="59344" y="508485"/>
                    <a:pt x="58595" y="509235"/>
                    <a:pt x="59095" y="509735"/>
                  </a:cubicBezTo>
                  <a:cubicBezTo>
                    <a:pt x="60261" y="510735"/>
                    <a:pt x="61344" y="511818"/>
                    <a:pt x="62427" y="512818"/>
                  </a:cubicBezTo>
                  <a:cubicBezTo>
                    <a:pt x="57094" y="529233"/>
                    <a:pt x="52262" y="545815"/>
                    <a:pt x="48262" y="562480"/>
                  </a:cubicBezTo>
                  <a:cubicBezTo>
                    <a:pt x="39013" y="561230"/>
                    <a:pt x="30013" y="559314"/>
                    <a:pt x="22431" y="554148"/>
                  </a:cubicBezTo>
                  <a:cubicBezTo>
                    <a:pt x="22681" y="552898"/>
                    <a:pt x="22847" y="551814"/>
                    <a:pt x="23181" y="550731"/>
                  </a:cubicBezTo>
                  <a:lnTo>
                    <a:pt x="23181" y="550731"/>
                  </a:lnTo>
                  <a:close/>
                  <a:moveTo>
                    <a:pt x="103174" y="541565"/>
                  </a:moveTo>
                  <a:cubicBezTo>
                    <a:pt x="83426" y="560980"/>
                    <a:pt x="64427" y="581478"/>
                    <a:pt x="43929" y="600227"/>
                  </a:cubicBezTo>
                  <a:cubicBezTo>
                    <a:pt x="39180" y="604560"/>
                    <a:pt x="33430" y="611726"/>
                    <a:pt x="27014" y="613559"/>
                  </a:cubicBezTo>
                  <a:cubicBezTo>
                    <a:pt x="12183" y="617725"/>
                    <a:pt x="15349" y="602560"/>
                    <a:pt x="15932" y="594727"/>
                  </a:cubicBezTo>
                  <a:cubicBezTo>
                    <a:pt x="16848" y="582311"/>
                    <a:pt x="18848" y="570146"/>
                    <a:pt x="21515" y="558064"/>
                  </a:cubicBezTo>
                  <a:cubicBezTo>
                    <a:pt x="25348" y="561647"/>
                    <a:pt x="29764" y="563897"/>
                    <a:pt x="36263" y="565646"/>
                  </a:cubicBezTo>
                  <a:cubicBezTo>
                    <a:pt x="39679" y="566563"/>
                    <a:pt x="43263" y="567480"/>
                    <a:pt x="46845" y="568146"/>
                  </a:cubicBezTo>
                  <a:cubicBezTo>
                    <a:pt x="45595" y="573479"/>
                    <a:pt x="44513" y="578728"/>
                    <a:pt x="43512" y="584061"/>
                  </a:cubicBezTo>
                  <a:cubicBezTo>
                    <a:pt x="43180" y="585728"/>
                    <a:pt x="45679" y="586311"/>
                    <a:pt x="46096" y="584645"/>
                  </a:cubicBezTo>
                  <a:cubicBezTo>
                    <a:pt x="47429" y="579312"/>
                    <a:pt x="48929" y="574062"/>
                    <a:pt x="50512" y="568813"/>
                  </a:cubicBezTo>
                  <a:cubicBezTo>
                    <a:pt x="55929" y="569563"/>
                    <a:pt x="61427" y="569813"/>
                    <a:pt x="66510" y="568896"/>
                  </a:cubicBezTo>
                  <a:cubicBezTo>
                    <a:pt x="68593" y="568480"/>
                    <a:pt x="68261" y="565146"/>
                    <a:pt x="66344" y="564897"/>
                  </a:cubicBezTo>
                  <a:cubicBezTo>
                    <a:pt x="61761" y="564146"/>
                    <a:pt x="57012" y="563730"/>
                    <a:pt x="52345" y="563147"/>
                  </a:cubicBezTo>
                  <a:cubicBezTo>
                    <a:pt x="57261" y="548231"/>
                    <a:pt x="63178" y="533399"/>
                    <a:pt x="68927" y="518817"/>
                  </a:cubicBezTo>
                  <a:cubicBezTo>
                    <a:pt x="74176" y="523234"/>
                    <a:pt x="79760" y="526900"/>
                    <a:pt x="87258" y="528900"/>
                  </a:cubicBezTo>
                  <a:cubicBezTo>
                    <a:pt x="95758" y="531233"/>
                    <a:pt x="104591" y="532316"/>
                    <a:pt x="113257" y="531899"/>
                  </a:cubicBezTo>
                  <a:cubicBezTo>
                    <a:pt x="110007" y="534982"/>
                    <a:pt x="106590" y="538232"/>
                    <a:pt x="103174" y="541565"/>
                  </a:cubicBezTo>
                  <a:lnTo>
                    <a:pt x="103174" y="541565"/>
                  </a:lnTo>
                  <a:close/>
                  <a:moveTo>
                    <a:pt x="121672" y="523650"/>
                  </a:moveTo>
                  <a:cubicBezTo>
                    <a:pt x="116923" y="523483"/>
                    <a:pt x="112174" y="523567"/>
                    <a:pt x="107340" y="523567"/>
                  </a:cubicBezTo>
                  <a:cubicBezTo>
                    <a:pt x="112840" y="516484"/>
                    <a:pt x="116006" y="507068"/>
                    <a:pt x="118839" y="498652"/>
                  </a:cubicBezTo>
                  <a:cubicBezTo>
                    <a:pt x="119589" y="496403"/>
                    <a:pt x="120423" y="494153"/>
                    <a:pt x="121256" y="491903"/>
                  </a:cubicBezTo>
                  <a:cubicBezTo>
                    <a:pt x="127422" y="492153"/>
                    <a:pt x="133588" y="491987"/>
                    <a:pt x="139504" y="491570"/>
                  </a:cubicBezTo>
                  <a:cubicBezTo>
                    <a:pt x="141837" y="491403"/>
                    <a:pt x="142171" y="487987"/>
                    <a:pt x="139837" y="487487"/>
                  </a:cubicBezTo>
                  <a:cubicBezTo>
                    <a:pt x="134671" y="486237"/>
                    <a:pt x="129422" y="485237"/>
                    <a:pt x="124089" y="484404"/>
                  </a:cubicBezTo>
                  <a:cubicBezTo>
                    <a:pt x="127338" y="475821"/>
                    <a:pt x="130672" y="467238"/>
                    <a:pt x="133588" y="458573"/>
                  </a:cubicBezTo>
                  <a:cubicBezTo>
                    <a:pt x="135171" y="453907"/>
                    <a:pt x="136587" y="449240"/>
                    <a:pt x="138088" y="444574"/>
                  </a:cubicBezTo>
                  <a:cubicBezTo>
                    <a:pt x="142753" y="445407"/>
                    <a:pt x="147504" y="445991"/>
                    <a:pt x="152503" y="446324"/>
                  </a:cubicBezTo>
                  <a:cubicBezTo>
                    <a:pt x="167252" y="447324"/>
                    <a:pt x="186167" y="449573"/>
                    <a:pt x="202165" y="446907"/>
                  </a:cubicBezTo>
                  <a:cubicBezTo>
                    <a:pt x="175668" y="472738"/>
                    <a:pt x="148503" y="497986"/>
                    <a:pt x="121672" y="523650"/>
                  </a:cubicBezTo>
                  <a:lnTo>
                    <a:pt x="121672" y="523650"/>
                  </a:lnTo>
                  <a:close/>
                  <a:moveTo>
                    <a:pt x="323820" y="319169"/>
                  </a:moveTo>
                  <a:cubicBezTo>
                    <a:pt x="314072" y="330584"/>
                    <a:pt x="303989" y="341667"/>
                    <a:pt x="293907" y="352665"/>
                  </a:cubicBezTo>
                  <a:cubicBezTo>
                    <a:pt x="276325" y="371831"/>
                    <a:pt x="258076" y="390329"/>
                    <a:pt x="239995" y="408994"/>
                  </a:cubicBezTo>
                  <a:cubicBezTo>
                    <a:pt x="246495" y="393912"/>
                    <a:pt x="248494" y="376914"/>
                    <a:pt x="253327" y="361248"/>
                  </a:cubicBezTo>
                  <a:cubicBezTo>
                    <a:pt x="253410" y="360998"/>
                    <a:pt x="252993" y="360832"/>
                    <a:pt x="252828" y="361081"/>
                  </a:cubicBezTo>
                  <a:cubicBezTo>
                    <a:pt x="246495" y="376080"/>
                    <a:pt x="239828" y="391912"/>
                    <a:pt x="235829" y="407744"/>
                  </a:cubicBezTo>
                  <a:cubicBezTo>
                    <a:pt x="235412" y="409494"/>
                    <a:pt x="237328" y="410744"/>
                    <a:pt x="238745" y="410244"/>
                  </a:cubicBezTo>
                  <a:cubicBezTo>
                    <a:pt x="236829" y="412244"/>
                    <a:pt x="234829" y="414243"/>
                    <a:pt x="232913" y="416243"/>
                  </a:cubicBezTo>
                  <a:cubicBezTo>
                    <a:pt x="225496" y="423909"/>
                    <a:pt x="217914" y="431492"/>
                    <a:pt x="210247" y="439075"/>
                  </a:cubicBezTo>
                  <a:cubicBezTo>
                    <a:pt x="204832" y="438158"/>
                    <a:pt x="199332" y="437658"/>
                    <a:pt x="193749" y="437492"/>
                  </a:cubicBezTo>
                  <a:cubicBezTo>
                    <a:pt x="199831" y="426826"/>
                    <a:pt x="204081" y="414494"/>
                    <a:pt x="207581" y="402495"/>
                  </a:cubicBezTo>
                  <a:cubicBezTo>
                    <a:pt x="216331" y="401495"/>
                    <a:pt x="225163" y="400161"/>
                    <a:pt x="233912" y="398495"/>
                  </a:cubicBezTo>
                  <a:cubicBezTo>
                    <a:pt x="235245" y="398245"/>
                    <a:pt x="234746" y="396245"/>
                    <a:pt x="233495" y="396245"/>
                  </a:cubicBezTo>
                  <a:cubicBezTo>
                    <a:pt x="225413" y="396245"/>
                    <a:pt x="217414" y="396412"/>
                    <a:pt x="209414" y="396495"/>
                  </a:cubicBezTo>
                  <a:cubicBezTo>
                    <a:pt x="210247" y="393662"/>
                    <a:pt x="210998" y="390912"/>
                    <a:pt x="211831" y="388162"/>
                  </a:cubicBezTo>
                  <a:cubicBezTo>
                    <a:pt x="214248" y="379746"/>
                    <a:pt x="216747" y="371331"/>
                    <a:pt x="219164" y="362915"/>
                  </a:cubicBezTo>
                  <a:cubicBezTo>
                    <a:pt x="222413" y="362915"/>
                    <a:pt x="225663" y="362748"/>
                    <a:pt x="229079" y="362498"/>
                  </a:cubicBezTo>
                  <a:cubicBezTo>
                    <a:pt x="230746" y="362415"/>
                    <a:pt x="231079" y="360332"/>
                    <a:pt x="229746" y="359498"/>
                  </a:cubicBezTo>
                  <a:cubicBezTo>
                    <a:pt x="227329" y="358082"/>
                    <a:pt x="224163" y="357165"/>
                    <a:pt x="220997" y="356582"/>
                  </a:cubicBezTo>
                  <a:cubicBezTo>
                    <a:pt x="224163" y="345750"/>
                    <a:pt x="227246" y="335000"/>
                    <a:pt x="230412" y="324168"/>
                  </a:cubicBezTo>
                  <a:cubicBezTo>
                    <a:pt x="240828" y="325085"/>
                    <a:pt x="250744" y="328918"/>
                    <a:pt x="261326" y="328834"/>
                  </a:cubicBezTo>
                  <a:cubicBezTo>
                    <a:pt x="264243" y="328834"/>
                    <a:pt x="264160" y="324835"/>
                    <a:pt x="261743" y="324085"/>
                  </a:cubicBezTo>
                  <a:cubicBezTo>
                    <a:pt x="252327" y="321002"/>
                    <a:pt x="241078" y="322002"/>
                    <a:pt x="231079" y="322252"/>
                  </a:cubicBezTo>
                  <a:cubicBezTo>
                    <a:pt x="231329" y="321418"/>
                    <a:pt x="231579" y="320502"/>
                    <a:pt x="231829" y="319669"/>
                  </a:cubicBezTo>
                  <a:cubicBezTo>
                    <a:pt x="231996" y="319252"/>
                    <a:pt x="231245" y="318919"/>
                    <a:pt x="231079" y="319419"/>
                  </a:cubicBezTo>
                  <a:cubicBezTo>
                    <a:pt x="230663" y="320418"/>
                    <a:pt x="230329" y="321335"/>
                    <a:pt x="229913" y="322335"/>
                  </a:cubicBezTo>
                  <a:cubicBezTo>
                    <a:pt x="229496" y="322335"/>
                    <a:pt x="229162" y="322335"/>
                    <a:pt x="228746" y="322335"/>
                  </a:cubicBezTo>
                  <a:cubicBezTo>
                    <a:pt x="227580" y="322335"/>
                    <a:pt x="227663" y="324085"/>
                    <a:pt x="228830" y="324168"/>
                  </a:cubicBezTo>
                  <a:cubicBezTo>
                    <a:pt x="228912" y="324168"/>
                    <a:pt x="228996" y="324168"/>
                    <a:pt x="229162" y="324168"/>
                  </a:cubicBezTo>
                  <a:cubicBezTo>
                    <a:pt x="224996" y="334834"/>
                    <a:pt x="220830" y="345416"/>
                    <a:pt x="216663" y="355999"/>
                  </a:cubicBezTo>
                  <a:cubicBezTo>
                    <a:pt x="214997" y="355749"/>
                    <a:pt x="213330" y="355582"/>
                    <a:pt x="211831" y="355332"/>
                  </a:cubicBezTo>
                  <a:cubicBezTo>
                    <a:pt x="208081" y="354749"/>
                    <a:pt x="204331" y="353832"/>
                    <a:pt x="200499" y="353249"/>
                  </a:cubicBezTo>
                  <a:cubicBezTo>
                    <a:pt x="200749" y="352999"/>
                    <a:pt x="200915" y="352749"/>
                    <a:pt x="201165" y="352499"/>
                  </a:cubicBezTo>
                  <a:cubicBezTo>
                    <a:pt x="210581" y="341333"/>
                    <a:pt x="215497" y="328585"/>
                    <a:pt x="219913" y="315003"/>
                  </a:cubicBezTo>
                  <a:cubicBezTo>
                    <a:pt x="223080" y="305503"/>
                    <a:pt x="225747" y="295254"/>
                    <a:pt x="232746" y="287588"/>
                  </a:cubicBezTo>
                  <a:cubicBezTo>
                    <a:pt x="237745" y="282172"/>
                    <a:pt x="243744" y="279422"/>
                    <a:pt x="250077" y="277423"/>
                  </a:cubicBezTo>
                  <a:cubicBezTo>
                    <a:pt x="248994" y="288505"/>
                    <a:pt x="247411" y="300254"/>
                    <a:pt x="261826" y="302920"/>
                  </a:cubicBezTo>
                  <a:cubicBezTo>
                    <a:pt x="267326" y="303920"/>
                    <a:pt x="273159" y="302170"/>
                    <a:pt x="273659" y="310586"/>
                  </a:cubicBezTo>
                  <a:cubicBezTo>
                    <a:pt x="274158" y="318419"/>
                    <a:pt x="264492" y="327751"/>
                    <a:pt x="260077" y="333751"/>
                  </a:cubicBezTo>
                  <a:cubicBezTo>
                    <a:pt x="256076" y="339084"/>
                    <a:pt x="250910" y="344667"/>
                    <a:pt x="250161" y="351499"/>
                  </a:cubicBezTo>
                  <a:cubicBezTo>
                    <a:pt x="249910" y="353832"/>
                    <a:pt x="251077" y="357082"/>
                    <a:pt x="253910" y="357332"/>
                  </a:cubicBezTo>
                  <a:cubicBezTo>
                    <a:pt x="269076" y="358498"/>
                    <a:pt x="280491" y="348999"/>
                    <a:pt x="290241" y="338334"/>
                  </a:cubicBezTo>
                  <a:cubicBezTo>
                    <a:pt x="296157" y="331834"/>
                    <a:pt x="300989" y="325335"/>
                    <a:pt x="305322" y="317752"/>
                  </a:cubicBezTo>
                  <a:cubicBezTo>
                    <a:pt x="314239" y="302087"/>
                    <a:pt x="325154" y="297837"/>
                    <a:pt x="341902" y="295754"/>
                  </a:cubicBezTo>
                  <a:cubicBezTo>
                    <a:pt x="343069" y="295587"/>
                    <a:pt x="344236" y="295504"/>
                    <a:pt x="345402" y="295338"/>
                  </a:cubicBezTo>
                  <a:cubicBezTo>
                    <a:pt x="338569" y="303504"/>
                    <a:pt x="330654" y="311169"/>
                    <a:pt x="323820" y="319169"/>
                  </a:cubicBezTo>
                  <a:lnTo>
                    <a:pt x="323820" y="319169"/>
                  </a:lnTo>
                  <a:close/>
                  <a:moveTo>
                    <a:pt x="396148" y="244259"/>
                  </a:moveTo>
                  <a:cubicBezTo>
                    <a:pt x="386565" y="257591"/>
                    <a:pt x="376982" y="270506"/>
                    <a:pt x="361068" y="276589"/>
                  </a:cubicBezTo>
                  <a:cubicBezTo>
                    <a:pt x="348152" y="281589"/>
                    <a:pt x="334070" y="282422"/>
                    <a:pt x="321488" y="288338"/>
                  </a:cubicBezTo>
                  <a:cubicBezTo>
                    <a:pt x="309405" y="294004"/>
                    <a:pt x="303823" y="302170"/>
                    <a:pt x="297656" y="313503"/>
                  </a:cubicBezTo>
                  <a:cubicBezTo>
                    <a:pt x="291324" y="325251"/>
                    <a:pt x="276824" y="344083"/>
                    <a:pt x="261826" y="347166"/>
                  </a:cubicBezTo>
                  <a:cubicBezTo>
                    <a:pt x="265993" y="338834"/>
                    <a:pt x="275409" y="331334"/>
                    <a:pt x="279575" y="323585"/>
                  </a:cubicBezTo>
                  <a:cubicBezTo>
                    <a:pt x="282825" y="317586"/>
                    <a:pt x="287407" y="308170"/>
                    <a:pt x="285824" y="301254"/>
                  </a:cubicBezTo>
                  <a:cubicBezTo>
                    <a:pt x="284741" y="296254"/>
                    <a:pt x="281241" y="293338"/>
                    <a:pt x="276492" y="291671"/>
                  </a:cubicBezTo>
                  <a:cubicBezTo>
                    <a:pt x="271159" y="289838"/>
                    <a:pt x="264826" y="292338"/>
                    <a:pt x="261993" y="284755"/>
                  </a:cubicBezTo>
                  <a:cubicBezTo>
                    <a:pt x="261326" y="283089"/>
                    <a:pt x="261826" y="277839"/>
                    <a:pt x="262077" y="274089"/>
                  </a:cubicBezTo>
                  <a:cubicBezTo>
                    <a:pt x="262242" y="274006"/>
                    <a:pt x="262409" y="274006"/>
                    <a:pt x="262576" y="273923"/>
                  </a:cubicBezTo>
                  <a:cubicBezTo>
                    <a:pt x="295073" y="265090"/>
                    <a:pt x="312238" y="227844"/>
                    <a:pt x="319405" y="197430"/>
                  </a:cubicBezTo>
                  <a:cubicBezTo>
                    <a:pt x="323071" y="181765"/>
                    <a:pt x="323904" y="166183"/>
                    <a:pt x="321321" y="151351"/>
                  </a:cubicBezTo>
                  <a:cubicBezTo>
                    <a:pt x="348902" y="146184"/>
                    <a:pt x="380482" y="146851"/>
                    <a:pt x="403564" y="164516"/>
                  </a:cubicBezTo>
                  <a:cubicBezTo>
                    <a:pt x="418146" y="175682"/>
                    <a:pt x="420229" y="191430"/>
                    <a:pt x="417979" y="208928"/>
                  </a:cubicBezTo>
                  <a:cubicBezTo>
                    <a:pt x="416146" y="223510"/>
                    <a:pt x="404313" y="232843"/>
                    <a:pt x="396148" y="244259"/>
                  </a:cubicBezTo>
                  <a:lnTo>
                    <a:pt x="396148" y="244259"/>
                  </a:lnTo>
                  <a:close/>
                </a:path>
              </a:pathLst>
            </a:custGeom>
            <a:grpFill/>
            <a:ln w="8332" cap="flat">
              <a:noFill/>
              <a:prstDash val="solid"/>
              <a:miter/>
            </a:ln>
          </p:spPr>
          <p:txBody>
            <a:bodyPr rtlCol="0" anchor="ctr"/>
            <a:lstStyle/>
            <a:p>
              <a:endParaRPr lang="en-US"/>
            </a:p>
          </p:txBody>
        </p:sp>
        <p:sp>
          <p:nvSpPr>
            <p:cNvPr id="2458" name="Freeform: Shape 2457"/>
            <p:cNvSpPr/>
            <p:nvPr/>
          </p:nvSpPr>
          <p:spPr>
            <a:xfrm>
              <a:off x="11801065" y="5866995"/>
              <a:ext cx="378368" cy="812463"/>
            </a:xfrm>
            <a:custGeom>
              <a:avLst/>
              <a:gdLst>
                <a:gd name="connsiteX0" fmla="*/ 376026 w 378368"/>
                <a:gd name="connsiteY0" fmla="*/ 363037 h 812463"/>
                <a:gd name="connsiteX1" fmla="*/ 364777 w 378368"/>
                <a:gd name="connsiteY1" fmla="*/ 270545 h 812463"/>
                <a:gd name="connsiteX2" fmla="*/ 347029 w 378368"/>
                <a:gd name="connsiteY2" fmla="*/ 233049 h 812463"/>
                <a:gd name="connsiteX3" fmla="*/ 342446 w 378368"/>
                <a:gd name="connsiteY3" fmla="*/ 183553 h 812463"/>
                <a:gd name="connsiteX4" fmla="*/ 347279 w 378368"/>
                <a:gd name="connsiteY4" fmla="*/ 136641 h 812463"/>
                <a:gd name="connsiteX5" fmla="*/ 350695 w 378368"/>
                <a:gd name="connsiteY5" fmla="*/ 109976 h 812463"/>
                <a:gd name="connsiteX6" fmla="*/ 373026 w 378368"/>
                <a:gd name="connsiteY6" fmla="*/ 91478 h 812463"/>
                <a:gd name="connsiteX7" fmla="*/ 368194 w 378368"/>
                <a:gd name="connsiteY7" fmla="*/ 42899 h 812463"/>
                <a:gd name="connsiteX8" fmla="*/ 300450 w 378368"/>
                <a:gd name="connsiteY8" fmla="*/ 9485 h 812463"/>
                <a:gd name="connsiteX9" fmla="*/ 266369 w 378368"/>
                <a:gd name="connsiteY9" fmla="*/ 3986 h 812463"/>
                <a:gd name="connsiteX10" fmla="*/ 216874 w 378368"/>
                <a:gd name="connsiteY10" fmla="*/ 403 h 812463"/>
                <a:gd name="connsiteX11" fmla="*/ 159462 w 378368"/>
                <a:gd name="connsiteY11" fmla="*/ 27901 h 812463"/>
                <a:gd name="connsiteX12" fmla="*/ 167212 w 378368"/>
                <a:gd name="connsiteY12" fmla="*/ 73980 h 812463"/>
                <a:gd name="connsiteX13" fmla="*/ 168878 w 378368"/>
                <a:gd name="connsiteY13" fmla="*/ 75396 h 812463"/>
                <a:gd name="connsiteX14" fmla="*/ 163462 w 378368"/>
                <a:gd name="connsiteY14" fmla="*/ 108227 h 812463"/>
                <a:gd name="connsiteX15" fmla="*/ 152963 w 378368"/>
                <a:gd name="connsiteY15" fmla="*/ 153640 h 812463"/>
                <a:gd name="connsiteX16" fmla="*/ 98634 w 378368"/>
                <a:gd name="connsiteY16" fmla="*/ 220633 h 812463"/>
                <a:gd name="connsiteX17" fmla="*/ 44556 w 378368"/>
                <a:gd name="connsiteY17" fmla="*/ 371036 h 812463"/>
                <a:gd name="connsiteX18" fmla="*/ 31391 w 378368"/>
                <a:gd name="connsiteY18" fmla="*/ 455529 h 812463"/>
                <a:gd name="connsiteX19" fmla="*/ 16225 w 378368"/>
                <a:gd name="connsiteY19" fmla="*/ 544688 h 812463"/>
                <a:gd name="connsiteX20" fmla="*/ 5226 w 378368"/>
                <a:gd name="connsiteY20" fmla="*/ 632763 h 812463"/>
                <a:gd name="connsiteX21" fmla="*/ 4643 w 378368"/>
                <a:gd name="connsiteY21" fmla="*/ 716089 h 812463"/>
                <a:gd name="connsiteX22" fmla="*/ 123132 w 378368"/>
                <a:gd name="connsiteY22" fmla="*/ 800331 h 812463"/>
                <a:gd name="connsiteX23" fmla="*/ 204958 w 378368"/>
                <a:gd name="connsiteY23" fmla="*/ 811497 h 812463"/>
                <a:gd name="connsiteX24" fmla="*/ 267953 w 378368"/>
                <a:gd name="connsiteY24" fmla="*/ 789499 h 812463"/>
                <a:gd name="connsiteX25" fmla="*/ 300450 w 378368"/>
                <a:gd name="connsiteY25" fmla="*/ 725004 h 812463"/>
                <a:gd name="connsiteX26" fmla="*/ 324031 w 378368"/>
                <a:gd name="connsiteY26" fmla="*/ 641179 h 812463"/>
                <a:gd name="connsiteX27" fmla="*/ 361944 w 378368"/>
                <a:gd name="connsiteY27" fmla="*/ 460195 h 812463"/>
                <a:gd name="connsiteX28" fmla="*/ 376026 w 378368"/>
                <a:gd name="connsiteY28" fmla="*/ 363037 h 812463"/>
                <a:gd name="connsiteX29" fmla="*/ 376026 w 378368"/>
                <a:gd name="connsiteY29" fmla="*/ 363037 h 812463"/>
                <a:gd name="connsiteX30" fmla="*/ 180461 w 378368"/>
                <a:gd name="connsiteY30" fmla="*/ 24984 h 812463"/>
                <a:gd name="connsiteX31" fmla="*/ 215791 w 378368"/>
                <a:gd name="connsiteY31" fmla="*/ 13902 h 812463"/>
                <a:gd name="connsiteX32" fmla="*/ 281535 w 378368"/>
                <a:gd name="connsiteY32" fmla="*/ 16652 h 812463"/>
                <a:gd name="connsiteX33" fmla="*/ 289034 w 378368"/>
                <a:gd name="connsiteY33" fmla="*/ 18318 h 812463"/>
                <a:gd name="connsiteX34" fmla="*/ 356861 w 378368"/>
                <a:gd name="connsiteY34" fmla="*/ 50899 h 812463"/>
                <a:gd name="connsiteX35" fmla="*/ 362611 w 378368"/>
                <a:gd name="connsiteY35" fmla="*/ 81979 h 812463"/>
                <a:gd name="connsiteX36" fmla="*/ 341279 w 378368"/>
                <a:gd name="connsiteY36" fmla="*/ 101144 h 812463"/>
                <a:gd name="connsiteX37" fmla="*/ 338946 w 378368"/>
                <a:gd name="connsiteY37" fmla="*/ 102061 h 812463"/>
                <a:gd name="connsiteX38" fmla="*/ 332863 w 378368"/>
                <a:gd name="connsiteY38" fmla="*/ 104144 h 812463"/>
                <a:gd name="connsiteX39" fmla="*/ 250620 w 378368"/>
                <a:gd name="connsiteY39" fmla="*/ 101478 h 812463"/>
                <a:gd name="connsiteX40" fmla="*/ 174544 w 378368"/>
                <a:gd name="connsiteY40" fmla="*/ 66647 h 812463"/>
                <a:gd name="connsiteX41" fmla="*/ 180461 w 378368"/>
                <a:gd name="connsiteY41" fmla="*/ 24984 h 812463"/>
                <a:gd name="connsiteX42" fmla="*/ 180461 w 378368"/>
                <a:gd name="connsiteY42" fmla="*/ 24984 h 812463"/>
                <a:gd name="connsiteX43" fmla="*/ 166129 w 378368"/>
                <a:gd name="connsiteY43" fmla="*/ 159972 h 812463"/>
                <a:gd name="connsiteX44" fmla="*/ 173961 w 378368"/>
                <a:gd name="connsiteY44" fmla="*/ 121559 h 812463"/>
                <a:gd name="connsiteX45" fmla="*/ 177710 w 378368"/>
                <a:gd name="connsiteY45" fmla="*/ 97311 h 812463"/>
                <a:gd name="connsiteX46" fmla="*/ 178044 w 378368"/>
                <a:gd name="connsiteY46" fmla="*/ 82229 h 812463"/>
                <a:gd name="connsiteX47" fmla="*/ 237789 w 378368"/>
                <a:gd name="connsiteY47" fmla="*/ 107560 h 812463"/>
                <a:gd name="connsiteX48" fmla="*/ 317281 w 378368"/>
                <a:gd name="connsiteY48" fmla="*/ 117476 h 812463"/>
                <a:gd name="connsiteX49" fmla="*/ 336029 w 378368"/>
                <a:gd name="connsiteY49" fmla="*/ 114809 h 812463"/>
                <a:gd name="connsiteX50" fmla="*/ 332946 w 378368"/>
                <a:gd name="connsiteY50" fmla="*/ 131641 h 812463"/>
                <a:gd name="connsiteX51" fmla="*/ 328114 w 378368"/>
                <a:gd name="connsiteY51" fmla="*/ 169804 h 812463"/>
                <a:gd name="connsiteX52" fmla="*/ 332113 w 378368"/>
                <a:gd name="connsiteY52" fmla="*/ 238465 h 812463"/>
                <a:gd name="connsiteX53" fmla="*/ 337446 w 378368"/>
                <a:gd name="connsiteY53" fmla="*/ 250297 h 812463"/>
                <a:gd name="connsiteX54" fmla="*/ 313115 w 378368"/>
                <a:gd name="connsiteY54" fmla="*/ 256380 h 812463"/>
                <a:gd name="connsiteX55" fmla="*/ 272036 w 378368"/>
                <a:gd name="connsiteY55" fmla="*/ 251881 h 812463"/>
                <a:gd name="connsiteX56" fmla="*/ 232955 w 378368"/>
                <a:gd name="connsiteY56" fmla="*/ 236382 h 812463"/>
                <a:gd name="connsiteX57" fmla="*/ 202042 w 378368"/>
                <a:gd name="connsiteY57" fmla="*/ 219717 h 812463"/>
                <a:gd name="connsiteX58" fmla="*/ 139048 w 378368"/>
                <a:gd name="connsiteY58" fmla="*/ 216467 h 812463"/>
                <a:gd name="connsiteX59" fmla="*/ 121715 w 378368"/>
                <a:gd name="connsiteY59" fmla="*/ 220050 h 812463"/>
                <a:gd name="connsiteX60" fmla="*/ 166129 w 378368"/>
                <a:gd name="connsiteY60" fmla="*/ 159972 h 812463"/>
                <a:gd name="connsiteX61" fmla="*/ 166129 w 378368"/>
                <a:gd name="connsiteY61" fmla="*/ 159972 h 812463"/>
                <a:gd name="connsiteX62" fmla="*/ 131298 w 378368"/>
                <a:gd name="connsiteY62" fmla="*/ 227466 h 812463"/>
                <a:gd name="connsiteX63" fmla="*/ 168129 w 378368"/>
                <a:gd name="connsiteY63" fmla="*/ 223133 h 812463"/>
                <a:gd name="connsiteX64" fmla="*/ 232789 w 378368"/>
                <a:gd name="connsiteY64" fmla="*/ 245215 h 812463"/>
                <a:gd name="connsiteX65" fmla="*/ 297533 w 378368"/>
                <a:gd name="connsiteY65" fmla="*/ 266379 h 812463"/>
                <a:gd name="connsiteX66" fmla="*/ 336697 w 378368"/>
                <a:gd name="connsiteY66" fmla="*/ 262129 h 812463"/>
                <a:gd name="connsiteX67" fmla="*/ 325780 w 378368"/>
                <a:gd name="connsiteY67" fmla="*/ 274128 h 812463"/>
                <a:gd name="connsiteX68" fmla="*/ 298450 w 378368"/>
                <a:gd name="connsiteY68" fmla="*/ 286294 h 812463"/>
                <a:gd name="connsiteX69" fmla="*/ 229289 w 378368"/>
                <a:gd name="connsiteY69" fmla="*/ 294876 h 812463"/>
                <a:gd name="connsiteX70" fmla="*/ 154962 w 378368"/>
                <a:gd name="connsiteY70" fmla="*/ 273962 h 812463"/>
                <a:gd name="connsiteX71" fmla="*/ 123049 w 378368"/>
                <a:gd name="connsiteY71" fmla="*/ 253214 h 812463"/>
                <a:gd name="connsiteX72" fmla="*/ 108217 w 378368"/>
                <a:gd name="connsiteY72" fmla="*/ 234299 h 812463"/>
                <a:gd name="connsiteX73" fmla="*/ 110216 w 378368"/>
                <a:gd name="connsiteY73" fmla="*/ 231966 h 812463"/>
                <a:gd name="connsiteX74" fmla="*/ 131298 w 378368"/>
                <a:gd name="connsiteY74" fmla="*/ 227466 h 812463"/>
                <a:gd name="connsiteX75" fmla="*/ 131298 w 378368"/>
                <a:gd name="connsiteY75" fmla="*/ 227466 h 812463"/>
                <a:gd name="connsiteX76" fmla="*/ 342196 w 378368"/>
                <a:gd name="connsiteY76" fmla="*/ 475694 h 812463"/>
                <a:gd name="connsiteX77" fmla="*/ 326197 w 378368"/>
                <a:gd name="connsiteY77" fmla="*/ 557853 h 812463"/>
                <a:gd name="connsiteX78" fmla="*/ 283034 w 378368"/>
                <a:gd name="connsiteY78" fmla="*/ 725838 h 812463"/>
                <a:gd name="connsiteX79" fmla="*/ 243454 w 378368"/>
                <a:gd name="connsiteY79" fmla="*/ 786082 h 812463"/>
                <a:gd name="connsiteX80" fmla="*/ 163046 w 378368"/>
                <a:gd name="connsiteY80" fmla="*/ 792998 h 812463"/>
                <a:gd name="connsiteX81" fmla="*/ 83219 w 378368"/>
                <a:gd name="connsiteY81" fmla="*/ 768084 h 812463"/>
                <a:gd name="connsiteX82" fmla="*/ 22392 w 378368"/>
                <a:gd name="connsiteY82" fmla="*/ 720255 h 812463"/>
                <a:gd name="connsiteX83" fmla="*/ 18475 w 378368"/>
                <a:gd name="connsiteY83" fmla="*/ 629180 h 812463"/>
                <a:gd name="connsiteX84" fmla="*/ 28308 w 378368"/>
                <a:gd name="connsiteY84" fmla="*/ 549770 h 812463"/>
                <a:gd name="connsiteX85" fmla="*/ 55305 w 378368"/>
                <a:gd name="connsiteY85" fmla="*/ 389701 h 812463"/>
                <a:gd name="connsiteX86" fmla="*/ 76053 w 378368"/>
                <a:gd name="connsiteY86" fmla="*/ 303376 h 812463"/>
                <a:gd name="connsiteX87" fmla="*/ 103134 w 378368"/>
                <a:gd name="connsiteY87" fmla="*/ 241048 h 812463"/>
                <a:gd name="connsiteX88" fmla="*/ 148130 w 378368"/>
                <a:gd name="connsiteY88" fmla="*/ 282795 h 812463"/>
                <a:gd name="connsiteX89" fmla="*/ 233456 w 378368"/>
                <a:gd name="connsiteY89" fmla="*/ 308042 h 812463"/>
                <a:gd name="connsiteX90" fmla="*/ 307449 w 378368"/>
                <a:gd name="connsiteY90" fmla="*/ 297126 h 812463"/>
                <a:gd name="connsiteX91" fmla="*/ 338363 w 378368"/>
                <a:gd name="connsiteY91" fmla="*/ 281211 h 812463"/>
                <a:gd name="connsiteX92" fmla="*/ 346528 w 378368"/>
                <a:gd name="connsiteY92" fmla="*/ 269712 h 812463"/>
                <a:gd name="connsiteX93" fmla="*/ 358861 w 378368"/>
                <a:gd name="connsiteY93" fmla="*/ 308625 h 812463"/>
                <a:gd name="connsiteX94" fmla="*/ 357028 w 378368"/>
                <a:gd name="connsiteY94" fmla="*/ 396701 h 812463"/>
                <a:gd name="connsiteX95" fmla="*/ 342196 w 378368"/>
                <a:gd name="connsiteY95" fmla="*/ 475694 h 812463"/>
                <a:gd name="connsiteX96" fmla="*/ 342196 w 378368"/>
                <a:gd name="connsiteY96" fmla="*/ 475694 h 812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378368" h="812463">
                  <a:moveTo>
                    <a:pt x="376026" y="363037"/>
                  </a:moveTo>
                  <a:cubicBezTo>
                    <a:pt x="377193" y="331540"/>
                    <a:pt x="377526" y="299960"/>
                    <a:pt x="364777" y="270545"/>
                  </a:cubicBezTo>
                  <a:cubicBezTo>
                    <a:pt x="359277" y="257880"/>
                    <a:pt x="352445" y="245798"/>
                    <a:pt x="347029" y="233049"/>
                  </a:cubicBezTo>
                  <a:cubicBezTo>
                    <a:pt x="340279" y="217217"/>
                    <a:pt x="341195" y="200302"/>
                    <a:pt x="342446" y="183553"/>
                  </a:cubicBezTo>
                  <a:cubicBezTo>
                    <a:pt x="343696" y="167805"/>
                    <a:pt x="345779" y="152306"/>
                    <a:pt x="347279" y="136641"/>
                  </a:cubicBezTo>
                  <a:cubicBezTo>
                    <a:pt x="348112" y="128475"/>
                    <a:pt x="351112" y="118392"/>
                    <a:pt x="350695" y="109976"/>
                  </a:cubicBezTo>
                  <a:cubicBezTo>
                    <a:pt x="359861" y="105977"/>
                    <a:pt x="368027" y="100061"/>
                    <a:pt x="373026" y="91478"/>
                  </a:cubicBezTo>
                  <a:cubicBezTo>
                    <a:pt x="382109" y="76063"/>
                    <a:pt x="379026" y="56398"/>
                    <a:pt x="368194" y="42899"/>
                  </a:cubicBezTo>
                  <a:cubicBezTo>
                    <a:pt x="351445" y="21901"/>
                    <a:pt x="325448" y="15235"/>
                    <a:pt x="300450" y="9485"/>
                  </a:cubicBezTo>
                  <a:cubicBezTo>
                    <a:pt x="288868" y="6819"/>
                    <a:pt x="277619" y="4986"/>
                    <a:pt x="266369" y="3986"/>
                  </a:cubicBezTo>
                  <a:cubicBezTo>
                    <a:pt x="249787" y="653"/>
                    <a:pt x="233039" y="-763"/>
                    <a:pt x="216874" y="403"/>
                  </a:cubicBezTo>
                  <a:cubicBezTo>
                    <a:pt x="194043" y="1986"/>
                    <a:pt x="172961" y="7819"/>
                    <a:pt x="159462" y="27901"/>
                  </a:cubicBezTo>
                  <a:cubicBezTo>
                    <a:pt x="148047" y="44899"/>
                    <a:pt x="152630" y="61148"/>
                    <a:pt x="167212" y="73980"/>
                  </a:cubicBezTo>
                  <a:cubicBezTo>
                    <a:pt x="167795" y="74480"/>
                    <a:pt x="168294" y="74897"/>
                    <a:pt x="168878" y="75396"/>
                  </a:cubicBezTo>
                  <a:cubicBezTo>
                    <a:pt x="165712" y="85812"/>
                    <a:pt x="165879" y="97561"/>
                    <a:pt x="163462" y="108227"/>
                  </a:cubicBezTo>
                  <a:cubicBezTo>
                    <a:pt x="160129" y="123225"/>
                    <a:pt x="158546" y="139224"/>
                    <a:pt x="152963" y="153640"/>
                  </a:cubicBezTo>
                  <a:cubicBezTo>
                    <a:pt x="142131" y="181637"/>
                    <a:pt x="118382" y="199385"/>
                    <a:pt x="98634" y="220633"/>
                  </a:cubicBezTo>
                  <a:cubicBezTo>
                    <a:pt x="61554" y="260713"/>
                    <a:pt x="56221" y="319874"/>
                    <a:pt x="44556" y="371036"/>
                  </a:cubicBezTo>
                  <a:cubicBezTo>
                    <a:pt x="38223" y="398867"/>
                    <a:pt x="36306" y="427448"/>
                    <a:pt x="31391" y="455529"/>
                  </a:cubicBezTo>
                  <a:cubicBezTo>
                    <a:pt x="26224" y="485276"/>
                    <a:pt x="20641" y="514940"/>
                    <a:pt x="16225" y="544688"/>
                  </a:cubicBezTo>
                  <a:cubicBezTo>
                    <a:pt x="11893" y="574018"/>
                    <a:pt x="9226" y="603516"/>
                    <a:pt x="5226" y="632763"/>
                  </a:cubicBezTo>
                  <a:cubicBezTo>
                    <a:pt x="1393" y="661094"/>
                    <a:pt x="-4023" y="688258"/>
                    <a:pt x="4643" y="716089"/>
                  </a:cubicBezTo>
                  <a:cubicBezTo>
                    <a:pt x="19892" y="764918"/>
                    <a:pt x="78053" y="787665"/>
                    <a:pt x="123132" y="800331"/>
                  </a:cubicBezTo>
                  <a:cubicBezTo>
                    <a:pt x="149464" y="807747"/>
                    <a:pt x="177544" y="815163"/>
                    <a:pt x="204958" y="811497"/>
                  </a:cubicBezTo>
                  <a:cubicBezTo>
                    <a:pt x="226540" y="808580"/>
                    <a:pt x="251454" y="804831"/>
                    <a:pt x="267953" y="789499"/>
                  </a:cubicBezTo>
                  <a:cubicBezTo>
                    <a:pt x="285701" y="773167"/>
                    <a:pt x="292867" y="747002"/>
                    <a:pt x="300450" y="725004"/>
                  </a:cubicBezTo>
                  <a:cubicBezTo>
                    <a:pt x="309948" y="697507"/>
                    <a:pt x="317364" y="669343"/>
                    <a:pt x="324031" y="641179"/>
                  </a:cubicBezTo>
                  <a:cubicBezTo>
                    <a:pt x="338279" y="581101"/>
                    <a:pt x="349279" y="520523"/>
                    <a:pt x="361944" y="460195"/>
                  </a:cubicBezTo>
                  <a:cubicBezTo>
                    <a:pt x="368944" y="428198"/>
                    <a:pt x="374776" y="395784"/>
                    <a:pt x="376026" y="363037"/>
                  </a:cubicBezTo>
                  <a:lnTo>
                    <a:pt x="376026" y="363037"/>
                  </a:lnTo>
                  <a:close/>
                  <a:moveTo>
                    <a:pt x="180461" y="24984"/>
                  </a:moveTo>
                  <a:cubicBezTo>
                    <a:pt x="191043" y="16985"/>
                    <a:pt x="203042" y="15152"/>
                    <a:pt x="215791" y="13902"/>
                  </a:cubicBezTo>
                  <a:cubicBezTo>
                    <a:pt x="237205" y="11652"/>
                    <a:pt x="259537" y="12819"/>
                    <a:pt x="281535" y="16652"/>
                  </a:cubicBezTo>
                  <a:cubicBezTo>
                    <a:pt x="284034" y="17152"/>
                    <a:pt x="286534" y="17735"/>
                    <a:pt x="289034" y="18318"/>
                  </a:cubicBezTo>
                  <a:cubicBezTo>
                    <a:pt x="313032" y="24318"/>
                    <a:pt x="340362" y="30900"/>
                    <a:pt x="356861" y="50899"/>
                  </a:cubicBezTo>
                  <a:cubicBezTo>
                    <a:pt x="363777" y="59315"/>
                    <a:pt x="366360" y="71480"/>
                    <a:pt x="362611" y="81979"/>
                  </a:cubicBezTo>
                  <a:cubicBezTo>
                    <a:pt x="359194" y="91395"/>
                    <a:pt x="350529" y="97311"/>
                    <a:pt x="341279" y="101144"/>
                  </a:cubicBezTo>
                  <a:cubicBezTo>
                    <a:pt x="340446" y="101311"/>
                    <a:pt x="339613" y="101644"/>
                    <a:pt x="338946" y="102061"/>
                  </a:cubicBezTo>
                  <a:cubicBezTo>
                    <a:pt x="336863" y="102810"/>
                    <a:pt x="334864" y="103477"/>
                    <a:pt x="332863" y="104144"/>
                  </a:cubicBezTo>
                  <a:cubicBezTo>
                    <a:pt x="306783" y="111893"/>
                    <a:pt x="276618" y="106810"/>
                    <a:pt x="250620" y="101478"/>
                  </a:cubicBezTo>
                  <a:cubicBezTo>
                    <a:pt x="224373" y="95978"/>
                    <a:pt x="192709" y="87895"/>
                    <a:pt x="174544" y="66647"/>
                  </a:cubicBezTo>
                  <a:cubicBezTo>
                    <a:pt x="161796" y="51815"/>
                    <a:pt x="165462" y="36317"/>
                    <a:pt x="180461" y="24984"/>
                  </a:cubicBezTo>
                  <a:lnTo>
                    <a:pt x="180461" y="24984"/>
                  </a:lnTo>
                  <a:close/>
                  <a:moveTo>
                    <a:pt x="166129" y="159972"/>
                  </a:moveTo>
                  <a:cubicBezTo>
                    <a:pt x="170461" y="147640"/>
                    <a:pt x="171961" y="134391"/>
                    <a:pt x="173961" y="121559"/>
                  </a:cubicBezTo>
                  <a:cubicBezTo>
                    <a:pt x="175211" y="113476"/>
                    <a:pt x="176961" y="105394"/>
                    <a:pt x="177710" y="97311"/>
                  </a:cubicBezTo>
                  <a:cubicBezTo>
                    <a:pt x="178127" y="92311"/>
                    <a:pt x="177628" y="87229"/>
                    <a:pt x="178044" y="82229"/>
                  </a:cubicBezTo>
                  <a:cubicBezTo>
                    <a:pt x="195876" y="94395"/>
                    <a:pt x="217540" y="102144"/>
                    <a:pt x="237789" y="107560"/>
                  </a:cubicBezTo>
                  <a:cubicBezTo>
                    <a:pt x="263703" y="114560"/>
                    <a:pt x="290367" y="119143"/>
                    <a:pt x="317281" y="117476"/>
                  </a:cubicBezTo>
                  <a:cubicBezTo>
                    <a:pt x="323198" y="117143"/>
                    <a:pt x="329614" y="116226"/>
                    <a:pt x="336029" y="114809"/>
                  </a:cubicBezTo>
                  <a:cubicBezTo>
                    <a:pt x="335363" y="120476"/>
                    <a:pt x="333530" y="126808"/>
                    <a:pt x="332946" y="131641"/>
                  </a:cubicBezTo>
                  <a:cubicBezTo>
                    <a:pt x="331364" y="144473"/>
                    <a:pt x="328780" y="156805"/>
                    <a:pt x="328114" y="169804"/>
                  </a:cubicBezTo>
                  <a:cubicBezTo>
                    <a:pt x="326864" y="192969"/>
                    <a:pt x="322697" y="216467"/>
                    <a:pt x="332113" y="238465"/>
                  </a:cubicBezTo>
                  <a:cubicBezTo>
                    <a:pt x="333780" y="242465"/>
                    <a:pt x="335613" y="246381"/>
                    <a:pt x="337446" y="250297"/>
                  </a:cubicBezTo>
                  <a:cubicBezTo>
                    <a:pt x="329614" y="253130"/>
                    <a:pt x="321948" y="256047"/>
                    <a:pt x="313115" y="256380"/>
                  </a:cubicBezTo>
                  <a:cubicBezTo>
                    <a:pt x="299283" y="256963"/>
                    <a:pt x="285368" y="255547"/>
                    <a:pt x="272036" y="251881"/>
                  </a:cubicBezTo>
                  <a:cubicBezTo>
                    <a:pt x="258620" y="248131"/>
                    <a:pt x="245621" y="242048"/>
                    <a:pt x="232955" y="236382"/>
                  </a:cubicBezTo>
                  <a:cubicBezTo>
                    <a:pt x="222207" y="231549"/>
                    <a:pt x="212874" y="224133"/>
                    <a:pt x="202042" y="219717"/>
                  </a:cubicBezTo>
                  <a:cubicBezTo>
                    <a:pt x="182127" y="211467"/>
                    <a:pt x="159879" y="212550"/>
                    <a:pt x="139048" y="216467"/>
                  </a:cubicBezTo>
                  <a:cubicBezTo>
                    <a:pt x="135381" y="217134"/>
                    <a:pt x="128632" y="218217"/>
                    <a:pt x="121715" y="220050"/>
                  </a:cubicBezTo>
                  <a:cubicBezTo>
                    <a:pt x="139631" y="201885"/>
                    <a:pt x="157212" y="185053"/>
                    <a:pt x="166129" y="159972"/>
                  </a:cubicBezTo>
                  <a:lnTo>
                    <a:pt x="166129" y="159972"/>
                  </a:lnTo>
                  <a:close/>
                  <a:moveTo>
                    <a:pt x="131298" y="227466"/>
                  </a:moveTo>
                  <a:cubicBezTo>
                    <a:pt x="143380" y="224883"/>
                    <a:pt x="155713" y="222883"/>
                    <a:pt x="168129" y="223133"/>
                  </a:cubicBezTo>
                  <a:cubicBezTo>
                    <a:pt x="193210" y="223633"/>
                    <a:pt x="211041" y="234715"/>
                    <a:pt x="232789" y="245215"/>
                  </a:cubicBezTo>
                  <a:cubicBezTo>
                    <a:pt x="252954" y="254964"/>
                    <a:pt x="275035" y="264296"/>
                    <a:pt x="297533" y="266379"/>
                  </a:cubicBezTo>
                  <a:cubicBezTo>
                    <a:pt x="312949" y="267796"/>
                    <a:pt x="324364" y="266379"/>
                    <a:pt x="336697" y="262129"/>
                  </a:cubicBezTo>
                  <a:cubicBezTo>
                    <a:pt x="333864" y="266712"/>
                    <a:pt x="330780" y="271045"/>
                    <a:pt x="325780" y="274128"/>
                  </a:cubicBezTo>
                  <a:cubicBezTo>
                    <a:pt x="317364" y="279461"/>
                    <a:pt x="307948" y="283211"/>
                    <a:pt x="298450" y="286294"/>
                  </a:cubicBezTo>
                  <a:cubicBezTo>
                    <a:pt x="276785" y="293460"/>
                    <a:pt x="252037" y="299293"/>
                    <a:pt x="229289" y="294876"/>
                  </a:cubicBezTo>
                  <a:cubicBezTo>
                    <a:pt x="203708" y="289960"/>
                    <a:pt x="178628" y="285544"/>
                    <a:pt x="154962" y="273962"/>
                  </a:cubicBezTo>
                  <a:cubicBezTo>
                    <a:pt x="143380" y="268295"/>
                    <a:pt x="132131" y="262546"/>
                    <a:pt x="123049" y="253214"/>
                  </a:cubicBezTo>
                  <a:cubicBezTo>
                    <a:pt x="117382" y="247298"/>
                    <a:pt x="113633" y="240048"/>
                    <a:pt x="108217" y="234299"/>
                  </a:cubicBezTo>
                  <a:cubicBezTo>
                    <a:pt x="108884" y="233549"/>
                    <a:pt x="109467" y="232716"/>
                    <a:pt x="110216" y="231966"/>
                  </a:cubicBezTo>
                  <a:cubicBezTo>
                    <a:pt x="117050" y="229549"/>
                    <a:pt x="126382" y="228466"/>
                    <a:pt x="131298" y="227466"/>
                  </a:cubicBezTo>
                  <a:lnTo>
                    <a:pt x="131298" y="227466"/>
                  </a:lnTo>
                  <a:close/>
                  <a:moveTo>
                    <a:pt x="342196" y="475694"/>
                  </a:moveTo>
                  <a:cubicBezTo>
                    <a:pt x="336530" y="503025"/>
                    <a:pt x="332363" y="530606"/>
                    <a:pt x="326197" y="557853"/>
                  </a:cubicBezTo>
                  <a:cubicBezTo>
                    <a:pt x="313532" y="614181"/>
                    <a:pt x="302699" y="671426"/>
                    <a:pt x="283034" y="725838"/>
                  </a:cubicBezTo>
                  <a:cubicBezTo>
                    <a:pt x="274868" y="748419"/>
                    <a:pt x="267536" y="775833"/>
                    <a:pt x="243454" y="786082"/>
                  </a:cubicBezTo>
                  <a:cubicBezTo>
                    <a:pt x="218540" y="796748"/>
                    <a:pt x="189209" y="798081"/>
                    <a:pt x="163046" y="792998"/>
                  </a:cubicBezTo>
                  <a:cubicBezTo>
                    <a:pt x="135131" y="787582"/>
                    <a:pt x="109550" y="778583"/>
                    <a:pt x="83219" y="768084"/>
                  </a:cubicBezTo>
                  <a:cubicBezTo>
                    <a:pt x="60221" y="758835"/>
                    <a:pt x="33223" y="743503"/>
                    <a:pt x="22392" y="720255"/>
                  </a:cubicBezTo>
                  <a:cubicBezTo>
                    <a:pt x="8726" y="691174"/>
                    <a:pt x="15225" y="659761"/>
                    <a:pt x="18475" y="629180"/>
                  </a:cubicBezTo>
                  <a:cubicBezTo>
                    <a:pt x="21308" y="602682"/>
                    <a:pt x="24557" y="576101"/>
                    <a:pt x="28308" y="549770"/>
                  </a:cubicBezTo>
                  <a:cubicBezTo>
                    <a:pt x="35974" y="496358"/>
                    <a:pt x="45472" y="442780"/>
                    <a:pt x="55305" y="389701"/>
                  </a:cubicBezTo>
                  <a:cubicBezTo>
                    <a:pt x="60638" y="360704"/>
                    <a:pt x="68971" y="332040"/>
                    <a:pt x="76053" y="303376"/>
                  </a:cubicBezTo>
                  <a:cubicBezTo>
                    <a:pt x="81803" y="279878"/>
                    <a:pt x="89552" y="259463"/>
                    <a:pt x="103134" y="241048"/>
                  </a:cubicBezTo>
                  <a:cubicBezTo>
                    <a:pt x="109717" y="260046"/>
                    <a:pt x="132215" y="274295"/>
                    <a:pt x="148130" y="282795"/>
                  </a:cubicBezTo>
                  <a:cubicBezTo>
                    <a:pt x="174211" y="296793"/>
                    <a:pt x="204375" y="303376"/>
                    <a:pt x="233456" y="308042"/>
                  </a:cubicBezTo>
                  <a:cubicBezTo>
                    <a:pt x="257454" y="311875"/>
                    <a:pt x="284785" y="304459"/>
                    <a:pt x="307449" y="297126"/>
                  </a:cubicBezTo>
                  <a:cubicBezTo>
                    <a:pt x="317781" y="293793"/>
                    <a:pt x="330447" y="288710"/>
                    <a:pt x="338363" y="281211"/>
                  </a:cubicBezTo>
                  <a:cubicBezTo>
                    <a:pt x="341779" y="277962"/>
                    <a:pt x="344196" y="273795"/>
                    <a:pt x="346528" y="269712"/>
                  </a:cubicBezTo>
                  <a:cubicBezTo>
                    <a:pt x="352195" y="282044"/>
                    <a:pt x="357111" y="294710"/>
                    <a:pt x="358861" y="308625"/>
                  </a:cubicBezTo>
                  <a:cubicBezTo>
                    <a:pt x="362527" y="337289"/>
                    <a:pt x="360778" y="368286"/>
                    <a:pt x="357028" y="396701"/>
                  </a:cubicBezTo>
                  <a:cubicBezTo>
                    <a:pt x="353612" y="423115"/>
                    <a:pt x="347695" y="449363"/>
                    <a:pt x="342196" y="475694"/>
                  </a:cubicBezTo>
                  <a:lnTo>
                    <a:pt x="342196" y="475694"/>
                  </a:lnTo>
                  <a:close/>
                </a:path>
              </a:pathLst>
            </a:custGeom>
            <a:grpFill/>
            <a:ln w="8332" cap="flat">
              <a:noFill/>
              <a:prstDash val="solid"/>
              <a:miter/>
            </a:ln>
          </p:spPr>
          <p:txBody>
            <a:bodyPr rtlCol="0" anchor="ctr"/>
            <a:lstStyle/>
            <a:p>
              <a:endParaRPr lang="en-US"/>
            </a:p>
          </p:txBody>
        </p:sp>
        <p:sp>
          <p:nvSpPr>
            <p:cNvPr id="2459" name="Freeform: Shape 2458"/>
            <p:cNvSpPr/>
            <p:nvPr/>
          </p:nvSpPr>
          <p:spPr>
            <a:xfrm>
              <a:off x="11987654" y="5891762"/>
              <a:ext cx="155699" cy="68849"/>
            </a:xfrm>
            <a:custGeom>
              <a:avLst/>
              <a:gdLst>
                <a:gd name="connsiteX0" fmla="*/ 141024 w 155699"/>
                <a:gd name="connsiteY0" fmla="*/ 28381 h 68849"/>
                <a:gd name="connsiteX1" fmla="*/ 138357 w 155699"/>
                <a:gd name="connsiteY1" fmla="*/ 32381 h 68849"/>
                <a:gd name="connsiteX2" fmla="*/ 146356 w 155699"/>
                <a:gd name="connsiteY2" fmla="*/ 42297 h 68849"/>
                <a:gd name="connsiteX3" fmla="*/ 138191 w 155699"/>
                <a:gd name="connsiteY3" fmla="*/ 53296 h 68849"/>
                <a:gd name="connsiteX4" fmla="*/ 136608 w 155699"/>
                <a:gd name="connsiteY4" fmla="*/ 54129 h 68849"/>
                <a:gd name="connsiteX5" fmla="*/ 136691 w 155699"/>
                <a:gd name="connsiteY5" fmla="*/ 53796 h 68849"/>
                <a:gd name="connsiteX6" fmla="*/ 90278 w 155699"/>
                <a:gd name="connsiteY6" fmla="*/ 19049 h 68849"/>
                <a:gd name="connsiteX7" fmla="*/ 11703 w 155699"/>
                <a:gd name="connsiteY7" fmla="*/ 27048 h 68849"/>
                <a:gd name="connsiteX8" fmla="*/ 11119 w 155699"/>
                <a:gd name="connsiteY8" fmla="*/ 23215 h 68849"/>
                <a:gd name="connsiteX9" fmla="*/ 18702 w 155699"/>
                <a:gd name="connsiteY9" fmla="*/ 10300 h 68849"/>
                <a:gd name="connsiteX10" fmla="*/ 29534 w 155699"/>
                <a:gd name="connsiteY10" fmla="*/ 8050 h 68849"/>
                <a:gd name="connsiteX11" fmla="*/ 58615 w 155699"/>
                <a:gd name="connsiteY11" fmla="*/ 6133 h 68849"/>
                <a:gd name="connsiteX12" fmla="*/ 129691 w 155699"/>
                <a:gd name="connsiteY12" fmla="*/ 18216 h 68849"/>
                <a:gd name="connsiteX13" fmla="*/ 130525 w 155699"/>
                <a:gd name="connsiteY13" fmla="*/ 16383 h 68849"/>
                <a:gd name="connsiteX14" fmla="*/ 24201 w 155699"/>
                <a:gd name="connsiteY14" fmla="*/ 2550 h 68849"/>
                <a:gd name="connsiteX15" fmla="*/ 287 w 155699"/>
                <a:gd name="connsiteY15" fmla="*/ 19466 h 68849"/>
                <a:gd name="connsiteX16" fmla="*/ 18702 w 155699"/>
                <a:gd name="connsiteY16" fmla="*/ 47213 h 68849"/>
                <a:gd name="connsiteX17" fmla="*/ 121525 w 155699"/>
                <a:gd name="connsiteY17" fmla="*/ 67211 h 68849"/>
                <a:gd name="connsiteX18" fmla="*/ 155023 w 155699"/>
                <a:gd name="connsiteY18" fmla="*/ 50213 h 68849"/>
                <a:gd name="connsiteX19" fmla="*/ 141024 w 155699"/>
                <a:gd name="connsiteY19" fmla="*/ 28381 h 68849"/>
                <a:gd name="connsiteX20" fmla="*/ 141024 w 155699"/>
                <a:gd name="connsiteY20" fmla="*/ 28381 h 68849"/>
                <a:gd name="connsiteX21" fmla="*/ 120776 w 155699"/>
                <a:gd name="connsiteY21" fmla="*/ 56629 h 68849"/>
                <a:gd name="connsiteX22" fmla="*/ 85862 w 155699"/>
                <a:gd name="connsiteY22" fmla="*/ 57712 h 68849"/>
                <a:gd name="connsiteX23" fmla="*/ 20535 w 155699"/>
                <a:gd name="connsiteY23" fmla="*/ 38131 h 68849"/>
                <a:gd name="connsiteX24" fmla="*/ 12285 w 155699"/>
                <a:gd name="connsiteY24" fmla="*/ 29131 h 68849"/>
                <a:gd name="connsiteX25" fmla="*/ 39116 w 155699"/>
                <a:gd name="connsiteY25" fmla="*/ 26382 h 68849"/>
                <a:gd name="connsiteX26" fmla="*/ 78779 w 155699"/>
                <a:gd name="connsiteY26" fmla="*/ 27215 h 68849"/>
                <a:gd name="connsiteX27" fmla="*/ 114693 w 155699"/>
                <a:gd name="connsiteY27" fmla="*/ 39214 h 68849"/>
                <a:gd name="connsiteX28" fmla="*/ 132025 w 155699"/>
                <a:gd name="connsiteY28" fmla="*/ 55462 h 68849"/>
                <a:gd name="connsiteX29" fmla="*/ 120776 w 155699"/>
                <a:gd name="connsiteY29" fmla="*/ 56629 h 68849"/>
                <a:gd name="connsiteX30" fmla="*/ 120776 w 155699"/>
                <a:gd name="connsiteY30" fmla="*/ 56629 h 68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55699" h="68849">
                  <a:moveTo>
                    <a:pt x="141024" y="28381"/>
                  </a:moveTo>
                  <a:cubicBezTo>
                    <a:pt x="138441" y="27299"/>
                    <a:pt x="136525" y="30382"/>
                    <a:pt x="138357" y="32381"/>
                  </a:cubicBezTo>
                  <a:cubicBezTo>
                    <a:pt x="141440" y="35297"/>
                    <a:pt x="144107" y="38631"/>
                    <a:pt x="146356" y="42297"/>
                  </a:cubicBezTo>
                  <a:cubicBezTo>
                    <a:pt x="143607" y="45963"/>
                    <a:pt x="140941" y="49630"/>
                    <a:pt x="138191" y="53296"/>
                  </a:cubicBezTo>
                  <a:cubicBezTo>
                    <a:pt x="137691" y="53629"/>
                    <a:pt x="137191" y="53879"/>
                    <a:pt x="136608" y="54129"/>
                  </a:cubicBezTo>
                  <a:cubicBezTo>
                    <a:pt x="136608" y="54046"/>
                    <a:pt x="136691" y="53879"/>
                    <a:pt x="136691" y="53796"/>
                  </a:cubicBezTo>
                  <a:cubicBezTo>
                    <a:pt x="137858" y="34298"/>
                    <a:pt x="104860" y="22465"/>
                    <a:pt x="90278" y="19049"/>
                  </a:cubicBezTo>
                  <a:cubicBezTo>
                    <a:pt x="65281" y="13050"/>
                    <a:pt x="33367" y="11383"/>
                    <a:pt x="11703" y="27048"/>
                  </a:cubicBezTo>
                  <a:cubicBezTo>
                    <a:pt x="11452" y="25965"/>
                    <a:pt x="11286" y="24715"/>
                    <a:pt x="11119" y="23215"/>
                  </a:cubicBezTo>
                  <a:cubicBezTo>
                    <a:pt x="7703" y="15882"/>
                    <a:pt x="10202" y="11633"/>
                    <a:pt x="18702" y="10300"/>
                  </a:cubicBezTo>
                  <a:cubicBezTo>
                    <a:pt x="22285" y="9216"/>
                    <a:pt x="25868" y="8467"/>
                    <a:pt x="29534" y="8050"/>
                  </a:cubicBezTo>
                  <a:cubicBezTo>
                    <a:pt x="39033" y="6633"/>
                    <a:pt x="48949" y="6050"/>
                    <a:pt x="58615" y="6133"/>
                  </a:cubicBezTo>
                  <a:cubicBezTo>
                    <a:pt x="82530" y="6300"/>
                    <a:pt x="107110" y="10050"/>
                    <a:pt x="129691" y="18216"/>
                  </a:cubicBezTo>
                  <a:cubicBezTo>
                    <a:pt x="130858" y="18632"/>
                    <a:pt x="131774" y="16966"/>
                    <a:pt x="130525" y="16383"/>
                  </a:cubicBezTo>
                  <a:cubicBezTo>
                    <a:pt x="97694" y="2217"/>
                    <a:pt x="59698" y="-3866"/>
                    <a:pt x="24201" y="2550"/>
                  </a:cubicBezTo>
                  <a:cubicBezTo>
                    <a:pt x="14369" y="4301"/>
                    <a:pt x="2619" y="8133"/>
                    <a:pt x="287" y="19466"/>
                  </a:cubicBezTo>
                  <a:cubicBezTo>
                    <a:pt x="-2046" y="30965"/>
                    <a:pt x="10369" y="41464"/>
                    <a:pt x="18702" y="47213"/>
                  </a:cubicBezTo>
                  <a:cubicBezTo>
                    <a:pt x="46365" y="66128"/>
                    <a:pt x="88946" y="72127"/>
                    <a:pt x="121525" y="67211"/>
                  </a:cubicBezTo>
                  <a:cubicBezTo>
                    <a:pt x="132275" y="65545"/>
                    <a:pt x="151523" y="62962"/>
                    <a:pt x="155023" y="50213"/>
                  </a:cubicBezTo>
                  <a:cubicBezTo>
                    <a:pt x="158189" y="39797"/>
                    <a:pt x="149690" y="31881"/>
                    <a:pt x="141024" y="28381"/>
                  </a:cubicBezTo>
                  <a:lnTo>
                    <a:pt x="141024" y="28381"/>
                  </a:lnTo>
                  <a:close/>
                  <a:moveTo>
                    <a:pt x="120776" y="56629"/>
                  </a:moveTo>
                  <a:cubicBezTo>
                    <a:pt x="109277" y="58046"/>
                    <a:pt x="97361" y="58795"/>
                    <a:pt x="85862" y="57712"/>
                  </a:cubicBezTo>
                  <a:cubicBezTo>
                    <a:pt x="64531" y="55712"/>
                    <a:pt x="38533" y="50213"/>
                    <a:pt x="20535" y="38131"/>
                  </a:cubicBezTo>
                  <a:cubicBezTo>
                    <a:pt x="15535" y="34798"/>
                    <a:pt x="13452" y="33131"/>
                    <a:pt x="12285" y="29131"/>
                  </a:cubicBezTo>
                  <a:cubicBezTo>
                    <a:pt x="20952" y="30131"/>
                    <a:pt x="30534" y="26965"/>
                    <a:pt x="39116" y="26382"/>
                  </a:cubicBezTo>
                  <a:cubicBezTo>
                    <a:pt x="52282" y="25465"/>
                    <a:pt x="65614" y="25382"/>
                    <a:pt x="78779" y="27215"/>
                  </a:cubicBezTo>
                  <a:cubicBezTo>
                    <a:pt x="91278" y="29048"/>
                    <a:pt x="103944" y="32381"/>
                    <a:pt x="114693" y="39214"/>
                  </a:cubicBezTo>
                  <a:cubicBezTo>
                    <a:pt x="121942" y="43797"/>
                    <a:pt x="125192" y="51213"/>
                    <a:pt x="132025" y="55462"/>
                  </a:cubicBezTo>
                  <a:cubicBezTo>
                    <a:pt x="128109" y="56129"/>
                    <a:pt x="123859" y="56212"/>
                    <a:pt x="120776" y="56629"/>
                  </a:cubicBezTo>
                  <a:lnTo>
                    <a:pt x="120776" y="56629"/>
                  </a:lnTo>
                  <a:close/>
                </a:path>
              </a:pathLst>
            </a:custGeom>
            <a:grpFill/>
            <a:ln w="8332" cap="flat">
              <a:noFill/>
              <a:prstDash val="solid"/>
              <a:miter/>
            </a:ln>
          </p:spPr>
          <p:txBody>
            <a:bodyPr rtlCol="0" anchor="ctr"/>
            <a:lstStyle/>
            <a:p>
              <a:endParaRPr lang="en-US"/>
            </a:p>
          </p:txBody>
        </p:sp>
        <p:sp>
          <p:nvSpPr>
            <p:cNvPr id="2460" name="Freeform: Shape 2459"/>
            <p:cNvSpPr/>
            <p:nvPr/>
          </p:nvSpPr>
          <p:spPr>
            <a:xfrm>
              <a:off x="11897167" y="6280862"/>
              <a:ext cx="163273" cy="199083"/>
            </a:xfrm>
            <a:custGeom>
              <a:avLst/>
              <a:gdLst>
                <a:gd name="connsiteX0" fmla="*/ 148102 w 163273"/>
                <a:gd name="connsiteY0" fmla="*/ 42661 h 199083"/>
                <a:gd name="connsiteX1" fmla="*/ 85441 w 163273"/>
                <a:gd name="connsiteY1" fmla="*/ 165 h 199083"/>
                <a:gd name="connsiteX2" fmla="*/ 27196 w 163273"/>
                <a:gd name="connsiteY2" fmla="*/ 28912 h 199083"/>
                <a:gd name="connsiteX3" fmla="*/ 1282 w 163273"/>
                <a:gd name="connsiteY3" fmla="*/ 115988 h 199083"/>
                <a:gd name="connsiteX4" fmla="*/ 8615 w 163273"/>
                <a:gd name="connsiteY4" fmla="*/ 141152 h 199083"/>
                <a:gd name="connsiteX5" fmla="*/ 42361 w 163273"/>
                <a:gd name="connsiteY5" fmla="*/ 188398 h 199083"/>
                <a:gd name="connsiteX6" fmla="*/ 109272 w 163273"/>
                <a:gd name="connsiteY6" fmla="*/ 191398 h 199083"/>
                <a:gd name="connsiteX7" fmla="*/ 148102 w 163273"/>
                <a:gd name="connsiteY7" fmla="*/ 42661 h 199083"/>
                <a:gd name="connsiteX8" fmla="*/ 148102 w 163273"/>
                <a:gd name="connsiteY8" fmla="*/ 42661 h 199083"/>
                <a:gd name="connsiteX9" fmla="*/ 100023 w 163273"/>
                <a:gd name="connsiteY9" fmla="*/ 182899 h 199083"/>
                <a:gd name="connsiteX10" fmla="*/ 27696 w 163273"/>
                <a:gd name="connsiteY10" fmla="*/ 156484 h 199083"/>
                <a:gd name="connsiteX11" fmla="*/ 16864 w 163273"/>
                <a:gd name="connsiteY11" fmla="*/ 74658 h 199083"/>
                <a:gd name="connsiteX12" fmla="*/ 39612 w 163273"/>
                <a:gd name="connsiteY12" fmla="*/ 29662 h 199083"/>
                <a:gd name="connsiteX13" fmla="*/ 42528 w 163273"/>
                <a:gd name="connsiteY13" fmla="*/ 27246 h 199083"/>
                <a:gd name="connsiteX14" fmla="*/ 120688 w 163273"/>
                <a:gd name="connsiteY14" fmla="*/ 24913 h 199083"/>
                <a:gd name="connsiteX15" fmla="*/ 152601 w 163273"/>
                <a:gd name="connsiteY15" fmla="*/ 107155 h 199083"/>
                <a:gd name="connsiteX16" fmla="*/ 100023 w 163273"/>
                <a:gd name="connsiteY16" fmla="*/ 182899 h 199083"/>
                <a:gd name="connsiteX17" fmla="*/ 100023 w 163273"/>
                <a:gd name="connsiteY17" fmla="*/ 182899 h 19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3273" h="199083">
                  <a:moveTo>
                    <a:pt x="148102" y="42661"/>
                  </a:moveTo>
                  <a:cubicBezTo>
                    <a:pt x="133769" y="19330"/>
                    <a:pt x="113689" y="2748"/>
                    <a:pt x="85441" y="165"/>
                  </a:cubicBezTo>
                  <a:cubicBezTo>
                    <a:pt x="64109" y="-1752"/>
                    <a:pt x="40695" y="13330"/>
                    <a:pt x="27196" y="28912"/>
                  </a:cubicBezTo>
                  <a:cubicBezTo>
                    <a:pt x="8198" y="50827"/>
                    <a:pt x="-4134" y="87074"/>
                    <a:pt x="1282" y="115988"/>
                  </a:cubicBezTo>
                  <a:cubicBezTo>
                    <a:pt x="2698" y="123654"/>
                    <a:pt x="5198" y="132486"/>
                    <a:pt x="8615" y="141152"/>
                  </a:cubicBezTo>
                  <a:cubicBezTo>
                    <a:pt x="14280" y="160067"/>
                    <a:pt x="25280" y="177649"/>
                    <a:pt x="42361" y="188398"/>
                  </a:cubicBezTo>
                  <a:cubicBezTo>
                    <a:pt x="62526" y="201064"/>
                    <a:pt x="88441" y="202980"/>
                    <a:pt x="109272" y="191398"/>
                  </a:cubicBezTo>
                  <a:cubicBezTo>
                    <a:pt x="161351" y="162651"/>
                    <a:pt x="178849" y="92573"/>
                    <a:pt x="148102" y="42661"/>
                  </a:cubicBezTo>
                  <a:lnTo>
                    <a:pt x="148102" y="42661"/>
                  </a:lnTo>
                  <a:close/>
                  <a:moveTo>
                    <a:pt x="100023" y="182899"/>
                  </a:moveTo>
                  <a:cubicBezTo>
                    <a:pt x="72275" y="196231"/>
                    <a:pt x="43445" y="179649"/>
                    <a:pt x="27696" y="156484"/>
                  </a:cubicBezTo>
                  <a:cubicBezTo>
                    <a:pt x="11615" y="132820"/>
                    <a:pt x="9365" y="101656"/>
                    <a:pt x="16864" y="74658"/>
                  </a:cubicBezTo>
                  <a:cubicBezTo>
                    <a:pt x="21613" y="57493"/>
                    <a:pt x="27363" y="42745"/>
                    <a:pt x="39612" y="29662"/>
                  </a:cubicBezTo>
                  <a:cubicBezTo>
                    <a:pt x="40612" y="28829"/>
                    <a:pt x="41528" y="27996"/>
                    <a:pt x="42528" y="27246"/>
                  </a:cubicBezTo>
                  <a:cubicBezTo>
                    <a:pt x="67109" y="8581"/>
                    <a:pt x="95273" y="4665"/>
                    <a:pt x="120688" y="24913"/>
                  </a:cubicBezTo>
                  <a:cubicBezTo>
                    <a:pt x="143686" y="43161"/>
                    <a:pt x="156185" y="78575"/>
                    <a:pt x="152601" y="107155"/>
                  </a:cubicBezTo>
                  <a:cubicBezTo>
                    <a:pt x="148935" y="136236"/>
                    <a:pt x="126770" y="170150"/>
                    <a:pt x="100023" y="182899"/>
                  </a:cubicBezTo>
                  <a:lnTo>
                    <a:pt x="100023" y="182899"/>
                  </a:lnTo>
                  <a:close/>
                </a:path>
              </a:pathLst>
            </a:custGeom>
            <a:grpFill/>
            <a:ln w="8332" cap="flat">
              <a:noFill/>
              <a:prstDash val="solid"/>
              <a:miter/>
            </a:ln>
          </p:spPr>
          <p:txBody>
            <a:bodyPr rtlCol="0" anchor="ctr"/>
            <a:lstStyle/>
            <a:p>
              <a:endParaRPr lang="en-US"/>
            </a:p>
          </p:txBody>
        </p:sp>
        <p:sp>
          <p:nvSpPr>
            <p:cNvPr id="2461" name="Freeform: Shape 2460"/>
            <p:cNvSpPr/>
            <p:nvPr/>
          </p:nvSpPr>
          <p:spPr>
            <a:xfrm>
              <a:off x="10979651" y="6799262"/>
              <a:ext cx="468432" cy="888427"/>
            </a:xfrm>
            <a:custGeom>
              <a:avLst/>
              <a:gdLst>
                <a:gd name="connsiteX0" fmla="*/ 465089 w 468432"/>
                <a:gd name="connsiteY0" fmla="*/ 395683 h 888427"/>
                <a:gd name="connsiteX1" fmla="*/ 452423 w 468432"/>
                <a:gd name="connsiteY1" fmla="*/ 384101 h 888427"/>
                <a:gd name="connsiteX2" fmla="*/ 457340 w 468432"/>
                <a:gd name="connsiteY2" fmla="*/ 323939 h 888427"/>
                <a:gd name="connsiteX3" fmla="*/ 438175 w 468432"/>
                <a:gd name="connsiteY3" fmla="*/ 256113 h 888427"/>
                <a:gd name="connsiteX4" fmla="*/ 398094 w 468432"/>
                <a:gd name="connsiteY4" fmla="*/ 206783 h 888427"/>
                <a:gd name="connsiteX5" fmla="*/ 370597 w 468432"/>
                <a:gd name="connsiteY5" fmla="*/ 194202 h 888427"/>
                <a:gd name="connsiteX6" fmla="*/ 371180 w 468432"/>
                <a:gd name="connsiteY6" fmla="*/ 190118 h 888427"/>
                <a:gd name="connsiteX7" fmla="*/ 379763 w 468432"/>
                <a:gd name="connsiteY7" fmla="*/ 146956 h 888427"/>
                <a:gd name="connsiteX8" fmla="*/ 397428 w 468432"/>
                <a:gd name="connsiteY8" fmla="*/ 65547 h 888427"/>
                <a:gd name="connsiteX9" fmla="*/ 402761 w 468432"/>
                <a:gd name="connsiteY9" fmla="*/ 33549 h 888427"/>
                <a:gd name="connsiteX10" fmla="*/ 404178 w 468432"/>
                <a:gd name="connsiteY10" fmla="*/ 10135 h 888427"/>
                <a:gd name="connsiteX11" fmla="*/ 385263 w 468432"/>
                <a:gd name="connsiteY11" fmla="*/ 5302 h 888427"/>
                <a:gd name="connsiteX12" fmla="*/ 358765 w 468432"/>
                <a:gd name="connsiteY12" fmla="*/ 886 h 888427"/>
                <a:gd name="connsiteX13" fmla="*/ 352599 w 468432"/>
                <a:gd name="connsiteY13" fmla="*/ 14301 h 888427"/>
                <a:gd name="connsiteX14" fmla="*/ 347099 w 468432"/>
                <a:gd name="connsiteY14" fmla="*/ 51881 h 888427"/>
                <a:gd name="connsiteX15" fmla="*/ 339017 w 468432"/>
                <a:gd name="connsiteY15" fmla="*/ 123458 h 888427"/>
                <a:gd name="connsiteX16" fmla="*/ 331684 w 468432"/>
                <a:gd name="connsiteY16" fmla="*/ 166120 h 888427"/>
                <a:gd name="connsiteX17" fmla="*/ 328851 w 468432"/>
                <a:gd name="connsiteY17" fmla="*/ 182536 h 888427"/>
                <a:gd name="connsiteX18" fmla="*/ 294688 w 468432"/>
                <a:gd name="connsiteY18" fmla="*/ 183203 h 888427"/>
                <a:gd name="connsiteX19" fmla="*/ 224193 w 468432"/>
                <a:gd name="connsiteY19" fmla="*/ 204367 h 888427"/>
                <a:gd name="connsiteX20" fmla="*/ 151533 w 468432"/>
                <a:gd name="connsiteY20" fmla="*/ 283360 h 888427"/>
                <a:gd name="connsiteX21" fmla="*/ 116704 w 468432"/>
                <a:gd name="connsiteY21" fmla="*/ 285860 h 888427"/>
                <a:gd name="connsiteX22" fmla="*/ 112121 w 468432"/>
                <a:gd name="connsiteY22" fmla="*/ 346937 h 888427"/>
                <a:gd name="connsiteX23" fmla="*/ 99788 w 468432"/>
                <a:gd name="connsiteY23" fmla="*/ 393850 h 888427"/>
                <a:gd name="connsiteX24" fmla="*/ 79873 w 468432"/>
                <a:gd name="connsiteY24" fmla="*/ 452928 h 888427"/>
                <a:gd name="connsiteX25" fmla="*/ 46710 w 468432"/>
                <a:gd name="connsiteY25" fmla="*/ 571084 h 888427"/>
                <a:gd name="connsiteX26" fmla="*/ 14129 w 468432"/>
                <a:gd name="connsiteY26" fmla="*/ 688490 h 888427"/>
                <a:gd name="connsiteX27" fmla="*/ 8213 w 468432"/>
                <a:gd name="connsiteY27" fmla="*/ 789064 h 888427"/>
                <a:gd name="connsiteX28" fmla="*/ 34461 w 468432"/>
                <a:gd name="connsiteY28" fmla="*/ 818479 h 888427"/>
                <a:gd name="connsiteX29" fmla="*/ 87456 w 468432"/>
                <a:gd name="connsiteY29" fmla="*/ 854225 h 888427"/>
                <a:gd name="connsiteX30" fmla="*/ 193530 w 468432"/>
                <a:gd name="connsiteY30" fmla="*/ 888306 h 888427"/>
                <a:gd name="connsiteX31" fmla="*/ 221277 w 468432"/>
                <a:gd name="connsiteY31" fmla="*/ 873140 h 888427"/>
                <a:gd name="connsiteX32" fmla="*/ 256774 w 468432"/>
                <a:gd name="connsiteY32" fmla="*/ 819145 h 888427"/>
                <a:gd name="connsiteX33" fmla="*/ 311520 w 468432"/>
                <a:gd name="connsiteY33" fmla="*/ 716238 h 888427"/>
                <a:gd name="connsiteX34" fmla="*/ 369431 w 468432"/>
                <a:gd name="connsiteY34" fmla="*/ 591916 h 888427"/>
                <a:gd name="connsiteX35" fmla="*/ 429342 w 468432"/>
                <a:gd name="connsiteY35" fmla="*/ 469177 h 888427"/>
                <a:gd name="connsiteX36" fmla="*/ 429508 w 468432"/>
                <a:gd name="connsiteY36" fmla="*/ 468760 h 888427"/>
                <a:gd name="connsiteX37" fmla="*/ 433675 w 468432"/>
                <a:gd name="connsiteY37" fmla="*/ 466010 h 888427"/>
                <a:gd name="connsiteX38" fmla="*/ 465089 w 468432"/>
                <a:gd name="connsiteY38" fmla="*/ 395683 h 888427"/>
                <a:gd name="connsiteX39" fmla="*/ 465089 w 468432"/>
                <a:gd name="connsiteY39" fmla="*/ 395683 h 888427"/>
                <a:gd name="connsiteX40" fmla="*/ 354182 w 468432"/>
                <a:gd name="connsiteY40" fmla="*/ 87961 h 888427"/>
                <a:gd name="connsiteX41" fmla="*/ 359015 w 468432"/>
                <a:gd name="connsiteY41" fmla="*/ 45215 h 888427"/>
                <a:gd name="connsiteX42" fmla="*/ 363598 w 468432"/>
                <a:gd name="connsiteY42" fmla="*/ 13051 h 888427"/>
                <a:gd name="connsiteX43" fmla="*/ 390095 w 468432"/>
                <a:gd name="connsiteY43" fmla="*/ 15801 h 888427"/>
                <a:gd name="connsiteX44" fmla="*/ 394345 w 468432"/>
                <a:gd name="connsiteY44" fmla="*/ 27633 h 888427"/>
                <a:gd name="connsiteX45" fmla="*/ 392179 w 468432"/>
                <a:gd name="connsiteY45" fmla="*/ 42298 h 888427"/>
                <a:gd name="connsiteX46" fmla="*/ 375430 w 468432"/>
                <a:gd name="connsiteY46" fmla="*/ 118791 h 888427"/>
                <a:gd name="connsiteX47" fmla="*/ 367097 w 468432"/>
                <a:gd name="connsiteY47" fmla="*/ 156871 h 888427"/>
                <a:gd name="connsiteX48" fmla="*/ 358681 w 468432"/>
                <a:gd name="connsiteY48" fmla="*/ 198701 h 888427"/>
                <a:gd name="connsiteX49" fmla="*/ 345766 w 468432"/>
                <a:gd name="connsiteY49" fmla="*/ 210783 h 888427"/>
                <a:gd name="connsiteX50" fmla="*/ 336100 w 468432"/>
                <a:gd name="connsiteY50" fmla="*/ 201534 h 888427"/>
                <a:gd name="connsiteX51" fmla="*/ 340183 w 468432"/>
                <a:gd name="connsiteY51" fmla="*/ 190285 h 888427"/>
                <a:gd name="connsiteX52" fmla="*/ 345516 w 468432"/>
                <a:gd name="connsiteY52" fmla="*/ 158538 h 888427"/>
                <a:gd name="connsiteX53" fmla="*/ 354182 w 468432"/>
                <a:gd name="connsiteY53" fmla="*/ 87961 h 888427"/>
                <a:gd name="connsiteX54" fmla="*/ 354182 w 468432"/>
                <a:gd name="connsiteY54" fmla="*/ 87961 h 888427"/>
                <a:gd name="connsiteX55" fmla="*/ 222360 w 468432"/>
                <a:gd name="connsiteY55" fmla="*/ 219949 h 888427"/>
                <a:gd name="connsiteX56" fmla="*/ 280605 w 468432"/>
                <a:gd name="connsiteY56" fmla="*/ 196785 h 888427"/>
                <a:gd name="connsiteX57" fmla="*/ 309769 w 468432"/>
                <a:gd name="connsiteY57" fmla="*/ 191701 h 888427"/>
                <a:gd name="connsiteX58" fmla="*/ 327768 w 468432"/>
                <a:gd name="connsiteY58" fmla="*/ 189118 h 888427"/>
                <a:gd name="connsiteX59" fmla="*/ 326102 w 468432"/>
                <a:gd name="connsiteY59" fmla="*/ 197867 h 888427"/>
                <a:gd name="connsiteX60" fmla="*/ 326268 w 468432"/>
                <a:gd name="connsiteY60" fmla="*/ 216199 h 888427"/>
                <a:gd name="connsiteX61" fmla="*/ 363014 w 468432"/>
                <a:gd name="connsiteY61" fmla="*/ 214866 h 888427"/>
                <a:gd name="connsiteX62" fmla="*/ 369681 w 468432"/>
                <a:gd name="connsiteY62" fmla="*/ 200701 h 888427"/>
                <a:gd name="connsiteX63" fmla="*/ 399344 w 468432"/>
                <a:gd name="connsiteY63" fmla="*/ 224615 h 888427"/>
                <a:gd name="connsiteX64" fmla="*/ 431508 w 468432"/>
                <a:gd name="connsiteY64" fmla="*/ 272694 h 888427"/>
                <a:gd name="connsiteX65" fmla="*/ 444591 w 468432"/>
                <a:gd name="connsiteY65" fmla="*/ 326273 h 888427"/>
                <a:gd name="connsiteX66" fmla="*/ 441007 w 468432"/>
                <a:gd name="connsiteY66" fmla="*/ 371686 h 888427"/>
                <a:gd name="connsiteX67" fmla="*/ 425425 w 468432"/>
                <a:gd name="connsiteY67" fmla="*/ 334022 h 888427"/>
                <a:gd name="connsiteX68" fmla="*/ 392679 w 468432"/>
                <a:gd name="connsiteY68" fmla="*/ 253863 h 888427"/>
                <a:gd name="connsiteX69" fmla="*/ 387679 w 468432"/>
                <a:gd name="connsiteY69" fmla="*/ 249196 h 888427"/>
                <a:gd name="connsiteX70" fmla="*/ 372514 w 468432"/>
                <a:gd name="connsiteY70" fmla="*/ 256029 h 888427"/>
                <a:gd name="connsiteX71" fmla="*/ 338434 w 468432"/>
                <a:gd name="connsiteY71" fmla="*/ 248530 h 888427"/>
                <a:gd name="connsiteX72" fmla="*/ 305436 w 468432"/>
                <a:gd name="connsiteY72" fmla="*/ 222365 h 888427"/>
                <a:gd name="connsiteX73" fmla="*/ 263024 w 468432"/>
                <a:gd name="connsiteY73" fmla="*/ 240114 h 888427"/>
                <a:gd name="connsiteX74" fmla="*/ 236859 w 468432"/>
                <a:gd name="connsiteY74" fmla="*/ 233781 h 888427"/>
                <a:gd name="connsiteX75" fmla="*/ 193196 w 468432"/>
                <a:gd name="connsiteY75" fmla="*/ 242780 h 888427"/>
                <a:gd name="connsiteX76" fmla="*/ 222360 w 468432"/>
                <a:gd name="connsiteY76" fmla="*/ 219949 h 888427"/>
                <a:gd name="connsiteX77" fmla="*/ 222360 w 468432"/>
                <a:gd name="connsiteY77" fmla="*/ 219949 h 888427"/>
                <a:gd name="connsiteX78" fmla="*/ 166449 w 468432"/>
                <a:gd name="connsiteY78" fmla="*/ 285026 h 888427"/>
                <a:gd name="connsiteX79" fmla="*/ 262607 w 468432"/>
                <a:gd name="connsiteY79" fmla="*/ 248197 h 888427"/>
                <a:gd name="connsiteX80" fmla="*/ 295854 w 468432"/>
                <a:gd name="connsiteY80" fmla="*/ 284693 h 888427"/>
                <a:gd name="connsiteX81" fmla="*/ 331517 w 468432"/>
                <a:gd name="connsiteY81" fmla="*/ 302108 h 888427"/>
                <a:gd name="connsiteX82" fmla="*/ 332435 w 468432"/>
                <a:gd name="connsiteY82" fmla="*/ 298109 h 888427"/>
                <a:gd name="connsiteX83" fmla="*/ 281189 w 468432"/>
                <a:gd name="connsiteY83" fmla="*/ 254529 h 888427"/>
                <a:gd name="connsiteX84" fmla="*/ 268023 w 468432"/>
                <a:gd name="connsiteY84" fmla="*/ 242530 h 888427"/>
                <a:gd name="connsiteX85" fmla="*/ 283938 w 468432"/>
                <a:gd name="connsiteY85" fmla="*/ 231198 h 888427"/>
                <a:gd name="connsiteX86" fmla="*/ 315102 w 468432"/>
                <a:gd name="connsiteY86" fmla="*/ 238114 h 888427"/>
                <a:gd name="connsiteX87" fmla="*/ 340767 w 468432"/>
                <a:gd name="connsiteY87" fmla="*/ 261945 h 888427"/>
                <a:gd name="connsiteX88" fmla="*/ 384762 w 468432"/>
                <a:gd name="connsiteY88" fmla="*/ 261279 h 888427"/>
                <a:gd name="connsiteX89" fmla="*/ 384430 w 468432"/>
                <a:gd name="connsiteY89" fmla="*/ 265445 h 888427"/>
                <a:gd name="connsiteX90" fmla="*/ 387263 w 468432"/>
                <a:gd name="connsiteY90" fmla="*/ 276777 h 888427"/>
                <a:gd name="connsiteX91" fmla="*/ 406927 w 468432"/>
                <a:gd name="connsiteY91" fmla="*/ 312524 h 888427"/>
                <a:gd name="connsiteX92" fmla="*/ 422342 w 468432"/>
                <a:gd name="connsiteY92" fmla="*/ 350520 h 888427"/>
                <a:gd name="connsiteX93" fmla="*/ 430009 w 468432"/>
                <a:gd name="connsiteY93" fmla="*/ 378768 h 888427"/>
                <a:gd name="connsiteX94" fmla="*/ 423509 w 468432"/>
                <a:gd name="connsiteY94" fmla="*/ 377935 h 888427"/>
                <a:gd name="connsiteX95" fmla="*/ 349849 w 468432"/>
                <a:gd name="connsiteY95" fmla="*/ 361853 h 888427"/>
                <a:gd name="connsiteX96" fmla="*/ 216445 w 468432"/>
                <a:gd name="connsiteY96" fmla="*/ 318107 h 888427"/>
                <a:gd name="connsiteX97" fmla="*/ 204862 w 468432"/>
                <a:gd name="connsiteY97" fmla="*/ 312440 h 888427"/>
                <a:gd name="connsiteX98" fmla="*/ 163782 w 468432"/>
                <a:gd name="connsiteY98" fmla="*/ 289860 h 888427"/>
                <a:gd name="connsiteX99" fmla="*/ 163700 w 468432"/>
                <a:gd name="connsiteY99" fmla="*/ 288443 h 888427"/>
                <a:gd name="connsiteX100" fmla="*/ 164283 w 468432"/>
                <a:gd name="connsiteY100" fmla="*/ 286860 h 888427"/>
                <a:gd name="connsiteX101" fmla="*/ 166449 w 468432"/>
                <a:gd name="connsiteY101" fmla="*/ 285026 h 888427"/>
                <a:gd name="connsiteX102" fmla="*/ 166449 w 468432"/>
                <a:gd name="connsiteY102" fmla="*/ 285026 h 888427"/>
                <a:gd name="connsiteX103" fmla="*/ 215695 w 468432"/>
                <a:gd name="connsiteY103" fmla="*/ 853975 h 888427"/>
                <a:gd name="connsiteX104" fmla="*/ 196863 w 468432"/>
                <a:gd name="connsiteY104" fmla="*/ 872224 h 888427"/>
                <a:gd name="connsiteX105" fmla="*/ 169032 w 468432"/>
                <a:gd name="connsiteY105" fmla="*/ 869807 h 888427"/>
                <a:gd name="connsiteX106" fmla="*/ 115204 w 468432"/>
                <a:gd name="connsiteY106" fmla="*/ 850892 h 888427"/>
                <a:gd name="connsiteX107" fmla="*/ 28378 w 468432"/>
                <a:gd name="connsiteY107" fmla="*/ 789814 h 888427"/>
                <a:gd name="connsiteX108" fmla="*/ 16129 w 468432"/>
                <a:gd name="connsiteY108" fmla="*/ 759151 h 888427"/>
                <a:gd name="connsiteX109" fmla="*/ 51543 w 468432"/>
                <a:gd name="connsiteY109" fmla="*/ 754151 h 888427"/>
                <a:gd name="connsiteX110" fmla="*/ 143451 w 468432"/>
                <a:gd name="connsiteY110" fmla="*/ 753067 h 888427"/>
                <a:gd name="connsiteX111" fmla="*/ 179282 w 468432"/>
                <a:gd name="connsiteY111" fmla="*/ 814396 h 888427"/>
                <a:gd name="connsiteX112" fmla="*/ 220110 w 468432"/>
                <a:gd name="connsiteY112" fmla="*/ 847726 h 888427"/>
                <a:gd name="connsiteX113" fmla="*/ 215695 w 468432"/>
                <a:gd name="connsiteY113" fmla="*/ 853975 h 888427"/>
                <a:gd name="connsiteX114" fmla="*/ 215695 w 468432"/>
                <a:gd name="connsiteY114" fmla="*/ 853975 h 888427"/>
                <a:gd name="connsiteX115" fmla="*/ 227194 w 468432"/>
                <a:gd name="connsiteY115" fmla="*/ 837393 h 888427"/>
                <a:gd name="connsiteX116" fmla="*/ 197530 w 468432"/>
                <a:gd name="connsiteY116" fmla="*/ 821311 h 888427"/>
                <a:gd name="connsiteX117" fmla="*/ 178614 w 468432"/>
                <a:gd name="connsiteY117" fmla="*/ 795064 h 888427"/>
                <a:gd name="connsiteX118" fmla="*/ 169616 w 468432"/>
                <a:gd name="connsiteY118" fmla="*/ 780148 h 888427"/>
                <a:gd name="connsiteX119" fmla="*/ 162616 w 468432"/>
                <a:gd name="connsiteY119" fmla="*/ 763900 h 888427"/>
                <a:gd name="connsiteX120" fmla="*/ 143368 w 468432"/>
                <a:gd name="connsiteY120" fmla="*/ 744652 h 888427"/>
                <a:gd name="connsiteX121" fmla="*/ 83123 w 468432"/>
                <a:gd name="connsiteY121" fmla="*/ 737152 h 888427"/>
                <a:gd name="connsiteX122" fmla="*/ 45043 w 468432"/>
                <a:gd name="connsiteY122" fmla="*/ 747401 h 888427"/>
                <a:gd name="connsiteX123" fmla="*/ 15962 w 468432"/>
                <a:gd name="connsiteY123" fmla="*/ 752651 h 888427"/>
                <a:gd name="connsiteX124" fmla="*/ 31544 w 468432"/>
                <a:gd name="connsiteY124" fmla="*/ 683657 h 888427"/>
                <a:gd name="connsiteX125" fmla="*/ 37461 w 468432"/>
                <a:gd name="connsiteY125" fmla="*/ 662159 h 888427"/>
                <a:gd name="connsiteX126" fmla="*/ 69958 w 468432"/>
                <a:gd name="connsiteY126" fmla="*/ 688407 h 888427"/>
                <a:gd name="connsiteX127" fmla="*/ 161450 w 468432"/>
                <a:gd name="connsiteY127" fmla="*/ 691240 h 888427"/>
                <a:gd name="connsiteX128" fmla="*/ 216194 w 468432"/>
                <a:gd name="connsiteY128" fmla="*/ 684241 h 888427"/>
                <a:gd name="connsiteX129" fmla="*/ 235276 w 468432"/>
                <a:gd name="connsiteY129" fmla="*/ 732986 h 888427"/>
                <a:gd name="connsiteX130" fmla="*/ 257524 w 468432"/>
                <a:gd name="connsiteY130" fmla="*/ 758151 h 888427"/>
                <a:gd name="connsiteX131" fmla="*/ 270940 w 468432"/>
                <a:gd name="connsiteY131" fmla="*/ 764733 h 888427"/>
                <a:gd name="connsiteX132" fmla="*/ 227194 w 468432"/>
                <a:gd name="connsiteY132" fmla="*/ 837393 h 888427"/>
                <a:gd name="connsiteX133" fmla="*/ 227194 w 468432"/>
                <a:gd name="connsiteY133" fmla="*/ 837393 h 888427"/>
                <a:gd name="connsiteX134" fmla="*/ 275773 w 468432"/>
                <a:gd name="connsiteY134" fmla="*/ 755651 h 888427"/>
                <a:gd name="connsiteX135" fmla="*/ 275522 w 468432"/>
                <a:gd name="connsiteY135" fmla="*/ 755651 h 888427"/>
                <a:gd name="connsiteX136" fmla="*/ 257691 w 468432"/>
                <a:gd name="connsiteY136" fmla="*/ 745485 h 888427"/>
                <a:gd name="connsiteX137" fmla="*/ 242275 w 468432"/>
                <a:gd name="connsiteY137" fmla="*/ 725320 h 888427"/>
                <a:gd name="connsiteX138" fmla="*/ 239693 w 468432"/>
                <a:gd name="connsiteY138" fmla="*/ 707572 h 888427"/>
                <a:gd name="connsiteX139" fmla="*/ 230360 w 468432"/>
                <a:gd name="connsiteY139" fmla="*/ 684574 h 888427"/>
                <a:gd name="connsiteX140" fmla="*/ 199030 w 468432"/>
                <a:gd name="connsiteY140" fmla="*/ 677408 h 888427"/>
                <a:gd name="connsiteX141" fmla="*/ 162699 w 468432"/>
                <a:gd name="connsiteY141" fmla="*/ 683407 h 888427"/>
                <a:gd name="connsiteX142" fmla="*/ 116287 w 468432"/>
                <a:gd name="connsiteY142" fmla="*/ 686574 h 888427"/>
                <a:gd name="connsiteX143" fmla="*/ 40461 w 468432"/>
                <a:gd name="connsiteY143" fmla="*/ 650744 h 888427"/>
                <a:gd name="connsiteX144" fmla="*/ 60042 w 468432"/>
                <a:gd name="connsiteY144" fmla="*/ 576167 h 888427"/>
                <a:gd name="connsiteX145" fmla="*/ 72291 w 468432"/>
                <a:gd name="connsiteY145" fmla="*/ 527588 h 888427"/>
                <a:gd name="connsiteX146" fmla="*/ 75540 w 468432"/>
                <a:gd name="connsiteY146" fmla="*/ 546253 h 888427"/>
                <a:gd name="connsiteX147" fmla="*/ 103122 w 468432"/>
                <a:gd name="connsiteY147" fmla="*/ 574167 h 888427"/>
                <a:gd name="connsiteX148" fmla="*/ 191197 w 468432"/>
                <a:gd name="connsiteY148" fmla="*/ 592832 h 888427"/>
                <a:gd name="connsiteX149" fmla="*/ 244359 w 468432"/>
                <a:gd name="connsiteY149" fmla="*/ 587416 h 888427"/>
                <a:gd name="connsiteX150" fmla="*/ 273106 w 468432"/>
                <a:gd name="connsiteY150" fmla="*/ 599998 h 888427"/>
                <a:gd name="connsiteX151" fmla="*/ 281272 w 468432"/>
                <a:gd name="connsiteY151" fmla="*/ 622496 h 888427"/>
                <a:gd name="connsiteX152" fmla="*/ 298437 w 468432"/>
                <a:gd name="connsiteY152" fmla="*/ 656077 h 888427"/>
                <a:gd name="connsiteX153" fmla="*/ 317269 w 468432"/>
                <a:gd name="connsiteY153" fmla="*/ 671575 h 888427"/>
                <a:gd name="connsiteX154" fmla="*/ 275773 w 468432"/>
                <a:gd name="connsiteY154" fmla="*/ 755651 h 888427"/>
                <a:gd name="connsiteX155" fmla="*/ 275773 w 468432"/>
                <a:gd name="connsiteY155" fmla="*/ 755651 h 888427"/>
                <a:gd name="connsiteX156" fmla="*/ 325268 w 468432"/>
                <a:gd name="connsiteY156" fmla="*/ 654327 h 888427"/>
                <a:gd name="connsiteX157" fmla="*/ 321435 w 468432"/>
                <a:gd name="connsiteY157" fmla="*/ 662659 h 888427"/>
                <a:gd name="connsiteX158" fmla="*/ 307603 w 468432"/>
                <a:gd name="connsiteY158" fmla="*/ 652827 h 888427"/>
                <a:gd name="connsiteX159" fmla="*/ 292188 w 468432"/>
                <a:gd name="connsiteY159" fmla="*/ 630496 h 888427"/>
                <a:gd name="connsiteX160" fmla="*/ 281688 w 468432"/>
                <a:gd name="connsiteY160" fmla="*/ 599248 h 888427"/>
                <a:gd name="connsiteX161" fmla="*/ 229693 w 468432"/>
                <a:gd name="connsiteY161" fmla="*/ 577250 h 888427"/>
                <a:gd name="connsiteX162" fmla="*/ 186947 w 468432"/>
                <a:gd name="connsiteY162" fmla="*/ 582167 h 888427"/>
                <a:gd name="connsiteX163" fmla="*/ 133952 w 468432"/>
                <a:gd name="connsiteY163" fmla="*/ 576084 h 888427"/>
                <a:gd name="connsiteX164" fmla="*/ 91539 w 468432"/>
                <a:gd name="connsiteY164" fmla="*/ 552919 h 888427"/>
                <a:gd name="connsiteX165" fmla="*/ 76208 w 468432"/>
                <a:gd name="connsiteY165" fmla="*/ 513839 h 888427"/>
                <a:gd name="connsiteX166" fmla="*/ 91456 w 468432"/>
                <a:gd name="connsiteY166" fmla="*/ 460178 h 888427"/>
                <a:gd name="connsiteX167" fmla="*/ 91456 w 468432"/>
                <a:gd name="connsiteY167" fmla="*/ 460094 h 888427"/>
                <a:gd name="connsiteX168" fmla="*/ 117704 w 468432"/>
                <a:gd name="connsiteY168" fmla="*/ 494924 h 888427"/>
                <a:gd name="connsiteX169" fmla="*/ 209195 w 468432"/>
                <a:gd name="connsiteY169" fmla="*/ 505173 h 888427"/>
                <a:gd name="connsiteX170" fmla="*/ 270356 w 468432"/>
                <a:gd name="connsiteY170" fmla="*/ 503257 h 888427"/>
                <a:gd name="connsiteX171" fmla="*/ 312269 w 468432"/>
                <a:gd name="connsiteY171" fmla="*/ 543670 h 888427"/>
                <a:gd name="connsiteX172" fmla="*/ 346683 w 468432"/>
                <a:gd name="connsiteY172" fmla="*/ 566834 h 888427"/>
                <a:gd name="connsiteX173" fmla="*/ 362681 w 468432"/>
                <a:gd name="connsiteY173" fmla="*/ 572584 h 888427"/>
                <a:gd name="connsiteX174" fmla="*/ 325268 w 468432"/>
                <a:gd name="connsiteY174" fmla="*/ 654327 h 888427"/>
                <a:gd name="connsiteX175" fmla="*/ 325268 w 468432"/>
                <a:gd name="connsiteY175" fmla="*/ 654327 h 888427"/>
                <a:gd name="connsiteX176" fmla="*/ 367097 w 468432"/>
                <a:gd name="connsiteY176" fmla="*/ 562585 h 888427"/>
                <a:gd name="connsiteX177" fmla="*/ 344767 w 468432"/>
                <a:gd name="connsiteY177" fmla="*/ 556669 h 888427"/>
                <a:gd name="connsiteX178" fmla="*/ 306436 w 468432"/>
                <a:gd name="connsiteY178" fmla="*/ 522422 h 888427"/>
                <a:gd name="connsiteX179" fmla="*/ 246275 w 468432"/>
                <a:gd name="connsiteY179" fmla="*/ 492591 h 888427"/>
                <a:gd name="connsiteX180" fmla="*/ 150951 w 468432"/>
                <a:gd name="connsiteY180" fmla="*/ 499590 h 888427"/>
                <a:gd name="connsiteX181" fmla="*/ 106372 w 468432"/>
                <a:gd name="connsiteY181" fmla="*/ 474760 h 888427"/>
                <a:gd name="connsiteX182" fmla="*/ 95706 w 468432"/>
                <a:gd name="connsiteY182" fmla="*/ 445929 h 888427"/>
                <a:gd name="connsiteX183" fmla="*/ 110454 w 468432"/>
                <a:gd name="connsiteY183" fmla="*/ 400933 h 888427"/>
                <a:gd name="connsiteX184" fmla="*/ 120703 w 468432"/>
                <a:gd name="connsiteY184" fmla="*/ 356604 h 888427"/>
                <a:gd name="connsiteX185" fmla="*/ 215445 w 468432"/>
                <a:gd name="connsiteY185" fmla="*/ 420598 h 888427"/>
                <a:gd name="connsiteX186" fmla="*/ 329018 w 468432"/>
                <a:gd name="connsiteY186" fmla="*/ 467177 h 888427"/>
                <a:gd name="connsiteX187" fmla="*/ 385846 w 468432"/>
                <a:gd name="connsiteY187" fmla="*/ 475009 h 888427"/>
                <a:gd name="connsiteX188" fmla="*/ 409177 w 468432"/>
                <a:gd name="connsiteY188" fmla="*/ 475009 h 888427"/>
                <a:gd name="connsiteX189" fmla="*/ 367097 w 468432"/>
                <a:gd name="connsiteY189" fmla="*/ 562585 h 888427"/>
                <a:gd name="connsiteX190" fmla="*/ 367097 w 468432"/>
                <a:gd name="connsiteY190" fmla="*/ 562585 h 888427"/>
                <a:gd name="connsiteX191" fmla="*/ 434092 w 468432"/>
                <a:gd name="connsiteY191" fmla="*/ 445096 h 888427"/>
                <a:gd name="connsiteX192" fmla="*/ 387096 w 468432"/>
                <a:gd name="connsiteY192" fmla="*/ 461261 h 888427"/>
                <a:gd name="connsiteX193" fmla="*/ 331851 w 468432"/>
                <a:gd name="connsiteY193" fmla="*/ 455178 h 888427"/>
                <a:gd name="connsiteX194" fmla="*/ 236109 w 468432"/>
                <a:gd name="connsiteY194" fmla="*/ 417764 h 888427"/>
                <a:gd name="connsiteX195" fmla="*/ 150450 w 468432"/>
                <a:gd name="connsiteY195" fmla="*/ 366102 h 888427"/>
                <a:gd name="connsiteX196" fmla="*/ 115704 w 468432"/>
                <a:gd name="connsiteY196" fmla="*/ 328773 h 888427"/>
                <a:gd name="connsiteX197" fmla="*/ 119954 w 468432"/>
                <a:gd name="connsiteY197" fmla="*/ 300859 h 888427"/>
                <a:gd name="connsiteX198" fmla="*/ 153366 w 468432"/>
                <a:gd name="connsiteY198" fmla="*/ 298942 h 888427"/>
                <a:gd name="connsiteX199" fmla="*/ 234943 w 468432"/>
                <a:gd name="connsiteY199" fmla="*/ 338188 h 888427"/>
                <a:gd name="connsiteX200" fmla="*/ 346016 w 468432"/>
                <a:gd name="connsiteY200" fmla="*/ 376435 h 888427"/>
                <a:gd name="connsiteX201" fmla="*/ 423926 w 468432"/>
                <a:gd name="connsiteY201" fmla="*/ 390434 h 888427"/>
                <a:gd name="connsiteX202" fmla="*/ 428425 w 468432"/>
                <a:gd name="connsiteY202" fmla="*/ 391183 h 888427"/>
                <a:gd name="connsiteX203" fmla="*/ 436008 w 468432"/>
                <a:gd name="connsiteY203" fmla="*/ 392934 h 888427"/>
                <a:gd name="connsiteX204" fmla="*/ 438508 w 468432"/>
                <a:gd name="connsiteY204" fmla="*/ 393683 h 888427"/>
                <a:gd name="connsiteX205" fmla="*/ 443007 w 468432"/>
                <a:gd name="connsiteY205" fmla="*/ 395433 h 888427"/>
                <a:gd name="connsiteX206" fmla="*/ 452256 w 468432"/>
                <a:gd name="connsiteY206" fmla="*/ 404099 h 888427"/>
                <a:gd name="connsiteX207" fmla="*/ 434092 w 468432"/>
                <a:gd name="connsiteY207" fmla="*/ 445096 h 888427"/>
                <a:gd name="connsiteX208" fmla="*/ 434092 w 468432"/>
                <a:gd name="connsiteY208" fmla="*/ 445096 h 888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Lst>
              <a:rect l="l" t="t" r="r" b="b"/>
              <a:pathLst>
                <a:path w="468432" h="888427">
                  <a:moveTo>
                    <a:pt x="465089" y="395683"/>
                  </a:moveTo>
                  <a:cubicBezTo>
                    <a:pt x="462172" y="390184"/>
                    <a:pt x="457673" y="386517"/>
                    <a:pt x="452423" y="384101"/>
                  </a:cubicBezTo>
                  <a:cubicBezTo>
                    <a:pt x="459173" y="365602"/>
                    <a:pt x="461173" y="342271"/>
                    <a:pt x="457340" y="323939"/>
                  </a:cubicBezTo>
                  <a:cubicBezTo>
                    <a:pt x="452840" y="302025"/>
                    <a:pt x="448674" y="275944"/>
                    <a:pt x="438175" y="256113"/>
                  </a:cubicBezTo>
                  <a:cubicBezTo>
                    <a:pt x="428675" y="238114"/>
                    <a:pt x="413510" y="219949"/>
                    <a:pt x="398094" y="206783"/>
                  </a:cubicBezTo>
                  <a:cubicBezTo>
                    <a:pt x="392345" y="201867"/>
                    <a:pt x="379180" y="192535"/>
                    <a:pt x="370597" y="194202"/>
                  </a:cubicBezTo>
                  <a:cubicBezTo>
                    <a:pt x="370764" y="192785"/>
                    <a:pt x="370931" y="191452"/>
                    <a:pt x="371180" y="190118"/>
                  </a:cubicBezTo>
                  <a:cubicBezTo>
                    <a:pt x="373430" y="175620"/>
                    <a:pt x="376680" y="161288"/>
                    <a:pt x="379763" y="146956"/>
                  </a:cubicBezTo>
                  <a:cubicBezTo>
                    <a:pt x="385595" y="119875"/>
                    <a:pt x="392345" y="92710"/>
                    <a:pt x="397428" y="65547"/>
                  </a:cubicBezTo>
                  <a:cubicBezTo>
                    <a:pt x="399428" y="54881"/>
                    <a:pt x="401095" y="44215"/>
                    <a:pt x="402761" y="33549"/>
                  </a:cubicBezTo>
                  <a:cubicBezTo>
                    <a:pt x="403761" y="27383"/>
                    <a:pt x="408760" y="15968"/>
                    <a:pt x="404178" y="10135"/>
                  </a:cubicBezTo>
                  <a:cubicBezTo>
                    <a:pt x="400261" y="5135"/>
                    <a:pt x="390679" y="6135"/>
                    <a:pt x="385263" y="5302"/>
                  </a:cubicBezTo>
                  <a:cubicBezTo>
                    <a:pt x="378097" y="4302"/>
                    <a:pt x="365931" y="-2364"/>
                    <a:pt x="358765" y="886"/>
                  </a:cubicBezTo>
                  <a:cubicBezTo>
                    <a:pt x="353348" y="3302"/>
                    <a:pt x="353432" y="8968"/>
                    <a:pt x="352599" y="14301"/>
                  </a:cubicBezTo>
                  <a:cubicBezTo>
                    <a:pt x="350682" y="26800"/>
                    <a:pt x="348933" y="39299"/>
                    <a:pt x="347099" y="51881"/>
                  </a:cubicBezTo>
                  <a:cubicBezTo>
                    <a:pt x="343683" y="75629"/>
                    <a:pt x="341267" y="99627"/>
                    <a:pt x="339017" y="123458"/>
                  </a:cubicBezTo>
                  <a:cubicBezTo>
                    <a:pt x="336434" y="137706"/>
                    <a:pt x="334101" y="151955"/>
                    <a:pt x="331684" y="166120"/>
                  </a:cubicBezTo>
                  <a:cubicBezTo>
                    <a:pt x="330767" y="171704"/>
                    <a:pt x="329851" y="177119"/>
                    <a:pt x="328851" y="182536"/>
                  </a:cubicBezTo>
                  <a:cubicBezTo>
                    <a:pt x="318102" y="179620"/>
                    <a:pt x="303603" y="182203"/>
                    <a:pt x="294688" y="183203"/>
                  </a:cubicBezTo>
                  <a:cubicBezTo>
                    <a:pt x="270273" y="185869"/>
                    <a:pt x="245609" y="192035"/>
                    <a:pt x="224193" y="204367"/>
                  </a:cubicBezTo>
                  <a:cubicBezTo>
                    <a:pt x="195446" y="220949"/>
                    <a:pt x="157866" y="248197"/>
                    <a:pt x="151533" y="283360"/>
                  </a:cubicBezTo>
                  <a:cubicBezTo>
                    <a:pt x="140118" y="278860"/>
                    <a:pt x="127203" y="278194"/>
                    <a:pt x="116704" y="285860"/>
                  </a:cubicBezTo>
                  <a:cubicBezTo>
                    <a:pt x="94706" y="301858"/>
                    <a:pt x="98205" y="327939"/>
                    <a:pt x="112121" y="346937"/>
                  </a:cubicBezTo>
                  <a:cubicBezTo>
                    <a:pt x="107205" y="362270"/>
                    <a:pt x="104538" y="378435"/>
                    <a:pt x="99788" y="393850"/>
                  </a:cubicBezTo>
                  <a:cubicBezTo>
                    <a:pt x="93622" y="413682"/>
                    <a:pt x="86290" y="433180"/>
                    <a:pt x="79873" y="452928"/>
                  </a:cubicBezTo>
                  <a:cubicBezTo>
                    <a:pt x="67208" y="491841"/>
                    <a:pt x="56875" y="531504"/>
                    <a:pt x="46710" y="571084"/>
                  </a:cubicBezTo>
                  <a:cubicBezTo>
                    <a:pt x="36628" y="610414"/>
                    <a:pt x="25295" y="649494"/>
                    <a:pt x="14129" y="688490"/>
                  </a:cubicBezTo>
                  <a:cubicBezTo>
                    <a:pt x="4964" y="720571"/>
                    <a:pt x="-9119" y="757317"/>
                    <a:pt x="8213" y="789064"/>
                  </a:cubicBezTo>
                  <a:cubicBezTo>
                    <a:pt x="14546" y="800730"/>
                    <a:pt x="25045" y="809396"/>
                    <a:pt x="34461" y="818479"/>
                  </a:cubicBezTo>
                  <a:cubicBezTo>
                    <a:pt x="49710" y="833144"/>
                    <a:pt x="68957" y="844143"/>
                    <a:pt x="87456" y="854225"/>
                  </a:cubicBezTo>
                  <a:cubicBezTo>
                    <a:pt x="118203" y="870974"/>
                    <a:pt x="157533" y="890139"/>
                    <a:pt x="193530" y="888306"/>
                  </a:cubicBezTo>
                  <a:cubicBezTo>
                    <a:pt x="205612" y="887722"/>
                    <a:pt x="213695" y="882306"/>
                    <a:pt x="221277" y="873140"/>
                  </a:cubicBezTo>
                  <a:cubicBezTo>
                    <a:pt x="234859" y="856642"/>
                    <a:pt x="245859" y="837477"/>
                    <a:pt x="256774" y="819145"/>
                  </a:cubicBezTo>
                  <a:cubicBezTo>
                    <a:pt x="276606" y="785732"/>
                    <a:pt x="294604" y="751235"/>
                    <a:pt x="311520" y="716238"/>
                  </a:cubicBezTo>
                  <a:cubicBezTo>
                    <a:pt x="331434" y="674991"/>
                    <a:pt x="351183" y="633912"/>
                    <a:pt x="369431" y="591916"/>
                  </a:cubicBezTo>
                  <a:cubicBezTo>
                    <a:pt x="387679" y="550086"/>
                    <a:pt x="409011" y="510006"/>
                    <a:pt x="429342" y="469177"/>
                  </a:cubicBezTo>
                  <a:cubicBezTo>
                    <a:pt x="429425" y="469010"/>
                    <a:pt x="429425" y="468927"/>
                    <a:pt x="429508" y="468760"/>
                  </a:cubicBezTo>
                  <a:cubicBezTo>
                    <a:pt x="430925" y="467927"/>
                    <a:pt x="432342" y="467010"/>
                    <a:pt x="433675" y="466010"/>
                  </a:cubicBezTo>
                  <a:cubicBezTo>
                    <a:pt x="451256" y="452761"/>
                    <a:pt x="477838" y="419598"/>
                    <a:pt x="465089" y="395683"/>
                  </a:cubicBezTo>
                  <a:lnTo>
                    <a:pt x="465089" y="395683"/>
                  </a:lnTo>
                  <a:close/>
                  <a:moveTo>
                    <a:pt x="354182" y="87961"/>
                  </a:moveTo>
                  <a:cubicBezTo>
                    <a:pt x="355266" y="73629"/>
                    <a:pt x="356765" y="59463"/>
                    <a:pt x="359015" y="45215"/>
                  </a:cubicBezTo>
                  <a:cubicBezTo>
                    <a:pt x="360015" y="39132"/>
                    <a:pt x="359598" y="16217"/>
                    <a:pt x="363598" y="13051"/>
                  </a:cubicBezTo>
                  <a:cubicBezTo>
                    <a:pt x="367264" y="10135"/>
                    <a:pt x="385929" y="14301"/>
                    <a:pt x="390095" y="15801"/>
                  </a:cubicBezTo>
                  <a:cubicBezTo>
                    <a:pt x="397261" y="18384"/>
                    <a:pt x="395679" y="19884"/>
                    <a:pt x="394345" y="27633"/>
                  </a:cubicBezTo>
                  <a:cubicBezTo>
                    <a:pt x="393512" y="32549"/>
                    <a:pt x="393012" y="37465"/>
                    <a:pt x="392179" y="42298"/>
                  </a:cubicBezTo>
                  <a:cubicBezTo>
                    <a:pt x="387513" y="68046"/>
                    <a:pt x="381013" y="93377"/>
                    <a:pt x="375430" y="118791"/>
                  </a:cubicBezTo>
                  <a:cubicBezTo>
                    <a:pt x="372681" y="131457"/>
                    <a:pt x="369931" y="144206"/>
                    <a:pt x="367097" y="156871"/>
                  </a:cubicBezTo>
                  <a:cubicBezTo>
                    <a:pt x="364098" y="170120"/>
                    <a:pt x="363432" y="186119"/>
                    <a:pt x="358681" y="198701"/>
                  </a:cubicBezTo>
                  <a:cubicBezTo>
                    <a:pt x="356515" y="204367"/>
                    <a:pt x="352515" y="209617"/>
                    <a:pt x="345766" y="210783"/>
                  </a:cubicBezTo>
                  <a:cubicBezTo>
                    <a:pt x="335518" y="212616"/>
                    <a:pt x="335017" y="207700"/>
                    <a:pt x="336100" y="201534"/>
                  </a:cubicBezTo>
                  <a:cubicBezTo>
                    <a:pt x="337683" y="197785"/>
                    <a:pt x="339267" y="193951"/>
                    <a:pt x="340183" y="190285"/>
                  </a:cubicBezTo>
                  <a:cubicBezTo>
                    <a:pt x="342767" y="179869"/>
                    <a:pt x="343850" y="169120"/>
                    <a:pt x="345516" y="158538"/>
                  </a:cubicBezTo>
                  <a:cubicBezTo>
                    <a:pt x="349100" y="135373"/>
                    <a:pt x="352349" y="111376"/>
                    <a:pt x="354182" y="87961"/>
                  </a:cubicBezTo>
                  <a:lnTo>
                    <a:pt x="354182" y="87961"/>
                  </a:lnTo>
                  <a:close/>
                  <a:moveTo>
                    <a:pt x="222360" y="219949"/>
                  </a:moveTo>
                  <a:cubicBezTo>
                    <a:pt x="240443" y="208200"/>
                    <a:pt x="259441" y="201034"/>
                    <a:pt x="280605" y="196785"/>
                  </a:cubicBezTo>
                  <a:cubicBezTo>
                    <a:pt x="290271" y="194868"/>
                    <a:pt x="300021" y="193118"/>
                    <a:pt x="309769" y="191701"/>
                  </a:cubicBezTo>
                  <a:cubicBezTo>
                    <a:pt x="314686" y="191035"/>
                    <a:pt x="321602" y="189369"/>
                    <a:pt x="327768" y="189118"/>
                  </a:cubicBezTo>
                  <a:cubicBezTo>
                    <a:pt x="327267" y="192035"/>
                    <a:pt x="326685" y="194868"/>
                    <a:pt x="326102" y="197867"/>
                  </a:cubicBezTo>
                  <a:cubicBezTo>
                    <a:pt x="325018" y="203200"/>
                    <a:pt x="323685" y="211116"/>
                    <a:pt x="326268" y="216199"/>
                  </a:cubicBezTo>
                  <a:cubicBezTo>
                    <a:pt x="333351" y="229948"/>
                    <a:pt x="354348" y="222449"/>
                    <a:pt x="363014" y="214866"/>
                  </a:cubicBezTo>
                  <a:cubicBezTo>
                    <a:pt x="367097" y="211283"/>
                    <a:pt x="368681" y="206034"/>
                    <a:pt x="369681" y="200701"/>
                  </a:cubicBezTo>
                  <a:cubicBezTo>
                    <a:pt x="380513" y="206117"/>
                    <a:pt x="391512" y="216033"/>
                    <a:pt x="399344" y="224615"/>
                  </a:cubicBezTo>
                  <a:cubicBezTo>
                    <a:pt x="411927" y="238197"/>
                    <a:pt x="426176" y="254613"/>
                    <a:pt x="431508" y="272694"/>
                  </a:cubicBezTo>
                  <a:cubicBezTo>
                    <a:pt x="436758" y="290193"/>
                    <a:pt x="441591" y="308274"/>
                    <a:pt x="444591" y="326273"/>
                  </a:cubicBezTo>
                  <a:cubicBezTo>
                    <a:pt x="447090" y="341271"/>
                    <a:pt x="444758" y="356770"/>
                    <a:pt x="441007" y="371686"/>
                  </a:cubicBezTo>
                  <a:cubicBezTo>
                    <a:pt x="437175" y="358853"/>
                    <a:pt x="431009" y="346104"/>
                    <a:pt x="425425" y="334022"/>
                  </a:cubicBezTo>
                  <a:cubicBezTo>
                    <a:pt x="413760" y="308524"/>
                    <a:pt x="387012" y="283110"/>
                    <a:pt x="392679" y="253863"/>
                  </a:cubicBezTo>
                  <a:cubicBezTo>
                    <a:pt x="393178" y="251029"/>
                    <a:pt x="390179" y="248780"/>
                    <a:pt x="387679" y="249196"/>
                  </a:cubicBezTo>
                  <a:cubicBezTo>
                    <a:pt x="382013" y="250196"/>
                    <a:pt x="378180" y="254529"/>
                    <a:pt x="372514" y="256029"/>
                  </a:cubicBezTo>
                  <a:cubicBezTo>
                    <a:pt x="360931" y="259029"/>
                    <a:pt x="347766" y="255946"/>
                    <a:pt x="338434" y="248530"/>
                  </a:cubicBezTo>
                  <a:cubicBezTo>
                    <a:pt x="326685" y="239114"/>
                    <a:pt x="321101" y="226865"/>
                    <a:pt x="305436" y="222365"/>
                  </a:cubicBezTo>
                  <a:cubicBezTo>
                    <a:pt x="292438" y="218616"/>
                    <a:pt x="263107" y="224448"/>
                    <a:pt x="263024" y="240114"/>
                  </a:cubicBezTo>
                  <a:cubicBezTo>
                    <a:pt x="255025" y="236447"/>
                    <a:pt x="246108" y="234698"/>
                    <a:pt x="236859" y="233781"/>
                  </a:cubicBezTo>
                  <a:cubicBezTo>
                    <a:pt x="221861" y="232364"/>
                    <a:pt x="206862" y="236281"/>
                    <a:pt x="193196" y="242780"/>
                  </a:cubicBezTo>
                  <a:cubicBezTo>
                    <a:pt x="201946" y="234198"/>
                    <a:pt x="211861" y="226782"/>
                    <a:pt x="222360" y="219949"/>
                  </a:cubicBezTo>
                  <a:lnTo>
                    <a:pt x="222360" y="219949"/>
                  </a:lnTo>
                  <a:close/>
                  <a:moveTo>
                    <a:pt x="166449" y="285026"/>
                  </a:moveTo>
                  <a:cubicBezTo>
                    <a:pt x="181948" y="253612"/>
                    <a:pt x="229027" y="230615"/>
                    <a:pt x="262607" y="248197"/>
                  </a:cubicBezTo>
                  <a:cubicBezTo>
                    <a:pt x="277606" y="256029"/>
                    <a:pt x="283189" y="273694"/>
                    <a:pt x="295854" y="284693"/>
                  </a:cubicBezTo>
                  <a:cubicBezTo>
                    <a:pt x="306020" y="293526"/>
                    <a:pt x="317519" y="301775"/>
                    <a:pt x="331517" y="302108"/>
                  </a:cubicBezTo>
                  <a:cubicBezTo>
                    <a:pt x="333684" y="302192"/>
                    <a:pt x="334850" y="298775"/>
                    <a:pt x="332435" y="298109"/>
                  </a:cubicBezTo>
                  <a:cubicBezTo>
                    <a:pt x="308270" y="291026"/>
                    <a:pt x="295187" y="273944"/>
                    <a:pt x="281189" y="254529"/>
                  </a:cubicBezTo>
                  <a:cubicBezTo>
                    <a:pt x="277439" y="249363"/>
                    <a:pt x="273023" y="245530"/>
                    <a:pt x="268023" y="242530"/>
                  </a:cubicBezTo>
                  <a:cubicBezTo>
                    <a:pt x="270773" y="236698"/>
                    <a:pt x="277939" y="233115"/>
                    <a:pt x="283938" y="231198"/>
                  </a:cubicBezTo>
                  <a:cubicBezTo>
                    <a:pt x="295771" y="227449"/>
                    <a:pt x="305853" y="230781"/>
                    <a:pt x="315102" y="238114"/>
                  </a:cubicBezTo>
                  <a:cubicBezTo>
                    <a:pt x="324601" y="245614"/>
                    <a:pt x="329851" y="256029"/>
                    <a:pt x="340767" y="261945"/>
                  </a:cubicBezTo>
                  <a:cubicBezTo>
                    <a:pt x="355849" y="270111"/>
                    <a:pt x="371264" y="269528"/>
                    <a:pt x="384762" y="261279"/>
                  </a:cubicBezTo>
                  <a:cubicBezTo>
                    <a:pt x="384596" y="262779"/>
                    <a:pt x="384346" y="264278"/>
                    <a:pt x="384430" y="265445"/>
                  </a:cubicBezTo>
                  <a:cubicBezTo>
                    <a:pt x="384762" y="269445"/>
                    <a:pt x="386013" y="273028"/>
                    <a:pt x="387263" y="276777"/>
                  </a:cubicBezTo>
                  <a:cubicBezTo>
                    <a:pt x="391845" y="290026"/>
                    <a:pt x="400261" y="300359"/>
                    <a:pt x="406927" y="312524"/>
                  </a:cubicBezTo>
                  <a:cubicBezTo>
                    <a:pt x="413594" y="324690"/>
                    <a:pt x="418009" y="337522"/>
                    <a:pt x="422342" y="350520"/>
                  </a:cubicBezTo>
                  <a:cubicBezTo>
                    <a:pt x="425342" y="359436"/>
                    <a:pt x="430592" y="369352"/>
                    <a:pt x="430009" y="378768"/>
                  </a:cubicBezTo>
                  <a:cubicBezTo>
                    <a:pt x="427759" y="378435"/>
                    <a:pt x="425592" y="378185"/>
                    <a:pt x="423509" y="377935"/>
                  </a:cubicBezTo>
                  <a:cubicBezTo>
                    <a:pt x="398345" y="374602"/>
                    <a:pt x="374180" y="368852"/>
                    <a:pt x="349849" y="361853"/>
                  </a:cubicBezTo>
                  <a:cubicBezTo>
                    <a:pt x="304937" y="348771"/>
                    <a:pt x="260857" y="332855"/>
                    <a:pt x="216445" y="318107"/>
                  </a:cubicBezTo>
                  <a:cubicBezTo>
                    <a:pt x="212529" y="316274"/>
                    <a:pt x="208695" y="314357"/>
                    <a:pt x="204862" y="312440"/>
                  </a:cubicBezTo>
                  <a:cubicBezTo>
                    <a:pt x="190863" y="305525"/>
                    <a:pt x="177531" y="297276"/>
                    <a:pt x="163782" y="289860"/>
                  </a:cubicBezTo>
                  <a:cubicBezTo>
                    <a:pt x="163782" y="289360"/>
                    <a:pt x="163782" y="288860"/>
                    <a:pt x="163700" y="288443"/>
                  </a:cubicBezTo>
                  <a:cubicBezTo>
                    <a:pt x="163866" y="287860"/>
                    <a:pt x="164116" y="287360"/>
                    <a:pt x="164283" y="286860"/>
                  </a:cubicBezTo>
                  <a:cubicBezTo>
                    <a:pt x="165199" y="286526"/>
                    <a:pt x="165949" y="286026"/>
                    <a:pt x="166449" y="285026"/>
                  </a:cubicBezTo>
                  <a:lnTo>
                    <a:pt x="166449" y="285026"/>
                  </a:lnTo>
                  <a:close/>
                  <a:moveTo>
                    <a:pt x="215695" y="853975"/>
                  </a:moveTo>
                  <a:cubicBezTo>
                    <a:pt x="210778" y="860808"/>
                    <a:pt x="205612" y="869974"/>
                    <a:pt x="196863" y="872224"/>
                  </a:cubicBezTo>
                  <a:cubicBezTo>
                    <a:pt x="188447" y="874390"/>
                    <a:pt x="177032" y="871974"/>
                    <a:pt x="169032" y="869807"/>
                  </a:cubicBezTo>
                  <a:cubicBezTo>
                    <a:pt x="150867" y="864891"/>
                    <a:pt x="132119" y="858975"/>
                    <a:pt x="115204" y="850892"/>
                  </a:cubicBezTo>
                  <a:cubicBezTo>
                    <a:pt x="83790" y="835893"/>
                    <a:pt x="51210" y="816479"/>
                    <a:pt x="28378" y="789814"/>
                  </a:cubicBezTo>
                  <a:cubicBezTo>
                    <a:pt x="20629" y="780732"/>
                    <a:pt x="17045" y="770233"/>
                    <a:pt x="16129" y="759151"/>
                  </a:cubicBezTo>
                  <a:cubicBezTo>
                    <a:pt x="28045" y="760567"/>
                    <a:pt x="42460" y="756568"/>
                    <a:pt x="51543" y="754151"/>
                  </a:cubicBezTo>
                  <a:cubicBezTo>
                    <a:pt x="82040" y="746068"/>
                    <a:pt x="114953" y="731320"/>
                    <a:pt x="143451" y="753067"/>
                  </a:cubicBezTo>
                  <a:cubicBezTo>
                    <a:pt x="162949" y="767983"/>
                    <a:pt x="165116" y="795397"/>
                    <a:pt x="179282" y="814396"/>
                  </a:cubicBezTo>
                  <a:cubicBezTo>
                    <a:pt x="188030" y="826228"/>
                    <a:pt x="203445" y="844060"/>
                    <a:pt x="220110" y="847726"/>
                  </a:cubicBezTo>
                  <a:cubicBezTo>
                    <a:pt x="218611" y="849809"/>
                    <a:pt x="217194" y="851892"/>
                    <a:pt x="215695" y="853975"/>
                  </a:cubicBezTo>
                  <a:lnTo>
                    <a:pt x="215695" y="853975"/>
                  </a:lnTo>
                  <a:close/>
                  <a:moveTo>
                    <a:pt x="227194" y="837393"/>
                  </a:moveTo>
                  <a:cubicBezTo>
                    <a:pt x="217278" y="832227"/>
                    <a:pt x="206445" y="829894"/>
                    <a:pt x="197530" y="821311"/>
                  </a:cubicBezTo>
                  <a:cubicBezTo>
                    <a:pt x="189197" y="813229"/>
                    <a:pt x="183947" y="805063"/>
                    <a:pt x="178614" y="795064"/>
                  </a:cubicBezTo>
                  <a:cubicBezTo>
                    <a:pt x="175865" y="789898"/>
                    <a:pt x="172115" y="785481"/>
                    <a:pt x="169616" y="780148"/>
                  </a:cubicBezTo>
                  <a:cubicBezTo>
                    <a:pt x="167115" y="774816"/>
                    <a:pt x="165616" y="769066"/>
                    <a:pt x="162616" y="763900"/>
                  </a:cubicBezTo>
                  <a:cubicBezTo>
                    <a:pt x="158033" y="755984"/>
                    <a:pt x="150867" y="749735"/>
                    <a:pt x="143368" y="744652"/>
                  </a:cubicBezTo>
                  <a:cubicBezTo>
                    <a:pt x="125036" y="732236"/>
                    <a:pt x="104038" y="731986"/>
                    <a:pt x="83123" y="737152"/>
                  </a:cubicBezTo>
                  <a:cubicBezTo>
                    <a:pt x="70374" y="740319"/>
                    <a:pt x="57709" y="743902"/>
                    <a:pt x="45043" y="747401"/>
                  </a:cubicBezTo>
                  <a:cubicBezTo>
                    <a:pt x="38044" y="749318"/>
                    <a:pt x="25962" y="753067"/>
                    <a:pt x="15962" y="752651"/>
                  </a:cubicBezTo>
                  <a:cubicBezTo>
                    <a:pt x="16046" y="729403"/>
                    <a:pt x="25879" y="704155"/>
                    <a:pt x="31544" y="683657"/>
                  </a:cubicBezTo>
                  <a:cubicBezTo>
                    <a:pt x="33461" y="676491"/>
                    <a:pt x="35461" y="669325"/>
                    <a:pt x="37461" y="662159"/>
                  </a:cubicBezTo>
                  <a:cubicBezTo>
                    <a:pt x="43960" y="674242"/>
                    <a:pt x="57293" y="683240"/>
                    <a:pt x="69958" y="688407"/>
                  </a:cubicBezTo>
                  <a:cubicBezTo>
                    <a:pt x="97539" y="699656"/>
                    <a:pt x="132702" y="697489"/>
                    <a:pt x="161450" y="691240"/>
                  </a:cubicBezTo>
                  <a:cubicBezTo>
                    <a:pt x="178282" y="687574"/>
                    <a:pt x="198946" y="678158"/>
                    <a:pt x="216194" y="684241"/>
                  </a:cubicBezTo>
                  <a:cubicBezTo>
                    <a:pt x="239526" y="692490"/>
                    <a:pt x="230027" y="714905"/>
                    <a:pt x="235276" y="732986"/>
                  </a:cubicBezTo>
                  <a:cubicBezTo>
                    <a:pt x="238359" y="743485"/>
                    <a:pt x="249525" y="751401"/>
                    <a:pt x="257524" y="758151"/>
                  </a:cubicBezTo>
                  <a:cubicBezTo>
                    <a:pt x="261857" y="761900"/>
                    <a:pt x="266190" y="763733"/>
                    <a:pt x="270940" y="764733"/>
                  </a:cubicBezTo>
                  <a:cubicBezTo>
                    <a:pt x="257358" y="789731"/>
                    <a:pt x="242859" y="814062"/>
                    <a:pt x="227194" y="837393"/>
                  </a:cubicBezTo>
                  <a:lnTo>
                    <a:pt x="227194" y="837393"/>
                  </a:lnTo>
                  <a:close/>
                  <a:moveTo>
                    <a:pt x="275773" y="755651"/>
                  </a:moveTo>
                  <a:cubicBezTo>
                    <a:pt x="275689" y="755651"/>
                    <a:pt x="275606" y="755651"/>
                    <a:pt x="275522" y="755651"/>
                  </a:cubicBezTo>
                  <a:cubicBezTo>
                    <a:pt x="268023" y="754067"/>
                    <a:pt x="263357" y="750484"/>
                    <a:pt x="257691" y="745485"/>
                  </a:cubicBezTo>
                  <a:cubicBezTo>
                    <a:pt x="251192" y="739652"/>
                    <a:pt x="244442" y="734153"/>
                    <a:pt x="242275" y="725320"/>
                  </a:cubicBezTo>
                  <a:cubicBezTo>
                    <a:pt x="240859" y="719571"/>
                    <a:pt x="240942" y="713405"/>
                    <a:pt x="239693" y="707572"/>
                  </a:cubicBezTo>
                  <a:cubicBezTo>
                    <a:pt x="237859" y="699489"/>
                    <a:pt x="237026" y="690407"/>
                    <a:pt x="230360" y="684574"/>
                  </a:cubicBezTo>
                  <a:cubicBezTo>
                    <a:pt x="222444" y="677658"/>
                    <a:pt x="208862" y="677158"/>
                    <a:pt x="199030" y="677408"/>
                  </a:cubicBezTo>
                  <a:cubicBezTo>
                    <a:pt x="186614" y="677658"/>
                    <a:pt x="174782" y="681074"/>
                    <a:pt x="162699" y="683407"/>
                  </a:cubicBezTo>
                  <a:cubicBezTo>
                    <a:pt x="147951" y="686241"/>
                    <a:pt x="131286" y="686657"/>
                    <a:pt x="116287" y="686574"/>
                  </a:cubicBezTo>
                  <a:cubicBezTo>
                    <a:pt x="92873" y="686490"/>
                    <a:pt x="45210" y="679491"/>
                    <a:pt x="40461" y="650744"/>
                  </a:cubicBezTo>
                  <a:cubicBezTo>
                    <a:pt x="47209" y="625913"/>
                    <a:pt x="53959" y="600998"/>
                    <a:pt x="60042" y="576167"/>
                  </a:cubicBezTo>
                  <a:cubicBezTo>
                    <a:pt x="63958" y="559918"/>
                    <a:pt x="68124" y="543753"/>
                    <a:pt x="72291" y="527588"/>
                  </a:cubicBezTo>
                  <a:cubicBezTo>
                    <a:pt x="72291" y="534087"/>
                    <a:pt x="72958" y="540420"/>
                    <a:pt x="75540" y="546253"/>
                  </a:cubicBezTo>
                  <a:cubicBezTo>
                    <a:pt x="80957" y="558252"/>
                    <a:pt x="92206" y="567585"/>
                    <a:pt x="103122" y="574167"/>
                  </a:cubicBezTo>
                  <a:cubicBezTo>
                    <a:pt x="129535" y="589999"/>
                    <a:pt x="160699" y="595832"/>
                    <a:pt x="191197" y="592832"/>
                  </a:cubicBezTo>
                  <a:cubicBezTo>
                    <a:pt x="208862" y="591082"/>
                    <a:pt x="226443" y="585499"/>
                    <a:pt x="244359" y="587416"/>
                  </a:cubicBezTo>
                  <a:cubicBezTo>
                    <a:pt x="254191" y="588499"/>
                    <a:pt x="267106" y="591082"/>
                    <a:pt x="273106" y="599998"/>
                  </a:cubicBezTo>
                  <a:cubicBezTo>
                    <a:pt x="277272" y="606081"/>
                    <a:pt x="279189" y="615663"/>
                    <a:pt x="281272" y="622496"/>
                  </a:cubicBezTo>
                  <a:cubicBezTo>
                    <a:pt x="284938" y="634662"/>
                    <a:pt x="289771" y="646494"/>
                    <a:pt x="298437" y="656077"/>
                  </a:cubicBezTo>
                  <a:cubicBezTo>
                    <a:pt x="303104" y="661326"/>
                    <a:pt x="310019" y="668658"/>
                    <a:pt x="317269" y="671575"/>
                  </a:cubicBezTo>
                  <a:cubicBezTo>
                    <a:pt x="304353" y="699572"/>
                    <a:pt x="290605" y="727903"/>
                    <a:pt x="275773" y="755651"/>
                  </a:cubicBezTo>
                  <a:lnTo>
                    <a:pt x="275773" y="755651"/>
                  </a:lnTo>
                  <a:close/>
                  <a:moveTo>
                    <a:pt x="325268" y="654327"/>
                  </a:moveTo>
                  <a:cubicBezTo>
                    <a:pt x="324019" y="657076"/>
                    <a:pt x="322685" y="659909"/>
                    <a:pt x="321435" y="662659"/>
                  </a:cubicBezTo>
                  <a:cubicBezTo>
                    <a:pt x="316935" y="661409"/>
                    <a:pt x="310353" y="655243"/>
                    <a:pt x="307603" y="652827"/>
                  </a:cubicBezTo>
                  <a:cubicBezTo>
                    <a:pt x="300604" y="646661"/>
                    <a:pt x="295688" y="638994"/>
                    <a:pt x="292188" y="630496"/>
                  </a:cubicBezTo>
                  <a:cubicBezTo>
                    <a:pt x="288105" y="620496"/>
                    <a:pt x="286522" y="608830"/>
                    <a:pt x="281688" y="599248"/>
                  </a:cubicBezTo>
                  <a:cubicBezTo>
                    <a:pt x="272356" y="580666"/>
                    <a:pt x="248525" y="576583"/>
                    <a:pt x="229693" y="577250"/>
                  </a:cubicBezTo>
                  <a:cubicBezTo>
                    <a:pt x="215361" y="577750"/>
                    <a:pt x="201279" y="581000"/>
                    <a:pt x="186947" y="582167"/>
                  </a:cubicBezTo>
                  <a:cubicBezTo>
                    <a:pt x="168699" y="583666"/>
                    <a:pt x="151283" y="581500"/>
                    <a:pt x="133952" y="576084"/>
                  </a:cubicBezTo>
                  <a:cubicBezTo>
                    <a:pt x="118537" y="571251"/>
                    <a:pt x="102788" y="565168"/>
                    <a:pt x="91539" y="552919"/>
                  </a:cubicBezTo>
                  <a:cubicBezTo>
                    <a:pt x="81957" y="542503"/>
                    <a:pt x="78874" y="527838"/>
                    <a:pt x="76208" y="513839"/>
                  </a:cubicBezTo>
                  <a:cubicBezTo>
                    <a:pt x="81040" y="495841"/>
                    <a:pt x="86123" y="477926"/>
                    <a:pt x="91456" y="460178"/>
                  </a:cubicBezTo>
                  <a:lnTo>
                    <a:pt x="91456" y="460094"/>
                  </a:lnTo>
                  <a:cubicBezTo>
                    <a:pt x="95289" y="474009"/>
                    <a:pt x="105955" y="486675"/>
                    <a:pt x="117704" y="494924"/>
                  </a:cubicBezTo>
                  <a:cubicBezTo>
                    <a:pt x="144451" y="513839"/>
                    <a:pt x="178781" y="510006"/>
                    <a:pt x="209195" y="505173"/>
                  </a:cubicBezTo>
                  <a:cubicBezTo>
                    <a:pt x="227443" y="502257"/>
                    <a:pt x="252524" y="496591"/>
                    <a:pt x="270356" y="503257"/>
                  </a:cubicBezTo>
                  <a:cubicBezTo>
                    <a:pt x="288355" y="510006"/>
                    <a:pt x="300186" y="529838"/>
                    <a:pt x="312269" y="543670"/>
                  </a:cubicBezTo>
                  <a:cubicBezTo>
                    <a:pt x="321352" y="554169"/>
                    <a:pt x="334101" y="561335"/>
                    <a:pt x="346683" y="566834"/>
                  </a:cubicBezTo>
                  <a:cubicBezTo>
                    <a:pt x="350933" y="568667"/>
                    <a:pt x="356848" y="571334"/>
                    <a:pt x="362681" y="572584"/>
                  </a:cubicBezTo>
                  <a:cubicBezTo>
                    <a:pt x="350016" y="599748"/>
                    <a:pt x="337683" y="626995"/>
                    <a:pt x="325268" y="654327"/>
                  </a:cubicBezTo>
                  <a:lnTo>
                    <a:pt x="325268" y="654327"/>
                  </a:lnTo>
                  <a:close/>
                  <a:moveTo>
                    <a:pt x="367097" y="562585"/>
                  </a:moveTo>
                  <a:cubicBezTo>
                    <a:pt x="359598" y="561168"/>
                    <a:pt x="352099" y="560169"/>
                    <a:pt x="344767" y="556669"/>
                  </a:cubicBezTo>
                  <a:cubicBezTo>
                    <a:pt x="327684" y="548419"/>
                    <a:pt x="318269" y="536587"/>
                    <a:pt x="306436" y="522422"/>
                  </a:cubicBezTo>
                  <a:cubicBezTo>
                    <a:pt x="289854" y="502507"/>
                    <a:pt x="272690" y="490758"/>
                    <a:pt x="246275" y="492591"/>
                  </a:cubicBezTo>
                  <a:cubicBezTo>
                    <a:pt x="214528" y="494757"/>
                    <a:pt x="182864" y="504590"/>
                    <a:pt x="150951" y="499590"/>
                  </a:cubicBezTo>
                  <a:cubicBezTo>
                    <a:pt x="133035" y="496758"/>
                    <a:pt x="117871" y="489091"/>
                    <a:pt x="106372" y="474760"/>
                  </a:cubicBezTo>
                  <a:cubicBezTo>
                    <a:pt x="99288" y="465844"/>
                    <a:pt x="97039" y="456261"/>
                    <a:pt x="95706" y="445929"/>
                  </a:cubicBezTo>
                  <a:cubicBezTo>
                    <a:pt x="100622" y="430930"/>
                    <a:pt x="105788" y="416015"/>
                    <a:pt x="110454" y="400933"/>
                  </a:cubicBezTo>
                  <a:cubicBezTo>
                    <a:pt x="114870" y="386434"/>
                    <a:pt x="117620" y="371435"/>
                    <a:pt x="120703" y="356604"/>
                  </a:cubicBezTo>
                  <a:cubicBezTo>
                    <a:pt x="148617" y="382767"/>
                    <a:pt x="181781" y="402599"/>
                    <a:pt x="215445" y="420598"/>
                  </a:cubicBezTo>
                  <a:cubicBezTo>
                    <a:pt x="251108" y="439846"/>
                    <a:pt x="289438" y="457511"/>
                    <a:pt x="329018" y="467177"/>
                  </a:cubicBezTo>
                  <a:cubicBezTo>
                    <a:pt x="347683" y="471760"/>
                    <a:pt x="366598" y="474426"/>
                    <a:pt x="385846" y="475009"/>
                  </a:cubicBezTo>
                  <a:cubicBezTo>
                    <a:pt x="394178" y="475259"/>
                    <a:pt x="401845" y="475676"/>
                    <a:pt x="409177" y="475009"/>
                  </a:cubicBezTo>
                  <a:cubicBezTo>
                    <a:pt x="394512" y="504007"/>
                    <a:pt x="380680" y="533254"/>
                    <a:pt x="367097" y="562585"/>
                  </a:cubicBezTo>
                  <a:lnTo>
                    <a:pt x="367097" y="562585"/>
                  </a:lnTo>
                  <a:close/>
                  <a:moveTo>
                    <a:pt x="434092" y="445096"/>
                  </a:moveTo>
                  <a:cubicBezTo>
                    <a:pt x="420676" y="460761"/>
                    <a:pt x="406427" y="461344"/>
                    <a:pt x="387096" y="461261"/>
                  </a:cubicBezTo>
                  <a:cubicBezTo>
                    <a:pt x="368514" y="461177"/>
                    <a:pt x="349933" y="459178"/>
                    <a:pt x="331851" y="455178"/>
                  </a:cubicBezTo>
                  <a:cubicBezTo>
                    <a:pt x="298687" y="447762"/>
                    <a:pt x="266524" y="432846"/>
                    <a:pt x="236109" y="417764"/>
                  </a:cubicBezTo>
                  <a:cubicBezTo>
                    <a:pt x="206862" y="403266"/>
                    <a:pt x="176032" y="386767"/>
                    <a:pt x="150450" y="366102"/>
                  </a:cubicBezTo>
                  <a:cubicBezTo>
                    <a:pt x="137285" y="355437"/>
                    <a:pt x="122037" y="345105"/>
                    <a:pt x="115704" y="328773"/>
                  </a:cubicBezTo>
                  <a:cubicBezTo>
                    <a:pt x="111787" y="318690"/>
                    <a:pt x="112621" y="309608"/>
                    <a:pt x="119954" y="300859"/>
                  </a:cubicBezTo>
                  <a:cubicBezTo>
                    <a:pt x="129286" y="289860"/>
                    <a:pt x="142284" y="292859"/>
                    <a:pt x="153366" y="298942"/>
                  </a:cubicBezTo>
                  <a:cubicBezTo>
                    <a:pt x="179948" y="313524"/>
                    <a:pt x="206779" y="326940"/>
                    <a:pt x="234943" y="338188"/>
                  </a:cubicBezTo>
                  <a:cubicBezTo>
                    <a:pt x="271523" y="352770"/>
                    <a:pt x="307853" y="366186"/>
                    <a:pt x="346016" y="376435"/>
                  </a:cubicBezTo>
                  <a:cubicBezTo>
                    <a:pt x="371681" y="383434"/>
                    <a:pt x="397595" y="390017"/>
                    <a:pt x="423926" y="390434"/>
                  </a:cubicBezTo>
                  <a:cubicBezTo>
                    <a:pt x="425425" y="390684"/>
                    <a:pt x="426926" y="390934"/>
                    <a:pt x="428425" y="391183"/>
                  </a:cubicBezTo>
                  <a:cubicBezTo>
                    <a:pt x="430092" y="393433"/>
                    <a:pt x="433508" y="394600"/>
                    <a:pt x="436008" y="392934"/>
                  </a:cubicBezTo>
                  <a:cubicBezTo>
                    <a:pt x="436841" y="393183"/>
                    <a:pt x="437674" y="393433"/>
                    <a:pt x="438508" y="393683"/>
                  </a:cubicBezTo>
                  <a:cubicBezTo>
                    <a:pt x="439757" y="394766"/>
                    <a:pt x="441341" y="395433"/>
                    <a:pt x="443007" y="395433"/>
                  </a:cubicBezTo>
                  <a:cubicBezTo>
                    <a:pt x="447507" y="397516"/>
                    <a:pt x="450924" y="400266"/>
                    <a:pt x="452256" y="404099"/>
                  </a:cubicBezTo>
                  <a:cubicBezTo>
                    <a:pt x="456923" y="417015"/>
                    <a:pt x="441591" y="436346"/>
                    <a:pt x="434092" y="445096"/>
                  </a:cubicBezTo>
                  <a:lnTo>
                    <a:pt x="434092" y="445096"/>
                  </a:lnTo>
                  <a:close/>
                </a:path>
              </a:pathLst>
            </a:custGeom>
            <a:grpFill/>
            <a:ln w="8332" cap="flat">
              <a:noFill/>
              <a:prstDash val="solid"/>
              <a:miter/>
            </a:ln>
          </p:spPr>
          <p:txBody>
            <a:bodyPr rtlCol="0" anchor="ctr"/>
            <a:lstStyle/>
            <a:p>
              <a:endParaRPr lang="en-US"/>
            </a:p>
          </p:txBody>
        </p:sp>
        <p:sp>
          <p:nvSpPr>
            <p:cNvPr id="2462" name="Freeform: Shape 2461"/>
            <p:cNvSpPr/>
            <p:nvPr/>
          </p:nvSpPr>
          <p:spPr>
            <a:xfrm>
              <a:off x="9641100" y="4340945"/>
              <a:ext cx="656785" cy="765929"/>
            </a:xfrm>
            <a:custGeom>
              <a:avLst/>
              <a:gdLst>
                <a:gd name="connsiteX0" fmla="*/ 570751 w 656785"/>
                <a:gd name="connsiteY0" fmla="*/ 406054 h 765929"/>
                <a:gd name="connsiteX1" fmla="*/ 563335 w 656785"/>
                <a:gd name="connsiteY1" fmla="*/ 390556 h 765929"/>
                <a:gd name="connsiteX2" fmla="*/ 590083 w 656785"/>
                <a:gd name="connsiteY2" fmla="*/ 336477 h 765929"/>
                <a:gd name="connsiteX3" fmla="*/ 597249 w 656785"/>
                <a:gd name="connsiteY3" fmla="*/ 266400 h 765929"/>
                <a:gd name="connsiteX4" fmla="*/ 578168 w 656785"/>
                <a:gd name="connsiteY4" fmla="*/ 205823 h 765929"/>
                <a:gd name="connsiteX5" fmla="*/ 557253 w 656785"/>
                <a:gd name="connsiteY5" fmla="*/ 184074 h 765929"/>
                <a:gd name="connsiteX6" fmla="*/ 559252 w 656785"/>
                <a:gd name="connsiteY6" fmla="*/ 180491 h 765929"/>
                <a:gd name="connsiteX7" fmla="*/ 583167 w 656785"/>
                <a:gd name="connsiteY7" fmla="*/ 143495 h 765929"/>
                <a:gd name="connsiteX8" fmla="*/ 629662 w 656785"/>
                <a:gd name="connsiteY8" fmla="*/ 74251 h 765929"/>
                <a:gd name="connsiteX9" fmla="*/ 646494 w 656785"/>
                <a:gd name="connsiteY9" fmla="*/ 46420 h 765929"/>
                <a:gd name="connsiteX10" fmla="*/ 656494 w 656785"/>
                <a:gd name="connsiteY10" fmla="*/ 25255 h 765929"/>
                <a:gd name="connsiteX11" fmla="*/ 640745 w 656785"/>
                <a:gd name="connsiteY11" fmla="*/ 13840 h 765929"/>
                <a:gd name="connsiteX12" fmla="*/ 617664 w 656785"/>
                <a:gd name="connsiteY12" fmla="*/ 8 h 765929"/>
                <a:gd name="connsiteX13" fmla="*/ 606998 w 656785"/>
                <a:gd name="connsiteY13" fmla="*/ 10257 h 765929"/>
                <a:gd name="connsiteX14" fmla="*/ 587999 w 656785"/>
                <a:gd name="connsiteY14" fmla="*/ 43087 h 765929"/>
                <a:gd name="connsiteX15" fmla="*/ 554086 w 656785"/>
                <a:gd name="connsiteY15" fmla="*/ 106748 h 765929"/>
                <a:gd name="connsiteX16" fmla="*/ 531588 w 656785"/>
                <a:gd name="connsiteY16" fmla="*/ 143661 h 765929"/>
                <a:gd name="connsiteX17" fmla="*/ 522839 w 656785"/>
                <a:gd name="connsiteY17" fmla="*/ 157827 h 765929"/>
                <a:gd name="connsiteX18" fmla="*/ 490759 w 656785"/>
                <a:gd name="connsiteY18" fmla="*/ 145828 h 765929"/>
                <a:gd name="connsiteX19" fmla="*/ 417432 w 656785"/>
                <a:gd name="connsiteY19" fmla="*/ 139578 h 765929"/>
                <a:gd name="connsiteX20" fmla="*/ 320607 w 656785"/>
                <a:gd name="connsiteY20" fmla="*/ 186324 h 765929"/>
                <a:gd name="connsiteX21" fmla="*/ 287277 w 656785"/>
                <a:gd name="connsiteY21" fmla="*/ 175825 h 765929"/>
                <a:gd name="connsiteX22" fmla="*/ 260530 w 656785"/>
                <a:gd name="connsiteY22" fmla="*/ 230820 h 765929"/>
                <a:gd name="connsiteX23" fmla="*/ 231698 w 656785"/>
                <a:gd name="connsiteY23" fmla="*/ 269817 h 765929"/>
                <a:gd name="connsiteX24" fmla="*/ 191369 w 656785"/>
                <a:gd name="connsiteY24" fmla="*/ 317313 h 765929"/>
                <a:gd name="connsiteX25" fmla="*/ 116876 w 656785"/>
                <a:gd name="connsiteY25" fmla="*/ 414970 h 765929"/>
                <a:gd name="connsiteX26" fmla="*/ 43132 w 656785"/>
                <a:gd name="connsiteY26" fmla="*/ 512128 h 765929"/>
                <a:gd name="connsiteX27" fmla="*/ 469 w 656785"/>
                <a:gd name="connsiteY27" fmla="*/ 603453 h 765929"/>
                <a:gd name="connsiteX28" fmla="*/ 14051 w 656785"/>
                <a:gd name="connsiteY28" fmla="*/ 640450 h 765929"/>
                <a:gd name="connsiteX29" fmla="*/ 50048 w 656785"/>
                <a:gd name="connsiteY29" fmla="*/ 693195 h 765929"/>
                <a:gd name="connsiteX30" fmla="*/ 136040 w 656785"/>
                <a:gd name="connsiteY30" fmla="*/ 763939 h 765929"/>
                <a:gd name="connsiteX31" fmla="*/ 167454 w 656785"/>
                <a:gd name="connsiteY31" fmla="*/ 760022 h 765929"/>
                <a:gd name="connsiteX32" fmla="*/ 220366 w 656785"/>
                <a:gd name="connsiteY32" fmla="*/ 722943 h 765929"/>
                <a:gd name="connsiteX33" fmla="*/ 309275 w 656785"/>
                <a:gd name="connsiteY33" fmla="*/ 647366 h 765929"/>
                <a:gd name="connsiteX34" fmla="*/ 409016 w 656785"/>
                <a:gd name="connsiteY34" fmla="*/ 553125 h 765929"/>
                <a:gd name="connsiteX35" fmla="*/ 510007 w 656785"/>
                <a:gd name="connsiteY35" fmla="*/ 461050 h 765929"/>
                <a:gd name="connsiteX36" fmla="*/ 510257 w 656785"/>
                <a:gd name="connsiteY36" fmla="*/ 460716 h 765929"/>
                <a:gd name="connsiteX37" fmla="*/ 515173 w 656785"/>
                <a:gd name="connsiteY37" fmla="*/ 459633 h 765929"/>
                <a:gd name="connsiteX38" fmla="*/ 570751 w 656785"/>
                <a:gd name="connsiteY38" fmla="*/ 406054 h 765929"/>
                <a:gd name="connsiteX39" fmla="*/ 570751 w 656785"/>
                <a:gd name="connsiteY39" fmla="*/ 406054 h 765929"/>
                <a:gd name="connsiteX40" fmla="*/ 581334 w 656785"/>
                <a:gd name="connsiteY40" fmla="*/ 79084 h 765929"/>
                <a:gd name="connsiteX41" fmla="*/ 601582 w 656785"/>
                <a:gd name="connsiteY41" fmla="*/ 41171 h 765929"/>
                <a:gd name="connsiteX42" fmla="*/ 617664 w 656785"/>
                <a:gd name="connsiteY42" fmla="*/ 13007 h 765929"/>
                <a:gd name="connsiteX43" fmla="*/ 641328 w 656785"/>
                <a:gd name="connsiteY43" fmla="*/ 25339 h 765929"/>
                <a:gd name="connsiteX44" fmla="*/ 640995 w 656785"/>
                <a:gd name="connsiteY44" fmla="*/ 37921 h 765929"/>
                <a:gd name="connsiteX45" fmla="*/ 633579 w 656785"/>
                <a:gd name="connsiteY45" fmla="*/ 50753 h 765929"/>
                <a:gd name="connsiteX46" fmla="*/ 589750 w 656785"/>
                <a:gd name="connsiteY46" fmla="*/ 115747 h 765929"/>
                <a:gd name="connsiteX47" fmla="*/ 567919 w 656785"/>
                <a:gd name="connsiteY47" fmla="*/ 147994 h 765929"/>
                <a:gd name="connsiteX48" fmla="*/ 544587 w 656785"/>
                <a:gd name="connsiteY48" fmla="*/ 183741 h 765929"/>
                <a:gd name="connsiteX49" fmla="*/ 528172 w 656785"/>
                <a:gd name="connsiteY49" fmla="*/ 190241 h 765929"/>
                <a:gd name="connsiteX50" fmla="*/ 522589 w 656785"/>
                <a:gd name="connsiteY50" fmla="*/ 178075 h 765929"/>
                <a:gd name="connsiteX51" fmla="*/ 530504 w 656785"/>
                <a:gd name="connsiteY51" fmla="*/ 169076 h 765929"/>
                <a:gd name="connsiteX52" fmla="*/ 547170 w 656785"/>
                <a:gd name="connsiteY52" fmla="*/ 141578 h 765929"/>
                <a:gd name="connsiteX53" fmla="*/ 581334 w 656785"/>
                <a:gd name="connsiteY53" fmla="*/ 79084 h 765929"/>
                <a:gd name="connsiteX54" fmla="*/ 581334 w 656785"/>
                <a:gd name="connsiteY54" fmla="*/ 79084 h 765929"/>
                <a:gd name="connsiteX55" fmla="*/ 410099 w 656785"/>
                <a:gd name="connsiteY55" fmla="*/ 153327 h 765929"/>
                <a:gd name="connsiteX56" fmla="*/ 472760 w 656785"/>
                <a:gd name="connsiteY56" fmla="*/ 153244 h 765929"/>
                <a:gd name="connsiteX57" fmla="*/ 501757 w 656785"/>
                <a:gd name="connsiteY57" fmla="*/ 159243 h 765929"/>
                <a:gd name="connsiteX58" fmla="*/ 519506 w 656785"/>
                <a:gd name="connsiteY58" fmla="*/ 163493 h 765929"/>
                <a:gd name="connsiteX59" fmla="*/ 514757 w 656785"/>
                <a:gd name="connsiteY59" fmla="*/ 170992 h 765929"/>
                <a:gd name="connsiteX60" fmla="*/ 508090 w 656785"/>
                <a:gd name="connsiteY60" fmla="*/ 188074 h 765929"/>
                <a:gd name="connsiteX61" fmla="*/ 542754 w 656785"/>
                <a:gd name="connsiteY61" fmla="*/ 200323 h 765929"/>
                <a:gd name="connsiteX62" fmla="*/ 554170 w 656785"/>
                <a:gd name="connsiteY62" fmla="*/ 189574 h 765929"/>
                <a:gd name="connsiteX63" fmla="*/ 572918 w 656785"/>
                <a:gd name="connsiteY63" fmla="*/ 222737 h 765929"/>
                <a:gd name="connsiteX64" fmla="*/ 585083 w 656785"/>
                <a:gd name="connsiteY64" fmla="*/ 279149 h 765929"/>
                <a:gd name="connsiteX65" fmla="*/ 577500 w 656785"/>
                <a:gd name="connsiteY65" fmla="*/ 333728 h 765929"/>
                <a:gd name="connsiteX66" fmla="*/ 557420 w 656785"/>
                <a:gd name="connsiteY66" fmla="*/ 374557 h 765929"/>
                <a:gd name="connsiteX67" fmla="*/ 556836 w 656785"/>
                <a:gd name="connsiteY67" fmla="*/ 333811 h 765929"/>
                <a:gd name="connsiteX68" fmla="*/ 556003 w 656785"/>
                <a:gd name="connsiteY68" fmla="*/ 247235 h 765929"/>
                <a:gd name="connsiteX69" fmla="*/ 553003 w 656785"/>
                <a:gd name="connsiteY69" fmla="*/ 240986 h 765929"/>
                <a:gd name="connsiteX70" fmla="*/ 536421 w 656785"/>
                <a:gd name="connsiteY70" fmla="*/ 241736 h 765929"/>
                <a:gd name="connsiteX71" fmla="*/ 507590 w 656785"/>
                <a:gd name="connsiteY71" fmla="*/ 222238 h 765929"/>
                <a:gd name="connsiteX72" fmla="*/ 486593 w 656785"/>
                <a:gd name="connsiteY72" fmla="*/ 185824 h 765929"/>
                <a:gd name="connsiteX73" fmla="*/ 440680 w 656785"/>
                <a:gd name="connsiteY73" fmla="*/ 186657 h 765929"/>
                <a:gd name="connsiteX74" fmla="*/ 418765 w 656785"/>
                <a:gd name="connsiteY74" fmla="*/ 171159 h 765929"/>
                <a:gd name="connsiteX75" fmla="*/ 374852 w 656785"/>
                <a:gd name="connsiteY75" fmla="*/ 163493 h 765929"/>
                <a:gd name="connsiteX76" fmla="*/ 410099 w 656785"/>
                <a:gd name="connsiteY76" fmla="*/ 153327 h 765929"/>
                <a:gd name="connsiteX77" fmla="*/ 410099 w 656785"/>
                <a:gd name="connsiteY77" fmla="*/ 153327 h 765929"/>
                <a:gd name="connsiteX78" fmla="*/ 334106 w 656785"/>
                <a:gd name="connsiteY78" fmla="*/ 193157 h 765929"/>
                <a:gd name="connsiteX79" fmla="*/ 437097 w 656785"/>
                <a:gd name="connsiteY79" fmla="*/ 194324 h 765929"/>
                <a:gd name="connsiteX80" fmla="*/ 454511 w 656785"/>
                <a:gd name="connsiteY80" fmla="*/ 240403 h 765929"/>
                <a:gd name="connsiteX81" fmla="*/ 481260 w 656785"/>
                <a:gd name="connsiteY81" fmla="*/ 269650 h 765929"/>
                <a:gd name="connsiteX82" fmla="*/ 483593 w 656785"/>
                <a:gd name="connsiteY82" fmla="*/ 266234 h 765929"/>
                <a:gd name="connsiteX83" fmla="*/ 452012 w 656785"/>
                <a:gd name="connsiteY83" fmla="*/ 206906 h 765929"/>
                <a:gd name="connsiteX84" fmla="*/ 444179 w 656785"/>
                <a:gd name="connsiteY84" fmla="*/ 190907 h 765929"/>
                <a:gd name="connsiteX85" fmla="*/ 463094 w 656785"/>
                <a:gd name="connsiteY85" fmla="*/ 186241 h 765929"/>
                <a:gd name="connsiteX86" fmla="*/ 489509 w 656785"/>
                <a:gd name="connsiteY86" fmla="*/ 204156 h 765929"/>
                <a:gd name="connsiteX87" fmla="*/ 504590 w 656785"/>
                <a:gd name="connsiteY87" fmla="*/ 235736 h 765929"/>
                <a:gd name="connsiteX88" fmla="*/ 545754 w 656785"/>
                <a:gd name="connsiteY88" fmla="*/ 251318 h 765929"/>
                <a:gd name="connsiteX89" fmla="*/ 543921 w 656785"/>
                <a:gd name="connsiteY89" fmla="*/ 255068 h 765929"/>
                <a:gd name="connsiteX90" fmla="*/ 542337 w 656785"/>
                <a:gd name="connsiteY90" fmla="*/ 266567 h 765929"/>
                <a:gd name="connsiteX91" fmla="*/ 547420 w 656785"/>
                <a:gd name="connsiteY91" fmla="*/ 306980 h 765929"/>
                <a:gd name="connsiteX92" fmla="*/ 547753 w 656785"/>
                <a:gd name="connsiteY92" fmla="*/ 347976 h 765929"/>
                <a:gd name="connsiteX93" fmla="*/ 544420 w 656785"/>
                <a:gd name="connsiteY93" fmla="*/ 376974 h 765929"/>
                <a:gd name="connsiteX94" fmla="*/ 538671 w 656785"/>
                <a:gd name="connsiteY94" fmla="*/ 373807 h 765929"/>
                <a:gd name="connsiteX95" fmla="*/ 476093 w 656785"/>
                <a:gd name="connsiteY95" fmla="*/ 331728 h 765929"/>
                <a:gd name="connsiteX96" fmla="*/ 368269 w 656785"/>
                <a:gd name="connsiteY96" fmla="*/ 241902 h 765929"/>
                <a:gd name="connsiteX97" fmla="*/ 359521 w 656785"/>
                <a:gd name="connsiteY97" fmla="*/ 232404 h 765929"/>
                <a:gd name="connsiteX98" fmla="*/ 329606 w 656785"/>
                <a:gd name="connsiteY98" fmla="*/ 196323 h 765929"/>
                <a:gd name="connsiteX99" fmla="*/ 330023 w 656785"/>
                <a:gd name="connsiteY99" fmla="*/ 194990 h 765929"/>
                <a:gd name="connsiteX100" fmla="*/ 331106 w 656785"/>
                <a:gd name="connsiteY100" fmla="*/ 193657 h 765929"/>
                <a:gd name="connsiteX101" fmla="*/ 334106 w 656785"/>
                <a:gd name="connsiteY101" fmla="*/ 193157 h 765929"/>
                <a:gd name="connsiteX102" fmla="*/ 334106 w 656785"/>
                <a:gd name="connsiteY102" fmla="*/ 193157 h 765929"/>
                <a:gd name="connsiteX103" fmla="*/ 169704 w 656785"/>
                <a:gd name="connsiteY103" fmla="*/ 740274 h 765929"/>
                <a:gd name="connsiteX104" fmla="*/ 145456 w 656785"/>
                <a:gd name="connsiteY104" fmla="*/ 750357 h 765929"/>
                <a:gd name="connsiteX105" fmla="*/ 120542 w 656785"/>
                <a:gd name="connsiteY105" fmla="*/ 737858 h 765929"/>
                <a:gd name="connsiteX106" fmla="*/ 77462 w 656785"/>
                <a:gd name="connsiteY106" fmla="*/ 700445 h 765929"/>
                <a:gd name="connsiteX107" fmla="*/ 19384 w 656785"/>
                <a:gd name="connsiteY107" fmla="*/ 611619 h 765929"/>
                <a:gd name="connsiteX108" fmla="*/ 19384 w 656785"/>
                <a:gd name="connsiteY108" fmla="*/ 578622 h 765929"/>
                <a:gd name="connsiteX109" fmla="*/ 54131 w 656785"/>
                <a:gd name="connsiteY109" fmla="*/ 587038 h 765929"/>
                <a:gd name="connsiteX110" fmla="*/ 139956 w 656785"/>
                <a:gd name="connsiteY110" fmla="*/ 619869 h 765929"/>
                <a:gd name="connsiteX111" fmla="*/ 150622 w 656785"/>
                <a:gd name="connsiteY111" fmla="*/ 690196 h 765929"/>
                <a:gd name="connsiteX112" fmla="*/ 176287 w 656785"/>
                <a:gd name="connsiteY112" fmla="*/ 736191 h 765929"/>
                <a:gd name="connsiteX113" fmla="*/ 169704 w 656785"/>
                <a:gd name="connsiteY113" fmla="*/ 740274 h 765929"/>
                <a:gd name="connsiteX114" fmla="*/ 169704 w 656785"/>
                <a:gd name="connsiteY114" fmla="*/ 740274 h 765929"/>
                <a:gd name="connsiteX115" fmla="*/ 186620 w 656785"/>
                <a:gd name="connsiteY115" fmla="*/ 729025 h 765929"/>
                <a:gd name="connsiteX116" fmla="*/ 165037 w 656785"/>
                <a:gd name="connsiteY116" fmla="*/ 703111 h 765929"/>
                <a:gd name="connsiteX117" fmla="*/ 157205 w 656785"/>
                <a:gd name="connsiteY117" fmla="*/ 671780 h 765929"/>
                <a:gd name="connsiteX118" fmla="*/ 154373 w 656785"/>
                <a:gd name="connsiteY118" fmla="*/ 654532 h 765929"/>
                <a:gd name="connsiteX119" fmla="*/ 153789 w 656785"/>
                <a:gd name="connsiteY119" fmla="*/ 636867 h 765929"/>
                <a:gd name="connsiteX120" fmla="*/ 143039 w 656785"/>
                <a:gd name="connsiteY120" fmla="*/ 611869 h 765929"/>
                <a:gd name="connsiteX121" fmla="*/ 89795 w 656785"/>
                <a:gd name="connsiteY121" fmla="*/ 582705 h 765929"/>
                <a:gd name="connsiteX122" fmla="*/ 50631 w 656785"/>
                <a:gd name="connsiteY122" fmla="*/ 578206 h 765929"/>
                <a:gd name="connsiteX123" fmla="*/ 21717 w 656785"/>
                <a:gd name="connsiteY123" fmla="*/ 572289 h 765929"/>
                <a:gd name="connsiteX124" fmla="*/ 61631 w 656785"/>
                <a:gd name="connsiteY124" fmla="*/ 513795 h 765929"/>
                <a:gd name="connsiteX125" fmla="*/ 75046 w 656785"/>
                <a:gd name="connsiteY125" fmla="*/ 495963 h 765929"/>
                <a:gd name="connsiteX126" fmla="*/ 95544 w 656785"/>
                <a:gd name="connsiteY126" fmla="*/ 532293 h 765929"/>
                <a:gd name="connsiteX127" fmla="*/ 179454 w 656785"/>
                <a:gd name="connsiteY127" fmla="*/ 568623 h 765929"/>
                <a:gd name="connsiteX128" fmla="*/ 232948 w 656785"/>
                <a:gd name="connsiteY128" fmla="*/ 582372 h 765929"/>
                <a:gd name="connsiteX129" fmla="*/ 232698 w 656785"/>
                <a:gd name="connsiteY129" fmla="*/ 634700 h 765929"/>
                <a:gd name="connsiteX130" fmla="*/ 244031 w 656785"/>
                <a:gd name="connsiteY130" fmla="*/ 666364 h 765929"/>
                <a:gd name="connsiteX131" fmla="*/ 254113 w 656785"/>
                <a:gd name="connsiteY131" fmla="*/ 677530 h 765929"/>
                <a:gd name="connsiteX132" fmla="*/ 186620 w 656785"/>
                <a:gd name="connsiteY132" fmla="*/ 729025 h 765929"/>
                <a:gd name="connsiteX133" fmla="*/ 186620 w 656785"/>
                <a:gd name="connsiteY133" fmla="*/ 729025 h 765929"/>
                <a:gd name="connsiteX134" fmla="*/ 261945 w 656785"/>
                <a:gd name="connsiteY134" fmla="*/ 670947 h 765929"/>
                <a:gd name="connsiteX135" fmla="*/ 261779 w 656785"/>
                <a:gd name="connsiteY135" fmla="*/ 670781 h 765929"/>
                <a:gd name="connsiteX136" fmla="*/ 249031 w 656785"/>
                <a:gd name="connsiteY136" fmla="*/ 654782 h 765929"/>
                <a:gd name="connsiteX137" fmla="*/ 242197 w 656785"/>
                <a:gd name="connsiteY137" fmla="*/ 630367 h 765929"/>
                <a:gd name="connsiteX138" fmla="*/ 246364 w 656785"/>
                <a:gd name="connsiteY138" fmla="*/ 612952 h 765929"/>
                <a:gd name="connsiteX139" fmla="*/ 246114 w 656785"/>
                <a:gd name="connsiteY139" fmla="*/ 588204 h 765929"/>
                <a:gd name="connsiteX140" fmla="*/ 219616 w 656785"/>
                <a:gd name="connsiteY140" fmla="*/ 570039 h 765929"/>
                <a:gd name="connsiteX141" fmla="*/ 183620 w 656785"/>
                <a:gd name="connsiteY141" fmla="*/ 562207 h 765929"/>
                <a:gd name="connsiteX142" fmla="*/ 139290 w 656785"/>
                <a:gd name="connsiteY142" fmla="*/ 548125 h 765929"/>
                <a:gd name="connsiteX143" fmla="*/ 82045 w 656785"/>
                <a:gd name="connsiteY143" fmla="*/ 486964 h 765929"/>
                <a:gd name="connsiteX144" fmla="*/ 127791 w 656785"/>
                <a:gd name="connsiteY144" fmla="*/ 424803 h 765929"/>
                <a:gd name="connsiteX145" fmla="*/ 157122 w 656785"/>
                <a:gd name="connsiteY145" fmla="*/ 384223 h 765929"/>
                <a:gd name="connsiteX146" fmla="*/ 153289 w 656785"/>
                <a:gd name="connsiteY146" fmla="*/ 402804 h 765929"/>
                <a:gd name="connsiteX147" fmla="*/ 168621 w 656785"/>
                <a:gd name="connsiteY147" fmla="*/ 438885 h 765929"/>
                <a:gd name="connsiteX148" fmla="*/ 243614 w 656785"/>
                <a:gd name="connsiteY148" fmla="*/ 488713 h 765929"/>
                <a:gd name="connsiteX149" fmla="*/ 295027 w 656785"/>
                <a:gd name="connsiteY149" fmla="*/ 503212 h 765929"/>
                <a:gd name="connsiteX150" fmla="*/ 317191 w 656785"/>
                <a:gd name="connsiteY150" fmla="*/ 525460 h 765929"/>
                <a:gd name="connsiteX151" fmla="*/ 316524 w 656785"/>
                <a:gd name="connsiteY151" fmla="*/ 549375 h 765929"/>
                <a:gd name="connsiteX152" fmla="*/ 320024 w 656785"/>
                <a:gd name="connsiteY152" fmla="*/ 586871 h 765929"/>
                <a:gd name="connsiteX153" fmla="*/ 331856 w 656785"/>
                <a:gd name="connsiteY153" fmla="*/ 608203 h 765929"/>
                <a:gd name="connsiteX154" fmla="*/ 261945 w 656785"/>
                <a:gd name="connsiteY154" fmla="*/ 670947 h 765929"/>
                <a:gd name="connsiteX155" fmla="*/ 261945 w 656785"/>
                <a:gd name="connsiteY155" fmla="*/ 670947 h 765929"/>
                <a:gd name="connsiteX156" fmla="*/ 345355 w 656785"/>
                <a:gd name="connsiteY156" fmla="*/ 594954 h 765929"/>
                <a:gd name="connsiteX157" fmla="*/ 338689 w 656785"/>
                <a:gd name="connsiteY157" fmla="*/ 601287 h 765929"/>
                <a:gd name="connsiteX158" fmla="*/ 329523 w 656785"/>
                <a:gd name="connsiteY158" fmla="*/ 587038 h 765929"/>
                <a:gd name="connsiteX159" fmla="*/ 323357 w 656785"/>
                <a:gd name="connsiteY159" fmla="*/ 560540 h 765929"/>
                <a:gd name="connsiteX160" fmla="*/ 325107 w 656785"/>
                <a:gd name="connsiteY160" fmla="*/ 527627 h 765929"/>
                <a:gd name="connsiteX161" fmla="*/ 284860 w 656785"/>
                <a:gd name="connsiteY161" fmla="*/ 488131 h 765929"/>
                <a:gd name="connsiteX162" fmla="*/ 243281 w 656785"/>
                <a:gd name="connsiteY162" fmla="*/ 476881 h 765929"/>
                <a:gd name="connsiteX163" fmla="*/ 196201 w 656785"/>
                <a:gd name="connsiteY163" fmla="*/ 451717 h 765929"/>
                <a:gd name="connsiteX164" fmla="*/ 165288 w 656785"/>
                <a:gd name="connsiteY164" fmla="*/ 414554 h 765929"/>
                <a:gd name="connsiteX165" fmla="*/ 165455 w 656785"/>
                <a:gd name="connsiteY165" fmla="*/ 372557 h 765929"/>
                <a:gd name="connsiteX166" fmla="*/ 199534 w 656785"/>
                <a:gd name="connsiteY166" fmla="*/ 328311 h 765929"/>
                <a:gd name="connsiteX167" fmla="*/ 199618 w 656785"/>
                <a:gd name="connsiteY167" fmla="*/ 328228 h 765929"/>
                <a:gd name="connsiteX168" fmla="*/ 211200 w 656785"/>
                <a:gd name="connsiteY168" fmla="*/ 370224 h 765929"/>
                <a:gd name="connsiteX169" fmla="*/ 292443 w 656785"/>
                <a:gd name="connsiteY169" fmla="*/ 413387 h 765929"/>
                <a:gd name="connsiteX170" fmla="*/ 349938 w 656785"/>
                <a:gd name="connsiteY170" fmla="*/ 434135 h 765929"/>
                <a:gd name="connsiteX171" fmla="*/ 373936 w 656785"/>
                <a:gd name="connsiteY171" fmla="*/ 487130 h 765929"/>
                <a:gd name="connsiteX172" fmla="*/ 397433 w 656785"/>
                <a:gd name="connsiteY172" fmla="*/ 521294 h 765929"/>
                <a:gd name="connsiteX173" fmla="*/ 410099 w 656785"/>
                <a:gd name="connsiteY173" fmla="*/ 532543 h 765929"/>
                <a:gd name="connsiteX174" fmla="*/ 345355 w 656785"/>
                <a:gd name="connsiteY174" fmla="*/ 594954 h 765929"/>
                <a:gd name="connsiteX175" fmla="*/ 345355 w 656785"/>
                <a:gd name="connsiteY175" fmla="*/ 594954 h 765929"/>
                <a:gd name="connsiteX176" fmla="*/ 418098 w 656785"/>
                <a:gd name="connsiteY176" fmla="*/ 525044 h 765929"/>
                <a:gd name="connsiteX177" fmla="*/ 399516 w 656785"/>
                <a:gd name="connsiteY177" fmla="*/ 511295 h 765929"/>
                <a:gd name="connsiteX178" fmla="*/ 376518 w 656785"/>
                <a:gd name="connsiteY178" fmla="*/ 465382 h 765929"/>
                <a:gd name="connsiteX179" fmla="*/ 331606 w 656785"/>
                <a:gd name="connsiteY179" fmla="*/ 415554 h 765929"/>
                <a:gd name="connsiteX180" fmla="*/ 240448 w 656785"/>
                <a:gd name="connsiteY180" fmla="*/ 386973 h 765929"/>
                <a:gd name="connsiteX181" fmla="*/ 208201 w 656785"/>
                <a:gd name="connsiteY181" fmla="*/ 347559 h 765929"/>
                <a:gd name="connsiteX182" fmla="*/ 208950 w 656785"/>
                <a:gd name="connsiteY182" fmla="*/ 316896 h 765929"/>
                <a:gd name="connsiteX183" fmla="*/ 239198 w 656785"/>
                <a:gd name="connsiteY183" fmla="*/ 280482 h 765929"/>
                <a:gd name="connsiteX184" fmla="*/ 265195 w 656785"/>
                <a:gd name="connsiteY184" fmla="*/ 243069 h 765929"/>
                <a:gd name="connsiteX185" fmla="*/ 329523 w 656785"/>
                <a:gd name="connsiteY185" fmla="*/ 337477 h 765929"/>
                <a:gd name="connsiteX186" fmla="*/ 417849 w 656785"/>
                <a:gd name="connsiteY186" fmla="*/ 422470 h 765929"/>
                <a:gd name="connsiteX187" fmla="*/ 467844 w 656785"/>
                <a:gd name="connsiteY187" fmla="*/ 450634 h 765929"/>
                <a:gd name="connsiteX188" fmla="*/ 489592 w 656785"/>
                <a:gd name="connsiteY188" fmla="*/ 459216 h 765929"/>
                <a:gd name="connsiteX189" fmla="*/ 418098 w 656785"/>
                <a:gd name="connsiteY189" fmla="*/ 525044 h 765929"/>
                <a:gd name="connsiteX190" fmla="*/ 418098 w 656785"/>
                <a:gd name="connsiteY190" fmla="*/ 525044 h 765929"/>
                <a:gd name="connsiteX191" fmla="*/ 523756 w 656785"/>
                <a:gd name="connsiteY191" fmla="*/ 440551 h 765929"/>
                <a:gd name="connsiteX192" fmla="*/ 474010 w 656785"/>
                <a:gd name="connsiteY192" fmla="*/ 438218 h 765929"/>
                <a:gd name="connsiteX193" fmla="*/ 424848 w 656785"/>
                <a:gd name="connsiteY193" fmla="*/ 412220 h 765929"/>
                <a:gd name="connsiteX194" fmla="*/ 349688 w 656785"/>
                <a:gd name="connsiteY194" fmla="*/ 342227 h 765929"/>
                <a:gd name="connsiteX195" fmla="*/ 289193 w 656785"/>
                <a:gd name="connsiteY195" fmla="*/ 262734 h 765929"/>
                <a:gd name="connsiteX196" fmla="*/ 270612 w 656785"/>
                <a:gd name="connsiteY196" fmla="*/ 215238 h 765929"/>
                <a:gd name="connsiteX197" fmla="*/ 284860 w 656785"/>
                <a:gd name="connsiteY197" fmla="*/ 190907 h 765929"/>
                <a:gd name="connsiteX198" fmla="*/ 316691 w 656785"/>
                <a:gd name="connsiteY198" fmla="*/ 201489 h 765929"/>
                <a:gd name="connsiteX199" fmla="*/ 378102 w 656785"/>
                <a:gd name="connsiteY199" fmla="*/ 267983 h 765929"/>
                <a:gd name="connsiteX200" fmla="*/ 467177 w 656785"/>
                <a:gd name="connsiteY200" fmla="*/ 344393 h 765929"/>
                <a:gd name="connsiteX201" fmla="*/ 534422 w 656785"/>
                <a:gd name="connsiteY201" fmla="*/ 386056 h 765929"/>
                <a:gd name="connsiteX202" fmla="*/ 538338 w 656785"/>
                <a:gd name="connsiteY202" fmla="*/ 388389 h 765929"/>
                <a:gd name="connsiteX203" fmla="*/ 544754 w 656785"/>
                <a:gd name="connsiteY203" fmla="*/ 392722 h 765929"/>
                <a:gd name="connsiteX204" fmla="*/ 546837 w 656785"/>
                <a:gd name="connsiteY204" fmla="*/ 394306 h 765929"/>
                <a:gd name="connsiteX205" fmla="*/ 550336 w 656785"/>
                <a:gd name="connsiteY205" fmla="*/ 397555 h 765929"/>
                <a:gd name="connsiteX206" fmla="*/ 555752 w 656785"/>
                <a:gd name="connsiteY206" fmla="*/ 409054 h 765929"/>
                <a:gd name="connsiteX207" fmla="*/ 523756 w 656785"/>
                <a:gd name="connsiteY207" fmla="*/ 440551 h 765929"/>
                <a:gd name="connsiteX208" fmla="*/ 523756 w 656785"/>
                <a:gd name="connsiteY208" fmla="*/ 440551 h 765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Lst>
              <a:rect l="l" t="t" r="r" b="b"/>
              <a:pathLst>
                <a:path w="656785" h="765929">
                  <a:moveTo>
                    <a:pt x="570751" y="406054"/>
                  </a:moveTo>
                  <a:cubicBezTo>
                    <a:pt x="570084" y="399805"/>
                    <a:pt x="567168" y="394889"/>
                    <a:pt x="563335" y="390556"/>
                  </a:cubicBezTo>
                  <a:cubicBezTo>
                    <a:pt x="576417" y="375890"/>
                    <a:pt x="586916" y="354892"/>
                    <a:pt x="590083" y="336477"/>
                  </a:cubicBezTo>
                  <a:cubicBezTo>
                    <a:pt x="594000" y="314479"/>
                    <a:pt x="599665" y="288731"/>
                    <a:pt x="597249" y="266400"/>
                  </a:cubicBezTo>
                  <a:cubicBezTo>
                    <a:pt x="595082" y="246152"/>
                    <a:pt x="587583" y="223737"/>
                    <a:pt x="578168" y="205823"/>
                  </a:cubicBezTo>
                  <a:cubicBezTo>
                    <a:pt x="574668" y="199156"/>
                    <a:pt x="565836" y="185657"/>
                    <a:pt x="557253" y="184074"/>
                  </a:cubicBezTo>
                  <a:cubicBezTo>
                    <a:pt x="558002" y="182825"/>
                    <a:pt x="558586" y="181658"/>
                    <a:pt x="559252" y="180491"/>
                  </a:cubicBezTo>
                  <a:cubicBezTo>
                    <a:pt x="566752" y="167909"/>
                    <a:pt x="575001" y="155744"/>
                    <a:pt x="583167" y="143495"/>
                  </a:cubicBezTo>
                  <a:cubicBezTo>
                    <a:pt x="598582" y="120414"/>
                    <a:pt x="614914" y="97749"/>
                    <a:pt x="629662" y="74251"/>
                  </a:cubicBezTo>
                  <a:cubicBezTo>
                    <a:pt x="635496" y="65085"/>
                    <a:pt x="640911" y="55753"/>
                    <a:pt x="646494" y="46420"/>
                  </a:cubicBezTo>
                  <a:cubicBezTo>
                    <a:pt x="649661" y="41004"/>
                    <a:pt x="658494" y="32338"/>
                    <a:pt x="656494" y="25255"/>
                  </a:cubicBezTo>
                  <a:cubicBezTo>
                    <a:pt x="654744" y="19256"/>
                    <a:pt x="645411" y="16506"/>
                    <a:pt x="640745" y="13840"/>
                  </a:cubicBezTo>
                  <a:cubicBezTo>
                    <a:pt x="634496" y="10257"/>
                    <a:pt x="625579" y="-326"/>
                    <a:pt x="617664" y="8"/>
                  </a:cubicBezTo>
                  <a:cubicBezTo>
                    <a:pt x="611747" y="341"/>
                    <a:pt x="609664" y="5590"/>
                    <a:pt x="606998" y="10257"/>
                  </a:cubicBezTo>
                  <a:cubicBezTo>
                    <a:pt x="600582" y="21172"/>
                    <a:pt x="594332" y="32171"/>
                    <a:pt x="587999" y="43087"/>
                  </a:cubicBezTo>
                  <a:cubicBezTo>
                    <a:pt x="576084" y="63835"/>
                    <a:pt x="564918" y="85333"/>
                    <a:pt x="554086" y="106748"/>
                  </a:cubicBezTo>
                  <a:cubicBezTo>
                    <a:pt x="546337" y="118997"/>
                    <a:pt x="539004" y="131496"/>
                    <a:pt x="531588" y="143661"/>
                  </a:cubicBezTo>
                  <a:cubicBezTo>
                    <a:pt x="528672" y="148494"/>
                    <a:pt x="525839" y="153161"/>
                    <a:pt x="522839" y="157827"/>
                  </a:cubicBezTo>
                  <a:cubicBezTo>
                    <a:pt x="513923" y="151161"/>
                    <a:pt x="499424" y="148244"/>
                    <a:pt x="490759" y="145828"/>
                  </a:cubicBezTo>
                  <a:cubicBezTo>
                    <a:pt x="467094" y="139328"/>
                    <a:pt x="441847" y="135912"/>
                    <a:pt x="417432" y="139578"/>
                  </a:cubicBezTo>
                  <a:cubicBezTo>
                    <a:pt x="384602" y="144412"/>
                    <a:pt x="339522" y="155910"/>
                    <a:pt x="320607" y="186324"/>
                  </a:cubicBezTo>
                  <a:cubicBezTo>
                    <a:pt x="311608" y="177992"/>
                    <a:pt x="299859" y="172575"/>
                    <a:pt x="287277" y="175825"/>
                  </a:cubicBezTo>
                  <a:cubicBezTo>
                    <a:pt x="260862" y="182574"/>
                    <a:pt x="254529" y="208155"/>
                    <a:pt x="260530" y="230820"/>
                  </a:cubicBezTo>
                  <a:cubicBezTo>
                    <a:pt x="250197" y="243236"/>
                    <a:pt x="241948" y="257234"/>
                    <a:pt x="231698" y="269817"/>
                  </a:cubicBezTo>
                  <a:cubicBezTo>
                    <a:pt x="218616" y="285982"/>
                    <a:pt x="204617" y="301314"/>
                    <a:pt x="191369" y="317313"/>
                  </a:cubicBezTo>
                  <a:cubicBezTo>
                    <a:pt x="165288" y="348809"/>
                    <a:pt x="140874" y="381890"/>
                    <a:pt x="116876" y="414970"/>
                  </a:cubicBezTo>
                  <a:cubicBezTo>
                    <a:pt x="92961" y="447801"/>
                    <a:pt x="68046" y="479964"/>
                    <a:pt x="43132" y="512128"/>
                  </a:cubicBezTo>
                  <a:cubicBezTo>
                    <a:pt x="22717" y="538543"/>
                    <a:pt x="-3863" y="567623"/>
                    <a:pt x="469" y="603453"/>
                  </a:cubicBezTo>
                  <a:cubicBezTo>
                    <a:pt x="2053" y="616619"/>
                    <a:pt x="8636" y="628534"/>
                    <a:pt x="14051" y="640450"/>
                  </a:cubicBezTo>
                  <a:cubicBezTo>
                    <a:pt x="22884" y="659698"/>
                    <a:pt x="36633" y="677113"/>
                    <a:pt x="50048" y="693195"/>
                  </a:cubicBezTo>
                  <a:cubicBezTo>
                    <a:pt x="72379" y="720026"/>
                    <a:pt x="101960" y="752356"/>
                    <a:pt x="136040" y="763939"/>
                  </a:cubicBezTo>
                  <a:cubicBezTo>
                    <a:pt x="147456" y="767772"/>
                    <a:pt x="157039" y="765855"/>
                    <a:pt x="167454" y="760022"/>
                  </a:cubicBezTo>
                  <a:cubicBezTo>
                    <a:pt x="186203" y="749606"/>
                    <a:pt x="203534" y="735941"/>
                    <a:pt x="220366" y="722943"/>
                  </a:cubicBezTo>
                  <a:cubicBezTo>
                    <a:pt x="251197" y="699194"/>
                    <a:pt x="280610" y="673697"/>
                    <a:pt x="309275" y="647366"/>
                  </a:cubicBezTo>
                  <a:cubicBezTo>
                    <a:pt x="343021" y="616369"/>
                    <a:pt x="376518" y="585455"/>
                    <a:pt x="409016" y="553125"/>
                  </a:cubicBezTo>
                  <a:cubicBezTo>
                    <a:pt x="441430" y="520960"/>
                    <a:pt x="476093" y="491547"/>
                    <a:pt x="510007" y="461050"/>
                  </a:cubicBezTo>
                  <a:cubicBezTo>
                    <a:pt x="510173" y="460966"/>
                    <a:pt x="510257" y="460799"/>
                    <a:pt x="510257" y="460716"/>
                  </a:cubicBezTo>
                  <a:cubicBezTo>
                    <a:pt x="511923" y="460383"/>
                    <a:pt x="513507" y="460133"/>
                    <a:pt x="515173" y="459633"/>
                  </a:cubicBezTo>
                  <a:cubicBezTo>
                    <a:pt x="536921" y="454133"/>
                    <a:pt x="573834" y="432885"/>
                    <a:pt x="570751" y="406054"/>
                  </a:cubicBezTo>
                  <a:lnTo>
                    <a:pt x="570751" y="406054"/>
                  </a:lnTo>
                  <a:close/>
                  <a:moveTo>
                    <a:pt x="581334" y="79084"/>
                  </a:moveTo>
                  <a:cubicBezTo>
                    <a:pt x="587667" y="66168"/>
                    <a:pt x="594249" y="53503"/>
                    <a:pt x="601582" y="41171"/>
                  </a:cubicBezTo>
                  <a:cubicBezTo>
                    <a:pt x="604665" y="35838"/>
                    <a:pt x="612748" y="14423"/>
                    <a:pt x="617664" y="13007"/>
                  </a:cubicBezTo>
                  <a:cubicBezTo>
                    <a:pt x="622163" y="11673"/>
                    <a:pt x="637995" y="22339"/>
                    <a:pt x="641328" y="25339"/>
                  </a:cubicBezTo>
                  <a:cubicBezTo>
                    <a:pt x="647078" y="30421"/>
                    <a:pt x="644995" y="31255"/>
                    <a:pt x="640995" y="37921"/>
                  </a:cubicBezTo>
                  <a:cubicBezTo>
                    <a:pt x="638329" y="42087"/>
                    <a:pt x="636162" y="46587"/>
                    <a:pt x="633579" y="50753"/>
                  </a:cubicBezTo>
                  <a:cubicBezTo>
                    <a:pt x="619747" y="73001"/>
                    <a:pt x="604332" y="94082"/>
                    <a:pt x="589750" y="115747"/>
                  </a:cubicBezTo>
                  <a:cubicBezTo>
                    <a:pt x="582501" y="126496"/>
                    <a:pt x="575251" y="137329"/>
                    <a:pt x="567919" y="147994"/>
                  </a:cubicBezTo>
                  <a:cubicBezTo>
                    <a:pt x="560252" y="159160"/>
                    <a:pt x="553669" y="173825"/>
                    <a:pt x="544587" y="183741"/>
                  </a:cubicBezTo>
                  <a:cubicBezTo>
                    <a:pt x="540504" y="188240"/>
                    <a:pt x="534838" y="191574"/>
                    <a:pt x="528172" y="190241"/>
                  </a:cubicBezTo>
                  <a:cubicBezTo>
                    <a:pt x="517923" y="188074"/>
                    <a:pt x="519339" y="183491"/>
                    <a:pt x="522589" y="178075"/>
                  </a:cubicBezTo>
                  <a:cubicBezTo>
                    <a:pt x="525422" y="175075"/>
                    <a:pt x="528339" y="172242"/>
                    <a:pt x="530504" y="169076"/>
                  </a:cubicBezTo>
                  <a:cubicBezTo>
                    <a:pt x="536754" y="160327"/>
                    <a:pt x="541754" y="150827"/>
                    <a:pt x="547170" y="141578"/>
                  </a:cubicBezTo>
                  <a:cubicBezTo>
                    <a:pt x="559169" y="121330"/>
                    <a:pt x="571002" y="100248"/>
                    <a:pt x="581334" y="79084"/>
                  </a:cubicBezTo>
                  <a:lnTo>
                    <a:pt x="581334" y="79084"/>
                  </a:lnTo>
                  <a:close/>
                  <a:moveTo>
                    <a:pt x="410099" y="153327"/>
                  </a:moveTo>
                  <a:cubicBezTo>
                    <a:pt x="431181" y="149078"/>
                    <a:pt x="451595" y="149411"/>
                    <a:pt x="472760" y="153244"/>
                  </a:cubicBezTo>
                  <a:cubicBezTo>
                    <a:pt x="482510" y="155077"/>
                    <a:pt x="492175" y="156910"/>
                    <a:pt x="501757" y="159243"/>
                  </a:cubicBezTo>
                  <a:cubicBezTo>
                    <a:pt x="506590" y="160410"/>
                    <a:pt x="513673" y="161410"/>
                    <a:pt x="519506" y="163493"/>
                  </a:cubicBezTo>
                  <a:cubicBezTo>
                    <a:pt x="517923" y="165993"/>
                    <a:pt x="516339" y="168492"/>
                    <a:pt x="514757" y="170992"/>
                  </a:cubicBezTo>
                  <a:cubicBezTo>
                    <a:pt x="511840" y="175492"/>
                    <a:pt x="507590" y="182408"/>
                    <a:pt x="508090" y="188074"/>
                  </a:cubicBezTo>
                  <a:cubicBezTo>
                    <a:pt x="509673" y="203406"/>
                    <a:pt x="531921" y="204156"/>
                    <a:pt x="542754" y="200323"/>
                  </a:cubicBezTo>
                  <a:cubicBezTo>
                    <a:pt x="547837" y="198490"/>
                    <a:pt x="551336" y="194240"/>
                    <a:pt x="554170" y="189574"/>
                  </a:cubicBezTo>
                  <a:cubicBezTo>
                    <a:pt x="562252" y="198573"/>
                    <a:pt x="568752" y="211905"/>
                    <a:pt x="572918" y="222737"/>
                  </a:cubicBezTo>
                  <a:cubicBezTo>
                    <a:pt x="579583" y="239986"/>
                    <a:pt x="586749" y="260484"/>
                    <a:pt x="585083" y="279149"/>
                  </a:cubicBezTo>
                  <a:cubicBezTo>
                    <a:pt x="583417" y="297398"/>
                    <a:pt x="581334" y="315896"/>
                    <a:pt x="577500" y="333728"/>
                  </a:cubicBezTo>
                  <a:cubicBezTo>
                    <a:pt x="574334" y="348560"/>
                    <a:pt x="566335" y="362141"/>
                    <a:pt x="557420" y="374557"/>
                  </a:cubicBezTo>
                  <a:cubicBezTo>
                    <a:pt x="558586" y="361225"/>
                    <a:pt x="557585" y="347059"/>
                    <a:pt x="556836" y="333811"/>
                  </a:cubicBezTo>
                  <a:cubicBezTo>
                    <a:pt x="555336" y="305814"/>
                    <a:pt x="539920" y="272400"/>
                    <a:pt x="556003" y="247235"/>
                  </a:cubicBezTo>
                  <a:cubicBezTo>
                    <a:pt x="557503" y="244819"/>
                    <a:pt x="555586" y="241569"/>
                    <a:pt x="553003" y="240986"/>
                  </a:cubicBezTo>
                  <a:cubicBezTo>
                    <a:pt x="547336" y="239819"/>
                    <a:pt x="542170" y="242402"/>
                    <a:pt x="536421" y="241736"/>
                  </a:cubicBezTo>
                  <a:cubicBezTo>
                    <a:pt x="524505" y="240236"/>
                    <a:pt x="513423" y="232486"/>
                    <a:pt x="507590" y="222238"/>
                  </a:cubicBezTo>
                  <a:cubicBezTo>
                    <a:pt x="500175" y="209155"/>
                    <a:pt x="499424" y="195740"/>
                    <a:pt x="486593" y="185824"/>
                  </a:cubicBezTo>
                  <a:cubicBezTo>
                    <a:pt x="475927" y="177575"/>
                    <a:pt x="446512" y="172159"/>
                    <a:pt x="440680" y="186657"/>
                  </a:cubicBezTo>
                  <a:cubicBezTo>
                    <a:pt x="434597" y="180325"/>
                    <a:pt x="426931" y="175325"/>
                    <a:pt x="418765" y="171159"/>
                  </a:cubicBezTo>
                  <a:cubicBezTo>
                    <a:pt x="405350" y="164326"/>
                    <a:pt x="389934" y="162410"/>
                    <a:pt x="374852" y="163493"/>
                  </a:cubicBezTo>
                  <a:cubicBezTo>
                    <a:pt x="385934" y="158994"/>
                    <a:pt x="397850" y="155744"/>
                    <a:pt x="410099" y="153327"/>
                  </a:cubicBezTo>
                  <a:lnTo>
                    <a:pt x="410099" y="153327"/>
                  </a:lnTo>
                  <a:close/>
                  <a:moveTo>
                    <a:pt x="334106" y="193157"/>
                  </a:moveTo>
                  <a:cubicBezTo>
                    <a:pt x="360104" y="169659"/>
                    <a:pt x="412432" y="165659"/>
                    <a:pt x="437097" y="194324"/>
                  </a:cubicBezTo>
                  <a:cubicBezTo>
                    <a:pt x="448096" y="207156"/>
                    <a:pt x="446846" y="225654"/>
                    <a:pt x="454511" y="240403"/>
                  </a:cubicBezTo>
                  <a:cubicBezTo>
                    <a:pt x="460761" y="252401"/>
                    <a:pt x="468427" y="264317"/>
                    <a:pt x="481260" y="269650"/>
                  </a:cubicBezTo>
                  <a:cubicBezTo>
                    <a:pt x="483259" y="270483"/>
                    <a:pt x="485593" y="267734"/>
                    <a:pt x="483593" y="266234"/>
                  </a:cubicBezTo>
                  <a:cubicBezTo>
                    <a:pt x="463678" y="250735"/>
                    <a:pt x="457845" y="229987"/>
                    <a:pt x="452012" y="206906"/>
                  </a:cubicBezTo>
                  <a:cubicBezTo>
                    <a:pt x="450512" y="200739"/>
                    <a:pt x="447762" y="195490"/>
                    <a:pt x="444179" y="190907"/>
                  </a:cubicBezTo>
                  <a:cubicBezTo>
                    <a:pt x="448929" y="186491"/>
                    <a:pt x="456845" y="185824"/>
                    <a:pt x="463094" y="186241"/>
                  </a:cubicBezTo>
                  <a:cubicBezTo>
                    <a:pt x="475510" y="187157"/>
                    <a:pt x="483593" y="193907"/>
                    <a:pt x="489509" y="204156"/>
                  </a:cubicBezTo>
                  <a:cubicBezTo>
                    <a:pt x="495591" y="214655"/>
                    <a:pt x="496591" y="226237"/>
                    <a:pt x="504590" y="235736"/>
                  </a:cubicBezTo>
                  <a:cubicBezTo>
                    <a:pt x="515590" y="248902"/>
                    <a:pt x="530172" y="254068"/>
                    <a:pt x="545754" y="251318"/>
                  </a:cubicBezTo>
                  <a:cubicBezTo>
                    <a:pt x="545004" y="252652"/>
                    <a:pt x="544253" y="253985"/>
                    <a:pt x="543921" y="255068"/>
                  </a:cubicBezTo>
                  <a:cubicBezTo>
                    <a:pt x="542754" y="258901"/>
                    <a:pt x="542587" y="262650"/>
                    <a:pt x="542337" y="266567"/>
                  </a:cubicBezTo>
                  <a:cubicBezTo>
                    <a:pt x="541754" y="280566"/>
                    <a:pt x="545670" y="293315"/>
                    <a:pt x="547420" y="306980"/>
                  </a:cubicBezTo>
                  <a:cubicBezTo>
                    <a:pt x="549170" y="320729"/>
                    <a:pt x="548503" y="334311"/>
                    <a:pt x="547753" y="347976"/>
                  </a:cubicBezTo>
                  <a:cubicBezTo>
                    <a:pt x="547253" y="357392"/>
                    <a:pt x="548503" y="368474"/>
                    <a:pt x="544420" y="376974"/>
                  </a:cubicBezTo>
                  <a:cubicBezTo>
                    <a:pt x="542420" y="375890"/>
                    <a:pt x="540504" y="374807"/>
                    <a:pt x="538671" y="373807"/>
                  </a:cubicBezTo>
                  <a:cubicBezTo>
                    <a:pt x="516506" y="361475"/>
                    <a:pt x="496174" y="347226"/>
                    <a:pt x="476093" y="331728"/>
                  </a:cubicBezTo>
                  <a:cubicBezTo>
                    <a:pt x="439180" y="302980"/>
                    <a:pt x="404100" y="271983"/>
                    <a:pt x="368269" y="241902"/>
                  </a:cubicBezTo>
                  <a:cubicBezTo>
                    <a:pt x="365353" y="238736"/>
                    <a:pt x="362437" y="235569"/>
                    <a:pt x="359521" y="232404"/>
                  </a:cubicBezTo>
                  <a:cubicBezTo>
                    <a:pt x="349022" y="220821"/>
                    <a:pt x="339689" y="208239"/>
                    <a:pt x="329606" y="196323"/>
                  </a:cubicBezTo>
                  <a:cubicBezTo>
                    <a:pt x="329773" y="195907"/>
                    <a:pt x="329940" y="195407"/>
                    <a:pt x="330023" y="194990"/>
                  </a:cubicBezTo>
                  <a:cubicBezTo>
                    <a:pt x="330357" y="194573"/>
                    <a:pt x="330773" y="194157"/>
                    <a:pt x="331106" y="193657"/>
                  </a:cubicBezTo>
                  <a:cubicBezTo>
                    <a:pt x="332440" y="194073"/>
                    <a:pt x="333273" y="193907"/>
                    <a:pt x="334106" y="193157"/>
                  </a:cubicBezTo>
                  <a:lnTo>
                    <a:pt x="334106" y="193157"/>
                  </a:lnTo>
                  <a:close/>
                  <a:moveTo>
                    <a:pt x="169704" y="740274"/>
                  </a:moveTo>
                  <a:cubicBezTo>
                    <a:pt x="162622" y="744857"/>
                    <a:pt x="154456" y="751523"/>
                    <a:pt x="145456" y="750357"/>
                  </a:cubicBezTo>
                  <a:cubicBezTo>
                    <a:pt x="136873" y="749273"/>
                    <a:pt x="127125" y="742857"/>
                    <a:pt x="120542" y="737858"/>
                  </a:cubicBezTo>
                  <a:cubicBezTo>
                    <a:pt x="105460" y="726609"/>
                    <a:pt x="90294" y="714193"/>
                    <a:pt x="77462" y="700445"/>
                  </a:cubicBezTo>
                  <a:cubicBezTo>
                    <a:pt x="53798" y="675030"/>
                    <a:pt x="30716" y="644866"/>
                    <a:pt x="19384" y="611619"/>
                  </a:cubicBezTo>
                  <a:cubicBezTo>
                    <a:pt x="15468" y="600287"/>
                    <a:pt x="16134" y="589204"/>
                    <a:pt x="19384" y="578622"/>
                  </a:cubicBezTo>
                  <a:cubicBezTo>
                    <a:pt x="29883" y="584372"/>
                    <a:pt x="44715" y="585872"/>
                    <a:pt x="54131" y="587038"/>
                  </a:cubicBezTo>
                  <a:cubicBezTo>
                    <a:pt x="85462" y="590788"/>
                    <a:pt x="121542" y="589204"/>
                    <a:pt x="139956" y="619869"/>
                  </a:cubicBezTo>
                  <a:cubicBezTo>
                    <a:pt x="152539" y="640950"/>
                    <a:pt x="144540" y="667198"/>
                    <a:pt x="150622" y="690196"/>
                  </a:cubicBezTo>
                  <a:cubicBezTo>
                    <a:pt x="154456" y="704361"/>
                    <a:pt x="162205" y="726692"/>
                    <a:pt x="176287" y="736191"/>
                  </a:cubicBezTo>
                  <a:cubicBezTo>
                    <a:pt x="174037" y="737525"/>
                    <a:pt x="171954" y="738858"/>
                    <a:pt x="169704" y="740274"/>
                  </a:cubicBezTo>
                  <a:lnTo>
                    <a:pt x="169704" y="740274"/>
                  </a:lnTo>
                  <a:close/>
                  <a:moveTo>
                    <a:pt x="186620" y="729025"/>
                  </a:moveTo>
                  <a:cubicBezTo>
                    <a:pt x="179287" y="720609"/>
                    <a:pt x="170038" y="714443"/>
                    <a:pt x="165037" y="703111"/>
                  </a:cubicBezTo>
                  <a:cubicBezTo>
                    <a:pt x="160288" y="692529"/>
                    <a:pt x="158372" y="683029"/>
                    <a:pt x="157205" y="671780"/>
                  </a:cubicBezTo>
                  <a:cubicBezTo>
                    <a:pt x="156621" y="665948"/>
                    <a:pt x="154705" y="660448"/>
                    <a:pt x="154373" y="654532"/>
                  </a:cubicBezTo>
                  <a:cubicBezTo>
                    <a:pt x="153956" y="648699"/>
                    <a:pt x="154705" y="642783"/>
                    <a:pt x="153789" y="636867"/>
                  </a:cubicBezTo>
                  <a:cubicBezTo>
                    <a:pt x="152373" y="627784"/>
                    <a:pt x="148123" y="619369"/>
                    <a:pt x="143039" y="611869"/>
                  </a:cubicBezTo>
                  <a:cubicBezTo>
                    <a:pt x="130540" y="593621"/>
                    <a:pt x="111209" y="585621"/>
                    <a:pt x="89795" y="582705"/>
                  </a:cubicBezTo>
                  <a:cubicBezTo>
                    <a:pt x="76796" y="580955"/>
                    <a:pt x="63631" y="579622"/>
                    <a:pt x="50631" y="578206"/>
                  </a:cubicBezTo>
                  <a:cubicBezTo>
                    <a:pt x="43382" y="577372"/>
                    <a:pt x="30716" y="576456"/>
                    <a:pt x="21717" y="572289"/>
                  </a:cubicBezTo>
                  <a:cubicBezTo>
                    <a:pt x="30384" y="550708"/>
                    <a:pt x="48798" y="530876"/>
                    <a:pt x="61631" y="513795"/>
                  </a:cubicBezTo>
                  <a:cubicBezTo>
                    <a:pt x="66046" y="507879"/>
                    <a:pt x="70630" y="501962"/>
                    <a:pt x="75046" y="495963"/>
                  </a:cubicBezTo>
                  <a:cubicBezTo>
                    <a:pt x="76629" y="509628"/>
                    <a:pt x="85712" y="522877"/>
                    <a:pt x="95544" y="532293"/>
                  </a:cubicBezTo>
                  <a:cubicBezTo>
                    <a:pt x="117042" y="552874"/>
                    <a:pt x="150539" y="563873"/>
                    <a:pt x="179454" y="568623"/>
                  </a:cubicBezTo>
                  <a:cubicBezTo>
                    <a:pt x="196451" y="571373"/>
                    <a:pt x="219116" y="570290"/>
                    <a:pt x="232948" y="582372"/>
                  </a:cubicBezTo>
                  <a:cubicBezTo>
                    <a:pt x="251530" y="598620"/>
                    <a:pt x="234449" y="615952"/>
                    <a:pt x="232698" y="634700"/>
                  </a:cubicBezTo>
                  <a:cubicBezTo>
                    <a:pt x="231698" y="645533"/>
                    <a:pt x="239198" y="657032"/>
                    <a:pt x="244031" y="666364"/>
                  </a:cubicBezTo>
                  <a:cubicBezTo>
                    <a:pt x="246697" y="671447"/>
                    <a:pt x="250114" y="674780"/>
                    <a:pt x="254113" y="677530"/>
                  </a:cubicBezTo>
                  <a:cubicBezTo>
                    <a:pt x="232199" y="695862"/>
                    <a:pt x="209700" y="713193"/>
                    <a:pt x="186620" y="729025"/>
                  </a:cubicBezTo>
                  <a:lnTo>
                    <a:pt x="186620" y="729025"/>
                  </a:lnTo>
                  <a:close/>
                  <a:moveTo>
                    <a:pt x="261945" y="670947"/>
                  </a:moveTo>
                  <a:cubicBezTo>
                    <a:pt x="261862" y="670864"/>
                    <a:pt x="261862" y="670864"/>
                    <a:pt x="261779" y="670781"/>
                  </a:cubicBezTo>
                  <a:cubicBezTo>
                    <a:pt x="255363" y="666614"/>
                    <a:pt x="252280" y="661448"/>
                    <a:pt x="249031" y="654782"/>
                  </a:cubicBezTo>
                  <a:cubicBezTo>
                    <a:pt x="245113" y="646950"/>
                    <a:pt x="240947" y="639367"/>
                    <a:pt x="242197" y="630367"/>
                  </a:cubicBezTo>
                  <a:cubicBezTo>
                    <a:pt x="243030" y="624535"/>
                    <a:pt x="245364" y="618868"/>
                    <a:pt x="246364" y="612952"/>
                  </a:cubicBezTo>
                  <a:cubicBezTo>
                    <a:pt x="247614" y="604787"/>
                    <a:pt x="250197" y="596037"/>
                    <a:pt x="246114" y="588204"/>
                  </a:cubicBezTo>
                  <a:cubicBezTo>
                    <a:pt x="241281" y="578872"/>
                    <a:pt x="228782" y="573373"/>
                    <a:pt x="219616" y="570039"/>
                  </a:cubicBezTo>
                  <a:cubicBezTo>
                    <a:pt x="207950" y="565707"/>
                    <a:pt x="195785" y="564540"/>
                    <a:pt x="183620" y="562207"/>
                  </a:cubicBezTo>
                  <a:cubicBezTo>
                    <a:pt x="168871" y="559374"/>
                    <a:pt x="153289" y="553625"/>
                    <a:pt x="139290" y="548125"/>
                  </a:cubicBezTo>
                  <a:cubicBezTo>
                    <a:pt x="117542" y="539459"/>
                    <a:pt x="75796" y="515378"/>
                    <a:pt x="82045" y="486964"/>
                  </a:cubicBezTo>
                  <a:cubicBezTo>
                    <a:pt x="97460" y="466382"/>
                    <a:pt x="112875" y="445801"/>
                    <a:pt x="127791" y="424803"/>
                  </a:cubicBezTo>
                  <a:cubicBezTo>
                    <a:pt x="137457" y="411220"/>
                    <a:pt x="147206" y="397722"/>
                    <a:pt x="157122" y="384223"/>
                  </a:cubicBezTo>
                  <a:cubicBezTo>
                    <a:pt x="154705" y="390223"/>
                    <a:pt x="152956" y="396389"/>
                    <a:pt x="153289" y="402804"/>
                  </a:cubicBezTo>
                  <a:cubicBezTo>
                    <a:pt x="153872" y="415887"/>
                    <a:pt x="160955" y="428719"/>
                    <a:pt x="168621" y="438885"/>
                  </a:cubicBezTo>
                  <a:cubicBezTo>
                    <a:pt x="187369" y="463382"/>
                    <a:pt x="214200" y="480214"/>
                    <a:pt x="243614" y="488713"/>
                  </a:cubicBezTo>
                  <a:cubicBezTo>
                    <a:pt x="260696" y="493713"/>
                    <a:pt x="279111" y="494880"/>
                    <a:pt x="295027" y="503212"/>
                  </a:cubicBezTo>
                  <a:cubicBezTo>
                    <a:pt x="303775" y="507795"/>
                    <a:pt x="314775" y="515045"/>
                    <a:pt x="317191" y="525460"/>
                  </a:cubicBezTo>
                  <a:cubicBezTo>
                    <a:pt x="318858" y="532626"/>
                    <a:pt x="317107" y="542209"/>
                    <a:pt x="316524" y="549375"/>
                  </a:cubicBezTo>
                  <a:cubicBezTo>
                    <a:pt x="315441" y="562123"/>
                    <a:pt x="315608" y="574789"/>
                    <a:pt x="320024" y="586871"/>
                  </a:cubicBezTo>
                  <a:cubicBezTo>
                    <a:pt x="322440" y="593454"/>
                    <a:pt x="326107" y="602786"/>
                    <a:pt x="331856" y="608203"/>
                  </a:cubicBezTo>
                  <a:cubicBezTo>
                    <a:pt x="309108" y="629367"/>
                    <a:pt x="285860" y="650699"/>
                    <a:pt x="261945" y="670947"/>
                  </a:cubicBezTo>
                  <a:lnTo>
                    <a:pt x="261945" y="670947"/>
                  </a:lnTo>
                  <a:close/>
                  <a:moveTo>
                    <a:pt x="345355" y="594954"/>
                  </a:moveTo>
                  <a:cubicBezTo>
                    <a:pt x="343188" y="597037"/>
                    <a:pt x="340938" y="599203"/>
                    <a:pt x="338689" y="601287"/>
                  </a:cubicBezTo>
                  <a:cubicBezTo>
                    <a:pt x="334939" y="598454"/>
                    <a:pt x="331106" y="590288"/>
                    <a:pt x="329523" y="587038"/>
                  </a:cubicBezTo>
                  <a:cubicBezTo>
                    <a:pt x="325356" y="578706"/>
                    <a:pt x="323523" y="569873"/>
                    <a:pt x="323357" y="560540"/>
                  </a:cubicBezTo>
                  <a:cubicBezTo>
                    <a:pt x="323191" y="549791"/>
                    <a:pt x="326024" y="538292"/>
                    <a:pt x="325107" y="527627"/>
                  </a:cubicBezTo>
                  <a:cubicBezTo>
                    <a:pt x="323357" y="506879"/>
                    <a:pt x="302609" y="494380"/>
                    <a:pt x="284860" y="488131"/>
                  </a:cubicBezTo>
                  <a:cubicBezTo>
                    <a:pt x="271278" y="483297"/>
                    <a:pt x="257030" y="481131"/>
                    <a:pt x="243281" y="476881"/>
                  </a:cubicBezTo>
                  <a:cubicBezTo>
                    <a:pt x="225782" y="471548"/>
                    <a:pt x="210284" y="463133"/>
                    <a:pt x="196201" y="451717"/>
                  </a:cubicBezTo>
                  <a:cubicBezTo>
                    <a:pt x="183620" y="441551"/>
                    <a:pt x="171204" y="430052"/>
                    <a:pt x="165288" y="414554"/>
                  </a:cubicBezTo>
                  <a:cubicBezTo>
                    <a:pt x="160205" y="401305"/>
                    <a:pt x="162705" y="386556"/>
                    <a:pt x="165455" y="372557"/>
                  </a:cubicBezTo>
                  <a:cubicBezTo>
                    <a:pt x="176536" y="357642"/>
                    <a:pt x="187869" y="342893"/>
                    <a:pt x="199534" y="328311"/>
                  </a:cubicBezTo>
                  <a:lnTo>
                    <a:pt x="199618" y="328228"/>
                  </a:lnTo>
                  <a:cubicBezTo>
                    <a:pt x="198035" y="342560"/>
                    <a:pt x="203368" y="358309"/>
                    <a:pt x="211200" y="370224"/>
                  </a:cubicBezTo>
                  <a:cubicBezTo>
                    <a:pt x="229116" y="397638"/>
                    <a:pt x="262446" y="406804"/>
                    <a:pt x="292443" y="413387"/>
                  </a:cubicBezTo>
                  <a:cubicBezTo>
                    <a:pt x="310442" y="417386"/>
                    <a:pt x="335855" y="421386"/>
                    <a:pt x="349938" y="434135"/>
                  </a:cubicBezTo>
                  <a:cubicBezTo>
                    <a:pt x="364186" y="447050"/>
                    <a:pt x="367853" y="469799"/>
                    <a:pt x="373936" y="487130"/>
                  </a:cubicBezTo>
                  <a:cubicBezTo>
                    <a:pt x="378602" y="500129"/>
                    <a:pt x="387768" y="511545"/>
                    <a:pt x="397433" y="521294"/>
                  </a:cubicBezTo>
                  <a:cubicBezTo>
                    <a:pt x="400767" y="524627"/>
                    <a:pt x="405183" y="529210"/>
                    <a:pt x="410099" y="532543"/>
                  </a:cubicBezTo>
                  <a:cubicBezTo>
                    <a:pt x="388518" y="553374"/>
                    <a:pt x="367019" y="574122"/>
                    <a:pt x="345355" y="594954"/>
                  </a:cubicBezTo>
                  <a:lnTo>
                    <a:pt x="345355" y="594954"/>
                  </a:lnTo>
                  <a:close/>
                  <a:moveTo>
                    <a:pt x="418098" y="525044"/>
                  </a:moveTo>
                  <a:cubicBezTo>
                    <a:pt x="411599" y="520960"/>
                    <a:pt x="405016" y="517295"/>
                    <a:pt x="399516" y="511295"/>
                  </a:cubicBezTo>
                  <a:cubicBezTo>
                    <a:pt x="386685" y="497296"/>
                    <a:pt x="382268" y="482881"/>
                    <a:pt x="376518" y="465382"/>
                  </a:cubicBezTo>
                  <a:cubicBezTo>
                    <a:pt x="368436" y="440801"/>
                    <a:pt x="356770" y="423553"/>
                    <a:pt x="331606" y="415554"/>
                  </a:cubicBezTo>
                  <a:cubicBezTo>
                    <a:pt x="301276" y="405887"/>
                    <a:pt x="268195" y="403388"/>
                    <a:pt x="240448" y="386973"/>
                  </a:cubicBezTo>
                  <a:cubicBezTo>
                    <a:pt x="224866" y="377724"/>
                    <a:pt x="213534" y="365058"/>
                    <a:pt x="208201" y="347559"/>
                  </a:cubicBezTo>
                  <a:cubicBezTo>
                    <a:pt x="204867" y="336644"/>
                    <a:pt x="206368" y="326895"/>
                    <a:pt x="208950" y="316896"/>
                  </a:cubicBezTo>
                  <a:cubicBezTo>
                    <a:pt x="219033" y="304730"/>
                    <a:pt x="229366" y="292815"/>
                    <a:pt x="239198" y="280482"/>
                  </a:cubicBezTo>
                  <a:cubicBezTo>
                    <a:pt x="248697" y="268650"/>
                    <a:pt x="256779" y="255735"/>
                    <a:pt x="265195" y="243069"/>
                  </a:cubicBezTo>
                  <a:cubicBezTo>
                    <a:pt x="281444" y="277733"/>
                    <a:pt x="305109" y="308313"/>
                    <a:pt x="329523" y="337477"/>
                  </a:cubicBezTo>
                  <a:cubicBezTo>
                    <a:pt x="355604" y="368558"/>
                    <a:pt x="384768" y="398972"/>
                    <a:pt x="417849" y="422470"/>
                  </a:cubicBezTo>
                  <a:cubicBezTo>
                    <a:pt x="433514" y="433635"/>
                    <a:pt x="450096" y="443051"/>
                    <a:pt x="467844" y="450634"/>
                  </a:cubicBezTo>
                  <a:cubicBezTo>
                    <a:pt x="475426" y="453883"/>
                    <a:pt x="482510" y="457133"/>
                    <a:pt x="489592" y="459216"/>
                  </a:cubicBezTo>
                  <a:cubicBezTo>
                    <a:pt x="465177" y="480798"/>
                    <a:pt x="441596" y="502795"/>
                    <a:pt x="418098" y="525044"/>
                  </a:cubicBezTo>
                  <a:lnTo>
                    <a:pt x="418098" y="525044"/>
                  </a:lnTo>
                  <a:close/>
                  <a:moveTo>
                    <a:pt x="523756" y="440551"/>
                  </a:moveTo>
                  <a:cubicBezTo>
                    <a:pt x="505507" y="450217"/>
                    <a:pt x="492008" y="445467"/>
                    <a:pt x="474010" y="438218"/>
                  </a:cubicBezTo>
                  <a:cubicBezTo>
                    <a:pt x="456761" y="431302"/>
                    <a:pt x="440180" y="422636"/>
                    <a:pt x="424848" y="412220"/>
                  </a:cubicBezTo>
                  <a:cubicBezTo>
                    <a:pt x="396767" y="393055"/>
                    <a:pt x="372352" y="367308"/>
                    <a:pt x="349688" y="342227"/>
                  </a:cubicBezTo>
                  <a:cubicBezTo>
                    <a:pt x="327856" y="317979"/>
                    <a:pt x="305275" y="291232"/>
                    <a:pt x="289193" y="262734"/>
                  </a:cubicBezTo>
                  <a:cubicBezTo>
                    <a:pt x="280861" y="247985"/>
                    <a:pt x="270612" y="232737"/>
                    <a:pt x="270612" y="215238"/>
                  </a:cubicBezTo>
                  <a:cubicBezTo>
                    <a:pt x="270612" y="204489"/>
                    <a:pt x="274861" y="196323"/>
                    <a:pt x="284860" y="190907"/>
                  </a:cubicBezTo>
                  <a:cubicBezTo>
                    <a:pt x="297526" y="184158"/>
                    <a:pt x="308525" y="191741"/>
                    <a:pt x="316691" y="201489"/>
                  </a:cubicBezTo>
                  <a:cubicBezTo>
                    <a:pt x="336022" y="224821"/>
                    <a:pt x="356021" y="247235"/>
                    <a:pt x="378102" y="267983"/>
                  </a:cubicBezTo>
                  <a:cubicBezTo>
                    <a:pt x="406766" y="294981"/>
                    <a:pt x="435597" y="320812"/>
                    <a:pt x="467177" y="344393"/>
                  </a:cubicBezTo>
                  <a:cubicBezTo>
                    <a:pt x="488509" y="360308"/>
                    <a:pt x="510090" y="375974"/>
                    <a:pt x="534422" y="386056"/>
                  </a:cubicBezTo>
                  <a:cubicBezTo>
                    <a:pt x="535754" y="386806"/>
                    <a:pt x="537088" y="387639"/>
                    <a:pt x="538338" y="388389"/>
                  </a:cubicBezTo>
                  <a:cubicBezTo>
                    <a:pt x="539087" y="391139"/>
                    <a:pt x="541838" y="393555"/>
                    <a:pt x="544754" y="392722"/>
                  </a:cubicBezTo>
                  <a:cubicBezTo>
                    <a:pt x="545420" y="393306"/>
                    <a:pt x="546087" y="393722"/>
                    <a:pt x="546837" y="394306"/>
                  </a:cubicBezTo>
                  <a:cubicBezTo>
                    <a:pt x="547587" y="395805"/>
                    <a:pt x="548837" y="396889"/>
                    <a:pt x="550336" y="397555"/>
                  </a:cubicBezTo>
                  <a:cubicBezTo>
                    <a:pt x="553753" y="401138"/>
                    <a:pt x="555919" y="404888"/>
                    <a:pt x="555752" y="409054"/>
                  </a:cubicBezTo>
                  <a:cubicBezTo>
                    <a:pt x="555420" y="422803"/>
                    <a:pt x="534004" y="435218"/>
                    <a:pt x="523756" y="440551"/>
                  </a:cubicBezTo>
                  <a:lnTo>
                    <a:pt x="523756" y="440551"/>
                  </a:lnTo>
                  <a:close/>
                </a:path>
              </a:pathLst>
            </a:custGeom>
            <a:grpFill/>
            <a:ln w="8332" cap="flat">
              <a:noFill/>
              <a:prstDash val="solid"/>
              <a:miter/>
            </a:ln>
          </p:spPr>
          <p:txBody>
            <a:bodyPr rtlCol="0" anchor="ctr"/>
            <a:lstStyle/>
            <a:p>
              <a:endParaRPr lang="en-US"/>
            </a:p>
          </p:txBody>
        </p:sp>
        <p:sp>
          <p:nvSpPr>
            <p:cNvPr id="2463" name="Freeform: Shape 2462"/>
            <p:cNvSpPr/>
            <p:nvPr/>
          </p:nvSpPr>
          <p:spPr>
            <a:xfrm>
              <a:off x="9936945" y="4542251"/>
              <a:ext cx="214752" cy="205390"/>
            </a:xfrm>
            <a:custGeom>
              <a:avLst/>
              <a:gdLst>
                <a:gd name="connsiteX0" fmla="*/ 212828 w 214752"/>
                <a:gd name="connsiteY0" fmla="*/ 198332 h 205390"/>
                <a:gd name="connsiteX1" fmla="*/ 95589 w 214752"/>
                <a:gd name="connsiteY1" fmla="*/ 113089 h 205390"/>
                <a:gd name="connsiteX2" fmla="*/ 42344 w 214752"/>
                <a:gd name="connsiteY2" fmla="*/ 58261 h 205390"/>
                <a:gd name="connsiteX3" fmla="*/ 23845 w 214752"/>
                <a:gd name="connsiteY3" fmla="*/ 31347 h 205390"/>
                <a:gd name="connsiteX4" fmla="*/ 3597 w 214752"/>
                <a:gd name="connsiteY4" fmla="*/ 1183 h 205390"/>
                <a:gd name="connsiteX5" fmla="*/ 14 w 214752"/>
                <a:gd name="connsiteY5" fmla="*/ 1850 h 205390"/>
                <a:gd name="connsiteX6" fmla="*/ 11096 w 214752"/>
                <a:gd name="connsiteY6" fmla="*/ 26181 h 205390"/>
                <a:gd name="connsiteX7" fmla="*/ 30511 w 214752"/>
                <a:gd name="connsiteY7" fmla="*/ 59344 h 205390"/>
                <a:gd name="connsiteX8" fmla="*/ 83173 w 214752"/>
                <a:gd name="connsiteY8" fmla="*/ 118339 h 205390"/>
                <a:gd name="connsiteX9" fmla="*/ 210412 w 214752"/>
                <a:gd name="connsiteY9" fmla="*/ 205248 h 205390"/>
                <a:gd name="connsiteX10" fmla="*/ 212828 w 214752"/>
                <a:gd name="connsiteY10" fmla="*/ 198332 h 205390"/>
                <a:gd name="connsiteX11" fmla="*/ 212828 w 214752"/>
                <a:gd name="connsiteY11" fmla="*/ 198332 h 205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4752" h="205390">
                  <a:moveTo>
                    <a:pt x="212828" y="198332"/>
                  </a:moveTo>
                  <a:cubicBezTo>
                    <a:pt x="169749" y="176334"/>
                    <a:pt x="131336" y="145420"/>
                    <a:pt x="95589" y="113089"/>
                  </a:cubicBezTo>
                  <a:cubicBezTo>
                    <a:pt x="76590" y="95841"/>
                    <a:pt x="58176" y="78676"/>
                    <a:pt x="42344" y="58261"/>
                  </a:cubicBezTo>
                  <a:cubicBezTo>
                    <a:pt x="35678" y="49679"/>
                    <a:pt x="29678" y="40596"/>
                    <a:pt x="23845" y="31347"/>
                  </a:cubicBezTo>
                  <a:cubicBezTo>
                    <a:pt x="18012" y="21848"/>
                    <a:pt x="7930" y="11266"/>
                    <a:pt x="3597" y="1183"/>
                  </a:cubicBezTo>
                  <a:cubicBezTo>
                    <a:pt x="2847" y="-567"/>
                    <a:pt x="-236" y="-400"/>
                    <a:pt x="14" y="1850"/>
                  </a:cubicBezTo>
                  <a:cubicBezTo>
                    <a:pt x="1181" y="10766"/>
                    <a:pt x="6930" y="18348"/>
                    <a:pt x="11096" y="26181"/>
                  </a:cubicBezTo>
                  <a:cubicBezTo>
                    <a:pt x="17096" y="37596"/>
                    <a:pt x="23262" y="48679"/>
                    <a:pt x="30511" y="59344"/>
                  </a:cubicBezTo>
                  <a:cubicBezTo>
                    <a:pt x="45593" y="81426"/>
                    <a:pt x="63509" y="100424"/>
                    <a:pt x="83173" y="118339"/>
                  </a:cubicBezTo>
                  <a:cubicBezTo>
                    <a:pt x="120753" y="152502"/>
                    <a:pt x="160916" y="189749"/>
                    <a:pt x="210412" y="205248"/>
                  </a:cubicBezTo>
                  <a:cubicBezTo>
                    <a:pt x="214495" y="206414"/>
                    <a:pt x="216495" y="200082"/>
                    <a:pt x="212828" y="198332"/>
                  </a:cubicBezTo>
                  <a:lnTo>
                    <a:pt x="212828" y="198332"/>
                  </a:lnTo>
                  <a:close/>
                </a:path>
              </a:pathLst>
            </a:custGeom>
            <a:grpFill/>
            <a:ln w="8332" cap="flat">
              <a:noFill/>
              <a:prstDash val="solid"/>
              <a:miter/>
            </a:ln>
          </p:spPr>
          <p:txBody>
            <a:bodyPr rtlCol="0" anchor="ctr"/>
            <a:lstStyle/>
            <a:p>
              <a:endParaRPr lang="en-US"/>
            </a:p>
          </p:txBody>
        </p:sp>
        <p:sp>
          <p:nvSpPr>
            <p:cNvPr id="2464" name="Freeform: Shape 2463"/>
            <p:cNvSpPr/>
            <p:nvPr/>
          </p:nvSpPr>
          <p:spPr>
            <a:xfrm>
              <a:off x="11027628" y="4608471"/>
              <a:ext cx="703365" cy="549413"/>
            </a:xfrm>
            <a:custGeom>
              <a:avLst/>
              <a:gdLst>
                <a:gd name="connsiteX0" fmla="*/ 404279 w 703365"/>
                <a:gd name="connsiteY0" fmla="*/ 25205 h 549413"/>
                <a:gd name="connsiteX1" fmla="*/ 311038 w 703365"/>
                <a:gd name="connsiteY1" fmla="*/ 105781 h 549413"/>
                <a:gd name="connsiteX2" fmla="*/ 222463 w 703365"/>
                <a:gd name="connsiteY2" fmla="*/ 198689 h 549413"/>
                <a:gd name="connsiteX3" fmla="*/ 136388 w 703365"/>
                <a:gd name="connsiteY3" fmla="*/ 291764 h 549413"/>
                <a:gd name="connsiteX4" fmla="*/ 61977 w 703365"/>
                <a:gd name="connsiteY4" fmla="*/ 389089 h 549413"/>
                <a:gd name="connsiteX5" fmla="*/ 6233 w 703365"/>
                <a:gd name="connsiteY5" fmla="*/ 485247 h 549413"/>
                <a:gd name="connsiteX6" fmla="*/ 4233 w 703365"/>
                <a:gd name="connsiteY6" fmla="*/ 531993 h 549413"/>
                <a:gd name="connsiteX7" fmla="*/ 46312 w 703365"/>
                <a:gd name="connsiteY7" fmla="*/ 549408 h 549413"/>
                <a:gd name="connsiteX8" fmla="*/ 101307 w 703365"/>
                <a:gd name="connsiteY8" fmla="*/ 544492 h 549413"/>
                <a:gd name="connsiteX9" fmla="*/ 167635 w 703365"/>
                <a:gd name="connsiteY9" fmla="*/ 534326 h 549413"/>
                <a:gd name="connsiteX10" fmla="*/ 283957 w 703365"/>
                <a:gd name="connsiteY10" fmla="*/ 510411 h 549413"/>
                <a:gd name="connsiteX11" fmla="*/ 295290 w 703365"/>
                <a:gd name="connsiteY11" fmla="*/ 508495 h 549413"/>
                <a:gd name="connsiteX12" fmla="*/ 297373 w 703365"/>
                <a:gd name="connsiteY12" fmla="*/ 508161 h 549413"/>
                <a:gd name="connsiteX13" fmla="*/ 506937 w 703365"/>
                <a:gd name="connsiteY13" fmla="*/ 465498 h 549413"/>
                <a:gd name="connsiteX14" fmla="*/ 616344 w 703365"/>
                <a:gd name="connsiteY14" fmla="*/ 439168 h 549413"/>
                <a:gd name="connsiteX15" fmla="*/ 700086 w 703365"/>
                <a:gd name="connsiteY15" fmla="*/ 394172 h 549413"/>
                <a:gd name="connsiteX16" fmla="*/ 699920 w 703365"/>
                <a:gd name="connsiteY16" fmla="*/ 347342 h 549413"/>
                <a:gd name="connsiteX17" fmla="*/ 685504 w 703365"/>
                <a:gd name="connsiteY17" fmla="*/ 286431 h 549413"/>
                <a:gd name="connsiteX18" fmla="*/ 639675 w 703365"/>
                <a:gd name="connsiteY18" fmla="*/ 174858 h 549413"/>
                <a:gd name="connsiteX19" fmla="*/ 500187 w 703365"/>
                <a:gd name="connsiteY19" fmla="*/ 4957 h 549413"/>
                <a:gd name="connsiteX20" fmla="*/ 404279 w 703365"/>
                <a:gd name="connsiteY20" fmla="*/ 25205 h 549413"/>
                <a:gd name="connsiteX21" fmla="*/ 404279 w 703365"/>
                <a:gd name="connsiteY21" fmla="*/ 25205 h 549413"/>
                <a:gd name="connsiteX22" fmla="*/ 285623 w 703365"/>
                <a:gd name="connsiteY22" fmla="*/ 158110 h 549413"/>
                <a:gd name="connsiteX23" fmla="*/ 327370 w 703365"/>
                <a:gd name="connsiteY23" fmla="*/ 114613 h 549413"/>
                <a:gd name="connsiteX24" fmla="*/ 348201 w 703365"/>
                <a:gd name="connsiteY24" fmla="*/ 122779 h 549413"/>
                <a:gd name="connsiteX25" fmla="*/ 369283 w 703365"/>
                <a:gd name="connsiteY25" fmla="*/ 153527 h 549413"/>
                <a:gd name="connsiteX26" fmla="*/ 360950 w 703365"/>
                <a:gd name="connsiteY26" fmla="*/ 186440 h 549413"/>
                <a:gd name="connsiteX27" fmla="*/ 333036 w 703365"/>
                <a:gd name="connsiteY27" fmla="*/ 193023 h 549413"/>
                <a:gd name="connsiteX28" fmla="*/ 307455 w 703365"/>
                <a:gd name="connsiteY28" fmla="*/ 230603 h 549413"/>
                <a:gd name="connsiteX29" fmla="*/ 246044 w 703365"/>
                <a:gd name="connsiteY29" fmla="*/ 201106 h 549413"/>
                <a:gd name="connsiteX30" fmla="*/ 285623 w 703365"/>
                <a:gd name="connsiteY30" fmla="*/ 158110 h 549413"/>
                <a:gd name="connsiteX31" fmla="*/ 285623 w 703365"/>
                <a:gd name="connsiteY31" fmla="*/ 158110 h 549413"/>
                <a:gd name="connsiteX32" fmla="*/ 126638 w 703365"/>
                <a:gd name="connsiteY32" fmla="*/ 332594 h 549413"/>
                <a:gd name="connsiteX33" fmla="*/ 205631 w 703365"/>
                <a:gd name="connsiteY33" fmla="*/ 241936 h 549413"/>
                <a:gd name="connsiteX34" fmla="*/ 212797 w 703365"/>
                <a:gd name="connsiteY34" fmla="*/ 234686 h 549413"/>
                <a:gd name="connsiteX35" fmla="*/ 241628 w 703365"/>
                <a:gd name="connsiteY35" fmla="*/ 344343 h 549413"/>
                <a:gd name="connsiteX36" fmla="*/ 119139 w 703365"/>
                <a:gd name="connsiteY36" fmla="*/ 341927 h 549413"/>
                <a:gd name="connsiteX37" fmla="*/ 126638 w 703365"/>
                <a:gd name="connsiteY37" fmla="*/ 332594 h 549413"/>
                <a:gd name="connsiteX38" fmla="*/ 126638 w 703365"/>
                <a:gd name="connsiteY38" fmla="*/ 332594 h 549413"/>
                <a:gd name="connsiteX39" fmla="*/ 32980 w 703365"/>
                <a:gd name="connsiteY39" fmla="*/ 466748 h 549413"/>
                <a:gd name="connsiteX40" fmla="*/ 33980 w 703365"/>
                <a:gd name="connsiteY40" fmla="*/ 464832 h 549413"/>
                <a:gd name="connsiteX41" fmla="*/ 61727 w 703365"/>
                <a:gd name="connsiteY41" fmla="*/ 416836 h 549413"/>
                <a:gd name="connsiteX42" fmla="*/ 89308 w 703365"/>
                <a:gd name="connsiteY42" fmla="*/ 380340 h 549413"/>
                <a:gd name="connsiteX43" fmla="*/ 121222 w 703365"/>
                <a:gd name="connsiteY43" fmla="*/ 405504 h 549413"/>
                <a:gd name="connsiteX44" fmla="*/ 122305 w 703365"/>
                <a:gd name="connsiteY44" fmla="*/ 439917 h 549413"/>
                <a:gd name="connsiteX45" fmla="*/ 96057 w 703365"/>
                <a:gd name="connsiteY45" fmla="*/ 450333 h 549413"/>
                <a:gd name="connsiteX46" fmla="*/ 78726 w 703365"/>
                <a:gd name="connsiteY46" fmla="*/ 469748 h 549413"/>
                <a:gd name="connsiteX47" fmla="*/ 32980 w 703365"/>
                <a:gd name="connsiteY47" fmla="*/ 466748 h 549413"/>
                <a:gd name="connsiteX48" fmla="*/ 32980 w 703365"/>
                <a:gd name="connsiteY48" fmla="*/ 466748 h 549413"/>
                <a:gd name="connsiteX49" fmla="*/ 205131 w 703365"/>
                <a:gd name="connsiteY49" fmla="*/ 510744 h 549413"/>
                <a:gd name="connsiteX50" fmla="*/ 249794 w 703365"/>
                <a:gd name="connsiteY50" fmla="*/ 488080 h 549413"/>
                <a:gd name="connsiteX51" fmla="*/ 283957 w 703365"/>
                <a:gd name="connsiteY51" fmla="*/ 497412 h 549413"/>
                <a:gd name="connsiteX52" fmla="*/ 273875 w 703365"/>
                <a:gd name="connsiteY52" fmla="*/ 499245 h 549413"/>
                <a:gd name="connsiteX53" fmla="*/ 205131 w 703365"/>
                <a:gd name="connsiteY53" fmla="*/ 510744 h 549413"/>
                <a:gd name="connsiteX54" fmla="*/ 205131 w 703365"/>
                <a:gd name="connsiteY54" fmla="*/ 510744 h 549413"/>
                <a:gd name="connsiteX55" fmla="*/ 335286 w 703365"/>
                <a:gd name="connsiteY55" fmla="*/ 487413 h 549413"/>
                <a:gd name="connsiteX56" fmla="*/ 336119 w 703365"/>
                <a:gd name="connsiteY56" fmla="*/ 423586 h 549413"/>
                <a:gd name="connsiteX57" fmla="*/ 385198 w 703365"/>
                <a:gd name="connsiteY57" fmla="*/ 382673 h 549413"/>
                <a:gd name="connsiteX58" fmla="*/ 456441 w 703365"/>
                <a:gd name="connsiteY58" fmla="*/ 397088 h 549413"/>
                <a:gd name="connsiteX59" fmla="*/ 478440 w 703365"/>
                <a:gd name="connsiteY59" fmla="*/ 431835 h 549413"/>
                <a:gd name="connsiteX60" fmla="*/ 479940 w 703365"/>
                <a:gd name="connsiteY60" fmla="*/ 455083 h 549413"/>
                <a:gd name="connsiteX61" fmla="*/ 335286 w 703365"/>
                <a:gd name="connsiteY61" fmla="*/ 487413 h 549413"/>
                <a:gd name="connsiteX62" fmla="*/ 335286 w 703365"/>
                <a:gd name="connsiteY62" fmla="*/ 487413 h 549413"/>
                <a:gd name="connsiteX63" fmla="*/ 506021 w 703365"/>
                <a:gd name="connsiteY63" fmla="*/ 449417 h 549413"/>
                <a:gd name="connsiteX64" fmla="*/ 488688 w 703365"/>
                <a:gd name="connsiteY64" fmla="*/ 453166 h 549413"/>
                <a:gd name="connsiteX65" fmla="*/ 478273 w 703365"/>
                <a:gd name="connsiteY65" fmla="*/ 406421 h 549413"/>
                <a:gd name="connsiteX66" fmla="*/ 398697 w 703365"/>
                <a:gd name="connsiteY66" fmla="*/ 370090 h 549413"/>
                <a:gd name="connsiteX67" fmla="*/ 329787 w 703365"/>
                <a:gd name="connsiteY67" fmla="*/ 410837 h 549413"/>
                <a:gd name="connsiteX68" fmla="*/ 323537 w 703365"/>
                <a:gd name="connsiteY68" fmla="*/ 489830 h 549413"/>
                <a:gd name="connsiteX69" fmla="*/ 292457 w 703365"/>
                <a:gd name="connsiteY69" fmla="*/ 495913 h 549413"/>
                <a:gd name="connsiteX70" fmla="*/ 249711 w 703365"/>
                <a:gd name="connsiteY70" fmla="*/ 477831 h 549413"/>
                <a:gd name="connsiteX71" fmla="*/ 215631 w 703365"/>
                <a:gd name="connsiteY71" fmla="*/ 489913 h 549413"/>
                <a:gd name="connsiteX72" fmla="*/ 189466 w 703365"/>
                <a:gd name="connsiteY72" fmla="*/ 513411 h 549413"/>
                <a:gd name="connsiteX73" fmla="*/ 153886 w 703365"/>
                <a:gd name="connsiteY73" fmla="*/ 519660 h 549413"/>
                <a:gd name="connsiteX74" fmla="*/ 114306 w 703365"/>
                <a:gd name="connsiteY74" fmla="*/ 527493 h 549413"/>
                <a:gd name="connsiteX75" fmla="*/ 60144 w 703365"/>
                <a:gd name="connsiteY75" fmla="*/ 533159 h 549413"/>
                <a:gd name="connsiteX76" fmla="*/ 17064 w 703365"/>
                <a:gd name="connsiteY76" fmla="*/ 511244 h 549413"/>
                <a:gd name="connsiteX77" fmla="*/ 29313 w 703365"/>
                <a:gd name="connsiteY77" fmla="*/ 474498 h 549413"/>
                <a:gd name="connsiteX78" fmla="*/ 71643 w 703365"/>
                <a:gd name="connsiteY78" fmla="*/ 488830 h 549413"/>
                <a:gd name="connsiteX79" fmla="*/ 87058 w 703365"/>
                <a:gd name="connsiteY79" fmla="*/ 476497 h 549413"/>
                <a:gd name="connsiteX80" fmla="*/ 89724 w 703365"/>
                <a:gd name="connsiteY80" fmla="*/ 466832 h 549413"/>
                <a:gd name="connsiteX81" fmla="*/ 107057 w 703365"/>
                <a:gd name="connsiteY81" fmla="*/ 456249 h 549413"/>
                <a:gd name="connsiteX82" fmla="*/ 121806 w 703365"/>
                <a:gd name="connsiteY82" fmla="*/ 451833 h 549413"/>
                <a:gd name="connsiteX83" fmla="*/ 97307 w 703365"/>
                <a:gd name="connsiteY83" fmla="*/ 370257 h 549413"/>
                <a:gd name="connsiteX84" fmla="*/ 118139 w 703365"/>
                <a:gd name="connsiteY84" fmla="*/ 343510 h 549413"/>
                <a:gd name="connsiteX85" fmla="*/ 179967 w 703365"/>
                <a:gd name="connsiteY85" fmla="*/ 379256 h 549413"/>
                <a:gd name="connsiteX86" fmla="*/ 251044 w 703365"/>
                <a:gd name="connsiteY86" fmla="*/ 352592 h 549413"/>
                <a:gd name="connsiteX87" fmla="*/ 222379 w 703365"/>
                <a:gd name="connsiteY87" fmla="*/ 225104 h 549413"/>
                <a:gd name="connsiteX88" fmla="*/ 243877 w 703365"/>
                <a:gd name="connsiteY88" fmla="*/ 203356 h 549413"/>
                <a:gd name="connsiteX89" fmla="*/ 309788 w 703365"/>
                <a:gd name="connsiteY89" fmla="*/ 239769 h 549413"/>
                <a:gd name="connsiteX90" fmla="*/ 329620 w 703365"/>
                <a:gd name="connsiteY90" fmla="*/ 221270 h 549413"/>
                <a:gd name="connsiteX91" fmla="*/ 343035 w 703365"/>
                <a:gd name="connsiteY91" fmla="*/ 202189 h 549413"/>
                <a:gd name="connsiteX92" fmla="*/ 365367 w 703365"/>
                <a:gd name="connsiteY92" fmla="*/ 197439 h 549413"/>
                <a:gd name="connsiteX93" fmla="*/ 377033 w 703365"/>
                <a:gd name="connsiteY93" fmla="*/ 135861 h 549413"/>
                <a:gd name="connsiteX94" fmla="*/ 345951 w 703365"/>
                <a:gd name="connsiteY94" fmla="*/ 106114 h 549413"/>
                <a:gd name="connsiteX95" fmla="*/ 339286 w 703365"/>
                <a:gd name="connsiteY95" fmla="*/ 103614 h 549413"/>
                <a:gd name="connsiteX96" fmla="*/ 367949 w 703365"/>
                <a:gd name="connsiteY96" fmla="*/ 77367 h 549413"/>
                <a:gd name="connsiteX97" fmla="*/ 392114 w 703365"/>
                <a:gd name="connsiteY97" fmla="*/ 56369 h 549413"/>
                <a:gd name="connsiteX98" fmla="*/ 407030 w 703365"/>
                <a:gd name="connsiteY98" fmla="*/ 67618 h 549413"/>
                <a:gd name="connsiteX99" fmla="*/ 428861 w 703365"/>
                <a:gd name="connsiteY99" fmla="*/ 82616 h 549413"/>
                <a:gd name="connsiteX100" fmla="*/ 474273 w 703365"/>
                <a:gd name="connsiteY100" fmla="*/ 120530 h 549413"/>
                <a:gd name="connsiteX101" fmla="*/ 517687 w 703365"/>
                <a:gd name="connsiteY101" fmla="*/ 165276 h 549413"/>
                <a:gd name="connsiteX102" fmla="*/ 546517 w 703365"/>
                <a:gd name="connsiteY102" fmla="*/ 214105 h 549413"/>
                <a:gd name="connsiteX103" fmla="*/ 587180 w 703365"/>
                <a:gd name="connsiteY103" fmla="*/ 290264 h 549413"/>
                <a:gd name="connsiteX104" fmla="*/ 547851 w 703365"/>
                <a:gd name="connsiteY104" fmla="*/ 306930 h 549413"/>
                <a:gd name="connsiteX105" fmla="*/ 549017 w 703365"/>
                <a:gd name="connsiteY105" fmla="*/ 358675 h 549413"/>
                <a:gd name="connsiteX106" fmla="*/ 515020 w 703365"/>
                <a:gd name="connsiteY106" fmla="*/ 403504 h 549413"/>
                <a:gd name="connsiteX107" fmla="*/ 540351 w 703365"/>
                <a:gd name="connsiteY107" fmla="*/ 440917 h 549413"/>
                <a:gd name="connsiteX108" fmla="*/ 506021 w 703365"/>
                <a:gd name="connsiteY108" fmla="*/ 449417 h 549413"/>
                <a:gd name="connsiteX109" fmla="*/ 506021 w 703365"/>
                <a:gd name="connsiteY109" fmla="*/ 449417 h 549413"/>
                <a:gd name="connsiteX110" fmla="*/ 601262 w 703365"/>
                <a:gd name="connsiteY110" fmla="*/ 424835 h 549413"/>
                <a:gd name="connsiteX111" fmla="*/ 547767 w 703365"/>
                <a:gd name="connsiteY111" fmla="*/ 438668 h 549413"/>
                <a:gd name="connsiteX112" fmla="*/ 532019 w 703365"/>
                <a:gd name="connsiteY112" fmla="*/ 392172 h 549413"/>
                <a:gd name="connsiteX113" fmla="*/ 560766 w 703365"/>
                <a:gd name="connsiteY113" fmla="*/ 372757 h 549413"/>
                <a:gd name="connsiteX114" fmla="*/ 550683 w 703365"/>
                <a:gd name="connsiteY114" fmla="*/ 330844 h 549413"/>
                <a:gd name="connsiteX115" fmla="*/ 592263 w 703365"/>
                <a:gd name="connsiteY115" fmla="*/ 301180 h 549413"/>
                <a:gd name="connsiteX116" fmla="*/ 602929 w 703365"/>
                <a:gd name="connsiteY116" fmla="*/ 328844 h 549413"/>
                <a:gd name="connsiteX117" fmla="*/ 616094 w 703365"/>
                <a:gd name="connsiteY117" fmla="*/ 384839 h 549413"/>
                <a:gd name="connsiteX118" fmla="*/ 619344 w 703365"/>
                <a:gd name="connsiteY118" fmla="*/ 414087 h 549413"/>
                <a:gd name="connsiteX119" fmla="*/ 619260 w 703365"/>
                <a:gd name="connsiteY119" fmla="*/ 421503 h 549413"/>
                <a:gd name="connsiteX120" fmla="*/ 601262 w 703365"/>
                <a:gd name="connsiteY120" fmla="*/ 424835 h 549413"/>
                <a:gd name="connsiteX121" fmla="*/ 601262 w 703365"/>
                <a:gd name="connsiteY121" fmla="*/ 424835 h 549413"/>
                <a:gd name="connsiteX122" fmla="*/ 468107 w 703365"/>
                <a:gd name="connsiteY122" fmla="*/ 18539 h 549413"/>
                <a:gd name="connsiteX123" fmla="*/ 552183 w 703365"/>
                <a:gd name="connsiteY123" fmla="*/ 64701 h 549413"/>
                <a:gd name="connsiteX124" fmla="*/ 613178 w 703365"/>
                <a:gd name="connsiteY124" fmla="*/ 157027 h 549413"/>
                <a:gd name="connsiteX125" fmla="*/ 661840 w 703365"/>
                <a:gd name="connsiteY125" fmla="*/ 259350 h 549413"/>
                <a:gd name="connsiteX126" fmla="*/ 686587 w 703365"/>
                <a:gd name="connsiteY126" fmla="*/ 368090 h 549413"/>
                <a:gd name="connsiteX127" fmla="*/ 625677 w 703365"/>
                <a:gd name="connsiteY127" fmla="*/ 420503 h 549413"/>
                <a:gd name="connsiteX128" fmla="*/ 628259 w 703365"/>
                <a:gd name="connsiteY128" fmla="*/ 406337 h 549413"/>
                <a:gd name="connsiteX129" fmla="*/ 627843 w 703365"/>
                <a:gd name="connsiteY129" fmla="*/ 379673 h 549413"/>
                <a:gd name="connsiteX130" fmla="*/ 613761 w 703365"/>
                <a:gd name="connsiteY130" fmla="*/ 314595 h 549413"/>
                <a:gd name="connsiteX131" fmla="*/ 555017 w 703365"/>
                <a:gd name="connsiteY131" fmla="*/ 193273 h 549413"/>
                <a:gd name="connsiteX132" fmla="*/ 523352 w 703365"/>
                <a:gd name="connsiteY132" fmla="*/ 144028 h 549413"/>
                <a:gd name="connsiteX133" fmla="*/ 477606 w 703365"/>
                <a:gd name="connsiteY133" fmla="*/ 99032 h 549413"/>
                <a:gd name="connsiteX134" fmla="*/ 432610 w 703365"/>
                <a:gd name="connsiteY134" fmla="*/ 63785 h 549413"/>
                <a:gd name="connsiteX135" fmla="*/ 405946 w 703365"/>
                <a:gd name="connsiteY135" fmla="*/ 46870 h 549413"/>
                <a:gd name="connsiteX136" fmla="*/ 405280 w 703365"/>
                <a:gd name="connsiteY136" fmla="*/ 46453 h 549413"/>
                <a:gd name="connsiteX137" fmla="*/ 468107 w 703365"/>
                <a:gd name="connsiteY137" fmla="*/ 18539 h 549413"/>
                <a:gd name="connsiteX138" fmla="*/ 468107 w 703365"/>
                <a:gd name="connsiteY138" fmla="*/ 18539 h 549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703365" h="549413">
                  <a:moveTo>
                    <a:pt x="404279" y="25205"/>
                  </a:moveTo>
                  <a:cubicBezTo>
                    <a:pt x="369700" y="46786"/>
                    <a:pt x="340369" y="77784"/>
                    <a:pt x="311038" y="105781"/>
                  </a:cubicBezTo>
                  <a:cubicBezTo>
                    <a:pt x="280208" y="135445"/>
                    <a:pt x="252293" y="167942"/>
                    <a:pt x="222463" y="198689"/>
                  </a:cubicBezTo>
                  <a:cubicBezTo>
                    <a:pt x="193049" y="229103"/>
                    <a:pt x="162718" y="258684"/>
                    <a:pt x="136388" y="291764"/>
                  </a:cubicBezTo>
                  <a:cubicBezTo>
                    <a:pt x="110889" y="323845"/>
                    <a:pt x="86641" y="356509"/>
                    <a:pt x="61977" y="389089"/>
                  </a:cubicBezTo>
                  <a:cubicBezTo>
                    <a:pt x="39480" y="418920"/>
                    <a:pt x="19231" y="449833"/>
                    <a:pt x="6233" y="485247"/>
                  </a:cubicBezTo>
                  <a:cubicBezTo>
                    <a:pt x="983" y="499412"/>
                    <a:pt x="-3684" y="517911"/>
                    <a:pt x="4233" y="531993"/>
                  </a:cubicBezTo>
                  <a:cubicBezTo>
                    <a:pt x="12399" y="546575"/>
                    <a:pt x="31230" y="549574"/>
                    <a:pt x="46312" y="549408"/>
                  </a:cubicBezTo>
                  <a:cubicBezTo>
                    <a:pt x="64561" y="549241"/>
                    <a:pt x="83226" y="547158"/>
                    <a:pt x="101307" y="544492"/>
                  </a:cubicBezTo>
                  <a:cubicBezTo>
                    <a:pt x="123388" y="541242"/>
                    <a:pt x="145887" y="539325"/>
                    <a:pt x="167635" y="534326"/>
                  </a:cubicBezTo>
                  <a:cubicBezTo>
                    <a:pt x="206215" y="525493"/>
                    <a:pt x="245211" y="518827"/>
                    <a:pt x="283957" y="510411"/>
                  </a:cubicBezTo>
                  <a:cubicBezTo>
                    <a:pt x="287790" y="509828"/>
                    <a:pt x="291540" y="509161"/>
                    <a:pt x="295290" y="508495"/>
                  </a:cubicBezTo>
                  <a:cubicBezTo>
                    <a:pt x="295956" y="508995"/>
                    <a:pt x="296957" y="508745"/>
                    <a:pt x="297373" y="508161"/>
                  </a:cubicBezTo>
                  <a:cubicBezTo>
                    <a:pt x="367866" y="496412"/>
                    <a:pt x="436943" y="479997"/>
                    <a:pt x="506937" y="465498"/>
                  </a:cubicBezTo>
                  <a:cubicBezTo>
                    <a:pt x="543684" y="457916"/>
                    <a:pt x="579347" y="446250"/>
                    <a:pt x="616344" y="439168"/>
                  </a:cubicBezTo>
                  <a:cubicBezTo>
                    <a:pt x="646425" y="433418"/>
                    <a:pt x="687338" y="427252"/>
                    <a:pt x="700086" y="394172"/>
                  </a:cubicBezTo>
                  <a:cubicBezTo>
                    <a:pt x="705919" y="379006"/>
                    <a:pt x="702753" y="362841"/>
                    <a:pt x="699920" y="347342"/>
                  </a:cubicBezTo>
                  <a:cubicBezTo>
                    <a:pt x="696087" y="326845"/>
                    <a:pt x="690671" y="306679"/>
                    <a:pt x="685504" y="286431"/>
                  </a:cubicBezTo>
                  <a:cubicBezTo>
                    <a:pt x="675255" y="246435"/>
                    <a:pt x="658007" y="211605"/>
                    <a:pt x="639675" y="174858"/>
                  </a:cubicBezTo>
                  <a:cubicBezTo>
                    <a:pt x="608095" y="111530"/>
                    <a:pt x="567682" y="36287"/>
                    <a:pt x="500187" y="4957"/>
                  </a:cubicBezTo>
                  <a:cubicBezTo>
                    <a:pt x="469774" y="-8875"/>
                    <a:pt x="430444" y="8956"/>
                    <a:pt x="404279" y="25205"/>
                  </a:cubicBezTo>
                  <a:lnTo>
                    <a:pt x="404279" y="25205"/>
                  </a:lnTo>
                  <a:close/>
                  <a:moveTo>
                    <a:pt x="285623" y="158110"/>
                  </a:moveTo>
                  <a:cubicBezTo>
                    <a:pt x="298539" y="142861"/>
                    <a:pt x="312788" y="128529"/>
                    <a:pt x="327370" y="114613"/>
                  </a:cubicBezTo>
                  <a:cubicBezTo>
                    <a:pt x="334453" y="116113"/>
                    <a:pt x="345785" y="121279"/>
                    <a:pt x="348201" y="122779"/>
                  </a:cubicBezTo>
                  <a:cubicBezTo>
                    <a:pt x="359368" y="129362"/>
                    <a:pt x="366367" y="141111"/>
                    <a:pt x="369283" y="153527"/>
                  </a:cubicBezTo>
                  <a:cubicBezTo>
                    <a:pt x="372032" y="165192"/>
                    <a:pt x="372783" y="180441"/>
                    <a:pt x="360950" y="186440"/>
                  </a:cubicBezTo>
                  <a:cubicBezTo>
                    <a:pt x="352201" y="190857"/>
                    <a:pt x="341785" y="189190"/>
                    <a:pt x="333036" y="193023"/>
                  </a:cubicBezTo>
                  <a:cubicBezTo>
                    <a:pt x="316204" y="200439"/>
                    <a:pt x="325370" y="224937"/>
                    <a:pt x="307455" y="230603"/>
                  </a:cubicBezTo>
                  <a:cubicBezTo>
                    <a:pt x="287541" y="236936"/>
                    <a:pt x="261126" y="216271"/>
                    <a:pt x="246044" y="201106"/>
                  </a:cubicBezTo>
                  <a:cubicBezTo>
                    <a:pt x="259709" y="187024"/>
                    <a:pt x="273041" y="172942"/>
                    <a:pt x="285623" y="158110"/>
                  </a:cubicBezTo>
                  <a:lnTo>
                    <a:pt x="285623" y="158110"/>
                  </a:lnTo>
                  <a:close/>
                  <a:moveTo>
                    <a:pt x="126638" y="332594"/>
                  </a:moveTo>
                  <a:cubicBezTo>
                    <a:pt x="151886" y="301013"/>
                    <a:pt x="177383" y="270849"/>
                    <a:pt x="205631" y="241936"/>
                  </a:cubicBezTo>
                  <a:cubicBezTo>
                    <a:pt x="207964" y="239519"/>
                    <a:pt x="210381" y="237103"/>
                    <a:pt x="212797" y="234686"/>
                  </a:cubicBezTo>
                  <a:cubicBezTo>
                    <a:pt x="252460" y="252268"/>
                    <a:pt x="264459" y="309596"/>
                    <a:pt x="241628" y="344343"/>
                  </a:cubicBezTo>
                  <a:cubicBezTo>
                    <a:pt x="216297" y="382923"/>
                    <a:pt x="148136" y="370840"/>
                    <a:pt x="119139" y="341927"/>
                  </a:cubicBezTo>
                  <a:cubicBezTo>
                    <a:pt x="121722" y="338843"/>
                    <a:pt x="124138" y="335677"/>
                    <a:pt x="126638" y="332594"/>
                  </a:cubicBezTo>
                  <a:lnTo>
                    <a:pt x="126638" y="332594"/>
                  </a:lnTo>
                  <a:close/>
                  <a:moveTo>
                    <a:pt x="32980" y="466748"/>
                  </a:moveTo>
                  <a:cubicBezTo>
                    <a:pt x="33314" y="466082"/>
                    <a:pt x="33646" y="465498"/>
                    <a:pt x="33980" y="464832"/>
                  </a:cubicBezTo>
                  <a:cubicBezTo>
                    <a:pt x="42229" y="448250"/>
                    <a:pt x="50562" y="431752"/>
                    <a:pt x="61727" y="416836"/>
                  </a:cubicBezTo>
                  <a:cubicBezTo>
                    <a:pt x="70894" y="404587"/>
                    <a:pt x="80059" y="392422"/>
                    <a:pt x="89308" y="380340"/>
                  </a:cubicBezTo>
                  <a:cubicBezTo>
                    <a:pt x="102223" y="387589"/>
                    <a:pt x="113556" y="389672"/>
                    <a:pt x="121222" y="405504"/>
                  </a:cubicBezTo>
                  <a:cubicBezTo>
                    <a:pt x="125638" y="414503"/>
                    <a:pt x="128805" y="430918"/>
                    <a:pt x="122305" y="439917"/>
                  </a:cubicBezTo>
                  <a:cubicBezTo>
                    <a:pt x="116389" y="448167"/>
                    <a:pt x="104640" y="447500"/>
                    <a:pt x="96057" y="450333"/>
                  </a:cubicBezTo>
                  <a:cubicBezTo>
                    <a:pt x="84226" y="454166"/>
                    <a:pt x="83642" y="460083"/>
                    <a:pt x="78726" y="469748"/>
                  </a:cubicBezTo>
                  <a:cubicBezTo>
                    <a:pt x="70393" y="486080"/>
                    <a:pt x="48061" y="476081"/>
                    <a:pt x="32980" y="466748"/>
                  </a:cubicBezTo>
                  <a:lnTo>
                    <a:pt x="32980" y="466748"/>
                  </a:lnTo>
                  <a:close/>
                  <a:moveTo>
                    <a:pt x="205131" y="510744"/>
                  </a:moveTo>
                  <a:cubicBezTo>
                    <a:pt x="216213" y="498662"/>
                    <a:pt x="235628" y="489080"/>
                    <a:pt x="249794" y="488080"/>
                  </a:cubicBezTo>
                  <a:cubicBezTo>
                    <a:pt x="263293" y="487080"/>
                    <a:pt x="274458" y="490246"/>
                    <a:pt x="283957" y="497412"/>
                  </a:cubicBezTo>
                  <a:cubicBezTo>
                    <a:pt x="280624" y="497996"/>
                    <a:pt x="277291" y="498662"/>
                    <a:pt x="273875" y="499245"/>
                  </a:cubicBezTo>
                  <a:cubicBezTo>
                    <a:pt x="251044" y="503245"/>
                    <a:pt x="228046" y="506912"/>
                    <a:pt x="205131" y="510744"/>
                  </a:cubicBezTo>
                  <a:lnTo>
                    <a:pt x="205131" y="510744"/>
                  </a:lnTo>
                  <a:close/>
                  <a:moveTo>
                    <a:pt x="335286" y="487413"/>
                  </a:moveTo>
                  <a:cubicBezTo>
                    <a:pt x="328536" y="467748"/>
                    <a:pt x="327121" y="442251"/>
                    <a:pt x="336119" y="423586"/>
                  </a:cubicBezTo>
                  <a:cubicBezTo>
                    <a:pt x="346035" y="402838"/>
                    <a:pt x="364117" y="390755"/>
                    <a:pt x="385198" y="382673"/>
                  </a:cubicBezTo>
                  <a:cubicBezTo>
                    <a:pt x="408280" y="373840"/>
                    <a:pt x="437194" y="382423"/>
                    <a:pt x="456441" y="397088"/>
                  </a:cubicBezTo>
                  <a:cubicBezTo>
                    <a:pt x="467940" y="405921"/>
                    <a:pt x="475440" y="417586"/>
                    <a:pt x="478440" y="431835"/>
                  </a:cubicBezTo>
                  <a:cubicBezTo>
                    <a:pt x="479273" y="435834"/>
                    <a:pt x="481356" y="447417"/>
                    <a:pt x="479940" y="455083"/>
                  </a:cubicBezTo>
                  <a:cubicBezTo>
                    <a:pt x="431777" y="465582"/>
                    <a:pt x="383698" y="477248"/>
                    <a:pt x="335286" y="487413"/>
                  </a:cubicBezTo>
                  <a:lnTo>
                    <a:pt x="335286" y="487413"/>
                  </a:lnTo>
                  <a:close/>
                  <a:moveTo>
                    <a:pt x="506021" y="449417"/>
                  </a:moveTo>
                  <a:cubicBezTo>
                    <a:pt x="500187" y="450667"/>
                    <a:pt x="494438" y="451916"/>
                    <a:pt x="488688" y="453166"/>
                  </a:cubicBezTo>
                  <a:cubicBezTo>
                    <a:pt x="490689" y="438084"/>
                    <a:pt x="481606" y="411503"/>
                    <a:pt x="478273" y="406421"/>
                  </a:cubicBezTo>
                  <a:cubicBezTo>
                    <a:pt x="462525" y="382256"/>
                    <a:pt x="427028" y="367757"/>
                    <a:pt x="398697" y="370090"/>
                  </a:cubicBezTo>
                  <a:cubicBezTo>
                    <a:pt x="373032" y="372173"/>
                    <a:pt x="344118" y="389756"/>
                    <a:pt x="329787" y="410837"/>
                  </a:cubicBezTo>
                  <a:cubicBezTo>
                    <a:pt x="313954" y="434085"/>
                    <a:pt x="313038" y="464415"/>
                    <a:pt x="323537" y="489830"/>
                  </a:cubicBezTo>
                  <a:cubicBezTo>
                    <a:pt x="313205" y="491913"/>
                    <a:pt x="302789" y="493913"/>
                    <a:pt x="292457" y="495913"/>
                  </a:cubicBezTo>
                  <a:cubicBezTo>
                    <a:pt x="283375" y="482247"/>
                    <a:pt x="267958" y="476831"/>
                    <a:pt x="249711" y="477831"/>
                  </a:cubicBezTo>
                  <a:cubicBezTo>
                    <a:pt x="237128" y="478497"/>
                    <a:pt x="225963" y="483163"/>
                    <a:pt x="215631" y="489913"/>
                  </a:cubicBezTo>
                  <a:cubicBezTo>
                    <a:pt x="205798" y="496329"/>
                    <a:pt x="193716" y="501745"/>
                    <a:pt x="189466" y="513411"/>
                  </a:cubicBezTo>
                  <a:cubicBezTo>
                    <a:pt x="177634" y="515410"/>
                    <a:pt x="165718" y="517494"/>
                    <a:pt x="153886" y="519660"/>
                  </a:cubicBezTo>
                  <a:cubicBezTo>
                    <a:pt x="140637" y="522077"/>
                    <a:pt x="127555" y="524993"/>
                    <a:pt x="114306" y="527493"/>
                  </a:cubicBezTo>
                  <a:cubicBezTo>
                    <a:pt x="96224" y="529910"/>
                    <a:pt x="78392" y="532159"/>
                    <a:pt x="60144" y="533159"/>
                  </a:cubicBezTo>
                  <a:cubicBezTo>
                    <a:pt x="42646" y="534076"/>
                    <a:pt x="15565" y="535909"/>
                    <a:pt x="17064" y="511244"/>
                  </a:cubicBezTo>
                  <a:cubicBezTo>
                    <a:pt x="17815" y="498496"/>
                    <a:pt x="23481" y="486164"/>
                    <a:pt x="29313" y="474498"/>
                  </a:cubicBezTo>
                  <a:cubicBezTo>
                    <a:pt x="40896" y="483830"/>
                    <a:pt x="61727" y="489913"/>
                    <a:pt x="71643" y="488830"/>
                  </a:cubicBezTo>
                  <a:cubicBezTo>
                    <a:pt x="79809" y="487913"/>
                    <a:pt x="84392" y="483914"/>
                    <a:pt x="87058" y="476497"/>
                  </a:cubicBezTo>
                  <a:cubicBezTo>
                    <a:pt x="88058" y="473665"/>
                    <a:pt x="87975" y="469332"/>
                    <a:pt x="89724" y="466832"/>
                  </a:cubicBezTo>
                  <a:cubicBezTo>
                    <a:pt x="93141" y="461749"/>
                    <a:pt x="101390" y="457999"/>
                    <a:pt x="107057" y="456249"/>
                  </a:cubicBezTo>
                  <a:cubicBezTo>
                    <a:pt x="111973" y="454750"/>
                    <a:pt x="117222" y="454416"/>
                    <a:pt x="121806" y="451833"/>
                  </a:cubicBezTo>
                  <a:cubicBezTo>
                    <a:pt x="152636" y="434668"/>
                    <a:pt x="128554" y="376423"/>
                    <a:pt x="97307" y="370257"/>
                  </a:cubicBezTo>
                  <a:cubicBezTo>
                    <a:pt x="104224" y="361341"/>
                    <a:pt x="111056" y="352342"/>
                    <a:pt x="118139" y="343510"/>
                  </a:cubicBezTo>
                  <a:cubicBezTo>
                    <a:pt x="129638" y="365507"/>
                    <a:pt x="155886" y="376173"/>
                    <a:pt x="179967" y="379256"/>
                  </a:cubicBezTo>
                  <a:cubicBezTo>
                    <a:pt x="207131" y="382756"/>
                    <a:pt x="234795" y="375923"/>
                    <a:pt x="251044" y="352592"/>
                  </a:cubicBezTo>
                  <a:cubicBezTo>
                    <a:pt x="279291" y="312012"/>
                    <a:pt x="265709" y="248851"/>
                    <a:pt x="222379" y="225104"/>
                  </a:cubicBezTo>
                  <a:cubicBezTo>
                    <a:pt x="229545" y="217854"/>
                    <a:pt x="236711" y="210605"/>
                    <a:pt x="243877" y="203356"/>
                  </a:cubicBezTo>
                  <a:cubicBezTo>
                    <a:pt x="259542" y="222270"/>
                    <a:pt x="285041" y="244185"/>
                    <a:pt x="309788" y="239769"/>
                  </a:cubicBezTo>
                  <a:cubicBezTo>
                    <a:pt x="320371" y="237852"/>
                    <a:pt x="326620" y="231353"/>
                    <a:pt x="329620" y="221270"/>
                  </a:cubicBezTo>
                  <a:cubicBezTo>
                    <a:pt x="332203" y="212272"/>
                    <a:pt x="332370" y="205522"/>
                    <a:pt x="343035" y="202189"/>
                  </a:cubicBezTo>
                  <a:cubicBezTo>
                    <a:pt x="350201" y="199939"/>
                    <a:pt x="358118" y="200189"/>
                    <a:pt x="365367" y="197439"/>
                  </a:cubicBezTo>
                  <a:cubicBezTo>
                    <a:pt x="389448" y="188190"/>
                    <a:pt x="386115" y="155443"/>
                    <a:pt x="377033" y="135861"/>
                  </a:cubicBezTo>
                  <a:cubicBezTo>
                    <a:pt x="370949" y="122779"/>
                    <a:pt x="359617" y="111114"/>
                    <a:pt x="345951" y="106114"/>
                  </a:cubicBezTo>
                  <a:cubicBezTo>
                    <a:pt x="344118" y="105448"/>
                    <a:pt x="341868" y="104531"/>
                    <a:pt x="339286" y="103614"/>
                  </a:cubicBezTo>
                  <a:cubicBezTo>
                    <a:pt x="348868" y="94782"/>
                    <a:pt x="358450" y="86033"/>
                    <a:pt x="367949" y="77367"/>
                  </a:cubicBezTo>
                  <a:cubicBezTo>
                    <a:pt x="375783" y="70201"/>
                    <a:pt x="383782" y="63035"/>
                    <a:pt x="392114" y="56369"/>
                  </a:cubicBezTo>
                  <a:cubicBezTo>
                    <a:pt x="397364" y="59619"/>
                    <a:pt x="403114" y="65201"/>
                    <a:pt x="407030" y="67618"/>
                  </a:cubicBezTo>
                  <a:cubicBezTo>
                    <a:pt x="414695" y="72367"/>
                    <a:pt x="421612" y="77367"/>
                    <a:pt x="428861" y="82616"/>
                  </a:cubicBezTo>
                  <a:cubicBezTo>
                    <a:pt x="445026" y="94449"/>
                    <a:pt x="459858" y="106531"/>
                    <a:pt x="474273" y="120530"/>
                  </a:cubicBezTo>
                  <a:cubicBezTo>
                    <a:pt x="489356" y="135112"/>
                    <a:pt x="505271" y="148277"/>
                    <a:pt x="517687" y="165276"/>
                  </a:cubicBezTo>
                  <a:cubicBezTo>
                    <a:pt x="528852" y="180607"/>
                    <a:pt x="537518" y="197439"/>
                    <a:pt x="546517" y="214105"/>
                  </a:cubicBezTo>
                  <a:cubicBezTo>
                    <a:pt x="560266" y="239686"/>
                    <a:pt x="574932" y="264350"/>
                    <a:pt x="587180" y="290264"/>
                  </a:cubicBezTo>
                  <a:cubicBezTo>
                    <a:pt x="572181" y="290431"/>
                    <a:pt x="556516" y="293764"/>
                    <a:pt x="547851" y="306930"/>
                  </a:cubicBezTo>
                  <a:cubicBezTo>
                    <a:pt x="536268" y="324511"/>
                    <a:pt x="541351" y="341010"/>
                    <a:pt x="549017" y="358675"/>
                  </a:cubicBezTo>
                  <a:cubicBezTo>
                    <a:pt x="558599" y="380673"/>
                    <a:pt x="515769" y="381006"/>
                    <a:pt x="515020" y="403504"/>
                  </a:cubicBezTo>
                  <a:cubicBezTo>
                    <a:pt x="514437" y="420086"/>
                    <a:pt x="527936" y="431335"/>
                    <a:pt x="540351" y="440917"/>
                  </a:cubicBezTo>
                  <a:cubicBezTo>
                    <a:pt x="528935" y="443917"/>
                    <a:pt x="517520" y="446917"/>
                    <a:pt x="506021" y="449417"/>
                  </a:cubicBezTo>
                  <a:lnTo>
                    <a:pt x="506021" y="449417"/>
                  </a:lnTo>
                  <a:close/>
                  <a:moveTo>
                    <a:pt x="601262" y="424835"/>
                  </a:moveTo>
                  <a:cubicBezTo>
                    <a:pt x="583181" y="428502"/>
                    <a:pt x="565516" y="433668"/>
                    <a:pt x="547767" y="438668"/>
                  </a:cubicBezTo>
                  <a:cubicBezTo>
                    <a:pt x="533601" y="425835"/>
                    <a:pt x="511770" y="406337"/>
                    <a:pt x="532019" y="392172"/>
                  </a:cubicBezTo>
                  <a:cubicBezTo>
                    <a:pt x="541518" y="385506"/>
                    <a:pt x="557266" y="385922"/>
                    <a:pt x="560766" y="372757"/>
                  </a:cubicBezTo>
                  <a:cubicBezTo>
                    <a:pt x="564516" y="358508"/>
                    <a:pt x="550433" y="345176"/>
                    <a:pt x="550683" y="330844"/>
                  </a:cubicBezTo>
                  <a:cubicBezTo>
                    <a:pt x="551100" y="304096"/>
                    <a:pt x="573014" y="304263"/>
                    <a:pt x="592263" y="301180"/>
                  </a:cubicBezTo>
                  <a:cubicBezTo>
                    <a:pt x="596179" y="310179"/>
                    <a:pt x="599762" y="319429"/>
                    <a:pt x="602929" y="328844"/>
                  </a:cubicBezTo>
                  <a:cubicBezTo>
                    <a:pt x="608928" y="347093"/>
                    <a:pt x="612844" y="365924"/>
                    <a:pt x="616094" y="384839"/>
                  </a:cubicBezTo>
                  <a:cubicBezTo>
                    <a:pt x="617761" y="394505"/>
                    <a:pt x="619344" y="404254"/>
                    <a:pt x="619344" y="414087"/>
                  </a:cubicBezTo>
                  <a:cubicBezTo>
                    <a:pt x="619344" y="416753"/>
                    <a:pt x="619177" y="419169"/>
                    <a:pt x="619260" y="421503"/>
                  </a:cubicBezTo>
                  <a:cubicBezTo>
                    <a:pt x="612844" y="422752"/>
                    <a:pt x="606678" y="423752"/>
                    <a:pt x="601262" y="424835"/>
                  </a:cubicBezTo>
                  <a:lnTo>
                    <a:pt x="601262" y="424835"/>
                  </a:lnTo>
                  <a:close/>
                  <a:moveTo>
                    <a:pt x="468107" y="18539"/>
                  </a:moveTo>
                  <a:cubicBezTo>
                    <a:pt x="499188" y="13456"/>
                    <a:pt x="532935" y="42787"/>
                    <a:pt x="552183" y="64701"/>
                  </a:cubicBezTo>
                  <a:cubicBezTo>
                    <a:pt x="576098" y="91949"/>
                    <a:pt x="596096" y="125113"/>
                    <a:pt x="613178" y="157027"/>
                  </a:cubicBezTo>
                  <a:cubicBezTo>
                    <a:pt x="630676" y="189774"/>
                    <a:pt x="650341" y="223937"/>
                    <a:pt x="661840" y="259350"/>
                  </a:cubicBezTo>
                  <a:cubicBezTo>
                    <a:pt x="672923" y="293597"/>
                    <a:pt x="683255" y="332177"/>
                    <a:pt x="686587" y="368090"/>
                  </a:cubicBezTo>
                  <a:cubicBezTo>
                    <a:pt x="689837" y="403838"/>
                    <a:pt x="656258" y="414420"/>
                    <a:pt x="625677" y="420503"/>
                  </a:cubicBezTo>
                  <a:cubicBezTo>
                    <a:pt x="626510" y="415670"/>
                    <a:pt x="628093" y="410504"/>
                    <a:pt x="628259" y="406337"/>
                  </a:cubicBezTo>
                  <a:cubicBezTo>
                    <a:pt x="628760" y="397505"/>
                    <a:pt x="628676" y="388505"/>
                    <a:pt x="627843" y="379673"/>
                  </a:cubicBezTo>
                  <a:cubicBezTo>
                    <a:pt x="625760" y="357342"/>
                    <a:pt x="620677" y="335843"/>
                    <a:pt x="613761" y="314595"/>
                  </a:cubicBezTo>
                  <a:cubicBezTo>
                    <a:pt x="599929" y="271600"/>
                    <a:pt x="576098" y="233020"/>
                    <a:pt x="555017" y="193273"/>
                  </a:cubicBezTo>
                  <a:cubicBezTo>
                    <a:pt x="545851" y="176025"/>
                    <a:pt x="535851" y="159110"/>
                    <a:pt x="523352" y="144028"/>
                  </a:cubicBezTo>
                  <a:cubicBezTo>
                    <a:pt x="509770" y="127696"/>
                    <a:pt x="492772" y="113863"/>
                    <a:pt x="477606" y="99032"/>
                  </a:cubicBezTo>
                  <a:cubicBezTo>
                    <a:pt x="463858" y="85533"/>
                    <a:pt x="447943" y="75201"/>
                    <a:pt x="432610" y="63785"/>
                  </a:cubicBezTo>
                  <a:cubicBezTo>
                    <a:pt x="424111" y="57452"/>
                    <a:pt x="414778" y="52619"/>
                    <a:pt x="405946" y="46870"/>
                  </a:cubicBezTo>
                  <a:cubicBezTo>
                    <a:pt x="405696" y="46703"/>
                    <a:pt x="405529" y="46536"/>
                    <a:pt x="405280" y="46453"/>
                  </a:cubicBezTo>
                  <a:cubicBezTo>
                    <a:pt x="424111" y="33038"/>
                    <a:pt x="444693" y="22372"/>
                    <a:pt x="468107" y="18539"/>
                  </a:cubicBezTo>
                  <a:lnTo>
                    <a:pt x="468107" y="18539"/>
                  </a:lnTo>
                  <a:close/>
                </a:path>
              </a:pathLst>
            </a:custGeom>
            <a:grpFill/>
            <a:ln w="8332" cap="flat">
              <a:noFill/>
              <a:prstDash val="solid"/>
              <a:miter/>
            </a:ln>
          </p:spPr>
          <p:txBody>
            <a:bodyPr rtlCol="0" anchor="ctr"/>
            <a:lstStyle/>
            <a:p>
              <a:endParaRPr lang="en-US"/>
            </a:p>
          </p:txBody>
        </p:sp>
        <p:sp>
          <p:nvSpPr>
            <p:cNvPr id="2465" name="Freeform: Shape 2464"/>
            <p:cNvSpPr/>
            <p:nvPr/>
          </p:nvSpPr>
          <p:spPr>
            <a:xfrm>
              <a:off x="11338933" y="4883083"/>
              <a:ext cx="158355" cy="66598"/>
            </a:xfrm>
            <a:custGeom>
              <a:avLst/>
              <a:gdLst>
                <a:gd name="connsiteX0" fmla="*/ 566 w 158355"/>
                <a:gd name="connsiteY0" fmla="*/ 21735 h 66598"/>
                <a:gd name="connsiteX1" fmla="*/ 30647 w 158355"/>
                <a:gd name="connsiteY1" fmla="*/ 45150 h 66598"/>
                <a:gd name="connsiteX2" fmla="*/ 77143 w 158355"/>
                <a:gd name="connsiteY2" fmla="*/ 65065 h 66598"/>
                <a:gd name="connsiteX3" fmla="*/ 120555 w 158355"/>
                <a:gd name="connsiteY3" fmla="*/ 62065 h 66598"/>
                <a:gd name="connsiteX4" fmla="*/ 153802 w 158355"/>
                <a:gd name="connsiteY4" fmla="*/ 36150 h 66598"/>
                <a:gd name="connsiteX5" fmla="*/ 157969 w 158355"/>
                <a:gd name="connsiteY5" fmla="*/ 31234 h 66598"/>
                <a:gd name="connsiteX6" fmla="*/ 155552 w 158355"/>
                <a:gd name="connsiteY6" fmla="*/ 27401 h 66598"/>
                <a:gd name="connsiteX7" fmla="*/ 131971 w 158355"/>
                <a:gd name="connsiteY7" fmla="*/ 13319 h 66598"/>
                <a:gd name="connsiteX8" fmla="*/ 89891 w 158355"/>
                <a:gd name="connsiteY8" fmla="*/ 1070 h 66598"/>
                <a:gd name="connsiteX9" fmla="*/ 3316 w 158355"/>
                <a:gd name="connsiteY9" fmla="*/ 15819 h 66598"/>
                <a:gd name="connsiteX10" fmla="*/ 566 w 158355"/>
                <a:gd name="connsiteY10" fmla="*/ 21735 h 66598"/>
                <a:gd name="connsiteX11" fmla="*/ 566 w 158355"/>
                <a:gd name="connsiteY11" fmla="*/ 21735 h 66598"/>
                <a:gd name="connsiteX12" fmla="*/ 79892 w 158355"/>
                <a:gd name="connsiteY12" fmla="*/ 7570 h 66598"/>
                <a:gd name="connsiteX13" fmla="*/ 117389 w 158355"/>
                <a:gd name="connsiteY13" fmla="*/ 17069 h 66598"/>
                <a:gd name="connsiteX14" fmla="*/ 144053 w 158355"/>
                <a:gd name="connsiteY14" fmla="*/ 28318 h 66598"/>
                <a:gd name="connsiteX15" fmla="*/ 109474 w 158355"/>
                <a:gd name="connsiteY15" fmla="*/ 32401 h 66598"/>
                <a:gd name="connsiteX16" fmla="*/ 68894 w 158355"/>
                <a:gd name="connsiteY16" fmla="*/ 28818 h 66598"/>
                <a:gd name="connsiteX17" fmla="*/ 68310 w 158355"/>
                <a:gd name="connsiteY17" fmla="*/ 32401 h 66598"/>
                <a:gd name="connsiteX18" fmla="*/ 106807 w 158355"/>
                <a:gd name="connsiteY18" fmla="*/ 37733 h 66598"/>
                <a:gd name="connsiteX19" fmla="*/ 145220 w 158355"/>
                <a:gd name="connsiteY19" fmla="*/ 35650 h 66598"/>
                <a:gd name="connsiteX20" fmla="*/ 72893 w 158355"/>
                <a:gd name="connsiteY20" fmla="*/ 53732 h 66598"/>
                <a:gd name="connsiteX21" fmla="*/ 35980 w 158355"/>
                <a:gd name="connsiteY21" fmla="*/ 36234 h 66598"/>
                <a:gd name="connsiteX22" fmla="*/ 11815 w 158355"/>
                <a:gd name="connsiteY22" fmla="*/ 21235 h 66598"/>
                <a:gd name="connsiteX23" fmla="*/ 79892 w 158355"/>
                <a:gd name="connsiteY23" fmla="*/ 7570 h 66598"/>
                <a:gd name="connsiteX24" fmla="*/ 79892 w 158355"/>
                <a:gd name="connsiteY24" fmla="*/ 7570 h 66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58355" h="66598">
                  <a:moveTo>
                    <a:pt x="566" y="21735"/>
                  </a:moveTo>
                  <a:cubicBezTo>
                    <a:pt x="7066" y="31318"/>
                    <a:pt x="20815" y="39317"/>
                    <a:pt x="30647" y="45150"/>
                  </a:cubicBezTo>
                  <a:cubicBezTo>
                    <a:pt x="44813" y="53482"/>
                    <a:pt x="60894" y="61982"/>
                    <a:pt x="77143" y="65065"/>
                  </a:cubicBezTo>
                  <a:cubicBezTo>
                    <a:pt x="91475" y="67815"/>
                    <a:pt x="106723" y="66898"/>
                    <a:pt x="120555" y="62065"/>
                  </a:cubicBezTo>
                  <a:cubicBezTo>
                    <a:pt x="134720" y="57149"/>
                    <a:pt x="144387" y="47066"/>
                    <a:pt x="153802" y="36150"/>
                  </a:cubicBezTo>
                  <a:cubicBezTo>
                    <a:pt x="156386" y="36317"/>
                    <a:pt x="158386" y="33567"/>
                    <a:pt x="157969" y="31234"/>
                  </a:cubicBezTo>
                  <a:cubicBezTo>
                    <a:pt x="159135" y="29318"/>
                    <a:pt x="157469" y="26985"/>
                    <a:pt x="155552" y="27401"/>
                  </a:cubicBezTo>
                  <a:cubicBezTo>
                    <a:pt x="149803" y="20819"/>
                    <a:pt x="139471" y="16236"/>
                    <a:pt x="131971" y="13319"/>
                  </a:cubicBezTo>
                  <a:cubicBezTo>
                    <a:pt x="118055" y="7903"/>
                    <a:pt x="104723" y="3320"/>
                    <a:pt x="89891" y="1070"/>
                  </a:cubicBezTo>
                  <a:cubicBezTo>
                    <a:pt x="59144" y="-3679"/>
                    <a:pt x="32646" y="8487"/>
                    <a:pt x="3316" y="15819"/>
                  </a:cubicBezTo>
                  <a:cubicBezTo>
                    <a:pt x="983" y="16319"/>
                    <a:pt x="-1017" y="19402"/>
                    <a:pt x="566" y="21735"/>
                  </a:cubicBezTo>
                  <a:lnTo>
                    <a:pt x="566" y="21735"/>
                  </a:lnTo>
                  <a:close/>
                  <a:moveTo>
                    <a:pt x="79892" y="7570"/>
                  </a:moveTo>
                  <a:cubicBezTo>
                    <a:pt x="92725" y="9403"/>
                    <a:pt x="105473" y="11986"/>
                    <a:pt x="117389" y="17069"/>
                  </a:cubicBezTo>
                  <a:cubicBezTo>
                    <a:pt x="124555" y="20152"/>
                    <a:pt x="136304" y="23151"/>
                    <a:pt x="144053" y="28318"/>
                  </a:cubicBezTo>
                  <a:cubicBezTo>
                    <a:pt x="132554" y="29401"/>
                    <a:pt x="121056" y="31984"/>
                    <a:pt x="109474" y="32401"/>
                  </a:cubicBezTo>
                  <a:cubicBezTo>
                    <a:pt x="95641" y="32984"/>
                    <a:pt x="82476" y="30484"/>
                    <a:pt x="68894" y="28818"/>
                  </a:cubicBezTo>
                  <a:cubicBezTo>
                    <a:pt x="66811" y="28568"/>
                    <a:pt x="66310" y="31901"/>
                    <a:pt x="68310" y="32401"/>
                  </a:cubicBezTo>
                  <a:cubicBezTo>
                    <a:pt x="80892" y="35734"/>
                    <a:pt x="93808" y="37733"/>
                    <a:pt x="106807" y="37733"/>
                  </a:cubicBezTo>
                  <a:cubicBezTo>
                    <a:pt x="119556" y="37817"/>
                    <a:pt x="132472" y="35567"/>
                    <a:pt x="145220" y="35650"/>
                  </a:cubicBezTo>
                  <a:cubicBezTo>
                    <a:pt x="124305" y="52566"/>
                    <a:pt x="101307" y="62148"/>
                    <a:pt x="72893" y="53732"/>
                  </a:cubicBezTo>
                  <a:cubicBezTo>
                    <a:pt x="59977" y="49899"/>
                    <a:pt x="47645" y="42900"/>
                    <a:pt x="35980" y="36234"/>
                  </a:cubicBezTo>
                  <a:cubicBezTo>
                    <a:pt x="28980" y="32234"/>
                    <a:pt x="18898" y="27151"/>
                    <a:pt x="11815" y="21235"/>
                  </a:cubicBezTo>
                  <a:cubicBezTo>
                    <a:pt x="33147" y="13653"/>
                    <a:pt x="57811" y="4403"/>
                    <a:pt x="79892" y="7570"/>
                  </a:cubicBezTo>
                  <a:lnTo>
                    <a:pt x="79892" y="7570"/>
                  </a:lnTo>
                  <a:close/>
                </a:path>
              </a:pathLst>
            </a:custGeom>
            <a:grpFill/>
            <a:ln w="8332" cap="flat">
              <a:noFill/>
              <a:prstDash val="solid"/>
              <a:miter/>
            </a:ln>
          </p:spPr>
          <p:txBody>
            <a:bodyPr rtlCol="0" anchor="ctr"/>
            <a:lstStyle/>
            <a:p>
              <a:endParaRPr lang="en-US"/>
            </a:p>
          </p:txBody>
        </p:sp>
        <p:sp>
          <p:nvSpPr>
            <p:cNvPr id="2466" name="Freeform: Shape 2465"/>
            <p:cNvSpPr/>
            <p:nvPr/>
          </p:nvSpPr>
          <p:spPr>
            <a:xfrm>
              <a:off x="11167060" y="4999049"/>
              <a:ext cx="140056" cy="75557"/>
            </a:xfrm>
            <a:custGeom>
              <a:avLst/>
              <a:gdLst>
                <a:gd name="connsiteX0" fmla="*/ 34784 w 140056"/>
                <a:gd name="connsiteY0" fmla="*/ 19426 h 75557"/>
                <a:gd name="connsiteX1" fmla="*/ 2537 w 140056"/>
                <a:gd name="connsiteY1" fmla="*/ 44507 h 75557"/>
                <a:gd name="connsiteX2" fmla="*/ 1288 w 140056"/>
                <a:gd name="connsiteY2" fmla="*/ 52090 h 75557"/>
                <a:gd name="connsiteX3" fmla="*/ 32202 w 140056"/>
                <a:gd name="connsiteY3" fmla="*/ 68088 h 75557"/>
                <a:gd name="connsiteX4" fmla="*/ 81448 w 140056"/>
                <a:gd name="connsiteY4" fmla="*/ 72671 h 75557"/>
                <a:gd name="connsiteX5" fmla="*/ 120694 w 140056"/>
                <a:gd name="connsiteY5" fmla="*/ 44257 h 75557"/>
                <a:gd name="connsiteX6" fmla="*/ 138942 w 140056"/>
                <a:gd name="connsiteY6" fmla="*/ 14593 h 75557"/>
                <a:gd name="connsiteX7" fmla="*/ 139776 w 140056"/>
                <a:gd name="connsiteY7" fmla="*/ 10177 h 75557"/>
                <a:gd name="connsiteX8" fmla="*/ 140025 w 140056"/>
                <a:gd name="connsiteY8" fmla="*/ 8760 h 75557"/>
                <a:gd name="connsiteX9" fmla="*/ 134859 w 140056"/>
                <a:gd name="connsiteY9" fmla="*/ 6593 h 75557"/>
                <a:gd name="connsiteX10" fmla="*/ 67865 w 140056"/>
                <a:gd name="connsiteY10" fmla="*/ 4177 h 75557"/>
                <a:gd name="connsiteX11" fmla="*/ 34784 w 140056"/>
                <a:gd name="connsiteY11" fmla="*/ 19426 h 75557"/>
                <a:gd name="connsiteX12" fmla="*/ 34784 w 140056"/>
                <a:gd name="connsiteY12" fmla="*/ 19426 h 75557"/>
                <a:gd name="connsiteX13" fmla="*/ 61449 w 140056"/>
                <a:gd name="connsiteY13" fmla="*/ 15093 h 75557"/>
                <a:gd name="connsiteX14" fmla="*/ 123111 w 140056"/>
                <a:gd name="connsiteY14" fmla="*/ 11843 h 75557"/>
                <a:gd name="connsiteX15" fmla="*/ 106028 w 140056"/>
                <a:gd name="connsiteY15" fmla="*/ 24259 h 75557"/>
                <a:gd name="connsiteX16" fmla="*/ 56532 w 140056"/>
                <a:gd name="connsiteY16" fmla="*/ 43257 h 75557"/>
                <a:gd name="connsiteX17" fmla="*/ 57033 w 140056"/>
                <a:gd name="connsiteY17" fmla="*/ 48507 h 75557"/>
                <a:gd name="connsiteX18" fmla="*/ 95362 w 140056"/>
                <a:gd name="connsiteY18" fmla="*/ 38341 h 75557"/>
                <a:gd name="connsiteX19" fmla="*/ 114278 w 140056"/>
                <a:gd name="connsiteY19" fmla="*/ 28092 h 75557"/>
                <a:gd name="connsiteX20" fmla="*/ 130692 w 140056"/>
                <a:gd name="connsiteY20" fmla="*/ 17009 h 75557"/>
                <a:gd name="connsiteX21" fmla="*/ 76864 w 140056"/>
                <a:gd name="connsiteY21" fmla="*/ 64255 h 75557"/>
                <a:gd name="connsiteX22" fmla="*/ 35035 w 140056"/>
                <a:gd name="connsiteY22" fmla="*/ 59006 h 75557"/>
                <a:gd name="connsiteX23" fmla="*/ 12953 w 140056"/>
                <a:gd name="connsiteY23" fmla="*/ 49007 h 75557"/>
                <a:gd name="connsiteX24" fmla="*/ 61449 w 140056"/>
                <a:gd name="connsiteY24" fmla="*/ 15093 h 75557"/>
                <a:gd name="connsiteX25" fmla="*/ 61449 w 140056"/>
                <a:gd name="connsiteY25" fmla="*/ 15093 h 75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40056" h="75557">
                  <a:moveTo>
                    <a:pt x="34784" y="19426"/>
                  </a:moveTo>
                  <a:cubicBezTo>
                    <a:pt x="23536" y="27175"/>
                    <a:pt x="14453" y="37508"/>
                    <a:pt x="2537" y="44507"/>
                  </a:cubicBezTo>
                  <a:cubicBezTo>
                    <a:pt x="-212" y="46090"/>
                    <a:pt x="-878" y="49757"/>
                    <a:pt x="1288" y="52090"/>
                  </a:cubicBezTo>
                  <a:cubicBezTo>
                    <a:pt x="8204" y="59589"/>
                    <a:pt x="22786" y="64339"/>
                    <a:pt x="32202" y="68088"/>
                  </a:cubicBezTo>
                  <a:cubicBezTo>
                    <a:pt x="48034" y="74421"/>
                    <a:pt x="64699" y="78671"/>
                    <a:pt x="81448" y="72671"/>
                  </a:cubicBezTo>
                  <a:cubicBezTo>
                    <a:pt x="96362" y="67338"/>
                    <a:pt x="109362" y="55006"/>
                    <a:pt x="120694" y="44257"/>
                  </a:cubicBezTo>
                  <a:cubicBezTo>
                    <a:pt x="129859" y="35591"/>
                    <a:pt x="136109" y="26342"/>
                    <a:pt x="138942" y="14593"/>
                  </a:cubicBezTo>
                  <a:cubicBezTo>
                    <a:pt x="139942" y="13426"/>
                    <a:pt x="140275" y="11760"/>
                    <a:pt x="139776" y="10177"/>
                  </a:cubicBezTo>
                  <a:cubicBezTo>
                    <a:pt x="139858" y="9677"/>
                    <a:pt x="139942" y="9260"/>
                    <a:pt x="140025" y="8760"/>
                  </a:cubicBezTo>
                  <a:cubicBezTo>
                    <a:pt x="140442" y="5927"/>
                    <a:pt x="136609" y="4844"/>
                    <a:pt x="134859" y="6593"/>
                  </a:cubicBezTo>
                  <a:cubicBezTo>
                    <a:pt x="113027" y="-1239"/>
                    <a:pt x="90196" y="-2156"/>
                    <a:pt x="67865" y="4177"/>
                  </a:cubicBezTo>
                  <a:cubicBezTo>
                    <a:pt x="56283" y="7594"/>
                    <a:pt x="44784" y="12510"/>
                    <a:pt x="34784" y="19426"/>
                  </a:cubicBezTo>
                  <a:lnTo>
                    <a:pt x="34784" y="19426"/>
                  </a:lnTo>
                  <a:close/>
                  <a:moveTo>
                    <a:pt x="61449" y="15093"/>
                  </a:moveTo>
                  <a:cubicBezTo>
                    <a:pt x="81864" y="7260"/>
                    <a:pt x="102612" y="6260"/>
                    <a:pt x="123111" y="11843"/>
                  </a:cubicBezTo>
                  <a:cubicBezTo>
                    <a:pt x="116943" y="15760"/>
                    <a:pt x="111028" y="21259"/>
                    <a:pt x="106028" y="24259"/>
                  </a:cubicBezTo>
                  <a:cubicBezTo>
                    <a:pt x="90029" y="34008"/>
                    <a:pt x="74865" y="39591"/>
                    <a:pt x="56532" y="43257"/>
                  </a:cubicBezTo>
                  <a:cubicBezTo>
                    <a:pt x="53616" y="43840"/>
                    <a:pt x="53950" y="48673"/>
                    <a:pt x="57033" y="48507"/>
                  </a:cubicBezTo>
                  <a:cubicBezTo>
                    <a:pt x="70782" y="47923"/>
                    <a:pt x="83114" y="44507"/>
                    <a:pt x="95362" y="38341"/>
                  </a:cubicBezTo>
                  <a:cubicBezTo>
                    <a:pt x="101779" y="35091"/>
                    <a:pt x="108111" y="31758"/>
                    <a:pt x="114278" y="28092"/>
                  </a:cubicBezTo>
                  <a:cubicBezTo>
                    <a:pt x="118194" y="25842"/>
                    <a:pt x="124860" y="19676"/>
                    <a:pt x="130692" y="17009"/>
                  </a:cubicBezTo>
                  <a:cubicBezTo>
                    <a:pt x="120610" y="37174"/>
                    <a:pt x="95946" y="58006"/>
                    <a:pt x="76864" y="64255"/>
                  </a:cubicBezTo>
                  <a:cubicBezTo>
                    <a:pt x="62616" y="68922"/>
                    <a:pt x="48200" y="64505"/>
                    <a:pt x="35035" y="59006"/>
                  </a:cubicBezTo>
                  <a:cubicBezTo>
                    <a:pt x="29451" y="56672"/>
                    <a:pt x="19536" y="53173"/>
                    <a:pt x="12953" y="49007"/>
                  </a:cubicBezTo>
                  <a:cubicBezTo>
                    <a:pt x="29202" y="37258"/>
                    <a:pt x="41868" y="22592"/>
                    <a:pt x="61449" y="15093"/>
                  </a:cubicBezTo>
                  <a:lnTo>
                    <a:pt x="61449" y="15093"/>
                  </a:lnTo>
                  <a:close/>
                </a:path>
              </a:pathLst>
            </a:custGeom>
            <a:grpFill/>
            <a:ln w="8332" cap="flat">
              <a:noFill/>
              <a:prstDash val="solid"/>
              <a:miter/>
            </a:ln>
          </p:spPr>
          <p:txBody>
            <a:bodyPr rtlCol="0" anchor="ctr"/>
            <a:lstStyle/>
            <a:p>
              <a:endParaRPr lang="en-US"/>
            </a:p>
          </p:txBody>
        </p:sp>
        <p:sp>
          <p:nvSpPr>
            <p:cNvPr id="2467" name="Freeform: Shape 2466"/>
            <p:cNvSpPr/>
            <p:nvPr/>
          </p:nvSpPr>
          <p:spPr>
            <a:xfrm>
              <a:off x="11431603" y="4803270"/>
              <a:ext cx="56727" cy="54581"/>
            </a:xfrm>
            <a:custGeom>
              <a:avLst/>
              <a:gdLst>
                <a:gd name="connsiteX0" fmla="*/ 10803 w 56727"/>
                <a:gd name="connsiteY0" fmla="*/ 51636 h 54581"/>
                <a:gd name="connsiteX1" fmla="*/ 41384 w 56727"/>
                <a:gd name="connsiteY1" fmla="*/ 51053 h 54581"/>
                <a:gd name="connsiteX2" fmla="*/ 50299 w 56727"/>
                <a:gd name="connsiteY2" fmla="*/ 44470 h 54581"/>
                <a:gd name="connsiteX3" fmla="*/ 50633 w 56727"/>
                <a:gd name="connsiteY3" fmla="*/ 43720 h 54581"/>
                <a:gd name="connsiteX4" fmla="*/ 56049 w 56727"/>
                <a:gd name="connsiteY4" fmla="*/ 32804 h 54581"/>
                <a:gd name="connsiteX5" fmla="*/ 21219 w 56727"/>
                <a:gd name="connsiteY5" fmla="*/ 2057 h 54581"/>
                <a:gd name="connsiteX6" fmla="*/ 10803 w 56727"/>
                <a:gd name="connsiteY6" fmla="*/ 51636 h 54581"/>
                <a:gd name="connsiteX7" fmla="*/ 10803 w 56727"/>
                <a:gd name="connsiteY7" fmla="*/ 51636 h 54581"/>
                <a:gd name="connsiteX8" fmla="*/ 47633 w 56727"/>
                <a:gd name="connsiteY8" fmla="*/ 28221 h 54581"/>
                <a:gd name="connsiteX9" fmla="*/ 46550 w 56727"/>
                <a:gd name="connsiteY9" fmla="*/ 34887 h 54581"/>
                <a:gd name="connsiteX10" fmla="*/ 35135 w 56727"/>
                <a:gd name="connsiteY10" fmla="*/ 45553 h 54581"/>
                <a:gd name="connsiteX11" fmla="*/ 30551 w 56727"/>
                <a:gd name="connsiteY11" fmla="*/ 46220 h 54581"/>
                <a:gd name="connsiteX12" fmla="*/ 27802 w 56727"/>
                <a:gd name="connsiteY12" fmla="*/ 46470 h 54581"/>
                <a:gd name="connsiteX13" fmla="*/ 16553 w 56727"/>
                <a:gd name="connsiteY13" fmla="*/ 44803 h 54581"/>
                <a:gd name="connsiteX14" fmla="*/ 9637 w 56727"/>
                <a:gd name="connsiteY14" fmla="*/ 32971 h 54581"/>
                <a:gd name="connsiteX15" fmla="*/ 19469 w 56727"/>
                <a:gd name="connsiteY15" fmla="*/ 13139 h 54581"/>
                <a:gd name="connsiteX16" fmla="*/ 47633 w 56727"/>
                <a:gd name="connsiteY16" fmla="*/ 28221 h 54581"/>
                <a:gd name="connsiteX17" fmla="*/ 47633 w 56727"/>
                <a:gd name="connsiteY17" fmla="*/ 28221 h 54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6727" h="54581">
                  <a:moveTo>
                    <a:pt x="10803" y="51636"/>
                  </a:moveTo>
                  <a:cubicBezTo>
                    <a:pt x="20053" y="56635"/>
                    <a:pt x="31885" y="54469"/>
                    <a:pt x="41384" y="51053"/>
                  </a:cubicBezTo>
                  <a:cubicBezTo>
                    <a:pt x="45133" y="49720"/>
                    <a:pt x="48134" y="47970"/>
                    <a:pt x="50299" y="44470"/>
                  </a:cubicBezTo>
                  <a:cubicBezTo>
                    <a:pt x="50466" y="44220"/>
                    <a:pt x="50550" y="43970"/>
                    <a:pt x="50633" y="43720"/>
                  </a:cubicBezTo>
                  <a:cubicBezTo>
                    <a:pt x="53217" y="40637"/>
                    <a:pt x="55133" y="36971"/>
                    <a:pt x="56049" y="32804"/>
                  </a:cubicBezTo>
                  <a:cubicBezTo>
                    <a:pt x="60633" y="12056"/>
                    <a:pt x="41217" y="-6276"/>
                    <a:pt x="21219" y="2057"/>
                  </a:cubicBezTo>
                  <a:cubicBezTo>
                    <a:pt x="3804" y="9306"/>
                    <a:pt x="-10778" y="40054"/>
                    <a:pt x="10803" y="51636"/>
                  </a:cubicBezTo>
                  <a:lnTo>
                    <a:pt x="10803" y="51636"/>
                  </a:lnTo>
                  <a:close/>
                  <a:moveTo>
                    <a:pt x="47633" y="28221"/>
                  </a:moveTo>
                  <a:cubicBezTo>
                    <a:pt x="46383" y="30471"/>
                    <a:pt x="46717" y="32388"/>
                    <a:pt x="46550" y="34887"/>
                  </a:cubicBezTo>
                  <a:cubicBezTo>
                    <a:pt x="44634" y="40720"/>
                    <a:pt x="40384" y="44053"/>
                    <a:pt x="35135" y="45553"/>
                  </a:cubicBezTo>
                  <a:cubicBezTo>
                    <a:pt x="33552" y="45886"/>
                    <a:pt x="32052" y="46053"/>
                    <a:pt x="30551" y="46220"/>
                  </a:cubicBezTo>
                  <a:cubicBezTo>
                    <a:pt x="29635" y="46303"/>
                    <a:pt x="28718" y="46386"/>
                    <a:pt x="27802" y="46470"/>
                  </a:cubicBezTo>
                  <a:cubicBezTo>
                    <a:pt x="24053" y="46470"/>
                    <a:pt x="20219" y="45886"/>
                    <a:pt x="16553" y="44803"/>
                  </a:cubicBezTo>
                  <a:cubicBezTo>
                    <a:pt x="12470" y="42887"/>
                    <a:pt x="9637" y="39220"/>
                    <a:pt x="9637" y="32971"/>
                  </a:cubicBezTo>
                  <a:cubicBezTo>
                    <a:pt x="9720" y="24972"/>
                    <a:pt x="12970" y="17806"/>
                    <a:pt x="19469" y="13139"/>
                  </a:cubicBezTo>
                  <a:cubicBezTo>
                    <a:pt x="32469" y="3890"/>
                    <a:pt x="47717" y="13473"/>
                    <a:pt x="47633" y="28221"/>
                  </a:cubicBezTo>
                  <a:lnTo>
                    <a:pt x="47633" y="28221"/>
                  </a:lnTo>
                  <a:close/>
                </a:path>
              </a:pathLst>
            </a:custGeom>
            <a:grpFill/>
            <a:ln w="8332" cap="flat">
              <a:noFill/>
              <a:prstDash val="solid"/>
              <a:miter/>
            </a:ln>
          </p:spPr>
          <p:txBody>
            <a:bodyPr rtlCol="0" anchor="ctr"/>
            <a:lstStyle/>
            <a:p>
              <a:endParaRPr lang="en-US"/>
            </a:p>
          </p:txBody>
        </p:sp>
        <p:sp>
          <p:nvSpPr>
            <p:cNvPr id="2468" name="Freeform: Shape 2467"/>
            <p:cNvSpPr/>
            <p:nvPr/>
          </p:nvSpPr>
          <p:spPr>
            <a:xfrm>
              <a:off x="11307839" y="4944924"/>
              <a:ext cx="56670" cy="54581"/>
            </a:xfrm>
            <a:custGeom>
              <a:avLst/>
              <a:gdLst>
                <a:gd name="connsiteX0" fmla="*/ 10746 w 56670"/>
                <a:gd name="connsiteY0" fmla="*/ 51636 h 54581"/>
                <a:gd name="connsiteX1" fmla="*/ 41327 w 56670"/>
                <a:gd name="connsiteY1" fmla="*/ 51053 h 54581"/>
                <a:gd name="connsiteX2" fmla="*/ 50242 w 56670"/>
                <a:gd name="connsiteY2" fmla="*/ 44470 h 54581"/>
                <a:gd name="connsiteX3" fmla="*/ 50576 w 56670"/>
                <a:gd name="connsiteY3" fmla="*/ 43720 h 54581"/>
                <a:gd name="connsiteX4" fmla="*/ 55992 w 56670"/>
                <a:gd name="connsiteY4" fmla="*/ 32804 h 54581"/>
                <a:gd name="connsiteX5" fmla="*/ 21161 w 56670"/>
                <a:gd name="connsiteY5" fmla="*/ 2057 h 54581"/>
                <a:gd name="connsiteX6" fmla="*/ 10746 w 56670"/>
                <a:gd name="connsiteY6" fmla="*/ 51636 h 54581"/>
                <a:gd name="connsiteX7" fmla="*/ 10746 w 56670"/>
                <a:gd name="connsiteY7" fmla="*/ 51636 h 54581"/>
                <a:gd name="connsiteX8" fmla="*/ 47576 w 56670"/>
                <a:gd name="connsiteY8" fmla="*/ 28305 h 54581"/>
                <a:gd name="connsiteX9" fmla="*/ 46493 w 56670"/>
                <a:gd name="connsiteY9" fmla="*/ 34971 h 54581"/>
                <a:gd name="connsiteX10" fmla="*/ 35077 w 56670"/>
                <a:gd name="connsiteY10" fmla="*/ 45636 h 54581"/>
                <a:gd name="connsiteX11" fmla="*/ 30494 w 56670"/>
                <a:gd name="connsiteY11" fmla="*/ 46303 h 54581"/>
                <a:gd name="connsiteX12" fmla="*/ 27744 w 56670"/>
                <a:gd name="connsiteY12" fmla="*/ 46553 h 54581"/>
                <a:gd name="connsiteX13" fmla="*/ 16496 w 56670"/>
                <a:gd name="connsiteY13" fmla="*/ 44803 h 54581"/>
                <a:gd name="connsiteX14" fmla="*/ 9579 w 56670"/>
                <a:gd name="connsiteY14" fmla="*/ 32971 h 54581"/>
                <a:gd name="connsiteX15" fmla="*/ 19412 w 56670"/>
                <a:gd name="connsiteY15" fmla="*/ 13139 h 54581"/>
                <a:gd name="connsiteX16" fmla="*/ 47576 w 56670"/>
                <a:gd name="connsiteY16" fmla="*/ 28305 h 54581"/>
                <a:gd name="connsiteX17" fmla="*/ 47576 w 56670"/>
                <a:gd name="connsiteY17" fmla="*/ 28305 h 54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6670" h="54581">
                  <a:moveTo>
                    <a:pt x="10746" y="51636"/>
                  </a:moveTo>
                  <a:cubicBezTo>
                    <a:pt x="19995" y="56635"/>
                    <a:pt x="31827" y="54469"/>
                    <a:pt x="41327" y="51053"/>
                  </a:cubicBezTo>
                  <a:cubicBezTo>
                    <a:pt x="45076" y="49720"/>
                    <a:pt x="48075" y="47970"/>
                    <a:pt x="50242" y="44470"/>
                  </a:cubicBezTo>
                  <a:cubicBezTo>
                    <a:pt x="50409" y="44220"/>
                    <a:pt x="50492" y="43970"/>
                    <a:pt x="50576" y="43720"/>
                  </a:cubicBezTo>
                  <a:cubicBezTo>
                    <a:pt x="53159" y="40637"/>
                    <a:pt x="55075" y="36971"/>
                    <a:pt x="55992" y="32804"/>
                  </a:cubicBezTo>
                  <a:cubicBezTo>
                    <a:pt x="60574" y="12056"/>
                    <a:pt x="41160" y="-6276"/>
                    <a:pt x="21161" y="2057"/>
                  </a:cubicBezTo>
                  <a:cubicBezTo>
                    <a:pt x="3830" y="9306"/>
                    <a:pt x="-10752" y="40054"/>
                    <a:pt x="10746" y="51636"/>
                  </a:cubicBezTo>
                  <a:lnTo>
                    <a:pt x="10746" y="51636"/>
                  </a:lnTo>
                  <a:close/>
                  <a:moveTo>
                    <a:pt x="47576" y="28305"/>
                  </a:moveTo>
                  <a:cubicBezTo>
                    <a:pt x="46326" y="30554"/>
                    <a:pt x="46659" y="32471"/>
                    <a:pt x="46493" y="34971"/>
                  </a:cubicBezTo>
                  <a:cubicBezTo>
                    <a:pt x="44576" y="40804"/>
                    <a:pt x="40327" y="44136"/>
                    <a:pt x="35077" y="45636"/>
                  </a:cubicBezTo>
                  <a:cubicBezTo>
                    <a:pt x="33493" y="45970"/>
                    <a:pt x="31994" y="46136"/>
                    <a:pt x="30494" y="46303"/>
                  </a:cubicBezTo>
                  <a:cubicBezTo>
                    <a:pt x="29577" y="46386"/>
                    <a:pt x="28661" y="46470"/>
                    <a:pt x="27744" y="46553"/>
                  </a:cubicBezTo>
                  <a:cubicBezTo>
                    <a:pt x="23995" y="46553"/>
                    <a:pt x="20161" y="45970"/>
                    <a:pt x="16496" y="44803"/>
                  </a:cubicBezTo>
                  <a:cubicBezTo>
                    <a:pt x="12413" y="42887"/>
                    <a:pt x="9579" y="39220"/>
                    <a:pt x="9579" y="32971"/>
                  </a:cubicBezTo>
                  <a:cubicBezTo>
                    <a:pt x="9662" y="24972"/>
                    <a:pt x="12912" y="17806"/>
                    <a:pt x="19412" y="13139"/>
                  </a:cubicBezTo>
                  <a:cubicBezTo>
                    <a:pt x="32410" y="3973"/>
                    <a:pt x="47659" y="13556"/>
                    <a:pt x="47576" y="28305"/>
                  </a:cubicBezTo>
                  <a:lnTo>
                    <a:pt x="47576" y="28305"/>
                  </a:lnTo>
                  <a:close/>
                </a:path>
              </a:pathLst>
            </a:custGeom>
            <a:grpFill/>
            <a:ln w="8332" cap="flat">
              <a:noFill/>
              <a:prstDash val="solid"/>
              <a:miter/>
            </a:ln>
          </p:spPr>
          <p:txBody>
            <a:bodyPr rtlCol="0" anchor="ctr"/>
            <a:lstStyle/>
            <a:p>
              <a:endParaRPr lang="en-US"/>
            </a:p>
          </p:txBody>
        </p:sp>
        <p:sp>
          <p:nvSpPr>
            <p:cNvPr id="2469" name="Freeform: Shape 2468"/>
            <p:cNvSpPr/>
            <p:nvPr/>
          </p:nvSpPr>
          <p:spPr>
            <a:xfrm>
              <a:off x="11133625" y="5062914"/>
              <a:ext cx="56649" cy="54581"/>
            </a:xfrm>
            <a:custGeom>
              <a:avLst/>
              <a:gdLst>
                <a:gd name="connsiteX0" fmla="*/ 10726 w 56649"/>
                <a:gd name="connsiteY0" fmla="*/ 51635 h 54581"/>
                <a:gd name="connsiteX1" fmla="*/ 41306 w 56649"/>
                <a:gd name="connsiteY1" fmla="*/ 51052 h 54581"/>
                <a:gd name="connsiteX2" fmla="*/ 50222 w 56649"/>
                <a:gd name="connsiteY2" fmla="*/ 44470 h 54581"/>
                <a:gd name="connsiteX3" fmla="*/ 50555 w 56649"/>
                <a:gd name="connsiteY3" fmla="*/ 43720 h 54581"/>
                <a:gd name="connsiteX4" fmla="*/ 55971 w 56649"/>
                <a:gd name="connsiteY4" fmla="*/ 32804 h 54581"/>
                <a:gd name="connsiteX5" fmla="*/ 21142 w 56649"/>
                <a:gd name="connsiteY5" fmla="*/ 2057 h 54581"/>
                <a:gd name="connsiteX6" fmla="*/ 10726 w 56649"/>
                <a:gd name="connsiteY6" fmla="*/ 51635 h 54581"/>
                <a:gd name="connsiteX7" fmla="*/ 10726 w 56649"/>
                <a:gd name="connsiteY7" fmla="*/ 51635 h 54581"/>
                <a:gd name="connsiteX8" fmla="*/ 47555 w 56649"/>
                <a:gd name="connsiteY8" fmla="*/ 28304 h 54581"/>
                <a:gd name="connsiteX9" fmla="*/ 46472 w 56649"/>
                <a:gd name="connsiteY9" fmla="*/ 34970 h 54581"/>
                <a:gd name="connsiteX10" fmla="*/ 35056 w 56649"/>
                <a:gd name="connsiteY10" fmla="*/ 45636 h 54581"/>
                <a:gd name="connsiteX11" fmla="*/ 30474 w 56649"/>
                <a:gd name="connsiteY11" fmla="*/ 46303 h 54581"/>
                <a:gd name="connsiteX12" fmla="*/ 27724 w 56649"/>
                <a:gd name="connsiteY12" fmla="*/ 46553 h 54581"/>
                <a:gd name="connsiteX13" fmla="*/ 16475 w 56649"/>
                <a:gd name="connsiteY13" fmla="*/ 44886 h 54581"/>
                <a:gd name="connsiteX14" fmla="*/ 9559 w 56649"/>
                <a:gd name="connsiteY14" fmla="*/ 33054 h 54581"/>
                <a:gd name="connsiteX15" fmla="*/ 19391 w 56649"/>
                <a:gd name="connsiteY15" fmla="*/ 13222 h 54581"/>
                <a:gd name="connsiteX16" fmla="*/ 47555 w 56649"/>
                <a:gd name="connsiteY16" fmla="*/ 28304 h 54581"/>
                <a:gd name="connsiteX17" fmla="*/ 47555 w 56649"/>
                <a:gd name="connsiteY17" fmla="*/ 28304 h 54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6649" h="54581">
                  <a:moveTo>
                    <a:pt x="10726" y="51635"/>
                  </a:moveTo>
                  <a:cubicBezTo>
                    <a:pt x="19975" y="56635"/>
                    <a:pt x="31806" y="54469"/>
                    <a:pt x="41306" y="51052"/>
                  </a:cubicBezTo>
                  <a:cubicBezTo>
                    <a:pt x="45056" y="49719"/>
                    <a:pt x="48056" y="47969"/>
                    <a:pt x="50222" y="44470"/>
                  </a:cubicBezTo>
                  <a:cubicBezTo>
                    <a:pt x="50388" y="44220"/>
                    <a:pt x="50471" y="43970"/>
                    <a:pt x="50555" y="43720"/>
                  </a:cubicBezTo>
                  <a:cubicBezTo>
                    <a:pt x="53138" y="40636"/>
                    <a:pt x="55055" y="36971"/>
                    <a:pt x="55971" y="32804"/>
                  </a:cubicBezTo>
                  <a:cubicBezTo>
                    <a:pt x="60555" y="12056"/>
                    <a:pt x="41139" y="-6276"/>
                    <a:pt x="21142" y="2057"/>
                  </a:cubicBezTo>
                  <a:cubicBezTo>
                    <a:pt x="3893" y="9306"/>
                    <a:pt x="-10773" y="40054"/>
                    <a:pt x="10726" y="51635"/>
                  </a:cubicBezTo>
                  <a:lnTo>
                    <a:pt x="10726" y="51635"/>
                  </a:lnTo>
                  <a:close/>
                  <a:moveTo>
                    <a:pt x="47555" y="28304"/>
                  </a:moveTo>
                  <a:cubicBezTo>
                    <a:pt x="46305" y="30554"/>
                    <a:pt x="46639" y="32471"/>
                    <a:pt x="46472" y="34970"/>
                  </a:cubicBezTo>
                  <a:cubicBezTo>
                    <a:pt x="44556" y="40803"/>
                    <a:pt x="40306" y="44136"/>
                    <a:pt x="35056" y="45636"/>
                  </a:cubicBezTo>
                  <a:cubicBezTo>
                    <a:pt x="33474" y="45969"/>
                    <a:pt x="31973" y="46136"/>
                    <a:pt x="30474" y="46303"/>
                  </a:cubicBezTo>
                  <a:cubicBezTo>
                    <a:pt x="29557" y="46386"/>
                    <a:pt x="28640" y="46469"/>
                    <a:pt x="27724" y="46553"/>
                  </a:cubicBezTo>
                  <a:cubicBezTo>
                    <a:pt x="23974" y="46553"/>
                    <a:pt x="20142" y="45969"/>
                    <a:pt x="16475" y="44886"/>
                  </a:cubicBezTo>
                  <a:cubicBezTo>
                    <a:pt x="12392" y="42970"/>
                    <a:pt x="9559" y="39303"/>
                    <a:pt x="9559" y="33054"/>
                  </a:cubicBezTo>
                  <a:cubicBezTo>
                    <a:pt x="9643" y="25055"/>
                    <a:pt x="12891" y="17889"/>
                    <a:pt x="19391" y="13222"/>
                  </a:cubicBezTo>
                  <a:cubicBezTo>
                    <a:pt x="32390" y="3973"/>
                    <a:pt x="47722" y="13556"/>
                    <a:pt x="47555" y="28304"/>
                  </a:cubicBezTo>
                  <a:lnTo>
                    <a:pt x="47555" y="28304"/>
                  </a:lnTo>
                  <a:close/>
                </a:path>
              </a:pathLst>
            </a:custGeom>
            <a:grpFill/>
            <a:ln w="8332" cap="flat">
              <a:noFill/>
              <a:prstDash val="solid"/>
              <a:miter/>
            </a:ln>
          </p:spPr>
          <p:txBody>
            <a:bodyPr rtlCol="0" anchor="ctr"/>
            <a:lstStyle/>
            <a:p>
              <a:endParaRPr lang="en-US"/>
            </a:p>
          </p:txBody>
        </p:sp>
        <p:sp>
          <p:nvSpPr>
            <p:cNvPr id="2470" name="Freeform: Shape 2469"/>
            <p:cNvSpPr/>
            <p:nvPr/>
          </p:nvSpPr>
          <p:spPr>
            <a:xfrm>
              <a:off x="11424766" y="4714445"/>
              <a:ext cx="56649" cy="54581"/>
            </a:xfrm>
            <a:custGeom>
              <a:avLst/>
              <a:gdLst>
                <a:gd name="connsiteX0" fmla="*/ 10725 w 56649"/>
                <a:gd name="connsiteY0" fmla="*/ 51635 h 54581"/>
                <a:gd name="connsiteX1" fmla="*/ 41306 w 56649"/>
                <a:gd name="connsiteY1" fmla="*/ 51053 h 54581"/>
                <a:gd name="connsiteX2" fmla="*/ 50221 w 56649"/>
                <a:gd name="connsiteY2" fmla="*/ 44470 h 54581"/>
                <a:gd name="connsiteX3" fmla="*/ 50555 w 56649"/>
                <a:gd name="connsiteY3" fmla="*/ 43720 h 54581"/>
                <a:gd name="connsiteX4" fmla="*/ 55971 w 56649"/>
                <a:gd name="connsiteY4" fmla="*/ 32804 h 54581"/>
                <a:gd name="connsiteX5" fmla="*/ 21141 w 56649"/>
                <a:gd name="connsiteY5" fmla="*/ 2057 h 54581"/>
                <a:gd name="connsiteX6" fmla="*/ 10725 w 56649"/>
                <a:gd name="connsiteY6" fmla="*/ 51635 h 54581"/>
                <a:gd name="connsiteX7" fmla="*/ 10725 w 56649"/>
                <a:gd name="connsiteY7" fmla="*/ 51635 h 54581"/>
                <a:gd name="connsiteX8" fmla="*/ 47639 w 56649"/>
                <a:gd name="connsiteY8" fmla="*/ 28221 h 54581"/>
                <a:gd name="connsiteX9" fmla="*/ 46556 w 56649"/>
                <a:gd name="connsiteY9" fmla="*/ 34887 h 54581"/>
                <a:gd name="connsiteX10" fmla="*/ 35140 w 56649"/>
                <a:gd name="connsiteY10" fmla="*/ 45553 h 54581"/>
                <a:gd name="connsiteX11" fmla="*/ 30557 w 56649"/>
                <a:gd name="connsiteY11" fmla="*/ 46220 h 54581"/>
                <a:gd name="connsiteX12" fmla="*/ 27807 w 56649"/>
                <a:gd name="connsiteY12" fmla="*/ 46469 h 54581"/>
                <a:gd name="connsiteX13" fmla="*/ 16558 w 56649"/>
                <a:gd name="connsiteY13" fmla="*/ 44720 h 54581"/>
                <a:gd name="connsiteX14" fmla="*/ 9642 w 56649"/>
                <a:gd name="connsiteY14" fmla="*/ 32887 h 54581"/>
                <a:gd name="connsiteX15" fmla="*/ 19475 w 56649"/>
                <a:gd name="connsiteY15" fmla="*/ 13056 h 54581"/>
                <a:gd name="connsiteX16" fmla="*/ 47639 w 56649"/>
                <a:gd name="connsiteY16" fmla="*/ 28221 h 54581"/>
                <a:gd name="connsiteX17" fmla="*/ 47639 w 56649"/>
                <a:gd name="connsiteY17" fmla="*/ 28221 h 54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6649" h="54581">
                  <a:moveTo>
                    <a:pt x="10725" y="51635"/>
                  </a:moveTo>
                  <a:cubicBezTo>
                    <a:pt x="19974" y="56635"/>
                    <a:pt x="31807" y="54469"/>
                    <a:pt x="41306" y="51053"/>
                  </a:cubicBezTo>
                  <a:cubicBezTo>
                    <a:pt x="45055" y="49719"/>
                    <a:pt x="48055" y="47970"/>
                    <a:pt x="50221" y="44470"/>
                  </a:cubicBezTo>
                  <a:cubicBezTo>
                    <a:pt x="50388" y="44220"/>
                    <a:pt x="50472" y="43970"/>
                    <a:pt x="50555" y="43720"/>
                  </a:cubicBezTo>
                  <a:cubicBezTo>
                    <a:pt x="53138" y="40637"/>
                    <a:pt x="55054" y="36971"/>
                    <a:pt x="55971" y="32804"/>
                  </a:cubicBezTo>
                  <a:cubicBezTo>
                    <a:pt x="60554" y="12056"/>
                    <a:pt x="41139" y="-6276"/>
                    <a:pt x="21141" y="2057"/>
                  </a:cubicBezTo>
                  <a:cubicBezTo>
                    <a:pt x="3893" y="9306"/>
                    <a:pt x="-10773" y="40054"/>
                    <a:pt x="10725" y="51635"/>
                  </a:cubicBezTo>
                  <a:lnTo>
                    <a:pt x="10725" y="51635"/>
                  </a:lnTo>
                  <a:close/>
                  <a:moveTo>
                    <a:pt x="47639" y="28221"/>
                  </a:moveTo>
                  <a:cubicBezTo>
                    <a:pt x="46389" y="30471"/>
                    <a:pt x="46721" y="32387"/>
                    <a:pt x="46556" y="34887"/>
                  </a:cubicBezTo>
                  <a:cubicBezTo>
                    <a:pt x="44638" y="40720"/>
                    <a:pt x="40390" y="44053"/>
                    <a:pt x="35140" y="45553"/>
                  </a:cubicBezTo>
                  <a:cubicBezTo>
                    <a:pt x="33556" y="45886"/>
                    <a:pt x="32057" y="46053"/>
                    <a:pt x="30557" y="46220"/>
                  </a:cubicBezTo>
                  <a:cubicBezTo>
                    <a:pt x="29640" y="46303"/>
                    <a:pt x="28724" y="46386"/>
                    <a:pt x="27807" y="46469"/>
                  </a:cubicBezTo>
                  <a:cubicBezTo>
                    <a:pt x="24057" y="46469"/>
                    <a:pt x="20224" y="45886"/>
                    <a:pt x="16558" y="44720"/>
                  </a:cubicBezTo>
                  <a:cubicBezTo>
                    <a:pt x="12475" y="42803"/>
                    <a:pt x="9642" y="39137"/>
                    <a:pt x="9642" y="32887"/>
                  </a:cubicBezTo>
                  <a:cubicBezTo>
                    <a:pt x="9725" y="24888"/>
                    <a:pt x="12975" y="17722"/>
                    <a:pt x="19475" y="13056"/>
                  </a:cubicBezTo>
                  <a:cubicBezTo>
                    <a:pt x="32473" y="3890"/>
                    <a:pt x="47805" y="13473"/>
                    <a:pt x="47639" y="28221"/>
                  </a:cubicBezTo>
                  <a:lnTo>
                    <a:pt x="47639" y="28221"/>
                  </a:lnTo>
                  <a:close/>
                </a:path>
              </a:pathLst>
            </a:custGeom>
            <a:grpFill/>
            <a:ln w="8332" cap="flat">
              <a:noFill/>
              <a:prstDash val="solid"/>
              <a:miter/>
            </a:ln>
          </p:spPr>
          <p:txBody>
            <a:bodyPr rtlCol="0" anchor="ctr"/>
            <a:lstStyle/>
            <a:p>
              <a:endParaRPr lang="en-US"/>
            </a:p>
          </p:txBody>
        </p:sp>
        <p:sp>
          <p:nvSpPr>
            <p:cNvPr id="2471" name="Freeform: Shape 2470"/>
            <p:cNvSpPr/>
            <p:nvPr/>
          </p:nvSpPr>
          <p:spPr>
            <a:xfrm>
              <a:off x="11498071" y="4842905"/>
              <a:ext cx="70044" cy="133376"/>
            </a:xfrm>
            <a:custGeom>
              <a:avLst/>
              <a:gdLst>
                <a:gd name="connsiteX0" fmla="*/ 29495 w 70044"/>
                <a:gd name="connsiteY0" fmla="*/ 33249 h 133376"/>
                <a:gd name="connsiteX1" fmla="*/ 22912 w 70044"/>
                <a:gd name="connsiteY1" fmla="*/ 72412 h 133376"/>
                <a:gd name="connsiteX2" fmla="*/ 9247 w 70044"/>
                <a:gd name="connsiteY2" fmla="*/ 100910 h 133376"/>
                <a:gd name="connsiteX3" fmla="*/ 5497 w 70044"/>
                <a:gd name="connsiteY3" fmla="*/ 132073 h 133376"/>
                <a:gd name="connsiteX4" fmla="*/ 35411 w 70044"/>
                <a:gd name="connsiteY4" fmla="*/ 113408 h 133376"/>
                <a:gd name="connsiteX5" fmla="*/ 49910 w 70044"/>
                <a:gd name="connsiteY5" fmla="*/ 89661 h 133376"/>
                <a:gd name="connsiteX6" fmla="*/ 57992 w 70044"/>
                <a:gd name="connsiteY6" fmla="*/ 75912 h 133376"/>
                <a:gd name="connsiteX7" fmla="*/ 69825 w 70044"/>
                <a:gd name="connsiteY7" fmla="*/ 29416 h 133376"/>
                <a:gd name="connsiteX8" fmla="*/ 44577 w 70044"/>
                <a:gd name="connsiteY8" fmla="*/ 419 h 133376"/>
                <a:gd name="connsiteX9" fmla="*/ 29495 w 70044"/>
                <a:gd name="connsiteY9" fmla="*/ 33249 h 133376"/>
                <a:gd name="connsiteX10" fmla="*/ 29495 w 70044"/>
                <a:gd name="connsiteY10" fmla="*/ 33249 h 133376"/>
                <a:gd name="connsiteX11" fmla="*/ 52659 w 70044"/>
                <a:gd name="connsiteY11" fmla="*/ 12001 h 133376"/>
                <a:gd name="connsiteX12" fmla="*/ 55825 w 70044"/>
                <a:gd name="connsiteY12" fmla="*/ 59080 h 133376"/>
                <a:gd name="connsiteX13" fmla="*/ 47327 w 70044"/>
                <a:gd name="connsiteY13" fmla="*/ 77745 h 133376"/>
                <a:gd name="connsiteX14" fmla="*/ 39077 w 70044"/>
                <a:gd name="connsiteY14" fmla="*/ 92160 h 133376"/>
                <a:gd name="connsiteX15" fmla="*/ 28661 w 70044"/>
                <a:gd name="connsiteY15" fmla="*/ 109159 h 133376"/>
                <a:gd name="connsiteX16" fmla="*/ 18829 w 70044"/>
                <a:gd name="connsiteY16" fmla="*/ 120658 h 133376"/>
                <a:gd name="connsiteX17" fmla="*/ 10996 w 70044"/>
                <a:gd name="connsiteY17" fmla="*/ 114575 h 133376"/>
                <a:gd name="connsiteX18" fmla="*/ 21829 w 70044"/>
                <a:gd name="connsiteY18" fmla="*/ 95910 h 133376"/>
                <a:gd name="connsiteX19" fmla="*/ 31078 w 70044"/>
                <a:gd name="connsiteY19" fmla="*/ 77412 h 133376"/>
                <a:gd name="connsiteX20" fmla="*/ 39911 w 70044"/>
                <a:gd name="connsiteY20" fmla="*/ 50331 h 133376"/>
                <a:gd name="connsiteX21" fmla="*/ 39077 w 70044"/>
                <a:gd name="connsiteY21" fmla="*/ 36832 h 133376"/>
                <a:gd name="connsiteX22" fmla="*/ 52659 w 70044"/>
                <a:gd name="connsiteY22" fmla="*/ 12001 h 133376"/>
                <a:gd name="connsiteX23" fmla="*/ 52659 w 70044"/>
                <a:gd name="connsiteY23" fmla="*/ 12001 h 133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0044" h="133376">
                  <a:moveTo>
                    <a:pt x="29495" y="33249"/>
                  </a:moveTo>
                  <a:cubicBezTo>
                    <a:pt x="29911" y="48331"/>
                    <a:pt x="29412" y="58330"/>
                    <a:pt x="22912" y="72412"/>
                  </a:cubicBezTo>
                  <a:cubicBezTo>
                    <a:pt x="18579" y="81995"/>
                    <a:pt x="14246" y="91661"/>
                    <a:pt x="9247" y="100910"/>
                  </a:cubicBezTo>
                  <a:cubicBezTo>
                    <a:pt x="5331" y="108159"/>
                    <a:pt x="-7085" y="125658"/>
                    <a:pt x="5497" y="132073"/>
                  </a:cubicBezTo>
                  <a:cubicBezTo>
                    <a:pt x="17496" y="138156"/>
                    <a:pt x="29911" y="121408"/>
                    <a:pt x="35411" y="113408"/>
                  </a:cubicBezTo>
                  <a:cubicBezTo>
                    <a:pt x="40661" y="105826"/>
                    <a:pt x="45577" y="97910"/>
                    <a:pt x="49910" y="89661"/>
                  </a:cubicBezTo>
                  <a:cubicBezTo>
                    <a:pt x="52742" y="85078"/>
                    <a:pt x="55409" y="80412"/>
                    <a:pt x="57992" y="75912"/>
                  </a:cubicBezTo>
                  <a:cubicBezTo>
                    <a:pt x="66325" y="61413"/>
                    <a:pt x="71158" y="46331"/>
                    <a:pt x="69825" y="29416"/>
                  </a:cubicBezTo>
                  <a:cubicBezTo>
                    <a:pt x="68825" y="17084"/>
                    <a:pt x="60659" y="-3164"/>
                    <a:pt x="44577" y="419"/>
                  </a:cubicBezTo>
                  <a:cubicBezTo>
                    <a:pt x="31412" y="3335"/>
                    <a:pt x="29162" y="22250"/>
                    <a:pt x="29495" y="33249"/>
                  </a:cubicBezTo>
                  <a:lnTo>
                    <a:pt x="29495" y="33249"/>
                  </a:lnTo>
                  <a:close/>
                  <a:moveTo>
                    <a:pt x="52659" y="12001"/>
                  </a:moveTo>
                  <a:cubicBezTo>
                    <a:pt x="65825" y="19167"/>
                    <a:pt x="60075" y="48331"/>
                    <a:pt x="55825" y="59080"/>
                  </a:cubicBezTo>
                  <a:cubicBezTo>
                    <a:pt x="53410" y="65246"/>
                    <a:pt x="50492" y="71496"/>
                    <a:pt x="47327" y="77745"/>
                  </a:cubicBezTo>
                  <a:cubicBezTo>
                    <a:pt x="44660" y="82661"/>
                    <a:pt x="41911" y="87411"/>
                    <a:pt x="39077" y="92160"/>
                  </a:cubicBezTo>
                  <a:cubicBezTo>
                    <a:pt x="35578" y="97827"/>
                    <a:pt x="32578" y="103743"/>
                    <a:pt x="28661" y="109159"/>
                  </a:cubicBezTo>
                  <a:cubicBezTo>
                    <a:pt x="25912" y="113492"/>
                    <a:pt x="22662" y="117242"/>
                    <a:pt x="18829" y="120658"/>
                  </a:cubicBezTo>
                  <a:cubicBezTo>
                    <a:pt x="16246" y="118658"/>
                    <a:pt x="13580" y="116575"/>
                    <a:pt x="10996" y="114575"/>
                  </a:cubicBezTo>
                  <a:cubicBezTo>
                    <a:pt x="10497" y="111909"/>
                    <a:pt x="20329" y="98826"/>
                    <a:pt x="21829" y="95910"/>
                  </a:cubicBezTo>
                  <a:cubicBezTo>
                    <a:pt x="25079" y="89827"/>
                    <a:pt x="28162" y="83661"/>
                    <a:pt x="31078" y="77412"/>
                  </a:cubicBezTo>
                  <a:cubicBezTo>
                    <a:pt x="35244" y="68663"/>
                    <a:pt x="39410" y="60163"/>
                    <a:pt x="39911" y="50331"/>
                  </a:cubicBezTo>
                  <a:cubicBezTo>
                    <a:pt x="40160" y="45664"/>
                    <a:pt x="39494" y="41415"/>
                    <a:pt x="39077" y="36832"/>
                  </a:cubicBezTo>
                  <a:cubicBezTo>
                    <a:pt x="38494" y="31249"/>
                    <a:pt x="36578" y="3169"/>
                    <a:pt x="52659" y="12001"/>
                  </a:cubicBezTo>
                  <a:lnTo>
                    <a:pt x="52659" y="12001"/>
                  </a:lnTo>
                  <a:close/>
                </a:path>
              </a:pathLst>
            </a:custGeom>
            <a:grpFill/>
            <a:ln w="8332" cap="flat">
              <a:noFill/>
              <a:prstDash val="solid"/>
              <a:miter/>
            </a:ln>
          </p:spPr>
          <p:txBody>
            <a:bodyPr rtlCol="0" anchor="ctr"/>
            <a:lstStyle/>
            <a:p>
              <a:endParaRPr lang="en-US"/>
            </a:p>
          </p:txBody>
        </p:sp>
        <p:sp>
          <p:nvSpPr>
            <p:cNvPr id="2472" name="Freeform: Shape 2471"/>
            <p:cNvSpPr/>
            <p:nvPr/>
          </p:nvSpPr>
          <p:spPr>
            <a:xfrm>
              <a:off x="11306511" y="4835205"/>
              <a:ext cx="115132" cy="63203"/>
            </a:xfrm>
            <a:custGeom>
              <a:avLst/>
              <a:gdLst>
                <a:gd name="connsiteX0" fmla="*/ 1158 w 115132"/>
                <a:gd name="connsiteY0" fmla="*/ 44366 h 63203"/>
                <a:gd name="connsiteX1" fmla="*/ 13657 w 115132"/>
                <a:gd name="connsiteY1" fmla="*/ 62781 h 63203"/>
                <a:gd name="connsiteX2" fmla="*/ 49071 w 115132"/>
                <a:gd name="connsiteY2" fmla="*/ 51449 h 63203"/>
                <a:gd name="connsiteX3" fmla="*/ 75985 w 115132"/>
                <a:gd name="connsiteY3" fmla="*/ 34033 h 63203"/>
                <a:gd name="connsiteX4" fmla="*/ 110231 w 115132"/>
                <a:gd name="connsiteY4" fmla="*/ 4703 h 63203"/>
                <a:gd name="connsiteX5" fmla="*/ 78901 w 115132"/>
                <a:gd name="connsiteY5" fmla="*/ 2620 h 63203"/>
                <a:gd name="connsiteX6" fmla="*/ 29738 w 115132"/>
                <a:gd name="connsiteY6" fmla="*/ 20535 h 63203"/>
                <a:gd name="connsiteX7" fmla="*/ 1158 w 115132"/>
                <a:gd name="connsiteY7" fmla="*/ 44366 h 63203"/>
                <a:gd name="connsiteX8" fmla="*/ 1158 w 115132"/>
                <a:gd name="connsiteY8" fmla="*/ 44366 h 63203"/>
                <a:gd name="connsiteX9" fmla="*/ 55570 w 115132"/>
                <a:gd name="connsiteY9" fmla="*/ 18118 h 63203"/>
                <a:gd name="connsiteX10" fmla="*/ 82651 w 115132"/>
                <a:gd name="connsiteY10" fmla="*/ 8536 h 63203"/>
                <a:gd name="connsiteX11" fmla="*/ 97816 w 115132"/>
                <a:gd name="connsiteY11" fmla="*/ 6952 h 63203"/>
                <a:gd name="connsiteX12" fmla="*/ 104316 w 115132"/>
                <a:gd name="connsiteY12" fmla="*/ 18785 h 63203"/>
                <a:gd name="connsiteX13" fmla="*/ 103483 w 115132"/>
                <a:gd name="connsiteY13" fmla="*/ 18535 h 63203"/>
                <a:gd name="connsiteX14" fmla="*/ 53237 w 115132"/>
                <a:gd name="connsiteY14" fmla="*/ 36867 h 63203"/>
                <a:gd name="connsiteX15" fmla="*/ 28572 w 115132"/>
                <a:gd name="connsiteY15" fmla="*/ 52365 h 63203"/>
                <a:gd name="connsiteX16" fmla="*/ 14990 w 115132"/>
                <a:gd name="connsiteY16" fmla="*/ 55365 h 63203"/>
                <a:gd name="connsiteX17" fmla="*/ 9658 w 115132"/>
                <a:gd name="connsiteY17" fmla="*/ 43866 h 63203"/>
                <a:gd name="connsiteX18" fmla="*/ 21990 w 115132"/>
                <a:gd name="connsiteY18" fmla="*/ 33617 h 63203"/>
                <a:gd name="connsiteX19" fmla="*/ 55570 w 115132"/>
                <a:gd name="connsiteY19" fmla="*/ 18118 h 63203"/>
                <a:gd name="connsiteX20" fmla="*/ 55570 w 115132"/>
                <a:gd name="connsiteY20" fmla="*/ 18118 h 63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5132" h="63203">
                  <a:moveTo>
                    <a:pt x="1158" y="44366"/>
                  </a:moveTo>
                  <a:cubicBezTo>
                    <a:pt x="-3008" y="53948"/>
                    <a:pt x="4741" y="61114"/>
                    <a:pt x="13657" y="62781"/>
                  </a:cubicBezTo>
                  <a:cubicBezTo>
                    <a:pt x="25822" y="65031"/>
                    <a:pt x="39321" y="57865"/>
                    <a:pt x="49071" y="51449"/>
                  </a:cubicBezTo>
                  <a:cubicBezTo>
                    <a:pt x="58153" y="45449"/>
                    <a:pt x="66902" y="39366"/>
                    <a:pt x="75985" y="34033"/>
                  </a:cubicBezTo>
                  <a:cubicBezTo>
                    <a:pt x="89900" y="30450"/>
                    <a:pt x="128729" y="21701"/>
                    <a:pt x="110231" y="4703"/>
                  </a:cubicBezTo>
                  <a:cubicBezTo>
                    <a:pt x="102232" y="-2630"/>
                    <a:pt x="88066" y="203"/>
                    <a:pt x="78901" y="2620"/>
                  </a:cubicBezTo>
                  <a:cubicBezTo>
                    <a:pt x="62819" y="6870"/>
                    <a:pt x="44571" y="13036"/>
                    <a:pt x="29738" y="20535"/>
                  </a:cubicBezTo>
                  <a:cubicBezTo>
                    <a:pt x="20573" y="25284"/>
                    <a:pt x="5491" y="34533"/>
                    <a:pt x="1158" y="44366"/>
                  </a:cubicBezTo>
                  <a:lnTo>
                    <a:pt x="1158" y="44366"/>
                  </a:lnTo>
                  <a:close/>
                  <a:moveTo>
                    <a:pt x="55570" y="18118"/>
                  </a:moveTo>
                  <a:cubicBezTo>
                    <a:pt x="64652" y="15119"/>
                    <a:pt x="73401" y="10619"/>
                    <a:pt x="82651" y="8536"/>
                  </a:cubicBezTo>
                  <a:cubicBezTo>
                    <a:pt x="86734" y="7619"/>
                    <a:pt x="93650" y="5703"/>
                    <a:pt x="97816" y="6952"/>
                  </a:cubicBezTo>
                  <a:cubicBezTo>
                    <a:pt x="106566" y="11952"/>
                    <a:pt x="108649" y="15868"/>
                    <a:pt x="104316" y="18785"/>
                  </a:cubicBezTo>
                  <a:cubicBezTo>
                    <a:pt x="104065" y="18618"/>
                    <a:pt x="103815" y="18535"/>
                    <a:pt x="103483" y="18535"/>
                  </a:cubicBezTo>
                  <a:cubicBezTo>
                    <a:pt x="84317" y="19618"/>
                    <a:pt x="68902" y="25784"/>
                    <a:pt x="53237" y="36867"/>
                  </a:cubicBezTo>
                  <a:cubicBezTo>
                    <a:pt x="45404" y="42366"/>
                    <a:pt x="37488" y="48532"/>
                    <a:pt x="28572" y="52365"/>
                  </a:cubicBezTo>
                  <a:cubicBezTo>
                    <a:pt x="24240" y="54448"/>
                    <a:pt x="19740" y="55448"/>
                    <a:pt x="14990" y="55365"/>
                  </a:cubicBezTo>
                  <a:cubicBezTo>
                    <a:pt x="13240" y="51532"/>
                    <a:pt x="11407" y="47699"/>
                    <a:pt x="9658" y="43866"/>
                  </a:cubicBezTo>
                  <a:cubicBezTo>
                    <a:pt x="10074" y="40783"/>
                    <a:pt x="19573" y="35283"/>
                    <a:pt x="21990" y="33617"/>
                  </a:cubicBezTo>
                  <a:cubicBezTo>
                    <a:pt x="32322" y="26034"/>
                    <a:pt x="43571" y="22034"/>
                    <a:pt x="55570" y="18118"/>
                  </a:cubicBezTo>
                  <a:lnTo>
                    <a:pt x="55570" y="18118"/>
                  </a:lnTo>
                  <a:close/>
                </a:path>
              </a:pathLst>
            </a:custGeom>
            <a:grpFill/>
            <a:ln w="8332" cap="flat">
              <a:noFill/>
              <a:prstDash val="solid"/>
              <a:miter/>
            </a:ln>
          </p:spPr>
          <p:txBody>
            <a:bodyPr rtlCol="0" anchor="ctr"/>
            <a:lstStyle/>
            <a:p>
              <a:endParaRPr lang="en-US"/>
            </a:p>
          </p:txBody>
        </p:sp>
        <p:sp>
          <p:nvSpPr>
            <p:cNvPr id="2473" name="Freeform: Shape 2472"/>
            <p:cNvSpPr/>
            <p:nvPr/>
          </p:nvSpPr>
          <p:spPr>
            <a:xfrm>
              <a:off x="6251359" y="5275135"/>
              <a:ext cx="535862" cy="718256"/>
            </a:xfrm>
            <a:custGeom>
              <a:avLst/>
              <a:gdLst>
                <a:gd name="connsiteX0" fmla="*/ 83508 w 535862"/>
                <a:gd name="connsiteY0" fmla="*/ 71726 h 718256"/>
                <a:gd name="connsiteX1" fmla="*/ 50844 w 535862"/>
                <a:gd name="connsiteY1" fmla="*/ 190466 h 718256"/>
                <a:gd name="connsiteX2" fmla="*/ 28846 w 535862"/>
                <a:gd name="connsiteY2" fmla="*/ 316788 h 718256"/>
                <a:gd name="connsiteX3" fmla="*/ 8931 w 535862"/>
                <a:gd name="connsiteY3" fmla="*/ 441943 h 718256"/>
                <a:gd name="connsiteX4" fmla="*/ 1099 w 535862"/>
                <a:gd name="connsiteY4" fmla="*/ 564182 h 718256"/>
                <a:gd name="connsiteX5" fmla="*/ 8098 w 535862"/>
                <a:gd name="connsiteY5" fmla="*/ 675172 h 718256"/>
                <a:gd name="connsiteX6" fmla="*/ 32346 w 535862"/>
                <a:gd name="connsiteY6" fmla="*/ 715169 h 718256"/>
                <a:gd name="connsiteX7" fmla="*/ 77009 w 535862"/>
                <a:gd name="connsiteY7" fmla="*/ 706336 h 718256"/>
                <a:gd name="connsiteX8" fmla="*/ 120005 w 535862"/>
                <a:gd name="connsiteY8" fmla="*/ 671756 h 718256"/>
                <a:gd name="connsiteX9" fmla="*/ 169584 w 535862"/>
                <a:gd name="connsiteY9" fmla="*/ 626510 h 718256"/>
                <a:gd name="connsiteX10" fmla="*/ 252993 w 535862"/>
                <a:gd name="connsiteY10" fmla="*/ 542184 h 718256"/>
                <a:gd name="connsiteX11" fmla="*/ 261409 w 535862"/>
                <a:gd name="connsiteY11" fmla="*/ 534268 h 718256"/>
                <a:gd name="connsiteX12" fmla="*/ 262992 w 535862"/>
                <a:gd name="connsiteY12" fmla="*/ 532768 h 718256"/>
                <a:gd name="connsiteX13" fmla="*/ 413645 w 535862"/>
                <a:gd name="connsiteY13" fmla="*/ 381115 h 718256"/>
                <a:gd name="connsiteX14" fmla="*/ 489972 w 535862"/>
                <a:gd name="connsiteY14" fmla="*/ 298623 h 718256"/>
                <a:gd name="connsiteX15" fmla="*/ 534634 w 535862"/>
                <a:gd name="connsiteY15" fmla="*/ 214797 h 718256"/>
                <a:gd name="connsiteX16" fmla="*/ 508470 w 535862"/>
                <a:gd name="connsiteY16" fmla="*/ 175967 h 718256"/>
                <a:gd name="connsiteX17" fmla="*/ 462724 w 535862"/>
                <a:gd name="connsiteY17" fmla="*/ 133304 h 718256"/>
                <a:gd name="connsiteX18" fmla="*/ 362483 w 535862"/>
                <a:gd name="connsiteY18" fmla="*/ 65893 h 718256"/>
                <a:gd name="connsiteX19" fmla="*/ 152085 w 535862"/>
                <a:gd name="connsiteY19" fmla="*/ 1983 h 718256"/>
                <a:gd name="connsiteX20" fmla="*/ 83508 w 535862"/>
                <a:gd name="connsiteY20" fmla="*/ 71726 h 718256"/>
                <a:gd name="connsiteX21" fmla="*/ 83508 w 535862"/>
                <a:gd name="connsiteY21" fmla="*/ 71726 h 718256"/>
                <a:gd name="connsiteX22" fmla="*/ 58594 w 535862"/>
                <a:gd name="connsiteY22" fmla="*/ 248044 h 718256"/>
                <a:gd name="connsiteX23" fmla="*/ 69260 w 535862"/>
                <a:gd name="connsiteY23" fmla="*/ 188716 h 718256"/>
                <a:gd name="connsiteX24" fmla="*/ 91174 w 535862"/>
                <a:gd name="connsiteY24" fmla="*/ 183883 h 718256"/>
                <a:gd name="connsiteX25" fmla="*/ 125754 w 535862"/>
                <a:gd name="connsiteY25" fmla="*/ 197715 h 718256"/>
                <a:gd name="connsiteX26" fmla="*/ 137086 w 535862"/>
                <a:gd name="connsiteY26" fmla="*/ 229712 h 718256"/>
                <a:gd name="connsiteX27" fmla="*/ 117505 w 535862"/>
                <a:gd name="connsiteY27" fmla="*/ 250627 h 718256"/>
                <a:gd name="connsiteX28" fmla="*/ 117089 w 535862"/>
                <a:gd name="connsiteY28" fmla="*/ 296123 h 718256"/>
                <a:gd name="connsiteX29" fmla="*/ 49678 w 535862"/>
                <a:gd name="connsiteY29" fmla="*/ 305622 h 718256"/>
                <a:gd name="connsiteX30" fmla="*/ 58594 w 535862"/>
                <a:gd name="connsiteY30" fmla="*/ 248044 h 718256"/>
                <a:gd name="connsiteX31" fmla="*/ 58594 w 535862"/>
                <a:gd name="connsiteY31" fmla="*/ 248044 h 718256"/>
                <a:gd name="connsiteX32" fmla="*/ 23264 w 535862"/>
                <a:gd name="connsiteY32" fmla="*/ 481523 h 718256"/>
                <a:gd name="connsiteX33" fmla="*/ 38595 w 535862"/>
                <a:gd name="connsiteY33" fmla="*/ 362283 h 718256"/>
                <a:gd name="connsiteX34" fmla="*/ 40512 w 535862"/>
                <a:gd name="connsiteY34" fmla="*/ 352285 h 718256"/>
                <a:gd name="connsiteX35" fmla="*/ 125421 w 535862"/>
                <a:gd name="connsiteY35" fmla="*/ 427528 h 718256"/>
                <a:gd name="connsiteX36" fmla="*/ 22180 w 535862"/>
                <a:gd name="connsiteY36" fmla="*/ 493355 h 718256"/>
                <a:gd name="connsiteX37" fmla="*/ 23264 w 535862"/>
                <a:gd name="connsiteY37" fmla="*/ 481523 h 718256"/>
                <a:gd name="connsiteX38" fmla="*/ 23264 w 535862"/>
                <a:gd name="connsiteY38" fmla="*/ 481523 h 718256"/>
                <a:gd name="connsiteX39" fmla="*/ 19930 w 535862"/>
                <a:gd name="connsiteY39" fmla="*/ 644925 h 718256"/>
                <a:gd name="connsiteX40" fmla="*/ 19681 w 535862"/>
                <a:gd name="connsiteY40" fmla="*/ 642758 h 718256"/>
                <a:gd name="connsiteX41" fmla="*/ 16098 w 535862"/>
                <a:gd name="connsiteY41" fmla="*/ 587430 h 718256"/>
                <a:gd name="connsiteX42" fmla="*/ 18764 w 535862"/>
                <a:gd name="connsiteY42" fmla="*/ 541768 h 718256"/>
                <a:gd name="connsiteX43" fmla="*/ 59344 w 535862"/>
                <a:gd name="connsiteY43" fmla="*/ 545017 h 718256"/>
                <a:gd name="connsiteX44" fmla="*/ 79342 w 535862"/>
                <a:gd name="connsiteY44" fmla="*/ 573098 h 718256"/>
                <a:gd name="connsiteX45" fmla="*/ 63260 w 535862"/>
                <a:gd name="connsiteY45" fmla="*/ 596346 h 718256"/>
                <a:gd name="connsiteX46" fmla="*/ 59593 w 535862"/>
                <a:gd name="connsiteY46" fmla="*/ 622093 h 718256"/>
                <a:gd name="connsiteX47" fmla="*/ 19930 w 535862"/>
                <a:gd name="connsiteY47" fmla="*/ 644925 h 718256"/>
                <a:gd name="connsiteX48" fmla="*/ 19930 w 535862"/>
                <a:gd name="connsiteY48" fmla="*/ 644925 h 718256"/>
                <a:gd name="connsiteX49" fmla="*/ 187665 w 535862"/>
                <a:gd name="connsiteY49" fmla="*/ 586014 h 718256"/>
                <a:gd name="connsiteX50" fmla="*/ 212246 w 535862"/>
                <a:gd name="connsiteY50" fmla="*/ 542351 h 718256"/>
                <a:gd name="connsiteX51" fmla="*/ 245827 w 535862"/>
                <a:gd name="connsiteY51" fmla="*/ 531185 h 718256"/>
                <a:gd name="connsiteX52" fmla="*/ 238494 w 535862"/>
                <a:gd name="connsiteY52" fmla="*/ 538268 h 718256"/>
                <a:gd name="connsiteX53" fmla="*/ 187665 w 535862"/>
                <a:gd name="connsiteY53" fmla="*/ 586014 h 718256"/>
                <a:gd name="connsiteX54" fmla="*/ 187665 w 535862"/>
                <a:gd name="connsiteY54" fmla="*/ 586014 h 718256"/>
                <a:gd name="connsiteX55" fmla="*/ 282907 w 535862"/>
                <a:gd name="connsiteY55" fmla="*/ 494439 h 718256"/>
                <a:gd name="connsiteX56" fmla="*/ 248160 w 535862"/>
                <a:gd name="connsiteY56" fmla="*/ 440777 h 718256"/>
                <a:gd name="connsiteX57" fmla="*/ 266241 w 535862"/>
                <a:gd name="connsiteY57" fmla="*/ 379532 h 718256"/>
                <a:gd name="connsiteX58" fmla="*/ 333485 w 535862"/>
                <a:gd name="connsiteY58" fmla="*/ 352035 h 718256"/>
                <a:gd name="connsiteX59" fmla="*/ 371065 w 535862"/>
                <a:gd name="connsiteY59" fmla="*/ 368783 h 718256"/>
                <a:gd name="connsiteX60" fmla="*/ 385231 w 535862"/>
                <a:gd name="connsiteY60" fmla="*/ 387281 h 718256"/>
                <a:gd name="connsiteX61" fmla="*/ 282907 w 535862"/>
                <a:gd name="connsiteY61" fmla="*/ 494439 h 718256"/>
                <a:gd name="connsiteX62" fmla="*/ 282907 w 535862"/>
                <a:gd name="connsiteY62" fmla="*/ 494439 h 718256"/>
                <a:gd name="connsiteX63" fmla="*/ 403812 w 535862"/>
                <a:gd name="connsiteY63" fmla="*/ 368200 h 718256"/>
                <a:gd name="connsiteX64" fmla="*/ 391480 w 535862"/>
                <a:gd name="connsiteY64" fmla="*/ 380949 h 718256"/>
                <a:gd name="connsiteX65" fmla="*/ 356900 w 535862"/>
                <a:gd name="connsiteY65" fmla="*/ 347868 h 718256"/>
                <a:gd name="connsiteX66" fmla="*/ 270408 w 535862"/>
                <a:gd name="connsiteY66" fmla="*/ 361783 h 718256"/>
                <a:gd name="connsiteX67" fmla="*/ 235744 w 535862"/>
                <a:gd name="connsiteY67" fmla="*/ 433861 h 718256"/>
                <a:gd name="connsiteX68" fmla="*/ 274408 w 535862"/>
                <a:gd name="connsiteY68" fmla="*/ 503021 h 718256"/>
                <a:gd name="connsiteX69" fmla="*/ 251910 w 535862"/>
                <a:gd name="connsiteY69" fmla="*/ 525352 h 718256"/>
                <a:gd name="connsiteX70" fmla="*/ 206330 w 535862"/>
                <a:gd name="connsiteY70" fmla="*/ 534018 h 718256"/>
                <a:gd name="connsiteX71" fmla="*/ 184666 w 535862"/>
                <a:gd name="connsiteY71" fmla="*/ 563016 h 718256"/>
                <a:gd name="connsiteX72" fmla="*/ 175917 w 535862"/>
                <a:gd name="connsiteY72" fmla="*/ 597096 h 718256"/>
                <a:gd name="connsiteX73" fmla="*/ 149752 w 535862"/>
                <a:gd name="connsiteY73" fmla="*/ 622010 h 718256"/>
                <a:gd name="connsiteX74" fmla="*/ 121255 w 535862"/>
                <a:gd name="connsiteY74" fmla="*/ 650508 h 718256"/>
                <a:gd name="connsiteX75" fmla="*/ 79342 w 535862"/>
                <a:gd name="connsiteY75" fmla="*/ 685254 h 718256"/>
                <a:gd name="connsiteX76" fmla="*/ 31263 w 535862"/>
                <a:gd name="connsiteY76" fmla="*/ 690920 h 718256"/>
                <a:gd name="connsiteX77" fmla="*/ 21097 w 535862"/>
                <a:gd name="connsiteY77" fmla="*/ 653591 h 718256"/>
                <a:gd name="connsiteX78" fmla="*/ 64260 w 535862"/>
                <a:gd name="connsiteY78" fmla="*/ 642092 h 718256"/>
                <a:gd name="connsiteX79" fmla="*/ 70259 w 535862"/>
                <a:gd name="connsiteY79" fmla="*/ 623260 h 718256"/>
                <a:gd name="connsiteX80" fmla="*/ 67093 w 535862"/>
                <a:gd name="connsiteY80" fmla="*/ 613761 h 718256"/>
                <a:gd name="connsiteX81" fmla="*/ 75675 w 535862"/>
                <a:gd name="connsiteY81" fmla="*/ 595346 h 718256"/>
                <a:gd name="connsiteX82" fmla="*/ 85508 w 535862"/>
                <a:gd name="connsiteY82" fmla="*/ 583514 h 718256"/>
                <a:gd name="connsiteX83" fmla="*/ 19847 w 535862"/>
                <a:gd name="connsiteY83" fmla="*/ 529185 h 718256"/>
                <a:gd name="connsiteX84" fmla="*/ 22264 w 535862"/>
                <a:gd name="connsiteY84" fmla="*/ 495355 h 718256"/>
                <a:gd name="connsiteX85" fmla="*/ 93507 w 535862"/>
                <a:gd name="connsiteY85" fmla="*/ 490772 h 718256"/>
                <a:gd name="connsiteX86" fmla="*/ 137837 w 535862"/>
                <a:gd name="connsiteY86" fmla="*/ 429111 h 718256"/>
                <a:gd name="connsiteX87" fmla="*/ 43095 w 535862"/>
                <a:gd name="connsiteY87" fmla="*/ 339036 h 718256"/>
                <a:gd name="connsiteX88" fmla="*/ 48845 w 535862"/>
                <a:gd name="connsiteY88" fmla="*/ 309039 h 718256"/>
                <a:gd name="connsiteX89" fmla="*/ 123921 w 535862"/>
                <a:gd name="connsiteY89" fmla="*/ 302706 h 718256"/>
                <a:gd name="connsiteX90" fmla="*/ 130087 w 535862"/>
                <a:gd name="connsiteY90" fmla="*/ 276291 h 718256"/>
                <a:gd name="connsiteX91" fmla="*/ 130587 w 535862"/>
                <a:gd name="connsiteY91" fmla="*/ 252960 h 718256"/>
                <a:gd name="connsiteX92" fmla="*/ 146502 w 535862"/>
                <a:gd name="connsiteY92" fmla="*/ 236628 h 718256"/>
                <a:gd name="connsiteX93" fmla="*/ 122004 w 535862"/>
                <a:gd name="connsiteY93" fmla="*/ 178884 h 718256"/>
                <a:gd name="connsiteX94" fmla="*/ 79592 w 535862"/>
                <a:gd name="connsiteY94" fmla="*/ 171384 h 718256"/>
                <a:gd name="connsiteX95" fmla="*/ 72676 w 535862"/>
                <a:gd name="connsiteY95" fmla="*/ 173051 h 718256"/>
                <a:gd name="connsiteX96" fmla="*/ 81925 w 535862"/>
                <a:gd name="connsiteY96" fmla="*/ 135221 h 718256"/>
                <a:gd name="connsiteX97" fmla="*/ 90341 w 535862"/>
                <a:gd name="connsiteY97" fmla="*/ 104307 h 718256"/>
                <a:gd name="connsiteX98" fmla="*/ 109006 w 535862"/>
                <a:gd name="connsiteY98" fmla="*/ 105390 h 718256"/>
                <a:gd name="connsiteX99" fmla="*/ 135503 w 535862"/>
                <a:gd name="connsiteY99" fmla="*/ 105723 h 718256"/>
                <a:gd name="connsiteX100" fmla="*/ 194331 w 535862"/>
                <a:gd name="connsiteY100" fmla="*/ 111973 h 718256"/>
                <a:gd name="connsiteX101" fmla="*/ 255326 w 535862"/>
                <a:gd name="connsiteY101" fmla="*/ 125138 h 718256"/>
                <a:gd name="connsiteX102" fmla="*/ 306405 w 535862"/>
                <a:gd name="connsiteY102" fmla="*/ 149803 h 718256"/>
                <a:gd name="connsiteX103" fmla="*/ 382564 w 535862"/>
                <a:gd name="connsiteY103" fmla="*/ 190632 h 718256"/>
                <a:gd name="connsiteX104" fmla="*/ 359067 w 535862"/>
                <a:gd name="connsiteY104" fmla="*/ 226296 h 718256"/>
                <a:gd name="connsiteX105" fmla="*/ 388731 w 535862"/>
                <a:gd name="connsiteY105" fmla="*/ 268709 h 718256"/>
                <a:gd name="connsiteX106" fmla="*/ 385314 w 535862"/>
                <a:gd name="connsiteY106" fmla="*/ 324870 h 718256"/>
                <a:gd name="connsiteX107" fmla="*/ 427227 w 535862"/>
                <a:gd name="connsiteY107" fmla="*/ 341952 h 718256"/>
                <a:gd name="connsiteX108" fmla="*/ 403812 w 535862"/>
                <a:gd name="connsiteY108" fmla="*/ 368200 h 718256"/>
                <a:gd name="connsiteX109" fmla="*/ 403812 w 535862"/>
                <a:gd name="connsiteY109" fmla="*/ 368200 h 718256"/>
                <a:gd name="connsiteX110" fmla="*/ 469390 w 535862"/>
                <a:gd name="connsiteY110" fmla="*/ 295123 h 718256"/>
                <a:gd name="connsiteX111" fmla="*/ 432560 w 535862"/>
                <a:gd name="connsiteY111" fmla="*/ 336286 h 718256"/>
                <a:gd name="connsiteX112" fmla="*/ 393647 w 535862"/>
                <a:gd name="connsiteY112" fmla="*/ 306289 h 718256"/>
                <a:gd name="connsiteX113" fmla="*/ 406812 w 535862"/>
                <a:gd name="connsiteY113" fmla="*/ 274208 h 718256"/>
                <a:gd name="connsiteX114" fmla="*/ 375148 w 535862"/>
                <a:gd name="connsiteY114" fmla="*/ 244961 h 718256"/>
                <a:gd name="connsiteX115" fmla="*/ 393230 w 535862"/>
                <a:gd name="connsiteY115" fmla="*/ 197215 h 718256"/>
                <a:gd name="connsiteX116" fmla="*/ 417478 w 535862"/>
                <a:gd name="connsiteY116" fmla="*/ 214380 h 718256"/>
                <a:gd name="connsiteX117" fmla="*/ 459557 w 535862"/>
                <a:gd name="connsiteY117" fmla="*/ 253627 h 718256"/>
                <a:gd name="connsiteX118" fmla="*/ 478556 w 535862"/>
                <a:gd name="connsiteY118" fmla="*/ 276125 h 718256"/>
                <a:gd name="connsiteX119" fmla="*/ 482555 w 535862"/>
                <a:gd name="connsiteY119" fmla="*/ 282374 h 718256"/>
                <a:gd name="connsiteX120" fmla="*/ 469390 w 535862"/>
                <a:gd name="connsiteY120" fmla="*/ 295123 h 718256"/>
                <a:gd name="connsiteX121" fmla="*/ 469390 w 535862"/>
                <a:gd name="connsiteY121" fmla="*/ 295123 h 718256"/>
                <a:gd name="connsiteX122" fmla="*/ 132837 w 535862"/>
                <a:gd name="connsiteY122" fmla="*/ 30814 h 718256"/>
                <a:gd name="connsiteX123" fmla="*/ 228412 w 535862"/>
                <a:gd name="connsiteY123" fmla="*/ 22564 h 718256"/>
                <a:gd name="connsiteX124" fmla="*/ 330486 w 535862"/>
                <a:gd name="connsiteY124" fmla="*/ 65560 h 718256"/>
                <a:gd name="connsiteX125" fmla="*/ 427894 w 535862"/>
                <a:gd name="connsiteY125" fmla="*/ 123805 h 718256"/>
                <a:gd name="connsiteX126" fmla="*/ 508886 w 535862"/>
                <a:gd name="connsiteY126" fmla="*/ 200465 h 718256"/>
                <a:gd name="connsiteX127" fmla="*/ 487305 w 535862"/>
                <a:gd name="connsiteY127" fmla="*/ 277791 h 718256"/>
                <a:gd name="connsiteX128" fmla="*/ 481639 w 535862"/>
                <a:gd name="connsiteY128" fmla="*/ 264542 h 718256"/>
                <a:gd name="connsiteX129" fmla="*/ 466474 w 535862"/>
                <a:gd name="connsiteY129" fmla="*/ 242628 h 718256"/>
                <a:gd name="connsiteX130" fmla="*/ 418645 w 535862"/>
                <a:gd name="connsiteY130" fmla="*/ 196215 h 718256"/>
                <a:gd name="connsiteX131" fmla="*/ 302322 w 535862"/>
                <a:gd name="connsiteY131" fmla="*/ 127888 h 718256"/>
                <a:gd name="connsiteX132" fmla="*/ 248660 w 535862"/>
                <a:gd name="connsiteY132" fmla="*/ 104557 h 718256"/>
                <a:gd name="connsiteX133" fmla="*/ 185582 w 535862"/>
                <a:gd name="connsiteY133" fmla="*/ 92474 h 718256"/>
                <a:gd name="connsiteX134" fmla="*/ 128588 w 535862"/>
                <a:gd name="connsiteY134" fmla="*/ 88142 h 718256"/>
                <a:gd name="connsiteX135" fmla="*/ 97007 w 535862"/>
                <a:gd name="connsiteY135" fmla="*/ 88808 h 718256"/>
                <a:gd name="connsiteX136" fmla="*/ 96174 w 535862"/>
                <a:gd name="connsiteY136" fmla="*/ 88808 h 718256"/>
                <a:gd name="connsiteX137" fmla="*/ 132837 w 535862"/>
                <a:gd name="connsiteY137" fmla="*/ 30814 h 718256"/>
                <a:gd name="connsiteX138" fmla="*/ 132837 w 535862"/>
                <a:gd name="connsiteY138" fmla="*/ 30814 h 718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535862" h="718256">
                  <a:moveTo>
                    <a:pt x="83508" y="71726"/>
                  </a:moveTo>
                  <a:cubicBezTo>
                    <a:pt x="66676" y="108890"/>
                    <a:pt x="59510" y="150802"/>
                    <a:pt x="50844" y="190466"/>
                  </a:cubicBezTo>
                  <a:cubicBezTo>
                    <a:pt x="41678" y="232295"/>
                    <a:pt x="36512" y="274708"/>
                    <a:pt x="28846" y="316788"/>
                  </a:cubicBezTo>
                  <a:cubicBezTo>
                    <a:pt x="21264" y="358367"/>
                    <a:pt x="12431" y="399780"/>
                    <a:pt x="8931" y="441943"/>
                  </a:cubicBezTo>
                  <a:cubicBezTo>
                    <a:pt x="5515" y="482773"/>
                    <a:pt x="3515" y="523352"/>
                    <a:pt x="1099" y="564182"/>
                  </a:cubicBezTo>
                  <a:cubicBezTo>
                    <a:pt x="-1067" y="601512"/>
                    <a:pt x="-651" y="638425"/>
                    <a:pt x="8098" y="675172"/>
                  </a:cubicBezTo>
                  <a:cubicBezTo>
                    <a:pt x="11598" y="689837"/>
                    <a:pt x="18014" y="707836"/>
                    <a:pt x="32346" y="715169"/>
                  </a:cubicBezTo>
                  <a:cubicBezTo>
                    <a:pt x="47261" y="722834"/>
                    <a:pt x="64510" y="714835"/>
                    <a:pt x="77009" y="706336"/>
                  </a:cubicBezTo>
                  <a:cubicBezTo>
                    <a:pt x="92091" y="696087"/>
                    <a:pt x="106506" y="683921"/>
                    <a:pt x="120005" y="671756"/>
                  </a:cubicBezTo>
                  <a:cubicBezTo>
                    <a:pt x="136586" y="656841"/>
                    <a:pt x="154252" y="642675"/>
                    <a:pt x="169584" y="626510"/>
                  </a:cubicBezTo>
                  <a:cubicBezTo>
                    <a:pt x="196748" y="597762"/>
                    <a:pt x="225495" y="570515"/>
                    <a:pt x="252993" y="542184"/>
                  </a:cubicBezTo>
                  <a:cubicBezTo>
                    <a:pt x="255826" y="539601"/>
                    <a:pt x="258576" y="536935"/>
                    <a:pt x="261409" y="534268"/>
                  </a:cubicBezTo>
                  <a:cubicBezTo>
                    <a:pt x="262242" y="534351"/>
                    <a:pt x="262909" y="533601"/>
                    <a:pt x="262992" y="532768"/>
                  </a:cubicBezTo>
                  <a:cubicBezTo>
                    <a:pt x="315071" y="483939"/>
                    <a:pt x="363483" y="432027"/>
                    <a:pt x="413645" y="381115"/>
                  </a:cubicBezTo>
                  <a:cubicBezTo>
                    <a:pt x="439976" y="354368"/>
                    <a:pt x="463224" y="324870"/>
                    <a:pt x="489972" y="298623"/>
                  </a:cubicBezTo>
                  <a:cubicBezTo>
                    <a:pt x="511803" y="277125"/>
                    <a:pt x="542383" y="249377"/>
                    <a:pt x="534634" y="214797"/>
                  </a:cubicBezTo>
                  <a:cubicBezTo>
                    <a:pt x="531051" y="198965"/>
                    <a:pt x="519469" y="187216"/>
                    <a:pt x="508470" y="175967"/>
                  </a:cubicBezTo>
                  <a:cubicBezTo>
                    <a:pt x="493888" y="161052"/>
                    <a:pt x="478222" y="147219"/>
                    <a:pt x="462724" y="133304"/>
                  </a:cubicBezTo>
                  <a:cubicBezTo>
                    <a:pt x="431977" y="105723"/>
                    <a:pt x="398313" y="86308"/>
                    <a:pt x="362483" y="65893"/>
                  </a:cubicBezTo>
                  <a:cubicBezTo>
                    <a:pt x="300989" y="30647"/>
                    <a:pt x="225578" y="-9433"/>
                    <a:pt x="152085" y="1983"/>
                  </a:cubicBezTo>
                  <a:cubicBezTo>
                    <a:pt x="119005" y="7149"/>
                    <a:pt x="96174" y="43729"/>
                    <a:pt x="83508" y="71726"/>
                  </a:cubicBezTo>
                  <a:lnTo>
                    <a:pt x="83508" y="71726"/>
                  </a:lnTo>
                  <a:close/>
                  <a:moveTo>
                    <a:pt x="58594" y="248044"/>
                  </a:moveTo>
                  <a:cubicBezTo>
                    <a:pt x="60844" y="228129"/>
                    <a:pt x="64760" y="208381"/>
                    <a:pt x="69260" y="188716"/>
                  </a:cubicBezTo>
                  <a:cubicBezTo>
                    <a:pt x="76009" y="186050"/>
                    <a:pt x="88258" y="184050"/>
                    <a:pt x="91174" y="183883"/>
                  </a:cubicBezTo>
                  <a:cubicBezTo>
                    <a:pt x="104173" y="183216"/>
                    <a:pt x="116422" y="189049"/>
                    <a:pt x="125754" y="197715"/>
                  </a:cubicBezTo>
                  <a:cubicBezTo>
                    <a:pt x="134587" y="205881"/>
                    <a:pt x="143669" y="218130"/>
                    <a:pt x="137086" y="229712"/>
                  </a:cubicBezTo>
                  <a:cubicBezTo>
                    <a:pt x="132254" y="238212"/>
                    <a:pt x="122588" y="242628"/>
                    <a:pt x="117505" y="250627"/>
                  </a:cubicBezTo>
                  <a:cubicBezTo>
                    <a:pt x="107589" y="266209"/>
                    <a:pt x="128837" y="281374"/>
                    <a:pt x="117089" y="296123"/>
                  </a:cubicBezTo>
                  <a:cubicBezTo>
                    <a:pt x="104006" y="312455"/>
                    <a:pt x="70593" y="309955"/>
                    <a:pt x="49678" y="305622"/>
                  </a:cubicBezTo>
                  <a:cubicBezTo>
                    <a:pt x="53177" y="286541"/>
                    <a:pt x="56344" y="267376"/>
                    <a:pt x="58594" y="248044"/>
                  </a:cubicBezTo>
                  <a:lnTo>
                    <a:pt x="58594" y="248044"/>
                  </a:lnTo>
                  <a:close/>
                  <a:moveTo>
                    <a:pt x="23264" y="481523"/>
                  </a:moveTo>
                  <a:cubicBezTo>
                    <a:pt x="26763" y="441193"/>
                    <a:pt x="31180" y="402030"/>
                    <a:pt x="38595" y="362283"/>
                  </a:cubicBezTo>
                  <a:cubicBezTo>
                    <a:pt x="39179" y="358951"/>
                    <a:pt x="39845" y="355617"/>
                    <a:pt x="40512" y="352285"/>
                  </a:cubicBezTo>
                  <a:cubicBezTo>
                    <a:pt x="83258" y="344869"/>
                    <a:pt x="125087" y="385948"/>
                    <a:pt x="125421" y="427528"/>
                  </a:cubicBezTo>
                  <a:cubicBezTo>
                    <a:pt x="125754" y="473690"/>
                    <a:pt x="62427" y="501354"/>
                    <a:pt x="22180" y="493355"/>
                  </a:cubicBezTo>
                  <a:cubicBezTo>
                    <a:pt x="22680" y="489355"/>
                    <a:pt x="22930" y="485439"/>
                    <a:pt x="23264" y="481523"/>
                  </a:cubicBezTo>
                  <a:lnTo>
                    <a:pt x="23264" y="481523"/>
                  </a:lnTo>
                  <a:close/>
                  <a:moveTo>
                    <a:pt x="19930" y="644925"/>
                  </a:moveTo>
                  <a:cubicBezTo>
                    <a:pt x="19847" y="644258"/>
                    <a:pt x="19764" y="643508"/>
                    <a:pt x="19681" y="642758"/>
                  </a:cubicBezTo>
                  <a:cubicBezTo>
                    <a:pt x="17347" y="624343"/>
                    <a:pt x="15098" y="606095"/>
                    <a:pt x="16098" y="587430"/>
                  </a:cubicBezTo>
                  <a:cubicBezTo>
                    <a:pt x="16931" y="572181"/>
                    <a:pt x="17764" y="557016"/>
                    <a:pt x="18764" y="541768"/>
                  </a:cubicBezTo>
                  <a:cubicBezTo>
                    <a:pt x="33512" y="540601"/>
                    <a:pt x="44095" y="536101"/>
                    <a:pt x="59344" y="545017"/>
                  </a:cubicBezTo>
                  <a:cubicBezTo>
                    <a:pt x="68009" y="550100"/>
                    <a:pt x="79758" y="562016"/>
                    <a:pt x="79342" y="573098"/>
                  </a:cubicBezTo>
                  <a:cubicBezTo>
                    <a:pt x="78925" y="583264"/>
                    <a:pt x="68843" y="589263"/>
                    <a:pt x="63260" y="596346"/>
                  </a:cubicBezTo>
                  <a:cubicBezTo>
                    <a:pt x="55511" y="606095"/>
                    <a:pt x="58343" y="611344"/>
                    <a:pt x="59593" y="622093"/>
                  </a:cubicBezTo>
                  <a:cubicBezTo>
                    <a:pt x="61843" y="640259"/>
                    <a:pt x="37679" y="644258"/>
                    <a:pt x="19930" y="644925"/>
                  </a:cubicBezTo>
                  <a:lnTo>
                    <a:pt x="19930" y="644925"/>
                  </a:lnTo>
                  <a:close/>
                  <a:moveTo>
                    <a:pt x="187665" y="586014"/>
                  </a:moveTo>
                  <a:cubicBezTo>
                    <a:pt x="190165" y="569848"/>
                    <a:pt x="200998" y="551100"/>
                    <a:pt x="212246" y="542351"/>
                  </a:cubicBezTo>
                  <a:cubicBezTo>
                    <a:pt x="222912" y="534018"/>
                    <a:pt x="233994" y="530518"/>
                    <a:pt x="245827" y="531185"/>
                  </a:cubicBezTo>
                  <a:cubicBezTo>
                    <a:pt x="243410" y="533518"/>
                    <a:pt x="240911" y="535935"/>
                    <a:pt x="238494" y="538268"/>
                  </a:cubicBezTo>
                  <a:cubicBezTo>
                    <a:pt x="221662" y="554350"/>
                    <a:pt x="204581" y="570181"/>
                    <a:pt x="187665" y="586014"/>
                  </a:cubicBezTo>
                  <a:lnTo>
                    <a:pt x="187665" y="586014"/>
                  </a:lnTo>
                  <a:close/>
                  <a:moveTo>
                    <a:pt x="282907" y="494439"/>
                  </a:moveTo>
                  <a:cubicBezTo>
                    <a:pt x="266325" y="481773"/>
                    <a:pt x="251076" y="461441"/>
                    <a:pt x="248160" y="440777"/>
                  </a:cubicBezTo>
                  <a:cubicBezTo>
                    <a:pt x="244910" y="418028"/>
                    <a:pt x="253243" y="397947"/>
                    <a:pt x="266241" y="379532"/>
                  </a:cubicBezTo>
                  <a:cubicBezTo>
                    <a:pt x="280574" y="359367"/>
                    <a:pt x="309404" y="350451"/>
                    <a:pt x="333485" y="352035"/>
                  </a:cubicBezTo>
                  <a:cubicBezTo>
                    <a:pt x="347984" y="352951"/>
                    <a:pt x="360650" y="358617"/>
                    <a:pt x="371065" y="368783"/>
                  </a:cubicBezTo>
                  <a:cubicBezTo>
                    <a:pt x="373982" y="371699"/>
                    <a:pt x="382148" y="380115"/>
                    <a:pt x="385231" y="387281"/>
                  </a:cubicBezTo>
                  <a:cubicBezTo>
                    <a:pt x="350984" y="422945"/>
                    <a:pt x="317570" y="459191"/>
                    <a:pt x="282907" y="494439"/>
                  </a:cubicBezTo>
                  <a:lnTo>
                    <a:pt x="282907" y="494439"/>
                  </a:lnTo>
                  <a:close/>
                  <a:moveTo>
                    <a:pt x="403812" y="368200"/>
                  </a:moveTo>
                  <a:cubicBezTo>
                    <a:pt x="399646" y="372449"/>
                    <a:pt x="395563" y="376699"/>
                    <a:pt x="391480" y="380949"/>
                  </a:cubicBezTo>
                  <a:cubicBezTo>
                    <a:pt x="384814" y="367283"/>
                    <a:pt x="362483" y="350284"/>
                    <a:pt x="356900" y="347868"/>
                  </a:cubicBezTo>
                  <a:cubicBezTo>
                    <a:pt x="330402" y="336536"/>
                    <a:pt x="292822" y="344118"/>
                    <a:pt x="270408" y="361783"/>
                  </a:cubicBezTo>
                  <a:cubicBezTo>
                    <a:pt x="250243" y="377782"/>
                    <a:pt x="235911" y="408446"/>
                    <a:pt x="235744" y="433861"/>
                  </a:cubicBezTo>
                  <a:cubicBezTo>
                    <a:pt x="235494" y="461941"/>
                    <a:pt x="251576" y="487772"/>
                    <a:pt x="274408" y="503021"/>
                  </a:cubicBezTo>
                  <a:cubicBezTo>
                    <a:pt x="266992" y="510520"/>
                    <a:pt x="259492" y="517936"/>
                    <a:pt x="251910" y="525352"/>
                  </a:cubicBezTo>
                  <a:cubicBezTo>
                    <a:pt x="236744" y="519019"/>
                    <a:pt x="220912" y="523019"/>
                    <a:pt x="206330" y="534018"/>
                  </a:cubicBezTo>
                  <a:cubicBezTo>
                    <a:pt x="196248" y="541601"/>
                    <a:pt x="189582" y="551683"/>
                    <a:pt x="184666" y="563016"/>
                  </a:cubicBezTo>
                  <a:cubicBezTo>
                    <a:pt x="180083" y="573764"/>
                    <a:pt x="173000" y="585014"/>
                    <a:pt x="175917" y="597096"/>
                  </a:cubicBezTo>
                  <a:cubicBezTo>
                    <a:pt x="167167" y="605345"/>
                    <a:pt x="158418" y="613678"/>
                    <a:pt x="149752" y="622010"/>
                  </a:cubicBezTo>
                  <a:cubicBezTo>
                    <a:pt x="140087" y="631343"/>
                    <a:pt x="130837" y="641092"/>
                    <a:pt x="121255" y="650508"/>
                  </a:cubicBezTo>
                  <a:cubicBezTo>
                    <a:pt x="107589" y="662590"/>
                    <a:pt x="94007" y="674339"/>
                    <a:pt x="79342" y="685254"/>
                  </a:cubicBezTo>
                  <a:cubicBezTo>
                    <a:pt x="65343" y="695754"/>
                    <a:pt x="43845" y="712252"/>
                    <a:pt x="31263" y="690920"/>
                  </a:cubicBezTo>
                  <a:cubicBezTo>
                    <a:pt x="24763" y="679921"/>
                    <a:pt x="22680" y="666423"/>
                    <a:pt x="21097" y="653591"/>
                  </a:cubicBezTo>
                  <a:cubicBezTo>
                    <a:pt x="35929" y="655007"/>
                    <a:pt x="56677" y="648425"/>
                    <a:pt x="64260" y="642092"/>
                  </a:cubicBezTo>
                  <a:cubicBezTo>
                    <a:pt x="70509" y="636842"/>
                    <a:pt x="72176" y="630926"/>
                    <a:pt x="70259" y="623260"/>
                  </a:cubicBezTo>
                  <a:cubicBezTo>
                    <a:pt x="69509" y="620344"/>
                    <a:pt x="67093" y="616844"/>
                    <a:pt x="67093" y="613761"/>
                  </a:cubicBezTo>
                  <a:cubicBezTo>
                    <a:pt x="67093" y="607595"/>
                    <a:pt x="71843" y="600012"/>
                    <a:pt x="75675" y="595346"/>
                  </a:cubicBezTo>
                  <a:cubicBezTo>
                    <a:pt x="78925" y="591347"/>
                    <a:pt x="83091" y="588180"/>
                    <a:pt x="85508" y="583514"/>
                  </a:cubicBezTo>
                  <a:cubicBezTo>
                    <a:pt x="101673" y="552100"/>
                    <a:pt x="49178" y="517103"/>
                    <a:pt x="19847" y="529185"/>
                  </a:cubicBezTo>
                  <a:cubicBezTo>
                    <a:pt x="20597" y="517936"/>
                    <a:pt x="21347" y="506687"/>
                    <a:pt x="22264" y="495355"/>
                  </a:cubicBezTo>
                  <a:cubicBezTo>
                    <a:pt x="44095" y="507271"/>
                    <a:pt x="71843" y="501521"/>
                    <a:pt x="93507" y="490772"/>
                  </a:cubicBezTo>
                  <a:cubicBezTo>
                    <a:pt x="118005" y="478606"/>
                    <a:pt x="137253" y="457525"/>
                    <a:pt x="137837" y="429111"/>
                  </a:cubicBezTo>
                  <a:cubicBezTo>
                    <a:pt x="138836" y="379699"/>
                    <a:pt x="92424" y="334619"/>
                    <a:pt x="43095" y="339036"/>
                  </a:cubicBezTo>
                  <a:cubicBezTo>
                    <a:pt x="45011" y="329037"/>
                    <a:pt x="47011" y="319037"/>
                    <a:pt x="48845" y="309039"/>
                  </a:cubicBezTo>
                  <a:cubicBezTo>
                    <a:pt x="72343" y="316121"/>
                    <a:pt x="105756" y="320204"/>
                    <a:pt x="123921" y="302706"/>
                  </a:cubicBezTo>
                  <a:cubicBezTo>
                    <a:pt x="131671" y="295290"/>
                    <a:pt x="133254" y="286374"/>
                    <a:pt x="130087" y="276291"/>
                  </a:cubicBezTo>
                  <a:cubicBezTo>
                    <a:pt x="127254" y="267376"/>
                    <a:pt x="123671" y="261626"/>
                    <a:pt x="130587" y="252960"/>
                  </a:cubicBezTo>
                  <a:cubicBezTo>
                    <a:pt x="135337" y="247127"/>
                    <a:pt x="142003" y="242961"/>
                    <a:pt x="146502" y="236628"/>
                  </a:cubicBezTo>
                  <a:cubicBezTo>
                    <a:pt x="161418" y="215547"/>
                    <a:pt x="140503" y="190132"/>
                    <a:pt x="122004" y="178884"/>
                  </a:cubicBezTo>
                  <a:cubicBezTo>
                    <a:pt x="109672" y="171384"/>
                    <a:pt x="93757" y="167968"/>
                    <a:pt x="79592" y="171384"/>
                  </a:cubicBezTo>
                  <a:cubicBezTo>
                    <a:pt x="77758" y="171801"/>
                    <a:pt x="75259" y="172384"/>
                    <a:pt x="72676" y="173051"/>
                  </a:cubicBezTo>
                  <a:cubicBezTo>
                    <a:pt x="75759" y="160385"/>
                    <a:pt x="78925" y="147803"/>
                    <a:pt x="81925" y="135221"/>
                  </a:cubicBezTo>
                  <a:cubicBezTo>
                    <a:pt x="84424" y="124888"/>
                    <a:pt x="87174" y="114556"/>
                    <a:pt x="90341" y="104307"/>
                  </a:cubicBezTo>
                  <a:cubicBezTo>
                    <a:pt x="96507" y="104057"/>
                    <a:pt x="104423" y="105557"/>
                    <a:pt x="109006" y="105390"/>
                  </a:cubicBezTo>
                  <a:cubicBezTo>
                    <a:pt x="118005" y="105057"/>
                    <a:pt x="126504" y="105390"/>
                    <a:pt x="135503" y="105723"/>
                  </a:cubicBezTo>
                  <a:cubicBezTo>
                    <a:pt x="155585" y="106556"/>
                    <a:pt x="174583" y="108390"/>
                    <a:pt x="194331" y="111973"/>
                  </a:cubicBezTo>
                  <a:cubicBezTo>
                    <a:pt x="214913" y="115723"/>
                    <a:pt x="235578" y="117806"/>
                    <a:pt x="255326" y="125138"/>
                  </a:cubicBezTo>
                  <a:cubicBezTo>
                    <a:pt x="273158" y="131721"/>
                    <a:pt x="289656" y="140887"/>
                    <a:pt x="306405" y="149803"/>
                  </a:cubicBezTo>
                  <a:cubicBezTo>
                    <a:pt x="332069" y="163468"/>
                    <a:pt x="357983" y="175800"/>
                    <a:pt x="382564" y="190632"/>
                  </a:cubicBezTo>
                  <a:cubicBezTo>
                    <a:pt x="370232" y="199132"/>
                    <a:pt x="358983" y="210547"/>
                    <a:pt x="359067" y="226296"/>
                  </a:cubicBezTo>
                  <a:cubicBezTo>
                    <a:pt x="359150" y="247377"/>
                    <a:pt x="372565" y="258293"/>
                    <a:pt x="388731" y="268709"/>
                  </a:cubicBezTo>
                  <a:cubicBezTo>
                    <a:pt x="408895" y="281708"/>
                    <a:pt x="373482" y="305789"/>
                    <a:pt x="385314" y="324870"/>
                  </a:cubicBezTo>
                  <a:cubicBezTo>
                    <a:pt x="394063" y="339036"/>
                    <a:pt x="411478" y="340869"/>
                    <a:pt x="427227" y="341952"/>
                  </a:cubicBezTo>
                  <a:cubicBezTo>
                    <a:pt x="419894" y="351035"/>
                    <a:pt x="412062" y="359867"/>
                    <a:pt x="403812" y="368200"/>
                  </a:cubicBezTo>
                  <a:lnTo>
                    <a:pt x="403812" y="368200"/>
                  </a:lnTo>
                  <a:close/>
                  <a:moveTo>
                    <a:pt x="469390" y="295123"/>
                  </a:moveTo>
                  <a:cubicBezTo>
                    <a:pt x="456391" y="308205"/>
                    <a:pt x="444559" y="322287"/>
                    <a:pt x="432560" y="336286"/>
                  </a:cubicBezTo>
                  <a:cubicBezTo>
                    <a:pt x="413645" y="333453"/>
                    <a:pt x="384648" y="329370"/>
                    <a:pt x="393647" y="306289"/>
                  </a:cubicBezTo>
                  <a:cubicBezTo>
                    <a:pt x="397896" y="295456"/>
                    <a:pt x="411229" y="287124"/>
                    <a:pt x="406812" y="274208"/>
                  </a:cubicBezTo>
                  <a:cubicBezTo>
                    <a:pt x="402062" y="260293"/>
                    <a:pt x="382898" y="256960"/>
                    <a:pt x="375148" y="244961"/>
                  </a:cubicBezTo>
                  <a:cubicBezTo>
                    <a:pt x="360650" y="222463"/>
                    <a:pt x="378982" y="210464"/>
                    <a:pt x="393230" y="197215"/>
                  </a:cubicBezTo>
                  <a:cubicBezTo>
                    <a:pt x="401480" y="202548"/>
                    <a:pt x="409562" y="208214"/>
                    <a:pt x="417478" y="214380"/>
                  </a:cubicBezTo>
                  <a:cubicBezTo>
                    <a:pt x="432560" y="226213"/>
                    <a:pt x="446392" y="239711"/>
                    <a:pt x="459557" y="253627"/>
                  </a:cubicBezTo>
                  <a:cubicBezTo>
                    <a:pt x="466307" y="260709"/>
                    <a:pt x="473056" y="267959"/>
                    <a:pt x="478556" y="276125"/>
                  </a:cubicBezTo>
                  <a:cubicBezTo>
                    <a:pt x="480056" y="278374"/>
                    <a:pt x="481222" y="280457"/>
                    <a:pt x="482555" y="282374"/>
                  </a:cubicBezTo>
                  <a:cubicBezTo>
                    <a:pt x="477806" y="286874"/>
                    <a:pt x="473306" y="291123"/>
                    <a:pt x="469390" y="295123"/>
                  </a:cubicBezTo>
                  <a:lnTo>
                    <a:pt x="469390" y="295123"/>
                  </a:lnTo>
                  <a:close/>
                  <a:moveTo>
                    <a:pt x="132837" y="30814"/>
                  </a:moveTo>
                  <a:cubicBezTo>
                    <a:pt x="155835" y="9315"/>
                    <a:pt x="200248" y="14981"/>
                    <a:pt x="228412" y="22564"/>
                  </a:cubicBezTo>
                  <a:cubicBezTo>
                    <a:pt x="263409" y="31980"/>
                    <a:pt x="298489" y="48479"/>
                    <a:pt x="330486" y="65560"/>
                  </a:cubicBezTo>
                  <a:cubicBezTo>
                    <a:pt x="363233" y="83059"/>
                    <a:pt x="398563" y="100641"/>
                    <a:pt x="427894" y="123805"/>
                  </a:cubicBezTo>
                  <a:cubicBezTo>
                    <a:pt x="456141" y="146136"/>
                    <a:pt x="486138" y="172551"/>
                    <a:pt x="508886" y="200465"/>
                  </a:cubicBezTo>
                  <a:cubicBezTo>
                    <a:pt x="531468" y="228379"/>
                    <a:pt x="509386" y="255877"/>
                    <a:pt x="487305" y="277791"/>
                  </a:cubicBezTo>
                  <a:cubicBezTo>
                    <a:pt x="485305" y="273292"/>
                    <a:pt x="483722" y="268125"/>
                    <a:pt x="481639" y="264542"/>
                  </a:cubicBezTo>
                  <a:cubicBezTo>
                    <a:pt x="477139" y="256877"/>
                    <a:pt x="472056" y="249460"/>
                    <a:pt x="466474" y="242628"/>
                  </a:cubicBezTo>
                  <a:cubicBezTo>
                    <a:pt x="452308" y="225213"/>
                    <a:pt x="436143" y="210131"/>
                    <a:pt x="418645" y="196215"/>
                  </a:cubicBezTo>
                  <a:cubicBezTo>
                    <a:pt x="383231" y="168134"/>
                    <a:pt x="341985" y="149219"/>
                    <a:pt x="302322" y="127888"/>
                  </a:cubicBezTo>
                  <a:cubicBezTo>
                    <a:pt x="285157" y="118639"/>
                    <a:pt x="267408" y="110140"/>
                    <a:pt x="248660" y="104557"/>
                  </a:cubicBezTo>
                  <a:cubicBezTo>
                    <a:pt x="228245" y="98474"/>
                    <a:pt x="206497" y="96474"/>
                    <a:pt x="185582" y="92474"/>
                  </a:cubicBezTo>
                  <a:cubicBezTo>
                    <a:pt x="166667" y="88891"/>
                    <a:pt x="147669" y="89142"/>
                    <a:pt x="128588" y="88142"/>
                  </a:cubicBezTo>
                  <a:cubicBezTo>
                    <a:pt x="118005" y="87558"/>
                    <a:pt x="107589" y="88725"/>
                    <a:pt x="97007" y="88808"/>
                  </a:cubicBezTo>
                  <a:cubicBezTo>
                    <a:pt x="96757" y="88808"/>
                    <a:pt x="96507" y="88808"/>
                    <a:pt x="96174" y="88808"/>
                  </a:cubicBezTo>
                  <a:cubicBezTo>
                    <a:pt x="104256" y="67310"/>
                    <a:pt x="115505" y="46979"/>
                    <a:pt x="132837" y="30814"/>
                  </a:cubicBezTo>
                  <a:lnTo>
                    <a:pt x="132837" y="30814"/>
                  </a:lnTo>
                  <a:close/>
                </a:path>
              </a:pathLst>
            </a:custGeom>
            <a:grpFill/>
            <a:ln w="8332" cap="flat">
              <a:noFill/>
              <a:prstDash val="solid"/>
              <a:miter/>
            </a:ln>
          </p:spPr>
          <p:txBody>
            <a:bodyPr rtlCol="0" anchor="ctr"/>
            <a:lstStyle/>
            <a:p>
              <a:endParaRPr lang="en-US"/>
            </a:p>
          </p:txBody>
        </p:sp>
        <p:sp>
          <p:nvSpPr>
            <p:cNvPr id="2474" name="Freeform: Shape 2473"/>
            <p:cNvSpPr/>
            <p:nvPr/>
          </p:nvSpPr>
          <p:spPr>
            <a:xfrm>
              <a:off x="6406460" y="5541319"/>
              <a:ext cx="139376" cy="85668"/>
            </a:xfrm>
            <a:custGeom>
              <a:avLst/>
              <a:gdLst>
                <a:gd name="connsiteX0" fmla="*/ 2151 w 139376"/>
                <a:gd name="connsiteY0" fmla="*/ 82351 h 85668"/>
                <a:gd name="connsiteX1" fmla="*/ 40147 w 139376"/>
                <a:gd name="connsiteY1" fmla="*/ 85100 h 85668"/>
                <a:gd name="connsiteX2" fmla="*/ 89893 w 139376"/>
                <a:gd name="connsiteY2" fmla="*/ 75851 h 85668"/>
                <a:gd name="connsiteX3" fmla="*/ 124306 w 139376"/>
                <a:gd name="connsiteY3" fmla="*/ 49270 h 85668"/>
                <a:gd name="connsiteX4" fmla="*/ 137555 w 139376"/>
                <a:gd name="connsiteY4" fmla="*/ 9274 h 85668"/>
                <a:gd name="connsiteX5" fmla="*/ 138221 w 139376"/>
                <a:gd name="connsiteY5" fmla="*/ 2858 h 85668"/>
                <a:gd name="connsiteX6" fmla="*/ 134055 w 139376"/>
                <a:gd name="connsiteY6" fmla="*/ 1025 h 85668"/>
                <a:gd name="connsiteX7" fmla="*/ 106558 w 139376"/>
                <a:gd name="connsiteY7" fmla="*/ 2358 h 85668"/>
                <a:gd name="connsiteX8" fmla="*/ 64728 w 139376"/>
                <a:gd name="connsiteY8" fmla="*/ 15524 h 85668"/>
                <a:gd name="connsiteX9" fmla="*/ 984 w 139376"/>
                <a:gd name="connsiteY9" fmla="*/ 75768 h 85668"/>
                <a:gd name="connsiteX10" fmla="*/ 2151 w 139376"/>
                <a:gd name="connsiteY10" fmla="*/ 82351 h 85668"/>
                <a:gd name="connsiteX11" fmla="*/ 2151 w 139376"/>
                <a:gd name="connsiteY11" fmla="*/ 82351 h 85668"/>
                <a:gd name="connsiteX12" fmla="*/ 60312 w 139376"/>
                <a:gd name="connsiteY12" fmla="*/ 26523 h 85668"/>
                <a:gd name="connsiteX13" fmla="*/ 96725 w 139376"/>
                <a:gd name="connsiteY13" fmla="*/ 13607 h 85668"/>
                <a:gd name="connsiteX14" fmla="*/ 125223 w 139376"/>
                <a:gd name="connsiteY14" fmla="*/ 8191 h 85668"/>
                <a:gd name="connsiteX15" fmla="*/ 98725 w 139376"/>
                <a:gd name="connsiteY15" fmla="*/ 30856 h 85668"/>
                <a:gd name="connsiteX16" fmla="*/ 62978 w 139376"/>
                <a:gd name="connsiteY16" fmla="*/ 50437 h 85668"/>
                <a:gd name="connsiteX17" fmla="*/ 64478 w 139376"/>
                <a:gd name="connsiteY17" fmla="*/ 53770 h 85668"/>
                <a:gd name="connsiteX18" fmla="*/ 99475 w 139376"/>
                <a:gd name="connsiteY18" fmla="*/ 36855 h 85668"/>
                <a:gd name="connsiteX19" fmla="*/ 130305 w 139376"/>
                <a:gd name="connsiteY19" fmla="*/ 13774 h 85668"/>
                <a:gd name="connsiteX20" fmla="*/ 80227 w 139376"/>
                <a:gd name="connsiteY20" fmla="*/ 68936 h 85668"/>
                <a:gd name="connsiteX21" fmla="*/ 39814 w 139376"/>
                <a:gd name="connsiteY21" fmla="*/ 74935 h 85668"/>
                <a:gd name="connsiteX22" fmla="*/ 11400 w 139376"/>
                <a:gd name="connsiteY22" fmla="*/ 75851 h 85668"/>
                <a:gd name="connsiteX23" fmla="*/ 60312 w 139376"/>
                <a:gd name="connsiteY23" fmla="*/ 26523 h 85668"/>
                <a:gd name="connsiteX24" fmla="*/ 60312 w 139376"/>
                <a:gd name="connsiteY24" fmla="*/ 26523 h 85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39376" h="85668">
                  <a:moveTo>
                    <a:pt x="2151" y="82351"/>
                  </a:moveTo>
                  <a:cubicBezTo>
                    <a:pt x="12900" y="86684"/>
                    <a:pt x="28732" y="85767"/>
                    <a:pt x="40147" y="85100"/>
                  </a:cubicBezTo>
                  <a:cubicBezTo>
                    <a:pt x="56562" y="84184"/>
                    <a:pt x="74644" y="82351"/>
                    <a:pt x="89893" y="75851"/>
                  </a:cubicBezTo>
                  <a:cubicBezTo>
                    <a:pt x="103308" y="70185"/>
                    <a:pt x="115474" y="60936"/>
                    <a:pt x="124306" y="49270"/>
                  </a:cubicBezTo>
                  <a:cubicBezTo>
                    <a:pt x="133389" y="37272"/>
                    <a:pt x="135805" y="23607"/>
                    <a:pt x="137555" y="9274"/>
                  </a:cubicBezTo>
                  <a:cubicBezTo>
                    <a:pt x="139721" y="7941"/>
                    <a:pt x="139971" y="4608"/>
                    <a:pt x="138221" y="2858"/>
                  </a:cubicBezTo>
                  <a:cubicBezTo>
                    <a:pt x="138138" y="608"/>
                    <a:pt x="135472" y="-391"/>
                    <a:pt x="134055" y="1025"/>
                  </a:cubicBezTo>
                  <a:cubicBezTo>
                    <a:pt x="125639" y="-1225"/>
                    <a:pt x="114474" y="692"/>
                    <a:pt x="106558" y="2358"/>
                  </a:cubicBezTo>
                  <a:cubicBezTo>
                    <a:pt x="91976" y="5524"/>
                    <a:pt x="78310" y="9191"/>
                    <a:pt x="64728" y="15524"/>
                  </a:cubicBezTo>
                  <a:cubicBezTo>
                    <a:pt x="36564" y="28606"/>
                    <a:pt x="21232" y="53520"/>
                    <a:pt x="984" y="75768"/>
                  </a:cubicBezTo>
                  <a:cubicBezTo>
                    <a:pt x="-516" y="77685"/>
                    <a:pt x="-432" y="81351"/>
                    <a:pt x="2151" y="82351"/>
                  </a:cubicBezTo>
                  <a:lnTo>
                    <a:pt x="2151" y="82351"/>
                  </a:lnTo>
                  <a:close/>
                  <a:moveTo>
                    <a:pt x="60312" y="26523"/>
                  </a:moveTo>
                  <a:cubicBezTo>
                    <a:pt x="71977" y="20940"/>
                    <a:pt x="83976" y="16024"/>
                    <a:pt x="96725" y="13607"/>
                  </a:cubicBezTo>
                  <a:cubicBezTo>
                    <a:pt x="104391" y="12190"/>
                    <a:pt x="115807" y="8191"/>
                    <a:pt x="125223" y="8191"/>
                  </a:cubicBezTo>
                  <a:cubicBezTo>
                    <a:pt x="116307" y="15524"/>
                    <a:pt x="108141" y="23940"/>
                    <a:pt x="98725" y="30856"/>
                  </a:cubicBezTo>
                  <a:cubicBezTo>
                    <a:pt x="87560" y="39022"/>
                    <a:pt x="75227" y="44271"/>
                    <a:pt x="62978" y="50437"/>
                  </a:cubicBezTo>
                  <a:cubicBezTo>
                    <a:pt x="61145" y="51354"/>
                    <a:pt x="62562" y="54437"/>
                    <a:pt x="64478" y="53770"/>
                  </a:cubicBezTo>
                  <a:cubicBezTo>
                    <a:pt x="76727" y="49521"/>
                    <a:pt x="88642" y="44021"/>
                    <a:pt x="99475" y="36855"/>
                  </a:cubicBezTo>
                  <a:cubicBezTo>
                    <a:pt x="110141" y="29856"/>
                    <a:pt x="119640" y="20773"/>
                    <a:pt x="130305" y="13774"/>
                  </a:cubicBezTo>
                  <a:cubicBezTo>
                    <a:pt x="122306" y="39438"/>
                    <a:pt x="108474" y="60186"/>
                    <a:pt x="80227" y="68936"/>
                  </a:cubicBezTo>
                  <a:cubicBezTo>
                    <a:pt x="67311" y="72935"/>
                    <a:pt x="53229" y="73935"/>
                    <a:pt x="39814" y="74935"/>
                  </a:cubicBezTo>
                  <a:cubicBezTo>
                    <a:pt x="31731" y="75518"/>
                    <a:pt x="20565" y="76851"/>
                    <a:pt x="11400" y="75851"/>
                  </a:cubicBezTo>
                  <a:cubicBezTo>
                    <a:pt x="24732" y="57520"/>
                    <a:pt x="40147" y="36188"/>
                    <a:pt x="60312" y="26523"/>
                  </a:cubicBezTo>
                  <a:lnTo>
                    <a:pt x="60312" y="26523"/>
                  </a:lnTo>
                  <a:close/>
                </a:path>
              </a:pathLst>
            </a:custGeom>
            <a:grpFill/>
            <a:ln w="8332" cap="flat">
              <a:noFill/>
              <a:prstDash val="solid"/>
              <a:miter/>
            </a:ln>
          </p:spPr>
          <p:txBody>
            <a:bodyPr rtlCol="0" anchor="ctr"/>
            <a:lstStyle/>
            <a:p>
              <a:endParaRPr lang="en-US"/>
            </a:p>
          </p:txBody>
        </p:sp>
        <p:sp>
          <p:nvSpPr>
            <p:cNvPr id="2475" name="Freeform: Shape 2474"/>
            <p:cNvSpPr/>
            <p:nvPr/>
          </p:nvSpPr>
          <p:spPr>
            <a:xfrm>
              <a:off x="6343829" y="5725729"/>
              <a:ext cx="100712" cy="115203"/>
            </a:xfrm>
            <a:custGeom>
              <a:avLst/>
              <a:gdLst>
                <a:gd name="connsiteX0" fmla="*/ 13452 w 100712"/>
                <a:gd name="connsiteY0" fmla="*/ 68759 h 115203"/>
                <a:gd name="connsiteX1" fmla="*/ 537 w 100712"/>
                <a:gd name="connsiteY1" fmla="*/ 107505 h 115203"/>
                <a:gd name="connsiteX2" fmla="*/ 3703 w 100712"/>
                <a:gd name="connsiteY2" fmla="*/ 114505 h 115203"/>
                <a:gd name="connsiteX3" fmla="*/ 38367 w 100712"/>
                <a:gd name="connsiteY3" fmla="*/ 110671 h 115203"/>
                <a:gd name="connsiteX4" fmla="*/ 81863 w 100712"/>
                <a:gd name="connsiteY4" fmla="*/ 87091 h 115203"/>
                <a:gd name="connsiteX5" fmla="*/ 98694 w 100712"/>
                <a:gd name="connsiteY5" fmla="*/ 41678 h 115203"/>
                <a:gd name="connsiteX6" fmla="*/ 97445 w 100712"/>
                <a:gd name="connsiteY6" fmla="*/ 6931 h 115203"/>
                <a:gd name="connsiteX7" fmla="*/ 95695 w 100712"/>
                <a:gd name="connsiteY7" fmla="*/ 2764 h 115203"/>
                <a:gd name="connsiteX8" fmla="*/ 95111 w 100712"/>
                <a:gd name="connsiteY8" fmla="*/ 1431 h 115203"/>
                <a:gd name="connsiteX9" fmla="*/ 89612 w 100712"/>
                <a:gd name="connsiteY9" fmla="*/ 2515 h 115203"/>
                <a:gd name="connsiteX10" fmla="*/ 32534 w 100712"/>
                <a:gd name="connsiteY10" fmla="*/ 37678 h 115203"/>
                <a:gd name="connsiteX11" fmla="*/ 13452 w 100712"/>
                <a:gd name="connsiteY11" fmla="*/ 68759 h 115203"/>
                <a:gd name="connsiteX12" fmla="*/ 13452 w 100712"/>
                <a:gd name="connsiteY12" fmla="*/ 68759 h 115203"/>
                <a:gd name="connsiteX13" fmla="*/ 33284 w 100712"/>
                <a:gd name="connsiteY13" fmla="*/ 50344 h 115203"/>
                <a:gd name="connsiteX14" fmla="*/ 82779 w 100712"/>
                <a:gd name="connsiteY14" fmla="*/ 13430 h 115203"/>
                <a:gd name="connsiteX15" fmla="*/ 75530 w 100712"/>
                <a:gd name="connsiteY15" fmla="*/ 33262 h 115203"/>
                <a:gd name="connsiteX16" fmla="*/ 44866 w 100712"/>
                <a:gd name="connsiteY16" fmla="*/ 76591 h 115203"/>
                <a:gd name="connsiteX17" fmla="*/ 48199 w 100712"/>
                <a:gd name="connsiteY17" fmla="*/ 80674 h 115203"/>
                <a:gd name="connsiteX18" fmla="*/ 74447 w 100712"/>
                <a:gd name="connsiteY18" fmla="*/ 50927 h 115203"/>
                <a:gd name="connsiteX19" fmla="*/ 84446 w 100712"/>
                <a:gd name="connsiteY19" fmla="*/ 31928 h 115203"/>
                <a:gd name="connsiteX20" fmla="*/ 91945 w 100712"/>
                <a:gd name="connsiteY20" fmla="*/ 13680 h 115203"/>
                <a:gd name="connsiteX21" fmla="*/ 73364 w 100712"/>
                <a:gd name="connsiteY21" fmla="*/ 82757 h 115203"/>
                <a:gd name="connsiteX22" fmla="*/ 35617 w 100712"/>
                <a:gd name="connsiteY22" fmla="*/ 101589 h 115203"/>
                <a:gd name="connsiteX23" fmla="*/ 11702 w 100712"/>
                <a:gd name="connsiteY23" fmla="*/ 105505 h 115203"/>
                <a:gd name="connsiteX24" fmla="*/ 33284 w 100712"/>
                <a:gd name="connsiteY24" fmla="*/ 50344 h 115203"/>
                <a:gd name="connsiteX25" fmla="*/ 33284 w 100712"/>
                <a:gd name="connsiteY25" fmla="*/ 50344 h 115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00712" h="115203">
                  <a:moveTo>
                    <a:pt x="13452" y="68759"/>
                  </a:moveTo>
                  <a:cubicBezTo>
                    <a:pt x="8369" y="81507"/>
                    <a:pt x="6619" y="95089"/>
                    <a:pt x="537" y="107505"/>
                  </a:cubicBezTo>
                  <a:cubicBezTo>
                    <a:pt x="-880" y="110338"/>
                    <a:pt x="620" y="113754"/>
                    <a:pt x="3703" y="114505"/>
                  </a:cubicBezTo>
                  <a:cubicBezTo>
                    <a:pt x="13619" y="116837"/>
                    <a:pt x="28367" y="112755"/>
                    <a:pt x="38367" y="110671"/>
                  </a:cubicBezTo>
                  <a:cubicBezTo>
                    <a:pt x="55115" y="107172"/>
                    <a:pt x="71280" y="101422"/>
                    <a:pt x="81863" y="87091"/>
                  </a:cubicBezTo>
                  <a:cubicBezTo>
                    <a:pt x="91279" y="74341"/>
                    <a:pt x="95278" y="56843"/>
                    <a:pt x="98694" y="41678"/>
                  </a:cubicBezTo>
                  <a:cubicBezTo>
                    <a:pt x="101528" y="29345"/>
                    <a:pt x="101611" y="18263"/>
                    <a:pt x="97445" y="6931"/>
                  </a:cubicBezTo>
                  <a:cubicBezTo>
                    <a:pt x="97695" y="5431"/>
                    <a:pt x="96945" y="3765"/>
                    <a:pt x="95695" y="2764"/>
                  </a:cubicBezTo>
                  <a:cubicBezTo>
                    <a:pt x="95528" y="2348"/>
                    <a:pt x="95362" y="1848"/>
                    <a:pt x="95111" y="1431"/>
                  </a:cubicBezTo>
                  <a:cubicBezTo>
                    <a:pt x="93862" y="-1152"/>
                    <a:pt x="90112" y="98"/>
                    <a:pt x="89612" y="2515"/>
                  </a:cubicBezTo>
                  <a:cubicBezTo>
                    <a:pt x="67114" y="8097"/>
                    <a:pt x="47616" y="20013"/>
                    <a:pt x="32534" y="37678"/>
                  </a:cubicBezTo>
                  <a:cubicBezTo>
                    <a:pt x="24784" y="46927"/>
                    <a:pt x="17952" y="57427"/>
                    <a:pt x="13452" y="68759"/>
                  </a:cubicBezTo>
                  <a:lnTo>
                    <a:pt x="13452" y="68759"/>
                  </a:lnTo>
                  <a:close/>
                  <a:moveTo>
                    <a:pt x="33284" y="50344"/>
                  </a:moveTo>
                  <a:cubicBezTo>
                    <a:pt x="45950" y="32512"/>
                    <a:pt x="62615" y="20096"/>
                    <a:pt x="82779" y="13430"/>
                  </a:cubicBezTo>
                  <a:cubicBezTo>
                    <a:pt x="79863" y="20096"/>
                    <a:pt x="77946" y="27929"/>
                    <a:pt x="75530" y="33262"/>
                  </a:cubicBezTo>
                  <a:cubicBezTo>
                    <a:pt x="67614" y="50260"/>
                    <a:pt x="58115" y="63342"/>
                    <a:pt x="44866" y="76591"/>
                  </a:cubicBezTo>
                  <a:cubicBezTo>
                    <a:pt x="42783" y="78675"/>
                    <a:pt x="45699" y="82507"/>
                    <a:pt x="48199" y="80674"/>
                  </a:cubicBezTo>
                  <a:cubicBezTo>
                    <a:pt x="59365" y="72591"/>
                    <a:pt x="67697" y="62926"/>
                    <a:pt x="74447" y="50927"/>
                  </a:cubicBezTo>
                  <a:cubicBezTo>
                    <a:pt x="77946" y="44677"/>
                    <a:pt x="81363" y="38345"/>
                    <a:pt x="84446" y="31928"/>
                  </a:cubicBezTo>
                  <a:cubicBezTo>
                    <a:pt x="86446" y="27845"/>
                    <a:pt x="88612" y="19096"/>
                    <a:pt x="91945" y="13680"/>
                  </a:cubicBezTo>
                  <a:cubicBezTo>
                    <a:pt x="94778" y="36012"/>
                    <a:pt x="85779" y="67092"/>
                    <a:pt x="73364" y="82757"/>
                  </a:cubicBezTo>
                  <a:cubicBezTo>
                    <a:pt x="64114" y="94506"/>
                    <a:pt x="49616" y="98839"/>
                    <a:pt x="35617" y="101589"/>
                  </a:cubicBezTo>
                  <a:cubicBezTo>
                    <a:pt x="29701" y="102755"/>
                    <a:pt x="19535" y="105339"/>
                    <a:pt x="11702" y="105505"/>
                  </a:cubicBezTo>
                  <a:cubicBezTo>
                    <a:pt x="18785" y="86757"/>
                    <a:pt x="21118" y="67509"/>
                    <a:pt x="33284" y="50344"/>
                  </a:cubicBezTo>
                  <a:lnTo>
                    <a:pt x="33284" y="50344"/>
                  </a:lnTo>
                  <a:close/>
                </a:path>
              </a:pathLst>
            </a:custGeom>
            <a:grpFill/>
            <a:ln w="8332" cap="flat">
              <a:noFill/>
              <a:prstDash val="solid"/>
              <a:miter/>
            </a:ln>
          </p:spPr>
          <p:txBody>
            <a:bodyPr rtlCol="0" anchor="ctr"/>
            <a:lstStyle/>
            <a:p>
              <a:endParaRPr lang="en-US"/>
            </a:p>
          </p:txBody>
        </p:sp>
        <p:sp>
          <p:nvSpPr>
            <p:cNvPr id="2476" name="Freeform: Shape 2475"/>
            <p:cNvSpPr/>
            <p:nvPr/>
          </p:nvSpPr>
          <p:spPr>
            <a:xfrm>
              <a:off x="6442479" y="5466724"/>
              <a:ext cx="52943" cy="58487"/>
            </a:xfrm>
            <a:custGeom>
              <a:avLst/>
              <a:gdLst>
                <a:gd name="connsiteX0" fmla="*/ 24043 w 52943"/>
                <a:gd name="connsiteY0" fmla="*/ 58372 h 58487"/>
                <a:gd name="connsiteX1" fmla="*/ 49124 w 52943"/>
                <a:gd name="connsiteY1" fmla="*/ 40956 h 58487"/>
                <a:gd name="connsiteX2" fmla="*/ 52874 w 52943"/>
                <a:gd name="connsiteY2" fmla="*/ 30541 h 58487"/>
                <a:gd name="connsiteX3" fmla="*/ 52791 w 52943"/>
                <a:gd name="connsiteY3" fmla="*/ 29708 h 58487"/>
                <a:gd name="connsiteX4" fmla="*/ 51291 w 52943"/>
                <a:gd name="connsiteY4" fmla="*/ 17625 h 58487"/>
                <a:gd name="connsiteX5" fmla="*/ 5212 w 52943"/>
                <a:gd name="connsiteY5" fmla="*/ 11376 h 58487"/>
                <a:gd name="connsiteX6" fmla="*/ 24043 w 52943"/>
                <a:gd name="connsiteY6" fmla="*/ 58372 h 58487"/>
                <a:gd name="connsiteX7" fmla="*/ 24043 w 52943"/>
                <a:gd name="connsiteY7" fmla="*/ 58372 h 58487"/>
                <a:gd name="connsiteX8" fmla="*/ 41708 w 52943"/>
                <a:gd name="connsiteY8" fmla="*/ 18625 h 58487"/>
                <a:gd name="connsiteX9" fmla="*/ 44458 w 52943"/>
                <a:gd name="connsiteY9" fmla="*/ 24792 h 58487"/>
                <a:gd name="connsiteX10" fmla="*/ 40875 w 52943"/>
                <a:gd name="connsiteY10" fmla="*/ 40040 h 58487"/>
                <a:gd name="connsiteX11" fmla="*/ 37459 w 52943"/>
                <a:gd name="connsiteY11" fmla="*/ 43206 h 58487"/>
                <a:gd name="connsiteX12" fmla="*/ 35376 w 52943"/>
                <a:gd name="connsiteY12" fmla="*/ 44873 h 58487"/>
                <a:gd name="connsiteX13" fmla="*/ 25126 w 52943"/>
                <a:gd name="connsiteY13" fmla="*/ 49706 h 58487"/>
                <a:gd name="connsiteX14" fmla="*/ 12794 w 52943"/>
                <a:gd name="connsiteY14" fmla="*/ 43706 h 58487"/>
                <a:gd name="connsiteX15" fmla="*/ 9961 w 52943"/>
                <a:gd name="connsiteY15" fmla="*/ 21792 h 58487"/>
                <a:gd name="connsiteX16" fmla="*/ 41708 w 52943"/>
                <a:gd name="connsiteY16" fmla="*/ 18625 h 58487"/>
                <a:gd name="connsiteX17" fmla="*/ 41708 w 52943"/>
                <a:gd name="connsiteY17" fmla="*/ 18625 h 58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2943" h="58487">
                  <a:moveTo>
                    <a:pt x="24043" y="58372"/>
                  </a:moveTo>
                  <a:cubicBezTo>
                    <a:pt x="34459" y="57372"/>
                    <a:pt x="43208" y="49039"/>
                    <a:pt x="49124" y="40956"/>
                  </a:cubicBezTo>
                  <a:cubicBezTo>
                    <a:pt x="51458" y="37791"/>
                    <a:pt x="52957" y="34624"/>
                    <a:pt x="52874" y="30541"/>
                  </a:cubicBezTo>
                  <a:cubicBezTo>
                    <a:pt x="52874" y="30291"/>
                    <a:pt x="52791" y="29958"/>
                    <a:pt x="52791" y="29708"/>
                  </a:cubicBezTo>
                  <a:cubicBezTo>
                    <a:pt x="53207" y="25708"/>
                    <a:pt x="52791" y="21542"/>
                    <a:pt x="51291" y="17625"/>
                  </a:cubicBezTo>
                  <a:cubicBezTo>
                    <a:pt x="43542" y="-2206"/>
                    <a:pt x="17294" y="-6706"/>
                    <a:pt x="5212" y="11376"/>
                  </a:cubicBezTo>
                  <a:cubicBezTo>
                    <a:pt x="-5287" y="27041"/>
                    <a:pt x="-371" y="60705"/>
                    <a:pt x="24043" y="58372"/>
                  </a:cubicBezTo>
                  <a:lnTo>
                    <a:pt x="24043" y="58372"/>
                  </a:lnTo>
                  <a:close/>
                  <a:moveTo>
                    <a:pt x="41708" y="18625"/>
                  </a:moveTo>
                  <a:cubicBezTo>
                    <a:pt x="41875" y="21208"/>
                    <a:pt x="43291" y="22625"/>
                    <a:pt x="44458" y="24792"/>
                  </a:cubicBezTo>
                  <a:cubicBezTo>
                    <a:pt x="46041" y="30708"/>
                    <a:pt x="44375" y="35874"/>
                    <a:pt x="40875" y="40040"/>
                  </a:cubicBezTo>
                  <a:cubicBezTo>
                    <a:pt x="39708" y="41123"/>
                    <a:pt x="38542" y="42207"/>
                    <a:pt x="37459" y="43206"/>
                  </a:cubicBezTo>
                  <a:cubicBezTo>
                    <a:pt x="36792" y="43790"/>
                    <a:pt x="36042" y="44373"/>
                    <a:pt x="35376" y="44873"/>
                  </a:cubicBezTo>
                  <a:cubicBezTo>
                    <a:pt x="32293" y="46956"/>
                    <a:pt x="28709" y="48623"/>
                    <a:pt x="25126" y="49706"/>
                  </a:cubicBezTo>
                  <a:cubicBezTo>
                    <a:pt x="20627" y="50372"/>
                    <a:pt x="16294" y="48956"/>
                    <a:pt x="12794" y="43706"/>
                  </a:cubicBezTo>
                  <a:cubicBezTo>
                    <a:pt x="8378" y="37040"/>
                    <a:pt x="7212" y="29208"/>
                    <a:pt x="9961" y="21792"/>
                  </a:cubicBezTo>
                  <a:cubicBezTo>
                    <a:pt x="15461" y="6793"/>
                    <a:pt x="33542" y="6293"/>
                    <a:pt x="41708" y="18625"/>
                  </a:cubicBezTo>
                  <a:lnTo>
                    <a:pt x="41708" y="18625"/>
                  </a:lnTo>
                  <a:close/>
                </a:path>
              </a:pathLst>
            </a:custGeom>
            <a:grpFill/>
            <a:ln w="8332" cap="flat">
              <a:noFill/>
              <a:prstDash val="solid"/>
              <a:miter/>
            </a:ln>
          </p:spPr>
          <p:txBody>
            <a:bodyPr rtlCol="0" anchor="ctr"/>
            <a:lstStyle/>
            <a:p>
              <a:endParaRPr lang="en-US"/>
            </a:p>
          </p:txBody>
        </p:sp>
        <p:sp>
          <p:nvSpPr>
            <p:cNvPr id="2477" name="Freeform: Shape 2476"/>
            <p:cNvSpPr/>
            <p:nvPr/>
          </p:nvSpPr>
          <p:spPr>
            <a:xfrm>
              <a:off x="6418202" y="5653290"/>
              <a:ext cx="52888" cy="58479"/>
            </a:xfrm>
            <a:custGeom>
              <a:avLst/>
              <a:gdLst>
                <a:gd name="connsiteX0" fmla="*/ 23989 w 52888"/>
                <a:gd name="connsiteY0" fmla="*/ 58372 h 58479"/>
                <a:gd name="connsiteX1" fmla="*/ 49070 w 52888"/>
                <a:gd name="connsiteY1" fmla="*/ 40956 h 58479"/>
                <a:gd name="connsiteX2" fmla="*/ 52819 w 52888"/>
                <a:gd name="connsiteY2" fmla="*/ 30541 h 58479"/>
                <a:gd name="connsiteX3" fmla="*/ 52736 w 52888"/>
                <a:gd name="connsiteY3" fmla="*/ 29708 h 58479"/>
                <a:gd name="connsiteX4" fmla="*/ 51236 w 52888"/>
                <a:gd name="connsiteY4" fmla="*/ 17625 h 58479"/>
                <a:gd name="connsiteX5" fmla="*/ 5157 w 52888"/>
                <a:gd name="connsiteY5" fmla="*/ 11376 h 58479"/>
                <a:gd name="connsiteX6" fmla="*/ 23989 w 52888"/>
                <a:gd name="connsiteY6" fmla="*/ 58372 h 58479"/>
                <a:gd name="connsiteX7" fmla="*/ 23989 w 52888"/>
                <a:gd name="connsiteY7" fmla="*/ 58372 h 58479"/>
                <a:gd name="connsiteX8" fmla="*/ 41654 w 52888"/>
                <a:gd name="connsiteY8" fmla="*/ 18458 h 58479"/>
                <a:gd name="connsiteX9" fmla="*/ 44403 w 52888"/>
                <a:gd name="connsiteY9" fmla="*/ 24625 h 58479"/>
                <a:gd name="connsiteX10" fmla="*/ 40821 w 52888"/>
                <a:gd name="connsiteY10" fmla="*/ 39873 h 58479"/>
                <a:gd name="connsiteX11" fmla="*/ 37404 w 52888"/>
                <a:gd name="connsiteY11" fmla="*/ 43040 h 58479"/>
                <a:gd name="connsiteX12" fmla="*/ 35321 w 52888"/>
                <a:gd name="connsiteY12" fmla="*/ 44706 h 58479"/>
                <a:gd name="connsiteX13" fmla="*/ 25072 w 52888"/>
                <a:gd name="connsiteY13" fmla="*/ 49539 h 58479"/>
                <a:gd name="connsiteX14" fmla="*/ 12740 w 52888"/>
                <a:gd name="connsiteY14" fmla="*/ 43540 h 58479"/>
                <a:gd name="connsiteX15" fmla="*/ 9906 w 52888"/>
                <a:gd name="connsiteY15" fmla="*/ 21625 h 58479"/>
                <a:gd name="connsiteX16" fmla="*/ 41654 w 52888"/>
                <a:gd name="connsiteY16" fmla="*/ 18458 h 58479"/>
                <a:gd name="connsiteX17" fmla="*/ 41654 w 52888"/>
                <a:gd name="connsiteY17" fmla="*/ 18458 h 58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2888" h="58479">
                  <a:moveTo>
                    <a:pt x="23989" y="58372"/>
                  </a:moveTo>
                  <a:cubicBezTo>
                    <a:pt x="34404" y="57372"/>
                    <a:pt x="43153" y="49039"/>
                    <a:pt x="49070" y="40956"/>
                  </a:cubicBezTo>
                  <a:cubicBezTo>
                    <a:pt x="51403" y="37790"/>
                    <a:pt x="52903" y="34624"/>
                    <a:pt x="52819" y="30541"/>
                  </a:cubicBezTo>
                  <a:cubicBezTo>
                    <a:pt x="52819" y="30291"/>
                    <a:pt x="52736" y="29957"/>
                    <a:pt x="52736" y="29708"/>
                  </a:cubicBezTo>
                  <a:cubicBezTo>
                    <a:pt x="53153" y="25708"/>
                    <a:pt x="52736" y="21542"/>
                    <a:pt x="51236" y="17625"/>
                  </a:cubicBezTo>
                  <a:cubicBezTo>
                    <a:pt x="43487" y="-2206"/>
                    <a:pt x="17239" y="-6706"/>
                    <a:pt x="5157" y="11376"/>
                  </a:cubicBezTo>
                  <a:cubicBezTo>
                    <a:pt x="-5259" y="26958"/>
                    <a:pt x="-342" y="60621"/>
                    <a:pt x="23989" y="58372"/>
                  </a:cubicBezTo>
                  <a:lnTo>
                    <a:pt x="23989" y="58372"/>
                  </a:lnTo>
                  <a:close/>
                  <a:moveTo>
                    <a:pt x="41654" y="18458"/>
                  </a:moveTo>
                  <a:cubicBezTo>
                    <a:pt x="41820" y="21041"/>
                    <a:pt x="43237" y="22458"/>
                    <a:pt x="44403" y="24625"/>
                  </a:cubicBezTo>
                  <a:cubicBezTo>
                    <a:pt x="45987" y="30541"/>
                    <a:pt x="44320" y="35707"/>
                    <a:pt x="40821" y="39873"/>
                  </a:cubicBezTo>
                  <a:cubicBezTo>
                    <a:pt x="39654" y="40956"/>
                    <a:pt x="38487" y="42040"/>
                    <a:pt x="37404" y="43040"/>
                  </a:cubicBezTo>
                  <a:cubicBezTo>
                    <a:pt x="36738" y="43623"/>
                    <a:pt x="35987" y="44206"/>
                    <a:pt x="35321" y="44706"/>
                  </a:cubicBezTo>
                  <a:cubicBezTo>
                    <a:pt x="32238" y="46789"/>
                    <a:pt x="28655" y="48456"/>
                    <a:pt x="25072" y="49539"/>
                  </a:cubicBezTo>
                  <a:cubicBezTo>
                    <a:pt x="20572" y="50205"/>
                    <a:pt x="16239" y="48789"/>
                    <a:pt x="12740" y="43540"/>
                  </a:cubicBezTo>
                  <a:cubicBezTo>
                    <a:pt x="8323" y="36874"/>
                    <a:pt x="7157" y="29041"/>
                    <a:pt x="9906" y="21625"/>
                  </a:cubicBezTo>
                  <a:cubicBezTo>
                    <a:pt x="15489" y="6626"/>
                    <a:pt x="33571" y="6126"/>
                    <a:pt x="41654" y="18458"/>
                  </a:cubicBezTo>
                  <a:lnTo>
                    <a:pt x="41654" y="18458"/>
                  </a:lnTo>
                  <a:close/>
                </a:path>
              </a:pathLst>
            </a:custGeom>
            <a:grpFill/>
            <a:ln w="8332" cap="flat">
              <a:noFill/>
              <a:prstDash val="solid"/>
              <a:miter/>
            </a:ln>
          </p:spPr>
          <p:txBody>
            <a:bodyPr rtlCol="0" anchor="ctr"/>
            <a:lstStyle/>
            <a:p>
              <a:endParaRPr lang="en-US"/>
            </a:p>
          </p:txBody>
        </p:sp>
        <p:sp>
          <p:nvSpPr>
            <p:cNvPr id="2478" name="Freeform: Shape 2477"/>
            <p:cNvSpPr/>
            <p:nvPr/>
          </p:nvSpPr>
          <p:spPr>
            <a:xfrm>
              <a:off x="6338876" y="5847939"/>
              <a:ext cx="52888" cy="58479"/>
            </a:xfrm>
            <a:custGeom>
              <a:avLst/>
              <a:gdLst>
                <a:gd name="connsiteX0" fmla="*/ 23988 w 52888"/>
                <a:gd name="connsiteY0" fmla="*/ 58372 h 58479"/>
                <a:gd name="connsiteX1" fmla="*/ 49069 w 52888"/>
                <a:gd name="connsiteY1" fmla="*/ 40956 h 58479"/>
                <a:gd name="connsiteX2" fmla="*/ 52819 w 52888"/>
                <a:gd name="connsiteY2" fmla="*/ 30541 h 58479"/>
                <a:gd name="connsiteX3" fmla="*/ 52736 w 52888"/>
                <a:gd name="connsiteY3" fmla="*/ 29708 h 58479"/>
                <a:gd name="connsiteX4" fmla="*/ 51236 w 52888"/>
                <a:gd name="connsiteY4" fmla="*/ 17625 h 58479"/>
                <a:gd name="connsiteX5" fmla="*/ 5157 w 52888"/>
                <a:gd name="connsiteY5" fmla="*/ 11376 h 58479"/>
                <a:gd name="connsiteX6" fmla="*/ 23988 w 52888"/>
                <a:gd name="connsiteY6" fmla="*/ 58372 h 58479"/>
                <a:gd name="connsiteX7" fmla="*/ 23988 w 52888"/>
                <a:gd name="connsiteY7" fmla="*/ 58372 h 58479"/>
                <a:gd name="connsiteX8" fmla="*/ 41653 w 52888"/>
                <a:gd name="connsiteY8" fmla="*/ 18542 h 58479"/>
                <a:gd name="connsiteX9" fmla="*/ 44403 w 52888"/>
                <a:gd name="connsiteY9" fmla="*/ 24708 h 58479"/>
                <a:gd name="connsiteX10" fmla="*/ 40820 w 52888"/>
                <a:gd name="connsiteY10" fmla="*/ 39957 h 58479"/>
                <a:gd name="connsiteX11" fmla="*/ 37404 w 52888"/>
                <a:gd name="connsiteY11" fmla="*/ 43123 h 58479"/>
                <a:gd name="connsiteX12" fmla="*/ 35321 w 52888"/>
                <a:gd name="connsiteY12" fmla="*/ 44790 h 58479"/>
                <a:gd name="connsiteX13" fmla="*/ 25071 w 52888"/>
                <a:gd name="connsiteY13" fmla="*/ 49623 h 58479"/>
                <a:gd name="connsiteX14" fmla="*/ 12739 w 52888"/>
                <a:gd name="connsiteY14" fmla="*/ 43623 h 58479"/>
                <a:gd name="connsiteX15" fmla="*/ 9906 w 52888"/>
                <a:gd name="connsiteY15" fmla="*/ 21708 h 58479"/>
                <a:gd name="connsiteX16" fmla="*/ 41653 w 52888"/>
                <a:gd name="connsiteY16" fmla="*/ 18542 h 58479"/>
                <a:gd name="connsiteX17" fmla="*/ 41653 w 52888"/>
                <a:gd name="connsiteY17" fmla="*/ 18542 h 58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2888" h="58479">
                  <a:moveTo>
                    <a:pt x="23988" y="58372"/>
                  </a:moveTo>
                  <a:cubicBezTo>
                    <a:pt x="34404" y="57372"/>
                    <a:pt x="43154" y="49039"/>
                    <a:pt x="49069" y="40956"/>
                  </a:cubicBezTo>
                  <a:cubicBezTo>
                    <a:pt x="51403" y="37791"/>
                    <a:pt x="52902" y="34624"/>
                    <a:pt x="52819" y="30541"/>
                  </a:cubicBezTo>
                  <a:cubicBezTo>
                    <a:pt x="52819" y="30291"/>
                    <a:pt x="52736" y="30041"/>
                    <a:pt x="52736" y="29708"/>
                  </a:cubicBezTo>
                  <a:cubicBezTo>
                    <a:pt x="53152" y="25708"/>
                    <a:pt x="52736" y="21542"/>
                    <a:pt x="51236" y="17625"/>
                  </a:cubicBezTo>
                  <a:cubicBezTo>
                    <a:pt x="43487" y="-2206"/>
                    <a:pt x="17239" y="-6706"/>
                    <a:pt x="5157" y="11376"/>
                  </a:cubicBezTo>
                  <a:cubicBezTo>
                    <a:pt x="-5259" y="27041"/>
                    <a:pt x="-343" y="60622"/>
                    <a:pt x="23988" y="58372"/>
                  </a:cubicBezTo>
                  <a:lnTo>
                    <a:pt x="23988" y="58372"/>
                  </a:lnTo>
                  <a:close/>
                  <a:moveTo>
                    <a:pt x="41653" y="18542"/>
                  </a:moveTo>
                  <a:cubicBezTo>
                    <a:pt x="41820" y="21125"/>
                    <a:pt x="43236" y="22542"/>
                    <a:pt x="44403" y="24708"/>
                  </a:cubicBezTo>
                  <a:cubicBezTo>
                    <a:pt x="45986" y="30624"/>
                    <a:pt x="44320" y="35790"/>
                    <a:pt x="40820" y="39957"/>
                  </a:cubicBezTo>
                  <a:cubicBezTo>
                    <a:pt x="39653" y="41040"/>
                    <a:pt x="38487" y="42123"/>
                    <a:pt x="37404" y="43123"/>
                  </a:cubicBezTo>
                  <a:cubicBezTo>
                    <a:pt x="36737" y="43706"/>
                    <a:pt x="35987" y="44290"/>
                    <a:pt x="35321" y="44790"/>
                  </a:cubicBezTo>
                  <a:cubicBezTo>
                    <a:pt x="32238" y="46873"/>
                    <a:pt x="28654" y="48539"/>
                    <a:pt x="25071" y="49623"/>
                  </a:cubicBezTo>
                  <a:cubicBezTo>
                    <a:pt x="20572" y="50289"/>
                    <a:pt x="16239" y="48872"/>
                    <a:pt x="12739" y="43623"/>
                  </a:cubicBezTo>
                  <a:cubicBezTo>
                    <a:pt x="8323" y="36957"/>
                    <a:pt x="7157" y="29124"/>
                    <a:pt x="9906" y="21708"/>
                  </a:cubicBezTo>
                  <a:cubicBezTo>
                    <a:pt x="15489" y="6710"/>
                    <a:pt x="33571" y="6293"/>
                    <a:pt x="41653" y="18542"/>
                  </a:cubicBezTo>
                  <a:lnTo>
                    <a:pt x="41653" y="18542"/>
                  </a:lnTo>
                  <a:close/>
                </a:path>
              </a:pathLst>
            </a:custGeom>
            <a:grpFill/>
            <a:ln w="8332" cap="flat">
              <a:noFill/>
              <a:prstDash val="solid"/>
              <a:miter/>
            </a:ln>
          </p:spPr>
          <p:txBody>
            <a:bodyPr rtlCol="0" anchor="ctr"/>
            <a:lstStyle/>
            <a:p>
              <a:endParaRPr lang="en-US"/>
            </a:p>
          </p:txBody>
        </p:sp>
        <p:sp>
          <p:nvSpPr>
            <p:cNvPr id="2479" name="Freeform: Shape 2478"/>
            <p:cNvSpPr/>
            <p:nvPr/>
          </p:nvSpPr>
          <p:spPr>
            <a:xfrm>
              <a:off x="6387455" y="5396647"/>
              <a:ext cx="52888" cy="58479"/>
            </a:xfrm>
            <a:custGeom>
              <a:avLst/>
              <a:gdLst>
                <a:gd name="connsiteX0" fmla="*/ 23989 w 52888"/>
                <a:gd name="connsiteY0" fmla="*/ 58372 h 58479"/>
                <a:gd name="connsiteX1" fmla="*/ 49070 w 52888"/>
                <a:gd name="connsiteY1" fmla="*/ 40956 h 58479"/>
                <a:gd name="connsiteX2" fmla="*/ 52819 w 52888"/>
                <a:gd name="connsiteY2" fmla="*/ 30541 h 58479"/>
                <a:gd name="connsiteX3" fmla="*/ 52736 w 52888"/>
                <a:gd name="connsiteY3" fmla="*/ 29708 h 58479"/>
                <a:gd name="connsiteX4" fmla="*/ 51236 w 52888"/>
                <a:gd name="connsiteY4" fmla="*/ 17625 h 58479"/>
                <a:gd name="connsiteX5" fmla="*/ 5157 w 52888"/>
                <a:gd name="connsiteY5" fmla="*/ 11376 h 58479"/>
                <a:gd name="connsiteX6" fmla="*/ 23989 w 52888"/>
                <a:gd name="connsiteY6" fmla="*/ 58372 h 58479"/>
                <a:gd name="connsiteX7" fmla="*/ 23989 w 52888"/>
                <a:gd name="connsiteY7" fmla="*/ 58372 h 58479"/>
                <a:gd name="connsiteX8" fmla="*/ 41654 w 52888"/>
                <a:gd name="connsiteY8" fmla="*/ 18458 h 58479"/>
                <a:gd name="connsiteX9" fmla="*/ 44403 w 52888"/>
                <a:gd name="connsiteY9" fmla="*/ 24624 h 58479"/>
                <a:gd name="connsiteX10" fmla="*/ 40821 w 52888"/>
                <a:gd name="connsiteY10" fmla="*/ 39873 h 58479"/>
                <a:gd name="connsiteX11" fmla="*/ 37404 w 52888"/>
                <a:gd name="connsiteY11" fmla="*/ 43040 h 58479"/>
                <a:gd name="connsiteX12" fmla="*/ 35321 w 52888"/>
                <a:gd name="connsiteY12" fmla="*/ 44706 h 58479"/>
                <a:gd name="connsiteX13" fmla="*/ 25072 w 52888"/>
                <a:gd name="connsiteY13" fmla="*/ 49539 h 58479"/>
                <a:gd name="connsiteX14" fmla="*/ 12740 w 52888"/>
                <a:gd name="connsiteY14" fmla="*/ 43540 h 58479"/>
                <a:gd name="connsiteX15" fmla="*/ 9906 w 52888"/>
                <a:gd name="connsiteY15" fmla="*/ 21625 h 58479"/>
                <a:gd name="connsiteX16" fmla="*/ 41654 w 52888"/>
                <a:gd name="connsiteY16" fmla="*/ 18458 h 58479"/>
                <a:gd name="connsiteX17" fmla="*/ 41654 w 52888"/>
                <a:gd name="connsiteY17" fmla="*/ 18458 h 58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2888" h="58479">
                  <a:moveTo>
                    <a:pt x="23989" y="58372"/>
                  </a:moveTo>
                  <a:cubicBezTo>
                    <a:pt x="34404" y="57372"/>
                    <a:pt x="43153" y="49039"/>
                    <a:pt x="49070" y="40956"/>
                  </a:cubicBezTo>
                  <a:cubicBezTo>
                    <a:pt x="51403" y="37790"/>
                    <a:pt x="52903" y="34624"/>
                    <a:pt x="52819" y="30541"/>
                  </a:cubicBezTo>
                  <a:cubicBezTo>
                    <a:pt x="52819" y="30291"/>
                    <a:pt x="52736" y="29957"/>
                    <a:pt x="52736" y="29708"/>
                  </a:cubicBezTo>
                  <a:cubicBezTo>
                    <a:pt x="53153" y="25708"/>
                    <a:pt x="52736" y="21541"/>
                    <a:pt x="51236" y="17625"/>
                  </a:cubicBezTo>
                  <a:cubicBezTo>
                    <a:pt x="43487" y="-2206"/>
                    <a:pt x="17239" y="-6706"/>
                    <a:pt x="5157" y="11376"/>
                  </a:cubicBezTo>
                  <a:cubicBezTo>
                    <a:pt x="-5259" y="26958"/>
                    <a:pt x="-342" y="60621"/>
                    <a:pt x="23989" y="58372"/>
                  </a:cubicBezTo>
                  <a:lnTo>
                    <a:pt x="23989" y="58372"/>
                  </a:lnTo>
                  <a:close/>
                  <a:moveTo>
                    <a:pt x="41654" y="18458"/>
                  </a:moveTo>
                  <a:cubicBezTo>
                    <a:pt x="41820" y="21041"/>
                    <a:pt x="43237" y="22458"/>
                    <a:pt x="44403" y="24624"/>
                  </a:cubicBezTo>
                  <a:cubicBezTo>
                    <a:pt x="45987" y="30541"/>
                    <a:pt x="44320" y="35707"/>
                    <a:pt x="40821" y="39873"/>
                  </a:cubicBezTo>
                  <a:cubicBezTo>
                    <a:pt x="39654" y="40956"/>
                    <a:pt x="38487" y="42040"/>
                    <a:pt x="37404" y="43040"/>
                  </a:cubicBezTo>
                  <a:cubicBezTo>
                    <a:pt x="36738" y="43623"/>
                    <a:pt x="35987" y="44206"/>
                    <a:pt x="35321" y="44706"/>
                  </a:cubicBezTo>
                  <a:cubicBezTo>
                    <a:pt x="32238" y="46789"/>
                    <a:pt x="28655" y="48456"/>
                    <a:pt x="25072" y="49539"/>
                  </a:cubicBezTo>
                  <a:cubicBezTo>
                    <a:pt x="20572" y="50205"/>
                    <a:pt x="16239" y="48789"/>
                    <a:pt x="12740" y="43540"/>
                  </a:cubicBezTo>
                  <a:cubicBezTo>
                    <a:pt x="8323" y="36874"/>
                    <a:pt x="7157" y="29041"/>
                    <a:pt x="9906" y="21625"/>
                  </a:cubicBezTo>
                  <a:cubicBezTo>
                    <a:pt x="15489" y="6626"/>
                    <a:pt x="33488" y="6126"/>
                    <a:pt x="41654" y="18458"/>
                  </a:cubicBezTo>
                  <a:lnTo>
                    <a:pt x="41654" y="18458"/>
                  </a:lnTo>
                  <a:close/>
                </a:path>
              </a:pathLst>
            </a:custGeom>
            <a:grpFill/>
            <a:ln w="8332" cap="flat">
              <a:noFill/>
              <a:prstDash val="solid"/>
              <a:miter/>
            </a:ln>
          </p:spPr>
          <p:txBody>
            <a:bodyPr rtlCol="0" anchor="ctr"/>
            <a:lstStyle/>
            <a:p>
              <a:endParaRPr lang="en-US"/>
            </a:p>
          </p:txBody>
        </p:sp>
        <p:sp>
          <p:nvSpPr>
            <p:cNvPr id="2480" name="Freeform: Shape 2479"/>
            <p:cNvSpPr/>
            <p:nvPr/>
          </p:nvSpPr>
          <p:spPr>
            <a:xfrm>
              <a:off x="6539364" y="5454984"/>
              <a:ext cx="59270" cy="136197"/>
            </a:xfrm>
            <a:custGeom>
              <a:avLst/>
              <a:gdLst>
                <a:gd name="connsiteX0" fmla="*/ 9817 w 59270"/>
                <a:gd name="connsiteY0" fmla="*/ 40614 h 136197"/>
                <a:gd name="connsiteX1" fmla="*/ 26065 w 59270"/>
                <a:gd name="connsiteY1" fmla="*/ 76861 h 136197"/>
                <a:gd name="connsiteX2" fmla="*/ 30482 w 59270"/>
                <a:gd name="connsiteY2" fmla="*/ 108108 h 136197"/>
                <a:gd name="connsiteX3" fmla="*/ 44647 w 59270"/>
                <a:gd name="connsiteY3" fmla="*/ 136105 h 136197"/>
                <a:gd name="connsiteX4" fmla="*/ 59229 w 59270"/>
                <a:gd name="connsiteY4" fmla="*/ 104025 h 136197"/>
                <a:gd name="connsiteX5" fmla="*/ 58146 w 59270"/>
                <a:gd name="connsiteY5" fmla="*/ 76194 h 136197"/>
                <a:gd name="connsiteX6" fmla="*/ 57230 w 59270"/>
                <a:gd name="connsiteY6" fmla="*/ 60279 h 136197"/>
                <a:gd name="connsiteX7" fmla="*/ 41231 w 59270"/>
                <a:gd name="connsiteY7" fmla="*/ 15033 h 136197"/>
                <a:gd name="connsiteX8" fmla="*/ 4151 w 59270"/>
                <a:gd name="connsiteY8" fmla="*/ 4867 h 136197"/>
                <a:gd name="connsiteX9" fmla="*/ 9817 w 59270"/>
                <a:gd name="connsiteY9" fmla="*/ 40614 h 136197"/>
                <a:gd name="connsiteX10" fmla="*/ 9817 w 59270"/>
                <a:gd name="connsiteY10" fmla="*/ 40614 h 136197"/>
                <a:gd name="connsiteX11" fmla="*/ 17233 w 59270"/>
                <a:gd name="connsiteY11" fmla="*/ 10117 h 136197"/>
                <a:gd name="connsiteX12" fmla="*/ 45980 w 59270"/>
                <a:gd name="connsiteY12" fmla="*/ 47613 h 136197"/>
                <a:gd name="connsiteX13" fmla="*/ 49230 w 59270"/>
                <a:gd name="connsiteY13" fmla="*/ 67861 h 136197"/>
                <a:gd name="connsiteX14" fmla="*/ 50313 w 59270"/>
                <a:gd name="connsiteY14" fmla="*/ 84444 h 136197"/>
                <a:gd name="connsiteX15" fmla="*/ 51147 w 59270"/>
                <a:gd name="connsiteY15" fmla="*/ 104358 h 136197"/>
                <a:gd name="connsiteX16" fmla="*/ 49314 w 59270"/>
                <a:gd name="connsiteY16" fmla="*/ 119357 h 136197"/>
                <a:gd name="connsiteX17" fmla="*/ 39398 w 59270"/>
                <a:gd name="connsiteY17" fmla="*/ 118607 h 136197"/>
                <a:gd name="connsiteX18" fmla="*/ 38064 w 59270"/>
                <a:gd name="connsiteY18" fmla="*/ 97025 h 136197"/>
                <a:gd name="connsiteX19" fmla="*/ 35481 w 59270"/>
                <a:gd name="connsiteY19" fmla="*/ 76444 h 136197"/>
                <a:gd name="connsiteX20" fmla="*/ 27815 w 59270"/>
                <a:gd name="connsiteY20" fmla="*/ 49030 h 136197"/>
                <a:gd name="connsiteX21" fmla="*/ 19566 w 59270"/>
                <a:gd name="connsiteY21" fmla="*/ 38281 h 136197"/>
                <a:gd name="connsiteX22" fmla="*/ 17233 w 59270"/>
                <a:gd name="connsiteY22" fmla="*/ 10117 h 136197"/>
                <a:gd name="connsiteX23" fmla="*/ 17233 w 59270"/>
                <a:gd name="connsiteY23" fmla="*/ 10117 h 136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9270" h="136197">
                  <a:moveTo>
                    <a:pt x="9817" y="40614"/>
                  </a:moveTo>
                  <a:cubicBezTo>
                    <a:pt x="18566" y="52946"/>
                    <a:pt x="23649" y="61529"/>
                    <a:pt x="26065" y="76861"/>
                  </a:cubicBezTo>
                  <a:cubicBezTo>
                    <a:pt x="27732" y="87276"/>
                    <a:pt x="29482" y="97692"/>
                    <a:pt x="30482" y="108108"/>
                  </a:cubicBezTo>
                  <a:cubicBezTo>
                    <a:pt x="31232" y="116357"/>
                    <a:pt x="30649" y="137772"/>
                    <a:pt x="44647" y="136105"/>
                  </a:cubicBezTo>
                  <a:cubicBezTo>
                    <a:pt x="58063" y="134522"/>
                    <a:pt x="59063" y="113691"/>
                    <a:pt x="59229" y="104025"/>
                  </a:cubicBezTo>
                  <a:cubicBezTo>
                    <a:pt x="59396" y="94859"/>
                    <a:pt x="59063" y="85443"/>
                    <a:pt x="58146" y="76194"/>
                  </a:cubicBezTo>
                  <a:cubicBezTo>
                    <a:pt x="57896" y="70778"/>
                    <a:pt x="57563" y="65445"/>
                    <a:pt x="57230" y="60279"/>
                  </a:cubicBezTo>
                  <a:cubicBezTo>
                    <a:pt x="56146" y="43614"/>
                    <a:pt x="51813" y="28365"/>
                    <a:pt x="41231" y="15033"/>
                  </a:cubicBezTo>
                  <a:cubicBezTo>
                    <a:pt x="33565" y="5284"/>
                    <a:pt x="15567" y="-6965"/>
                    <a:pt x="4151" y="4867"/>
                  </a:cubicBezTo>
                  <a:cubicBezTo>
                    <a:pt x="-5265" y="14699"/>
                    <a:pt x="3401" y="31698"/>
                    <a:pt x="9817" y="40614"/>
                  </a:cubicBezTo>
                  <a:lnTo>
                    <a:pt x="9817" y="40614"/>
                  </a:lnTo>
                  <a:close/>
                  <a:moveTo>
                    <a:pt x="17233" y="10117"/>
                  </a:moveTo>
                  <a:cubicBezTo>
                    <a:pt x="32148" y="8784"/>
                    <a:pt x="43564" y="36198"/>
                    <a:pt x="45980" y="47613"/>
                  </a:cubicBezTo>
                  <a:cubicBezTo>
                    <a:pt x="47397" y="54113"/>
                    <a:pt x="48397" y="60946"/>
                    <a:pt x="49230" y="67861"/>
                  </a:cubicBezTo>
                  <a:cubicBezTo>
                    <a:pt x="49730" y="73361"/>
                    <a:pt x="50147" y="78944"/>
                    <a:pt x="50313" y="84444"/>
                  </a:cubicBezTo>
                  <a:cubicBezTo>
                    <a:pt x="50563" y="91110"/>
                    <a:pt x="51313" y="97692"/>
                    <a:pt x="51147" y="104358"/>
                  </a:cubicBezTo>
                  <a:cubicBezTo>
                    <a:pt x="51230" y="109441"/>
                    <a:pt x="50647" y="114441"/>
                    <a:pt x="49314" y="119357"/>
                  </a:cubicBezTo>
                  <a:cubicBezTo>
                    <a:pt x="45980" y="119107"/>
                    <a:pt x="42731" y="118857"/>
                    <a:pt x="39398" y="118607"/>
                  </a:cubicBezTo>
                  <a:cubicBezTo>
                    <a:pt x="37481" y="116691"/>
                    <a:pt x="38398" y="100359"/>
                    <a:pt x="38064" y="97025"/>
                  </a:cubicBezTo>
                  <a:cubicBezTo>
                    <a:pt x="37398" y="90193"/>
                    <a:pt x="36481" y="83277"/>
                    <a:pt x="35481" y="76444"/>
                  </a:cubicBezTo>
                  <a:cubicBezTo>
                    <a:pt x="34065" y="66861"/>
                    <a:pt x="32815" y="57529"/>
                    <a:pt x="27815" y="49030"/>
                  </a:cubicBezTo>
                  <a:cubicBezTo>
                    <a:pt x="25483" y="45030"/>
                    <a:pt x="22482" y="41864"/>
                    <a:pt x="19566" y="38281"/>
                  </a:cubicBezTo>
                  <a:cubicBezTo>
                    <a:pt x="16150" y="33948"/>
                    <a:pt x="-1016" y="11700"/>
                    <a:pt x="17233" y="10117"/>
                  </a:cubicBezTo>
                  <a:lnTo>
                    <a:pt x="17233" y="10117"/>
                  </a:lnTo>
                  <a:close/>
                </a:path>
              </a:pathLst>
            </a:custGeom>
            <a:grpFill/>
            <a:ln w="8332" cap="flat">
              <a:noFill/>
              <a:prstDash val="solid"/>
              <a:miter/>
            </a:ln>
          </p:spPr>
          <p:txBody>
            <a:bodyPr rtlCol="0" anchor="ctr"/>
            <a:lstStyle/>
            <a:p>
              <a:endParaRPr lang="en-US"/>
            </a:p>
          </p:txBody>
        </p:sp>
        <p:sp>
          <p:nvSpPr>
            <p:cNvPr id="2481" name="Freeform: Shape 2480"/>
            <p:cNvSpPr/>
            <p:nvPr/>
          </p:nvSpPr>
          <p:spPr>
            <a:xfrm>
              <a:off x="6367808" y="5526582"/>
              <a:ext cx="79250" cy="103860"/>
            </a:xfrm>
            <a:custGeom>
              <a:avLst/>
              <a:gdLst>
                <a:gd name="connsiteX0" fmla="*/ 306 w 79250"/>
                <a:gd name="connsiteY0" fmla="*/ 93755 h 103860"/>
                <a:gd name="connsiteX1" fmla="*/ 20972 w 79250"/>
                <a:gd name="connsiteY1" fmla="*/ 102088 h 103860"/>
                <a:gd name="connsiteX2" fmla="*/ 44136 w 79250"/>
                <a:gd name="connsiteY2" fmla="*/ 73007 h 103860"/>
                <a:gd name="connsiteX3" fmla="*/ 56885 w 79250"/>
                <a:gd name="connsiteY3" fmla="*/ 43593 h 103860"/>
                <a:gd name="connsiteX4" fmla="*/ 69134 w 79250"/>
                <a:gd name="connsiteY4" fmla="*/ 180 h 103860"/>
                <a:gd name="connsiteX5" fmla="*/ 41886 w 79250"/>
                <a:gd name="connsiteY5" fmla="*/ 15846 h 103860"/>
                <a:gd name="connsiteX6" fmla="*/ 10972 w 79250"/>
                <a:gd name="connsiteY6" fmla="*/ 58009 h 103860"/>
                <a:gd name="connsiteX7" fmla="*/ 306 w 79250"/>
                <a:gd name="connsiteY7" fmla="*/ 93755 h 103860"/>
                <a:gd name="connsiteX8" fmla="*/ 306 w 79250"/>
                <a:gd name="connsiteY8" fmla="*/ 93755 h 103860"/>
                <a:gd name="connsiteX9" fmla="*/ 30970 w 79250"/>
                <a:gd name="connsiteY9" fmla="*/ 41676 h 103860"/>
                <a:gd name="connsiteX10" fmla="*/ 48219 w 79250"/>
                <a:gd name="connsiteY10" fmla="*/ 18678 h 103860"/>
                <a:gd name="connsiteX11" fmla="*/ 59968 w 79250"/>
                <a:gd name="connsiteY11" fmla="*/ 8929 h 103860"/>
                <a:gd name="connsiteX12" fmla="*/ 71883 w 79250"/>
                <a:gd name="connsiteY12" fmla="*/ 15179 h 103860"/>
                <a:gd name="connsiteX13" fmla="*/ 71050 w 79250"/>
                <a:gd name="connsiteY13" fmla="*/ 15429 h 103860"/>
                <a:gd name="connsiteX14" fmla="*/ 39386 w 79250"/>
                <a:gd name="connsiteY14" fmla="*/ 58592 h 103860"/>
                <a:gd name="connsiteX15" fmla="*/ 27471 w 79250"/>
                <a:gd name="connsiteY15" fmla="*/ 85173 h 103860"/>
                <a:gd name="connsiteX16" fmla="*/ 17805 w 79250"/>
                <a:gd name="connsiteY16" fmla="*/ 95172 h 103860"/>
                <a:gd name="connsiteX17" fmla="*/ 6973 w 79250"/>
                <a:gd name="connsiteY17" fmla="*/ 88589 h 103860"/>
                <a:gd name="connsiteX18" fmla="*/ 11556 w 79250"/>
                <a:gd name="connsiteY18" fmla="*/ 73174 h 103860"/>
                <a:gd name="connsiteX19" fmla="*/ 30970 w 79250"/>
                <a:gd name="connsiteY19" fmla="*/ 41676 h 103860"/>
                <a:gd name="connsiteX20" fmla="*/ 30970 w 79250"/>
                <a:gd name="connsiteY20" fmla="*/ 41676 h 103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9250" h="103860">
                  <a:moveTo>
                    <a:pt x="306" y="93755"/>
                  </a:moveTo>
                  <a:cubicBezTo>
                    <a:pt x="2140" y="104087"/>
                    <a:pt x="12556" y="105754"/>
                    <a:pt x="20972" y="102088"/>
                  </a:cubicBezTo>
                  <a:cubicBezTo>
                    <a:pt x="32387" y="97172"/>
                    <a:pt x="39636" y="83756"/>
                    <a:pt x="44136" y="73007"/>
                  </a:cubicBezTo>
                  <a:cubicBezTo>
                    <a:pt x="48302" y="63008"/>
                    <a:pt x="52219" y="53092"/>
                    <a:pt x="56885" y="43593"/>
                  </a:cubicBezTo>
                  <a:cubicBezTo>
                    <a:pt x="66467" y="32927"/>
                    <a:pt x="93965" y="4096"/>
                    <a:pt x="69134" y="180"/>
                  </a:cubicBezTo>
                  <a:cubicBezTo>
                    <a:pt x="58468" y="-1486"/>
                    <a:pt x="48219" y="8763"/>
                    <a:pt x="41886" y="15846"/>
                  </a:cubicBezTo>
                  <a:cubicBezTo>
                    <a:pt x="30887" y="28261"/>
                    <a:pt x="19138" y="43510"/>
                    <a:pt x="10972" y="58009"/>
                  </a:cubicBezTo>
                  <a:cubicBezTo>
                    <a:pt x="5890" y="67091"/>
                    <a:pt x="-1610" y="83173"/>
                    <a:pt x="306" y="93755"/>
                  </a:cubicBezTo>
                  <a:lnTo>
                    <a:pt x="306" y="93755"/>
                  </a:lnTo>
                  <a:close/>
                  <a:moveTo>
                    <a:pt x="30970" y="41676"/>
                  </a:moveTo>
                  <a:cubicBezTo>
                    <a:pt x="36803" y="34177"/>
                    <a:pt x="41636" y="25595"/>
                    <a:pt x="48219" y="18678"/>
                  </a:cubicBezTo>
                  <a:cubicBezTo>
                    <a:pt x="51135" y="15679"/>
                    <a:pt x="55802" y="10180"/>
                    <a:pt x="59968" y="8929"/>
                  </a:cubicBezTo>
                  <a:cubicBezTo>
                    <a:pt x="69967" y="8263"/>
                    <a:pt x="73967" y="10262"/>
                    <a:pt x="71883" y="15179"/>
                  </a:cubicBezTo>
                  <a:cubicBezTo>
                    <a:pt x="71633" y="15179"/>
                    <a:pt x="71300" y="15262"/>
                    <a:pt x="71050" y="15429"/>
                  </a:cubicBezTo>
                  <a:cubicBezTo>
                    <a:pt x="55718" y="27011"/>
                    <a:pt x="46302" y="40677"/>
                    <a:pt x="39386" y="58592"/>
                  </a:cubicBezTo>
                  <a:cubicBezTo>
                    <a:pt x="35887" y="67591"/>
                    <a:pt x="32804" y="77007"/>
                    <a:pt x="27471" y="85173"/>
                  </a:cubicBezTo>
                  <a:cubicBezTo>
                    <a:pt x="25054" y="89256"/>
                    <a:pt x="21805" y="92588"/>
                    <a:pt x="17805" y="95172"/>
                  </a:cubicBezTo>
                  <a:cubicBezTo>
                    <a:pt x="14222" y="93005"/>
                    <a:pt x="10556" y="90755"/>
                    <a:pt x="6973" y="88589"/>
                  </a:cubicBezTo>
                  <a:cubicBezTo>
                    <a:pt x="5639" y="85839"/>
                    <a:pt x="10472" y="75923"/>
                    <a:pt x="11556" y="73174"/>
                  </a:cubicBezTo>
                  <a:cubicBezTo>
                    <a:pt x="16055" y="61258"/>
                    <a:pt x="23221" y="51676"/>
                    <a:pt x="30970" y="41676"/>
                  </a:cubicBezTo>
                  <a:lnTo>
                    <a:pt x="30970" y="41676"/>
                  </a:lnTo>
                  <a:close/>
                </a:path>
              </a:pathLst>
            </a:custGeom>
            <a:grpFill/>
            <a:ln w="8332" cap="flat">
              <a:noFill/>
              <a:prstDash val="solid"/>
              <a:miter/>
            </a:ln>
          </p:spPr>
          <p:txBody>
            <a:bodyPr rtlCol="0" anchor="ctr"/>
            <a:lstStyle/>
            <a:p>
              <a:endParaRPr lang="en-US"/>
            </a:p>
          </p:txBody>
        </p:sp>
        <p:sp>
          <p:nvSpPr>
            <p:cNvPr id="2482" name="Freeform: Shape 2481"/>
            <p:cNvSpPr/>
            <p:nvPr/>
          </p:nvSpPr>
          <p:spPr>
            <a:xfrm>
              <a:off x="11177764" y="6414515"/>
              <a:ext cx="166" cy="499"/>
            </a:xfrm>
            <a:custGeom>
              <a:avLst/>
              <a:gdLst>
                <a:gd name="connsiteX0" fmla="*/ 0 w 166"/>
                <a:gd name="connsiteY0" fmla="*/ 0 h 499"/>
                <a:gd name="connsiteX1" fmla="*/ 167 w 166"/>
                <a:gd name="connsiteY1" fmla="*/ 500 h 499"/>
                <a:gd name="connsiteX2" fmla="*/ 0 w 166"/>
                <a:gd name="connsiteY2" fmla="*/ 0 h 499"/>
                <a:gd name="connsiteX3" fmla="*/ 0 w 166"/>
                <a:gd name="connsiteY3" fmla="*/ 0 h 499"/>
              </a:gdLst>
              <a:ahLst/>
              <a:cxnLst>
                <a:cxn ang="0">
                  <a:pos x="connsiteX0" y="connsiteY0"/>
                </a:cxn>
                <a:cxn ang="0">
                  <a:pos x="connsiteX1" y="connsiteY1"/>
                </a:cxn>
                <a:cxn ang="0">
                  <a:pos x="connsiteX2" y="connsiteY2"/>
                </a:cxn>
                <a:cxn ang="0">
                  <a:pos x="connsiteX3" y="connsiteY3"/>
                </a:cxn>
              </a:cxnLst>
              <a:rect l="l" t="t" r="r" b="b"/>
              <a:pathLst>
                <a:path w="166" h="499">
                  <a:moveTo>
                    <a:pt x="0" y="0"/>
                  </a:moveTo>
                  <a:cubicBezTo>
                    <a:pt x="0" y="83"/>
                    <a:pt x="83" y="167"/>
                    <a:pt x="167" y="500"/>
                  </a:cubicBezTo>
                  <a:cubicBezTo>
                    <a:pt x="83" y="334"/>
                    <a:pt x="83" y="167"/>
                    <a:pt x="0" y="0"/>
                  </a:cubicBezTo>
                  <a:lnTo>
                    <a:pt x="0" y="0"/>
                  </a:lnTo>
                  <a:close/>
                </a:path>
              </a:pathLst>
            </a:custGeom>
            <a:grpFill/>
            <a:ln w="8332" cap="flat">
              <a:noFill/>
              <a:prstDash val="solid"/>
              <a:miter/>
            </a:ln>
          </p:spPr>
          <p:txBody>
            <a:bodyPr rtlCol="0" anchor="ctr"/>
            <a:lstStyle/>
            <a:p>
              <a:endParaRPr lang="en-US"/>
            </a:p>
          </p:txBody>
        </p:sp>
        <p:sp>
          <p:nvSpPr>
            <p:cNvPr id="2483" name="Freeform: Shape 2482"/>
            <p:cNvSpPr/>
            <p:nvPr/>
          </p:nvSpPr>
          <p:spPr>
            <a:xfrm>
              <a:off x="11146347" y="6139004"/>
              <a:ext cx="569137" cy="398781"/>
            </a:xfrm>
            <a:custGeom>
              <a:avLst/>
              <a:gdLst>
                <a:gd name="connsiteX0" fmla="*/ 532039 w 569137"/>
                <a:gd name="connsiteY0" fmla="*/ 107443 h 398781"/>
                <a:gd name="connsiteX1" fmla="*/ 449546 w 569137"/>
                <a:gd name="connsiteY1" fmla="*/ 48032 h 398781"/>
                <a:gd name="connsiteX2" fmla="*/ 398051 w 569137"/>
                <a:gd name="connsiteY2" fmla="*/ 36616 h 398781"/>
                <a:gd name="connsiteX3" fmla="*/ 385718 w 569137"/>
                <a:gd name="connsiteY3" fmla="*/ 36366 h 398781"/>
                <a:gd name="connsiteX4" fmla="*/ 382886 w 569137"/>
                <a:gd name="connsiteY4" fmla="*/ 33199 h 398781"/>
                <a:gd name="connsiteX5" fmla="*/ 143658 w 569137"/>
                <a:gd name="connsiteY5" fmla="*/ 21867 h 398781"/>
                <a:gd name="connsiteX6" fmla="*/ 49916 w 569137"/>
                <a:gd name="connsiteY6" fmla="*/ 91278 h 398781"/>
                <a:gd name="connsiteX7" fmla="*/ 2753 w 569137"/>
                <a:gd name="connsiteY7" fmla="*/ 212683 h 398781"/>
                <a:gd name="connsiteX8" fmla="*/ 1171 w 569137"/>
                <a:gd name="connsiteY8" fmla="*/ 269345 h 398781"/>
                <a:gd name="connsiteX9" fmla="*/ 11002 w 569137"/>
                <a:gd name="connsiteY9" fmla="*/ 334422 h 398781"/>
                <a:gd name="connsiteX10" fmla="*/ 34167 w 569137"/>
                <a:gd name="connsiteY10" fmla="*/ 368003 h 398781"/>
                <a:gd name="connsiteX11" fmla="*/ 43416 w 569137"/>
                <a:gd name="connsiteY11" fmla="*/ 375836 h 398781"/>
                <a:gd name="connsiteX12" fmla="*/ 86246 w 569137"/>
                <a:gd name="connsiteY12" fmla="*/ 394250 h 398781"/>
                <a:gd name="connsiteX13" fmla="*/ 189903 w 569137"/>
                <a:gd name="connsiteY13" fmla="*/ 396500 h 398781"/>
                <a:gd name="connsiteX14" fmla="*/ 394718 w 569137"/>
                <a:gd name="connsiteY14" fmla="*/ 363503 h 398781"/>
                <a:gd name="connsiteX15" fmla="*/ 552370 w 569137"/>
                <a:gd name="connsiteY15" fmla="*/ 274678 h 398781"/>
                <a:gd name="connsiteX16" fmla="*/ 532039 w 569137"/>
                <a:gd name="connsiteY16" fmla="*/ 107443 h 398781"/>
                <a:gd name="connsiteX17" fmla="*/ 532039 w 569137"/>
                <a:gd name="connsiteY17" fmla="*/ 107443 h 398781"/>
                <a:gd name="connsiteX18" fmla="*/ 9586 w 569137"/>
                <a:gd name="connsiteY18" fmla="*/ 272844 h 398781"/>
                <a:gd name="connsiteX19" fmla="*/ 112160 w 569137"/>
                <a:gd name="connsiteY19" fmla="*/ 50781 h 398781"/>
                <a:gd name="connsiteX20" fmla="*/ 243231 w 569137"/>
                <a:gd name="connsiteY20" fmla="*/ 15118 h 398781"/>
                <a:gd name="connsiteX21" fmla="*/ 362971 w 569137"/>
                <a:gd name="connsiteY21" fmla="*/ 39282 h 398781"/>
                <a:gd name="connsiteX22" fmla="*/ 352889 w 569137"/>
                <a:gd name="connsiteY22" fmla="*/ 41449 h 398781"/>
                <a:gd name="connsiteX23" fmla="*/ 311725 w 569137"/>
                <a:gd name="connsiteY23" fmla="*/ 50115 h 398781"/>
                <a:gd name="connsiteX24" fmla="*/ 290728 w 569137"/>
                <a:gd name="connsiteY24" fmla="*/ 43698 h 398781"/>
                <a:gd name="connsiteX25" fmla="*/ 271229 w 569137"/>
                <a:gd name="connsiteY25" fmla="*/ 32116 h 398781"/>
                <a:gd name="connsiteX26" fmla="*/ 250481 w 569137"/>
                <a:gd name="connsiteY26" fmla="*/ 33033 h 398781"/>
                <a:gd name="connsiteX27" fmla="*/ 228816 w 569137"/>
                <a:gd name="connsiteY27" fmla="*/ 45032 h 398781"/>
                <a:gd name="connsiteX28" fmla="*/ 205235 w 569137"/>
                <a:gd name="connsiteY28" fmla="*/ 48115 h 398781"/>
                <a:gd name="connsiteX29" fmla="*/ 187986 w 569137"/>
                <a:gd name="connsiteY29" fmla="*/ 63447 h 398781"/>
                <a:gd name="connsiteX30" fmla="*/ 184987 w 569137"/>
                <a:gd name="connsiteY30" fmla="*/ 61197 h 398781"/>
                <a:gd name="connsiteX31" fmla="*/ 164572 w 569137"/>
                <a:gd name="connsiteY31" fmla="*/ 56864 h 398781"/>
                <a:gd name="connsiteX32" fmla="*/ 150740 w 569137"/>
                <a:gd name="connsiteY32" fmla="*/ 76529 h 398781"/>
                <a:gd name="connsiteX33" fmla="*/ 150074 w 569137"/>
                <a:gd name="connsiteY33" fmla="*/ 76362 h 398781"/>
                <a:gd name="connsiteX34" fmla="*/ 131908 w 569137"/>
                <a:gd name="connsiteY34" fmla="*/ 89611 h 398781"/>
                <a:gd name="connsiteX35" fmla="*/ 131908 w 569137"/>
                <a:gd name="connsiteY35" fmla="*/ 105193 h 398781"/>
                <a:gd name="connsiteX36" fmla="*/ 126992 w 569137"/>
                <a:gd name="connsiteY36" fmla="*/ 102110 h 398781"/>
                <a:gd name="connsiteX37" fmla="*/ 99328 w 569137"/>
                <a:gd name="connsiteY37" fmla="*/ 106276 h 398781"/>
                <a:gd name="connsiteX38" fmla="*/ 95412 w 569137"/>
                <a:gd name="connsiteY38" fmla="*/ 143273 h 398781"/>
                <a:gd name="connsiteX39" fmla="*/ 62498 w 569137"/>
                <a:gd name="connsiteY39" fmla="*/ 212100 h 398781"/>
                <a:gd name="connsiteX40" fmla="*/ 63498 w 569137"/>
                <a:gd name="connsiteY40" fmla="*/ 213100 h 398781"/>
                <a:gd name="connsiteX41" fmla="*/ 47499 w 569137"/>
                <a:gd name="connsiteY41" fmla="*/ 223349 h 398781"/>
                <a:gd name="connsiteX42" fmla="*/ 29001 w 569137"/>
                <a:gd name="connsiteY42" fmla="*/ 255846 h 398781"/>
                <a:gd name="connsiteX43" fmla="*/ 31834 w 569137"/>
                <a:gd name="connsiteY43" fmla="*/ 275428 h 398781"/>
                <a:gd name="connsiteX44" fmla="*/ 36833 w 569137"/>
                <a:gd name="connsiteY44" fmla="*/ 283260 h 398781"/>
                <a:gd name="connsiteX45" fmla="*/ 30251 w 569137"/>
                <a:gd name="connsiteY45" fmla="*/ 289510 h 398781"/>
                <a:gd name="connsiteX46" fmla="*/ 17502 w 569137"/>
                <a:gd name="connsiteY46" fmla="*/ 316091 h 398781"/>
                <a:gd name="connsiteX47" fmla="*/ 9586 w 569137"/>
                <a:gd name="connsiteY47" fmla="*/ 272844 h 398781"/>
                <a:gd name="connsiteX48" fmla="*/ 9586 w 569137"/>
                <a:gd name="connsiteY48" fmla="*/ 272844 h 398781"/>
                <a:gd name="connsiteX49" fmla="*/ 69581 w 569137"/>
                <a:gd name="connsiteY49" fmla="*/ 171437 h 398781"/>
                <a:gd name="connsiteX50" fmla="*/ 97328 w 569137"/>
                <a:gd name="connsiteY50" fmla="*/ 149189 h 398781"/>
                <a:gd name="connsiteX51" fmla="*/ 123826 w 569137"/>
                <a:gd name="connsiteY51" fmla="*/ 169187 h 398781"/>
                <a:gd name="connsiteX52" fmla="*/ 193986 w 569137"/>
                <a:gd name="connsiteY52" fmla="*/ 201351 h 398781"/>
                <a:gd name="connsiteX53" fmla="*/ 191069 w 569137"/>
                <a:gd name="connsiteY53" fmla="*/ 223932 h 398781"/>
                <a:gd name="connsiteX54" fmla="*/ 181487 w 569137"/>
                <a:gd name="connsiteY54" fmla="*/ 211433 h 398781"/>
                <a:gd name="connsiteX55" fmla="*/ 162239 w 569137"/>
                <a:gd name="connsiteY55" fmla="*/ 204934 h 398781"/>
                <a:gd name="connsiteX56" fmla="*/ 126742 w 569137"/>
                <a:gd name="connsiteY56" fmla="*/ 203268 h 398781"/>
                <a:gd name="connsiteX57" fmla="*/ 86246 w 569137"/>
                <a:gd name="connsiteY57" fmla="*/ 196768 h 398781"/>
                <a:gd name="connsiteX58" fmla="*/ 69247 w 569137"/>
                <a:gd name="connsiteY58" fmla="*/ 207684 h 398781"/>
                <a:gd name="connsiteX59" fmla="*/ 69581 w 569137"/>
                <a:gd name="connsiteY59" fmla="*/ 171437 h 398781"/>
                <a:gd name="connsiteX60" fmla="*/ 69581 w 569137"/>
                <a:gd name="connsiteY60" fmla="*/ 171437 h 398781"/>
                <a:gd name="connsiteX61" fmla="*/ 133991 w 569137"/>
                <a:gd name="connsiteY61" fmla="*/ 168521 h 398781"/>
                <a:gd name="connsiteX62" fmla="*/ 104827 w 569137"/>
                <a:gd name="connsiteY62" fmla="*/ 145523 h 398781"/>
                <a:gd name="connsiteX63" fmla="*/ 104744 w 569137"/>
                <a:gd name="connsiteY63" fmla="*/ 145356 h 398781"/>
                <a:gd name="connsiteX64" fmla="*/ 97495 w 569137"/>
                <a:gd name="connsiteY64" fmla="*/ 132690 h 398781"/>
                <a:gd name="connsiteX65" fmla="*/ 107744 w 569137"/>
                <a:gd name="connsiteY65" fmla="*/ 110359 h 398781"/>
                <a:gd name="connsiteX66" fmla="*/ 123492 w 569137"/>
                <a:gd name="connsiteY66" fmla="*/ 109609 h 398781"/>
                <a:gd name="connsiteX67" fmla="*/ 130491 w 569137"/>
                <a:gd name="connsiteY67" fmla="*/ 116942 h 398781"/>
                <a:gd name="connsiteX68" fmla="*/ 136325 w 569137"/>
                <a:gd name="connsiteY68" fmla="*/ 122692 h 398781"/>
                <a:gd name="connsiteX69" fmla="*/ 126409 w 569137"/>
                <a:gd name="connsiteY69" fmla="*/ 131524 h 398781"/>
                <a:gd name="connsiteX70" fmla="*/ 133991 w 569137"/>
                <a:gd name="connsiteY70" fmla="*/ 168521 h 398781"/>
                <a:gd name="connsiteX71" fmla="*/ 133991 w 569137"/>
                <a:gd name="connsiteY71" fmla="*/ 168521 h 398781"/>
                <a:gd name="connsiteX72" fmla="*/ 178654 w 569137"/>
                <a:gd name="connsiteY72" fmla="*/ 188019 h 398781"/>
                <a:gd name="connsiteX73" fmla="*/ 155990 w 569137"/>
                <a:gd name="connsiteY73" fmla="*/ 174770 h 398781"/>
                <a:gd name="connsiteX74" fmla="*/ 134741 w 569137"/>
                <a:gd name="connsiteY74" fmla="*/ 149855 h 398781"/>
                <a:gd name="connsiteX75" fmla="*/ 141658 w 569137"/>
                <a:gd name="connsiteY75" fmla="*/ 131690 h 398781"/>
                <a:gd name="connsiteX76" fmla="*/ 160906 w 569137"/>
                <a:gd name="connsiteY76" fmla="*/ 136523 h 398781"/>
                <a:gd name="connsiteX77" fmla="*/ 194736 w 569137"/>
                <a:gd name="connsiteY77" fmla="*/ 164604 h 398781"/>
                <a:gd name="connsiteX78" fmla="*/ 200986 w 569137"/>
                <a:gd name="connsiteY78" fmla="*/ 168271 h 398781"/>
                <a:gd name="connsiteX79" fmla="*/ 196819 w 569137"/>
                <a:gd name="connsiteY79" fmla="*/ 185769 h 398781"/>
                <a:gd name="connsiteX80" fmla="*/ 195736 w 569137"/>
                <a:gd name="connsiteY80" fmla="*/ 192019 h 398781"/>
                <a:gd name="connsiteX81" fmla="*/ 178654 w 569137"/>
                <a:gd name="connsiteY81" fmla="*/ 188019 h 398781"/>
                <a:gd name="connsiteX82" fmla="*/ 178654 w 569137"/>
                <a:gd name="connsiteY82" fmla="*/ 188019 h 398781"/>
                <a:gd name="connsiteX83" fmla="*/ 146574 w 569137"/>
                <a:gd name="connsiteY83" fmla="*/ 121192 h 398781"/>
                <a:gd name="connsiteX84" fmla="*/ 146240 w 569137"/>
                <a:gd name="connsiteY84" fmla="*/ 120608 h 398781"/>
                <a:gd name="connsiteX85" fmla="*/ 142407 w 569137"/>
                <a:gd name="connsiteY85" fmla="*/ 115859 h 398781"/>
                <a:gd name="connsiteX86" fmla="*/ 138575 w 569137"/>
                <a:gd name="connsiteY86" fmla="*/ 100110 h 398781"/>
                <a:gd name="connsiteX87" fmla="*/ 153406 w 569137"/>
                <a:gd name="connsiteY87" fmla="*/ 86445 h 398781"/>
                <a:gd name="connsiteX88" fmla="*/ 158240 w 569137"/>
                <a:gd name="connsiteY88" fmla="*/ 92444 h 398781"/>
                <a:gd name="connsiteX89" fmla="*/ 174237 w 569137"/>
                <a:gd name="connsiteY89" fmla="*/ 117108 h 398781"/>
                <a:gd name="connsiteX90" fmla="*/ 211318 w 569137"/>
                <a:gd name="connsiteY90" fmla="*/ 140440 h 398781"/>
                <a:gd name="connsiteX91" fmla="*/ 204318 w 569137"/>
                <a:gd name="connsiteY91" fmla="*/ 157605 h 398781"/>
                <a:gd name="connsiteX92" fmla="*/ 146574 w 569137"/>
                <a:gd name="connsiteY92" fmla="*/ 121192 h 398781"/>
                <a:gd name="connsiteX93" fmla="*/ 146574 w 569137"/>
                <a:gd name="connsiteY93" fmla="*/ 121192 h 398781"/>
                <a:gd name="connsiteX94" fmla="*/ 195903 w 569137"/>
                <a:gd name="connsiteY94" fmla="*/ 124108 h 398781"/>
                <a:gd name="connsiteX95" fmla="*/ 176654 w 569137"/>
                <a:gd name="connsiteY95" fmla="*/ 107526 h 398781"/>
                <a:gd name="connsiteX96" fmla="*/ 158406 w 569137"/>
                <a:gd name="connsiteY96" fmla="*/ 81278 h 398781"/>
                <a:gd name="connsiteX97" fmla="*/ 166656 w 569137"/>
                <a:gd name="connsiteY97" fmla="*/ 67113 h 398781"/>
                <a:gd name="connsiteX98" fmla="*/ 182404 w 569137"/>
                <a:gd name="connsiteY98" fmla="*/ 70530 h 398781"/>
                <a:gd name="connsiteX99" fmla="*/ 179654 w 569137"/>
                <a:gd name="connsiteY99" fmla="*/ 72363 h 398781"/>
                <a:gd name="connsiteX100" fmla="*/ 195903 w 569137"/>
                <a:gd name="connsiteY100" fmla="*/ 124108 h 398781"/>
                <a:gd name="connsiteX101" fmla="*/ 195903 w 569137"/>
                <a:gd name="connsiteY101" fmla="*/ 124108 h 398781"/>
                <a:gd name="connsiteX102" fmla="*/ 211068 w 569137"/>
                <a:gd name="connsiteY102" fmla="*/ 130274 h 398781"/>
                <a:gd name="connsiteX103" fmla="*/ 191486 w 569137"/>
                <a:gd name="connsiteY103" fmla="*/ 106610 h 398781"/>
                <a:gd name="connsiteX104" fmla="*/ 185404 w 569137"/>
                <a:gd name="connsiteY104" fmla="*/ 96277 h 398781"/>
                <a:gd name="connsiteX105" fmla="*/ 192737 w 569137"/>
                <a:gd name="connsiteY105" fmla="*/ 77196 h 398781"/>
                <a:gd name="connsiteX106" fmla="*/ 204652 w 569137"/>
                <a:gd name="connsiteY106" fmla="*/ 85028 h 398781"/>
                <a:gd name="connsiteX107" fmla="*/ 221567 w 569137"/>
                <a:gd name="connsiteY107" fmla="*/ 109859 h 398781"/>
                <a:gd name="connsiteX108" fmla="*/ 225316 w 569137"/>
                <a:gd name="connsiteY108" fmla="*/ 115609 h 398781"/>
                <a:gd name="connsiteX109" fmla="*/ 215568 w 569137"/>
                <a:gd name="connsiteY109" fmla="*/ 131941 h 398781"/>
                <a:gd name="connsiteX110" fmla="*/ 211068 w 569137"/>
                <a:gd name="connsiteY110" fmla="*/ 130274 h 398781"/>
                <a:gd name="connsiteX111" fmla="*/ 211068 w 569137"/>
                <a:gd name="connsiteY111" fmla="*/ 130274 h 398781"/>
                <a:gd name="connsiteX112" fmla="*/ 222317 w 569137"/>
                <a:gd name="connsiteY112" fmla="*/ 93944 h 398781"/>
                <a:gd name="connsiteX113" fmla="*/ 206985 w 569137"/>
                <a:gd name="connsiteY113" fmla="*/ 77695 h 398781"/>
                <a:gd name="connsiteX114" fmla="*/ 193820 w 569137"/>
                <a:gd name="connsiteY114" fmla="*/ 70113 h 398781"/>
                <a:gd name="connsiteX115" fmla="*/ 217317 w 569137"/>
                <a:gd name="connsiteY115" fmla="*/ 55197 h 398781"/>
                <a:gd name="connsiteX116" fmla="*/ 234316 w 569137"/>
                <a:gd name="connsiteY116" fmla="*/ 56447 h 398781"/>
                <a:gd name="connsiteX117" fmla="*/ 252230 w 569137"/>
                <a:gd name="connsiteY117" fmla="*/ 48365 h 398781"/>
                <a:gd name="connsiteX118" fmla="*/ 279561 w 569137"/>
                <a:gd name="connsiteY118" fmla="*/ 55531 h 398781"/>
                <a:gd name="connsiteX119" fmla="*/ 297810 w 569137"/>
                <a:gd name="connsiteY119" fmla="*/ 55281 h 398781"/>
                <a:gd name="connsiteX120" fmla="*/ 239315 w 569137"/>
                <a:gd name="connsiteY120" fmla="*/ 97444 h 398781"/>
                <a:gd name="connsiteX121" fmla="*/ 231399 w 569137"/>
                <a:gd name="connsiteY121" fmla="*/ 107193 h 398781"/>
                <a:gd name="connsiteX122" fmla="*/ 222317 w 569137"/>
                <a:gd name="connsiteY122" fmla="*/ 93944 h 398781"/>
                <a:gd name="connsiteX123" fmla="*/ 222317 w 569137"/>
                <a:gd name="connsiteY123" fmla="*/ 93944 h 398781"/>
                <a:gd name="connsiteX124" fmla="*/ 68748 w 569137"/>
                <a:gd name="connsiteY124" fmla="*/ 364753 h 398781"/>
                <a:gd name="connsiteX125" fmla="*/ 37417 w 569137"/>
                <a:gd name="connsiteY125" fmla="*/ 353254 h 398781"/>
                <a:gd name="connsiteX126" fmla="*/ 27501 w 569137"/>
                <a:gd name="connsiteY126" fmla="*/ 333006 h 398781"/>
                <a:gd name="connsiteX127" fmla="*/ 29417 w 569137"/>
                <a:gd name="connsiteY127" fmla="*/ 305758 h 398781"/>
                <a:gd name="connsiteX128" fmla="*/ 43583 w 569137"/>
                <a:gd name="connsiteY128" fmla="*/ 289093 h 398781"/>
                <a:gd name="connsiteX129" fmla="*/ 44500 w 569137"/>
                <a:gd name="connsiteY129" fmla="*/ 276927 h 398781"/>
                <a:gd name="connsiteX130" fmla="*/ 55332 w 569137"/>
                <a:gd name="connsiteY130" fmla="*/ 237098 h 398781"/>
                <a:gd name="connsiteX131" fmla="*/ 75330 w 569137"/>
                <a:gd name="connsiteY131" fmla="*/ 225015 h 398781"/>
                <a:gd name="connsiteX132" fmla="*/ 92746 w 569137"/>
                <a:gd name="connsiteY132" fmla="*/ 209350 h 398781"/>
                <a:gd name="connsiteX133" fmla="*/ 118827 w 569137"/>
                <a:gd name="connsiteY133" fmla="*/ 211433 h 398781"/>
                <a:gd name="connsiteX134" fmla="*/ 134824 w 569137"/>
                <a:gd name="connsiteY134" fmla="*/ 214767 h 398781"/>
                <a:gd name="connsiteX135" fmla="*/ 159906 w 569137"/>
                <a:gd name="connsiteY135" fmla="*/ 213850 h 398781"/>
                <a:gd name="connsiteX136" fmla="*/ 181321 w 569137"/>
                <a:gd name="connsiteY136" fmla="*/ 239514 h 398781"/>
                <a:gd name="connsiteX137" fmla="*/ 188403 w 569137"/>
                <a:gd name="connsiteY137" fmla="*/ 245764 h 398781"/>
                <a:gd name="connsiteX138" fmla="*/ 171655 w 569137"/>
                <a:gd name="connsiteY138" fmla="*/ 305675 h 398781"/>
                <a:gd name="connsiteX139" fmla="*/ 68748 w 569137"/>
                <a:gd name="connsiteY139" fmla="*/ 364753 h 398781"/>
                <a:gd name="connsiteX140" fmla="*/ 68748 w 569137"/>
                <a:gd name="connsiteY140" fmla="*/ 364753 h 398781"/>
                <a:gd name="connsiteX141" fmla="*/ 533622 w 569137"/>
                <a:gd name="connsiteY141" fmla="*/ 269178 h 398781"/>
                <a:gd name="connsiteX142" fmla="*/ 382386 w 569137"/>
                <a:gd name="connsiteY142" fmla="*/ 348671 h 398781"/>
                <a:gd name="connsiteX143" fmla="*/ 203902 w 569137"/>
                <a:gd name="connsiteY143" fmla="*/ 379252 h 398781"/>
                <a:gd name="connsiteX144" fmla="*/ 101078 w 569137"/>
                <a:gd name="connsiteY144" fmla="*/ 382002 h 398781"/>
                <a:gd name="connsiteX145" fmla="*/ 87662 w 569137"/>
                <a:gd name="connsiteY145" fmla="*/ 380252 h 398781"/>
                <a:gd name="connsiteX146" fmla="*/ 89663 w 569137"/>
                <a:gd name="connsiteY146" fmla="*/ 380085 h 398781"/>
                <a:gd name="connsiteX147" fmla="*/ 183653 w 569137"/>
                <a:gd name="connsiteY147" fmla="*/ 319507 h 398781"/>
                <a:gd name="connsiteX148" fmla="*/ 202902 w 569137"/>
                <a:gd name="connsiteY148" fmla="*/ 264762 h 398781"/>
                <a:gd name="connsiteX149" fmla="*/ 211318 w 569137"/>
                <a:gd name="connsiteY149" fmla="*/ 192768 h 398781"/>
                <a:gd name="connsiteX150" fmla="*/ 285561 w 569137"/>
                <a:gd name="connsiteY150" fmla="*/ 76779 h 398781"/>
                <a:gd name="connsiteX151" fmla="*/ 367887 w 569137"/>
                <a:gd name="connsiteY151" fmla="*/ 48782 h 398781"/>
                <a:gd name="connsiteX152" fmla="*/ 505791 w 569137"/>
                <a:gd name="connsiteY152" fmla="*/ 104527 h 398781"/>
                <a:gd name="connsiteX153" fmla="*/ 533622 w 569137"/>
                <a:gd name="connsiteY153" fmla="*/ 269178 h 398781"/>
                <a:gd name="connsiteX154" fmla="*/ 533622 w 569137"/>
                <a:gd name="connsiteY154" fmla="*/ 269178 h 3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Lst>
              <a:rect l="l" t="t" r="r" b="b"/>
              <a:pathLst>
                <a:path w="569137" h="398781">
                  <a:moveTo>
                    <a:pt x="532039" y="107443"/>
                  </a:moveTo>
                  <a:cubicBezTo>
                    <a:pt x="511291" y="80695"/>
                    <a:pt x="481127" y="59864"/>
                    <a:pt x="449546" y="48032"/>
                  </a:cubicBezTo>
                  <a:cubicBezTo>
                    <a:pt x="433215" y="41865"/>
                    <a:pt x="415466" y="38366"/>
                    <a:pt x="398051" y="36616"/>
                  </a:cubicBezTo>
                  <a:cubicBezTo>
                    <a:pt x="393884" y="36199"/>
                    <a:pt x="389801" y="36199"/>
                    <a:pt x="385718" y="36366"/>
                  </a:cubicBezTo>
                  <a:cubicBezTo>
                    <a:pt x="385136" y="35200"/>
                    <a:pt x="384219" y="34116"/>
                    <a:pt x="382886" y="33199"/>
                  </a:cubicBezTo>
                  <a:cubicBezTo>
                    <a:pt x="316392" y="-9046"/>
                    <a:pt x="214651" y="-8880"/>
                    <a:pt x="143658" y="21867"/>
                  </a:cubicBezTo>
                  <a:cubicBezTo>
                    <a:pt x="106911" y="37783"/>
                    <a:pt x="74163" y="58864"/>
                    <a:pt x="49916" y="91278"/>
                  </a:cubicBezTo>
                  <a:cubicBezTo>
                    <a:pt x="22585" y="127941"/>
                    <a:pt x="8919" y="167771"/>
                    <a:pt x="2753" y="212683"/>
                  </a:cubicBezTo>
                  <a:cubicBezTo>
                    <a:pt x="170" y="231599"/>
                    <a:pt x="-1079" y="250347"/>
                    <a:pt x="1171" y="269345"/>
                  </a:cubicBezTo>
                  <a:cubicBezTo>
                    <a:pt x="3670" y="290509"/>
                    <a:pt x="4503" y="314007"/>
                    <a:pt x="11002" y="334422"/>
                  </a:cubicBezTo>
                  <a:cubicBezTo>
                    <a:pt x="15753" y="349337"/>
                    <a:pt x="23835" y="360337"/>
                    <a:pt x="34167" y="368003"/>
                  </a:cubicBezTo>
                  <a:cubicBezTo>
                    <a:pt x="37083" y="370752"/>
                    <a:pt x="40166" y="373419"/>
                    <a:pt x="43416" y="375836"/>
                  </a:cubicBezTo>
                  <a:cubicBezTo>
                    <a:pt x="55999" y="385085"/>
                    <a:pt x="70997" y="391084"/>
                    <a:pt x="86246" y="394250"/>
                  </a:cubicBezTo>
                  <a:cubicBezTo>
                    <a:pt x="119326" y="401083"/>
                    <a:pt x="156323" y="398750"/>
                    <a:pt x="189903" y="396500"/>
                  </a:cubicBezTo>
                  <a:cubicBezTo>
                    <a:pt x="258647" y="392001"/>
                    <a:pt x="327891" y="379835"/>
                    <a:pt x="394718" y="363503"/>
                  </a:cubicBezTo>
                  <a:cubicBezTo>
                    <a:pt x="454379" y="348921"/>
                    <a:pt x="517791" y="330339"/>
                    <a:pt x="552370" y="274678"/>
                  </a:cubicBezTo>
                  <a:cubicBezTo>
                    <a:pt x="584201" y="223432"/>
                    <a:pt x="566952" y="152272"/>
                    <a:pt x="532039" y="107443"/>
                  </a:cubicBezTo>
                  <a:lnTo>
                    <a:pt x="532039" y="107443"/>
                  </a:lnTo>
                  <a:close/>
                  <a:moveTo>
                    <a:pt x="9586" y="272844"/>
                  </a:moveTo>
                  <a:cubicBezTo>
                    <a:pt x="-1747" y="191102"/>
                    <a:pt x="37584" y="91444"/>
                    <a:pt x="112160" y="50781"/>
                  </a:cubicBezTo>
                  <a:cubicBezTo>
                    <a:pt x="153489" y="28283"/>
                    <a:pt x="196069" y="16701"/>
                    <a:pt x="243231" y="15118"/>
                  </a:cubicBezTo>
                  <a:cubicBezTo>
                    <a:pt x="282811" y="13785"/>
                    <a:pt x="326974" y="20284"/>
                    <a:pt x="362971" y="39282"/>
                  </a:cubicBezTo>
                  <a:cubicBezTo>
                    <a:pt x="359637" y="39949"/>
                    <a:pt x="356305" y="40699"/>
                    <a:pt x="352889" y="41449"/>
                  </a:cubicBezTo>
                  <a:cubicBezTo>
                    <a:pt x="338806" y="42949"/>
                    <a:pt x="324975" y="45782"/>
                    <a:pt x="311725" y="50115"/>
                  </a:cubicBezTo>
                  <a:cubicBezTo>
                    <a:pt x="307726" y="43532"/>
                    <a:pt x="298643" y="44449"/>
                    <a:pt x="290728" y="43698"/>
                  </a:cubicBezTo>
                  <a:cubicBezTo>
                    <a:pt x="282561" y="42949"/>
                    <a:pt x="278895" y="35033"/>
                    <a:pt x="271229" y="32116"/>
                  </a:cubicBezTo>
                  <a:cubicBezTo>
                    <a:pt x="264230" y="29450"/>
                    <a:pt x="257314" y="29950"/>
                    <a:pt x="250481" y="33033"/>
                  </a:cubicBezTo>
                  <a:cubicBezTo>
                    <a:pt x="242732" y="36533"/>
                    <a:pt x="237899" y="44198"/>
                    <a:pt x="228816" y="45032"/>
                  </a:cubicBezTo>
                  <a:cubicBezTo>
                    <a:pt x="220400" y="45782"/>
                    <a:pt x="213485" y="44532"/>
                    <a:pt x="205235" y="48115"/>
                  </a:cubicBezTo>
                  <a:cubicBezTo>
                    <a:pt x="198319" y="51115"/>
                    <a:pt x="190236" y="56614"/>
                    <a:pt x="187986" y="63447"/>
                  </a:cubicBezTo>
                  <a:cubicBezTo>
                    <a:pt x="186987" y="62697"/>
                    <a:pt x="185987" y="61947"/>
                    <a:pt x="184987" y="61197"/>
                  </a:cubicBezTo>
                  <a:cubicBezTo>
                    <a:pt x="178654" y="56364"/>
                    <a:pt x="172488" y="53364"/>
                    <a:pt x="164572" y="56864"/>
                  </a:cubicBezTo>
                  <a:cubicBezTo>
                    <a:pt x="159822" y="58947"/>
                    <a:pt x="151990" y="68696"/>
                    <a:pt x="150740" y="76529"/>
                  </a:cubicBezTo>
                  <a:cubicBezTo>
                    <a:pt x="150490" y="76445"/>
                    <a:pt x="150240" y="76362"/>
                    <a:pt x="150074" y="76362"/>
                  </a:cubicBezTo>
                  <a:cubicBezTo>
                    <a:pt x="141157" y="74696"/>
                    <a:pt x="133991" y="81612"/>
                    <a:pt x="131908" y="89611"/>
                  </a:cubicBezTo>
                  <a:cubicBezTo>
                    <a:pt x="130491" y="95027"/>
                    <a:pt x="130658" y="100277"/>
                    <a:pt x="131908" y="105193"/>
                  </a:cubicBezTo>
                  <a:cubicBezTo>
                    <a:pt x="130242" y="103943"/>
                    <a:pt x="128575" y="102860"/>
                    <a:pt x="126992" y="102110"/>
                  </a:cubicBezTo>
                  <a:cubicBezTo>
                    <a:pt x="117827" y="97944"/>
                    <a:pt x="107161" y="100610"/>
                    <a:pt x="99328" y="106276"/>
                  </a:cubicBezTo>
                  <a:cubicBezTo>
                    <a:pt x="86329" y="115775"/>
                    <a:pt x="85912" y="132524"/>
                    <a:pt x="95412" y="143273"/>
                  </a:cubicBezTo>
                  <a:cubicBezTo>
                    <a:pt x="59082" y="141856"/>
                    <a:pt x="47749" y="184769"/>
                    <a:pt x="62498" y="212100"/>
                  </a:cubicBezTo>
                  <a:cubicBezTo>
                    <a:pt x="62747" y="212517"/>
                    <a:pt x="63081" y="212850"/>
                    <a:pt x="63498" y="213100"/>
                  </a:cubicBezTo>
                  <a:cubicBezTo>
                    <a:pt x="58249" y="217516"/>
                    <a:pt x="53665" y="219433"/>
                    <a:pt x="47499" y="223349"/>
                  </a:cubicBezTo>
                  <a:cubicBezTo>
                    <a:pt x="36666" y="230098"/>
                    <a:pt x="29834" y="243264"/>
                    <a:pt x="29001" y="255846"/>
                  </a:cubicBezTo>
                  <a:cubicBezTo>
                    <a:pt x="28584" y="262179"/>
                    <a:pt x="29334" y="269512"/>
                    <a:pt x="31834" y="275428"/>
                  </a:cubicBezTo>
                  <a:cubicBezTo>
                    <a:pt x="31667" y="274761"/>
                    <a:pt x="36250" y="283260"/>
                    <a:pt x="36833" y="283260"/>
                  </a:cubicBezTo>
                  <a:cubicBezTo>
                    <a:pt x="36417" y="284260"/>
                    <a:pt x="32084" y="287677"/>
                    <a:pt x="30251" y="289510"/>
                  </a:cubicBezTo>
                  <a:cubicBezTo>
                    <a:pt x="22168" y="297592"/>
                    <a:pt x="18335" y="306758"/>
                    <a:pt x="17502" y="316091"/>
                  </a:cubicBezTo>
                  <a:cubicBezTo>
                    <a:pt x="13336" y="301759"/>
                    <a:pt x="11419" y="286260"/>
                    <a:pt x="9586" y="272844"/>
                  </a:cubicBezTo>
                  <a:lnTo>
                    <a:pt x="9586" y="272844"/>
                  </a:lnTo>
                  <a:close/>
                  <a:moveTo>
                    <a:pt x="69581" y="171437"/>
                  </a:moveTo>
                  <a:cubicBezTo>
                    <a:pt x="73247" y="159438"/>
                    <a:pt x="83996" y="148522"/>
                    <a:pt x="97328" y="149189"/>
                  </a:cubicBezTo>
                  <a:cubicBezTo>
                    <a:pt x="110244" y="149855"/>
                    <a:pt x="115327" y="162021"/>
                    <a:pt x="123826" y="169187"/>
                  </a:cubicBezTo>
                  <a:cubicBezTo>
                    <a:pt x="141741" y="184436"/>
                    <a:pt x="169572" y="200434"/>
                    <a:pt x="193986" y="201351"/>
                  </a:cubicBezTo>
                  <a:cubicBezTo>
                    <a:pt x="192902" y="208850"/>
                    <a:pt x="191986" y="216433"/>
                    <a:pt x="191069" y="223932"/>
                  </a:cubicBezTo>
                  <a:cubicBezTo>
                    <a:pt x="188403" y="218599"/>
                    <a:pt x="184820" y="213850"/>
                    <a:pt x="181487" y="211433"/>
                  </a:cubicBezTo>
                  <a:cubicBezTo>
                    <a:pt x="176071" y="207517"/>
                    <a:pt x="168655" y="206100"/>
                    <a:pt x="162239" y="204934"/>
                  </a:cubicBezTo>
                  <a:cubicBezTo>
                    <a:pt x="150990" y="202851"/>
                    <a:pt x="136991" y="207101"/>
                    <a:pt x="126742" y="203268"/>
                  </a:cubicBezTo>
                  <a:cubicBezTo>
                    <a:pt x="112577" y="197935"/>
                    <a:pt x="101995" y="190436"/>
                    <a:pt x="86246" y="196768"/>
                  </a:cubicBezTo>
                  <a:cubicBezTo>
                    <a:pt x="79996" y="199268"/>
                    <a:pt x="74330" y="203268"/>
                    <a:pt x="69247" y="207684"/>
                  </a:cubicBezTo>
                  <a:cubicBezTo>
                    <a:pt x="71414" y="195935"/>
                    <a:pt x="65914" y="183686"/>
                    <a:pt x="69581" y="171437"/>
                  </a:cubicBezTo>
                  <a:lnTo>
                    <a:pt x="69581" y="171437"/>
                  </a:lnTo>
                  <a:close/>
                  <a:moveTo>
                    <a:pt x="133991" y="168521"/>
                  </a:moveTo>
                  <a:cubicBezTo>
                    <a:pt x="123242" y="161605"/>
                    <a:pt x="116076" y="150189"/>
                    <a:pt x="104827" y="145523"/>
                  </a:cubicBezTo>
                  <a:cubicBezTo>
                    <a:pt x="104827" y="145439"/>
                    <a:pt x="104827" y="145439"/>
                    <a:pt x="104744" y="145356"/>
                  </a:cubicBezTo>
                  <a:cubicBezTo>
                    <a:pt x="102078" y="141106"/>
                    <a:pt x="98828" y="137774"/>
                    <a:pt x="97495" y="132690"/>
                  </a:cubicBezTo>
                  <a:cubicBezTo>
                    <a:pt x="94829" y="122941"/>
                    <a:pt x="98912" y="114692"/>
                    <a:pt x="107744" y="110359"/>
                  </a:cubicBezTo>
                  <a:cubicBezTo>
                    <a:pt x="112410" y="108110"/>
                    <a:pt x="118827" y="106943"/>
                    <a:pt x="123492" y="109609"/>
                  </a:cubicBezTo>
                  <a:cubicBezTo>
                    <a:pt x="126159" y="111109"/>
                    <a:pt x="128325" y="114776"/>
                    <a:pt x="130491" y="116942"/>
                  </a:cubicBezTo>
                  <a:cubicBezTo>
                    <a:pt x="132409" y="118942"/>
                    <a:pt x="134325" y="120942"/>
                    <a:pt x="136325" y="122692"/>
                  </a:cubicBezTo>
                  <a:cubicBezTo>
                    <a:pt x="132825" y="124275"/>
                    <a:pt x="129492" y="127108"/>
                    <a:pt x="126409" y="131524"/>
                  </a:cubicBezTo>
                  <a:cubicBezTo>
                    <a:pt x="118410" y="143189"/>
                    <a:pt x="125659" y="158355"/>
                    <a:pt x="133991" y="168521"/>
                  </a:cubicBezTo>
                  <a:lnTo>
                    <a:pt x="133991" y="168521"/>
                  </a:lnTo>
                  <a:close/>
                  <a:moveTo>
                    <a:pt x="178654" y="188019"/>
                  </a:moveTo>
                  <a:cubicBezTo>
                    <a:pt x="170988" y="183769"/>
                    <a:pt x="163239" y="179686"/>
                    <a:pt x="155990" y="174770"/>
                  </a:cubicBezTo>
                  <a:cubicBezTo>
                    <a:pt x="148073" y="169437"/>
                    <a:pt x="136908" y="159855"/>
                    <a:pt x="134741" y="149855"/>
                  </a:cubicBezTo>
                  <a:cubicBezTo>
                    <a:pt x="133491" y="144189"/>
                    <a:pt x="136075" y="135107"/>
                    <a:pt x="141658" y="131690"/>
                  </a:cubicBezTo>
                  <a:cubicBezTo>
                    <a:pt x="146991" y="128358"/>
                    <a:pt x="156823" y="133940"/>
                    <a:pt x="160906" y="136523"/>
                  </a:cubicBezTo>
                  <a:cubicBezTo>
                    <a:pt x="173488" y="144523"/>
                    <a:pt x="183237" y="155439"/>
                    <a:pt x="194736" y="164604"/>
                  </a:cubicBezTo>
                  <a:cubicBezTo>
                    <a:pt x="196903" y="166354"/>
                    <a:pt x="198986" y="167604"/>
                    <a:pt x="200986" y="168271"/>
                  </a:cubicBezTo>
                  <a:cubicBezTo>
                    <a:pt x="199319" y="174020"/>
                    <a:pt x="197903" y="179936"/>
                    <a:pt x="196819" y="185769"/>
                  </a:cubicBezTo>
                  <a:cubicBezTo>
                    <a:pt x="196402" y="187852"/>
                    <a:pt x="196069" y="189936"/>
                    <a:pt x="195736" y="192019"/>
                  </a:cubicBezTo>
                  <a:cubicBezTo>
                    <a:pt x="189903" y="191102"/>
                    <a:pt x="184237" y="189685"/>
                    <a:pt x="178654" y="188019"/>
                  </a:cubicBezTo>
                  <a:lnTo>
                    <a:pt x="178654" y="188019"/>
                  </a:lnTo>
                  <a:close/>
                  <a:moveTo>
                    <a:pt x="146574" y="121192"/>
                  </a:moveTo>
                  <a:cubicBezTo>
                    <a:pt x="146490" y="121025"/>
                    <a:pt x="146407" y="120775"/>
                    <a:pt x="146240" y="120608"/>
                  </a:cubicBezTo>
                  <a:cubicBezTo>
                    <a:pt x="145157" y="119192"/>
                    <a:pt x="143824" y="117525"/>
                    <a:pt x="142407" y="115859"/>
                  </a:cubicBezTo>
                  <a:cubicBezTo>
                    <a:pt x="140074" y="111026"/>
                    <a:pt x="138325" y="105360"/>
                    <a:pt x="138575" y="100110"/>
                  </a:cubicBezTo>
                  <a:cubicBezTo>
                    <a:pt x="136824" y="92361"/>
                    <a:pt x="141824" y="87861"/>
                    <a:pt x="153406" y="86445"/>
                  </a:cubicBezTo>
                  <a:cubicBezTo>
                    <a:pt x="155323" y="88195"/>
                    <a:pt x="156906" y="90194"/>
                    <a:pt x="158240" y="92444"/>
                  </a:cubicBezTo>
                  <a:cubicBezTo>
                    <a:pt x="164072" y="100443"/>
                    <a:pt x="167572" y="109609"/>
                    <a:pt x="174237" y="117108"/>
                  </a:cubicBezTo>
                  <a:cubicBezTo>
                    <a:pt x="184404" y="128607"/>
                    <a:pt x="196486" y="137357"/>
                    <a:pt x="211318" y="140440"/>
                  </a:cubicBezTo>
                  <a:cubicBezTo>
                    <a:pt x="208734" y="146023"/>
                    <a:pt x="206319" y="151772"/>
                    <a:pt x="204318" y="157605"/>
                  </a:cubicBezTo>
                  <a:cubicBezTo>
                    <a:pt x="187903" y="148689"/>
                    <a:pt x="165572" y="123192"/>
                    <a:pt x="146574" y="121192"/>
                  </a:cubicBezTo>
                  <a:lnTo>
                    <a:pt x="146574" y="121192"/>
                  </a:lnTo>
                  <a:close/>
                  <a:moveTo>
                    <a:pt x="195903" y="124108"/>
                  </a:moveTo>
                  <a:cubicBezTo>
                    <a:pt x="188570" y="119858"/>
                    <a:pt x="181820" y="113776"/>
                    <a:pt x="176654" y="107526"/>
                  </a:cubicBezTo>
                  <a:cubicBezTo>
                    <a:pt x="171571" y="101277"/>
                    <a:pt x="166072" y="88444"/>
                    <a:pt x="158406" y="81278"/>
                  </a:cubicBezTo>
                  <a:cubicBezTo>
                    <a:pt x="160490" y="76279"/>
                    <a:pt x="162738" y="70863"/>
                    <a:pt x="166656" y="67113"/>
                  </a:cubicBezTo>
                  <a:cubicBezTo>
                    <a:pt x="172321" y="61697"/>
                    <a:pt x="177404" y="66280"/>
                    <a:pt x="182404" y="70530"/>
                  </a:cubicBezTo>
                  <a:cubicBezTo>
                    <a:pt x="181487" y="71030"/>
                    <a:pt x="180570" y="71613"/>
                    <a:pt x="179654" y="72363"/>
                  </a:cubicBezTo>
                  <a:cubicBezTo>
                    <a:pt x="163905" y="86111"/>
                    <a:pt x="180154" y="108859"/>
                    <a:pt x="195903" y="124108"/>
                  </a:cubicBezTo>
                  <a:lnTo>
                    <a:pt x="195903" y="124108"/>
                  </a:lnTo>
                  <a:close/>
                  <a:moveTo>
                    <a:pt x="211068" y="130274"/>
                  </a:moveTo>
                  <a:cubicBezTo>
                    <a:pt x="203819" y="123108"/>
                    <a:pt x="197152" y="114942"/>
                    <a:pt x="191486" y="106610"/>
                  </a:cubicBezTo>
                  <a:cubicBezTo>
                    <a:pt x="189237" y="103360"/>
                    <a:pt x="187070" y="99860"/>
                    <a:pt x="185404" y="96277"/>
                  </a:cubicBezTo>
                  <a:cubicBezTo>
                    <a:pt x="180403" y="88778"/>
                    <a:pt x="182820" y="82445"/>
                    <a:pt x="192737" y="77196"/>
                  </a:cubicBezTo>
                  <a:cubicBezTo>
                    <a:pt x="197319" y="78862"/>
                    <a:pt x="201318" y="81445"/>
                    <a:pt x="204652" y="85028"/>
                  </a:cubicBezTo>
                  <a:cubicBezTo>
                    <a:pt x="211651" y="91944"/>
                    <a:pt x="216651" y="101443"/>
                    <a:pt x="221567" y="109859"/>
                  </a:cubicBezTo>
                  <a:cubicBezTo>
                    <a:pt x="222817" y="112026"/>
                    <a:pt x="223984" y="113942"/>
                    <a:pt x="225316" y="115609"/>
                  </a:cubicBezTo>
                  <a:cubicBezTo>
                    <a:pt x="221817" y="120858"/>
                    <a:pt x="218484" y="126358"/>
                    <a:pt x="215568" y="131941"/>
                  </a:cubicBezTo>
                  <a:cubicBezTo>
                    <a:pt x="214067" y="131274"/>
                    <a:pt x="212568" y="130774"/>
                    <a:pt x="211068" y="130274"/>
                  </a:cubicBezTo>
                  <a:lnTo>
                    <a:pt x="211068" y="130274"/>
                  </a:lnTo>
                  <a:close/>
                  <a:moveTo>
                    <a:pt x="222317" y="93944"/>
                  </a:moveTo>
                  <a:cubicBezTo>
                    <a:pt x="217651" y="87861"/>
                    <a:pt x="212984" y="82362"/>
                    <a:pt x="206985" y="77695"/>
                  </a:cubicBezTo>
                  <a:cubicBezTo>
                    <a:pt x="203236" y="74779"/>
                    <a:pt x="198569" y="71613"/>
                    <a:pt x="193820" y="70113"/>
                  </a:cubicBezTo>
                  <a:cubicBezTo>
                    <a:pt x="195319" y="60697"/>
                    <a:pt x="210068" y="56031"/>
                    <a:pt x="217317" y="55197"/>
                  </a:cubicBezTo>
                  <a:cubicBezTo>
                    <a:pt x="223233" y="54531"/>
                    <a:pt x="228649" y="56781"/>
                    <a:pt x="234316" y="56447"/>
                  </a:cubicBezTo>
                  <a:cubicBezTo>
                    <a:pt x="241981" y="56031"/>
                    <a:pt x="245648" y="51865"/>
                    <a:pt x="252230" y="48365"/>
                  </a:cubicBezTo>
                  <a:cubicBezTo>
                    <a:pt x="263397" y="42449"/>
                    <a:pt x="270062" y="51781"/>
                    <a:pt x="279561" y="55531"/>
                  </a:cubicBezTo>
                  <a:cubicBezTo>
                    <a:pt x="285061" y="57697"/>
                    <a:pt x="291977" y="55031"/>
                    <a:pt x="297810" y="55281"/>
                  </a:cubicBezTo>
                  <a:cubicBezTo>
                    <a:pt x="276312" y="64446"/>
                    <a:pt x="256397" y="78112"/>
                    <a:pt x="239315" y="97444"/>
                  </a:cubicBezTo>
                  <a:cubicBezTo>
                    <a:pt x="236566" y="100527"/>
                    <a:pt x="233982" y="103860"/>
                    <a:pt x="231399" y="107193"/>
                  </a:cubicBezTo>
                  <a:cubicBezTo>
                    <a:pt x="227900" y="103110"/>
                    <a:pt x="224984" y="97527"/>
                    <a:pt x="222317" y="93944"/>
                  </a:cubicBezTo>
                  <a:lnTo>
                    <a:pt x="222317" y="93944"/>
                  </a:lnTo>
                  <a:close/>
                  <a:moveTo>
                    <a:pt x="68748" y="364753"/>
                  </a:moveTo>
                  <a:cubicBezTo>
                    <a:pt x="55249" y="364503"/>
                    <a:pt x="45166" y="360170"/>
                    <a:pt x="37417" y="353254"/>
                  </a:cubicBezTo>
                  <a:cubicBezTo>
                    <a:pt x="33667" y="346754"/>
                    <a:pt x="29584" y="340422"/>
                    <a:pt x="27501" y="333006"/>
                  </a:cubicBezTo>
                  <a:cubicBezTo>
                    <a:pt x="24918" y="323673"/>
                    <a:pt x="25002" y="314591"/>
                    <a:pt x="29417" y="305758"/>
                  </a:cubicBezTo>
                  <a:cubicBezTo>
                    <a:pt x="32917" y="298759"/>
                    <a:pt x="39749" y="295259"/>
                    <a:pt x="43583" y="289093"/>
                  </a:cubicBezTo>
                  <a:cubicBezTo>
                    <a:pt x="47082" y="283594"/>
                    <a:pt x="45833" y="282677"/>
                    <a:pt x="44500" y="276927"/>
                  </a:cubicBezTo>
                  <a:cubicBezTo>
                    <a:pt x="41000" y="262429"/>
                    <a:pt x="39833" y="245597"/>
                    <a:pt x="55332" y="237098"/>
                  </a:cubicBezTo>
                  <a:cubicBezTo>
                    <a:pt x="63248" y="232765"/>
                    <a:pt x="68997" y="231932"/>
                    <a:pt x="75330" y="225015"/>
                  </a:cubicBezTo>
                  <a:cubicBezTo>
                    <a:pt x="80579" y="219349"/>
                    <a:pt x="85246" y="212433"/>
                    <a:pt x="92746" y="209350"/>
                  </a:cubicBezTo>
                  <a:cubicBezTo>
                    <a:pt x="102494" y="205351"/>
                    <a:pt x="109827" y="208434"/>
                    <a:pt x="118827" y="211433"/>
                  </a:cubicBezTo>
                  <a:cubicBezTo>
                    <a:pt x="123826" y="213100"/>
                    <a:pt x="129408" y="214850"/>
                    <a:pt x="134824" y="214767"/>
                  </a:cubicBezTo>
                  <a:cubicBezTo>
                    <a:pt x="144074" y="214516"/>
                    <a:pt x="150406" y="211017"/>
                    <a:pt x="159906" y="213850"/>
                  </a:cubicBezTo>
                  <a:cubicBezTo>
                    <a:pt x="170655" y="217017"/>
                    <a:pt x="180821" y="227515"/>
                    <a:pt x="181321" y="239514"/>
                  </a:cubicBezTo>
                  <a:cubicBezTo>
                    <a:pt x="181487" y="244014"/>
                    <a:pt x="184987" y="246097"/>
                    <a:pt x="188403" y="245764"/>
                  </a:cubicBezTo>
                  <a:cubicBezTo>
                    <a:pt x="185404" y="266178"/>
                    <a:pt x="181154" y="286177"/>
                    <a:pt x="171655" y="305675"/>
                  </a:cubicBezTo>
                  <a:cubicBezTo>
                    <a:pt x="152323" y="345421"/>
                    <a:pt x="112160" y="365586"/>
                    <a:pt x="68748" y="364753"/>
                  </a:cubicBezTo>
                  <a:lnTo>
                    <a:pt x="68748" y="364753"/>
                  </a:lnTo>
                  <a:close/>
                  <a:moveTo>
                    <a:pt x="533622" y="269178"/>
                  </a:moveTo>
                  <a:cubicBezTo>
                    <a:pt x="499375" y="320257"/>
                    <a:pt x="438381" y="335172"/>
                    <a:pt x="382386" y="348671"/>
                  </a:cubicBezTo>
                  <a:cubicBezTo>
                    <a:pt x="323725" y="362837"/>
                    <a:pt x="263980" y="373335"/>
                    <a:pt x="203902" y="379252"/>
                  </a:cubicBezTo>
                  <a:cubicBezTo>
                    <a:pt x="170321" y="382585"/>
                    <a:pt x="134824" y="384834"/>
                    <a:pt x="101078" y="382002"/>
                  </a:cubicBezTo>
                  <a:cubicBezTo>
                    <a:pt x="96662" y="381668"/>
                    <a:pt x="92162" y="381085"/>
                    <a:pt x="87662" y="380252"/>
                  </a:cubicBezTo>
                  <a:cubicBezTo>
                    <a:pt x="88329" y="380168"/>
                    <a:pt x="88995" y="380168"/>
                    <a:pt x="89663" y="380085"/>
                  </a:cubicBezTo>
                  <a:cubicBezTo>
                    <a:pt x="128992" y="375252"/>
                    <a:pt x="164905" y="355170"/>
                    <a:pt x="183653" y="319507"/>
                  </a:cubicBezTo>
                  <a:cubicBezTo>
                    <a:pt x="192486" y="302592"/>
                    <a:pt x="199819" y="283677"/>
                    <a:pt x="202902" y="264762"/>
                  </a:cubicBezTo>
                  <a:cubicBezTo>
                    <a:pt x="206735" y="240848"/>
                    <a:pt x="207402" y="216599"/>
                    <a:pt x="211318" y="192768"/>
                  </a:cubicBezTo>
                  <a:cubicBezTo>
                    <a:pt x="219150" y="144523"/>
                    <a:pt x="245648" y="104360"/>
                    <a:pt x="285561" y="76779"/>
                  </a:cubicBezTo>
                  <a:cubicBezTo>
                    <a:pt x="309642" y="60114"/>
                    <a:pt x="338390" y="51781"/>
                    <a:pt x="367887" y="48782"/>
                  </a:cubicBezTo>
                  <a:cubicBezTo>
                    <a:pt x="418549" y="49448"/>
                    <a:pt x="469795" y="68280"/>
                    <a:pt x="505791" y="104527"/>
                  </a:cubicBezTo>
                  <a:cubicBezTo>
                    <a:pt x="545454" y="144523"/>
                    <a:pt x="567202" y="219183"/>
                    <a:pt x="533622" y="269178"/>
                  </a:cubicBezTo>
                  <a:lnTo>
                    <a:pt x="533622" y="269178"/>
                  </a:lnTo>
                  <a:close/>
                </a:path>
              </a:pathLst>
            </a:custGeom>
            <a:grpFill/>
            <a:ln w="8332" cap="flat">
              <a:noFill/>
              <a:prstDash val="solid"/>
              <a:miter/>
            </a:ln>
          </p:spPr>
          <p:txBody>
            <a:bodyPr rtlCol="0" anchor="ctr"/>
            <a:lstStyle/>
            <a:p>
              <a:endParaRPr lang="en-US"/>
            </a:p>
          </p:txBody>
        </p:sp>
        <p:sp>
          <p:nvSpPr>
            <p:cNvPr id="2484" name="Freeform: Shape 2483"/>
            <p:cNvSpPr/>
            <p:nvPr/>
          </p:nvSpPr>
          <p:spPr>
            <a:xfrm>
              <a:off x="11332227" y="6223122"/>
              <a:ext cx="119725" cy="261518"/>
            </a:xfrm>
            <a:custGeom>
              <a:avLst/>
              <a:gdLst>
                <a:gd name="connsiteX0" fmla="*/ 115846 w 119725"/>
                <a:gd name="connsiteY0" fmla="*/ 411 h 261518"/>
                <a:gd name="connsiteX1" fmla="*/ 45102 w 119725"/>
                <a:gd name="connsiteY1" fmla="*/ 117234 h 261518"/>
                <a:gd name="connsiteX2" fmla="*/ 32854 w 119725"/>
                <a:gd name="connsiteY2" fmla="*/ 189061 h 261518"/>
                <a:gd name="connsiteX3" fmla="*/ 106 w 119725"/>
                <a:gd name="connsiteY3" fmla="*/ 260637 h 261518"/>
                <a:gd name="connsiteX4" fmla="*/ 1023 w 119725"/>
                <a:gd name="connsiteY4" fmla="*/ 261387 h 261518"/>
                <a:gd name="connsiteX5" fmla="*/ 53352 w 119725"/>
                <a:gd name="connsiteY5" fmla="*/ 144648 h 261518"/>
                <a:gd name="connsiteX6" fmla="*/ 119012 w 119725"/>
                <a:gd name="connsiteY6" fmla="*/ 4244 h 261518"/>
                <a:gd name="connsiteX7" fmla="*/ 115846 w 119725"/>
                <a:gd name="connsiteY7" fmla="*/ 411 h 261518"/>
                <a:gd name="connsiteX8" fmla="*/ 115846 w 119725"/>
                <a:gd name="connsiteY8" fmla="*/ 411 h 261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725" h="261518">
                  <a:moveTo>
                    <a:pt x="115846" y="411"/>
                  </a:moveTo>
                  <a:cubicBezTo>
                    <a:pt x="77266" y="29825"/>
                    <a:pt x="52018" y="68904"/>
                    <a:pt x="45102" y="117234"/>
                  </a:cubicBezTo>
                  <a:cubicBezTo>
                    <a:pt x="41602" y="141648"/>
                    <a:pt x="38853" y="165229"/>
                    <a:pt x="32854" y="189061"/>
                  </a:cubicBezTo>
                  <a:cubicBezTo>
                    <a:pt x="26187" y="215391"/>
                    <a:pt x="16189" y="238723"/>
                    <a:pt x="106" y="260637"/>
                  </a:cubicBezTo>
                  <a:cubicBezTo>
                    <a:pt x="-311" y="261137"/>
                    <a:pt x="607" y="261804"/>
                    <a:pt x="1023" y="261387"/>
                  </a:cubicBezTo>
                  <a:cubicBezTo>
                    <a:pt x="30354" y="229057"/>
                    <a:pt x="49102" y="188394"/>
                    <a:pt x="53352" y="144648"/>
                  </a:cubicBezTo>
                  <a:cubicBezTo>
                    <a:pt x="58768" y="89070"/>
                    <a:pt x="75099" y="40907"/>
                    <a:pt x="119012" y="4244"/>
                  </a:cubicBezTo>
                  <a:cubicBezTo>
                    <a:pt x="121095" y="2577"/>
                    <a:pt x="118179" y="-1256"/>
                    <a:pt x="115846" y="411"/>
                  </a:cubicBezTo>
                  <a:lnTo>
                    <a:pt x="115846" y="411"/>
                  </a:lnTo>
                  <a:close/>
                </a:path>
              </a:pathLst>
            </a:custGeom>
            <a:grpFill/>
            <a:ln w="8332" cap="flat">
              <a:noFill/>
              <a:prstDash val="solid"/>
              <a:miter/>
            </a:ln>
          </p:spPr>
          <p:txBody>
            <a:bodyPr rtlCol="0" anchor="ctr"/>
            <a:lstStyle/>
            <a:p>
              <a:endParaRPr lang="en-US"/>
            </a:p>
          </p:txBody>
        </p:sp>
        <p:sp>
          <p:nvSpPr>
            <p:cNvPr id="2485" name="Freeform: Shape 2484"/>
            <p:cNvSpPr/>
            <p:nvPr/>
          </p:nvSpPr>
          <p:spPr>
            <a:xfrm>
              <a:off x="11170263" y="6163112"/>
              <a:ext cx="193949" cy="197106"/>
            </a:xfrm>
            <a:custGeom>
              <a:avLst/>
              <a:gdLst>
                <a:gd name="connsiteX0" fmla="*/ 191401 w 193949"/>
                <a:gd name="connsiteY0" fmla="*/ 9 h 197106"/>
                <a:gd name="connsiteX1" fmla="*/ 64663 w 193949"/>
                <a:gd name="connsiteY1" fmla="*/ 60754 h 197106"/>
                <a:gd name="connsiteX2" fmla="*/ 19917 w 193949"/>
                <a:gd name="connsiteY2" fmla="*/ 123248 h 197106"/>
                <a:gd name="connsiteX3" fmla="*/ 3751 w 193949"/>
                <a:gd name="connsiteY3" fmla="*/ 159661 h 197106"/>
                <a:gd name="connsiteX4" fmla="*/ 2 w 193949"/>
                <a:gd name="connsiteY4" fmla="*/ 195575 h 197106"/>
                <a:gd name="connsiteX5" fmla="*/ 3168 w 193949"/>
                <a:gd name="connsiteY5" fmla="*/ 195575 h 197106"/>
                <a:gd name="connsiteX6" fmla="*/ 192067 w 193949"/>
                <a:gd name="connsiteY6" fmla="*/ 5092 h 197106"/>
                <a:gd name="connsiteX7" fmla="*/ 191401 w 193949"/>
                <a:gd name="connsiteY7" fmla="*/ 9 h 197106"/>
                <a:gd name="connsiteX8" fmla="*/ 191401 w 193949"/>
                <a:gd name="connsiteY8" fmla="*/ 9 h 197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3949" h="197106">
                  <a:moveTo>
                    <a:pt x="191401" y="9"/>
                  </a:moveTo>
                  <a:cubicBezTo>
                    <a:pt x="143822" y="3759"/>
                    <a:pt x="98576" y="27423"/>
                    <a:pt x="64663" y="60754"/>
                  </a:cubicBezTo>
                  <a:cubicBezTo>
                    <a:pt x="46497" y="78669"/>
                    <a:pt x="31999" y="100917"/>
                    <a:pt x="19917" y="123248"/>
                  </a:cubicBezTo>
                  <a:cubicBezTo>
                    <a:pt x="13584" y="134997"/>
                    <a:pt x="7584" y="146829"/>
                    <a:pt x="3751" y="159661"/>
                  </a:cubicBezTo>
                  <a:cubicBezTo>
                    <a:pt x="85" y="171744"/>
                    <a:pt x="418" y="183076"/>
                    <a:pt x="2" y="195575"/>
                  </a:cubicBezTo>
                  <a:cubicBezTo>
                    <a:pt x="-82" y="197658"/>
                    <a:pt x="2918" y="197575"/>
                    <a:pt x="3168" y="195575"/>
                  </a:cubicBezTo>
                  <a:cubicBezTo>
                    <a:pt x="14083" y="103750"/>
                    <a:pt x="102825" y="21174"/>
                    <a:pt x="192067" y="5092"/>
                  </a:cubicBezTo>
                  <a:cubicBezTo>
                    <a:pt x="194983" y="4592"/>
                    <a:pt x="194317" y="-241"/>
                    <a:pt x="191401" y="9"/>
                  </a:cubicBezTo>
                  <a:lnTo>
                    <a:pt x="191401" y="9"/>
                  </a:lnTo>
                  <a:close/>
                </a:path>
              </a:pathLst>
            </a:custGeom>
            <a:grpFill/>
            <a:ln w="8332" cap="flat">
              <a:noFill/>
              <a:prstDash val="solid"/>
              <a:miter/>
            </a:ln>
          </p:spPr>
          <p:txBody>
            <a:bodyPr rtlCol="0" anchor="ctr"/>
            <a:lstStyle/>
            <a:p>
              <a:endParaRPr lang="en-US"/>
            </a:p>
          </p:txBody>
        </p:sp>
        <p:sp>
          <p:nvSpPr>
            <p:cNvPr id="2486" name="Freeform: Shape 2485"/>
            <p:cNvSpPr/>
            <p:nvPr/>
          </p:nvSpPr>
          <p:spPr>
            <a:xfrm>
              <a:off x="11198851" y="6373674"/>
              <a:ext cx="74466" cy="114275"/>
            </a:xfrm>
            <a:custGeom>
              <a:avLst/>
              <a:gdLst>
                <a:gd name="connsiteX0" fmla="*/ 72988 w 74466"/>
                <a:gd name="connsiteY0" fmla="*/ 2344 h 114275"/>
                <a:gd name="connsiteX1" fmla="*/ 29158 w 74466"/>
                <a:gd name="connsiteY1" fmla="*/ 17760 h 114275"/>
                <a:gd name="connsiteX2" fmla="*/ 21659 w 74466"/>
                <a:gd name="connsiteY2" fmla="*/ 38925 h 114275"/>
                <a:gd name="connsiteX3" fmla="*/ 23742 w 74466"/>
                <a:gd name="connsiteY3" fmla="*/ 48674 h 114275"/>
                <a:gd name="connsiteX4" fmla="*/ 26908 w 74466"/>
                <a:gd name="connsiteY4" fmla="*/ 54340 h 114275"/>
                <a:gd name="connsiteX5" fmla="*/ 24909 w 74466"/>
                <a:gd name="connsiteY5" fmla="*/ 55757 h 114275"/>
                <a:gd name="connsiteX6" fmla="*/ 3411 w 74466"/>
                <a:gd name="connsiteY6" fmla="*/ 74921 h 114275"/>
                <a:gd name="connsiteX7" fmla="*/ 911 w 74466"/>
                <a:gd name="connsiteY7" fmla="*/ 96836 h 114275"/>
                <a:gd name="connsiteX8" fmla="*/ 36324 w 74466"/>
                <a:gd name="connsiteY8" fmla="*/ 109501 h 114275"/>
                <a:gd name="connsiteX9" fmla="*/ 33575 w 74466"/>
                <a:gd name="connsiteY9" fmla="*/ 102919 h 114275"/>
                <a:gd name="connsiteX10" fmla="*/ 10078 w 74466"/>
                <a:gd name="connsiteY10" fmla="*/ 82254 h 114275"/>
                <a:gd name="connsiteX11" fmla="*/ 26825 w 74466"/>
                <a:gd name="connsiteY11" fmla="*/ 64006 h 114275"/>
                <a:gd name="connsiteX12" fmla="*/ 37408 w 74466"/>
                <a:gd name="connsiteY12" fmla="*/ 55006 h 114275"/>
                <a:gd name="connsiteX13" fmla="*/ 35741 w 74466"/>
                <a:gd name="connsiteY13" fmla="*/ 51173 h 114275"/>
                <a:gd name="connsiteX14" fmla="*/ 32075 w 74466"/>
                <a:gd name="connsiteY14" fmla="*/ 28509 h 114275"/>
                <a:gd name="connsiteX15" fmla="*/ 71905 w 74466"/>
                <a:gd name="connsiteY15" fmla="*/ 6344 h 114275"/>
                <a:gd name="connsiteX16" fmla="*/ 72988 w 74466"/>
                <a:gd name="connsiteY16" fmla="*/ 2344 h 114275"/>
                <a:gd name="connsiteX17" fmla="*/ 72988 w 74466"/>
                <a:gd name="connsiteY17" fmla="*/ 2344 h 114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4466" h="114275">
                  <a:moveTo>
                    <a:pt x="72988" y="2344"/>
                  </a:moveTo>
                  <a:cubicBezTo>
                    <a:pt x="54573" y="-3572"/>
                    <a:pt x="40574" y="1761"/>
                    <a:pt x="29158" y="17760"/>
                  </a:cubicBezTo>
                  <a:cubicBezTo>
                    <a:pt x="24742" y="23926"/>
                    <a:pt x="21493" y="31175"/>
                    <a:pt x="21659" y="38925"/>
                  </a:cubicBezTo>
                  <a:cubicBezTo>
                    <a:pt x="21742" y="42424"/>
                    <a:pt x="22410" y="45424"/>
                    <a:pt x="23742" y="48674"/>
                  </a:cubicBezTo>
                  <a:cubicBezTo>
                    <a:pt x="24660" y="50673"/>
                    <a:pt x="25743" y="52507"/>
                    <a:pt x="26908" y="54340"/>
                  </a:cubicBezTo>
                  <a:cubicBezTo>
                    <a:pt x="26409" y="54173"/>
                    <a:pt x="25743" y="54590"/>
                    <a:pt x="24909" y="55757"/>
                  </a:cubicBezTo>
                  <a:cubicBezTo>
                    <a:pt x="17826" y="62589"/>
                    <a:pt x="8410" y="65672"/>
                    <a:pt x="3411" y="74921"/>
                  </a:cubicBezTo>
                  <a:cubicBezTo>
                    <a:pt x="-256" y="81671"/>
                    <a:pt x="-755" y="89420"/>
                    <a:pt x="911" y="96836"/>
                  </a:cubicBezTo>
                  <a:cubicBezTo>
                    <a:pt x="5244" y="116668"/>
                    <a:pt x="20742" y="117584"/>
                    <a:pt x="36324" y="109501"/>
                  </a:cubicBezTo>
                  <a:cubicBezTo>
                    <a:pt x="39908" y="107668"/>
                    <a:pt x="37408" y="101669"/>
                    <a:pt x="33575" y="102919"/>
                  </a:cubicBezTo>
                  <a:cubicBezTo>
                    <a:pt x="18492" y="107918"/>
                    <a:pt x="5911" y="96919"/>
                    <a:pt x="10078" y="82254"/>
                  </a:cubicBezTo>
                  <a:cubicBezTo>
                    <a:pt x="12077" y="75421"/>
                    <a:pt x="20826" y="67505"/>
                    <a:pt x="26825" y="64006"/>
                  </a:cubicBezTo>
                  <a:cubicBezTo>
                    <a:pt x="31659" y="61172"/>
                    <a:pt x="37158" y="61339"/>
                    <a:pt x="37408" y="55006"/>
                  </a:cubicBezTo>
                  <a:cubicBezTo>
                    <a:pt x="37491" y="53256"/>
                    <a:pt x="36075" y="52590"/>
                    <a:pt x="35741" y="51173"/>
                  </a:cubicBezTo>
                  <a:cubicBezTo>
                    <a:pt x="33408" y="42758"/>
                    <a:pt x="28742" y="38258"/>
                    <a:pt x="32075" y="28509"/>
                  </a:cubicBezTo>
                  <a:cubicBezTo>
                    <a:pt x="38075" y="10927"/>
                    <a:pt x="54156" y="1511"/>
                    <a:pt x="71905" y="6344"/>
                  </a:cubicBezTo>
                  <a:cubicBezTo>
                    <a:pt x="74488" y="7011"/>
                    <a:pt x="75571" y="3178"/>
                    <a:pt x="72988" y="2344"/>
                  </a:cubicBezTo>
                  <a:lnTo>
                    <a:pt x="72988" y="2344"/>
                  </a:lnTo>
                  <a:close/>
                </a:path>
              </a:pathLst>
            </a:custGeom>
            <a:grpFill/>
            <a:ln w="8332" cap="flat">
              <a:noFill/>
              <a:prstDash val="solid"/>
              <a:miter/>
            </a:ln>
          </p:spPr>
          <p:txBody>
            <a:bodyPr rtlCol="0" anchor="ctr"/>
            <a:lstStyle/>
            <a:p>
              <a:endParaRPr lang="en-US"/>
            </a:p>
          </p:txBody>
        </p:sp>
        <p:sp>
          <p:nvSpPr>
            <p:cNvPr id="2487" name="Freeform: Shape 2486"/>
            <p:cNvSpPr/>
            <p:nvPr/>
          </p:nvSpPr>
          <p:spPr>
            <a:xfrm>
              <a:off x="11244729" y="6418214"/>
              <a:ext cx="29964" cy="39012"/>
            </a:xfrm>
            <a:custGeom>
              <a:avLst/>
              <a:gdLst>
                <a:gd name="connsiteX0" fmla="*/ 25860 w 29964"/>
                <a:gd name="connsiteY0" fmla="*/ 28132 h 39012"/>
                <a:gd name="connsiteX1" fmla="*/ 9945 w 29964"/>
                <a:gd name="connsiteY1" fmla="*/ 26549 h 39012"/>
                <a:gd name="connsiteX2" fmla="*/ 11945 w 29964"/>
                <a:gd name="connsiteY2" fmla="*/ 13800 h 39012"/>
                <a:gd name="connsiteX3" fmla="*/ 19194 w 29964"/>
                <a:gd name="connsiteY3" fmla="*/ 2801 h 39012"/>
                <a:gd name="connsiteX4" fmla="*/ 16278 w 29964"/>
                <a:gd name="connsiteY4" fmla="*/ 551 h 39012"/>
                <a:gd name="connsiteX5" fmla="*/ 1529 w 29964"/>
                <a:gd name="connsiteY5" fmla="*/ 32298 h 39012"/>
                <a:gd name="connsiteX6" fmla="*/ 27943 w 29964"/>
                <a:gd name="connsiteY6" fmla="*/ 35715 h 39012"/>
                <a:gd name="connsiteX7" fmla="*/ 25860 w 29964"/>
                <a:gd name="connsiteY7" fmla="*/ 28132 h 39012"/>
                <a:gd name="connsiteX8" fmla="*/ 25860 w 29964"/>
                <a:gd name="connsiteY8" fmla="*/ 28132 h 39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964" h="39012">
                  <a:moveTo>
                    <a:pt x="25860" y="28132"/>
                  </a:moveTo>
                  <a:cubicBezTo>
                    <a:pt x="21943" y="28382"/>
                    <a:pt x="12861" y="29798"/>
                    <a:pt x="9945" y="26549"/>
                  </a:cubicBezTo>
                  <a:cubicBezTo>
                    <a:pt x="7278" y="23549"/>
                    <a:pt x="10444" y="16800"/>
                    <a:pt x="11945" y="13800"/>
                  </a:cubicBezTo>
                  <a:cubicBezTo>
                    <a:pt x="13861" y="9800"/>
                    <a:pt x="16611" y="6384"/>
                    <a:pt x="19194" y="2801"/>
                  </a:cubicBezTo>
                  <a:cubicBezTo>
                    <a:pt x="20361" y="1134"/>
                    <a:pt x="17610" y="-1032"/>
                    <a:pt x="16278" y="551"/>
                  </a:cubicBezTo>
                  <a:cubicBezTo>
                    <a:pt x="10194" y="7967"/>
                    <a:pt x="-4804" y="21549"/>
                    <a:pt x="1529" y="32298"/>
                  </a:cubicBezTo>
                  <a:cubicBezTo>
                    <a:pt x="7111" y="41881"/>
                    <a:pt x="19610" y="39464"/>
                    <a:pt x="27943" y="35715"/>
                  </a:cubicBezTo>
                  <a:cubicBezTo>
                    <a:pt x="31693" y="34048"/>
                    <a:pt x="29777" y="27882"/>
                    <a:pt x="25860" y="28132"/>
                  </a:cubicBezTo>
                  <a:lnTo>
                    <a:pt x="25860" y="28132"/>
                  </a:lnTo>
                  <a:close/>
                </a:path>
              </a:pathLst>
            </a:custGeom>
            <a:grpFill/>
            <a:ln w="8332" cap="flat">
              <a:noFill/>
              <a:prstDash val="solid"/>
              <a:miter/>
            </a:ln>
          </p:spPr>
          <p:txBody>
            <a:bodyPr rtlCol="0" anchor="ctr"/>
            <a:lstStyle/>
            <a:p>
              <a:endParaRPr lang="en-US"/>
            </a:p>
          </p:txBody>
        </p:sp>
        <p:sp>
          <p:nvSpPr>
            <p:cNvPr id="2488" name="Freeform: Shape 2487"/>
            <p:cNvSpPr/>
            <p:nvPr/>
          </p:nvSpPr>
          <p:spPr>
            <a:xfrm>
              <a:off x="11277600" y="6381901"/>
              <a:ext cx="23834" cy="35287"/>
            </a:xfrm>
            <a:custGeom>
              <a:avLst/>
              <a:gdLst>
                <a:gd name="connsiteX0" fmla="*/ 20986 w 23834"/>
                <a:gd name="connsiteY0" fmla="*/ 27365 h 35287"/>
                <a:gd name="connsiteX1" fmla="*/ 9405 w 23834"/>
                <a:gd name="connsiteY1" fmla="*/ 21032 h 35287"/>
                <a:gd name="connsiteX2" fmla="*/ 13070 w 23834"/>
                <a:gd name="connsiteY2" fmla="*/ 3784 h 35287"/>
                <a:gd name="connsiteX3" fmla="*/ 7571 w 23834"/>
                <a:gd name="connsiteY3" fmla="*/ 1451 h 35287"/>
                <a:gd name="connsiteX4" fmla="*/ 989 w 23834"/>
                <a:gd name="connsiteY4" fmla="*/ 26532 h 35287"/>
                <a:gd name="connsiteX5" fmla="*/ 19820 w 23834"/>
                <a:gd name="connsiteY5" fmla="*/ 35281 h 35287"/>
                <a:gd name="connsiteX6" fmla="*/ 20986 w 23834"/>
                <a:gd name="connsiteY6" fmla="*/ 27365 h 35287"/>
                <a:gd name="connsiteX7" fmla="*/ 20986 w 23834"/>
                <a:gd name="connsiteY7" fmla="*/ 27365 h 35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34" h="35287">
                  <a:moveTo>
                    <a:pt x="20986" y="27365"/>
                  </a:moveTo>
                  <a:cubicBezTo>
                    <a:pt x="16986" y="25865"/>
                    <a:pt x="11071" y="25532"/>
                    <a:pt x="9405" y="21032"/>
                  </a:cubicBezTo>
                  <a:cubicBezTo>
                    <a:pt x="7405" y="15700"/>
                    <a:pt x="11404" y="8784"/>
                    <a:pt x="13070" y="3784"/>
                  </a:cubicBezTo>
                  <a:cubicBezTo>
                    <a:pt x="14154" y="534"/>
                    <a:pt x="9154" y="-1549"/>
                    <a:pt x="7571" y="1451"/>
                  </a:cubicBezTo>
                  <a:cubicBezTo>
                    <a:pt x="3488" y="9117"/>
                    <a:pt x="-2345" y="17533"/>
                    <a:pt x="989" y="26532"/>
                  </a:cubicBezTo>
                  <a:cubicBezTo>
                    <a:pt x="3988" y="34698"/>
                    <a:pt x="12404" y="35364"/>
                    <a:pt x="19820" y="35281"/>
                  </a:cubicBezTo>
                  <a:cubicBezTo>
                    <a:pt x="24736" y="35364"/>
                    <a:pt x="25152" y="28865"/>
                    <a:pt x="20986" y="27365"/>
                  </a:cubicBezTo>
                  <a:lnTo>
                    <a:pt x="20986" y="27365"/>
                  </a:lnTo>
                  <a:close/>
                </a:path>
              </a:pathLst>
            </a:custGeom>
            <a:grpFill/>
            <a:ln w="8332" cap="flat">
              <a:noFill/>
              <a:prstDash val="solid"/>
              <a:miter/>
            </a:ln>
          </p:spPr>
          <p:txBody>
            <a:bodyPr rtlCol="0" anchor="ctr"/>
            <a:lstStyle/>
            <a:p>
              <a:endParaRPr lang="en-US"/>
            </a:p>
          </p:txBody>
        </p:sp>
        <p:sp>
          <p:nvSpPr>
            <p:cNvPr id="2489" name="Freeform: Shape 2488"/>
            <p:cNvSpPr/>
            <p:nvPr/>
          </p:nvSpPr>
          <p:spPr>
            <a:xfrm>
              <a:off x="8604456" y="4727478"/>
              <a:ext cx="582663" cy="567958"/>
            </a:xfrm>
            <a:custGeom>
              <a:avLst/>
              <a:gdLst>
                <a:gd name="connsiteX0" fmla="*/ 462332 w 582663"/>
                <a:gd name="connsiteY0" fmla="*/ 39019 h 567958"/>
                <a:gd name="connsiteX1" fmla="*/ 462332 w 582663"/>
                <a:gd name="connsiteY1" fmla="*/ 38519 h 567958"/>
                <a:gd name="connsiteX2" fmla="*/ 429335 w 582663"/>
                <a:gd name="connsiteY2" fmla="*/ 2772 h 567958"/>
                <a:gd name="connsiteX3" fmla="*/ 388172 w 582663"/>
                <a:gd name="connsiteY3" fmla="*/ 6605 h 567958"/>
                <a:gd name="connsiteX4" fmla="*/ 370757 w 582663"/>
                <a:gd name="connsiteY4" fmla="*/ 47852 h 567958"/>
                <a:gd name="connsiteX5" fmla="*/ 378839 w 582663"/>
                <a:gd name="connsiteY5" fmla="*/ 71099 h 567958"/>
                <a:gd name="connsiteX6" fmla="*/ 390588 w 582663"/>
                <a:gd name="connsiteY6" fmla="*/ 82015 h 567958"/>
                <a:gd name="connsiteX7" fmla="*/ 387589 w 582663"/>
                <a:gd name="connsiteY7" fmla="*/ 121845 h 567958"/>
                <a:gd name="connsiteX8" fmla="*/ 359842 w 582663"/>
                <a:gd name="connsiteY8" fmla="*/ 153758 h 567958"/>
                <a:gd name="connsiteX9" fmla="*/ 359341 w 582663"/>
                <a:gd name="connsiteY9" fmla="*/ 193505 h 567958"/>
                <a:gd name="connsiteX10" fmla="*/ 316345 w 582663"/>
                <a:gd name="connsiteY10" fmla="*/ 216753 h 567958"/>
                <a:gd name="connsiteX11" fmla="*/ 260434 w 582663"/>
                <a:gd name="connsiteY11" fmla="*/ 205004 h 567958"/>
                <a:gd name="connsiteX12" fmla="*/ 223520 w 582663"/>
                <a:gd name="connsiteY12" fmla="*/ 230085 h 567958"/>
                <a:gd name="connsiteX13" fmla="*/ 190773 w 582663"/>
                <a:gd name="connsiteY13" fmla="*/ 221002 h 567958"/>
                <a:gd name="connsiteX14" fmla="*/ 190690 w 582663"/>
                <a:gd name="connsiteY14" fmla="*/ 204754 h 567958"/>
                <a:gd name="connsiteX15" fmla="*/ 184190 w 582663"/>
                <a:gd name="connsiteY15" fmla="*/ 179506 h 567958"/>
                <a:gd name="connsiteX16" fmla="*/ 152776 w 582663"/>
                <a:gd name="connsiteY16" fmla="*/ 136010 h 567958"/>
                <a:gd name="connsiteX17" fmla="*/ 138528 w 582663"/>
                <a:gd name="connsiteY17" fmla="*/ 127928 h 567958"/>
                <a:gd name="connsiteX18" fmla="*/ 119779 w 582663"/>
                <a:gd name="connsiteY18" fmla="*/ 89931 h 567958"/>
                <a:gd name="connsiteX19" fmla="*/ 68784 w 582663"/>
                <a:gd name="connsiteY19" fmla="*/ 85098 h 567958"/>
                <a:gd name="connsiteX20" fmla="*/ 18206 w 582663"/>
                <a:gd name="connsiteY20" fmla="*/ 179673 h 567958"/>
                <a:gd name="connsiteX21" fmla="*/ 541 w 582663"/>
                <a:gd name="connsiteY21" fmla="*/ 229252 h 567958"/>
                <a:gd name="connsiteX22" fmla="*/ 38620 w 582663"/>
                <a:gd name="connsiteY22" fmla="*/ 314327 h 567958"/>
                <a:gd name="connsiteX23" fmla="*/ 21621 w 582663"/>
                <a:gd name="connsiteY23" fmla="*/ 370072 h 567958"/>
                <a:gd name="connsiteX24" fmla="*/ 102531 w 582663"/>
                <a:gd name="connsiteY24" fmla="*/ 478979 h 567958"/>
                <a:gd name="connsiteX25" fmla="*/ 158109 w 582663"/>
                <a:gd name="connsiteY25" fmla="*/ 500311 h 567958"/>
                <a:gd name="connsiteX26" fmla="*/ 185941 w 582663"/>
                <a:gd name="connsiteY26" fmla="*/ 493645 h 567958"/>
                <a:gd name="connsiteX27" fmla="*/ 185607 w 582663"/>
                <a:gd name="connsiteY27" fmla="*/ 498644 h 567958"/>
                <a:gd name="connsiteX28" fmla="*/ 249018 w 582663"/>
                <a:gd name="connsiteY28" fmla="*/ 565221 h 567958"/>
                <a:gd name="connsiteX29" fmla="*/ 351842 w 582663"/>
                <a:gd name="connsiteY29" fmla="*/ 544473 h 567958"/>
                <a:gd name="connsiteX30" fmla="*/ 396005 w 582663"/>
                <a:gd name="connsiteY30" fmla="*/ 501060 h 567958"/>
                <a:gd name="connsiteX31" fmla="*/ 399587 w 582663"/>
                <a:gd name="connsiteY31" fmla="*/ 501477 h 567958"/>
                <a:gd name="connsiteX32" fmla="*/ 414837 w 582663"/>
                <a:gd name="connsiteY32" fmla="*/ 496228 h 567958"/>
                <a:gd name="connsiteX33" fmla="*/ 434251 w 582663"/>
                <a:gd name="connsiteY33" fmla="*/ 487645 h 567958"/>
                <a:gd name="connsiteX34" fmla="*/ 463749 w 582663"/>
                <a:gd name="connsiteY34" fmla="*/ 470230 h 567958"/>
                <a:gd name="connsiteX35" fmla="*/ 511578 w 582663"/>
                <a:gd name="connsiteY35" fmla="*/ 422401 h 567958"/>
                <a:gd name="connsiteX36" fmla="*/ 535909 w 582663"/>
                <a:gd name="connsiteY36" fmla="*/ 331992 h 567958"/>
                <a:gd name="connsiteX37" fmla="*/ 566157 w 582663"/>
                <a:gd name="connsiteY37" fmla="*/ 300996 h 567958"/>
                <a:gd name="connsiteX38" fmla="*/ 582655 w 582663"/>
                <a:gd name="connsiteY38" fmla="*/ 245584 h 567958"/>
                <a:gd name="connsiteX39" fmla="*/ 526577 w 582663"/>
                <a:gd name="connsiteY39" fmla="*/ 146259 h 567958"/>
                <a:gd name="connsiteX40" fmla="*/ 520910 w 582663"/>
                <a:gd name="connsiteY40" fmla="*/ 82182 h 567958"/>
                <a:gd name="connsiteX41" fmla="*/ 468581 w 582663"/>
                <a:gd name="connsiteY41" fmla="*/ 39519 h 567958"/>
                <a:gd name="connsiteX42" fmla="*/ 462332 w 582663"/>
                <a:gd name="connsiteY42" fmla="*/ 39019 h 567958"/>
                <a:gd name="connsiteX43" fmla="*/ 462332 w 582663"/>
                <a:gd name="connsiteY43" fmla="*/ 39019 h 567958"/>
                <a:gd name="connsiteX44" fmla="*/ 124279 w 582663"/>
                <a:gd name="connsiteY44" fmla="*/ 124428 h 567958"/>
                <a:gd name="connsiteX45" fmla="*/ 61118 w 582663"/>
                <a:gd name="connsiteY45" fmla="*/ 140676 h 567958"/>
                <a:gd name="connsiteX46" fmla="*/ 23122 w 582663"/>
                <a:gd name="connsiteY46" fmla="*/ 172424 h 567958"/>
                <a:gd name="connsiteX47" fmla="*/ 66035 w 582663"/>
                <a:gd name="connsiteY47" fmla="*/ 101930 h 567958"/>
                <a:gd name="connsiteX48" fmla="*/ 106947 w 582663"/>
                <a:gd name="connsiteY48" fmla="*/ 97764 h 567958"/>
                <a:gd name="connsiteX49" fmla="*/ 124279 w 582663"/>
                <a:gd name="connsiteY49" fmla="*/ 124428 h 567958"/>
                <a:gd name="connsiteX50" fmla="*/ 124279 w 582663"/>
                <a:gd name="connsiteY50" fmla="*/ 124428 h 567958"/>
                <a:gd name="connsiteX51" fmla="*/ 174525 w 582663"/>
                <a:gd name="connsiteY51" fmla="*/ 222502 h 567958"/>
                <a:gd name="connsiteX52" fmla="*/ 97615 w 582663"/>
                <a:gd name="connsiteY52" fmla="*/ 256332 h 567958"/>
                <a:gd name="connsiteX53" fmla="*/ 44369 w 582663"/>
                <a:gd name="connsiteY53" fmla="*/ 304995 h 567958"/>
                <a:gd name="connsiteX54" fmla="*/ 20622 w 582663"/>
                <a:gd name="connsiteY54" fmla="*/ 269331 h 567958"/>
                <a:gd name="connsiteX55" fmla="*/ 17039 w 582663"/>
                <a:gd name="connsiteY55" fmla="*/ 221169 h 567958"/>
                <a:gd name="connsiteX56" fmla="*/ 72201 w 582663"/>
                <a:gd name="connsiteY56" fmla="*/ 149342 h 567958"/>
                <a:gd name="connsiteX57" fmla="*/ 115280 w 582663"/>
                <a:gd name="connsiteY57" fmla="*/ 135260 h 567958"/>
                <a:gd name="connsiteX58" fmla="*/ 126112 w 582663"/>
                <a:gd name="connsiteY58" fmla="*/ 135593 h 567958"/>
                <a:gd name="connsiteX59" fmla="*/ 130779 w 582663"/>
                <a:gd name="connsiteY59" fmla="*/ 136677 h 567958"/>
                <a:gd name="connsiteX60" fmla="*/ 154277 w 582663"/>
                <a:gd name="connsiteY60" fmla="*/ 155175 h 567958"/>
                <a:gd name="connsiteX61" fmla="*/ 173941 w 582663"/>
                <a:gd name="connsiteY61" fmla="*/ 199754 h 567958"/>
                <a:gd name="connsiteX62" fmla="*/ 174525 w 582663"/>
                <a:gd name="connsiteY62" fmla="*/ 222502 h 567958"/>
                <a:gd name="connsiteX63" fmla="*/ 174525 w 582663"/>
                <a:gd name="connsiteY63" fmla="*/ 222502 h 567958"/>
                <a:gd name="connsiteX64" fmla="*/ 222187 w 582663"/>
                <a:gd name="connsiteY64" fmla="*/ 248917 h 567958"/>
                <a:gd name="connsiteX65" fmla="*/ 227686 w 582663"/>
                <a:gd name="connsiteY65" fmla="*/ 280997 h 567958"/>
                <a:gd name="connsiteX66" fmla="*/ 231603 w 582663"/>
                <a:gd name="connsiteY66" fmla="*/ 346408 h 567958"/>
                <a:gd name="connsiteX67" fmla="*/ 230687 w 582663"/>
                <a:gd name="connsiteY67" fmla="*/ 360907 h 567958"/>
                <a:gd name="connsiteX68" fmla="*/ 226770 w 582663"/>
                <a:gd name="connsiteY68" fmla="*/ 377072 h 567958"/>
                <a:gd name="connsiteX69" fmla="*/ 187607 w 582663"/>
                <a:gd name="connsiteY69" fmla="*/ 480146 h 567958"/>
                <a:gd name="connsiteX70" fmla="*/ 142360 w 582663"/>
                <a:gd name="connsiteY70" fmla="*/ 484145 h 567958"/>
                <a:gd name="connsiteX71" fmla="*/ 96948 w 582663"/>
                <a:gd name="connsiteY71" fmla="*/ 457481 h 567958"/>
                <a:gd name="connsiteX72" fmla="*/ 36454 w 582663"/>
                <a:gd name="connsiteY72" fmla="*/ 362407 h 567958"/>
                <a:gd name="connsiteX73" fmla="*/ 108447 w 582663"/>
                <a:gd name="connsiteY73" fmla="*/ 266915 h 567958"/>
                <a:gd name="connsiteX74" fmla="*/ 178525 w 582663"/>
                <a:gd name="connsiteY74" fmla="*/ 237418 h 567958"/>
                <a:gd name="connsiteX75" fmla="*/ 185607 w 582663"/>
                <a:gd name="connsiteY75" fmla="*/ 236835 h 567958"/>
                <a:gd name="connsiteX76" fmla="*/ 221937 w 582663"/>
                <a:gd name="connsiteY76" fmla="*/ 249000 h 567958"/>
                <a:gd name="connsiteX77" fmla="*/ 222187 w 582663"/>
                <a:gd name="connsiteY77" fmla="*/ 248917 h 567958"/>
                <a:gd name="connsiteX78" fmla="*/ 222187 w 582663"/>
                <a:gd name="connsiteY78" fmla="*/ 248917 h 567958"/>
                <a:gd name="connsiteX79" fmla="*/ 381173 w 582663"/>
                <a:gd name="connsiteY79" fmla="*/ 285580 h 567958"/>
                <a:gd name="connsiteX80" fmla="*/ 419003 w 582663"/>
                <a:gd name="connsiteY80" fmla="*/ 385987 h 567958"/>
                <a:gd name="connsiteX81" fmla="*/ 294597 w 582663"/>
                <a:gd name="connsiteY81" fmla="*/ 551806 h 567958"/>
                <a:gd name="connsiteX82" fmla="*/ 206022 w 582663"/>
                <a:gd name="connsiteY82" fmla="*/ 512059 h 567958"/>
                <a:gd name="connsiteX83" fmla="*/ 215688 w 582663"/>
                <a:gd name="connsiteY83" fmla="*/ 455481 h 567958"/>
                <a:gd name="connsiteX84" fmla="*/ 234436 w 582663"/>
                <a:gd name="connsiteY84" fmla="*/ 410152 h 567958"/>
                <a:gd name="connsiteX85" fmla="*/ 253351 w 582663"/>
                <a:gd name="connsiteY85" fmla="*/ 317244 h 567958"/>
                <a:gd name="connsiteX86" fmla="*/ 246685 w 582663"/>
                <a:gd name="connsiteY86" fmla="*/ 272248 h 567958"/>
                <a:gd name="connsiteX87" fmla="*/ 236936 w 582663"/>
                <a:gd name="connsiteY87" fmla="*/ 253000 h 567958"/>
                <a:gd name="connsiteX88" fmla="*/ 236686 w 582663"/>
                <a:gd name="connsiteY88" fmla="*/ 248167 h 567958"/>
                <a:gd name="connsiteX89" fmla="*/ 295097 w 582663"/>
                <a:gd name="connsiteY89" fmla="*/ 223752 h 567958"/>
                <a:gd name="connsiteX90" fmla="*/ 340259 w 582663"/>
                <a:gd name="connsiteY90" fmla="*/ 249000 h 567958"/>
                <a:gd name="connsiteX91" fmla="*/ 381173 w 582663"/>
                <a:gd name="connsiteY91" fmla="*/ 285580 h 567958"/>
                <a:gd name="connsiteX92" fmla="*/ 381173 w 582663"/>
                <a:gd name="connsiteY92" fmla="*/ 285580 h 567958"/>
                <a:gd name="connsiteX93" fmla="*/ 375424 w 582663"/>
                <a:gd name="connsiteY93" fmla="*/ 205421 h 567958"/>
                <a:gd name="connsiteX94" fmla="*/ 441001 w 582663"/>
                <a:gd name="connsiteY94" fmla="*/ 218836 h 567958"/>
                <a:gd name="connsiteX95" fmla="*/ 522660 w 582663"/>
                <a:gd name="connsiteY95" fmla="*/ 321493 h 567958"/>
                <a:gd name="connsiteX96" fmla="*/ 480664 w 582663"/>
                <a:gd name="connsiteY96" fmla="*/ 436566 h 567958"/>
                <a:gd name="connsiteX97" fmla="*/ 431168 w 582663"/>
                <a:gd name="connsiteY97" fmla="*/ 474480 h 567958"/>
                <a:gd name="connsiteX98" fmla="*/ 403421 w 582663"/>
                <a:gd name="connsiteY98" fmla="*/ 488728 h 567958"/>
                <a:gd name="connsiteX99" fmla="*/ 419335 w 582663"/>
                <a:gd name="connsiteY99" fmla="*/ 452398 h 567958"/>
                <a:gd name="connsiteX100" fmla="*/ 421502 w 582663"/>
                <a:gd name="connsiteY100" fmla="*/ 340992 h 567958"/>
                <a:gd name="connsiteX101" fmla="*/ 356924 w 582663"/>
                <a:gd name="connsiteY101" fmla="*/ 243334 h 567958"/>
                <a:gd name="connsiteX102" fmla="*/ 331344 w 582663"/>
                <a:gd name="connsiteY102" fmla="*/ 225085 h 567958"/>
                <a:gd name="connsiteX103" fmla="*/ 375424 w 582663"/>
                <a:gd name="connsiteY103" fmla="*/ 205421 h 567958"/>
                <a:gd name="connsiteX104" fmla="*/ 375424 w 582663"/>
                <a:gd name="connsiteY104" fmla="*/ 205421 h 567958"/>
                <a:gd name="connsiteX105" fmla="*/ 426169 w 582663"/>
                <a:gd name="connsiteY105" fmla="*/ 121762 h 567958"/>
                <a:gd name="connsiteX106" fmla="*/ 514577 w 582663"/>
                <a:gd name="connsiteY106" fmla="*/ 155175 h 567958"/>
                <a:gd name="connsiteX107" fmla="*/ 568405 w 582663"/>
                <a:gd name="connsiteY107" fmla="*/ 245167 h 567958"/>
                <a:gd name="connsiteX108" fmla="*/ 557157 w 582663"/>
                <a:gd name="connsiteY108" fmla="*/ 288830 h 567958"/>
                <a:gd name="connsiteX109" fmla="*/ 533326 w 582663"/>
                <a:gd name="connsiteY109" fmla="*/ 318410 h 567958"/>
                <a:gd name="connsiteX110" fmla="*/ 527826 w 582663"/>
                <a:gd name="connsiteY110" fmla="*/ 301579 h 567958"/>
                <a:gd name="connsiteX111" fmla="*/ 432418 w 582663"/>
                <a:gd name="connsiteY111" fmla="*/ 200254 h 567958"/>
                <a:gd name="connsiteX112" fmla="*/ 367757 w 582663"/>
                <a:gd name="connsiteY112" fmla="*/ 191505 h 567958"/>
                <a:gd name="connsiteX113" fmla="*/ 381256 w 582663"/>
                <a:gd name="connsiteY113" fmla="*/ 144260 h 567958"/>
                <a:gd name="connsiteX114" fmla="*/ 426169 w 582663"/>
                <a:gd name="connsiteY114" fmla="*/ 121762 h 567958"/>
                <a:gd name="connsiteX115" fmla="*/ 426169 w 582663"/>
                <a:gd name="connsiteY115" fmla="*/ 121762 h 567958"/>
                <a:gd name="connsiteX116" fmla="*/ 479913 w 582663"/>
                <a:gd name="connsiteY116" fmla="*/ 58184 h 567958"/>
                <a:gd name="connsiteX117" fmla="*/ 514661 w 582663"/>
                <a:gd name="connsiteY117" fmla="*/ 137260 h 567958"/>
                <a:gd name="connsiteX118" fmla="*/ 402004 w 582663"/>
                <a:gd name="connsiteY118" fmla="*/ 114262 h 567958"/>
                <a:gd name="connsiteX119" fmla="*/ 394338 w 582663"/>
                <a:gd name="connsiteY119" fmla="*/ 117928 h 567958"/>
                <a:gd name="connsiteX120" fmla="*/ 479913 w 582663"/>
                <a:gd name="connsiteY120" fmla="*/ 58184 h 567958"/>
                <a:gd name="connsiteX121" fmla="*/ 479913 w 582663"/>
                <a:gd name="connsiteY121" fmla="*/ 58184 h 567958"/>
                <a:gd name="connsiteX122" fmla="*/ 449583 w 582663"/>
                <a:gd name="connsiteY122" fmla="*/ 39519 h 567958"/>
                <a:gd name="connsiteX123" fmla="*/ 399505 w 582663"/>
                <a:gd name="connsiteY123" fmla="*/ 68100 h 567958"/>
                <a:gd name="connsiteX124" fmla="*/ 393671 w 582663"/>
                <a:gd name="connsiteY124" fmla="*/ 76516 h 567958"/>
                <a:gd name="connsiteX125" fmla="*/ 398338 w 582663"/>
                <a:gd name="connsiteY125" fmla="*/ 18771 h 567958"/>
                <a:gd name="connsiteX126" fmla="*/ 424086 w 582663"/>
                <a:gd name="connsiteY126" fmla="*/ 17021 h 567958"/>
                <a:gd name="connsiteX127" fmla="*/ 449583 w 582663"/>
                <a:gd name="connsiteY127" fmla="*/ 39519 h 567958"/>
                <a:gd name="connsiteX128" fmla="*/ 449583 w 582663"/>
                <a:gd name="connsiteY128" fmla="*/ 39519 h 56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582663" h="567958">
                  <a:moveTo>
                    <a:pt x="462332" y="39019"/>
                  </a:moveTo>
                  <a:cubicBezTo>
                    <a:pt x="462332" y="38852"/>
                    <a:pt x="462332" y="38685"/>
                    <a:pt x="462332" y="38519"/>
                  </a:cubicBezTo>
                  <a:cubicBezTo>
                    <a:pt x="460499" y="24687"/>
                    <a:pt x="441584" y="7772"/>
                    <a:pt x="429335" y="2772"/>
                  </a:cubicBezTo>
                  <a:cubicBezTo>
                    <a:pt x="417252" y="-2144"/>
                    <a:pt x="399088" y="-311"/>
                    <a:pt x="388172" y="6605"/>
                  </a:cubicBezTo>
                  <a:cubicBezTo>
                    <a:pt x="375007" y="14854"/>
                    <a:pt x="369507" y="33019"/>
                    <a:pt x="370757" y="47852"/>
                  </a:cubicBezTo>
                  <a:cubicBezTo>
                    <a:pt x="371423" y="56101"/>
                    <a:pt x="374590" y="64100"/>
                    <a:pt x="378839" y="71099"/>
                  </a:cubicBezTo>
                  <a:cubicBezTo>
                    <a:pt x="382673" y="77349"/>
                    <a:pt x="385839" y="79349"/>
                    <a:pt x="390588" y="82015"/>
                  </a:cubicBezTo>
                  <a:cubicBezTo>
                    <a:pt x="384089" y="94764"/>
                    <a:pt x="381089" y="109346"/>
                    <a:pt x="387589" y="121845"/>
                  </a:cubicBezTo>
                  <a:cubicBezTo>
                    <a:pt x="375340" y="129594"/>
                    <a:pt x="364507" y="140260"/>
                    <a:pt x="359842" y="153758"/>
                  </a:cubicBezTo>
                  <a:cubicBezTo>
                    <a:pt x="356008" y="164924"/>
                    <a:pt x="354509" y="181423"/>
                    <a:pt x="359341" y="193505"/>
                  </a:cubicBezTo>
                  <a:cubicBezTo>
                    <a:pt x="343426" y="197588"/>
                    <a:pt x="328511" y="205337"/>
                    <a:pt x="316345" y="216753"/>
                  </a:cubicBezTo>
                  <a:cubicBezTo>
                    <a:pt x="299596" y="208420"/>
                    <a:pt x="281515" y="203588"/>
                    <a:pt x="260434" y="205004"/>
                  </a:cubicBezTo>
                  <a:cubicBezTo>
                    <a:pt x="245102" y="206087"/>
                    <a:pt x="228270" y="214670"/>
                    <a:pt x="223520" y="230085"/>
                  </a:cubicBezTo>
                  <a:cubicBezTo>
                    <a:pt x="213938" y="223419"/>
                    <a:pt x="202688" y="220836"/>
                    <a:pt x="190773" y="221002"/>
                  </a:cubicBezTo>
                  <a:cubicBezTo>
                    <a:pt x="191023" y="215753"/>
                    <a:pt x="191523" y="210670"/>
                    <a:pt x="190690" y="204754"/>
                  </a:cubicBezTo>
                  <a:cubicBezTo>
                    <a:pt x="189523" y="195838"/>
                    <a:pt x="187690" y="187839"/>
                    <a:pt x="184190" y="179506"/>
                  </a:cubicBezTo>
                  <a:cubicBezTo>
                    <a:pt x="177108" y="162591"/>
                    <a:pt x="167109" y="147592"/>
                    <a:pt x="152776" y="136010"/>
                  </a:cubicBezTo>
                  <a:cubicBezTo>
                    <a:pt x="148277" y="132427"/>
                    <a:pt x="143527" y="129761"/>
                    <a:pt x="138528" y="127928"/>
                  </a:cubicBezTo>
                  <a:cubicBezTo>
                    <a:pt x="140945" y="114679"/>
                    <a:pt x="128029" y="97847"/>
                    <a:pt x="119779" y="89931"/>
                  </a:cubicBezTo>
                  <a:cubicBezTo>
                    <a:pt x="104281" y="75182"/>
                    <a:pt x="87949" y="79515"/>
                    <a:pt x="68784" y="85098"/>
                  </a:cubicBezTo>
                  <a:cubicBezTo>
                    <a:pt x="35537" y="94847"/>
                    <a:pt x="-2210" y="144842"/>
                    <a:pt x="18206" y="179673"/>
                  </a:cubicBezTo>
                  <a:cubicBezTo>
                    <a:pt x="8707" y="194005"/>
                    <a:pt x="2706" y="210587"/>
                    <a:pt x="541" y="229252"/>
                  </a:cubicBezTo>
                  <a:cubicBezTo>
                    <a:pt x="-2959" y="259749"/>
                    <a:pt x="10623" y="298079"/>
                    <a:pt x="38620" y="314327"/>
                  </a:cubicBezTo>
                  <a:cubicBezTo>
                    <a:pt x="28455" y="331159"/>
                    <a:pt x="22038" y="349824"/>
                    <a:pt x="21621" y="370072"/>
                  </a:cubicBezTo>
                  <a:cubicBezTo>
                    <a:pt x="20538" y="420235"/>
                    <a:pt x="64618" y="453482"/>
                    <a:pt x="102531" y="478979"/>
                  </a:cubicBezTo>
                  <a:cubicBezTo>
                    <a:pt x="118946" y="489978"/>
                    <a:pt x="137695" y="500811"/>
                    <a:pt x="158109" y="500311"/>
                  </a:cubicBezTo>
                  <a:cubicBezTo>
                    <a:pt x="167692" y="500060"/>
                    <a:pt x="177525" y="498394"/>
                    <a:pt x="185941" y="493645"/>
                  </a:cubicBezTo>
                  <a:cubicBezTo>
                    <a:pt x="185774" y="495311"/>
                    <a:pt x="185607" y="496977"/>
                    <a:pt x="185607" y="498644"/>
                  </a:cubicBezTo>
                  <a:cubicBezTo>
                    <a:pt x="184524" y="533141"/>
                    <a:pt x="218437" y="558722"/>
                    <a:pt x="249018" y="565221"/>
                  </a:cubicBezTo>
                  <a:cubicBezTo>
                    <a:pt x="284598" y="572888"/>
                    <a:pt x="321594" y="563972"/>
                    <a:pt x="351842" y="544473"/>
                  </a:cubicBezTo>
                  <a:cubicBezTo>
                    <a:pt x="369674" y="532974"/>
                    <a:pt x="384339" y="518059"/>
                    <a:pt x="396005" y="501060"/>
                  </a:cubicBezTo>
                  <a:cubicBezTo>
                    <a:pt x="396838" y="502061"/>
                    <a:pt x="398422" y="502394"/>
                    <a:pt x="399587" y="501477"/>
                  </a:cubicBezTo>
                  <a:cubicBezTo>
                    <a:pt x="402754" y="498811"/>
                    <a:pt x="410837" y="497811"/>
                    <a:pt x="414837" y="496228"/>
                  </a:cubicBezTo>
                  <a:cubicBezTo>
                    <a:pt x="421419" y="493645"/>
                    <a:pt x="427918" y="490811"/>
                    <a:pt x="434251" y="487645"/>
                  </a:cubicBezTo>
                  <a:cubicBezTo>
                    <a:pt x="444417" y="482562"/>
                    <a:pt x="454500" y="476729"/>
                    <a:pt x="463749" y="470230"/>
                  </a:cubicBezTo>
                  <a:cubicBezTo>
                    <a:pt x="481913" y="457481"/>
                    <a:pt x="499162" y="440816"/>
                    <a:pt x="511578" y="422401"/>
                  </a:cubicBezTo>
                  <a:cubicBezTo>
                    <a:pt x="529410" y="395903"/>
                    <a:pt x="539325" y="363490"/>
                    <a:pt x="535909" y="331992"/>
                  </a:cubicBezTo>
                  <a:cubicBezTo>
                    <a:pt x="549408" y="328493"/>
                    <a:pt x="559407" y="311661"/>
                    <a:pt x="566157" y="300996"/>
                  </a:cubicBezTo>
                  <a:cubicBezTo>
                    <a:pt x="577738" y="282747"/>
                    <a:pt x="582904" y="267415"/>
                    <a:pt x="582655" y="245584"/>
                  </a:cubicBezTo>
                  <a:cubicBezTo>
                    <a:pt x="582238" y="206087"/>
                    <a:pt x="556741" y="171090"/>
                    <a:pt x="526577" y="146259"/>
                  </a:cubicBezTo>
                  <a:cubicBezTo>
                    <a:pt x="537325" y="128844"/>
                    <a:pt x="528660" y="98930"/>
                    <a:pt x="520910" y="82182"/>
                  </a:cubicBezTo>
                  <a:cubicBezTo>
                    <a:pt x="511494" y="61767"/>
                    <a:pt x="491329" y="42935"/>
                    <a:pt x="468581" y="39519"/>
                  </a:cubicBezTo>
                  <a:cubicBezTo>
                    <a:pt x="466498" y="39352"/>
                    <a:pt x="464415" y="39102"/>
                    <a:pt x="462332" y="39019"/>
                  </a:cubicBezTo>
                  <a:lnTo>
                    <a:pt x="462332" y="39019"/>
                  </a:lnTo>
                  <a:close/>
                  <a:moveTo>
                    <a:pt x="124279" y="124428"/>
                  </a:moveTo>
                  <a:cubicBezTo>
                    <a:pt x="102781" y="122095"/>
                    <a:pt x="79283" y="130594"/>
                    <a:pt x="61118" y="140676"/>
                  </a:cubicBezTo>
                  <a:cubicBezTo>
                    <a:pt x="45786" y="149176"/>
                    <a:pt x="32954" y="159758"/>
                    <a:pt x="23122" y="172424"/>
                  </a:cubicBezTo>
                  <a:cubicBezTo>
                    <a:pt x="18955" y="145926"/>
                    <a:pt x="44120" y="111346"/>
                    <a:pt x="66035" y="101930"/>
                  </a:cubicBezTo>
                  <a:cubicBezTo>
                    <a:pt x="76950" y="97264"/>
                    <a:pt x="96365" y="91098"/>
                    <a:pt x="106947" y="97764"/>
                  </a:cubicBezTo>
                  <a:cubicBezTo>
                    <a:pt x="113196" y="101597"/>
                    <a:pt x="124612" y="115345"/>
                    <a:pt x="124279" y="124428"/>
                  </a:cubicBezTo>
                  <a:lnTo>
                    <a:pt x="124279" y="124428"/>
                  </a:lnTo>
                  <a:close/>
                  <a:moveTo>
                    <a:pt x="174525" y="222502"/>
                  </a:moveTo>
                  <a:cubicBezTo>
                    <a:pt x="146194" y="227835"/>
                    <a:pt x="116613" y="244584"/>
                    <a:pt x="97615" y="256332"/>
                  </a:cubicBezTo>
                  <a:cubicBezTo>
                    <a:pt x="77534" y="268831"/>
                    <a:pt x="58452" y="285414"/>
                    <a:pt x="44369" y="304995"/>
                  </a:cubicBezTo>
                  <a:cubicBezTo>
                    <a:pt x="34204" y="294996"/>
                    <a:pt x="26205" y="282330"/>
                    <a:pt x="20622" y="269331"/>
                  </a:cubicBezTo>
                  <a:cubicBezTo>
                    <a:pt x="13789" y="253583"/>
                    <a:pt x="14372" y="237751"/>
                    <a:pt x="17039" y="221169"/>
                  </a:cubicBezTo>
                  <a:cubicBezTo>
                    <a:pt x="22038" y="190339"/>
                    <a:pt x="45203" y="164091"/>
                    <a:pt x="72201" y="149342"/>
                  </a:cubicBezTo>
                  <a:cubicBezTo>
                    <a:pt x="86032" y="141759"/>
                    <a:pt x="99448" y="136677"/>
                    <a:pt x="115280" y="135260"/>
                  </a:cubicBezTo>
                  <a:cubicBezTo>
                    <a:pt x="119197" y="134927"/>
                    <a:pt x="122779" y="135093"/>
                    <a:pt x="126112" y="135593"/>
                  </a:cubicBezTo>
                  <a:cubicBezTo>
                    <a:pt x="127529" y="136427"/>
                    <a:pt x="129195" y="136844"/>
                    <a:pt x="130779" y="136677"/>
                  </a:cubicBezTo>
                  <a:cubicBezTo>
                    <a:pt x="140112" y="139593"/>
                    <a:pt x="147444" y="146176"/>
                    <a:pt x="154277" y="155175"/>
                  </a:cubicBezTo>
                  <a:cubicBezTo>
                    <a:pt x="163692" y="167757"/>
                    <a:pt x="171441" y="184256"/>
                    <a:pt x="173941" y="199754"/>
                  </a:cubicBezTo>
                  <a:cubicBezTo>
                    <a:pt x="175275" y="207670"/>
                    <a:pt x="174774" y="215003"/>
                    <a:pt x="174525" y="222502"/>
                  </a:cubicBezTo>
                  <a:lnTo>
                    <a:pt x="174525" y="222502"/>
                  </a:lnTo>
                  <a:close/>
                  <a:moveTo>
                    <a:pt x="222187" y="248917"/>
                  </a:moveTo>
                  <a:cubicBezTo>
                    <a:pt x="223271" y="259833"/>
                    <a:pt x="226270" y="271414"/>
                    <a:pt x="227686" y="280997"/>
                  </a:cubicBezTo>
                  <a:cubicBezTo>
                    <a:pt x="230936" y="303495"/>
                    <a:pt x="232269" y="323827"/>
                    <a:pt x="231603" y="346408"/>
                  </a:cubicBezTo>
                  <a:cubicBezTo>
                    <a:pt x="231436" y="351324"/>
                    <a:pt x="231103" y="356074"/>
                    <a:pt x="230687" y="360907"/>
                  </a:cubicBezTo>
                  <a:cubicBezTo>
                    <a:pt x="229437" y="366323"/>
                    <a:pt x="228103" y="371656"/>
                    <a:pt x="226770" y="377072"/>
                  </a:cubicBezTo>
                  <a:cubicBezTo>
                    <a:pt x="218188" y="412152"/>
                    <a:pt x="195023" y="444649"/>
                    <a:pt x="187607" y="480146"/>
                  </a:cubicBezTo>
                  <a:cubicBezTo>
                    <a:pt x="174525" y="487979"/>
                    <a:pt x="157026" y="488728"/>
                    <a:pt x="142360" y="484145"/>
                  </a:cubicBezTo>
                  <a:cubicBezTo>
                    <a:pt x="125612" y="478896"/>
                    <a:pt x="110697" y="468064"/>
                    <a:pt x="96948" y="457481"/>
                  </a:cubicBezTo>
                  <a:cubicBezTo>
                    <a:pt x="65201" y="432900"/>
                    <a:pt x="31454" y="406653"/>
                    <a:pt x="36454" y="362407"/>
                  </a:cubicBezTo>
                  <a:cubicBezTo>
                    <a:pt x="41120" y="321077"/>
                    <a:pt x="73950" y="287247"/>
                    <a:pt x="108447" y="266915"/>
                  </a:cubicBezTo>
                  <a:cubicBezTo>
                    <a:pt x="127529" y="255666"/>
                    <a:pt x="153610" y="240667"/>
                    <a:pt x="178525" y="237418"/>
                  </a:cubicBezTo>
                  <a:cubicBezTo>
                    <a:pt x="180691" y="238251"/>
                    <a:pt x="183357" y="238001"/>
                    <a:pt x="185607" y="236835"/>
                  </a:cubicBezTo>
                  <a:cubicBezTo>
                    <a:pt x="198689" y="236335"/>
                    <a:pt x="211188" y="239584"/>
                    <a:pt x="221937" y="249000"/>
                  </a:cubicBezTo>
                  <a:cubicBezTo>
                    <a:pt x="222020" y="248833"/>
                    <a:pt x="222104" y="248833"/>
                    <a:pt x="222187" y="248917"/>
                  </a:cubicBezTo>
                  <a:lnTo>
                    <a:pt x="222187" y="248917"/>
                  </a:lnTo>
                  <a:close/>
                  <a:moveTo>
                    <a:pt x="381173" y="285580"/>
                  </a:moveTo>
                  <a:cubicBezTo>
                    <a:pt x="402504" y="313244"/>
                    <a:pt x="417086" y="350991"/>
                    <a:pt x="419003" y="385987"/>
                  </a:cubicBezTo>
                  <a:cubicBezTo>
                    <a:pt x="423169" y="460231"/>
                    <a:pt x="374090" y="544224"/>
                    <a:pt x="294597" y="551806"/>
                  </a:cubicBezTo>
                  <a:cubicBezTo>
                    <a:pt x="260767" y="555056"/>
                    <a:pt x="220604" y="546890"/>
                    <a:pt x="206022" y="512059"/>
                  </a:cubicBezTo>
                  <a:cubicBezTo>
                    <a:pt x="198605" y="494311"/>
                    <a:pt x="208855" y="472063"/>
                    <a:pt x="215688" y="455481"/>
                  </a:cubicBezTo>
                  <a:cubicBezTo>
                    <a:pt x="221937" y="440316"/>
                    <a:pt x="229103" y="425734"/>
                    <a:pt x="234436" y="410152"/>
                  </a:cubicBezTo>
                  <a:cubicBezTo>
                    <a:pt x="244435" y="380821"/>
                    <a:pt x="253685" y="348325"/>
                    <a:pt x="253351" y="317244"/>
                  </a:cubicBezTo>
                  <a:cubicBezTo>
                    <a:pt x="253184" y="302245"/>
                    <a:pt x="251518" y="286580"/>
                    <a:pt x="246685" y="272248"/>
                  </a:cubicBezTo>
                  <a:cubicBezTo>
                    <a:pt x="244351" y="265248"/>
                    <a:pt x="241352" y="258833"/>
                    <a:pt x="236936" y="253000"/>
                  </a:cubicBezTo>
                  <a:cubicBezTo>
                    <a:pt x="236853" y="251417"/>
                    <a:pt x="236769" y="249833"/>
                    <a:pt x="236686" y="248167"/>
                  </a:cubicBezTo>
                  <a:cubicBezTo>
                    <a:pt x="235769" y="214170"/>
                    <a:pt x="271599" y="217670"/>
                    <a:pt x="295097" y="223752"/>
                  </a:cubicBezTo>
                  <a:cubicBezTo>
                    <a:pt x="312596" y="228335"/>
                    <a:pt x="326094" y="238334"/>
                    <a:pt x="340259" y="249000"/>
                  </a:cubicBezTo>
                  <a:cubicBezTo>
                    <a:pt x="355258" y="260332"/>
                    <a:pt x="369757" y="270665"/>
                    <a:pt x="381173" y="285580"/>
                  </a:cubicBezTo>
                  <a:lnTo>
                    <a:pt x="381173" y="285580"/>
                  </a:lnTo>
                  <a:close/>
                  <a:moveTo>
                    <a:pt x="375424" y="205421"/>
                  </a:moveTo>
                  <a:cubicBezTo>
                    <a:pt x="398921" y="202254"/>
                    <a:pt x="420419" y="207504"/>
                    <a:pt x="441001" y="218836"/>
                  </a:cubicBezTo>
                  <a:cubicBezTo>
                    <a:pt x="479581" y="240001"/>
                    <a:pt x="513494" y="277331"/>
                    <a:pt x="522660" y="321493"/>
                  </a:cubicBezTo>
                  <a:cubicBezTo>
                    <a:pt x="531076" y="361907"/>
                    <a:pt x="509244" y="408819"/>
                    <a:pt x="480664" y="436566"/>
                  </a:cubicBezTo>
                  <a:cubicBezTo>
                    <a:pt x="465665" y="451065"/>
                    <a:pt x="449334" y="464064"/>
                    <a:pt x="431168" y="474480"/>
                  </a:cubicBezTo>
                  <a:cubicBezTo>
                    <a:pt x="424002" y="478563"/>
                    <a:pt x="411837" y="482562"/>
                    <a:pt x="403421" y="488728"/>
                  </a:cubicBezTo>
                  <a:cubicBezTo>
                    <a:pt x="409921" y="477313"/>
                    <a:pt x="415253" y="465064"/>
                    <a:pt x="419335" y="452398"/>
                  </a:cubicBezTo>
                  <a:cubicBezTo>
                    <a:pt x="431418" y="414735"/>
                    <a:pt x="431834" y="378905"/>
                    <a:pt x="421502" y="340992"/>
                  </a:cubicBezTo>
                  <a:cubicBezTo>
                    <a:pt x="410754" y="301579"/>
                    <a:pt x="389338" y="268331"/>
                    <a:pt x="356924" y="243334"/>
                  </a:cubicBezTo>
                  <a:cubicBezTo>
                    <a:pt x="348426" y="236751"/>
                    <a:pt x="339927" y="230585"/>
                    <a:pt x="331344" y="225085"/>
                  </a:cubicBezTo>
                  <a:cubicBezTo>
                    <a:pt x="344759" y="215087"/>
                    <a:pt x="357008" y="207920"/>
                    <a:pt x="375424" y="205421"/>
                  </a:cubicBezTo>
                  <a:lnTo>
                    <a:pt x="375424" y="205421"/>
                  </a:lnTo>
                  <a:close/>
                  <a:moveTo>
                    <a:pt x="426169" y="121762"/>
                  </a:moveTo>
                  <a:cubicBezTo>
                    <a:pt x="455166" y="117345"/>
                    <a:pt x="492996" y="137010"/>
                    <a:pt x="514577" y="155175"/>
                  </a:cubicBezTo>
                  <a:cubicBezTo>
                    <a:pt x="541825" y="178256"/>
                    <a:pt x="567906" y="207920"/>
                    <a:pt x="568405" y="245167"/>
                  </a:cubicBezTo>
                  <a:cubicBezTo>
                    <a:pt x="568656" y="261582"/>
                    <a:pt x="565823" y="274748"/>
                    <a:pt x="557157" y="288830"/>
                  </a:cubicBezTo>
                  <a:cubicBezTo>
                    <a:pt x="550740" y="299245"/>
                    <a:pt x="543825" y="311328"/>
                    <a:pt x="533326" y="318410"/>
                  </a:cubicBezTo>
                  <a:cubicBezTo>
                    <a:pt x="531992" y="312744"/>
                    <a:pt x="530159" y="307078"/>
                    <a:pt x="527826" y="301579"/>
                  </a:cubicBezTo>
                  <a:cubicBezTo>
                    <a:pt x="508828" y="257083"/>
                    <a:pt x="476331" y="221502"/>
                    <a:pt x="432418" y="200254"/>
                  </a:cubicBezTo>
                  <a:cubicBezTo>
                    <a:pt x="412336" y="190505"/>
                    <a:pt x="389422" y="187755"/>
                    <a:pt x="367757" y="191505"/>
                  </a:cubicBezTo>
                  <a:cubicBezTo>
                    <a:pt x="364674" y="176173"/>
                    <a:pt x="372090" y="153842"/>
                    <a:pt x="381256" y="144260"/>
                  </a:cubicBezTo>
                  <a:cubicBezTo>
                    <a:pt x="392922" y="132094"/>
                    <a:pt x="409670" y="124261"/>
                    <a:pt x="426169" y="121762"/>
                  </a:cubicBezTo>
                  <a:lnTo>
                    <a:pt x="426169" y="121762"/>
                  </a:lnTo>
                  <a:close/>
                  <a:moveTo>
                    <a:pt x="479913" y="58184"/>
                  </a:moveTo>
                  <a:cubicBezTo>
                    <a:pt x="508911" y="75099"/>
                    <a:pt x="516827" y="106513"/>
                    <a:pt x="514661" y="137260"/>
                  </a:cubicBezTo>
                  <a:cubicBezTo>
                    <a:pt x="482497" y="114429"/>
                    <a:pt x="440085" y="98180"/>
                    <a:pt x="402004" y="114262"/>
                  </a:cubicBezTo>
                  <a:cubicBezTo>
                    <a:pt x="399421" y="115345"/>
                    <a:pt x="396838" y="116595"/>
                    <a:pt x="394338" y="117928"/>
                  </a:cubicBezTo>
                  <a:cubicBezTo>
                    <a:pt x="386672" y="77765"/>
                    <a:pt x="445251" y="37936"/>
                    <a:pt x="479913" y="58184"/>
                  </a:cubicBezTo>
                  <a:lnTo>
                    <a:pt x="479913" y="58184"/>
                  </a:lnTo>
                  <a:close/>
                  <a:moveTo>
                    <a:pt x="449583" y="39519"/>
                  </a:moveTo>
                  <a:cubicBezTo>
                    <a:pt x="430001" y="42102"/>
                    <a:pt x="411587" y="52684"/>
                    <a:pt x="399505" y="68100"/>
                  </a:cubicBezTo>
                  <a:cubicBezTo>
                    <a:pt x="397504" y="70683"/>
                    <a:pt x="395504" y="73516"/>
                    <a:pt x="393671" y="76516"/>
                  </a:cubicBezTo>
                  <a:cubicBezTo>
                    <a:pt x="381423" y="59684"/>
                    <a:pt x="376923" y="28437"/>
                    <a:pt x="398338" y="18771"/>
                  </a:cubicBezTo>
                  <a:cubicBezTo>
                    <a:pt x="405754" y="15438"/>
                    <a:pt x="416170" y="14105"/>
                    <a:pt x="424086" y="17021"/>
                  </a:cubicBezTo>
                  <a:cubicBezTo>
                    <a:pt x="431335" y="19604"/>
                    <a:pt x="446500" y="30853"/>
                    <a:pt x="449583" y="39519"/>
                  </a:cubicBezTo>
                  <a:lnTo>
                    <a:pt x="449583" y="39519"/>
                  </a:lnTo>
                  <a:close/>
                </a:path>
              </a:pathLst>
            </a:custGeom>
            <a:grpFill/>
            <a:ln w="8332" cap="flat">
              <a:noFill/>
              <a:prstDash val="solid"/>
              <a:miter/>
            </a:ln>
          </p:spPr>
          <p:txBody>
            <a:bodyPr rtlCol="0" anchor="ctr"/>
            <a:lstStyle/>
            <a:p>
              <a:endParaRPr lang="en-US"/>
            </a:p>
          </p:txBody>
        </p:sp>
        <p:sp>
          <p:nvSpPr>
            <p:cNvPr id="2490" name="Freeform: Shape 2489"/>
            <p:cNvSpPr/>
            <p:nvPr/>
          </p:nvSpPr>
          <p:spPr>
            <a:xfrm>
              <a:off x="8823075" y="5026241"/>
              <a:ext cx="56722" cy="201889"/>
            </a:xfrm>
            <a:custGeom>
              <a:avLst/>
              <a:gdLst>
                <a:gd name="connsiteX0" fmla="*/ 50396 w 56722"/>
                <a:gd name="connsiteY0" fmla="*/ 1150 h 201889"/>
                <a:gd name="connsiteX1" fmla="*/ 49063 w 56722"/>
                <a:gd name="connsiteY1" fmla="*/ 95392 h 201889"/>
                <a:gd name="connsiteX2" fmla="*/ 29065 w 56722"/>
                <a:gd name="connsiteY2" fmla="*/ 149803 h 201889"/>
                <a:gd name="connsiteX3" fmla="*/ 1484 w 56722"/>
                <a:gd name="connsiteY3" fmla="*/ 201549 h 201889"/>
                <a:gd name="connsiteX4" fmla="*/ 151 w 56722"/>
                <a:gd name="connsiteY4" fmla="*/ 200549 h 201889"/>
                <a:gd name="connsiteX5" fmla="*/ 21565 w 56722"/>
                <a:gd name="connsiteY5" fmla="*/ 146970 h 201889"/>
                <a:gd name="connsiteX6" fmla="*/ 37814 w 56722"/>
                <a:gd name="connsiteY6" fmla="*/ 98891 h 201889"/>
                <a:gd name="connsiteX7" fmla="*/ 45897 w 56722"/>
                <a:gd name="connsiteY7" fmla="*/ 52062 h 201889"/>
                <a:gd name="connsiteX8" fmla="*/ 46813 w 56722"/>
                <a:gd name="connsiteY8" fmla="*/ 1983 h 201889"/>
                <a:gd name="connsiteX9" fmla="*/ 50396 w 56722"/>
                <a:gd name="connsiteY9" fmla="*/ 1150 h 201889"/>
                <a:gd name="connsiteX10" fmla="*/ 50396 w 56722"/>
                <a:gd name="connsiteY10" fmla="*/ 1150 h 201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6722" h="201889">
                  <a:moveTo>
                    <a:pt x="50396" y="1150"/>
                  </a:moveTo>
                  <a:cubicBezTo>
                    <a:pt x="59979" y="29480"/>
                    <a:pt x="57979" y="67227"/>
                    <a:pt x="49063" y="95392"/>
                  </a:cubicBezTo>
                  <a:cubicBezTo>
                    <a:pt x="43231" y="113723"/>
                    <a:pt x="35981" y="131805"/>
                    <a:pt x="29065" y="149803"/>
                  </a:cubicBezTo>
                  <a:cubicBezTo>
                    <a:pt x="21648" y="169051"/>
                    <a:pt x="15233" y="185883"/>
                    <a:pt x="1484" y="201549"/>
                  </a:cubicBezTo>
                  <a:cubicBezTo>
                    <a:pt x="817" y="202382"/>
                    <a:pt x="-432" y="201549"/>
                    <a:pt x="151" y="200549"/>
                  </a:cubicBezTo>
                  <a:cubicBezTo>
                    <a:pt x="9733" y="183717"/>
                    <a:pt x="15150" y="165219"/>
                    <a:pt x="21565" y="146970"/>
                  </a:cubicBezTo>
                  <a:cubicBezTo>
                    <a:pt x="27148" y="131138"/>
                    <a:pt x="33147" y="115140"/>
                    <a:pt x="37814" y="98891"/>
                  </a:cubicBezTo>
                  <a:cubicBezTo>
                    <a:pt x="42314" y="83309"/>
                    <a:pt x="43563" y="67977"/>
                    <a:pt x="45897" y="52062"/>
                  </a:cubicBezTo>
                  <a:cubicBezTo>
                    <a:pt x="48313" y="35230"/>
                    <a:pt x="48813" y="18981"/>
                    <a:pt x="46813" y="1983"/>
                  </a:cubicBezTo>
                  <a:cubicBezTo>
                    <a:pt x="46480" y="233"/>
                    <a:pt x="49647" y="-1017"/>
                    <a:pt x="50396" y="1150"/>
                  </a:cubicBezTo>
                  <a:lnTo>
                    <a:pt x="50396" y="1150"/>
                  </a:lnTo>
                  <a:close/>
                </a:path>
              </a:pathLst>
            </a:custGeom>
            <a:grpFill/>
            <a:ln w="8332" cap="flat">
              <a:noFill/>
              <a:prstDash val="solid"/>
              <a:miter/>
            </a:ln>
          </p:spPr>
          <p:txBody>
            <a:bodyPr rtlCol="0" anchor="ctr"/>
            <a:lstStyle/>
            <a:p>
              <a:endParaRPr lang="en-US"/>
            </a:p>
          </p:txBody>
        </p:sp>
        <p:sp>
          <p:nvSpPr>
            <p:cNvPr id="2491" name="Freeform: Shape 2490"/>
            <p:cNvSpPr/>
            <p:nvPr/>
          </p:nvSpPr>
          <p:spPr>
            <a:xfrm>
              <a:off x="8654598" y="4976868"/>
              <a:ext cx="128418" cy="101566"/>
            </a:xfrm>
            <a:custGeom>
              <a:avLst/>
              <a:gdLst>
                <a:gd name="connsiteX0" fmla="*/ 126799 w 128418"/>
                <a:gd name="connsiteY0" fmla="*/ 5277 h 101566"/>
                <a:gd name="connsiteX1" fmla="*/ 93385 w 128418"/>
                <a:gd name="connsiteY1" fmla="*/ 21942 h 101566"/>
                <a:gd name="connsiteX2" fmla="*/ 56222 w 128418"/>
                <a:gd name="connsiteY2" fmla="*/ 45856 h 101566"/>
                <a:gd name="connsiteX3" fmla="*/ 810 w 128418"/>
                <a:gd name="connsiteY3" fmla="*/ 101434 h 101566"/>
                <a:gd name="connsiteX4" fmla="*/ 60 w 128418"/>
                <a:gd name="connsiteY4" fmla="*/ 100768 h 101566"/>
                <a:gd name="connsiteX5" fmla="*/ 124465 w 128418"/>
                <a:gd name="connsiteY5" fmla="*/ 193 h 101566"/>
                <a:gd name="connsiteX6" fmla="*/ 126799 w 128418"/>
                <a:gd name="connsiteY6" fmla="*/ 5277 h 101566"/>
                <a:gd name="connsiteX7" fmla="*/ 126799 w 128418"/>
                <a:gd name="connsiteY7" fmla="*/ 5277 h 101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8418" h="101566">
                  <a:moveTo>
                    <a:pt x="126799" y="5277"/>
                  </a:moveTo>
                  <a:cubicBezTo>
                    <a:pt x="115967" y="11526"/>
                    <a:pt x="104468" y="16109"/>
                    <a:pt x="93385" y="21942"/>
                  </a:cubicBezTo>
                  <a:cubicBezTo>
                    <a:pt x="80303" y="28774"/>
                    <a:pt x="68387" y="37607"/>
                    <a:pt x="56222" y="45856"/>
                  </a:cubicBezTo>
                  <a:cubicBezTo>
                    <a:pt x="34807" y="60522"/>
                    <a:pt x="18558" y="82603"/>
                    <a:pt x="810" y="101434"/>
                  </a:cubicBezTo>
                  <a:cubicBezTo>
                    <a:pt x="394" y="101851"/>
                    <a:pt x="-190" y="101184"/>
                    <a:pt x="60" y="100768"/>
                  </a:cubicBezTo>
                  <a:cubicBezTo>
                    <a:pt x="27225" y="51022"/>
                    <a:pt x="70138" y="16776"/>
                    <a:pt x="124465" y="193"/>
                  </a:cubicBezTo>
                  <a:cubicBezTo>
                    <a:pt x="127965" y="-973"/>
                    <a:pt x="130048" y="3443"/>
                    <a:pt x="126799" y="5277"/>
                  </a:cubicBezTo>
                  <a:lnTo>
                    <a:pt x="126799" y="5277"/>
                  </a:lnTo>
                  <a:close/>
                </a:path>
              </a:pathLst>
            </a:custGeom>
            <a:grpFill/>
            <a:ln w="8332" cap="flat">
              <a:noFill/>
              <a:prstDash val="solid"/>
              <a:miter/>
            </a:ln>
          </p:spPr>
          <p:txBody>
            <a:bodyPr rtlCol="0" anchor="ctr"/>
            <a:lstStyle/>
            <a:p>
              <a:endParaRPr lang="en-US"/>
            </a:p>
          </p:txBody>
        </p:sp>
        <p:sp>
          <p:nvSpPr>
            <p:cNvPr id="2492" name="Freeform: Shape 2491"/>
            <p:cNvSpPr/>
            <p:nvPr/>
          </p:nvSpPr>
          <p:spPr>
            <a:xfrm>
              <a:off x="8629410" y="4873788"/>
              <a:ext cx="100570" cy="76461"/>
            </a:xfrm>
            <a:custGeom>
              <a:avLst/>
              <a:gdLst>
                <a:gd name="connsiteX0" fmla="*/ 98658 w 100570"/>
                <a:gd name="connsiteY0" fmla="*/ 6365 h 76461"/>
                <a:gd name="connsiteX1" fmla="*/ 43997 w 100570"/>
                <a:gd name="connsiteY1" fmla="*/ 35947 h 76461"/>
                <a:gd name="connsiteX2" fmla="*/ 1250 w 100570"/>
                <a:gd name="connsiteY2" fmla="*/ 76276 h 76461"/>
                <a:gd name="connsiteX3" fmla="*/ 167 w 100570"/>
                <a:gd name="connsiteY3" fmla="*/ 75276 h 76461"/>
                <a:gd name="connsiteX4" fmla="*/ 96825 w 100570"/>
                <a:gd name="connsiteY4" fmla="*/ 116 h 76461"/>
                <a:gd name="connsiteX5" fmla="*/ 98658 w 100570"/>
                <a:gd name="connsiteY5" fmla="*/ 6365 h 76461"/>
                <a:gd name="connsiteX6" fmla="*/ 98658 w 100570"/>
                <a:gd name="connsiteY6" fmla="*/ 6365 h 76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570" h="76461">
                  <a:moveTo>
                    <a:pt x="98658" y="6365"/>
                  </a:moveTo>
                  <a:cubicBezTo>
                    <a:pt x="79410" y="15281"/>
                    <a:pt x="60995" y="23031"/>
                    <a:pt x="43997" y="35947"/>
                  </a:cubicBezTo>
                  <a:cubicBezTo>
                    <a:pt x="28081" y="48028"/>
                    <a:pt x="15332" y="62194"/>
                    <a:pt x="1250" y="76276"/>
                  </a:cubicBezTo>
                  <a:cubicBezTo>
                    <a:pt x="667" y="76859"/>
                    <a:pt x="-416" y="75943"/>
                    <a:pt x="167" y="75276"/>
                  </a:cubicBezTo>
                  <a:cubicBezTo>
                    <a:pt x="28081" y="42946"/>
                    <a:pt x="53079" y="11032"/>
                    <a:pt x="96825" y="116"/>
                  </a:cubicBezTo>
                  <a:cubicBezTo>
                    <a:pt x="100575" y="-884"/>
                    <a:pt x="102075" y="4866"/>
                    <a:pt x="98658" y="6365"/>
                  </a:cubicBezTo>
                  <a:lnTo>
                    <a:pt x="98658" y="6365"/>
                  </a:lnTo>
                  <a:close/>
                </a:path>
              </a:pathLst>
            </a:custGeom>
            <a:grpFill/>
            <a:ln w="8332" cap="flat">
              <a:noFill/>
              <a:prstDash val="solid"/>
              <a:miter/>
            </a:ln>
          </p:spPr>
          <p:txBody>
            <a:bodyPr rtlCol="0" anchor="ctr"/>
            <a:lstStyle/>
            <a:p>
              <a:endParaRPr lang="en-US"/>
            </a:p>
          </p:txBody>
        </p:sp>
        <p:sp>
          <p:nvSpPr>
            <p:cNvPr id="2493" name="Freeform: Shape 2492"/>
            <p:cNvSpPr/>
            <p:nvPr/>
          </p:nvSpPr>
          <p:spPr>
            <a:xfrm>
              <a:off x="9000636" y="4996190"/>
              <a:ext cx="59413" cy="184613"/>
            </a:xfrm>
            <a:custGeom>
              <a:avLst/>
              <a:gdLst>
                <a:gd name="connsiteX0" fmla="*/ 57403 w 59413"/>
                <a:gd name="connsiteY0" fmla="*/ 90362 h 184613"/>
                <a:gd name="connsiteX1" fmla="*/ 41237 w 59413"/>
                <a:gd name="connsiteY1" fmla="*/ 184354 h 184613"/>
                <a:gd name="connsiteX2" fmla="*/ 40237 w 59413"/>
                <a:gd name="connsiteY2" fmla="*/ 183854 h 184613"/>
                <a:gd name="connsiteX3" fmla="*/ 47737 w 59413"/>
                <a:gd name="connsiteY3" fmla="*/ 87029 h 184613"/>
                <a:gd name="connsiteX4" fmla="*/ 490 w 59413"/>
                <a:gd name="connsiteY4" fmla="*/ 4204 h 184613"/>
                <a:gd name="connsiteX5" fmla="*/ 5823 w 59413"/>
                <a:gd name="connsiteY5" fmla="*/ 870 h 184613"/>
                <a:gd name="connsiteX6" fmla="*/ 57403 w 59413"/>
                <a:gd name="connsiteY6" fmla="*/ 90362 h 184613"/>
                <a:gd name="connsiteX7" fmla="*/ 57403 w 59413"/>
                <a:gd name="connsiteY7" fmla="*/ 90362 h 184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413" h="184613">
                  <a:moveTo>
                    <a:pt x="57403" y="90362"/>
                  </a:moveTo>
                  <a:cubicBezTo>
                    <a:pt x="62152" y="120776"/>
                    <a:pt x="59152" y="158356"/>
                    <a:pt x="41237" y="184354"/>
                  </a:cubicBezTo>
                  <a:cubicBezTo>
                    <a:pt x="40903" y="184937"/>
                    <a:pt x="39987" y="184437"/>
                    <a:pt x="40237" y="183854"/>
                  </a:cubicBezTo>
                  <a:cubicBezTo>
                    <a:pt x="51569" y="154107"/>
                    <a:pt x="54652" y="118026"/>
                    <a:pt x="47737" y="87029"/>
                  </a:cubicBezTo>
                  <a:cubicBezTo>
                    <a:pt x="40404" y="54282"/>
                    <a:pt x="17489" y="31867"/>
                    <a:pt x="490" y="4204"/>
                  </a:cubicBezTo>
                  <a:cubicBezTo>
                    <a:pt x="-1593" y="870"/>
                    <a:pt x="3490" y="-1296"/>
                    <a:pt x="5823" y="870"/>
                  </a:cubicBezTo>
                  <a:cubicBezTo>
                    <a:pt x="30905" y="24452"/>
                    <a:pt x="51986" y="55865"/>
                    <a:pt x="57403" y="90362"/>
                  </a:cubicBezTo>
                  <a:lnTo>
                    <a:pt x="57403" y="90362"/>
                  </a:lnTo>
                  <a:close/>
                </a:path>
              </a:pathLst>
            </a:custGeom>
            <a:grpFill/>
            <a:ln w="8332" cap="flat">
              <a:noFill/>
              <a:prstDash val="solid"/>
              <a:miter/>
            </a:ln>
          </p:spPr>
          <p:txBody>
            <a:bodyPr rtlCol="0" anchor="ctr"/>
            <a:lstStyle/>
            <a:p>
              <a:endParaRPr lang="en-US"/>
            </a:p>
          </p:txBody>
        </p:sp>
        <p:sp>
          <p:nvSpPr>
            <p:cNvPr id="2494" name="Freeform: Shape 2493"/>
            <p:cNvSpPr/>
            <p:nvPr/>
          </p:nvSpPr>
          <p:spPr>
            <a:xfrm>
              <a:off x="9016730" y="4901455"/>
              <a:ext cx="125133" cy="104471"/>
            </a:xfrm>
            <a:custGeom>
              <a:avLst/>
              <a:gdLst>
                <a:gd name="connsiteX0" fmla="*/ 125134 w 125133"/>
                <a:gd name="connsiteY0" fmla="*/ 104354 h 104471"/>
                <a:gd name="connsiteX1" fmla="*/ 124967 w 125133"/>
                <a:gd name="connsiteY1" fmla="*/ 104437 h 104471"/>
                <a:gd name="connsiteX2" fmla="*/ 74389 w 125133"/>
                <a:gd name="connsiteY2" fmla="*/ 37777 h 104471"/>
                <a:gd name="connsiteX3" fmla="*/ 2228 w 125133"/>
                <a:gd name="connsiteY3" fmla="*/ 6529 h 104471"/>
                <a:gd name="connsiteX4" fmla="*/ 4562 w 125133"/>
                <a:gd name="connsiteY4" fmla="*/ 113 h 104471"/>
                <a:gd name="connsiteX5" fmla="*/ 82471 w 125133"/>
                <a:gd name="connsiteY5" fmla="*/ 35110 h 104471"/>
                <a:gd name="connsiteX6" fmla="*/ 125134 w 125133"/>
                <a:gd name="connsiteY6" fmla="*/ 104354 h 104471"/>
                <a:gd name="connsiteX7" fmla="*/ 125134 w 125133"/>
                <a:gd name="connsiteY7" fmla="*/ 104354 h 104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5133" h="104471">
                  <a:moveTo>
                    <a:pt x="125134" y="104354"/>
                  </a:moveTo>
                  <a:cubicBezTo>
                    <a:pt x="125134" y="104437"/>
                    <a:pt x="125051" y="104521"/>
                    <a:pt x="124967" y="104437"/>
                  </a:cubicBezTo>
                  <a:cubicBezTo>
                    <a:pt x="112969" y="77940"/>
                    <a:pt x="99136" y="54275"/>
                    <a:pt x="74389" y="37777"/>
                  </a:cubicBezTo>
                  <a:cubicBezTo>
                    <a:pt x="52307" y="22944"/>
                    <a:pt x="27143" y="15112"/>
                    <a:pt x="2228" y="6529"/>
                  </a:cubicBezTo>
                  <a:cubicBezTo>
                    <a:pt x="-2021" y="5030"/>
                    <a:pt x="395" y="-887"/>
                    <a:pt x="4562" y="113"/>
                  </a:cubicBezTo>
                  <a:cubicBezTo>
                    <a:pt x="32142" y="6696"/>
                    <a:pt x="59974" y="17528"/>
                    <a:pt x="82471" y="35110"/>
                  </a:cubicBezTo>
                  <a:cubicBezTo>
                    <a:pt x="105386" y="52942"/>
                    <a:pt x="116052" y="77440"/>
                    <a:pt x="125134" y="104354"/>
                  </a:cubicBezTo>
                  <a:lnTo>
                    <a:pt x="125134" y="104354"/>
                  </a:lnTo>
                  <a:close/>
                </a:path>
              </a:pathLst>
            </a:custGeom>
            <a:grpFill/>
            <a:ln w="8332" cap="flat">
              <a:noFill/>
              <a:prstDash val="solid"/>
              <a:miter/>
            </a:ln>
          </p:spPr>
          <p:txBody>
            <a:bodyPr rtlCol="0" anchor="ctr"/>
            <a:lstStyle/>
            <a:p>
              <a:endParaRPr lang="en-US"/>
            </a:p>
          </p:txBody>
        </p:sp>
        <p:sp>
          <p:nvSpPr>
            <p:cNvPr id="2495" name="Freeform: Shape 2494"/>
            <p:cNvSpPr/>
            <p:nvPr/>
          </p:nvSpPr>
          <p:spPr>
            <a:xfrm>
              <a:off x="9025546" y="4808973"/>
              <a:ext cx="82809" cy="39099"/>
            </a:xfrm>
            <a:custGeom>
              <a:avLst/>
              <a:gdLst>
                <a:gd name="connsiteX0" fmla="*/ 80405 w 82809"/>
                <a:gd name="connsiteY0" fmla="*/ 38767 h 39099"/>
                <a:gd name="connsiteX1" fmla="*/ 2662 w 82809"/>
                <a:gd name="connsiteY1" fmla="*/ 6186 h 39099"/>
                <a:gd name="connsiteX2" fmla="*/ 3246 w 82809"/>
                <a:gd name="connsiteY2" fmla="*/ 20 h 39099"/>
                <a:gd name="connsiteX3" fmla="*/ 82238 w 82809"/>
                <a:gd name="connsiteY3" fmla="*/ 36101 h 39099"/>
                <a:gd name="connsiteX4" fmla="*/ 80405 w 82809"/>
                <a:gd name="connsiteY4" fmla="*/ 38767 h 39099"/>
                <a:gd name="connsiteX5" fmla="*/ 80405 w 82809"/>
                <a:gd name="connsiteY5" fmla="*/ 38767 h 39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809" h="39099">
                  <a:moveTo>
                    <a:pt x="80405" y="38767"/>
                  </a:moveTo>
                  <a:cubicBezTo>
                    <a:pt x="55990" y="19852"/>
                    <a:pt x="33576" y="9853"/>
                    <a:pt x="2662" y="6186"/>
                  </a:cubicBezTo>
                  <a:cubicBezTo>
                    <a:pt x="-1254" y="5687"/>
                    <a:pt x="-671" y="-396"/>
                    <a:pt x="3246" y="20"/>
                  </a:cubicBezTo>
                  <a:cubicBezTo>
                    <a:pt x="35076" y="3770"/>
                    <a:pt x="57907" y="15519"/>
                    <a:pt x="82238" y="36101"/>
                  </a:cubicBezTo>
                  <a:cubicBezTo>
                    <a:pt x="83738" y="37434"/>
                    <a:pt x="81988" y="40017"/>
                    <a:pt x="80405" y="38767"/>
                  </a:cubicBezTo>
                  <a:lnTo>
                    <a:pt x="80405" y="38767"/>
                  </a:lnTo>
                  <a:close/>
                </a:path>
              </a:pathLst>
            </a:custGeom>
            <a:grpFill/>
            <a:ln w="8332" cap="flat">
              <a:noFill/>
              <a:prstDash val="solid"/>
              <a:miter/>
            </a:ln>
          </p:spPr>
          <p:txBody>
            <a:bodyPr rtlCol="0" anchor="ctr"/>
            <a:lstStyle/>
            <a:p>
              <a:endParaRPr lang="en-US"/>
            </a:p>
          </p:txBody>
        </p:sp>
        <p:sp>
          <p:nvSpPr>
            <p:cNvPr id="2496" name="Freeform: Shape 2495"/>
            <p:cNvSpPr/>
            <p:nvPr/>
          </p:nvSpPr>
          <p:spPr>
            <a:xfrm>
              <a:off x="10273810" y="5220023"/>
              <a:ext cx="440326" cy="566532"/>
            </a:xfrm>
            <a:custGeom>
              <a:avLst/>
              <a:gdLst>
                <a:gd name="connsiteX0" fmla="*/ 422331 w 440326"/>
                <a:gd name="connsiteY0" fmla="*/ 375649 h 566532"/>
                <a:gd name="connsiteX1" fmla="*/ 423247 w 440326"/>
                <a:gd name="connsiteY1" fmla="*/ 374983 h 566532"/>
                <a:gd name="connsiteX2" fmla="*/ 422414 w 440326"/>
                <a:gd name="connsiteY2" fmla="*/ 271658 h 566532"/>
                <a:gd name="connsiteX3" fmla="*/ 383668 w 440326"/>
                <a:gd name="connsiteY3" fmla="*/ 227163 h 566532"/>
                <a:gd name="connsiteX4" fmla="*/ 317257 w 440326"/>
                <a:gd name="connsiteY4" fmla="*/ 194916 h 566532"/>
                <a:gd name="connsiteX5" fmla="*/ 212933 w 440326"/>
                <a:gd name="connsiteY5" fmla="*/ 81842 h 566532"/>
                <a:gd name="connsiteX6" fmla="*/ 155355 w 440326"/>
                <a:gd name="connsiteY6" fmla="*/ 433 h 566532"/>
                <a:gd name="connsiteX7" fmla="*/ 107026 w 440326"/>
                <a:gd name="connsiteY7" fmla="*/ 28430 h 566532"/>
                <a:gd name="connsiteX8" fmla="*/ 123024 w 440326"/>
                <a:gd name="connsiteY8" fmla="*/ 67010 h 566532"/>
                <a:gd name="connsiteX9" fmla="*/ 140357 w 440326"/>
                <a:gd name="connsiteY9" fmla="*/ 181917 h 566532"/>
                <a:gd name="connsiteX10" fmla="*/ 47864 w 440326"/>
                <a:gd name="connsiteY10" fmla="*/ 276158 h 566532"/>
                <a:gd name="connsiteX11" fmla="*/ 43032 w 440326"/>
                <a:gd name="connsiteY11" fmla="*/ 478140 h 566532"/>
                <a:gd name="connsiteX12" fmla="*/ 45115 w 440326"/>
                <a:gd name="connsiteY12" fmla="*/ 479057 h 566532"/>
                <a:gd name="connsiteX13" fmla="*/ 48114 w 440326"/>
                <a:gd name="connsiteY13" fmla="*/ 493305 h 566532"/>
                <a:gd name="connsiteX14" fmla="*/ 196351 w 440326"/>
                <a:gd name="connsiteY14" fmla="*/ 551216 h 566532"/>
                <a:gd name="connsiteX15" fmla="*/ 199850 w 440326"/>
                <a:gd name="connsiteY15" fmla="*/ 545134 h 566532"/>
                <a:gd name="connsiteX16" fmla="*/ 264262 w 440326"/>
                <a:gd name="connsiteY16" fmla="*/ 566216 h 566532"/>
                <a:gd name="connsiteX17" fmla="*/ 341838 w 440326"/>
                <a:gd name="connsiteY17" fmla="*/ 519720 h 566532"/>
                <a:gd name="connsiteX18" fmla="*/ 349421 w 440326"/>
                <a:gd name="connsiteY18" fmla="*/ 501471 h 566532"/>
                <a:gd name="connsiteX19" fmla="*/ 350170 w 440326"/>
                <a:gd name="connsiteY19" fmla="*/ 501471 h 566532"/>
                <a:gd name="connsiteX20" fmla="*/ 411665 w 440326"/>
                <a:gd name="connsiteY20" fmla="*/ 463308 h 566532"/>
                <a:gd name="connsiteX21" fmla="*/ 424748 w 440326"/>
                <a:gd name="connsiteY21" fmla="*/ 385065 h 566532"/>
                <a:gd name="connsiteX22" fmla="*/ 422331 w 440326"/>
                <a:gd name="connsiteY22" fmla="*/ 375649 h 566532"/>
                <a:gd name="connsiteX23" fmla="*/ 422331 w 440326"/>
                <a:gd name="connsiteY23" fmla="*/ 375649 h 566532"/>
                <a:gd name="connsiteX24" fmla="*/ 118941 w 440326"/>
                <a:gd name="connsiteY24" fmla="*/ 38596 h 566532"/>
                <a:gd name="connsiteX25" fmla="*/ 149439 w 440326"/>
                <a:gd name="connsiteY25" fmla="*/ 15265 h 566532"/>
                <a:gd name="connsiteX26" fmla="*/ 188102 w 440326"/>
                <a:gd name="connsiteY26" fmla="*/ 34430 h 566532"/>
                <a:gd name="connsiteX27" fmla="*/ 195851 w 440326"/>
                <a:gd name="connsiteY27" fmla="*/ 62011 h 566532"/>
                <a:gd name="connsiteX28" fmla="*/ 208433 w 440326"/>
                <a:gd name="connsiteY28" fmla="*/ 98757 h 566532"/>
                <a:gd name="connsiteX29" fmla="*/ 178019 w 440326"/>
                <a:gd name="connsiteY29" fmla="*/ 75676 h 566532"/>
                <a:gd name="connsiteX30" fmla="*/ 152939 w 440326"/>
                <a:gd name="connsiteY30" fmla="*/ 50762 h 566532"/>
                <a:gd name="connsiteX31" fmla="*/ 138357 w 440326"/>
                <a:gd name="connsiteY31" fmla="*/ 23598 h 566532"/>
                <a:gd name="connsiteX32" fmla="*/ 136523 w 440326"/>
                <a:gd name="connsiteY32" fmla="*/ 23848 h 566532"/>
                <a:gd name="connsiteX33" fmla="*/ 160938 w 440326"/>
                <a:gd name="connsiteY33" fmla="*/ 71427 h 566532"/>
                <a:gd name="connsiteX34" fmla="*/ 208433 w 440326"/>
                <a:gd name="connsiteY34" fmla="*/ 113506 h 566532"/>
                <a:gd name="connsiteX35" fmla="*/ 186352 w 440326"/>
                <a:gd name="connsiteY35" fmla="*/ 96007 h 566532"/>
                <a:gd name="connsiteX36" fmla="*/ 154271 w 440326"/>
                <a:gd name="connsiteY36" fmla="*/ 75176 h 566532"/>
                <a:gd name="connsiteX37" fmla="*/ 127357 w 440326"/>
                <a:gd name="connsiteY37" fmla="*/ 55428 h 566532"/>
                <a:gd name="connsiteX38" fmla="*/ 118941 w 440326"/>
                <a:gd name="connsiteY38" fmla="*/ 38596 h 566532"/>
                <a:gd name="connsiteX39" fmla="*/ 118941 w 440326"/>
                <a:gd name="connsiteY39" fmla="*/ 38596 h 566532"/>
                <a:gd name="connsiteX40" fmla="*/ 315840 w 440326"/>
                <a:gd name="connsiteY40" fmla="*/ 275741 h 566532"/>
                <a:gd name="connsiteX41" fmla="*/ 406749 w 440326"/>
                <a:gd name="connsiteY41" fmla="*/ 369400 h 566532"/>
                <a:gd name="connsiteX42" fmla="*/ 408916 w 440326"/>
                <a:gd name="connsiteY42" fmla="*/ 437394 h 566532"/>
                <a:gd name="connsiteX43" fmla="*/ 353253 w 440326"/>
                <a:gd name="connsiteY43" fmla="*/ 486722 h 566532"/>
                <a:gd name="connsiteX44" fmla="*/ 352921 w 440326"/>
                <a:gd name="connsiteY44" fmla="*/ 413979 h 566532"/>
                <a:gd name="connsiteX45" fmla="*/ 347671 w 440326"/>
                <a:gd name="connsiteY45" fmla="*/ 414729 h 566532"/>
                <a:gd name="connsiteX46" fmla="*/ 331172 w 440326"/>
                <a:gd name="connsiteY46" fmla="*/ 507470 h 566532"/>
                <a:gd name="connsiteX47" fmla="*/ 264511 w 440326"/>
                <a:gd name="connsiteY47" fmla="*/ 550634 h 566532"/>
                <a:gd name="connsiteX48" fmla="*/ 221099 w 440326"/>
                <a:gd name="connsiteY48" fmla="*/ 543051 h 566532"/>
                <a:gd name="connsiteX49" fmla="*/ 197685 w 440326"/>
                <a:gd name="connsiteY49" fmla="*/ 501055 h 566532"/>
                <a:gd name="connsiteX50" fmla="*/ 201100 w 440326"/>
                <a:gd name="connsiteY50" fmla="*/ 411896 h 566532"/>
                <a:gd name="connsiteX51" fmla="*/ 199768 w 440326"/>
                <a:gd name="connsiteY51" fmla="*/ 411729 h 566532"/>
                <a:gd name="connsiteX52" fmla="*/ 187935 w 440326"/>
                <a:gd name="connsiteY52" fmla="*/ 524886 h 566532"/>
                <a:gd name="connsiteX53" fmla="*/ 194101 w 440326"/>
                <a:gd name="connsiteY53" fmla="*/ 537134 h 566532"/>
                <a:gd name="connsiteX54" fmla="*/ 189019 w 440326"/>
                <a:gd name="connsiteY54" fmla="*/ 538051 h 566532"/>
                <a:gd name="connsiteX55" fmla="*/ 104192 w 440326"/>
                <a:gd name="connsiteY55" fmla="*/ 537551 h 566532"/>
                <a:gd name="connsiteX56" fmla="*/ 59864 w 440326"/>
                <a:gd name="connsiteY56" fmla="*/ 467641 h 566532"/>
                <a:gd name="connsiteX57" fmla="*/ 69779 w 440326"/>
                <a:gd name="connsiteY57" fmla="*/ 400980 h 566532"/>
                <a:gd name="connsiteX58" fmla="*/ 105776 w 440326"/>
                <a:gd name="connsiteY58" fmla="*/ 323487 h 566532"/>
                <a:gd name="connsiteX59" fmla="*/ 103693 w 440326"/>
                <a:gd name="connsiteY59" fmla="*/ 321904 h 566532"/>
                <a:gd name="connsiteX60" fmla="*/ 55947 w 440326"/>
                <a:gd name="connsiteY60" fmla="*/ 407230 h 566532"/>
                <a:gd name="connsiteX61" fmla="*/ 44532 w 440326"/>
                <a:gd name="connsiteY61" fmla="*/ 461475 h 566532"/>
                <a:gd name="connsiteX62" fmla="*/ 20617 w 440326"/>
                <a:gd name="connsiteY62" fmla="*/ 345735 h 566532"/>
                <a:gd name="connsiteX63" fmla="*/ 58864 w 440326"/>
                <a:gd name="connsiteY63" fmla="*/ 289823 h 566532"/>
                <a:gd name="connsiteX64" fmla="*/ 111276 w 440326"/>
                <a:gd name="connsiteY64" fmla="*/ 253077 h 566532"/>
                <a:gd name="connsiteX65" fmla="*/ 159021 w 440326"/>
                <a:gd name="connsiteY65" fmla="*/ 162002 h 566532"/>
                <a:gd name="connsiteX66" fmla="*/ 142523 w 440326"/>
                <a:gd name="connsiteY66" fmla="*/ 92924 h 566532"/>
                <a:gd name="connsiteX67" fmla="*/ 173520 w 440326"/>
                <a:gd name="connsiteY67" fmla="*/ 126922 h 566532"/>
                <a:gd name="connsiteX68" fmla="*/ 174853 w 440326"/>
                <a:gd name="connsiteY68" fmla="*/ 181667 h 566532"/>
                <a:gd name="connsiteX69" fmla="*/ 148272 w 440326"/>
                <a:gd name="connsiteY69" fmla="*/ 235662 h 566532"/>
                <a:gd name="connsiteX70" fmla="*/ 137690 w 440326"/>
                <a:gd name="connsiteY70" fmla="*/ 283324 h 566532"/>
                <a:gd name="connsiteX71" fmla="*/ 141689 w 440326"/>
                <a:gd name="connsiteY71" fmla="*/ 283324 h 566532"/>
                <a:gd name="connsiteX72" fmla="*/ 149938 w 440326"/>
                <a:gd name="connsiteY72" fmla="*/ 242911 h 566532"/>
                <a:gd name="connsiteX73" fmla="*/ 168104 w 440326"/>
                <a:gd name="connsiteY73" fmla="*/ 213830 h 566532"/>
                <a:gd name="connsiteX74" fmla="*/ 190435 w 440326"/>
                <a:gd name="connsiteY74" fmla="*/ 162502 h 566532"/>
                <a:gd name="connsiteX75" fmla="*/ 140106 w 440326"/>
                <a:gd name="connsiteY75" fmla="*/ 86758 h 566532"/>
                <a:gd name="connsiteX76" fmla="*/ 132523 w 440326"/>
                <a:gd name="connsiteY76" fmla="*/ 68510 h 566532"/>
                <a:gd name="connsiteX77" fmla="*/ 145273 w 440326"/>
                <a:gd name="connsiteY77" fmla="*/ 79426 h 566532"/>
                <a:gd name="connsiteX78" fmla="*/ 181020 w 440326"/>
                <a:gd name="connsiteY78" fmla="*/ 105257 h 566532"/>
                <a:gd name="connsiteX79" fmla="*/ 215100 w 440326"/>
                <a:gd name="connsiteY79" fmla="*/ 133088 h 566532"/>
                <a:gd name="connsiteX80" fmla="*/ 248263 w 440326"/>
                <a:gd name="connsiteY80" fmla="*/ 167335 h 566532"/>
                <a:gd name="connsiteX81" fmla="*/ 252930 w 440326"/>
                <a:gd name="connsiteY81" fmla="*/ 167501 h 566532"/>
                <a:gd name="connsiteX82" fmla="*/ 261179 w 440326"/>
                <a:gd name="connsiteY82" fmla="*/ 175417 h 566532"/>
                <a:gd name="connsiteX83" fmla="*/ 318340 w 440326"/>
                <a:gd name="connsiteY83" fmla="*/ 210414 h 566532"/>
                <a:gd name="connsiteX84" fmla="*/ 380835 w 440326"/>
                <a:gd name="connsiteY84" fmla="*/ 243494 h 566532"/>
                <a:gd name="connsiteX85" fmla="*/ 421997 w 440326"/>
                <a:gd name="connsiteY85" fmla="*/ 298490 h 566532"/>
                <a:gd name="connsiteX86" fmla="*/ 417332 w 440326"/>
                <a:gd name="connsiteY86" fmla="*/ 361817 h 566532"/>
                <a:gd name="connsiteX87" fmla="*/ 316341 w 440326"/>
                <a:gd name="connsiteY87" fmla="*/ 275408 h 566532"/>
                <a:gd name="connsiteX88" fmla="*/ 315840 w 440326"/>
                <a:gd name="connsiteY88" fmla="*/ 275741 h 566532"/>
                <a:gd name="connsiteX89" fmla="*/ 315840 w 440326"/>
                <a:gd name="connsiteY89" fmla="*/ 275741 h 56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440326" h="566532">
                  <a:moveTo>
                    <a:pt x="422331" y="375649"/>
                  </a:moveTo>
                  <a:cubicBezTo>
                    <a:pt x="422665" y="375399"/>
                    <a:pt x="422997" y="375232"/>
                    <a:pt x="423247" y="374983"/>
                  </a:cubicBezTo>
                  <a:cubicBezTo>
                    <a:pt x="451578" y="349485"/>
                    <a:pt x="439913" y="299906"/>
                    <a:pt x="422414" y="271658"/>
                  </a:cubicBezTo>
                  <a:cubicBezTo>
                    <a:pt x="412082" y="254910"/>
                    <a:pt x="399416" y="239162"/>
                    <a:pt x="383668" y="227163"/>
                  </a:cubicBezTo>
                  <a:cubicBezTo>
                    <a:pt x="364003" y="212247"/>
                    <a:pt x="339504" y="205165"/>
                    <a:pt x="317257" y="194916"/>
                  </a:cubicBezTo>
                  <a:cubicBezTo>
                    <a:pt x="266012" y="171418"/>
                    <a:pt x="231348" y="135254"/>
                    <a:pt x="212933" y="81842"/>
                  </a:cubicBezTo>
                  <a:cubicBezTo>
                    <a:pt x="202684" y="52261"/>
                    <a:pt x="199184" y="-5566"/>
                    <a:pt x="155355" y="433"/>
                  </a:cubicBezTo>
                  <a:cubicBezTo>
                    <a:pt x="139273" y="2600"/>
                    <a:pt x="113276" y="11432"/>
                    <a:pt x="107026" y="28430"/>
                  </a:cubicBezTo>
                  <a:cubicBezTo>
                    <a:pt x="102860" y="39929"/>
                    <a:pt x="112276" y="58761"/>
                    <a:pt x="123024" y="67010"/>
                  </a:cubicBezTo>
                  <a:cubicBezTo>
                    <a:pt x="131190" y="105423"/>
                    <a:pt x="149439" y="141087"/>
                    <a:pt x="140357" y="181917"/>
                  </a:cubicBezTo>
                  <a:cubicBezTo>
                    <a:pt x="130024" y="228412"/>
                    <a:pt x="81611" y="248160"/>
                    <a:pt x="47864" y="276158"/>
                  </a:cubicBezTo>
                  <a:cubicBezTo>
                    <a:pt x="-9214" y="323654"/>
                    <a:pt x="-20546" y="431728"/>
                    <a:pt x="43032" y="478140"/>
                  </a:cubicBezTo>
                  <a:cubicBezTo>
                    <a:pt x="43698" y="478640"/>
                    <a:pt x="44365" y="478890"/>
                    <a:pt x="45115" y="479057"/>
                  </a:cubicBezTo>
                  <a:cubicBezTo>
                    <a:pt x="45781" y="483890"/>
                    <a:pt x="46698" y="488639"/>
                    <a:pt x="48114" y="493305"/>
                  </a:cubicBezTo>
                  <a:cubicBezTo>
                    <a:pt x="64946" y="552133"/>
                    <a:pt x="143772" y="587213"/>
                    <a:pt x="196351" y="551216"/>
                  </a:cubicBezTo>
                  <a:cubicBezTo>
                    <a:pt x="198768" y="549550"/>
                    <a:pt x="199768" y="547300"/>
                    <a:pt x="199850" y="545134"/>
                  </a:cubicBezTo>
                  <a:cubicBezTo>
                    <a:pt x="215350" y="562049"/>
                    <a:pt x="239430" y="568048"/>
                    <a:pt x="264262" y="566216"/>
                  </a:cubicBezTo>
                  <a:cubicBezTo>
                    <a:pt x="294092" y="563966"/>
                    <a:pt x="327423" y="547050"/>
                    <a:pt x="341838" y="519720"/>
                  </a:cubicBezTo>
                  <a:cubicBezTo>
                    <a:pt x="344921" y="513887"/>
                    <a:pt x="347421" y="507721"/>
                    <a:pt x="349421" y="501471"/>
                  </a:cubicBezTo>
                  <a:cubicBezTo>
                    <a:pt x="349671" y="501471"/>
                    <a:pt x="349920" y="501471"/>
                    <a:pt x="350170" y="501471"/>
                  </a:cubicBezTo>
                  <a:cubicBezTo>
                    <a:pt x="373585" y="499971"/>
                    <a:pt x="397916" y="481556"/>
                    <a:pt x="411665" y="463308"/>
                  </a:cubicBezTo>
                  <a:cubicBezTo>
                    <a:pt x="428163" y="441477"/>
                    <a:pt x="430413" y="411146"/>
                    <a:pt x="424748" y="385065"/>
                  </a:cubicBezTo>
                  <a:cubicBezTo>
                    <a:pt x="424080" y="381815"/>
                    <a:pt x="423247" y="378732"/>
                    <a:pt x="422331" y="375649"/>
                  </a:cubicBezTo>
                  <a:lnTo>
                    <a:pt x="422331" y="375649"/>
                  </a:lnTo>
                  <a:close/>
                  <a:moveTo>
                    <a:pt x="118941" y="38596"/>
                  </a:moveTo>
                  <a:cubicBezTo>
                    <a:pt x="117691" y="25014"/>
                    <a:pt x="139773" y="17848"/>
                    <a:pt x="149439" y="15265"/>
                  </a:cubicBezTo>
                  <a:cubicBezTo>
                    <a:pt x="168437" y="10099"/>
                    <a:pt x="181020" y="16098"/>
                    <a:pt x="188102" y="34430"/>
                  </a:cubicBezTo>
                  <a:cubicBezTo>
                    <a:pt x="191518" y="43346"/>
                    <a:pt x="193352" y="52762"/>
                    <a:pt x="195851" y="62011"/>
                  </a:cubicBezTo>
                  <a:cubicBezTo>
                    <a:pt x="199351" y="74593"/>
                    <a:pt x="203517" y="86925"/>
                    <a:pt x="208433" y="98757"/>
                  </a:cubicBezTo>
                  <a:cubicBezTo>
                    <a:pt x="198351" y="91008"/>
                    <a:pt x="187852" y="83842"/>
                    <a:pt x="178019" y="75676"/>
                  </a:cubicBezTo>
                  <a:cubicBezTo>
                    <a:pt x="168687" y="67927"/>
                    <a:pt x="159771" y="60677"/>
                    <a:pt x="152939" y="50762"/>
                  </a:cubicBezTo>
                  <a:cubicBezTo>
                    <a:pt x="147022" y="42096"/>
                    <a:pt x="143356" y="32763"/>
                    <a:pt x="138357" y="23598"/>
                  </a:cubicBezTo>
                  <a:cubicBezTo>
                    <a:pt x="137940" y="22848"/>
                    <a:pt x="136773" y="23014"/>
                    <a:pt x="136523" y="23848"/>
                  </a:cubicBezTo>
                  <a:cubicBezTo>
                    <a:pt x="131774" y="40763"/>
                    <a:pt x="149689" y="61177"/>
                    <a:pt x="160938" y="71427"/>
                  </a:cubicBezTo>
                  <a:cubicBezTo>
                    <a:pt x="176520" y="85592"/>
                    <a:pt x="193518" y="98674"/>
                    <a:pt x="208433" y="113506"/>
                  </a:cubicBezTo>
                  <a:cubicBezTo>
                    <a:pt x="201184" y="107590"/>
                    <a:pt x="193518" y="102007"/>
                    <a:pt x="186352" y="96007"/>
                  </a:cubicBezTo>
                  <a:cubicBezTo>
                    <a:pt x="176186" y="87592"/>
                    <a:pt x="165438" y="81926"/>
                    <a:pt x="154271" y="75176"/>
                  </a:cubicBezTo>
                  <a:cubicBezTo>
                    <a:pt x="144689" y="69344"/>
                    <a:pt x="136274" y="62011"/>
                    <a:pt x="127357" y="55428"/>
                  </a:cubicBezTo>
                  <a:cubicBezTo>
                    <a:pt x="125024" y="49929"/>
                    <a:pt x="119442" y="44096"/>
                    <a:pt x="118941" y="38596"/>
                  </a:cubicBezTo>
                  <a:lnTo>
                    <a:pt x="118941" y="38596"/>
                  </a:lnTo>
                  <a:close/>
                  <a:moveTo>
                    <a:pt x="315840" y="275741"/>
                  </a:moveTo>
                  <a:cubicBezTo>
                    <a:pt x="353921" y="297156"/>
                    <a:pt x="393000" y="326320"/>
                    <a:pt x="406749" y="369400"/>
                  </a:cubicBezTo>
                  <a:cubicBezTo>
                    <a:pt x="413498" y="390898"/>
                    <a:pt x="415998" y="415729"/>
                    <a:pt x="408916" y="437394"/>
                  </a:cubicBezTo>
                  <a:cubicBezTo>
                    <a:pt x="402166" y="458225"/>
                    <a:pt x="375752" y="482306"/>
                    <a:pt x="353253" y="486722"/>
                  </a:cubicBezTo>
                  <a:cubicBezTo>
                    <a:pt x="357837" y="462808"/>
                    <a:pt x="356336" y="437394"/>
                    <a:pt x="352921" y="413979"/>
                  </a:cubicBezTo>
                  <a:cubicBezTo>
                    <a:pt x="352504" y="410896"/>
                    <a:pt x="347754" y="411813"/>
                    <a:pt x="347671" y="414729"/>
                  </a:cubicBezTo>
                  <a:cubicBezTo>
                    <a:pt x="346837" y="447309"/>
                    <a:pt x="345338" y="477390"/>
                    <a:pt x="331172" y="507470"/>
                  </a:cubicBezTo>
                  <a:cubicBezTo>
                    <a:pt x="319507" y="532302"/>
                    <a:pt x="291260" y="548300"/>
                    <a:pt x="264511" y="550634"/>
                  </a:cubicBezTo>
                  <a:cubicBezTo>
                    <a:pt x="249513" y="551967"/>
                    <a:pt x="234514" y="549883"/>
                    <a:pt x="221099" y="543051"/>
                  </a:cubicBezTo>
                  <a:cubicBezTo>
                    <a:pt x="205017" y="534885"/>
                    <a:pt x="198685" y="518553"/>
                    <a:pt x="197685" y="501055"/>
                  </a:cubicBezTo>
                  <a:cubicBezTo>
                    <a:pt x="196018" y="471974"/>
                    <a:pt x="197601" y="440810"/>
                    <a:pt x="201100" y="411896"/>
                  </a:cubicBezTo>
                  <a:cubicBezTo>
                    <a:pt x="201184" y="411146"/>
                    <a:pt x="199934" y="410979"/>
                    <a:pt x="199768" y="411729"/>
                  </a:cubicBezTo>
                  <a:cubicBezTo>
                    <a:pt x="193101" y="446976"/>
                    <a:pt x="174687" y="489056"/>
                    <a:pt x="187935" y="524886"/>
                  </a:cubicBezTo>
                  <a:cubicBezTo>
                    <a:pt x="189601" y="529385"/>
                    <a:pt x="191685" y="533468"/>
                    <a:pt x="194101" y="537134"/>
                  </a:cubicBezTo>
                  <a:cubicBezTo>
                    <a:pt x="192519" y="536885"/>
                    <a:pt x="190851" y="537052"/>
                    <a:pt x="189019" y="538051"/>
                  </a:cubicBezTo>
                  <a:cubicBezTo>
                    <a:pt x="161854" y="553133"/>
                    <a:pt x="131774" y="550717"/>
                    <a:pt x="104192" y="537551"/>
                  </a:cubicBezTo>
                  <a:cubicBezTo>
                    <a:pt x="75862" y="524053"/>
                    <a:pt x="63364" y="497472"/>
                    <a:pt x="59864" y="467641"/>
                  </a:cubicBezTo>
                  <a:cubicBezTo>
                    <a:pt x="57114" y="444393"/>
                    <a:pt x="62113" y="422728"/>
                    <a:pt x="69779" y="400980"/>
                  </a:cubicBezTo>
                  <a:cubicBezTo>
                    <a:pt x="79111" y="374483"/>
                    <a:pt x="90610" y="347152"/>
                    <a:pt x="105776" y="323487"/>
                  </a:cubicBezTo>
                  <a:cubicBezTo>
                    <a:pt x="106609" y="322237"/>
                    <a:pt x="104609" y="320654"/>
                    <a:pt x="103693" y="321904"/>
                  </a:cubicBezTo>
                  <a:cubicBezTo>
                    <a:pt x="83028" y="347318"/>
                    <a:pt x="68196" y="377066"/>
                    <a:pt x="55947" y="407230"/>
                  </a:cubicBezTo>
                  <a:cubicBezTo>
                    <a:pt x="49114" y="424145"/>
                    <a:pt x="44781" y="442810"/>
                    <a:pt x="44532" y="461475"/>
                  </a:cubicBezTo>
                  <a:cubicBezTo>
                    <a:pt x="15617" y="430728"/>
                    <a:pt x="6035" y="386482"/>
                    <a:pt x="20617" y="345735"/>
                  </a:cubicBezTo>
                  <a:cubicBezTo>
                    <a:pt x="28533" y="323571"/>
                    <a:pt x="39949" y="304239"/>
                    <a:pt x="58864" y="289823"/>
                  </a:cubicBezTo>
                  <a:cubicBezTo>
                    <a:pt x="75862" y="276908"/>
                    <a:pt x="94361" y="266076"/>
                    <a:pt x="111276" y="253077"/>
                  </a:cubicBezTo>
                  <a:cubicBezTo>
                    <a:pt x="141273" y="229996"/>
                    <a:pt x="161271" y="201415"/>
                    <a:pt x="159021" y="162002"/>
                  </a:cubicBezTo>
                  <a:cubicBezTo>
                    <a:pt x="157605" y="137670"/>
                    <a:pt x="151021" y="115006"/>
                    <a:pt x="142523" y="92924"/>
                  </a:cubicBezTo>
                  <a:cubicBezTo>
                    <a:pt x="152772" y="104340"/>
                    <a:pt x="165770" y="113173"/>
                    <a:pt x="173520" y="126922"/>
                  </a:cubicBezTo>
                  <a:cubicBezTo>
                    <a:pt x="183602" y="144753"/>
                    <a:pt x="180853" y="163002"/>
                    <a:pt x="174853" y="181667"/>
                  </a:cubicBezTo>
                  <a:cubicBezTo>
                    <a:pt x="168687" y="200831"/>
                    <a:pt x="156688" y="217497"/>
                    <a:pt x="148272" y="235662"/>
                  </a:cubicBezTo>
                  <a:cubicBezTo>
                    <a:pt x="141106" y="251077"/>
                    <a:pt x="139106" y="266576"/>
                    <a:pt x="137690" y="283324"/>
                  </a:cubicBezTo>
                  <a:cubicBezTo>
                    <a:pt x="137439" y="285907"/>
                    <a:pt x="141440" y="285824"/>
                    <a:pt x="141689" y="283324"/>
                  </a:cubicBezTo>
                  <a:cubicBezTo>
                    <a:pt x="142939" y="269659"/>
                    <a:pt x="144022" y="255493"/>
                    <a:pt x="149938" y="242911"/>
                  </a:cubicBezTo>
                  <a:cubicBezTo>
                    <a:pt x="154688" y="232745"/>
                    <a:pt x="162021" y="223246"/>
                    <a:pt x="168104" y="213830"/>
                  </a:cubicBezTo>
                  <a:cubicBezTo>
                    <a:pt x="178436" y="197832"/>
                    <a:pt x="187602" y="181750"/>
                    <a:pt x="190435" y="162502"/>
                  </a:cubicBezTo>
                  <a:cubicBezTo>
                    <a:pt x="195684" y="127005"/>
                    <a:pt x="165937" y="104674"/>
                    <a:pt x="140106" y="86758"/>
                  </a:cubicBezTo>
                  <a:cubicBezTo>
                    <a:pt x="137690" y="80676"/>
                    <a:pt x="135107" y="74593"/>
                    <a:pt x="132523" y="68510"/>
                  </a:cubicBezTo>
                  <a:cubicBezTo>
                    <a:pt x="136523" y="72343"/>
                    <a:pt x="141106" y="75843"/>
                    <a:pt x="145273" y="79426"/>
                  </a:cubicBezTo>
                  <a:cubicBezTo>
                    <a:pt x="156354" y="89008"/>
                    <a:pt x="169604" y="95841"/>
                    <a:pt x="181020" y="105257"/>
                  </a:cubicBezTo>
                  <a:cubicBezTo>
                    <a:pt x="192268" y="114589"/>
                    <a:pt x="204350" y="123172"/>
                    <a:pt x="215100" y="133088"/>
                  </a:cubicBezTo>
                  <a:cubicBezTo>
                    <a:pt x="226849" y="143837"/>
                    <a:pt x="236265" y="156836"/>
                    <a:pt x="248263" y="167335"/>
                  </a:cubicBezTo>
                  <a:cubicBezTo>
                    <a:pt x="249846" y="168668"/>
                    <a:pt x="251680" y="168418"/>
                    <a:pt x="252930" y="167501"/>
                  </a:cubicBezTo>
                  <a:cubicBezTo>
                    <a:pt x="255596" y="170168"/>
                    <a:pt x="258345" y="172834"/>
                    <a:pt x="261179" y="175417"/>
                  </a:cubicBezTo>
                  <a:cubicBezTo>
                    <a:pt x="277928" y="190332"/>
                    <a:pt x="298175" y="200831"/>
                    <a:pt x="318340" y="210414"/>
                  </a:cubicBezTo>
                  <a:cubicBezTo>
                    <a:pt x="339504" y="220496"/>
                    <a:pt x="362669" y="228329"/>
                    <a:pt x="380835" y="243494"/>
                  </a:cubicBezTo>
                  <a:cubicBezTo>
                    <a:pt x="397999" y="257743"/>
                    <a:pt x="414498" y="277241"/>
                    <a:pt x="421997" y="298490"/>
                  </a:cubicBezTo>
                  <a:cubicBezTo>
                    <a:pt x="428996" y="318321"/>
                    <a:pt x="430830" y="344402"/>
                    <a:pt x="417332" y="361817"/>
                  </a:cubicBezTo>
                  <a:cubicBezTo>
                    <a:pt x="398916" y="319654"/>
                    <a:pt x="359087" y="293490"/>
                    <a:pt x="316341" y="275408"/>
                  </a:cubicBezTo>
                  <a:cubicBezTo>
                    <a:pt x="315757" y="274741"/>
                    <a:pt x="315341" y="275408"/>
                    <a:pt x="315840" y="275741"/>
                  </a:cubicBezTo>
                  <a:lnTo>
                    <a:pt x="315840" y="275741"/>
                  </a:lnTo>
                  <a:close/>
                </a:path>
              </a:pathLst>
            </a:custGeom>
            <a:grpFill/>
            <a:ln w="8332" cap="flat">
              <a:noFill/>
              <a:prstDash val="solid"/>
              <a:miter/>
            </a:ln>
          </p:spPr>
          <p:txBody>
            <a:bodyPr rtlCol="0" anchor="ctr"/>
            <a:lstStyle/>
            <a:p>
              <a:endParaRPr lang="en-US"/>
            </a:p>
          </p:txBody>
        </p:sp>
        <p:sp>
          <p:nvSpPr>
            <p:cNvPr id="2497" name="Freeform: Shape 2496"/>
            <p:cNvSpPr/>
            <p:nvPr/>
          </p:nvSpPr>
          <p:spPr>
            <a:xfrm>
              <a:off x="10442404" y="5364896"/>
              <a:ext cx="40764" cy="131681"/>
            </a:xfrm>
            <a:custGeom>
              <a:avLst/>
              <a:gdLst>
                <a:gd name="connsiteX0" fmla="*/ 33923 w 40764"/>
                <a:gd name="connsiteY0" fmla="*/ 714 h 131681"/>
                <a:gd name="connsiteX1" fmla="*/ 31007 w 40764"/>
                <a:gd name="connsiteY1" fmla="*/ 1964 h 131681"/>
                <a:gd name="connsiteX2" fmla="*/ 20841 w 40764"/>
                <a:gd name="connsiteY2" fmla="*/ 65292 h 131681"/>
                <a:gd name="connsiteX3" fmla="*/ 9 w 40764"/>
                <a:gd name="connsiteY3" fmla="*/ 131369 h 131681"/>
                <a:gd name="connsiteX4" fmla="*/ 510 w 40764"/>
                <a:gd name="connsiteY4" fmla="*/ 131536 h 131681"/>
                <a:gd name="connsiteX5" fmla="*/ 33174 w 40764"/>
                <a:gd name="connsiteY5" fmla="*/ 58626 h 131681"/>
                <a:gd name="connsiteX6" fmla="*/ 33923 w 40764"/>
                <a:gd name="connsiteY6" fmla="*/ 714 h 131681"/>
                <a:gd name="connsiteX7" fmla="*/ 33923 w 40764"/>
                <a:gd name="connsiteY7" fmla="*/ 714 h 131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764" h="131681">
                  <a:moveTo>
                    <a:pt x="33923" y="714"/>
                  </a:moveTo>
                  <a:cubicBezTo>
                    <a:pt x="32923" y="-702"/>
                    <a:pt x="30590" y="131"/>
                    <a:pt x="31007" y="1964"/>
                  </a:cubicBezTo>
                  <a:cubicBezTo>
                    <a:pt x="35840" y="23129"/>
                    <a:pt x="27008" y="45627"/>
                    <a:pt x="20841" y="65292"/>
                  </a:cubicBezTo>
                  <a:cubicBezTo>
                    <a:pt x="13842" y="87540"/>
                    <a:pt x="3926" y="108288"/>
                    <a:pt x="9" y="131369"/>
                  </a:cubicBezTo>
                  <a:cubicBezTo>
                    <a:pt x="-73" y="131703"/>
                    <a:pt x="426" y="131786"/>
                    <a:pt x="510" y="131536"/>
                  </a:cubicBezTo>
                  <a:cubicBezTo>
                    <a:pt x="6592" y="105455"/>
                    <a:pt x="22341" y="82790"/>
                    <a:pt x="33174" y="58626"/>
                  </a:cubicBezTo>
                  <a:cubicBezTo>
                    <a:pt x="40506" y="42127"/>
                    <a:pt x="45422" y="16463"/>
                    <a:pt x="33923" y="714"/>
                  </a:cubicBezTo>
                  <a:lnTo>
                    <a:pt x="33923" y="714"/>
                  </a:lnTo>
                  <a:close/>
                </a:path>
              </a:pathLst>
            </a:custGeom>
            <a:grpFill/>
            <a:ln w="8332" cap="flat">
              <a:noFill/>
              <a:prstDash val="solid"/>
              <a:miter/>
            </a:ln>
          </p:spPr>
          <p:txBody>
            <a:bodyPr rtlCol="0" anchor="ctr"/>
            <a:lstStyle/>
            <a:p>
              <a:endParaRPr lang="en-US"/>
            </a:p>
          </p:txBody>
        </p:sp>
        <p:sp>
          <p:nvSpPr>
            <p:cNvPr id="2498" name="Freeform: Shape 2497"/>
            <p:cNvSpPr/>
            <p:nvPr/>
          </p:nvSpPr>
          <p:spPr>
            <a:xfrm>
              <a:off x="10489497" y="5494525"/>
              <a:ext cx="103182" cy="67024"/>
            </a:xfrm>
            <a:custGeom>
              <a:avLst/>
              <a:gdLst>
                <a:gd name="connsiteX0" fmla="*/ 102820 w 103182"/>
                <a:gd name="connsiteY0" fmla="*/ 62901 h 67024"/>
                <a:gd name="connsiteX1" fmla="*/ 57657 w 103182"/>
                <a:gd name="connsiteY1" fmla="*/ 12323 h 67024"/>
                <a:gd name="connsiteX2" fmla="*/ 496 w 103182"/>
                <a:gd name="connsiteY2" fmla="*/ 7156 h 67024"/>
                <a:gd name="connsiteX3" fmla="*/ 2078 w 103182"/>
                <a:gd name="connsiteY3" fmla="*/ 9906 h 67024"/>
                <a:gd name="connsiteX4" fmla="*/ 60406 w 103182"/>
                <a:gd name="connsiteY4" fmla="*/ 25821 h 67024"/>
                <a:gd name="connsiteX5" fmla="*/ 97820 w 103182"/>
                <a:gd name="connsiteY5" fmla="*/ 65735 h 67024"/>
                <a:gd name="connsiteX6" fmla="*/ 102820 w 103182"/>
                <a:gd name="connsiteY6" fmla="*/ 62901 h 67024"/>
                <a:gd name="connsiteX7" fmla="*/ 102820 w 103182"/>
                <a:gd name="connsiteY7" fmla="*/ 62901 h 67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182" h="67024">
                  <a:moveTo>
                    <a:pt x="102820" y="62901"/>
                  </a:moveTo>
                  <a:cubicBezTo>
                    <a:pt x="91237" y="41153"/>
                    <a:pt x="79822" y="24321"/>
                    <a:pt x="57657" y="12323"/>
                  </a:cubicBezTo>
                  <a:cubicBezTo>
                    <a:pt x="40326" y="2907"/>
                    <a:pt x="17827" y="-7175"/>
                    <a:pt x="496" y="7156"/>
                  </a:cubicBezTo>
                  <a:cubicBezTo>
                    <a:pt x="-755" y="8240"/>
                    <a:pt x="579" y="10490"/>
                    <a:pt x="2078" y="9906"/>
                  </a:cubicBezTo>
                  <a:cubicBezTo>
                    <a:pt x="22077" y="2823"/>
                    <a:pt x="43908" y="15739"/>
                    <a:pt x="60406" y="25821"/>
                  </a:cubicBezTo>
                  <a:cubicBezTo>
                    <a:pt x="76072" y="35404"/>
                    <a:pt x="87320" y="51069"/>
                    <a:pt x="97820" y="65735"/>
                  </a:cubicBezTo>
                  <a:cubicBezTo>
                    <a:pt x="99986" y="68651"/>
                    <a:pt x="104486" y="66151"/>
                    <a:pt x="102820" y="62901"/>
                  </a:cubicBezTo>
                  <a:lnTo>
                    <a:pt x="102820" y="62901"/>
                  </a:lnTo>
                  <a:close/>
                </a:path>
              </a:pathLst>
            </a:custGeom>
            <a:grpFill/>
            <a:ln w="8332" cap="flat">
              <a:noFill/>
              <a:prstDash val="solid"/>
              <a:miter/>
            </a:ln>
          </p:spPr>
          <p:txBody>
            <a:bodyPr rtlCol="0" anchor="ctr"/>
            <a:lstStyle/>
            <a:p>
              <a:endParaRPr lang="en-US"/>
            </a:p>
          </p:txBody>
        </p:sp>
        <p:sp>
          <p:nvSpPr>
            <p:cNvPr id="2499" name="Freeform: Shape 2498"/>
            <p:cNvSpPr/>
            <p:nvPr/>
          </p:nvSpPr>
          <p:spPr>
            <a:xfrm>
              <a:off x="9263739" y="4465648"/>
              <a:ext cx="328870" cy="705886"/>
            </a:xfrm>
            <a:custGeom>
              <a:avLst/>
              <a:gdLst>
                <a:gd name="connsiteX0" fmla="*/ 287839 w 328870"/>
                <a:gd name="connsiteY0" fmla="*/ 193026 h 705886"/>
                <a:gd name="connsiteX1" fmla="*/ 242593 w 328870"/>
                <a:gd name="connsiteY1" fmla="*/ 127448 h 705886"/>
                <a:gd name="connsiteX2" fmla="*/ 172849 w 328870"/>
                <a:gd name="connsiteY2" fmla="*/ 100617 h 705886"/>
                <a:gd name="connsiteX3" fmla="*/ 137435 w 328870"/>
                <a:gd name="connsiteY3" fmla="*/ 18291 h 705886"/>
                <a:gd name="connsiteX4" fmla="*/ 120271 w 328870"/>
                <a:gd name="connsiteY4" fmla="*/ 210 h 705886"/>
                <a:gd name="connsiteX5" fmla="*/ 89189 w 328870"/>
                <a:gd name="connsiteY5" fmla="*/ 12042 h 705886"/>
                <a:gd name="connsiteX6" fmla="*/ 65859 w 328870"/>
                <a:gd name="connsiteY6" fmla="*/ 50289 h 705886"/>
                <a:gd name="connsiteX7" fmla="*/ 101772 w 328870"/>
                <a:gd name="connsiteY7" fmla="*/ 78203 h 705886"/>
                <a:gd name="connsiteX8" fmla="*/ 129019 w 328870"/>
                <a:gd name="connsiteY8" fmla="*/ 108950 h 705886"/>
                <a:gd name="connsiteX9" fmla="*/ 114187 w 328870"/>
                <a:gd name="connsiteY9" fmla="*/ 124782 h 705886"/>
                <a:gd name="connsiteX10" fmla="*/ 112354 w 328870"/>
                <a:gd name="connsiteY10" fmla="*/ 214940 h 705886"/>
                <a:gd name="connsiteX11" fmla="*/ 79024 w 328870"/>
                <a:gd name="connsiteY11" fmla="*/ 311431 h 705886"/>
                <a:gd name="connsiteX12" fmla="*/ 78608 w 328870"/>
                <a:gd name="connsiteY12" fmla="*/ 314015 h 705886"/>
                <a:gd name="connsiteX13" fmla="*/ 64692 w 328870"/>
                <a:gd name="connsiteY13" fmla="*/ 340929 h 705886"/>
                <a:gd name="connsiteX14" fmla="*/ 3780 w 328870"/>
                <a:gd name="connsiteY14" fmla="*/ 505081 h 705886"/>
                <a:gd name="connsiteX15" fmla="*/ 31945 w 328870"/>
                <a:gd name="connsiteY15" fmla="*/ 662067 h 705886"/>
                <a:gd name="connsiteX16" fmla="*/ 169599 w 328870"/>
                <a:gd name="connsiteY16" fmla="*/ 700063 h 705886"/>
                <a:gd name="connsiteX17" fmla="*/ 285339 w 328870"/>
                <a:gd name="connsiteY17" fmla="*/ 611155 h 705886"/>
                <a:gd name="connsiteX18" fmla="*/ 327252 w 328870"/>
                <a:gd name="connsiteY18" fmla="*/ 452085 h 705886"/>
                <a:gd name="connsiteX19" fmla="*/ 317253 w 328870"/>
                <a:gd name="connsiteY19" fmla="*/ 272852 h 705886"/>
                <a:gd name="connsiteX20" fmla="*/ 287839 w 328870"/>
                <a:gd name="connsiteY20" fmla="*/ 193026 h 705886"/>
                <a:gd name="connsiteX21" fmla="*/ 287839 w 328870"/>
                <a:gd name="connsiteY21" fmla="*/ 193026 h 705886"/>
                <a:gd name="connsiteX22" fmla="*/ 108438 w 328870"/>
                <a:gd name="connsiteY22" fmla="*/ 68203 h 705886"/>
                <a:gd name="connsiteX23" fmla="*/ 88107 w 328870"/>
                <a:gd name="connsiteY23" fmla="*/ 52122 h 705886"/>
                <a:gd name="connsiteX24" fmla="*/ 70858 w 328870"/>
                <a:gd name="connsiteY24" fmla="*/ 38873 h 705886"/>
                <a:gd name="connsiteX25" fmla="*/ 79940 w 328870"/>
                <a:gd name="connsiteY25" fmla="*/ 28290 h 705886"/>
                <a:gd name="connsiteX26" fmla="*/ 111354 w 328870"/>
                <a:gd name="connsiteY26" fmla="*/ 13292 h 705886"/>
                <a:gd name="connsiteX27" fmla="*/ 133686 w 328870"/>
                <a:gd name="connsiteY27" fmla="*/ 35790 h 705886"/>
                <a:gd name="connsiteX28" fmla="*/ 158350 w 328870"/>
                <a:gd name="connsiteY28" fmla="*/ 100617 h 705886"/>
                <a:gd name="connsiteX29" fmla="*/ 136519 w 328870"/>
                <a:gd name="connsiteY29" fmla="*/ 105117 h 705886"/>
                <a:gd name="connsiteX30" fmla="*/ 108438 w 328870"/>
                <a:gd name="connsiteY30" fmla="*/ 68203 h 705886"/>
                <a:gd name="connsiteX31" fmla="*/ 108438 w 328870"/>
                <a:gd name="connsiteY31" fmla="*/ 68203 h 705886"/>
                <a:gd name="connsiteX32" fmla="*/ 120354 w 328870"/>
                <a:gd name="connsiteY32" fmla="*/ 242854 h 705886"/>
                <a:gd name="connsiteX33" fmla="*/ 123187 w 328870"/>
                <a:gd name="connsiteY33" fmla="*/ 222273 h 705886"/>
                <a:gd name="connsiteX34" fmla="*/ 124187 w 328870"/>
                <a:gd name="connsiteY34" fmla="*/ 186443 h 705886"/>
                <a:gd name="connsiteX35" fmla="*/ 147102 w 328870"/>
                <a:gd name="connsiteY35" fmla="*/ 116282 h 705886"/>
                <a:gd name="connsiteX36" fmla="*/ 164767 w 328870"/>
                <a:gd name="connsiteY36" fmla="*/ 114116 h 705886"/>
                <a:gd name="connsiteX37" fmla="*/ 169682 w 328870"/>
                <a:gd name="connsiteY37" fmla="*/ 114116 h 705886"/>
                <a:gd name="connsiteX38" fmla="*/ 220511 w 328870"/>
                <a:gd name="connsiteY38" fmla="*/ 128948 h 705886"/>
                <a:gd name="connsiteX39" fmla="*/ 270007 w 328870"/>
                <a:gd name="connsiteY39" fmla="*/ 190443 h 705886"/>
                <a:gd name="connsiteX40" fmla="*/ 272923 w 328870"/>
                <a:gd name="connsiteY40" fmla="*/ 195942 h 705886"/>
                <a:gd name="connsiteX41" fmla="*/ 234177 w 328870"/>
                <a:gd name="connsiteY41" fmla="*/ 167778 h 705886"/>
                <a:gd name="connsiteX42" fmla="*/ 225345 w 328870"/>
                <a:gd name="connsiteY42" fmla="*/ 168694 h 705886"/>
                <a:gd name="connsiteX43" fmla="*/ 222345 w 328870"/>
                <a:gd name="connsiteY43" fmla="*/ 219357 h 705886"/>
                <a:gd name="connsiteX44" fmla="*/ 213096 w 328870"/>
                <a:gd name="connsiteY44" fmla="*/ 208524 h 705886"/>
                <a:gd name="connsiteX45" fmla="*/ 208429 w 328870"/>
                <a:gd name="connsiteY45" fmla="*/ 176361 h 705886"/>
                <a:gd name="connsiteX46" fmla="*/ 197680 w 328870"/>
                <a:gd name="connsiteY46" fmla="*/ 174611 h 705886"/>
                <a:gd name="connsiteX47" fmla="*/ 179182 w 328870"/>
                <a:gd name="connsiteY47" fmla="*/ 240021 h 705886"/>
                <a:gd name="connsiteX48" fmla="*/ 173016 w 328870"/>
                <a:gd name="connsiteY48" fmla="*/ 251104 h 705886"/>
                <a:gd name="connsiteX49" fmla="*/ 164433 w 328870"/>
                <a:gd name="connsiteY49" fmla="*/ 237188 h 705886"/>
                <a:gd name="connsiteX50" fmla="*/ 162433 w 328870"/>
                <a:gd name="connsiteY50" fmla="*/ 218523 h 705886"/>
                <a:gd name="connsiteX51" fmla="*/ 159434 w 328870"/>
                <a:gd name="connsiteY51" fmla="*/ 200108 h 705886"/>
                <a:gd name="connsiteX52" fmla="*/ 161350 w 328870"/>
                <a:gd name="connsiteY52" fmla="*/ 193859 h 705886"/>
                <a:gd name="connsiteX53" fmla="*/ 151684 w 328870"/>
                <a:gd name="connsiteY53" fmla="*/ 189526 h 705886"/>
                <a:gd name="connsiteX54" fmla="*/ 149185 w 328870"/>
                <a:gd name="connsiteY54" fmla="*/ 196942 h 705886"/>
                <a:gd name="connsiteX55" fmla="*/ 117354 w 328870"/>
                <a:gd name="connsiteY55" fmla="*/ 254187 h 705886"/>
                <a:gd name="connsiteX56" fmla="*/ 120354 w 328870"/>
                <a:gd name="connsiteY56" fmla="*/ 242854 h 705886"/>
                <a:gd name="connsiteX57" fmla="*/ 120354 w 328870"/>
                <a:gd name="connsiteY57" fmla="*/ 242854 h 705886"/>
                <a:gd name="connsiteX58" fmla="*/ 314503 w 328870"/>
                <a:gd name="connsiteY58" fmla="*/ 423088 h 705886"/>
                <a:gd name="connsiteX59" fmla="*/ 283506 w 328870"/>
                <a:gd name="connsiteY59" fmla="*/ 585323 h 705886"/>
                <a:gd name="connsiteX60" fmla="*/ 184431 w 328870"/>
                <a:gd name="connsiteY60" fmla="*/ 680398 h 705886"/>
                <a:gd name="connsiteX61" fmla="*/ 103522 w 328870"/>
                <a:gd name="connsiteY61" fmla="*/ 688981 h 705886"/>
                <a:gd name="connsiteX62" fmla="*/ 38444 w 328870"/>
                <a:gd name="connsiteY62" fmla="*/ 645152 h 705886"/>
                <a:gd name="connsiteX63" fmla="*/ 22612 w 328870"/>
                <a:gd name="connsiteY63" fmla="*/ 485999 h 705886"/>
                <a:gd name="connsiteX64" fmla="*/ 92190 w 328870"/>
                <a:gd name="connsiteY64" fmla="*/ 316098 h 705886"/>
                <a:gd name="connsiteX65" fmla="*/ 111688 w 328870"/>
                <a:gd name="connsiteY65" fmla="*/ 270685 h 705886"/>
                <a:gd name="connsiteX66" fmla="*/ 138852 w 328870"/>
                <a:gd name="connsiteY66" fmla="*/ 238355 h 705886"/>
                <a:gd name="connsiteX67" fmla="*/ 150934 w 328870"/>
                <a:gd name="connsiteY67" fmla="*/ 217857 h 705886"/>
                <a:gd name="connsiteX68" fmla="*/ 153434 w 328870"/>
                <a:gd name="connsiteY68" fmla="*/ 242188 h 705886"/>
                <a:gd name="connsiteX69" fmla="*/ 174932 w 328870"/>
                <a:gd name="connsiteY69" fmla="*/ 264853 h 705886"/>
                <a:gd name="connsiteX70" fmla="*/ 193514 w 328870"/>
                <a:gd name="connsiteY70" fmla="*/ 237855 h 705886"/>
                <a:gd name="connsiteX71" fmla="*/ 201430 w 328870"/>
                <a:gd name="connsiteY71" fmla="*/ 210441 h 705886"/>
                <a:gd name="connsiteX72" fmla="*/ 221928 w 328870"/>
                <a:gd name="connsiteY72" fmla="*/ 237772 h 705886"/>
                <a:gd name="connsiteX73" fmla="*/ 235343 w 328870"/>
                <a:gd name="connsiteY73" fmla="*/ 190776 h 705886"/>
                <a:gd name="connsiteX74" fmla="*/ 252841 w 328870"/>
                <a:gd name="connsiteY74" fmla="*/ 210274 h 705886"/>
                <a:gd name="connsiteX75" fmla="*/ 278923 w 328870"/>
                <a:gd name="connsiteY75" fmla="*/ 207608 h 705886"/>
                <a:gd name="connsiteX76" fmla="*/ 300421 w 328870"/>
                <a:gd name="connsiteY76" fmla="*/ 262519 h 705886"/>
                <a:gd name="connsiteX77" fmla="*/ 314503 w 328870"/>
                <a:gd name="connsiteY77" fmla="*/ 423088 h 705886"/>
                <a:gd name="connsiteX78" fmla="*/ 314503 w 328870"/>
                <a:gd name="connsiteY78" fmla="*/ 423088 h 705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328870" h="705886">
                  <a:moveTo>
                    <a:pt x="287839" y="193026"/>
                  </a:moveTo>
                  <a:cubicBezTo>
                    <a:pt x="276090" y="169278"/>
                    <a:pt x="262174" y="145530"/>
                    <a:pt x="242593" y="127448"/>
                  </a:cubicBezTo>
                  <a:cubicBezTo>
                    <a:pt x="223761" y="110033"/>
                    <a:pt x="198180" y="101867"/>
                    <a:pt x="172849" y="100617"/>
                  </a:cubicBezTo>
                  <a:cubicBezTo>
                    <a:pt x="164933" y="72120"/>
                    <a:pt x="151684" y="43872"/>
                    <a:pt x="137435" y="18291"/>
                  </a:cubicBezTo>
                  <a:cubicBezTo>
                    <a:pt x="133853" y="11876"/>
                    <a:pt x="128270" y="1626"/>
                    <a:pt x="120271" y="210"/>
                  </a:cubicBezTo>
                  <a:cubicBezTo>
                    <a:pt x="110188" y="-1540"/>
                    <a:pt x="97689" y="8126"/>
                    <a:pt x="89189" y="12042"/>
                  </a:cubicBezTo>
                  <a:cubicBezTo>
                    <a:pt x="72025" y="19958"/>
                    <a:pt x="43610" y="30874"/>
                    <a:pt x="65859" y="50289"/>
                  </a:cubicBezTo>
                  <a:cubicBezTo>
                    <a:pt x="77358" y="60288"/>
                    <a:pt x="90940" y="67370"/>
                    <a:pt x="101772" y="78203"/>
                  </a:cubicBezTo>
                  <a:cubicBezTo>
                    <a:pt x="111104" y="87535"/>
                    <a:pt x="120854" y="98118"/>
                    <a:pt x="129019" y="108950"/>
                  </a:cubicBezTo>
                  <a:cubicBezTo>
                    <a:pt x="122853" y="112616"/>
                    <a:pt x="117687" y="117699"/>
                    <a:pt x="114187" y="124782"/>
                  </a:cubicBezTo>
                  <a:cubicBezTo>
                    <a:pt x="100523" y="152363"/>
                    <a:pt x="114187" y="186026"/>
                    <a:pt x="112354" y="214940"/>
                  </a:cubicBezTo>
                  <a:cubicBezTo>
                    <a:pt x="110188" y="249271"/>
                    <a:pt x="95273" y="281601"/>
                    <a:pt x="79024" y="311431"/>
                  </a:cubicBezTo>
                  <a:cubicBezTo>
                    <a:pt x="78525" y="312348"/>
                    <a:pt x="78441" y="313181"/>
                    <a:pt x="78608" y="314015"/>
                  </a:cubicBezTo>
                  <a:cubicBezTo>
                    <a:pt x="74025" y="323014"/>
                    <a:pt x="69359" y="332013"/>
                    <a:pt x="64692" y="340929"/>
                  </a:cubicBezTo>
                  <a:cubicBezTo>
                    <a:pt x="37945" y="392841"/>
                    <a:pt x="12780" y="446919"/>
                    <a:pt x="3780" y="505081"/>
                  </a:cubicBezTo>
                  <a:cubicBezTo>
                    <a:pt x="-4052" y="556076"/>
                    <a:pt x="-1969" y="619737"/>
                    <a:pt x="31945" y="662067"/>
                  </a:cubicBezTo>
                  <a:cubicBezTo>
                    <a:pt x="64942" y="703146"/>
                    <a:pt x="120770" y="714145"/>
                    <a:pt x="169599" y="700063"/>
                  </a:cubicBezTo>
                  <a:cubicBezTo>
                    <a:pt x="218595" y="685898"/>
                    <a:pt x="258758" y="654484"/>
                    <a:pt x="285339" y="611155"/>
                  </a:cubicBezTo>
                  <a:cubicBezTo>
                    <a:pt x="314753" y="563076"/>
                    <a:pt x="323752" y="507414"/>
                    <a:pt x="327252" y="452085"/>
                  </a:cubicBezTo>
                  <a:cubicBezTo>
                    <a:pt x="331085" y="392008"/>
                    <a:pt x="328252" y="332097"/>
                    <a:pt x="317253" y="272852"/>
                  </a:cubicBezTo>
                  <a:cubicBezTo>
                    <a:pt x="311837" y="244438"/>
                    <a:pt x="300588" y="218773"/>
                    <a:pt x="287839" y="193026"/>
                  </a:cubicBezTo>
                  <a:lnTo>
                    <a:pt x="287839" y="193026"/>
                  </a:lnTo>
                  <a:close/>
                  <a:moveTo>
                    <a:pt x="108438" y="68203"/>
                  </a:moveTo>
                  <a:cubicBezTo>
                    <a:pt x="102189" y="62204"/>
                    <a:pt x="95190" y="57038"/>
                    <a:pt x="88107" y="52122"/>
                  </a:cubicBezTo>
                  <a:cubicBezTo>
                    <a:pt x="84274" y="49455"/>
                    <a:pt x="71524" y="43289"/>
                    <a:pt x="70858" y="38873"/>
                  </a:cubicBezTo>
                  <a:cubicBezTo>
                    <a:pt x="69942" y="32707"/>
                    <a:pt x="75358" y="30874"/>
                    <a:pt x="79940" y="28290"/>
                  </a:cubicBezTo>
                  <a:cubicBezTo>
                    <a:pt x="89356" y="23041"/>
                    <a:pt x="101022" y="16042"/>
                    <a:pt x="111354" y="13292"/>
                  </a:cubicBezTo>
                  <a:cubicBezTo>
                    <a:pt x="124270" y="9875"/>
                    <a:pt x="129019" y="25874"/>
                    <a:pt x="133686" y="35790"/>
                  </a:cubicBezTo>
                  <a:cubicBezTo>
                    <a:pt x="143518" y="56788"/>
                    <a:pt x="152351" y="78369"/>
                    <a:pt x="158350" y="100617"/>
                  </a:cubicBezTo>
                  <a:cubicBezTo>
                    <a:pt x="150851" y="101117"/>
                    <a:pt x="143351" y="102451"/>
                    <a:pt x="136519" y="105117"/>
                  </a:cubicBezTo>
                  <a:cubicBezTo>
                    <a:pt x="131603" y="91035"/>
                    <a:pt x="118353" y="77703"/>
                    <a:pt x="108438" y="68203"/>
                  </a:cubicBezTo>
                  <a:lnTo>
                    <a:pt x="108438" y="68203"/>
                  </a:lnTo>
                  <a:close/>
                  <a:moveTo>
                    <a:pt x="120354" y="242854"/>
                  </a:moveTo>
                  <a:cubicBezTo>
                    <a:pt x="122020" y="235855"/>
                    <a:pt x="122937" y="229023"/>
                    <a:pt x="123187" y="222273"/>
                  </a:cubicBezTo>
                  <a:cubicBezTo>
                    <a:pt x="124853" y="210691"/>
                    <a:pt x="125270" y="198775"/>
                    <a:pt x="124187" y="186443"/>
                  </a:cubicBezTo>
                  <a:cubicBezTo>
                    <a:pt x="121854" y="160945"/>
                    <a:pt x="113938" y="124365"/>
                    <a:pt x="147102" y="116282"/>
                  </a:cubicBezTo>
                  <a:cubicBezTo>
                    <a:pt x="152601" y="114950"/>
                    <a:pt x="158601" y="114199"/>
                    <a:pt x="164767" y="114116"/>
                  </a:cubicBezTo>
                  <a:cubicBezTo>
                    <a:pt x="166349" y="114699"/>
                    <a:pt x="168100" y="114699"/>
                    <a:pt x="169682" y="114116"/>
                  </a:cubicBezTo>
                  <a:cubicBezTo>
                    <a:pt x="187681" y="114699"/>
                    <a:pt x="206763" y="120199"/>
                    <a:pt x="220511" y="128948"/>
                  </a:cubicBezTo>
                  <a:cubicBezTo>
                    <a:pt x="242676" y="142947"/>
                    <a:pt x="258091" y="167861"/>
                    <a:pt x="270007" y="190443"/>
                  </a:cubicBezTo>
                  <a:cubicBezTo>
                    <a:pt x="271007" y="192276"/>
                    <a:pt x="271923" y="194109"/>
                    <a:pt x="272923" y="195942"/>
                  </a:cubicBezTo>
                  <a:cubicBezTo>
                    <a:pt x="254342" y="208857"/>
                    <a:pt x="241843" y="183193"/>
                    <a:pt x="234177" y="167778"/>
                  </a:cubicBezTo>
                  <a:cubicBezTo>
                    <a:pt x="232260" y="164028"/>
                    <a:pt x="226595" y="164862"/>
                    <a:pt x="225345" y="168694"/>
                  </a:cubicBezTo>
                  <a:cubicBezTo>
                    <a:pt x="220178" y="185026"/>
                    <a:pt x="226094" y="203025"/>
                    <a:pt x="222345" y="219357"/>
                  </a:cubicBezTo>
                  <a:cubicBezTo>
                    <a:pt x="219428" y="232022"/>
                    <a:pt x="214178" y="213524"/>
                    <a:pt x="213096" y="208524"/>
                  </a:cubicBezTo>
                  <a:cubicBezTo>
                    <a:pt x="210763" y="198442"/>
                    <a:pt x="209262" y="186610"/>
                    <a:pt x="208429" y="176361"/>
                  </a:cubicBezTo>
                  <a:cubicBezTo>
                    <a:pt x="207929" y="170361"/>
                    <a:pt x="199930" y="168445"/>
                    <a:pt x="197680" y="174611"/>
                  </a:cubicBezTo>
                  <a:cubicBezTo>
                    <a:pt x="190015" y="195942"/>
                    <a:pt x="188514" y="219023"/>
                    <a:pt x="179182" y="240021"/>
                  </a:cubicBezTo>
                  <a:cubicBezTo>
                    <a:pt x="178015" y="242605"/>
                    <a:pt x="175682" y="249771"/>
                    <a:pt x="173016" y="251104"/>
                  </a:cubicBezTo>
                  <a:cubicBezTo>
                    <a:pt x="167100" y="254020"/>
                    <a:pt x="165184" y="242355"/>
                    <a:pt x="164433" y="237188"/>
                  </a:cubicBezTo>
                  <a:cubicBezTo>
                    <a:pt x="163433" y="231022"/>
                    <a:pt x="163183" y="224773"/>
                    <a:pt x="162433" y="218523"/>
                  </a:cubicBezTo>
                  <a:cubicBezTo>
                    <a:pt x="161934" y="214523"/>
                    <a:pt x="159267" y="206025"/>
                    <a:pt x="159434" y="200108"/>
                  </a:cubicBezTo>
                  <a:cubicBezTo>
                    <a:pt x="160183" y="198025"/>
                    <a:pt x="160767" y="195942"/>
                    <a:pt x="161350" y="193859"/>
                  </a:cubicBezTo>
                  <a:cubicBezTo>
                    <a:pt x="162850" y="187776"/>
                    <a:pt x="155267" y="184693"/>
                    <a:pt x="151684" y="189526"/>
                  </a:cubicBezTo>
                  <a:cubicBezTo>
                    <a:pt x="150018" y="191692"/>
                    <a:pt x="149351" y="194192"/>
                    <a:pt x="149185" y="196942"/>
                  </a:cubicBezTo>
                  <a:cubicBezTo>
                    <a:pt x="142269" y="217190"/>
                    <a:pt x="129520" y="236022"/>
                    <a:pt x="117354" y="254187"/>
                  </a:cubicBezTo>
                  <a:cubicBezTo>
                    <a:pt x="118353" y="250354"/>
                    <a:pt x="119437" y="246604"/>
                    <a:pt x="120354" y="242854"/>
                  </a:cubicBezTo>
                  <a:lnTo>
                    <a:pt x="120354" y="242854"/>
                  </a:lnTo>
                  <a:close/>
                  <a:moveTo>
                    <a:pt x="314503" y="423088"/>
                  </a:moveTo>
                  <a:cubicBezTo>
                    <a:pt x="313004" y="478417"/>
                    <a:pt x="307837" y="534828"/>
                    <a:pt x="283506" y="585323"/>
                  </a:cubicBezTo>
                  <a:cubicBezTo>
                    <a:pt x="263091" y="627570"/>
                    <a:pt x="228678" y="663317"/>
                    <a:pt x="184431" y="680398"/>
                  </a:cubicBezTo>
                  <a:cubicBezTo>
                    <a:pt x="157434" y="690814"/>
                    <a:pt x="132019" y="694647"/>
                    <a:pt x="103522" y="688981"/>
                  </a:cubicBezTo>
                  <a:cubicBezTo>
                    <a:pt x="77525" y="683815"/>
                    <a:pt x="52193" y="668483"/>
                    <a:pt x="38444" y="645152"/>
                  </a:cubicBezTo>
                  <a:cubicBezTo>
                    <a:pt x="10530" y="597822"/>
                    <a:pt x="11197" y="538078"/>
                    <a:pt x="22612" y="485999"/>
                  </a:cubicBezTo>
                  <a:cubicBezTo>
                    <a:pt x="35778" y="425922"/>
                    <a:pt x="66275" y="371343"/>
                    <a:pt x="92190" y="316098"/>
                  </a:cubicBezTo>
                  <a:cubicBezTo>
                    <a:pt x="99106" y="301266"/>
                    <a:pt x="106021" y="286184"/>
                    <a:pt x="111688" y="270685"/>
                  </a:cubicBezTo>
                  <a:cubicBezTo>
                    <a:pt x="123770" y="263436"/>
                    <a:pt x="132102" y="250354"/>
                    <a:pt x="138852" y="238355"/>
                  </a:cubicBezTo>
                  <a:cubicBezTo>
                    <a:pt x="142685" y="231439"/>
                    <a:pt x="147018" y="224773"/>
                    <a:pt x="150934" y="217857"/>
                  </a:cubicBezTo>
                  <a:cubicBezTo>
                    <a:pt x="151518" y="225940"/>
                    <a:pt x="152017" y="234189"/>
                    <a:pt x="153434" y="242188"/>
                  </a:cubicBezTo>
                  <a:cubicBezTo>
                    <a:pt x="155184" y="252020"/>
                    <a:pt x="161684" y="269769"/>
                    <a:pt x="174932" y="264853"/>
                  </a:cubicBezTo>
                  <a:cubicBezTo>
                    <a:pt x="184932" y="261186"/>
                    <a:pt x="189931" y="246688"/>
                    <a:pt x="193514" y="237855"/>
                  </a:cubicBezTo>
                  <a:cubicBezTo>
                    <a:pt x="197180" y="228856"/>
                    <a:pt x="199514" y="219690"/>
                    <a:pt x="201430" y="210441"/>
                  </a:cubicBezTo>
                  <a:cubicBezTo>
                    <a:pt x="204513" y="225106"/>
                    <a:pt x="210262" y="238438"/>
                    <a:pt x="221928" y="237772"/>
                  </a:cubicBezTo>
                  <a:cubicBezTo>
                    <a:pt x="237843" y="236938"/>
                    <a:pt x="236760" y="210941"/>
                    <a:pt x="235343" y="190776"/>
                  </a:cubicBezTo>
                  <a:cubicBezTo>
                    <a:pt x="239676" y="198525"/>
                    <a:pt x="244759" y="205774"/>
                    <a:pt x="252841" y="210274"/>
                  </a:cubicBezTo>
                  <a:cubicBezTo>
                    <a:pt x="262758" y="215774"/>
                    <a:pt x="270840" y="212940"/>
                    <a:pt x="278923" y="207608"/>
                  </a:cubicBezTo>
                  <a:cubicBezTo>
                    <a:pt x="287839" y="225273"/>
                    <a:pt x="295921" y="243605"/>
                    <a:pt x="300421" y="262519"/>
                  </a:cubicBezTo>
                  <a:cubicBezTo>
                    <a:pt x="312920" y="314931"/>
                    <a:pt x="315920" y="369426"/>
                    <a:pt x="314503" y="423088"/>
                  </a:cubicBezTo>
                  <a:lnTo>
                    <a:pt x="314503" y="423088"/>
                  </a:lnTo>
                  <a:close/>
                </a:path>
              </a:pathLst>
            </a:custGeom>
            <a:grpFill/>
            <a:ln w="8332" cap="flat">
              <a:noFill/>
              <a:prstDash val="solid"/>
              <a:miter/>
            </a:ln>
          </p:spPr>
          <p:txBody>
            <a:bodyPr rtlCol="0" anchor="ctr"/>
            <a:lstStyle/>
            <a:p>
              <a:endParaRPr lang="en-US"/>
            </a:p>
          </p:txBody>
        </p:sp>
        <p:sp>
          <p:nvSpPr>
            <p:cNvPr id="2500" name="Freeform: Shape 2499"/>
            <p:cNvSpPr/>
            <p:nvPr/>
          </p:nvSpPr>
          <p:spPr>
            <a:xfrm>
              <a:off x="11484918" y="5061559"/>
              <a:ext cx="851486" cy="225860"/>
            </a:xfrm>
            <a:custGeom>
              <a:avLst/>
              <a:gdLst>
                <a:gd name="connsiteX0" fmla="*/ 75395 w 851486"/>
                <a:gd name="connsiteY0" fmla="*/ 200061 h 225860"/>
                <a:gd name="connsiteX1" fmla="*/ 123641 w 851486"/>
                <a:gd name="connsiteY1" fmla="*/ 199561 h 225860"/>
                <a:gd name="connsiteX2" fmla="*/ 157471 w 851486"/>
                <a:gd name="connsiteY2" fmla="*/ 208310 h 225860"/>
                <a:gd name="connsiteX3" fmla="*/ 199467 w 851486"/>
                <a:gd name="connsiteY3" fmla="*/ 203310 h 225860"/>
                <a:gd name="connsiteX4" fmla="*/ 283043 w 851486"/>
                <a:gd name="connsiteY4" fmla="*/ 216393 h 225860"/>
                <a:gd name="connsiteX5" fmla="*/ 316373 w 851486"/>
                <a:gd name="connsiteY5" fmla="*/ 213892 h 225860"/>
                <a:gd name="connsiteX6" fmla="*/ 358703 w 851486"/>
                <a:gd name="connsiteY6" fmla="*/ 204394 h 225860"/>
                <a:gd name="connsiteX7" fmla="*/ 449445 w 851486"/>
                <a:gd name="connsiteY7" fmla="*/ 224558 h 225860"/>
                <a:gd name="connsiteX8" fmla="*/ 521522 w 851486"/>
                <a:gd name="connsiteY8" fmla="*/ 214976 h 225860"/>
                <a:gd name="connsiteX9" fmla="*/ 575600 w 851486"/>
                <a:gd name="connsiteY9" fmla="*/ 162731 h 225860"/>
                <a:gd name="connsiteX10" fmla="*/ 582766 w 851486"/>
                <a:gd name="connsiteY10" fmla="*/ 149649 h 225860"/>
                <a:gd name="connsiteX11" fmla="*/ 621596 w 851486"/>
                <a:gd name="connsiteY11" fmla="*/ 155648 h 225860"/>
                <a:gd name="connsiteX12" fmla="*/ 672842 w 851486"/>
                <a:gd name="connsiteY12" fmla="*/ 159398 h 225860"/>
                <a:gd name="connsiteX13" fmla="*/ 700589 w 851486"/>
                <a:gd name="connsiteY13" fmla="*/ 157398 h 225860"/>
                <a:gd name="connsiteX14" fmla="*/ 714004 w 851486"/>
                <a:gd name="connsiteY14" fmla="*/ 155898 h 225860"/>
                <a:gd name="connsiteX15" fmla="*/ 720587 w 851486"/>
                <a:gd name="connsiteY15" fmla="*/ 141316 h 225860"/>
                <a:gd name="connsiteX16" fmla="*/ 732669 w 851486"/>
                <a:gd name="connsiteY16" fmla="*/ 143232 h 225860"/>
                <a:gd name="connsiteX17" fmla="*/ 809079 w 851486"/>
                <a:gd name="connsiteY17" fmla="*/ 147732 h 225860"/>
                <a:gd name="connsiteX18" fmla="*/ 850992 w 851486"/>
                <a:gd name="connsiteY18" fmla="*/ 127234 h 225860"/>
                <a:gd name="connsiteX19" fmla="*/ 827078 w 851486"/>
                <a:gd name="connsiteY19" fmla="*/ 85488 h 225860"/>
                <a:gd name="connsiteX20" fmla="*/ 756333 w 851486"/>
                <a:gd name="connsiteY20" fmla="*/ 84821 h 225860"/>
                <a:gd name="connsiteX21" fmla="*/ 698422 w 851486"/>
                <a:gd name="connsiteY21" fmla="*/ 86987 h 225860"/>
                <a:gd name="connsiteX22" fmla="*/ 748751 w 851486"/>
                <a:gd name="connsiteY22" fmla="*/ 78071 h 225860"/>
                <a:gd name="connsiteX23" fmla="*/ 824327 w 851486"/>
                <a:gd name="connsiteY23" fmla="*/ 56324 h 225860"/>
                <a:gd name="connsiteX24" fmla="*/ 843909 w 851486"/>
                <a:gd name="connsiteY24" fmla="*/ 21410 h 225860"/>
                <a:gd name="connsiteX25" fmla="*/ 797413 w 851486"/>
                <a:gd name="connsiteY25" fmla="*/ 10161 h 225860"/>
                <a:gd name="connsiteX26" fmla="*/ 737585 w 851486"/>
                <a:gd name="connsiteY26" fmla="*/ 36659 h 225860"/>
                <a:gd name="connsiteX27" fmla="*/ 719504 w 851486"/>
                <a:gd name="connsiteY27" fmla="*/ 14327 h 225860"/>
                <a:gd name="connsiteX28" fmla="*/ 672758 w 851486"/>
                <a:gd name="connsiteY28" fmla="*/ 22243 h 225860"/>
                <a:gd name="connsiteX29" fmla="*/ 623429 w 851486"/>
                <a:gd name="connsiteY29" fmla="*/ 37408 h 225860"/>
                <a:gd name="connsiteX30" fmla="*/ 582682 w 851486"/>
                <a:gd name="connsiteY30" fmla="*/ 54657 h 225860"/>
                <a:gd name="connsiteX31" fmla="*/ 527271 w 851486"/>
                <a:gd name="connsiteY31" fmla="*/ 7661 h 225860"/>
                <a:gd name="connsiteX32" fmla="*/ 459277 w 851486"/>
                <a:gd name="connsiteY32" fmla="*/ 4412 h 225860"/>
                <a:gd name="connsiteX33" fmla="*/ 421697 w 851486"/>
                <a:gd name="connsiteY33" fmla="*/ 15494 h 225860"/>
                <a:gd name="connsiteX34" fmla="*/ 375118 w 851486"/>
                <a:gd name="connsiteY34" fmla="*/ 13494 h 225860"/>
                <a:gd name="connsiteX35" fmla="*/ 306541 w 851486"/>
                <a:gd name="connsiteY35" fmla="*/ 13994 h 225860"/>
                <a:gd name="connsiteX36" fmla="*/ 235047 w 851486"/>
                <a:gd name="connsiteY36" fmla="*/ 44825 h 225860"/>
                <a:gd name="connsiteX37" fmla="*/ 170053 w 851486"/>
                <a:gd name="connsiteY37" fmla="*/ 58074 h 225860"/>
                <a:gd name="connsiteX38" fmla="*/ 97727 w 851486"/>
                <a:gd name="connsiteY38" fmla="*/ 95320 h 225860"/>
                <a:gd name="connsiteX39" fmla="*/ 28649 w 851486"/>
                <a:gd name="connsiteY39" fmla="*/ 120151 h 225860"/>
                <a:gd name="connsiteX40" fmla="*/ 151 w 851486"/>
                <a:gd name="connsiteY40" fmla="*/ 166647 h 225860"/>
                <a:gd name="connsiteX41" fmla="*/ 40731 w 851486"/>
                <a:gd name="connsiteY41" fmla="*/ 197061 h 225860"/>
                <a:gd name="connsiteX42" fmla="*/ 75395 w 851486"/>
                <a:gd name="connsiteY42" fmla="*/ 200061 h 225860"/>
                <a:gd name="connsiteX43" fmla="*/ 75395 w 851486"/>
                <a:gd name="connsiteY43" fmla="*/ 200061 h 225860"/>
                <a:gd name="connsiteX44" fmla="*/ 705671 w 851486"/>
                <a:gd name="connsiteY44" fmla="*/ 148315 h 225860"/>
                <a:gd name="connsiteX45" fmla="*/ 688839 w 851486"/>
                <a:gd name="connsiteY45" fmla="*/ 148232 h 225860"/>
                <a:gd name="connsiteX46" fmla="*/ 649677 w 851486"/>
                <a:gd name="connsiteY46" fmla="*/ 148482 h 225860"/>
                <a:gd name="connsiteX47" fmla="*/ 614347 w 851486"/>
                <a:gd name="connsiteY47" fmla="*/ 142066 h 225860"/>
                <a:gd name="connsiteX48" fmla="*/ 588849 w 851486"/>
                <a:gd name="connsiteY48" fmla="*/ 136650 h 225860"/>
                <a:gd name="connsiteX49" fmla="*/ 592182 w 851486"/>
                <a:gd name="connsiteY49" fmla="*/ 126484 h 225860"/>
                <a:gd name="connsiteX50" fmla="*/ 609930 w 851486"/>
                <a:gd name="connsiteY50" fmla="*/ 128983 h 225860"/>
                <a:gd name="connsiteX51" fmla="*/ 649260 w 851486"/>
                <a:gd name="connsiteY51" fmla="*/ 131733 h 225860"/>
                <a:gd name="connsiteX52" fmla="*/ 714588 w 851486"/>
                <a:gd name="connsiteY52" fmla="*/ 140482 h 225860"/>
                <a:gd name="connsiteX53" fmla="*/ 705671 w 851486"/>
                <a:gd name="connsiteY53" fmla="*/ 148315 h 225860"/>
                <a:gd name="connsiteX54" fmla="*/ 705671 w 851486"/>
                <a:gd name="connsiteY54" fmla="*/ 148315 h 225860"/>
                <a:gd name="connsiteX55" fmla="*/ 780832 w 851486"/>
                <a:gd name="connsiteY55" fmla="*/ 95153 h 225860"/>
                <a:gd name="connsiteX56" fmla="*/ 814579 w 851486"/>
                <a:gd name="connsiteY56" fmla="*/ 92820 h 225860"/>
                <a:gd name="connsiteX57" fmla="*/ 839577 w 851486"/>
                <a:gd name="connsiteY57" fmla="*/ 123401 h 225860"/>
                <a:gd name="connsiteX58" fmla="*/ 777498 w 851486"/>
                <a:gd name="connsiteY58" fmla="*/ 139149 h 225860"/>
                <a:gd name="connsiteX59" fmla="*/ 712004 w 851486"/>
                <a:gd name="connsiteY59" fmla="*/ 129483 h 225860"/>
                <a:gd name="connsiteX60" fmla="*/ 646260 w 851486"/>
                <a:gd name="connsiteY60" fmla="*/ 119734 h 225860"/>
                <a:gd name="connsiteX61" fmla="*/ 594181 w 851486"/>
                <a:gd name="connsiteY61" fmla="*/ 116485 h 225860"/>
                <a:gd name="connsiteX62" fmla="*/ 595015 w 851486"/>
                <a:gd name="connsiteY62" fmla="*/ 106069 h 225860"/>
                <a:gd name="connsiteX63" fmla="*/ 601598 w 851486"/>
                <a:gd name="connsiteY63" fmla="*/ 105069 h 225860"/>
                <a:gd name="connsiteX64" fmla="*/ 620929 w 851486"/>
                <a:gd name="connsiteY64" fmla="*/ 104403 h 225860"/>
                <a:gd name="connsiteX65" fmla="*/ 651593 w 851486"/>
                <a:gd name="connsiteY65" fmla="*/ 101736 h 225860"/>
                <a:gd name="connsiteX66" fmla="*/ 713837 w 851486"/>
                <a:gd name="connsiteY66" fmla="*/ 98570 h 225860"/>
                <a:gd name="connsiteX67" fmla="*/ 780832 w 851486"/>
                <a:gd name="connsiteY67" fmla="*/ 95153 h 225860"/>
                <a:gd name="connsiteX68" fmla="*/ 780832 w 851486"/>
                <a:gd name="connsiteY68" fmla="*/ 95153 h 225860"/>
                <a:gd name="connsiteX69" fmla="*/ 784998 w 851486"/>
                <a:gd name="connsiteY69" fmla="*/ 29909 h 225860"/>
                <a:gd name="connsiteX70" fmla="*/ 816579 w 851486"/>
                <a:gd name="connsiteY70" fmla="*/ 17827 h 225860"/>
                <a:gd name="connsiteX71" fmla="*/ 834910 w 851486"/>
                <a:gd name="connsiteY71" fmla="*/ 35242 h 225860"/>
                <a:gd name="connsiteX72" fmla="*/ 816328 w 851486"/>
                <a:gd name="connsiteY72" fmla="*/ 50074 h 225860"/>
                <a:gd name="connsiteX73" fmla="*/ 784914 w 851486"/>
                <a:gd name="connsiteY73" fmla="*/ 61740 h 225860"/>
                <a:gd name="connsiteX74" fmla="*/ 714254 w 851486"/>
                <a:gd name="connsiteY74" fmla="*/ 75905 h 225860"/>
                <a:gd name="connsiteX75" fmla="*/ 646344 w 851486"/>
                <a:gd name="connsiteY75" fmla="*/ 86904 h 225860"/>
                <a:gd name="connsiteX76" fmla="*/ 594181 w 851486"/>
                <a:gd name="connsiteY76" fmla="*/ 94987 h 225860"/>
                <a:gd name="connsiteX77" fmla="*/ 593182 w 851486"/>
                <a:gd name="connsiteY77" fmla="*/ 89654 h 225860"/>
                <a:gd name="connsiteX78" fmla="*/ 592599 w 851486"/>
                <a:gd name="connsiteY78" fmla="*/ 87320 h 225860"/>
                <a:gd name="connsiteX79" fmla="*/ 697923 w 851486"/>
                <a:gd name="connsiteY79" fmla="*/ 63740 h 225860"/>
                <a:gd name="connsiteX80" fmla="*/ 757750 w 851486"/>
                <a:gd name="connsiteY80" fmla="*/ 41825 h 225860"/>
                <a:gd name="connsiteX81" fmla="*/ 784998 w 851486"/>
                <a:gd name="connsiteY81" fmla="*/ 29909 h 225860"/>
                <a:gd name="connsiteX82" fmla="*/ 784998 w 851486"/>
                <a:gd name="connsiteY82" fmla="*/ 29909 h 225860"/>
                <a:gd name="connsiteX83" fmla="*/ 654593 w 851486"/>
                <a:gd name="connsiteY83" fmla="*/ 38742 h 225860"/>
                <a:gd name="connsiteX84" fmla="*/ 689756 w 851486"/>
                <a:gd name="connsiteY84" fmla="*/ 29576 h 225860"/>
                <a:gd name="connsiteX85" fmla="*/ 722503 w 851486"/>
                <a:gd name="connsiteY85" fmla="*/ 27576 h 225860"/>
                <a:gd name="connsiteX86" fmla="*/ 732335 w 851486"/>
                <a:gd name="connsiteY86" fmla="*/ 38908 h 225860"/>
                <a:gd name="connsiteX87" fmla="*/ 730170 w 851486"/>
                <a:gd name="connsiteY87" fmla="*/ 39742 h 225860"/>
                <a:gd name="connsiteX88" fmla="*/ 660343 w 851486"/>
                <a:gd name="connsiteY88" fmla="*/ 65656 h 225860"/>
                <a:gd name="connsiteX89" fmla="*/ 616762 w 851486"/>
                <a:gd name="connsiteY89" fmla="*/ 76988 h 225860"/>
                <a:gd name="connsiteX90" fmla="*/ 591932 w 851486"/>
                <a:gd name="connsiteY90" fmla="*/ 79821 h 225860"/>
                <a:gd name="connsiteX91" fmla="*/ 589182 w 851486"/>
                <a:gd name="connsiteY91" fmla="*/ 67656 h 225860"/>
                <a:gd name="connsiteX92" fmla="*/ 589765 w 851486"/>
                <a:gd name="connsiteY92" fmla="*/ 66989 h 225860"/>
                <a:gd name="connsiteX93" fmla="*/ 654593 w 851486"/>
                <a:gd name="connsiteY93" fmla="*/ 38742 h 225860"/>
                <a:gd name="connsiteX94" fmla="*/ 654593 w 851486"/>
                <a:gd name="connsiteY94" fmla="*/ 38742 h 225860"/>
                <a:gd name="connsiteX95" fmla="*/ 17900 w 851486"/>
                <a:gd name="connsiteY95" fmla="*/ 169397 h 225860"/>
                <a:gd name="connsiteX96" fmla="*/ 36065 w 851486"/>
                <a:gd name="connsiteY96" fmla="*/ 134983 h 225860"/>
                <a:gd name="connsiteX97" fmla="*/ 91060 w 851486"/>
                <a:gd name="connsiteY97" fmla="*/ 114735 h 225860"/>
                <a:gd name="connsiteX98" fmla="*/ 93143 w 851486"/>
                <a:gd name="connsiteY98" fmla="*/ 174563 h 225860"/>
                <a:gd name="connsiteX99" fmla="*/ 100393 w 851486"/>
                <a:gd name="connsiteY99" fmla="*/ 170897 h 225860"/>
                <a:gd name="connsiteX100" fmla="*/ 93893 w 851486"/>
                <a:gd name="connsiteY100" fmla="*/ 144566 h 225860"/>
                <a:gd name="connsiteX101" fmla="*/ 94727 w 851486"/>
                <a:gd name="connsiteY101" fmla="*/ 113819 h 225860"/>
                <a:gd name="connsiteX102" fmla="*/ 96059 w 851486"/>
                <a:gd name="connsiteY102" fmla="*/ 113485 h 225860"/>
                <a:gd name="connsiteX103" fmla="*/ 151805 w 851486"/>
                <a:gd name="connsiteY103" fmla="*/ 89237 h 225860"/>
                <a:gd name="connsiteX104" fmla="*/ 178636 w 851486"/>
                <a:gd name="connsiteY104" fmla="*/ 72572 h 225860"/>
                <a:gd name="connsiteX105" fmla="*/ 212632 w 851486"/>
                <a:gd name="connsiteY105" fmla="*/ 64406 h 225860"/>
                <a:gd name="connsiteX106" fmla="*/ 220048 w 851486"/>
                <a:gd name="connsiteY106" fmla="*/ 63489 h 225860"/>
                <a:gd name="connsiteX107" fmla="*/ 219799 w 851486"/>
                <a:gd name="connsiteY107" fmla="*/ 148398 h 225860"/>
                <a:gd name="connsiteX108" fmla="*/ 221799 w 851486"/>
                <a:gd name="connsiteY108" fmla="*/ 147649 h 225860"/>
                <a:gd name="connsiteX109" fmla="*/ 222548 w 851486"/>
                <a:gd name="connsiteY109" fmla="*/ 93487 h 225860"/>
                <a:gd name="connsiteX110" fmla="*/ 227548 w 851486"/>
                <a:gd name="connsiteY110" fmla="*/ 74988 h 225860"/>
                <a:gd name="connsiteX111" fmla="*/ 229798 w 851486"/>
                <a:gd name="connsiteY111" fmla="*/ 61990 h 225860"/>
                <a:gd name="connsiteX112" fmla="*/ 267545 w 851486"/>
                <a:gd name="connsiteY112" fmla="*/ 51324 h 225860"/>
                <a:gd name="connsiteX113" fmla="*/ 323456 w 851486"/>
                <a:gd name="connsiteY113" fmla="*/ 23410 h 225860"/>
                <a:gd name="connsiteX114" fmla="*/ 353536 w 851486"/>
                <a:gd name="connsiteY114" fmla="*/ 23077 h 225860"/>
                <a:gd name="connsiteX115" fmla="*/ 338121 w 851486"/>
                <a:gd name="connsiteY115" fmla="*/ 37575 h 225860"/>
                <a:gd name="connsiteX116" fmla="*/ 323539 w 851486"/>
                <a:gd name="connsiteY116" fmla="*/ 76405 h 225860"/>
                <a:gd name="connsiteX117" fmla="*/ 340538 w 851486"/>
                <a:gd name="connsiteY117" fmla="*/ 154398 h 225860"/>
                <a:gd name="connsiteX118" fmla="*/ 346537 w 851486"/>
                <a:gd name="connsiteY118" fmla="*/ 151315 h 225860"/>
                <a:gd name="connsiteX119" fmla="*/ 337038 w 851486"/>
                <a:gd name="connsiteY119" fmla="*/ 73489 h 225860"/>
                <a:gd name="connsiteX120" fmla="*/ 349120 w 851486"/>
                <a:gd name="connsiteY120" fmla="*/ 40575 h 225860"/>
                <a:gd name="connsiteX121" fmla="*/ 361286 w 851486"/>
                <a:gd name="connsiteY121" fmla="*/ 24826 h 225860"/>
                <a:gd name="connsiteX122" fmla="*/ 401365 w 851486"/>
                <a:gd name="connsiteY122" fmla="*/ 32826 h 225860"/>
                <a:gd name="connsiteX123" fmla="*/ 457111 w 851486"/>
                <a:gd name="connsiteY123" fmla="*/ 19410 h 225860"/>
                <a:gd name="connsiteX124" fmla="*/ 450611 w 851486"/>
                <a:gd name="connsiteY124" fmla="*/ 26160 h 225860"/>
                <a:gd name="connsiteX125" fmla="*/ 433196 w 851486"/>
                <a:gd name="connsiteY125" fmla="*/ 62656 h 225860"/>
                <a:gd name="connsiteX126" fmla="*/ 449278 w 851486"/>
                <a:gd name="connsiteY126" fmla="*/ 144982 h 225860"/>
                <a:gd name="connsiteX127" fmla="*/ 455611 w 851486"/>
                <a:gd name="connsiteY127" fmla="*/ 141732 h 225860"/>
                <a:gd name="connsiteX128" fmla="*/ 445445 w 851486"/>
                <a:gd name="connsiteY128" fmla="*/ 62406 h 225860"/>
                <a:gd name="connsiteX129" fmla="*/ 463860 w 851486"/>
                <a:gd name="connsiteY129" fmla="*/ 26660 h 225860"/>
                <a:gd name="connsiteX130" fmla="*/ 476525 w 851486"/>
                <a:gd name="connsiteY130" fmla="*/ 14494 h 225860"/>
                <a:gd name="connsiteX131" fmla="*/ 509939 w 851486"/>
                <a:gd name="connsiteY131" fmla="*/ 15577 h 225860"/>
                <a:gd name="connsiteX132" fmla="*/ 549185 w 851486"/>
                <a:gd name="connsiteY132" fmla="*/ 35659 h 225860"/>
                <a:gd name="connsiteX133" fmla="*/ 559018 w 851486"/>
                <a:gd name="connsiteY133" fmla="*/ 43492 h 225860"/>
                <a:gd name="connsiteX134" fmla="*/ 577600 w 851486"/>
                <a:gd name="connsiteY134" fmla="*/ 88321 h 225860"/>
                <a:gd name="connsiteX135" fmla="*/ 563851 w 851486"/>
                <a:gd name="connsiteY135" fmla="*/ 151565 h 225860"/>
                <a:gd name="connsiteX136" fmla="*/ 520772 w 851486"/>
                <a:gd name="connsiteY136" fmla="*/ 197977 h 225860"/>
                <a:gd name="connsiteX137" fmla="*/ 511605 w 851486"/>
                <a:gd name="connsiteY137" fmla="*/ 183562 h 225860"/>
                <a:gd name="connsiteX138" fmla="*/ 495774 w 851486"/>
                <a:gd name="connsiteY138" fmla="*/ 144649 h 225860"/>
                <a:gd name="connsiteX139" fmla="*/ 510023 w 851486"/>
                <a:gd name="connsiteY139" fmla="*/ 67906 h 225860"/>
                <a:gd name="connsiteX140" fmla="*/ 509439 w 851486"/>
                <a:gd name="connsiteY140" fmla="*/ 67572 h 225860"/>
                <a:gd name="connsiteX141" fmla="*/ 482691 w 851486"/>
                <a:gd name="connsiteY141" fmla="*/ 144732 h 225860"/>
                <a:gd name="connsiteX142" fmla="*/ 507273 w 851486"/>
                <a:gd name="connsiteY142" fmla="*/ 204977 h 225860"/>
                <a:gd name="connsiteX143" fmla="*/ 448695 w 851486"/>
                <a:gd name="connsiteY143" fmla="*/ 210309 h 225860"/>
                <a:gd name="connsiteX144" fmla="*/ 415615 w 851486"/>
                <a:gd name="connsiteY144" fmla="*/ 203310 h 225860"/>
                <a:gd name="connsiteX145" fmla="*/ 416281 w 851486"/>
                <a:gd name="connsiteY145" fmla="*/ 200811 h 225860"/>
                <a:gd name="connsiteX146" fmla="*/ 402949 w 851486"/>
                <a:gd name="connsiteY146" fmla="*/ 161148 h 225860"/>
                <a:gd name="connsiteX147" fmla="*/ 398616 w 851486"/>
                <a:gd name="connsiteY147" fmla="*/ 102069 h 225860"/>
                <a:gd name="connsiteX148" fmla="*/ 397449 w 851486"/>
                <a:gd name="connsiteY148" fmla="*/ 101820 h 225860"/>
                <a:gd name="connsiteX149" fmla="*/ 404365 w 851486"/>
                <a:gd name="connsiteY149" fmla="*/ 199810 h 225860"/>
                <a:gd name="connsiteX150" fmla="*/ 378367 w 851486"/>
                <a:gd name="connsiteY150" fmla="*/ 192644 h 225860"/>
                <a:gd name="connsiteX151" fmla="*/ 318373 w 851486"/>
                <a:gd name="connsiteY151" fmla="*/ 197227 h 225860"/>
                <a:gd name="connsiteX152" fmla="*/ 309790 w 851486"/>
                <a:gd name="connsiteY152" fmla="*/ 184812 h 225860"/>
                <a:gd name="connsiteX153" fmla="*/ 297292 w 851486"/>
                <a:gd name="connsiteY153" fmla="*/ 162481 h 225860"/>
                <a:gd name="connsiteX154" fmla="*/ 286792 w 851486"/>
                <a:gd name="connsiteY154" fmla="*/ 122317 h 225860"/>
                <a:gd name="connsiteX155" fmla="*/ 294875 w 851486"/>
                <a:gd name="connsiteY155" fmla="*/ 75822 h 225860"/>
                <a:gd name="connsiteX156" fmla="*/ 292958 w 851486"/>
                <a:gd name="connsiteY156" fmla="*/ 75239 h 225860"/>
                <a:gd name="connsiteX157" fmla="*/ 275627 w 851486"/>
                <a:gd name="connsiteY157" fmla="*/ 126734 h 225860"/>
                <a:gd name="connsiteX158" fmla="*/ 284709 w 851486"/>
                <a:gd name="connsiteY158" fmla="*/ 169063 h 225860"/>
                <a:gd name="connsiteX159" fmla="*/ 302042 w 851486"/>
                <a:gd name="connsiteY159" fmla="*/ 199727 h 225860"/>
                <a:gd name="connsiteX160" fmla="*/ 247463 w 851486"/>
                <a:gd name="connsiteY160" fmla="*/ 193811 h 225860"/>
                <a:gd name="connsiteX161" fmla="*/ 184968 w 851486"/>
                <a:gd name="connsiteY161" fmla="*/ 190228 h 225860"/>
                <a:gd name="connsiteX162" fmla="*/ 165554 w 851486"/>
                <a:gd name="connsiteY162" fmla="*/ 193311 h 225860"/>
                <a:gd name="connsiteX163" fmla="*/ 165053 w 851486"/>
                <a:gd name="connsiteY163" fmla="*/ 191228 h 225860"/>
                <a:gd name="connsiteX164" fmla="*/ 146971 w 851486"/>
                <a:gd name="connsiteY164" fmla="*/ 150315 h 225860"/>
                <a:gd name="connsiteX165" fmla="*/ 149805 w 851486"/>
                <a:gd name="connsiteY165" fmla="*/ 94320 h 225860"/>
                <a:gd name="connsiteX166" fmla="*/ 149055 w 851486"/>
                <a:gd name="connsiteY166" fmla="*/ 93987 h 225860"/>
                <a:gd name="connsiteX167" fmla="*/ 150471 w 851486"/>
                <a:gd name="connsiteY167" fmla="*/ 192895 h 225860"/>
                <a:gd name="connsiteX168" fmla="*/ 149555 w 851486"/>
                <a:gd name="connsiteY168" fmla="*/ 192728 h 225860"/>
                <a:gd name="connsiteX169" fmla="*/ 114891 w 851486"/>
                <a:gd name="connsiteY169" fmla="*/ 184228 h 225860"/>
                <a:gd name="connsiteX170" fmla="*/ 47314 w 851486"/>
                <a:gd name="connsiteY170" fmla="*/ 182895 h 225860"/>
                <a:gd name="connsiteX171" fmla="*/ 17900 w 851486"/>
                <a:gd name="connsiteY171" fmla="*/ 169397 h 225860"/>
                <a:gd name="connsiteX172" fmla="*/ 17900 w 851486"/>
                <a:gd name="connsiteY172" fmla="*/ 169397 h 225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Lst>
              <a:rect l="l" t="t" r="r" b="b"/>
              <a:pathLst>
                <a:path w="851486" h="225860">
                  <a:moveTo>
                    <a:pt x="75395" y="200061"/>
                  </a:moveTo>
                  <a:cubicBezTo>
                    <a:pt x="91810" y="199561"/>
                    <a:pt x="107226" y="195894"/>
                    <a:pt x="123641" y="199561"/>
                  </a:cubicBezTo>
                  <a:cubicBezTo>
                    <a:pt x="135056" y="202060"/>
                    <a:pt x="145639" y="207977"/>
                    <a:pt x="157471" y="208310"/>
                  </a:cubicBezTo>
                  <a:cubicBezTo>
                    <a:pt x="171553" y="208726"/>
                    <a:pt x="185551" y="204560"/>
                    <a:pt x="199467" y="203310"/>
                  </a:cubicBezTo>
                  <a:cubicBezTo>
                    <a:pt x="228548" y="200644"/>
                    <a:pt x="254378" y="215226"/>
                    <a:pt x="283043" y="216393"/>
                  </a:cubicBezTo>
                  <a:cubicBezTo>
                    <a:pt x="294125" y="216809"/>
                    <a:pt x="305457" y="216059"/>
                    <a:pt x="316373" y="213892"/>
                  </a:cubicBezTo>
                  <a:cubicBezTo>
                    <a:pt x="330622" y="211060"/>
                    <a:pt x="344037" y="205060"/>
                    <a:pt x="358703" y="204394"/>
                  </a:cubicBezTo>
                  <a:cubicBezTo>
                    <a:pt x="389200" y="203144"/>
                    <a:pt x="418947" y="221475"/>
                    <a:pt x="449445" y="224558"/>
                  </a:cubicBezTo>
                  <a:cubicBezTo>
                    <a:pt x="474275" y="227058"/>
                    <a:pt x="499023" y="226975"/>
                    <a:pt x="521522" y="214976"/>
                  </a:cubicBezTo>
                  <a:cubicBezTo>
                    <a:pt x="543936" y="203060"/>
                    <a:pt x="562851" y="184562"/>
                    <a:pt x="575600" y="162731"/>
                  </a:cubicBezTo>
                  <a:cubicBezTo>
                    <a:pt x="578183" y="158398"/>
                    <a:pt x="580599" y="153981"/>
                    <a:pt x="582766" y="149649"/>
                  </a:cubicBezTo>
                  <a:cubicBezTo>
                    <a:pt x="595515" y="153315"/>
                    <a:pt x="608513" y="154065"/>
                    <a:pt x="621596" y="155648"/>
                  </a:cubicBezTo>
                  <a:cubicBezTo>
                    <a:pt x="638594" y="157731"/>
                    <a:pt x="655593" y="160897"/>
                    <a:pt x="672842" y="159398"/>
                  </a:cubicBezTo>
                  <a:cubicBezTo>
                    <a:pt x="682174" y="158564"/>
                    <a:pt x="691173" y="157565"/>
                    <a:pt x="700589" y="157398"/>
                  </a:cubicBezTo>
                  <a:cubicBezTo>
                    <a:pt x="705005" y="157314"/>
                    <a:pt x="709921" y="157731"/>
                    <a:pt x="714004" y="155898"/>
                  </a:cubicBezTo>
                  <a:cubicBezTo>
                    <a:pt x="721087" y="152732"/>
                    <a:pt x="721420" y="147315"/>
                    <a:pt x="720587" y="141316"/>
                  </a:cubicBezTo>
                  <a:cubicBezTo>
                    <a:pt x="724587" y="141982"/>
                    <a:pt x="728669" y="142566"/>
                    <a:pt x="732669" y="143232"/>
                  </a:cubicBezTo>
                  <a:cubicBezTo>
                    <a:pt x="758167" y="147232"/>
                    <a:pt x="783248" y="151481"/>
                    <a:pt x="809079" y="147732"/>
                  </a:cubicBezTo>
                  <a:cubicBezTo>
                    <a:pt x="822077" y="145815"/>
                    <a:pt x="847075" y="143483"/>
                    <a:pt x="850992" y="127234"/>
                  </a:cubicBezTo>
                  <a:cubicBezTo>
                    <a:pt x="854491" y="112652"/>
                    <a:pt x="838659" y="92070"/>
                    <a:pt x="827078" y="85488"/>
                  </a:cubicBezTo>
                  <a:cubicBezTo>
                    <a:pt x="807746" y="74655"/>
                    <a:pt x="777082" y="83571"/>
                    <a:pt x="756333" y="84821"/>
                  </a:cubicBezTo>
                  <a:cubicBezTo>
                    <a:pt x="737085" y="85987"/>
                    <a:pt x="717753" y="86071"/>
                    <a:pt x="698422" y="86987"/>
                  </a:cubicBezTo>
                  <a:cubicBezTo>
                    <a:pt x="715171" y="83821"/>
                    <a:pt x="731919" y="80738"/>
                    <a:pt x="748751" y="78071"/>
                  </a:cubicBezTo>
                  <a:cubicBezTo>
                    <a:pt x="774666" y="74072"/>
                    <a:pt x="800413" y="67239"/>
                    <a:pt x="824327" y="56324"/>
                  </a:cubicBezTo>
                  <a:cubicBezTo>
                    <a:pt x="840493" y="48991"/>
                    <a:pt x="854742" y="41075"/>
                    <a:pt x="843909" y="21410"/>
                  </a:cubicBezTo>
                  <a:cubicBezTo>
                    <a:pt x="833993" y="3495"/>
                    <a:pt x="814078" y="2495"/>
                    <a:pt x="797413" y="10161"/>
                  </a:cubicBezTo>
                  <a:cubicBezTo>
                    <a:pt x="777415" y="19410"/>
                    <a:pt x="758000" y="28576"/>
                    <a:pt x="737585" y="36659"/>
                  </a:cubicBezTo>
                  <a:cubicBezTo>
                    <a:pt x="734418" y="27243"/>
                    <a:pt x="728836" y="16744"/>
                    <a:pt x="719504" y="14327"/>
                  </a:cubicBezTo>
                  <a:cubicBezTo>
                    <a:pt x="706338" y="10911"/>
                    <a:pt x="685506" y="18994"/>
                    <a:pt x="672758" y="22243"/>
                  </a:cubicBezTo>
                  <a:cubicBezTo>
                    <a:pt x="656010" y="26576"/>
                    <a:pt x="639760" y="31742"/>
                    <a:pt x="623429" y="37408"/>
                  </a:cubicBezTo>
                  <a:cubicBezTo>
                    <a:pt x="609513" y="42241"/>
                    <a:pt x="594931" y="46075"/>
                    <a:pt x="582682" y="54657"/>
                  </a:cubicBezTo>
                  <a:cubicBezTo>
                    <a:pt x="570184" y="33576"/>
                    <a:pt x="547019" y="16244"/>
                    <a:pt x="527271" y="7661"/>
                  </a:cubicBezTo>
                  <a:cubicBezTo>
                    <a:pt x="504107" y="-2338"/>
                    <a:pt x="483359" y="-1588"/>
                    <a:pt x="459277" y="4412"/>
                  </a:cubicBezTo>
                  <a:cubicBezTo>
                    <a:pt x="446612" y="7578"/>
                    <a:pt x="434280" y="11911"/>
                    <a:pt x="421697" y="15494"/>
                  </a:cubicBezTo>
                  <a:cubicBezTo>
                    <a:pt x="405615" y="20077"/>
                    <a:pt x="391033" y="17494"/>
                    <a:pt x="375118" y="13494"/>
                  </a:cubicBezTo>
                  <a:cubicBezTo>
                    <a:pt x="350954" y="7411"/>
                    <a:pt x="330206" y="4412"/>
                    <a:pt x="306541" y="13994"/>
                  </a:cubicBezTo>
                  <a:cubicBezTo>
                    <a:pt x="282210" y="23826"/>
                    <a:pt x="261295" y="39908"/>
                    <a:pt x="235047" y="44825"/>
                  </a:cubicBezTo>
                  <a:cubicBezTo>
                    <a:pt x="213216" y="48907"/>
                    <a:pt x="190301" y="47658"/>
                    <a:pt x="170053" y="58074"/>
                  </a:cubicBezTo>
                  <a:cubicBezTo>
                    <a:pt x="145389" y="70739"/>
                    <a:pt x="124724" y="86904"/>
                    <a:pt x="97727" y="95320"/>
                  </a:cubicBezTo>
                  <a:cubicBezTo>
                    <a:pt x="74145" y="102736"/>
                    <a:pt x="49230" y="105319"/>
                    <a:pt x="28649" y="120151"/>
                  </a:cubicBezTo>
                  <a:cubicBezTo>
                    <a:pt x="14900" y="129984"/>
                    <a:pt x="-1765" y="148149"/>
                    <a:pt x="151" y="166647"/>
                  </a:cubicBezTo>
                  <a:cubicBezTo>
                    <a:pt x="2234" y="186062"/>
                    <a:pt x="24483" y="193811"/>
                    <a:pt x="40731" y="197061"/>
                  </a:cubicBezTo>
                  <a:cubicBezTo>
                    <a:pt x="52230" y="199394"/>
                    <a:pt x="63729" y="200394"/>
                    <a:pt x="75395" y="200061"/>
                  </a:cubicBezTo>
                  <a:lnTo>
                    <a:pt x="75395" y="200061"/>
                  </a:lnTo>
                  <a:close/>
                  <a:moveTo>
                    <a:pt x="705671" y="148315"/>
                  </a:moveTo>
                  <a:cubicBezTo>
                    <a:pt x="701006" y="149732"/>
                    <a:pt x="693673" y="148065"/>
                    <a:pt x="688839" y="148232"/>
                  </a:cubicBezTo>
                  <a:cubicBezTo>
                    <a:pt x="675591" y="148649"/>
                    <a:pt x="663009" y="150232"/>
                    <a:pt x="649677" y="148482"/>
                  </a:cubicBezTo>
                  <a:cubicBezTo>
                    <a:pt x="637761" y="146982"/>
                    <a:pt x="626178" y="143816"/>
                    <a:pt x="614347" y="142066"/>
                  </a:cubicBezTo>
                  <a:cubicBezTo>
                    <a:pt x="605764" y="140733"/>
                    <a:pt x="597098" y="139399"/>
                    <a:pt x="588849" y="136650"/>
                  </a:cubicBezTo>
                  <a:cubicBezTo>
                    <a:pt x="590099" y="133317"/>
                    <a:pt x="591265" y="129900"/>
                    <a:pt x="592182" y="126484"/>
                  </a:cubicBezTo>
                  <a:cubicBezTo>
                    <a:pt x="597515" y="129483"/>
                    <a:pt x="602848" y="128817"/>
                    <a:pt x="609930" y="128983"/>
                  </a:cubicBezTo>
                  <a:cubicBezTo>
                    <a:pt x="623012" y="129234"/>
                    <a:pt x="636178" y="130484"/>
                    <a:pt x="649260" y="131733"/>
                  </a:cubicBezTo>
                  <a:cubicBezTo>
                    <a:pt x="671008" y="133733"/>
                    <a:pt x="692922" y="137066"/>
                    <a:pt x="714588" y="140482"/>
                  </a:cubicBezTo>
                  <a:cubicBezTo>
                    <a:pt x="713004" y="143982"/>
                    <a:pt x="710754" y="146732"/>
                    <a:pt x="705671" y="148315"/>
                  </a:cubicBezTo>
                  <a:lnTo>
                    <a:pt x="705671" y="148315"/>
                  </a:lnTo>
                  <a:close/>
                  <a:moveTo>
                    <a:pt x="780832" y="95153"/>
                  </a:moveTo>
                  <a:cubicBezTo>
                    <a:pt x="791164" y="94153"/>
                    <a:pt x="804246" y="90987"/>
                    <a:pt x="814579" y="92820"/>
                  </a:cubicBezTo>
                  <a:cubicBezTo>
                    <a:pt x="824661" y="94570"/>
                    <a:pt x="840826" y="111985"/>
                    <a:pt x="839577" y="123401"/>
                  </a:cubicBezTo>
                  <a:cubicBezTo>
                    <a:pt x="837659" y="140899"/>
                    <a:pt x="790581" y="139899"/>
                    <a:pt x="777498" y="139149"/>
                  </a:cubicBezTo>
                  <a:cubicBezTo>
                    <a:pt x="755417" y="137899"/>
                    <a:pt x="733836" y="132733"/>
                    <a:pt x="712004" y="129483"/>
                  </a:cubicBezTo>
                  <a:cubicBezTo>
                    <a:pt x="690090" y="126234"/>
                    <a:pt x="668258" y="121817"/>
                    <a:pt x="646260" y="119734"/>
                  </a:cubicBezTo>
                  <a:cubicBezTo>
                    <a:pt x="628845" y="118068"/>
                    <a:pt x="611513" y="117651"/>
                    <a:pt x="594181" y="116485"/>
                  </a:cubicBezTo>
                  <a:cubicBezTo>
                    <a:pt x="594682" y="113068"/>
                    <a:pt x="594931" y="109652"/>
                    <a:pt x="595015" y="106069"/>
                  </a:cubicBezTo>
                  <a:cubicBezTo>
                    <a:pt x="597181" y="105736"/>
                    <a:pt x="599431" y="105403"/>
                    <a:pt x="601598" y="105069"/>
                  </a:cubicBezTo>
                  <a:cubicBezTo>
                    <a:pt x="608181" y="105319"/>
                    <a:pt x="619596" y="104569"/>
                    <a:pt x="620929" y="104403"/>
                  </a:cubicBezTo>
                  <a:cubicBezTo>
                    <a:pt x="631095" y="103153"/>
                    <a:pt x="641344" y="102153"/>
                    <a:pt x="651593" y="101736"/>
                  </a:cubicBezTo>
                  <a:cubicBezTo>
                    <a:pt x="672341" y="100820"/>
                    <a:pt x="693089" y="99153"/>
                    <a:pt x="713837" y="98570"/>
                  </a:cubicBezTo>
                  <a:cubicBezTo>
                    <a:pt x="736169" y="97903"/>
                    <a:pt x="758583" y="97320"/>
                    <a:pt x="780832" y="95153"/>
                  </a:cubicBezTo>
                  <a:lnTo>
                    <a:pt x="780832" y="95153"/>
                  </a:lnTo>
                  <a:close/>
                  <a:moveTo>
                    <a:pt x="784998" y="29909"/>
                  </a:moveTo>
                  <a:cubicBezTo>
                    <a:pt x="795414" y="24826"/>
                    <a:pt x="804663" y="17744"/>
                    <a:pt x="816579" y="17827"/>
                  </a:cubicBezTo>
                  <a:cubicBezTo>
                    <a:pt x="826327" y="17910"/>
                    <a:pt x="837243" y="23743"/>
                    <a:pt x="834910" y="35242"/>
                  </a:cubicBezTo>
                  <a:cubicBezTo>
                    <a:pt x="833077" y="44408"/>
                    <a:pt x="824828" y="46324"/>
                    <a:pt x="816328" y="50074"/>
                  </a:cubicBezTo>
                  <a:cubicBezTo>
                    <a:pt x="806163" y="54573"/>
                    <a:pt x="795497" y="58407"/>
                    <a:pt x="784914" y="61740"/>
                  </a:cubicBezTo>
                  <a:cubicBezTo>
                    <a:pt x="762000" y="68906"/>
                    <a:pt x="737835" y="71905"/>
                    <a:pt x="714254" y="75905"/>
                  </a:cubicBezTo>
                  <a:cubicBezTo>
                    <a:pt x="691673" y="79738"/>
                    <a:pt x="669008" y="83571"/>
                    <a:pt x="646344" y="86904"/>
                  </a:cubicBezTo>
                  <a:cubicBezTo>
                    <a:pt x="630595" y="89154"/>
                    <a:pt x="610180" y="89570"/>
                    <a:pt x="594181" y="94987"/>
                  </a:cubicBezTo>
                  <a:cubicBezTo>
                    <a:pt x="593931" y="93237"/>
                    <a:pt x="593599" y="91487"/>
                    <a:pt x="593182" y="89654"/>
                  </a:cubicBezTo>
                  <a:cubicBezTo>
                    <a:pt x="593015" y="88904"/>
                    <a:pt x="592765" y="88071"/>
                    <a:pt x="592599" y="87320"/>
                  </a:cubicBezTo>
                  <a:cubicBezTo>
                    <a:pt x="627929" y="91070"/>
                    <a:pt x="665758" y="75822"/>
                    <a:pt x="697923" y="63740"/>
                  </a:cubicBezTo>
                  <a:cubicBezTo>
                    <a:pt x="717753" y="56240"/>
                    <a:pt x="738169" y="49907"/>
                    <a:pt x="757750" y="41825"/>
                  </a:cubicBezTo>
                  <a:cubicBezTo>
                    <a:pt x="766832" y="37992"/>
                    <a:pt x="776081" y="34159"/>
                    <a:pt x="784998" y="29909"/>
                  </a:cubicBezTo>
                  <a:lnTo>
                    <a:pt x="784998" y="29909"/>
                  </a:lnTo>
                  <a:close/>
                  <a:moveTo>
                    <a:pt x="654593" y="38742"/>
                  </a:moveTo>
                  <a:cubicBezTo>
                    <a:pt x="666175" y="35076"/>
                    <a:pt x="677924" y="32159"/>
                    <a:pt x="689756" y="29576"/>
                  </a:cubicBezTo>
                  <a:cubicBezTo>
                    <a:pt x="699505" y="27409"/>
                    <a:pt x="712837" y="22160"/>
                    <a:pt x="722503" y="27576"/>
                  </a:cubicBezTo>
                  <a:cubicBezTo>
                    <a:pt x="725586" y="29326"/>
                    <a:pt x="729336" y="34325"/>
                    <a:pt x="732335" y="38908"/>
                  </a:cubicBezTo>
                  <a:cubicBezTo>
                    <a:pt x="731586" y="39158"/>
                    <a:pt x="730836" y="39492"/>
                    <a:pt x="730170" y="39742"/>
                  </a:cubicBezTo>
                  <a:cubicBezTo>
                    <a:pt x="706838" y="48407"/>
                    <a:pt x="684174" y="58490"/>
                    <a:pt x="660343" y="65656"/>
                  </a:cubicBezTo>
                  <a:cubicBezTo>
                    <a:pt x="645844" y="69989"/>
                    <a:pt x="631678" y="74488"/>
                    <a:pt x="616762" y="76988"/>
                  </a:cubicBezTo>
                  <a:cubicBezTo>
                    <a:pt x="608513" y="78405"/>
                    <a:pt x="600097" y="78322"/>
                    <a:pt x="591932" y="79821"/>
                  </a:cubicBezTo>
                  <a:cubicBezTo>
                    <a:pt x="591516" y="75655"/>
                    <a:pt x="590516" y="71656"/>
                    <a:pt x="589182" y="67656"/>
                  </a:cubicBezTo>
                  <a:cubicBezTo>
                    <a:pt x="589349" y="67406"/>
                    <a:pt x="589599" y="67239"/>
                    <a:pt x="589765" y="66989"/>
                  </a:cubicBezTo>
                  <a:cubicBezTo>
                    <a:pt x="610680" y="56490"/>
                    <a:pt x="631845" y="45991"/>
                    <a:pt x="654593" y="38742"/>
                  </a:cubicBezTo>
                  <a:lnTo>
                    <a:pt x="654593" y="38742"/>
                  </a:lnTo>
                  <a:close/>
                  <a:moveTo>
                    <a:pt x="17900" y="169397"/>
                  </a:moveTo>
                  <a:cubicBezTo>
                    <a:pt x="11318" y="156981"/>
                    <a:pt x="27482" y="141399"/>
                    <a:pt x="36065" y="134983"/>
                  </a:cubicBezTo>
                  <a:cubicBezTo>
                    <a:pt x="52397" y="122734"/>
                    <a:pt x="71896" y="119651"/>
                    <a:pt x="91060" y="114735"/>
                  </a:cubicBezTo>
                  <a:cubicBezTo>
                    <a:pt x="86894" y="133233"/>
                    <a:pt x="81228" y="158647"/>
                    <a:pt x="93143" y="174563"/>
                  </a:cubicBezTo>
                  <a:cubicBezTo>
                    <a:pt x="96059" y="178396"/>
                    <a:pt x="101476" y="175313"/>
                    <a:pt x="100393" y="170897"/>
                  </a:cubicBezTo>
                  <a:cubicBezTo>
                    <a:pt x="98059" y="161731"/>
                    <a:pt x="94310" y="154398"/>
                    <a:pt x="93893" y="144566"/>
                  </a:cubicBezTo>
                  <a:cubicBezTo>
                    <a:pt x="93477" y="134400"/>
                    <a:pt x="93644" y="123901"/>
                    <a:pt x="94727" y="113819"/>
                  </a:cubicBezTo>
                  <a:cubicBezTo>
                    <a:pt x="95143" y="113735"/>
                    <a:pt x="95643" y="113568"/>
                    <a:pt x="96059" y="113485"/>
                  </a:cubicBezTo>
                  <a:cubicBezTo>
                    <a:pt x="115724" y="107986"/>
                    <a:pt x="134223" y="99736"/>
                    <a:pt x="151805" y="89237"/>
                  </a:cubicBezTo>
                  <a:cubicBezTo>
                    <a:pt x="160804" y="83904"/>
                    <a:pt x="169220" y="77155"/>
                    <a:pt x="178636" y="72572"/>
                  </a:cubicBezTo>
                  <a:cubicBezTo>
                    <a:pt x="189302" y="67406"/>
                    <a:pt x="200967" y="65739"/>
                    <a:pt x="212632" y="64406"/>
                  </a:cubicBezTo>
                  <a:cubicBezTo>
                    <a:pt x="215132" y="64156"/>
                    <a:pt x="217549" y="63823"/>
                    <a:pt x="220048" y="63489"/>
                  </a:cubicBezTo>
                  <a:cubicBezTo>
                    <a:pt x="207716" y="90321"/>
                    <a:pt x="206383" y="121151"/>
                    <a:pt x="219799" y="148398"/>
                  </a:cubicBezTo>
                  <a:cubicBezTo>
                    <a:pt x="220382" y="149649"/>
                    <a:pt x="222131" y="149065"/>
                    <a:pt x="221799" y="147649"/>
                  </a:cubicBezTo>
                  <a:cubicBezTo>
                    <a:pt x="217716" y="129984"/>
                    <a:pt x="219881" y="111235"/>
                    <a:pt x="222548" y="93487"/>
                  </a:cubicBezTo>
                  <a:cubicBezTo>
                    <a:pt x="223465" y="87154"/>
                    <a:pt x="226214" y="81238"/>
                    <a:pt x="227548" y="74988"/>
                  </a:cubicBezTo>
                  <a:cubicBezTo>
                    <a:pt x="228464" y="70739"/>
                    <a:pt x="229048" y="66323"/>
                    <a:pt x="229798" y="61990"/>
                  </a:cubicBezTo>
                  <a:cubicBezTo>
                    <a:pt x="242714" y="59990"/>
                    <a:pt x="255295" y="57074"/>
                    <a:pt x="267545" y="51324"/>
                  </a:cubicBezTo>
                  <a:cubicBezTo>
                    <a:pt x="286376" y="42492"/>
                    <a:pt x="303125" y="28910"/>
                    <a:pt x="323456" y="23410"/>
                  </a:cubicBezTo>
                  <a:cubicBezTo>
                    <a:pt x="333621" y="20660"/>
                    <a:pt x="343621" y="21243"/>
                    <a:pt x="353536" y="23077"/>
                  </a:cubicBezTo>
                  <a:cubicBezTo>
                    <a:pt x="348037" y="27243"/>
                    <a:pt x="342121" y="30659"/>
                    <a:pt x="338121" y="37575"/>
                  </a:cubicBezTo>
                  <a:cubicBezTo>
                    <a:pt x="331455" y="48991"/>
                    <a:pt x="325789" y="63406"/>
                    <a:pt x="323539" y="76405"/>
                  </a:cubicBezTo>
                  <a:cubicBezTo>
                    <a:pt x="319290" y="101736"/>
                    <a:pt x="329039" y="132233"/>
                    <a:pt x="340538" y="154398"/>
                  </a:cubicBezTo>
                  <a:cubicBezTo>
                    <a:pt x="342371" y="158065"/>
                    <a:pt x="347537" y="154815"/>
                    <a:pt x="346537" y="151315"/>
                  </a:cubicBezTo>
                  <a:cubicBezTo>
                    <a:pt x="339787" y="127650"/>
                    <a:pt x="331039" y="97903"/>
                    <a:pt x="337038" y="73489"/>
                  </a:cubicBezTo>
                  <a:cubicBezTo>
                    <a:pt x="339704" y="62573"/>
                    <a:pt x="343870" y="50657"/>
                    <a:pt x="349120" y="40575"/>
                  </a:cubicBezTo>
                  <a:cubicBezTo>
                    <a:pt x="352286" y="34409"/>
                    <a:pt x="357203" y="29993"/>
                    <a:pt x="361286" y="24826"/>
                  </a:cubicBezTo>
                  <a:cubicBezTo>
                    <a:pt x="374618" y="27910"/>
                    <a:pt x="387867" y="32242"/>
                    <a:pt x="401365" y="32826"/>
                  </a:cubicBezTo>
                  <a:cubicBezTo>
                    <a:pt x="420364" y="33576"/>
                    <a:pt x="438862" y="25076"/>
                    <a:pt x="457111" y="19410"/>
                  </a:cubicBezTo>
                  <a:cubicBezTo>
                    <a:pt x="454861" y="21410"/>
                    <a:pt x="452694" y="23660"/>
                    <a:pt x="450611" y="26160"/>
                  </a:cubicBezTo>
                  <a:cubicBezTo>
                    <a:pt x="441778" y="36908"/>
                    <a:pt x="435612" y="48824"/>
                    <a:pt x="433196" y="62656"/>
                  </a:cubicBezTo>
                  <a:cubicBezTo>
                    <a:pt x="428696" y="88571"/>
                    <a:pt x="433529" y="123484"/>
                    <a:pt x="449278" y="144982"/>
                  </a:cubicBezTo>
                  <a:cubicBezTo>
                    <a:pt x="451528" y="148149"/>
                    <a:pt x="457444" y="145566"/>
                    <a:pt x="455611" y="141732"/>
                  </a:cubicBezTo>
                  <a:cubicBezTo>
                    <a:pt x="444695" y="118901"/>
                    <a:pt x="440613" y="87320"/>
                    <a:pt x="445445" y="62406"/>
                  </a:cubicBezTo>
                  <a:cubicBezTo>
                    <a:pt x="448111" y="48907"/>
                    <a:pt x="455277" y="37242"/>
                    <a:pt x="463860" y="26660"/>
                  </a:cubicBezTo>
                  <a:cubicBezTo>
                    <a:pt x="467276" y="22410"/>
                    <a:pt x="472443" y="18743"/>
                    <a:pt x="476525" y="14494"/>
                  </a:cubicBezTo>
                  <a:cubicBezTo>
                    <a:pt x="487691" y="12494"/>
                    <a:pt x="498357" y="12161"/>
                    <a:pt x="509939" y="15577"/>
                  </a:cubicBezTo>
                  <a:cubicBezTo>
                    <a:pt x="524271" y="19743"/>
                    <a:pt x="537103" y="26993"/>
                    <a:pt x="549185" y="35659"/>
                  </a:cubicBezTo>
                  <a:cubicBezTo>
                    <a:pt x="552519" y="37992"/>
                    <a:pt x="555852" y="40658"/>
                    <a:pt x="559018" y="43492"/>
                  </a:cubicBezTo>
                  <a:cubicBezTo>
                    <a:pt x="568267" y="56823"/>
                    <a:pt x="574016" y="72572"/>
                    <a:pt x="577600" y="88321"/>
                  </a:cubicBezTo>
                  <a:cubicBezTo>
                    <a:pt x="582933" y="111735"/>
                    <a:pt x="574850" y="131233"/>
                    <a:pt x="563851" y="151565"/>
                  </a:cubicBezTo>
                  <a:cubicBezTo>
                    <a:pt x="553602" y="170563"/>
                    <a:pt x="539020" y="186395"/>
                    <a:pt x="520772" y="197977"/>
                  </a:cubicBezTo>
                  <a:cubicBezTo>
                    <a:pt x="518689" y="192895"/>
                    <a:pt x="514356" y="188395"/>
                    <a:pt x="511605" y="183562"/>
                  </a:cubicBezTo>
                  <a:cubicBezTo>
                    <a:pt x="504856" y="171980"/>
                    <a:pt x="499857" y="157481"/>
                    <a:pt x="495774" y="144649"/>
                  </a:cubicBezTo>
                  <a:cubicBezTo>
                    <a:pt x="487607" y="119318"/>
                    <a:pt x="497857" y="90070"/>
                    <a:pt x="510023" y="67906"/>
                  </a:cubicBezTo>
                  <a:cubicBezTo>
                    <a:pt x="510189" y="67572"/>
                    <a:pt x="509689" y="67239"/>
                    <a:pt x="509439" y="67572"/>
                  </a:cubicBezTo>
                  <a:cubicBezTo>
                    <a:pt x="493691" y="89987"/>
                    <a:pt x="478109" y="116068"/>
                    <a:pt x="482691" y="144732"/>
                  </a:cubicBezTo>
                  <a:cubicBezTo>
                    <a:pt x="484524" y="156315"/>
                    <a:pt x="492857" y="193228"/>
                    <a:pt x="507273" y="204977"/>
                  </a:cubicBezTo>
                  <a:cubicBezTo>
                    <a:pt x="488774" y="212393"/>
                    <a:pt x="468943" y="212393"/>
                    <a:pt x="448695" y="210309"/>
                  </a:cubicBezTo>
                  <a:cubicBezTo>
                    <a:pt x="437363" y="209143"/>
                    <a:pt x="426447" y="206393"/>
                    <a:pt x="415615" y="203310"/>
                  </a:cubicBezTo>
                  <a:cubicBezTo>
                    <a:pt x="416031" y="202644"/>
                    <a:pt x="416281" y="201811"/>
                    <a:pt x="416281" y="200811"/>
                  </a:cubicBezTo>
                  <a:cubicBezTo>
                    <a:pt x="416615" y="187895"/>
                    <a:pt x="406615" y="173396"/>
                    <a:pt x="402949" y="161148"/>
                  </a:cubicBezTo>
                  <a:cubicBezTo>
                    <a:pt x="397449" y="142899"/>
                    <a:pt x="396449" y="120984"/>
                    <a:pt x="398616" y="102069"/>
                  </a:cubicBezTo>
                  <a:cubicBezTo>
                    <a:pt x="398699" y="101320"/>
                    <a:pt x="397700" y="101153"/>
                    <a:pt x="397449" y="101820"/>
                  </a:cubicBezTo>
                  <a:cubicBezTo>
                    <a:pt x="387616" y="136316"/>
                    <a:pt x="392866" y="166897"/>
                    <a:pt x="404365" y="199810"/>
                  </a:cubicBezTo>
                  <a:cubicBezTo>
                    <a:pt x="395783" y="197227"/>
                    <a:pt x="387117" y="194644"/>
                    <a:pt x="378367" y="192644"/>
                  </a:cubicBezTo>
                  <a:cubicBezTo>
                    <a:pt x="357120" y="187811"/>
                    <a:pt x="338954" y="192895"/>
                    <a:pt x="318373" y="197227"/>
                  </a:cubicBezTo>
                  <a:cubicBezTo>
                    <a:pt x="315624" y="192978"/>
                    <a:pt x="312040" y="188812"/>
                    <a:pt x="309790" y="184812"/>
                  </a:cubicBezTo>
                  <a:cubicBezTo>
                    <a:pt x="305541" y="177313"/>
                    <a:pt x="301208" y="170230"/>
                    <a:pt x="297292" y="162481"/>
                  </a:cubicBezTo>
                  <a:cubicBezTo>
                    <a:pt x="291042" y="150148"/>
                    <a:pt x="287126" y="136150"/>
                    <a:pt x="286792" y="122317"/>
                  </a:cubicBezTo>
                  <a:cubicBezTo>
                    <a:pt x="286460" y="106236"/>
                    <a:pt x="291209" y="91404"/>
                    <a:pt x="294875" y="75822"/>
                  </a:cubicBezTo>
                  <a:cubicBezTo>
                    <a:pt x="295125" y="74739"/>
                    <a:pt x="293459" y="74155"/>
                    <a:pt x="292958" y="75239"/>
                  </a:cubicBezTo>
                  <a:cubicBezTo>
                    <a:pt x="285876" y="92487"/>
                    <a:pt x="277210" y="107902"/>
                    <a:pt x="275627" y="126734"/>
                  </a:cubicBezTo>
                  <a:cubicBezTo>
                    <a:pt x="274377" y="141149"/>
                    <a:pt x="278710" y="156064"/>
                    <a:pt x="284709" y="169063"/>
                  </a:cubicBezTo>
                  <a:cubicBezTo>
                    <a:pt x="287126" y="174313"/>
                    <a:pt x="293958" y="189645"/>
                    <a:pt x="302042" y="199727"/>
                  </a:cubicBezTo>
                  <a:cubicBezTo>
                    <a:pt x="283709" y="201227"/>
                    <a:pt x="265461" y="198728"/>
                    <a:pt x="247463" y="193811"/>
                  </a:cubicBezTo>
                  <a:cubicBezTo>
                    <a:pt x="226049" y="187895"/>
                    <a:pt x="206967" y="186562"/>
                    <a:pt x="184968" y="190228"/>
                  </a:cubicBezTo>
                  <a:cubicBezTo>
                    <a:pt x="178552" y="191311"/>
                    <a:pt x="172053" y="192644"/>
                    <a:pt x="165554" y="193311"/>
                  </a:cubicBezTo>
                  <a:cubicBezTo>
                    <a:pt x="165470" y="192644"/>
                    <a:pt x="165387" y="191978"/>
                    <a:pt x="165053" y="191228"/>
                  </a:cubicBezTo>
                  <a:cubicBezTo>
                    <a:pt x="159054" y="177479"/>
                    <a:pt x="149972" y="165230"/>
                    <a:pt x="146971" y="150315"/>
                  </a:cubicBezTo>
                  <a:cubicBezTo>
                    <a:pt x="143139" y="131067"/>
                    <a:pt x="141889" y="112818"/>
                    <a:pt x="149805" y="94320"/>
                  </a:cubicBezTo>
                  <a:cubicBezTo>
                    <a:pt x="150055" y="93820"/>
                    <a:pt x="149305" y="93487"/>
                    <a:pt x="149055" y="93987"/>
                  </a:cubicBezTo>
                  <a:cubicBezTo>
                    <a:pt x="129807" y="126317"/>
                    <a:pt x="134056" y="160981"/>
                    <a:pt x="150471" y="192895"/>
                  </a:cubicBezTo>
                  <a:cubicBezTo>
                    <a:pt x="150138" y="192811"/>
                    <a:pt x="149889" y="192811"/>
                    <a:pt x="149555" y="192728"/>
                  </a:cubicBezTo>
                  <a:cubicBezTo>
                    <a:pt x="137722" y="190312"/>
                    <a:pt x="127141" y="185395"/>
                    <a:pt x="114891" y="184228"/>
                  </a:cubicBezTo>
                  <a:cubicBezTo>
                    <a:pt x="92143" y="182062"/>
                    <a:pt x="70145" y="187395"/>
                    <a:pt x="47314" y="182895"/>
                  </a:cubicBezTo>
                  <a:cubicBezTo>
                    <a:pt x="38565" y="181229"/>
                    <a:pt x="22817" y="178562"/>
                    <a:pt x="17900" y="169397"/>
                  </a:cubicBezTo>
                  <a:lnTo>
                    <a:pt x="17900" y="169397"/>
                  </a:lnTo>
                  <a:close/>
                </a:path>
              </a:pathLst>
            </a:custGeom>
            <a:grpFill/>
            <a:ln w="8332" cap="flat">
              <a:noFill/>
              <a:prstDash val="solid"/>
              <a:miter/>
            </a:ln>
          </p:spPr>
          <p:txBody>
            <a:bodyPr rtlCol="0" anchor="ctr"/>
            <a:lstStyle/>
            <a:p>
              <a:endParaRPr lang="en-US"/>
            </a:p>
          </p:txBody>
        </p:sp>
        <p:sp>
          <p:nvSpPr>
            <p:cNvPr id="2501" name="Freeform: Shape 2500"/>
            <p:cNvSpPr/>
            <p:nvPr/>
          </p:nvSpPr>
          <p:spPr>
            <a:xfrm>
              <a:off x="6371770" y="5694395"/>
              <a:ext cx="479264" cy="778772"/>
            </a:xfrm>
            <a:custGeom>
              <a:avLst/>
              <a:gdLst>
                <a:gd name="connsiteX0" fmla="*/ 92419 w 479264"/>
                <a:gd name="connsiteY0" fmla="*/ 733036 h 778772"/>
                <a:gd name="connsiteX1" fmla="*/ 119500 w 479264"/>
                <a:gd name="connsiteY1" fmla="*/ 693123 h 778772"/>
                <a:gd name="connsiteX2" fmla="*/ 145998 w 479264"/>
                <a:gd name="connsiteY2" fmla="*/ 670375 h 778772"/>
                <a:gd name="connsiteX3" fmla="*/ 165829 w 479264"/>
                <a:gd name="connsiteY3" fmla="*/ 633045 h 778772"/>
                <a:gd name="connsiteX4" fmla="*/ 224241 w 479264"/>
                <a:gd name="connsiteY4" fmla="*/ 571801 h 778772"/>
                <a:gd name="connsiteX5" fmla="*/ 241239 w 479264"/>
                <a:gd name="connsiteY5" fmla="*/ 542970 h 778772"/>
                <a:gd name="connsiteX6" fmla="*/ 257571 w 479264"/>
                <a:gd name="connsiteY6" fmla="*/ 502807 h 778772"/>
                <a:gd name="connsiteX7" fmla="*/ 325815 w 479264"/>
                <a:gd name="connsiteY7" fmla="*/ 439812 h 778772"/>
                <a:gd name="connsiteX8" fmla="*/ 359062 w 479264"/>
                <a:gd name="connsiteY8" fmla="*/ 375152 h 778772"/>
                <a:gd name="connsiteX9" fmla="*/ 346979 w 479264"/>
                <a:gd name="connsiteY9" fmla="*/ 300992 h 778772"/>
                <a:gd name="connsiteX10" fmla="*/ 340313 w 479264"/>
                <a:gd name="connsiteY10" fmla="*/ 287660 h 778772"/>
                <a:gd name="connsiteX11" fmla="*/ 367394 w 479264"/>
                <a:gd name="connsiteY11" fmla="*/ 259162 h 778772"/>
                <a:gd name="connsiteX12" fmla="*/ 399725 w 479264"/>
                <a:gd name="connsiteY12" fmla="*/ 219249 h 778772"/>
                <a:gd name="connsiteX13" fmla="*/ 413890 w 479264"/>
                <a:gd name="connsiteY13" fmla="*/ 195335 h 778772"/>
                <a:gd name="connsiteX14" fmla="*/ 420306 w 479264"/>
                <a:gd name="connsiteY14" fmla="*/ 183419 h 778772"/>
                <a:gd name="connsiteX15" fmla="*/ 412057 w 479264"/>
                <a:gd name="connsiteY15" fmla="*/ 169670 h 778772"/>
                <a:gd name="connsiteX16" fmla="*/ 420473 w 479264"/>
                <a:gd name="connsiteY16" fmla="*/ 160838 h 778772"/>
                <a:gd name="connsiteX17" fmla="*/ 467718 w 479264"/>
                <a:gd name="connsiteY17" fmla="*/ 100760 h 778772"/>
                <a:gd name="connsiteX18" fmla="*/ 474801 w 479264"/>
                <a:gd name="connsiteY18" fmla="*/ 54597 h 778772"/>
                <a:gd name="connsiteX19" fmla="*/ 426889 w 479264"/>
                <a:gd name="connsiteY19" fmla="*/ 50431 h 778772"/>
                <a:gd name="connsiteX20" fmla="*/ 385976 w 479264"/>
                <a:gd name="connsiteY20" fmla="*/ 108176 h 778772"/>
                <a:gd name="connsiteX21" fmla="*/ 354729 w 479264"/>
                <a:gd name="connsiteY21" fmla="*/ 157004 h 778772"/>
                <a:gd name="connsiteX22" fmla="*/ 376143 w 479264"/>
                <a:gd name="connsiteY22" fmla="*/ 110592 h 778772"/>
                <a:gd name="connsiteX23" fmla="*/ 401391 w 479264"/>
                <a:gd name="connsiteY23" fmla="*/ 36182 h 778772"/>
                <a:gd name="connsiteX24" fmla="*/ 383893 w 479264"/>
                <a:gd name="connsiteY24" fmla="*/ 186 h 778772"/>
                <a:gd name="connsiteX25" fmla="*/ 348146 w 479264"/>
                <a:gd name="connsiteY25" fmla="*/ 31933 h 778772"/>
                <a:gd name="connsiteX26" fmla="*/ 335814 w 479264"/>
                <a:gd name="connsiteY26" fmla="*/ 96177 h 778772"/>
                <a:gd name="connsiteX27" fmla="*/ 307150 w 479264"/>
                <a:gd name="connsiteY27" fmla="*/ 98260 h 778772"/>
                <a:gd name="connsiteX28" fmla="*/ 286985 w 479264"/>
                <a:gd name="connsiteY28" fmla="*/ 141173 h 778772"/>
                <a:gd name="connsiteX29" fmla="*/ 271319 w 479264"/>
                <a:gd name="connsiteY29" fmla="*/ 190335 h 778772"/>
                <a:gd name="connsiteX30" fmla="*/ 262237 w 479264"/>
                <a:gd name="connsiteY30" fmla="*/ 233664 h 778772"/>
                <a:gd name="connsiteX31" fmla="*/ 192076 w 479264"/>
                <a:gd name="connsiteY31" fmla="*/ 252413 h 778772"/>
                <a:gd name="connsiteX32" fmla="*/ 150664 w 479264"/>
                <a:gd name="connsiteY32" fmla="*/ 306408 h 778772"/>
                <a:gd name="connsiteX33" fmla="*/ 138332 w 479264"/>
                <a:gd name="connsiteY33" fmla="*/ 343571 h 778772"/>
                <a:gd name="connsiteX34" fmla="*/ 110168 w 479264"/>
                <a:gd name="connsiteY34" fmla="*/ 380651 h 778772"/>
                <a:gd name="connsiteX35" fmla="*/ 71421 w 479264"/>
                <a:gd name="connsiteY35" fmla="*/ 437229 h 778772"/>
                <a:gd name="connsiteX36" fmla="*/ 55922 w 479264"/>
                <a:gd name="connsiteY36" fmla="*/ 513473 h 778772"/>
                <a:gd name="connsiteX37" fmla="*/ 29675 w 479264"/>
                <a:gd name="connsiteY37" fmla="*/ 574384 h 778772"/>
                <a:gd name="connsiteX38" fmla="*/ 19009 w 479264"/>
                <a:gd name="connsiteY38" fmla="*/ 654960 h 778772"/>
                <a:gd name="connsiteX39" fmla="*/ 11 w 479264"/>
                <a:gd name="connsiteY39" fmla="*/ 725787 h 778772"/>
                <a:gd name="connsiteX40" fmla="*/ 21925 w 479264"/>
                <a:gd name="connsiteY40" fmla="*/ 775699 h 778772"/>
                <a:gd name="connsiteX41" fmla="*/ 70088 w 479264"/>
                <a:gd name="connsiteY41" fmla="*/ 759700 h 778772"/>
                <a:gd name="connsiteX42" fmla="*/ 92419 w 479264"/>
                <a:gd name="connsiteY42" fmla="*/ 733036 h 778772"/>
                <a:gd name="connsiteX43" fmla="*/ 92419 w 479264"/>
                <a:gd name="connsiteY43" fmla="*/ 733036 h 778772"/>
                <a:gd name="connsiteX44" fmla="*/ 409224 w 479264"/>
                <a:gd name="connsiteY44" fmla="*/ 186502 h 778772"/>
                <a:gd name="connsiteX45" fmla="*/ 399475 w 479264"/>
                <a:gd name="connsiteY45" fmla="*/ 200251 h 778772"/>
                <a:gd name="connsiteX46" fmla="*/ 377394 w 479264"/>
                <a:gd name="connsiteY46" fmla="*/ 232581 h 778772"/>
                <a:gd name="connsiteX47" fmla="*/ 351979 w 479264"/>
                <a:gd name="connsiteY47" fmla="*/ 257912 h 778772"/>
                <a:gd name="connsiteX48" fmla="*/ 332981 w 479264"/>
                <a:gd name="connsiteY48" fmla="*/ 275744 h 778772"/>
                <a:gd name="connsiteX49" fmla="*/ 326565 w 479264"/>
                <a:gd name="connsiteY49" fmla="*/ 267161 h 778772"/>
                <a:gd name="connsiteX50" fmla="*/ 338730 w 479264"/>
                <a:gd name="connsiteY50" fmla="*/ 253996 h 778772"/>
                <a:gd name="connsiteX51" fmla="*/ 363395 w 479264"/>
                <a:gd name="connsiteY51" fmla="*/ 223249 h 778772"/>
                <a:gd name="connsiteX52" fmla="*/ 407807 w 479264"/>
                <a:gd name="connsiteY52" fmla="*/ 174503 h 778772"/>
                <a:gd name="connsiteX53" fmla="*/ 409224 w 479264"/>
                <a:gd name="connsiteY53" fmla="*/ 186502 h 778772"/>
                <a:gd name="connsiteX54" fmla="*/ 409224 w 479264"/>
                <a:gd name="connsiteY54" fmla="*/ 186502 h 778772"/>
                <a:gd name="connsiteX55" fmla="*/ 408474 w 479264"/>
                <a:gd name="connsiteY55" fmla="*/ 94427 h 778772"/>
                <a:gd name="connsiteX56" fmla="*/ 425806 w 479264"/>
                <a:gd name="connsiteY56" fmla="*/ 65346 h 778772"/>
                <a:gd name="connsiteX57" fmla="*/ 465219 w 479264"/>
                <a:gd name="connsiteY57" fmla="*/ 62263 h 778772"/>
                <a:gd name="connsiteX58" fmla="*/ 442804 w 479264"/>
                <a:gd name="connsiteY58" fmla="*/ 122174 h 778772"/>
                <a:gd name="connsiteX59" fmla="*/ 397558 w 479264"/>
                <a:gd name="connsiteY59" fmla="*/ 170420 h 778772"/>
                <a:gd name="connsiteX60" fmla="*/ 352062 w 479264"/>
                <a:gd name="connsiteY60" fmla="*/ 218833 h 778772"/>
                <a:gd name="connsiteX61" fmla="*/ 319649 w 479264"/>
                <a:gd name="connsiteY61" fmla="*/ 259829 h 778772"/>
                <a:gd name="connsiteX62" fmla="*/ 311566 w 479264"/>
                <a:gd name="connsiteY62" fmla="*/ 253246 h 778772"/>
                <a:gd name="connsiteX63" fmla="*/ 314482 w 479264"/>
                <a:gd name="connsiteY63" fmla="*/ 247246 h 778772"/>
                <a:gd name="connsiteX64" fmla="*/ 324981 w 479264"/>
                <a:gd name="connsiteY64" fmla="*/ 230998 h 778772"/>
                <a:gd name="connsiteX65" fmla="*/ 340313 w 479264"/>
                <a:gd name="connsiteY65" fmla="*/ 204251 h 778772"/>
                <a:gd name="connsiteX66" fmla="*/ 373227 w 479264"/>
                <a:gd name="connsiteY66" fmla="*/ 151255 h 778772"/>
                <a:gd name="connsiteX67" fmla="*/ 408474 w 479264"/>
                <a:gd name="connsiteY67" fmla="*/ 94427 h 778772"/>
                <a:gd name="connsiteX68" fmla="*/ 408474 w 479264"/>
                <a:gd name="connsiteY68" fmla="*/ 94427 h 778772"/>
                <a:gd name="connsiteX69" fmla="*/ 357228 w 479264"/>
                <a:gd name="connsiteY69" fmla="*/ 53764 h 778772"/>
                <a:gd name="connsiteX70" fmla="*/ 365311 w 479264"/>
                <a:gd name="connsiteY70" fmla="*/ 20934 h 778772"/>
                <a:gd name="connsiteX71" fmla="*/ 390059 w 479264"/>
                <a:gd name="connsiteY71" fmla="*/ 15768 h 778772"/>
                <a:gd name="connsiteX72" fmla="*/ 391642 w 479264"/>
                <a:gd name="connsiteY72" fmla="*/ 39515 h 778772"/>
                <a:gd name="connsiteX73" fmla="*/ 383309 w 479264"/>
                <a:gd name="connsiteY73" fmla="*/ 72013 h 778772"/>
                <a:gd name="connsiteX74" fmla="*/ 354645 w 479264"/>
                <a:gd name="connsiteY74" fmla="*/ 138006 h 778772"/>
                <a:gd name="connsiteX75" fmla="*/ 324898 w 479264"/>
                <a:gd name="connsiteY75" fmla="*/ 200001 h 778772"/>
                <a:gd name="connsiteX76" fmla="*/ 301734 w 479264"/>
                <a:gd name="connsiteY76" fmla="*/ 247413 h 778772"/>
                <a:gd name="connsiteX77" fmla="*/ 296817 w 479264"/>
                <a:gd name="connsiteY77" fmla="*/ 245163 h 778772"/>
                <a:gd name="connsiteX78" fmla="*/ 294568 w 479264"/>
                <a:gd name="connsiteY78" fmla="*/ 244330 h 778772"/>
                <a:gd name="connsiteX79" fmla="*/ 335231 w 479264"/>
                <a:gd name="connsiteY79" fmla="*/ 144506 h 778772"/>
                <a:gd name="connsiteX80" fmla="*/ 351396 w 479264"/>
                <a:gd name="connsiteY80" fmla="*/ 82845 h 778772"/>
                <a:gd name="connsiteX81" fmla="*/ 357228 w 479264"/>
                <a:gd name="connsiteY81" fmla="*/ 53764 h 778772"/>
                <a:gd name="connsiteX82" fmla="*/ 357228 w 479264"/>
                <a:gd name="connsiteY82" fmla="*/ 53764 h 778772"/>
                <a:gd name="connsiteX83" fmla="*/ 290068 w 479264"/>
                <a:gd name="connsiteY83" fmla="*/ 165920 h 778772"/>
                <a:gd name="connsiteX84" fmla="*/ 302567 w 479264"/>
                <a:gd name="connsiteY84" fmla="*/ 131840 h 778772"/>
                <a:gd name="connsiteX85" fmla="*/ 319565 w 479264"/>
                <a:gd name="connsiteY85" fmla="*/ 103760 h 778772"/>
                <a:gd name="connsiteX86" fmla="*/ 334481 w 479264"/>
                <a:gd name="connsiteY86" fmla="*/ 102176 h 778772"/>
                <a:gd name="connsiteX87" fmla="*/ 333897 w 479264"/>
                <a:gd name="connsiteY87" fmla="*/ 104509 h 778772"/>
                <a:gd name="connsiteX88" fmla="*/ 315316 w 479264"/>
                <a:gd name="connsiteY88" fmla="*/ 176586 h 778772"/>
                <a:gd name="connsiteX89" fmla="*/ 299734 w 479264"/>
                <a:gd name="connsiteY89" fmla="*/ 218833 h 778772"/>
                <a:gd name="connsiteX90" fmla="*/ 287901 w 479264"/>
                <a:gd name="connsiteY90" fmla="*/ 240831 h 778772"/>
                <a:gd name="connsiteX91" fmla="*/ 276319 w 479264"/>
                <a:gd name="connsiteY91" fmla="*/ 236164 h 778772"/>
                <a:gd name="connsiteX92" fmla="*/ 276069 w 479264"/>
                <a:gd name="connsiteY92" fmla="*/ 235331 h 778772"/>
                <a:gd name="connsiteX93" fmla="*/ 290068 w 479264"/>
                <a:gd name="connsiteY93" fmla="*/ 165920 h 778772"/>
                <a:gd name="connsiteX94" fmla="*/ 290068 w 479264"/>
                <a:gd name="connsiteY94" fmla="*/ 165920 h 778772"/>
                <a:gd name="connsiteX95" fmla="*/ 34424 w 479264"/>
                <a:gd name="connsiteY95" fmla="*/ 762700 h 778772"/>
                <a:gd name="connsiteX96" fmla="*/ 16509 w 479264"/>
                <a:gd name="connsiteY96" fmla="*/ 728120 h 778772"/>
                <a:gd name="connsiteX97" fmla="*/ 31258 w 479264"/>
                <a:gd name="connsiteY97" fmla="*/ 671375 h 778772"/>
                <a:gd name="connsiteX98" fmla="*/ 81587 w 479264"/>
                <a:gd name="connsiteY98" fmla="*/ 703706 h 778772"/>
                <a:gd name="connsiteX99" fmla="*/ 82670 w 479264"/>
                <a:gd name="connsiteY99" fmla="*/ 695706 h 778772"/>
                <a:gd name="connsiteX100" fmla="*/ 57339 w 479264"/>
                <a:gd name="connsiteY100" fmla="*/ 686041 h 778772"/>
                <a:gd name="connsiteX101" fmla="*/ 32508 w 479264"/>
                <a:gd name="connsiteY101" fmla="*/ 667792 h 778772"/>
                <a:gd name="connsiteX102" fmla="*/ 33008 w 479264"/>
                <a:gd name="connsiteY102" fmla="*/ 666542 h 778772"/>
                <a:gd name="connsiteX103" fmla="*/ 44923 w 479264"/>
                <a:gd name="connsiteY103" fmla="*/ 606964 h 778772"/>
                <a:gd name="connsiteX104" fmla="*/ 46507 w 479264"/>
                <a:gd name="connsiteY104" fmla="*/ 575384 h 778772"/>
                <a:gd name="connsiteX105" fmla="*/ 59172 w 479264"/>
                <a:gd name="connsiteY105" fmla="*/ 542803 h 778772"/>
                <a:gd name="connsiteX106" fmla="*/ 62672 w 479264"/>
                <a:gd name="connsiteY106" fmla="*/ 536220 h 778772"/>
                <a:gd name="connsiteX107" fmla="*/ 132332 w 479264"/>
                <a:gd name="connsiteY107" fmla="*/ 584883 h 778772"/>
                <a:gd name="connsiteX108" fmla="*/ 132915 w 479264"/>
                <a:gd name="connsiteY108" fmla="*/ 582800 h 778772"/>
                <a:gd name="connsiteX109" fmla="*/ 88920 w 479264"/>
                <a:gd name="connsiteY109" fmla="*/ 551302 h 778772"/>
                <a:gd name="connsiteX110" fmla="*/ 76587 w 479264"/>
                <a:gd name="connsiteY110" fmla="*/ 536637 h 778772"/>
                <a:gd name="connsiteX111" fmla="*/ 67171 w 479264"/>
                <a:gd name="connsiteY111" fmla="*/ 527388 h 778772"/>
                <a:gd name="connsiteX112" fmla="*/ 79920 w 479264"/>
                <a:gd name="connsiteY112" fmla="*/ 490225 h 778772"/>
                <a:gd name="connsiteX113" fmla="*/ 88920 w 479264"/>
                <a:gd name="connsiteY113" fmla="*/ 428397 h 778772"/>
                <a:gd name="connsiteX114" fmla="*/ 105751 w 479264"/>
                <a:gd name="connsiteY114" fmla="*/ 403482 h 778772"/>
                <a:gd name="connsiteX115" fmla="*/ 108834 w 479264"/>
                <a:gd name="connsiteY115" fmla="*/ 424397 h 778772"/>
                <a:gd name="connsiteX116" fmla="*/ 132415 w 479264"/>
                <a:gd name="connsiteY116" fmla="*/ 458561 h 778772"/>
                <a:gd name="connsiteX117" fmla="*/ 206242 w 479264"/>
                <a:gd name="connsiteY117" fmla="*/ 489142 h 778772"/>
                <a:gd name="connsiteX118" fmla="*/ 207159 w 479264"/>
                <a:gd name="connsiteY118" fmla="*/ 482392 h 778772"/>
                <a:gd name="connsiteX119" fmla="*/ 137748 w 479264"/>
                <a:gd name="connsiteY119" fmla="*/ 445729 h 778772"/>
                <a:gd name="connsiteX120" fmla="*/ 117584 w 479264"/>
                <a:gd name="connsiteY120" fmla="*/ 417065 h 778772"/>
                <a:gd name="connsiteX121" fmla="*/ 111584 w 479264"/>
                <a:gd name="connsiteY121" fmla="*/ 398067 h 778772"/>
                <a:gd name="connsiteX122" fmla="*/ 140998 w 479264"/>
                <a:gd name="connsiteY122" fmla="*/ 369652 h 778772"/>
                <a:gd name="connsiteX123" fmla="*/ 161746 w 479264"/>
                <a:gd name="connsiteY123" fmla="*/ 316241 h 778772"/>
                <a:gd name="connsiteX124" fmla="*/ 163663 w 479264"/>
                <a:gd name="connsiteY124" fmla="*/ 325406 h 778772"/>
                <a:gd name="connsiteX125" fmla="*/ 183744 w 479264"/>
                <a:gd name="connsiteY125" fmla="*/ 360487 h 778772"/>
                <a:gd name="connsiteX126" fmla="*/ 260571 w 479264"/>
                <a:gd name="connsiteY126" fmla="*/ 394317 h 778772"/>
                <a:gd name="connsiteX127" fmla="*/ 261487 w 479264"/>
                <a:gd name="connsiteY127" fmla="*/ 387234 h 778772"/>
                <a:gd name="connsiteX128" fmla="*/ 190494 w 479264"/>
                <a:gd name="connsiteY128" fmla="*/ 350321 h 778772"/>
                <a:gd name="connsiteX129" fmla="*/ 171662 w 479264"/>
                <a:gd name="connsiteY129" fmla="*/ 314824 h 778772"/>
                <a:gd name="connsiteX130" fmla="*/ 168912 w 479264"/>
                <a:gd name="connsiteY130" fmla="*/ 297492 h 778772"/>
                <a:gd name="connsiteX131" fmla="*/ 188827 w 479264"/>
                <a:gd name="connsiteY131" fmla="*/ 270661 h 778772"/>
                <a:gd name="connsiteX132" fmla="*/ 227740 w 479264"/>
                <a:gd name="connsiteY132" fmla="*/ 249913 h 778772"/>
                <a:gd name="connsiteX133" fmla="*/ 239739 w 479264"/>
                <a:gd name="connsiteY133" fmla="*/ 246247 h 778772"/>
                <a:gd name="connsiteX134" fmla="*/ 287152 w 479264"/>
                <a:gd name="connsiteY134" fmla="*/ 256496 h 778772"/>
                <a:gd name="connsiteX135" fmla="*/ 331314 w 479264"/>
                <a:gd name="connsiteY135" fmla="*/ 303908 h 778772"/>
                <a:gd name="connsiteX136" fmla="*/ 344896 w 479264"/>
                <a:gd name="connsiteY136" fmla="*/ 365736 h 778772"/>
                <a:gd name="connsiteX137" fmla="*/ 327815 w 479264"/>
                <a:gd name="connsiteY137" fmla="*/ 365069 h 778772"/>
                <a:gd name="connsiteX138" fmla="*/ 286818 w 479264"/>
                <a:gd name="connsiteY138" fmla="*/ 355904 h 778772"/>
                <a:gd name="connsiteX139" fmla="*/ 231823 w 479264"/>
                <a:gd name="connsiteY139" fmla="*/ 300408 h 778772"/>
                <a:gd name="connsiteX140" fmla="*/ 231240 w 479264"/>
                <a:gd name="connsiteY140" fmla="*/ 300659 h 778772"/>
                <a:gd name="connsiteX141" fmla="*/ 279486 w 479264"/>
                <a:gd name="connsiteY141" fmla="*/ 366569 h 778772"/>
                <a:gd name="connsiteX142" fmla="*/ 342980 w 479264"/>
                <a:gd name="connsiteY142" fmla="*/ 380735 h 778772"/>
                <a:gd name="connsiteX143" fmla="*/ 313899 w 479264"/>
                <a:gd name="connsiteY143" fmla="*/ 431813 h 778772"/>
                <a:gd name="connsiteX144" fmla="*/ 289235 w 479264"/>
                <a:gd name="connsiteY144" fmla="*/ 454978 h 778772"/>
                <a:gd name="connsiteX145" fmla="*/ 287568 w 479264"/>
                <a:gd name="connsiteY145" fmla="*/ 452978 h 778772"/>
                <a:gd name="connsiteX146" fmla="*/ 247405 w 479264"/>
                <a:gd name="connsiteY146" fmla="*/ 441313 h 778772"/>
                <a:gd name="connsiteX147" fmla="*/ 196410 w 479264"/>
                <a:gd name="connsiteY147" fmla="*/ 411232 h 778772"/>
                <a:gd name="connsiteX148" fmla="*/ 195577 w 479264"/>
                <a:gd name="connsiteY148" fmla="*/ 412065 h 778772"/>
                <a:gd name="connsiteX149" fmla="*/ 280069 w 479264"/>
                <a:gd name="connsiteY149" fmla="*/ 462394 h 778772"/>
                <a:gd name="connsiteX150" fmla="*/ 259320 w 479264"/>
                <a:gd name="connsiteY150" fmla="*/ 479726 h 778772"/>
                <a:gd name="connsiteX151" fmla="*/ 228907 w 479264"/>
                <a:gd name="connsiteY151" fmla="*/ 531638 h 778772"/>
                <a:gd name="connsiteX152" fmla="*/ 213825 w 479264"/>
                <a:gd name="connsiteY152" fmla="*/ 531638 h 778772"/>
                <a:gd name="connsiteX153" fmla="*/ 188327 w 479264"/>
                <a:gd name="connsiteY153" fmla="*/ 529138 h 778772"/>
                <a:gd name="connsiteX154" fmla="*/ 149331 w 479264"/>
                <a:gd name="connsiteY154" fmla="*/ 514806 h 778772"/>
                <a:gd name="connsiteX155" fmla="*/ 115750 w 479264"/>
                <a:gd name="connsiteY155" fmla="*/ 481642 h 778772"/>
                <a:gd name="connsiteX156" fmla="*/ 114167 w 479264"/>
                <a:gd name="connsiteY156" fmla="*/ 482809 h 778772"/>
                <a:gd name="connsiteX157" fmla="*/ 146581 w 479264"/>
                <a:gd name="connsiteY157" fmla="*/ 526388 h 778772"/>
                <a:gd name="connsiteX158" fmla="*/ 186494 w 479264"/>
                <a:gd name="connsiteY158" fmla="*/ 543053 h 778772"/>
                <a:gd name="connsiteX159" fmla="*/ 221574 w 479264"/>
                <a:gd name="connsiteY159" fmla="*/ 546303 h 778772"/>
                <a:gd name="connsiteX160" fmla="*/ 185661 w 479264"/>
                <a:gd name="connsiteY160" fmla="*/ 587716 h 778772"/>
                <a:gd name="connsiteX161" fmla="*/ 147081 w 479264"/>
                <a:gd name="connsiteY161" fmla="*/ 637045 h 778772"/>
                <a:gd name="connsiteX162" fmla="*/ 138498 w 479264"/>
                <a:gd name="connsiteY162" fmla="*/ 654793 h 778772"/>
                <a:gd name="connsiteX163" fmla="*/ 136498 w 479264"/>
                <a:gd name="connsiteY163" fmla="*/ 654043 h 778772"/>
                <a:gd name="connsiteX164" fmla="*/ 92586 w 479264"/>
                <a:gd name="connsiteY164" fmla="*/ 645544 h 778772"/>
                <a:gd name="connsiteX165" fmla="*/ 48257 w 479264"/>
                <a:gd name="connsiteY165" fmla="*/ 611297 h 778772"/>
                <a:gd name="connsiteX166" fmla="*/ 47506 w 479264"/>
                <a:gd name="connsiteY166" fmla="*/ 611714 h 778772"/>
                <a:gd name="connsiteX167" fmla="*/ 129582 w 479264"/>
                <a:gd name="connsiteY167" fmla="*/ 666959 h 778772"/>
                <a:gd name="connsiteX168" fmla="*/ 128916 w 479264"/>
                <a:gd name="connsiteY168" fmla="*/ 667625 h 778772"/>
                <a:gd name="connsiteX169" fmla="*/ 102085 w 479264"/>
                <a:gd name="connsiteY169" fmla="*/ 691290 h 778772"/>
                <a:gd name="connsiteX170" fmla="*/ 62422 w 479264"/>
                <a:gd name="connsiteY170" fmla="*/ 746035 h 778772"/>
                <a:gd name="connsiteX171" fmla="*/ 34424 w 479264"/>
                <a:gd name="connsiteY171" fmla="*/ 762700 h 778772"/>
                <a:gd name="connsiteX172" fmla="*/ 34424 w 479264"/>
                <a:gd name="connsiteY172" fmla="*/ 762700 h 778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Lst>
              <a:rect l="l" t="t" r="r" b="b"/>
              <a:pathLst>
                <a:path w="479264" h="778772">
                  <a:moveTo>
                    <a:pt x="92419" y="733036"/>
                  </a:moveTo>
                  <a:cubicBezTo>
                    <a:pt x="101335" y="719287"/>
                    <a:pt x="107168" y="704539"/>
                    <a:pt x="119500" y="693123"/>
                  </a:cubicBezTo>
                  <a:cubicBezTo>
                    <a:pt x="128082" y="685207"/>
                    <a:pt x="138915" y="679874"/>
                    <a:pt x="145998" y="670375"/>
                  </a:cubicBezTo>
                  <a:cubicBezTo>
                    <a:pt x="154414" y="659043"/>
                    <a:pt x="158913" y="645211"/>
                    <a:pt x="165829" y="633045"/>
                  </a:cubicBezTo>
                  <a:cubicBezTo>
                    <a:pt x="180244" y="607631"/>
                    <a:pt x="206992" y="594799"/>
                    <a:pt x="224241" y="571801"/>
                  </a:cubicBezTo>
                  <a:cubicBezTo>
                    <a:pt x="230907" y="562885"/>
                    <a:pt x="236823" y="553219"/>
                    <a:pt x="241239" y="542970"/>
                  </a:cubicBezTo>
                  <a:cubicBezTo>
                    <a:pt x="246988" y="529638"/>
                    <a:pt x="249738" y="515223"/>
                    <a:pt x="257571" y="502807"/>
                  </a:cubicBezTo>
                  <a:cubicBezTo>
                    <a:pt x="273903" y="477059"/>
                    <a:pt x="305983" y="463061"/>
                    <a:pt x="325815" y="439812"/>
                  </a:cubicBezTo>
                  <a:cubicBezTo>
                    <a:pt x="342063" y="420898"/>
                    <a:pt x="356062" y="400483"/>
                    <a:pt x="359062" y="375152"/>
                  </a:cubicBezTo>
                  <a:cubicBezTo>
                    <a:pt x="362061" y="349904"/>
                    <a:pt x="357645" y="323906"/>
                    <a:pt x="346979" y="300992"/>
                  </a:cubicBezTo>
                  <a:cubicBezTo>
                    <a:pt x="344813" y="296409"/>
                    <a:pt x="342646" y="291909"/>
                    <a:pt x="340313" y="287660"/>
                  </a:cubicBezTo>
                  <a:cubicBezTo>
                    <a:pt x="350646" y="279327"/>
                    <a:pt x="358645" y="268994"/>
                    <a:pt x="367394" y="259162"/>
                  </a:cubicBezTo>
                  <a:cubicBezTo>
                    <a:pt x="378810" y="246413"/>
                    <a:pt x="391142" y="234248"/>
                    <a:pt x="399725" y="219249"/>
                  </a:cubicBezTo>
                  <a:cubicBezTo>
                    <a:pt x="404391" y="211166"/>
                    <a:pt x="408724" y="203167"/>
                    <a:pt x="413890" y="195335"/>
                  </a:cubicBezTo>
                  <a:cubicBezTo>
                    <a:pt x="416307" y="191668"/>
                    <a:pt x="419473" y="187919"/>
                    <a:pt x="420306" y="183419"/>
                  </a:cubicBezTo>
                  <a:cubicBezTo>
                    <a:pt x="421723" y="175753"/>
                    <a:pt x="417473" y="172420"/>
                    <a:pt x="412057" y="169670"/>
                  </a:cubicBezTo>
                  <a:cubicBezTo>
                    <a:pt x="414890" y="166754"/>
                    <a:pt x="417723" y="163754"/>
                    <a:pt x="420473" y="160838"/>
                  </a:cubicBezTo>
                  <a:cubicBezTo>
                    <a:pt x="438305" y="142173"/>
                    <a:pt x="456136" y="124008"/>
                    <a:pt x="467718" y="100760"/>
                  </a:cubicBezTo>
                  <a:cubicBezTo>
                    <a:pt x="473551" y="89011"/>
                    <a:pt x="485883" y="67096"/>
                    <a:pt x="474801" y="54597"/>
                  </a:cubicBezTo>
                  <a:cubicBezTo>
                    <a:pt x="464886" y="43432"/>
                    <a:pt x="438888" y="44681"/>
                    <a:pt x="426889" y="50431"/>
                  </a:cubicBezTo>
                  <a:cubicBezTo>
                    <a:pt x="406891" y="60097"/>
                    <a:pt x="396808" y="90427"/>
                    <a:pt x="385976" y="108176"/>
                  </a:cubicBezTo>
                  <a:cubicBezTo>
                    <a:pt x="375894" y="124675"/>
                    <a:pt x="364978" y="140590"/>
                    <a:pt x="354729" y="157004"/>
                  </a:cubicBezTo>
                  <a:cubicBezTo>
                    <a:pt x="361645" y="141423"/>
                    <a:pt x="368644" y="125924"/>
                    <a:pt x="376143" y="110592"/>
                  </a:cubicBezTo>
                  <a:cubicBezTo>
                    <a:pt x="387642" y="87011"/>
                    <a:pt x="396642" y="62013"/>
                    <a:pt x="401391" y="36182"/>
                  </a:cubicBezTo>
                  <a:cubicBezTo>
                    <a:pt x="404557" y="18767"/>
                    <a:pt x="406224" y="2435"/>
                    <a:pt x="383893" y="186"/>
                  </a:cubicBezTo>
                  <a:cubicBezTo>
                    <a:pt x="363478" y="-1897"/>
                    <a:pt x="351313" y="13851"/>
                    <a:pt x="348146" y="31933"/>
                  </a:cubicBezTo>
                  <a:cubicBezTo>
                    <a:pt x="344313" y="53597"/>
                    <a:pt x="340813" y="74845"/>
                    <a:pt x="335814" y="96177"/>
                  </a:cubicBezTo>
                  <a:cubicBezTo>
                    <a:pt x="326315" y="93427"/>
                    <a:pt x="314482" y="92010"/>
                    <a:pt x="307150" y="98260"/>
                  </a:cubicBezTo>
                  <a:cubicBezTo>
                    <a:pt x="296817" y="107092"/>
                    <a:pt x="291568" y="128841"/>
                    <a:pt x="286985" y="141173"/>
                  </a:cubicBezTo>
                  <a:cubicBezTo>
                    <a:pt x="280986" y="157422"/>
                    <a:pt x="275986" y="173670"/>
                    <a:pt x="271319" y="190335"/>
                  </a:cubicBezTo>
                  <a:cubicBezTo>
                    <a:pt x="267320" y="204500"/>
                    <a:pt x="262154" y="218749"/>
                    <a:pt x="262237" y="233664"/>
                  </a:cubicBezTo>
                  <a:cubicBezTo>
                    <a:pt x="237823" y="231915"/>
                    <a:pt x="210325" y="241080"/>
                    <a:pt x="192076" y="252413"/>
                  </a:cubicBezTo>
                  <a:cubicBezTo>
                    <a:pt x="170662" y="265745"/>
                    <a:pt x="159496" y="283243"/>
                    <a:pt x="150664" y="306408"/>
                  </a:cubicBezTo>
                  <a:cubicBezTo>
                    <a:pt x="145998" y="318657"/>
                    <a:pt x="142581" y="331239"/>
                    <a:pt x="138332" y="343571"/>
                  </a:cubicBezTo>
                  <a:cubicBezTo>
                    <a:pt x="132915" y="359403"/>
                    <a:pt x="122500" y="369902"/>
                    <a:pt x="110168" y="380651"/>
                  </a:cubicBezTo>
                  <a:cubicBezTo>
                    <a:pt x="91419" y="396983"/>
                    <a:pt x="77170" y="412315"/>
                    <a:pt x="71421" y="437229"/>
                  </a:cubicBezTo>
                  <a:cubicBezTo>
                    <a:pt x="65588" y="462810"/>
                    <a:pt x="66921" y="489225"/>
                    <a:pt x="55922" y="513473"/>
                  </a:cubicBezTo>
                  <a:cubicBezTo>
                    <a:pt x="46840" y="533721"/>
                    <a:pt x="32758" y="551886"/>
                    <a:pt x="29675" y="574384"/>
                  </a:cubicBezTo>
                  <a:cubicBezTo>
                    <a:pt x="26008" y="601798"/>
                    <a:pt x="27508" y="628046"/>
                    <a:pt x="19009" y="654960"/>
                  </a:cubicBezTo>
                  <a:cubicBezTo>
                    <a:pt x="11593" y="678541"/>
                    <a:pt x="-406" y="700456"/>
                    <a:pt x="11" y="725787"/>
                  </a:cubicBezTo>
                  <a:cubicBezTo>
                    <a:pt x="261" y="742702"/>
                    <a:pt x="5677" y="766783"/>
                    <a:pt x="21925" y="775699"/>
                  </a:cubicBezTo>
                  <a:cubicBezTo>
                    <a:pt x="39090" y="785032"/>
                    <a:pt x="58172" y="771199"/>
                    <a:pt x="70088" y="759700"/>
                  </a:cubicBezTo>
                  <a:cubicBezTo>
                    <a:pt x="78587" y="751618"/>
                    <a:pt x="86003" y="742785"/>
                    <a:pt x="92419" y="733036"/>
                  </a:cubicBezTo>
                  <a:lnTo>
                    <a:pt x="92419" y="733036"/>
                  </a:lnTo>
                  <a:close/>
                  <a:moveTo>
                    <a:pt x="409224" y="186502"/>
                  </a:moveTo>
                  <a:cubicBezTo>
                    <a:pt x="407724" y="191168"/>
                    <a:pt x="402141" y="196168"/>
                    <a:pt x="399475" y="200251"/>
                  </a:cubicBezTo>
                  <a:cubicBezTo>
                    <a:pt x="392225" y="211416"/>
                    <a:pt x="386392" y="222582"/>
                    <a:pt x="377394" y="232581"/>
                  </a:cubicBezTo>
                  <a:cubicBezTo>
                    <a:pt x="369394" y="241497"/>
                    <a:pt x="360145" y="249246"/>
                    <a:pt x="351979" y="257912"/>
                  </a:cubicBezTo>
                  <a:cubicBezTo>
                    <a:pt x="345980" y="264245"/>
                    <a:pt x="339980" y="270495"/>
                    <a:pt x="332981" y="275744"/>
                  </a:cubicBezTo>
                  <a:cubicBezTo>
                    <a:pt x="330981" y="272744"/>
                    <a:pt x="328814" y="269911"/>
                    <a:pt x="326565" y="267161"/>
                  </a:cubicBezTo>
                  <a:cubicBezTo>
                    <a:pt x="332064" y="264412"/>
                    <a:pt x="334564" y="259745"/>
                    <a:pt x="338730" y="253996"/>
                  </a:cubicBezTo>
                  <a:cubicBezTo>
                    <a:pt x="346396" y="243414"/>
                    <a:pt x="354979" y="233248"/>
                    <a:pt x="363395" y="223249"/>
                  </a:cubicBezTo>
                  <a:cubicBezTo>
                    <a:pt x="377476" y="206500"/>
                    <a:pt x="392642" y="190418"/>
                    <a:pt x="407807" y="174503"/>
                  </a:cubicBezTo>
                  <a:cubicBezTo>
                    <a:pt x="409890" y="178003"/>
                    <a:pt x="410890" y="181419"/>
                    <a:pt x="409224" y="186502"/>
                  </a:cubicBezTo>
                  <a:lnTo>
                    <a:pt x="409224" y="186502"/>
                  </a:lnTo>
                  <a:close/>
                  <a:moveTo>
                    <a:pt x="408474" y="94427"/>
                  </a:moveTo>
                  <a:cubicBezTo>
                    <a:pt x="413557" y="85344"/>
                    <a:pt x="418390" y="72846"/>
                    <a:pt x="425806" y="65346"/>
                  </a:cubicBezTo>
                  <a:cubicBezTo>
                    <a:pt x="433055" y="58014"/>
                    <a:pt x="456553" y="54764"/>
                    <a:pt x="465219" y="62263"/>
                  </a:cubicBezTo>
                  <a:cubicBezTo>
                    <a:pt x="478551" y="73845"/>
                    <a:pt x="450804" y="111925"/>
                    <a:pt x="442804" y="122174"/>
                  </a:cubicBezTo>
                  <a:cubicBezTo>
                    <a:pt x="429222" y="139590"/>
                    <a:pt x="412640" y="154339"/>
                    <a:pt x="397558" y="170420"/>
                  </a:cubicBezTo>
                  <a:cubicBezTo>
                    <a:pt x="382393" y="186502"/>
                    <a:pt x="366311" y="202001"/>
                    <a:pt x="352062" y="218833"/>
                  </a:cubicBezTo>
                  <a:cubicBezTo>
                    <a:pt x="340730" y="232165"/>
                    <a:pt x="330481" y="246163"/>
                    <a:pt x="319649" y="259829"/>
                  </a:cubicBezTo>
                  <a:cubicBezTo>
                    <a:pt x="317149" y="257496"/>
                    <a:pt x="314482" y="255246"/>
                    <a:pt x="311566" y="253246"/>
                  </a:cubicBezTo>
                  <a:cubicBezTo>
                    <a:pt x="312566" y="251246"/>
                    <a:pt x="313482" y="249246"/>
                    <a:pt x="314482" y="247246"/>
                  </a:cubicBezTo>
                  <a:cubicBezTo>
                    <a:pt x="318399" y="241997"/>
                    <a:pt x="324398" y="232165"/>
                    <a:pt x="324981" y="230998"/>
                  </a:cubicBezTo>
                  <a:cubicBezTo>
                    <a:pt x="329731" y="221916"/>
                    <a:pt x="334814" y="212916"/>
                    <a:pt x="340313" y="204251"/>
                  </a:cubicBezTo>
                  <a:cubicBezTo>
                    <a:pt x="351396" y="186669"/>
                    <a:pt x="361812" y="168754"/>
                    <a:pt x="373227" y="151255"/>
                  </a:cubicBezTo>
                  <a:cubicBezTo>
                    <a:pt x="385309" y="132673"/>
                    <a:pt x="397642" y="113925"/>
                    <a:pt x="408474" y="94427"/>
                  </a:cubicBezTo>
                  <a:lnTo>
                    <a:pt x="408474" y="94427"/>
                  </a:lnTo>
                  <a:close/>
                  <a:moveTo>
                    <a:pt x="357228" y="53764"/>
                  </a:moveTo>
                  <a:cubicBezTo>
                    <a:pt x="358978" y="42265"/>
                    <a:pt x="358395" y="30683"/>
                    <a:pt x="365311" y="20934"/>
                  </a:cubicBezTo>
                  <a:cubicBezTo>
                    <a:pt x="370977" y="12934"/>
                    <a:pt x="381976" y="7268"/>
                    <a:pt x="390059" y="15768"/>
                  </a:cubicBezTo>
                  <a:cubicBezTo>
                    <a:pt x="396558" y="22517"/>
                    <a:pt x="393475" y="30350"/>
                    <a:pt x="391642" y="39515"/>
                  </a:cubicBezTo>
                  <a:cubicBezTo>
                    <a:pt x="389559" y="50431"/>
                    <a:pt x="386643" y="61430"/>
                    <a:pt x="383309" y="72013"/>
                  </a:cubicBezTo>
                  <a:cubicBezTo>
                    <a:pt x="376143" y="94927"/>
                    <a:pt x="364811" y="116425"/>
                    <a:pt x="354645" y="138006"/>
                  </a:cubicBezTo>
                  <a:cubicBezTo>
                    <a:pt x="344896" y="158755"/>
                    <a:pt x="335147" y="179503"/>
                    <a:pt x="324898" y="200001"/>
                  </a:cubicBezTo>
                  <a:cubicBezTo>
                    <a:pt x="317815" y="214166"/>
                    <a:pt x="306483" y="231248"/>
                    <a:pt x="301734" y="247413"/>
                  </a:cubicBezTo>
                  <a:cubicBezTo>
                    <a:pt x="300150" y="246580"/>
                    <a:pt x="298484" y="245830"/>
                    <a:pt x="296817" y="245163"/>
                  </a:cubicBezTo>
                  <a:cubicBezTo>
                    <a:pt x="296067" y="244830"/>
                    <a:pt x="295317" y="244580"/>
                    <a:pt x="294568" y="244330"/>
                  </a:cubicBezTo>
                  <a:cubicBezTo>
                    <a:pt x="317815" y="217499"/>
                    <a:pt x="326815" y="177753"/>
                    <a:pt x="335231" y="144506"/>
                  </a:cubicBezTo>
                  <a:cubicBezTo>
                    <a:pt x="340397" y="123924"/>
                    <a:pt x="346813" y="103509"/>
                    <a:pt x="351396" y="82845"/>
                  </a:cubicBezTo>
                  <a:cubicBezTo>
                    <a:pt x="353479" y="73262"/>
                    <a:pt x="355645" y="63513"/>
                    <a:pt x="357228" y="53764"/>
                  </a:cubicBezTo>
                  <a:lnTo>
                    <a:pt x="357228" y="53764"/>
                  </a:lnTo>
                  <a:close/>
                  <a:moveTo>
                    <a:pt x="290068" y="165920"/>
                  </a:moveTo>
                  <a:cubicBezTo>
                    <a:pt x="293651" y="154339"/>
                    <a:pt x="297984" y="143006"/>
                    <a:pt x="302567" y="131840"/>
                  </a:cubicBezTo>
                  <a:cubicBezTo>
                    <a:pt x="306400" y="122591"/>
                    <a:pt x="309650" y="108592"/>
                    <a:pt x="319565" y="103760"/>
                  </a:cubicBezTo>
                  <a:cubicBezTo>
                    <a:pt x="322732" y="102176"/>
                    <a:pt x="328981" y="102010"/>
                    <a:pt x="334481" y="102176"/>
                  </a:cubicBezTo>
                  <a:cubicBezTo>
                    <a:pt x="334314" y="102926"/>
                    <a:pt x="334147" y="103676"/>
                    <a:pt x="333897" y="104509"/>
                  </a:cubicBezTo>
                  <a:cubicBezTo>
                    <a:pt x="327731" y="128591"/>
                    <a:pt x="323065" y="153005"/>
                    <a:pt x="315316" y="176586"/>
                  </a:cubicBezTo>
                  <a:cubicBezTo>
                    <a:pt x="310566" y="190918"/>
                    <a:pt x="306233" y="205167"/>
                    <a:pt x="299734" y="218833"/>
                  </a:cubicBezTo>
                  <a:cubicBezTo>
                    <a:pt x="296151" y="226415"/>
                    <a:pt x="291318" y="233331"/>
                    <a:pt x="287901" y="240831"/>
                  </a:cubicBezTo>
                  <a:cubicBezTo>
                    <a:pt x="284235" y="238831"/>
                    <a:pt x="280402" y="237247"/>
                    <a:pt x="276319" y="236164"/>
                  </a:cubicBezTo>
                  <a:cubicBezTo>
                    <a:pt x="276236" y="235914"/>
                    <a:pt x="276152" y="235581"/>
                    <a:pt x="276069" y="235331"/>
                  </a:cubicBezTo>
                  <a:cubicBezTo>
                    <a:pt x="279652" y="211916"/>
                    <a:pt x="283152" y="188585"/>
                    <a:pt x="290068" y="165920"/>
                  </a:cubicBezTo>
                  <a:lnTo>
                    <a:pt x="290068" y="165920"/>
                  </a:lnTo>
                  <a:close/>
                  <a:moveTo>
                    <a:pt x="34424" y="762700"/>
                  </a:moveTo>
                  <a:cubicBezTo>
                    <a:pt x="20509" y="761034"/>
                    <a:pt x="16926" y="738869"/>
                    <a:pt x="16509" y="728120"/>
                  </a:cubicBezTo>
                  <a:cubicBezTo>
                    <a:pt x="15759" y="707705"/>
                    <a:pt x="24342" y="689957"/>
                    <a:pt x="31258" y="671375"/>
                  </a:cubicBezTo>
                  <a:cubicBezTo>
                    <a:pt x="44090" y="685290"/>
                    <a:pt x="61755" y="704455"/>
                    <a:pt x="81587" y="703706"/>
                  </a:cubicBezTo>
                  <a:cubicBezTo>
                    <a:pt x="86419" y="703539"/>
                    <a:pt x="87003" y="697289"/>
                    <a:pt x="82670" y="695706"/>
                  </a:cubicBezTo>
                  <a:cubicBezTo>
                    <a:pt x="73838" y="692456"/>
                    <a:pt x="65671" y="691290"/>
                    <a:pt x="57339" y="686041"/>
                  </a:cubicBezTo>
                  <a:cubicBezTo>
                    <a:pt x="48756" y="680624"/>
                    <a:pt x="40174" y="674458"/>
                    <a:pt x="32508" y="667792"/>
                  </a:cubicBezTo>
                  <a:cubicBezTo>
                    <a:pt x="32675" y="667375"/>
                    <a:pt x="32841" y="666959"/>
                    <a:pt x="33008" y="666542"/>
                  </a:cubicBezTo>
                  <a:cubicBezTo>
                    <a:pt x="39757" y="647294"/>
                    <a:pt x="43507" y="627295"/>
                    <a:pt x="44923" y="606964"/>
                  </a:cubicBezTo>
                  <a:cubicBezTo>
                    <a:pt x="45673" y="596465"/>
                    <a:pt x="44923" y="585716"/>
                    <a:pt x="46507" y="575384"/>
                  </a:cubicBezTo>
                  <a:cubicBezTo>
                    <a:pt x="48339" y="563718"/>
                    <a:pt x="53672" y="553136"/>
                    <a:pt x="59172" y="542803"/>
                  </a:cubicBezTo>
                  <a:cubicBezTo>
                    <a:pt x="60338" y="540637"/>
                    <a:pt x="61505" y="538387"/>
                    <a:pt x="62672" y="536220"/>
                  </a:cubicBezTo>
                  <a:cubicBezTo>
                    <a:pt x="77670" y="561635"/>
                    <a:pt x="102252" y="580300"/>
                    <a:pt x="132332" y="584883"/>
                  </a:cubicBezTo>
                  <a:cubicBezTo>
                    <a:pt x="133748" y="585133"/>
                    <a:pt x="134165" y="583300"/>
                    <a:pt x="132915" y="582800"/>
                  </a:cubicBezTo>
                  <a:cubicBezTo>
                    <a:pt x="116083" y="576050"/>
                    <a:pt x="101918" y="563552"/>
                    <a:pt x="88920" y="551302"/>
                  </a:cubicBezTo>
                  <a:cubicBezTo>
                    <a:pt x="84253" y="546886"/>
                    <a:pt x="81004" y="541304"/>
                    <a:pt x="76587" y="536637"/>
                  </a:cubicBezTo>
                  <a:cubicBezTo>
                    <a:pt x="73587" y="533471"/>
                    <a:pt x="70338" y="530471"/>
                    <a:pt x="67171" y="527388"/>
                  </a:cubicBezTo>
                  <a:cubicBezTo>
                    <a:pt x="72921" y="515639"/>
                    <a:pt x="77670" y="503640"/>
                    <a:pt x="79920" y="490225"/>
                  </a:cubicBezTo>
                  <a:cubicBezTo>
                    <a:pt x="83420" y="469727"/>
                    <a:pt x="81753" y="448228"/>
                    <a:pt x="88920" y="428397"/>
                  </a:cubicBezTo>
                  <a:cubicBezTo>
                    <a:pt x="92503" y="418481"/>
                    <a:pt x="98669" y="410565"/>
                    <a:pt x="105751" y="403482"/>
                  </a:cubicBezTo>
                  <a:cubicBezTo>
                    <a:pt x="106001" y="410399"/>
                    <a:pt x="105501" y="417148"/>
                    <a:pt x="108834" y="424397"/>
                  </a:cubicBezTo>
                  <a:cubicBezTo>
                    <a:pt x="114417" y="436396"/>
                    <a:pt x="123000" y="449228"/>
                    <a:pt x="132415" y="458561"/>
                  </a:cubicBezTo>
                  <a:cubicBezTo>
                    <a:pt x="150747" y="476476"/>
                    <a:pt x="181411" y="485808"/>
                    <a:pt x="206242" y="489142"/>
                  </a:cubicBezTo>
                  <a:cubicBezTo>
                    <a:pt x="210325" y="489642"/>
                    <a:pt x="210575" y="483558"/>
                    <a:pt x="207159" y="482392"/>
                  </a:cubicBezTo>
                  <a:cubicBezTo>
                    <a:pt x="183911" y="474476"/>
                    <a:pt x="154414" y="464644"/>
                    <a:pt x="137748" y="445729"/>
                  </a:cubicBezTo>
                  <a:cubicBezTo>
                    <a:pt x="130332" y="437313"/>
                    <a:pt x="122916" y="427064"/>
                    <a:pt x="117584" y="417065"/>
                  </a:cubicBezTo>
                  <a:cubicBezTo>
                    <a:pt x="114334" y="410982"/>
                    <a:pt x="113500" y="404399"/>
                    <a:pt x="111584" y="398067"/>
                  </a:cubicBezTo>
                  <a:cubicBezTo>
                    <a:pt x="121750" y="388900"/>
                    <a:pt x="132832" y="380484"/>
                    <a:pt x="140998" y="369652"/>
                  </a:cubicBezTo>
                  <a:cubicBezTo>
                    <a:pt x="152414" y="354403"/>
                    <a:pt x="155997" y="334489"/>
                    <a:pt x="161746" y="316241"/>
                  </a:cubicBezTo>
                  <a:cubicBezTo>
                    <a:pt x="162163" y="319240"/>
                    <a:pt x="162746" y="322240"/>
                    <a:pt x="163663" y="325406"/>
                  </a:cubicBezTo>
                  <a:cubicBezTo>
                    <a:pt x="167496" y="338739"/>
                    <a:pt x="173745" y="350654"/>
                    <a:pt x="183744" y="360487"/>
                  </a:cubicBezTo>
                  <a:cubicBezTo>
                    <a:pt x="202409" y="378901"/>
                    <a:pt x="233906" y="394900"/>
                    <a:pt x="260571" y="394317"/>
                  </a:cubicBezTo>
                  <a:cubicBezTo>
                    <a:pt x="264487" y="394233"/>
                    <a:pt x="265737" y="387984"/>
                    <a:pt x="261487" y="387234"/>
                  </a:cubicBezTo>
                  <a:cubicBezTo>
                    <a:pt x="236489" y="383151"/>
                    <a:pt x="208242" y="368485"/>
                    <a:pt x="190494" y="350321"/>
                  </a:cubicBezTo>
                  <a:cubicBezTo>
                    <a:pt x="180911" y="340488"/>
                    <a:pt x="175411" y="327906"/>
                    <a:pt x="171662" y="314824"/>
                  </a:cubicBezTo>
                  <a:cubicBezTo>
                    <a:pt x="170162" y="309575"/>
                    <a:pt x="170079" y="303242"/>
                    <a:pt x="168912" y="297492"/>
                  </a:cubicBezTo>
                  <a:cubicBezTo>
                    <a:pt x="173662" y="287243"/>
                    <a:pt x="179495" y="278244"/>
                    <a:pt x="188827" y="270661"/>
                  </a:cubicBezTo>
                  <a:cubicBezTo>
                    <a:pt x="200492" y="261245"/>
                    <a:pt x="213658" y="254912"/>
                    <a:pt x="227740" y="249913"/>
                  </a:cubicBezTo>
                  <a:cubicBezTo>
                    <a:pt x="231573" y="248580"/>
                    <a:pt x="235656" y="247330"/>
                    <a:pt x="239739" y="246247"/>
                  </a:cubicBezTo>
                  <a:cubicBezTo>
                    <a:pt x="255904" y="246247"/>
                    <a:pt x="272153" y="250496"/>
                    <a:pt x="287152" y="256496"/>
                  </a:cubicBezTo>
                  <a:cubicBezTo>
                    <a:pt x="309399" y="265495"/>
                    <a:pt x="320815" y="283243"/>
                    <a:pt x="331314" y="303908"/>
                  </a:cubicBezTo>
                  <a:cubicBezTo>
                    <a:pt x="341063" y="323156"/>
                    <a:pt x="345729" y="344154"/>
                    <a:pt x="344896" y="365736"/>
                  </a:cubicBezTo>
                  <a:cubicBezTo>
                    <a:pt x="339480" y="364569"/>
                    <a:pt x="333397" y="365569"/>
                    <a:pt x="327815" y="365069"/>
                  </a:cubicBezTo>
                  <a:cubicBezTo>
                    <a:pt x="314482" y="363986"/>
                    <a:pt x="299650" y="359820"/>
                    <a:pt x="286818" y="355904"/>
                  </a:cubicBezTo>
                  <a:cubicBezTo>
                    <a:pt x="261321" y="348154"/>
                    <a:pt x="243155" y="323073"/>
                    <a:pt x="231823" y="300408"/>
                  </a:cubicBezTo>
                  <a:cubicBezTo>
                    <a:pt x="231656" y="300075"/>
                    <a:pt x="231073" y="300325"/>
                    <a:pt x="231240" y="300659"/>
                  </a:cubicBezTo>
                  <a:cubicBezTo>
                    <a:pt x="240656" y="326406"/>
                    <a:pt x="253238" y="353987"/>
                    <a:pt x="279486" y="366569"/>
                  </a:cubicBezTo>
                  <a:cubicBezTo>
                    <a:pt x="290068" y="371652"/>
                    <a:pt x="325148" y="385901"/>
                    <a:pt x="342980" y="380735"/>
                  </a:cubicBezTo>
                  <a:cubicBezTo>
                    <a:pt x="338563" y="400150"/>
                    <a:pt x="327231" y="416398"/>
                    <a:pt x="313899" y="431813"/>
                  </a:cubicBezTo>
                  <a:cubicBezTo>
                    <a:pt x="306483" y="440479"/>
                    <a:pt x="297984" y="447895"/>
                    <a:pt x="289235" y="454978"/>
                  </a:cubicBezTo>
                  <a:cubicBezTo>
                    <a:pt x="288902" y="454228"/>
                    <a:pt x="288402" y="453561"/>
                    <a:pt x="287568" y="452978"/>
                  </a:cubicBezTo>
                  <a:cubicBezTo>
                    <a:pt x="277152" y="445312"/>
                    <a:pt x="259487" y="445312"/>
                    <a:pt x="247405" y="441313"/>
                  </a:cubicBezTo>
                  <a:cubicBezTo>
                    <a:pt x="229240" y="435396"/>
                    <a:pt x="210742" y="423731"/>
                    <a:pt x="196410" y="411232"/>
                  </a:cubicBezTo>
                  <a:cubicBezTo>
                    <a:pt x="195826" y="410732"/>
                    <a:pt x="195077" y="411482"/>
                    <a:pt x="195577" y="412065"/>
                  </a:cubicBezTo>
                  <a:cubicBezTo>
                    <a:pt x="218324" y="439812"/>
                    <a:pt x="246489" y="452978"/>
                    <a:pt x="280069" y="462394"/>
                  </a:cubicBezTo>
                  <a:cubicBezTo>
                    <a:pt x="273069" y="467977"/>
                    <a:pt x="265987" y="473560"/>
                    <a:pt x="259320" y="479726"/>
                  </a:cubicBezTo>
                  <a:cubicBezTo>
                    <a:pt x="243239" y="494474"/>
                    <a:pt x="237073" y="512223"/>
                    <a:pt x="228907" y="531638"/>
                  </a:cubicBezTo>
                  <a:cubicBezTo>
                    <a:pt x="223824" y="531471"/>
                    <a:pt x="218408" y="532054"/>
                    <a:pt x="213825" y="531638"/>
                  </a:cubicBezTo>
                  <a:cubicBezTo>
                    <a:pt x="205242" y="530888"/>
                    <a:pt x="196910" y="530388"/>
                    <a:pt x="188327" y="529138"/>
                  </a:cubicBezTo>
                  <a:cubicBezTo>
                    <a:pt x="174578" y="527222"/>
                    <a:pt x="160913" y="522472"/>
                    <a:pt x="149331" y="514806"/>
                  </a:cubicBezTo>
                  <a:cubicBezTo>
                    <a:pt x="135915" y="505890"/>
                    <a:pt x="126416" y="493558"/>
                    <a:pt x="115750" y="481642"/>
                  </a:cubicBezTo>
                  <a:cubicBezTo>
                    <a:pt x="115000" y="480809"/>
                    <a:pt x="113584" y="481892"/>
                    <a:pt x="114167" y="482809"/>
                  </a:cubicBezTo>
                  <a:cubicBezTo>
                    <a:pt x="124333" y="498474"/>
                    <a:pt x="131999" y="514389"/>
                    <a:pt x="146581" y="526388"/>
                  </a:cubicBezTo>
                  <a:cubicBezTo>
                    <a:pt x="157746" y="535637"/>
                    <a:pt x="172495" y="540554"/>
                    <a:pt x="186494" y="543053"/>
                  </a:cubicBezTo>
                  <a:cubicBezTo>
                    <a:pt x="192160" y="544053"/>
                    <a:pt x="208742" y="547219"/>
                    <a:pt x="221574" y="546303"/>
                  </a:cubicBezTo>
                  <a:cubicBezTo>
                    <a:pt x="212408" y="562218"/>
                    <a:pt x="199909" y="575800"/>
                    <a:pt x="185661" y="587716"/>
                  </a:cubicBezTo>
                  <a:cubicBezTo>
                    <a:pt x="168579" y="601965"/>
                    <a:pt x="156580" y="616880"/>
                    <a:pt x="147081" y="637045"/>
                  </a:cubicBezTo>
                  <a:cubicBezTo>
                    <a:pt x="144331" y="642878"/>
                    <a:pt x="141664" y="649044"/>
                    <a:pt x="138498" y="654793"/>
                  </a:cubicBezTo>
                  <a:cubicBezTo>
                    <a:pt x="137915" y="654460"/>
                    <a:pt x="137248" y="654127"/>
                    <a:pt x="136498" y="654043"/>
                  </a:cubicBezTo>
                  <a:cubicBezTo>
                    <a:pt x="121750" y="651127"/>
                    <a:pt x="106585" y="651627"/>
                    <a:pt x="92586" y="645544"/>
                  </a:cubicBezTo>
                  <a:cubicBezTo>
                    <a:pt x="74587" y="637711"/>
                    <a:pt x="58839" y="628379"/>
                    <a:pt x="48257" y="611297"/>
                  </a:cubicBezTo>
                  <a:cubicBezTo>
                    <a:pt x="48006" y="610797"/>
                    <a:pt x="47340" y="611214"/>
                    <a:pt x="47506" y="611714"/>
                  </a:cubicBezTo>
                  <a:cubicBezTo>
                    <a:pt x="63088" y="645961"/>
                    <a:pt x="94002" y="662292"/>
                    <a:pt x="129582" y="666959"/>
                  </a:cubicBezTo>
                  <a:cubicBezTo>
                    <a:pt x="129332" y="667209"/>
                    <a:pt x="129166" y="667375"/>
                    <a:pt x="128916" y="667625"/>
                  </a:cubicBezTo>
                  <a:cubicBezTo>
                    <a:pt x="120167" y="675958"/>
                    <a:pt x="110084" y="681874"/>
                    <a:pt x="102085" y="691290"/>
                  </a:cubicBezTo>
                  <a:cubicBezTo>
                    <a:pt x="87336" y="708788"/>
                    <a:pt x="79170" y="729787"/>
                    <a:pt x="62422" y="746035"/>
                  </a:cubicBezTo>
                  <a:cubicBezTo>
                    <a:pt x="55922" y="752534"/>
                    <a:pt x="44674" y="763950"/>
                    <a:pt x="34424" y="762700"/>
                  </a:cubicBezTo>
                  <a:lnTo>
                    <a:pt x="34424" y="762700"/>
                  </a:lnTo>
                  <a:close/>
                </a:path>
              </a:pathLst>
            </a:custGeom>
            <a:grpFill/>
            <a:ln w="8332" cap="flat">
              <a:noFill/>
              <a:prstDash val="solid"/>
              <a:miter/>
            </a:ln>
          </p:spPr>
          <p:txBody>
            <a:bodyPr rtlCol="0" anchor="ctr"/>
            <a:lstStyle/>
            <a:p>
              <a:endParaRPr lang="en-US"/>
            </a:p>
          </p:txBody>
        </p:sp>
        <p:sp>
          <p:nvSpPr>
            <p:cNvPr id="2502" name="Freeform: Shape 2501"/>
            <p:cNvSpPr/>
            <p:nvPr/>
          </p:nvSpPr>
          <p:spPr>
            <a:xfrm>
              <a:off x="9390843" y="5178851"/>
              <a:ext cx="414962" cy="401130"/>
            </a:xfrm>
            <a:custGeom>
              <a:avLst/>
              <a:gdLst>
                <a:gd name="connsiteX0" fmla="*/ 412545 w 414962"/>
                <a:gd name="connsiteY0" fmla="*/ 182009 h 401130"/>
                <a:gd name="connsiteX1" fmla="*/ 330885 w 414962"/>
                <a:gd name="connsiteY1" fmla="*/ 40938 h 401130"/>
                <a:gd name="connsiteX2" fmla="*/ 181650 w 414962"/>
                <a:gd name="connsiteY2" fmla="*/ 2109 h 401130"/>
                <a:gd name="connsiteX3" fmla="*/ 97823 w 414962"/>
                <a:gd name="connsiteY3" fmla="*/ 34106 h 401130"/>
                <a:gd name="connsiteX4" fmla="*/ 40163 w 414962"/>
                <a:gd name="connsiteY4" fmla="*/ 87685 h 401130"/>
                <a:gd name="connsiteX5" fmla="*/ 5332 w 414962"/>
                <a:gd name="connsiteY5" fmla="*/ 255836 h 401130"/>
                <a:gd name="connsiteX6" fmla="*/ 239727 w 414962"/>
                <a:gd name="connsiteY6" fmla="*/ 400239 h 401130"/>
                <a:gd name="connsiteX7" fmla="*/ 372299 w 414962"/>
                <a:gd name="connsiteY7" fmla="*/ 330329 h 401130"/>
                <a:gd name="connsiteX8" fmla="*/ 408796 w 414962"/>
                <a:gd name="connsiteY8" fmla="*/ 260669 h 401130"/>
                <a:gd name="connsiteX9" fmla="*/ 412545 w 414962"/>
                <a:gd name="connsiteY9" fmla="*/ 182009 h 401130"/>
                <a:gd name="connsiteX10" fmla="*/ 412545 w 414962"/>
                <a:gd name="connsiteY10" fmla="*/ 182009 h 401130"/>
                <a:gd name="connsiteX11" fmla="*/ 380632 w 414962"/>
                <a:gd name="connsiteY11" fmla="*/ 290416 h 401130"/>
                <a:gd name="connsiteX12" fmla="*/ 272141 w 414962"/>
                <a:gd name="connsiteY12" fmla="*/ 380325 h 401130"/>
                <a:gd name="connsiteX13" fmla="*/ 19747 w 414962"/>
                <a:gd name="connsiteY13" fmla="*/ 260085 h 401130"/>
                <a:gd name="connsiteX14" fmla="*/ 48412 w 414962"/>
                <a:gd name="connsiteY14" fmla="*/ 102183 h 401130"/>
                <a:gd name="connsiteX15" fmla="*/ 187148 w 414962"/>
                <a:gd name="connsiteY15" fmla="*/ 15441 h 401130"/>
                <a:gd name="connsiteX16" fmla="*/ 187565 w 414962"/>
                <a:gd name="connsiteY16" fmla="*/ 15274 h 401130"/>
                <a:gd name="connsiteX17" fmla="*/ 292973 w 414962"/>
                <a:gd name="connsiteY17" fmla="*/ 32773 h 401130"/>
                <a:gd name="connsiteX18" fmla="*/ 385297 w 414962"/>
                <a:gd name="connsiteY18" fmla="*/ 140096 h 401130"/>
                <a:gd name="connsiteX19" fmla="*/ 380632 w 414962"/>
                <a:gd name="connsiteY19" fmla="*/ 290416 h 401130"/>
                <a:gd name="connsiteX20" fmla="*/ 380632 w 414962"/>
                <a:gd name="connsiteY20" fmla="*/ 290416 h 401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14962" h="401130">
                  <a:moveTo>
                    <a:pt x="412545" y="182009"/>
                  </a:moveTo>
                  <a:cubicBezTo>
                    <a:pt x="405296" y="128264"/>
                    <a:pt x="372465" y="75519"/>
                    <a:pt x="330885" y="40938"/>
                  </a:cubicBezTo>
                  <a:cubicBezTo>
                    <a:pt x="288723" y="5941"/>
                    <a:pt x="235394" y="-5141"/>
                    <a:pt x="181650" y="2109"/>
                  </a:cubicBezTo>
                  <a:cubicBezTo>
                    <a:pt x="151402" y="6192"/>
                    <a:pt x="122487" y="15774"/>
                    <a:pt x="97823" y="34106"/>
                  </a:cubicBezTo>
                  <a:cubicBezTo>
                    <a:pt x="77159" y="49438"/>
                    <a:pt x="55327" y="66770"/>
                    <a:pt x="40163" y="87685"/>
                  </a:cubicBezTo>
                  <a:cubicBezTo>
                    <a:pt x="5332" y="135847"/>
                    <a:pt x="-8584" y="198091"/>
                    <a:pt x="5332" y="255836"/>
                  </a:cubicBezTo>
                  <a:cubicBezTo>
                    <a:pt x="27746" y="354993"/>
                    <a:pt x="144070" y="408822"/>
                    <a:pt x="239727" y="400239"/>
                  </a:cubicBezTo>
                  <a:cubicBezTo>
                    <a:pt x="292389" y="395573"/>
                    <a:pt x="339718" y="372325"/>
                    <a:pt x="372299" y="330329"/>
                  </a:cubicBezTo>
                  <a:cubicBezTo>
                    <a:pt x="388797" y="309081"/>
                    <a:pt x="401213" y="286416"/>
                    <a:pt x="408796" y="260669"/>
                  </a:cubicBezTo>
                  <a:cubicBezTo>
                    <a:pt x="416378" y="234671"/>
                    <a:pt x="416129" y="208507"/>
                    <a:pt x="412545" y="182009"/>
                  </a:cubicBezTo>
                  <a:lnTo>
                    <a:pt x="412545" y="182009"/>
                  </a:lnTo>
                  <a:close/>
                  <a:moveTo>
                    <a:pt x="380632" y="290416"/>
                  </a:moveTo>
                  <a:cubicBezTo>
                    <a:pt x="357550" y="333496"/>
                    <a:pt x="320304" y="367992"/>
                    <a:pt x="272141" y="380325"/>
                  </a:cubicBezTo>
                  <a:cubicBezTo>
                    <a:pt x="176317" y="404906"/>
                    <a:pt x="50911" y="361577"/>
                    <a:pt x="19747" y="260085"/>
                  </a:cubicBezTo>
                  <a:cubicBezTo>
                    <a:pt x="3915" y="208673"/>
                    <a:pt x="17914" y="145262"/>
                    <a:pt x="48412" y="102183"/>
                  </a:cubicBezTo>
                  <a:cubicBezTo>
                    <a:pt x="82492" y="54104"/>
                    <a:pt x="130903" y="29106"/>
                    <a:pt x="187148" y="15441"/>
                  </a:cubicBezTo>
                  <a:cubicBezTo>
                    <a:pt x="187315" y="15357"/>
                    <a:pt x="187482" y="15357"/>
                    <a:pt x="187565" y="15274"/>
                  </a:cubicBezTo>
                  <a:cubicBezTo>
                    <a:pt x="223729" y="11108"/>
                    <a:pt x="262058" y="15941"/>
                    <a:pt x="292973" y="32773"/>
                  </a:cubicBezTo>
                  <a:cubicBezTo>
                    <a:pt x="334385" y="55437"/>
                    <a:pt x="366382" y="97600"/>
                    <a:pt x="385297" y="140096"/>
                  </a:cubicBezTo>
                  <a:cubicBezTo>
                    <a:pt x="405962" y="187009"/>
                    <a:pt x="404879" y="245253"/>
                    <a:pt x="380632" y="290416"/>
                  </a:cubicBezTo>
                  <a:lnTo>
                    <a:pt x="380632" y="290416"/>
                  </a:lnTo>
                  <a:close/>
                </a:path>
              </a:pathLst>
            </a:custGeom>
            <a:grpFill/>
            <a:ln w="8332" cap="flat">
              <a:noFill/>
              <a:prstDash val="solid"/>
              <a:miter/>
            </a:ln>
          </p:spPr>
          <p:txBody>
            <a:bodyPr rtlCol="0" anchor="ctr"/>
            <a:lstStyle/>
            <a:p>
              <a:endParaRPr lang="en-US"/>
            </a:p>
          </p:txBody>
        </p:sp>
        <p:sp>
          <p:nvSpPr>
            <p:cNvPr id="2503" name="Freeform: Shape 2502"/>
            <p:cNvSpPr/>
            <p:nvPr/>
          </p:nvSpPr>
          <p:spPr>
            <a:xfrm>
              <a:off x="9578560" y="5257838"/>
              <a:ext cx="46300" cy="55259"/>
            </a:xfrm>
            <a:custGeom>
              <a:avLst/>
              <a:gdLst>
                <a:gd name="connsiteX0" fmla="*/ 45761 w 46300"/>
                <a:gd name="connsiteY0" fmla="*/ 37028 h 55259"/>
                <a:gd name="connsiteX1" fmla="*/ 25346 w 46300"/>
                <a:gd name="connsiteY1" fmla="*/ 7114 h 55259"/>
                <a:gd name="connsiteX2" fmla="*/ 10514 w 46300"/>
                <a:gd name="connsiteY2" fmla="*/ 1698 h 55259"/>
                <a:gd name="connsiteX3" fmla="*/ 15 w 46300"/>
                <a:gd name="connsiteY3" fmla="*/ 28446 h 55259"/>
                <a:gd name="connsiteX4" fmla="*/ 12681 w 46300"/>
                <a:gd name="connsiteY4" fmla="*/ 54860 h 55259"/>
                <a:gd name="connsiteX5" fmla="*/ 17014 w 46300"/>
                <a:gd name="connsiteY5" fmla="*/ 50527 h 55259"/>
                <a:gd name="connsiteX6" fmla="*/ 11431 w 46300"/>
                <a:gd name="connsiteY6" fmla="*/ 28446 h 55259"/>
                <a:gd name="connsiteX7" fmla="*/ 13514 w 46300"/>
                <a:gd name="connsiteY7" fmla="*/ 15363 h 55259"/>
                <a:gd name="connsiteX8" fmla="*/ 15013 w 46300"/>
                <a:gd name="connsiteY8" fmla="*/ 10530 h 55259"/>
                <a:gd name="connsiteX9" fmla="*/ 19346 w 46300"/>
                <a:gd name="connsiteY9" fmla="*/ 11947 h 55259"/>
                <a:gd name="connsiteX10" fmla="*/ 29513 w 46300"/>
                <a:gd name="connsiteY10" fmla="*/ 28446 h 55259"/>
                <a:gd name="connsiteX11" fmla="*/ 41011 w 46300"/>
                <a:gd name="connsiteY11" fmla="*/ 41861 h 55259"/>
                <a:gd name="connsiteX12" fmla="*/ 45761 w 46300"/>
                <a:gd name="connsiteY12" fmla="*/ 37028 h 55259"/>
                <a:gd name="connsiteX13" fmla="*/ 45761 w 46300"/>
                <a:gd name="connsiteY13" fmla="*/ 37028 h 55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6300" h="55259">
                  <a:moveTo>
                    <a:pt x="45761" y="37028"/>
                  </a:moveTo>
                  <a:cubicBezTo>
                    <a:pt x="38762" y="27196"/>
                    <a:pt x="32262" y="16947"/>
                    <a:pt x="25346" y="7114"/>
                  </a:cubicBezTo>
                  <a:cubicBezTo>
                    <a:pt x="21846" y="2114"/>
                    <a:pt x="16513" y="-2635"/>
                    <a:pt x="10514" y="1698"/>
                  </a:cubicBezTo>
                  <a:cubicBezTo>
                    <a:pt x="3597" y="6697"/>
                    <a:pt x="182" y="20613"/>
                    <a:pt x="15" y="28446"/>
                  </a:cubicBezTo>
                  <a:cubicBezTo>
                    <a:pt x="-235" y="39611"/>
                    <a:pt x="2598" y="49694"/>
                    <a:pt x="12681" y="54860"/>
                  </a:cubicBezTo>
                  <a:cubicBezTo>
                    <a:pt x="15680" y="56360"/>
                    <a:pt x="18263" y="53360"/>
                    <a:pt x="17014" y="50527"/>
                  </a:cubicBezTo>
                  <a:cubicBezTo>
                    <a:pt x="14013" y="43610"/>
                    <a:pt x="11930" y="36028"/>
                    <a:pt x="11431" y="28446"/>
                  </a:cubicBezTo>
                  <a:cubicBezTo>
                    <a:pt x="11097" y="23946"/>
                    <a:pt x="12264" y="19613"/>
                    <a:pt x="13514" y="15363"/>
                  </a:cubicBezTo>
                  <a:cubicBezTo>
                    <a:pt x="14013" y="13697"/>
                    <a:pt x="14514" y="12114"/>
                    <a:pt x="15013" y="10530"/>
                  </a:cubicBezTo>
                  <a:cubicBezTo>
                    <a:pt x="16930" y="8280"/>
                    <a:pt x="18430" y="8780"/>
                    <a:pt x="19346" y="11947"/>
                  </a:cubicBezTo>
                  <a:cubicBezTo>
                    <a:pt x="23679" y="16030"/>
                    <a:pt x="26263" y="23529"/>
                    <a:pt x="29513" y="28446"/>
                  </a:cubicBezTo>
                  <a:cubicBezTo>
                    <a:pt x="32845" y="33445"/>
                    <a:pt x="36178" y="38195"/>
                    <a:pt x="41011" y="41861"/>
                  </a:cubicBezTo>
                  <a:cubicBezTo>
                    <a:pt x="43761" y="43944"/>
                    <a:pt x="47761" y="39861"/>
                    <a:pt x="45761" y="37028"/>
                  </a:cubicBezTo>
                  <a:lnTo>
                    <a:pt x="45761" y="37028"/>
                  </a:lnTo>
                  <a:close/>
                </a:path>
              </a:pathLst>
            </a:custGeom>
            <a:grpFill/>
            <a:ln w="8332" cap="flat">
              <a:noFill/>
              <a:prstDash val="solid"/>
              <a:miter/>
            </a:ln>
          </p:spPr>
          <p:txBody>
            <a:bodyPr rtlCol="0" anchor="ctr"/>
            <a:lstStyle/>
            <a:p>
              <a:endParaRPr lang="en-US"/>
            </a:p>
          </p:txBody>
        </p:sp>
        <p:sp>
          <p:nvSpPr>
            <p:cNvPr id="2504" name="Freeform: Shape 2503"/>
            <p:cNvSpPr/>
            <p:nvPr/>
          </p:nvSpPr>
          <p:spPr>
            <a:xfrm>
              <a:off x="9478128" y="5200198"/>
              <a:ext cx="249587" cy="237117"/>
            </a:xfrm>
            <a:custGeom>
              <a:avLst/>
              <a:gdLst>
                <a:gd name="connsiteX0" fmla="*/ 248100 w 249587"/>
                <a:gd name="connsiteY0" fmla="*/ 76170 h 237117"/>
                <a:gd name="connsiteX1" fmla="*/ 208604 w 249587"/>
                <a:gd name="connsiteY1" fmla="*/ 64755 h 237117"/>
                <a:gd name="connsiteX2" fmla="*/ 169441 w 249587"/>
                <a:gd name="connsiteY2" fmla="*/ 63421 h 237117"/>
                <a:gd name="connsiteX3" fmla="*/ 178857 w 249587"/>
                <a:gd name="connsiteY3" fmla="*/ 51756 h 237117"/>
                <a:gd name="connsiteX4" fmla="*/ 190939 w 249587"/>
                <a:gd name="connsiteY4" fmla="*/ 31258 h 237117"/>
                <a:gd name="connsiteX5" fmla="*/ 185689 w 249587"/>
                <a:gd name="connsiteY5" fmla="*/ 24425 h 237117"/>
                <a:gd name="connsiteX6" fmla="*/ 165358 w 249587"/>
                <a:gd name="connsiteY6" fmla="*/ 31841 h 237117"/>
                <a:gd name="connsiteX7" fmla="*/ 139943 w 249587"/>
                <a:gd name="connsiteY7" fmla="*/ 48173 h 237117"/>
                <a:gd name="connsiteX8" fmla="*/ 126861 w 249587"/>
                <a:gd name="connsiteY8" fmla="*/ 1094 h 237117"/>
                <a:gd name="connsiteX9" fmla="*/ 121279 w 249587"/>
                <a:gd name="connsiteY9" fmla="*/ 1094 h 237117"/>
                <a:gd name="connsiteX10" fmla="*/ 103280 w 249587"/>
                <a:gd name="connsiteY10" fmla="*/ 41007 h 237117"/>
                <a:gd name="connsiteX11" fmla="*/ 69866 w 249587"/>
                <a:gd name="connsiteY11" fmla="*/ 24675 h 237117"/>
                <a:gd name="connsiteX12" fmla="*/ 64034 w 249587"/>
                <a:gd name="connsiteY12" fmla="*/ 28008 h 237117"/>
                <a:gd name="connsiteX13" fmla="*/ 86698 w 249587"/>
                <a:gd name="connsiteY13" fmla="*/ 65005 h 237117"/>
                <a:gd name="connsiteX14" fmla="*/ 77449 w 249587"/>
                <a:gd name="connsiteY14" fmla="*/ 62921 h 237117"/>
                <a:gd name="connsiteX15" fmla="*/ 53118 w 249587"/>
                <a:gd name="connsiteY15" fmla="*/ 62255 h 237117"/>
                <a:gd name="connsiteX16" fmla="*/ 6038 w 249587"/>
                <a:gd name="connsiteY16" fmla="*/ 55505 h 237117"/>
                <a:gd name="connsiteX17" fmla="*/ 4122 w 249587"/>
                <a:gd name="connsiteY17" fmla="*/ 62672 h 237117"/>
                <a:gd name="connsiteX18" fmla="*/ 33703 w 249587"/>
                <a:gd name="connsiteY18" fmla="*/ 84336 h 237117"/>
                <a:gd name="connsiteX19" fmla="*/ 65284 w 249587"/>
                <a:gd name="connsiteY19" fmla="*/ 92919 h 237117"/>
                <a:gd name="connsiteX20" fmla="*/ 57200 w 249587"/>
                <a:gd name="connsiteY20" fmla="*/ 96668 h 237117"/>
                <a:gd name="connsiteX21" fmla="*/ 31453 w 249587"/>
                <a:gd name="connsiteY21" fmla="*/ 114167 h 237117"/>
                <a:gd name="connsiteX22" fmla="*/ 9205 w 249587"/>
                <a:gd name="connsiteY22" fmla="*/ 138165 h 237117"/>
                <a:gd name="connsiteX23" fmla="*/ 39 w 249587"/>
                <a:gd name="connsiteY23" fmla="*/ 159829 h 237117"/>
                <a:gd name="connsiteX24" fmla="*/ 7455 w 249587"/>
                <a:gd name="connsiteY24" fmla="*/ 164079 h 237117"/>
                <a:gd name="connsiteX25" fmla="*/ 45618 w 249587"/>
                <a:gd name="connsiteY25" fmla="*/ 142664 h 237117"/>
                <a:gd name="connsiteX26" fmla="*/ 77783 w 249587"/>
                <a:gd name="connsiteY26" fmla="*/ 129166 h 237117"/>
                <a:gd name="connsiteX27" fmla="*/ 53368 w 249587"/>
                <a:gd name="connsiteY27" fmla="*/ 171078 h 237117"/>
                <a:gd name="connsiteX28" fmla="*/ 44618 w 249587"/>
                <a:gd name="connsiteY28" fmla="*/ 232906 h 237117"/>
                <a:gd name="connsiteX29" fmla="*/ 76449 w 249587"/>
                <a:gd name="connsiteY29" fmla="*/ 209575 h 237117"/>
                <a:gd name="connsiteX30" fmla="*/ 101530 w 249587"/>
                <a:gd name="connsiteY30" fmla="*/ 168579 h 237117"/>
                <a:gd name="connsiteX31" fmla="*/ 120112 w 249587"/>
                <a:gd name="connsiteY31" fmla="*/ 137582 h 237117"/>
                <a:gd name="connsiteX32" fmla="*/ 119862 w 249587"/>
                <a:gd name="connsiteY32" fmla="*/ 148497 h 237117"/>
                <a:gd name="connsiteX33" fmla="*/ 123944 w 249587"/>
                <a:gd name="connsiteY33" fmla="*/ 168912 h 237117"/>
                <a:gd name="connsiteX34" fmla="*/ 128278 w 249587"/>
                <a:gd name="connsiteY34" fmla="*/ 186660 h 237117"/>
                <a:gd name="connsiteX35" fmla="*/ 145110 w 249587"/>
                <a:gd name="connsiteY35" fmla="*/ 226740 h 237117"/>
                <a:gd name="connsiteX36" fmla="*/ 165358 w 249587"/>
                <a:gd name="connsiteY36" fmla="*/ 199409 h 237117"/>
                <a:gd name="connsiteX37" fmla="*/ 165607 w 249587"/>
                <a:gd name="connsiteY37" fmla="*/ 156996 h 237117"/>
                <a:gd name="connsiteX38" fmla="*/ 159692 w 249587"/>
                <a:gd name="connsiteY38" fmla="*/ 130665 h 237117"/>
                <a:gd name="connsiteX39" fmla="*/ 207604 w 249587"/>
                <a:gd name="connsiteY39" fmla="*/ 151080 h 237117"/>
                <a:gd name="connsiteX40" fmla="*/ 229936 w 249587"/>
                <a:gd name="connsiteY40" fmla="*/ 170745 h 237117"/>
                <a:gd name="connsiteX41" fmla="*/ 237851 w 249587"/>
                <a:gd name="connsiteY41" fmla="*/ 178578 h 237117"/>
                <a:gd name="connsiteX42" fmla="*/ 243934 w 249587"/>
                <a:gd name="connsiteY42" fmla="*/ 172495 h 237117"/>
                <a:gd name="connsiteX43" fmla="*/ 217270 w 249587"/>
                <a:gd name="connsiteY43" fmla="*/ 126582 h 237117"/>
                <a:gd name="connsiteX44" fmla="*/ 197688 w 249587"/>
                <a:gd name="connsiteY44" fmla="*/ 109667 h 237117"/>
                <a:gd name="connsiteX45" fmla="*/ 177523 w 249587"/>
                <a:gd name="connsiteY45" fmla="*/ 100168 h 237117"/>
                <a:gd name="connsiteX46" fmla="*/ 221686 w 249587"/>
                <a:gd name="connsiteY46" fmla="*/ 90586 h 237117"/>
                <a:gd name="connsiteX47" fmla="*/ 248933 w 249587"/>
                <a:gd name="connsiteY47" fmla="*/ 82253 h 237117"/>
                <a:gd name="connsiteX48" fmla="*/ 248100 w 249587"/>
                <a:gd name="connsiteY48" fmla="*/ 76170 h 237117"/>
                <a:gd name="connsiteX49" fmla="*/ 248100 w 249587"/>
                <a:gd name="connsiteY49" fmla="*/ 76170 h 237117"/>
                <a:gd name="connsiteX50" fmla="*/ 215270 w 249587"/>
                <a:gd name="connsiteY50" fmla="*/ 81753 h 237117"/>
                <a:gd name="connsiteX51" fmla="*/ 192272 w 249587"/>
                <a:gd name="connsiteY51" fmla="*/ 85669 h 237117"/>
                <a:gd name="connsiteX52" fmla="*/ 166024 w 249587"/>
                <a:gd name="connsiteY52" fmla="*/ 96335 h 237117"/>
                <a:gd name="connsiteX53" fmla="*/ 165275 w 249587"/>
                <a:gd name="connsiteY53" fmla="*/ 102418 h 237117"/>
                <a:gd name="connsiteX54" fmla="*/ 172940 w 249587"/>
                <a:gd name="connsiteY54" fmla="*/ 108417 h 237117"/>
                <a:gd name="connsiteX55" fmla="*/ 201021 w 249587"/>
                <a:gd name="connsiteY55" fmla="*/ 125583 h 237117"/>
                <a:gd name="connsiteX56" fmla="*/ 224519 w 249587"/>
                <a:gd name="connsiteY56" fmla="*/ 151580 h 237117"/>
                <a:gd name="connsiteX57" fmla="*/ 207854 w 249587"/>
                <a:gd name="connsiteY57" fmla="*/ 140581 h 237117"/>
                <a:gd name="connsiteX58" fmla="*/ 154859 w 249587"/>
                <a:gd name="connsiteY58" fmla="*/ 120416 h 237117"/>
                <a:gd name="connsiteX59" fmla="*/ 149109 w 249587"/>
                <a:gd name="connsiteY59" fmla="*/ 126166 h 237117"/>
                <a:gd name="connsiteX60" fmla="*/ 155108 w 249587"/>
                <a:gd name="connsiteY60" fmla="*/ 149830 h 237117"/>
                <a:gd name="connsiteX61" fmla="*/ 156775 w 249587"/>
                <a:gd name="connsiteY61" fmla="*/ 184411 h 237117"/>
                <a:gd name="connsiteX62" fmla="*/ 153859 w 249587"/>
                <a:gd name="connsiteY62" fmla="*/ 208742 h 237117"/>
                <a:gd name="connsiteX63" fmla="*/ 152693 w 249587"/>
                <a:gd name="connsiteY63" fmla="*/ 214491 h 237117"/>
                <a:gd name="connsiteX64" fmla="*/ 149942 w 249587"/>
                <a:gd name="connsiteY64" fmla="*/ 217741 h 237117"/>
                <a:gd name="connsiteX65" fmla="*/ 142776 w 249587"/>
                <a:gd name="connsiteY65" fmla="*/ 202325 h 237117"/>
                <a:gd name="connsiteX66" fmla="*/ 134527 w 249587"/>
                <a:gd name="connsiteY66" fmla="*/ 173911 h 237117"/>
                <a:gd name="connsiteX67" fmla="*/ 128361 w 249587"/>
                <a:gd name="connsiteY67" fmla="*/ 145998 h 237117"/>
                <a:gd name="connsiteX68" fmla="*/ 126528 w 249587"/>
                <a:gd name="connsiteY68" fmla="*/ 126499 h 237117"/>
                <a:gd name="connsiteX69" fmla="*/ 120195 w 249587"/>
                <a:gd name="connsiteY69" fmla="*/ 124832 h 237117"/>
                <a:gd name="connsiteX70" fmla="*/ 94448 w 249587"/>
                <a:gd name="connsiteY70" fmla="*/ 161162 h 237117"/>
                <a:gd name="connsiteX71" fmla="*/ 56618 w 249587"/>
                <a:gd name="connsiteY71" fmla="*/ 218991 h 237117"/>
                <a:gd name="connsiteX72" fmla="*/ 53701 w 249587"/>
                <a:gd name="connsiteY72" fmla="*/ 221907 h 237117"/>
                <a:gd name="connsiteX73" fmla="*/ 55367 w 249587"/>
                <a:gd name="connsiteY73" fmla="*/ 204575 h 237117"/>
                <a:gd name="connsiteX74" fmla="*/ 63783 w 249587"/>
                <a:gd name="connsiteY74" fmla="*/ 175495 h 237117"/>
                <a:gd name="connsiteX75" fmla="*/ 98030 w 249587"/>
                <a:gd name="connsiteY75" fmla="*/ 122916 h 237117"/>
                <a:gd name="connsiteX76" fmla="*/ 94531 w 249587"/>
                <a:gd name="connsiteY76" fmla="*/ 114584 h 237117"/>
                <a:gd name="connsiteX77" fmla="*/ 46035 w 249587"/>
                <a:gd name="connsiteY77" fmla="*/ 132832 h 237117"/>
                <a:gd name="connsiteX78" fmla="*/ 12955 w 249587"/>
                <a:gd name="connsiteY78" fmla="*/ 150330 h 237117"/>
                <a:gd name="connsiteX79" fmla="*/ 24621 w 249587"/>
                <a:gd name="connsiteY79" fmla="*/ 135082 h 237117"/>
                <a:gd name="connsiteX80" fmla="*/ 50201 w 249587"/>
                <a:gd name="connsiteY80" fmla="*/ 112667 h 237117"/>
                <a:gd name="connsiteX81" fmla="*/ 75949 w 249587"/>
                <a:gd name="connsiteY81" fmla="*/ 100501 h 237117"/>
                <a:gd name="connsiteX82" fmla="*/ 88781 w 249587"/>
                <a:gd name="connsiteY82" fmla="*/ 94419 h 237117"/>
                <a:gd name="connsiteX83" fmla="*/ 85698 w 249587"/>
                <a:gd name="connsiteY83" fmla="*/ 86919 h 237117"/>
                <a:gd name="connsiteX84" fmla="*/ 39869 w 249587"/>
                <a:gd name="connsiteY84" fmla="*/ 79003 h 237117"/>
                <a:gd name="connsiteX85" fmla="*/ 18038 w 249587"/>
                <a:gd name="connsiteY85" fmla="*/ 64588 h 237117"/>
                <a:gd name="connsiteX86" fmla="*/ 88614 w 249587"/>
                <a:gd name="connsiteY86" fmla="*/ 69921 h 237117"/>
                <a:gd name="connsiteX87" fmla="*/ 91948 w 249587"/>
                <a:gd name="connsiteY87" fmla="*/ 71254 h 237117"/>
                <a:gd name="connsiteX88" fmla="*/ 93365 w 249587"/>
                <a:gd name="connsiteY88" fmla="*/ 71087 h 237117"/>
                <a:gd name="connsiteX89" fmla="*/ 97114 w 249587"/>
                <a:gd name="connsiteY89" fmla="*/ 64588 h 237117"/>
                <a:gd name="connsiteX90" fmla="*/ 84782 w 249587"/>
                <a:gd name="connsiteY90" fmla="*/ 50089 h 237117"/>
                <a:gd name="connsiteX91" fmla="*/ 74533 w 249587"/>
                <a:gd name="connsiteY91" fmla="*/ 36674 h 237117"/>
                <a:gd name="connsiteX92" fmla="*/ 103447 w 249587"/>
                <a:gd name="connsiteY92" fmla="*/ 53422 h 237117"/>
                <a:gd name="connsiteX93" fmla="*/ 111030 w 249587"/>
                <a:gd name="connsiteY93" fmla="*/ 50339 h 237117"/>
                <a:gd name="connsiteX94" fmla="*/ 117362 w 249587"/>
                <a:gd name="connsiteY94" fmla="*/ 29341 h 237117"/>
                <a:gd name="connsiteX95" fmla="*/ 119611 w 249587"/>
                <a:gd name="connsiteY95" fmla="*/ 20925 h 237117"/>
                <a:gd name="connsiteX96" fmla="*/ 125028 w 249587"/>
                <a:gd name="connsiteY96" fmla="*/ 12593 h 237117"/>
                <a:gd name="connsiteX97" fmla="*/ 129277 w 249587"/>
                <a:gd name="connsiteY97" fmla="*/ 31841 h 237117"/>
                <a:gd name="connsiteX98" fmla="*/ 129778 w 249587"/>
                <a:gd name="connsiteY98" fmla="*/ 56172 h 237117"/>
                <a:gd name="connsiteX99" fmla="*/ 136027 w 249587"/>
                <a:gd name="connsiteY99" fmla="*/ 60922 h 237117"/>
                <a:gd name="connsiteX100" fmla="*/ 158275 w 249587"/>
                <a:gd name="connsiteY100" fmla="*/ 47756 h 237117"/>
                <a:gd name="connsiteX101" fmla="*/ 174773 w 249587"/>
                <a:gd name="connsiteY101" fmla="*/ 37924 h 237117"/>
                <a:gd name="connsiteX102" fmla="*/ 155442 w 249587"/>
                <a:gd name="connsiteY102" fmla="*/ 68921 h 237117"/>
                <a:gd name="connsiteX103" fmla="*/ 161025 w 249587"/>
                <a:gd name="connsiteY103" fmla="*/ 74504 h 237117"/>
                <a:gd name="connsiteX104" fmla="*/ 199355 w 249587"/>
                <a:gd name="connsiteY104" fmla="*/ 74920 h 237117"/>
                <a:gd name="connsiteX105" fmla="*/ 220436 w 249587"/>
                <a:gd name="connsiteY105" fmla="*/ 78087 h 237117"/>
                <a:gd name="connsiteX106" fmla="*/ 232602 w 249587"/>
                <a:gd name="connsiteY106" fmla="*/ 80003 h 237117"/>
                <a:gd name="connsiteX107" fmla="*/ 215270 w 249587"/>
                <a:gd name="connsiteY107" fmla="*/ 81753 h 237117"/>
                <a:gd name="connsiteX108" fmla="*/ 215270 w 249587"/>
                <a:gd name="connsiteY108" fmla="*/ 81753 h 237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249587" h="237117">
                  <a:moveTo>
                    <a:pt x="248100" y="76170"/>
                  </a:moveTo>
                  <a:cubicBezTo>
                    <a:pt x="239601" y="67171"/>
                    <a:pt x="220270" y="66338"/>
                    <a:pt x="208604" y="64755"/>
                  </a:cubicBezTo>
                  <a:cubicBezTo>
                    <a:pt x="195355" y="63005"/>
                    <a:pt x="182523" y="63421"/>
                    <a:pt x="169441" y="63421"/>
                  </a:cubicBezTo>
                  <a:cubicBezTo>
                    <a:pt x="172357" y="59255"/>
                    <a:pt x="176940" y="54672"/>
                    <a:pt x="178857" y="51756"/>
                  </a:cubicBezTo>
                  <a:cubicBezTo>
                    <a:pt x="183272" y="45006"/>
                    <a:pt x="188023" y="38840"/>
                    <a:pt x="190939" y="31258"/>
                  </a:cubicBezTo>
                  <a:cubicBezTo>
                    <a:pt x="192356" y="27591"/>
                    <a:pt x="188856" y="24758"/>
                    <a:pt x="185689" y="24425"/>
                  </a:cubicBezTo>
                  <a:cubicBezTo>
                    <a:pt x="178939" y="23675"/>
                    <a:pt x="171107" y="28841"/>
                    <a:pt x="165358" y="31841"/>
                  </a:cubicBezTo>
                  <a:cubicBezTo>
                    <a:pt x="156692" y="36424"/>
                    <a:pt x="148610" y="43257"/>
                    <a:pt x="139943" y="48173"/>
                  </a:cubicBezTo>
                  <a:cubicBezTo>
                    <a:pt x="140194" y="32007"/>
                    <a:pt x="138860" y="11093"/>
                    <a:pt x="126861" y="1094"/>
                  </a:cubicBezTo>
                  <a:cubicBezTo>
                    <a:pt x="125028" y="-406"/>
                    <a:pt x="123028" y="-323"/>
                    <a:pt x="121279" y="1094"/>
                  </a:cubicBezTo>
                  <a:cubicBezTo>
                    <a:pt x="111196" y="9010"/>
                    <a:pt x="107279" y="27508"/>
                    <a:pt x="103280" y="41007"/>
                  </a:cubicBezTo>
                  <a:cubicBezTo>
                    <a:pt x="92781" y="34257"/>
                    <a:pt x="82115" y="27924"/>
                    <a:pt x="69866" y="24675"/>
                  </a:cubicBezTo>
                  <a:cubicBezTo>
                    <a:pt x="67533" y="24092"/>
                    <a:pt x="64533" y="25425"/>
                    <a:pt x="64034" y="28008"/>
                  </a:cubicBezTo>
                  <a:cubicBezTo>
                    <a:pt x="61367" y="41340"/>
                    <a:pt x="77783" y="54422"/>
                    <a:pt x="86698" y="65005"/>
                  </a:cubicBezTo>
                  <a:cubicBezTo>
                    <a:pt x="83615" y="64255"/>
                    <a:pt x="80615" y="63421"/>
                    <a:pt x="77449" y="62921"/>
                  </a:cubicBezTo>
                  <a:cubicBezTo>
                    <a:pt x="69450" y="61505"/>
                    <a:pt x="61201" y="62755"/>
                    <a:pt x="53118" y="62255"/>
                  </a:cubicBezTo>
                  <a:cubicBezTo>
                    <a:pt x="37369" y="61255"/>
                    <a:pt x="21787" y="57089"/>
                    <a:pt x="6038" y="55505"/>
                  </a:cubicBezTo>
                  <a:cubicBezTo>
                    <a:pt x="1955" y="55089"/>
                    <a:pt x="1206" y="60755"/>
                    <a:pt x="4122" y="62672"/>
                  </a:cubicBezTo>
                  <a:cubicBezTo>
                    <a:pt x="14454" y="69421"/>
                    <a:pt x="22287" y="79170"/>
                    <a:pt x="33703" y="84336"/>
                  </a:cubicBezTo>
                  <a:cubicBezTo>
                    <a:pt x="43785" y="88919"/>
                    <a:pt x="54534" y="90919"/>
                    <a:pt x="65284" y="92919"/>
                  </a:cubicBezTo>
                  <a:cubicBezTo>
                    <a:pt x="62533" y="94085"/>
                    <a:pt x="59784" y="95335"/>
                    <a:pt x="57200" y="96668"/>
                  </a:cubicBezTo>
                  <a:cubicBezTo>
                    <a:pt x="48035" y="101418"/>
                    <a:pt x="39119" y="107251"/>
                    <a:pt x="31453" y="114167"/>
                  </a:cubicBezTo>
                  <a:cubicBezTo>
                    <a:pt x="23537" y="121249"/>
                    <a:pt x="14955" y="129166"/>
                    <a:pt x="9205" y="138165"/>
                  </a:cubicBezTo>
                  <a:cubicBezTo>
                    <a:pt x="5539" y="143914"/>
                    <a:pt x="-544" y="152747"/>
                    <a:pt x="39" y="159829"/>
                  </a:cubicBezTo>
                  <a:cubicBezTo>
                    <a:pt x="373" y="163663"/>
                    <a:pt x="3955" y="165746"/>
                    <a:pt x="7455" y="164079"/>
                  </a:cubicBezTo>
                  <a:cubicBezTo>
                    <a:pt x="20538" y="157746"/>
                    <a:pt x="32453" y="149163"/>
                    <a:pt x="45618" y="142664"/>
                  </a:cubicBezTo>
                  <a:cubicBezTo>
                    <a:pt x="56117" y="137498"/>
                    <a:pt x="66783" y="132915"/>
                    <a:pt x="77783" y="129166"/>
                  </a:cubicBezTo>
                  <a:cubicBezTo>
                    <a:pt x="67200" y="141248"/>
                    <a:pt x="59701" y="155996"/>
                    <a:pt x="53368" y="171078"/>
                  </a:cubicBezTo>
                  <a:cubicBezTo>
                    <a:pt x="47285" y="185577"/>
                    <a:pt x="33037" y="218074"/>
                    <a:pt x="44618" y="232906"/>
                  </a:cubicBezTo>
                  <a:cubicBezTo>
                    <a:pt x="56618" y="248405"/>
                    <a:pt x="72283" y="216658"/>
                    <a:pt x="76449" y="209575"/>
                  </a:cubicBezTo>
                  <a:cubicBezTo>
                    <a:pt x="84698" y="195826"/>
                    <a:pt x="93114" y="182244"/>
                    <a:pt x="101530" y="168579"/>
                  </a:cubicBezTo>
                  <a:cubicBezTo>
                    <a:pt x="107113" y="159496"/>
                    <a:pt x="112696" y="146664"/>
                    <a:pt x="120112" y="137582"/>
                  </a:cubicBezTo>
                  <a:cubicBezTo>
                    <a:pt x="120195" y="141331"/>
                    <a:pt x="119529" y="145498"/>
                    <a:pt x="119862" y="148497"/>
                  </a:cubicBezTo>
                  <a:cubicBezTo>
                    <a:pt x="120611" y="155413"/>
                    <a:pt x="122278" y="162163"/>
                    <a:pt x="123944" y="168912"/>
                  </a:cubicBezTo>
                  <a:cubicBezTo>
                    <a:pt x="125361" y="174828"/>
                    <a:pt x="126778" y="180744"/>
                    <a:pt x="128278" y="186660"/>
                  </a:cubicBezTo>
                  <a:cubicBezTo>
                    <a:pt x="131361" y="198493"/>
                    <a:pt x="134777" y="218657"/>
                    <a:pt x="145110" y="226740"/>
                  </a:cubicBezTo>
                  <a:cubicBezTo>
                    <a:pt x="160858" y="239072"/>
                    <a:pt x="164275" y="207742"/>
                    <a:pt x="165358" y="199409"/>
                  </a:cubicBezTo>
                  <a:cubicBezTo>
                    <a:pt x="167275" y="185244"/>
                    <a:pt x="166774" y="171162"/>
                    <a:pt x="165607" y="156996"/>
                  </a:cubicBezTo>
                  <a:cubicBezTo>
                    <a:pt x="164858" y="147747"/>
                    <a:pt x="161775" y="139331"/>
                    <a:pt x="159692" y="130665"/>
                  </a:cubicBezTo>
                  <a:cubicBezTo>
                    <a:pt x="176273" y="134665"/>
                    <a:pt x="193356" y="142497"/>
                    <a:pt x="207604" y="151080"/>
                  </a:cubicBezTo>
                  <a:cubicBezTo>
                    <a:pt x="215937" y="156080"/>
                    <a:pt x="224269" y="162663"/>
                    <a:pt x="229936" y="170745"/>
                  </a:cubicBezTo>
                  <a:cubicBezTo>
                    <a:pt x="232518" y="174411"/>
                    <a:pt x="233101" y="177828"/>
                    <a:pt x="237851" y="178578"/>
                  </a:cubicBezTo>
                  <a:cubicBezTo>
                    <a:pt x="241767" y="179161"/>
                    <a:pt x="244518" y="176495"/>
                    <a:pt x="243934" y="172495"/>
                  </a:cubicBezTo>
                  <a:cubicBezTo>
                    <a:pt x="241101" y="154913"/>
                    <a:pt x="229352" y="139081"/>
                    <a:pt x="217270" y="126582"/>
                  </a:cubicBezTo>
                  <a:cubicBezTo>
                    <a:pt x="211270" y="120416"/>
                    <a:pt x="204771" y="114500"/>
                    <a:pt x="197688" y="109667"/>
                  </a:cubicBezTo>
                  <a:cubicBezTo>
                    <a:pt x="193105" y="106501"/>
                    <a:pt x="183272" y="103918"/>
                    <a:pt x="177523" y="100168"/>
                  </a:cubicBezTo>
                  <a:cubicBezTo>
                    <a:pt x="189856" y="93085"/>
                    <a:pt x="208937" y="92252"/>
                    <a:pt x="221686" y="90586"/>
                  </a:cubicBezTo>
                  <a:cubicBezTo>
                    <a:pt x="230352" y="89419"/>
                    <a:pt x="244518" y="90835"/>
                    <a:pt x="248933" y="82253"/>
                  </a:cubicBezTo>
                  <a:cubicBezTo>
                    <a:pt x="250017" y="80337"/>
                    <a:pt x="249766" y="77920"/>
                    <a:pt x="248100" y="76170"/>
                  </a:cubicBezTo>
                  <a:lnTo>
                    <a:pt x="248100" y="76170"/>
                  </a:lnTo>
                  <a:close/>
                  <a:moveTo>
                    <a:pt x="215270" y="81753"/>
                  </a:moveTo>
                  <a:cubicBezTo>
                    <a:pt x="207521" y="82836"/>
                    <a:pt x="199938" y="84003"/>
                    <a:pt x="192272" y="85669"/>
                  </a:cubicBezTo>
                  <a:cubicBezTo>
                    <a:pt x="182690" y="87752"/>
                    <a:pt x="173691" y="90002"/>
                    <a:pt x="166024" y="96335"/>
                  </a:cubicBezTo>
                  <a:cubicBezTo>
                    <a:pt x="164441" y="97668"/>
                    <a:pt x="164108" y="100751"/>
                    <a:pt x="165275" y="102418"/>
                  </a:cubicBezTo>
                  <a:cubicBezTo>
                    <a:pt x="167524" y="105668"/>
                    <a:pt x="169524" y="106667"/>
                    <a:pt x="172940" y="108417"/>
                  </a:cubicBezTo>
                  <a:cubicBezTo>
                    <a:pt x="182940" y="113667"/>
                    <a:pt x="192272" y="118083"/>
                    <a:pt x="201021" y="125583"/>
                  </a:cubicBezTo>
                  <a:cubicBezTo>
                    <a:pt x="209520" y="132832"/>
                    <a:pt x="218103" y="141664"/>
                    <a:pt x="224519" y="151580"/>
                  </a:cubicBezTo>
                  <a:cubicBezTo>
                    <a:pt x="219353" y="147331"/>
                    <a:pt x="213687" y="143748"/>
                    <a:pt x="207854" y="140581"/>
                  </a:cubicBezTo>
                  <a:cubicBezTo>
                    <a:pt x="191772" y="131998"/>
                    <a:pt x="172940" y="123499"/>
                    <a:pt x="154859" y="120416"/>
                  </a:cubicBezTo>
                  <a:cubicBezTo>
                    <a:pt x="151025" y="119750"/>
                    <a:pt x="148610" y="122500"/>
                    <a:pt x="149109" y="126166"/>
                  </a:cubicBezTo>
                  <a:cubicBezTo>
                    <a:pt x="150192" y="134081"/>
                    <a:pt x="153942" y="141664"/>
                    <a:pt x="155108" y="149830"/>
                  </a:cubicBezTo>
                  <a:cubicBezTo>
                    <a:pt x="156692" y="161079"/>
                    <a:pt x="157191" y="172995"/>
                    <a:pt x="156775" y="184411"/>
                  </a:cubicBezTo>
                  <a:cubicBezTo>
                    <a:pt x="156525" y="192576"/>
                    <a:pt x="155358" y="200659"/>
                    <a:pt x="153859" y="208742"/>
                  </a:cubicBezTo>
                  <a:lnTo>
                    <a:pt x="152693" y="214491"/>
                  </a:lnTo>
                  <a:cubicBezTo>
                    <a:pt x="152859" y="219990"/>
                    <a:pt x="151942" y="221074"/>
                    <a:pt x="149942" y="217741"/>
                  </a:cubicBezTo>
                  <a:cubicBezTo>
                    <a:pt x="146443" y="215741"/>
                    <a:pt x="144110" y="205825"/>
                    <a:pt x="142776" y="202325"/>
                  </a:cubicBezTo>
                  <a:cubicBezTo>
                    <a:pt x="139443" y="193076"/>
                    <a:pt x="136944" y="183494"/>
                    <a:pt x="134527" y="173911"/>
                  </a:cubicBezTo>
                  <a:cubicBezTo>
                    <a:pt x="132194" y="164829"/>
                    <a:pt x="129027" y="155496"/>
                    <a:pt x="128361" y="145998"/>
                  </a:cubicBezTo>
                  <a:cubicBezTo>
                    <a:pt x="127862" y="139081"/>
                    <a:pt x="130361" y="132665"/>
                    <a:pt x="126528" y="126499"/>
                  </a:cubicBezTo>
                  <a:cubicBezTo>
                    <a:pt x="125278" y="124583"/>
                    <a:pt x="122278" y="123333"/>
                    <a:pt x="120195" y="124832"/>
                  </a:cubicBezTo>
                  <a:cubicBezTo>
                    <a:pt x="108863" y="133248"/>
                    <a:pt x="101946" y="149497"/>
                    <a:pt x="94448" y="161162"/>
                  </a:cubicBezTo>
                  <a:cubicBezTo>
                    <a:pt x="82282" y="180244"/>
                    <a:pt x="67200" y="199076"/>
                    <a:pt x="56618" y="218991"/>
                  </a:cubicBezTo>
                  <a:cubicBezTo>
                    <a:pt x="54451" y="223074"/>
                    <a:pt x="56201" y="227573"/>
                    <a:pt x="53701" y="221907"/>
                  </a:cubicBezTo>
                  <a:cubicBezTo>
                    <a:pt x="51535" y="216907"/>
                    <a:pt x="54368" y="209825"/>
                    <a:pt x="55367" y="204575"/>
                  </a:cubicBezTo>
                  <a:cubicBezTo>
                    <a:pt x="57367" y="194743"/>
                    <a:pt x="60200" y="184911"/>
                    <a:pt x="63783" y="175495"/>
                  </a:cubicBezTo>
                  <a:cubicBezTo>
                    <a:pt x="71200" y="156163"/>
                    <a:pt x="81198" y="135748"/>
                    <a:pt x="98030" y="122916"/>
                  </a:cubicBezTo>
                  <a:cubicBezTo>
                    <a:pt x="101781" y="120083"/>
                    <a:pt x="99863" y="112917"/>
                    <a:pt x="94531" y="114584"/>
                  </a:cubicBezTo>
                  <a:cubicBezTo>
                    <a:pt x="77866" y="119750"/>
                    <a:pt x="61867" y="125499"/>
                    <a:pt x="46035" y="132832"/>
                  </a:cubicBezTo>
                  <a:cubicBezTo>
                    <a:pt x="34703" y="138081"/>
                    <a:pt x="23953" y="144497"/>
                    <a:pt x="12955" y="150330"/>
                  </a:cubicBezTo>
                  <a:cubicBezTo>
                    <a:pt x="16454" y="144248"/>
                    <a:pt x="22037" y="137831"/>
                    <a:pt x="24621" y="135082"/>
                  </a:cubicBezTo>
                  <a:cubicBezTo>
                    <a:pt x="32453" y="126749"/>
                    <a:pt x="40535" y="118917"/>
                    <a:pt x="50201" y="112667"/>
                  </a:cubicBezTo>
                  <a:cubicBezTo>
                    <a:pt x="58200" y="107501"/>
                    <a:pt x="66700" y="102668"/>
                    <a:pt x="75949" y="100501"/>
                  </a:cubicBezTo>
                  <a:cubicBezTo>
                    <a:pt x="81449" y="99251"/>
                    <a:pt x="85198" y="99168"/>
                    <a:pt x="88781" y="94419"/>
                  </a:cubicBezTo>
                  <a:cubicBezTo>
                    <a:pt x="90698" y="91836"/>
                    <a:pt x="88698" y="87503"/>
                    <a:pt x="85698" y="86919"/>
                  </a:cubicBezTo>
                  <a:cubicBezTo>
                    <a:pt x="70533" y="83836"/>
                    <a:pt x="54618" y="84003"/>
                    <a:pt x="39869" y="79003"/>
                  </a:cubicBezTo>
                  <a:cubicBezTo>
                    <a:pt x="30453" y="75837"/>
                    <a:pt x="24371" y="70338"/>
                    <a:pt x="18038" y="64588"/>
                  </a:cubicBezTo>
                  <a:cubicBezTo>
                    <a:pt x="41452" y="67671"/>
                    <a:pt x="64950" y="72004"/>
                    <a:pt x="88614" y="69921"/>
                  </a:cubicBezTo>
                  <a:cubicBezTo>
                    <a:pt x="89282" y="70837"/>
                    <a:pt x="90365" y="71421"/>
                    <a:pt x="91948" y="71254"/>
                  </a:cubicBezTo>
                  <a:cubicBezTo>
                    <a:pt x="92448" y="71171"/>
                    <a:pt x="92864" y="71171"/>
                    <a:pt x="93365" y="71087"/>
                  </a:cubicBezTo>
                  <a:cubicBezTo>
                    <a:pt x="96364" y="70837"/>
                    <a:pt x="99114" y="67504"/>
                    <a:pt x="97114" y="64588"/>
                  </a:cubicBezTo>
                  <a:cubicBezTo>
                    <a:pt x="93530" y="59422"/>
                    <a:pt x="88698" y="55089"/>
                    <a:pt x="84782" y="50089"/>
                  </a:cubicBezTo>
                  <a:cubicBezTo>
                    <a:pt x="82782" y="47506"/>
                    <a:pt x="77282" y="41757"/>
                    <a:pt x="74533" y="36674"/>
                  </a:cubicBezTo>
                  <a:cubicBezTo>
                    <a:pt x="84782" y="41173"/>
                    <a:pt x="94031" y="47423"/>
                    <a:pt x="103447" y="53422"/>
                  </a:cubicBezTo>
                  <a:cubicBezTo>
                    <a:pt x="106363" y="55256"/>
                    <a:pt x="110030" y="53422"/>
                    <a:pt x="111030" y="50339"/>
                  </a:cubicBezTo>
                  <a:cubicBezTo>
                    <a:pt x="113280" y="43340"/>
                    <a:pt x="115445" y="36340"/>
                    <a:pt x="117362" y="29341"/>
                  </a:cubicBezTo>
                  <a:cubicBezTo>
                    <a:pt x="118112" y="26508"/>
                    <a:pt x="118778" y="23675"/>
                    <a:pt x="119611" y="20925"/>
                  </a:cubicBezTo>
                  <a:cubicBezTo>
                    <a:pt x="120778" y="17009"/>
                    <a:pt x="120445" y="9010"/>
                    <a:pt x="125028" y="12593"/>
                  </a:cubicBezTo>
                  <a:cubicBezTo>
                    <a:pt x="129694" y="16176"/>
                    <a:pt x="128695" y="26425"/>
                    <a:pt x="129277" y="31841"/>
                  </a:cubicBezTo>
                  <a:cubicBezTo>
                    <a:pt x="130194" y="40257"/>
                    <a:pt x="130277" y="47756"/>
                    <a:pt x="129778" y="56172"/>
                  </a:cubicBezTo>
                  <a:cubicBezTo>
                    <a:pt x="129611" y="59172"/>
                    <a:pt x="133110" y="62088"/>
                    <a:pt x="136027" y="60922"/>
                  </a:cubicBezTo>
                  <a:cubicBezTo>
                    <a:pt x="144110" y="57755"/>
                    <a:pt x="150859" y="52173"/>
                    <a:pt x="158275" y="47756"/>
                  </a:cubicBezTo>
                  <a:cubicBezTo>
                    <a:pt x="162274" y="45340"/>
                    <a:pt x="168607" y="40840"/>
                    <a:pt x="174773" y="37924"/>
                  </a:cubicBezTo>
                  <a:cubicBezTo>
                    <a:pt x="167358" y="48090"/>
                    <a:pt x="156775" y="57339"/>
                    <a:pt x="155442" y="68921"/>
                  </a:cubicBezTo>
                  <a:cubicBezTo>
                    <a:pt x="155108" y="72004"/>
                    <a:pt x="158275" y="74504"/>
                    <a:pt x="161025" y="74504"/>
                  </a:cubicBezTo>
                  <a:cubicBezTo>
                    <a:pt x="173940" y="74754"/>
                    <a:pt x="186439" y="73587"/>
                    <a:pt x="199355" y="74920"/>
                  </a:cubicBezTo>
                  <a:cubicBezTo>
                    <a:pt x="206437" y="75671"/>
                    <a:pt x="213436" y="76670"/>
                    <a:pt x="220436" y="78087"/>
                  </a:cubicBezTo>
                  <a:cubicBezTo>
                    <a:pt x="223269" y="78670"/>
                    <a:pt x="228185" y="79087"/>
                    <a:pt x="232602" y="80003"/>
                  </a:cubicBezTo>
                  <a:cubicBezTo>
                    <a:pt x="226185" y="81253"/>
                    <a:pt x="217437" y="81503"/>
                    <a:pt x="215270" y="81753"/>
                  </a:cubicBezTo>
                  <a:lnTo>
                    <a:pt x="215270" y="81753"/>
                  </a:lnTo>
                  <a:close/>
                </a:path>
              </a:pathLst>
            </a:custGeom>
            <a:grpFill/>
            <a:ln w="8332" cap="flat">
              <a:noFill/>
              <a:prstDash val="solid"/>
              <a:miter/>
            </a:ln>
          </p:spPr>
          <p:txBody>
            <a:bodyPr rtlCol="0" anchor="ctr"/>
            <a:lstStyle/>
            <a:p>
              <a:endParaRPr lang="en-US"/>
            </a:p>
          </p:txBody>
        </p:sp>
        <p:sp>
          <p:nvSpPr>
            <p:cNvPr id="2505" name="Freeform: Shape 2504"/>
            <p:cNvSpPr/>
            <p:nvPr/>
          </p:nvSpPr>
          <p:spPr>
            <a:xfrm>
              <a:off x="7398772" y="6738294"/>
              <a:ext cx="414997" cy="401130"/>
            </a:xfrm>
            <a:custGeom>
              <a:avLst/>
              <a:gdLst>
                <a:gd name="connsiteX0" fmla="*/ 412545 w 414997"/>
                <a:gd name="connsiteY0" fmla="*/ 182009 h 401130"/>
                <a:gd name="connsiteX1" fmla="*/ 330886 w 414997"/>
                <a:gd name="connsiteY1" fmla="*/ 40939 h 401130"/>
                <a:gd name="connsiteX2" fmla="*/ 181649 w 414997"/>
                <a:gd name="connsiteY2" fmla="*/ 2109 h 401130"/>
                <a:gd name="connsiteX3" fmla="*/ 97823 w 414997"/>
                <a:gd name="connsiteY3" fmla="*/ 34106 h 401130"/>
                <a:gd name="connsiteX4" fmla="*/ 40162 w 414997"/>
                <a:gd name="connsiteY4" fmla="*/ 87685 h 401130"/>
                <a:gd name="connsiteX5" fmla="*/ 5332 w 414997"/>
                <a:gd name="connsiteY5" fmla="*/ 255836 h 401130"/>
                <a:gd name="connsiteX6" fmla="*/ 239727 w 414997"/>
                <a:gd name="connsiteY6" fmla="*/ 400240 h 401130"/>
                <a:gd name="connsiteX7" fmla="*/ 372298 w 414997"/>
                <a:gd name="connsiteY7" fmla="*/ 330329 h 401130"/>
                <a:gd name="connsiteX8" fmla="*/ 408795 w 414997"/>
                <a:gd name="connsiteY8" fmla="*/ 260669 h 401130"/>
                <a:gd name="connsiteX9" fmla="*/ 412545 w 414997"/>
                <a:gd name="connsiteY9" fmla="*/ 182009 h 401130"/>
                <a:gd name="connsiteX10" fmla="*/ 412545 w 414997"/>
                <a:gd name="connsiteY10" fmla="*/ 182009 h 401130"/>
                <a:gd name="connsiteX11" fmla="*/ 380631 w 414997"/>
                <a:gd name="connsiteY11" fmla="*/ 290500 h 401130"/>
                <a:gd name="connsiteX12" fmla="*/ 272141 w 414997"/>
                <a:gd name="connsiteY12" fmla="*/ 380408 h 401130"/>
                <a:gd name="connsiteX13" fmla="*/ 19747 w 414997"/>
                <a:gd name="connsiteY13" fmla="*/ 260169 h 401130"/>
                <a:gd name="connsiteX14" fmla="*/ 48411 w 414997"/>
                <a:gd name="connsiteY14" fmla="*/ 102267 h 401130"/>
                <a:gd name="connsiteX15" fmla="*/ 187149 w 414997"/>
                <a:gd name="connsiteY15" fmla="*/ 15525 h 401130"/>
                <a:gd name="connsiteX16" fmla="*/ 187565 w 414997"/>
                <a:gd name="connsiteY16" fmla="*/ 15358 h 401130"/>
                <a:gd name="connsiteX17" fmla="*/ 292972 w 414997"/>
                <a:gd name="connsiteY17" fmla="*/ 32856 h 401130"/>
                <a:gd name="connsiteX18" fmla="*/ 385298 w 414997"/>
                <a:gd name="connsiteY18" fmla="*/ 140180 h 401130"/>
                <a:gd name="connsiteX19" fmla="*/ 380631 w 414997"/>
                <a:gd name="connsiteY19" fmla="*/ 290500 h 401130"/>
                <a:gd name="connsiteX20" fmla="*/ 380631 w 414997"/>
                <a:gd name="connsiteY20" fmla="*/ 290500 h 401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14997" h="401130">
                  <a:moveTo>
                    <a:pt x="412545" y="182009"/>
                  </a:moveTo>
                  <a:cubicBezTo>
                    <a:pt x="405296" y="128264"/>
                    <a:pt x="372465" y="75519"/>
                    <a:pt x="330886" y="40939"/>
                  </a:cubicBezTo>
                  <a:cubicBezTo>
                    <a:pt x="288723" y="5942"/>
                    <a:pt x="235394" y="-5141"/>
                    <a:pt x="181649" y="2109"/>
                  </a:cubicBezTo>
                  <a:cubicBezTo>
                    <a:pt x="151402" y="6192"/>
                    <a:pt x="122488" y="15774"/>
                    <a:pt x="97823" y="34106"/>
                  </a:cubicBezTo>
                  <a:cubicBezTo>
                    <a:pt x="77158" y="49438"/>
                    <a:pt x="55327" y="66770"/>
                    <a:pt x="40162" y="87685"/>
                  </a:cubicBezTo>
                  <a:cubicBezTo>
                    <a:pt x="5332" y="135847"/>
                    <a:pt x="-8584" y="198091"/>
                    <a:pt x="5332" y="255836"/>
                  </a:cubicBezTo>
                  <a:cubicBezTo>
                    <a:pt x="27746" y="354994"/>
                    <a:pt x="144069" y="408822"/>
                    <a:pt x="239727" y="400240"/>
                  </a:cubicBezTo>
                  <a:cubicBezTo>
                    <a:pt x="292389" y="395574"/>
                    <a:pt x="339718" y="372326"/>
                    <a:pt x="372298" y="330329"/>
                  </a:cubicBezTo>
                  <a:cubicBezTo>
                    <a:pt x="388797" y="309081"/>
                    <a:pt x="401212" y="286417"/>
                    <a:pt x="408795" y="260669"/>
                  </a:cubicBezTo>
                  <a:cubicBezTo>
                    <a:pt x="416378" y="234755"/>
                    <a:pt x="416211" y="208507"/>
                    <a:pt x="412545" y="182009"/>
                  </a:cubicBezTo>
                  <a:lnTo>
                    <a:pt x="412545" y="182009"/>
                  </a:lnTo>
                  <a:close/>
                  <a:moveTo>
                    <a:pt x="380631" y="290500"/>
                  </a:moveTo>
                  <a:cubicBezTo>
                    <a:pt x="357550" y="333579"/>
                    <a:pt x="320303" y="368076"/>
                    <a:pt x="272141" y="380408"/>
                  </a:cubicBezTo>
                  <a:cubicBezTo>
                    <a:pt x="176316" y="404989"/>
                    <a:pt x="50911" y="361660"/>
                    <a:pt x="19747" y="260169"/>
                  </a:cubicBezTo>
                  <a:cubicBezTo>
                    <a:pt x="3915" y="208757"/>
                    <a:pt x="17914" y="145346"/>
                    <a:pt x="48411" y="102267"/>
                  </a:cubicBezTo>
                  <a:cubicBezTo>
                    <a:pt x="82491" y="54187"/>
                    <a:pt x="130904" y="29107"/>
                    <a:pt x="187149" y="15525"/>
                  </a:cubicBezTo>
                  <a:cubicBezTo>
                    <a:pt x="187315" y="15441"/>
                    <a:pt x="187482" y="15441"/>
                    <a:pt x="187565" y="15358"/>
                  </a:cubicBezTo>
                  <a:cubicBezTo>
                    <a:pt x="223729" y="11191"/>
                    <a:pt x="262059" y="16025"/>
                    <a:pt x="292972" y="32856"/>
                  </a:cubicBezTo>
                  <a:cubicBezTo>
                    <a:pt x="334386" y="55521"/>
                    <a:pt x="366383" y="97684"/>
                    <a:pt x="385298" y="140180"/>
                  </a:cubicBezTo>
                  <a:cubicBezTo>
                    <a:pt x="405962" y="187009"/>
                    <a:pt x="404963" y="245337"/>
                    <a:pt x="380631" y="290500"/>
                  </a:cubicBezTo>
                  <a:lnTo>
                    <a:pt x="380631" y="290500"/>
                  </a:lnTo>
                  <a:close/>
                </a:path>
              </a:pathLst>
            </a:custGeom>
            <a:grpFill/>
            <a:ln w="8332" cap="flat">
              <a:noFill/>
              <a:prstDash val="solid"/>
              <a:miter/>
            </a:ln>
          </p:spPr>
          <p:txBody>
            <a:bodyPr rtlCol="0" anchor="ctr"/>
            <a:lstStyle/>
            <a:p>
              <a:endParaRPr lang="en-US"/>
            </a:p>
          </p:txBody>
        </p:sp>
        <p:sp>
          <p:nvSpPr>
            <p:cNvPr id="2506" name="Freeform: Shape 2505"/>
            <p:cNvSpPr/>
            <p:nvPr/>
          </p:nvSpPr>
          <p:spPr>
            <a:xfrm>
              <a:off x="7586573" y="6817448"/>
              <a:ext cx="46269" cy="55259"/>
            </a:xfrm>
            <a:custGeom>
              <a:avLst/>
              <a:gdLst>
                <a:gd name="connsiteX0" fmla="*/ 45761 w 46269"/>
                <a:gd name="connsiteY0" fmla="*/ 37028 h 55259"/>
                <a:gd name="connsiteX1" fmla="*/ 25346 w 46269"/>
                <a:gd name="connsiteY1" fmla="*/ 7114 h 55259"/>
                <a:gd name="connsiteX2" fmla="*/ 10514 w 46269"/>
                <a:gd name="connsiteY2" fmla="*/ 1698 h 55259"/>
                <a:gd name="connsiteX3" fmla="*/ 15 w 46269"/>
                <a:gd name="connsiteY3" fmla="*/ 28445 h 55259"/>
                <a:gd name="connsiteX4" fmla="*/ 12680 w 46269"/>
                <a:gd name="connsiteY4" fmla="*/ 54860 h 55259"/>
                <a:gd name="connsiteX5" fmla="*/ 17013 w 46269"/>
                <a:gd name="connsiteY5" fmla="*/ 50526 h 55259"/>
                <a:gd name="connsiteX6" fmla="*/ 11431 w 46269"/>
                <a:gd name="connsiteY6" fmla="*/ 28445 h 55259"/>
                <a:gd name="connsiteX7" fmla="*/ 13514 w 46269"/>
                <a:gd name="connsiteY7" fmla="*/ 15363 h 55259"/>
                <a:gd name="connsiteX8" fmla="*/ 15014 w 46269"/>
                <a:gd name="connsiteY8" fmla="*/ 10530 h 55259"/>
                <a:gd name="connsiteX9" fmla="*/ 19347 w 46269"/>
                <a:gd name="connsiteY9" fmla="*/ 11947 h 55259"/>
                <a:gd name="connsiteX10" fmla="*/ 29512 w 46269"/>
                <a:gd name="connsiteY10" fmla="*/ 28445 h 55259"/>
                <a:gd name="connsiteX11" fmla="*/ 41011 w 46269"/>
                <a:gd name="connsiteY11" fmla="*/ 41861 h 55259"/>
                <a:gd name="connsiteX12" fmla="*/ 45761 w 46269"/>
                <a:gd name="connsiteY12" fmla="*/ 37028 h 55259"/>
                <a:gd name="connsiteX13" fmla="*/ 45761 w 46269"/>
                <a:gd name="connsiteY13" fmla="*/ 37028 h 55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6269" h="55259">
                  <a:moveTo>
                    <a:pt x="45761" y="37028"/>
                  </a:moveTo>
                  <a:cubicBezTo>
                    <a:pt x="38761" y="27112"/>
                    <a:pt x="32262" y="16946"/>
                    <a:pt x="25346" y="7114"/>
                  </a:cubicBezTo>
                  <a:cubicBezTo>
                    <a:pt x="21846" y="2114"/>
                    <a:pt x="16513" y="-2635"/>
                    <a:pt x="10514" y="1698"/>
                  </a:cubicBezTo>
                  <a:cubicBezTo>
                    <a:pt x="3598" y="6697"/>
                    <a:pt x="181" y="20613"/>
                    <a:pt x="15" y="28445"/>
                  </a:cubicBezTo>
                  <a:cubicBezTo>
                    <a:pt x="-235" y="39611"/>
                    <a:pt x="2598" y="49693"/>
                    <a:pt x="12680" y="54860"/>
                  </a:cubicBezTo>
                  <a:cubicBezTo>
                    <a:pt x="15680" y="56359"/>
                    <a:pt x="18263" y="53360"/>
                    <a:pt x="17013" y="50526"/>
                  </a:cubicBezTo>
                  <a:cubicBezTo>
                    <a:pt x="14014" y="43611"/>
                    <a:pt x="11930" y="36028"/>
                    <a:pt x="11431" y="28445"/>
                  </a:cubicBezTo>
                  <a:cubicBezTo>
                    <a:pt x="11097" y="23946"/>
                    <a:pt x="12264" y="19613"/>
                    <a:pt x="13514" y="15363"/>
                  </a:cubicBezTo>
                  <a:cubicBezTo>
                    <a:pt x="14014" y="13697"/>
                    <a:pt x="14514" y="12113"/>
                    <a:pt x="15014" y="10530"/>
                  </a:cubicBezTo>
                  <a:cubicBezTo>
                    <a:pt x="16930" y="8281"/>
                    <a:pt x="18430" y="8781"/>
                    <a:pt x="19347" y="11947"/>
                  </a:cubicBezTo>
                  <a:cubicBezTo>
                    <a:pt x="23679" y="16030"/>
                    <a:pt x="26262" y="23529"/>
                    <a:pt x="29512" y="28445"/>
                  </a:cubicBezTo>
                  <a:cubicBezTo>
                    <a:pt x="32845" y="33445"/>
                    <a:pt x="36178" y="38194"/>
                    <a:pt x="41011" y="41861"/>
                  </a:cubicBezTo>
                  <a:cubicBezTo>
                    <a:pt x="43761" y="43777"/>
                    <a:pt x="47677" y="39778"/>
                    <a:pt x="45761" y="37028"/>
                  </a:cubicBezTo>
                  <a:lnTo>
                    <a:pt x="45761" y="37028"/>
                  </a:lnTo>
                  <a:close/>
                </a:path>
              </a:pathLst>
            </a:custGeom>
            <a:grpFill/>
            <a:ln w="8332" cap="flat">
              <a:noFill/>
              <a:prstDash val="solid"/>
              <a:miter/>
            </a:ln>
          </p:spPr>
          <p:txBody>
            <a:bodyPr rtlCol="0" anchor="ctr"/>
            <a:lstStyle/>
            <a:p>
              <a:endParaRPr lang="en-US"/>
            </a:p>
          </p:txBody>
        </p:sp>
        <p:sp>
          <p:nvSpPr>
            <p:cNvPr id="2507" name="Freeform: Shape 2506"/>
            <p:cNvSpPr/>
            <p:nvPr/>
          </p:nvSpPr>
          <p:spPr>
            <a:xfrm>
              <a:off x="7486141" y="6759724"/>
              <a:ext cx="249564" cy="237117"/>
            </a:xfrm>
            <a:custGeom>
              <a:avLst/>
              <a:gdLst>
                <a:gd name="connsiteX0" fmla="*/ 248101 w 249564"/>
                <a:gd name="connsiteY0" fmla="*/ 76170 h 237117"/>
                <a:gd name="connsiteX1" fmla="*/ 208603 w 249564"/>
                <a:gd name="connsiteY1" fmla="*/ 64755 h 237117"/>
                <a:gd name="connsiteX2" fmla="*/ 169441 w 249564"/>
                <a:gd name="connsiteY2" fmla="*/ 63422 h 237117"/>
                <a:gd name="connsiteX3" fmla="*/ 178856 w 249564"/>
                <a:gd name="connsiteY3" fmla="*/ 51756 h 237117"/>
                <a:gd name="connsiteX4" fmla="*/ 190939 w 249564"/>
                <a:gd name="connsiteY4" fmla="*/ 31258 h 237117"/>
                <a:gd name="connsiteX5" fmla="*/ 185689 w 249564"/>
                <a:gd name="connsiteY5" fmla="*/ 24425 h 237117"/>
                <a:gd name="connsiteX6" fmla="*/ 165358 w 249564"/>
                <a:gd name="connsiteY6" fmla="*/ 31841 h 237117"/>
                <a:gd name="connsiteX7" fmla="*/ 139943 w 249564"/>
                <a:gd name="connsiteY7" fmla="*/ 48173 h 237117"/>
                <a:gd name="connsiteX8" fmla="*/ 126861 w 249564"/>
                <a:gd name="connsiteY8" fmla="*/ 1094 h 237117"/>
                <a:gd name="connsiteX9" fmla="*/ 121279 w 249564"/>
                <a:gd name="connsiteY9" fmla="*/ 1094 h 237117"/>
                <a:gd name="connsiteX10" fmla="*/ 103280 w 249564"/>
                <a:gd name="connsiteY10" fmla="*/ 41007 h 237117"/>
                <a:gd name="connsiteX11" fmla="*/ 69866 w 249564"/>
                <a:gd name="connsiteY11" fmla="*/ 24675 h 237117"/>
                <a:gd name="connsiteX12" fmla="*/ 64034 w 249564"/>
                <a:gd name="connsiteY12" fmla="*/ 28008 h 237117"/>
                <a:gd name="connsiteX13" fmla="*/ 86698 w 249564"/>
                <a:gd name="connsiteY13" fmla="*/ 65005 h 237117"/>
                <a:gd name="connsiteX14" fmla="*/ 77449 w 249564"/>
                <a:gd name="connsiteY14" fmla="*/ 62922 h 237117"/>
                <a:gd name="connsiteX15" fmla="*/ 53118 w 249564"/>
                <a:gd name="connsiteY15" fmla="*/ 62255 h 237117"/>
                <a:gd name="connsiteX16" fmla="*/ 6039 w 249564"/>
                <a:gd name="connsiteY16" fmla="*/ 55506 h 237117"/>
                <a:gd name="connsiteX17" fmla="*/ 4122 w 249564"/>
                <a:gd name="connsiteY17" fmla="*/ 62672 h 237117"/>
                <a:gd name="connsiteX18" fmla="*/ 33703 w 249564"/>
                <a:gd name="connsiteY18" fmla="*/ 84336 h 237117"/>
                <a:gd name="connsiteX19" fmla="*/ 65283 w 249564"/>
                <a:gd name="connsiteY19" fmla="*/ 92919 h 237117"/>
                <a:gd name="connsiteX20" fmla="*/ 57201 w 249564"/>
                <a:gd name="connsiteY20" fmla="*/ 96669 h 237117"/>
                <a:gd name="connsiteX21" fmla="*/ 31453 w 249564"/>
                <a:gd name="connsiteY21" fmla="*/ 114167 h 237117"/>
                <a:gd name="connsiteX22" fmla="*/ 9205 w 249564"/>
                <a:gd name="connsiteY22" fmla="*/ 138165 h 237117"/>
                <a:gd name="connsiteX23" fmla="*/ 39 w 249564"/>
                <a:gd name="connsiteY23" fmla="*/ 159829 h 237117"/>
                <a:gd name="connsiteX24" fmla="*/ 7455 w 249564"/>
                <a:gd name="connsiteY24" fmla="*/ 164079 h 237117"/>
                <a:gd name="connsiteX25" fmla="*/ 45619 w 249564"/>
                <a:gd name="connsiteY25" fmla="*/ 142664 h 237117"/>
                <a:gd name="connsiteX26" fmla="*/ 77782 w 249564"/>
                <a:gd name="connsiteY26" fmla="*/ 129166 h 237117"/>
                <a:gd name="connsiteX27" fmla="*/ 53368 w 249564"/>
                <a:gd name="connsiteY27" fmla="*/ 171079 h 237117"/>
                <a:gd name="connsiteX28" fmla="*/ 44619 w 249564"/>
                <a:gd name="connsiteY28" fmla="*/ 232906 h 237117"/>
                <a:gd name="connsiteX29" fmla="*/ 76449 w 249564"/>
                <a:gd name="connsiteY29" fmla="*/ 209575 h 237117"/>
                <a:gd name="connsiteX30" fmla="*/ 101530 w 249564"/>
                <a:gd name="connsiteY30" fmla="*/ 168579 h 237117"/>
                <a:gd name="connsiteX31" fmla="*/ 120112 w 249564"/>
                <a:gd name="connsiteY31" fmla="*/ 137665 h 237117"/>
                <a:gd name="connsiteX32" fmla="*/ 119862 w 249564"/>
                <a:gd name="connsiteY32" fmla="*/ 148581 h 237117"/>
                <a:gd name="connsiteX33" fmla="*/ 123945 w 249564"/>
                <a:gd name="connsiteY33" fmla="*/ 168996 h 237117"/>
                <a:gd name="connsiteX34" fmla="*/ 128278 w 249564"/>
                <a:gd name="connsiteY34" fmla="*/ 186744 h 237117"/>
                <a:gd name="connsiteX35" fmla="*/ 145110 w 249564"/>
                <a:gd name="connsiteY35" fmla="*/ 226824 h 237117"/>
                <a:gd name="connsiteX36" fmla="*/ 165358 w 249564"/>
                <a:gd name="connsiteY36" fmla="*/ 199493 h 237117"/>
                <a:gd name="connsiteX37" fmla="*/ 165608 w 249564"/>
                <a:gd name="connsiteY37" fmla="*/ 157080 h 237117"/>
                <a:gd name="connsiteX38" fmla="*/ 159692 w 249564"/>
                <a:gd name="connsiteY38" fmla="*/ 130749 h 237117"/>
                <a:gd name="connsiteX39" fmla="*/ 207603 w 249564"/>
                <a:gd name="connsiteY39" fmla="*/ 151164 h 237117"/>
                <a:gd name="connsiteX40" fmla="*/ 229935 w 249564"/>
                <a:gd name="connsiteY40" fmla="*/ 170828 h 237117"/>
                <a:gd name="connsiteX41" fmla="*/ 237851 w 249564"/>
                <a:gd name="connsiteY41" fmla="*/ 178661 h 237117"/>
                <a:gd name="connsiteX42" fmla="*/ 243934 w 249564"/>
                <a:gd name="connsiteY42" fmla="*/ 172578 h 237117"/>
                <a:gd name="connsiteX43" fmla="*/ 217270 w 249564"/>
                <a:gd name="connsiteY43" fmla="*/ 126666 h 237117"/>
                <a:gd name="connsiteX44" fmla="*/ 197688 w 249564"/>
                <a:gd name="connsiteY44" fmla="*/ 109751 h 237117"/>
                <a:gd name="connsiteX45" fmla="*/ 177523 w 249564"/>
                <a:gd name="connsiteY45" fmla="*/ 100252 h 237117"/>
                <a:gd name="connsiteX46" fmla="*/ 221686 w 249564"/>
                <a:gd name="connsiteY46" fmla="*/ 90669 h 237117"/>
                <a:gd name="connsiteX47" fmla="*/ 248934 w 249564"/>
                <a:gd name="connsiteY47" fmla="*/ 82336 h 237117"/>
                <a:gd name="connsiteX48" fmla="*/ 248101 w 249564"/>
                <a:gd name="connsiteY48" fmla="*/ 76170 h 237117"/>
                <a:gd name="connsiteX49" fmla="*/ 248101 w 249564"/>
                <a:gd name="connsiteY49" fmla="*/ 76170 h 237117"/>
                <a:gd name="connsiteX50" fmla="*/ 215353 w 249564"/>
                <a:gd name="connsiteY50" fmla="*/ 81753 h 237117"/>
                <a:gd name="connsiteX51" fmla="*/ 192355 w 249564"/>
                <a:gd name="connsiteY51" fmla="*/ 85670 h 237117"/>
                <a:gd name="connsiteX52" fmla="*/ 166108 w 249564"/>
                <a:gd name="connsiteY52" fmla="*/ 96335 h 237117"/>
                <a:gd name="connsiteX53" fmla="*/ 165358 w 249564"/>
                <a:gd name="connsiteY53" fmla="*/ 102418 h 237117"/>
                <a:gd name="connsiteX54" fmla="*/ 173024 w 249564"/>
                <a:gd name="connsiteY54" fmla="*/ 108417 h 237117"/>
                <a:gd name="connsiteX55" fmla="*/ 201104 w 249564"/>
                <a:gd name="connsiteY55" fmla="*/ 125583 h 237117"/>
                <a:gd name="connsiteX56" fmla="*/ 224602 w 249564"/>
                <a:gd name="connsiteY56" fmla="*/ 151580 h 237117"/>
                <a:gd name="connsiteX57" fmla="*/ 207937 w 249564"/>
                <a:gd name="connsiteY57" fmla="*/ 140581 h 237117"/>
                <a:gd name="connsiteX58" fmla="*/ 154942 w 249564"/>
                <a:gd name="connsiteY58" fmla="*/ 120416 h 237117"/>
                <a:gd name="connsiteX59" fmla="*/ 149192 w 249564"/>
                <a:gd name="connsiteY59" fmla="*/ 126166 h 237117"/>
                <a:gd name="connsiteX60" fmla="*/ 155192 w 249564"/>
                <a:gd name="connsiteY60" fmla="*/ 149831 h 237117"/>
                <a:gd name="connsiteX61" fmla="*/ 156858 w 249564"/>
                <a:gd name="connsiteY61" fmla="*/ 184411 h 237117"/>
                <a:gd name="connsiteX62" fmla="*/ 153942 w 249564"/>
                <a:gd name="connsiteY62" fmla="*/ 208742 h 237117"/>
                <a:gd name="connsiteX63" fmla="*/ 152775 w 249564"/>
                <a:gd name="connsiteY63" fmla="*/ 214491 h 237117"/>
                <a:gd name="connsiteX64" fmla="*/ 150026 w 249564"/>
                <a:gd name="connsiteY64" fmla="*/ 217741 h 237117"/>
                <a:gd name="connsiteX65" fmla="*/ 142860 w 249564"/>
                <a:gd name="connsiteY65" fmla="*/ 202326 h 237117"/>
                <a:gd name="connsiteX66" fmla="*/ 134610 w 249564"/>
                <a:gd name="connsiteY66" fmla="*/ 173911 h 237117"/>
                <a:gd name="connsiteX67" fmla="*/ 128444 w 249564"/>
                <a:gd name="connsiteY67" fmla="*/ 145998 h 237117"/>
                <a:gd name="connsiteX68" fmla="*/ 126611 w 249564"/>
                <a:gd name="connsiteY68" fmla="*/ 126499 h 237117"/>
                <a:gd name="connsiteX69" fmla="*/ 120279 w 249564"/>
                <a:gd name="connsiteY69" fmla="*/ 124833 h 237117"/>
                <a:gd name="connsiteX70" fmla="*/ 94531 w 249564"/>
                <a:gd name="connsiteY70" fmla="*/ 161163 h 237117"/>
                <a:gd name="connsiteX71" fmla="*/ 56701 w 249564"/>
                <a:gd name="connsiteY71" fmla="*/ 218991 h 237117"/>
                <a:gd name="connsiteX72" fmla="*/ 53784 w 249564"/>
                <a:gd name="connsiteY72" fmla="*/ 221907 h 237117"/>
                <a:gd name="connsiteX73" fmla="*/ 55451 w 249564"/>
                <a:gd name="connsiteY73" fmla="*/ 204576 h 237117"/>
                <a:gd name="connsiteX74" fmla="*/ 63867 w 249564"/>
                <a:gd name="connsiteY74" fmla="*/ 175495 h 237117"/>
                <a:gd name="connsiteX75" fmla="*/ 98114 w 249564"/>
                <a:gd name="connsiteY75" fmla="*/ 122916 h 237117"/>
                <a:gd name="connsiteX76" fmla="*/ 94614 w 249564"/>
                <a:gd name="connsiteY76" fmla="*/ 114584 h 237117"/>
                <a:gd name="connsiteX77" fmla="*/ 46118 w 249564"/>
                <a:gd name="connsiteY77" fmla="*/ 132832 h 237117"/>
                <a:gd name="connsiteX78" fmla="*/ 13038 w 249564"/>
                <a:gd name="connsiteY78" fmla="*/ 150331 h 237117"/>
                <a:gd name="connsiteX79" fmla="*/ 24704 w 249564"/>
                <a:gd name="connsiteY79" fmla="*/ 135082 h 237117"/>
                <a:gd name="connsiteX80" fmla="*/ 50285 w 249564"/>
                <a:gd name="connsiteY80" fmla="*/ 112667 h 237117"/>
                <a:gd name="connsiteX81" fmla="*/ 76033 w 249564"/>
                <a:gd name="connsiteY81" fmla="*/ 100501 h 237117"/>
                <a:gd name="connsiteX82" fmla="*/ 88865 w 249564"/>
                <a:gd name="connsiteY82" fmla="*/ 94419 h 237117"/>
                <a:gd name="connsiteX83" fmla="*/ 85782 w 249564"/>
                <a:gd name="connsiteY83" fmla="*/ 86919 h 237117"/>
                <a:gd name="connsiteX84" fmla="*/ 39952 w 249564"/>
                <a:gd name="connsiteY84" fmla="*/ 79004 h 237117"/>
                <a:gd name="connsiteX85" fmla="*/ 18121 w 249564"/>
                <a:gd name="connsiteY85" fmla="*/ 64588 h 237117"/>
                <a:gd name="connsiteX86" fmla="*/ 88698 w 249564"/>
                <a:gd name="connsiteY86" fmla="*/ 69921 h 237117"/>
                <a:gd name="connsiteX87" fmla="*/ 92031 w 249564"/>
                <a:gd name="connsiteY87" fmla="*/ 71255 h 237117"/>
                <a:gd name="connsiteX88" fmla="*/ 93447 w 249564"/>
                <a:gd name="connsiteY88" fmla="*/ 71088 h 237117"/>
                <a:gd name="connsiteX89" fmla="*/ 97197 w 249564"/>
                <a:gd name="connsiteY89" fmla="*/ 64588 h 237117"/>
                <a:gd name="connsiteX90" fmla="*/ 84865 w 249564"/>
                <a:gd name="connsiteY90" fmla="*/ 50089 h 237117"/>
                <a:gd name="connsiteX91" fmla="*/ 74616 w 249564"/>
                <a:gd name="connsiteY91" fmla="*/ 36674 h 237117"/>
                <a:gd name="connsiteX92" fmla="*/ 103530 w 249564"/>
                <a:gd name="connsiteY92" fmla="*/ 53423 h 237117"/>
                <a:gd name="connsiteX93" fmla="*/ 111112 w 249564"/>
                <a:gd name="connsiteY93" fmla="*/ 50340 h 237117"/>
                <a:gd name="connsiteX94" fmla="*/ 117445 w 249564"/>
                <a:gd name="connsiteY94" fmla="*/ 29341 h 237117"/>
                <a:gd name="connsiteX95" fmla="*/ 119695 w 249564"/>
                <a:gd name="connsiteY95" fmla="*/ 20925 h 237117"/>
                <a:gd name="connsiteX96" fmla="*/ 125111 w 249564"/>
                <a:gd name="connsiteY96" fmla="*/ 12593 h 237117"/>
                <a:gd name="connsiteX97" fmla="*/ 129361 w 249564"/>
                <a:gd name="connsiteY97" fmla="*/ 31841 h 237117"/>
                <a:gd name="connsiteX98" fmla="*/ 129861 w 249564"/>
                <a:gd name="connsiteY98" fmla="*/ 56172 h 237117"/>
                <a:gd name="connsiteX99" fmla="*/ 136110 w 249564"/>
                <a:gd name="connsiteY99" fmla="*/ 60922 h 237117"/>
                <a:gd name="connsiteX100" fmla="*/ 158358 w 249564"/>
                <a:gd name="connsiteY100" fmla="*/ 47757 h 237117"/>
                <a:gd name="connsiteX101" fmla="*/ 174857 w 249564"/>
                <a:gd name="connsiteY101" fmla="*/ 37924 h 237117"/>
                <a:gd name="connsiteX102" fmla="*/ 155525 w 249564"/>
                <a:gd name="connsiteY102" fmla="*/ 68921 h 237117"/>
                <a:gd name="connsiteX103" fmla="*/ 161108 w 249564"/>
                <a:gd name="connsiteY103" fmla="*/ 74504 h 237117"/>
                <a:gd name="connsiteX104" fmla="*/ 199438 w 249564"/>
                <a:gd name="connsiteY104" fmla="*/ 74920 h 237117"/>
                <a:gd name="connsiteX105" fmla="*/ 220519 w 249564"/>
                <a:gd name="connsiteY105" fmla="*/ 78087 h 237117"/>
                <a:gd name="connsiteX106" fmla="*/ 232685 w 249564"/>
                <a:gd name="connsiteY106" fmla="*/ 80004 h 237117"/>
                <a:gd name="connsiteX107" fmla="*/ 215353 w 249564"/>
                <a:gd name="connsiteY107" fmla="*/ 81753 h 237117"/>
                <a:gd name="connsiteX108" fmla="*/ 215353 w 249564"/>
                <a:gd name="connsiteY108" fmla="*/ 81753 h 237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249564" h="237117">
                  <a:moveTo>
                    <a:pt x="248101" y="76170"/>
                  </a:moveTo>
                  <a:cubicBezTo>
                    <a:pt x="239601" y="67171"/>
                    <a:pt x="220269" y="66338"/>
                    <a:pt x="208603" y="64755"/>
                  </a:cubicBezTo>
                  <a:cubicBezTo>
                    <a:pt x="195355" y="63005"/>
                    <a:pt x="182523" y="63422"/>
                    <a:pt x="169441" y="63422"/>
                  </a:cubicBezTo>
                  <a:cubicBezTo>
                    <a:pt x="172357" y="59256"/>
                    <a:pt x="176940" y="54672"/>
                    <a:pt x="178856" y="51756"/>
                  </a:cubicBezTo>
                  <a:cubicBezTo>
                    <a:pt x="183273" y="45007"/>
                    <a:pt x="188022" y="38841"/>
                    <a:pt x="190939" y="31258"/>
                  </a:cubicBezTo>
                  <a:cubicBezTo>
                    <a:pt x="192355" y="27675"/>
                    <a:pt x="188856" y="24759"/>
                    <a:pt x="185689" y="24425"/>
                  </a:cubicBezTo>
                  <a:cubicBezTo>
                    <a:pt x="178940" y="23675"/>
                    <a:pt x="171107" y="28841"/>
                    <a:pt x="165358" y="31841"/>
                  </a:cubicBezTo>
                  <a:cubicBezTo>
                    <a:pt x="156692" y="36424"/>
                    <a:pt x="148609" y="43257"/>
                    <a:pt x="139943" y="48173"/>
                  </a:cubicBezTo>
                  <a:cubicBezTo>
                    <a:pt x="140193" y="32008"/>
                    <a:pt x="138860" y="11093"/>
                    <a:pt x="126861" y="1094"/>
                  </a:cubicBezTo>
                  <a:cubicBezTo>
                    <a:pt x="125028" y="-406"/>
                    <a:pt x="123028" y="-323"/>
                    <a:pt x="121279" y="1094"/>
                  </a:cubicBezTo>
                  <a:cubicBezTo>
                    <a:pt x="111196" y="9010"/>
                    <a:pt x="107280" y="27508"/>
                    <a:pt x="103280" y="41007"/>
                  </a:cubicBezTo>
                  <a:cubicBezTo>
                    <a:pt x="92781" y="34258"/>
                    <a:pt x="82199" y="27925"/>
                    <a:pt x="69866" y="24675"/>
                  </a:cubicBezTo>
                  <a:cubicBezTo>
                    <a:pt x="67533" y="24092"/>
                    <a:pt x="64534" y="25425"/>
                    <a:pt x="64034" y="28008"/>
                  </a:cubicBezTo>
                  <a:cubicBezTo>
                    <a:pt x="61367" y="41340"/>
                    <a:pt x="77782" y="54423"/>
                    <a:pt x="86698" y="65005"/>
                  </a:cubicBezTo>
                  <a:cubicBezTo>
                    <a:pt x="83615" y="64255"/>
                    <a:pt x="80615" y="63422"/>
                    <a:pt x="77449" y="62922"/>
                  </a:cubicBezTo>
                  <a:cubicBezTo>
                    <a:pt x="69450" y="61505"/>
                    <a:pt x="61200" y="62755"/>
                    <a:pt x="53118" y="62255"/>
                  </a:cubicBezTo>
                  <a:cubicBezTo>
                    <a:pt x="37369" y="61255"/>
                    <a:pt x="21787" y="57089"/>
                    <a:pt x="6039" y="55506"/>
                  </a:cubicBezTo>
                  <a:cubicBezTo>
                    <a:pt x="1956" y="55089"/>
                    <a:pt x="1206" y="60755"/>
                    <a:pt x="4122" y="62672"/>
                  </a:cubicBezTo>
                  <a:cubicBezTo>
                    <a:pt x="14455" y="69421"/>
                    <a:pt x="22287" y="79170"/>
                    <a:pt x="33703" y="84336"/>
                  </a:cubicBezTo>
                  <a:cubicBezTo>
                    <a:pt x="43785" y="88920"/>
                    <a:pt x="54534" y="90919"/>
                    <a:pt x="65283" y="92919"/>
                  </a:cubicBezTo>
                  <a:cubicBezTo>
                    <a:pt x="62533" y="94086"/>
                    <a:pt x="59784" y="95335"/>
                    <a:pt x="57201" y="96669"/>
                  </a:cubicBezTo>
                  <a:cubicBezTo>
                    <a:pt x="48035" y="101418"/>
                    <a:pt x="39119" y="107251"/>
                    <a:pt x="31453" y="114167"/>
                  </a:cubicBezTo>
                  <a:cubicBezTo>
                    <a:pt x="23537" y="121250"/>
                    <a:pt x="14955" y="129166"/>
                    <a:pt x="9205" y="138165"/>
                  </a:cubicBezTo>
                  <a:cubicBezTo>
                    <a:pt x="5539" y="143914"/>
                    <a:pt x="-544" y="152747"/>
                    <a:pt x="39" y="159829"/>
                  </a:cubicBezTo>
                  <a:cubicBezTo>
                    <a:pt x="373" y="163663"/>
                    <a:pt x="3956" y="165746"/>
                    <a:pt x="7455" y="164079"/>
                  </a:cubicBezTo>
                  <a:cubicBezTo>
                    <a:pt x="20537" y="157746"/>
                    <a:pt x="32453" y="149164"/>
                    <a:pt x="45619" y="142664"/>
                  </a:cubicBezTo>
                  <a:cubicBezTo>
                    <a:pt x="56118" y="137498"/>
                    <a:pt x="66783" y="132915"/>
                    <a:pt x="77782" y="129166"/>
                  </a:cubicBezTo>
                  <a:cubicBezTo>
                    <a:pt x="67200" y="141248"/>
                    <a:pt x="59701" y="155997"/>
                    <a:pt x="53368" y="171079"/>
                  </a:cubicBezTo>
                  <a:cubicBezTo>
                    <a:pt x="47285" y="185577"/>
                    <a:pt x="33036" y="218075"/>
                    <a:pt x="44619" y="232906"/>
                  </a:cubicBezTo>
                  <a:cubicBezTo>
                    <a:pt x="56618" y="248405"/>
                    <a:pt x="72283" y="216658"/>
                    <a:pt x="76449" y="209575"/>
                  </a:cubicBezTo>
                  <a:cubicBezTo>
                    <a:pt x="84698" y="195826"/>
                    <a:pt x="93114" y="182244"/>
                    <a:pt x="101530" y="168579"/>
                  </a:cubicBezTo>
                  <a:cubicBezTo>
                    <a:pt x="107113" y="159496"/>
                    <a:pt x="112696" y="146664"/>
                    <a:pt x="120112" y="137665"/>
                  </a:cubicBezTo>
                  <a:cubicBezTo>
                    <a:pt x="120195" y="141415"/>
                    <a:pt x="119528" y="145581"/>
                    <a:pt x="119862" y="148581"/>
                  </a:cubicBezTo>
                  <a:cubicBezTo>
                    <a:pt x="120612" y="155497"/>
                    <a:pt x="122278" y="162246"/>
                    <a:pt x="123945" y="168996"/>
                  </a:cubicBezTo>
                  <a:cubicBezTo>
                    <a:pt x="125361" y="174911"/>
                    <a:pt x="126778" y="180828"/>
                    <a:pt x="128278" y="186744"/>
                  </a:cubicBezTo>
                  <a:cubicBezTo>
                    <a:pt x="131361" y="198576"/>
                    <a:pt x="134777" y="218741"/>
                    <a:pt x="145110" y="226824"/>
                  </a:cubicBezTo>
                  <a:cubicBezTo>
                    <a:pt x="160858" y="239156"/>
                    <a:pt x="164274" y="207825"/>
                    <a:pt x="165358" y="199493"/>
                  </a:cubicBezTo>
                  <a:cubicBezTo>
                    <a:pt x="167274" y="185327"/>
                    <a:pt x="166774" y="171245"/>
                    <a:pt x="165608" y="157080"/>
                  </a:cubicBezTo>
                  <a:cubicBezTo>
                    <a:pt x="164858" y="147830"/>
                    <a:pt x="161775" y="139415"/>
                    <a:pt x="159692" y="130749"/>
                  </a:cubicBezTo>
                  <a:cubicBezTo>
                    <a:pt x="176273" y="134749"/>
                    <a:pt x="193355" y="142581"/>
                    <a:pt x="207603" y="151164"/>
                  </a:cubicBezTo>
                  <a:cubicBezTo>
                    <a:pt x="215936" y="156163"/>
                    <a:pt x="224269" y="162746"/>
                    <a:pt x="229935" y="170828"/>
                  </a:cubicBezTo>
                  <a:cubicBezTo>
                    <a:pt x="232519" y="174495"/>
                    <a:pt x="233102" y="177911"/>
                    <a:pt x="237851" y="178661"/>
                  </a:cubicBezTo>
                  <a:cubicBezTo>
                    <a:pt x="241768" y="179244"/>
                    <a:pt x="244517" y="176495"/>
                    <a:pt x="243934" y="172578"/>
                  </a:cubicBezTo>
                  <a:cubicBezTo>
                    <a:pt x="241101" y="154997"/>
                    <a:pt x="229352" y="139165"/>
                    <a:pt x="217270" y="126666"/>
                  </a:cubicBezTo>
                  <a:cubicBezTo>
                    <a:pt x="211270" y="120500"/>
                    <a:pt x="204771" y="114584"/>
                    <a:pt x="197688" y="109751"/>
                  </a:cubicBezTo>
                  <a:cubicBezTo>
                    <a:pt x="193105" y="106585"/>
                    <a:pt x="183273" y="104001"/>
                    <a:pt x="177523" y="100252"/>
                  </a:cubicBezTo>
                  <a:cubicBezTo>
                    <a:pt x="189856" y="93169"/>
                    <a:pt x="208937" y="92336"/>
                    <a:pt x="221686" y="90669"/>
                  </a:cubicBezTo>
                  <a:cubicBezTo>
                    <a:pt x="230352" y="89502"/>
                    <a:pt x="244517" y="90919"/>
                    <a:pt x="248934" y="82336"/>
                  </a:cubicBezTo>
                  <a:cubicBezTo>
                    <a:pt x="250017" y="80337"/>
                    <a:pt x="249683" y="77920"/>
                    <a:pt x="248101" y="76170"/>
                  </a:cubicBezTo>
                  <a:lnTo>
                    <a:pt x="248101" y="76170"/>
                  </a:lnTo>
                  <a:close/>
                  <a:moveTo>
                    <a:pt x="215353" y="81753"/>
                  </a:moveTo>
                  <a:cubicBezTo>
                    <a:pt x="207603" y="82836"/>
                    <a:pt x="200021" y="84003"/>
                    <a:pt x="192355" y="85670"/>
                  </a:cubicBezTo>
                  <a:cubicBezTo>
                    <a:pt x="182773" y="87753"/>
                    <a:pt x="173774" y="90003"/>
                    <a:pt x="166108" y="96335"/>
                  </a:cubicBezTo>
                  <a:cubicBezTo>
                    <a:pt x="164525" y="97669"/>
                    <a:pt x="164191" y="100668"/>
                    <a:pt x="165358" y="102418"/>
                  </a:cubicBezTo>
                  <a:cubicBezTo>
                    <a:pt x="167608" y="105668"/>
                    <a:pt x="169607" y="106668"/>
                    <a:pt x="173024" y="108417"/>
                  </a:cubicBezTo>
                  <a:cubicBezTo>
                    <a:pt x="183023" y="113667"/>
                    <a:pt x="192355" y="118084"/>
                    <a:pt x="201104" y="125583"/>
                  </a:cubicBezTo>
                  <a:cubicBezTo>
                    <a:pt x="209604" y="132832"/>
                    <a:pt x="218186" y="141664"/>
                    <a:pt x="224602" y="151580"/>
                  </a:cubicBezTo>
                  <a:cubicBezTo>
                    <a:pt x="219436" y="147331"/>
                    <a:pt x="213770" y="143748"/>
                    <a:pt x="207937" y="140581"/>
                  </a:cubicBezTo>
                  <a:cubicBezTo>
                    <a:pt x="191855" y="131999"/>
                    <a:pt x="173024" y="123499"/>
                    <a:pt x="154942" y="120416"/>
                  </a:cubicBezTo>
                  <a:cubicBezTo>
                    <a:pt x="151109" y="119750"/>
                    <a:pt x="148693" y="122500"/>
                    <a:pt x="149192" y="126166"/>
                  </a:cubicBezTo>
                  <a:cubicBezTo>
                    <a:pt x="150276" y="134082"/>
                    <a:pt x="154025" y="141664"/>
                    <a:pt x="155192" y="149831"/>
                  </a:cubicBezTo>
                  <a:cubicBezTo>
                    <a:pt x="156775" y="161079"/>
                    <a:pt x="157275" y="172995"/>
                    <a:pt x="156858" y="184411"/>
                  </a:cubicBezTo>
                  <a:cubicBezTo>
                    <a:pt x="156609" y="192577"/>
                    <a:pt x="155442" y="200659"/>
                    <a:pt x="153942" y="208742"/>
                  </a:cubicBezTo>
                  <a:lnTo>
                    <a:pt x="152775" y="214491"/>
                  </a:lnTo>
                  <a:cubicBezTo>
                    <a:pt x="152942" y="219991"/>
                    <a:pt x="152026" y="221074"/>
                    <a:pt x="150026" y="217741"/>
                  </a:cubicBezTo>
                  <a:cubicBezTo>
                    <a:pt x="146526" y="215741"/>
                    <a:pt x="144193" y="205825"/>
                    <a:pt x="142860" y="202326"/>
                  </a:cubicBezTo>
                  <a:cubicBezTo>
                    <a:pt x="139527" y="193077"/>
                    <a:pt x="137027" y="183494"/>
                    <a:pt x="134610" y="173911"/>
                  </a:cubicBezTo>
                  <a:cubicBezTo>
                    <a:pt x="132278" y="164829"/>
                    <a:pt x="129111" y="155497"/>
                    <a:pt x="128444" y="145998"/>
                  </a:cubicBezTo>
                  <a:cubicBezTo>
                    <a:pt x="127944" y="139081"/>
                    <a:pt x="130444" y="132666"/>
                    <a:pt x="126611" y="126499"/>
                  </a:cubicBezTo>
                  <a:cubicBezTo>
                    <a:pt x="125361" y="124583"/>
                    <a:pt x="122362" y="123333"/>
                    <a:pt x="120279" y="124833"/>
                  </a:cubicBezTo>
                  <a:cubicBezTo>
                    <a:pt x="108946" y="133248"/>
                    <a:pt x="102030" y="149497"/>
                    <a:pt x="94531" y="161163"/>
                  </a:cubicBezTo>
                  <a:cubicBezTo>
                    <a:pt x="82365" y="180244"/>
                    <a:pt x="67283" y="199076"/>
                    <a:pt x="56701" y="218991"/>
                  </a:cubicBezTo>
                  <a:cubicBezTo>
                    <a:pt x="54534" y="223074"/>
                    <a:pt x="56284" y="227573"/>
                    <a:pt x="53784" y="221907"/>
                  </a:cubicBezTo>
                  <a:cubicBezTo>
                    <a:pt x="51618" y="216908"/>
                    <a:pt x="54451" y="209825"/>
                    <a:pt x="55451" y="204576"/>
                  </a:cubicBezTo>
                  <a:cubicBezTo>
                    <a:pt x="57451" y="194743"/>
                    <a:pt x="60284" y="184911"/>
                    <a:pt x="63867" y="175495"/>
                  </a:cubicBezTo>
                  <a:cubicBezTo>
                    <a:pt x="71283" y="156163"/>
                    <a:pt x="81282" y="135749"/>
                    <a:pt x="98114" y="122916"/>
                  </a:cubicBezTo>
                  <a:cubicBezTo>
                    <a:pt x="101863" y="120083"/>
                    <a:pt x="99947" y="112917"/>
                    <a:pt x="94614" y="114584"/>
                  </a:cubicBezTo>
                  <a:cubicBezTo>
                    <a:pt x="77949" y="119750"/>
                    <a:pt x="61951" y="125499"/>
                    <a:pt x="46118" y="132832"/>
                  </a:cubicBezTo>
                  <a:cubicBezTo>
                    <a:pt x="34786" y="138081"/>
                    <a:pt x="24037" y="144498"/>
                    <a:pt x="13038" y="150331"/>
                  </a:cubicBezTo>
                  <a:cubicBezTo>
                    <a:pt x="16538" y="144248"/>
                    <a:pt x="22121" y="137832"/>
                    <a:pt x="24704" y="135082"/>
                  </a:cubicBezTo>
                  <a:cubicBezTo>
                    <a:pt x="32536" y="126749"/>
                    <a:pt x="40619" y="118917"/>
                    <a:pt x="50285" y="112667"/>
                  </a:cubicBezTo>
                  <a:cubicBezTo>
                    <a:pt x="58284" y="107501"/>
                    <a:pt x="66783" y="102668"/>
                    <a:pt x="76033" y="100501"/>
                  </a:cubicBezTo>
                  <a:cubicBezTo>
                    <a:pt x="81532" y="99252"/>
                    <a:pt x="85282" y="99168"/>
                    <a:pt x="88865" y="94419"/>
                  </a:cubicBezTo>
                  <a:cubicBezTo>
                    <a:pt x="90781" y="91836"/>
                    <a:pt x="88781" y="87503"/>
                    <a:pt x="85782" y="86919"/>
                  </a:cubicBezTo>
                  <a:cubicBezTo>
                    <a:pt x="70616" y="83836"/>
                    <a:pt x="54701" y="84003"/>
                    <a:pt x="39952" y="79004"/>
                  </a:cubicBezTo>
                  <a:cubicBezTo>
                    <a:pt x="30537" y="75837"/>
                    <a:pt x="24454" y="70338"/>
                    <a:pt x="18121" y="64588"/>
                  </a:cubicBezTo>
                  <a:cubicBezTo>
                    <a:pt x="41536" y="67671"/>
                    <a:pt x="65034" y="72004"/>
                    <a:pt x="88698" y="69921"/>
                  </a:cubicBezTo>
                  <a:cubicBezTo>
                    <a:pt x="89365" y="70837"/>
                    <a:pt x="90448" y="71421"/>
                    <a:pt x="92031" y="71255"/>
                  </a:cubicBezTo>
                  <a:cubicBezTo>
                    <a:pt x="92531" y="71171"/>
                    <a:pt x="92948" y="71171"/>
                    <a:pt x="93447" y="71088"/>
                  </a:cubicBezTo>
                  <a:cubicBezTo>
                    <a:pt x="96447" y="70754"/>
                    <a:pt x="99197" y="67505"/>
                    <a:pt x="97197" y="64588"/>
                  </a:cubicBezTo>
                  <a:cubicBezTo>
                    <a:pt x="93614" y="59422"/>
                    <a:pt x="88781" y="55089"/>
                    <a:pt x="84865" y="50089"/>
                  </a:cubicBezTo>
                  <a:cubicBezTo>
                    <a:pt x="82865" y="47506"/>
                    <a:pt x="77366" y="41757"/>
                    <a:pt x="74616" y="36674"/>
                  </a:cubicBezTo>
                  <a:cubicBezTo>
                    <a:pt x="84865" y="41173"/>
                    <a:pt x="94114" y="47423"/>
                    <a:pt x="103530" y="53423"/>
                  </a:cubicBezTo>
                  <a:cubicBezTo>
                    <a:pt x="106446" y="55256"/>
                    <a:pt x="110113" y="53423"/>
                    <a:pt x="111112" y="50340"/>
                  </a:cubicBezTo>
                  <a:cubicBezTo>
                    <a:pt x="113362" y="43340"/>
                    <a:pt x="115529" y="36341"/>
                    <a:pt x="117445" y="29341"/>
                  </a:cubicBezTo>
                  <a:cubicBezTo>
                    <a:pt x="118195" y="26508"/>
                    <a:pt x="118862" y="23675"/>
                    <a:pt x="119695" y="20925"/>
                  </a:cubicBezTo>
                  <a:cubicBezTo>
                    <a:pt x="120861" y="17009"/>
                    <a:pt x="120528" y="9010"/>
                    <a:pt x="125111" y="12593"/>
                  </a:cubicBezTo>
                  <a:cubicBezTo>
                    <a:pt x="129777" y="16176"/>
                    <a:pt x="128778" y="26425"/>
                    <a:pt x="129361" y="31841"/>
                  </a:cubicBezTo>
                  <a:cubicBezTo>
                    <a:pt x="130277" y="40257"/>
                    <a:pt x="130361" y="47757"/>
                    <a:pt x="129861" y="56172"/>
                  </a:cubicBezTo>
                  <a:cubicBezTo>
                    <a:pt x="129694" y="59172"/>
                    <a:pt x="133194" y="62088"/>
                    <a:pt x="136110" y="60922"/>
                  </a:cubicBezTo>
                  <a:cubicBezTo>
                    <a:pt x="144193" y="57755"/>
                    <a:pt x="150942" y="52173"/>
                    <a:pt x="158358" y="47757"/>
                  </a:cubicBezTo>
                  <a:cubicBezTo>
                    <a:pt x="162358" y="45340"/>
                    <a:pt x="168691" y="40840"/>
                    <a:pt x="174857" y="37924"/>
                  </a:cubicBezTo>
                  <a:cubicBezTo>
                    <a:pt x="167441" y="48090"/>
                    <a:pt x="156858" y="57339"/>
                    <a:pt x="155525" y="68921"/>
                  </a:cubicBezTo>
                  <a:cubicBezTo>
                    <a:pt x="155192" y="72004"/>
                    <a:pt x="158358" y="74504"/>
                    <a:pt x="161108" y="74504"/>
                  </a:cubicBezTo>
                  <a:cubicBezTo>
                    <a:pt x="174023" y="74754"/>
                    <a:pt x="186522" y="73587"/>
                    <a:pt x="199438" y="74920"/>
                  </a:cubicBezTo>
                  <a:cubicBezTo>
                    <a:pt x="206520" y="75671"/>
                    <a:pt x="213520" y="76670"/>
                    <a:pt x="220519" y="78087"/>
                  </a:cubicBezTo>
                  <a:cubicBezTo>
                    <a:pt x="223352" y="78670"/>
                    <a:pt x="228269" y="79087"/>
                    <a:pt x="232685" y="80004"/>
                  </a:cubicBezTo>
                  <a:cubicBezTo>
                    <a:pt x="226269" y="81253"/>
                    <a:pt x="217520" y="81503"/>
                    <a:pt x="215353" y="81753"/>
                  </a:cubicBezTo>
                  <a:lnTo>
                    <a:pt x="215353" y="81753"/>
                  </a:lnTo>
                  <a:close/>
                </a:path>
              </a:pathLst>
            </a:custGeom>
            <a:grpFill/>
            <a:ln w="8332" cap="flat">
              <a:noFill/>
              <a:prstDash val="solid"/>
              <a:miter/>
            </a:ln>
          </p:spPr>
          <p:txBody>
            <a:bodyPr rtlCol="0" anchor="ctr"/>
            <a:lstStyle/>
            <a:p>
              <a:endParaRPr lang="en-US"/>
            </a:p>
          </p:txBody>
        </p:sp>
        <p:sp>
          <p:nvSpPr>
            <p:cNvPr id="2508" name="Freeform: Shape 2507"/>
            <p:cNvSpPr/>
            <p:nvPr/>
          </p:nvSpPr>
          <p:spPr>
            <a:xfrm>
              <a:off x="7368275" y="5003033"/>
              <a:ext cx="414936" cy="401130"/>
            </a:xfrm>
            <a:custGeom>
              <a:avLst/>
              <a:gdLst>
                <a:gd name="connsiteX0" fmla="*/ 412545 w 414936"/>
                <a:gd name="connsiteY0" fmla="*/ 182009 h 401130"/>
                <a:gd name="connsiteX1" fmla="*/ 330885 w 414936"/>
                <a:gd name="connsiteY1" fmla="*/ 40939 h 401130"/>
                <a:gd name="connsiteX2" fmla="*/ 181649 w 414936"/>
                <a:gd name="connsiteY2" fmla="*/ 2109 h 401130"/>
                <a:gd name="connsiteX3" fmla="*/ 97823 w 414936"/>
                <a:gd name="connsiteY3" fmla="*/ 34106 h 401130"/>
                <a:gd name="connsiteX4" fmla="*/ 40162 w 414936"/>
                <a:gd name="connsiteY4" fmla="*/ 87685 h 401130"/>
                <a:gd name="connsiteX5" fmla="*/ 5332 w 414936"/>
                <a:gd name="connsiteY5" fmla="*/ 255836 h 401130"/>
                <a:gd name="connsiteX6" fmla="*/ 239727 w 414936"/>
                <a:gd name="connsiteY6" fmla="*/ 400240 h 401130"/>
                <a:gd name="connsiteX7" fmla="*/ 372298 w 414936"/>
                <a:gd name="connsiteY7" fmla="*/ 330329 h 401130"/>
                <a:gd name="connsiteX8" fmla="*/ 408795 w 414936"/>
                <a:gd name="connsiteY8" fmla="*/ 260669 h 401130"/>
                <a:gd name="connsiteX9" fmla="*/ 412545 w 414936"/>
                <a:gd name="connsiteY9" fmla="*/ 182009 h 401130"/>
                <a:gd name="connsiteX10" fmla="*/ 412545 w 414936"/>
                <a:gd name="connsiteY10" fmla="*/ 182009 h 401130"/>
                <a:gd name="connsiteX11" fmla="*/ 380631 w 414936"/>
                <a:gd name="connsiteY11" fmla="*/ 290416 h 401130"/>
                <a:gd name="connsiteX12" fmla="*/ 272141 w 414936"/>
                <a:gd name="connsiteY12" fmla="*/ 380325 h 401130"/>
                <a:gd name="connsiteX13" fmla="*/ 19747 w 414936"/>
                <a:gd name="connsiteY13" fmla="*/ 260086 h 401130"/>
                <a:gd name="connsiteX14" fmla="*/ 48411 w 414936"/>
                <a:gd name="connsiteY14" fmla="*/ 102183 h 401130"/>
                <a:gd name="connsiteX15" fmla="*/ 187148 w 414936"/>
                <a:gd name="connsiteY15" fmla="*/ 15441 h 401130"/>
                <a:gd name="connsiteX16" fmla="*/ 187565 w 414936"/>
                <a:gd name="connsiteY16" fmla="*/ 15274 h 401130"/>
                <a:gd name="connsiteX17" fmla="*/ 292972 w 414936"/>
                <a:gd name="connsiteY17" fmla="*/ 32773 h 401130"/>
                <a:gd name="connsiteX18" fmla="*/ 385297 w 414936"/>
                <a:gd name="connsiteY18" fmla="*/ 140096 h 401130"/>
                <a:gd name="connsiteX19" fmla="*/ 380631 w 414936"/>
                <a:gd name="connsiteY19" fmla="*/ 290416 h 401130"/>
                <a:gd name="connsiteX20" fmla="*/ 380631 w 414936"/>
                <a:gd name="connsiteY20" fmla="*/ 290416 h 401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14936" h="401130">
                  <a:moveTo>
                    <a:pt x="412545" y="182009"/>
                  </a:moveTo>
                  <a:cubicBezTo>
                    <a:pt x="405296" y="128264"/>
                    <a:pt x="372465" y="75519"/>
                    <a:pt x="330885" y="40939"/>
                  </a:cubicBezTo>
                  <a:cubicBezTo>
                    <a:pt x="288723" y="5942"/>
                    <a:pt x="235394" y="-5141"/>
                    <a:pt x="181649" y="2109"/>
                  </a:cubicBezTo>
                  <a:cubicBezTo>
                    <a:pt x="151402" y="6192"/>
                    <a:pt x="122488" y="15774"/>
                    <a:pt x="97823" y="34106"/>
                  </a:cubicBezTo>
                  <a:cubicBezTo>
                    <a:pt x="77159" y="49438"/>
                    <a:pt x="55327" y="66770"/>
                    <a:pt x="40162" y="87685"/>
                  </a:cubicBezTo>
                  <a:cubicBezTo>
                    <a:pt x="5332" y="135847"/>
                    <a:pt x="-8584" y="198091"/>
                    <a:pt x="5332" y="255836"/>
                  </a:cubicBezTo>
                  <a:cubicBezTo>
                    <a:pt x="27747" y="354994"/>
                    <a:pt x="144069" y="408822"/>
                    <a:pt x="239727" y="400240"/>
                  </a:cubicBezTo>
                  <a:cubicBezTo>
                    <a:pt x="292389" y="395574"/>
                    <a:pt x="339718" y="372326"/>
                    <a:pt x="372298" y="330329"/>
                  </a:cubicBezTo>
                  <a:cubicBezTo>
                    <a:pt x="388798" y="309081"/>
                    <a:pt x="401213" y="286417"/>
                    <a:pt x="408795" y="260669"/>
                  </a:cubicBezTo>
                  <a:cubicBezTo>
                    <a:pt x="416294" y="234755"/>
                    <a:pt x="416128" y="208507"/>
                    <a:pt x="412545" y="182009"/>
                  </a:cubicBezTo>
                  <a:lnTo>
                    <a:pt x="412545" y="182009"/>
                  </a:lnTo>
                  <a:close/>
                  <a:moveTo>
                    <a:pt x="380631" y="290416"/>
                  </a:moveTo>
                  <a:cubicBezTo>
                    <a:pt x="357550" y="333496"/>
                    <a:pt x="320303" y="367993"/>
                    <a:pt x="272141" y="380325"/>
                  </a:cubicBezTo>
                  <a:cubicBezTo>
                    <a:pt x="176316" y="404906"/>
                    <a:pt x="50911" y="361576"/>
                    <a:pt x="19747" y="260086"/>
                  </a:cubicBezTo>
                  <a:cubicBezTo>
                    <a:pt x="3915" y="208674"/>
                    <a:pt x="17914" y="145263"/>
                    <a:pt x="48411" y="102183"/>
                  </a:cubicBezTo>
                  <a:cubicBezTo>
                    <a:pt x="82491" y="54104"/>
                    <a:pt x="130903" y="29023"/>
                    <a:pt x="187148" y="15441"/>
                  </a:cubicBezTo>
                  <a:cubicBezTo>
                    <a:pt x="187315" y="15441"/>
                    <a:pt x="187482" y="15358"/>
                    <a:pt x="187565" y="15274"/>
                  </a:cubicBezTo>
                  <a:cubicBezTo>
                    <a:pt x="223729" y="11108"/>
                    <a:pt x="262059" y="15941"/>
                    <a:pt x="292972" y="32773"/>
                  </a:cubicBezTo>
                  <a:cubicBezTo>
                    <a:pt x="334385" y="55437"/>
                    <a:pt x="366382" y="97600"/>
                    <a:pt x="385297" y="140096"/>
                  </a:cubicBezTo>
                  <a:cubicBezTo>
                    <a:pt x="405962" y="187009"/>
                    <a:pt x="404879" y="245254"/>
                    <a:pt x="380631" y="290416"/>
                  </a:cubicBezTo>
                  <a:lnTo>
                    <a:pt x="380631" y="290416"/>
                  </a:lnTo>
                  <a:close/>
                </a:path>
              </a:pathLst>
            </a:custGeom>
            <a:grpFill/>
            <a:ln w="8332" cap="flat">
              <a:noFill/>
              <a:prstDash val="solid"/>
              <a:miter/>
            </a:ln>
          </p:spPr>
          <p:txBody>
            <a:bodyPr rtlCol="0" anchor="ctr"/>
            <a:lstStyle/>
            <a:p>
              <a:endParaRPr lang="en-US"/>
            </a:p>
          </p:txBody>
        </p:sp>
        <p:sp>
          <p:nvSpPr>
            <p:cNvPr id="2509" name="Freeform: Shape 2508"/>
            <p:cNvSpPr/>
            <p:nvPr/>
          </p:nvSpPr>
          <p:spPr>
            <a:xfrm>
              <a:off x="7555992" y="5082104"/>
              <a:ext cx="46301" cy="55259"/>
            </a:xfrm>
            <a:custGeom>
              <a:avLst/>
              <a:gdLst>
                <a:gd name="connsiteX0" fmla="*/ 45761 w 46301"/>
                <a:gd name="connsiteY0" fmla="*/ 37028 h 55259"/>
                <a:gd name="connsiteX1" fmla="*/ 25346 w 46301"/>
                <a:gd name="connsiteY1" fmla="*/ 7114 h 55259"/>
                <a:gd name="connsiteX2" fmla="*/ 10514 w 46301"/>
                <a:gd name="connsiteY2" fmla="*/ 1698 h 55259"/>
                <a:gd name="connsiteX3" fmla="*/ 15 w 46301"/>
                <a:gd name="connsiteY3" fmla="*/ 28445 h 55259"/>
                <a:gd name="connsiteX4" fmla="*/ 12681 w 46301"/>
                <a:gd name="connsiteY4" fmla="*/ 54859 h 55259"/>
                <a:gd name="connsiteX5" fmla="*/ 17014 w 46301"/>
                <a:gd name="connsiteY5" fmla="*/ 50527 h 55259"/>
                <a:gd name="connsiteX6" fmla="*/ 11431 w 46301"/>
                <a:gd name="connsiteY6" fmla="*/ 28445 h 55259"/>
                <a:gd name="connsiteX7" fmla="*/ 13514 w 46301"/>
                <a:gd name="connsiteY7" fmla="*/ 15363 h 55259"/>
                <a:gd name="connsiteX8" fmla="*/ 15014 w 46301"/>
                <a:gd name="connsiteY8" fmla="*/ 10530 h 55259"/>
                <a:gd name="connsiteX9" fmla="*/ 19347 w 46301"/>
                <a:gd name="connsiteY9" fmla="*/ 11947 h 55259"/>
                <a:gd name="connsiteX10" fmla="*/ 29513 w 46301"/>
                <a:gd name="connsiteY10" fmla="*/ 28445 h 55259"/>
                <a:gd name="connsiteX11" fmla="*/ 41012 w 46301"/>
                <a:gd name="connsiteY11" fmla="*/ 41861 h 55259"/>
                <a:gd name="connsiteX12" fmla="*/ 45761 w 46301"/>
                <a:gd name="connsiteY12" fmla="*/ 37028 h 55259"/>
                <a:gd name="connsiteX13" fmla="*/ 45761 w 46301"/>
                <a:gd name="connsiteY13" fmla="*/ 37028 h 55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6301" h="55259">
                  <a:moveTo>
                    <a:pt x="45761" y="37028"/>
                  </a:moveTo>
                  <a:cubicBezTo>
                    <a:pt x="38762" y="27112"/>
                    <a:pt x="32262" y="16946"/>
                    <a:pt x="25346" y="7114"/>
                  </a:cubicBezTo>
                  <a:cubicBezTo>
                    <a:pt x="21846" y="2115"/>
                    <a:pt x="16514" y="-2635"/>
                    <a:pt x="10514" y="1698"/>
                  </a:cubicBezTo>
                  <a:cubicBezTo>
                    <a:pt x="3598" y="6697"/>
                    <a:pt x="182" y="20613"/>
                    <a:pt x="15" y="28445"/>
                  </a:cubicBezTo>
                  <a:cubicBezTo>
                    <a:pt x="-235" y="39611"/>
                    <a:pt x="2598" y="49693"/>
                    <a:pt x="12681" y="54859"/>
                  </a:cubicBezTo>
                  <a:cubicBezTo>
                    <a:pt x="15680" y="56359"/>
                    <a:pt x="18263" y="53360"/>
                    <a:pt x="17014" y="50527"/>
                  </a:cubicBezTo>
                  <a:cubicBezTo>
                    <a:pt x="14014" y="43611"/>
                    <a:pt x="11930" y="36028"/>
                    <a:pt x="11431" y="28445"/>
                  </a:cubicBezTo>
                  <a:cubicBezTo>
                    <a:pt x="11097" y="23946"/>
                    <a:pt x="12264" y="19613"/>
                    <a:pt x="13514" y="15363"/>
                  </a:cubicBezTo>
                  <a:cubicBezTo>
                    <a:pt x="14014" y="13696"/>
                    <a:pt x="14514" y="12113"/>
                    <a:pt x="15014" y="10530"/>
                  </a:cubicBezTo>
                  <a:cubicBezTo>
                    <a:pt x="16930" y="8281"/>
                    <a:pt x="18430" y="8781"/>
                    <a:pt x="19347" y="11947"/>
                  </a:cubicBezTo>
                  <a:cubicBezTo>
                    <a:pt x="23680" y="16030"/>
                    <a:pt x="26263" y="23529"/>
                    <a:pt x="29513" y="28445"/>
                  </a:cubicBezTo>
                  <a:cubicBezTo>
                    <a:pt x="32845" y="33445"/>
                    <a:pt x="36179" y="38194"/>
                    <a:pt x="41012" y="41861"/>
                  </a:cubicBezTo>
                  <a:cubicBezTo>
                    <a:pt x="43761" y="43944"/>
                    <a:pt x="47761" y="39861"/>
                    <a:pt x="45761" y="37028"/>
                  </a:cubicBezTo>
                  <a:lnTo>
                    <a:pt x="45761" y="37028"/>
                  </a:lnTo>
                  <a:close/>
                </a:path>
              </a:pathLst>
            </a:custGeom>
            <a:grpFill/>
            <a:ln w="8332" cap="flat">
              <a:noFill/>
              <a:prstDash val="solid"/>
              <a:miter/>
            </a:ln>
          </p:spPr>
          <p:txBody>
            <a:bodyPr rtlCol="0" anchor="ctr"/>
            <a:lstStyle/>
            <a:p>
              <a:endParaRPr lang="en-US"/>
            </a:p>
          </p:txBody>
        </p:sp>
        <p:sp>
          <p:nvSpPr>
            <p:cNvPr id="2510" name="Freeform: Shape 2509"/>
            <p:cNvSpPr/>
            <p:nvPr/>
          </p:nvSpPr>
          <p:spPr>
            <a:xfrm>
              <a:off x="7455477" y="5024463"/>
              <a:ext cx="249587" cy="237200"/>
            </a:xfrm>
            <a:custGeom>
              <a:avLst/>
              <a:gdLst>
                <a:gd name="connsiteX0" fmla="*/ 248100 w 249587"/>
                <a:gd name="connsiteY0" fmla="*/ 76170 h 237200"/>
                <a:gd name="connsiteX1" fmla="*/ 208604 w 249587"/>
                <a:gd name="connsiteY1" fmla="*/ 64755 h 237200"/>
                <a:gd name="connsiteX2" fmla="*/ 169441 w 249587"/>
                <a:gd name="connsiteY2" fmla="*/ 63422 h 237200"/>
                <a:gd name="connsiteX3" fmla="*/ 178856 w 249587"/>
                <a:gd name="connsiteY3" fmla="*/ 51756 h 237200"/>
                <a:gd name="connsiteX4" fmla="*/ 190939 w 249587"/>
                <a:gd name="connsiteY4" fmla="*/ 31258 h 237200"/>
                <a:gd name="connsiteX5" fmla="*/ 185689 w 249587"/>
                <a:gd name="connsiteY5" fmla="*/ 24425 h 237200"/>
                <a:gd name="connsiteX6" fmla="*/ 165358 w 249587"/>
                <a:gd name="connsiteY6" fmla="*/ 31841 h 237200"/>
                <a:gd name="connsiteX7" fmla="*/ 139943 w 249587"/>
                <a:gd name="connsiteY7" fmla="*/ 48173 h 237200"/>
                <a:gd name="connsiteX8" fmla="*/ 126861 w 249587"/>
                <a:gd name="connsiteY8" fmla="*/ 1094 h 237200"/>
                <a:gd name="connsiteX9" fmla="*/ 121279 w 249587"/>
                <a:gd name="connsiteY9" fmla="*/ 1094 h 237200"/>
                <a:gd name="connsiteX10" fmla="*/ 103280 w 249587"/>
                <a:gd name="connsiteY10" fmla="*/ 41007 h 237200"/>
                <a:gd name="connsiteX11" fmla="*/ 69866 w 249587"/>
                <a:gd name="connsiteY11" fmla="*/ 24675 h 237200"/>
                <a:gd name="connsiteX12" fmla="*/ 64033 w 249587"/>
                <a:gd name="connsiteY12" fmla="*/ 28008 h 237200"/>
                <a:gd name="connsiteX13" fmla="*/ 86698 w 249587"/>
                <a:gd name="connsiteY13" fmla="*/ 65005 h 237200"/>
                <a:gd name="connsiteX14" fmla="*/ 77449 w 249587"/>
                <a:gd name="connsiteY14" fmla="*/ 62922 h 237200"/>
                <a:gd name="connsiteX15" fmla="*/ 53118 w 249587"/>
                <a:gd name="connsiteY15" fmla="*/ 62255 h 237200"/>
                <a:gd name="connsiteX16" fmla="*/ 6039 w 249587"/>
                <a:gd name="connsiteY16" fmla="*/ 55506 h 237200"/>
                <a:gd name="connsiteX17" fmla="*/ 4122 w 249587"/>
                <a:gd name="connsiteY17" fmla="*/ 62672 h 237200"/>
                <a:gd name="connsiteX18" fmla="*/ 33703 w 249587"/>
                <a:gd name="connsiteY18" fmla="*/ 84336 h 237200"/>
                <a:gd name="connsiteX19" fmla="*/ 65283 w 249587"/>
                <a:gd name="connsiteY19" fmla="*/ 92919 h 237200"/>
                <a:gd name="connsiteX20" fmla="*/ 57201 w 249587"/>
                <a:gd name="connsiteY20" fmla="*/ 96669 h 237200"/>
                <a:gd name="connsiteX21" fmla="*/ 31453 w 249587"/>
                <a:gd name="connsiteY21" fmla="*/ 114167 h 237200"/>
                <a:gd name="connsiteX22" fmla="*/ 9205 w 249587"/>
                <a:gd name="connsiteY22" fmla="*/ 138165 h 237200"/>
                <a:gd name="connsiteX23" fmla="*/ 39 w 249587"/>
                <a:gd name="connsiteY23" fmla="*/ 159829 h 237200"/>
                <a:gd name="connsiteX24" fmla="*/ 7455 w 249587"/>
                <a:gd name="connsiteY24" fmla="*/ 164079 h 237200"/>
                <a:gd name="connsiteX25" fmla="*/ 45619 w 249587"/>
                <a:gd name="connsiteY25" fmla="*/ 142664 h 237200"/>
                <a:gd name="connsiteX26" fmla="*/ 77782 w 249587"/>
                <a:gd name="connsiteY26" fmla="*/ 129166 h 237200"/>
                <a:gd name="connsiteX27" fmla="*/ 53368 w 249587"/>
                <a:gd name="connsiteY27" fmla="*/ 171079 h 237200"/>
                <a:gd name="connsiteX28" fmla="*/ 44619 w 249587"/>
                <a:gd name="connsiteY28" fmla="*/ 232990 h 237200"/>
                <a:gd name="connsiteX29" fmla="*/ 76449 w 249587"/>
                <a:gd name="connsiteY29" fmla="*/ 209659 h 237200"/>
                <a:gd name="connsiteX30" fmla="*/ 101530 w 249587"/>
                <a:gd name="connsiteY30" fmla="*/ 168662 h 237200"/>
                <a:gd name="connsiteX31" fmla="*/ 120112 w 249587"/>
                <a:gd name="connsiteY31" fmla="*/ 137748 h 237200"/>
                <a:gd name="connsiteX32" fmla="*/ 119862 w 249587"/>
                <a:gd name="connsiteY32" fmla="*/ 148664 h 237200"/>
                <a:gd name="connsiteX33" fmla="*/ 123945 w 249587"/>
                <a:gd name="connsiteY33" fmla="*/ 169079 h 237200"/>
                <a:gd name="connsiteX34" fmla="*/ 128278 w 249587"/>
                <a:gd name="connsiteY34" fmla="*/ 186827 h 237200"/>
                <a:gd name="connsiteX35" fmla="*/ 145110 w 249587"/>
                <a:gd name="connsiteY35" fmla="*/ 226907 h 237200"/>
                <a:gd name="connsiteX36" fmla="*/ 165358 w 249587"/>
                <a:gd name="connsiteY36" fmla="*/ 199576 h 237200"/>
                <a:gd name="connsiteX37" fmla="*/ 165607 w 249587"/>
                <a:gd name="connsiteY37" fmla="*/ 157163 h 237200"/>
                <a:gd name="connsiteX38" fmla="*/ 159692 w 249587"/>
                <a:gd name="connsiteY38" fmla="*/ 130832 h 237200"/>
                <a:gd name="connsiteX39" fmla="*/ 207604 w 249587"/>
                <a:gd name="connsiteY39" fmla="*/ 151247 h 237200"/>
                <a:gd name="connsiteX40" fmla="*/ 229935 w 249587"/>
                <a:gd name="connsiteY40" fmla="*/ 170912 h 237200"/>
                <a:gd name="connsiteX41" fmla="*/ 237851 w 249587"/>
                <a:gd name="connsiteY41" fmla="*/ 178745 h 237200"/>
                <a:gd name="connsiteX42" fmla="*/ 243934 w 249587"/>
                <a:gd name="connsiteY42" fmla="*/ 172662 h 237200"/>
                <a:gd name="connsiteX43" fmla="*/ 217270 w 249587"/>
                <a:gd name="connsiteY43" fmla="*/ 126749 h 237200"/>
                <a:gd name="connsiteX44" fmla="*/ 197688 w 249587"/>
                <a:gd name="connsiteY44" fmla="*/ 109834 h 237200"/>
                <a:gd name="connsiteX45" fmla="*/ 177524 w 249587"/>
                <a:gd name="connsiteY45" fmla="*/ 100335 h 237200"/>
                <a:gd name="connsiteX46" fmla="*/ 221686 w 249587"/>
                <a:gd name="connsiteY46" fmla="*/ 90752 h 237200"/>
                <a:gd name="connsiteX47" fmla="*/ 248933 w 249587"/>
                <a:gd name="connsiteY47" fmla="*/ 82420 h 237200"/>
                <a:gd name="connsiteX48" fmla="*/ 248100 w 249587"/>
                <a:gd name="connsiteY48" fmla="*/ 76170 h 237200"/>
                <a:gd name="connsiteX49" fmla="*/ 248100 w 249587"/>
                <a:gd name="connsiteY49" fmla="*/ 76170 h 237200"/>
                <a:gd name="connsiteX50" fmla="*/ 215353 w 249587"/>
                <a:gd name="connsiteY50" fmla="*/ 81753 h 237200"/>
                <a:gd name="connsiteX51" fmla="*/ 192355 w 249587"/>
                <a:gd name="connsiteY51" fmla="*/ 85670 h 237200"/>
                <a:gd name="connsiteX52" fmla="*/ 166107 w 249587"/>
                <a:gd name="connsiteY52" fmla="*/ 96335 h 237200"/>
                <a:gd name="connsiteX53" fmla="*/ 165358 w 249587"/>
                <a:gd name="connsiteY53" fmla="*/ 102418 h 237200"/>
                <a:gd name="connsiteX54" fmla="*/ 173024 w 249587"/>
                <a:gd name="connsiteY54" fmla="*/ 108417 h 237200"/>
                <a:gd name="connsiteX55" fmla="*/ 201104 w 249587"/>
                <a:gd name="connsiteY55" fmla="*/ 125583 h 237200"/>
                <a:gd name="connsiteX56" fmla="*/ 224602 w 249587"/>
                <a:gd name="connsiteY56" fmla="*/ 151580 h 237200"/>
                <a:gd name="connsiteX57" fmla="*/ 207937 w 249587"/>
                <a:gd name="connsiteY57" fmla="*/ 140581 h 237200"/>
                <a:gd name="connsiteX58" fmla="*/ 154942 w 249587"/>
                <a:gd name="connsiteY58" fmla="*/ 120416 h 237200"/>
                <a:gd name="connsiteX59" fmla="*/ 149193 w 249587"/>
                <a:gd name="connsiteY59" fmla="*/ 126166 h 237200"/>
                <a:gd name="connsiteX60" fmla="*/ 155192 w 249587"/>
                <a:gd name="connsiteY60" fmla="*/ 149831 h 237200"/>
                <a:gd name="connsiteX61" fmla="*/ 156858 w 249587"/>
                <a:gd name="connsiteY61" fmla="*/ 184411 h 237200"/>
                <a:gd name="connsiteX62" fmla="*/ 153942 w 249587"/>
                <a:gd name="connsiteY62" fmla="*/ 208742 h 237200"/>
                <a:gd name="connsiteX63" fmla="*/ 152775 w 249587"/>
                <a:gd name="connsiteY63" fmla="*/ 214491 h 237200"/>
                <a:gd name="connsiteX64" fmla="*/ 150026 w 249587"/>
                <a:gd name="connsiteY64" fmla="*/ 217741 h 237200"/>
                <a:gd name="connsiteX65" fmla="*/ 142860 w 249587"/>
                <a:gd name="connsiteY65" fmla="*/ 202326 h 237200"/>
                <a:gd name="connsiteX66" fmla="*/ 134611 w 249587"/>
                <a:gd name="connsiteY66" fmla="*/ 173911 h 237200"/>
                <a:gd name="connsiteX67" fmla="*/ 128444 w 249587"/>
                <a:gd name="connsiteY67" fmla="*/ 145998 h 237200"/>
                <a:gd name="connsiteX68" fmla="*/ 126611 w 249587"/>
                <a:gd name="connsiteY68" fmla="*/ 126499 h 237200"/>
                <a:gd name="connsiteX69" fmla="*/ 120278 w 249587"/>
                <a:gd name="connsiteY69" fmla="*/ 124833 h 237200"/>
                <a:gd name="connsiteX70" fmla="*/ 94531 w 249587"/>
                <a:gd name="connsiteY70" fmla="*/ 161163 h 237200"/>
                <a:gd name="connsiteX71" fmla="*/ 56701 w 249587"/>
                <a:gd name="connsiteY71" fmla="*/ 218991 h 237200"/>
                <a:gd name="connsiteX72" fmla="*/ 53784 w 249587"/>
                <a:gd name="connsiteY72" fmla="*/ 221907 h 237200"/>
                <a:gd name="connsiteX73" fmla="*/ 55451 w 249587"/>
                <a:gd name="connsiteY73" fmla="*/ 204576 h 237200"/>
                <a:gd name="connsiteX74" fmla="*/ 63867 w 249587"/>
                <a:gd name="connsiteY74" fmla="*/ 175495 h 237200"/>
                <a:gd name="connsiteX75" fmla="*/ 98114 w 249587"/>
                <a:gd name="connsiteY75" fmla="*/ 122916 h 237200"/>
                <a:gd name="connsiteX76" fmla="*/ 94614 w 249587"/>
                <a:gd name="connsiteY76" fmla="*/ 114584 h 237200"/>
                <a:gd name="connsiteX77" fmla="*/ 46119 w 249587"/>
                <a:gd name="connsiteY77" fmla="*/ 132832 h 237200"/>
                <a:gd name="connsiteX78" fmla="*/ 13038 w 249587"/>
                <a:gd name="connsiteY78" fmla="*/ 150331 h 237200"/>
                <a:gd name="connsiteX79" fmla="*/ 24704 w 249587"/>
                <a:gd name="connsiteY79" fmla="*/ 135082 h 237200"/>
                <a:gd name="connsiteX80" fmla="*/ 50285 w 249587"/>
                <a:gd name="connsiteY80" fmla="*/ 112667 h 237200"/>
                <a:gd name="connsiteX81" fmla="*/ 76032 w 249587"/>
                <a:gd name="connsiteY81" fmla="*/ 100501 h 237200"/>
                <a:gd name="connsiteX82" fmla="*/ 88865 w 249587"/>
                <a:gd name="connsiteY82" fmla="*/ 94419 h 237200"/>
                <a:gd name="connsiteX83" fmla="*/ 85782 w 249587"/>
                <a:gd name="connsiteY83" fmla="*/ 86919 h 237200"/>
                <a:gd name="connsiteX84" fmla="*/ 39952 w 249587"/>
                <a:gd name="connsiteY84" fmla="*/ 79004 h 237200"/>
                <a:gd name="connsiteX85" fmla="*/ 18121 w 249587"/>
                <a:gd name="connsiteY85" fmla="*/ 64588 h 237200"/>
                <a:gd name="connsiteX86" fmla="*/ 88698 w 249587"/>
                <a:gd name="connsiteY86" fmla="*/ 69921 h 237200"/>
                <a:gd name="connsiteX87" fmla="*/ 92031 w 249587"/>
                <a:gd name="connsiteY87" fmla="*/ 71255 h 237200"/>
                <a:gd name="connsiteX88" fmla="*/ 93448 w 249587"/>
                <a:gd name="connsiteY88" fmla="*/ 71088 h 237200"/>
                <a:gd name="connsiteX89" fmla="*/ 97197 w 249587"/>
                <a:gd name="connsiteY89" fmla="*/ 64588 h 237200"/>
                <a:gd name="connsiteX90" fmla="*/ 84865 w 249587"/>
                <a:gd name="connsiteY90" fmla="*/ 50089 h 237200"/>
                <a:gd name="connsiteX91" fmla="*/ 74616 w 249587"/>
                <a:gd name="connsiteY91" fmla="*/ 36674 h 237200"/>
                <a:gd name="connsiteX92" fmla="*/ 103530 w 249587"/>
                <a:gd name="connsiteY92" fmla="*/ 53423 h 237200"/>
                <a:gd name="connsiteX93" fmla="*/ 111113 w 249587"/>
                <a:gd name="connsiteY93" fmla="*/ 50340 h 237200"/>
                <a:gd name="connsiteX94" fmla="*/ 117445 w 249587"/>
                <a:gd name="connsiteY94" fmla="*/ 29341 h 237200"/>
                <a:gd name="connsiteX95" fmla="*/ 119695 w 249587"/>
                <a:gd name="connsiteY95" fmla="*/ 20925 h 237200"/>
                <a:gd name="connsiteX96" fmla="*/ 125111 w 249587"/>
                <a:gd name="connsiteY96" fmla="*/ 12593 h 237200"/>
                <a:gd name="connsiteX97" fmla="*/ 129361 w 249587"/>
                <a:gd name="connsiteY97" fmla="*/ 31841 h 237200"/>
                <a:gd name="connsiteX98" fmla="*/ 129861 w 249587"/>
                <a:gd name="connsiteY98" fmla="*/ 56172 h 237200"/>
                <a:gd name="connsiteX99" fmla="*/ 136110 w 249587"/>
                <a:gd name="connsiteY99" fmla="*/ 60922 h 237200"/>
                <a:gd name="connsiteX100" fmla="*/ 158358 w 249587"/>
                <a:gd name="connsiteY100" fmla="*/ 47757 h 237200"/>
                <a:gd name="connsiteX101" fmla="*/ 174857 w 249587"/>
                <a:gd name="connsiteY101" fmla="*/ 37924 h 237200"/>
                <a:gd name="connsiteX102" fmla="*/ 155525 w 249587"/>
                <a:gd name="connsiteY102" fmla="*/ 68921 h 237200"/>
                <a:gd name="connsiteX103" fmla="*/ 161108 w 249587"/>
                <a:gd name="connsiteY103" fmla="*/ 74504 h 237200"/>
                <a:gd name="connsiteX104" fmla="*/ 199438 w 249587"/>
                <a:gd name="connsiteY104" fmla="*/ 74920 h 237200"/>
                <a:gd name="connsiteX105" fmla="*/ 220519 w 249587"/>
                <a:gd name="connsiteY105" fmla="*/ 78087 h 237200"/>
                <a:gd name="connsiteX106" fmla="*/ 232685 w 249587"/>
                <a:gd name="connsiteY106" fmla="*/ 80004 h 237200"/>
                <a:gd name="connsiteX107" fmla="*/ 215353 w 249587"/>
                <a:gd name="connsiteY107" fmla="*/ 81753 h 237200"/>
                <a:gd name="connsiteX108" fmla="*/ 215353 w 249587"/>
                <a:gd name="connsiteY108" fmla="*/ 81753 h 23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249587" h="237200">
                  <a:moveTo>
                    <a:pt x="248100" y="76170"/>
                  </a:moveTo>
                  <a:cubicBezTo>
                    <a:pt x="239601" y="67171"/>
                    <a:pt x="220269" y="66338"/>
                    <a:pt x="208604" y="64755"/>
                  </a:cubicBezTo>
                  <a:cubicBezTo>
                    <a:pt x="195355" y="63005"/>
                    <a:pt x="182523" y="63422"/>
                    <a:pt x="169441" y="63422"/>
                  </a:cubicBezTo>
                  <a:cubicBezTo>
                    <a:pt x="172357" y="59256"/>
                    <a:pt x="176940" y="54672"/>
                    <a:pt x="178856" y="51756"/>
                  </a:cubicBezTo>
                  <a:cubicBezTo>
                    <a:pt x="183272" y="45007"/>
                    <a:pt x="188022" y="38841"/>
                    <a:pt x="190939" y="31258"/>
                  </a:cubicBezTo>
                  <a:cubicBezTo>
                    <a:pt x="192355" y="27675"/>
                    <a:pt x="188856" y="24759"/>
                    <a:pt x="185689" y="24425"/>
                  </a:cubicBezTo>
                  <a:cubicBezTo>
                    <a:pt x="178940" y="23675"/>
                    <a:pt x="171107" y="28841"/>
                    <a:pt x="165358" y="31841"/>
                  </a:cubicBezTo>
                  <a:cubicBezTo>
                    <a:pt x="156692" y="36424"/>
                    <a:pt x="148609" y="43257"/>
                    <a:pt x="139943" y="48173"/>
                  </a:cubicBezTo>
                  <a:cubicBezTo>
                    <a:pt x="140193" y="32008"/>
                    <a:pt x="138860" y="11093"/>
                    <a:pt x="126861" y="1094"/>
                  </a:cubicBezTo>
                  <a:cubicBezTo>
                    <a:pt x="125028" y="-406"/>
                    <a:pt x="123028" y="-323"/>
                    <a:pt x="121279" y="1094"/>
                  </a:cubicBezTo>
                  <a:cubicBezTo>
                    <a:pt x="111196" y="9010"/>
                    <a:pt x="107279" y="27508"/>
                    <a:pt x="103280" y="41007"/>
                  </a:cubicBezTo>
                  <a:cubicBezTo>
                    <a:pt x="92781" y="34258"/>
                    <a:pt x="82199" y="27842"/>
                    <a:pt x="69866" y="24675"/>
                  </a:cubicBezTo>
                  <a:cubicBezTo>
                    <a:pt x="67533" y="24092"/>
                    <a:pt x="64533" y="25425"/>
                    <a:pt x="64033" y="28008"/>
                  </a:cubicBezTo>
                  <a:cubicBezTo>
                    <a:pt x="61367" y="41340"/>
                    <a:pt x="77782" y="54423"/>
                    <a:pt x="86698" y="65005"/>
                  </a:cubicBezTo>
                  <a:cubicBezTo>
                    <a:pt x="83615" y="64255"/>
                    <a:pt x="80616" y="63422"/>
                    <a:pt x="77449" y="62922"/>
                  </a:cubicBezTo>
                  <a:cubicBezTo>
                    <a:pt x="69450" y="61505"/>
                    <a:pt x="61200" y="62755"/>
                    <a:pt x="53118" y="62255"/>
                  </a:cubicBezTo>
                  <a:cubicBezTo>
                    <a:pt x="37369" y="61255"/>
                    <a:pt x="21788" y="57089"/>
                    <a:pt x="6039" y="55506"/>
                  </a:cubicBezTo>
                  <a:cubicBezTo>
                    <a:pt x="1956" y="55089"/>
                    <a:pt x="1206" y="60755"/>
                    <a:pt x="4122" y="62672"/>
                  </a:cubicBezTo>
                  <a:cubicBezTo>
                    <a:pt x="14455" y="69421"/>
                    <a:pt x="22287" y="79170"/>
                    <a:pt x="33703" y="84336"/>
                  </a:cubicBezTo>
                  <a:cubicBezTo>
                    <a:pt x="43785" y="88920"/>
                    <a:pt x="54534" y="90919"/>
                    <a:pt x="65283" y="92919"/>
                  </a:cubicBezTo>
                  <a:cubicBezTo>
                    <a:pt x="62533" y="94086"/>
                    <a:pt x="59784" y="95335"/>
                    <a:pt x="57201" y="96669"/>
                  </a:cubicBezTo>
                  <a:cubicBezTo>
                    <a:pt x="48035" y="101335"/>
                    <a:pt x="39119" y="107251"/>
                    <a:pt x="31453" y="114167"/>
                  </a:cubicBezTo>
                  <a:cubicBezTo>
                    <a:pt x="23537" y="121250"/>
                    <a:pt x="14955" y="129166"/>
                    <a:pt x="9205" y="138165"/>
                  </a:cubicBezTo>
                  <a:cubicBezTo>
                    <a:pt x="5539" y="143914"/>
                    <a:pt x="-544" y="152747"/>
                    <a:pt x="39" y="159829"/>
                  </a:cubicBezTo>
                  <a:cubicBezTo>
                    <a:pt x="373" y="163663"/>
                    <a:pt x="3956" y="165746"/>
                    <a:pt x="7455" y="164079"/>
                  </a:cubicBezTo>
                  <a:cubicBezTo>
                    <a:pt x="20537" y="157746"/>
                    <a:pt x="32453" y="149164"/>
                    <a:pt x="45619" y="142664"/>
                  </a:cubicBezTo>
                  <a:cubicBezTo>
                    <a:pt x="56118" y="137498"/>
                    <a:pt x="66783" y="132915"/>
                    <a:pt x="77782" y="129166"/>
                  </a:cubicBezTo>
                  <a:cubicBezTo>
                    <a:pt x="67200" y="141248"/>
                    <a:pt x="59701" y="155997"/>
                    <a:pt x="53368" y="171079"/>
                  </a:cubicBezTo>
                  <a:cubicBezTo>
                    <a:pt x="47285" y="185577"/>
                    <a:pt x="33036" y="218075"/>
                    <a:pt x="44619" y="232990"/>
                  </a:cubicBezTo>
                  <a:cubicBezTo>
                    <a:pt x="56618" y="248488"/>
                    <a:pt x="72283" y="216741"/>
                    <a:pt x="76449" y="209659"/>
                  </a:cubicBezTo>
                  <a:cubicBezTo>
                    <a:pt x="84698" y="195910"/>
                    <a:pt x="93114" y="182327"/>
                    <a:pt x="101530" y="168662"/>
                  </a:cubicBezTo>
                  <a:cubicBezTo>
                    <a:pt x="107113" y="159580"/>
                    <a:pt x="112696" y="146748"/>
                    <a:pt x="120112" y="137748"/>
                  </a:cubicBezTo>
                  <a:cubicBezTo>
                    <a:pt x="120195" y="141498"/>
                    <a:pt x="119529" y="145664"/>
                    <a:pt x="119862" y="148664"/>
                  </a:cubicBezTo>
                  <a:cubicBezTo>
                    <a:pt x="120612" y="155580"/>
                    <a:pt x="122278" y="162330"/>
                    <a:pt x="123945" y="169079"/>
                  </a:cubicBezTo>
                  <a:cubicBezTo>
                    <a:pt x="125361" y="174995"/>
                    <a:pt x="126778" y="180911"/>
                    <a:pt x="128278" y="186827"/>
                  </a:cubicBezTo>
                  <a:cubicBezTo>
                    <a:pt x="131361" y="198660"/>
                    <a:pt x="134777" y="218824"/>
                    <a:pt x="145110" y="226907"/>
                  </a:cubicBezTo>
                  <a:cubicBezTo>
                    <a:pt x="160858" y="239239"/>
                    <a:pt x="164274" y="207909"/>
                    <a:pt x="165358" y="199576"/>
                  </a:cubicBezTo>
                  <a:cubicBezTo>
                    <a:pt x="167274" y="185494"/>
                    <a:pt x="166774" y="171328"/>
                    <a:pt x="165607" y="157163"/>
                  </a:cubicBezTo>
                  <a:cubicBezTo>
                    <a:pt x="164858" y="147914"/>
                    <a:pt x="161775" y="139498"/>
                    <a:pt x="159692" y="130832"/>
                  </a:cubicBezTo>
                  <a:cubicBezTo>
                    <a:pt x="176273" y="134832"/>
                    <a:pt x="193355" y="142664"/>
                    <a:pt x="207604" y="151247"/>
                  </a:cubicBezTo>
                  <a:cubicBezTo>
                    <a:pt x="215937" y="156246"/>
                    <a:pt x="224269" y="162830"/>
                    <a:pt x="229935" y="170912"/>
                  </a:cubicBezTo>
                  <a:cubicBezTo>
                    <a:pt x="232518" y="174578"/>
                    <a:pt x="233102" y="177995"/>
                    <a:pt x="237851" y="178745"/>
                  </a:cubicBezTo>
                  <a:cubicBezTo>
                    <a:pt x="241767" y="179328"/>
                    <a:pt x="244517" y="176578"/>
                    <a:pt x="243934" y="172662"/>
                  </a:cubicBezTo>
                  <a:cubicBezTo>
                    <a:pt x="241101" y="155080"/>
                    <a:pt x="229352" y="139248"/>
                    <a:pt x="217270" y="126749"/>
                  </a:cubicBezTo>
                  <a:cubicBezTo>
                    <a:pt x="211270" y="120583"/>
                    <a:pt x="204771" y="114667"/>
                    <a:pt x="197688" y="109834"/>
                  </a:cubicBezTo>
                  <a:cubicBezTo>
                    <a:pt x="193105" y="106668"/>
                    <a:pt x="183272" y="104084"/>
                    <a:pt x="177524" y="100335"/>
                  </a:cubicBezTo>
                  <a:cubicBezTo>
                    <a:pt x="189856" y="93252"/>
                    <a:pt x="208937" y="92419"/>
                    <a:pt x="221686" y="90752"/>
                  </a:cubicBezTo>
                  <a:cubicBezTo>
                    <a:pt x="230352" y="89586"/>
                    <a:pt x="244517" y="91003"/>
                    <a:pt x="248933" y="82420"/>
                  </a:cubicBezTo>
                  <a:cubicBezTo>
                    <a:pt x="250017" y="80337"/>
                    <a:pt x="249766" y="77920"/>
                    <a:pt x="248100" y="76170"/>
                  </a:cubicBezTo>
                  <a:lnTo>
                    <a:pt x="248100" y="76170"/>
                  </a:lnTo>
                  <a:close/>
                  <a:moveTo>
                    <a:pt x="215353" y="81753"/>
                  </a:moveTo>
                  <a:cubicBezTo>
                    <a:pt x="207604" y="82836"/>
                    <a:pt x="200021" y="84003"/>
                    <a:pt x="192355" y="85670"/>
                  </a:cubicBezTo>
                  <a:cubicBezTo>
                    <a:pt x="182773" y="87753"/>
                    <a:pt x="173774" y="90003"/>
                    <a:pt x="166107" y="96335"/>
                  </a:cubicBezTo>
                  <a:cubicBezTo>
                    <a:pt x="164524" y="97669"/>
                    <a:pt x="164191" y="100752"/>
                    <a:pt x="165358" y="102418"/>
                  </a:cubicBezTo>
                  <a:cubicBezTo>
                    <a:pt x="167608" y="105668"/>
                    <a:pt x="169607" y="106668"/>
                    <a:pt x="173024" y="108417"/>
                  </a:cubicBezTo>
                  <a:cubicBezTo>
                    <a:pt x="183023" y="113667"/>
                    <a:pt x="192355" y="118084"/>
                    <a:pt x="201104" y="125583"/>
                  </a:cubicBezTo>
                  <a:cubicBezTo>
                    <a:pt x="209604" y="132832"/>
                    <a:pt x="218186" y="141664"/>
                    <a:pt x="224602" y="151580"/>
                  </a:cubicBezTo>
                  <a:cubicBezTo>
                    <a:pt x="219436" y="147331"/>
                    <a:pt x="213770" y="143748"/>
                    <a:pt x="207937" y="140581"/>
                  </a:cubicBezTo>
                  <a:cubicBezTo>
                    <a:pt x="191855" y="131999"/>
                    <a:pt x="173024" y="123499"/>
                    <a:pt x="154942" y="120416"/>
                  </a:cubicBezTo>
                  <a:cubicBezTo>
                    <a:pt x="151109" y="119750"/>
                    <a:pt x="148693" y="122500"/>
                    <a:pt x="149193" y="126166"/>
                  </a:cubicBezTo>
                  <a:cubicBezTo>
                    <a:pt x="150276" y="134082"/>
                    <a:pt x="154026" y="141664"/>
                    <a:pt x="155192" y="149831"/>
                  </a:cubicBezTo>
                  <a:cubicBezTo>
                    <a:pt x="156775" y="161079"/>
                    <a:pt x="157275" y="172995"/>
                    <a:pt x="156858" y="184411"/>
                  </a:cubicBezTo>
                  <a:cubicBezTo>
                    <a:pt x="156609" y="192577"/>
                    <a:pt x="155442" y="200659"/>
                    <a:pt x="153942" y="208742"/>
                  </a:cubicBezTo>
                  <a:lnTo>
                    <a:pt x="152775" y="214491"/>
                  </a:lnTo>
                  <a:cubicBezTo>
                    <a:pt x="152942" y="219991"/>
                    <a:pt x="152025" y="221074"/>
                    <a:pt x="150026" y="217741"/>
                  </a:cubicBezTo>
                  <a:cubicBezTo>
                    <a:pt x="146526" y="215741"/>
                    <a:pt x="144193" y="205825"/>
                    <a:pt x="142860" y="202326"/>
                  </a:cubicBezTo>
                  <a:cubicBezTo>
                    <a:pt x="139526" y="193077"/>
                    <a:pt x="137027" y="183494"/>
                    <a:pt x="134611" y="173911"/>
                  </a:cubicBezTo>
                  <a:cubicBezTo>
                    <a:pt x="132277" y="164829"/>
                    <a:pt x="129111" y="155497"/>
                    <a:pt x="128444" y="145998"/>
                  </a:cubicBezTo>
                  <a:cubicBezTo>
                    <a:pt x="127945" y="139081"/>
                    <a:pt x="130444" y="132666"/>
                    <a:pt x="126611" y="126499"/>
                  </a:cubicBezTo>
                  <a:cubicBezTo>
                    <a:pt x="125361" y="124583"/>
                    <a:pt x="122361" y="123333"/>
                    <a:pt x="120278" y="124833"/>
                  </a:cubicBezTo>
                  <a:cubicBezTo>
                    <a:pt x="108946" y="133248"/>
                    <a:pt x="102030" y="149497"/>
                    <a:pt x="94531" y="161163"/>
                  </a:cubicBezTo>
                  <a:cubicBezTo>
                    <a:pt x="82365" y="180244"/>
                    <a:pt x="67283" y="199076"/>
                    <a:pt x="56701" y="218991"/>
                  </a:cubicBezTo>
                  <a:cubicBezTo>
                    <a:pt x="54534" y="223074"/>
                    <a:pt x="56284" y="227573"/>
                    <a:pt x="53784" y="221907"/>
                  </a:cubicBezTo>
                  <a:cubicBezTo>
                    <a:pt x="51618" y="216908"/>
                    <a:pt x="54451" y="209825"/>
                    <a:pt x="55451" y="204576"/>
                  </a:cubicBezTo>
                  <a:cubicBezTo>
                    <a:pt x="57451" y="194743"/>
                    <a:pt x="60284" y="184911"/>
                    <a:pt x="63867" y="175495"/>
                  </a:cubicBezTo>
                  <a:cubicBezTo>
                    <a:pt x="71283" y="156163"/>
                    <a:pt x="81282" y="135749"/>
                    <a:pt x="98114" y="122916"/>
                  </a:cubicBezTo>
                  <a:cubicBezTo>
                    <a:pt x="101864" y="120083"/>
                    <a:pt x="99947" y="112917"/>
                    <a:pt x="94614" y="114584"/>
                  </a:cubicBezTo>
                  <a:cubicBezTo>
                    <a:pt x="77949" y="119750"/>
                    <a:pt x="61950" y="125499"/>
                    <a:pt x="46119" y="132832"/>
                  </a:cubicBezTo>
                  <a:cubicBezTo>
                    <a:pt x="34786" y="138081"/>
                    <a:pt x="24037" y="144498"/>
                    <a:pt x="13038" y="150331"/>
                  </a:cubicBezTo>
                  <a:cubicBezTo>
                    <a:pt x="16538" y="144248"/>
                    <a:pt x="22121" y="137832"/>
                    <a:pt x="24704" y="135082"/>
                  </a:cubicBezTo>
                  <a:cubicBezTo>
                    <a:pt x="32536" y="126749"/>
                    <a:pt x="40619" y="118917"/>
                    <a:pt x="50285" y="112667"/>
                  </a:cubicBezTo>
                  <a:cubicBezTo>
                    <a:pt x="58284" y="107501"/>
                    <a:pt x="66783" y="102668"/>
                    <a:pt x="76032" y="100501"/>
                  </a:cubicBezTo>
                  <a:cubicBezTo>
                    <a:pt x="81532" y="99252"/>
                    <a:pt x="85282" y="99168"/>
                    <a:pt x="88865" y="94419"/>
                  </a:cubicBezTo>
                  <a:cubicBezTo>
                    <a:pt x="90781" y="91836"/>
                    <a:pt x="88781" y="87503"/>
                    <a:pt x="85782" y="86919"/>
                  </a:cubicBezTo>
                  <a:cubicBezTo>
                    <a:pt x="70616" y="83836"/>
                    <a:pt x="54701" y="84003"/>
                    <a:pt x="39952" y="79004"/>
                  </a:cubicBezTo>
                  <a:cubicBezTo>
                    <a:pt x="30537" y="75837"/>
                    <a:pt x="24453" y="70338"/>
                    <a:pt x="18121" y="64588"/>
                  </a:cubicBezTo>
                  <a:cubicBezTo>
                    <a:pt x="41536" y="67671"/>
                    <a:pt x="65034" y="72004"/>
                    <a:pt x="88698" y="69921"/>
                  </a:cubicBezTo>
                  <a:cubicBezTo>
                    <a:pt x="89365" y="70837"/>
                    <a:pt x="90448" y="71421"/>
                    <a:pt x="92031" y="71255"/>
                  </a:cubicBezTo>
                  <a:cubicBezTo>
                    <a:pt x="92531" y="71171"/>
                    <a:pt x="92948" y="71171"/>
                    <a:pt x="93448" y="71088"/>
                  </a:cubicBezTo>
                  <a:cubicBezTo>
                    <a:pt x="96447" y="70837"/>
                    <a:pt x="99197" y="67505"/>
                    <a:pt x="97197" y="64588"/>
                  </a:cubicBezTo>
                  <a:cubicBezTo>
                    <a:pt x="93614" y="59422"/>
                    <a:pt x="88781" y="55089"/>
                    <a:pt x="84865" y="50089"/>
                  </a:cubicBezTo>
                  <a:cubicBezTo>
                    <a:pt x="82865" y="47506"/>
                    <a:pt x="77366" y="41757"/>
                    <a:pt x="74616" y="36674"/>
                  </a:cubicBezTo>
                  <a:cubicBezTo>
                    <a:pt x="84865" y="41173"/>
                    <a:pt x="94114" y="47423"/>
                    <a:pt x="103530" y="53423"/>
                  </a:cubicBezTo>
                  <a:cubicBezTo>
                    <a:pt x="106446" y="55256"/>
                    <a:pt x="110113" y="53423"/>
                    <a:pt x="111113" y="50340"/>
                  </a:cubicBezTo>
                  <a:cubicBezTo>
                    <a:pt x="113363" y="43340"/>
                    <a:pt x="115529" y="36341"/>
                    <a:pt x="117445" y="29341"/>
                  </a:cubicBezTo>
                  <a:cubicBezTo>
                    <a:pt x="118195" y="26508"/>
                    <a:pt x="118862" y="23675"/>
                    <a:pt x="119695" y="20925"/>
                  </a:cubicBezTo>
                  <a:cubicBezTo>
                    <a:pt x="120862" y="17009"/>
                    <a:pt x="120528" y="9010"/>
                    <a:pt x="125111" y="12593"/>
                  </a:cubicBezTo>
                  <a:cubicBezTo>
                    <a:pt x="129777" y="16176"/>
                    <a:pt x="128778" y="26425"/>
                    <a:pt x="129361" y="31841"/>
                  </a:cubicBezTo>
                  <a:cubicBezTo>
                    <a:pt x="130277" y="40257"/>
                    <a:pt x="130361" y="47757"/>
                    <a:pt x="129861" y="56172"/>
                  </a:cubicBezTo>
                  <a:cubicBezTo>
                    <a:pt x="129694" y="59172"/>
                    <a:pt x="133194" y="62088"/>
                    <a:pt x="136110" y="60922"/>
                  </a:cubicBezTo>
                  <a:cubicBezTo>
                    <a:pt x="144193" y="57755"/>
                    <a:pt x="150943" y="52173"/>
                    <a:pt x="158358" y="47757"/>
                  </a:cubicBezTo>
                  <a:cubicBezTo>
                    <a:pt x="162358" y="45340"/>
                    <a:pt x="168690" y="40840"/>
                    <a:pt x="174857" y="37924"/>
                  </a:cubicBezTo>
                  <a:cubicBezTo>
                    <a:pt x="167441" y="48090"/>
                    <a:pt x="156858" y="57339"/>
                    <a:pt x="155525" y="68921"/>
                  </a:cubicBezTo>
                  <a:cubicBezTo>
                    <a:pt x="155192" y="72004"/>
                    <a:pt x="158358" y="74504"/>
                    <a:pt x="161108" y="74504"/>
                  </a:cubicBezTo>
                  <a:cubicBezTo>
                    <a:pt x="174023" y="74754"/>
                    <a:pt x="186522" y="73587"/>
                    <a:pt x="199438" y="74920"/>
                  </a:cubicBezTo>
                  <a:cubicBezTo>
                    <a:pt x="206521" y="75671"/>
                    <a:pt x="213520" y="76670"/>
                    <a:pt x="220519" y="78087"/>
                  </a:cubicBezTo>
                  <a:cubicBezTo>
                    <a:pt x="223353" y="78670"/>
                    <a:pt x="228269" y="79087"/>
                    <a:pt x="232685" y="80004"/>
                  </a:cubicBezTo>
                  <a:cubicBezTo>
                    <a:pt x="226269" y="81253"/>
                    <a:pt x="217520" y="81503"/>
                    <a:pt x="215353" y="81753"/>
                  </a:cubicBezTo>
                  <a:lnTo>
                    <a:pt x="215353" y="81753"/>
                  </a:lnTo>
                  <a:close/>
                </a:path>
              </a:pathLst>
            </a:custGeom>
            <a:grpFill/>
            <a:ln w="8332" cap="flat">
              <a:noFill/>
              <a:prstDash val="solid"/>
              <a:miter/>
            </a:ln>
          </p:spPr>
          <p:txBody>
            <a:bodyPr rtlCol="0" anchor="ctr"/>
            <a:lstStyle/>
            <a:p>
              <a:endParaRPr lang="en-US"/>
            </a:p>
          </p:txBody>
        </p:sp>
        <p:sp>
          <p:nvSpPr>
            <p:cNvPr id="2511" name="Freeform: Shape 2510"/>
            <p:cNvSpPr/>
            <p:nvPr/>
          </p:nvSpPr>
          <p:spPr>
            <a:xfrm>
              <a:off x="11814041" y="4617985"/>
              <a:ext cx="414962" cy="401130"/>
            </a:xfrm>
            <a:custGeom>
              <a:avLst/>
              <a:gdLst>
                <a:gd name="connsiteX0" fmla="*/ 412546 w 414962"/>
                <a:gd name="connsiteY0" fmla="*/ 182009 h 401130"/>
                <a:gd name="connsiteX1" fmla="*/ 330886 w 414962"/>
                <a:gd name="connsiteY1" fmla="*/ 40938 h 401130"/>
                <a:gd name="connsiteX2" fmla="*/ 181649 w 414962"/>
                <a:gd name="connsiteY2" fmla="*/ 2109 h 401130"/>
                <a:gd name="connsiteX3" fmla="*/ 97824 w 414962"/>
                <a:gd name="connsiteY3" fmla="*/ 34106 h 401130"/>
                <a:gd name="connsiteX4" fmla="*/ 40162 w 414962"/>
                <a:gd name="connsiteY4" fmla="*/ 87684 h 401130"/>
                <a:gd name="connsiteX5" fmla="*/ 5331 w 414962"/>
                <a:gd name="connsiteY5" fmla="*/ 255836 h 401130"/>
                <a:gd name="connsiteX6" fmla="*/ 239727 w 414962"/>
                <a:gd name="connsiteY6" fmla="*/ 400239 h 401130"/>
                <a:gd name="connsiteX7" fmla="*/ 372299 w 414962"/>
                <a:gd name="connsiteY7" fmla="*/ 330329 h 401130"/>
                <a:gd name="connsiteX8" fmla="*/ 408795 w 414962"/>
                <a:gd name="connsiteY8" fmla="*/ 260669 h 401130"/>
                <a:gd name="connsiteX9" fmla="*/ 412546 w 414962"/>
                <a:gd name="connsiteY9" fmla="*/ 182009 h 401130"/>
                <a:gd name="connsiteX10" fmla="*/ 412546 w 414962"/>
                <a:gd name="connsiteY10" fmla="*/ 182009 h 401130"/>
                <a:gd name="connsiteX11" fmla="*/ 380631 w 414962"/>
                <a:gd name="connsiteY11" fmla="*/ 290583 h 401130"/>
                <a:gd name="connsiteX12" fmla="*/ 272141 w 414962"/>
                <a:gd name="connsiteY12" fmla="*/ 380491 h 401130"/>
                <a:gd name="connsiteX13" fmla="*/ 19748 w 414962"/>
                <a:gd name="connsiteY13" fmla="*/ 260252 h 401130"/>
                <a:gd name="connsiteX14" fmla="*/ 48411 w 414962"/>
                <a:gd name="connsiteY14" fmla="*/ 102349 h 401130"/>
                <a:gd name="connsiteX15" fmla="*/ 187149 w 414962"/>
                <a:gd name="connsiteY15" fmla="*/ 15608 h 401130"/>
                <a:gd name="connsiteX16" fmla="*/ 187566 w 414962"/>
                <a:gd name="connsiteY16" fmla="*/ 15441 h 401130"/>
                <a:gd name="connsiteX17" fmla="*/ 292972 w 414962"/>
                <a:gd name="connsiteY17" fmla="*/ 32939 h 401130"/>
                <a:gd name="connsiteX18" fmla="*/ 385298 w 414962"/>
                <a:gd name="connsiteY18" fmla="*/ 140263 h 401130"/>
                <a:gd name="connsiteX19" fmla="*/ 380631 w 414962"/>
                <a:gd name="connsiteY19" fmla="*/ 290583 h 401130"/>
                <a:gd name="connsiteX20" fmla="*/ 380631 w 414962"/>
                <a:gd name="connsiteY20" fmla="*/ 290583 h 401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14962" h="401130">
                  <a:moveTo>
                    <a:pt x="412546" y="182009"/>
                  </a:moveTo>
                  <a:cubicBezTo>
                    <a:pt x="405295" y="128264"/>
                    <a:pt x="372466" y="75519"/>
                    <a:pt x="330886" y="40938"/>
                  </a:cubicBezTo>
                  <a:cubicBezTo>
                    <a:pt x="288723" y="5941"/>
                    <a:pt x="235395" y="-5141"/>
                    <a:pt x="181649" y="2109"/>
                  </a:cubicBezTo>
                  <a:cubicBezTo>
                    <a:pt x="151402" y="6192"/>
                    <a:pt x="122488" y="15774"/>
                    <a:pt x="97824" y="34106"/>
                  </a:cubicBezTo>
                  <a:cubicBezTo>
                    <a:pt x="77159" y="49438"/>
                    <a:pt x="55327" y="66770"/>
                    <a:pt x="40162" y="87684"/>
                  </a:cubicBezTo>
                  <a:cubicBezTo>
                    <a:pt x="5331" y="135847"/>
                    <a:pt x="-8583" y="198091"/>
                    <a:pt x="5331" y="255836"/>
                  </a:cubicBezTo>
                  <a:cubicBezTo>
                    <a:pt x="27747" y="354993"/>
                    <a:pt x="144069" y="408822"/>
                    <a:pt x="239727" y="400239"/>
                  </a:cubicBezTo>
                  <a:cubicBezTo>
                    <a:pt x="292390" y="395573"/>
                    <a:pt x="339718" y="372325"/>
                    <a:pt x="372299" y="330329"/>
                  </a:cubicBezTo>
                  <a:cubicBezTo>
                    <a:pt x="388797" y="309081"/>
                    <a:pt x="401213" y="286416"/>
                    <a:pt x="408795" y="260669"/>
                  </a:cubicBezTo>
                  <a:cubicBezTo>
                    <a:pt x="416378" y="234838"/>
                    <a:pt x="416128" y="208590"/>
                    <a:pt x="412546" y="182009"/>
                  </a:cubicBezTo>
                  <a:lnTo>
                    <a:pt x="412546" y="182009"/>
                  </a:lnTo>
                  <a:close/>
                  <a:moveTo>
                    <a:pt x="380631" y="290583"/>
                  </a:moveTo>
                  <a:cubicBezTo>
                    <a:pt x="357550" y="333662"/>
                    <a:pt x="320303" y="368159"/>
                    <a:pt x="272141" y="380491"/>
                  </a:cubicBezTo>
                  <a:cubicBezTo>
                    <a:pt x="176316" y="405072"/>
                    <a:pt x="50911" y="361743"/>
                    <a:pt x="19748" y="260252"/>
                  </a:cubicBezTo>
                  <a:cubicBezTo>
                    <a:pt x="3916" y="208840"/>
                    <a:pt x="17914" y="145429"/>
                    <a:pt x="48411" y="102349"/>
                  </a:cubicBezTo>
                  <a:cubicBezTo>
                    <a:pt x="82491" y="54271"/>
                    <a:pt x="130904" y="29273"/>
                    <a:pt x="187149" y="15608"/>
                  </a:cubicBezTo>
                  <a:cubicBezTo>
                    <a:pt x="187316" y="15524"/>
                    <a:pt x="187483" y="15524"/>
                    <a:pt x="187566" y="15441"/>
                  </a:cubicBezTo>
                  <a:cubicBezTo>
                    <a:pt x="223729" y="11274"/>
                    <a:pt x="262059" y="16107"/>
                    <a:pt x="292972" y="32939"/>
                  </a:cubicBezTo>
                  <a:cubicBezTo>
                    <a:pt x="334386" y="55604"/>
                    <a:pt x="366383" y="97767"/>
                    <a:pt x="385298" y="140263"/>
                  </a:cubicBezTo>
                  <a:cubicBezTo>
                    <a:pt x="405963" y="187092"/>
                    <a:pt x="404879" y="245337"/>
                    <a:pt x="380631" y="290583"/>
                  </a:cubicBezTo>
                  <a:lnTo>
                    <a:pt x="380631" y="290583"/>
                  </a:lnTo>
                  <a:close/>
                </a:path>
              </a:pathLst>
            </a:custGeom>
            <a:grpFill/>
            <a:ln w="8332" cap="flat">
              <a:noFill/>
              <a:prstDash val="solid"/>
              <a:miter/>
            </a:ln>
          </p:spPr>
          <p:txBody>
            <a:bodyPr rtlCol="0" anchor="ctr"/>
            <a:lstStyle/>
            <a:p>
              <a:endParaRPr lang="en-US"/>
            </a:p>
          </p:txBody>
        </p:sp>
        <p:sp>
          <p:nvSpPr>
            <p:cNvPr id="2512" name="Freeform: Shape 2511"/>
            <p:cNvSpPr/>
            <p:nvPr/>
          </p:nvSpPr>
          <p:spPr>
            <a:xfrm>
              <a:off x="12001841" y="4697139"/>
              <a:ext cx="46270" cy="55259"/>
            </a:xfrm>
            <a:custGeom>
              <a:avLst/>
              <a:gdLst>
                <a:gd name="connsiteX0" fmla="*/ 45761 w 46270"/>
                <a:gd name="connsiteY0" fmla="*/ 37028 h 55259"/>
                <a:gd name="connsiteX1" fmla="*/ 25346 w 46270"/>
                <a:gd name="connsiteY1" fmla="*/ 7114 h 55259"/>
                <a:gd name="connsiteX2" fmla="*/ 10514 w 46270"/>
                <a:gd name="connsiteY2" fmla="*/ 1698 h 55259"/>
                <a:gd name="connsiteX3" fmla="*/ 15 w 46270"/>
                <a:gd name="connsiteY3" fmla="*/ 28445 h 55259"/>
                <a:gd name="connsiteX4" fmla="*/ 12681 w 46270"/>
                <a:gd name="connsiteY4" fmla="*/ 54860 h 55259"/>
                <a:gd name="connsiteX5" fmla="*/ 17014 w 46270"/>
                <a:gd name="connsiteY5" fmla="*/ 50527 h 55259"/>
                <a:gd name="connsiteX6" fmla="*/ 11430 w 46270"/>
                <a:gd name="connsiteY6" fmla="*/ 28445 h 55259"/>
                <a:gd name="connsiteX7" fmla="*/ 13514 w 46270"/>
                <a:gd name="connsiteY7" fmla="*/ 15363 h 55259"/>
                <a:gd name="connsiteX8" fmla="*/ 15014 w 46270"/>
                <a:gd name="connsiteY8" fmla="*/ 10530 h 55259"/>
                <a:gd name="connsiteX9" fmla="*/ 19347 w 46270"/>
                <a:gd name="connsiteY9" fmla="*/ 11947 h 55259"/>
                <a:gd name="connsiteX10" fmla="*/ 29513 w 46270"/>
                <a:gd name="connsiteY10" fmla="*/ 28445 h 55259"/>
                <a:gd name="connsiteX11" fmla="*/ 41012 w 46270"/>
                <a:gd name="connsiteY11" fmla="*/ 41860 h 55259"/>
                <a:gd name="connsiteX12" fmla="*/ 45761 w 46270"/>
                <a:gd name="connsiteY12" fmla="*/ 37028 h 55259"/>
                <a:gd name="connsiteX13" fmla="*/ 45761 w 46270"/>
                <a:gd name="connsiteY13" fmla="*/ 37028 h 55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6270" h="55259">
                  <a:moveTo>
                    <a:pt x="45761" y="37028"/>
                  </a:moveTo>
                  <a:cubicBezTo>
                    <a:pt x="38762" y="27112"/>
                    <a:pt x="32262" y="16946"/>
                    <a:pt x="25346" y="7114"/>
                  </a:cubicBezTo>
                  <a:cubicBezTo>
                    <a:pt x="21846" y="2114"/>
                    <a:pt x="16513" y="-2635"/>
                    <a:pt x="10514" y="1698"/>
                  </a:cubicBezTo>
                  <a:cubicBezTo>
                    <a:pt x="3598" y="6697"/>
                    <a:pt x="182" y="20612"/>
                    <a:pt x="15" y="28445"/>
                  </a:cubicBezTo>
                  <a:cubicBezTo>
                    <a:pt x="-234" y="39611"/>
                    <a:pt x="2598" y="49693"/>
                    <a:pt x="12681" y="54860"/>
                  </a:cubicBezTo>
                  <a:cubicBezTo>
                    <a:pt x="15680" y="56360"/>
                    <a:pt x="18264" y="53359"/>
                    <a:pt x="17014" y="50527"/>
                  </a:cubicBezTo>
                  <a:cubicBezTo>
                    <a:pt x="14014" y="43610"/>
                    <a:pt x="11931" y="36028"/>
                    <a:pt x="11430" y="28445"/>
                  </a:cubicBezTo>
                  <a:cubicBezTo>
                    <a:pt x="11098" y="23946"/>
                    <a:pt x="12265" y="19613"/>
                    <a:pt x="13514" y="15363"/>
                  </a:cubicBezTo>
                  <a:cubicBezTo>
                    <a:pt x="14014" y="13697"/>
                    <a:pt x="14513" y="12114"/>
                    <a:pt x="15014" y="10530"/>
                  </a:cubicBezTo>
                  <a:cubicBezTo>
                    <a:pt x="16930" y="8280"/>
                    <a:pt x="18431" y="8780"/>
                    <a:pt x="19347" y="11947"/>
                  </a:cubicBezTo>
                  <a:cubicBezTo>
                    <a:pt x="23680" y="16030"/>
                    <a:pt x="26263" y="23529"/>
                    <a:pt x="29513" y="28445"/>
                  </a:cubicBezTo>
                  <a:cubicBezTo>
                    <a:pt x="32846" y="33445"/>
                    <a:pt x="36179" y="38195"/>
                    <a:pt x="41012" y="41860"/>
                  </a:cubicBezTo>
                  <a:cubicBezTo>
                    <a:pt x="43761" y="43944"/>
                    <a:pt x="47678" y="39777"/>
                    <a:pt x="45761" y="37028"/>
                  </a:cubicBezTo>
                  <a:lnTo>
                    <a:pt x="45761" y="37028"/>
                  </a:lnTo>
                  <a:close/>
                </a:path>
              </a:pathLst>
            </a:custGeom>
            <a:grpFill/>
            <a:ln w="8332" cap="flat">
              <a:noFill/>
              <a:prstDash val="solid"/>
              <a:miter/>
            </a:ln>
          </p:spPr>
          <p:txBody>
            <a:bodyPr rtlCol="0" anchor="ctr"/>
            <a:lstStyle/>
            <a:p>
              <a:endParaRPr lang="en-US"/>
            </a:p>
          </p:txBody>
        </p:sp>
        <p:sp>
          <p:nvSpPr>
            <p:cNvPr id="2513" name="Freeform: Shape 2512"/>
            <p:cNvSpPr/>
            <p:nvPr/>
          </p:nvSpPr>
          <p:spPr>
            <a:xfrm>
              <a:off x="11901410" y="4639415"/>
              <a:ext cx="249527" cy="237117"/>
            </a:xfrm>
            <a:custGeom>
              <a:avLst/>
              <a:gdLst>
                <a:gd name="connsiteX0" fmla="*/ 248100 w 249527"/>
                <a:gd name="connsiteY0" fmla="*/ 76170 h 237117"/>
                <a:gd name="connsiteX1" fmla="*/ 208603 w 249527"/>
                <a:gd name="connsiteY1" fmla="*/ 64755 h 237117"/>
                <a:gd name="connsiteX2" fmla="*/ 169440 w 249527"/>
                <a:gd name="connsiteY2" fmla="*/ 63422 h 237117"/>
                <a:gd name="connsiteX3" fmla="*/ 178856 w 249527"/>
                <a:gd name="connsiteY3" fmla="*/ 51756 h 237117"/>
                <a:gd name="connsiteX4" fmla="*/ 190938 w 249527"/>
                <a:gd name="connsiteY4" fmla="*/ 31258 h 237117"/>
                <a:gd name="connsiteX5" fmla="*/ 185688 w 249527"/>
                <a:gd name="connsiteY5" fmla="*/ 24425 h 237117"/>
                <a:gd name="connsiteX6" fmla="*/ 165357 w 249527"/>
                <a:gd name="connsiteY6" fmla="*/ 31841 h 237117"/>
                <a:gd name="connsiteX7" fmla="*/ 139943 w 249527"/>
                <a:gd name="connsiteY7" fmla="*/ 48173 h 237117"/>
                <a:gd name="connsiteX8" fmla="*/ 126861 w 249527"/>
                <a:gd name="connsiteY8" fmla="*/ 1094 h 237117"/>
                <a:gd name="connsiteX9" fmla="*/ 121278 w 249527"/>
                <a:gd name="connsiteY9" fmla="*/ 1094 h 237117"/>
                <a:gd name="connsiteX10" fmla="*/ 103280 w 249527"/>
                <a:gd name="connsiteY10" fmla="*/ 41007 h 237117"/>
                <a:gd name="connsiteX11" fmla="*/ 69866 w 249527"/>
                <a:gd name="connsiteY11" fmla="*/ 24675 h 237117"/>
                <a:gd name="connsiteX12" fmla="*/ 64033 w 249527"/>
                <a:gd name="connsiteY12" fmla="*/ 28008 h 237117"/>
                <a:gd name="connsiteX13" fmla="*/ 86697 w 249527"/>
                <a:gd name="connsiteY13" fmla="*/ 65005 h 237117"/>
                <a:gd name="connsiteX14" fmla="*/ 77448 w 249527"/>
                <a:gd name="connsiteY14" fmla="*/ 62922 h 237117"/>
                <a:gd name="connsiteX15" fmla="*/ 53118 w 249527"/>
                <a:gd name="connsiteY15" fmla="*/ 62255 h 237117"/>
                <a:gd name="connsiteX16" fmla="*/ 6038 w 249527"/>
                <a:gd name="connsiteY16" fmla="*/ 55506 h 237117"/>
                <a:gd name="connsiteX17" fmla="*/ 4122 w 249527"/>
                <a:gd name="connsiteY17" fmla="*/ 62672 h 237117"/>
                <a:gd name="connsiteX18" fmla="*/ 33702 w 249527"/>
                <a:gd name="connsiteY18" fmla="*/ 84337 h 237117"/>
                <a:gd name="connsiteX19" fmla="*/ 65283 w 249527"/>
                <a:gd name="connsiteY19" fmla="*/ 92919 h 237117"/>
                <a:gd name="connsiteX20" fmla="*/ 57201 w 249527"/>
                <a:gd name="connsiteY20" fmla="*/ 96669 h 237117"/>
                <a:gd name="connsiteX21" fmla="*/ 31453 w 249527"/>
                <a:gd name="connsiteY21" fmla="*/ 114167 h 237117"/>
                <a:gd name="connsiteX22" fmla="*/ 9205 w 249527"/>
                <a:gd name="connsiteY22" fmla="*/ 138165 h 237117"/>
                <a:gd name="connsiteX23" fmla="*/ 39 w 249527"/>
                <a:gd name="connsiteY23" fmla="*/ 159830 h 237117"/>
                <a:gd name="connsiteX24" fmla="*/ 7455 w 249527"/>
                <a:gd name="connsiteY24" fmla="*/ 164079 h 237117"/>
                <a:gd name="connsiteX25" fmla="*/ 45618 w 249527"/>
                <a:gd name="connsiteY25" fmla="*/ 142665 h 237117"/>
                <a:gd name="connsiteX26" fmla="*/ 77782 w 249527"/>
                <a:gd name="connsiteY26" fmla="*/ 129166 h 237117"/>
                <a:gd name="connsiteX27" fmla="*/ 53367 w 249527"/>
                <a:gd name="connsiteY27" fmla="*/ 171079 h 237117"/>
                <a:gd name="connsiteX28" fmla="*/ 44618 w 249527"/>
                <a:gd name="connsiteY28" fmla="*/ 232906 h 237117"/>
                <a:gd name="connsiteX29" fmla="*/ 76448 w 249527"/>
                <a:gd name="connsiteY29" fmla="*/ 209575 h 237117"/>
                <a:gd name="connsiteX30" fmla="*/ 101529 w 249527"/>
                <a:gd name="connsiteY30" fmla="*/ 168579 h 237117"/>
                <a:gd name="connsiteX31" fmla="*/ 120111 w 249527"/>
                <a:gd name="connsiteY31" fmla="*/ 137665 h 237117"/>
                <a:gd name="connsiteX32" fmla="*/ 119862 w 249527"/>
                <a:gd name="connsiteY32" fmla="*/ 148580 h 237117"/>
                <a:gd name="connsiteX33" fmla="*/ 123945 w 249527"/>
                <a:gd name="connsiteY33" fmla="*/ 168995 h 237117"/>
                <a:gd name="connsiteX34" fmla="*/ 128278 w 249527"/>
                <a:gd name="connsiteY34" fmla="*/ 186744 h 237117"/>
                <a:gd name="connsiteX35" fmla="*/ 145109 w 249527"/>
                <a:gd name="connsiteY35" fmla="*/ 226824 h 237117"/>
                <a:gd name="connsiteX36" fmla="*/ 165357 w 249527"/>
                <a:gd name="connsiteY36" fmla="*/ 199493 h 237117"/>
                <a:gd name="connsiteX37" fmla="*/ 165608 w 249527"/>
                <a:gd name="connsiteY37" fmla="*/ 157080 h 237117"/>
                <a:gd name="connsiteX38" fmla="*/ 159691 w 249527"/>
                <a:gd name="connsiteY38" fmla="*/ 130749 h 237117"/>
                <a:gd name="connsiteX39" fmla="*/ 207603 w 249527"/>
                <a:gd name="connsiteY39" fmla="*/ 151164 h 237117"/>
                <a:gd name="connsiteX40" fmla="*/ 229935 w 249527"/>
                <a:gd name="connsiteY40" fmla="*/ 170829 h 237117"/>
                <a:gd name="connsiteX41" fmla="*/ 237850 w 249527"/>
                <a:gd name="connsiteY41" fmla="*/ 178661 h 237117"/>
                <a:gd name="connsiteX42" fmla="*/ 243934 w 249527"/>
                <a:gd name="connsiteY42" fmla="*/ 172578 h 237117"/>
                <a:gd name="connsiteX43" fmla="*/ 217269 w 249527"/>
                <a:gd name="connsiteY43" fmla="*/ 126666 h 237117"/>
                <a:gd name="connsiteX44" fmla="*/ 197688 w 249527"/>
                <a:gd name="connsiteY44" fmla="*/ 109751 h 237117"/>
                <a:gd name="connsiteX45" fmla="*/ 177523 w 249527"/>
                <a:gd name="connsiteY45" fmla="*/ 100252 h 237117"/>
                <a:gd name="connsiteX46" fmla="*/ 221686 w 249527"/>
                <a:gd name="connsiteY46" fmla="*/ 90669 h 237117"/>
                <a:gd name="connsiteX47" fmla="*/ 248933 w 249527"/>
                <a:gd name="connsiteY47" fmla="*/ 82337 h 237117"/>
                <a:gd name="connsiteX48" fmla="*/ 248100 w 249527"/>
                <a:gd name="connsiteY48" fmla="*/ 76170 h 237117"/>
                <a:gd name="connsiteX49" fmla="*/ 248100 w 249527"/>
                <a:gd name="connsiteY49" fmla="*/ 76170 h 237117"/>
                <a:gd name="connsiteX50" fmla="*/ 215269 w 249527"/>
                <a:gd name="connsiteY50" fmla="*/ 81837 h 237117"/>
                <a:gd name="connsiteX51" fmla="*/ 192271 w 249527"/>
                <a:gd name="connsiteY51" fmla="*/ 85753 h 237117"/>
                <a:gd name="connsiteX52" fmla="*/ 166024 w 249527"/>
                <a:gd name="connsiteY52" fmla="*/ 96419 h 237117"/>
                <a:gd name="connsiteX53" fmla="*/ 165274 w 249527"/>
                <a:gd name="connsiteY53" fmla="*/ 102502 h 237117"/>
                <a:gd name="connsiteX54" fmla="*/ 172940 w 249527"/>
                <a:gd name="connsiteY54" fmla="*/ 108501 h 237117"/>
                <a:gd name="connsiteX55" fmla="*/ 201021 w 249527"/>
                <a:gd name="connsiteY55" fmla="*/ 125666 h 237117"/>
                <a:gd name="connsiteX56" fmla="*/ 224518 w 249527"/>
                <a:gd name="connsiteY56" fmla="*/ 151663 h 237117"/>
                <a:gd name="connsiteX57" fmla="*/ 207853 w 249527"/>
                <a:gd name="connsiteY57" fmla="*/ 140665 h 237117"/>
                <a:gd name="connsiteX58" fmla="*/ 154858 w 249527"/>
                <a:gd name="connsiteY58" fmla="*/ 120500 h 237117"/>
                <a:gd name="connsiteX59" fmla="*/ 149109 w 249527"/>
                <a:gd name="connsiteY59" fmla="*/ 126249 h 237117"/>
                <a:gd name="connsiteX60" fmla="*/ 155108 w 249527"/>
                <a:gd name="connsiteY60" fmla="*/ 149914 h 237117"/>
                <a:gd name="connsiteX61" fmla="*/ 156775 w 249527"/>
                <a:gd name="connsiteY61" fmla="*/ 184494 h 237117"/>
                <a:gd name="connsiteX62" fmla="*/ 153858 w 249527"/>
                <a:gd name="connsiteY62" fmla="*/ 208825 h 237117"/>
                <a:gd name="connsiteX63" fmla="*/ 152692 w 249527"/>
                <a:gd name="connsiteY63" fmla="*/ 214575 h 237117"/>
                <a:gd name="connsiteX64" fmla="*/ 149942 w 249527"/>
                <a:gd name="connsiteY64" fmla="*/ 217824 h 237117"/>
                <a:gd name="connsiteX65" fmla="*/ 142776 w 249527"/>
                <a:gd name="connsiteY65" fmla="*/ 202409 h 237117"/>
                <a:gd name="connsiteX66" fmla="*/ 134527 w 249527"/>
                <a:gd name="connsiteY66" fmla="*/ 173995 h 237117"/>
                <a:gd name="connsiteX67" fmla="*/ 128360 w 249527"/>
                <a:gd name="connsiteY67" fmla="*/ 146081 h 237117"/>
                <a:gd name="connsiteX68" fmla="*/ 126527 w 249527"/>
                <a:gd name="connsiteY68" fmla="*/ 126583 h 237117"/>
                <a:gd name="connsiteX69" fmla="*/ 120194 w 249527"/>
                <a:gd name="connsiteY69" fmla="*/ 124916 h 237117"/>
                <a:gd name="connsiteX70" fmla="*/ 94447 w 249527"/>
                <a:gd name="connsiteY70" fmla="*/ 161246 h 237117"/>
                <a:gd name="connsiteX71" fmla="*/ 56617 w 249527"/>
                <a:gd name="connsiteY71" fmla="*/ 219074 h 237117"/>
                <a:gd name="connsiteX72" fmla="*/ 53700 w 249527"/>
                <a:gd name="connsiteY72" fmla="*/ 221991 h 237117"/>
                <a:gd name="connsiteX73" fmla="*/ 55368 w 249527"/>
                <a:gd name="connsiteY73" fmla="*/ 204659 h 237117"/>
                <a:gd name="connsiteX74" fmla="*/ 63783 w 249527"/>
                <a:gd name="connsiteY74" fmla="*/ 175578 h 237117"/>
                <a:gd name="connsiteX75" fmla="*/ 98030 w 249527"/>
                <a:gd name="connsiteY75" fmla="*/ 123000 h 237117"/>
                <a:gd name="connsiteX76" fmla="*/ 94530 w 249527"/>
                <a:gd name="connsiteY76" fmla="*/ 114667 h 237117"/>
                <a:gd name="connsiteX77" fmla="*/ 46035 w 249527"/>
                <a:gd name="connsiteY77" fmla="*/ 132915 h 237117"/>
                <a:gd name="connsiteX78" fmla="*/ 12954 w 249527"/>
                <a:gd name="connsiteY78" fmla="*/ 150414 h 237117"/>
                <a:gd name="connsiteX79" fmla="*/ 24620 w 249527"/>
                <a:gd name="connsiteY79" fmla="*/ 135165 h 237117"/>
                <a:gd name="connsiteX80" fmla="*/ 50201 w 249527"/>
                <a:gd name="connsiteY80" fmla="*/ 112750 h 237117"/>
                <a:gd name="connsiteX81" fmla="*/ 75949 w 249527"/>
                <a:gd name="connsiteY81" fmla="*/ 100585 h 237117"/>
                <a:gd name="connsiteX82" fmla="*/ 88780 w 249527"/>
                <a:gd name="connsiteY82" fmla="*/ 94502 h 237117"/>
                <a:gd name="connsiteX83" fmla="*/ 85697 w 249527"/>
                <a:gd name="connsiteY83" fmla="*/ 87003 h 237117"/>
                <a:gd name="connsiteX84" fmla="*/ 39868 w 249527"/>
                <a:gd name="connsiteY84" fmla="*/ 79087 h 237117"/>
                <a:gd name="connsiteX85" fmla="*/ 18037 w 249527"/>
                <a:gd name="connsiteY85" fmla="*/ 64672 h 237117"/>
                <a:gd name="connsiteX86" fmla="*/ 88615 w 249527"/>
                <a:gd name="connsiteY86" fmla="*/ 70004 h 237117"/>
                <a:gd name="connsiteX87" fmla="*/ 91947 w 249527"/>
                <a:gd name="connsiteY87" fmla="*/ 71338 h 237117"/>
                <a:gd name="connsiteX88" fmla="*/ 93364 w 249527"/>
                <a:gd name="connsiteY88" fmla="*/ 71171 h 237117"/>
                <a:gd name="connsiteX89" fmla="*/ 97113 w 249527"/>
                <a:gd name="connsiteY89" fmla="*/ 64672 h 237117"/>
                <a:gd name="connsiteX90" fmla="*/ 84781 w 249527"/>
                <a:gd name="connsiteY90" fmla="*/ 50173 h 237117"/>
                <a:gd name="connsiteX91" fmla="*/ 74532 w 249527"/>
                <a:gd name="connsiteY91" fmla="*/ 36757 h 237117"/>
                <a:gd name="connsiteX92" fmla="*/ 103446 w 249527"/>
                <a:gd name="connsiteY92" fmla="*/ 53506 h 237117"/>
                <a:gd name="connsiteX93" fmla="*/ 111029 w 249527"/>
                <a:gd name="connsiteY93" fmla="*/ 50423 h 237117"/>
                <a:gd name="connsiteX94" fmla="*/ 117362 w 249527"/>
                <a:gd name="connsiteY94" fmla="*/ 29425 h 237117"/>
                <a:gd name="connsiteX95" fmla="*/ 119612 w 249527"/>
                <a:gd name="connsiteY95" fmla="*/ 21009 h 237117"/>
                <a:gd name="connsiteX96" fmla="*/ 125028 w 249527"/>
                <a:gd name="connsiteY96" fmla="*/ 12676 h 237117"/>
                <a:gd name="connsiteX97" fmla="*/ 129278 w 249527"/>
                <a:gd name="connsiteY97" fmla="*/ 31924 h 237117"/>
                <a:gd name="connsiteX98" fmla="*/ 129777 w 249527"/>
                <a:gd name="connsiteY98" fmla="*/ 56256 h 237117"/>
                <a:gd name="connsiteX99" fmla="*/ 136026 w 249527"/>
                <a:gd name="connsiteY99" fmla="*/ 61005 h 237117"/>
                <a:gd name="connsiteX100" fmla="*/ 158275 w 249527"/>
                <a:gd name="connsiteY100" fmla="*/ 47840 h 237117"/>
                <a:gd name="connsiteX101" fmla="*/ 174773 w 249527"/>
                <a:gd name="connsiteY101" fmla="*/ 38007 h 237117"/>
                <a:gd name="connsiteX102" fmla="*/ 155441 w 249527"/>
                <a:gd name="connsiteY102" fmla="*/ 69004 h 237117"/>
                <a:gd name="connsiteX103" fmla="*/ 161024 w 249527"/>
                <a:gd name="connsiteY103" fmla="*/ 74587 h 237117"/>
                <a:gd name="connsiteX104" fmla="*/ 199354 w 249527"/>
                <a:gd name="connsiteY104" fmla="*/ 75004 h 237117"/>
                <a:gd name="connsiteX105" fmla="*/ 220436 w 249527"/>
                <a:gd name="connsiteY105" fmla="*/ 78171 h 237117"/>
                <a:gd name="connsiteX106" fmla="*/ 232601 w 249527"/>
                <a:gd name="connsiteY106" fmla="*/ 80087 h 237117"/>
                <a:gd name="connsiteX107" fmla="*/ 215269 w 249527"/>
                <a:gd name="connsiteY107" fmla="*/ 81837 h 237117"/>
                <a:gd name="connsiteX108" fmla="*/ 215269 w 249527"/>
                <a:gd name="connsiteY108" fmla="*/ 81837 h 237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249527" h="237117">
                  <a:moveTo>
                    <a:pt x="248100" y="76170"/>
                  </a:moveTo>
                  <a:cubicBezTo>
                    <a:pt x="239601" y="67171"/>
                    <a:pt x="220269" y="66338"/>
                    <a:pt x="208603" y="64755"/>
                  </a:cubicBezTo>
                  <a:cubicBezTo>
                    <a:pt x="195354" y="63005"/>
                    <a:pt x="182522" y="63422"/>
                    <a:pt x="169440" y="63422"/>
                  </a:cubicBezTo>
                  <a:cubicBezTo>
                    <a:pt x="172356" y="59255"/>
                    <a:pt x="176940" y="54673"/>
                    <a:pt x="178856" y="51756"/>
                  </a:cubicBezTo>
                  <a:cubicBezTo>
                    <a:pt x="183273" y="45007"/>
                    <a:pt x="188022" y="38841"/>
                    <a:pt x="190938" y="31258"/>
                  </a:cubicBezTo>
                  <a:cubicBezTo>
                    <a:pt x="192355" y="27592"/>
                    <a:pt x="188855" y="24758"/>
                    <a:pt x="185688" y="24425"/>
                  </a:cubicBezTo>
                  <a:cubicBezTo>
                    <a:pt x="178939" y="23675"/>
                    <a:pt x="171106" y="28841"/>
                    <a:pt x="165357" y="31841"/>
                  </a:cubicBezTo>
                  <a:cubicBezTo>
                    <a:pt x="156691" y="36424"/>
                    <a:pt x="148609" y="43257"/>
                    <a:pt x="139943" y="48173"/>
                  </a:cubicBezTo>
                  <a:cubicBezTo>
                    <a:pt x="140193" y="32008"/>
                    <a:pt x="138859" y="11093"/>
                    <a:pt x="126861" y="1094"/>
                  </a:cubicBezTo>
                  <a:cubicBezTo>
                    <a:pt x="125028" y="-406"/>
                    <a:pt x="123028" y="-323"/>
                    <a:pt x="121278" y="1094"/>
                  </a:cubicBezTo>
                  <a:cubicBezTo>
                    <a:pt x="111196" y="9010"/>
                    <a:pt x="107279" y="27508"/>
                    <a:pt x="103280" y="41007"/>
                  </a:cubicBezTo>
                  <a:cubicBezTo>
                    <a:pt x="92781" y="34258"/>
                    <a:pt x="82198" y="27841"/>
                    <a:pt x="69866" y="24675"/>
                  </a:cubicBezTo>
                  <a:cubicBezTo>
                    <a:pt x="67533" y="24092"/>
                    <a:pt x="64533" y="25425"/>
                    <a:pt x="64033" y="28008"/>
                  </a:cubicBezTo>
                  <a:cubicBezTo>
                    <a:pt x="61367" y="41340"/>
                    <a:pt x="77782" y="54422"/>
                    <a:pt x="86697" y="65005"/>
                  </a:cubicBezTo>
                  <a:cubicBezTo>
                    <a:pt x="83614" y="64255"/>
                    <a:pt x="80615" y="63422"/>
                    <a:pt x="77448" y="62922"/>
                  </a:cubicBezTo>
                  <a:cubicBezTo>
                    <a:pt x="69449" y="61505"/>
                    <a:pt x="61200" y="62755"/>
                    <a:pt x="53118" y="62255"/>
                  </a:cubicBezTo>
                  <a:cubicBezTo>
                    <a:pt x="37369" y="61255"/>
                    <a:pt x="21787" y="57089"/>
                    <a:pt x="6038" y="55506"/>
                  </a:cubicBezTo>
                  <a:cubicBezTo>
                    <a:pt x="1955" y="55089"/>
                    <a:pt x="1206" y="60755"/>
                    <a:pt x="4122" y="62672"/>
                  </a:cubicBezTo>
                  <a:cubicBezTo>
                    <a:pt x="14454" y="69421"/>
                    <a:pt x="22286" y="79170"/>
                    <a:pt x="33702" y="84337"/>
                  </a:cubicBezTo>
                  <a:cubicBezTo>
                    <a:pt x="43785" y="88919"/>
                    <a:pt x="54534" y="90919"/>
                    <a:pt x="65283" y="92919"/>
                  </a:cubicBezTo>
                  <a:cubicBezTo>
                    <a:pt x="62534" y="94086"/>
                    <a:pt x="59783" y="95336"/>
                    <a:pt x="57201" y="96669"/>
                  </a:cubicBezTo>
                  <a:cubicBezTo>
                    <a:pt x="48035" y="101418"/>
                    <a:pt x="39118" y="107251"/>
                    <a:pt x="31453" y="114167"/>
                  </a:cubicBezTo>
                  <a:cubicBezTo>
                    <a:pt x="23537" y="121250"/>
                    <a:pt x="14954" y="129166"/>
                    <a:pt x="9205" y="138165"/>
                  </a:cubicBezTo>
                  <a:cubicBezTo>
                    <a:pt x="5538" y="143914"/>
                    <a:pt x="-545" y="152747"/>
                    <a:pt x="39" y="159830"/>
                  </a:cubicBezTo>
                  <a:cubicBezTo>
                    <a:pt x="372" y="163662"/>
                    <a:pt x="3955" y="165746"/>
                    <a:pt x="7455" y="164079"/>
                  </a:cubicBezTo>
                  <a:cubicBezTo>
                    <a:pt x="20537" y="157747"/>
                    <a:pt x="32453" y="149164"/>
                    <a:pt x="45618" y="142665"/>
                  </a:cubicBezTo>
                  <a:cubicBezTo>
                    <a:pt x="56117" y="137499"/>
                    <a:pt x="66783" y="132915"/>
                    <a:pt x="77782" y="129166"/>
                  </a:cubicBezTo>
                  <a:cubicBezTo>
                    <a:pt x="67199" y="141248"/>
                    <a:pt x="59700" y="155997"/>
                    <a:pt x="53367" y="171079"/>
                  </a:cubicBezTo>
                  <a:cubicBezTo>
                    <a:pt x="47284" y="185577"/>
                    <a:pt x="33036" y="218074"/>
                    <a:pt x="44618" y="232906"/>
                  </a:cubicBezTo>
                  <a:cubicBezTo>
                    <a:pt x="56617" y="248405"/>
                    <a:pt x="72282" y="216658"/>
                    <a:pt x="76448" y="209575"/>
                  </a:cubicBezTo>
                  <a:cubicBezTo>
                    <a:pt x="84697" y="195827"/>
                    <a:pt x="93113" y="182244"/>
                    <a:pt x="101529" y="168579"/>
                  </a:cubicBezTo>
                  <a:cubicBezTo>
                    <a:pt x="107113" y="159496"/>
                    <a:pt x="112696" y="146664"/>
                    <a:pt x="120111" y="137665"/>
                  </a:cubicBezTo>
                  <a:cubicBezTo>
                    <a:pt x="120194" y="141415"/>
                    <a:pt x="119528" y="145581"/>
                    <a:pt x="119862" y="148580"/>
                  </a:cubicBezTo>
                  <a:cubicBezTo>
                    <a:pt x="120611" y="155497"/>
                    <a:pt x="122277" y="162246"/>
                    <a:pt x="123945" y="168995"/>
                  </a:cubicBezTo>
                  <a:cubicBezTo>
                    <a:pt x="125361" y="174912"/>
                    <a:pt x="126777" y="180828"/>
                    <a:pt x="128278" y="186744"/>
                  </a:cubicBezTo>
                  <a:cubicBezTo>
                    <a:pt x="131361" y="198576"/>
                    <a:pt x="134776" y="218741"/>
                    <a:pt x="145109" y="226824"/>
                  </a:cubicBezTo>
                  <a:cubicBezTo>
                    <a:pt x="160857" y="239156"/>
                    <a:pt x="164274" y="207826"/>
                    <a:pt x="165357" y="199493"/>
                  </a:cubicBezTo>
                  <a:cubicBezTo>
                    <a:pt x="167274" y="185327"/>
                    <a:pt x="166774" y="171245"/>
                    <a:pt x="165608" y="157080"/>
                  </a:cubicBezTo>
                  <a:cubicBezTo>
                    <a:pt x="164857" y="147831"/>
                    <a:pt x="161774" y="139415"/>
                    <a:pt x="159691" y="130749"/>
                  </a:cubicBezTo>
                  <a:cubicBezTo>
                    <a:pt x="176272" y="134749"/>
                    <a:pt x="193355" y="142581"/>
                    <a:pt x="207603" y="151164"/>
                  </a:cubicBezTo>
                  <a:cubicBezTo>
                    <a:pt x="215936" y="156163"/>
                    <a:pt x="224268" y="162746"/>
                    <a:pt x="229935" y="170829"/>
                  </a:cubicBezTo>
                  <a:cubicBezTo>
                    <a:pt x="232517" y="174495"/>
                    <a:pt x="233101" y="177911"/>
                    <a:pt x="237850" y="178661"/>
                  </a:cubicBezTo>
                  <a:cubicBezTo>
                    <a:pt x="241767" y="179245"/>
                    <a:pt x="244517" y="176578"/>
                    <a:pt x="243934" y="172578"/>
                  </a:cubicBezTo>
                  <a:cubicBezTo>
                    <a:pt x="241100" y="154997"/>
                    <a:pt x="229352" y="139165"/>
                    <a:pt x="217269" y="126666"/>
                  </a:cubicBezTo>
                  <a:cubicBezTo>
                    <a:pt x="211270" y="120500"/>
                    <a:pt x="204770" y="114584"/>
                    <a:pt x="197688" y="109751"/>
                  </a:cubicBezTo>
                  <a:cubicBezTo>
                    <a:pt x="193104" y="106584"/>
                    <a:pt x="183273" y="104001"/>
                    <a:pt x="177523" y="100252"/>
                  </a:cubicBezTo>
                  <a:cubicBezTo>
                    <a:pt x="189855" y="93169"/>
                    <a:pt x="208937" y="92336"/>
                    <a:pt x="221686" y="90669"/>
                  </a:cubicBezTo>
                  <a:cubicBezTo>
                    <a:pt x="230352" y="89503"/>
                    <a:pt x="244517" y="90919"/>
                    <a:pt x="248933" y="82337"/>
                  </a:cubicBezTo>
                  <a:cubicBezTo>
                    <a:pt x="249933" y="80420"/>
                    <a:pt x="249683" y="77920"/>
                    <a:pt x="248100" y="76170"/>
                  </a:cubicBezTo>
                  <a:lnTo>
                    <a:pt x="248100" y="76170"/>
                  </a:lnTo>
                  <a:close/>
                  <a:moveTo>
                    <a:pt x="215269" y="81837"/>
                  </a:moveTo>
                  <a:cubicBezTo>
                    <a:pt x="207520" y="82920"/>
                    <a:pt x="199938" y="84086"/>
                    <a:pt x="192271" y="85753"/>
                  </a:cubicBezTo>
                  <a:cubicBezTo>
                    <a:pt x="182689" y="87836"/>
                    <a:pt x="173690" y="90086"/>
                    <a:pt x="166024" y="96419"/>
                  </a:cubicBezTo>
                  <a:cubicBezTo>
                    <a:pt x="164441" y="97752"/>
                    <a:pt x="164107" y="100835"/>
                    <a:pt x="165274" y="102502"/>
                  </a:cubicBezTo>
                  <a:cubicBezTo>
                    <a:pt x="167524" y="105751"/>
                    <a:pt x="169524" y="106751"/>
                    <a:pt x="172940" y="108501"/>
                  </a:cubicBezTo>
                  <a:cubicBezTo>
                    <a:pt x="182939" y="113750"/>
                    <a:pt x="192271" y="118167"/>
                    <a:pt x="201021" y="125666"/>
                  </a:cubicBezTo>
                  <a:cubicBezTo>
                    <a:pt x="209520" y="132915"/>
                    <a:pt x="218102" y="141748"/>
                    <a:pt x="224518" y="151663"/>
                  </a:cubicBezTo>
                  <a:cubicBezTo>
                    <a:pt x="219352" y="147414"/>
                    <a:pt x="213687" y="143831"/>
                    <a:pt x="207853" y="140665"/>
                  </a:cubicBezTo>
                  <a:cubicBezTo>
                    <a:pt x="191772" y="132082"/>
                    <a:pt x="172940" y="123583"/>
                    <a:pt x="154858" y="120500"/>
                  </a:cubicBezTo>
                  <a:cubicBezTo>
                    <a:pt x="151026" y="119833"/>
                    <a:pt x="148609" y="122583"/>
                    <a:pt x="149109" y="126249"/>
                  </a:cubicBezTo>
                  <a:cubicBezTo>
                    <a:pt x="150192" y="134165"/>
                    <a:pt x="153942" y="141748"/>
                    <a:pt x="155108" y="149914"/>
                  </a:cubicBezTo>
                  <a:cubicBezTo>
                    <a:pt x="156691" y="161163"/>
                    <a:pt x="157192" y="173078"/>
                    <a:pt x="156775" y="184494"/>
                  </a:cubicBezTo>
                  <a:cubicBezTo>
                    <a:pt x="156524" y="192660"/>
                    <a:pt x="155359" y="200743"/>
                    <a:pt x="153858" y="208825"/>
                  </a:cubicBezTo>
                  <a:lnTo>
                    <a:pt x="152692" y="214575"/>
                  </a:lnTo>
                  <a:cubicBezTo>
                    <a:pt x="152858" y="220074"/>
                    <a:pt x="151942" y="221157"/>
                    <a:pt x="149942" y="217824"/>
                  </a:cubicBezTo>
                  <a:cubicBezTo>
                    <a:pt x="146442" y="215824"/>
                    <a:pt x="144109" y="205909"/>
                    <a:pt x="142776" y="202409"/>
                  </a:cubicBezTo>
                  <a:cubicBezTo>
                    <a:pt x="139443" y="193160"/>
                    <a:pt x="136943" y="183577"/>
                    <a:pt x="134527" y="173995"/>
                  </a:cubicBezTo>
                  <a:cubicBezTo>
                    <a:pt x="132194" y="164913"/>
                    <a:pt x="129027" y="155580"/>
                    <a:pt x="128360" y="146081"/>
                  </a:cubicBezTo>
                  <a:cubicBezTo>
                    <a:pt x="127861" y="139165"/>
                    <a:pt x="130361" y="132749"/>
                    <a:pt x="126527" y="126583"/>
                  </a:cubicBezTo>
                  <a:cubicBezTo>
                    <a:pt x="125277" y="124666"/>
                    <a:pt x="122277" y="123416"/>
                    <a:pt x="120194" y="124916"/>
                  </a:cubicBezTo>
                  <a:cubicBezTo>
                    <a:pt x="108862" y="133332"/>
                    <a:pt x="101946" y="149580"/>
                    <a:pt x="94447" y="161246"/>
                  </a:cubicBezTo>
                  <a:cubicBezTo>
                    <a:pt x="82282" y="180328"/>
                    <a:pt x="67199" y="199159"/>
                    <a:pt x="56617" y="219074"/>
                  </a:cubicBezTo>
                  <a:cubicBezTo>
                    <a:pt x="54450" y="223157"/>
                    <a:pt x="56201" y="227657"/>
                    <a:pt x="53700" y="221991"/>
                  </a:cubicBezTo>
                  <a:cubicBezTo>
                    <a:pt x="51534" y="216991"/>
                    <a:pt x="54368" y="209909"/>
                    <a:pt x="55368" y="204659"/>
                  </a:cubicBezTo>
                  <a:cubicBezTo>
                    <a:pt x="57367" y="194827"/>
                    <a:pt x="60200" y="184994"/>
                    <a:pt x="63783" y="175578"/>
                  </a:cubicBezTo>
                  <a:cubicBezTo>
                    <a:pt x="71199" y="156247"/>
                    <a:pt x="81282" y="135832"/>
                    <a:pt x="98030" y="123000"/>
                  </a:cubicBezTo>
                  <a:cubicBezTo>
                    <a:pt x="101780" y="120167"/>
                    <a:pt x="99863" y="113001"/>
                    <a:pt x="94530" y="114667"/>
                  </a:cubicBezTo>
                  <a:cubicBezTo>
                    <a:pt x="77949" y="119833"/>
                    <a:pt x="61866" y="125583"/>
                    <a:pt x="46035" y="132915"/>
                  </a:cubicBezTo>
                  <a:cubicBezTo>
                    <a:pt x="34702" y="138165"/>
                    <a:pt x="23954" y="144581"/>
                    <a:pt x="12954" y="150414"/>
                  </a:cubicBezTo>
                  <a:cubicBezTo>
                    <a:pt x="16454" y="144331"/>
                    <a:pt x="22037" y="137915"/>
                    <a:pt x="24620" y="135165"/>
                  </a:cubicBezTo>
                  <a:cubicBezTo>
                    <a:pt x="32453" y="126833"/>
                    <a:pt x="40535" y="119000"/>
                    <a:pt x="50201" y="112750"/>
                  </a:cubicBezTo>
                  <a:cubicBezTo>
                    <a:pt x="58200" y="107584"/>
                    <a:pt x="66700" y="102751"/>
                    <a:pt x="75949" y="100585"/>
                  </a:cubicBezTo>
                  <a:cubicBezTo>
                    <a:pt x="81449" y="99335"/>
                    <a:pt x="85198" y="99252"/>
                    <a:pt x="88780" y="94502"/>
                  </a:cubicBezTo>
                  <a:cubicBezTo>
                    <a:pt x="90698" y="91919"/>
                    <a:pt x="88698" y="87586"/>
                    <a:pt x="85697" y="87003"/>
                  </a:cubicBezTo>
                  <a:cubicBezTo>
                    <a:pt x="70532" y="83920"/>
                    <a:pt x="54617" y="84086"/>
                    <a:pt x="39868" y="79087"/>
                  </a:cubicBezTo>
                  <a:cubicBezTo>
                    <a:pt x="30452" y="75921"/>
                    <a:pt x="24370" y="70421"/>
                    <a:pt x="18037" y="64672"/>
                  </a:cubicBezTo>
                  <a:cubicBezTo>
                    <a:pt x="41452" y="67755"/>
                    <a:pt x="64949" y="72087"/>
                    <a:pt x="88615" y="70004"/>
                  </a:cubicBezTo>
                  <a:cubicBezTo>
                    <a:pt x="89281" y="70921"/>
                    <a:pt x="90364" y="71504"/>
                    <a:pt x="91947" y="71338"/>
                  </a:cubicBezTo>
                  <a:cubicBezTo>
                    <a:pt x="92447" y="71254"/>
                    <a:pt x="92864" y="71254"/>
                    <a:pt x="93364" y="71171"/>
                  </a:cubicBezTo>
                  <a:cubicBezTo>
                    <a:pt x="96363" y="70921"/>
                    <a:pt x="99114" y="67588"/>
                    <a:pt x="97113" y="64672"/>
                  </a:cubicBezTo>
                  <a:cubicBezTo>
                    <a:pt x="93530" y="59505"/>
                    <a:pt x="88698" y="55173"/>
                    <a:pt x="84781" y="50173"/>
                  </a:cubicBezTo>
                  <a:cubicBezTo>
                    <a:pt x="82781" y="47590"/>
                    <a:pt x="77282" y="41840"/>
                    <a:pt x="74532" y="36757"/>
                  </a:cubicBezTo>
                  <a:cubicBezTo>
                    <a:pt x="84781" y="41257"/>
                    <a:pt x="94030" y="47506"/>
                    <a:pt x="103446" y="53506"/>
                  </a:cubicBezTo>
                  <a:cubicBezTo>
                    <a:pt x="106363" y="55339"/>
                    <a:pt x="110029" y="53506"/>
                    <a:pt x="111029" y="50423"/>
                  </a:cubicBezTo>
                  <a:cubicBezTo>
                    <a:pt x="113279" y="43423"/>
                    <a:pt x="115445" y="36424"/>
                    <a:pt x="117362" y="29425"/>
                  </a:cubicBezTo>
                  <a:cubicBezTo>
                    <a:pt x="118111" y="26592"/>
                    <a:pt x="118778" y="23759"/>
                    <a:pt x="119612" y="21009"/>
                  </a:cubicBezTo>
                  <a:cubicBezTo>
                    <a:pt x="120778" y="17093"/>
                    <a:pt x="120445" y="9093"/>
                    <a:pt x="125028" y="12676"/>
                  </a:cubicBezTo>
                  <a:cubicBezTo>
                    <a:pt x="129694" y="16259"/>
                    <a:pt x="128694" y="26508"/>
                    <a:pt x="129278" y="31924"/>
                  </a:cubicBezTo>
                  <a:cubicBezTo>
                    <a:pt x="130194" y="40340"/>
                    <a:pt x="130277" y="47840"/>
                    <a:pt x="129777" y="56256"/>
                  </a:cubicBezTo>
                  <a:cubicBezTo>
                    <a:pt x="129610" y="59255"/>
                    <a:pt x="133110" y="62172"/>
                    <a:pt x="136026" y="61005"/>
                  </a:cubicBezTo>
                  <a:cubicBezTo>
                    <a:pt x="144109" y="57839"/>
                    <a:pt x="150859" y="52256"/>
                    <a:pt x="158275" y="47840"/>
                  </a:cubicBezTo>
                  <a:cubicBezTo>
                    <a:pt x="162274" y="45423"/>
                    <a:pt x="168607" y="40924"/>
                    <a:pt x="174773" y="38007"/>
                  </a:cubicBezTo>
                  <a:cubicBezTo>
                    <a:pt x="167357" y="48173"/>
                    <a:pt x="156775" y="57422"/>
                    <a:pt x="155441" y="69004"/>
                  </a:cubicBezTo>
                  <a:cubicBezTo>
                    <a:pt x="155108" y="72087"/>
                    <a:pt x="158275" y="74587"/>
                    <a:pt x="161024" y="74587"/>
                  </a:cubicBezTo>
                  <a:cubicBezTo>
                    <a:pt x="173940" y="74837"/>
                    <a:pt x="186439" y="73671"/>
                    <a:pt x="199354" y="75004"/>
                  </a:cubicBezTo>
                  <a:cubicBezTo>
                    <a:pt x="206437" y="75754"/>
                    <a:pt x="213436" y="76754"/>
                    <a:pt x="220436" y="78171"/>
                  </a:cubicBezTo>
                  <a:cubicBezTo>
                    <a:pt x="223268" y="78753"/>
                    <a:pt x="228185" y="79170"/>
                    <a:pt x="232601" y="80087"/>
                  </a:cubicBezTo>
                  <a:cubicBezTo>
                    <a:pt x="226268" y="81254"/>
                    <a:pt x="217436" y="81503"/>
                    <a:pt x="215269" y="81837"/>
                  </a:cubicBezTo>
                  <a:lnTo>
                    <a:pt x="215269" y="81837"/>
                  </a:lnTo>
                  <a:close/>
                </a:path>
              </a:pathLst>
            </a:custGeom>
            <a:grpFill/>
            <a:ln w="8332" cap="flat">
              <a:noFill/>
              <a:prstDash val="solid"/>
              <a:miter/>
            </a:ln>
          </p:spPr>
          <p:txBody>
            <a:bodyPr rtlCol="0" anchor="ctr"/>
            <a:lstStyle/>
            <a:p>
              <a:endParaRPr lang="en-US"/>
            </a:p>
          </p:txBody>
        </p:sp>
        <p:sp>
          <p:nvSpPr>
            <p:cNvPr id="2514" name="Freeform: Shape 2513"/>
            <p:cNvSpPr/>
            <p:nvPr/>
          </p:nvSpPr>
          <p:spPr>
            <a:xfrm>
              <a:off x="10770303" y="5777215"/>
              <a:ext cx="343010" cy="710175"/>
            </a:xfrm>
            <a:custGeom>
              <a:avLst/>
              <a:gdLst>
                <a:gd name="connsiteX0" fmla="*/ 342718 w 343010"/>
                <a:gd name="connsiteY0" fmla="*/ 6691 h 710175"/>
                <a:gd name="connsiteX1" fmla="*/ 312886 w 343010"/>
                <a:gd name="connsiteY1" fmla="*/ 14523 h 710175"/>
                <a:gd name="connsiteX2" fmla="*/ 313220 w 343010"/>
                <a:gd name="connsiteY2" fmla="*/ 12107 h 710175"/>
                <a:gd name="connsiteX3" fmla="*/ 304221 w 343010"/>
                <a:gd name="connsiteY3" fmla="*/ 608 h 710175"/>
                <a:gd name="connsiteX4" fmla="*/ 278723 w 343010"/>
                <a:gd name="connsiteY4" fmla="*/ 27439 h 710175"/>
                <a:gd name="connsiteX5" fmla="*/ 265890 w 343010"/>
                <a:gd name="connsiteY5" fmla="*/ 46354 h 710175"/>
                <a:gd name="connsiteX6" fmla="*/ 261641 w 343010"/>
                <a:gd name="connsiteY6" fmla="*/ 38688 h 710175"/>
                <a:gd name="connsiteX7" fmla="*/ 223561 w 343010"/>
                <a:gd name="connsiteY7" fmla="*/ 81601 h 710175"/>
                <a:gd name="connsiteX8" fmla="*/ 191564 w 343010"/>
                <a:gd name="connsiteY8" fmla="*/ 168676 h 710175"/>
                <a:gd name="connsiteX9" fmla="*/ 177315 w 343010"/>
                <a:gd name="connsiteY9" fmla="*/ 211172 h 710175"/>
                <a:gd name="connsiteX10" fmla="*/ 172482 w 343010"/>
                <a:gd name="connsiteY10" fmla="*/ 224338 h 710175"/>
                <a:gd name="connsiteX11" fmla="*/ 169149 w 343010"/>
                <a:gd name="connsiteY11" fmla="*/ 223421 h 710175"/>
                <a:gd name="connsiteX12" fmla="*/ 149068 w 343010"/>
                <a:gd name="connsiteY12" fmla="*/ 252585 h 710175"/>
                <a:gd name="connsiteX13" fmla="*/ 130070 w 343010"/>
                <a:gd name="connsiteY13" fmla="*/ 306997 h 710175"/>
                <a:gd name="connsiteX14" fmla="*/ 110238 w 343010"/>
                <a:gd name="connsiteY14" fmla="*/ 369241 h 710175"/>
                <a:gd name="connsiteX15" fmla="*/ 97573 w 343010"/>
                <a:gd name="connsiteY15" fmla="*/ 410154 h 710175"/>
                <a:gd name="connsiteX16" fmla="*/ 82907 w 343010"/>
                <a:gd name="connsiteY16" fmla="*/ 429653 h 710175"/>
                <a:gd name="connsiteX17" fmla="*/ 80407 w 343010"/>
                <a:gd name="connsiteY17" fmla="*/ 427569 h 710175"/>
                <a:gd name="connsiteX18" fmla="*/ 72908 w 343010"/>
                <a:gd name="connsiteY18" fmla="*/ 428569 h 710175"/>
                <a:gd name="connsiteX19" fmla="*/ 62909 w 343010"/>
                <a:gd name="connsiteY19" fmla="*/ 449984 h 710175"/>
                <a:gd name="connsiteX20" fmla="*/ 51493 w 343010"/>
                <a:gd name="connsiteY20" fmla="*/ 480565 h 710175"/>
                <a:gd name="connsiteX21" fmla="*/ 32912 w 343010"/>
                <a:gd name="connsiteY21" fmla="*/ 548225 h 710175"/>
                <a:gd name="connsiteX22" fmla="*/ 27412 w 343010"/>
                <a:gd name="connsiteY22" fmla="*/ 580889 h 710175"/>
                <a:gd name="connsiteX23" fmla="*/ 4165 w 343010"/>
                <a:gd name="connsiteY23" fmla="*/ 670214 h 710175"/>
                <a:gd name="connsiteX24" fmla="*/ 12164 w 343010"/>
                <a:gd name="connsiteY24" fmla="*/ 708378 h 710175"/>
                <a:gd name="connsiteX25" fmla="*/ 50744 w 343010"/>
                <a:gd name="connsiteY25" fmla="*/ 686796 h 710175"/>
                <a:gd name="connsiteX26" fmla="*/ 73825 w 343010"/>
                <a:gd name="connsiteY26" fmla="*/ 618469 h 710175"/>
                <a:gd name="connsiteX27" fmla="*/ 89740 w 343010"/>
                <a:gd name="connsiteY27" fmla="*/ 553475 h 710175"/>
                <a:gd name="connsiteX28" fmla="*/ 109489 w 343010"/>
                <a:gd name="connsiteY28" fmla="*/ 510062 h 710175"/>
                <a:gd name="connsiteX29" fmla="*/ 138902 w 343010"/>
                <a:gd name="connsiteY29" fmla="*/ 460483 h 710175"/>
                <a:gd name="connsiteX30" fmla="*/ 185648 w 343010"/>
                <a:gd name="connsiteY30" fmla="*/ 349160 h 710175"/>
                <a:gd name="connsiteX31" fmla="*/ 187814 w 343010"/>
                <a:gd name="connsiteY31" fmla="*/ 335911 h 710175"/>
                <a:gd name="connsiteX32" fmla="*/ 246476 w 343010"/>
                <a:gd name="connsiteY32" fmla="*/ 242669 h 710175"/>
                <a:gd name="connsiteX33" fmla="*/ 268557 w 343010"/>
                <a:gd name="connsiteY33" fmla="*/ 188341 h 710175"/>
                <a:gd name="connsiteX34" fmla="*/ 272557 w 343010"/>
                <a:gd name="connsiteY34" fmla="*/ 147845 h 710175"/>
                <a:gd name="connsiteX35" fmla="*/ 270641 w 343010"/>
                <a:gd name="connsiteY35" fmla="*/ 146095 h 710175"/>
                <a:gd name="connsiteX36" fmla="*/ 306720 w 343010"/>
                <a:gd name="connsiteY36" fmla="*/ 91516 h 710175"/>
                <a:gd name="connsiteX37" fmla="*/ 314220 w 343010"/>
                <a:gd name="connsiteY37" fmla="*/ 71768 h 710175"/>
                <a:gd name="connsiteX38" fmla="*/ 314470 w 343010"/>
                <a:gd name="connsiteY38" fmla="*/ 71352 h 710175"/>
                <a:gd name="connsiteX39" fmla="*/ 324385 w 343010"/>
                <a:gd name="connsiteY39" fmla="*/ 56436 h 710175"/>
                <a:gd name="connsiteX40" fmla="*/ 333218 w 343010"/>
                <a:gd name="connsiteY40" fmla="*/ 37188 h 710175"/>
                <a:gd name="connsiteX41" fmla="*/ 339800 w 343010"/>
                <a:gd name="connsiteY41" fmla="*/ 19523 h 710175"/>
                <a:gd name="connsiteX42" fmla="*/ 342718 w 343010"/>
                <a:gd name="connsiteY42" fmla="*/ 6691 h 710175"/>
                <a:gd name="connsiteX43" fmla="*/ 342718 w 343010"/>
                <a:gd name="connsiteY43" fmla="*/ 6691 h 710175"/>
                <a:gd name="connsiteX44" fmla="*/ 135735 w 343010"/>
                <a:gd name="connsiteY44" fmla="*/ 333828 h 710175"/>
                <a:gd name="connsiteX45" fmla="*/ 152734 w 343010"/>
                <a:gd name="connsiteY45" fmla="*/ 280666 h 710175"/>
                <a:gd name="connsiteX46" fmla="*/ 164317 w 343010"/>
                <a:gd name="connsiteY46" fmla="*/ 255168 h 710175"/>
                <a:gd name="connsiteX47" fmla="*/ 169399 w 343010"/>
                <a:gd name="connsiteY47" fmla="*/ 240919 h 710175"/>
                <a:gd name="connsiteX48" fmla="*/ 172733 w 343010"/>
                <a:gd name="connsiteY48" fmla="*/ 262918 h 710175"/>
                <a:gd name="connsiteX49" fmla="*/ 175816 w 343010"/>
                <a:gd name="connsiteY49" fmla="*/ 290249 h 710175"/>
                <a:gd name="connsiteX50" fmla="*/ 177398 w 343010"/>
                <a:gd name="connsiteY50" fmla="*/ 326579 h 710175"/>
                <a:gd name="connsiteX51" fmla="*/ 151818 w 343010"/>
                <a:gd name="connsiteY51" fmla="*/ 351326 h 710175"/>
                <a:gd name="connsiteX52" fmla="*/ 114904 w 343010"/>
                <a:gd name="connsiteY52" fmla="*/ 390573 h 710175"/>
                <a:gd name="connsiteX53" fmla="*/ 135735 w 343010"/>
                <a:gd name="connsiteY53" fmla="*/ 333828 h 710175"/>
                <a:gd name="connsiteX54" fmla="*/ 135735 w 343010"/>
                <a:gd name="connsiteY54" fmla="*/ 333828 h 710175"/>
                <a:gd name="connsiteX55" fmla="*/ 81991 w 343010"/>
                <a:gd name="connsiteY55" fmla="*/ 545976 h 710175"/>
                <a:gd name="connsiteX56" fmla="*/ 81490 w 343010"/>
                <a:gd name="connsiteY56" fmla="*/ 553142 h 710175"/>
                <a:gd name="connsiteX57" fmla="*/ 80074 w 343010"/>
                <a:gd name="connsiteY57" fmla="*/ 558308 h 710175"/>
                <a:gd name="connsiteX58" fmla="*/ 80407 w 343010"/>
                <a:gd name="connsiteY58" fmla="*/ 560641 h 710175"/>
                <a:gd name="connsiteX59" fmla="*/ 67492 w 343010"/>
                <a:gd name="connsiteY59" fmla="*/ 600137 h 710175"/>
                <a:gd name="connsiteX60" fmla="*/ 49160 w 343010"/>
                <a:gd name="connsiteY60" fmla="*/ 652216 h 710175"/>
                <a:gd name="connsiteX61" fmla="*/ 38578 w 343010"/>
                <a:gd name="connsiteY61" fmla="*/ 679630 h 710175"/>
                <a:gd name="connsiteX62" fmla="*/ 31162 w 343010"/>
                <a:gd name="connsiteY62" fmla="*/ 691796 h 710175"/>
                <a:gd name="connsiteX63" fmla="*/ 17663 w 343010"/>
                <a:gd name="connsiteY63" fmla="*/ 690379 h 710175"/>
                <a:gd name="connsiteX64" fmla="*/ 9830 w 343010"/>
                <a:gd name="connsiteY64" fmla="*/ 682963 h 710175"/>
                <a:gd name="connsiteX65" fmla="*/ 9747 w 343010"/>
                <a:gd name="connsiteY65" fmla="*/ 681713 h 710175"/>
                <a:gd name="connsiteX66" fmla="*/ 29079 w 343010"/>
                <a:gd name="connsiteY66" fmla="*/ 618469 h 710175"/>
                <a:gd name="connsiteX67" fmla="*/ 34661 w 343010"/>
                <a:gd name="connsiteY67" fmla="*/ 588055 h 710175"/>
                <a:gd name="connsiteX68" fmla="*/ 37994 w 343010"/>
                <a:gd name="connsiteY68" fmla="*/ 569223 h 710175"/>
                <a:gd name="connsiteX69" fmla="*/ 40661 w 343010"/>
                <a:gd name="connsiteY69" fmla="*/ 557308 h 710175"/>
                <a:gd name="connsiteX70" fmla="*/ 59160 w 343010"/>
                <a:gd name="connsiteY70" fmla="*/ 494314 h 710175"/>
                <a:gd name="connsiteX71" fmla="*/ 70492 w 343010"/>
                <a:gd name="connsiteY71" fmla="*/ 463316 h 710175"/>
                <a:gd name="connsiteX72" fmla="*/ 77075 w 343010"/>
                <a:gd name="connsiteY72" fmla="*/ 448734 h 710175"/>
                <a:gd name="connsiteX73" fmla="*/ 77242 w 343010"/>
                <a:gd name="connsiteY73" fmla="*/ 448068 h 710175"/>
                <a:gd name="connsiteX74" fmla="*/ 77824 w 343010"/>
                <a:gd name="connsiteY74" fmla="*/ 447568 h 710175"/>
                <a:gd name="connsiteX75" fmla="*/ 78158 w 343010"/>
                <a:gd name="connsiteY75" fmla="*/ 447151 h 710175"/>
                <a:gd name="connsiteX76" fmla="*/ 81740 w 343010"/>
                <a:gd name="connsiteY76" fmla="*/ 487897 h 710175"/>
                <a:gd name="connsiteX77" fmla="*/ 81991 w 343010"/>
                <a:gd name="connsiteY77" fmla="*/ 545976 h 710175"/>
                <a:gd name="connsiteX78" fmla="*/ 81991 w 343010"/>
                <a:gd name="connsiteY78" fmla="*/ 545976 h 710175"/>
                <a:gd name="connsiteX79" fmla="*/ 176482 w 343010"/>
                <a:gd name="connsiteY79" fmla="*/ 347660 h 710175"/>
                <a:gd name="connsiteX80" fmla="*/ 172899 w 343010"/>
                <a:gd name="connsiteY80" fmla="*/ 365658 h 710175"/>
                <a:gd name="connsiteX81" fmla="*/ 164317 w 343010"/>
                <a:gd name="connsiteY81" fmla="*/ 389989 h 710175"/>
                <a:gd name="connsiteX82" fmla="*/ 141068 w 343010"/>
                <a:gd name="connsiteY82" fmla="*/ 434569 h 710175"/>
                <a:gd name="connsiteX83" fmla="*/ 118321 w 343010"/>
                <a:gd name="connsiteY83" fmla="*/ 475565 h 710175"/>
                <a:gd name="connsiteX84" fmla="*/ 93073 w 343010"/>
                <a:gd name="connsiteY84" fmla="*/ 517645 h 710175"/>
                <a:gd name="connsiteX85" fmla="*/ 89740 w 343010"/>
                <a:gd name="connsiteY85" fmla="*/ 525227 h 710175"/>
                <a:gd name="connsiteX86" fmla="*/ 86990 w 343010"/>
                <a:gd name="connsiteY86" fmla="*/ 469316 h 710175"/>
                <a:gd name="connsiteX87" fmla="*/ 86157 w 343010"/>
                <a:gd name="connsiteY87" fmla="*/ 438902 h 710175"/>
                <a:gd name="connsiteX88" fmla="*/ 146568 w 343010"/>
                <a:gd name="connsiteY88" fmla="*/ 377407 h 710175"/>
                <a:gd name="connsiteX89" fmla="*/ 177565 w 343010"/>
                <a:gd name="connsiteY89" fmla="*/ 343660 h 710175"/>
                <a:gd name="connsiteX90" fmla="*/ 178732 w 343010"/>
                <a:gd name="connsiteY90" fmla="*/ 342494 h 710175"/>
                <a:gd name="connsiteX91" fmla="*/ 179149 w 343010"/>
                <a:gd name="connsiteY91" fmla="*/ 342577 h 710175"/>
                <a:gd name="connsiteX92" fmla="*/ 176482 w 343010"/>
                <a:gd name="connsiteY92" fmla="*/ 347660 h 710175"/>
                <a:gd name="connsiteX93" fmla="*/ 176482 w 343010"/>
                <a:gd name="connsiteY93" fmla="*/ 347660 h 710175"/>
                <a:gd name="connsiteX94" fmla="*/ 253892 w 343010"/>
                <a:gd name="connsiteY94" fmla="*/ 202257 h 710175"/>
                <a:gd name="connsiteX95" fmla="*/ 230977 w 343010"/>
                <a:gd name="connsiteY95" fmla="*/ 250086 h 710175"/>
                <a:gd name="connsiteX96" fmla="*/ 204980 w 343010"/>
                <a:gd name="connsiteY96" fmla="*/ 295415 h 710175"/>
                <a:gd name="connsiteX97" fmla="*/ 192648 w 343010"/>
                <a:gd name="connsiteY97" fmla="*/ 317079 h 710175"/>
                <a:gd name="connsiteX98" fmla="*/ 185814 w 343010"/>
                <a:gd name="connsiteY98" fmla="*/ 325828 h 710175"/>
                <a:gd name="connsiteX99" fmla="*/ 182982 w 343010"/>
                <a:gd name="connsiteY99" fmla="*/ 282416 h 710175"/>
                <a:gd name="connsiteX100" fmla="*/ 180648 w 343010"/>
                <a:gd name="connsiteY100" fmla="*/ 249335 h 710175"/>
                <a:gd name="connsiteX101" fmla="*/ 221728 w 343010"/>
                <a:gd name="connsiteY101" fmla="*/ 206340 h 710175"/>
                <a:gd name="connsiteX102" fmla="*/ 244226 w 343010"/>
                <a:gd name="connsiteY102" fmla="*/ 182008 h 710175"/>
                <a:gd name="connsiteX103" fmla="*/ 266641 w 343010"/>
                <a:gd name="connsiteY103" fmla="*/ 156761 h 710175"/>
                <a:gd name="connsiteX104" fmla="*/ 253892 w 343010"/>
                <a:gd name="connsiteY104" fmla="*/ 202257 h 710175"/>
                <a:gd name="connsiteX105" fmla="*/ 253892 w 343010"/>
                <a:gd name="connsiteY105" fmla="*/ 202257 h 710175"/>
                <a:gd name="connsiteX106" fmla="*/ 327885 w 343010"/>
                <a:gd name="connsiteY106" fmla="*/ 20440 h 710175"/>
                <a:gd name="connsiteX107" fmla="*/ 320803 w 343010"/>
                <a:gd name="connsiteY107" fmla="*/ 38105 h 710175"/>
                <a:gd name="connsiteX108" fmla="*/ 311886 w 343010"/>
                <a:gd name="connsiteY108" fmla="*/ 56103 h 710175"/>
                <a:gd name="connsiteX109" fmla="*/ 307137 w 343010"/>
                <a:gd name="connsiteY109" fmla="*/ 62936 h 710175"/>
                <a:gd name="connsiteX110" fmla="*/ 304637 w 343010"/>
                <a:gd name="connsiteY110" fmla="*/ 62852 h 710175"/>
                <a:gd name="connsiteX111" fmla="*/ 282140 w 343010"/>
                <a:gd name="connsiteY111" fmla="*/ 75268 h 710175"/>
                <a:gd name="connsiteX112" fmla="*/ 270307 w 343010"/>
                <a:gd name="connsiteY112" fmla="*/ 95516 h 710175"/>
                <a:gd name="connsiteX113" fmla="*/ 273223 w 343010"/>
                <a:gd name="connsiteY113" fmla="*/ 95516 h 710175"/>
                <a:gd name="connsiteX114" fmla="*/ 280973 w 343010"/>
                <a:gd name="connsiteY114" fmla="*/ 89767 h 710175"/>
                <a:gd name="connsiteX115" fmla="*/ 290389 w 343010"/>
                <a:gd name="connsiteY115" fmla="*/ 81934 h 710175"/>
                <a:gd name="connsiteX116" fmla="*/ 299971 w 343010"/>
                <a:gd name="connsiteY116" fmla="*/ 73602 h 710175"/>
                <a:gd name="connsiteX117" fmla="*/ 300971 w 343010"/>
                <a:gd name="connsiteY117" fmla="*/ 77768 h 710175"/>
                <a:gd name="connsiteX118" fmla="*/ 294971 w 343010"/>
                <a:gd name="connsiteY118" fmla="*/ 89850 h 710175"/>
                <a:gd name="connsiteX119" fmla="*/ 281223 w 343010"/>
                <a:gd name="connsiteY119" fmla="*/ 114014 h 710175"/>
                <a:gd name="connsiteX120" fmla="*/ 255641 w 343010"/>
                <a:gd name="connsiteY120" fmla="*/ 153011 h 710175"/>
                <a:gd name="connsiteX121" fmla="*/ 213145 w 343010"/>
                <a:gd name="connsiteY121" fmla="*/ 197673 h 710175"/>
                <a:gd name="connsiteX122" fmla="*/ 179065 w 343010"/>
                <a:gd name="connsiteY122" fmla="*/ 239336 h 710175"/>
                <a:gd name="connsiteX123" fmla="*/ 178149 w 343010"/>
                <a:gd name="connsiteY123" fmla="*/ 235920 h 710175"/>
                <a:gd name="connsiteX124" fmla="*/ 196814 w 343010"/>
                <a:gd name="connsiteY124" fmla="*/ 199090 h 710175"/>
                <a:gd name="connsiteX125" fmla="*/ 220728 w 343010"/>
                <a:gd name="connsiteY125" fmla="*/ 132763 h 710175"/>
                <a:gd name="connsiteX126" fmla="*/ 248726 w 343010"/>
                <a:gd name="connsiteY126" fmla="*/ 61852 h 710175"/>
                <a:gd name="connsiteX127" fmla="*/ 255641 w 343010"/>
                <a:gd name="connsiteY127" fmla="*/ 50353 h 710175"/>
                <a:gd name="connsiteX128" fmla="*/ 257474 w 343010"/>
                <a:gd name="connsiteY128" fmla="*/ 63269 h 710175"/>
                <a:gd name="connsiteX129" fmla="*/ 255892 w 343010"/>
                <a:gd name="connsiteY129" fmla="*/ 70852 h 710175"/>
                <a:gd name="connsiteX130" fmla="*/ 256309 w 343010"/>
                <a:gd name="connsiteY130" fmla="*/ 72268 h 710175"/>
                <a:gd name="connsiteX131" fmla="*/ 253642 w 343010"/>
                <a:gd name="connsiteY131" fmla="*/ 101599 h 710175"/>
                <a:gd name="connsiteX132" fmla="*/ 239226 w 343010"/>
                <a:gd name="connsiteY132" fmla="*/ 119181 h 710175"/>
                <a:gd name="connsiteX133" fmla="*/ 225644 w 343010"/>
                <a:gd name="connsiteY133" fmla="*/ 142262 h 710175"/>
                <a:gd name="connsiteX134" fmla="*/ 228978 w 343010"/>
                <a:gd name="connsiteY134" fmla="*/ 144178 h 710175"/>
                <a:gd name="connsiteX135" fmla="*/ 228978 w 343010"/>
                <a:gd name="connsiteY135" fmla="*/ 144178 h 710175"/>
                <a:gd name="connsiteX136" fmla="*/ 235310 w 343010"/>
                <a:gd name="connsiteY136" fmla="*/ 138596 h 710175"/>
                <a:gd name="connsiteX137" fmla="*/ 241976 w 343010"/>
                <a:gd name="connsiteY137" fmla="*/ 130596 h 710175"/>
                <a:gd name="connsiteX138" fmla="*/ 251892 w 343010"/>
                <a:gd name="connsiteY138" fmla="*/ 118014 h 710175"/>
                <a:gd name="connsiteX139" fmla="*/ 258975 w 343010"/>
                <a:gd name="connsiteY139" fmla="*/ 110098 h 710175"/>
                <a:gd name="connsiteX140" fmla="*/ 259225 w 343010"/>
                <a:gd name="connsiteY140" fmla="*/ 107348 h 710175"/>
                <a:gd name="connsiteX141" fmla="*/ 259225 w 343010"/>
                <a:gd name="connsiteY141" fmla="*/ 110931 h 710175"/>
                <a:gd name="connsiteX142" fmla="*/ 258225 w 343010"/>
                <a:gd name="connsiteY142" fmla="*/ 132263 h 710175"/>
                <a:gd name="connsiteX143" fmla="*/ 263891 w 343010"/>
                <a:gd name="connsiteY143" fmla="*/ 133013 h 710175"/>
                <a:gd name="connsiteX144" fmla="*/ 260475 w 343010"/>
                <a:gd name="connsiteY144" fmla="*/ 98349 h 710175"/>
                <a:gd name="connsiteX145" fmla="*/ 264974 w 343010"/>
                <a:gd name="connsiteY145" fmla="*/ 65269 h 710175"/>
                <a:gd name="connsiteX146" fmla="*/ 301220 w 343010"/>
                <a:gd name="connsiteY146" fmla="*/ 15523 h 710175"/>
                <a:gd name="connsiteX147" fmla="*/ 302055 w 343010"/>
                <a:gd name="connsiteY147" fmla="*/ 14856 h 710175"/>
                <a:gd name="connsiteX148" fmla="*/ 301138 w 343010"/>
                <a:gd name="connsiteY148" fmla="*/ 19356 h 710175"/>
                <a:gd name="connsiteX149" fmla="*/ 296471 w 343010"/>
                <a:gd name="connsiteY149" fmla="*/ 49437 h 710175"/>
                <a:gd name="connsiteX150" fmla="*/ 304387 w 343010"/>
                <a:gd name="connsiteY150" fmla="*/ 52770 h 710175"/>
                <a:gd name="connsiteX151" fmla="*/ 311636 w 343010"/>
                <a:gd name="connsiteY151" fmla="*/ 25189 h 710175"/>
                <a:gd name="connsiteX152" fmla="*/ 329052 w 343010"/>
                <a:gd name="connsiteY152" fmla="*/ 14856 h 710175"/>
                <a:gd name="connsiteX153" fmla="*/ 327885 w 343010"/>
                <a:gd name="connsiteY153" fmla="*/ 20440 h 710175"/>
                <a:gd name="connsiteX154" fmla="*/ 327885 w 343010"/>
                <a:gd name="connsiteY154" fmla="*/ 20440 h 710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Lst>
              <a:rect l="l" t="t" r="r" b="b"/>
              <a:pathLst>
                <a:path w="343010" h="710175">
                  <a:moveTo>
                    <a:pt x="342718" y="6691"/>
                  </a:moveTo>
                  <a:cubicBezTo>
                    <a:pt x="338134" y="-7725"/>
                    <a:pt x="323053" y="4108"/>
                    <a:pt x="312886" y="14523"/>
                  </a:cubicBezTo>
                  <a:cubicBezTo>
                    <a:pt x="312970" y="13690"/>
                    <a:pt x="313136" y="12940"/>
                    <a:pt x="313220" y="12107"/>
                  </a:cubicBezTo>
                  <a:cubicBezTo>
                    <a:pt x="314303" y="5774"/>
                    <a:pt x="312719" y="-2225"/>
                    <a:pt x="304221" y="608"/>
                  </a:cubicBezTo>
                  <a:cubicBezTo>
                    <a:pt x="293889" y="4024"/>
                    <a:pt x="284223" y="18773"/>
                    <a:pt x="278723" y="27439"/>
                  </a:cubicBezTo>
                  <a:cubicBezTo>
                    <a:pt x="275140" y="33022"/>
                    <a:pt x="270223" y="39521"/>
                    <a:pt x="265890" y="46354"/>
                  </a:cubicBezTo>
                  <a:cubicBezTo>
                    <a:pt x="265391" y="43104"/>
                    <a:pt x="264224" y="40271"/>
                    <a:pt x="261641" y="38688"/>
                  </a:cubicBezTo>
                  <a:cubicBezTo>
                    <a:pt x="246476" y="29438"/>
                    <a:pt x="227394" y="73518"/>
                    <a:pt x="223561" y="81601"/>
                  </a:cubicBezTo>
                  <a:cubicBezTo>
                    <a:pt x="210146" y="109598"/>
                    <a:pt x="202064" y="139595"/>
                    <a:pt x="191564" y="168676"/>
                  </a:cubicBezTo>
                  <a:cubicBezTo>
                    <a:pt x="186482" y="182758"/>
                    <a:pt x="182315" y="197007"/>
                    <a:pt x="177315" y="211172"/>
                  </a:cubicBezTo>
                  <a:cubicBezTo>
                    <a:pt x="175899" y="215255"/>
                    <a:pt x="173983" y="219755"/>
                    <a:pt x="172482" y="224338"/>
                  </a:cubicBezTo>
                  <a:cubicBezTo>
                    <a:pt x="171566" y="223754"/>
                    <a:pt x="170483" y="223421"/>
                    <a:pt x="169149" y="223421"/>
                  </a:cubicBezTo>
                  <a:cubicBezTo>
                    <a:pt x="156318" y="223088"/>
                    <a:pt x="153151" y="243503"/>
                    <a:pt x="149068" y="252585"/>
                  </a:cubicBezTo>
                  <a:cubicBezTo>
                    <a:pt x="141152" y="270250"/>
                    <a:pt x="134736" y="288248"/>
                    <a:pt x="130070" y="306997"/>
                  </a:cubicBezTo>
                  <a:cubicBezTo>
                    <a:pt x="124737" y="328162"/>
                    <a:pt x="117154" y="348660"/>
                    <a:pt x="110238" y="369241"/>
                  </a:cubicBezTo>
                  <a:cubicBezTo>
                    <a:pt x="105738" y="382740"/>
                    <a:pt x="101906" y="396572"/>
                    <a:pt x="97573" y="410154"/>
                  </a:cubicBezTo>
                  <a:cubicBezTo>
                    <a:pt x="92323" y="416404"/>
                    <a:pt x="87407" y="422820"/>
                    <a:pt x="82907" y="429653"/>
                  </a:cubicBezTo>
                  <a:cubicBezTo>
                    <a:pt x="82158" y="428736"/>
                    <a:pt x="81408" y="428069"/>
                    <a:pt x="80407" y="427569"/>
                  </a:cubicBezTo>
                  <a:cubicBezTo>
                    <a:pt x="77824" y="426403"/>
                    <a:pt x="74992" y="426486"/>
                    <a:pt x="72908" y="428569"/>
                  </a:cubicBezTo>
                  <a:cubicBezTo>
                    <a:pt x="67325" y="434069"/>
                    <a:pt x="65992" y="442985"/>
                    <a:pt x="62909" y="449984"/>
                  </a:cubicBezTo>
                  <a:cubicBezTo>
                    <a:pt x="58493" y="459983"/>
                    <a:pt x="54910" y="470232"/>
                    <a:pt x="51493" y="480565"/>
                  </a:cubicBezTo>
                  <a:cubicBezTo>
                    <a:pt x="44244" y="502979"/>
                    <a:pt x="38078" y="525311"/>
                    <a:pt x="32912" y="548225"/>
                  </a:cubicBezTo>
                  <a:cubicBezTo>
                    <a:pt x="30495" y="559057"/>
                    <a:pt x="28912" y="569973"/>
                    <a:pt x="27412" y="580889"/>
                  </a:cubicBezTo>
                  <a:cubicBezTo>
                    <a:pt x="20079" y="610803"/>
                    <a:pt x="13247" y="640800"/>
                    <a:pt x="4165" y="670214"/>
                  </a:cubicBezTo>
                  <a:cubicBezTo>
                    <a:pt x="-168" y="684213"/>
                    <a:pt x="-5168" y="701211"/>
                    <a:pt x="12164" y="708378"/>
                  </a:cubicBezTo>
                  <a:cubicBezTo>
                    <a:pt x="29246" y="715377"/>
                    <a:pt x="43828" y="700628"/>
                    <a:pt x="50744" y="686796"/>
                  </a:cubicBezTo>
                  <a:cubicBezTo>
                    <a:pt x="61493" y="665215"/>
                    <a:pt x="66576" y="641217"/>
                    <a:pt x="73825" y="618469"/>
                  </a:cubicBezTo>
                  <a:cubicBezTo>
                    <a:pt x="80824" y="596554"/>
                    <a:pt x="88657" y="576389"/>
                    <a:pt x="89740" y="553475"/>
                  </a:cubicBezTo>
                  <a:cubicBezTo>
                    <a:pt x="96823" y="539309"/>
                    <a:pt x="101739" y="523894"/>
                    <a:pt x="109489" y="510062"/>
                  </a:cubicBezTo>
                  <a:cubicBezTo>
                    <a:pt x="118821" y="493314"/>
                    <a:pt x="129486" y="477315"/>
                    <a:pt x="138902" y="460483"/>
                  </a:cubicBezTo>
                  <a:cubicBezTo>
                    <a:pt x="158733" y="424903"/>
                    <a:pt x="175232" y="388573"/>
                    <a:pt x="185648" y="349160"/>
                  </a:cubicBezTo>
                  <a:cubicBezTo>
                    <a:pt x="186565" y="345660"/>
                    <a:pt x="187981" y="340411"/>
                    <a:pt x="187814" y="335911"/>
                  </a:cubicBezTo>
                  <a:cubicBezTo>
                    <a:pt x="210229" y="306497"/>
                    <a:pt x="232227" y="277250"/>
                    <a:pt x="246476" y="242669"/>
                  </a:cubicBezTo>
                  <a:cubicBezTo>
                    <a:pt x="253975" y="224588"/>
                    <a:pt x="262475" y="207006"/>
                    <a:pt x="268557" y="188341"/>
                  </a:cubicBezTo>
                  <a:cubicBezTo>
                    <a:pt x="272307" y="176842"/>
                    <a:pt x="277973" y="159427"/>
                    <a:pt x="272557" y="147845"/>
                  </a:cubicBezTo>
                  <a:cubicBezTo>
                    <a:pt x="272140" y="147012"/>
                    <a:pt x="271474" y="146428"/>
                    <a:pt x="270641" y="146095"/>
                  </a:cubicBezTo>
                  <a:cubicBezTo>
                    <a:pt x="285722" y="130263"/>
                    <a:pt x="297388" y="111098"/>
                    <a:pt x="306720" y="91516"/>
                  </a:cubicBezTo>
                  <a:cubicBezTo>
                    <a:pt x="309054" y="86683"/>
                    <a:pt x="314303" y="78434"/>
                    <a:pt x="314220" y="71768"/>
                  </a:cubicBezTo>
                  <a:cubicBezTo>
                    <a:pt x="314303" y="71601"/>
                    <a:pt x="314387" y="71518"/>
                    <a:pt x="314470" y="71352"/>
                  </a:cubicBezTo>
                  <a:cubicBezTo>
                    <a:pt x="316803" y="65769"/>
                    <a:pt x="321469" y="61769"/>
                    <a:pt x="324385" y="56436"/>
                  </a:cubicBezTo>
                  <a:cubicBezTo>
                    <a:pt x="327802" y="50270"/>
                    <a:pt x="330302" y="43521"/>
                    <a:pt x="333218" y="37188"/>
                  </a:cubicBezTo>
                  <a:cubicBezTo>
                    <a:pt x="335968" y="31355"/>
                    <a:pt x="337884" y="25606"/>
                    <a:pt x="339800" y="19523"/>
                  </a:cubicBezTo>
                  <a:cubicBezTo>
                    <a:pt x="340884" y="15856"/>
                    <a:pt x="343967" y="10607"/>
                    <a:pt x="342718" y="6691"/>
                  </a:cubicBezTo>
                  <a:lnTo>
                    <a:pt x="342718" y="6691"/>
                  </a:lnTo>
                  <a:close/>
                  <a:moveTo>
                    <a:pt x="135735" y="333828"/>
                  </a:moveTo>
                  <a:cubicBezTo>
                    <a:pt x="142068" y="316330"/>
                    <a:pt x="145819" y="298081"/>
                    <a:pt x="152734" y="280666"/>
                  </a:cubicBezTo>
                  <a:cubicBezTo>
                    <a:pt x="156234" y="271917"/>
                    <a:pt x="160234" y="263584"/>
                    <a:pt x="164317" y="255168"/>
                  </a:cubicBezTo>
                  <a:cubicBezTo>
                    <a:pt x="165317" y="253085"/>
                    <a:pt x="167400" y="246003"/>
                    <a:pt x="169399" y="240919"/>
                  </a:cubicBezTo>
                  <a:cubicBezTo>
                    <a:pt x="171983" y="247503"/>
                    <a:pt x="171816" y="257251"/>
                    <a:pt x="172733" y="262918"/>
                  </a:cubicBezTo>
                  <a:cubicBezTo>
                    <a:pt x="174315" y="272083"/>
                    <a:pt x="174983" y="281083"/>
                    <a:pt x="175816" y="290249"/>
                  </a:cubicBezTo>
                  <a:cubicBezTo>
                    <a:pt x="176899" y="302331"/>
                    <a:pt x="176649" y="314496"/>
                    <a:pt x="177398" y="326579"/>
                  </a:cubicBezTo>
                  <a:cubicBezTo>
                    <a:pt x="167400" y="328078"/>
                    <a:pt x="156901" y="345327"/>
                    <a:pt x="151818" y="351326"/>
                  </a:cubicBezTo>
                  <a:cubicBezTo>
                    <a:pt x="140235" y="364908"/>
                    <a:pt x="127319" y="377574"/>
                    <a:pt x="114904" y="390573"/>
                  </a:cubicBezTo>
                  <a:cubicBezTo>
                    <a:pt x="123403" y="372158"/>
                    <a:pt x="129237" y="351826"/>
                    <a:pt x="135735" y="333828"/>
                  </a:cubicBezTo>
                  <a:lnTo>
                    <a:pt x="135735" y="333828"/>
                  </a:lnTo>
                  <a:close/>
                  <a:moveTo>
                    <a:pt x="81991" y="545976"/>
                  </a:moveTo>
                  <a:cubicBezTo>
                    <a:pt x="81907" y="548392"/>
                    <a:pt x="81740" y="550808"/>
                    <a:pt x="81490" y="553142"/>
                  </a:cubicBezTo>
                  <a:cubicBezTo>
                    <a:pt x="81074" y="554891"/>
                    <a:pt x="80574" y="556558"/>
                    <a:pt x="80074" y="558308"/>
                  </a:cubicBezTo>
                  <a:cubicBezTo>
                    <a:pt x="79824" y="559224"/>
                    <a:pt x="79991" y="559974"/>
                    <a:pt x="80407" y="560641"/>
                  </a:cubicBezTo>
                  <a:cubicBezTo>
                    <a:pt x="77991" y="574306"/>
                    <a:pt x="73158" y="586722"/>
                    <a:pt x="67492" y="600137"/>
                  </a:cubicBezTo>
                  <a:cubicBezTo>
                    <a:pt x="60326" y="617052"/>
                    <a:pt x="55243" y="634884"/>
                    <a:pt x="49160" y="652216"/>
                  </a:cubicBezTo>
                  <a:cubicBezTo>
                    <a:pt x="45994" y="661465"/>
                    <a:pt x="42910" y="670798"/>
                    <a:pt x="38578" y="679630"/>
                  </a:cubicBezTo>
                  <a:cubicBezTo>
                    <a:pt x="36579" y="683796"/>
                    <a:pt x="34412" y="688379"/>
                    <a:pt x="31162" y="691796"/>
                  </a:cubicBezTo>
                  <a:cubicBezTo>
                    <a:pt x="26912" y="697795"/>
                    <a:pt x="22413" y="697379"/>
                    <a:pt x="17663" y="690379"/>
                  </a:cubicBezTo>
                  <a:cubicBezTo>
                    <a:pt x="10747" y="689546"/>
                    <a:pt x="8081" y="687046"/>
                    <a:pt x="9830" y="682963"/>
                  </a:cubicBezTo>
                  <a:cubicBezTo>
                    <a:pt x="9747" y="682546"/>
                    <a:pt x="9747" y="682130"/>
                    <a:pt x="9747" y="681713"/>
                  </a:cubicBezTo>
                  <a:cubicBezTo>
                    <a:pt x="17080" y="660882"/>
                    <a:pt x="24080" y="639967"/>
                    <a:pt x="29079" y="618469"/>
                  </a:cubicBezTo>
                  <a:cubicBezTo>
                    <a:pt x="31412" y="608387"/>
                    <a:pt x="32995" y="598221"/>
                    <a:pt x="34661" y="588055"/>
                  </a:cubicBezTo>
                  <a:cubicBezTo>
                    <a:pt x="35828" y="581806"/>
                    <a:pt x="36911" y="575473"/>
                    <a:pt x="37994" y="569223"/>
                  </a:cubicBezTo>
                  <a:cubicBezTo>
                    <a:pt x="38827" y="565224"/>
                    <a:pt x="39662" y="561224"/>
                    <a:pt x="40661" y="557308"/>
                  </a:cubicBezTo>
                  <a:cubicBezTo>
                    <a:pt x="46160" y="536060"/>
                    <a:pt x="52244" y="515145"/>
                    <a:pt x="59160" y="494314"/>
                  </a:cubicBezTo>
                  <a:cubicBezTo>
                    <a:pt x="62576" y="483898"/>
                    <a:pt x="66242" y="473482"/>
                    <a:pt x="70492" y="463316"/>
                  </a:cubicBezTo>
                  <a:cubicBezTo>
                    <a:pt x="72575" y="458400"/>
                    <a:pt x="75241" y="453734"/>
                    <a:pt x="77075" y="448734"/>
                  </a:cubicBezTo>
                  <a:cubicBezTo>
                    <a:pt x="77158" y="448568"/>
                    <a:pt x="77242" y="448318"/>
                    <a:pt x="77242" y="448068"/>
                  </a:cubicBezTo>
                  <a:cubicBezTo>
                    <a:pt x="77407" y="447901"/>
                    <a:pt x="77658" y="447818"/>
                    <a:pt x="77824" y="447568"/>
                  </a:cubicBezTo>
                  <a:cubicBezTo>
                    <a:pt x="77908" y="447401"/>
                    <a:pt x="78075" y="447318"/>
                    <a:pt x="78158" y="447151"/>
                  </a:cubicBezTo>
                  <a:cubicBezTo>
                    <a:pt x="80490" y="460483"/>
                    <a:pt x="81574" y="485147"/>
                    <a:pt x="81740" y="487897"/>
                  </a:cubicBezTo>
                  <a:cubicBezTo>
                    <a:pt x="83324" y="507062"/>
                    <a:pt x="82824" y="526644"/>
                    <a:pt x="81991" y="545976"/>
                  </a:cubicBezTo>
                  <a:lnTo>
                    <a:pt x="81991" y="545976"/>
                  </a:lnTo>
                  <a:close/>
                  <a:moveTo>
                    <a:pt x="176482" y="347660"/>
                  </a:moveTo>
                  <a:cubicBezTo>
                    <a:pt x="174649" y="352993"/>
                    <a:pt x="174482" y="359909"/>
                    <a:pt x="172899" y="365658"/>
                  </a:cubicBezTo>
                  <a:cubicBezTo>
                    <a:pt x="170650" y="373991"/>
                    <a:pt x="167483" y="381907"/>
                    <a:pt x="164317" y="389989"/>
                  </a:cubicBezTo>
                  <a:cubicBezTo>
                    <a:pt x="157984" y="405738"/>
                    <a:pt x="148401" y="419404"/>
                    <a:pt x="141068" y="434569"/>
                  </a:cubicBezTo>
                  <a:cubicBezTo>
                    <a:pt x="134236" y="448484"/>
                    <a:pt x="126320" y="462233"/>
                    <a:pt x="118321" y="475565"/>
                  </a:cubicBezTo>
                  <a:cubicBezTo>
                    <a:pt x="109821" y="489647"/>
                    <a:pt x="100489" y="502896"/>
                    <a:pt x="93073" y="517645"/>
                  </a:cubicBezTo>
                  <a:cubicBezTo>
                    <a:pt x="91824" y="520144"/>
                    <a:pt x="90740" y="522644"/>
                    <a:pt x="89740" y="525227"/>
                  </a:cubicBezTo>
                  <a:cubicBezTo>
                    <a:pt x="89574" y="506562"/>
                    <a:pt x="88823" y="487814"/>
                    <a:pt x="86990" y="469316"/>
                  </a:cubicBezTo>
                  <a:cubicBezTo>
                    <a:pt x="86407" y="463316"/>
                    <a:pt x="87823" y="449151"/>
                    <a:pt x="86157" y="438902"/>
                  </a:cubicBezTo>
                  <a:cubicBezTo>
                    <a:pt x="105738" y="417821"/>
                    <a:pt x="126486" y="398072"/>
                    <a:pt x="146568" y="377407"/>
                  </a:cubicBezTo>
                  <a:cubicBezTo>
                    <a:pt x="157234" y="366492"/>
                    <a:pt x="167149" y="354909"/>
                    <a:pt x="177565" y="343660"/>
                  </a:cubicBezTo>
                  <a:cubicBezTo>
                    <a:pt x="178149" y="343077"/>
                    <a:pt x="178482" y="342660"/>
                    <a:pt x="178732" y="342494"/>
                  </a:cubicBezTo>
                  <a:cubicBezTo>
                    <a:pt x="178899" y="342577"/>
                    <a:pt x="178982" y="342577"/>
                    <a:pt x="179149" y="342577"/>
                  </a:cubicBezTo>
                  <a:cubicBezTo>
                    <a:pt x="178732" y="343494"/>
                    <a:pt x="176982" y="346327"/>
                    <a:pt x="176482" y="347660"/>
                  </a:cubicBezTo>
                  <a:lnTo>
                    <a:pt x="176482" y="347660"/>
                  </a:lnTo>
                  <a:close/>
                  <a:moveTo>
                    <a:pt x="253892" y="202257"/>
                  </a:moveTo>
                  <a:cubicBezTo>
                    <a:pt x="247225" y="218422"/>
                    <a:pt x="239226" y="234670"/>
                    <a:pt x="230977" y="250086"/>
                  </a:cubicBezTo>
                  <a:cubicBezTo>
                    <a:pt x="222812" y="265417"/>
                    <a:pt x="214145" y="280583"/>
                    <a:pt x="204980" y="295415"/>
                  </a:cubicBezTo>
                  <a:cubicBezTo>
                    <a:pt x="200647" y="302497"/>
                    <a:pt x="197480" y="310330"/>
                    <a:pt x="192648" y="317079"/>
                  </a:cubicBezTo>
                  <a:cubicBezTo>
                    <a:pt x="190565" y="320079"/>
                    <a:pt x="188231" y="322996"/>
                    <a:pt x="185814" y="325828"/>
                  </a:cubicBezTo>
                  <a:cubicBezTo>
                    <a:pt x="185482" y="311330"/>
                    <a:pt x="183981" y="296748"/>
                    <a:pt x="182982" y="282416"/>
                  </a:cubicBezTo>
                  <a:cubicBezTo>
                    <a:pt x="182232" y="272083"/>
                    <a:pt x="182065" y="260501"/>
                    <a:pt x="180648" y="249335"/>
                  </a:cubicBezTo>
                  <a:cubicBezTo>
                    <a:pt x="193731" y="234670"/>
                    <a:pt x="208396" y="220922"/>
                    <a:pt x="221728" y="206340"/>
                  </a:cubicBezTo>
                  <a:cubicBezTo>
                    <a:pt x="229228" y="198173"/>
                    <a:pt x="236977" y="190341"/>
                    <a:pt x="244226" y="182008"/>
                  </a:cubicBezTo>
                  <a:cubicBezTo>
                    <a:pt x="251392" y="173842"/>
                    <a:pt x="258308" y="164093"/>
                    <a:pt x="266641" y="156761"/>
                  </a:cubicBezTo>
                  <a:cubicBezTo>
                    <a:pt x="268973" y="170426"/>
                    <a:pt x="258058" y="192174"/>
                    <a:pt x="253892" y="202257"/>
                  </a:cubicBezTo>
                  <a:lnTo>
                    <a:pt x="253892" y="202257"/>
                  </a:lnTo>
                  <a:close/>
                  <a:moveTo>
                    <a:pt x="327885" y="20440"/>
                  </a:moveTo>
                  <a:cubicBezTo>
                    <a:pt x="326136" y="26606"/>
                    <a:pt x="323385" y="32272"/>
                    <a:pt x="320803" y="38105"/>
                  </a:cubicBezTo>
                  <a:cubicBezTo>
                    <a:pt x="318136" y="44271"/>
                    <a:pt x="315886" y="50604"/>
                    <a:pt x="311886" y="56103"/>
                  </a:cubicBezTo>
                  <a:cubicBezTo>
                    <a:pt x="310053" y="58603"/>
                    <a:pt x="308387" y="60603"/>
                    <a:pt x="307137" y="62936"/>
                  </a:cubicBezTo>
                  <a:cubicBezTo>
                    <a:pt x="306304" y="62769"/>
                    <a:pt x="305470" y="62769"/>
                    <a:pt x="304637" y="62852"/>
                  </a:cubicBezTo>
                  <a:cubicBezTo>
                    <a:pt x="297138" y="57686"/>
                    <a:pt x="286556" y="70435"/>
                    <a:pt x="282140" y="75268"/>
                  </a:cubicBezTo>
                  <a:cubicBezTo>
                    <a:pt x="277890" y="79851"/>
                    <a:pt x="267224" y="88350"/>
                    <a:pt x="270307" y="95516"/>
                  </a:cubicBezTo>
                  <a:cubicBezTo>
                    <a:pt x="270807" y="96682"/>
                    <a:pt x="272640" y="96516"/>
                    <a:pt x="273223" y="95516"/>
                  </a:cubicBezTo>
                  <a:cubicBezTo>
                    <a:pt x="274473" y="93183"/>
                    <a:pt x="278973" y="91267"/>
                    <a:pt x="280973" y="89767"/>
                  </a:cubicBezTo>
                  <a:cubicBezTo>
                    <a:pt x="284223" y="87267"/>
                    <a:pt x="287306" y="84600"/>
                    <a:pt x="290389" y="81934"/>
                  </a:cubicBezTo>
                  <a:cubicBezTo>
                    <a:pt x="293555" y="79101"/>
                    <a:pt x="296638" y="76185"/>
                    <a:pt x="299971" y="73602"/>
                  </a:cubicBezTo>
                  <a:cubicBezTo>
                    <a:pt x="303221" y="72851"/>
                    <a:pt x="301888" y="74184"/>
                    <a:pt x="300971" y="77768"/>
                  </a:cubicBezTo>
                  <a:cubicBezTo>
                    <a:pt x="300055" y="81434"/>
                    <a:pt x="296805" y="86517"/>
                    <a:pt x="294971" y="89850"/>
                  </a:cubicBezTo>
                  <a:cubicBezTo>
                    <a:pt x="290555" y="97933"/>
                    <a:pt x="286056" y="106182"/>
                    <a:pt x="281223" y="114014"/>
                  </a:cubicBezTo>
                  <a:cubicBezTo>
                    <a:pt x="273057" y="127263"/>
                    <a:pt x="263974" y="139929"/>
                    <a:pt x="255641" y="153011"/>
                  </a:cubicBezTo>
                  <a:cubicBezTo>
                    <a:pt x="239310" y="164926"/>
                    <a:pt x="226061" y="183258"/>
                    <a:pt x="213145" y="197673"/>
                  </a:cubicBezTo>
                  <a:cubicBezTo>
                    <a:pt x="201646" y="210589"/>
                    <a:pt x="187814" y="223921"/>
                    <a:pt x="179065" y="239336"/>
                  </a:cubicBezTo>
                  <a:cubicBezTo>
                    <a:pt x="178815" y="238170"/>
                    <a:pt x="178482" y="237087"/>
                    <a:pt x="178149" y="235920"/>
                  </a:cubicBezTo>
                  <a:cubicBezTo>
                    <a:pt x="186814" y="226337"/>
                    <a:pt x="192731" y="209089"/>
                    <a:pt x="196814" y="199090"/>
                  </a:cubicBezTo>
                  <a:cubicBezTo>
                    <a:pt x="205479" y="177759"/>
                    <a:pt x="214396" y="154761"/>
                    <a:pt x="220728" y="132763"/>
                  </a:cubicBezTo>
                  <a:cubicBezTo>
                    <a:pt x="227727" y="108432"/>
                    <a:pt x="236561" y="84100"/>
                    <a:pt x="248726" y="61852"/>
                  </a:cubicBezTo>
                  <a:cubicBezTo>
                    <a:pt x="249726" y="60019"/>
                    <a:pt x="253391" y="50937"/>
                    <a:pt x="255641" y="50353"/>
                  </a:cubicBezTo>
                  <a:cubicBezTo>
                    <a:pt x="259891" y="49270"/>
                    <a:pt x="258392" y="58269"/>
                    <a:pt x="257474" y="63269"/>
                  </a:cubicBezTo>
                  <a:cubicBezTo>
                    <a:pt x="256641" y="65852"/>
                    <a:pt x="256058" y="68352"/>
                    <a:pt x="255892" y="70852"/>
                  </a:cubicBezTo>
                  <a:cubicBezTo>
                    <a:pt x="255892" y="71435"/>
                    <a:pt x="255975" y="71852"/>
                    <a:pt x="256309" y="72268"/>
                  </a:cubicBezTo>
                  <a:cubicBezTo>
                    <a:pt x="255225" y="82017"/>
                    <a:pt x="254475" y="91850"/>
                    <a:pt x="253642" y="101599"/>
                  </a:cubicBezTo>
                  <a:cubicBezTo>
                    <a:pt x="247476" y="106015"/>
                    <a:pt x="243393" y="113015"/>
                    <a:pt x="239226" y="119181"/>
                  </a:cubicBezTo>
                  <a:cubicBezTo>
                    <a:pt x="234477" y="126097"/>
                    <a:pt x="227310" y="133846"/>
                    <a:pt x="225644" y="142262"/>
                  </a:cubicBezTo>
                  <a:cubicBezTo>
                    <a:pt x="225227" y="144429"/>
                    <a:pt x="227727" y="145428"/>
                    <a:pt x="228978" y="144178"/>
                  </a:cubicBezTo>
                  <a:lnTo>
                    <a:pt x="228978" y="144178"/>
                  </a:lnTo>
                  <a:cubicBezTo>
                    <a:pt x="230811" y="142179"/>
                    <a:pt x="233394" y="140595"/>
                    <a:pt x="235310" y="138596"/>
                  </a:cubicBezTo>
                  <a:cubicBezTo>
                    <a:pt x="237726" y="136096"/>
                    <a:pt x="239727" y="133263"/>
                    <a:pt x="241976" y="130596"/>
                  </a:cubicBezTo>
                  <a:cubicBezTo>
                    <a:pt x="245393" y="126513"/>
                    <a:pt x="248642" y="122347"/>
                    <a:pt x="251892" y="118014"/>
                  </a:cubicBezTo>
                  <a:cubicBezTo>
                    <a:pt x="254142" y="115098"/>
                    <a:pt x="256558" y="112681"/>
                    <a:pt x="258975" y="110098"/>
                  </a:cubicBezTo>
                  <a:cubicBezTo>
                    <a:pt x="259058" y="109181"/>
                    <a:pt x="259141" y="108265"/>
                    <a:pt x="259225" y="107348"/>
                  </a:cubicBezTo>
                  <a:cubicBezTo>
                    <a:pt x="259308" y="108515"/>
                    <a:pt x="259308" y="109765"/>
                    <a:pt x="259225" y="110931"/>
                  </a:cubicBezTo>
                  <a:cubicBezTo>
                    <a:pt x="259058" y="118097"/>
                    <a:pt x="256975" y="125097"/>
                    <a:pt x="258225" y="132263"/>
                  </a:cubicBezTo>
                  <a:cubicBezTo>
                    <a:pt x="258724" y="135013"/>
                    <a:pt x="262558" y="135096"/>
                    <a:pt x="263891" y="133013"/>
                  </a:cubicBezTo>
                  <a:cubicBezTo>
                    <a:pt x="267724" y="126763"/>
                    <a:pt x="273724" y="95933"/>
                    <a:pt x="260475" y="98349"/>
                  </a:cubicBezTo>
                  <a:cubicBezTo>
                    <a:pt x="262058" y="87350"/>
                    <a:pt x="263558" y="76351"/>
                    <a:pt x="264974" y="65269"/>
                  </a:cubicBezTo>
                  <a:cubicBezTo>
                    <a:pt x="276140" y="48270"/>
                    <a:pt x="286139" y="28772"/>
                    <a:pt x="301220" y="15523"/>
                  </a:cubicBezTo>
                  <a:cubicBezTo>
                    <a:pt x="301138" y="15607"/>
                    <a:pt x="301471" y="15356"/>
                    <a:pt x="302055" y="14856"/>
                  </a:cubicBezTo>
                  <a:cubicBezTo>
                    <a:pt x="301554" y="17023"/>
                    <a:pt x="301220" y="19023"/>
                    <a:pt x="301138" y="19356"/>
                  </a:cubicBezTo>
                  <a:cubicBezTo>
                    <a:pt x="298805" y="29438"/>
                    <a:pt x="298554" y="39354"/>
                    <a:pt x="296471" y="49437"/>
                  </a:cubicBezTo>
                  <a:cubicBezTo>
                    <a:pt x="295555" y="54020"/>
                    <a:pt x="301888" y="57270"/>
                    <a:pt x="304387" y="52770"/>
                  </a:cubicBezTo>
                  <a:cubicBezTo>
                    <a:pt x="308887" y="44604"/>
                    <a:pt x="310387" y="34855"/>
                    <a:pt x="311636" y="25189"/>
                  </a:cubicBezTo>
                  <a:cubicBezTo>
                    <a:pt x="317720" y="22439"/>
                    <a:pt x="323053" y="17857"/>
                    <a:pt x="329052" y="14856"/>
                  </a:cubicBezTo>
                  <a:cubicBezTo>
                    <a:pt x="328552" y="16773"/>
                    <a:pt x="328219" y="19023"/>
                    <a:pt x="327885" y="20440"/>
                  </a:cubicBezTo>
                  <a:lnTo>
                    <a:pt x="327885" y="20440"/>
                  </a:lnTo>
                  <a:close/>
                </a:path>
              </a:pathLst>
            </a:custGeom>
            <a:grpFill/>
            <a:ln w="8332" cap="flat">
              <a:noFill/>
              <a:prstDash val="solid"/>
              <a:miter/>
            </a:ln>
          </p:spPr>
          <p:txBody>
            <a:bodyPr rtlCol="0" anchor="ctr"/>
            <a:lstStyle/>
            <a:p>
              <a:endParaRPr lang="en-US"/>
            </a:p>
          </p:txBody>
        </p:sp>
        <p:sp>
          <p:nvSpPr>
            <p:cNvPr id="2515" name="Freeform: Shape 2514"/>
            <p:cNvSpPr/>
            <p:nvPr/>
          </p:nvSpPr>
          <p:spPr>
            <a:xfrm>
              <a:off x="10815364" y="5883799"/>
              <a:ext cx="473586" cy="638834"/>
            </a:xfrm>
            <a:custGeom>
              <a:avLst/>
              <a:gdLst>
                <a:gd name="connsiteX0" fmla="*/ 473557 w 473586"/>
                <a:gd name="connsiteY0" fmla="*/ 13763 h 638834"/>
                <a:gd name="connsiteX1" fmla="*/ 442809 w 473586"/>
                <a:gd name="connsiteY1" fmla="*/ 15430 h 638834"/>
                <a:gd name="connsiteX2" fmla="*/ 443642 w 473586"/>
                <a:gd name="connsiteY2" fmla="*/ 13180 h 638834"/>
                <a:gd name="connsiteX3" fmla="*/ 437143 w 473586"/>
                <a:gd name="connsiteY3" fmla="*/ 98 h 638834"/>
                <a:gd name="connsiteX4" fmla="*/ 406813 w 473586"/>
                <a:gd name="connsiteY4" fmla="*/ 21262 h 638834"/>
                <a:gd name="connsiteX5" fmla="*/ 390398 w 473586"/>
                <a:gd name="connsiteY5" fmla="*/ 37178 h 638834"/>
                <a:gd name="connsiteX6" fmla="*/ 387731 w 473586"/>
                <a:gd name="connsiteY6" fmla="*/ 28762 h 638834"/>
                <a:gd name="connsiteX7" fmla="*/ 341818 w 473586"/>
                <a:gd name="connsiteY7" fmla="*/ 63175 h 638834"/>
                <a:gd name="connsiteX8" fmla="*/ 292989 w 473586"/>
                <a:gd name="connsiteY8" fmla="*/ 142085 h 638834"/>
                <a:gd name="connsiteX9" fmla="*/ 270492 w 473586"/>
                <a:gd name="connsiteY9" fmla="*/ 180831 h 638834"/>
                <a:gd name="connsiteX10" fmla="*/ 263159 w 473586"/>
                <a:gd name="connsiteY10" fmla="*/ 192747 h 638834"/>
                <a:gd name="connsiteX11" fmla="*/ 260076 w 473586"/>
                <a:gd name="connsiteY11" fmla="*/ 191164 h 638834"/>
                <a:gd name="connsiteX12" fmla="*/ 234494 w 473586"/>
                <a:gd name="connsiteY12" fmla="*/ 215745 h 638834"/>
                <a:gd name="connsiteX13" fmla="*/ 204914 w 473586"/>
                <a:gd name="connsiteY13" fmla="*/ 265240 h 638834"/>
                <a:gd name="connsiteX14" fmla="*/ 172916 w 473586"/>
                <a:gd name="connsiteY14" fmla="*/ 322318 h 638834"/>
                <a:gd name="connsiteX15" fmla="*/ 152335 w 473586"/>
                <a:gd name="connsiteY15" fmla="*/ 359815 h 638834"/>
                <a:gd name="connsiteX16" fmla="*/ 134004 w 473586"/>
                <a:gd name="connsiteY16" fmla="*/ 375980 h 638834"/>
                <a:gd name="connsiteX17" fmla="*/ 131921 w 473586"/>
                <a:gd name="connsiteY17" fmla="*/ 373481 h 638834"/>
                <a:gd name="connsiteX18" fmla="*/ 124338 w 473586"/>
                <a:gd name="connsiteY18" fmla="*/ 372897 h 638834"/>
                <a:gd name="connsiteX19" fmla="*/ 110256 w 473586"/>
                <a:gd name="connsiteY19" fmla="*/ 391812 h 638834"/>
                <a:gd name="connsiteX20" fmla="*/ 92924 w 473586"/>
                <a:gd name="connsiteY20" fmla="*/ 419477 h 638834"/>
                <a:gd name="connsiteX21" fmla="*/ 61177 w 473586"/>
                <a:gd name="connsiteY21" fmla="*/ 482137 h 638834"/>
                <a:gd name="connsiteX22" fmla="*/ 49261 w 473586"/>
                <a:gd name="connsiteY22" fmla="*/ 513051 h 638834"/>
                <a:gd name="connsiteX23" fmla="*/ 8598 w 473586"/>
                <a:gd name="connsiteY23" fmla="*/ 595877 h 638834"/>
                <a:gd name="connsiteX24" fmla="*/ 8848 w 473586"/>
                <a:gd name="connsiteY24" fmla="*/ 634874 h 638834"/>
                <a:gd name="connsiteX25" fmla="*/ 51011 w 473586"/>
                <a:gd name="connsiteY25" fmla="*/ 621458 h 638834"/>
                <a:gd name="connsiteX26" fmla="*/ 87342 w 473586"/>
                <a:gd name="connsiteY26" fmla="*/ 559131 h 638834"/>
                <a:gd name="connsiteX27" fmla="*/ 115922 w 473586"/>
                <a:gd name="connsiteY27" fmla="*/ 498553 h 638834"/>
                <a:gd name="connsiteX28" fmla="*/ 143919 w 473586"/>
                <a:gd name="connsiteY28" fmla="*/ 459973 h 638834"/>
                <a:gd name="connsiteX29" fmla="*/ 182666 w 473586"/>
                <a:gd name="connsiteY29" fmla="*/ 417310 h 638834"/>
                <a:gd name="connsiteX30" fmla="*/ 250827 w 473586"/>
                <a:gd name="connsiteY30" fmla="*/ 317652 h 638834"/>
                <a:gd name="connsiteX31" fmla="*/ 255576 w 473586"/>
                <a:gd name="connsiteY31" fmla="*/ 305153 h 638834"/>
                <a:gd name="connsiteX32" fmla="*/ 331736 w 473586"/>
                <a:gd name="connsiteY32" fmla="*/ 225577 h 638834"/>
                <a:gd name="connsiteX33" fmla="*/ 364233 w 473586"/>
                <a:gd name="connsiteY33" fmla="*/ 176748 h 638834"/>
                <a:gd name="connsiteX34" fmla="*/ 376315 w 473586"/>
                <a:gd name="connsiteY34" fmla="*/ 137918 h 638834"/>
                <a:gd name="connsiteX35" fmla="*/ 374732 w 473586"/>
                <a:gd name="connsiteY35" fmla="*/ 135835 h 638834"/>
                <a:gd name="connsiteX36" fmla="*/ 421061 w 473586"/>
                <a:gd name="connsiteY36" fmla="*/ 89673 h 638834"/>
                <a:gd name="connsiteX37" fmla="*/ 432310 w 473586"/>
                <a:gd name="connsiteY37" fmla="*/ 71841 h 638834"/>
                <a:gd name="connsiteX38" fmla="*/ 432643 w 473586"/>
                <a:gd name="connsiteY38" fmla="*/ 71424 h 638834"/>
                <a:gd name="connsiteX39" fmla="*/ 445309 w 473586"/>
                <a:gd name="connsiteY39" fmla="*/ 58759 h 638834"/>
                <a:gd name="connsiteX40" fmla="*/ 457891 w 473586"/>
                <a:gd name="connsiteY40" fmla="*/ 41677 h 638834"/>
                <a:gd name="connsiteX41" fmla="*/ 467890 w 473586"/>
                <a:gd name="connsiteY41" fmla="*/ 25679 h 638834"/>
                <a:gd name="connsiteX42" fmla="*/ 473557 w 473586"/>
                <a:gd name="connsiteY42" fmla="*/ 13763 h 638834"/>
                <a:gd name="connsiteX43" fmla="*/ 473557 w 473586"/>
                <a:gd name="connsiteY43" fmla="*/ 13763 h 638834"/>
                <a:gd name="connsiteX44" fmla="*/ 205081 w 473586"/>
                <a:gd name="connsiteY44" fmla="*/ 292738 h 638834"/>
                <a:gd name="connsiteX45" fmla="*/ 232328 w 473586"/>
                <a:gd name="connsiteY45" fmla="*/ 244076 h 638834"/>
                <a:gd name="connsiteX46" fmla="*/ 248744 w 473586"/>
                <a:gd name="connsiteY46" fmla="*/ 221411 h 638834"/>
                <a:gd name="connsiteX47" fmla="*/ 256576 w 473586"/>
                <a:gd name="connsiteY47" fmla="*/ 208496 h 638834"/>
                <a:gd name="connsiteX48" fmla="*/ 255409 w 473586"/>
                <a:gd name="connsiteY48" fmla="*/ 230660 h 638834"/>
                <a:gd name="connsiteX49" fmla="*/ 252910 w 473586"/>
                <a:gd name="connsiteY49" fmla="*/ 258075 h 638834"/>
                <a:gd name="connsiteX50" fmla="*/ 247160 w 473586"/>
                <a:gd name="connsiteY50" fmla="*/ 293988 h 638834"/>
                <a:gd name="connsiteX51" fmla="*/ 217163 w 473586"/>
                <a:gd name="connsiteY51" fmla="*/ 313069 h 638834"/>
                <a:gd name="connsiteX52" fmla="*/ 173083 w 473586"/>
                <a:gd name="connsiteY52" fmla="*/ 344150 h 638834"/>
                <a:gd name="connsiteX53" fmla="*/ 205081 w 473586"/>
                <a:gd name="connsiteY53" fmla="*/ 292738 h 638834"/>
                <a:gd name="connsiteX54" fmla="*/ 205081 w 473586"/>
                <a:gd name="connsiteY54" fmla="*/ 292738 h 638834"/>
                <a:gd name="connsiteX55" fmla="*/ 109839 w 473586"/>
                <a:gd name="connsiteY55" fmla="*/ 489804 h 638834"/>
                <a:gd name="connsiteX56" fmla="*/ 107923 w 473586"/>
                <a:gd name="connsiteY56" fmla="*/ 496719 h 638834"/>
                <a:gd name="connsiteX57" fmla="*/ 105506 w 473586"/>
                <a:gd name="connsiteY57" fmla="*/ 501469 h 638834"/>
                <a:gd name="connsiteX58" fmla="*/ 105423 w 473586"/>
                <a:gd name="connsiteY58" fmla="*/ 503802 h 638834"/>
                <a:gd name="connsiteX59" fmla="*/ 84925 w 473586"/>
                <a:gd name="connsiteY59" fmla="*/ 539883 h 638834"/>
                <a:gd name="connsiteX60" fmla="*/ 56594 w 473586"/>
                <a:gd name="connsiteY60" fmla="*/ 587295 h 638834"/>
                <a:gd name="connsiteX61" fmla="*/ 40762 w 473586"/>
                <a:gd name="connsiteY61" fmla="*/ 612042 h 638834"/>
                <a:gd name="connsiteX62" fmla="*/ 31013 w 473586"/>
                <a:gd name="connsiteY62" fmla="*/ 622458 h 638834"/>
                <a:gd name="connsiteX63" fmla="*/ 18097 w 473586"/>
                <a:gd name="connsiteY63" fmla="*/ 618375 h 638834"/>
                <a:gd name="connsiteX64" fmla="*/ 11931 w 473586"/>
                <a:gd name="connsiteY64" fmla="*/ 609543 h 638834"/>
                <a:gd name="connsiteX65" fmla="*/ 12098 w 473586"/>
                <a:gd name="connsiteY65" fmla="*/ 608376 h 638834"/>
                <a:gd name="connsiteX66" fmla="*/ 43761 w 473586"/>
                <a:gd name="connsiteY66" fmla="*/ 550215 h 638834"/>
                <a:gd name="connsiteX67" fmla="*/ 55344 w 473586"/>
                <a:gd name="connsiteY67" fmla="*/ 521551 h 638834"/>
                <a:gd name="connsiteX68" fmla="*/ 62426 w 473586"/>
                <a:gd name="connsiteY68" fmla="*/ 503719 h 638834"/>
                <a:gd name="connsiteX69" fmla="*/ 67427 w 473586"/>
                <a:gd name="connsiteY69" fmla="*/ 492553 h 638834"/>
                <a:gd name="connsiteX70" fmla="*/ 98173 w 473586"/>
                <a:gd name="connsiteY70" fmla="*/ 434475 h 638834"/>
                <a:gd name="connsiteX71" fmla="*/ 115506 w 473586"/>
                <a:gd name="connsiteY71" fmla="*/ 406394 h 638834"/>
                <a:gd name="connsiteX72" fmla="*/ 124921 w 473586"/>
                <a:gd name="connsiteY72" fmla="*/ 393479 h 638834"/>
                <a:gd name="connsiteX73" fmla="*/ 125254 w 473586"/>
                <a:gd name="connsiteY73" fmla="*/ 392896 h 638834"/>
                <a:gd name="connsiteX74" fmla="*/ 125922 w 473586"/>
                <a:gd name="connsiteY74" fmla="*/ 392562 h 638834"/>
                <a:gd name="connsiteX75" fmla="*/ 126338 w 473586"/>
                <a:gd name="connsiteY75" fmla="*/ 392229 h 638834"/>
                <a:gd name="connsiteX76" fmla="*/ 121672 w 473586"/>
                <a:gd name="connsiteY76" fmla="*/ 432892 h 638834"/>
                <a:gd name="connsiteX77" fmla="*/ 109839 w 473586"/>
                <a:gd name="connsiteY77" fmla="*/ 489804 h 638834"/>
                <a:gd name="connsiteX78" fmla="*/ 109839 w 473586"/>
                <a:gd name="connsiteY78" fmla="*/ 489804 h 638834"/>
                <a:gd name="connsiteX79" fmla="*/ 242161 w 473586"/>
                <a:gd name="connsiteY79" fmla="*/ 314486 h 638834"/>
                <a:gd name="connsiteX80" fmla="*/ 235078 w 473586"/>
                <a:gd name="connsiteY80" fmla="*/ 331401 h 638834"/>
                <a:gd name="connsiteX81" fmla="*/ 221746 w 473586"/>
                <a:gd name="connsiteY81" fmla="*/ 353483 h 638834"/>
                <a:gd name="connsiteX82" fmla="*/ 189999 w 473586"/>
                <a:gd name="connsiteY82" fmla="*/ 392479 h 638834"/>
                <a:gd name="connsiteX83" fmla="*/ 159418 w 473586"/>
                <a:gd name="connsiteY83" fmla="*/ 428059 h 638834"/>
                <a:gd name="connsiteX84" fmla="*/ 126254 w 473586"/>
                <a:gd name="connsiteY84" fmla="*/ 464223 h 638834"/>
                <a:gd name="connsiteX85" fmla="*/ 121505 w 473586"/>
                <a:gd name="connsiteY85" fmla="*/ 470972 h 638834"/>
                <a:gd name="connsiteX86" fmla="*/ 130088 w 473586"/>
                <a:gd name="connsiteY86" fmla="*/ 415643 h 638834"/>
                <a:gd name="connsiteX87" fmla="*/ 135420 w 473586"/>
                <a:gd name="connsiteY87" fmla="*/ 385646 h 638834"/>
                <a:gd name="connsiteX88" fmla="*/ 206914 w 473586"/>
                <a:gd name="connsiteY88" fmla="*/ 337484 h 638834"/>
                <a:gd name="connsiteX89" fmla="*/ 243994 w 473586"/>
                <a:gd name="connsiteY89" fmla="*/ 310653 h 638834"/>
                <a:gd name="connsiteX90" fmla="*/ 245411 w 473586"/>
                <a:gd name="connsiteY90" fmla="*/ 309737 h 638834"/>
                <a:gd name="connsiteX91" fmla="*/ 245743 w 473586"/>
                <a:gd name="connsiteY91" fmla="*/ 309903 h 638834"/>
                <a:gd name="connsiteX92" fmla="*/ 242161 w 473586"/>
                <a:gd name="connsiteY92" fmla="*/ 314486 h 638834"/>
                <a:gd name="connsiteX93" fmla="*/ 242161 w 473586"/>
                <a:gd name="connsiteY93" fmla="*/ 314486 h 638834"/>
                <a:gd name="connsiteX94" fmla="*/ 347234 w 473586"/>
                <a:gd name="connsiteY94" fmla="*/ 187497 h 638834"/>
                <a:gd name="connsiteX95" fmla="*/ 315154 w 473586"/>
                <a:gd name="connsiteY95" fmla="*/ 229744 h 638834"/>
                <a:gd name="connsiteX96" fmla="*/ 280574 w 473586"/>
                <a:gd name="connsiteY96" fmla="*/ 268907 h 638834"/>
                <a:gd name="connsiteX97" fmla="*/ 264159 w 473586"/>
                <a:gd name="connsiteY97" fmla="*/ 287738 h 638834"/>
                <a:gd name="connsiteX98" fmla="*/ 255743 w 473586"/>
                <a:gd name="connsiteY98" fmla="*/ 294904 h 638834"/>
                <a:gd name="connsiteX99" fmla="*/ 261742 w 473586"/>
                <a:gd name="connsiteY99" fmla="*/ 251825 h 638834"/>
                <a:gd name="connsiteX100" fmla="*/ 266075 w 473586"/>
                <a:gd name="connsiteY100" fmla="*/ 218995 h 638834"/>
                <a:gd name="connsiteX101" fmla="*/ 314904 w 473586"/>
                <a:gd name="connsiteY101" fmla="*/ 185164 h 638834"/>
                <a:gd name="connsiteX102" fmla="*/ 341818 w 473586"/>
                <a:gd name="connsiteY102" fmla="*/ 165833 h 638834"/>
                <a:gd name="connsiteX103" fmla="*/ 368816 w 473586"/>
                <a:gd name="connsiteY103" fmla="*/ 145585 h 638834"/>
                <a:gd name="connsiteX104" fmla="*/ 347234 w 473586"/>
                <a:gd name="connsiteY104" fmla="*/ 187497 h 638834"/>
                <a:gd name="connsiteX105" fmla="*/ 347234 w 473586"/>
                <a:gd name="connsiteY105" fmla="*/ 187497 h 638834"/>
                <a:gd name="connsiteX106" fmla="*/ 456224 w 473586"/>
                <a:gd name="connsiteY106" fmla="*/ 24179 h 638834"/>
                <a:gd name="connsiteX107" fmla="*/ 445725 w 473586"/>
                <a:gd name="connsiteY107" fmla="*/ 40094 h 638834"/>
                <a:gd name="connsiteX108" fmla="*/ 433393 w 473586"/>
                <a:gd name="connsiteY108" fmla="*/ 55926 h 638834"/>
                <a:gd name="connsiteX109" fmla="*/ 427394 w 473586"/>
                <a:gd name="connsiteY109" fmla="*/ 61675 h 638834"/>
                <a:gd name="connsiteX110" fmla="*/ 424894 w 473586"/>
                <a:gd name="connsiteY110" fmla="*/ 61092 h 638834"/>
                <a:gd name="connsiteX111" fmla="*/ 400313 w 473586"/>
                <a:gd name="connsiteY111" fmla="*/ 68758 h 638834"/>
                <a:gd name="connsiteX112" fmla="*/ 384648 w 473586"/>
                <a:gd name="connsiteY112" fmla="*/ 86257 h 638834"/>
                <a:gd name="connsiteX113" fmla="*/ 387480 w 473586"/>
                <a:gd name="connsiteY113" fmla="*/ 86840 h 638834"/>
                <a:gd name="connsiteX114" fmla="*/ 396230 w 473586"/>
                <a:gd name="connsiteY114" fmla="*/ 82757 h 638834"/>
                <a:gd name="connsiteX115" fmla="*/ 406979 w 473586"/>
                <a:gd name="connsiteY115" fmla="*/ 76924 h 638834"/>
                <a:gd name="connsiteX116" fmla="*/ 418061 w 473586"/>
                <a:gd name="connsiteY116" fmla="*/ 70758 h 638834"/>
                <a:gd name="connsiteX117" fmla="*/ 418228 w 473586"/>
                <a:gd name="connsiteY117" fmla="*/ 75007 h 638834"/>
                <a:gd name="connsiteX118" fmla="*/ 409979 w 473586"/>
                <a:gd name="connsiteY118" fmla="*/ 85590 h 638834"/>
                <a:gd name="connsiteX119" fmla="*/ 391647 w 473586"/>
                <a:gd name="connsiteY119" fmla="*/ 106505 h 638834"/>
                <a:gd name="connsiteX120" fmla="*/ 358733 w 473586"/>
                <a:gd name="connsiteY120" fmla="*/ 139585 h 638834"/>
                <a:gd name="connsiteX121" fmla="*/ 308155 w 473586"/>
                <a:gd name="connsiteY121" fmla="*/ 174832 h 638834"/>
                <a:gd name="connsiteX122" fmla="*/ 266409 w 473586"/>
                <a:gd name="connsiteY122" fmla="*/ 208829 h 638834"/>
                <a:gd name="connsiteX123" fmla="*/ 266242 w 473586"/>
                <a:gd name="connsiteY123" fmla="*/ 205329 h 638834"/>
                <a:gd name="connsiteX124" fmla="*/ 291989 w 473586"/>
                <a:gd name="connsiteY124" fmla="*/ 172999 h 638834"/>
                <a:gd name="connsiteX125" fmla="*/ 328736 w 473586"/>
                <a:gd name="connsiteY125" fmla="*/ 112671 h 638834"/>
                <a:gd name="connsiteX126" fmla="*/ 370399 w 473586"/>
                <a:gd name="connsiteY126" fmla="*/ 48843 h 638834"/>
                <a:gd name="connsiteX127" fmla="*/ 379481 w 473586"/>
                <a:gd name="connsiteY127" fmla="*/ 38928 h 638834"/>
                <a:gd name="connsiteX128" fmla="*/ 378648 w 473586"/>
                <a:gd name="connsiteY128" fmla="*/ 52009 h 638834"/>
                <a:gd name="connsiteX129" fmla="*/ 375649 w 473586"/>
                <a:gd name="connsiteY129" fmla="*/ 59092 h 638834"/>
                <a:gd name="connsiteX130" fmla="*/ 375732 w 473586"/>
                <a:gd name="connsiteY130" fmla="*/ 60509 h 638834"/>
                <a:gd name="connsiteX131" fmla="*/ 367233 w 473586"/>
                <a:gd name="connsiteY131" fmla="*/ 88673 h 638834"/>
                <a:gd name="connsiteX132" fmla="*/ 349568 w 473586"/>
                <a:gd name="connsiteY132" fmla="*/ 103005 h 638834"/>
                <a:gd name="connsiteX133" fmla="*/ 331569 w 473586"/>
                <a:gd name="connsiteY133" fmla="*/ 122836 h 638834"/>
                <a:gd name="connsiteX134" fmla="*/ 334402 w 473586"/>
                <a:gd name="connsiteY134" fmla="*/ 125419 h 638834"/>
                <a:gd name="connsiteX135" fmla="*/ 334402 w 473586"/>
                <a:gd name="connsiteY135" fmla="*/ 125419 h 638834"/>
                <a:gd name="connsiteX136" fmla="*/ 341651 w 473586"/>
                <a:gd name="connsiteY136" fmla="*/ 121253 h 638834"/>
                <a:gd name="connsiteX137" fmla="*/ 349735 w 473586"/>
                <a:gd name="connsiteY137" fmla="*/ 114754 h 638834"/>
                <a:gd name="connsiteX138" fmla="*/ 361900 w 473586"/>
                <a:gd name="connsiteY138" fmla="*/ 104422 h 638834"/>
                <a:gd name="connsiteX139" fmla="*/ 370483 w 473586"/>
                <a:gd name="connsiteY139" fmla="*/ 98089 h 638834"/>
                <a:gd name="connsiteX140" fmla="*/ 371232 w 473586"/>
                <a:gd name="connsiteY140" fmla="*/ 95422 h 638834"/>
                <a:gd name="connsiteX141" fmla="*/ 370566 w 473586"/>
                <a:gd name="connsiteY141" fmla="*/ 98922 h 638834"/>
                <a:gd name="connsiteX142" fmla="*/ 365317 w 473586"/>
                <a:gd name="connsiteY142" fmla="*/ 119587 h 638834"/>
                <a:gd name="connsiteX143" fmla="*/ 370732 w 473586"/>
                <a:gd name="connsiteY143" fmla="*/ 121420 h 638834"/>
                <a:gd name="connsiteX144" fmla="*/ 374315 w 473586"/>
                <a:gd name="connsiteY144" fmla="*/ 86757 h 638834"/>
                <a:gd name="connsiteX145" fmla="*/ 385314 w 473586"/>
                <a:gd name="connsiteY145" fmla="*/ 55259 h 638834"/>
                <a:gd name="connsiteX146" fmla="*/ 430810 w 473586"/>
                <a:gd name="connsiteY146" fmla="*/ 13847 h 638834"/>
                <a:gd name="connsiteX147" fmla="*/ 431727 w 473586"/>
                <a:gd name="connsiteY147" fmla="*/ 13347 h 638834"/>
                <a:gd name="connsiteX148" fmla="*/ 429894 w 473586"/>
                <a:gd name="connsiteY148" fmla="*/ 17596 h 638834"/>
                <a:gd name="connsiteX149" fmla="*/ 419311 w 473586"/>
                <a:gd name="connsiteY149" fmla="*/ 46094 h 638834"/>
                <a:gd name="connsiteX150" fmla="*/ 426394 w 473586"/>
                <a:gd name="connsiteY150" fmla="*/ 50926 h 638834"/>
                <a:gd name="connsiteX151" fmla="*/ 438976 w 473586"/>
                <a:gd name="connsiteY151" fmla="*/ 25346 h 638834"/>
                <a:gd name="connsiteX152" fmla="*/ 458142 w 473586"/>
                <a:gd name="connsiteY152" fmla="*/ 18679 h 638834"/>
                <a:gd name="connsiteX153" fmla="*/ 456224 w 473586"/>
                <a:gd name="connsiteY153" fmla="*/ 24179 h 638834"/>
                <a:gd name="connsiteX154" fmla="*/ 456224 w 473586"/>
                <a:gd name="connsiteY154" fmla="*/ 24179 h 638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Lst>
              <a:rect l="l" t="t" r="r" b="b"/>
              <a:pathLst>
                <a:path w="473586" h="638834">
                  <a:moveTo>
                    <a:pt x="473557" y="13763"/>
                  </a:moveTo>
                  <a:cubicBezTo>
                    <a:pt x="471973" y="-1319"/>
                    <a:pt x="454892" y="7263"/>
                    <a:pt x="442809" y="15430"/>
                  </a:cubicBezTo>
                  <a:cubicBezTo>
                    <a:pt x="443059" y="14680"/>
                    <a:pt x="443309" y="13930"/>
                    <a:pt x="443642" y="13180"/>
                  </a:cubicBezTo>
                  <a:cubicBezTo>
                    <a:pt x="445975" y="7180"/>
                    <a:pt x="446059" y="-986"/>
                    <a:pt x="437143" y="98"/>
                  </a:cubicBezTo>
                  <a:cubicBezTo>
                    <a:pt x="426311" y="1348"/>
                    <a:pt x="413895" y="13930"/>
                    <a:pt x="406813" y="21262"/>
                  </a:cubicBezTo>
                  <a:cubicBezTo>
                    <a:pt x="402229" y="26012"/>
                    <a:pt x="396063" y="31428"/>
                    <a:pt x="390398" y="37178"/>
                  </a:cubicBezTo>
                  <a:cubicBezTo>
                    <a:pt x="390563" y="33928"/>
                    <a:pt x="389981" y="30845"/>
                    <a:pt x="387731" y="28762"/>
                  </a:cubicBezTo>
                  <a:cubicBezTo>
                    <a:pt x="374732" y="16679"/>
                    <a:pt x="347151" y="56009"/>
                    <a:pt x="341818" y="63175"/>
                  </a:cubicBezTo>
                  <a:cubicBezTo>
                    <a:pt x="323070" y="87923"/>
                    <a:pt x="309155" y="115670"/>
                    <a:pt x="292989" y="142085"/>
                  </a:cubicBezTo>
                  <a:cubicBezTo>
                    <a:pt x="285241" y="154834"/>
                    <a:pt x="278240" y="167999"/>
                    <a:pt x="270492" y="180831"/>
                  </a:cubicBezTo>
                  <a:cubicBezTo>
                    <a:pt x="268242" y="184498"/>
                    <a:pt x="265492" y="188581"/>
                    <a:pt x="263159" y="192747"/>
                  </a:cubicBezTo>
                  <a:cubicBezTo>
                    <a:pt x="262326" y="191997"/>
                    <a:pt x="261326" y="191414"/>
                    <a:pt x="260076" y="191164"/>
                  </a:cubicBezTo>
                  <a:cubicBezTo>
                    <a:pt x="247577" y="188331"/>
                    <a:pt x="240328" y="207579"/>
                    <a:pt x="234494" y="215745"/>
                  </a:cubicBezTo>
                  <a:cubicBezTo>
                    <a:pt x="223162" y="231494"/>
                    <a:pt x="213330" y="247825"/>
                    <a:pt x="204914" y="265240"/>
                  </a:cubicBezTo>
                  <a:cubicBezTo>
                    <a:pt x="195415" y="284905"/>
                    <a:pt x="183916" y="303487"/>
                    <a:pt x="172916" y="322318"/>
                  </a:cubicBezTo>
                  <a:cubicBezTo>
                    <a:pt x="165834" y="334568"/>
                    <a:pt x="159252" y="347483"/>
                    <a:pt x="152335" y="359815"/>
                  </a:cubicBezTo>
                  <a:cubicBezTo>
                    <a:pt x="145919" y="364898"/>
                    <a:pt x="139836" y="370231"/>
                    <a:pt x="134004" y="375980"/>
                  </a:cubicBezTo>
                  <a:cubicBezTo>
                    <a:pt x="133503" y="374980"/>
                    <a:pt x="132837" y="374064"/>
                    <a:pt x="131921" y="373481"/>
                  </a:cubicBezTo>
                  <a:cubicBezTo>
                    <a:pt x="129671" y="371814"/>
                    <a:pt x="126838" y="371314"/>
                    <a:pt x="124338" y="372897"/>
                  </a:cubicBezTo>
                  <a:cubicBezTo>
                    <a:pt x="117755" y="377147"/>
                    <a:pt x="114672" y="385563"/>
                    <a:pt x="110256" y="391812"/>
                  </a:cubicBezTo>
                  <a:cubicBezTo>
                    <a:pt x="104007" y="400728"/>
                    <a:pt x="98340" y="410061"/>
                    <a:pt x="92924" y="419477"/>
                  </a:cubicBezTo>
                  <a:cubicBezTo>
                    <a:pt x="81341" y="439974"/>
                    <a:pt x="70759" y="460640"/>
                    <a:pt x="61177" y="482137"/>
                  </a:cubicBezTo>
                  <a:cubicBezTo>
                    <a:pt x="56594" y="492303"/>
                    <a:pt x="52928" y="502636"/>
                    <a:pt x="49261" y="513051"/>
                  </a:cubicBezTo>
                  <a:cubicBezTo>
                    <a:pt x="36096" y="540882"/>
                    <a:pt x="23430" y="568963"/>
                    <a:pt x="8598" y="595877"/>
                  </a:cubicBezTo>
                  <a:cubicBezTo>
                    <a:pt x="1599" y="608709"/>
                    <a:pt x="-6734" y="624375"/>
                    <a:pt x="8848" y="634874"/>
                  </a:cubicBezTo>
                  <a:cubicBezTo>
                    <a:pt x="24097" y="645123"/>
                    <a:pt x="41429" y="633624"/>
                    <a:pt x="51011" y="621458"/>
                  </a:cubicBezTo>
                  <a:cubicBezTo>
                    <a:pt x="65926" y="602543"/>
                    <a:pt x="75676" y="579962"/>
                    <a:pt x="87342" y="559131"/>
                  </a:cubicBezTo>
                  <a:cubicBezTo>
                    <a:pt x="98590" y="539049"/>
                    <a:pt x="110339" y="520884"/>
                    <a:pt x="115922" y="498553"/>
                  </a:cubicBezTo>
                  <a:cubicBezTo>
                    <a:pt x="125671" y="486137"/>
                    <a:pt x="133587" y="471972"/>
                    <a:pt x="143919" y="459973"/>
                  </a:cubicBezTo>
                  <a:cubicBezTo>
                    <a:pt x="156418" y="445474"/>
                    <a:pt x="170084" y="431892"/>
                    <a:pt x="182666" y="417310"/>
                  </a:cubicBezTo>
                  <a:cubicBezTo>
                    <a:pt x="209247" y="386479"/>
                    <a:pt x="232661" y="354149"/>
                    <a:pt x="250827" y="317652"/>
                  </a:cubicBezTo>
                  <a:cubicBezTo>
                    <a:pt x="252410" y="314403"/>
                    <a:pt x="254826" y="309570"/>
                    <a:pt x="255576" y="305153"/>
                  </a:cubicBezTo>
                  <a:cubicBezTo>
                    <a:pt x="283490" y="280822"/>
                    <a:pt x="310821" y="256575"/>
                    <a:pt x="331736" y="225577"/>
                  </a:cubicBezTo>
                  <a:cubicBezTo>
                    <a:pt x="342651" y="209329"/>
                    <a:pt x="354567" y="193830"/>
                    <a:pt x="364233" y="176748"/>
                  </a:cubicBezTo>
                  <a:cubicBezTo>
                    <a:pt x="370149" y="166249"/>
                    <a:pt x="379315" y="150334"/>
                    <a:pt x="376315" y="137918"/>
                  </a:cubicBezTo>
                  <a:cubicBezTo>
                    <a:pt x="376065" y="137002"/>
                    <a:pt x="375482" y="136335"/>
                    <a:pt x="374732" y="135835"/>
                  </a:cubicBezTo>
                  <a:cubicBezTo>
                    <a:pt x="392647" y="123420"/>
                    <a:pt x="407979" y="106921"/>
                    <a:pt x="421061" y="89673"/>
                  </a:cubicBezTo>
                  <a:cubicBezTo>
                    <a:pt x="424311" y="85423"/>
                    <a:pt x="431061" y="78341"/>
                    <a:pt x="432310" y="71841"/>
                  </a:cubicBezTo>
                  <a:cubicBezTo>
                    <a:pt x="432393" y="71675"/>
                    <a:pt x="432560" y="71591"/>
                    <a:pt x="432643" y="71424"/>
                  </a:cubicBezTo>
                  <a:cubicBezTo>
                    <a:pt x="436060" y="66425"/>
                    <a:pt x="441393" y="63425"/>
                    <a:pt x="445309" y="58759"/>
                  </a:cubicBezTo>
                  <a:cubicBezTo>
                    <a:pt x="449891" y="53426"/>
                    <a:pt x="453725" y="47260"/>
                    <a:pt x="457891" y="41677"/>
                  </a:cubicBezTo>
                  <a:cubicBezTo>
                    <a:pt x="461724" y="36511"/>
                    <a:pt x="464724" y="31261"/>
                    <a:pt x="467890" y="25679"/>
                  </a:cubicBezTo>
                  <a:cubicBezTo>
                    <a:pt x="469890" y="22345"/>
                    <a:pt x="473973" y="17846"/>
                    <a:pt x="473557" y="13763"/>
                  </a:cubicBezTo>
                  <a:lnTo>
                    <a:pt x="473557" y="13763"/>
                  </a:lnTo>
                  <a:close/>
                  <a:moveTo>
                    <a:pt x="205081" y="292738"/>
                  </a:moveTo>
                  <a:cubicBezTo>
                    <a:pt x="214830" y="276823"/>
                    <a:pt x="222162" y="259741"/>
                    <a:pt x="232328" y="244076"/>
                  </a:cubicBezTo>
                  <a:cubicBezTo>
                    <a:pt x="237494" y="236243"/>
                    <a:pt x="243077" y="228827"/>
                    <a:pt x="248744" y="221411"/>
                  </a:cubicBezTo>
                  <a:cubicBezTo>
                    <a:pt x="250160" y="219578"/>
                    <a:pt x="253576" y="213078"/>
                    <a:pt x="256576" y="208496"/>
                  </a:cubicBezTo>
                  <a:cubicBezTo>
                    <a:pt x="257826" y="215495"/>
                    <a:pt x="255659" y="224994"/>
                    <a:pt x="255409" y="230660"/>
                  </a:cubicBezTo>
                  <a:cubicBezTo>
                    <a:pt x="255077" y="239910"/>
                    <a:pt x="253910" y="248908"/>
                    <a:pt x="252910" y="258075"/>
                  </a:cubicBezTo>
                  <a:cubicBezTo>
                    <a:pt x="251577" y="270157"/>
                    <a:pt x="248827" y="281989"/>
                    <a:pt x="247160" y="293988"/>
                  </a:cubicBezTo>
                  <a:cubicBezTo>
                    <a:pt x="237078" y="293488"/>
                    <a:pt x="223329" y="308236"/>
                    <a:pt x="217163" y="313069"/>
                  </a:cubicBezTo>
                  <a:cubicBezTo>
                    <a:pt x="203080" y="324068"/>
                    <a:pt x="187915" y="333817"/>
                    <a:pt x="173083" y="344150"/>
                  </a:cubicBezTo>
                  <a:cubicBezTo>
                    <a:pt x="185332" y="327902"/>
                    <a:pt x="194998" y="309153"/>
                    <a:pt x="205081" y="292738"/>
                  </a:cubicBezTo>
                  <a:lnTo>
                    <a:pt x="205081" y="292738"/>
                  </a:lnTo>
                  <a:close/>
                  <a:moveTo>
                    <a:pt x="109839" y="489804"/>
                  </a:moveTo>
                  <a:cubicBezTo>
                    <a:pt x="109256" y="492136"/>
                    <a:pt x="108589" y="494470"/>
                    <a:pt x="107923" y="496719"/>
                  </a:cubicBezTo>
                  <a:cubicBezTo>
                    <a:pt x="107090" y="498302"/>
                    <a:pt x="106339" y="499886"/>
                    <a:pt x="105506" y="501469"/>
                  </a:cubicBezTo>
                  <a:cubicBezTo>
                    <a:pt x="105090" y="502302"/>
                    <a:pt x="105090" y="503136"/>
                    <a:pt x="105423" y="503802"/>
                  </a:cubicBezTo>
                  <a:cubicBezTo>
                    <a:pt x="100340" y="516634"/>
                    <a:pt x="93091" y="527966"/>
                    <a:pt x="84925" y="539883"/>
                  </a:cubicBezTo>
                  <a:cubicBezTo>
                    <a:pt x="74509" y="555047"/>
                    <a:pt x="65926" y="571463"/>
                    <a:pt x="56594" y="587295"/>
                  </a:cubicBezTo>
                  <a:cubicBezTo>
                    <a:pt x="51595" y="595710"/>
                    <a:pt x="46679" y="604210"/>
                    <a:pt x="40762" y="612042"/>
                  </a:cubicBezTo>
                  <a:cubicBezTo>
                    <a:pt x="37929" y="615709"/>
                    <a:pt x="34929" y="619792"/>
                    <a:pt x="31013" y="622458"/>
                  </a:cubicBezTo>
                  <a:cubicBezTo>
                    <a:pt x="25680" y="627541"/>
                    <a:pt x="21347" y="626125"/>
                    <a:pt x="18097" y="618375"/>
                  </a:cubicBezTo>
                  <a:cubicBezTo>
                    <a:pt x="11431" y="616125"/>
                    <a:pt x="9431" y="613209"/>
                    <a:pt x="11931" y="609543"/>
                  </a:cubicBezTo>
                  <a:cubicBezTo>
                    <a:pt x="11931" y="609126"/>
                    <a:pt x="12015" y="608709"/>
                    <a:pt x="12098" y="608376"/>
                  </a:cubicBezTo>
                  <a:cubicBezTo>
                    <a:pt x="23514" y="589461"/>
                    <a:pt x="34512" y="570380"/>
                    <a:pt x="43761" y="550215"/>
                  </a:cubicBezTo>
                  <a:cubicBezTo>
                    <a:pt x="48095" y="540799"/>
                    <a:pt x="51678" y="531216"/>
                    <a:pt x="55344" y="521551"/>
                  </a:cubicBezTo>
                  <a:cubicBezTo>
                    <a:pt x="57761" y="515634"/>
                    <a:pt x="60094" y="509719"/>
                    <a:pt x="62426" y="503719"/>
                  </a:cubicBezTo>
                  <a:cubicBezTo>
                    <a:pt x="64010" y="499969"/>
                    <a:pt x="65676" y="496219"/>
                    <a:pt x="67427" y="492553"/>
                  </a:cubicBezTo>
                  <a:cubicBezTo>
                    <a:pt x="77092" y="472805"/>
                    <a:pt x="87258" y="453557"/>
                    <a:pt x="98173" y="434475"/>
                  </a:cubicBezTo>
                  <a:cubicBezTo>
                    <a:pt x="103673" y="424892"/>
                    <a:pt x="109256" y="415477"/>
                    <a:pt x="115506" y="406394"/>
                  </a:cubicBezTo>
                  <a:cubicBezTo>
                    <a:pt x="118505" y="401978"/>
                    <a:pt x="122088" y="397895"/>
                    <a:pt x="124921" y="393479"/>
                  </a:cubicBezTo>
                  <a:cubicBezTo>
                    <a:pt x="125004" y="393312"/>
                    <a:pt x="125171" y="393062"/>
                    <a:pt x="125254" y="392896"/>
                  </a:cubicBezTo>
                  <a:cubicBezTo>
                    <a:pt x="125505" y="392812"/>
                    <a:pt x="125671" y="392729"/>
                    <a:pt x="125922" y="392562"/>
                  </a:cubicBezTo>
                  <a:cubicBezTo>
                    <a:pt x="126087" y="392479"/>
                    <a:pt x="126171" y="392396"/>
                    <a:pt x="126338" y="392229"/>
                  </a:cubicBezTo>
                  <a:cubicBezTo>
                    <a:pt x="126004" y="405811"/>
                    <a:pt x="122088" y="430142"/>
                    <a:pt x="121672" y="432892"/>
                  </a:cubicBezTo>
                  <a:cubicBezTo>
                    <a:pt x="118921" y="452057"/>
                    <a:pt x="114505" y="471139"/>
                    <a:pt x="109839" y="489804"/>
                  </a:cubicBezTo>
                  <a:lnTo>
                    <a:pt x="109839" y="489804"/>
                  </a:lnTo>
                  <a:close/>
                  <a:moveTo>
                    <a:pt x="242161" y="314486"/>
                  </a:moveTo>
                  <a:cubicBezTo>
                    <a:pt x="239328" y="319319"/>
                    <a:pt x="237744" y="326068"/>
                    <a:pt x="235078" y="331401"/>
                  </a:cubicBezTo>
                  <a:cubicBezTo>
                    <a:pt x="231161" y="339150"/>
                    <a:pt x="226579" y="346233"/>
                    <a:pt x="221746" y="353483"/>
                  </a:cubicBezTo>
                  <a:cubicBezTo>
                    <a:pt x="212413" y="367648"/>
                    <a:pt x="200331" y="379063"/>
                    <a:pt x="189999" y="392479"/>
                  </a:cubicBezTo>
                  <a:cubicBezTo>
                    <a:pt x="180583" y="404811"/>
                    <a:pt x="169917" y="416643"/>
                    <a:pt x="159418" y="428059"/>
                  </a:cubicBezTo>
                  <a:cubicBezTo>
                    <a:pt x="148252" y="440141"/>
                    <a:pt x="136503" y="451224"/>
                    <a:pt x="126254" y="464223"/>
                  </a:cubicBezTo>
                  <a:cubicBezTo>
                    <a:pt x="124505" y="466389"/>
                    <a:pt x="123004" y="468722"/>
                    <a:pt x="121505" y="470972"/>
                  </a:cubicBezTo>
                  <a:cubicBezTo>
                    <a:pt x="125087" y="452640"/>
                    <a:pt x="128171" y="434142"/>
                    <a:pt x="130088" y="415643"/>
                  </a:cubicBezTo>
                  <a:cubicBezTo>
                    <a:pt x="130671" y="409644"/>
                    <a:pt x="135004" y="396062"/>
                    <a:pt x="135420" y="385646"/>
                  </a:cubicBezTo>
                  <a:cubicBezTo>
                    <a:pt x="158835" y="368981"/>
                    <a:pt x="183083" y="353732"/>
                    <a:pt x="206914" y="337484"/>
                  </a:cubicBezTo>
                  <a:cubicBezTo>
                    <a:pt x="219496" y="328901"/>
                    <a:pt x="231578" y="319569"/>
                    <a:pt x="243994" y="310653"/>
                  </a:cubicBezTo>
                  <a:cubicBezTo>
                    <a:pt x="244661" y="310153"/>
                    <a:pt x="245077" y="309903"/>
                    <a:pt x="245411" y="309737"/>
                  </a:cubicBezTo>
                  <a:cubicBezTo>
                    <a:pt x="245494" y="309820"/>
                    <a:pt x="245661" y="309903"/>
                    <a:pt x="245743" y="309903"/>
                  </a:cubicBezTo>
                  <a:cubicBezTo>
                    <a:pt x="245160" y="310819"/>
                    <a:pt x="242910" y="313236"/>
                    <a:pt x="242161" y="314486"/>
                  </a:cubicBezTo>
                  <a:lnTo>
                    <a:pt x="242161" y="314486"/>
                  </a:lnTo>
                  <a:close/>
                  <a:moveTo>
                    <a:pt x="347234" y="187497"/>
                  </a:moveTo>
                  <a:cubicBezTo>
                    <a:pt x="337402" y="201996"/>
                    <a:pt x="326403" y="216328"/>
                    <a:pt x="315154" y="229744"/>
                  </a:cubicBezTo>
                  <a:cubicBezTo>
                    <a:pt x="304071" y="243076"/>
                    <a:pt x="292490" y="256241"/>
                    <a:pt x="280574" y="268907"/>
                  </a:cubicBezTo>
                  <a:cubicBezTo>
                    <a:pt x="274825" y="274989"/>
                    <a:pt x="270241" y="281989"/>
                    <a:pt x="264159" y="287738"/>
                  </a:cubicBezTo>
                  <a:cubicBezTo>
                    <a:pt x="261492" y="290238"/>
                    <a:pt x="258576" y="292654"/>
                    <a:pt x="255743" y="294904"/>
                  </a:cubicBezTo>
                  <a:cubicBezTo>
                    <a:pt x="258325" y="280655"/>
                    <a:pt x="259826" y="266073"/>
                    <a:pt x="261742" y="251825"/>
                  </a:cubicBezTo>
                  <a:cubicBezTo>
                    <a:pt x="263159" y="241576"/>
                    <a:pt x="265242" y="230160"/>
                    <a:pt x="266075" y="218995"/>
                  </a:cubicBezTo>
                  <a:cubicBezTo>
                    <a:pt x="281824" y="207245"/>
                    <a:pt x="298905" y="196663"/>
                    <a:pt x="314904" y="185164"/>
                  </a:cubicBezTo>
                  <a:cubicBezTo>
                    <a:pt x="323903" y="178665"/>
                    <a:pt x="333069" y="172582"/>
                    <a:pt x="341818" y="165833"/>
                  </a:cubicBezTo>
                  <a:cubicBezTo>
                    <a:pt x="350484" y="159333"/>
                    <a:pt x="359234" y="151084"/>
                    <a:pt x="368816" y="145585"/>
                  </a:cubicBezTo>
                  <a:cubicBezTo>
                    <a:pt x="368400" y="159417"/>
                    <a:pt x="353400" y="178498"/>
                    <a:pt x="347234" y="187497"/>
                  </a:cubicBezTo>
                  <a:lnTo>
                    <a:pt x="347234" y="187497"/>
                  </a:lnTo>
                  <a:close/>
                  <a:moveTo>
                    <a:pt x="456224" y="24179"/>
                  </a:moveTo>
                  <a:cubicBezTo>
                    <a:pt x="453308" y="29845"/>
                    <a:pt x="449392" y="34844"/>
                    <a:pt x="445725" y="40094"/>
                  </a:cubicBezTo>
                  <a:cubicBezTo>
                    <a:pt x="441892" y="45594"/>
                    <a:pt x="438393" y="51427"/>
                    <a:pt x="433393" y="55926"/>
                  </a:cubicBezTo>
                  <a:cubicBezTo>
                    <a:pt x="431061" y="58009"/>
                    <a:pt x="429060" y="59676"/>
                    <a:pt x="427394" y="61675"/>
                  </a:cubicBezTo>
                  <a:cubicBezTo>
                    <a:pt x="426644" y="61342"/>
                    <a:pt x="425811" y="61176"/>
                    <a:pt x="424894" y="61092"/>
                  </a:cubicBezTo>
                  <a:cubicBezTo>
                    <a:pt x="418644" y="54510"/>
                    <a:pt x="405646" y="64925"/>
                    <a:pt x="400313" y="68758"/>
                  </a:cubicBezTo>
                  <a:cubicBezTo>
                    <a:pt x="395230" y="72424"/>
                    <a:pt x="383065" y="78590"/>
                    <a:pt x="384648" y="86257"/>
                  </a:cubicBezTo>
                  <a:cubicBezTo>
                    <a:pt x="384898" y="87506"/>
                    <a:pt x="386731" y="87757"/>
                    <a:pt x="387480" y="86840"/>
                  </a:cubicBezTo>
                  <a:cubicBezTo>
                    <a:pt x="389148" y="84840"/>
                    <a:pt x="393980" y="83840"/>
                    <a:pt x="396230" y="82757"/>
                  </a:cubicBezTo>
                  <a:cubicBezTo>
                    <a:pt x="399896" y="81007"/>
                    <a:pt x="403479" y="78924"/>
                    <a:pt x="406979" y="76924"/>
                  </a:cubicBezTo>
                  <a:cubicBezTo>
                    <a:pt x="410645" y="74841"/>
                    <a:pt x="414229" y="72591"/>
                    <a:pt x="418061" y="70758"/>
                  </a:cubicBezTo>
                  <a:cubicBezTo>
                    <a:pt x="421395" y="70675"/>
                    <a:pt x="419811" y="71675"/>
                    <a:pt x="418228" y="75007"/>
                  </a:cubicBezTo>
                  <a:cubicBezTo>
                    <a:pt x="416644" y="78424"/>
                    <a:pt x="412395" y="82757"/>
                    <a:pt x="409979" y="85590"/>
                  </a:cubicBezTo>
                  <a:cubicBezTo>
                    <a:pt x="403980" y="92589"/>
                    <a:pt x="397980" y="99755"/>
                    <a:pt x="391647" y="106505"/>
                  </a:cubicBezTo>
                  <a:cubicBezTo>
                    <a:pt x="380982" y="117837"/>
                    <a:pt x="369566" y="128420"/>
                    <a:pt x="358733" y="139585"/>
                  </a:cubicBezTo>
                  <a:cubicBezTo>
                    <a:pt x="340319" y="147918"/>
                    <a:pt x="323737" y="163250"/>
                    <a:pt x="308155" y="174832"/>
                  </a:cubicBezTo>
                  <a:cubicBezTo>
                    <a:pt x="294239" y="185164"/>
                    <a:pt x="278074" y="195497"/>
                    <a:pt x="266409" y="208829"/>
                  </a:cubicBezTo>
                  <a:cubicBezTo>
                    <a:pt x="266409" y="207662"/>
                    <a:pt x="266325" y="206496"/>
                    <a:pt x="266242" y="205329"/>
                  </a:cubicBezTo>
                  <a:cubicBezTo>
                    <a:pt x="276658" y="197663"/>
                    <a:pt x="285907" y="181998"/>
                    <a:pt x="291989" y="172999"/>
                  </a:cubicBezTo>
                  <a:cubicBezTo>
                    <a:pt x="304822" y="153834"/>
                    <a:pt x="318070" y="133169"/>
                    <a:pt x="328736" y="112671"/>
                  </a:cubicBezTo>
                  <a:cubicBezTo>
                    <a:pt x="340402" y="90173"/>
                    <a:pt x="353984" y="68175"/>
                    <a:pt x="370399" y="48843"/>
                  </a:cubicBezTo>
                  <a:cubicBezTo>
                    <a:pt x="371733" y="47260"/>
                    <a:pt x="377148" y="39094"/>
                    <a:pt x="379481" y="38928"/>
                  </a:cubicBezTo>
                  <a:cubicBezTo>
                    <a:pt x="383815" y="38677"/>
                    <a:pt x="380565" y="47260"/>
                    <a:pt x="378648" y="52009"/>
                  </a:cubicBezTo>
                  <a:cubicBezTo>
                    <a:pt x="377315" y="54343"/>
                    <a:pt x="376315" y="56676"/>
                    <a:pt x="375649" y="59092"/>
                  </a:cubicBezTo>
                  <a:cubicBezTo>
                    <a:pt x="375482" y="59676"/>
                    <a:pt x="375565" y="60092"/>
                    <a:pt x="375732" y="60509"/>
                  </a:cubicBezTo>
                  <a:cubicBezTo>
                    <a:pt x="372733" y="69841"/>
                    <a:pt x="369982" y="79257"/>
                    <a:pt x="367233" y="88673"/>
                  </a:cubicBezTo>
                  <a:cubicBezTo>
                    <a:pt x="360316" y="91756"/>
                    <a:pt x="354901" y="97839"/>
                    <a:pt x="349568" y="103005"/>
                  </a:cubicBezTo>
                  <a:cubicBezTo>
                    <a:pt x="343485" y="108838"/>
                    <a:pt x="334986" y="114921"/>
                    <a:pt x="331569" y="122836"/>
                  </a:cubicBezTo>
                  <a:cubicBezTo>
                    <a:pt x="330736" y="124837"/>
                    <a:pt x="332986" y="126336"/>
                    <a:pt x="334402" y="125419"/>
                  </a:cubicBezTo>
                  <a:lnTo>
                    <a:pt x="334402" y="125419"/>
                  </a:lnTo>
                  <a:cubicBezTo>
                    <a:pt x="336568" y="123836"/>
                    <a:pt x="339402" y="122836"/>
                    <a:pt x="341651" y="121253"/>
                  </a:cubicBezTo>
                  <a:cubicBezTo>
                    <a:pt x="344485" y="119253"/>
                    <a:pt x="347068" y="116921"/>
                    <a:pt x="349735" y="114754"/>
                  </a:cubicBezTo>
                  <a:cubicBezTo>
                    <a:pt x="353901" y="111421"/>
                    <a:pt x="357900" y="108005"/>
                    <a:pt x="361900" y="104422"/>
                  </a:cubicBezTo>
                  <a:cubicBezTo>
                    <a:pt x="364649" y="102005"/>
                    <a:pt x="367483" y="100172"/>
                    <a:pt x="370483" y="98089"/>
                  </a:cubicBezTo>
                  <a:cubicBezTo>
                    <a:pt x="370732" y="97172"/>
                    <a:pt x="370982" y="96339"/>
                    <a:pt x="371232" y="95422"/>
                  </a:cubicBezTo>
                  <a:cubicBezTo>
                    <a:pt x="371066" y="96589"/>
                    <a:pt x="370815" y="97756"/>
                    <a:pt x="370566" y="98922"/>
                  </a:cubicBezTo>
                  <a:cubicBezTo>
                    <a:pt x="368982" y="105921"/>
                    <a:pt x="365483" y="112338"/>
                    <a:pt x="365317" y="119587"/>
                  </a:cubicBezTo>
                  <a:cubicBezTo>
                    <a:pt x="365233" y="122336"/>
                    <a:pt x="368982" y="123253"/>
                    <a:pt x="370732" y="121420"/>
                  </a:cubicBezTo>
                  <a:cubicBezTo>
                    <a:pt x="375732" y="116087"/>
                    <a:pt x="387814" y="87006"/>
                    <a:pt x="374315" y="86757"/>
                  </a:cubicBezTo>
                  <a:cubicBezTo>
                    <a:pt x="378065" y="76341"/>
                    <a:pt x="381731" y="65758"/>
                    <a:pt x="385314" y="55259"/>
                  </a:cubicBezTo>
                  <a:cubicBezTo>
                    <a:pt x="399730" y="40844"/>
                    <a:pt x="413396" y="23679"/>
                    <a:pt x="430810" y="13847"/>
                  </a:cubicBezTo>
                  <a:cubicBezTo>
                    <a:pt x="430727" y="13930"/>
                    <a:pt x="431061" y="13680"/>
                    <a:pt x="431727" y="13347"/>
                  </a:cubicBezTo>
                  <a:cubicBezTo>
                    <a:pt x="430810" y="15346"/>
                    <a:pt x="430061" y="17179"/>
                    <a:pt x="429894" y="17596"/>
                  </a:cubicBezTo>
                  <a:cubicBezTo>
                    <a:pt x="425561" y="27012"/>
                    <a:pt x="423311" y="36678"/>
                    <a:pt x="419311" y="46094"/>
                  </a:cubicBezTo>
                  <a:cubicBezTo>
                    <a:pt x="417479" y="50426"/>
                    <a:pt x="423061" y="54843"/>
                    <a:pt x="426394" y="50926"/>
                  </a:cubicBezTo>
                  <a:cubicBezTo>
                    <a:pt x="432477" y="43844"/>
                    <a:pt x="435893" y="34595"/>
                    <a:pt x="438976" y="25346"/>
                  </a:cubicBezTo>
                  <a:cubicBezTo>
                    <a:pt x="445476" y="23845"/>
                    <a:pt x="451642" y="20429"/>
                    <a:pt x="458142" y="18679"/>
                  </a:cubicBezTo>
                  <a:cubicBezTo>
                    <a:pt x="457558" y="20846"/>
                    <a:pt x="456808" y="22929"/>
                    <a:pt x="456224" y="24179"/>
                  </a:cubicBezTo>
                  <a:lnTo>
                    <a:pt x="456224" y="24179"/>
                  </a:lnTo>
                  <a:close/>
                </a:path>
              </a:pathLst>
            </a:custGeom>
            <a:grpFill/>
            <a:ln w="8332" cap="flat">
              <a:noFill/>
              <a:prstDash val="solid"/>
              <a:miter/>
            </a:ln>
          </p:spPr>
          <p:txBody>
            <a:bodyPr rtlCol="0" anchor="ctr"/>
            <a:lstStyle/>
            <a:p>
              <a:endParaRPr lang="en-US"/>
            </a:p>
          </p:txBody>
        </p:sp>
        <p:sp>
          <p:nvSpPr>
            <p:cNvPr id="2516" name="Freeform: Shape 2515"/>
            <p:cNvSpPr/>
            <p:nvPr/>
          </p:nvSpPr>
          <p:spPr>
            <a:xfrm>
              <a:off x="7799633" y="4800891"/>
              <a:ext cx="526521" cy="361177"/>
            </a:xfrm>
            <a:custGeom>
              <a:avLst/>
              <a:gdLst>
                <a:gd name="connsiteX0" fmla="*/ 519138 w 526521"/>
                <a:gd name="connsiteY0" fmla="*/ 216417 h 361177"/>
                <a:gd name="connsiteX1" fmla="*/ 484142 w 526521"/>
                <a:gd name="connsiteY1" fmla="*/ 52098 h 361177"/>
                <a:gd name="connsiteX2" fmla="*/ 412232 w 526521"/>
                <a:gd name="connsiteY2" fmla="*/ 6102 h 361177"/>
                <a:gd name="connsiteX3" fmla="*/ 363902 w 526521"/>
                <a:gd name="connsiteY3" fmla="*/ 686 h 361177"/>
                <a:gd name="connsiteX4" fmla="*/ 243413 w 526521"/>
                <a:gd name="connsiteY4" fmla="*/ 20434 h 361177"/>
                <a:gd name="connsiteX5" fmla="*/ 160338 w 526521"/>
                <a:gd name="connsiteY5" fmla="*/ 49849 h 361177"/>
                <a:gd name="connsiteX6" fmla="*/ 79345 w 526521"/>
                <a:gd name="connsiteY6" fmla="*/ 75930 h 361177"/>
                <a:gd name="connsiteX7" fmla="*/ 186 w 526521"/>
                <a:gd name="connsiteY7" fmla="*/ 190836 h 361177"/>
                <a:gd name="connsiteX8" fmla="*/ 94927 w 526521"/>
                <a:gd name="connsiteY8" fmla="*/ 315158 h 361177"/>
                <a:gd name="connsiteX9" fmla="*/ 261495 w 526521"/>
                <a:gd name="connsiteY9" fmla="*/ 360154 h 361177"/>
                <a:gd name="connsiteX10" fmla="*/ 519138 w 526521"/>
                <a:gd name="connsiteY10" fmla="*/ 216417 h 361177"/>
                <a:gd name="connsiteX11" fmla="*/ 519138 w 526521"/>
                <a:gd name="connsiteY11" fmla="*/ 216417 h 361177"/>
                <a:gd name="connsiteX12" fmla="*/ 287493 w 526521"/>
                <a:gd name="connsiteY12" fmla="*/ 346988 h 361177"/>
                <a:gd name="connsiteX13" fmla="*/ 209083 w 526521"/>
                <a:gd name="connsiteY13" fmla="*/ 339406 h 361177"/>
                <a:gd name="connsiteX14" fmla="*/ 135756 w 526521"/>
                <a:gd name="connsiteY14" fmla="*/ 319407 h 361177"/>
                <a:gd name="connsiteX15" fmla="*/ 20517 w 526521"/>
                <a:gd name="connsiteY15" fmla="*/ 219416 h 361177"/>
                <a:gd name="connsiteX16" fmla="*/ 80429 w 526521"/>
                <a:gd name="connsiteY16" fmla="*/ 92595 h 361177"/>
                <a:gd name="connsiteX17" fmla="*/ 148589 w 526521"/>
                <a:gd name="connsiteY17" fmla="*/ 70263 h 361177"/>
                <a:gd name="connsiteX18" fmla="*/ 216999 w 526521"/>
                <a:gd name="connsiteY18" fmla="*/ 45682 h 361177"/>
                <a:gd name="connsiteX19" fmla="*/ 288159 w 526521"/>
                <a:gd name="connsiteY19" fmla="*/ 20018 h 361177"/>
                <a:gd name="connsiteX20" fmla="*/ 331822 w 526521"/>
                <a:gd name="connsiteY20" fmla="*/ 12935 h 361177"/>
                <a:gd name="connsiteX21" fmla="*/ 332156 w 526521"/>
                <a:gd name="connsiteY21" fmla="*/ 12935 h 361177"/>
                <a:gd name="connsiteX22" fmla="*/ 332322 w 526521"/>
                <a:gd name="connsiteY22" fmla="*/ 12935 h 361177"/>
                <a:gd name="connsiteX23" fmla="*/ 364319 w 526521"/>
                <a:gd name="connsiteY23" fmla="*/ 12852 h 361177"/>
                <a:gd name="connsiteX24" fmla="*/ 456478 w 526521"/>
                <a:gd name="connsiteY24" fmla="*/ 42183 h 361177"/>
                <a:gd name="connsiteX25" fmla="*/ 468226 w 526521"/>
                <a:gd name="connsiteY25" fmla="*/ 52765 h 361177"/>
                <a:gd name="connsiteX26" fmla="*/ 509306 w 526521"/>
                <a:gd name="connsiteY26" fmla="*/ 194086 h 361177"/>
                <a:gd name="connsiteX27" fmla="*/ 422981 w 526521"/>
                <a:gd name="connsiteY27" fmla="*/ 312325 h 361177"/>
                <a:gd name="connsiteX28" fmla="*/ 287493 w 526521"/>
                <a:gd name="connsiteY28" fmla="*/ 346988 h 361177"/>
                <a:gd name="connsiteX29" fmla="*/ 287493 w 526521"/>
                <a:gd name="connsiteY29" fmla="*/ 346988 h 361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6521" h="361177">
                  <a:moveTo>
                    <a:pt x="519138" y="216417"/>
                  </a:moveTo>
                  <a:cubicBezTo>
                    <a:pt x="536387" y="160005"/>
                    <a:pt x="522889" y="96511"/>
                    <a:pt x="484142" y="52098"/>
                  </a:cubicBezTo>
                  <a:cubicBezTo>
                    <a:pt x="464644" y="29767"/>
                    <a:pt x="439979" y="15768"/>
                    <a:pt x="412232" y="6102"/>
                  </a:cubicBezTo>
                  <a:cubicBezTo>
                    <a:pt x="395733" y="353"/>
                    <a:pt x="379818" y="-980"/>
                    <a:pt x="363902" y="686"/>
                  </a:cubicBezTo>
                  <a:cubicBezTo>
                    <a:pt x="322823" y="-2480"/>
                    <a:pt x="282494" y="5519"/>
                    <a:pt x="243413" y="20434"/>
                  </a:cubicBezTo>
                  <a:cubicBezTo>
                    <a:pt x="215999" y="30933"/>
                    <a:pt x="188168" y="40599"/>
                    <a:pt x="160338" y="49849"/>
                  </a:cubicBezTo>
                  <a:cubicBezTo>
                    <a:pt x="133424" y="58848"/>
                    <a:pt x="105592" y="64930"/>
                    <a:pt x="79345" y="75930"/>
                  </a:cubicBezTo>
                  <a:cubicBezTo>
                    <a:pt x="34765" y="94511"/>
                    <a:pt x="-2981" y="141007"/>
                    <a:pt x="186" y="190836"/>
                  </a:cubicBezTo>
                  <a:cubicBezTo>
                    <a:pt x="3685" y="246831"/>
                    <a:pt x="48514" y="288994"/>
                    <a:pt x="94927" y="315158"/>
                  </a:cubicBezTo>
                  <a:cubicBezTo>
                    <a:pt x="146172" y="344072"/>
                    <a:pt x="203500" y="355238"/>
                    <a:pt x="261495" y="360154"/>
                  </a:cubicBezTo>
                  <a:cubicBezTo>
                    <a:pt x="364486" y="368737"/>
                    <a:pt x="486392" y="323574"/>
                    <a:pt x="519138" y="216417"/>
                  </a:cubicBezTo>
                  <a:lnTo>
                    <a:pt x="519138" y="216417"/>
                  </a:lnTo>
                  <a:close/>
                  <a:moveTo>
                    <a:pt x="287493" y="346988"/>
                  </a:moveTo>
                  <a:cubicBezTo>
                    <a:pt x="261245" y="347572"/>
                    <a:pt x="234997" y="343072"/>
                    <a:pt x="209083" y="339406"/>
                  </a:cubicBezTo>
                  <a:cubicBezTo>
                    <a:pt x="184002" y="335906"/>
                    <a:pt x="159171" y="329240"/>
                    <a:pt x="135756" y="319407"/>
                  </a:cubicBezTo>
                  <a:cubicBezTo>
                    <a:pt x="91427" y="300659"/>
                    <a:pt x="36599" y="267746"/>
                    <a:pt x="20517" y="219416"/>
                  </a:cubicBezTo>
                  <a:cubicBezTo>
                    <a:pt x="3352" y="167921"/>
                    <a:pt x="32349" y="115259"/>
                    <a:pt x="80429" y="92595"/>
                  </a:cubicBezTo>
                  <a:cubicBezTo>
                    <a:pt x="102177" y="82346"/>
                    <a:pt x="125757" y="77513"/>
                    <a:pt x="148589" y="70263"/>
                  </a:cubicBezTo>
                  <a:cubicBezTo>
                    <a:pt x="171670" y="62931"/>
                    <a:pt x="194084" y="53598"/>
                    <a:pt x="216999" y="45682"/>
                  </a:cubicBezTo>
                  <a:cubicBezTo>
                    <a:pt x="240831" y="37433"/>
                    <a:pt x="263745" y="26767"/>
                    <a:pt x="288159" y="20018"/>
                  </a:cubicBezTo>
                  <a:cubicBezTo>
                    <a:pt x="302242" y="16102"/>
                    <a:pt x="316990" y="13852"/>
                    <a:pt x="331822" y="12935"/>
                  </a:cubicBezTo>
                  <a:cubicBezTo>
                    <a:pt x="331905" y="12935"/>
                    <a:pt x="332072" y="12935"/>
                    <a:pt x="332156" y="12935"/>
                  </a:cubicBezTo>
                  <a:cubicBezTo>
                    <a:pt x="332239" y="12935"/>
                    <a:pt x="332239" y="12935"/>
                    <a:pt x="332322" y="12935"/>
                  </a:cubicBezTo>
                  <a:cubicBezTo>
                    <a:pt x="342987" y="12268"/>
                    <a:pt x="353737" y="12268"/>
                    <a:pt x="364319" y="12852"/>
                  </a:cubicBezTo>
                  <a:cubicBezTo>
                    <a:pt x="397233" y="14852"/>
                    <a:pt x="429897" y="24267"/>
                    <a:pt x="456478" y="42183"/>
                  </a:cubicBezTo>
                  <a:cubicBezTo>
                    <a:pt x="460561" y="45432"/>
                    <a:pt x="464477" y="48932"/>
                    <a:pt x="468226" y="52765"/>
                  </a:cubicBezTo>
                  <a:cubicBezTo>
                    <a:pt x="502723" y="88512"/>
                    <a:pt x="520972" y="145006"/>
                    <a:pt x="509306" y="194086"/>
                  </a:cubicBezTo>
                  <a:cubicBezTo>
                    <a:pt x="497307" y="244498"/>
                    <a:pt x="466227" y="284411"/>
                    <a:pt x="422981" y="312325"/>
                  </a:cubicBezTo>
                  <a:cubicBezTo>
                    <a:pt x="383650" y="337906"/>
                    <a:pt x="333738" y="345988"/>
                    <a:pt x="287493" y="346988"/>
                  </a:cubicBezTo>
                  <a:lnTo>
                    <a:pt x="287493" y="346988"/>
                  </a:lnTo>
                  <a:close/>
                </a:path>
              </a:pathLst>
            </a:custGeom>
            <a:grpFill/>
            <a:ln w="8332" cap="flat">
              <a:noFill/>
              <a:prstDash val="solid"/>
              <a:miter/>
            </a:ln>
          </p:spPr>
          <p:txBody>
            <a:bodyPr rtlCol="0" anchor="ctr"/>
            <a:lstStyle/>
            <a:p>
              <a:endParaRPr lang="en-US"/>
            </a:p>
          </p:txBody>
        </p:sp>
        <p:sp>
          <p:nvSpPr>
            <p:cNvPr id="2517" name="Freeform: Shape 2516"/>
            <p:cNvSpPr/>
            <p:nvPr/>
          </p:nvSpPr>
          <p:spPr>
            <a:xfrm>
              <a:off x="7856060" y="4834865"/>
              <a:ext cx="341717" cy="99919"/>
            </a:xfrm>
            <a:custGeom>
              <a:avLst/>
              <a:gdLst>
                <a:gd name="connsiteX0" fmla="*/ 340639 w 341717"/>
                <a:gd name="connsiteY0" fmla="*/ 1960 h 99919"/>
                <a:gd name="connsiteX1" fmla="*/ 253064 w 341717"/>
                <a:gd name="connsiteY1" fmla="*/ 4959 h 99919"/>
                <a:gd name="connsiteX2" fmla="*/ 163905 w 341717"/>
                <a:gd name="connsiteY2" fmla="*/ 27374 h 99919"/>
                <a:gd name="connsiteX3" fmla="*/ 84413 w 341717"/>
                <a:gd name="connsiteY3" fmla="*/ 59621 h 99919"/>
                <a:gd name="connsiteX4" fmla="*/ 837 w 341717"/>
                <a:gd name="connsiteY4" fmla="*/ 95367 h 99919"/>
                <a:gd name="connsiteX5" fmla="*/ 4336 w 341717"/>
                <a:gd name="connsiteY5" fmla="*/ 99534 h 99919"/>
                <a:gd name="connsiteX6" fmla="*/ 47999 w 341717"/>
                <a:gd name="connsiteY6" fmla="*/ 78286 h 99919"/>
                <a:gd name="connsiteX7" fmla="*/ 92662 w 341717"/>
                <a:gd name="connsiteY7" fmla="*/ 67703 h 99919"/>
                <a:gd name="connsiteX8" fmla="*/ 163654 w 341717"/>
                <a:gd name="connsiteY8" fmla="*/ 37456 h 99919"/>
                <a:gd name="connsiteX9" fmla="*/ 244648 w 341717"/>
                <a:gd name="connsiteY9" fmla="*/ 13208 h 99919"/>
                <a:gd name="connsiteX10" fmla="*/ 340473 w 341717"/>
                <a:gd name="connsiteY10" fmla="*/ 4792 h 99919"/>
                <a:gd name="connsiteX11" fmla="*/ 340639 w 341717"/>
                <a:gd name="connsiteY11" fmla="*/ 1960 h 99919"/>
                <a:gd name="connsiteX12" fmla="*/ 340639 w 341717"/>
                <a:gd name="connsiteY12" fmla="*/ 1960 h 99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1717" h="99919">
                  <a:moveTo>
                    <a:pt x="340639" y="1960"/>
                  </a:moveTo>
                  <a:cubicBezTo>
                    <a:pt x="310892" y="-1457"/>
                    <a:pt x="282727" y="-374"/>
                    <a:pt x="253064" y="4959"/>
                  </a:cubicBezTo>
                  <a:cubicBezTo>
                    <a:pt x="222733" y="10458"/>
                    <a:pt x="192653" y="15542"/>
                    <a:pt x="163905" y="27374"/>
                  </a:cubicBezTo>
                  <a:cubicBezTo>
                    <a:pt x="137157" y="38373"/>
                    <a:pt x="112577" y="52121"/>
                    <a:pt x="84413" y="59621"/>
                  </a:cubicBezTo>
                  <a:cubicBezTo>
                    <a:pt x="53832" y="67787"/>
                    <a:pt x="25417" y="74370"/>
                    <a:pt x="837" y="95367"/>
                  </a:cubicBezTo>
                  <a:cubicBezTo>
                    <a:pt x="-1580" y="97451"/>
                    <a:pt x="1753" y="101117"/>
                    <a:pt x="4336" y="99534"/>
                  </a:cubicBezTo>
                  <a:cubicBezTo>
                    <a:pt x="18418" y="90868"/>
                    <a:pt x="31917" y="82702"/>
                    <a:pt x="47999" y="78286"/>
                  </a:cubicBezTo>
                  <a:cubicBezTo>
                    <a:pt x="62747" y="74203"/>
                    <a:pt x="77913" y="71787"/>
                    <a:pt x="92662" y="67703"/>
                  </a:cubicBezTo>
                  <a:cubicBezTo>
                    <a:pt x="117909" y="60704"/>
                    <a:pt x="140240" y="48872"/>
                    <a:pt x="163654" y="37456"/>
                  </a:cubicBezTo>
                  <a:cubicBezTo>
                    <a:pt x="188902" y="25207"/>
                    <a:pt x="217400" y="18791"/>
                    <a:pt x="244648" y="13208"/>
                  </a:cubicBezTo>
                  <a:cubicBezTo>
                    <a:pt x="277311" y="6542"/>
                    <a:pt x="306976" y="2209"/>
                    <a:pt x="340473" y="4792"/>
                  </a:cubicBezTo>
                  <a:cubicBezTo>
                    <a:pt x="341972" y="4876"/>
                    <a:pt x="342222" y="2126"/>
                    <a:pt x="340639" y="1960"/>
                  </a:cubicBezTo>
                  <a:lnTo>
                    <a:pt x="340639" y="1960"/>
                  </a:lnTo>
                  <a:close/>
                </a:path>
              </a:pathLst>
            </a:custGeom>
            <a:grpFill/>
            <a:ln w="8332" cap="flat">
              <a:noFill/>
              <a:prstDash val="solid"/>
              <a:miter/>
            </a:ln>
          </p:spPr>
          <p:txBody>
            <a:bodyPr rtlCol="0" anchor="ctr"/>
            <a:lstStyle/>
            <a:p>
              <a:endParaRPr lang="en-US"/>
            </a:p>
          </p:txBody>
        </p:sp>
        <p:sp>
          <p:nvSpPr>
            <p:cNvPr id="2518" name="Freeform: Shape 2517"/>
            <p:cNvSpPr/>
            <p:nvPr/>
          </p:nvSpPr>
          <p:spPr>
            <a:xfrm>
              <a:off x="7835316" y="4978268"/>
              <a:ext cx="453378" cy="154919"/>
            </a:xfrm>
            <a:custGeom>
              <a:avLst/>
              <a:gdLst>
                <a:gd name="connsiteX0" fmla="*/ 453292 w 453378"/>
                <a:gd name="connsiteY0" fmla="*/ 28541 h 154919"/>
                <a:gd name="connsiteX1" fmla="*/ 447376 w 453378"/>
                <a:gd name="connsiteY1" fmla="*/ 26458 h 154919"/>
                <a:gd name="connsiteX2" fmla="*/ 345302 w 453378"/>
                <a:gd name="connsiteY2" fmla="*/ 118533 h 154919"/>
                <a:gd name="connsiteX3" fmla="*/ 215397 w 453378"/>
                <a:gd name="connsiteY3" fmla="*/ 142614 h 154919"/>
                <a:gd name="connsiteX4" fmla="*/ 85075 w 453378"/>
                <a:gd name="connsiteY4" fmla="*/ 111867 h 154919"/>
                <a:gd name="connsiteX5" fmla="*/ 31247 w 453378"/>
                <a:gd name="connsiteY5" fmla="*/ 73287 h 154919"/>
                <a:gd name="connsiteX6" fmla="*/ 1000 w 453378"/>
                <a:gd name="connsiteY6" fmla="*/ 460 h 154919"/>
                <a:gd name="connsiteX7" fmla="*/ 0 w 453378"/>
                <a:gd name="connsiteY7" fmla="*/ 544 h 154919"/>
                <a:gd name="connsiteX8" fmla="*/ 15664 w 453378"/>
                <a:gd name="connsiteY8" fmla="*/ 64038 h 154919"/>
                <a:gd name="connsiteX9" fmla="*/ 67243 w 453378"/>
                <a:gd name="connsiteY9" fmla="*/ 111117 h 154919"/>
                <a:gd name="connsiteX10" fmla="*/ 209897 w 453378"/>
                <a:gd name="connsiteY10" fmla="*/ 154030 h 154919"/>
                <a:gd name="connsiteX11" fmla="*/ 350051 w 453378"/>
                <a:gd name="connsiteY11" fmla="*/ 127282 h 154919"/>
                <a:gd name="connsiteX12" fmla="*/ 453292 w 453378"/>
                <a:gd name="connsiteY12" fmla="*/ 28541 h 154919"/>
                <a:gd name="connsiteX13" fmla="*/ 453292 w 453378"/>
                <a:gd name="connsiteY13" fmla="*/ 28541 h 154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53378" h="154919">
                  <a:moveTo>
                    <a:pt x="453292" y="28541"/>
                  </a:moveTo>
                  <a:cubicBezTo>
                    <a:pt x="454126" y="25125"/>
                    <a:pt x="448709" y="23125"/>
                    <a:pt x="447376" y="26458"/>
                  </a:cubicBezTo>
                  <a:cubicBezTo>
                    <a:pt x="430294" y="68537"/>
                    <a:pt x="385382" y="100535"/>
                    <a:pt x="345302" y="118533"/>
                  </a:cubicBezTo>
                  <a:cubicBezTo>
                    <a:pt x="305472" y="136448"/>
                    <a:pt x="259060" y="145364"/>
                    <a:pt x="215397" y="142614"/>
                  </a:cubicBezTo>
                  <a:cubicBezTo>
                    <a:pt x="170735" y="139864"/>
                    <a:pt x="125238" y="132449"/>
                    <a:pt x="85075" y="111867"/>
                  </a:cubicBezTo>
                  <a:cubicBezTo>
                    <a:pt x="66244" y="102201"/>
                    <a:pt x="46078" y="88536"/>
                    <a:pt x="31247" y="73287"/>
                  </a:cubicBezTo>
                  <a:cubicBezTo>
                    <a:pt x="12415" y="53872"/>
                    <a:pt x="3749" y="26625"/>
                    <a:pt x="1000" y="460"/>
                  </a:cubicBezTo>
                  <a:cubicBezTo>
                    <a:pt x="916" y="-206"/>
                    <a:pt x="0" y="-123"/>
                    <a:pt x="0" y="544"/>
                  </a:cubicBezTo>
                  <a:cubicBezTo>
                    <a:pt x="0" y="22958"/>
                    <a:pt x="3999" y="44623"/>
                    <a:pt x="15664" y="64038"/>
                  </a:cubicBezTo>
                  <a:cubicBezTo>
                    <a:pt x="27664" y="84036"/>
                    <a:pt x="48078" y="98535"/>
                    <a:pt x="67243" y="111117"/>
                  </a:cubicBezTo>
                  <a:cubicBezTo>
                    <a:pt x="109323" y="138864"/>
                    <a:pt x="160235" y="149947"/>
                    <a:pt x="209897" y="154030"/>
                  </a:cubicBezTo>
                  <a:cubicBezTo>
                    <a:pt x="258392" y="158030"/>
                    <a:pt x="306305" y="148447"/>
                    <a:pt x="350051" y="127282"/>
                  </a:cubicBezTo>
                  <a:cubicBezTo>
                    <a:pt x="390214" y="107867"/>
                    <a:pt x="441627" y="74620"/>
                    <a:pt x="453292" y="28541"/>
                  </a:cubicBezTo>
                  <a:lnTo>
                    <a:pt x="453292" y="28541"/>
                  </a:lnTo>
                  <a:close/>
                </a:path>
              </a:pathLst>
            </a:custGeom>
            <a:grpFill/>
            <a:ln w="8332" cap="flat">
              <a:noFill/>
              <a:prstDash val="solid"/>
              <a:miter/>
            </a:ln>
          </p:spPr>
          <p:txBody>
            <a:bodyPr rtlCol="0" anchor="ctr"/>
            <a:lstStyle/>
            <a:p>
              <a:endParaRPr lang="en-US"/>
            </a:p>
          </p:txBody>
        </p:sp>
        <p:sp>
          <p:nvSpPr>
            <p:cNvPr id="2519" name="Freeform: Shape 2518"/>
            <p:cNvSpPr/>
            <p:nvPr/>
          </p:nvSpPr>
          <p:spPr>
            <a:xfrm>
              <a:off x="7984682" y="4887508"/>
              <a:ext cx="237488" cy="180441"/>
            </a:xfrm>
            <a:custGeom>
              <a:avLst/>
              <a:gdLst>
                <a:gd name="connsiteX0" fmla="*/ 236432 w 237488"/>
                <a:gd name="connsiteY0" fmla="*/ 102803 h 180441"/>
                <a:gd name="connsiteX1" fmla="*/ 210435 w 237488"/>
                <a:gd name="connsiteY1" fmla="*/ 32559 h 180441"/>
                <a:gd name="connsiteX2" fmla="*/ 125942 w 237488"/>
                <a:gd name="connsiteY2" fmla="*/ 312 h 180441"/>
                <a:gd name="connsiteX3" fmla="*/ 40616 w 237488"/>
                <a:gd name="connsiteY3" fmla="*/ 23727 h 180441"/>
                <a:gd name="connsiteX4" fmla="*/ 34033 w 237488"/>
                <a:gd name="connsiteY4" fmla="*/ 28226 h 180441"/>
                <a:gd name="connsiteX5" fmla="*/ 24784 w 237488"/>
                <a:gd name="connsiteY5" fmla="*/ 153631 h 180441"/>
                <a:gd name="connsiteX6" fmla="*/ 99028 w 237488"/>
                <a:gd name="connsiteY6" fmla="*/ 180379 h 180441"/>
                <a:gd name="connsiteX7" fmla="*/ 188436 w 237488"/>
                <a:gd name="connsiteY7" fmla="*/ 162714 h 180441"/>
                <a:gd name="connsiteX8" fmla="*/ 236432 w 237488"/>
                <a:gd name="connsiteY8" fmla="*/ 102803 h 180441"/>
                <a:gd name="connsiteX9" fmla="*/ 236432 w 237488"/>
                <a:gd name="connsiteY9" fmla="*/ 102803 h 180441"/>
                <a:gd name="connsiteX10" fmla="*/ 187353 w 237488"/>
                <a:gd name="connsiteY10" fmla="*/ 147216 h 180441"/>
                <a:gd name="connsiteX11" fmla="*/ 117193 w 237488"/>
                <a:gd name="connsiteY11" fmla="*/ 166047 h 180441"/>
                <a:gd name="connsiteX12" fmla="*/ 43699 w 237488"/>
                <a:gd name="connsiteY12" fmla="*/ 152632 h 180441"/>
                <a:gd name="connsiteX13" fmla="*/ 44367 w 237488"/>
                <a:gd name="connsiteY13" fmla="*/ 35226 h 180441"/>
                <a:gd name="connsiteX14" fmla="*/ 114693 w 237488"/>
                <a:gd name="connsiteY14" fmla="*/ 11145 h 180441"/>
                <a:gd name="connsiteX15" fmla="*/ 150773 w 237488"/>
                <a:gd name="connsiteY15" fmla="*/ 12728 h 180441"/>
                <a:gd name="connsiteX16" fmla="*/ 182104 w 237488"/>
                <a:gd name="connsiteY16" fmla="*/ 24727 h 180441"/>
                <a:gd name="connsiteX17" fmla="*/ 222850 w 237488"/>
                <a:gd name="connsiteY17" fmla="*/ 86554 h 180441"/>
                <a:gd name="connsiteX18" fmla="*/ 187353 w 237488"/>
                <a:gd name="connsiteY18" fmla="*/ 147216 h 180441"/>
                <a:gd name="connsiteX19" fmla="*/ 187353 w 237488"/>
                <a:gd name="connsiteY19" fmla="*/ 147216 h 180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7488" h="180441">
                  <a:moveTo>
                    <a:pt x="236432" y="102803"/>
                  </a:moveTo>
                  <a:cubicBezTo>
                    <a:pt x="241515" y="76055"/>
                    <a:pt x="227517" y="51974"/>
                    <a:pt x="210435" y="32559"/>
                  </a:cubicBezTo>
                  <a:cubicBezTo>
                    <a:pt x="190269" y="9478"/>
                    <a:pt x="155273" y="2312"/>
                    <a:pt x="125942" y="312"/>
                  </a:cubicBezTo>
                  <a:cubicBezTo>
                    <a:pt x="95695" y="-1687"/>
                    <a:pt x="65115" y="5895"/>
                    <a:pt x="40616" y="23727"/>
                  </a:cubicBezTo>
                  <a:cubicBezTo>
                    <a:pt x="38366" y="25143"/>
                    <a:pt x="36200" y="26643"/>
                    <a:pt x="34033" y="28226"/>
                  </a:cubicBezTo>
                  <a:cubicBezTo>
                    <a:pt x="-6795" y="58557"/>
                    <a:pt x="-12128" y="118135"/>
                    <a:pt x="24784" y="153631"/>
                  </a:cubicBezTo>
                  <a:cubicBezTo>
                    <a:pt x="44783" y="172880"/>
                    <a:pt x="71864" y="179796"/>
                    <a:pt x="99028" y="180379"/>
                  </a:cubicBezTo>
                  <a:cubicBezTo>
                    <a:pt x="128609" y="181046"/>
                    <a:pt x="161939" y="176463"/>
                    <a:pt x="188436" y="162714"/>
                  </a:cubicBezTo>
                  <a:cubicBezTo>
                    <a:pt x="211685" y="150548"/>
                    <a:pt x="231433" y="129134"/>
                    <a:pt x="236432" y="102803"/>
                  </a:cubicBezTo>
                  <a:lnTo>
                    <a:pt x="236432" y="102803"/>
                  </a:lnTo>
                  <a:close/>
                  <a:moveTo>
                    <a:pt x="187353" y="147216"/>
                  </a:moveTo>
                  <a:cubicBezTo>
                    <a:pt x="166605" y="160131"/>
                    <a:pt x="141191" y="164214"/>
                    <a:pt x="117193" y="166047"/>
                  </a:cubicBezTo>
                  <a:cubicBezTo>
                    <a:pt x="92778" y="167964"/>
                    <a:pt x="64698" y="166714"/>
                    <a:pt x="43699" y="152632"/>
                  </a:cubicBezTo>
                  <a:cubicBezTo>
                    <a:pt x="1203" y="124051"/>
                    <a:pt x="2120" y="63640"/>
                    <a:pt x="44367" y="35226"/>
                  </a:cubicBezTo>
                  <a:cubicBezTo>
                    <a:pt x="64865" y="21477"/>
                    <a:pt x="90196" y="13144"/>
                    <a:pt x="114693" y="11145"/>
                  </a:cubicBezTo>
                  <a:cubicBezTo>
                    <a:pt x="127275" y="10145"/>
                    <a:pt x="139108" y="10894"/>
                    <a:pt x="150773" y="12728"/>
                  </a:cubicBezTo>
                  <a:cubicBezTo>
                    <a:pt x="161606" y="15644"/>
                    <a:pt x="172105" y="19644"/>
                    <a:pt x="182104" y="24727"/>
                  </a:cubicBezTo>
                  <a:cubicBezTo>
                    <a:pt x="202768" y="35226"/>
                    <a:pt x="221184" y="63556"/>
                    <a:pt x="222850" y="86554"/>
                  </a:cubicBezTo>
                  <a:cubicBezTo>
                    <a:pt x="224766" y="112052"/>
                    <a:pt x="208268" y="134383"/>
                    <a:pt x="187353" y="147216"/>
                  </a:cubicBezTo>
                  <a:lnTo>
                    <a:pt x="187353" y="147216"/>
                  </a:lnTo>
                  <a:close/>
                </a:path>
              </a:pathLst>
            </a:custGeom>
            <a:grpFill/>
            <a:ln w="8332" cap="flat">
              <a:noFill/>
              <a:prstDash val="solid"/>
              <a:miter/>
            </a:ln>
          </p:spPr>
          <p:txBody>
            <a:bodyPr rtlCol="0" anchor="ctr"/>
            <a:lstStyle/>
            <a:p>
              <a:endParaRPr lang="en-US"/>
            </a:p>
          </p:txBody>
        </p:sp>
        <p:sp>
          <p:nvSpPr>
            <p:cNvPr id="2520" name="Freeform: Shape 2519"/>
            <p:cNvSpPr/>
            <p:nvPr/>
          </p:nvSpPr>
          <p:spPr>
            <a:xfrm>
              <a:off x="7062115" y="4446284"/>
              <a:ext cx="637958" cy="484662"/>
            </a:xfrm>
            <a:custGeom>
              <a:avLst/>
              <a:gdLst>
                <a:gd name="connsiteX0" fmla="*/ 615881 w 637958"/>
                <a:gd name="connsiteY0" fmla="*/ 100233 h 484662"/>
                <a:gd name="connsiteX1" fmla="*/ 593717 w 637958"/>
                <a:gd name="connsiteY1" fmla="*/ 46571 h 484662"/>
                <a:gd name="connsiteX2" fmla="*/ 580801 w 637958"/>
                <a:gd name="connsiteY2" fmla="*/ 17740 h 484662"/>
                <a:gd name="connsiteX3" fmla="*/ 573718 w 637958"/>
                <a:gd name="connsiteY3" fmla="*/ 3408 h 484662"/>
                <a:gd name="connsiteX4" fmla="*/ 535972 w 637958"/>
                <a:gd name="connsiteY4" fmla="*/ 8574 h 484662"/>
                <a:gd name="connsiteX5" fmla="*/ 478393 w 637958"/>
                <a:gd name="connsiteY5" fmla="*/ 28323 h 484662"/>
                <a:gd name="connsiteX6" fmla="*/ 393318 w 637958"/>
                <a:gd name="connsiteY6" fmla="*/ 57570 h 484662"/>
                <a:gd name="connsiteX7" fmla="*/ 344323 w 637958"/>
                <a:gd name="connsiteY7" fmla="*/ 73735 h 484662"/>
                <a:gd name="connsiteX8" fmla="*/ 128842 w 637958"/>
                <a:gd name="connsiteY8" fmla="*/ 154811 h 484662"/>
                <a:gd name="connsiteX9" fmla="*/ 31684 w 637958"/>
                <a:gd name="connsiteY9" fmla="*/ 196808 h 484662"/>
                <a:gd name="connsiteX10" fmla="*/ 3020 w 637958"/>
                <a:gd name="connsiteY10" fmla="*/ 220389 h 484662"/>
                <a:gd name="connsiteX11" fmla="*/ 3269 w 637958"/>
                <a:gd name="connsiteY11" fmla="*/ 259635 h 484662"/>
                <a:gd name="connsiteX12" fmla="*/ 107927 w 637958"/>
                <a:gd name="connsiteY12" fmla="*/ 411621 h 484662"/>
                <a:gd name="connsiteX13" fmla="*/ 309742 w 637958"/>
                <a:gd name="connsiteY13" fmla="*/ 482032 h 484662"/>
                <a:gd name="connsiteX14" fmla="*/ 508974 w 637958"/>
                <a:gd name="connsiteY14" fmla="*/ 443535 h 484662"/>
                <a:gd name="connsiteX15" fmla="*/ 622964 w 637958"/>
                <a:gd name="connsiteY15" fmla="*/ 295715 h 484662"/>
                <a:gd name="connsiteX16" fmla="*/ 615881 w 637958"/>
                <a:gd name="connsiteY16" fmla="*/ 100233 h 484662"/>
                <a:gd name="connsiteX17" fmla="*/ 615881 w 637958"/>
                <a:gd name="connsiteY17" fmla="*/ 100233 h 484662"/>
                <a:gd name="connsiteX18" fmla="*/ 138257 w 637958"/>
                <a:gd name="connsiteY18" fmla="*/ 167977 h 484662"/>
                <a:gd name="connsiteX19" fmla="*/ 347739 w 637958"/>
                <a:gd name="connsiteY19" fmla="*/ 86318 h 484662"/>
                <a:gd name="connsiteX20" fmla="*/ 373236 w 637958"/>
                <a:gd name="connsiteY20" fmla="*/ 77318 h 484662"/>
                <a:gd name="connsiteX21" fmla="*/ 437564 w 637958"/>
                <a:gd name="connsiteY21" fmla="*/ 55654 h 484662"/>
                <a:gd name="connsiteX22" fmla="*/ 518140 w 637958"/>
                <a:gd name="connsiteY22" fmla="*/ 29906 h 484662"/>
                <a:gd name="connsiteX23" fmla="*/ 550970 w 637958"/>
                <a:gd name="connsiteY23" fmla="*/ 97317 h 484662"/>
                <a:gd name="connsiteX24" fmla="*/ 568385 w 637958"/>
                <a:gd name="connsiteY24" fmla="*/ 181475 h 484662"/>
                <a:gd name="connsiteX25" fmla="*/ 501725 w 637958"/>
                <a:gd name="connsiteY25" fmla="*/ 334045 h 484662"/>
                <a:gd name="connsiteX26" fmla="*/ 335990 w 637958"/>
                <a:gd name="connsiteY26" fmla="*/ 383291 h 484662"/>
                <a:gd name="connsiteX27" fmla="*/ 187420 w 637958"/>
                <a:gd name="connsiteY27" fmla="*/ 320963 h 484662"/>
                <a:gd name="connsiteX28" fmla="*/ 117926 w 637958"/>
                <a:gd name="connsiteY28" fmla="*/ 254469 h 484662"/>
                <a:gd name="connsiteX29" fmla="*/ 75263 w 637958"/>
                <a:gd name="connsiteY29" fmla="*/ 194058 h 484662"/>
                <a:gd name="connsiteX30" fmla="*/ 138257 w 637958"/>
                <a:gd name="connsiteY30" fmla="*/ 167977 h 484662"/>
                <a:gd name="connsiteX31" fmla="*/ 138257 w 637958"/>
                <a:gd name="connsiteY31" fmla="*/ 167977 h 484662"/>
                <a:gd name="connsiteX32" fmla="*/ 350072 w 637958"/>
                <a:gd name="connsiteY32" fmla="*/ 470949 h 484662"/>
                <a:gd name="connsiteX33" fmla="*/ 250664 w 637958"/>
                <a:gd name="connsiteY33" fmla="*/ 456534 h 484662"/>
                <a:gd name="connsiteX34" fmla="*/ 153423 w 637958"/>
                <a:gd name="connsiteY34" fmla="*/ 422537 h 484662"/>
                <a:gd name="connsiteX35" fmla="*/ 27351 w 637958"/>
                <a:gd name="connsiteY35" fmla="*/ 288716 h 484662"/>
                <a:gd name="connsiteX36" fmla="*/ 18351 w 637958"/>
                <a:gd name="connsiteY36" fmla="*/ 248303 h 484662"/>
                <a:gd name="connsiteX37" fmla="*/ 19685 w 637958"/>
                <a:gd name="connsiteY37" fmla="*/ 226972 h 484662"/>
                <a:gd name="connsiteX38" fmla="*/ 48516 w 637958"/>
                <a:gd name="connsiteY38" fmla="*/ 269718 h 484662"/>
                <a:gd name="connsiteX39" fmla="*/ 93095 w 637958"/>
                <a:gd name="connsiteY39" fmla="*/ 325879 h 484662"/>
                <a:gd name="connsiteX40" fmla="*/ 155922 w 637958"/>
                <a:gd name="connsiteY40" fmla="*/ 373792 h 484662"/>
                <a:gd name="connsiteX41" fmla="*/ 217667 w 637958"/>
                <a:gd name="connsiteY41" fmla="*/ 413788 h 484662"/>
                <a:gd name="connsiteX42" fmla="*/ 349905 w 637958"/>
                <a:gd name="connsiteY42" fmla="*/ 461284 h 484662"/>
                <a:gd name="connsiteX43" fmla="*/ 430231 w 637958"/>
                <a:gd name="connsiteY43" fmla="*/ 460784 h 484662"/>
                <a:gd name="connsiteX44" fmla="*/ 435314 w 637958"/>
                <a:gd name="connsiteY44" fmla="*/ 460200 h 484662"/>
                <a:gd name="connsiteX45" fmla="*/ 350072 w 637958"/>
                <a:gd name="connsiteY45" fmla="*/ 470949 h 484662"/>
                <a:gd name="connsiteX46" fmla="*/ 350072 w 637958"/>
                <a:gd name="connsiteY46" fmla="*/ 470949 h 484662"/>
                <a:gd name="connsiteX47" fmla="*/ 619298 w 637958"/>
                <a:gd name="connsiteY47" fmla="*/ 247053 h 484662"/>
                <a:gd name="connsiteX48" fmla="*/ 533055 w 637958"/>
                <a:gd name="connsiteY48" fmla="*/ 407705 h 484662"/>
                <a:gd name="connsiteX49" fmla="*/ 489226 w 637958"/>
                <a:gd name="connsiteY49" fmla="*/ 438453 h 484662"/>
                <a:gd name="connsiteX50" fmla="*/ 341322 w 637958"/>
                <a:gd name="connsiteY50" fmla="*/ 445785 h 484662"/>
                <a:gd name="connsiteX51" fmla="*/ 215917 w 637958"/>
                <a:gd name="connsiteY51" fmla="*/ 396039 h 484662"/>
                <a:gd name="connsiteX52" fmla="*/ 98678 w 637958"/>
                <a:gd name="connsiteY52" fmla="*/ 312880 h 484662"/>
                <a:gd name="connsiteX53" fmla="*/ 25101 w 637958"/>
                <a:gd name="connsiteY53" fmla="*/ 220555 h 484662"/>
                <a:gd name="connsiteX54" fmla="*/ 45099 w 637958"/>
                <a:gd name="connsiteY54" fmla="*/ 208890 h 484662"/>
                <a:gd name="connsiteX55" fmla="*/ 71847 w 637958"/>
                <a:gd name="connsiteY55" fmla="*/ 195724 h 484662"/>
                <a:gd name="connsiteX56" fmla="*/ 108093 w 637958"/>
                <a:gd name="connsiteY56" fmla="*/ 254052 h 484662"/>
                <a:gd name="connsiteX57" fmla="*/ 171421 w 637958"/>
                <a:gd name="connsiteY57" fmla="*/ 320546 h 484662"/>
                <a:gd name="connsiteX58" fmla="*/ 325407 w 637958"/>
                <a:gd name="connsiteY58" fmla="*/ 393790 h 484662"/>
                <a:gd name="connsiteX59" fmla="*/ 503308 w 637958"/>
                <a:gd name="connsiteY59" fmla="*/ 348211 h 484662"/>
                <a:gd name="connsiteX60" fmla="*/ 579718 w 637958"/>
                <a:gd name="connsiteY60" fmla="*/ 198391 h 484662"/>
                <a:gd name="connsiteX61" fmla="*/ 563053 w 637958"/>
                <a:gd name="connsiteY61" fmla="*/ 97066 h 484662"/>
                <a:gd name="connsiteX62" fmla="*/ 530305 w 637958"/>
                <a:gd name="connsiteY62" fmla="*/ 25990 h 484662"/>
                <a:gd name="connsiteX63" fmla="*/ 564636 w 637958"/>
                <a:gd name="connsiteY63" fmla="*/ 19657 h 484662"/>
                <a:gd name="connsiteX64" fmla="*/ 571719 w 637958"/>
                <a:gd name="connsiteY64" fmla="*/ 38322 h 484662"/>
                <a:gd name="connsiteX65" fmla="*/ 583301 w 637958"/>
                <a:gd name="connsiteY65" fmla="*/ 62653 h 484662"/>
                <a:gd name="connsiteX66" fmla="*/ 619298 w 637958"/>
                <a:gd name="connsiteY66" fmla="*/ 247053 h 484662"/>
                <a:gd name="connsiteX67" fmla="*/ 619298 w 637958"/>
                <a:gd name="connsiteY67" fmla="*/ 247053 h 484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637958" h="484662">
                  <a:moveTo>
                    <a:pt x="615881" y="100233"/>
                  </a:moveTo>
                  <a:cubicBezTo>
                    <a:pt x="608548" y="82401"/>
                    <a:pt x="601966" y="63986"/>
                    <a:pt x="593717" y="46571"/>
                  </a:cubicBezTo>
                  <a:cubicBezTo>
                    <a:pt x="589133" y="36905"/>
                    <a:pt x="584551" y="27823"/>
                    <a:pt x="580801" y="17740"/>
                  </a:cubicBezTo>
                  <a:cubicBezTo>
                    <a:pt x="579135" y="13157"/>
                    <a:pt x="577468" y="6824"/>
                    <a:pt x="573718" y="3408"/>
                  </a:cubicBezTo>
                  <a:cubicBezTo>
                    <a:pt x="564302" y="-5424"/>
                    <a:pt x="545804" y="5325"/>
                    <a:pt x="535972" y="8574"/>
                  </a:cubicBezTo>
                  <a:cubicBezTo>
                    <a:pt x="516724" y="14991"/>
                    <a:pt x="497558" y="21823"/>
                    <a:pt x="478393" y="28323"/>
                  </a:cubicBezTo>
                  <a:cubicBezTo>
                    <a:pt x="450063" y="37905"/>
                    <a:pt x="421649" y="47571"/>
                    <a:pt x="393318" y="57570"/>
                  </a:cubicBezTo>
                  <a:cubicBezTo>
                    <a:pt x="376986" y="62820"/>
                    <a:pt x="360654" y="68236"/>
                    <a:pt x="344323" y="73735"/>
                  </a:cubicBezTo>
                  <a:cubicBezTo>
                    <a:pt x="271495" y="98233"/>
                    <a:pt x="200502" y="127397"/>
                    <a:pt x="128842" y="154811"/>
                  </a:cubicBezTo>
                  <a:cubicBezTo>
                    <a:pt x="96011" y="167393"/>
                    <a:pt x="62848" y="180225"/>
                    <a:pt x="31684" y="196808"/>
                  </a:cubicBezTo>
                  <a:cubicBezTo>
                    <a:pt x="20101" y="202974"/>
                    <a:pt x="8353" y="207807"/>
                    <a:pt x="3020" y="220389"/>
                  </a:cubicBezTo>
                  <a:cubicBezTo>
                    <a:pt x="-2563" y="233471"/>
                    <a:pt x="853" y="246220"/>
                    <a:pt x="3269" y="259635"/>
                  </a:cubicBezTo>
                  <a:cubicBezTo>
                    <a:pt x="14686" y="321796"/>
                    <a:pt x="54932" y="377958"/>
                    <a:pt x="107927" y="411621"/>
                  </a:cubicBezTo>
                  <a:cubicBezTo>
                    <a:pt x="168838" y="450368"/>
                    <a:pt x="237999" y="473532"/>
                    <a:pt x="309742" y="482032"/>
                  </a:cubicBezTo>
                  <a:cubicBezTo>
                    <a:pt x="379986" y="490448"/>
                    <a:pt x="447479" y="478949"/>
                    <a:pt x="508974" y="443535"/>
                  </a:cubicBezTo>
                  <a:cubicBezTo>
                    <a:pt x="563636" y="412038"/>
                    <a:pt x="602549" y="354293"/>
                    <a:pt x="622964" y="295715"/>
                  </a:cubicBezTo>
                  <a:cubicBezTo>
                    <a:pt x="645712" y="230888"/>
                    <a:pt x="641963" y="163477"/>
                    <a:pt x="615881" y="100233"/>
                  </a:cubicBezTo>
                  <a:lnTo>
                    <a:pt x="615881" y="100233"/>
                  </a:lnTo>
                  <a:close/>
                  <a:moveTo>
                    <a:pt x="138257" y="167977"/>
                  </a:moveTo>
                  <a:cubicBezTo>
                    <a:pt x="208001" y="140396"/>
                    <a:pt x="276995" y="111065"/>
                    <a:pt x="347739" y="86318"/>
                  </a:cubicBezTo>
                  <a:cubicBezTo>
                    <a:pt x="356238" y="83318"/>
                    <a:pt x="364737" y="80318"/>
                    <a:pt x="373236" y="77318"/>
                  </a:cubicBezTo>
                  <a:cubicBezTo>
                    <a:pt x="394651" y="69902"/>
                    <a:pt x="416066" y="62569"/>
                    <a:pt x="437564" y="55654"/>
                  </a:cubicBezTo>
                  <a:cubicBezTo>
                    <a:pt x="464395" y="46987"/>
                    <a:pt x="491225" y="38238"/>
                    <a:pt x="518140" y="29906"/>
                  </a:cubicBezTo>
                  <a:cubicBezTo>
                    <a:pt x="537055" y="46238"/>
                    <a:pt x="544638" y="74235"/>
                    <a:pt x="550970" y="97317"/>
                  </a:cubicBezTo>
                  <a:cubicBezTo>
                    <a:pt x="558553" y="125064"/>
                    <a:pt x="568719" y="152395"/>
                    <a:pt x="568385" y="181475"/>
                  </a:cubicBezTo>
                  <a:cubicBezTo>
                    <a:pt x="567885" y="237804"/>
                    <a:pt x="545721" y="297299"/>
                    <a:pt x="501725" y="334045"/>
                  </a:cubicBezTo>
                  <a:cubicBezTo>
                    <a:pt x="457146" y="371209"/>
                    <a:pt x="392735" y="385791"/>
                    <a:pt x="335990" y="383291"/>
                  </a:cubicBezTo>
                  <a:cubicBezTo>
                    <a:pt x="281328" y="380874"/>
                    <a:pt x="229999" y="353877"/>
                    <a:pt x="187420" y="320963"/>
                  </a:cubicBezTo>
                  <a:cubicBezTo>
                    <a:pt x="161755" y="301048"/>
                    <a:pt x="137424" y="280633"/>
                    <a:pt x="117926" y="254469"/>
                  </a:cubicBezTo>
                  <a:cubicBezTo>
                    <a:pt x="103260" y="234637"/>
                    <a:pt x="88929" y="214556"/>
                    <a:pt x="75263" y="194058"/>
                  </a:cubicBezTo>
                  <a:cubicBezTo>
                    <a:pt x="96178" y="184642"/>
                    <a:pt x="117260" y="176309"/>
                    <a:pt x="138257" y="167977"/>
                  </a:cubicBezTo>
                  <a:lnTo>
                    <a:pt x="138257" y="167977"/>
                  </a:lnTo>
                  <a:close/>
                  <a:moveTo>
                    <a:pt x="350072" y="470949"/>
                  </a:moveTo>
                  <a:cubicBezTo>
                    <a:pt x="316241" y="470366"/>
                    <a:pt x="283578" y="463950"/>
                    <a:pt x="250664" y="456534"/>
                  </a:cubicBezTo>
                  <a:cubicBezTo>
                    <a:pt x="217334" y="449035"/>
                    <a:pt x="183837" y="438453"/>
                    <a:pt x="153423" y="422537"/>
                  </a:cubicBezTo>
                  <a:cubicBezTo>
                    <a:pt x="96428" y="392706"/>
                    <a:pt x="49265" y="350794"/>
                    <a:pt x="27351" y="288716"/>
                  </a:cubicBezTo>
                  <a:cubicBezTo>
                    <a:pt x="22685" y="275550"/>
                    <a:pt x="20268" y="262135"/>
                    <a:pt x="18351" y="248303"/>
                  </a:cubicBezTo>
                  <a:cubicBezTo>
                    <a:pt x="17269" y="240470"/>
                    <a:pt x="16185" y="233471"/>
                    <a:pt x="19685" y="226972"/>
                  </a:cubicBezTo>
                  <a:cubicBezTo>
                    <a:pt x="28267" y="241887"/>
                    <a:pt x="38517" y="255552"/>
                    <a:pt x="48516" y="269718"/>
                  </a:cubicBezTo>
                  <a:cubicBezTo>
                    <a:pt x="62264" y="289216"/>
                    <a:pt x="75680" y="309298"/>
                    <a:pt x="93095" y="325879"/>
                  </a:cubicBezTo>
                  <a:cubicBezTo>
                    <a:pt x="112093" y="343961"/>
                    <a:pt x="134341" y="359126"/>
                    <a:pt x="155922" y="373792"/>
                  </a:cubicBezTo>
                  <a:cubicBezTo>
                    <a:pt x="176254" y="387540"/>
                    <a:pt x="196252" y="401622"/>
                    <a:pt x="217667" y="413788"/>
                  </a:cubicBezTo>
                  <a:cubicBezTo>
                    <a:pt x="258163" y="436786"/>
                    <a:pt x="303160" y="455951"/>
                    <a:pt x="349905" y="461284"/>
                  </a:cubicBezTo>
                  <a:cubicBezTo>
                    <a:pt x="376486" y="464367"/>
                    <a:pt x="403733" y="463867"/>
                    <a:pt x="430231" y="460784"/>
                  </a:cubicBezTo>
                  <a:cubicBezTo>
                    <a:pt x="431898" y="460617"/>
                    <a:pt x="433648" y="460367"/>
                    <a:pt x="435314" y="460200"/>
                  </a:cubicBezTo>
                  <a:cubicBezTo>
                    <a:pt x="407650" y="467950"/>
                    <a:pt x="378486" y="471449"/>
                    <a:pt x="350072" y="470949"/>
                  </a:cubicBezTo>
                  <a:lnTo>
                    <a:pt x="350072" y="470949"/>
                  </a:lnTo>
                  <a:close/>
                  <a:moveTo>
                    <a:pt x="619298" y="247053"/>
                  </a:moveTo>
                  <a:cubicBezTo>
                    <a:pt x="609299" y="307464"/>
                    <a:pt x="578551" y="366376"/>
                    <a:pt x="533055" y="407705"/>
                  </a:cubicBezTo>
                  <a:cubicBezTo>
                    <a:pt x="519723" y="419787"/>
                    <a:pt x="504974" y="429953"/>
                    <a:pt x="489226" y="438453"/>
                  </a:cubicBezTo>
                  <a:cubicBezTo>
                    <a:pt x="440314" y="448785"/>
                    <a:pt x="391401" y="455618"/>
                    <a:pt x="341322" y="445785"/>
                  </a:cubicBezTo>
                  <a:cubicBezTo>
                    <a:pt x="296827" y="437036"/>
                    <a:pt x="254664" y="419287"/>
                    <a:pt x="215917" y="396039"/>
                  </a:cubicBezTo>
                  <a:cubicBezTo>
                    <a:pt x="175921" y="372042"/>
                    <a:pt x="131925" y="345877"/>
                    <a:pt x="98678" y="312880"/>
                  </a:cubicBezTo>
                  <a:cubicBezTo>
                    <a:pt x="70847" y="285049"/>
                    <a:pt x="51932" y="248803"/>
                    <a:pt x="25101" y="220555"/>
                  </a:cubicBezTo>
                  <a:cubicBezTo>
                    <a:pt x="30850" y="215639"/>
                    <a:pt x="38766" y="212306"/>
                    <a:pt x="45099" y="208890"/>
                  </a:cubicBezTo>
                  <a:cubicBezTo>
                    <a:pt x="53848" y="204223"/>
                    <a:pt x="62848" y="199891"/>
                    <a:pt x="71847" y="195724"/>
                  </a:cubicBezTo>
                  <a:cubicBezTo>
                    <a:pt x="80763" y="216972"/>
                    <a:pt x="94928" y="235054"/>
                    <a:pt x="108093" y="254052"/>
                  </a:cubicBezTo>
                  <a:cubicBezTo>
                    <a:pt x="126009" y="279967"/>
                    <a:pt x="147340" y="300465"/>
                    <a:pt x="171421" y="320546"/>
                  </a:cubicBezTo>
                  <a:cubicBezTo>
                    <a:pt x="215001" y="356960"/>
                    <a:pt x="267829" y="388207"/>
                    <a:pt x="325407" y="393790"/>
                  </a:cubicBezTo>
                  <a:cubicBezTo>
                    <a:pt x="385819" y="399622"/>
                    <a:pt x="454146" y="385040"/>
                    <a:pt x="503308" y="348211"/>
                  </a:cubicBezTo>
                  <a:cubicBezTo>
                    <a:pt x="550637" y="312714"/>
                    <a:pt x="574468" y="255969"/>
                    <a:pt x="579718" y="198391"/>
                  </a:cubicBezTo>
                  <a:cubicBezTo>
                    <a:pt x="583051" y="162644"/>
                    <a:pt x="572885" y="130897"/>
                    <a:pt x="563053" y="97066"/>
                  </a:cubicBezTo>
                  <a:cubicBezTo>
                    <a:pt x="555970" y="72652"/>
                    <a:pt x="548637" y="44571"/>
                    <a:pt x="530305" y="25990"/>
                  </a:cubicBezTo>
                  <a:cubicBezTo>
                    <a:pt x="540721" y="21990"/>
                    <a:pt x="559553" y="13491"/>
                    <a:pt x="564636" y="19657"/>
                  </a:cubicBezTo>
                  <a:cubicBezTo>
                    <a:pt x="567885" y="23656"/>
                    <a:pt x="569385" y="33322"/>
                    <a:pt x="571719" y="38322"/>
                  </a:cubicBezTo>
                  <a:cubicBezTo>
                    <a:pt x="575552" y="46488"/>
                    <a:pt x="579884" y="54237"/>
                    <a:pt x="583301" y="62653"/>
                  </a:cubicBezTo>
                  <a:cubicBezTo>
                    <a:pt x="608132" y="122647"/>
                    <a:pt x="630213" y="181142"/>
                    <a:pt x="619298" y="247053"/>
                  </a:cubicBezTo>
                  <a:lnTo>
                    <a:pt x="619298" y="247053"/>
                  </a:lnTo>
                  <a:close/>
                </a:path>
              </a:pathLst>
            </a:custGeom>
            <a:grpFill/>
            <a:ln w="8332" cap="flat">
              <a:noFill/>
              <a:prstDash val="solid"/>
              <a:miter/>
            </a:ln>
          </p:spPr>
          <p:txBody>
            <a:bodyPr rtlCol="0" anchor="ctr"/>
            <a:lstStyle/>
            <a:p>
              <a:endParaRPr lang="en-US"/>
            </a:p>
          </p:txBody>
        </p:sp>
        <p:sp>
          <p:nvSpPr>
            <p:cNvPr id="2521" name="Freeform: Shape 2520"/>
            <p:cNvSpPr/>
            <p:nvPr/>
          </p:nvSpPr>
          <p:spPr>
            <a:xfrm>
              <a:off x="7274915" y="4610771"/>
              <a:ext cx="30930" cy="38028"/>
            </a:xfrm>
            <a:custGeom>
              <a:avLst/>
              <a:gdLst>
                <a:gd name="connsiteX0" fmla="*/ 21365 w 30930"/>
                <a:gd name="connsiteY0" fmla="*/ 1490 h 38028"/>
                <a:gd name="connsiteX1" fmla="*/ 8533 w 30930"/>
                <a:gd name="connsiteY1" fmla="*/ 15738 h 38028"/>
                <a:gd name="connsiteX2" fmla="*/ 367 w 30930"/>
                <a:gd name="connsiteY2" fmla="*/ 29487 h 38028"/>
                <a:gd name="connsiteX3" fmla="*/ 10616 w 30930"/>
                <a:gd name="connsiteY3" fmla="*/ 37403 h 38028"/>
                <a:gd name="connsiteX4" fmla="*/ 16699 w 30930"/>
                <a:gd name="connsiteY4" fmla="*/ 31487 h 38028"/>
                <a:gd name="connsiteX5" fmla="*/ 22032 w 30930"/>
                <a:gd name="connsiteY5" fmla="*/ 24988 h 38028"/>
                <a:gd name="connsiteX6" fmla="*/ 27114 w 30930"/>
                <a:gd name="connsiteY6" fmla="*/ 15489 h 38028"/>
                <a:gd name="connsiteX7" fmla="*/ 30864 w 30930"/>
                <a:gd name="connsiteY7" fmla="*/ 6989 h 38028"/>
                <a:gd name="connsiteX8" fmla="*/ 21365 w 30930"/>
                <a:gd name="connsiteY8" fmla="*/ 1490 h 38028"/>
                <a:gd name="connsiteX9" fmla="*/ 21365 w 30930"/>
                <a:gd name="connsiteY9" fmla="*/ 1490 h 38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930" h="38028">
                  <a:moveTo>
                    <a:pt x="21365" y="1490"/>
                  </a:moveTo>
                  <a:cubicBezTo>
                    <a:pt x="16199" y="5823"/>
                    <a:pt x="12866" y="10739"/>
                    <a:pt x="8533" y="15738"/>
                  </a:cubicBezTo>
                  <a:cubicBezTo>
                    <a:pt x="4867" y="19988"/>
                    <a:pt x="2117" y="24071"/>
                    <a:pt x="367" y="29487"/>
                  </a:cubicBezTo>
                  <a:cubicBezTo>
                    <a:pt x="-1716" y="35904"/>
                    <a:pt x="5533" y="39570"/>
                    <a:pt x="10616" y="37403"/>
                  </a:cubicBezTo>
                  <a:cubicBezTo>
                    <a:pt x="13449" y="36237"/>
                    <a:pt x="14782" y="33737"/>
                    <a:pt x="16699" y="31487"/>
                  </a:cubicBezTo>
                  <a:cubicBezTo>
                    <a:pt x="18032" y="29904"/>
                    <a:pt x="20448" y="27321"/>
                    <a:pt x="22032" y="24988"/>
                  </a:cubicBezTo>
                  <a:cubicBezTo>
                    <a:pt x="24031" y="21988"/>
                    <a:pt x="25531" y="18738"/>
                    <a:pt x="27114" y="15489"/>
                  </a:cubicBezTo>
                  <a:cubicBezTo>
                    <a:pt x="28365" y="12739"/>
                    <a:pt x="30364" y="10072"/>
                    <a:pt x="30864" y="6989"/>
                  </a:cubicBezTo>
                  <a:cubicBezTo>
                    <a:pt x="31614" y="1407"/>
                    <a:pt x="25864" y="-2176"/>
                    <a:pt x="21365" y="1490"/>
                  </a:cubicBezTo>
                  <a:lnTo>
                    <a:pt x="21365" y="1490"/>
                  </a:lnTo>
                  <a:close/>
                </a:path>
              </a:pathLst>
            </a:custGeom>
            <a:grpFill/>
            <a:ln w="8332" cap="flat">
              <a:noFill/>
              <a:prstDash val="solid"/>
              <a:miter/>
            </a:ln>
          </p:spPr>
          <p:txBody>
            <a:bodyPr rtlCol="0" anchor="ctr"/>
            <a:lstStyle/>
            <a:p>
              <a:endParaRPr lang="en-US"/>
            </a:p>
          </p:txBody>
        </p:sp>
        <p:sp>
          <p:nvSpPr>
            <p:cNvPr id="2522" name="Freeform: Shape 2521"/>
            <p:cNvSpPr/>
            <p:nvPr/>
          </p:nvSpPr>
          <p:spPr>
            <a:xfrm>
              <a:off x="7321965" y="4633066"/>
              <a:ext cx="24262" cy="45664"/>
            </a:xfrm>
            <a:custGeom>
              <a:avLst/>
              <a:gdLst>
                <a:gd name="connsiteX0" fmla="*/ 14062 w 24262"/>
                <a:gd name="connsiteY0" fmla="*/ 3527 h 45664"/>
                <a:gd name="connsiteX1" fmla="*/ 1063 w 24262"/>
                <a:gd name="connsiteY1" fmla="*/ 28691 h 45664"/>
                <a:gd name="connsiteX2" fmla="*/ 8478 w 24262"/>
                <a:gd name="connsiteY2" fmla="*/ 45606 h 45664"/>
                <a:gd name="connsiteX3" fmla="*/ 15728 w 24262"/>
                <a:gd name="connsiteY3" fmla="*/ 38440 h 45664"/>
                <a:gd name="connsiteX4" fmla="*/ 15894 w 24262"/>
                <a:gd name="connsiteY4" fmla="*/ 37524 h 45664"/>
                <a:gd name="connsiteX5" fmla="*/ 16561 w 24262"/>
                <a:gd name="connsiteY5" fmla="*/ 33691 h 45664"/>
                <a:gd name="connsiteX6" fmla="*/ 17978 w 24262"/>
                <a:gd name="connsiteY6" fmla="*/ 27525 h 45664"/>
                <a:gd name="connsiteX7" fmla="*/ 24227 w 24262"/>
                <a:gd name="connsiteY7" fmla="*/ 4943 h 45664"/>
                <a:gd name="connsiteX8" fmla="*/ 14062 w 24262"/>
                <a:gd name="connsiteY8" fmla="*/ 3527 h 45664"/>
                <a:gd name="connsiteX9" fmla="*/ 14062 w 24262"/>
                <a:gd name="connsiteY9" fmla="*/ 3527 h 45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262" h="45664">
                  <a:moveTo>
                    <a:pt x="14062" y="3527"/>
                  </a:moveTo>
                  <a:cubicBezTo>
                    <a:pt x="10479" y="12359"/>
                    <a:pt x="4229" y="19608"/>
                    <a:pt x="1063" y="28691"/>
                  </a:cubicBezTo>
                  <a:cubicBezTo>
                    <a:pt x="-937" y="34441"/>
                    <a:pt x="-937" y="46606"/>
                    <a:pt x="8478" y="45606"/>
                  </a:cubicBezTo>
                  <a:cubicBezTo>
                    <a:pt x="11978" y="45190"/>
                    <a:pt x="15728" y="42023"/>
                    <a:pt x="15728" y="38440"/>
                  </a:cubicBezTo>
                  <a:cubicBezTo>
                    <a:pt x="15811" y="38107"/>
                    <a:pt x="15894" y="37857"/>
                    <a:pt x="15894" y="37524"/>
                  </a:cubicBezTo>
                  <a:cubicBezTo>
                    <a:pt x="16228" y="36274"/>
                    <a:pt x="16311" y="34941"/>
                    <a:pt x="16561" y="33691"/>
                  </a:cubicBezTo>
                  <a:cubicBezTo>
                    <a:pt x="16978" y="31607"/>
                    <a:pt x="17394" y="29524"/>
                    <a:pt x="17978" y="27525"/>
                  </a:cubicBezTo>
                  <a:cubicBezTo>
                    <a:pt x="20228" y="19859"/>
                    <a:pt x="23477" y="13026"/>
                    <a:pt x="24227" y="4943"/>
                  </a:cubicBezTo>
                  <a:cubicBezTo>
                    <a:pt x="24894" y="-1389"/>
                    <a:pt x="16061" y="-1389"/>
                    <a:pt x="14062" y="3527"/>
                  </a:cubicBezTo>
                  <a:lnTo>
                    <a:pt x="14062" y="3527"/>
                  </a:lnTo>
                  <a:close/>
                </a:path>
              </a:pathLst>
            </a:custGeom>
            <a:grpFill/>
            <a:ln w="8332" cap="flat">
              <a:noFill/>
              <a:prstDash val="solid"/>
              <a:miter/>
            </a:ln>
          </p:spPr>
          <p:txBody>
            <a:bodyPr rtlCol="0" anchor="ctr"/>
            <a:lstStyle/>
            <a:p>
              <a:endParaRPr lang="en-US"/>
            </a:p>
          </p:txBody>
        </p:sp>
        <p:sp>
          <p:nvSpPr>
            <p:cNvPr id="2523" name="Freeform: Shape 2522"/>
            <p:cNvSpPr/>
            <p:nvPr/>
          </p:nvSpPr>
          <p:spPr>
            <a:xfrm>
              <a:off x="7388252" y="4644111"/>
              <a:ext cx="18108" cy="43794"/>
            </a:xfrm>
            <a:custGeom>
              <a:avLst/>
              <a:gdLst>
                <a:gd name="connsiteX0" fmla="*/ 17268 w 18108"/>
                <a:gd name="connsiteY0" fmla="*/ 32311 h 43794"/>
                <a:gd name="connsiteX1" fmla="*/ 16685 w 18108"/>
                <a:gd name="connsiteY1" fmla="*/ 20812 h 43794"/>
                <a:gd name="connsiteX2" fmla="*/ 15185 w 18108"/>
                <a:gd name="connsiteY2" fmla="*/ 5396 h 43794"/>
                <a:gd name="connsiteX3" fmla="*/ 4353 w 18108"/>
                <a:gd name="connsiteY3" fmla="*/ 3896 h 43794"/>
                <a:gd name="connsiteX4" fmla="*/ 1353 w 18108"/>
                <a:gd name="connsiteY4" fmla="*/ 14729 h 43794"/>
                <a:gd name="connsiteX5" fmla="*/ 270 w 18108"/>
                <a:gd name="connsiteY5" fmla="*/ 25728 h 43794"/>
                <a:gd name="connsiteX6" fmla="*/ 6769 w 18108"/>
                <a:gd name="connsiteY6" fmla="*/ 42809 h 43794"/>
                <a:gd name="connsiteX7" fmla="*/ 17268 w 18108"/>
                <a:gd name="connsiteY7" fmla="*/ 32311 h 43794"/>
                <a:gd name="connsiteX8" fmla="*/ 17268 w 18108"/>
                <a:gd name="connsiteY8" fmla="*/ 32311 h 43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108" h="43794">
                  <a:moveTo>
                    <a:pt x="17268" y="32311"/>
                  </a:moveTo>
                  <a:cubicBezTo>
                    <a:pt x="16518" y="30728"/>
                    <a:pt x="16935" y="23561"/>
                    <a:pt x="16685" y="20812"/>
                  </a:cubicBezTo>
                  <a:cubicBezTo>
                    <a:pt x="16185" y="15646"/>
                    <a:pt x="15685" y="10562"/>
                    <a:pt x="15185" y="5396"/>
                  </a:cubicBezTo>
                  <a:cubicBezTo>
                    <a:pt x="14685" y="-520"/>
                    <a:pt x="6103" y="-2353"/>
                    <a:pt x="4353" y="3896"/>
                  </a:cubicBezTo>
                  <a:cubicBezTo>
                    <a:pt x="3353" y="7563"/>
                    <a:pt x="1936" y="10896"/>
                    <a:pt x="1353" y="14729"/>
                  </a:cubicBezTo>
                  <a:cubicBezTo>
                    <a:pt x="853" y="18395"/>
                    <a:pt x="603" y="22061"/>
                    <a:pt x="270" y="25728"/>
                  </a:cubicBezTo>
                  <a:cubicBezTo>
                    <a:pt x="-480" y="32561"/>
                    <a:pt x="-63" y="39144"/>
                    <a:pt x="6769" y="42809"/>
                  </a:cubicBezTo>
                  <a:cubicBezTo>
                    <a:pt x="13769" y="46476"/>
                    <a:pt x="20518" y="39227"/>
                    <a:pt x="17268" y="32311"/>
                  </a:cubicBezTo>
                  <a:lnTo>
                    <a:pt x="17268" y="32311"/>
                  </a:lnTo>
                  <a:close/>
                </a:path>
              </a:pathLst>
            </a:custGeom>
            <a:grpFill/>
            <a:ln w="8332" cap="flat">
              <a:noFill/>
              <a:prstDash val="solid"/>
              <a:miter/>
            </a:ln>
          </p:spPr>
          <p:txBody>
            <a:bodyPr rtlCol="0" anchor="ctr"/>
            <a:lstStyle/>
            <a:p>
              <a:endParaRPr lang="en-US"/>
            </a:p>
          </p:txBody>
        </p:sp>
        <p:sp>
          <p:nvSpPr>
            <p:cNvPr id="2524" name="Freeform: Shape 2523"/>
            <p:cNvSpPr/>
            <p:nvPr/>
          </p:nvSpPr>
          <p:spPr>
            <a:xfrm>
              <a:off x="7442274" y="4639062"/>
              <a:ext cx="33720" cy="35183"/>
            </a:xfrm>
            <a:custGeom>
              <a:avLst/>
              <a:gdLst>
                <a:gd name="connsiteX0" fmla="*/ 31574 w 33720"/>
                <a:gd name="connsiteY0" fmla="*/ 21112 h 35183"/>
                <a:gd name="connsiteX1" fmla="*/ 20909 w 33720"/>
                <a:gd name="connsiteY1" fmla="*/ 8696 h 35183"/>
                <a:gd name="connsiteX2" fmla="*/ 14909 w 33720"/>
                <a:gd name="connsiteY2" fmla="*/ 3530 h 35183"/>
                <a:gd name="connsiteX3" fmla="*/ 7160 w 33720"/>
                <a:gd name="connsiteY3" fmla="*/ 613 h 35183"/>
                <a:gd name="connsiteX4" fmla="*/ 1410 w 33720"/>
                <a:gd name="connsiteY4" fmla="*/ 8113 h 35183"/>
                <a:gd name="connsiteX5" fmla="*/ 7076 w 33720"/>
                <a:gd name="connsiteY5" fmla="*/ 12529 h 35183"/>
                <a:gd name="connsiteX6" fmla="*/ 11326 w 33720"/>
                <a:gd name="connsiteY6" fmla="*/ 18945 h 35183"/>
                <a:gd name="connsiteX7" fmla="*/ 20242 w 33720"/>
                <a:gd name="connsiteY7" fmla="*/ 32611 h 35183"/>
                <a:gd name="connsiteX8" fmla="*/ 31574 w 33720"/>
                <a:gd name="connsiteY8" fmla="*/ 21112 h 35183"/>
                <a:gd name="connsiteX9" fmla="*/ 31574 w 33720"/>
                <a:gd name="connsiteY9" fmla="*/ 21112 h 35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3720" h="35183">
                  <a:moveTo>
                    <a:pt x="31574" y="21112"/>
                  </a:moveTo>
                  <a:cubicBezTo>
                    <a:pt x="27908" y="17029"/>
                    <a:pt x="24575" y="12779"/>
                    <a:pt x="20909" y="8696"/>
                  </a:cubicBezTo>
                  <a:cubicBezTo>
                    <a:pt x="19159" y="6779"/>
                    <a:pt x="17159" y="4863"/>
                    <a:pt x="14909" y="3530"/>
                  </a:cubicBezTo>
                  <a:cubicBezTo>
                    <a:pt x="12493" y="2030"/>
                    <a:pt x="9576" y="1947"/>
                    <a:pt x="7160" y="613"/>
                  </a:cubicBezTo>
                  <a:cubicBezTo>
                    <a:pt x="2493" y="-1970"/>
                    <a:pt x="-2506" y="4196"/>
                    <a:pt x="1410" y="8113"/>
                  </a:cubicBezTo>
                  <a:cubicBezTo>
                    <a:pt x="3160" y="9780"/>
                    <a:pt x="5410" y="10863"/>
                    <a:pt x="7076" y="12529"/>
                  </a:cubicBezTo>
                  <a:cubicBezTo>
                    <a:pt x="8743" y="14362"/>
                    <a:pt x="10076" y="16779"/>
                    <a:pt x="11326" y="18945"/>
                  </a:cubicBezTo>
                  <a:cubicBezTo>
                    <a:pt x="14159" y="23695"/>
                    <a:pt x="16575" y="28444"/>
                    <a:pt x="20242" y="32611"/>
                  </a:cubicBezTo>
                  <a:cubicBezTo>
                    <a:pt x="27075" y="40360"/>
                    <a:pt x="38490" y="28861"/>
                    <a:pt x="31574" y="21112"/>
                  </a:cubicBezTo>
                  <a:lnTo>
                    <a:pt x="31574" y="21112"/>
                  </a:lnTo>
                  <a:close/>
                </a:path>
              </a:pathLst>
            </a:custGeom>
            <a:grpFill/>
            <a:ln w="8332" cap="flat">
              <a:noFill/>
              <a:prstDash val="solid"/>
              <a:miter/>
            </a:ln>
          </p:spPr>
          <p:txBody>
            <a:bodyPr rtlCol="0" anchor="ctr"/>
            <a:lstStyle/>
            <a:p>
              <a:endParaRPr lang="en-US"/>
            </a:p>
          </p:txBody>
        </p:sp>
        <p:sp>
          <p:nvSpPr>
            <p:cNvPr id="2525" name="Freeform: Shape 2524"/>
            <p:cNvSpPr/>
            <p:nvPr/>
          </p:nvSpPr>
          <p:spPr>
            <a:xfrm>
              <a:off x="7478228" y="4602916"/>
              <a:ext cx="46721" cy="19304"/>
            </a:xfrm>
            <a:custGeom>
              <a:avLst/>
              <a:gdLst>
                <a:gd name="connsiteX0" fmla="*/ 43366 w 46721"/>
                <a:gd name="connsiteY0" fmla="*/ 6096 h 19304"/>
                <a:gd name="connsiteX1" fmla="*/ 24451 w 46721"/>
                <a:gd name="connsiteY1" fmla="*/ 2763 h 19304"/>
                <a:gd name="connsiteX2" fmla="*/ 6786 w 46721"/>
                <a:gd name="connsiteY2" fmla="*/ 97 h 19304"/>
                <a:gd name="connsiteX3" fmla="*/ 3869 w 46721"/>
                <a:gd name="connsiteY3" fmla="*/ 10512 h 19304"/>
                <a:gd name="connsiteX4" fmla="*/ 41782 w 46721"/>
                <a:gd name="connsiteY4" fmla="*/ 18595 h 19304"/>
                <a:gd name="connsiteX5" fmla="*/ 43366 w 46721"/>
                <a:gd name="connsiteY5" fmla="*/ 6096 h 19304"/>
                <a:gd name="connsiteX6" fmla="*/ 43366 w 46721"/>
                <a:gd name="connsiteY6" fmla="*/ 6096 h 19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721" h="19304">
                  <a:moveTo>
                    <a:pt x="43366" y="6096"/>
                  </a:moveTo>
                  <a:cubicBezTo>
                    <a:pt x="37116" y="3263"/>
                    <a:pt x="31200" y="3263"/>
                    <a:pt x="24451" y="2763"/>
                  </a:cubicBezTo>
                  <a:cubicBezTo>
                    <a:pt x="18368" y="2263"/>
                    <a:pt x="12702" y="1096"/>
                    <a:pt x="6786" y="97"/>
                  </a:cubicBezTo>
                  <a:cubicBezTo>
                    <a:pt x="37" y="-1070"/>
                    <a:pt x="-2964" y="8679"/>
                    <a:pt x="3869" y="10512"/>
                  </a:cubicBezTo>
                  <a:cubicBezTo>
                    <a:pt x="16618" y="13928"/>
                    <a:pt x="27951" y="21678"/>
                    <a:pt x="41782" y="18595"/>
                  </a:cubicBezTo>
                  <a:cubicBezTo>
                    <a:pt x="47199" y="17428"/>
                    <a:pt x="48782" y="8512"/>
                    <a:pt x="43366" y="6096"/>
                  </a:cubicBezTo>
                  <a:lnTo>
                    <a:pt x="43366" y="6096"/>
                  </a:lnTo>
                  <a:close/>
                </a:path>
              </a:pathLst>
            </a:custGeom>
            <a:grpFill/>
            <a:ln w="8332" cap="flat">
              <a:noFill/>
              <a:prstDash val="solid"/>
              <a:miter/>
            </a:ln>
          </p:spPr>
          <p:txBody>
            <a:bodyPr rtlCol="0" anchor="ctr"/>
            <a:lstStyle/>
            <a:p>
              <a:endParaRPr lang="en-US"/>
            </a:p>
          </p:txBody>
        </p:sp>
        <p:sp>
          <p:nvSpPr>
            <p:cNvPr id="2526" name="Freeform: Shape 2525"/>
            <p:cNvSpPr/>
            <p:nvPr/>
          </p:nvSpPr>
          <p:spPr>
            <a:xfrm>
              <a:off x="7485576" y="4553430"/>
              <a:ext cx="47809" cy="16326"/>
            </a:xfrm>
            <a:custGeom>
              <a:avLst/>
              <a:gdLst>
                <a:gd name="connsiteX0" fmla="*/ 42184 w 47809"/>
                <a:gd name="connsiteY0" fmla="*/ 3 h 16326"/>
                <a:gd name="connsiteX1" fmla="*/ 26102 w 47809"/>
                <a:gd name="connsiteY1" fmla="*/ 3169 h 16326"/>
                <a:gd name="connsiteX2" fmla="*/ 2687 w 47809"/>
                <a:gd name="connsiteY2" fmla="*/ 7919 h 16326"/>
                <a:gd name="connsiteX3" fmla="*/ 2687 w 47809"/>
                <a:gd name="connsiteY3" fmla="*/ 15168 h 16326"/>
                <a:gd name="connsiteX4" fmla="*/ 30351 w 47809"/>
                <a:gd name="connsiteY4" fmla="*/ 15752 h 16326"/>
                <a:gd name="connsiteX5" fmla="*/ 47183 w 47809"/>
                <a:gd name="connsiteY5" fmla="*/ 8669 h 16326"/>
                <a:gd name="connsiteX6" fmla="*/ 42184 w 47809"/>
                <a:gd name="connsiteY6" fmla="*/ 3 h 16326"/>
                <a:gd name="connsiteX7" fmla="*/ 42184 w 47809"/>
                <a:gd name="connsiteY7" fmla="*/ 3 h 16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809" h="16326">
                  <a:moveTo>
                    <a:pt x="42184" y="3"/>
                  </a:moveTo>
                  <a:cubicBezTo>
                    <a:pt x="36517" y="-81"/>
                    <a:pt x="31602" y="1669"/>
                    <a:pt x="26102" y="3169"/>
                  </a:cubicBezTo>
                  <a:cubicBezTo>
                    <a:pt x="18436" y="5252"/>
                    <a:pt x="10520" y="6752"/>
                    <a:pt x="2687" y="7919"/>
                  </a:cubicBezTo>
                  <a:cubicBezTo>
                    <a:pt x="-896" y="8502"/>
                    <a:pt x="-896" y="14668"/>
                    <a:pt x="2687" y="15168"/>
                  </a:cubicBezTo>
                  <a:cubicBezTo>
                    <a:pt x="11853" y="16501"/>
                    <a:pt x="21102" y="16668"/>
                    <a:pt x="30351" y="15752"/>
                  </a:cubicBezTo>
                  <a:cubicBezTo>
                    <a:pt x="36351" y="15168"/>
                    <a:pt x="44267" y="15001"/>
                    <a:pt x="47183" y="8669"/>
                  </a:cubicBezTo>
                  <a:cubicBezTo>
                    <a:pt x="48933" y="4753"/>
                    <a:pt x="46933" y="3"/>
                    <a:pt x="42184" y="3"/>
                  </a:cubicBezTo>
                  <a:lnTo>
                    <a:pt x="42184" y="3"/>
                  </a:lnTo>
                  <a:close/>
                </a:path>
              </a:pathLst>
            </a:custGeom>
            <a:grpFill/>
            <a:ln w="8332" cap="flat">
              <a:noFill/>
              <a:prstDash val="solid"/>
              <a:miter/>
            </a:ln>
          </p:spPr>
          <p:txBody>
            <a:bodyPr rtlCol="0" anchor="ctr"/>
            <a:lstStyle/>
            <a:p>
              <a:endParaRPr lang="en-US"/>
            </a:p>
          </p:txBody>
        </p:sp>
        <p:sp>
          <p:nvSpPr>
            <p:cNvPr id="2527" name="Freeform: Shape 2526"/>
            <p:cNvSpPr/>
            <p:nvPr/>
          </p:nvSpPr>
          <p:spPr>
            <a:xfrm>
              <a:off x="7486877" y="4521695"/>
              <a:ext cx="33355" cy="19689"/>
            </a:xfrm>
            <a:custGeom>
              <a:avLst/>
              <a:gdLst>
                <a:gd name="connsiteX0" fmla="*/ 24634 w 33355"/>
                <a:gd name="connsiteY0" fmla="*/ 74 h 19689"/>
                <a:gd name="connsiteX1" fmla="*/ 8385 w 33355"/>
                <a:gd name="connsiteY1" fmla="*/ 6907 h 19689"/>
                <a:gd name="connsiteX2" fmla="*/ 2386 w 33355"/>
                <a:gd name="connsiteY2" fmla="*/ 11407 h 19689"/>
                <a:gd name="connsiteX3" fmla="*/ 719 w 33355"/>
                <a:gd name="connsiteY3" fmla="*/ 13490 h 19689"/>
                <a:gd name="connsiteX4" fmla="*/ 303 w 33355"/>
                <a:gd name="connsiteY4" fmla="*/ 14990 h 19689"/>
                <a:gd name="connsiteX5" fmla="*/ 1136 w 33355"/>
                <a:gd name="connsiteY5" fmla="*/ 18323 h 19689"/>
                <a:gd name="connsiteX6" fmla="*/ 13468 w 33355"/>
                <a:gd name="connsiteY6" fmla="*/ 18739 h 19689"/>
                <a:gd name="connsiteX7" fmla="*/ 29883 w 33355"/>
                <a:gd name="connsiteY7" fmla="*/ 12490 h 19689"/>
                <a:gd name="connsiteX8" fmla="*/ 24634 w 33355"/>
                <a:gd name="connsiteY8" fmla="*/ 74 h 19689"/>
                <a:gd name="connsiteX9" fmla="*/ 24634 w 33355"/>
                <a:gd name="connsiteY9" fmla="*/ 74 h 19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3355" h="19689">
                  <a:moveTo>
                    <a:pt x="24634" y="74"/>
                  </a:moveTo>
                  <a:cubicBezTo>
                    <a:pt x="18551" y="907"/>
                    <a:pt x="13218" y="3157"/>
                    <a:pt x="8385" y="6907"/>
                  </a:cubicBezTo>
                  <a:cubicBezTo>
                    <a:pt x="6469" y="8407"/>
                    <a:pt x="4136" y="9657"/>
                    <a:pt x="2386" y="11407"/>
                  </a:cubicBezTo>
                  <a:cubicBezTo>
                    <a:pt x="1719" y="12073"/>
                    <a:pt x="1136" y="12740"/>
                    <a:pt x="719" y="13490"/>
                  </a:cubicBezTo>
                  <a:cubicBezTo>
                    <a:pt x="553" y="13739"/>
                    <a:pt x="-198" y="16240"/>
                    <a:pt x="303" y="14990"/>
                  </a:cubicBezTo>
                  <a:cubicBezTo>
                    <a:pt x="-280" y="16240"/>
                    <a:pt x="-31" y="17489"/>
                    <a:pt x="1136" y="18323"/>
                  </a:cubicBezTo>
                  <a:cubicBezTo>
                    <a:pt x="4052" y="20406"/>
                    <a:pt x="10218" y="19739"/>
                    <a:pt x="13468" y="18739"/>
                  </a:cubicBezTo>
                  <a:cubicBezTo>
                    <a:pt x="19051" y="17073"/>
                    <a:pt x="24800" y="15406"/>
                    <a:pt x="29883" y="12490"/>
                  </a:cubicBezTo>
                  <a:cubicBezTo>
                    <a:pt x="37133" y="8407"/>
                    <a:pt x="31883" y="-925"/>
                    <a:pt x="24634" y="74"/>
                  </a:cubicBezTo>
                  <a:lnTo>
                    <a:pt x="24634" y="74"/>
                  </a:lnTo>
                  <a:close/>
                </a:path>
              </a:pathLst>
            </a:custGeom>
            <a:grpFill/>
            <a:ln w="8332" cap="flat">
              <a:noFill/>
              <a:prstDash val="solid"/>
              <a:miter/>
            </a:ln>
          </p:spPr>
          <p:txBody>
            <a:bodyPr rtlCol="0" anchor="ctr"/>
            <a:lstStyle/>
            <a:p>
              <a:endParaRPr lang="en-US"/>
            </a:p>
          </p:txBody>
        </p:sp>
        <p:sp>
          <p:nvSpPr>
            <p:cNvPr id="2528" name="Freeform: Shape 2527"/>
            <p:cNvSpPr/>
            <p:nvPr/>
          </p:nvSpPr>
          <p:spPr>
            <a:xfrm>
              <a:off x="7260693" y="4669370"/>
              <a:ext cx="29918" cy="42618"/>
            </a:xfrm>
            <a:custGeom>
              <a:avLst/>
              <a:gdLst>
                <a:gd name="connsiteX0" fmla="*/ 18172 w 29918"/>
                <a:gd name="connsiteY0" fmla="*/ 2969 h 42618"/>
                <a:gd name="connsiteX1" fmla="*/ 3007 w 29918"/>
                <a:gd name="connsiteY1" fmla="*/ 24384 h 42618"/>
                <a:gd name="connsiteX2" fmla="*/ 5673 w 29918"/>
                <a:gd name="connsiteY2" fmla="*/ 41883 h 42618"/>
                <a:gd name="connsiteX3" fmla="*/ 15172 w 29918"/>
                <a:gd name="connsiteY3" fmla="*/ 32717 h 42618"/>
                <a:gd name="connsiteX4" fmla="*/ 15339 w 29918"/>
                <a:gd name="connsiteY4" fmla="*/ 32384 h 42618"/>
                <a:gd name="connsiteX5" fmla="*/ 16755 w 29918"/>
                <a:gd name="connsiteY5" fmla="*/ 29884 h 42618"/>
                <a:gd name="connsiteX6" fmla="*/ 20588 w 29918"/>
                <a:gd name="connsiteY6" fmla="*/ 23301 h 42618"/>
                <a:gd name="connsiteX7" fmla="*/ 29004 w 29918"/>
                <a:gd name="connsiteY7" fmla="*/ 9302 h 42618"/>
                <a:gd name="connsiteX8" fmla="*/ 18172 w 29918"/>
                <a:gd name="connsiteY8" fmla="*/ 2969 h 42618"/>
                <a:gd name="connsiteX9" fmla="*/ 18172 w 29918"/>
                <a:gd name="connsiteY9" fmla="*/ 2969 h 42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918" h="42618">
                  <a:moveTo>
                    <a:pt x="18172" y="2969"/>
                  </a:moveTo>
                  <a:cubicBezTo>
                    <a:pt x="13505" y="10469"/>
                    <a:pt x="7923" y="17051"/>
                    <a:pt x="3007" y="24384"/>
                  </a:cubicBezTo>
                  <a:cubicBezTo>
                    <a:pt x="-993" y="30384"/>
                    <a:pt x="-1826" y="38216"/>
                    <a:pt x="5673" y="41883"/>
                  </a:cubicBezTo>
                  <a:cubicBezTo>
                    <a:pt x="11339" y="44716"/>
                    <a:pt x="18755" y="38883"/>
                    <a:pt x="15172" y="32717"/>
                  </a:cubicBezTo>
                  <a:cubicBezTo>
                    <a:pt x="15255" y="32634"/>
                    <a:pt x="15255" y="32550"/>
                    <a:pt x="15339" y="32384"/>
                  </a:cubicBezTo>
                  <a:cubicBezTo>
                    <a:pt x="15839" y="31550"/>
                    <a:pt x="16255" y="30717"/>
                    <a:pt x="16755" y="29884"/>
                  </a:cubicBezTo>
                  <a:cubicBezTo>
                    <a:pt x="18005" y="27717"/>
                    <a:pt x="19338" y="25467"/>
                    <a:pt x="20588" y="23301"/>
                  </a:cubicBezTo>
                  <a:cubicBezTo>
                    <a:pt x="23338" y="18635"/>
                    <a:pt x="26255" y="13968"/>
                    <a:pt x="29004" y="9302"/>
                  </a:cubicBezTo>
                  <a:cubicBezTo>
                    <a:pt x="33087" y="2303"/>
                    <a:pt x="22421" y="-3863"/>
                    <a:pt x="18172" y="2969"/>
                  </a:cubicBezTo>
                  <a:lnTo>
                    <a:pt x="18172" y="2969"/>
                  </a:lnTo>
                  <a:close/>
                </a:path>
              </a:pathLst>
            </a:custGeom>
            <a:grpFill/>
            <a:ln w="8332" cap="flat">
              <a:noFill/>
              <a:prstDash val="solid"/>
              <a:miter/>
            </a:ln>
          </p:spPr>
          <p:txBody>
            <a:bodyPr rtlCol="0" anchor="ctr"/>
            <a:lstStyle/>
            <a:p>
              <a:endParaRPr lang="en-US"/>
            </a:p>
          </p:txBody>
        </p:sp>
        <p:sp>
          <p:nvSpPr>
            <p:cNvPr id="2529" name="Freeform: Shape 2528"/>
            <p:cNvSpPr/>
            <p:nvPr/>
          </p:nvSpPr>
          <p:spPr>
            <a:xfrm>
              <a:off x="7330547" y="4701422"/>
              <a:ext cx="22457" cy="44877"/>
            </a:xfrm>
            <a:custGeom>
              <a:avLst/>
              <a:gdLst>
                <a:gd name="connsiteX0" fmla="*/ 9313 w 22457"/>
                <a:gd name="connsiteY0" fmla="*/ 3247 h 44877"/>
                <a:gd name="connsiteX1" fmla="*/ 2897 w 22457"/>
                <a:gd name="connsiteY1" fmla="*/ 41827 h 44877"/>
                <a:gd name="connsiteX2" fmla="*/ 15146 w 22457"/>
                <a:gd name="connsiteY2" fmla="*/ 38494 h 44877"/>
                <a:gd name="connsiteX3" fmla="*/ 18063 w 22457"/>
                <a:gd name="connsiteY3" fmla="*/ 24662 h 44877"/>
                <a:gd name="connsiteX4" fmla="*/ 21979 w 22457"/>
                <a:gd name="connsiteY4" fmla="*/ 8580 h 44877"/>
                <a:gd name="connsiteX5" fmla="*/ 9313 w 22457"/>
                <a:gd name="connsiteY5" fmla="*/ 3247 h 44877"/>
                <a:gd name="connsiteX6" fmla="*/ 9313 w 22457"/>
                <a:gd name="connsiteY6" fmla="*/ 3247 h 44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457" h="44877">
                  <a:moveTo>
                    <a:pt x="9313" y="3247"/>
                  </a:moveTo>
                  <a:cubicBezTo>
                    <a:pt x="3814" y="13246"/>
                    <a:pt x="-4436" y="31162"/>
                    <a:pt x="2897" y="41827"/>
                  </a:cubicBezTo>
                  <a:cubicBezTo>
                    <a:pt x="6397" y="46993"/>
                    <a:pt x="15229" y="45410"/>
                    <a:pt x="15146" y="38494"/>
                  </a:cubicBezTo>
                  <a:cubicBezTo>
                    <a:pt x="15146" y="33911"/>
                    <a:pt x="17146" y="29162"/>
                    <a:pt x="18063" y="24662"/>
                  </a:cubicBezTo>
                  <a:cubicBezTo>
                    <a:pt x="19062" y="19163"/>
                    <a:pt x="19812" y="13913"/>
                    <a:pt x="21979" y="8580"/>
                  </a:cubicBezTo>
                  <a:cubicBezTo>
                    <a:pt x="24978" y="1247"/>
                    <a:pt x="13063" y="-3502"/>
                    <a:pt x="9313" y="3247"/>
                  </a:cubicBezTo>
                  <a:lnTo>
                    <a:pt x="9313" y="3247"/>
                  </a:lnTo>
                  <a:close/>
                </a:path>
              </a:pathLst>
            </a:custGeom>
            <a:grpFill/>
            <a:ln w="8332" cap="flat">
              <a:noFill/>
              <a:prstDash val="solid"/>
              <a:miter/>
            </a:ln>
          </p:spPr>
          <p:txBody>
            <a:bodyPr rtlCol="0" anchor="ctr"/>
            <a:lstStyle/>
            <a:p>
              <a:endParaRPr lang="en-US"/>
            </a:p>
          </p:txBody>
        </p:sp>
        <p:sp>
          <p:nvSpPr>
            <p:cNvPr id="2530" name="Freeform: Shape 2529"/>
            <p:cNvSpPr/>
            <p:nvPr/>
          </p:nvSpPr>
          <p:spPr>
            <a:xfrm>
              <a:off x="7401446" y="4708613"/>
              <a:ext cx="19511" cy="39097"/>
            </a:xfrm>
            <a:custGeom>
              <a:avLst/>
              <a:gdLst>
                <a:gd name="connsiteX0" fmla="*/ 19406 w 19511"/>
                <a:gd name="connsiteY0" fmla="*/ 31636 h 39097"/>
                <a:gd name="connsiteX1" fmla="*/ 11407 w 19511"/>
                <a:gd name="connsiteY1" fmla="*/ 3139 h 39097"/>
                <a:gd name="connsiteX2" fmla="*/ 158 w 19511"/>
                <a:gd name="connsiteY2" fmla="*/ 7889 h 39097"/>
                <a:gd name="connsiteX3" fmla="*/ 12240 w 19511"/>
                <a:gd name="connsiteY3" fmla="*/ 38802 h 39097"/>
                <a:gd name="connsiteX4" fmla="*/ 19406 w 19511"/>
                <a:gd name="connsiteY4" fmla="*/ 31636 h 39097"/>
                <a:gd name="connsiteX5" fmla="*/ 19406 w 19511"/>
                <a:gd name="connsiteY5" fmla="*/ 31636 h 39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511" h="39097">
                  <a:moveTo>
                    <a:pt x="19406" y="31636"/>
                  </a:moveTo>
                  <a:cubicBezTo>
                    <a:pt x="17740" y="22221"/>
                    <a:pt x="15573" y="11721"/>
                    <a:pt x="11407" y="3139"/>
                  </a:cubicBezTo>
                  <a:cubicBezTo>
                    <a:pt x="8241" y="-3444"/>
                    <a:pt x="-1342" y="1389"/>
                    <a:pt x="158" y="7889"/>
                  </a:cubicBezTo>
                  <a:cubicBezTo>
                    <a:pt x="2574" y="19054"/>
                    <a:pt x="-2175" y="34219"/>
                    <a:pt x="12240" y="38802"/>
                  </a:cubicBezTo>
                  <a:cubicBezTo>
                    <a:pt x="16823" y="40302"/>
                    <a:pt x="20156" y="35803"/>
                    <a:pt x="19406" y="31636"/>
                  </a:cubicBezTo>
                  <a:lnTo>
                    <a:pt x="19406" y="31636"/>
                  </a:lnTo>
                  <a:close/>
                </a:path>
              </a:pathLst>
            </a:custGeom>
            <a:grpFill/>
            <a:ln w="8332" cap="flat">
              <a:noFill/>
              <a:prstDash val="solid"/>
              <a:miter/>
            </a:ln>
          </p:spPr>
          <p:txBody>
            <a:bodyPr rtlCol="0" anchor="ctr"/>
            <a:lstStyle/>
            <a:p>
              <a:endParaRPr lang="en-US"/>
            </a:p>
          </p:txBody>
        </p:sp>
        <p:sp>
          <p:nvSpPr>
            <p:cNvPr id="2531" name="Freeform: Shape 2530"/>
            <p:cNvSpPr/>
            <p:nvPr/>
          </p:nvSpPr>
          <p:spPr>
            <a:xfrm>
              <a:off x="7457443" y="4701240"/>
              <a:ext cx="33904" cy="33117"/>
            </a:xfrm>
            <a:custGeom>
              <a:avLst/>
              <a:gdLst>
                <a:gd name="connsiteX0" fmla="*/ 33737 w 33904"/>
                <a:gd name="connsiteY0" fmla="*/ 24344 h 33117"/>
                <a:gd name="connsiteX1" fmla="*/ 20988 w 33904"/>
                <a:gd name="connsiteY1" fmla="*/ 10596 h 33117"/>
                <a:gd name="connsiteX2" fmla="*/ 7405 w 33904"/>
                <a:gd name="connsiteY2" fmla="*/ 764 h 33117"/>
                <a:gd name="connsiteX3" fmla="*/ 1406 w 33904"/>
                <a:gd name="connsiteY3" fmla="*/ 8513 h 33117"/>
                <a:gd name="connsiteX4" fmla="*/ 26987 w 33904"/>
                <a:gd name="connsiteY4" fmla="*/ 33094 h 33117"/>
                <a:gd name="connsiteX5" fmla="*/ 33737 w 33904"/>
                <a:gd name="connsiteY5" fmla="*/ 24344 h 33117"/>
                <a:gd name="connsiteX6" fmla="*/ 33737 w 33904"/>
                <a:gd name="connsiteY6" fmla="*/ 24344 h 33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904" h="33117">
                  <a:moveTo>
                    <a:pt x="33737" y="24344"/>
                  </a:moveTo>
                  <a:cubicBezTo>
                    <a:pt x="32237" y="18095"/>
                    <a:pt x="25904" y="14179"/>
                    <a:pt x="20988" y="10596"/>
                  </a:cubicBezTo>
                  <a:cubicBezTo>
                    <a:pt x="16488" y="7263"/>
                    <a:pt x="12072" y="3847"/>
                    <a:pt x="7405" y="764"/>
                  </a:cubicBezTo>
                  <a:cubicBezTo>
                    <a:pt x="2739" y="-2320"/>
                    <a:pt x="-2593" y="4680"/>
                    <a:pt x="1406" y="8513"/>
                  </a:cubicBezTo>
                  <a:cubicBezTo>
                    <a:pt x="10072" y="16679"/>
                    <a:pt x="13155" y="31844"/>
                    <a:pt x="26987" y="33094"/>
                  </a:cubicBezTo>
                  <a:cubicBezTo>
                    <a:pt x="31737" y="33511"/>
                    <a:pt x="34653" y="28344"/>
                    <a:pt x="33737" y="24344"/>
                  </a:cubicBezTo>
                  <a:lnTo>
                    <a:pt x="33737" y="24344"/>
                  </a:lnTo>
                  <a:close/>
                </a:path>
              </a:pathLst>
            </a:custGeom>
            <a:grpFill/>
            <a:ln w="8332" cap="flat">
              <a:noFill/>
              <a:prstDash val="solid"/>
              <a:miter/>
            </a:ln>
          </p:spPr>
          <p:txBody>
            <a:bodyPr rtlCol="0" anchor="ctr"/>
            <a:lstStyle/>
            <a:p>
              <a:endParaRPr lang="en-US"/>
            </a:p>
          </p:txBody>
        </p:sp>
        <p:sp>
          <p:nvSpPr>
            <p:cNvPr id="2532" name="Freeform: Shape 2531"/>
            <p:cNvSpPr/>
            <p:nvPr/>
          </p:nvSpPr>
          <p:spPr>
            <a:xfrm>
              <a:off x="7511657" y="4656584"/>
              <a:ext cx="46158" cy="18057"/>
            </a:xfrm>
            <a:custGeom>
              <a:avLst/>
              <a:gdLst>
                <a:gd name="connsiteX0" fmla="*/ 36184 w 46158"/>
                <a:gd name="connsiteY0" fmla="*/ 1923 h 18057"/>
                <a:gd name="connsiteX1" fmla="*/ 7020 w 46158"/>
                <a:gd name="connsiteY1" fmla="*/ 90 h 18057"/>
                <a:gd name="connsiteX2" fmla="*/ 4020 w 46158"/>
                <a:gd name="connsiteY2" fmla="*/ 10839 h 18057"/>
                <a:gd name="connsiteX3" fmla="*/ 42100 w 46158"/>
                <a:gd name="connsiteY3" fmla="*/ 15922 h 18057"/>
                <a:gd name="connsiteX4" fmla="*/ 36184 w 46158"/>
                <a:gd name="connsiteY4" fmla="*/ 1923 h 18057"/>
                <a:gd name="connsiteX5" fmla="*/ 36184 w 46158"/>
                <a:gd name="connsiteY5" fmla="*/ 1923 h 18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158" h="18057">
                  <a:moveTo>
                    <a:pt x="36184" y="1923"/>
                  </a:moveTo>
                  <a:cubicBezTo>
                    <a:pt x="26518" y="3506"/>
                    <a:pt x="16519" y="1756"/>
                    <a:pt x="7020" y="90"/>
                  </a:cubicBezTo>
                  <a:cubicBezTo>
                    <a:pt x="20" y="-1076"/>
                    <a:pt x="-3063" y="9423"/>
                    <a:pt x="4020" y="10839"/>
                  </a:cubicBezTo>
                  <a:cubicBezTo>
                    <a:pt x="16769" y="13422"/>
                    <a:pt x="29268" y="22005"/>
                    <a:pt x="42100" y="15922"/>
                  </a:cubicBezTo>
                  <a:cubicBezTo>
                    <a:pt x="50682" y="11922"/>
                    <a:pt x="44183" y="590"/>
                    <a:pt x="36184" y="1923"/>
                  </a:cubicBezTo>
                  <a:lnTo>
                    <a:pt x="36184" y="1923"/>
                  </a:lnTo>
                  <a:close/>
                </a:path>
              </a:pathLst>
            </a:custGeom>
            <a:grpFill/>
            <a:ln w="8332" cap="flat">
              <a:noFill/>
              <a:prstDash val="solid"/>
              <a:miter/>
            </a:ln>
          </p:spPr>
          <p:txBody>
            <a:bodyPr rtlCol="0" anchor="ctr"/>
            <a:lstStyle/>
            <a:p>
              <a:endParaRPr lang="en-US"/>
            </a:p>
          </p:txBody>
        </p:sp>
        <p:sp>
          <p:nvSpPr>
            <p:cNvPr id="2533" name="Freeform: Shape 2532"/>
            <p:cNvSpPr/>
            <p:nvPr/>
          </p:nvSpPr>
          <p:spPr>
            <a:xfrm>
              <a:off x="7544123" y="4594773"/>
              <a:ext cx="34132" cy="12244"/>
            </a:xfrm>
            <a:custGeom>
              <a:avLst/>
              <a:gdLst>
                <a:gd name="connsiteX0" fmla="*/ 30383 w 34132"/>
                <a:gd name="connsiteY0" fmla="*/ 656 h 12244"/>
                <a:gd name="connsiteX1" fmla="*/ 4969 w 34132"/>
                <a:gd name="connsiteY1" fmla="*/ 1490 h 12244"/>
                <a:gd name="connsiteX2" fmla="*/ 4969 w 34132"/>
                <a:gd name="connsiteY2" fmla="*/ 11822 h 12244"/>
                <a:gd name="connsiteX3" fmla="*/ 30383 w 34132"/>
                <a:gd name="connsiteY3" fmla="*/ 10739 h 12244"/>
                <a:gd name="connsiteX4" fmla="*/ 30383 w 34132"/>
                <a:gd name="connsiteY4" fmla="*/ 656 h 12244"/>
                <a:gd name="connsiteX5" fmla="*/ 30383 w 34132"/>
                <a:gd name="connsiteY5" fmla="*/ 656 h 12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132" h="12244">
                  <a:moveTo>
                    <a:pt x="30383" y="656"/>
                  </a:moveTo>
                  <a:cubicBezTo>
                    <a:pt x="21634" y="-844"/>
                    <a:pt x="13634" y="573"/>
                    <a:pt x="4969" y="1490"/>
                  </a:cubicBezTo>
                  <a:cubicBezTo>
                    <a:pt x="-1614" y="2156"/>
                    <a:pt x="-1698" y="11155"/>
                    <a:pt x="4969" y="11822"/>
                  </a:cubicBezTo>
                  <a:cubicBezTo>
                    <a:pt x="13634" y="12655"/>
                    <a:pt x="21884" y="12238"/>
                    <a:pt x="30383" y="10739"/>
                  </a:cubicBezTo>
                  <a:cubicBezTo>
                    <a:pt x="35382" y="9905"/>
                    <a:pt x="35382" y="1490"/>
                    <a:pt x="30383" y="656"/>
                  </a:cubicBezTo>
                  <a:lnTo>
                    <a:pt x="30383" y="656"/>
                  </a:lnTo>
                  <a:close/>
                </a:path>
              </a:pathLst>
            </a:custGeom>
            <a:grpFill/>
            <a:ln w="8332" cap="flat">
              <a:noFill/>
              <a:prstDash val="solid"/>
              <a:miter/>
            </a:ln>
          </p:spPr>
          <p:txBody>
            <a:bodyPr rtlCol="0" anchor="ctr"/>
            <a:lstStyle/>
            <a:p>
              <a:endParaRPr lang="en-US"/>
            </a:p>
          </p:txBody>
        </p:sp>
        <p:sp>
          <p:nvSpPr>
            <p:cNvPr id="2534" name="Freeform: Shape 2533"/>
            <p:cNvSpPr/>
            <p:nvPr/>
          </p:nvSpPr>
          <p:spPr>
            <a:xfrm>
              <a:off x="11228971" y="5317016"/>
              <a:ext cx="413058" cy="515560"/>
            </a:xfrm>
            <a:custGeom>
              <a:avLst/>
              <a:gdLst>
                <a:gd name="connsiteX0" fmla="*/ 405252 w 413058"/>
                <a:gd name="connsiteY0" fmla="*/ 202997 h 515560"/>
                <a:gd name="connsiteX1" fmla="*/ 394504 w 413058"/>
                <a:gd name="connsiteY1" fmla="*/ 172083 h 515560"/>
                <a:gd name="connsiteX2" fmla="*/ 404002 w 413058"/>
                <a:gd name="connsiteY2" fmla="*/ 142086 h 515560"/>
                <a:gd name="connsiteX3" fmla="*/ 391087 w 413058"/>
                <a:gd name="connsiteY3" fmla="*/ 88674 h 515560"/>
                <a:gd name="connsiteX4" fmla="*/ 345341 w 413058"/>
                <a:gd name="connsiteY4" fmla="*/ 79592 h 515560"/>
                <a:gd name="connsiteX5" fmla="*/ 349257 w 413058"/>
                <a:gd name="connsiteY5" fmla="*/ 64093 h 515560"/>
                <a:gd name="connsiteX6" fmla="*/ 347674 w 413058"/>
                <a:gd name="connsiteY6" fmla="*/ 46927 h 515560"/>
                <a:gd name="connsiteX7" fmla="*/ 327509 w 413058"/>
                <a:gd name="connsiteY7" fmla="*/ 16014 h 515560"/>
                <a:gd name="connsiteX8" fmla="*/ 269597 w 413058"/>
                <a:gd name="connsiteY8" fmla="*/ 29929 h 515560"/>
                <a:gd name="connsiteX9" fmla="*/ 188105 w 413058"/>
                <a:gd name="connsiteY9" fmla="*/ 515 h 515560"/>
                <a:gd name="connsiteX10" fmla="*/ 151941 w 413058"/>
                <a:gd name="connsiteY10" fmla="*/ 12681 h 515560"/>
                <a:gd name="connsiteX11" fmla="*/ 131193 w 413058"/>
                <a:gd name="connsiteY11" fmla="*/ 40095 h 515560"/>
                <a:gd name="connsiteX12" fmla="*/ 105195 w 413058"/>
                <a:gd name="connsiteY12" fmla="*/ 52511 h 515560"/>
                <a:gd name="connsiteX13" fmla="*/ 85115 w 413058"/>
                <a:gd name="connsiteY13" fmla="*/ 56343 h 515560"/>
                <a:gd name="connsiteX14" fmla="*/ 52868 w 413058"/>
                <a:gd name="connsiteY14" fmla="*/ 80175 h 515560"/>
                <a:gd name="connsiteX15" fmla="*/ 41534 w 413058"/>
                <a:gd name="connsiteY15" fmla="*/ 145752 h 515560"/>
                <a:gd name="connsiteX16" fmla="*/ 28453 w 413058"/>
                <a:gd name="connsiteY16" fmla="*/ 154501 h 515560"/>
                <a:gd name="connsiteX17" fmla="*/ 14288 w 413058"/>
                <a:gd name="connsiteY17" fmla="*/ 169667 h 515560"/>
                <a:gd name="connsiteX18" fmla="*/ 38 w 413058"/>
                <a:gd name="connsiteY18" fmla="*/ 209830 h 515560"/>
                <a:gd name="connsiteX19" fmla="*/ 50451 w 413058"/>
                <a:gd name="connsiteY19" fmla="*/ 272157 h 515560"/>
                <a:gd name="connsiteX20" fmla="*/ 72865 w 413058"/>
                <a:gd name="connsiteY20" fmla="*/ 273490 h 515560"/>
                <a:gd name="connsiteX21" fmla="*/ 91197 w 413058"/>
                <a:gd name="connsiteY21" fmla="*/ 270491 h 515560"/>
                <a:gd name="connsiteX22" fmla="*/ 103363 w 413058"/>
                <a:gd name="connsiteY22" fmla="*/ 286906 h 515560"/>
                <a:gd name="connsiteX23" fmla="*/ 111695 w 413058"/>
                <a:gd name="connsiteY23" fmla="*/ 292905 h 515560"/>
                <a:gd name="connsiteX24" fmla="*/ 112029 w 413058"/>
                <a:gd name="connsiteY24" fmla="*/ 395646 h 515560"/>
                <a:gd name="connsiteX25" fmla="*/ 105863 w 413058"/>
                <a:gd name="connsiteY25" fmla="*/ 460973 h 515560"/>
                <a:gd name="connsiteX26" fmla="*/ 100780 w 413058"/>
                <a:gd name="connsiteY26" fmla="*/ 488305 h 515560"/>
                <a:gd name="connsiteX27" fmla="*/ 101279 w 413058"/>
                <a:gd name="connsiteY27" fmla="*/ 500637 h 515560"/>
                <a:gd name="connsiteX28" fmla="*/ 107779 w 413058"/>
                <a:gd name="connsiteY28" fmla="*/ 504386 h 515560"/>
                <a:gd name="connsiteX29" fmla="*/ 155274 w 413058"/>
                <a:gd name="connsiteY29" fmla="*/ 506470 h 515560"/>
                <a:gd name="connsiteX30" fmla="*/ 197937 w 413058"/>
                <a:gd name="connsiteY30" fmla="*/ 515552 h 515560"/>
                <a:gd name="connsiteX31" fmla="*/ 228268 w 413058"/>
                <a:gd name="connsiteY31" fmla="*/ 466306 h 515560"/>
                <a:gd name="connsiteX32" fmla="*/ 241516 w 413058"/>
                <a:gd name="connsiteY32" fmla="*/ 372899 h 515560"/>
                <a:gd name="connsiteX33" fmla="*/ 256933 w 413058"/>
                <a:gd name="connsiteY33" fmla="*/ 313154 h 515560"/>
                <a:gd name="connsiteX34" fmla="*/ 258765 w 413058"/>
                <a:gd name="connsiteY34" fmla="*/ 317987 h 515560"/>
                <a:gd name="connsiteX35" fmla="*/ 275097 w 413058"/>
                <a:gd name="connsiteY35" fmla="*/ 337985 h 515560"/>
                <a:gd name="connsiteX36" fmla="*/ 329592 w 413058"/>
                <a:gd name="connsiteY36" fmla="*/ 354900 h 515560"/>
                <a:gd name="connsiteX37" fmla="*/ 372589 w 413058"/>
                <a:gd name="connsiteY37" fmla="*/ 323903 h 515560"/>
                <a:gd name="connsiteX38" fmla="*/ 389837 w 413058"/>
                <a:gd name="connsiteY38" fmla="*/ 298322 h 515560"/>
                <a:gd name="connsiteX39" fmla="*/ 405419 w 413058"/>
                <a:gd name="connsiteY39" fmla="*/ 267908 h 515560"/>
                <a:gd name="connsiteX40" fmla="*/ 405252 w 413058"/>
                <a:gd name="connsiteY40" fmla="*/ 202997 h 515560"/>
                <a:gd name="connsiteX41" fmla="*/ 405252 w 413058"/>
                <a:gd name="connsiteY41" fmla="*/ 202997 h 515560"/>
                <a:gd name="connsiteX42" fmla="*/ 234351 w 413058"/>
                <a:gd name="connsiteY42" fmla="*/ 340901 h 515560"/>
                <a:gd name="connsiteX43" fmla="*/ 219352 w 413058"/>
                <a:gd name="connsiteY43" fmla="*/ 427727 h 515560"/>
                <a:gd name="connsiteX44" fmla="*/ 213020 w 413058"/>
                <a:gd name="connsiteY44" fmla="*/ 470473 h 515560"/>
                <a:gd name="connsiteX45" fmla="*/ 209186 w 413058"/>
                <a:gd name="connsiteY45" fmla="*/ 489221 h 515560"/>
                <a:gd name="connsiteX46" fmla="*/ 187355 w 413058"/>
                <a:gd name="connsiteY46" fmla="*/ 499053 h 515560"/>
                <a:gd name="connsiteX47" fmla="*/ 116195 w 413058"/>
                <a:gd name="connsiteY47" fmla="*/ 488971 h 515560"/>
                <a:gd name="connsiteX48" fmla="*/ 118611 w 413058"/>
                <a:gd name="connsiteY48" fmla="*/ 477472 h 515560"/>
                <a:gd name="connsiteX49" fmla="*/ 121777 w 413058"/>
                <a:gd name="connsiteY49" fmla="*/ 448975 h 515560"/>
                <a:gd name="connsiteX50" fmla="*/ 125361 w 413058"/>
                <a:gd name="connsiteY50" fmla="*/ 386730 h 515560"/>
                <a:gd name="connsiteX51" fmla="*/ 119111 w 413058"/>
                <a:gd name="connsiteY51" fmla="*/ 296155 h 515560"/>
                <a:gd name="connsiteX52" fmla="*/ 164107 w 413058"/>
                <a:gd name="connsiteY52" fmla="*/ 287823 h 515560"/>
                <a:gd name="connsiteX53" fmla="*/ 161857 w 413058"/>
                <a:gd name="connsiteY53" fmla="*/ 304821 h 515560"/>
                <a:gd name="connsiteX54" fmla="*/ 155024 w 413058"/>
                <a:gd name="connsiteY54" fmla="*/ 351817 h 515560"/>
                <a:gd name="connsiteX55" fmla="*/ 179356 w 413058"/>
                <a:gd name="connsiteY55" fmla="*/ 391813 h 515560"/>
                <a:gd name="connsiteX56" fmla="*/ 205270 w 413058"/>
                <a:gd name="connsiteY56" fmla="*/ 386897 h 515560"/>
                <a:gd name="connsiteX57" fmla="*/ 213686 w 413058"/>
                <a:gd name="connsiteY57" fmla="*/ 363649 h 515560"/>
                <a:gd name="connsiteX58" fmla="*/ 217353 w 413058"/>
                <a:gd name="connsiteY58" fmla="*/ 325236 h 515560"/>
                <a:gd name="connsiteX59" fmla="*/ 220768 w 413058"/>
                <a:gd name="connsiteY59" fmla="*/ 300405 h 515560"/>
                <a:gd name="connsiteX60" fmla="*/ 221352 w 413058"/>
                <a:gd name="connsiteY60" fmla="*/ 293405 h 515560"/>
                <a:gd name="connsiteX61" fmla="*/ 237934 w 413058"/>
                <a:gd name="connsiteY61" fmla="*/ 295905 h 515560"/>
                <a:gd name="connsiteX62" fmla="*/ 253349 w 413058"/>
                <a:gd name="connsiteY62" fmla="*/ 292656 h 515560"/>
                <a:gd name="connsiteX63" fmla="*/ 234351 w 413058"/>
                <a:gd name="connsiteY63" fmla="*/ 340901 h 515560"/>
                <a:gd name="connsiteX64" fmla="*/ 234351 w 413058"/>
                <a:gd name="connsiteY64" fmla="*/ 340901 h 515560"/>
                <a:gd name="connsiteX65" fmla="*/ 166191 w 413058"/>
                <a:gd name="connsiteY65" fmla="*/ 353400 h 515560"/>
                <a:gd name="connsiteX66" fmla="*/ 169773 w 413058"/>
                <a:gd name="connsiteY66" fmla="*/ 325403 h 515560"/>
                <a:gd name="connsiteX67" fmla="*/ 171856 w 413058"/>
                <a:gd name="connsiteY67" fmla="*/ 280990 h 515560"/>
                <a:gd name="connsiteX68" fmla="*/ 183188 w 413058"/>
                <a:gd name="connsiteY68" fmla="*/ 267324 h 515560"/>
                <a:gd name="connsiteX69" fmla="*/ 196271 w 413058"/>
                <a:gd name="connsiteY69" fmla="*/ 282740 h 515560"/>
                <a:gd name="connsiteX70" fmla="*/ 209269 w 413058"/>
                <a:gd name="connsiteY70" fmla="*/ 289656 h 515560"/>
                <a:gd name="connsiteX71" fmla="*/ 205353 w 413058"/>
                <a:gd name="connsiteY71" fmla="*/ 322569 h 515560"/>
                <a:gd name="connsiteX72" fmla="*/ 202937 w 413058"/>
                <a:gd name="connsiteY72" fmla="*/ 348817 h 515560"/>
                <a:gd name="connsiteX73" fmla="*/ 193188 w 413058"/>
                <a:gd name="connsiteY73" fmla="*/ 378648 h 515560"/>
                <a:gd name="connsiteX74" fmla="*/ 168357 w 413058"/>
                <a:gd name="connsiteY74" fmla="*/ 371065 h 515560"/>
                <a:gd name="connsiteX75" fmla="*/ 166191 w 413058"/>
                <a:gd name="connsiteY75" fmla="*/ 353400 h 515560"/>
                <a:gd name="connsiteX76" fmla="*/ 166191 w 413058"/>
                <a:gd name="connsiteY76" fmla="*/ 353400 h 515560"/>
                <a:gd name="connsiteX77" fmla="*/ 394586 w 413058"/>
                <a:gd name="connsiteY77" fmla="*/ 254576 h 515560"/>
                <a:gd name="connsiteX78" fmla="*/ 369922 w 413058"/>
                <a:gd name="connsiteY78" fmla="*/ 303988 h 515560"/>
                <a:gd name="connsiteX79" fmla="*/ 339175 w 413058"/>
                <a:gd name="connsiteY79" fmla="*/ 336068 h 515560"/>
                <a:gd name="connsiteX80" fmla="*/ 288512 w 413058"/>
                <a:gd name="connsiteY80" fmla="*/ 328319 h 515560"/>
                <a:gd name="connsiteX81" fmla="*/ 269764 w 413058"/>
                <a:gd name="connsiteY81" fmla="*/ 308238 h 515560"/>
                <a:gd name="connsiteX82" fmla="*/ 264848 w 413058"/>
                <a:gd name="connsiteY82" fmla="*/ 283823 h 515560"/>
                <a:gd name="connsiteX83" fmla="*/ 258599 w 413058"/>
                <a:gd name="connsiteY83" fmla="*/ 279074 h 515560"/>
                <a:gd name="connsiteX84" fmla="*/ 229601 w 413058"/>
                <a:gd name="connsiteY84" fmla="*/ 282323 h 515560"/>
                <a:gd name="connsiteX85" fmla="*/ 194271 w 413058"/>
                <a:gd name="connsiteY85" fmla="*/ 261325 h 515560"/>
                <a:gd name="connsiteX86" fmla="*/ 181105 w 413058"/>
                <a:gd name="connsiteY86" fmla="*/ 252159 h 515560"/>
                <a:gd name="connsiteX87" fmla="*/ 165024 w 413058"/>
                <a:gd name="connsiteY87" fmla="*/ 268241 h 515560"/>
                <a:gd name="connsiteX88" fmla="*/ 127027 w 413058"/>
                <a:gd name="connsiteY88" fmla="*/ 282573 h 515560"/>
                <a:gd name="connsiteX89" fmla="*/ 102196 w 413058"/>
                <a:gd name="connsiteY89" fmla="*/ 258659 h 515560"/>
                <a:gd name="connsiteX90" fmla="*/ 85948 w 413058"/>
                <a:gd name="connsiteY90" fmla="*/ 253992 h 515560"/>
                <a:gd name="connsiteX91" fmla="*/ 42701 w 413058"/>
                <a:gd name="connsiteY91" fmla="*/ 252576 h 515560"/>
                <a:gd name="connsiteX92" fmla="*/ 25036 w 413058"/>
                <a:gd name="connsiteY92" fmla="*/ 182166 h 515560"/>
                <a:gd name="connsiteX93" fmla="*/ 48034 w 413058"/>
                <a:gd name="connsiteY93" fmla="*/ 158751 h 515560"/>
                <a:gd name="connsiteX94" fmla="*/ 57700 w 413058"/>
                <a:gd name="connsiteY94" fmla="*/ 147335 h 515560"/>
                <a:gd name="connsiteX95" fmla="*/ 55033 w 413058"/>
                <a:gd name="connsiteY95" fmla="*/ 139419 h 515560"/>
                <a:gd name="connsiteX96" fmla="*/ 52701 w 413058"/>
                <a:gd name="connsiteY96" fmla="*/ 119671 h 515560"/>
                <a:gd name="connsiteX97" fmla="*/ 72616 w 413058"/>
                <a:gd name="connsiteY97" fmla="*/ 83674 h 515560"/>
                <a:gd name="connsiteX98" fmla="*/ 107612 w 413058"/>
                <a:gd name="connsiteY98" fmla="*/ 69259 h 515560"/>
                <a:gd name="connsiteX99" fmla="*/ 136027 w 413058"/>
                <a:gd name="connsiteY99" fmla="*/ 62843 h 515560"/>
                <a:gd name="connsiteX100" fmla="*/ 147275 w 413058"/>
                <a:gd name="connsiteY100" fmla="*/ 40178 h 515560"/>
                <a:gd name="connsiteX101" fmla="*/ 182023 w 413058"/>
                <a:gd name="connsiteY101" fmla="*/ 12181 h 515560"/>
                <a:gd name="connsiteX102" fmla="*/ 268265 w 413058"/>
                <a:gd name="connsiteY102" fmla="*/ 36929 h 515560"/>
                <a:gd name="connsiteX103" fmla="*/ 268265 w 413058"/>
                <a:gd name="connsiteY103" fmla="*/ 37178 h 515560"/>
                <a:gd name="connsiteX104" fmla="*/ 279597 w 413058"/>
                <a:gd name="connsiteY104" fmla="*/ 37178 h 515560"/>
                <a:gd name="connsiteX105" fmla="*/ 312927 w 413058"/>
                <a:gd name="connsiteY105" fmla="*/ 24096 h 515560"/>
                <a:gd name="connsiteX106" fmla="*/ 333425 w 413058"/>
                <a:gd name="connsiteY106" fmla="*/ 44928 h 515560"/>
                <a:gd name="connsiteX107" fmla="*/ 334258 w 413058"/>
                <a:gd name="connsiteY107" fmla="*/ 72009 h 515560"/>
                <a:gd name="connsiteX108" fmla="*/ 330926 w 413058"/>
                <a:gd name="connsiteY108" fmla="*/ 90340 h 515560"/>
                <a:gd name="connsiteX109" fmla="*/ 339841 w 413058"/>
                <a:gd name="connsiteY109" fmla="*/ 95423 h 515560"/>
                <a:gd name="connsiteX110" fmla="*/ 365839 w 413058"/>
                <a:gd name="connsiteY110" fmla="*/ 91924 h 515560"/>
                <a:gd name="connsiteX111" fmla="*/ 389587 w 413058"/>
                <a:gd name="connsiteY111" fmla="*/ 114671 h 515560"/>
                <a:gd name="connsiteX112" fmla="*/ 378838 w 413058"/>
                <a:gd name="connsiteY112" fmla="*/ 168500 h 515560"/>
                <a:gd name="connsiteX113" fmla="*/ 379087 w 413058"/>
                <a:gd name="connsiteY113" fmla="*/ 196748 h 515560"/>
                <a:gd name="connsiteX114" fmla="*/ 394920 w 413058"/>
                <a:gd name="connsiteY114" fmla="*/ 218579 h 515560"/>
                <a:gd name="connsiteX115" fmla="*/ 394586 w 413058"/>
                <a:gd name="connsiteY115" fmla="*/ 254576 h 515560"/>
                <a:gd name="connsiteX116" fmla="*/ 394586 w 413058"/>
                <a:gd name="connsiteY116" fmla="*/ 254576 h 515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Lst>
              <a:rect l="l" t="t" r="r" b="b"/>
              <a:pathLst>
                <a:path w="413058" h="515560">
                  <a:moveTo>
                    <a:pt x="405252" y="202997"/>
                  </a:moveTo>
                  <a:cubicBezTo>
                    <a:pt x="397836" y="190331"/>
                    <a:pt x="388087" y="189331"/>
                    <a:pt x="394504" y="172083"/>
                  </a:cubicBezTo>
                  <a:cubicBezTo>
                    <a:pt x="398420" y="161751"/>
                    <a:pt x="402586" y="153335"/>
                    <a:pt x="404002" y="142086"/>
                  </a:cubicBezTo>
                  <a:cubicBezTo>
                    <a:pt x="406585" y="122087"/>
                    <a:pt x="405836" y="103673"/>
                    <a:pt x="391087" y="88674"/>
                  </a:cubicBezTo>
                  <a:cubicBezTo>
                    <a:pt x="377672" y="75009"/>
                    <a:pt x="362006" y="76758"/>
                    <a:pt x="345341" y="79592"/>
                  </a:cubicBezTo>
                  <a:cubicBezTo>
                    <a:pt x="346674" y="74509"/>
                    <a:pt x="349090" y="68759"/>
                    <a:pt x="349257" y="64093"/>
                  </a:cubicBezTo>
                  <a:cubicBezTo>
                    <a:pt x="349424" y="58426"/>
                    <a:pt x="348757" y="52511"/>
                    <a:pt x="347674" y="46927"/>
                  </a:cubicBezTo>
                  <a:cubicBezTo>
                    <a:pt x="345174" y="34346"/>
                    <a:pt x="339092" y="22430"/>
                    <a:pt x="327509" y="16014"/>
                  </a:cubicBezTo>
                  <a:cubicBezTo>
                    <a:pt x="309427" y="6015"/>
                    <a:pt x="277264" y="8431"/>
                    <a:pt x="269597" y="29929"/>
                  </a:cubicBezTo>
                  <a:cubicBezTo>
                    <a:pt x="244850" y="14180"/>
                    <a:pt x="218769" y="-3234"/>
                    <a:pt x="188105" y="515"/>
                  </a:cubicBezTo>
                  <a:cubicBezTo>
                    <a:pt x="175356" y="2015"/>
                    <a:pt x="162774" y="5515"/>
                    <a:pt x="151941" y="12681"/>
                  </a:cubicBezTo>
                  <a:cubicBezTo>
                    <a:pt x="140360" y="20347"/>
                    <a:pt x="136276" y="27846"/>
                    <a:pt x="131193" y="40095"/>
                  </a:cubicBezTo>
                  <a:cubicBezTo>
                    <a:pt x="126361" y="51927"/>
                    <a:pt x="116611" y="51344"/>
                    <a:pt x="105195" y="52511"/>
                  </a:cubicBezTo>
                  <a:cubicBezTo>
                    <a:pt x="98280" y="53177"/>
                    <a:pt x="91697" y="53760"/>
                    <a:pt x="85115" y="56343"/>
                  </a:cubicBezTo>
                  <a:cubicBezTo>
                    <a:pt x="72782" y="61176"/>
                    <a:pt x="61366" y="70176"/>
                    <a:pt x="52868" y="80175"/>
                  </a:cubicBezTo>
                  <a:cubicBezTo>
                    <a:pt x="36452" y="99507"/>
                    <a:pt x="33369" y="122921"/>
                    <a:pt x="41534" y="145752"/>
                  </a:cubicBezTo>
                  <a:cubicBezTo>
                    <a:pt x="37869" y="149002"/>
                    <a:pt x="31619" y="151751"/>
                    <a:pt x="28453" y="154501"/>
                  </a:cubicBezTo>
                  <a:cubicBezTo>
                    <a:pt x="23203" y="159001"/>
                    <a:pt x="18371" y="164084"/>
                    <a:pt x="14288" y="169667"/>
                  </a:cubicBezTo>
                  <a:cubicBezTo>
                    <a:pt x="5705" y="181249"/>
                    <a:pt x="539" y="195331"/>
                    <a:pt x="38" y="209830"/>
                  </a:cubicBezTo>
                  <a:cubicBezTo>
                    <a:pt x="-1045" y="239910"/>
                    <a:pt x="20953" y="266908"/>
                    <a:pt x="50451" y="272157"/>
                  </a:cubicBezTo>
                  <a:cubicBezTo>
                    <a:pt x="57700" y="273490"/>
                    <a:pt x="65532" y="273907"/>
                    <a:pt x="72865" y="273490"/>
                  </a:cubicBezTo>
                  <a:cubicBezTo>
                    <a:pt x="77365" y="273241"/>
                    <a:pt x="87530" y="269074"/>
                    <a:pt x="91197" y="270491"/>
                  </a:cubicBezTo>
                  <a:cubicBezTo>
                    <a:pt x="94696" y="271824"/>
                    <a:pt x="100029" y="283740"/>
                    <a:pt x="103363" y="286906"/>
                  </a:cubicBezTo>
                  <a:cubicBezTo>
                    <a:pt x="105863" y="289322"/>
                    <a:pt x="108696" y="291239"/>
                    <a:pt x="111695" y="292905"/>
                  </a:cubicBezTo>
                  <a:cubicBezTo>
                    <a:pt x="112361" y="327236"/>
                    <a:pt x="114778" y="361233"/>
                    <a:pt x="112029" y="395646"/>
                  </a:cubicBezTo>
                  <a:cubicBezTo>
                    <a:pt x="110278" y="417478"/>
                    <a:pt x="108529" y="439309"/>
                    <a:pt x="105863" y="460973"/>
                  </a:cubicBezTo>
                  <a:cubicBezTo>
                    <a:pt x="104696" y="470306"/>
                    <a:pt x="103196" y="479222"/>
                    <a:pt x="100780" y="488305"/>
                  </a:cubicBezTo>
                  <a:cubicBezTo>
                    <a:pt x="99446" y="493471"/>
                    <a:pt x="98779" y="495637"/>
                    <a:pt x="101279" y="500637"/>
                  </a:cubicBezTo>
                  <a:cubicBezTo>
                    <a:pt x="102363" y="502803"/>
                    <a:pt x="105279" y="504553"/>
                    <a:pt x="107779" y="504386"/>
                  </a:cubicBezTo>
                  <a:cubicBezTo>
                    <a:pt x="123777" y="502970"/>
                    <a:pt x="139360" y="503970"/>
                    <a:pt x="155274" y="506470"/>
                  </a:cubicBezTo>
                  <a:cubicBezTo>
                    <a:pt x="169274" y="508720"/>
                    <a:pt x="183689" y="515219"/>
                    <a:pt x="197937" y="515552"/>
                  </a:cubicBezTo>
                  <a:cubicBezTo>
                    <a:pt x="224102" y="516136"/>
                    <a:pt x="225018" y="485471"/>
                    <a:pt x="228268" y="466306"/>
                  </a:cubicBezTo>
                  <a:cubicBezTo>
                    <a:pt x="233517" y="435309"/>
                    <a:pt x="235434" y="403812"/>
                    <a:pt x="241516" y="372899"/>
                  </a:cubicBezTo>
                  <a:cubicBezTo>
                    <a:pt x="245267" y="353650"/>
                    <a:pt x="250099" y="332569"/>
                    <a:pt x="256933" y="313154"/>
                  </a:cubicBezTo>
                  <a:cubicBezTo>
                    <a:pt x="257432" y="314737"/>
                    <a:pt x="258016" y="316403"/>
                    <a:pt x="258765" y="317987"/>
                  </a:cubicBezTo>
                  <a:cubicBezTo>
                    <a:pt x="262598" y="325819"/>
                    <a:pt x="268265" y="332652"/>
                    <a:pt x="275097" y="337985"/>
                  </a:cubicBezTo>
                  <a:cubicBezTo>
                    <a:pt x="290013" y="349650"/>
                    <a:pt x="310761" y="356983"/>
                    <a:pt x="329592" y="354900"/>
                  </a:cubicBezTo>
                  <a:cubicBezTo>
                    <a:pt x="351174" y="352484"/>
                    <a:pt x="364422" y="343568"/>
                    <a:pt x="372589" y="323903"/>
                  </a:cubicBezTo>
                  <a:cubicBezTo>
                    <a:pt x="376588" y="314320"/>
                    <a:pt x="384420" y="307238"/>
                    <a:pt x="389837" y="298322"/>
                  </a:cubicBezTo>
                  <a:cubicBezTo>
                    <a:pt x="395669" y="288572"/>
                    <a:pt x="401086" y="278323"/>
                    <a:pt x="405419" y="267908"/>
                  </a:cubicBezTo>
                  <a:cubicBezTo>
                    <a:pt x="414085" y="247326"/>
                    <a:pt x="417085" y="223078"/>
                    <a:pt x="405252" y="202997"/>
                  </a:cubicBezTo>
                  <a:lnTo>
                    <a:pt x="405252" y="202997"/>
                  </a:lnTo>
                  <a:close/>
                  <a:moveTo>
                    <a:pt x="234351" y="340901"/>
                  </a:moveTo>
                  <a:cubicBezTo>
                    <a:pt x="226602" y="369482"/>
                    <a:pt x="223352" y="398479"/>
                    <a:pt x="219352" y="427727"/>
                  </a:cubicBezTo>
                  <a:cubicBezTo>
                    <a:pt x="217436" y="441975"/>
                    <a:pt x="215686" y="456307"/>
                    <a:pt x="213020" y="470473"/>
                  </a:cubicBezTo>
                  <a:cubicBezTo>
                    <a:pt x="211853" y="476472"/>
                    <a:pt x="211353" y="483555"/>
                    <a:pt x="209186" y="489221"/>
                  </a:cubicBezTo>
                  <a:cubicBezTo>
                    <a:pt x="205186" y="499887"/>
                    <a:pt x="198187" y="501554"/>
                    <a:pt x="187355" y="499053"/>
                  </a:cubicBezTo>
                  <a:cubicBezTo>
                    <a:pt x="163774" y="493554"/>
                    <a:pt x="140360" y="488554"/>
                    <a:pt x="116195" y="488971"/>
                  </a:cubicBezTo>
                  <a:cubicBezTo>
                    <a:pt x="117445" y="485305"/>
                    <a:pt x="118028" y="481305"/>
                    <a:pt x="118611" y="477472"/>
                  </a:cubicBezTo>
                  <a:cubicBezTo>
                    <a:pt x="120195" y="468056"/>
                    <a:pt x="121028" y="458474"/>
                    <a:pt x="121777" y="448975"/>
                  </a:cubicBezTo>
                  <a:cubicBezTo>
                    <a:pt x="123278" y="428226"/>
                    <a:pt x="124277" y="407478"/>
                    <a:pt x="125361" y="386730"/>
                  </a:cubicBezTo>
                  <a:cubicBezTo>
                    <a:pt x="126943" y="356233"/>
                    <a:pt x="123528" y="326152"/>
                    <a:pt x="119111" y="296155"/>
                  </a:cubicBezTo>
                  <a:cubicBezTo>
                    <a:pt x="136027" y="302488"/>
                    <a:pt x="151442" y="297572"/>
                    <a:pt x="164107" y="287823"/>
                  </a:cubicBezTo>
                  <a:cubicBezTo>
                    <a:pt x="163108" y="293489"/>
                    <a:pt x="162607" y="299155"/>
                    <a:pt x="161857" y="304821"/>
                  </a:cubicBezTo>
                  <a:cubicBezTo>
                    <a:pt x="159691" y="320486"/>
                    <a:pt x="157107" y="336152"/>
                    <a:pt x="155024" y="351817"/>
                  </a:cubicBezTo>
                  <a:cubicBezTo>
                    <a:pt x="152525" y="370649"/>
                    <a:pt x="157524" y="389313"/>
                    <a:pt x="179356" y="391813"/>
                  </a:cubicBezTo>
                  <a:cubicBezTo>
                    <a:pt x="187355" y="392730"/>
                    <a:pt x="198604" y="391813"/>
                    <a:pt x="205270" y="386897"/>
                  </a:cubicBezTo>
                  <a:cubicBezTo>
                    <a:pt x="212853" y="381314"/>
                    <a:pt x="212686" y="372232"/>
                    <a:pt x="213686" y="363649"/>
                  </a:cubicBezTo>
                  <a:cubicBezTo>
                    <a:pt x="215270" y="350817"/>
                    <a:pt x="216436" y="338151"/>
                    <a:pt x="217353" y="325236"/>
                  </a:cubicBezTo>
                  <a:cubicBezTo>
                    <a:pt x="217936" y="316903"/>
                    <a:pt x="219186" y="308654"/>
                    <a:pt x="220768" y="300405"/>
                  </a:cubicBezTo>
                  <a:cubicBezTo>
                    <a:pt x="221019" y="299155"/>
                    <a:pt x="221102" y="296072"/>
                    <a:pt x="221352" y="293405"/>
                  </a:cubicBezTo>
                  <a:cubicBezTo>
                    <a:pt x="226769" y="294822"/>
                    <a:pt x="232351" y="295822"/>
                    <a:pt x="237934" y="295905"/>
                  </a:cubicBezTo>
                  <a:cubicBezTo>
                    <a:pt x="243434" y="295988"/>
                    <a:pt x="248350" y="293822"/>
                    <a:pt x="253349" y="292656"/>
                  </a:cubicBezTo>
                  <a:cubicBezTo>
                    <a:pt x="242767" y="304988"/>
                    <a:pt x="238184" y="326652"/>
                    <a:pt x="234351" y="340901"/>
                  </a:cubicBezTo>
                  <a:lnTo>
                    <a:pt x="234351" y="340901"/>
                  </a:lnTo>
                  <a:close/>
                  <a:moveTo>
                    <a:pt x="166191" y="353400"/>
                  </a:moveTo>
                  <a:cubicBezTo>
                    <a:pt x="166773" y="343984"/>
                    <a:pt x="168606" y="334735"/>
                    <a:pt x="169773" y="325403"/>
                  </a:cubicBezTo>
                  <a:cubicBezTo>
                    <a:pt x="171440" y="311737"/>
                    <a:pt x="173523" y="295322"/>
                    <a:pt x="171856" y="280990"/>
                  </a:cubicBezTo>
                  <a:cubicBezTo>
                    <a:pt x="176022" y="276824"/>
                    <a:pt x="179856" y="272157"/>
                    <a:pt x="183188" y="267324"/>
                  </a:cubicBezTo>
                  <a:cubicBezTo>
                    <a:pt x="186939" y="271657"/>
                    <a:pt x="194438" y="281406"/>
                    <a:pt x="196271" y="282740"/>
                  </a:cubicBezTo>
                  <a:cubicBezTo>
                    <a:pt x="200271" y="285740"/>
                    <a:pt x="204687" y="287906"/>
                    <a:pt x="209269" y="289656"/>
                  </a:cubicBezTo>
                  <a:cubicBezTo>
                    <a:pt x="206353" y="299905"/>
                    <a:pt x="206103" y="312737"/>
                    <a:pt x="205353" y="322569"/>
                  </a:cubicBezTo>
                  <a:cubicBezTo>
                    <a:pt x="204687" y="331402"/>
                    <a:pt x="204020" y="340068"/>
                    <a:pt x="202937" y="348817"/>
                  </a:cubicBezTo>
                  <a:cubicBezTo>
                    <a:pt x="201854" y="357899"/>
                    <a:pt x="203437" y="373732"/>
                    <a:pt x="193188" y="378648"/>
                  </a:cubicBezTo>
                  <a:cubicBezTo>
                    <a:pt x="184855" y="382647"/>
                    <a:pt x="172607" y="378398"/>
                    <a:pt x="168357" y="371065"/>
                  </a:cubicBezTo>
                  <a:cubicBezTo>
                    <a:pt x="164857" y="365232"/>
                    <a:pt x="165774" y="359733"/>
                    <a:pt x="166191" y="353400"/>
                  </a:cubicBezTo>
                  <a:lnTo>
                    <a:pt x="166191" y="353400"/>
                  </a:lnTo>
                  <a:close/>
                  <a:moveTo>
                    <a:pt x="394586" y="254576"/>
                  </a:moveTo>
                  <a:cubicBezTo>
                    <a:pt x="389753" y="271324"/>
                    <a:pt x="381254" y="290573"/>
                    <a:pt x="369922" y="303988"/>
                  </a:cubicBezTo>
                  <a:cubicBezTo>
                    <a:pt x="359840" y="315987"/>
                    <a:pt x="355423" y="331069"/>
                    <a:pt x="339175" y="336068"/>
                  </a:cubicBezTo>
                  <a:cubicBezTo>
                    <a:pt x="321510" y="341485"/>
                    <a:pt x="304094" y="337818"/>
                    <a:pt x="288512" y="328319"/>
                  </a:cubicBezTo>
                  <a:cubicBezTo>
                    <a:pt x="280513" y="323403"/>
                    <a:pt x="273598" y="316987"/>
                    <a:pt x="269764" y="308238"/>
                  </a:cubicBezTo>
                  <a:cubicBezTo>
                    <a:pt x="266348" y="300405"/>
                    <a:pt x="267432" y="291822"/>
                    <a:pt x="264848" y="283823"/>
                  </a:cubicBezTo>
                  <a:cubicBezTo>
                    <a:pt x="264015" y="281240"/>
                    <a:pt x="261515" y="278907"/>
                    <a:pt x="258599" y="279074"/>
                  </a:cubicBezTo>
                  <a:cubicBezTo>
                    <a:pt x="248266" y="279574"/>
                    <a:pt x="240767" y="284323"/>
                    <a:pt x="229601" y="282323"/>
                  </a:cubicBezTo>
                  <a:cubicBezTo>
                    <a:pt x="214686" y="279574"/>
                    <a:pt x="203270" y="273490"/>
                    <a:pt x="194271" y="261325"/>
                  </a:cubicBezTo>
                  <a:cubicBezTo>
                    <a:pt x="190855" y="256742"/>
                    <a:pt x="187688" y="251159"/>
                    <a:pt x="181105" y="252159"/>
                  </a:cubicBezTo>
                  <a:cubicBezTo>
                    <a:pt x="173523" y="253326"/>
                    <a:pt x="170190" y="263408"/>
                    <a:pt x="165024" y="268241"/>
                  </a:cubicBezTo>
                  <a:cubicBezTo>
                    <a:pt x="154858" y="277740"/>
                    <a:pt x="141443" y="286573"/>
                    <a:pt x="127027" y="282573"/>
                  </a:cubicBezTo>
                  <a:cubicBezTo>
                    <a:pt x="113611" y="278907"/>
                    <a:pt x="110362" y="267991"/>
                    <a:pt x="102196" y="258659"/>
                  </a:cubicBezTo>
                  <a:cubicBezTo>
                    <a:pt x="97280" y="253076"/>
                    <a:pt x="92947" y="252993"/>
                    <a:pt x="85948" y="253992"/>
                  </a:cubicBezTo>
                  <a:cubicBezTo>
                    <a:pt x="70865" y="256242"/>
                    <a:pt x="57617" y="259325"/>
                    <a:pt x="42701" y="252576"/>
                  </a:cubicBezTo>
                  <a:cubicBezTo>
                    <a:pt x="15371" y="240160"/>
                    <a:pt x="10871" y="206080"/>
                    <a:pt x="25036" y="182166"/>
                  </a:cubicBezTo>
                  <a:cubicBezTo>
                    <a:pt x="30703" y="172583"/>
                    <a:pt x="39035" y="165084"/>
                    <a:pt x="48034" y="158751"/>
                  </a:cubicBezTo>
                  <a:cubicBezTo>
                    <a:pt x="52200" y="155834"/>
                    <a:pt x="57533" y="153168"/>
                    <a:pt x="57700" y="147335"/>
                  </a:cubicBezTo>
                  <a:cubicBezTo>
                    <a:pt x="57784" y="144586"/>
                    <a:pt x="55867" y="142002"/>
                    <a:pt x="55033" y="139419"/>
                  </a:cubicBezTo>
                  <a:cubicBezTo>
                    <a:pt x="53117" y="133170"/>
                    <a:pt x="52284" y="126170"/>
                    <a:pt x="52701" y="119671"/>
                  </a:cubicBezTo>
                  <a:cubicBezTo>
                    <a:pt x="53617" y="105339"/>
                    <a:pt x="62033" y="92840"/>
                    <a:pt x="72616" y="83674"/>
                  </a:cubicBezTo>
                  <a:cubicBezTo>
                    <a:pt x="83281" y="74425"/>
                    <a:pt x="93696" y="70509"/>
                    <a:pt x="107612" y="69259"/>
                  </a:cubicBezTo>
                  <a:cubicBezTo>
                    <a:pt x="116945" y="68426"/>
                    <a:pt x="127943" y="67842"/>
                    <a:pt x="136027" y="62843"/>
                  </a:cubicBezTo>
                  <a:cubicBezTo>
                    <a:pt x="144942" y="57343"/>
                    <a:pt x="144692" y="49344"/>
                    <a:pt x="147275" y="40178"/>
                  </a:cubicBezTo>
                  <a:cubicBezTo>
                    <a:pt x="151692" y="24680"/>
                    <a:pt x="167357" y="15847"/>
                    <a:pt x="182023" y="12181"/>
                  </a:cubicBezTo>
                  <a:cubicBezTo>
                    <a:pt x="214436" y="4265"/>
                    <a:pt x="241600" y="20597"/>
                    <a:pt x="268265" y="36929"/>
                  </a:cubicBezTo>
                  <a:cubicBezTo>
                    <a:pt x="268265" y="37012"/>
                    <a:pt x="268265" y="37095"/>
                    <a:pt x="268265" y="37178"/>
                  </a:cubicBezTo>
                  <a:cubicBezTo>
                    <a:pt x="267597" y="44511"/>
                    <a:pt x="278764" y="44344"/>
                    <a:pt x="279597" y="37178"/>
                  </a:cubicBezTo>
                  <a:cubicBezTo>
                    <a:pt x="281180" y="23430"/>
                    <a:pt x="302928" y="21180"/>
                    <a:pt x="312927" y="24096"/>
                  </a:cubicBezTo>
                  <a:cubicBezTo>
                    <a:pt x="323926" y="27179"/>
                    <a:pt x="330342" y="34012"/>
                    <a:pt x="333425" y="44928"/>
                  </a:cubicBezTo>
                  <a:cubicBezTo>
                    <a:pt x="335842" y="53677"/>
                    <a:pt x="336175" y="63176"/>
                    <a:pt x="334258" y="72009"/>
                  </a:cubicBezTo>
                  <a:cubicBezTo>
                    <a:pt x="332759" y="78675"/>
                    <a:pt x="329843" y="83508"/>
                    <a:pt x="330926" y="90340"/>
                  </a:cubicBezTo>
                  <a:cubicBezTo>
                    <a:pt x="331592" y="94507"/>
                    <a:pt x="336341" y="95923"/>
                    <a:pt x="339841" y="95423"/>
                  </a:cubicBezTo>
                  <a:cubicBezTo>
                    <a:pt x="347924" y="94174"/>
                    <a:pt x="357673" y="90757"/>
                    <a:pt x="365839" y="91924"/>
                  </a:cubicBezTo>
                  <a:cubicBezTo>
                    <a:pt x="377171" y="93507"/>
                    <a:pt x="387171" y="103589"/>
                    <a:pt x="389587" y="114671"/>
                  </a:cubicBezTo>
                  <a:cubicBezTo>
                    <a:pt x="393586" y="132670"/>
                    <a:pt x="387503" y="153085"/>
                    <a:pt x="378838" y="168500"/>
                  </a:cubicBezTo>
                  <a:cubicBezTo>
                    <a:pt x="373172" y="178583"/>
                    <a:pt x="371422" y="187248"/>
                    <a:pt x="379087" y="196748"/>
                  </a:cubicBezTo>
                  <a:cubicBezTo>
                    <a:pt x="385088" y="204164"/>
                    <a:pt x="391920" y="208996"/>
                    <a:pt x="394920" y="218579"/>
                  </a:cubicBezTo>
                  <a:cubicBezTo>
                    <a:pt x="398503" y="230161"/>
                    <a:pt x="398003" y="242743"/>
                    <a:pt x="394586" y="254576"/>
                  </a:cubicBezTo>
                  <a:lnTo>
                    <a:pt x="394586" y="254576"/>
                  </a:lnTo>
                  <a:close/>
                </a:path>
              </a:pathLst>
            </a:custGeom>
            <a:grpFill/>
            <a:ln w="8332" cap="flat">
              <a:noFill/>
              <a:prstDash val="solid"/>
              <a:miter/>
            </a:ln>
          </p:spPr>
          <p:txBody>
            <a:bodyPr rtlCol="0" anchor="ctr"/>
            <a:lstStyle/>
            <a:p>
              <a:endParaRPr lang="en-US"/>
            </a:p>
          </p:txBody>
        </p:sp>
        <p:sp>
          <p:nvSpPr>
            <p:cNvPr id="2535" name="Freeform: Shape 2534"/>
            <p:cNvSpPr/>
            <p:nvPr/>
          </p:nvSpPr>
          <p:spPr>
            <a:xfrm>
              <a:off x="11303816" y="5409498"/>
              <a:ext cx="102623" cy="165944"/>
            </a:xfrm>
            <a:custGeom>
              <a:avLst/>
              <a:gdLst>
                <a:gd name="connsiteX0" fmla="*/ 94511 w 102623"/>
                <a:gd name="connsiteY0" fmla="*/ 149678 h 165944"/>
                <a:gd name="connsiteX1" fmla="*/ 67014 w 102623"/>
                <a:gd name="connsiteY1" fmla="*/ 144761 h 165944"/>
                <a:gd name="connsiteX2" fmla="*/ 69097 w 102623"/>
                <a:gd name="connsiteY2" fmla="*/ 120597 h 165944"/>
                <a:gd name="connsiteX3" fmla="*/ 61514 w 102623"/>
                <a:gd name="connsiteY3" fmla="*/ 114847 h 165944"/>
                <a:gd name="connsiteX4" fmla="*/ 21601 w 102623"/>
                <a:gd name="connsiteY4" fmla="*/ 96349 h 165944"/>
                <a:gd name="connsiteX5" fmla="*/ 37183 w 102623"/>
                <a:gd name="connsiteY5" fmla="*/ 68352 h 165944"/>
                <a:gd name="connsiteX6" fmla="*/ 24267 w 102623"/>
                <a:gd name="connsiteY6" fmla="*/ 58519 h 165944"/>
                <a:gd name="connsiteX7" fmla="*/ 26934 w 102623"/>
                <a:gd name="connsiteY7" fmla="*/ 20939 h 165944"/>
                <a:gd name="connsiteX8" fmla="*/ 87845 w 102623"/>
                <a:gd name="connsiteY8" fmla="*/ 11440 h 165944"/>
                <a:gd name="connsiteX9" fmla="*/ 89512 w 102623"/>
                <a:gd name="connsiteY9" fmla="*/ 8524 h 165944"/>
                <a:gd name="connsiteX10" fmla="*/ 14519 w 102623"/>
                <a:gd name="connsiteY10" fmla="*/ 18856 h 165944"/>
                <a:gd name="connsiteX11" fmla="*/ 6103 w 102623"/>
                <a:gd name="connsiteY11" fmla="*/ 50187 h 165944"/>
                <a:gd name="connsiteX12" fmla="*/ 13102 w 102623"/>
                <a:gd name="connsiteY12" fmla="*/ 63852 h 165944"/>
                <a:gd name="connsiteX13" fmla="*/ 23934 w 102623"/>
                <a:gd name="connsiteY13" fmla="*/ 73101 h 165944"/>
                <a:gd name="connsiteX14" fmla="*/ 4436 w 102623"/>
                <a:gd name="connsiteY14" fmla="*/ 123180 h 165944"/>
                <a:gd name="connsiteX15" fmla="*/ 56348 w 102623"/>
                <a:gd name="connsiteY15" fmla="*/ 130846 h 165944"/>
                <a:gd name="connsiteX16" fmla="*/ 60430 w 102623"/>
                <a:gd name="connsiteY16" fmla="*/ 158510 h 165944"/>
                <a:gd name="connsiteX17" fmla="*/ 98177 w 102623"/>
                <a:gd name="connsiteY17" fmla="*/ 162510 h 165944"/>
                <a:gd name="connsiteX18" fmla="*/ 94511 w 102623"/>
                <a:gd name="connsiteY18" fmla="*/ 149678 h 165944"/>
                <a:gd name="connsiteX19" fmla="*/ 94511 w 102623"/>
                <a:gd name="connsiteY19" fmla="*/ 149678 h 16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2623" h="165944">
                  <a:moveTo>
                    <a:pt x="94511" y="149678"/>
                  </a:moveTo>
                  <a:cubicBezTo>
                    <a:pt x="86595" y="152594"/>
                    <a:pt x="71680" y="155260"/>
                    <a:pt x="67014" y="144761"/>
                  </a:cubicBezTo>
                  <a:cubicBezTo>
                    <a:pt x="64097" y="138262"/>
                    <a:pt x="69097" y="127596"/>
                    <a:pt x="69097" y="120597"/>
                  </a:cubicBezTo>
                  <a:cubicBezTo>
                    <a:pt x="69097" y="117097"/>
                    <a:pt x="65181" y="113347"/>
                    <a:pt x="61514" y="114847"/>
                  </a:cubicBezTo>
                  <a:cubicBezTo>
                    <a:pt x="46099" y="121096"/>
                    <a:pt x="1770" y="124180"/>
                    <a:pt x="21601" y="96349"/>
                  </a:cubicBezTo>
                  <a:cubicBezTo>
                    <a:pt x="26601" y="89349"/>
                    <a:pt x="44599" y="79017"/>
                    <a:pt x="37183" y="68352"/>
                  </a:cubicBezTo>
                  <a:cubicBezTo>
                    <a:pt x="34184" y="64018"/>
                    <a:pt x="27934" y="62268"/>
                    <a:pt x="24267" y="58519"/>
                  </a:cubicBezTo>
                  <a:cubicBezTo>
                    <a:pt x="12768" y="46687"/>
                    <a:pt x="13269" y="31105"/>
                    <a:pt x="26934" y="20939"/>
                  </a:cubicBezTo>
                  <a:cubicBezTo>
                    <a:pt x="43266" y="8690"/>
                    <a:pt x="68763" y="24"/>
                    <a:pt x="87845" y="11440"/>
                  </a:cubicBezTo>
                  <a:cubicBezTo>
                    <a:pt x="89761" y="12607"/>
                    <a:pt x="91178" y="9857"/>
                    <a:pt x="89512" y="8524"/>
                  </a:cubicBezTo>
                  <a:cubicBezTo>
                    <a:pt x="68180" y="-7558"/>
                    <a:pt x="32266" y="941"/>
                    <a:pt x="14519" y="18856"/>
                  </a:cubicBezTo>
                  <a:cubicBezTo>
                    <a:pt x="6352" y="27105"/>
                    <a:pt x="2853" y="38937"/>
                    <a:pt x="6103" y="50187"/>
                  </a:cubicBezTo>
                  <a:cubicBezTo>
                    <a:pt x="7519" y="55103"/>
                    <a:pt x="10019" y="59769"/>
                    <a:pt x="13102" y="63852"/>
                  </a:cubicBezTo>
                  <a:cubicBezTo>
                    <a:pt x="14768" y="66102"/>
                    <a:pt x="20601" y="70018"/>
                    <a:pt x="23934" y="73101"/>
                  </a:cubicBezTo>
                  <a:cubicBezTo>
                    <a:pt x="9769" y="85433"/>
                    <a:pt x="-8563" y="104598"/>
                    <a:pt x="4436" y="123180"/>
                  </a:cubicBezTo>
                  <a:cubicBezTo>
                    <a:pt x="15352" y="138845"/>
                    <a:pt x="39100" y="137762"/>
                    <a:pt x="56348" y="130846"/>
                  </a:cubicBezTo>
                  <a:cubicBezTo>
                    <a:pt x="54681" y="140678"/>
                    <a:pt x="52015" y="150594"/>
                    <a:pt x="60430" y="158510"/>
                  </a:cubicBezTo>
                  <a:cubicBezTo>
                    <a:pt x="70597" y="168176"/>
                    <a:pt x="86179" y="167176"/>
                    <a:pt x="98177" y="162510"/>
                  </a:cubicBezTo>
                  <a:cubicBezTo>
                    <a:pt x="106010" y="159427"/>
                    <a:pt x="102677" y="146595"/>
                    <a:pt x="94511" y="149678"/>
                  </a:cubicBezTo>
                  <a:lnTo>
                    <a:pt x="94511" y="149678"/>
                  </a:lnTo>
                  <a:close/>
                </a:path>
              </a:pathLst>
            </a:custGeom>
            <a:grpFill/>
            <a:ln w="8332" cap="flat">
              <a:noFill/>
              <a:prstDash val="solid"/>
              <a:miter/>
            </a:ln>
          </p:spPr>
          <p:txBody>
            <a:bodyPr rtlCol="0" anchor="ctr"/>
            <a:lstStyle/>
            <a:p>
              <a:endParaRPr lang="en-US"/>
            </a:p>
          </p:txBody>
        </p:sp>
        <p:sp>
          <p:nvSpPr>
            <p:cNvPr id="2536" name="Freeform: Shape 2535"/>
            <p:cNvSpPr/>
            <p:nvPr/>
          </p:nvSpPr>
          <p:spPr>
            <a:xfrm>
              <a:off x="11404111" y="5486887"/>
              <a:ext cx="107368" cy="87544"/>
            </a:xfrm>
            <a:custGeom>
              <a:avLst/>
              <a:gdLst>
                <a:gd name="connsiteX0" fmla="*/ 91958 w 107368"/>
                <a:gd name="connsiteY0" fmla="*/ 53791 h 87544"/>
                <a:gd name="connsiteX1" fmla="*/ 56044 w 107368"/>
                <a:gd name="connsiteY1" fmla="*/ 58457 h 87544"/>
                <a:gd name="connsiteX2" fmla="*/ 53211 w 107368"/>
                <a:gd name="connsiteY2" fmla="*/ 39959 h 87544"/>
                <a:gd name="connsiteX3" fmla="*/ 45879 w 107368"/>
                <a:gd name="connsiteY3" fmla="*/ 38042 h 87544"/>
                <a:gd name="connsiteX4" fmla="*/ 15465 w 107368"/>
                <a:gd name="connsiteY4" fmla="*/ 42125 h 87544"/>
                <a:gd name="connsiteX5" fmla="*/ 20215 w 107368"/>
                <a:gd name="connsiteY5" fmla="*/ 5545 h 87544"/>
                <a:gd name="connsiteX6" fmla="*/ 13715 w 107368"/>
                <a:gd name="connsiteY6" fmla="*/ 1796 h 87544"/>
                <a:gd name="connsiteX7" fmla="*/ 8632 w 107368"/>
                <a:gd name="connsiteY7" fmla="*/ 53541 h 87544"/>
                <a:gd name="connsiteX8" fmla="*/ 41796 w 107368"/>
                <a:gd name="connsiteY8" fmla="*/ 55124 h 87544"/>
                <a:gd name="connsiteX9" fmla="*/ 45379 w 107368"/>
                <a:gd name="connsiteY9" fmla="*/ 67373 h 87544"/>
                <a:gd name="connsiteX10" fmla="*/ 63210 w 107368"/>
                <a:gd name="connsiteY10" fmla="*/ 85872 h 87544"/>
                <a:gd name="connsiteX11" fmla="*/ 107290 w 107368"/>
                <a:gd name="connsiteY11" fmla="*/ 55791 h 87544"/>
                <a:gd name="connsiteX12" fmla="*/ 91958 w 107368"/>
                <a:gd name="connsiteY12" fmla="*/ 53791 h 87544"/>
                <a:gd name="connsiteX13" fmla="*/ 91958 w 107368"/>
                <a:gd name="connsiteY13" fmla="*/ 53791 h 87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7368" h="87544">
                  <a:moveTo>
                    <a:pt x="91958" y="53791"/>
                  </a:moveTo>
                  <a:cubicBezTo>
                    <a:pt x="86542" y="70623"/>
                    <a:pt x="64293" y="79122"/>
                    <a:pt x="56044" y="58457"/>
                  </a:cubicBezTo>
                  <a:cubicBezTo>
                    <a:pt x="53628" y="52458"/>
                    <a:pt x="56378" y="45291"/>
                    <a:pt x="53211" y="39959"/>
                  </a:cubicBezTo>
                  <a:cubicBezTo>
                    <a:pt x="51795" y="37626"/>
                    <a:pt x="48296" y="36459"/>
                    <a:pt x="45879" y="38042"/>
                  </a:cubicBezTo>
                  <a:cubicBezTo>
                    <a:pt x="37379" y="43792"/>
                    <a:pt x="24548" y="49624"/>
                    <a:pt x="15465" y="42125"/>
                  </a:cubicBezTo>
                  <a:cubicBezTo>
                    <a:pt x="3466" y="32293"/>
                    <a:pt x="14381" y="15794"/>
                    <a:pt x="20215" y="5545"/>
                  </a:cubicBezTo>
                  <a:cubicBezTo>
                    <a:pt x="22630" y="1296"/>
                    <a:pt x="16381" y="-2287"/>
                    <a:pt x="13715" y="1796"/>
                  </a:cubicBezTo>
                  <a:cubicBezTo>
                    <a:pt x="3800" y="17211"/>
                    <a:pt x="-8699" y="38042"/>
                    <a:pt x="8632" y="53541"/>
                  </a:cubicBezTo>
                  <a:cubicBezTo>
                    <a:pt x="17881" y="61874"/>
                    <a:pt x="31297" y="60874"/>
                    <a:pt x="41796" y="55124"/>
                  </a:cubicBezTo>
                  <a:cubicBezTo>
                    <a:pt x="42296" y="59373"/>
                    <a:pt x="43879" y="63540"/>
                    <a:pt x="45379" y="67373"/>
                  </a:cubicBezTo>
                  <a:cubicBezTo>
                    <a:pt x="48795" y="75789"/>
                    <a:pt x="54295" y="83038"/>
                    <a:pt x="63210" y="85872"/>
                  </a:cubicBezTo>
                  <a:cubicBezTo>
                    <a:pt x="85208" y="92871"/>
                    <a:pt x="104624" y="76956"/>
                    <a:pt x="107290" y="55791"/>
                  </a:cubicBezTo>
                  <a:cubicBezTo>
                    <a:pt x="108540" y="46792"/>
                    <a:pt x="94541" y="45875"/>
                    <a:pt x="91958" y="53791"/>
                  </a:cubicBezTo>
                  <a:lnTo>
                    <a:pt x="91958" y="53791"/>
                  </a:lnTo>
                  <a:close/>
                </a:path>
              </a:pathLst>
            </a:custGeom>
            <a:grpFill/>
            <a:ln w="8332" cap="flat">
              <a:noFill/>
              <a:prstDash val="solid"/>
              <a:miter/>
            </a:ln>
          </p:spPr>
          <p:txBody>
            <a:bodyPr rtlCol="0" anchor="ctr"/>
            <a:lstStyle/>
            <a:p>
              <a:endParaRPr lang="en-US"/>
            </a:p>
          </p:txBody>
        </p:sp>
        <p:sp>
          <p:nvSpPr>
            <p:cNvPr id="2537" name="Freeform: Shape 2536"/>
            <p:cNvSpPr/>
            <p:nvPr/>
          </p:nvSpPr>
          <p:spPr>
            <a:xfrm>
              <a:off x="11517300" y="5426604"/>
              <a:ext cx="58802" cy="110278"/>
            </a:xfrm>
            <a:custGeom>
              <a:avLst/>
              <a:gdLst>
                <a:gd name="connsiteX0" fmla="*/ 58678 w 58802"/>
                <a:gd name="connsiteY0" fmla="*/ 66411 h 110278"/>
                <a:gd name="connsiteX1" fmla="*/ 47430 w 58802"/>
                <a:gd name="connsiteY1" fmla="*/ 49746 h 110278"/>
                <a:gd name="connsiteX2" fmla="*/ 47179 w 58802"/>
                <a:gd name="connsiteY2" fmla="*/ 9166 h 110278"/>
                <a:gd name="connsiteX3" fmla="*/ 11183 w 58802"/>
                <a:gd name="connsiteY3" fmla="*/ 3583 h 110278"/>
                <a:gd name="connsiteX4" fmla="*/ 12682 w 58802"/>
                <a:gd name="connsiteY4" fmla="*/ 8916 h 110278"/>
                <a:gd name="connsiteX5" fmla="*/ 37764 w 58802"/>
                <a:gd name="connsiteY5" fmla="*/ 18665 h 110278"/>
                <a:gd name="connsiteX6" fmla="*/ 33265 w 58802"/>
                <a:gd name="connsiteY6" fmla="*/ 32581 h 110278"/>
                <a:gd name="connsiteX7" fmla="*/ 29181 w 58802"/>
                <a:gd name="connsiteY7" fmla="*/ 50329 h 110278"/>
                <a:gd name="connsiteX8" fmla="*/ 35430 w 58802"/>
                <a:gd name="connsiteY8" fmla="*/ 57578 h 110278"/>
                <a:gd name="connsiteX9" fmla="*/ 33931 w 58802"/>
                <a:gd name="connsiteY9" fmla="*/ 78743 h 110278"/>
                <a:gd name="connsiteX10" fmla="*/ 2517 w 58802"/>
                <a:gd name="connsiteY10" fmla="*/ 100241 h 110278"/>
                <a:gd name="connsiteX11" fmla="*/ 6683 w 58802"/>
                <a:gd name="connsiteY11" fmla="*/ 110157 h 110278"/>
                <a:gd name="connsiteX12" fmla="*/ 52846 w 58802"/>
                <a:gd name="connsiteY12" fmla="*/ 83242 h 110278"/>
                <a:gd name="connsiteX13" fmla="*/ 58678 w 58802"/>
                <a:gd name="connsiteY13" fmla="*/ 66411 h 110278"/>
                <a:gd name="connsiteX14" fmla="*/ 58678 w 58802"/>
                <a:gd name="connsiteY14" fmla="*/ 66411 h 110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8802" h="110278">
                  <a:moveTo>
                    <a:pt x="58678" y="66411"/>
                  </a:moveTo>
                  <a:cubicBezTo>
                    <a:pt x="57679" y="57745"/>
                    <a:pt x="51846" y="56245"/>
                    <a:pt x="47430" y="49746"/>
                  </a:cubicBezTo>
                  <a:cubicBezTo>
                    <a:pt x="39347" y="37913"/>
                    <a:pt x="53512" y="22915"/>
                    <a:pt x="47179" y="9166"/>
                  </a:cubicBezTo>
                  <a:cubicBezTo>
                    <a:pt x="40763" y="-4999"/>
                    <a:pt x="22599" y="750"/>
                    <a:pt x="11183" y="3583"/>
                  </a:cubicBezTo>
                  <a:cubicBezTo>
                    <a:pt x="7683" y="4416"/>
                    <a:pt x="9183" y="9583"/>
                    <a:pt x="12682" y="8916"/>
                  </a:cubicBezTo>
                  <a:cubicBezTo>
                    <a:pt x="21931" y="7083"/>
                    <a:pt x="37431" y="4833"/>
                    <a:pt x="37764" y="18665"/>
                  </a:cubicBezTo>
                  <a:cubicBezTo>
                    <a:pt x="37930" y="24081"/>
                    <a:pt x="35680" y="27914"/>
                    <a:pt x="33265" y="32581"/>
                  </a:cubicBezTo>
                  <a:cubicBezTo>
                    <a:pt x="30182" y="38413"/>
                    <a:pt x="26515" y="43579"/>
                    <a:pt x="29181" y="50329"/>
                  </a:cubicBezTo>
                  <a:cubicBezTo>
                    <a:pt x="30598" y="53829"/>
                    <a:pt x="33597" y="54745"/>
                    <a:pt x="35430" y="57578"/>
                  </a:cubicBezTo>
                  <a:cubicBezTo>
                    <a:pt x="40847" y="66328"/>
                    <a:pt x="41763" y="71910"/>
                    <a:pt x="33931" y="78743"/>
                  </a:cubicBezTo>
                  <a:cubicBezTo>
                    <a:pt x="24348" y="87159"/>
                    <a:pt x="12849" y="92825"/>
                    <a:pt x="2517" y="100241"/>
                  </a:cubicBezTo>
                  <a:cubicBezTo>
                    <a:pt x="-2482" y="103824"/>
                    <a:pt x="517" y="111323"/>
                    <a:pt x="6683" y="110157"/>
                  </a:cubicBezTo>
                  <a:cubicBezTo>
                    <a:pt x="24098" y="106824"/>
                    <a:pt x="42013" y="97741"/>
                    <a:pt x="52846" y="83242"/>
                  </a:cubicBezTo>
                  <a:cubicBezTo>
                    <a:pt x="56679" y="78326"/>
                    <a:pt x="59428" y="72743"/>
                    <a:pt x="58678" y="66411"/>
                  </a:cubicBezTo>
                  <a:lnTo>
                    <a:pt x="58678" y="66411"/>
                  </a:lnTo>
                  <a:close/>
                </a:path>
              </a:pathLst>
            </a:custGeom>
            <a:grpFill/>
            <a:ln w="8332" cap="flat">
              <a:noFill/>
              <a:prstDash val="solid"/>
              <a:miter/>
            </a:ln>
          </p:spPr>
          <p:txBody>
            <a:bodyPr rtlCol="0" anchor="ctr"/>
            <a:lstStyle/>
            <a:p>
              <a:endParaRPr lang="en-US"/>
            </a:p>
          </p:txBody>
        </p:sp>
        <p:sp>
          <p:nvSpPr>
            <p:cNvPr id="2538" name="Freeform: Shape 2537"/>
            <p:cNvSpPr/>
            <p:nvPr/>
          </p:nvSpPr>
          <p:spPr>
            <a:xfrm>
              <a:off x="10529117" y="4825560"/>
              <a:ext cx="412996" cy="515560"/>
            </a:xfrm>
            <a:custGeom>
              <a:avLst/>
              <a:gdLst>
                <a:gd name="connsiteX0" fmla="*/ 405252 w 412996"/>
                <a:gd name="connsiteY0" fmla="*/ 202997 h 515560"/>
                <a:gd name="connsiteX1" fmla="*/ 394503 w 412996"/>
                <a:gd name="connsiteY1" fmla="*/ 172083 h 515560"/>
                <a:gd name="connsiteX2" fmla="*/ 404002 w 412996"/>
                <a:gd name="connsiteY2" fmla="*/ 142086 h 515560"/>
                <a:gd name="connsiteX3" fmla="*/ 391087 w 412996"/>
                <a:gd name="connsiteY3" fmla="*/ 88674 h 515560"/>
                <a:gd name="connsiteX4" fmla="*/ 345341 w 412996"/>
                <a:gd name="connsiteY4" fmla="*/ 79592 h 515560"/>
                <a:gd name="connsiteX5" fmla="*/ 349257 w 412996"/>
                <a:gd name="connsiteY5" fmla="*/ 64093 h 515560"/>
                <a:gd name="connsiteX6" fmla="*/ 347673 w 412996"/>
                <a:gd name="connsiteY6" fmla="*/ 46928 h 515560"/>
                <a:gd name="connsiteX7" fmla="*/ 327509 w 412996"/>
                <a:gd name="connsiteY7" fmla="*/ 16014 h 515560"/>
                <a:gd name="connsiteX8" fmla="*/ 269597 w 412996"/>
                <a:gd name="connsiteY8" fmla="*/ 29930 h 515560"/>
                <a:gd name="connsiteX9" fmla="*/ 188105 w 412996"/>
                <a:gd name="connsiteY9" fmla="*/ 515 h 515560"/>
                <a:gd name="connsiteX10" fmla="*/ 151941 w 412996"/>
                <a:gd name="connsiteY10" fmla="*/ 12681 h 515560"/>
                <a:gd name="connsiteX11" fmla="*/ 131193 w 412996"/>
                <a:gd name="connsiteY11" fmla="*/ 40095 h 515560"/>
                <a:gd name="connsiteX12" fmla="*/ 105195 w 412996"/>
                <a:gd name="connsiteY12" fmla="*/ 52511 h 515560"/>
                <a:gd name="connsiteX13" fmla="*/ 85115 w 412996"/>
                <a:gd name="connsiteY13" fmla="*/ 56344 h 515560"/>
                <a:gd name="connsiteX14" fmla="*/ 52867 w 412996"/>
                <a:gd name="connsiteY14" fmla="*/ 80175 h 515560"/>
                <a:gd name="connsiteX15" fmla="*/ 41534 w 412996"/>
                <a:gd name="connsiteY15" fmla="*/ 145752 h 515560"/>
                <a:gd name="connsiteX16" fmla="*/ 28453 w 412996"/>
                <a:gd name="connsiteY16" fmla="*/ 154502 h 515560"/>
                <a:gd name="connsiteX17" fmla="*/ 14288 w 412996"/>
                <a:gd name="connsiteY17" fmla="*/ 169667 h 515560"/>
                <a:gd name="connsiteX18" fmla="*/ 38 w 412996"/>
                <a:gd name="connsiteY18" fmla="*/ 209830 h 515560"/>
                <a:gd name="connsiteX19" fmla="*/ 50451 w 412996"/>
                <a:gd name="connsiteY19" fmla="*/ 272158 h 515560"/>
                <a:gd name="connsiteX20" fmla="*/ 72865 w 412996"/>
                <a:gd name="connsiteY20" fmla="*/ 273491 h 515560"/>
                <a:gd name="connsiteX21" fmla="*/ 91197 w 412996"/>
                <a:gd name="connsiteY21" fmla="*/ 270491 h 515560"/>
                <a:gd name="connsiteX22" fmla="*/ 103363 w 412996"/>
                <a:gd name="connsiteY22" fmla="*/ 286906 h 515560"/>
                <a:gd name="connsiteX23" fmla="*/ 111695 w 412996"/>
                <a:gd name="connsiteY23" fmla="*/ 292906 h 515560"/>
                <a:gd name="connsiteX24" fmla="*/ 112029 w 412996"/>
                <a:gd name="connsiteY24" fmla="*/ 395647 h 515560"/>
                <a:gd name="connsiteX25" fmla="*/ 105863 w 412996"/>
                <a:gd name="connsiteY25" fmla="*/ 460974 h 515560"/>
                <a:gd name="connsiteX26" fmla="*/ 100779 w 412996"/>
                <a:gd name="connsiteY26" fmla="*/ 488305 h 515560"/>
                <a:gd name="connsiteX27" fmla="*/ 101279 w 412996"/>
                <a:gd name="connsiteY27" fmla="*/ 500637 h 515560"/>
                <a:gd name="connsiteX28" fmla="*/ 107779 w 412996"/>
                <a:gd name="connsiteY28" fmla="*/ 504387 h 515560"/>
                <a:gd name="connsiteX29" fmla="*/ 155274 w 412996"/>
                <a:gd name="connsiteY29" fmla="*/ 506470 h 515560"/>
                <a:gd name="connsiteX30" fmla="*/ 197937 w 412996"/>
                <a:gd name="connsiteY30" fmla="*/ 515552 h 515560"/>
                <a:gd name="connsiteX31" fmla="*/ 228268 w 412996"/>
                <a:gd name="connsiteY31" fmla="*/ 466307 h 515560"/>
                <a:gd name="connsiteX32" fmla="*/ 241516 w 412996"/>
                <a:gd name="connsiteY32" fmla="*/ 372899 h 515560"/>
                <a:gd name="connsiteX33" fmla="*/ 256933 w 412996"/>
                <a:gd name="connsiteY33" fmla="*/ 313154 h 515560"/>
                <a:gd name="connsiteX34" fmla="*/ 258765 w 412996"/>
                <a:gd name="connsiteY34" fmla="*/ 317987 h 515560"/>
                <a:gd name="connsiteX35" fmla="*/ 275097 w 412996"/>
                <a:gd name="connsiteY35" fmla="*/ 337985 h 515560"/>
                <a:gd name="connsiteX36" fmla="*/ 329592 w 412996"/>
                <a:gd name="connsiteY36" fmla="*/ 354900 h 515560"/>
                <a:gd name="connsiteX37" fmla="*/ 372589 w 412996"/>
                <a:gd name="connsiteY37" fmla="*/ 323903 h 515560"/>
                <a:gd name="connsiteX38" fmla="*/ 389837 w 412996"/>
                <a:gd name="connsiteY38" fmla="*/ 298322 h 515560"/>
                <a:gd name="connsiteX39" fmla="*/ 405419 w 412996"/>
                <a:gd name="connsiteY39" fmla="*/ 267908 h 515560"/>
                <a:gd name="connsiteX40" fmla="*/ 405252 w 412996"/>
                <a:gd name="connsiteY40" fmla="*/ 202997 h 515560"/>
                <a:gd name="connsiteX41" fmla="*/ 405252 w 412996"/>
                <a:gd name="connsiteY41" fmla="*/ 202997 h 515560"/>
                <a:gd name="connsiteX42" fmla="*/ 234351 w 412996"/>
                <a:gd name="connsiteY42" fmla="*/ 340818 h 515560"/>
                <a:gd name="connsiteX43" fmla="*/ 219352 w 412996"/>
                <a:gd name="connsiteY43" fmla="*/ 427644 h 515560"/>
                <a:gd name="connsiteX44" fmla="*/ 213020 w 412996"/>
                <a:gd name="connsiteY44" fmla="*/ 470390 h 515560"/>
                <a:gd name="connsiteX45" fmla="*/ 209186 w 412996"/>
                <a:gd name="connsiteY45" fmla="*/ 489138 h 515560"/>
                <a:gd name="connsiteX46" fmla="*/ 187355 w 412996"/>
                <a:gd name="connsiteY46" fmla="*/ 498971 h 515560"/>
                <a:gd name="connsiteX47" fmla="*/ 116195 w 412996"/>
                <a:gd name="connsiteY47" fmla="*/ 488888 h 515560"/>
                <a:gd name="connsiteX48" fmla="*/ 118611 w 412996"/>
                <a:gd name="connsiteY48" fmla="*/ 477389 h 515560"/>
                <a:gd name="connsiteX49" fmla="*/ 121777 w 412996"/>
                <a:gd name="connsiteY49" fmla="*/ 448892 h 515560"/>
                <a:gd name="connsiteX50" fmla="*/ 125361 w 412996"/>
                <a:gd name="connsiteY50" fmla="*/ 386731 h 515560"/>
                <a:gd name="connsiteX51" fmla="*/ 119111 w 412996"/>
                <a:gd name="connsiteY51" fmla="*/ 296156 h 515560"/>
                <a:gd name="connsiteX52" fmla="*/ 164107 w 412996"/>
                <a:gd name="connsiteY52" fmla="*/ 287823 h 515560"/>
                <a:gd name="connsiteX53" fmla="*/ 161857 w 412996"/>
                <a:gd name="connsiteY53" fmla="*/ 304821 h 515560"/>
                <a:gd name="connsiteX54" fmla="*/ 155024 w 412996"/>
                <a:gd name="connsiteY54" fmla="*/ 351817 h 515560"/>
                <a:gd name="connsiteX55" fmla="*/ 179356 w 412996"/>
                <a:gd name="connsiteY55" fmla="*/ 391814 h 515560"/>
                <a:gd name="connsiteX56" fmla="*/ 205270 w 412996"/>
                <a:gd name="connsiteY56" fmla="*/ 386897 h 515560"/>
                <a:gd name="connsiteX57" fmla="*/ 213686 w 412996"/>
                <a:gd name="connsiteY57" fmla="*/ 363649 h 515560"/>
                <a:gd name="connsiteX58" fmla="*/ 217353 w 412996"/>
                <a:gd name="connsiteY58" fmla="*/ 325236 h 515560"/>
                <a:gd name="connsiteX59" fmla="*/ 220768 w 412996"/>
                <a:gd name="connsiteY59" fmla="*/ 300405 h 515560"/>
                <a:gd name="connsiteX60" fmla="*/ 221352 w 412996"/>
                <a:gd name="connsiteY60" fmla="*/ 293406 h 515560"/>
                <a:gd name="connsiteX61" fmla="*/ 237934 w 412996"/>
                <a:gd name="connsiteY61" fmla="*/ 295906 h 515560"/>
                <a:gd name="connsiteX62" fmla="*/ 253349 w 412996"/>
                <a:gd name="connsiteY62" fmla="*/ 292656 h 515560"/>
                <a:gd name="connsiteX63" fmla="*/ 234351 w 412996"/>
                <a:gd name="connsiteY63" fmla="*/ 340818 h 515560"/>
                <a:gd name="connsiteX64" fmla="*/ 234351 w 412996"/>
                <a:gd name="connsiteY64" fmla="*/ 340818 h 515560"/>
                <a:gd name="connsiteX65" fmla="*/ 166191 w 412996"/>
                <a:gd name="connsiteY65" fmla="*/ 353317 h 515560"/>
                <a:gd name="connsiteX66" fmla="*/ 169773 w 412996"/>
                <a:gd name="connsiteY66" fmla="*/ 325320 h 515560"/>
                <a:gd name="connsiteX67" fmla="*/ 171856 w 412996"/>
                <a:gd name="connsiteY67" fmla="*/ 280907 h 515560"/>
                <a:gd name="connsiteX68" fmla="*/ 183188 w 412996"/>
                <a:gd name="connsiteY68" fmla="*/ 267241 h 515560"/>
                <a:gd name="connsiteX69" fmla="*/ 196271 w 412996"/>
                <a:gd name="connsiteY69" fmla="*/ 282657 h 515560"/>
                <a:gd name="connsiteX70" fmla="*/ 209269 w 412996"/>
                <a:gd name="connsiteY70" fmla="*/ 289573 h 515560"/>
                <a:gd name="connsiteX71" fmla="*/ 205353 w 412996"/>
                <a:gd name="connsiteY71" fmla="*/ 322486 h 515560"/>
                <a:gd name="connsiteX72" fmla="*/ 202937 w 412996"/>
                <a:gd name="connsiteY72" fmla="*/ 348734 h 515560"/>
                <a:gd name="connsiteX73" fmla="*/ 193188 w 412996"/>
                <a:gd name="connsiteY73" fmla="*/ 378565 h 515560"/>
                <a:gd name="connsiteX74" fmla="*/ 168357 w 412996"/>
                <a:gd name="connsiteY74" fmla="*/ 370982 h 515560"/>
                <a:gd name="connsiteX75" fmla="*/ 166191 w 412996"/>
                <a:gd name="connsiteY75" fmla="*/ 353317 h 515560"/>
                <a:gd name="connsiteX76" fmla="*/ 166191 w 412996"/>
                <a:gd name="connsiteY76" fmla="*/ 353317 h 515560"/>
                <a:gd name="connsiteX77" fmla="*/ 394586 w 412996"/>
                <a:gd name="connsiteY77" fmla="*/ 254493 h 515560"/>
                <a:gd name="connsiteX78" fmla="*/ 369922 w 412996"/>
                <a:gd name="connsiteY78" fmla="*/ 303905 h 515560"/>
                <a:gd name="connsiteX79" fmla="*/ 339175 w 412996"/>
                <a:gd name="connsiteY79" fmla="*/ 335985 h 515560"/>
                <a:gd name="connsiteX80" fmla="*/ 288512 w 412996"/>
                <a:gd name="connsiteY80" fmla="*/ 328236 h 515560"/>
                <a:gd name="connsiteX81" fmla="*/ 269764 w 412996"/>
                <a:gd name="connsiteY81" fmla="*/ 308155 h 515560"/>
                <a:gd name="connsiteX82" fmla="*/ 264848 w 412996"/>
                <a:gd name="connsiteY82" fmla="*/ 283740 h 515560"/>
                <a:gd name="connsiteX83" fmla="*/ 258599 w 412996"/>
                <a:gd name="connsiteY83" fmla="*/ 278991 h 515560"/>
                <a:gd name="connsiteX84" fmla="*/ 229601 w 412996"/>
                <a:gd name="connsiteY84" fmla="*/ 282240 h 515560"/>
                <a:gd name="connsiteX85" fmla="*/ 194271 w 412996"/>
                <a:gd name="connsiteY85" fmla="*/ 261242 h 515560"/>
                <a:gd name="connsiteX86" fmla="*/ 181105 w 412996"/>
                <a:gd name="connsiteY86" fmla="*/ 252076 h 515560"/>
                <a:gd name="connsiteX87" fmla="*/ 165024 w 412996"/>
                <a:gd name="connsiteY87" fmla="*/ 268158 h 515560"/>
                <a:gd name="connsiteX88" fmla="*/ 127027 w 412996"/>
                <a:gd name="connsiteY88" fmla="*/ 282490 h 515560"/>
                <a:gd name="connsiteX89" fmla="*/ 102196 w 412996"/>
                <a:gd name="connsiteY89" fmla="*/ 258576 h 515560"/>
                <a:gd name="connsiteX90" fmla="*/ 85948 w 412996"/>
                <a:gd name="connsiteY90" fmla="*/ 253909 h 515560"/>
                <a:gd name="connsiteX91" fmla="*/ 42618 w 412996"/>
                <a:gd name="connsiteY91" fmla="*/ 252493 h 515560"/>
                <a:gd name="connsiteX92" fmla="*/ 24953 w 412996"/>
                <a:gd name="connsiteY92" fmla="*/ 182083 h 515560"/>
                <a:gd name="connsiteX93" fmla="*/ 47951 w 412996"/>
                <a:gd name="connsiteY93" fmla="*/ 158668 h 515560"/>
                <a:gd name="connsiteX94" fmla="*/ 57617 w 412996"/>
                <a:gd name="connsiteY94" fmla="*/ 147253 h 515560"/>
                <a:gd name="connsiteX95" fmla="*/ 54950 w 412996"/>
                <a:gd name="connsiteY95" fmla="*/ 139336 h 515560"/>
                <a:gd name="connsiteX96" fmla="*/ 52617 w 412996"/>
                <a:gd name="connsiteY96" fmla="*/ 119588 h 515560"/>
                <a:gd name="connsiteX97" fmla="*/ 72532 w 412996"/>
                <a:gd name="connsiteY97" fmla="*/ 83591 h 515560"/>
                <a:gd name="connsiteX98" fmla="*/ 107529 w 412996"/>
                <a:gd name="connsiteY98" fmla="*/ 69176 h 515560"/>
                <a:gd name="connsiteX99" fmla="*/ 135943 w 412996"/>
                <a:gd name="connsiteY99" fmla="*/ 62760 h 515560"/>
                <a:gd name="connsiteX100" fmla="*/ 147192 w 412996"/>
                <a:gd name="connsiteY100" fmla="*/ 40095 h 515560"/>
                <a:gd name="connsiteX101" fmla="*/ 181939 w 412996"/>
                <a:gd name="connsiteY101" fmla="*/ 12098 h 515560"/>
                <a:gd name="connsiteX102" fmla="*/ 268098 w 412996"/>
                <a:gd name="connsiteY102" fmla="*/ 36846 h 515560"/>
                <a:gd name="connsiteX103" fmla="*/ 268098 w 412996"/>
                <a:gd name="connsiteY103" fmla="*/ 37096 h 515560"/>
                <a:gd name="connsiteX104" fmla="*/ 279430 w 412996"/>
                <a:gd name="connsiteY104" fmla="*/ 37096 h 515560"/>
                <a:gd name="connsiteX105" fmla="*/ 312760 w 412996"/>
                <a:gd name="connsiteY105" fmla="*/ 24013 h 515560"/>
                <a:gd name="connsiteX106" fmla="*/ 333258 w 412996"/>
                <a:gd name="connsiteY106" fmla="*/ 44845 h 515560"/>
                <a:gd name="connsiteX107" fmla="*/ 334091 w 412996"/>
                <a:gd name="connsiteY107" fmla="*/ 71926 h 515560"/>
                <a:gd name="connsiteX108" fmla="*/ 330759 w 412996"/>
                <a:gd name="connsiteY108" fmla="*/ 90257 h 515560"/>
                <a:gd name="connsiteX109" fmla="*/ 339674 w 412996"/>
                <a:gd name="connsiteY109" fmla="*/ 95340 h 515560"/>
                <a:gd name="connsiteX110" fmla="*/ 365672 w 412996"/>
                <a:gd name="connsiteY110" fmla="*/ 91841 h 515560"/>
                <a:gd name="connsiteX111" fmla="*/ 389420 w 412996"/>
                <a:gd name="connsiteY111" fmla="*/ 114588 h 515560"/>
                <a:gd name="connsiteX112" fmla="*/ 378671 w 412996"/>
                <a:gd name="connsiteY112" fmla="*/ 168417 h 515560"/>
                <a:gd name="connsiteX113" fmla="*/ 378921 w 412996"/>
                <a:gd name="connsiteY113" fmla="*/ 196665 h 515560"/>
                <a:gd name="connsiteX114" fmla="*/ 394753 w 412996"/>
                <a:gd name="connsiteY114" fmla="*/ 218496 h 515560"/>
                <a:gd name="connsiteX115" fmla="*/ 394586 w 412996"/>
                <a:gd name="connsiteY115" fmla="*/ 254493 h 515560"/>
                <a:gd name="connsiteX116" fmla="*/ 394586 w 412996"/>
                <a:gd name="connsiteY116" fmla="*/ 254493 h 515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Lst>
              <a:rect l="l" t="t" r="r" b="b"/>
              <a:pathLst>
                <a:path w="412996" h="515560">
                  <a:moveTo>
                    <a:pt x="405252" y="202997"/>
                  </a:moveTo>
                  <a:cubicBezTo>
                    <a:pt x="397836" y="190332"/>
                    <a:pt x="388087" y="189332"/>
                    <a:pt x="394503" y="172083"/>
                  </a:cubicBezTo>
                  <a:cubicBezTo>
                    <a:pt x="398420" y="161751"/>
                    <a:pt x="402586" y="153335"/>
                    <a:pt x="404002" y="142086"/>
                  </a:cubicBezTo>
                  <a:cubicBezTo>
                    <a:pt x="406585" y="122088"/>
                    <a:pt x="405836" y="103673"/>
                    <a:pt x="391087" y="88674"/>
                  </a:cubicBezTo>
                  <a:cubicBezTo>
                    <a:pt x="377672" y="75009"/>
                    <a:pt x="362006" y="76759"/>
                    <a:pt x="345341" y="79592"/>
                  </a:cubicBezTo>
                  <a:cubicBezTo>
                    <a:pt x="346674" y="74509"/>
                    <a:pt x="349090" y="68759"/>
                    <a:pt x="349257" y="64093"/>
                  </a:cubicBezTo>
                  <a:cubicBezTo>
                    <a:pt x="349424" y="58427"/>
                    <a:pt x="348757" y="52511"/>
                    <a:pt x="347673" y="46928"/>
                  </a:cubicBezTo>
                  <a:cubicBezTo>
                    <a:pt x="345174" y="34346"/>
                    <a:pt x="339092" y="22430"/>
                    <a:pt x="327509" y="16014"/>
                  </a:cubicBezTo>
                  <a:cubicBezTo>
                    <a:pt x="309427" y="6015"/>
                    <a:pt x="277264" y="8431"/>
                    <a:pt x="269597" y="29930"/>
                  </a:cubicBezTo>
                  <a:cubicBezTo>
                    <a:pt x="244850" y="14181"/>
                    <a:pt x="218685" y="-3234"/>
                    <a:pt x="188105" y="515"/>
                  </a:cubicBezTo>
                  <a:cubicBezTo>
                    <a:pt x="175356" y="2015"/>
                    <a:pt x="162774" y="5515"/>
                    <a:pt x="151941" y="12681"/>
                  </a:cubicBezTo>
                  <a:cubicBezTo>
                    <a:pt x="140359" y="20347"/>
                    <a:pt x="136276" y="27846"/>
                    <a:pt x="131193" y="40095"/>
                  </a:cubicBezTo>
                  <a:cubicBezTo>
                    <a:pt x="126361" y="51928"/>
                    <a:pt x="116611" y="51344"/>
                    <a:pt x="105195" y="52511"/>
                  </a:cubicBezTo>
                  <a:cubicBezTo>
                    <a:pt x="98280" y="53177"/>
                    <a:pt x="91697" y="53761"/>
                    <a:pt x="85115" y="56344"/>
                  </a:cubicBezTo>
                  <a:cubicBezTo>
                    <a:pt x="72782" y="61177"/>
                    <a:pt x="61366" y="70176"/>
                    <a:pt x="52867" y="80175"/>
                  </a:cubicBezTo>
                  <a:cubicBezTo>
                    <a:pt x="36452" y="99590"/>
                    <a:pt x="33369" y="122921"/>
                    <a:pt x="41534" y="145752"/>
                  </a:cubicBezTo>
                  <a:cubicBezTo>
                    <a:pt x="37869" y="149002"/>
                    <a:pt x="31619" y="151752"/>
                    <a:pt x="28453" y="154502"/>
                  </a:cubicBezTo>
                  <a:cubicBezTo>
                    <a:pt x="23203" y="159001"/>
                    <a:pt x="18371" y="164084"/>
                    <a:pt x="14288" y="169667"/>
                  </a:cubicBezTo>
                  <a:cubicBezTo>
                    <a:pt x="5705" y="181249"/>
                    <a:pt x="539" y="195331"/>
                    <a:pt x="38" y="209830"/>
                  </a:cubicBezTo>
                  <a:cubicBezTo>
                    <a:pt x="-1045" y="239911"/>
                    <a:pt x="20953" y="266908"/>
                    <a:pt x="50451" y="272158"/>
                  </a:cubicBezTo>
                  <a:cubicBezTo>
                    <a:pt x="57700" y="273491"/>
                    <a:pt x="65532" y="273907"/>
                    <a:pt x="72865" y="273491"/>
                  </a:cubicBezTo>
                  <a:cubicBezTo>
                    <a:pt x="77365" y="273241"/>
                    <a:pt x="87530" y="269075"/>
                    <a:pt x="91197" y="270491"/>
                  </a:cubicBezTo>
                  <a:cubicBezTo>
                    <a:pt x="94696" y="271824"/>
                    <a:pt x="100029" y="283740"/>
                    <a:pt x="103363" y="286906"/>
                  </a:cubicBezTo>
                  <a:cubicBezTo>
                    <a:pt x="105863" y="289323"/>
                    <a:pt x="108696" y="291239"/>
                    <a:pt x="111695" y="292906"/>
                  </a:cubicBezTo>
                  <a:cubicBezTo>
                    <a:pt x="112361" y="327236"/>
                    <a:pt x="114778" y="361233"/>
                    <a:pt x="112029" y="395647"/>
                  </a:cubicBezTo>
                  <a:cubicBezTo>
                    <a:pt x="110278" y="417478"/>
                    <a:pt x="108529" y="439309"/>
                    <a:pt x="105863" y="460974"/>
                  </a:cubicBezTo>
                  <a:cubicBezTo>
                    <a:pt x="104696" y="470306"/>
                    <a:pt x="103196" y="479222"/>
                    <a:pt x="100779" y="488305"/>
                  </a:cubicBezTo>
                  <a:cubicBezTo>
                    <a:pt x="99446" y="493471"/>
                    <a:pt x="98779" y="495638"/>
                    <a:pt x="101279" y="500637"/>
                  </a:cubicBezTo>
                  <a:cubicBezTo>
                    <a:pt x="102363" y="502804"/>
                    <a:pt x="105279" y="504553"/>
                    <a:pt x="107779" y="504387"/>
                  </a:cubicBezTo>
                  <a:cubicBezTo>
                    <a:pt x="123777" y="502970"/>
                    <a:pt x="139359" y="503970"/>
                    <a:pt x="155274" y="506470"/>
                  </a:cubicBezTo>
                  <a:cubicBezTo>
                    <a:pt x="169274" y="508719"/>
                    <a:pt x="183689" y="515219"/>
                    <a:pt x="197937" y="515552"/>
                  </a:cubicBezTo>
                  <a:cubicBezTo>
                    <a:pt x="224102" y="516136"/>
                    <a:pt x="225018" y="485472"/>
                    <a:pt x="228268" y="466307"/>
                  </a:cubicBezTo>
                  <a:cubicBezTo>
                    <a:pt x="233517" y="435309"/>
                    <a:pt x="235434" y="403813"/>
                    <a:pt x="241516" y="372899"/>
                  </a:cubicBezTo>
                  <a:cubicBezTo>
                    <a:pt x="245267" y="353650"/>
                    <a:pt x="250099" y="332569"/>
                    <a:pt x="256933" y="313154"/>
                  </a:cubicBezTo>
                  <a:cubicBezTo>
                    <a:pt x="257432" y="314737"/>
                    <a:pt x="258016" y="316404"/>
                    <a:pt x="258765" y="317987"/>
                  </a:cubicBezTo>
                  <a:cubicBezTo>
                    <a:pt x="262598" y="325820"/>
                    <a:pt x="268265" y="332653"/>
                    <a:pt x="275097" y="337985"/>
                  </a:cubicBezTo>
                  <a:cubicBezTo>
                    <a:pt x="290013" y="349567"/>
                    <a:pt x="310761" y="356984"/>
                    <a:pt x="329592" y="354900"/>
                  </a:cubicBezTo>
                  <a:cubicBezTo>
                    <a:pt x="351174" y="352484"/>
                    <a:pt x="364422" y="343568"/>
                    <a:pt x="372589" y="323903"/>
                  </a:cubicBezTo>
                  <a:cubicBezTo>
                    <a:pt x="376588" y="314321"/>
                    <a:pt x="384420" y="307238"/>
                    <a:pt x="389837" y="298322"/>
                  </a:cubicBezTo>
                  <a:cubicBezTo>
                    <a:pt x="395669" y="288573"/>
                    <a:pt x="401086" y="278324"/>
                    <a:pt x="405419" y="267908"/>
                  </a:cubicBezTo>
                  <a:cubicBezTo>
                    <a:pt x="414001" y="247244"/>
                    <a:pt x="417001" y="223079"/>
                    <a:pt x="405252" y="202997"/>
                  </a:cubicBezTo>
                  <a:lnTo>
                    <a:pt x="405252" y="202997"/>
                  </a:lnTo>
                  <a:close/>
                  <a:moveTo>
                    <a:pt x="234351" y="340818"/>
                  </a:moveTo>
                  <a:cubicBezTo>
                    <a:pt x="226602" y="369399"/>
                    <a:pt x="223352" y="398396"/>
                    <a:pt x="219352" y="427644"/>
                  </a:cubicBezTo>
                  <a:cubicBezTo>
                    <a:pt x="217435" y="441893"/>
                    <a:pt x="215686" y="456224"/>
                    <a:pt x="213020" y="470390"/>
                  </a:cubicBezTo>
                  <a:cubicBezTo>
                    <a:pt x="211853" y="476390"/>
                    <a:pt x="211353" y="483472"/>
                    <a:pt x="209186" y="489138"/>
                  </a:cubicBezTo>
                  <a:cubicBezTo>
                    <a:pt x="205186" y="499804"/>
                    <a:pt x="198187" y="501470"/>
                    <a:pt x="187355" y="498971"/>
                  </a:cubicBezTo>
                  <a:cubicBezTo>
                    <a:pt x="163774" y="493471"/>
                    <a:pt x="140359" y="488471"/>
                    <a:pt x="116195" y="488888"/>
                  </a:cubicBezTo>
                  <a:cubicBezTo>
                    <a:pt x="117444" y="485222"/>
                    <a:pt x="118028" y="481222"/>
                    <a:pt x="118611" y="477389"/>
                  </a:cubicBezTo>
                  <a:cubicBezTo>
                    <a:pt x="120195" y="467974"/>
                    <a:pt x="121028" y="458391"/>
                    <a:pt x="121777" y="448892"/>
                  </a:cubicBezTo>
                  <a:cubicBezTo>
                    <a:pt x="123278" y="428144"/>
                    <a:pt x="124277" y="407396"/>
                    <a:pt x="125361" y="386731"/>
                  </a:cubicBezTo>
                  <a:cubicBezTo>
                    <a:pt x="126943" y="356233"/>
                    <a:pt x="123528" y="326069"/>
                    <a:pt x="119111" y="296156"/>
                  </a:cubicBezTo>
                  <a:cubicBezTo>
                    <a:pt x="136027" y="302488"/>
                    <a:pt x="151442" y="297572"/>
                    <a:pt x="164107" y="287823"/>
                  </a:cubicBezTo>
                  <a:cubicBezTo>
                    <a:pt x="163108" y="293489"/>
                    <a:pt x="162607" y="299155"/>
                    <a:pt x="161857" y="304821"/>
                  </a:cubicBezTo>
                  <a:cubicBezTo>
                    <a:pt x="159691" y="320487"/>
                    <a:pt x="157107" y="336152"/>
                    <a:pt x="155024" y="351817"/>
                  </a:cubicBezTo>
                  <a:cubicBezTo>
                    <a:pt x="152525" y="370649"/>
                    <a:pt x="157524" y="389314"/>
                    <a:pt x="179356" y="391814"/>
                  </a:cubicBezTo>
                  <a:cubicBezTo>
                    <a:pt x="187355" y="392730"/>
                    <a:pt x="198604" y="391814"/>
                    <a:pt x="205270" y="386897"/>
                  </a:cubicBezTo>
                  <a:cubicBezTo>
                    <a:pt x="212853" y="381314"/>
                    <a:pt x="212686" y="372232"/>
                    <a:pt x="213686" y="363649"/>
                  </a:cubicBezTo>
                  <a:cubicBezTo>
                    <a:pt x="215270" y="350817"/>
                    <a:pt x="216435" y="338152"/>
                    <a:pt x="217353" y="325236"/>
                  </a:cubicBezTo>
                  <a:cubicBezTo>
                    <a:pt x="217936" y="316904"/>
                    <a:pt x="219186" y="308655"/>
                    <a:pt x="220768" y="300405"/>
                  </a:cubicBezTo>
                  <a:cubicBezTo>
                    <a:pt x="221019" y="299155"/>
                    <a:pt x="221102" y="296072"/>
                    <a:pt x="221352" y="293406"/>
                  </a:cubicBezTo>
                  <a:cubicBezTo>
                    <a:pt x="226769" y="294822"/>
                    <a:pt x="232351" y="295822"/>
                    <a:pt x="237934" y="295906"/>
                  </a:cubicBezTo>
                  <a:cubicBezTo>
                    <a:pt x="243434" y="295989"/>
                    <a:pt x="248350" y="293822"/>
                    <a:pt x="253349" y="292656"/>
                  </a:cubicBezTo>
                  <a:cubicBezTo>
                    <a:pt x="242683" y="304988"/>
                    <a:pt x="238184" y="326736"/>
                    <a:pt x="234351" y="340818"/>
                  </a:cubicBezTo>
                  <a:lnTo>
                    <a:pt x="234351" y="340818"/>
                  </a:lnTo>
                  <a:close/>
                  <a:moveTo>
                    <a:pt x="166191" y="353317"/>
                  </a:moveTo>
                  <a:cubicBezTo>
                    <a:pt x="166773" y="343901"/>
                    <a:pt x="168606" y="334652"/>
                    <a:pt x="169773" y="325320"/>
                  </a:cubicBezTo>
                  <a:cubicBezTo>
                    <a:pt x="171440" y="311654"/>
                    <a:pt x="173523" y="295239"/>
                    <a:pt x="171856" y="280907"/>
                  </a:cubicBezTo>
                  <a:cubicBezTo>
                    <a:pt x="176022" y="276741"/>
                    <a:pt x="179856" y="272074"/>
                    <a:pt x="183188" y="267241"/>
                  </a:cubicBezTo>
                  <a:cubicBezTo>
                    <a:pt x="186939" y="271575"/>
                    <a:pt x="194438" y="281324"/>
                    <a:pt x="196271" y="282657"/>
                  </a:cubicBezTo>
                  <a:cubicBezTo>
                    <a:pt x="200271" y="285657"/>
                    <a:pt x="204687" y="287823"/>
                    <a:pt x="209269" y="289573"/>
                  </a:cubicBezTo>
                  <a:cubicBezTo>
                    <a:pt x="206353" y="299822"/>
                    <a:pt x="206103" y="312654"/>
                    <a:pt x="205353" y="322486"/>
                  </a:cubicBezTo>
                  <a:cubicBezTo>
                    <a:pt x="204687" y="331319"/>
                    <a:pt x="204020" y="339985"/>
                    <a:pt x="202937" y="348734"/>
                  </a:cubicBezTo>
                  <a:cubicBezTo>
                    <a:pt x="201853" y="357817"/>
                    <a:pt x="203437" y="373649"/>
                    <a:pt x="193188" y="378565"/>
                  </a:cubicBezTo>
                  <a:cubicBezTo>
                    <a:pt x="184855" y="382565"/>
                    <a:pt x="172607" y="378315"/>
                    <a:pt x="168357" y="370982"/>
                  </a:cubicBezTo>
                  <a:cubicBezTo>
                    <a:pt x="164857" y="365233"/>
                    <a:pt x="165774" y="359733"/>
                    <a:pt x="166191" y="353317"/>
                  </a:cubicBezTo>
                  <a:lnTo>
                    <a:pt x="166191" y="353317"/>
                  </a:lnTo>
                  <a:close/>
                  <a:moveTo>
                    <a:pt x="394586" y="254493"/>
                  </a:moveTo>
                  <a:cubicBezTo>
                    <a:pt x="389753" y="271241"/>
                    <a:pt x="381254" y="290489"/>
                    <a:pt x="369922" y="303905"/>
                  </a:cubicBezTo>
                  <a:cubicBezTo>
                    <a:pt x="359840" y="315904"/>
                    <a:pt x="355423" y="330986"/>
                    <a:pt x="339175" y="335985"/>
                  </a:cubicBezTo>
                  <a:cubicBezTo>
                    <a:pt x="321510" y="341402"/>
                    <a:pt x="304094" y="337735"/>
                    <a:pt x="288512" y="328236"/>
                  </a:cubicBezTo>
                  <a:cubicBezTo>
                    <a:pt x="280513" y="323320"/>
                    <a:pt x="273598" y="316904"/>
                    <a:pt x="269764" y="308155"/>
                  </a:cubicBezTo>
                  <a:cubicBezTo>
                    <a:pt x="266348" y="300322"/>
                    <a:pt x="267431" y="291739"/>
                    <a:pt x="264848" y="283740"/>
                  </a:cubicBezTo>
                  <a:cubicBezTo>
                    <a:pt x="264015" y="281157"/>
                    <a:pt x="261515" y="278824"/>
                    <a:pt x="258599" y="278991"/>
                  </a:cubicBezTo>
                  <a:cubicBezTo>
                    <a:pt x="248266" y="279491"/>
                    <a:pt x="240767" y="284240"/>
                    <a:pt x="229601" y="282240"/>
                  </a:cubicBezTo>
                  <a:cubicBezTo>
                    <a:pt x="214686" y="279491"/>
                    <a:pt x="203270" y="273407"/>
                    <a:pt x="194271" y="261242"/>
                  </a:cubicBezTo>
                  <a:cubicBezTo>
                    <a:pt x="190855" y="256659"/>
                    <a:pt x="187688" y="251076"/>
                    <a:pt x="181105" y="252076"/>
                  </a:cubicBezTo>
                  <a:cubicBezTo>
                    <a:pt x="173523" y="253243"/>
                    <a:pt x="170190" y="263325"/>
                    <a:pt x="165024" y="268158"/>
                  </a:cubicBezTo>
                  <a:cubicBezTo>
                    <a:pt x="154858" y="277657"/>
                    <a:pt x="141442" y="286490"/>
                    <a:pt x="127027" y="282490"/>
                  </a:cubicBezTo>
                  <a:cubicBezTo>
                    <a:pt x="113611" y="278824"/>
                    <a:pt x="110362" y="267908"/>
                    <a:pt x="102196" y="258576"/>
                  </a:cubicBezTo>
                  <a:cubicBezTo>
                    <a:pt x="97280" y="252993"/>
                    <a:pt x="92947" y="252910"/>
                    <a:pt x="85948" y="253909"/>
                  </a:cubicBezTo>
                  <a:cubicBezTo>
                    <a:pt x="70865" y="256159"/>
                    <a:pt x="57617" y="259242"/>
                    <a:pt x="42618" y="252493"/>
                  </a:cubicBezTo>
                  <a:cubicBezTo>
                    <a:pt x="15288" y="240077"/>
                    <a:pt x="10788" y="205997"/>
                    <a:pt x="24953" y="182083"/>
                  </a:cubicBezTo>
                  <a:cubicBezTo>
                    <a:pt x="30619" y="172500"/>
                    <a:pt x="38952" y="165000"/>
                    <a:pt x="47951" y="158668"/>
                  </a:cubicBezTo>
                  <a:cubicBezTo>
                    <a:pt x="52117" y="155751"/>
                    <a:pt x="57450" y="153085"/>
                    <a:pt x="57617" y="147253"/>
                  </a:cubicBezTo>
                  <a:cubicBezTo>
                    <a:pt x="57700" y="144503"/>
                    <a:pt x="55784" y="141920"/>
                    <a:pt x="54950" y="139336"/>
                  </a:cubicBezTo>
                  <a:cubicBezTo>
                    <a:pt x="53033" y="133087"/>
                    <a:pt x="52200" y="126087"/>
                    <a:pt x="52617" y="119588"/>
                  </a:cubicBezTo>
                  <a:cubicBezTo>
                    <a:pt x="53534" y="105256"/>
                    <a:pt x="61950" y="92757"/>
                    <a:pt x="72532" y="83591"/>
                  </a:cubicBezTo>
                  <a:cubicBezTo>
                    <a:pt x="83197" y="74342"/>
                    <a:pt x="93613" y="70426"/>
                    <a:pt x="107529" y="69176"/>
                  </a:cubicBezTo>
                  <a:cubicBezTo>
                    <a:pt x="116861" y="68343"/>
                    <a:pt x="127860" y="67759"/>
                    <a:pt x="135943" y="62760"/>
                  </a:cubicBezTo>
                  <a:cubicBezTo>
                    <a:pt x="144859" y="57260"/>
                    <a:pt x="144608" y="49261"/>
                    <a:pt x="147192" y="40095"/>
                  </a:cubicBezTo>
                  <a:cubicBezTo>
                    <a:pt x="151609" y="24597"/>
                    <a:pt x="167274" y="15764"/>
                    <a:pt x="181939" y="12098"/>
                  </a:cubicBezTo>
                  <a:cubicBezTo>
                    <a:pt x="214352" y="4182"/>
                    <a:pt x="241516" y="20514"/>
                    <a:pt x="268098" y="36846"/>
                  </a:cubicBezTo>
                  <a:cubicBezTo>
                    <a:pt x="268098" y="36929"/>
                    <a:pt x="268098" y="37012"/>
                    <a:pt x="268098" y="37096"/>
                  </a:cubicBezTo>
                  <a:cubicBezTo>
                    <a:pt x="267431" y="44428"/>
                    <a:pt x="278597" y="44261"/>
                    <a:pt x="279430" y="37096"/>
                  </a:cubicBezTo>
                  <a:cubicBezTo>
                    <a:pt x="281013" y="23347"/>
                    <a:pt x="302762" y="21097"/>
                    <a:pt x="312760" y="24013"/>
                  </a:cubicBezTo>
                  <a:cubicBezTo>
                    <a:pt x="323759" y="27096"/>
                    <a:pt x="330175" y="33929"/>
                    <a:pt x="333258" y="44845"/>
                  </a:cubicBezTo>
                  <a:cubicBezTo>
                    <a:pt x="335675" y="53594"/>
                    <a:pt x="336092" y="63093"/>
                    <a:pt x="334091" y="71926"/>
                  </a:cubicBezTo>
                  <a:cubicBezTo>
                    <a:pt x="332592" y="78592"/>
                    <a:pt x="329676" y="83425"/>
                    <a:pt x="330759" y="90257"/>
                  </a:cubicBezTo>
                  <a:cubicBezTo>
                    <a:pt x="331425" y="94424"/>
                    <a:pt x="336174" y="95840"/>
                    <a:pt x="339674" y="95340"/>
                  </a:cubicBezTo>
                  <a:cubicBezTo>
                    <a:pt x="347757" y="94091"/>
                    <a:pt x="357506" y="90674"/>
                    <a:pt x="365672" y="91841"/>
                  </a:cubicBezTo>
                  <a:cubicBezTo>
                    <a:pt x="377004" y="93424"/>
                    <a:pt x="387004" y="103506"/>
                    <a:pt x="389420" y="114588"/>
                  </a:cubicBezTo>
                  <a:cubicBezTo>
                    <a:pt x="393420" y="132587"/>
                    <a:pt x="387337" y="153002"/>
                    <a:pt x="378671" y="168417"/>
                  </a:cubicBezTo>
                  <a:cubicBezTo>
                    <a:pt x="373005" y="178500"/>
                    <a:pt x="371255" y="187165"/>
                    <a:pt x="378921" y="196665"/>
                  </a:cubicBezTo>
                  <a:cubicBezTo>
                    <a:pt x="384921" y="204080"/>
                    <a:pt x="391753" y="208913"/>
                    <a:pt x="394753" y="218496"/>
                  </a:cubicBezTo>
                  <a:cubicBezTo>
                    <a:pt x="398503" y="230078"/>
                    <a:pt x="398003" y="242660"/>
                    <a:pt x="394586" y="254493"/>
                  </a:cubicBezTo>
                  <a:lnTo>
                    <a:pt x="394586" y="254493"/>
                  </a:lnTo>
                  <a:close/>
                </a:path>
              </a:pathLst>
            </a:custGeom>
            <a:grpFill/>
            <a:ln w="8332" cap="flat">
              <a:noFill/>
              <a:prstDash val="solid"/>
              <a:miter/>
            </a:ln>
          </p:spPr>
          <p:txBody>
            <a:bodyPr rtlCol="0" anchor="ctr"/>
            <a:lstStyle/>
            <a:p>
              <a:endParaRPr lang="en-US"/>
            </a:p>
          </p:txBody>
        </p:sp>
        <p:sp>
          <p:nvSpPr>
            <p:cNvPr id="2539" name="Freeform: Shape 2538"/>
            <p:cNvSpPr/>
            <p:nvPr/>
          </p:nvSpPr>
          <p:spPr>
            <a:xfrm>
              <a:off x="10603879" y="4917959"/>
              <a:ext cx="102628" cy="165944"/>
            </a:xfrm>
            <a:custGeom>
              <a:avLst/>
              <a:gdLst>
                <a:gd name="connsiteX0" fmla="*/ 94595 w 102628"/>
                <a:gd name="connsiteY0" fmla="*/ 149677 h 165944"/>
                <a:gd name="connsiteX1" fmla="*/ 67097 w 102628"/>
                <a:gd name="connsiteY1" fmla="*/ 144762 h 165944"/>
                <a:gd name="connsiteX2" fmla="*/ 69180 w 102628"/>
                <a:gd name="connsiteY2" fmla="*/ 120597 h 165944"/>
                <a:gd name="connsiteX3" fmla="*/ 61597 w 102628"/>
                <a:gd name="connsiteY3" fmla="*/ 114847 h 165944"/>
                <a:gd name="connsiteX4" fmla="*/ 21685 w 102628"/>
                <a:gd name="connsiteY4" fmla="*/ 96349 h 165944"/>
                <a:gd name="connsiteX5" fmla="*/ 37267 w 102628"/>
                <a:gd name="connsiteY5" fmla="*/ 68352 h 165944"/>
                <a:gd name="connsiteX6" fmla="*/ 24351 w 102628"/>
                <a:gd name="connsiteY6" fmla="*/ 58519 h 165944"/>
                <a:gd name="connsiteX7" fmla="*/ 27018 w 102628"/>
                <a:gd name="connsiteY7" fmla="*/ 20940 h 165944"/>
                <a:gd name="connsiteX8" fmla="*/ 87928 w 102628"/>
                <a:gd name="connsiteY8" fmla="*/ 11440 h 165944"/>
                <a:gd name="connsiteX9" fmla="*/ 89594 w 102628"/>
                <a:gd name="connsiteY9" fmla="*/ 8524 h 165944"/>
                <a:gd name="connsiteX10" fmla="*/ 14601 w 102628"/>
                <a:gd name="connsiteY10" fmla="*/ 18856 h 165944"/>
                <a:gd name="connsiteX11" fmla="*/ 6103 w 102628"/>
                <a:gd name="connsiteY11" fmla="*/ 50186 h 165944"/>
                <a:gd name="connsiteX12" fmla="*/ 13102 w 102628"/>
                <a:gd name="connsiteY12" fmla="*/ 63852 h 165944"/>
                <a:gd name="connsiteX13" fmla="*/ 23934 w 102628"/>
                <a:gd name="connsiteY13" fmla="*/ 73101 h 165944"/>
                <a:gd name="connsiteX14" fmla="*/ 4436 w 102628"/>
                <a:gd name="connsiteY14" fmla="*/ 123180 h 165944"/>
                <a:gd name="connsiteX15" fmla="*/ 56348 w 102628"/>
                <a:gd name="connsiteY15" fmla="*/ 130846 h 165944"/>
                <a:gd name="connsiteX16" fmla="*/ 60430 w 102628"/>
                <a:gd name="connsiteY16" fmla="*/ 158510 h 165944"/>
                <a:gd name="connsiteX17" fmla="*/ 98177 w 102628"/>
                <a:gd name="connsiteY17" fmla="*/ 162510 h 165944"/>
                <a:gd name="connsiteX18" fmla="*/ 94595 w 102628"/>
                <a:gd name="connsiteY18" fmla="*/ 149677 h 165944"/>
                <a:gd name="connsiteX19" fmla="*/ 94595 w 102628"/>
                <a:gd name="connsiteY19" fmla="*/ 149677 h 16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2628" h="165944">
                  <a:moveTo>
                    <a:pt x="94595" y="149677"/>
                  </a:moveTo>
                  <a:cubicBezTo>
                    <a:pt x="86678" y="152594"/>
                    <a:pt x="71764" y="155261"/>
                    <a:pt x="67097" y="144762"/>
                  </a:cubicBezTo>
                  <a:cubicBezTo>
                    <a:pt x="64181" y="138262"/>
                    <a:pt x="69180" y="127596"/>
                    <a:pt x="69180" y="120597"/>
                  </a:cubicBezTo>
                  <a:cubicBezTo>
                    <a:pt x="69180" y="117097"/>
                    <a:pt x="65264" y="113348"/>
                    <a:pt x="61597" y="114847"/>
                  </a:cubicBezTo>
                  <a:cubicBezTo>
                    <a:pt x="46182" y="121097"/>
                    <a:pt x="1853" y="124180"/>
                    <a:pt x="21685" y="96349"/>
                  </a:cubicBezTo>
                  <a:cubicBezTo>
                    <a:pt x="26684" y="89350"/>
                    <a:pt x="44683" y="79101"/>
                    <a:pt x="37267" y="68352"/>
                  </a:cubicBezTo>
                  <a:cubicBezTo>
                    <a:pt x="34267" y="64019"/>
                    <a:pt x="28018" y="62269"/>
                    <a:pt x="24351" y="58519"/>
                  </a:cubicBezTo>
                  <a:cubicBezTo>
                    <a:pt x="12852" y="46687"/>
                    <a:pt x="13352" y="31105"/>
                    <a:pt x="27018" y="20940"/>
                  </a:cubicBezTo>
                  <a:cubicBezTo>
                    <a:pt x="43349" y="8690"/>
                    <a:pt x="68846" y="25"/>
                    <a:pt x="87928" y="11440"/>
                  </a:cubicBezTo>
                  <a:cubicBezTo>
                    <a:pt x="89845" y="12607"/>
                    <a:pt x="91262" y="9857"/>
                    <a:pt x="89594" y="8524"/>
                  </a:cubicBezTo>
                  <a:cubicBezTo>
                    <a:pt x="68264" y="-7558"/>
                    <a:pt x="32350" y="941"/>
                    <a:pt x="14601" y="18856"/>
                  </a:cubicBezTo>
                  <a:cubicBezTo>
                    <a:pt x="6435" y="27106"/>
                    <a:pt x="2936" y="38938"/>
                    <a:pt x="6103" y="50186"/>
                  </a:cubicBezTo>
                  <a:cubicBezTo>
                    <a:pt x="7519" y="55103"/>
                    <a:pt x="10019" y="59769"/>
                    <a:pt x="13102" y="63852"/>
                  </a:cubicBezTo>
                  <a:cubicBezTo>
                    <a:pt x="14768" y="66102"/>
                    <a:pt x="20601" y="70018"/>
                    <a:pt x="23934" y="73101"/>
                  </a:cubicBezTo>
                  <a:cubicBezTo>
                    <a:pt x="9769" y="85434"/>
                    <a:pt x="-8563" y="104598"/>
                    <a:pt x="4436" y="123180"/>
                  </a:cubicBezTo>
                  <a:cubicBezTo>
                    <a:pt x="15352" y="138845"/>
                    <a:pt x="39100" y="137762"/>
                    <a:pt x="56348" y="130846"/>
                  </a:cubicBezTo>
                  <a:cubicBezTo>
                    <a:pt x="54681" y="140679"/>
                    <a:pt x="52015" y="150594"/>
                    <a:pt x="60430" y="158510"/>
                  </a:cubicBezTo>
                  <a:cubicBezTo>
                    <a:pt x="70597" y="168176"/>
                    <a:pt x="86179" y="167176"/>
                    <a:pt x="98177" y="162510"/>
                  </a:cubicBezTo>
                  <a:cubicBezTo>
                    <a:pt x="106010" y="159510"/>
                    <a:pt x="102677" y="146678"/>
                    <a:pt x="94595" y="149677"/>
                  </a:cubicBezTo>
                  <a:lnTo>
                    <a:pt x="94595" y="149677"/>
                  </a:lnTo>
                  <a:close/>
                </a:path>
              </a:pathLst>
            </a:custGeom>
            <a:grpFill/>
            <a:ln w="8332" cap="flat">
              <a:noFill/>
              <a:prstDash val="solid"/>
              <a:miter/>
            </a:ln>
          </p:spPr>
          <p:txBody>
            <a:bodyPr rtlCol="0" anchor="ctr"/>
            <a:lstStyle/>
            <a:p>
              <a:endParaRPr lang="en-US"/>
            </a:p>
          </p:txBody>
        </p:sp>
        <p:sp>
          <p:nvSpPr>
            <p:cNvPr id="2540" name="Freeform: Shape 2539"/>
            <p:cNvSpPr/>
            <p:nvPr/>
          </p:nvSpPr>
          <p:spPr>
            <a:xfrm>
              <a:off x="10704174" y="4995431"/>
              <a:ext cx="107369" cy="87544"/>
            </a:xfrm>
            <a:custGeom>
              <a:avLst/>
              <a:gdLst>
                <a:gd name="connsiteX0" fmla="*/ 91958 w 107369"/>
                <a:gd name="connsiteY0" fmla="*/ 53791 h 87544"/>
                <a:gd name="connsiteX1" fmla="*/ 56044 w 107369"/>
                <a:gd name="connsiteY1" fmla="*/ 58457 h 87544"/>
                <a:gd name="connsiteX2" fmla="*/ 53211 w 107369"/>
                <a:gd name="connsiteY2" fmla="*/ 39959 h 87544"/>
                <a:gd name="connsiteX3" fmla="*/ 45879 w 107369"/>
                <a:gd name="connsiteY3" fmla="*/ 38042 h 87544"/>
                <a:gd name="connsiteX4" fmla="*/ 15465 w 107369"/>
                <a:gd name="connsiteY4" fmla="*/ 42125 h 87544"/>
                <a:gd name="connsiteX5" fmla="*/ 20215 w 107369"/>
                <a:gd name="connsiteY5" fmla="*/ 5545 h 87544"/>
                <a:gd name="connsiteX6" fmla="*/ 13715 w 107369"/>
                <a:gd name="connsiteY6" fmla="*/ 1796 h 87544"/>
                <a:gd name="connsiteX7" fmla="*/ 8632 w 107369"/>
                <a:gd name="connsiteY7" fmla="*/ 53541 h 87544"/>
                <a:gd name="connsiteX8" fmla="*/ 41796 w 107369"/>
                <a:gd name="connsiteY8" fmla="*/ 55124 h 87544"/>
                <a:gd name="connsiteX9" fmla="*/ 45379 w 107369"/>
                <a:gd name="connsiteY9" fmla="*/ 67373 h 87544"/>
                <a:gd name="connsiteX10" fmla="*/ 63210 w 107369"/>
                <a:gd name="connsiteY10" fmla="*/ 85871 h 87544"/>
                <a:gd name="connsiteX11" fmla="*/ 107290 w 107369"/>
                <a:gd name="connsiteY11" fmla="*/ 55791 h 87544"/>
                <a:gd name="connsiteX12" fmla="*/ 91958 w 107369"/>
                <a:gd name="connsiteY12" fmla="*/ 53791 h 87544"/>
                <a:gd name="connsiteX13" fmla="*/ 91958 w 107369"/>
                <a:gd name="connsiteY13" fmla="*/ 53791 h 87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7369" h="87544">
                  <a:moveTo>
                    <a:pt x="91958" y="53791"/>
                  </a:moveTo>
                  <a:cubicBezTo>
                    <a:pt x="86542" y="70622"/>
                    <a:pt x="64293" y="79122"/>
                    <a:pt x="56044" y="58457"/>
                  </a:cubicBezTo>
                  <a:cubicBezTo>
                    <a:pt x="53628" y="52458"/>
                    <a:pt x="56378" y="45292"/>
                    <a:pt x="53211" y="39959"/>
                  </a:cubicBezTo>
                  <a:cubicBezTo>
                    <a:pt x="51795" y="37626"/>
                    <a:pt x="48296" y="36459"/>
                    <a:pt x="45879" y="38042"/>
                  </a:cubicBezTo>
                  <a:cubicBezTo>
                    <a:pt x="37379" y="43792"/>
                    <a:pt x="24548" y="49625"/>
                    <a:pt x="15465" y="42125"/>
                  </a:cubicBezTo>
                  <a:cubicBezTo>
                    <a:pt x="3466" y="32293"/>
                    <a:pt x="14381" y="15794"/>
                    <a:pt x="20215" y="5545"/>
                  </a:cubicBezTo>
                  <a:cubicBezTo>
                    <a:pt x="22630" y="1296"/>
                    <a:pt x="16381" y="-2288"/>
                    <a:pt x="13715" y="1796"/>
                  </a:cubicBezTo>
                  <a:cubicBezTo>
                    <a:pt x="3800" y="17211"/>
                    <a:pt x="-8699" y="38042"/>
                    <a:pt x="8632" y="53541"/>
                  </a:cubicBezTo>
                  <a:cubicBezTo>
                    <a:pt x="17881" y="61873"/>
                    <a:pt x="31297" y="60873"/>
                    <a:pt x="41796" y="55124"/>
                  </a:cubicBezTo>
                  <a:cubicBezTo>
                    <a:pt x="42296" y="59374"/>
                    <a:pt x="43879" y="63540"/>
                    <a:pt x="45379" y="67373"/>
                  </a:cubicBezTo>
                  <a:cubicBezTo>
                    <a:pt x="48795" y="75789"/>
                    <a:pt x="54295" y="83038"/>
                    <a:pt x="63210" y="85871"/>
                  </a:cubicBezTo>
                  <a:cubicBezTo>
                    <a:pt x="85208" y="92871"/>
                    <a:pt x="104624" y="76955"/>
                    <a:pt x="107290" y="55791"/>
                  </a:cubicBezTo>
                  <a:cubicBezTo>
                    <a:pt x="108540" y="46791"/>
                    <a:pt x="94624" y="45792"/>
                    <a:pt x="91958" y="53791"/>
                  </a:cubicBezTo>
                  <a:lnTo>
                    <a:pt x="91958" y="53791"/>
                  </a:lnTo>
                  <a:close/>
                </a:path>
              </a:pathLst>
            </a:custGeom>
            <a:grpFill/>
            <a:ln w="8332" cap="flat">
              <a:noFill/>
              <a:prstDash val="solid"/>
              <a:miter/>
            </a:ln>
          </p:spPr>
          <p:txBody>
            <a:bodyPr rtlCol="0" anchor="ctr"/>
            <a:lstStyle/>
            <a:p>
              <a:endParaRPr lang="en-US"/>
            </a:p>
          </p:txBody>
        </p:sp>
        <p:sp>
          <p:nvSpPr>
            <p:cNvPr id="2541" name="Freeform: Shape 2540"/>
            <p:cNvSpPr/>
            <p:nvPr/>
          </p:nvSpPr>
          <p:spPr>
            <a:xfrm>
              <a:off x="10817446" y="4935148"/>
              <a:ext cx="58778" cy="110278"/>
            </a:xfrm>
            <a:custGeom>
              <a:avLst/>
              <a:gdLst>
                <a:gd name="connsiteX0" fmla="*/ 58678 w 58778"/>
                <a:gd name="connsiteY0" fmla="*/ 66411 h 110278"/>
                <a:gd name="connsiteX1" fmla="*/ 47430 w 58778"/>
                <a:gd name="connsiteY1" fmla="*/ 49746 h 110278"/>
                <a:gd name="connsiteX2" fmla="*/ 47179 w 58778"/>
                <a:gd name="connsiteY2" fmla="*/ 9166 h 110278"/>
                <a:gd name="connsiteX3" fmla="*/ 11183 w 58778"/>
                <a:gd name="connsiteY3" fmla="*/ 3583 h 110278"/>
                <a:gd name="connsiteX4" fmla="*/ 12682 w 58778"/>
                <a:gd name="connsiteY4" fmla="*/ 8916 h 110278"/>
                <a:gd name="connsiteX5" fmla="*/ 37764 w 58778"/>
                <a:gd name="connsiteY5" fmla="*/ 18665 h 110278"/>
                <a:gd name="connsiteX6" fmla="*/ 33264 w 58778"/>
                <a:gd name="connsiteY6" fmla="*/ 32581 h 110278"/>
                <a:gd name="connsiteX7" fmla="*/ 29181 w 58778"/>
                <a:gd name="connsiteY7" fmla="*/ 50329 h 110278"/>
                <a:gd name="connsiteX8" fmla="*/ 35430 w 58778"/>
                <a:gd name="connsiteY8" fmla="*/ 57578 h 110278"/>
                <a:gd name="connsiteX9" fmla="*/ 33931 w 58778"/>
                <a:gd name="connsiteY9" fmla="*/ 78743 h 110278"/>
                <a:gd name="connsiteX10" fmla="*/ 2517 w 58778"/>
                <a:gd name="connsiteY10" fmla="*/ 100241 h 110278"/>
                <a:gd name="connsiteX11" fmla="*/ 6683 w 58778"/>
                <a:gd name="connsiteY11" fmla="*/ 110157 h 110278"/>
                <a:gd name="connsiteX12" fmla="*/ 52846 w 58778"/>
                <a:gd name="connsiteY12" fmla="*/ 83243 h 110278"/>
                <a:gd name="connsiteX13" fmla="*/ 58678 w 58778"/>
                <a:gd name="connsiteY13" fmla="*/ 66411 h 110278"/>
                <a:gd name="connsiteX14" fmla="*/ 58678 w 58778"/>
                <a:gd name="connsiteY14" fmla="*/ 66411 h 110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8778" h="110278">
                  <a:moveTo>
                    <a:pt x="58678" y="66411"/>
                  </a:moveTo>
                  <a:cubicBezTo>
                    <a:pt x="57679" y="57745"/>
                    <a:pt x="51846" y="56245"/>
                    <a:pt x="47430" y="49746"/>
                  </a:cubicBezTo>
                  <a:cubicBezTo>
                    <a:pt x="39347" y="37914"/>
                    <a:pt x="53512" y="22915"/>
                    <a:pt x="47179" y="9166"/>
                  </a:cubicBezTo>
                  <a:cubicBezTo>
                    <a:pt x="40763" y="-4999"/>
                    <a:pt x="22599" y="750"/>
                    <a:pt x="11183" y="3583"/>
                  </a:cubicBezTo>
                  <a:cubicBezTo>
                    <a:pt x="7683" y="4416"/>
                    <a:pt x="9183" y="9583"/>
                    <a:pt x="12682" y="8916"/>
                  </a:cubicBezTo>
                  <a:cubicBezTo>
                    <a:pt x="21931" y="7083"/>
                    <a:pt x="37430" y="4833"/>
                    <a:pt x="37764" y="18665"/>
                  </a:cubicBezTo>
                  <a:cubicBezTo>
                    <a:pt x="37930" y="24082"/>
                    <a:pt x="35764" y="27914"/>
                    <a:pt x="33264" y="32581"/>
                  </a:cubicBezTo>
                  <a:cubicBezTo>
                    <a:pt x="30181" y="38413"/>
                    <a:pt x="26515" y="43580"/>
                    <a:pt x="29181" y="50329"/>
                  </a:cubicBezTo>
                  <a:cubicBezTo>
                    <a:pt x="30598" y="53829"/>
                    <a:pt x="33597" y="54746"/>
                    <a:pt x="35430" y="57578"/>
                  </a:cubicBezTo>
                  <a:cubicBezTo>
                    <a:pt x="40847" y="66327"/>
                    <a:pt x="41763" y="71911"/>
                    <a:pt x="33931" y="78743"/>
                  </a:cubicBezTo>
                  <a:cubicBezTo>
                    <a:pt x="24348" y="87159"/>
                    <a:pt x="12849" y="92825"/>
                    <a:pt x="2517" y="100241"/>
                  </a:cubicBezTo>
                  <a:cubicBezTo>
                    <a:pt x="-2482" y="103824"/>
                    <a:pt x="517" y="111324"/>
                    <a:pt x="6683" y="110157"/>
                  </a:cubicBezTo>
                  <a:cubicBezTo>
                    <a:pt x="24098" y="106824"/>
                    <a:pt x="42013" y="97741"/>
                    <a:pt x="52846" y="83243"/>
                  </a:cubicBezTo>
                  <a:cubicBezTo>
                    <a:pt x="56595" y="78243"/>
                    <a:pt x="59345" y="72744"/>
                    <a:pt x="58678" y="66411"/>
                  </a:cubicBezTo>
                  <a:lnTo>
                    <a:pt x="58678" y="66411"/>
                  </a:lnTo>
                  <a:close/>
                </a:path>
              </a:pathLst>
            </a:custGeom>
            <a:grpFill/>
            <a:ln w="8332" cap="flat">
              <a:noFill/>
              <a:prstDash val="solid"/>
              <a:miter/>
            </a:ln>
          </p:spPr>
          <p:txBody>
            <a:bodyPr rtlCol="0" anchor="ctr"/>
            <a:lstStyle/>
            <a:p>
              <a:endParaRPr lang="en-US"/>
            </a:p>
          </p:txBody>
        </p:sp>
        <p:sp>
          <p:nvSpPr>
            <p:cNvPr id="2542" name="Freeform: Shape 2541"/>
            <p:cNvSpPr/>
            <p:nvPr/>
          </p:nvSpPr>
          <p:spPr>
            <a:xfrm>
              <a:off x="11714029" y="5232213"/>
              <a:ext cx="637923" cy="484662"/>
            </a:xfrm>
            <a:custGeom>
              <a:avLst/>
              <a:gdLst>
                <a:gd name="connsiteX0" fmla="*/ 615881 w 637923"/>
                <a:gd name="connsiteY0" fmla="*/ 100233 h 484662"/>
                <a:gd name="connsiteX1" fmla="*/ 593717 w 637923"/>
                <a:gd name="connsiteY1" fmla="*/ 46571 h 484662"/>
                <a:gd name="connsiteX2" fmla="*/ 580801 w 637923"/>
                <a:gd name="connsiteY2" fmla="*/ 17740 h 484662"/>
                <a:gd name="connsiteX3" fmla="*/ 573719 w 637923"/>
                <a:gd name="connsiteY3" fmla="*/ 3408 h 484662"/>
                <a:gd name="connsiteX4" fmla="*/ 535972 w 637923"/>
                <a:gd name="connsiteY4" fmla="*/ 8574 h 484662"/>
                <a:gd name="connsiteX5" fmla="*/ 478393 w 637923"/>
                <a:gd name="connsiteY5" fmla="*/ 28323 h 484662"/>
                <a:gd name="connsiteX6" fmla="*/ 393318 w 637923"/>
                <a:gd name="connsiteY6" fmla="*/ 57570 h 484662"/>
                <a:gd name="connsiteX7" fmla="*/ 344322 w 637923"/>
                <a:gd name="connsiteY7" fmla="*/ 73735 h 484662"/>
                <a:gd name="connsiteX8" fmla="*/ 128842 w 637923"/>
                <a:gd name="connsiteY8" fmla="*/ 154811 h 484662"/>
                <a:gd name="connsiteX9" fmla="*/ 31684 w 637923"/>
                <a:gd name="connsiteY9" fmla="*/ 196808 h 484662"/>
                <a:gd name="connsiteX10" fmla="*/ 3020 w 637923"/>
                <a:gd name="connsiteY10" fmla="*/ 220389 h 484662"/>
                <a:gd name="connsiteX11" fmla="*/ 3269 w 637923"/>
                <a:gd name="connsiteY11" fmla="*/ 259635 h 484662"/>
                <a:gd name="connsiteX12" fmla="*/ 107927 w 637923"/>
                <a:gd name="connsiteY12" fmla="*/ 411621 h 484662"/>
                <a:gd name="connsiteX13" fmla="*/ 309742 w 637923"/>
                <a:gd name="connsiteY13" fmla="*/ 482032 h 484662"/>
                <a:gd name="connsiteX14" fmla="*/ 508974 w 637923"/>
                <a:gd name="connsiteY14" fmla="*/ 443535 h 484662"/>
                <a:gd name="connsiteX15" fmla="*/ 622964 w 637923"/>
                <a:gd name="connsiteY15" fmla="*/ 295715 h 484662"/>
                <a:gd name="connsiteX16" fmla="*/ 615881 w 637923"/>
                <a:gd name="connsiteY16" fmla="*/ 100233 h 484662"/>
                <a:gd name="connsiteX17" fmla="*/ 615881 w 637923"/>
                <a:gd name="connsiteY17" fmla="*/ 100233 h 484662"/>
                <a:gd name="connsiteX18" fmla="*/ 138258 w 637923"/>
                <a:gd name="connsiteY18" fmla="*/ 167977 h 484662"/>
                <a:gd name="connsiteX19" fmla="*/ 347739 w 637923"/>
                <a:gd name="connsiteY19" fmla="*/ 86318 h 484662"/>
                <a:gd name="connsiteX20" fmla="*/ 373236 w 637923"/>
                <a:gd name="connsiteY20" fmla="*/ 77318 h 484662"/>
                <a:gd name="connsiteX21" fmla="*/ 437564 w 637923"/>
                <a:gd name="connsiteY21" fmla="*/ 55654 h 484662"/>
                <a:gd name="connsiteX22" fmla="*/ 518140 w 637923"/>
                <a:gd name="connsiteY22" fmla="*/ 29906 h 484662"/>
                <a:gd name="connsiteX23" fmla="*/ 550971 w 637923"/>
                <a:gd name="connsiteY23" fmla="*/ 97317 h 484662"/>
                <a:gd name="connsiteX24" fmla="*/ 568386 w 637923"/>
                <a:gd name="connsiteY24" fmla="*/ 181475 h 484662"/>
                <a:gd name="connsiteX25" fmla="*/ 501725 w 637923"/>
                <a:gd name="connsiteY25" fmla="*/ 334045 h 484662"/>
                <a:gd name="connsiteX26" fmla="*/ 335990 w 637923"/>
                <a:gd name="connsiteY26" fmla="*/ 383290 h 484662"/>
                <a:gd name="connsiteX27" fmla="*/ 187420 w 637923"/>
                <a:gd name="connsiteY27" fmla="*/ 320879 h 484662"/>
                <a:gd name="connsiteX28" fmla="*/ 117926 w 637923"/>
                <a:gd name="connsiteY28" fmla="*/ 254386 h 484662"/>
                <a:gd name="connsiteX29" fmla="*/ 75263 w 637923"/>
                <a:gd name="connsiteY29" fmla="*/ 193974 h 484662"/>
                <a:gd name="connsiteX30" fmla="*/ 138258 w 637923"/>
                <a:gd name="connsiteY30" fmla="*/ 167977 h 484662"/>
                <a:gd name="connsiteX31" fmla="*/ 138258 w 637923"/>
                <a:gd name="connsiteY31" fmla="*/ 167977 h 484662"/>
                <a:gd name="connsiteX32" fmla="*/ 349905 w 637923"/>
                <a:gd name="connsiteY32" fmla="*/ 470949 h 484662"/>
                <a:gd name="connsiteX33" fmla="*/ 250497 w 637923"/>
                <a:gd name="connsiteY33" fmla="*/ 456534 h 484662"/>
                <a:gd name="connsiteX34" fmla="*/ 153256 w 637923"/>
                <a:gd name="connsiteY34" fmla="*/ 422537 h 484662"/>
                <a:gd name="connsiteX35" fmla="*/ 27185 w 637923"/>
                <a:gd name="connsiteY35" fmla="*/ 288716 h 484662"/>
                <a:gd name="connsiteX36" fmla="*/ 18185 w 637923"/>
                <a:gd name="connsiteY36" fmla="*/ 248303 h 484662"/>
                <a:gd name="connsiteX37" fmla="*/ 19518 w 637923"/>
                <a:gd name="connsiteY37" fmla="*/ 226972 h 484662"/>
                <a:gd name="connsiteX38" fmla="*/ 48349 w 637923"/>
                <a:gd name="connsiteY38" fmla="*/ 269718 h 484662"/>
                <a:gd name="connsiteX39" fmla="*/ 92928 w 637923"/>
                <a:gd name="connsiteY39" fmla="*/ 325879 h 484662"/>
                <a:gd name="connsiteX40" fmla="*/ 155756 w 637923"/>
                <a:gd name="connsiteY40" fmla="*/ 373792 h 484662"/>
                <a:gd name="connsiteX41" fmla="*/ 217501 w 637923"/>
                <a:gd name="connsiteY41" fmla="*/ 413788 h 484662"/>
                <a:gd name="connsiteX42" fmla="*/ 349739 w 637923"/>
                <a:gd name="connsiteY42" fmla="*/ 461284 h 484662"/>
                <a:gd name="connsiteX43" fmla="*/ 430065 w 637923"/>
                <a:gd name="connsiteY43" fmla="*/ 460784 h 484662"/>
                <a:gd name="connsiteX44" fmla="*/ 435148 w 637923"/>
                <a:gd name="connsiteY44" fmla="*/ 460200 h 484662"/>
                <a:gd name="connsiteX45" fmla="*/ 349905 w 637923"/>
                <a:gd name="connsiteY45" fmla="*/ 470949 h 484662"/>
                <a:gd name="connsiteX46" fmla="*/ 349905 w 637923"/>
                <a:gd name="connsiteY46" fmla="*/ 470949 h 484662"/>
                <a:gd name="connsiteX47" fmla="*/ 619298 w 637923"/>
                <a:gd name="connsiteY47" fmla="*/ 247220 h 484662"/>
                <a:gd name="connsiteX48" fmla="*/ 532972 w 637923"/>
                <a:gd name="connsiteY48" fmla="*/ 407872 h 484662"/>
                <a:gd name="connsiteX49" fmla="*/ 489143 w 637923"/>
                <a:gd name="connsiteY49" fmla="*/ 438619 h 484662"/>
                <a:gd name="connsiteX50" fmla="*/ 341239 w 637923"/>
                <a:gd name="connsiteY50" fmla="*/ 445952 h 484662"/>
                <a:gd name="connsiteX51" fmla="*/ 215833 w 637923"/>
                <a:gd name="connsiteY51" fmla="*/ 396206 h 484662"/>
                <a:gd name="connsiteX52" fmla="*/ 98594 w 637923"/>
                <a:gd name="connsiteY52" fmla="*/ 313047 h 484662"/>
                <a:gd name="connsiteX53" fmla="*/ 25018 w 637923"/>
                <a:gd name="connsiteY53" fmla="*/ 220722 h 484662"/>
                <a:gd name="connsiteX54" fmla="*/ 45016 w 637923"/>
                <a:gd name="connsiteY54" fmla="*/ 209056 h 484662"/>
                <a:gd name="connsiteX55" fmla="*/ 71764 w 637923"/>
                <a:gd name="connsiteY55" fmla="*/ 195891 h 484662"/>
                <a:gd name="connsiteX56" fmla="*/ 108010 w 637923"/>
                <a:gd name="connsiteY56" fmla="*/ 254219 h 484662"/>
                <a:gd name="connsiteX57" fmla="*/ 171338 w 637923"/>
                <a:gd name="connsiteY57" fmla="*/ 320713 h 484662"/>
                <a:gd name="connsiteX58" fmla="*/ 325324 w 637923"/>
                <a:gd name="connsiteY58" fmla="*/ 393956 h 484662"/>
                <a:gd name="connsiteX59" fmla="*/ 503224 w 637923"/>
                <a:gd name="connsiteY59" fmla="*/ 348377 h 484662"/>
                <a:gd name="connsiteX60" fmla="*/ 579634 w 637923"/>
                <a:gd name="connsiteY60" fmla="*/ 198557 h 484662"/>
                <a:gd name="connsiteX61" fmla="*/ 562969 w 637923"/>
                <a:gd name="connsiteY61" fmla="*/ 97233 h 484662"/>
                <a:gd name="connsiteX62" fmla="*/ 530223 w 637923"/>
                <a:gd name="connsiteY62" fmla="*/ 26156 h 484662"/>
                <a:gd name="connsiteX63" fmla="*/ 564553 w 637923"/>
                <a:gd name="connsiteY63" fmla="*/ 19823 h 484662"/>
                <a:gd name="connsiteX64" fmla="*/ 571635 w 637923"/>
                <a:gd name="connsiteY64" fmla="*/ 38489 h 484662"/>
                <a:gd name="connsiteX65" fmla="*/ 583218 w 637923"/>
                <a:gd name="connsiteY65" fmla="*/ 62820 h 484662"/>
                <a:gd name="connsiteX66" fmla="*/ 619298 w 637923"/>
                <a:gd name="connsiteY66" fmla="*/ 247220 h 484662"/>
                <a:gd name="connsiteX67" fmla="*/ 619298 w 637923"/>
                <a:gd name="connsiteY67" fmla="*/ 247220 h 484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637923" h="484662">
                  <a:moveTo>
                    <a:pt x="615881" y="100233"/>
                  </a:moveTo>
                  <a:cubicBezTo>
                    <a:pt x="608548" y="82401"/>
                    <a:pt x="601966" y="63986"/>
                    <a:pt x="593717" y="46571"/>
                  </a:cubicBezTo>
                  <a:cubicBezTo>
                    <a:pt x="589134" y="36905"/>
                    <a:pt x="584550" y="27823"/>
                    <a:pt x="580801" y="17740"/>
                  </a:cubicBezTo>
                  <a:cubicBezTo>
                    <a:pt x="579135" y="13157"/>
                    <a:pt x="577468" y="6824"/>
                    <a:pt x="573719" y="3408"/>
                  </a:cubicBezTo>
                  <a:cubicBezTo>
                    <a:pt x="564303" y="-5424"/>
                    <a:pt x="545805" y="5325"/>
                    <a:pt x="535972" y="8574"/>
                  </a:cubicBezTo>
                  <a:cubicBezTo>
                    <a:pt x="516724" y="14991"/>
                    <a:pt x="497559" y="21823"/>
                    <a:pt x="478393" y="28323"/>
                  </a:cubicBezTo>
                  <a:cubicBezTo>
                    <a:pt x="450063" y="37905"/>
                    <a:pt x="421649" y="47571"/>
                    <a:pt x="393318" y="57570"/>
                  </a:cubicBezTo>
                  <a:cubicBezTo>
                    <a:pt x="376986" y="62820"/>
                    <a:pt x="360654" y="68235"/>
                    <a:pt x="344322" y="73735"/>
                  </a:cubicBezTo>
                  <a:cubicBezTo>
                    <a:pt x="271496" y="98233"/>
                    <a:pt x="200502" y="127397"/>
                    <a:pt x="128842" y="154811"/>
                  </a:cubicBezTo>
                  <a:cubicBezTo>
                    <a:pt x="96011" y="167393"/>
                    <a:pt x="62847" y="180225"/>
                    <a:pt x="31684" y="196808"/>
                  </a:cubicBezTo>
                  <a:cubicBezTo>
                    <a:pt x="20101" y="202974"/>
                    <a:pt x="8353" y="207806"/>
                    <a:pt x="3020" y="220389"/>
                  </a:cubicBezTo>
                  <a:cubicBezTo>
                    <a:pt x="-2563" y="233471"/>
                    <a:pt x="853" y="246220"/>
                    <a:pt x="3269" y="259635"/>
                  </a:cubicBezTo>
                  <a:cubicBezTo>
                    <a:pt x="14686" y="321796"/>
                    <a:pt x="54932" y="377958"/>
                    <a:pt x="107927" y="411621"/>
                  </a:cubicBezTo>
                  <a:cubicBezTo>
                    <a:pt x="168839" y="450368"/>
                    <a:pt x="237998" y="473532"/>
                    <a:pt x="309742" y="482032"/>
                  </a:cubicBezTo>
                  <a:cubicBezTo>
                    <a:pt x="379986" y="490448"/>
                    <a:pt x="447480" y="478949"/>
                    <a:pt x="508974" y="443535"/>
                  </a:cubicBezTo>
                  <a:cubicBezTo>
                    <a:pt x="563635" y="412038"/>
                    <a:pt x="602549" y="354293"/>
                    <a:pt x="622964" y="295715"/>
                  </a:cubicBezTo>
                  <a:cubicBezTo>
                    <a:pt x="645629" y="230888"/>
                    <a:pt x="641962" y="163560"/>
                    <a:pt x="615881" y="100233"/>
                  </a:cubicBezTo>
                  <a:lnTo>
                    <a:pt x="615881" y="100233"/>
                  </a:lnTo>
                  <a:close/>
                  <a:moveTo>
                    <a:pt x="138258" y="167977"/>
                  </a:moveTo>
                  <a:cubicBezTo>
                    <a:pt x="208001" y="140396"/>
                    <a:pt x="276995" y="111065"/>
                    <a:pt x="347739" y="86318"/>
                  </a:cubicBezTo>
                  <a:cubicBezTo>
                    <a:pt x="356238" y="83317"/>
                    <a:pt x="364737" y="80318"/>
                    <a:pt x="373236" y="77318"/>
                  </a:cubicBezTo>
                  <a:cubicBezTo>
                    <a:pt x="394651" y="69902"/>
                    <a:pt x="416066" y="62569"/>
                    <a:pt x="437564" y="55654"/>
                  </a:cubicBezTo>
                  <a:cubicBezTo>
                    <a:pt x="464395" y="46987"/>
                    <a:pt x="491226" y="38238"/>
                    <a:pt x="518140" y="29906"/>
                  </a:cubicBezTo>
                  <a:cubicBezTo>
                    <a:pt x="537055" y="46238"/>
                    <a:pt x="544638" y="74235"/>
                    <a:pt x="550971" y="97317"/>
                  </a:cubicBezTo>
                  <a:cubicBezTo>
                    <a:pt x="558553" y="125064"/>
                    <a:pt x="568719" y="152395"/>
                    <a:pt x="568386" y="181475"/>
                  </a:cubicBezTo>
                  <a:cubicBezTo>
                    <a:pt x="567885" y="237804"/>
                    <a:pt x="545721" y="297299"/>
                    <a:pt x="501725" y="334045"/>
                  </a:cubicBezTo>
                  <a:cubicBezTo>
                    <a:pt x="457146" y="371209"/>
                    <a:pt x="392735" y="385791"/>
                    <a:pt x="335990" y="383290"/>
                  </a:cubicBezTo>
                  <a:cubicBezTo>
                    <a:pt x="281328" y="380874"/>
                    <a:pt x="229999" y="353877"/>
                    <a:pt x="187420" y="320879"/>
                  </a:cubicBezTo>
                  <a:cubicBezTo>
                    <a:pt x="161755" y="300965"/>
                    <a:pt x="137425" y="280550"/>
                    <a:pt x="117926" y="254386"/>
                  </a:cubicBezTo>
                  <a:cubicBezTo>
                    <a:pt x="103260" y="234554"/>
                    <a:pt x="88928" y="214473"/>
                    <a:pt x="75263" y="193974"/>
                  </a:cubicBezTo>
                  <a:cubicBezTo>
                    <a:pt x="96094" y="184642"/>
                    <a:pt x="117259" y="176309"/>
                    <a:pt x="138258" y="167977"/>
                  </a:cubicBezTo>
                  <a:lnTo>
                    <a:pt x="138258" y="167977"/>
                  </a:lnTo>
                  <a:close/>
                  <a:moveTo>
                    <a:pt x="349905" y="470949"/>
                  </a:moveTo>
                  <a:cubicBezTo>
                    <a:pt x="316075" y="470366"/>
                    <a:pt x="283412" y="463950"/>
                    <a:pt x="250497" y="456534"/>
                  </a:cubicBezTo>
                  <a:cubicBezTo>
                    <a:pt x="217167" y="449035"/>
                    <a:pt x="183670" y="438453"/>
                    <a:pt x="153256" y="422537"/>
                  </a:cubicBezTo>
                  <a:cubicBezTo>
                    <a:pt x="96261" y="392706"/>
                    <a:pt x="49098" y="350794"/>
                    <a:pt x="27185" y="288716"/>
                  </a:cubicBezTo>
                  <a:cubicBezTo>
                    <a:pt x="22518" y="275550"/>
                    <a:pt x="20101" y="262135"/>
                    <a:pt x="18185" y="248303"/>
                  </a:cubicBezTo>
                  <a:cubicBezTo>
                    <a:pt x="17102" y="240470"/>
                    <a:pt x="16018" y="233471"/>
                    <a:pt x="19518" y="226972"/>
                  </a:cubicBezTo>
                  <a:cubicBezTo>
                    <a:pt x="28101" y="241887"/>
                    <a:pt x="38350" y="255552"/>
                    <a:pt x="48349" y="269718"/>
                  </a:cubicBezTo>
                  <a:cubicBezTo>
                    <a:pt x="62098" y="289216"/>
                    <a:pt x="75513" y="309298"/>
                    <a:pt x="92928" y="325879"/>
                  </a:cubicBezTo>
                  <a:cubicBezTo>
                    <a:pt x="111926" y="343961"/>
                    <a:pt x="134175" y="359126"/>
                    <a:pt x="155756" y="373792"/>
                  </a:cubicBezTo>
                  <a:cubicBezTo>
                    <a:pt x="176088" y="387540"/>
                    <a:pt x="196085" y="401622"/>
                    <a:pt x="217501" y="413788"/>
                  </a:cubicBezTo>
                  <a:cubicBezTo>
                    <a:pt x="257997" y="436786"/>
                    <a:pt x="303076" y="455951"/>
                    <a:pt x="349739" y="461284"/>
                  </a:cubicBezTo>
                  <a:cubicBezTo>
                    <a:pt x="376319" y="464367"/>
                    <a:pt x="403567" y="463867"/>
                    <a:pt x="430065" y="460784"/>
                  </a:cubicBezTo>
                  <a:cubicBezTo>
                    <a:pt x="431731" y="460617"/>
                    <a:pt x="433480" y="460367"/>
                    <a:pt x="435148" y="460200"/>
                  </a:cubicBezTo>
                  <a:cubicBezTo>
                    <a:pt x="407483" y="467950"/>
                    <a:pt x="378402" y="471449"/>
                    <a:pt x="349905" y="470949"/>
                  </a:cubicBezTo>
                  <a:lnTo>
                    <a:pt x="349905" y="470949"/>
                  </a:lnTo>
                  <a:close/>
                  <a:moveTo>
                    <a:pt x="619298" y="247220"/>
                  </a:moveTo>
                  <a:cubicBezTo>
                    <a:pt x="609299" y="307548"/>
                    <a:pt x="578551" y="366542"/>
                    <a:pt x="532972" y="407872"/>
                  </a:cubicBezTo>
                  <a:cubicBezTo>
                    <a:pt x="519640" y="419954"/>
                    <a:pt x="504891" y="430120"/>
                    <a:pt x="489143" y="438619"/>
                  </a:cubicBezTo>
                  <a:cubicBezTo>
                    <a:pt x="440230" y="448951"/>
                    <a:pt x="391318" y="455784"/>
                    <a:pt x="341239" y="445952"/>
                  </a:cubicBezTo>
                  <a:cubicBezTo>
                    <a:pt x="296744" y="437202"/>
                    <a:pt x="254580" y="419454"/>
                    <a:pt x="215833" y="396206"/>
                  </a:cubicBezTo>
                  <a:cubicBezTo>
                    <a:pt x="175838" y="372208"/>
                    <a:pt x="131841" y="346044"/>
                    <a:pt x="98594" y="313047"/>
                  </a:cubicBezTo>
                  <a:cubicBezTo>
                    <a:pt x="70764" y="285216"/>
                    <a:pt x="51849" y="248969"/>
                    <a:pt x="25018" y="220722"/>
                  </a:cubicBezTo>
                  <a:cubicBezTo>
                    <a:pt x="30767" y="215806"/>
                    <a:pt x="38683" y="212472"/>
                    <a:pt x="45016" y="209056"/>
                  </a:cubicBezTo>
                  <a:cubicBezTo>
                    <a:pt x="53765" y="204390"/>
                    <a:pt x="62764" y="200057"/>
                    <a:pt x="71764" y="195891"/>
                  </a:cubicBezTo>
                  <a:cubicBezTo>
                    <a:pt x="80679" y="217139"/>
                    <a:pt x="94845" y="235221"/>
                    <a:pt x="108010" y="254219"/>
                  </a:cubicBezTo>
                  <a:cubicBezTo>
                    <a:pt x="125926" y="280133"/>
                    <a:pt x="147256" y="300631"/>
                    <a:pt x="171338" y="320713"/>
                  </a:cubicBezTo>
                  <a:cubicBezTo>
                    <a:pt x="214917" y="357126"/>
                    <a:pt x="267746" y="388374"/>
                    <a:pt x="325324" y="393956"/>
                  </a:cubicBezTo>
                  <a:cubicBezTo>
                    <a:pt x="385735" y="399789"/>
                    <a:pt x="454063" y="385207"/>
                    <a:pt x="503224" y="348377"/>
                  </a:cubicBezTo>
                  <a:cubicBezTo>
                    <a:pt x="550554" y="312880"/>
                    <a:pt x="574385" y="256136"/>
                    <a:pt x="579634" y="198557"/>
                  </a:cubicBezTo>
                  <a:cubicBezTo>
                    <a:pt x="582968" y="162811"/>
                    <a:pt x="572802" y="131063"/>
                    <a:pt x="562969" y="97233"/>
                  </a:cubicBezTo>
                  <a:cubicBezTo>
                    <a:pt x="555887" y="72819"/>
                    <a:pt x="548554" y="44738"/>
                    <a:pt x="530223" y="26156"/>
                  </a:cubicBezTo>
                  <a:cubicBezTo>
                    <a:pt x="540638" y="22157"/>
                    <a:pt x="559469" y="13657"/>
                    <a:pt x="564553" y="19823"/>
                  </a:cubicBezTo>
                  <a:cubicBezTo>
                    <a:pt x="567802" y="23823"/>
                    <a:pt x="569302" y="33489"/>
                    <a:pt x="571635" y="38489"/>
                  </a:cubicBezTo>
                  <a:cubicBezTo>
                    <a:pt x="575468" y="46654"/>
                    <a:pt x="579801" y="54404"/>
                    <a:pt x="583218" y="62820"/>
                  </a:cubicBezTo>
                  <a:cubicBezTo>
                    <a:pt x="608049" y="122731"/>
                    <a:pt x="630214" y="181142"/>
                    <a:pt x="619298" y="247220"/>
                  </a:cubicBezTo>
                  <a:lnTo>
                    <a:pt x="619298" y="247220"/>
                  </a:lnTo>
                  <a:close/>
                </a:path>
              </a:pathLst>
            </a:custGeom>
            <a:grpFill/>
            <a:ln w="8332" cap="flat">
              <a:noFill/>
              <a:prstDash val="solid"/>
              <a:miter/>
            </a:ln>
          </p:spPr>
          <p:txBody>
            <a:bodyPr rtlCol="0" anchor="ctr"/>
            <a:lstStyle/>
            <a:p>
              <a:endParaRPr lang="en-US"/>
            </a:p>
          </p:txBody>
        </p:sp>
        <p:sp>
          <p:nvSpPr>
            <p:cNvPr id="2543" name="Freeform: Shape 2542"/>
            <p:cNvSpPr/>
            <p:nvPr/>
          </p:nvSpPr>
          <p:spPr>
            <a:xfrm>
              <a:off x="11926746" y="5396816"/>
              <a:ext cx="30944" cy="38078"/>
            </a:xfrm>
            <a:custGeom>
              <a:avLst/>
              <a:gdLst>
                <a:gd name="connsiteX0" fmla="*/ 21365 w 30944"/>
                <a:gd name="connsiteY0" fmla="*/ 1540 h 38078"/>
                <a:gd name="connsiteX1" fmla="*/ 8532 w 30944"/>
                <a:gd name="connsiteY1" fmla="*/ 15789 h 38078"/>
                <a:gd name="connsiteX2" fmla="*/ 367 w 30944"/>
                <a:gd name="connsiteY2" fmla="*/ 29538 h 38078"/>
                <a:gd name="connsiteX3" fmla="*/ 10616 w 30944"/>
                <a:gd name="connsiteY3" fmla="*/ 37454 h 38078"/>
                <a:gd name="connsiteX4" fmla="*/ 16698 w 30944"/>
                <a:gd name="connsiteY4" fmla="*/ 31538 h 38078"/>
                <a:gd name="connsiteX5" fmla="*/ 22031 w 30944"/>
                <a:gd name="connsiteY5" fmla="*/ 25038 h 38078"/>
                <a:gd name="connsiteX6" fmla="*/ 27114 w 30944"/>
                <a:gd name="connsiteY6" fmla="*/ 15540 h 38078"/>
                <a:gd name="connsiteX7" fmla="*/ 30864 w 30944"/>
                <a:gd name="connsiteY7" fmla="*/ 7040 h 38078"/>
                <a:gd name="connsiteX8" fmla="*/ 21365 w 30944"/>
                <a:gd name="connsiteY8" fmla="*/ 1540 h 38078"/>
                <a:gd name="connsiteX9" fmla="*/ 21365 w 30944"/>
                <a:gd name="connsiteY9" fmla="*/ 1540 h 38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944" h="38078">
                  <a:moveTo>
                    <a:pt x="21365" y="1540"/>
                  </a:moveTo>
                  <a:cubicBezTo>
                    <a:pt x="16199" y="5874"/>
                    <a:pt x="12866" y="10790"/>
                    <a:pt x="8532" y="15789"/>
                  </a:cubicBezTo>
                  <a:cubicBezTo>
                    <a:pt x="4867" y="20039"/>
                    <a:pt x="2116" y="24122"/>
                    <a:pt x="367" y="29538"/>
                  </a:cubicBezTo>
                  <a:cubicBezTo>
                    <a:pt x="-1716" y="35954"/>
                    <a:pt x="5533" y="39620"/>
                    <a:pt x="10616" y="37454"/>
                  </a:cubicBezTo>
                  <a:cubicBezTo>
                    <a:pt x="13448" y="36288"/>
                    <a:pt x="14782" y="33788"/>
                    <a:pt x="16698" y="31538"/>
                  </a:cubicBezTo>
                  <a:cubicBezTo>
                    <a:pt x="18032" y="29955"/>
                    <a:pt x="20448" y="27372"/>
                    <a:pt x="22031" y="25038"/>
                  </a:cubicBezTo>
                  <a:cubicBezTo>
                    <a:pt x="24031" y="22039"/>
                    <a:pt x="25531" y="18789"/>
                    <a:pt x="27114" y="15540"/>
                  </a:cubicBezTo>
                  <a:cubicBezTo>
                    <a:pt x="28364" y="12790"/>
                    <a:pt x="30364" y="10123"/>
                    <a:pt x="30864" y="7040"/>
                  </a:cubicBezTo>
                  <a:cubicBezTo>
                    <a:pt x="31697" y="1374"/>
                    <a:pt x="25865" y="-2209"/>
                    <a:pt x="21365" y="1540"/>
                  </a:cubicBezTo>
                  <a:lnTo>
                    <a:pt x="21365" y="1540"/>
                  </a:lnTo>
                  <a:close/>
                </a:path>
              </a:pathLst>
            </a:custGeom>
            <a:grpFill/>
            <a:ln w="8332" cap="flat">
              <a:noFill/>
              <a:prstDash val="solid"/>
              <a:miter/>
            </a:ln>
          </p:spPr>
          <p:txBody>
            <a:bodyPr rtlCol="0" anchor="ctr"/>
            <a:lstStyle/>
            <a:p>
              <a:endParaRPr lang="en-US"/>
            </a:p>
          </p:txBody>
        </p:sp>
        <p:sp>
          <p:nvSpPr>
            <p:cNvPr id="2544" name="Freeform: Shape 2543"/>
            <p:cNvSpPr/>
            <p:nvPr/>
          </p:nvSpPr>
          <p:spPr>
            <a:xfrm>
              <a:off x="11973879" y="5418994"/>
              <a:ext cx="24255" cy="45664"/>
            </a:xfrm>
            <a:custGeom>
              <a:avLst/>
              <a:gdLst>
                <a:gd name="connsiteX0" fmla="*/ 14062 w 24255"/>
                <a:gd name="connsiteY0" fmla="*/ 3527 h 45664"/>
                <a:gd name="connsiteX1" fmla="*/ 1063 w 24255"/>
                <a:gd name="connsiteY1" fmla="*/ 28692 h 45664"/>
                <a:gd name="connsiteX2" fmla="*/ 8479 w 24255"/>
                <a:gd name="connsiteY2" fmla="*/ 45606 h 45664"/>
                <a:gd name="connsiteX3" fmla="*/ 15728 w 24255"/>
                <a:gd name="connsiteY3" fmla="*/ 38441 h 45664"/>
                <a:gd name="connsiteX4" fmla="*/ 15895 w 24255"/>
                <a:gd name="connsiteY4" fmla="*/ 37524 h 45664"/>
                <a:gd name="connsiteX5" fmla="*/ 16561 w 24255"/>
                <a:gd name="connsiteY5" fmla="*/ 33691 h 45664"/>
                <a:gd name="connsiteX6" fmla="*/ 17978 w 24255"/>
                <a:gd name="connsiteY6" fmla="*/ 27525 h 45664"/>
                <a:gd name="connsiteX7" fmla="*/ 24228 w 24255"/>
                <a:gd name="connsiteY7" fmla="*/ 4943 h 45664"/>
                <a:gd name="connsiteX8" fmla="*/ 14062 w 24255"/>
                <a:gd name="connsiteY8" fmla="*/ 3527 h 45664"/>
                <a:gd name="connsiteX9" fmla="*/ 14062 w 24255"/>
                <a:gd name="connsiteY9" fmla="*/ 3527 h 45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255" h="45664">
                  <a:moveTo>
                    <a:pt x="14062" y="3527"/>
                  </a:moveTo>
                  <a:cubicBezTo>
                    <a:pt x="10479" y="12360"/>
                    <a:pt x="4229" y="19609"/>
                    <a:pt x="1063" y="28692"/>
                  </a:cubicBezTo>
                  <a:cubicBezTo>
                    <a:pt x="-937" y="34441"/>
                    <a:pt x="-937" y="46606"/>
                    <a:pt x="8479" y="45606"/>
                  </a:cubicBezTo>
                  <a:cubicBezTo>
                    <a:pt x="11979" y="45190"/>
                    <a:pt x="15728" y="42024"/>
                    <a:pt x="15728" y="38441"/>
                  </a:cubicBezTo>
                  <a:cubicBezTo>
                    <a:pt x="15812" y="38107"/>
                    <a:pt x="15895" y="37857"/>
                    <a:pt x="15895" y="37524"/>
                  </a:cubicBezTo>
                  <a:cubicBezTo>
                    <a:pt x="16229" y="36274"/>
                    <a:pt x="16311" y="34941"/>
                    <a:pt x="16561" y="33691"/>
                  </a:cubicBezTo>
                  <a:cubicBezTo>
                    <a:pt x="16978" y="31608"/>
                    <a:pt x="17394" y="29525"/>
                    <a:pt x="17978" y="27525"/>
                  </a:cubicBezTo>
                  <a:cubicBezTo>
                    <a:pt x="20228" y="19859"/>
                    <a:pt x="23478" y="13026"/>
                    <a:pt x="24228" y="4943"/>
                  </a:cubicBezTo>
                  <a:cubicBezTo>
                    <a:pt x="24810" y="-1389"/>
                    <a:pt x="16062" y="-1389"/>
                    <a:pt x="14062" y="3527"/>
                  </a:cubicBezTo>
                  <a:lnTo>
                    <a:pt x="14062" y="3527"/>
                  </a:lnTo>
                  <a:close/>
                </a:path>
              </a:pathLst>
            </a:custGeom>
            <a:grpFill/>
            <a:ln w="8332" cap="flat">
              <a:noFill/>
              <a:prstDash val="solid"/>
              <a:miter/>
            </a:ln>
          </p:spPr>
          <p:txBody>
            <a:bodyPr rtlCol="0" anchor="ctr"/>
            <a:lstStyle/>
            <a:p>
              <a:endParaRPr lang="en-US"/>
            </a:p>
          </p:txBody>
        </p:sp>
        <p:sp>
          <p:nvSpPr>
            <p:cNvPr id="2545" name="Freeform: Shape 2544"/>
            <p:cNvSpPr/>
            <p:nvPr/>
          </p:nvSpPr>
          <p:spPr>
            <a:xfrm>
              <a:off x="12040000" y="5430041"/>
              <a:ext cx="18145" cy="43825"/>
            </a:xfrm>
            <a:custGeom>
              <a:avLst/>
              <a:gdLst>
                <a:gd name="connsiteX0" fmla="*/ 17268 w 18145"/>
                <a:gd name="connsiteY0" fmla="*/ 32311 h 43825"/>
                <a:gd name="connsiteX1" fmla="*/ 16686 w 18145"/>
                <a:gd name="connsiteY1" fmla="*/ 20812 h 43825"/>
                <a:gd name="connsiteX2" fmla="*/ 15185 w 18145"/>
                <a:gd name="connsiteY2" fmla="*/ 5396 h 43825"/>
                <a:gd name="connsiteX3" fmla="*/ 4352 w 18145"/>
                <a:gd name="connsiteY3" fmla="*/ 3896 h 43825"/>
                <a:gd name="connsiteX4" fmla="*/ 1353 w 18145"/>
                <a:gd name="connsiteY4" fmla="*/ 14729 h 43825"/>
                <a:gd name="connsiteX5" fmla="*/ 270 w 18145"/>
                <a:gd name="connsiteY5" fmla="*/ 25728 h 43825"/>
                <a:gd name="connsiteX6" fmla="*/ 6769 w 18145"/>
                <a:gd name="connsiteY6" fmla="*/ 42809 h 43825"/>
                <a:gd name="connsiteX7" fmla="*/ 17268 w 18145"/>
                <a:gd name="connsiteY7" fmla="*/ 32311 h 43825"/>
                <a:gd name="connsiteX8" fmla="*/ 17268 w 18145"/>
                <a:gd name="connsiteY8" fmla="*/ 32311 h 4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145" h="43825">
                  <a:moveTo>
                    <a:pt x="17268" y="32311"/>
                  </a:moveTo>
                  <a:cubicBezTo>
                    <a:pt x="16519" y="30728"/>
                    <a:pt x="16935" y="23561"/>
                    <a:pt x="16686" y="20812"/>
                  </a:cubicBezTo>
                  <a:cubicBezTo>
                    <a:pt x="16185" y="15646"/>
                    <a:pt x="15686" y="10562"/>
                    <a:pt x="15185" y="5396"/>
                  </a:cubicBezTo>
                  <a:cubicBezTo>
                    <a:pt x="14686" y="-520"/>
                    <a:pt x="6103" y="-2353"/>
                    <a:pt x="4352" y="3896"/>
                  </a:cubicBezTo>
                  <a:cubicBezTo>
                    <a:pt x="3353" y="7563"/>
                    <a:pt x="1937" y="10896"/>
                    <a:pt x="1353" y="14729"/>
                  </a:cubicBezTo>
                  <a:cubicBezTo>
                    <a:pt x="853" y="18395"/>
                    <a:pt x="603" y="22061"/>
                    <a:pt x="270" y="25728"/>
                  </a:cubicBezTo>
                  <a:cubicBezTo>
                    <a:pt x="-480" y="32561"/>
                    <a:pt x="-63" y="39143"/>
                    <a:pt x="6769" y="42809"/>
                  </a:cubicBezTo>
                  <a:cubicBezTo>
                    <a:pt x="13852" y="46559"/>
                    <a:pt x="20602" y="39227"/>
                    <a:pt x="17268" y="32311"/>
                  </a:cubicBezTo>
                  <a:lnTo>
                    <a:pt x="17268" y="32311"/>
                  </a:lnTo>
                  <a:close/>
                </a:path>
              </a:pathLst>
            </a:custGeom>
            <a:grpFill/>
            <a:ln w="8332" cap="flat">
              <a:noFill/>
              <a:prstDash val="solid"/>
              <a:miter/>
            </a:ln>
          </p:spPr>
          <p:txBody>
            <a:bodyPr rtlCol="0" anchor="ctr"/>
            <a:lstStyle/>
            <a:p>
              <a:endParaRPr lang="en-US"/>
            </a:p>
          </p:txBody>
        </p:sp>
        <p:sp>
          <p:nvSpPr>
            <p:cNvPr id="2546" name="Freeform: Shape 2545"/>
            <p:cNvSpPr/>
            <p:nvPr/>
          </p:nvSpPr>
          <p:spPr>
            <a:xfrm>
              <a:off x="12094104" y="5424991"/>
              <a:ext cx="33754" cy="35183"/>
            </a:xfrm>
            <a:custGeom>
              <a:avLst/>
              <a:gdLst>
                <a:gd name="connsiteX0" fmla="*/ 31574 w 33754"/>
                <a:gd name="connsiteY0" fmla="*/ 21112 h 35183"/>
                <a:gd name="connsiteX1" fmla="*/ 20909 w 33754"/>
                <a:gd name="connsiteY1" fmla="*/ 8696 h 35183"/>
                <a:gd name="connsiteX2" fmla="*/ 14909 w 33754"/>
                <a:gd name="connsiteY2" fmla="*/ 3530 h 35183"/>
                <a:gd name="connsiteX3" fmla="*/ 7160 w 33754"/>
                <a:gd name="connsiteY3" fmla="*/ 613 h 35183"/>
                <a:gd name="connsiteX4" fmla="*/ 1410 w 33754"/>
                <a:gd name="connsiteY4" fmla="*/ 8113 h 35183"/>
                <a:gd name="connsiteX5" fmla="*/ 7077 w 33754"/>
                <a:gd name="connsiteY5" fmla="*/ 12529 h 35183"/>
                <a:gd name="connsiteX6" fmla="*/ 11326 w 33754"/>
                <a:gd name="connsiteY6" fmla="*/ 18945 h 35183"/>
                <a:gd name="connsiteX7" fmla="*/ 20242 w 33754"/>
                <a:gd name="connsiteY7" fmla="*/ 32611 h 35183"/>
                <a:gd name="connsiteX8" fmla="*/ 31574 w 33754"/>
                <a:gd name="connsiteY8" fmla="*/ 21112 h 35183"/>
                <a:gd name="connsiteX9" fmla="*/ 31574 w 33754"/>
                <a:gd name="connsiteY9" fmla="*/ 21112 h 35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3754" h="35183">
                  <a:moveTo>
                    <a:pt x="31574" y="21112"/>
                  </a:moveTo>
                  <a:cubicBezTo>
                    <a:pt x="27908" y="17029"/>
                    <a:pt x="24575" y="12696"/>
                    <a:pt x="20909" y="8696"/>
                  </a:cubicBezTo>
                  <a:cubicBezTo>
                    <a:pt x="19159" y="6779"/>
                    <a:pt x="17159" y="4863"/>
                    <a:pt x="14909" y="3530"/>
                  </a:cubicBezTo>
                  <a:cubicBezTo>
                    <a:pt x="12493" y="2030"/>
                    <a:pt x="9577" y="1947"/>
                    <a:pt x="7160" y="613"/>
                  </a:cubicBezTo>
                  <a:cubicBezTo>
                    <a:pt x="2493" y="-1970"/>
                    <a:pt x="-2506" y="4196"/>
                    <a:pt x="1410" y="8113"/>
                  </a:cubicBezTo>
                  <a:cubicBezTo>
                    <a:pt x="3161" y="9779"/>
                    <a:pt x="5411" y="10862"/>
                    <a:pt x="7077" y="12529"/>
                  </a:cubicBezTo>
                  <a:cubicBezTo>
                    <a:pt x="8743" y="14362"/>
                    <a:pt x="10076" y="16779"/>
                    <a:pt x="11326" y="18945"/>
                  </a:cubicBezTo>
                  <a:cubicBezTo>
                    <a:pt x="14159" y="23695"/>
                    <a:pt x="16576" y="28444"/>
                    <a:pt x="20242" y="32611"/>
                  </a:cubicBezTo>
                  <a:cubicBezTo>
                    <a:pt x="27075" y="40360"/>
                    <a:pt x="38574" y="28861"/>
                    <a:pt x="31574" y="21112"/>
                  </a:cubicBezTo>
                  <a:lnTo>
                    <a:pt x="31574" y="21112"/>
                  </a:lnTo>
                  <a:close/>
                </a:path>
              </a:pathLst>
            </a:custGeom>
            <a:grpFill/>
            <a:ln w="8332" cap="flat">
              <a:noFill/>
              <a:prstDash val="solid"/>
              <a:miter/>
            </a:ln>
          </p:spPr>
          <p:txBody>
            <a:bodyPr rtlCol="0" anchor="ctr"/>
            <a:lstStyle/>
            <a:p>
              <a:endParaRPr lang="en-US"/>
            </a:p>
          </p:txBody>
        </p:sp>
        <p:sp>
          <p:nvSpPr>
            <p:cNvPr id="2547" name="Freeform: Shape 2546"/>
            <p:cNvSpPr/>
            <p:nvPr/>
          </p:nvSpPr>
          <p:spPr>
            <a:xfrm>
              <a:off x="12130142" y="5388928"/>
              <a:ext cx="46695" cy="19305"/>
            </a:xfrm>
            <a:custGeom>
              <a:avLst/>
              <a:gdLst>
                <a:gd name="connsiteX0" fmla="*/ 43365 w 46695"/>
                <a:gd name="connsiteY0" fmla="*/ 6096 h 19305"/>
                <a:gd name="connsiteX1" fmla="*/ 24451 w 46695"/>
                <a:gd name="connsiteY1" fmla="*/ 2763 h 19305"/>
                <a:gd name="connsiteX2" fmla="*/ 6786 w 46695"/>
                <a:gd name="connsiteY2" fmla="*/ 97 h 19305"/>
                <a:gd name="connsiteX3" fmla="*/ 3869 w 46695"/>
                <a:gd name="connsiteY3" fmla="*/ 10512 h 19305"/>
                <a:gd name="connsiteX4" fmla="*/ 41783 w 46695"/>
                <a:gd name="connsiteY4" fmla="*/ 18595 h 19305"/>
                <a:gd name="connsiteX5" fmla="*/ 43365 w 46695"/>
                <a:gd name="connsiteY5" fmla="*/ 6096 h 19305"/>
                <a:gd name="connsiteX6" fmla="*/ 43365 w 46695"/>
                <a:gd name="connsiteY6" fmla="*/ 6096 h 19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695" h="19305">
                  <a:moveTo>
                    <a:pt x="43365" y="6096"/>
                  </a:moveTo>
                  <a:cubicBezTo>
                    <a:pt x="37116" y="3263"/>
                    <a:pt x="31200" y="3263"/>
                    <a:pt x="24451" y="2763"/>
                  </a:cubicBezTo>
                  <a:cubicBezTo>
                    <a:pt x="18368" y="2263"/>
                    <a:pt x="12702" y="1096"/>
                    <a:pt x="6786" y="97"/>
                  </a:cubicBezTo>
                  <a:cubicBezTo>
                    <a:pt x="36" y="-1070"/>
                    <a:pt x="-2963" y="8679"/>
                    <a:pt x="3869" y="10512"/>
                  </a:cubicBezTo>
                  <a:cubicBezTo>
                    <a:pt x="16618" y="13929"/>
                    <a:pt x="27950" y="21678"/>
                    <a:pt x="41783" y="18595"/>
                  </a:cubicBezTo>
                  <a:cubicBezTo>
                    <a:pt x="47116" y="17345"/>
                    <a:pt x="48782" y="8513"/>
                    <a:pt x="43365" y="6096"/>
                  </a:cubicBezTo>
                  <a:lnTo>
                    <a:pt x="43365" y="6096"/>
                  </a:lnTo>
                  <a:close/>
                </a:path>
              </a:pathLst>
            </a:custGeom>
            <a:grpFill/>
            <a:ln w="8332" cap="flat">
              <a:noFill/>
              <a:prstDash val="solid"/>
              <a:miter/>
            </a:ln>
          </p:spPr>
          <p:txBody>
            <a:bodyPr rtlCol="0" anchor="ctr"/>
            <a:lstStyle/>
            <a:p>
              <a:endParaRPr lang="en-US"/>
            </a:p>
          </p:txBody>
        </p:sp>
        <p:sp>
          <p:nvSpPr>
            <p:cNvPr id="2548" name="Freeform: Shape 2547"/>
            <p:cNvSpPr/>
            <p:nvPr/>
          </p:nvSpPr>
          <p:spPr>
            <a:xfrm>
              <a:off x="12137490" y="5339360"/>
              <a:ext cx="47798" cy="16326"/>
            </a:xfrm>
            <a:custGeom>
              <a:avLst/>
              <a:gdLst>
                <a:gd name="connsiteX0" fmla="*/ 42184 w 47798"/>
                <a:gd name="connsiteY0" fmla="*/ 3 h 16326"/>
                <a:gd name="connsiteX1" fmla="*/ 26102 w 47798"/>
                <a:gd name="connsiteY1" fmla="*/ 3169 h 16326"/>
                <a:gd name="connsiteX2" fmla="*/ 2687 w 47798"/>
                <a:gd name="connsiteY2" fmla="*/ 7918 h 16326"/>
                <a:gd name="connsiteX3" fmla="*/ 2687 w 47798"/>
                <a:gd name="connsiteY3" fmla="*/ 15168 h 16326"/>
                <a:gd name="connsiteX4" fmla="*/ 30352 w 47798"/>
                <a:gd name="connsiteY4" fmla="*/ 15751 h 16326"/>
                <a:gd name="connsiteX5" fmla="*/ 47184 w 47798"/>
                <a:gd name="connsiteY5" fmla="*/ 8669 h 16326"/>
                <a:gd name="connsiteX6" fmla="*/ 42184 w 47798"/>
                <a:gd name="connsiteY6" fmla="*/ 3 h 16326"/>
                <a:gd name="connsiteX7" fmla="*/ 42184 w 47798"/>
                <a:gd name="connsiteY7" fmla="*/ 3 h 16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798" h="16326">
                  <a:moveTo>
                    <a:pt x="42184" y="3"/>
                  </a:moveTo>
                  <a:cubicBezTo>
                    <a:pt x="36518" y="-81"/>
                    <a:pt x="31602" y="1669"/>
                    <a:pt x="26102" y="3169"/>
                  </a:cubicBezTo>
                  <a:cubicBezTo>
                    <a:pt x="18436" y="5252"/>
                    <a:pt x="10520" y="6752"/>
                    <a:pt x="2687" y="7918"/>
                  </a:cubicBezTo>
                  <a:cubicBezTo>
                    <a:pt x="-896" y="8502"/>
                    <a:pt x="-896" y="14668"/>
                    <a:pt x="2687" y="15168"/>
                  </a:cubicBezTo>
                  <a:cubicBezTo>
                    <a:pt x="11853" y="16501"/>
                    <a:pt x="21103" y="16668"/>
                    <a:pt x="30352" y="15751"/>
                  </a:cubicBezTo>
                  <a:cubicBezTo>
                    <a:pt x="36351" y="15168"/>
                    <a:pt x="44267" y="15001"/>
                    <a:pt x="47184" y="8669"/>
                  </a:cubicBezTo>
                  <a:cubicBezTo>
                    <a:pt x="48933" y="4753"/>
                    <a:pt x="46850" y="86"/>
                    <a:pt x="42184" y="3"/>
                  </a:cubicBezTo>
                  <a:lnTo>
                    <a:pt x="42184" y="3"/>
                  </a:lnTo>
                  <a:close/>
                </a:path>
              </a:pathLst>
            </a:custGeom>
            <a:grpFill/>
            <a:ln w="8332" cap="flat">
              <a:noFill/>
              <a:prstDash val="solid"/>
              <a:miter/>
            </a:ln>
          </p:spPr>
          <p:txBody>
            <a:bodyPr rtlCol="0" anchor="ctr"/>
            <a:lstStyle/>
            <a:p>
              <a:endParaRPr lang="en-US"/>
            </a:p>
          </p:txBody>
        </p:sp>
        <p:sp>
          <p:nvSpPr>
            <p:cNvPr id="2549" name="Freeform: Shape 2548"/>
            <p:cNvSpPr/>
            <p:nvPr/>
          </p:nvSpPr>
          <p:spPr>
            <a:xfrm>
              <a:off x="12138791" y="5307624"/>
              <a:ext cx="33355" cy="19689"/>
            </a:xfrm>
            <a:custGeom>
              <a:avLst/>
              <a:gdLst>
                <a:gd name="connsiteX0" fmla="*/ 24634 w 33355"/>
                <a:gd name="connsiteY0" fmla="*/ 74 h 19689"/>
                <a:gd name="connsiteX1" fmla="*/ 8385 w 33355"/>
                <a:gd name="connsiteY1" fmla="*/ 6907 h 19689"/>
                <a:gd name="connsiteX2" fmla="*/ 2386 w 33355"/>
                <a:gd name="connsiteY2" fmla="*/ 11407 h 19689"/>
                <a:gd name="connsiteX3" fmla="*/ 719 w 33355"/>
                <a:gd name="connsiteY3" fmla="*/ 13490 h 19689"/>
                <a:gd name="connsiteX4" fmla="*/ 303 w 33355"/>
                <a:gd name="connsiteY4" fmla="*/ 14990 h 19689"/>
                <a:gd name="connsiteX5" fmla="*/ 1136 w 33355"/>
                <a:gd name="connsiteY5" fmla="*/ 18323 h 19689"/>
                <a:gd name="connsiteX6" fmla="*/ 13468 w 33355"/>
                <a:gd name="connsiteY6" fmla="*/ 18740 h 19689"/>
                <a:gd name="connsiteX7" fmla="*/ 29883 w 33355"/>
                <a:gd name="connsiteY7" fmla="*/ 12490 h 19689"/>
                <a:gd name="connsiteX8" fmla="*/ 24634 w 33355"/>
                <a:gd name="connsiteY8" fmla="*/ 74 h 19689"/>
                <a:gd name="connsiteX9" fmla="*/ 24634 w 33355"/>
                <a:gd name="connsiteY9" fmla="*/ 74 h 19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3355" h="19689">
                  <a:moveTo>
                    <a:pt x="24634" y="74"/>
                  </a:moveTo>
                  <a:cubicBezTo>
                    <a:pt x="18551" y="908"/>
                    <a:pt x="13218" y="3158"/>
                    <a:pt x="8385" y="6907"/>
                  </a:cubicBezTo>
                  <a:cubicBezTo>
                    <a:pt x="6469" y="8407"/>
                    <a:pt x="4136" y="9657"/>
                    <a:pt x="2386" y="11407"/>
                  </a:cubicBezTo>
                  <a:cubicBezTo>
                    <a:pt x="1719" y="12073"/>
                    <a:pt x="1136" y="12740"/>
                    <a:pt x="719" y="13490"/>
                  </a:cubicBezTo>
                  <a:cubicBezTo>
                    <a:pt x="552" y="13740"/>
                    <a:pt x="-197" y="16240"/>
                    <a:pt x="303" y="14990"/>
                  </a:cubicBezTo>
                  <a:cubicBezTo>
                    <a:pt x="-281" y="16240"/>
                    <a:pt x="-31" y="17490"/>
                    <a:pt x="1136" y="18323"/>
                  </a:cubicBezTo>
                  <a:cubicBezTo>
                    <a:pt x="4052" y="20406"/>
                    <a:pt x="10218" y="19740"/>
                    <a:pt x="13468" y="18740"/>
                  </a:cubicBezTo>
                  <a:cubicBezTo>
                    <a:pt x="19051" y="17073"/>
                    <a:pt x="24800" y="15407"/>
                    <a:pt x="29883" y="12490"/>
                  </a:cubicBezTo>
                  <a:cubicBezTo>
                    <a:pt x="37132" y="8407"/>
                    <a:pt x="31883" y="-925"/>
                    <a:pt x="24634" y="74"/>
                  </a:cubicBezTo>
                  <a:lnTo>
                    <a:pt x="24634" y="74"/>
                  </a:lnTo>
                  <a:close/>
                </a:path>
              </a:pathLst>
            </a:custGeom>
            <a:grpFill/>
            <a:ln w="8332" cap="flat">
              <a:noFill/>
              <a:prstDash val="solid"/>
              <a:miter/>
            </a:ln>
          </p:spPr>
          <p:txBody>
            <a:bodyPr rtlCol="0" anchor="ctr"/>
            <a:lstStyle/>
            <a:p>
              <a:endParaRPr lang="en-US"/>
            </a:p>
          </p:txBody>
        </p:sp>
        <p:sp>
          <p:nvSpPr>
            <p:cNvPr id="2550" name="Freeform: Shape 2549"/>
            <p:cNvSpPr/>
            <p:nvPr/>
          </p:nvSpPr>
          <p:spPr>
            <a:xfrm>
              <a:off x="11912524" y="5455299"/>
              <a:ext cx="29890" cy="42619"/>
            </a:xfrm>
            <a:custGeom>
              <a:avLst/>
              <a:gdLst>
                <a:gd name="connsiteX0" fmla="*/ 18172 w 29890"/>
                <a:gd name="connsiteY0" fmla="*/ 2970 h 42619"/>
                <a:gd name="connsiteX1" fmla="*/ 3006 w 29890"/>
                <a:gd name="connsiteY1" fmla="*/ 24384 h 42619"/>
                <a:gd name="connsiteX2" fmla="*/ 5673 w 29890"/>
                <a:gd name="connsiteY2" fmla="*/ 41883 h 42619"/>
                <a:gd name="connsiteX3" fmla="*/ 15172 w 29890"/>
                <a:gd name="connsiteY3" fmla="*/ 32717 h 42619"/>
                <a:gd name="connsiteX4" fmla="*/ 15338 w 29890"/>
                <a:gd name="connsiteY4" fmla="*/ 32384 h 42619"/>
                <a:gd name="connsiteX5" fmla="*/ 16755 w 29890"/>
                <a:gd name="connsiteY5" fmla="*/ 29884 h 42619"/>
                <a:gd name="connsiteX6" fmla="*/ 20588 w 29890"/>
                <a:gd name="connsiteY6" fmla="*/ 23301 h 42619"/>
                <a:gd name="connsiteX7" fmla="*/ 29004 w 29890"/>
                <a:gd name="connsiteY7" fmla="*/ 9302 h 42619"/>
                <a:gd name="connsiteX8" fmla="*/ 18172 w 29890"/>
                <a:gd name="connsiteY8" fmla="*/ 2970 h 42619"/>
                <a:gd name="connsiteX9" fmla="*/ 18172 w 29890"/>
                <a:gd name="connsiteY9" fmla="*/ 2970 h 42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890" h="42619">
                  <a:moveTo>
                    <a:pt x="18172" y="2970"/>
                  </a:moveTo>
                  <a:cubicBezTo>
                    <a:pt x="13506" y="10469"/>
                    <a:pt x="7922" y="17052"/>
                    <a:pt x="3006" y="24384"/>
                  </a:cubicBezTo>
                  <a:cubicBezTo>
                    <a:pt x="-993" y="30384"/>
                    <a:pt x="-1826" y="38217"/>
                    <a:pt x="5673" y="41883"/>
                  </a:cubicBezTo>
                  <a:cubicBezTo>
                    <a:pt x="11339" y="44716"/>
                    <a:pt x="18755" y="38883"/>
                    <a:pt x="15172" y="32717"/>
                  </a:cubicBezTo>
                  <a:cubicBezTo>
                    <a:pt x="15255" y="32633"/>
                    <a:pt x="15255" y="32551"/>
                    <a:pt x="15338" y="32384"/>
                  </a:cubicBezTo>
                  <a:cubicBezTo>
                    <a:pt x="15839" y="31550"/>
                    <a:pt x="16255" y="30717"/>
                    <a:pt x="16755" y="29884"/>
                  </a:cubicBezTo>
                  <a:cubicBezTo>
                    <a:pt x="18005" y="27718"/>
                    <a:pt x="19338" y="25468"/>
                    <a:pt x="20588" y="23301"/>
                  </a:cubicBezTo>
                  <a:cubicBezTo>
                    <a:pt x="23338" y="18635"/>
                    <a:pt x="26255" y="13969"/>
                    <a:pt x="29004" y="9302"/>
                  </a:cubicBezTo>
                  <a:cubicBezTo>
                    <a:pt x="33003" y="2303"/>
                    <a:pt x="22422" y="-3863"/>
                    <a:pt x="18172" y="2970"/>
                  </a:cubicBezTo>
                  <a:lnTo>
                    <a:pt x="18172" y="2970"/>
                  </a:lnTo>
                  <a:close/>
                </a:path>
              </a:pathLst>
            </a:custGeom>
            <a:grpFill/>
            <a:ln w="8332" cap="flat">
              <a:noFill/>
              <a:prstDash val="solid"/>
              <a:miter/>
            </a:ln>
          </p:spPr>
          <p:txBody>
            <a:bodyPr rtlCol="0" anchor="ctr"/>
            <a:lstStyle/>
            <a:p>
              <a:endParaRPr lang="en-US"/>
            </a:p>
          </p:txBody>
        </p:sp>
        <p:sp>
          <p:nvSpPr>
            <p:cNvPr id="2551" name="Freeform: Shape 2550"/>
            <p:cNvSpPr/>
            <p:nvPr/>
          </p:nvSpPr>
          <p:spPr>
            <a:xfrm>
              <a:off x="11982461" y="5487435"/>
              <a:ext cx="22458" cy="44877"/>
            </a:xfrm>
            <a:custGeom>
              <a:avLst/>
              <a:gdLst>
                <a:gd name="connsiteX0" fmla="*/ 9313 w 22458"/>
                <a:gd name="connsiteY0" fmla="*/ 3247 h 44877"/>
                <a:gd name="connsiteX1" fmla="*/ 2897 w 22458"/>
                <a:gd name="connsiteY1" fmla="*/ 41827 h 44877"/>
                <a:gd name="connsiteX2" fmla="*/ 15146 w 22458"/>
                <a:gd name="connsiteY2" fmla="*/ 38494 h 44877"/>
                <a:gd name="connsiteX3" fmla="*/ 18063 w 22458"/>
                <a:gd name="connsiteY3" fmla="*/ 24662 h 44877"/>
                <a:gd name="connsiteX4" fmla="*/ 21979 w 22458"/>
                <a:gd name="connsiteY4" fmla="*/ 8580 h 44877"/>
                <a:gd name="connsiteX5" fmla="*/ 9313 w 22458"/>
                <a:gd name="connsiteY5" fmla="*/ 3247 h 44877"/>
                <a:gd name="connsiteX6" fmla="*/ 9313 w 22458"/>
                <a:gd name="connsiteY6" fmla="*/ 3247 h 44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458" h="44877">
                  <a:moveTo>
                    <a:pt x="9313" y="3247"/>
                  </a:moveTo>
                  <a:cubicBezTo>
                    <a:pt x="3814" y="13246"/>
                    <a:pt x="-4436" y="31162"/>
                    <a:pt x="2897" y="41827"/>
                  </a:cubicBezTo>
                  <a:cubicBezTo>
                    <a:pt x="6397" y="46993"/>
                    <a:pt x="15229" y="45410"/>
                    <a:pt x="15146" y="38494"/>
                  </a:cubicBezTo>
                  <a:cubicBezTo>
                    <a:pt x="15146" y="33911"/>
                    <a:pt x="17146" y="29161"/>
                    <a:pt x="18063" y="24662"/>
                  </a:cubicBezTo>
                  <a:cubicBezTo>
                    <a:pt x="19063" y="19163"/>
                    <a:pt x="19813" y="13913"/>
                    <a:pt x="21979" y="8580"/>
                  </a:cubicBezTo>
                  <a:cubicBezTo>
                    <a:pt x="24979" y="1247"/>
                    <a:pt x="13063" y="-3502"/>
                    <a:pt x="9313" y="3247"/>
                  </a:cubicBezTo>
                  <a:lnTo>
                    <a:pt x="9313" y="3247"/>
                  </a:lnTo>
                  <a:close/>
                </a:path>
              </a:pathLst>
            </a:custGeom>
            <a:grpFill/>
            <a:ln w="8332" cap="flat">
              <a:noFill/>
              <a:prstDash val="solid"/>
              <a:miter/>
            </a:ln>
          </p:spPr>
          <p:txBody>
            <a:bodyPr rtlCol="0" anchor="ctr"/>
            <a:lstStyle/>
            <a:p>
              <a:endParaRPr lang="en-US"/>
            </a:p>
          </p:txBody>
        </p:sp>
        <p:sp>
          <p:nvSpPr>
            <p:cNvPr id="2552" name="Freeform: Shape 2551"/>
            <p:cNvSpPr/>
            <p:nvPr/>
          </p:nvSpPr>
          <p:spPr>
            <a:xfrm>
              <a:off x="12053277" y="5494542"/>
              <a:ext cx="19491" cy="39097"/>
            </a:xfrm>
            <a:custGeom>
              <a:avLst/>
              <a:gdLst>
                <a:gd name="connsiteX0" fmla="*/ 19406 w 19491"/>
                <a:gd name="connsiteY0" fmla="*/ 31636 h 39097"/>
                <a:gd name="connsiteX1" fmla="*/ 11407 w 19491"/>
                <a:gd name="connsiteY1" fmla="*/ 3139 h 39097"/>
                <a:gd name="connsiteX2" fmla="*/ 158 w 19491"/>
                <a:gd name="connsiteY2" fmla="*/ 7889 h 39097"/>
                <a:gd name="connsiteX3" fmla="*/ 12240 w 19491"/>
                <a:gd name="connsiteY3" fmla="*/ 38802 h 39097"/>
                <a:gd name="connsiteX4" fmla="*/ 19406 w 19491"/>
                <a:gd name="connsiteY4" fmla="*/ 31636 h 39097"/>
                <a:gd name="connsiteX5" fmla="*/ 19406 w 19491"/>
                <a:gd name="connsiteY5" fmla="*/ 31636 h 39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491" h="39097">
                  <a:moveTo>
                    <a:pt x="19406" y="31636"/>
                  </a:moveTo>
                  <a:cubicBezTo>
                    <a:pt x="17740" y="22221"/>
                    <a:pt x="15573" y="11721"/>
                    <a:pt x="11407" y="3139"/>
                  </a:cubicBezTo>
                  <a:cubicBezTo>
                    <a:pt x="8241" y="-3444"/>
                    <a:pt x="-1342" y="1389"/>
                    <a:pt x="158" y="7889"/>
                  </a:cubicBezTo>
                  <a:cubicBezTo>
                    <a:pt x="2574" y="19054"/>
                    <a:pt x="-2175" y="34219"/>
                    <a:pt x="12240" y="38802"/>
                  </a:cubicBezTo>
                  <a:cubicBezTo>
                    <a:pt x="16740" y="40302"/>
                    <a:pt x="20073" y="35803"/>
                    <a:pt x="19406" y="31636"/>
                  </a:cubicBezTo>
                  <a:lnTo>
                    <a:pt x="19406" y="31636"/>
                  </a:lnTo>
                  <a:close/>
                </a:path>
              </a:pathLst>
            </a:custGeom>
            <a:grpFill/>
            <a:ln w="8332" cap="flat">
              <a:noFill/>
              <a:prstDash val="solid"/>
              <a:miter/>
            </a:ln>
          </p:spPr>
          <p:txBody>
            <a:bodyPr rtlCol="0" anchor="ctr"/>
            <a:lstStyle/>
            <a:p>
              <a:endParaRPr lang="en-US"/>
            </a:p>
          </p:txBody>
        </p:sp>
        <p:sp>
          <p:nvSpPr>
            <p:cNvPr id="2553" name="Freeform: Shape 2552"/>
            <p:cNvSpPr/>
            <p:nvPr/>
          </p:nvSpPr>
          <p:spPr>
            <a:xfrm>
              <a:off x="12109274" y="5487252"/>
              <a:ext cx="33932" cy="33117"/>
            </a:xfrm>
            <a:custGeom>
              <a:avLst/>
              <a:gdLst>
                <a:gd name="connsiteX0" fmla="*/ 33737 w 33932"/>
                <a:gd name="connsiteY0" fmla="*/ 24345 h 33117"/>
                <a:gd name="connsiteX1" fmla="*/ 20988 w 33932"/>
                <a:gd name="connsiteY1" fmla="*/ 10596 h 33117"/>
                <a:gd name="connsiteX2" fmla="*/ 7405 w 33932"/>
                <a:gd name="connsiteY2" fmla="*/ 763 h 33117"/>
                <a:gd name="connsiteX3" fmla="*/ 1406 w 33932"/>
                <a:gd name="connsiteY3" fmla="*/ 8513 h 33117"/>
                <a:gd name="connsiteX4" fmla="*/ 26987 w 33932"/>
                <a:gd name="connsiteY4" fmla="*/ 33094 h 33117"/>
                <a:gd name="connsiteX5" fmla="*/ 33737 w 33932"/>
                <a:gd name="connsiteY5" fmla="*/ 24345 h 33117"/>
                <a:gd name="connsiteX6" fmla="*/ 33737 w 33932"/>
                <a:gd name="connsiteY6" fmla="*/ 24345 h 33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932" h="33117">
                  <a:moveTo>
                    <a:pt x="33737" y="24345"/>
                  </a:moveTo>
                  <a:cubicBezTo>
                    <a:pt x="32236" y="18095"/>
                    <a:pt x="25904" y="14179"/>
                    <a:pt x="20988" y="10596"/>
                  </a:cubicBezTo>
                  <a:cubicBezTo>
                    <a:pt x="16488" y="7263"/>
                    <a:pt x="12072" y="3846"/>
                    <a:pt x="7405" y="763"/>
                  </a:cubicBezTo>
                  <a:cubicBezTo>
                    <a:pt x="2740" y="-2320"/>
                    <a:pt x="-2593" y="4680"/>
                    <a:pt x="1406" y="8513"/>
                  </a:cubicBezTo>
                  <a:cubicBezTo>
                    <a:pt x="10071" y="16679"/>
                    <a:pt x="13155" y="31844"/>
                    <a:pt x="26987" y="33094"/>
                  </a:cubicBezTo>
                  <a:cubicBezTo>
                    <a:pt x="31820" y="33510"/>
                    <a:pt x="34737" y="28344"/>
                    <a:pt x="33737" y="24345"/>
                  </a:cubicBezTo>
                  <a:lnTo>
                    <a:pt x="33737" y="24345"/>
                  </a:lnTo>
                  <a:close/>
                </a:path>
              </a:pathLst>
            </a:custGeom>
            <a:grpFill/>
            <a:ln w="8332" cap="flat">
              <a:noFill/>
              <a:prstDash val="solid"/>
              <a:miter/>
            </a:ln>
          </p:spPr>
          <p:txBody>
            <a:bodyPr rtlCol="0" anchor="ctr"/>
            <a:lstStyle/>
            <a:p>
              <a:endParaRPr lang="en-US"/>
            </a:p>
          </p:txBody>
        </p:sp>
        <p:sp>
          <p:nvSpPr>
            <p:cNvPr id="2554" name="Freeform: Shape 2553"/>
            <p:cNvSpPr/>
            <p:nvPr/>
          </p:nvSpPr>
          <p:spPr>
            <a:xfrm>
              <a:off x="12163572" y="5442513"/>
              <a:ext cx="46065" cy="18057"/>
            </a:xfrm>
            <a:custGeom>
              <a:avLst/>
              <a:gdLst>
                <a:gd name="connsiteX0" fmla="*/ 36183 w 46065"/>
                <a:gd name="connsiteY0" fmla="*/ 1924 h 18057"/>
                <a:gd name="connsiteX1" fmla="*/ 7019 w 46065"/>
                <a:gd name="connsiteY1" fmla="*/ 90 h 18057"/>
                <a:gd name="connsiteX2" fmla="*/ 4020 w 46065"/>
                <a:gd name="connsiteY2" fmla="*/ 10840 h 18057"/>
                <a:gd name="connsiteX3" fmla="*/ 42100 w 46065"/>
                <a:gd name="connsiteY3" fmla="*/ 15922 h 18057"/>
                <a:gd name="connsiteX4" fmla="*/ 36183 w 46065"/>
                <a:gd name="connsiteY4" fmla="*/ 1924 h 18057"/>
                <a:gd name="connsiteX5" fmla="*/ 36183 w 46065"/>
                <a:gd name="connsiteY5" fmla="*/ 1924 h 18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065" h="18057">
                  <a:moveTo>
                    <a:pt x="36183" y="1924"/>
                  </a:moveTo>
                  <a:cubicBezTo>
                    <a:pt x="26518" y="3507"/>
                    <a:pt x="16519" y="1757"/>
                    <a:pt x="7019" y="90"/>
                  </a:cubicBezTo>
                  <a:cubicBezTo>
                    <a:pt x="20" y="-1076"/>
                    <a:pt x="-3063" y="9423"/>
                    <a:pt x="4020" y="10840"/>
                  </a:cubicBezTo>
                  <a:cubicBezTo>
                    <a:pt x="16769" y="13423"/>
                    <a:pt x="29268" y="22005"/>
                    <a:pt x="42100" y="15922"/>
                  </a:cubicBezTo>
                  <a:cubicBezTo>
                    <a:pt x="50516" y="11923"/>
                    <a:pt x="44100" y="590"/>
                    <a:pt x="36183" y="1924"/>
                  </a:cubicBezTo>
                  <a:lnTo>
                    <a:pt x="36183" y="1924"/>
                  </a:lnTo>
                  <a:close/>
                </a:path>
              </a:pathLst>
            </a:custGeom>
            <a:grpFill/>
            <a:ln w="8332" cap="flat">
              <a:noFill/>
              <a:prstDash val="solid"/>
              <a:miter/>
            </a:ln>
          </p:spPr>
          <p:txBody>
            <a:bodyPr rtlCol="0" anchor="ctr"/>
            <a:lstStyle/>
            <a:p>
              <a:endParaRPr lang="en-US"/>
            </a:p>
          </p:txBody>
        </p:sp>
        <p:sp>
          <p:nvSpPr>
            <p:cNvPr id="2555" name="Freeform: Shape 2554"/>
            <p:cNvSpPr/>
            <p:nvPr/>
          </p:nvSpPr>
          <p:spPr>
            <a:xfrm>
              <a:off x="12195870" y="5380786"/>
              <a:ext cx="34194" cy="12244"/>
            </a:xfrm>
            <a:custGeom>
              <a:avLst/>
              <a:gdLst>
                <a:gd name="connsiteX0" fmla="*/ 30383 w 34194"/>
                <a:gd name="connsiteY0" fmla="*/ 656 h 12244"/>
                <a:gd name="connsiteX1" fmla="*/ 4968 w 34194"/>
                <a:gd name="connsiteY1" fmla="*/ 1489 h 12244"/>
                <a:gd name="connsiteX2" fmla="*/ 4968 w 34194"/>
                <a:gd name="connsiteY2" fmla="*/ 11821 h 12244"/>
                <a:gd name="connsiteX3" fmla="*/ 30383 w 34194"/>
                <a:gd name="connsiteY3" fmla="*/ 10739 h 12244"/>
                <a:gd name="connsiteX4" fmla="*/ 30383 w 34194"/>
                <a:gd name="connsiteY4" fmla="*/ 656 h 12244"/>
                <a:gd name="connsiteX5" fmla="*/ 30383 w 34194"/>
                <a:gd name="connsiteY5" fmla="*/ 656 h 12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194" h="12244">
                  <a:moveTo>
                    <a:pt x="30383" y="656"/>
                  </a:moveTo>
                  <a:cubicBezTo>
                    <a:pt x="21633" y="-844"/>
                    <a:pt x="13634" y="573"/>
                    <a:pt x="4968" y="1489"/>
                  </a:cubicBezTo>
                  <a:cubicBezTo>
                    <a:pt x="-1614" y="2156"/>
                    <a:pt x="-1698" y="11155"/>
                    <a:pt x="4968" y="11821"/>
                  </a:cubicBezTo>
                  <a:cubicBezTo>
                    <a:pt x="13634" y="12655"/>
                    <a:pt x="21883" y="12238"/>
                    <a:pt x="30383" y="10739"/>
                  </a:cubicBezTo>
                  <a:cubicBezTo>
                    <a:pt x="35465" y="9905"/>
                    <a:pt x="35465" y="1489"/>
                    <a:pt x="30383" y="656"/>
                  </a:cubicBezTo>
                  <a:lnTo>
                    <a:pt x="30383" y="656"/>
                  </a:lnTo>
                  <a:close/>
                </a:path>
              </a:pathLst>
            </a:custGeom>
            <a:grpFill/>
            <a:ln w="8332" cap="flat">
              <a:noFill/>
              <a:prstDash val="solid"/>
              <a:miter/>
            </a:ln>
          </p:spPr>
          <p:txBody>
            <a:bodyPr rtlCol="0" anchor="ctr"/>
            <a:lstStyle/>
            <a:p>
              <a:endParaRPr lang="en-US"/>
            </a:p>
          </p:txBody>
        </p:sp>
        <p:sp>
          <p:nvSpPr>
            <p:cNvPr id="2556" name="Freeform: Shape 2555"/>
            <p:cNvSpPr/>
            <p:nvPr/>
          </p:nvSpPr>
          <p:spPr>
            <a:xfrm>
              <a:off x="12208445" y="5609076"/>
              <a:ext cx="369137" cy="558127"/>
            </a:xfrm>
            <a:custGeom>
              <a:avLst/>
              <a:gdLst>
                <a:gd name="connsiteX0" fmla="*/ 313699 w 369137"/>
                <a:gd name="connsiteY0" fmla="*/ 121751 h 558127"/>
                <a:gd name="connsiteX1" fmla="*/ 262036 w 369137"/>
                <a:gd name="connsiteY1" fmla="*/ 98336 h 558127"/>
                <a:gd name="connsiteX2" fmla="*/ 199042 w 369137"/>
                <a:gd name="connsiteY2" fmla="*/ 98669 h 558127"/>
                <a:gd name="connsiteX3" fmla="*/ 180127 w 369137"/>
                <a:gd name="connsiteY3" fmla="*/ 102003 h 558127"/>
                <a:gd name="connsiteX4" fmla="*/ 171711 w 369137"/>
                <a:gd name="connsiteY4" fmla="*/ 90671 h 558127"/>
                <a:gd name="connsiteX5" fmla="*/ 162295 w 369137"/>
                <a:gd name="connsiteY5" fmla="*/ 50757 h 558127"/>
                <a:gd name="connsiteX6" fmla="*/ 157212 w 369137"/>
                <a:gd name="connsiteY6" fmla="*/ 16927 h 558127"/>
                <a:gd name="connsiteX7" fmla="*/ 150880 w 369137"/>
                <a:gd name="connsiteY7" fmla="*/ 1512 h 558127"/>
                <a:gd name="connsiteX8" fmla="*/ 115633 w 369137"/>
                <a:gd name="connsiteY8" fmla="*/ 19427 h 558127"/>
                <a:gd name="connsiteX9" fmla="*/ 107467 w 369137"/>
                <a:gd name="connsiteY9" fmla="*/ 59756 h 558127"/>
                <a:gd name="connsiteX10" fmla="*/ 118215 w 369137"/>
                <a:gd name="connsiteY10" fmla="*/ 91504 h 558127"/>
                <a:gd name="connsiteX11" fmla="*/ 127299 w 369137"/>
                <a:gd name="connsiteY11" fmla="*/ 115918 h 558127"/>
                <a:gd name="connsiteX12" fmla="*/ 117966 w 369137"/>
                <a:gd name="connsiteY12" fmla="*/ 116085 h 558127"/>
                <a:gd name="connsiteX13" fmla="*/ 106300 w 369137"/>
                <a:gd name="connsiteY13" fmla="*/ 121418 h 558127"/>
                <a:gd name="connsiteX14" fmla="*/ 93551 w 369137"/>
                <a:gd name="connsiteY14" fmla="*/ 129333 h 558127"/>
                <a:gd name="connsiteX15" fmla="*/ 76137 w 369137"/>
                <a:gd name="connsiteY15" fmla="*/ 142416 h 558127"/>
                <a:gd name="connsiteX16" fmla="*/ 69470 w 369137"/>
                <a:gd name="connsiteY16" fmla="*/ 147915 h 558127"/>
                <a:gd name="connsiteX17" fmla="*/ 53055 w 369137"/>
                <a:gd name="connsiteY17" fmla="*/ 163497 h 558127"/>
                <a:gd name="connsiteX18" fmla="*/ 2310 w 369137"/>
                <a:gd name="connsiteY18" fmla="*/ 254072 h 558127"/>
                <a:gd name="connsiteX19" fmla="*/ 5143 w 369137"/>
                <a:gd name="connsiteY19" fmla="*/ 275320 h 558127"/>
                <a:gd name="connsiteX20" fmla="*/ 16809 w 369137"/>
                <a:gd name="connsiteY20" fmla="*/ 272237 h 558127"/>
                <a:gd name="connsiteX21" fmla="*/ 18142 w 369137"/>
                <a:gd name="connsiteY21" fmla="*/ 323483 h 558127"/>
                <a:gd name="connsiteX22" fmla="*/ 49972 w 369137"/>
                <a:gd name="connsiteY22" fmla="*/ 401392 h 558127"/>
                <a:gd name="connsiteX23" fmla="*/ 181627 w 369137"/>
                <a:gd name="connsiteY23" fmla="*/ 529214 h 558127"/>
                <a:gd name="connsiteX24" fmla="*/ 260537 w 369137"/>
                <a:gd name="connsiteY24" fmla="*/ 557961 h 558127"/>
                <a:gd name="connsiteX25" fmla="*/ 323447 w 369137"/>
                <a:gd name="connsiteY25" fmla="*/ 515382 h 558127"/>
                <a:gd name="connsiteX26" fmla="*/ 369110 w 369137"/>
                <a:gd name="connsiteY26" fmla="*/ 349314 h 558127"/>
                <a:gd name="connsiteX27" fmla="*/ 359111 w 369137"/>
                <a:gd name="connsiteY27" fmla="*/ 244240 h 558127"/>
                <a:gd name="connsiteX28" fmla="*/ 328531 w 369137"/>
                <a:gd name="connsiteY28" fmla="*/ 161997 h 558127"/>
                <a:gd name="connsiteX29" fmla="*/ 337113 w 369137"/>
                <a:gd name="connsiteY29" fmla="*/ 163330 h 558127"/>
                <a:gd name="connsiteX30" fmla="*/ 342030 w 369137"/>
                <a:gd name="connsiteY30" fmla="*/ 156998 h 558127"/>
                <a:gd name="connsiteX31" fmla="*/ 313699 w 369137"/>
                <a:gd name="connsiteY31" fmla="*/ 121751 h 558127"/>
                <a:gd name="connsiteX32" fmla="*/ 313699 w 369137"/>
                <a:gd name="connsiteY32" fmla="*/ 121751 h 558127"/>
                <a:gd name="connsiteX33" fmla="*/ 352528 w 369137"/>
                <a:gd name="connsiteY33" fmla="*/ 309567 h 558127"/>
                <a:gd name="connsiteX34" fmla="*/ 332530 w 369137"/>
                <a:gd name="connsiteY34" fmla="*/ 464303 h 558127"/>
                <a:gd name="connsiteX35" fmla="*/ 285701 w 369137"/>
                <a:gd name="connsiteY35" fmla="*/ 530464 h 558127"/>
                <a:gd name="connsiteX36" fmla="*/ 243371 w 369137"/>
                <a:gd name="connsiteY36" fmla="*/ 540047 h 558127"/>
                <a:gd name="connsiteX37" fmla="*/ 208208 w 369137"/>
                <a:gd name="connsiteY37" fmla="*/ 525881 h 558127"/>
                <a:gd name="connsiteX38" fmla="*/ 140047 w 369137"/>
                <a:gd name="connsiteY38" fmla="*/ 484302 h 558127"/>
                <a:gd name="connsiteX39" fmla="*/ 82052 w 369137"/>
                <a:gd name="connsiteY39" fmla="*/ 425474 h 558127"/>
                <a:gd name="connsiteX40" fmla="*/ 35807 w 369137"/>
                <a:gd name="connsiteY40" fmla="*/ 343064 h 558127"/>
                <a:gd name="connsiteX41" fmla="*/ 26475 w 369137"/>
                <a:gd name="connsiteY41" fmla="*/ 298735 h 558127"/>
                <a:gd name="connsiteX42" fmla="*/ 25058 w 369137"/>
                <a:gd name="connsiteY42" fmla="*/ 263988 h 558127"/>
                <a:gd name="connsiteX43" fmla="*/ 66387 w 369137"/>
                <a:gd name="connsiteY43" fmla="*/ 219992 h 558127"/>
                <a:gd name="connsiteX44" fmla="*/ 88302 w 369137"/>
                <a:gd name="connsiteY44" fmla="*/ 202910 h 558127"/>
                <a:gd name="connsiteX45" fmla="*/ 82636 w 369137"/>
                <a:gd name="connsiteY45" fmla="*/ 223325 h 558127"/>
                <a:gd name="connsiteX46" fmla="*/ 80553 w 369137"/>
                <a:gd name="connsiteY46" fmla="*/ 276737 h 558127"/>
                <a:gd name="connsiteX47" fmla="*/ 90635 w 369137"/>
                <a:gd name="connsiteY47" fmla="*/ 278070 h 558127"/>
                <a:gd name="connsiteX48" fmla="*/ 122882 w 369137"/>
                <a:gd name="connsiteY48" fmla="*/ 229908 h 558127"/>
                <a:gd name="connsiteX49" fmla="*/ 137964 w 369137"/>
                <a:gd name="connsiteY49" fmla="*/ 200910 h 558127"/>
                <a:gd name="connsiteX50" fmla="*/ 143297 w 369137"/>
                <a:gd name="connsiteY50" fmla="*/ 190662 h 558127"/>
                <a:gd name="connsiteX51" fmla="*/ 146713 w 369137"/>
                <a:gd name="connsiteY51" fmla="*/ 220909 h 558127"/>
                <a:gd name="connsiteX52" fmla="*/ 156879 w 369137"/>
                <a:gd name="connsiteY52" fmla="*/ 261071 h 558127"/>
                <a:gd name="connsiteX53" fmla="*/ 167962 w 369137"/>
                <a:gd name="connsiteY53" fmla="*/ 261071 h 558127"/>
                <a:gd name="connsiteX54" fmla="*/ 176961 w 369137"/>
                <a:gd name="connsiteY54" fmla="*/ 221742 h 558127"/>
                <a:gd name="connsiteX55" fmla="*/ 176877 w 369137"/>
                <a:gd name="connsiteY55" fmla="*/ 174496 h 558127"/>
                <a:gd name="connsiteX56" fmla="*/ 194209 w 369137"/>
                <a:gd name="connsiteY56" fmla="*/ 189578 h 558127"/>
                <a:gd name="connsiteX57" fmla="*/ 213874 w 369137"/>
                <a:gd name="connsiteY57" fmla="*/ 210076 h 558127"/>
                <a:gd name="connsiteX58" fmla="*/ 241039 w 369137"/>
                <a:gd name="connsiteY58" fmla="*/ 238074 h 558127"/>
                <a:gd name="connsiteX59" fmla="*/ 249704 w 369137"/>
                <a:gd name="connsiteY59" fmla="*/ 231407 h 558127"/>
                <a:gd name="connsiteX60" fmla="*/ 234539 w 369137"/>
                <a:gd name="connsiteY60" fmla="*/ 187245 h 558127"/>
                <a:gd name="connsiteX61" fmla="*/ 224790 w 369137"/>
                <a:gd name="connsiteY61" fmla="*/ 163497 h 558127"/>
                <a:gd name="connsiteX62" fmla="*/ 219874 w 369137"/>
                <a:gd name="connsiteY62" fmla="*/ 152998 h 558127"/>
                <a:gd name="connsiteX63" fmla="*/ 257120 w 369137"/>
                <a:gd name="connsiteY63" fmla="*/ 172497 h 558127"/>
                <a:gd name="connsiteX64" fmla="*/ 300449 w 369137"/>
                <a:gd name="connsiteY64" fmla="*/ 199411 h 558127"/>
                <a:gd name="connsiteX65" fmla="*/ 308449 w 369137"/>
                <a:gd name="connsiteY65" fmla="*/ 191411 h 558127"/>
                <a:gd name="connsiteX66" fmla="*/ 283867 w 369137"/>
                <a:gd name="connsiteY66" fmla="*/ 155081 h 558127"/>
                <a:gd name="connsiteX67" fmla="*/ 262620 w 369137"/>
                <a:gd name="connsiteY67" fmla="*/ 131416 h 558127"/>
                <a:gd name="connsiteX68" fmla="*/ 300949 w 369137"/>
                <a:gd name="connsiteY68" fmla="*/ 147499 h 558127"/>
                <a:gd name="connsiteX69" fmla="*/ 312365 w 369137"/>
                <a:gd name="connsiteY69" fmla="*/ 153998 h 558127"/>
                <a:gd name="connsiteX70" fmla="*/ 352528 w 369137"/>
                <a:gd name="connsiteY70" fmla="*/ 309567 h 558127"/>
                <a:gd name="connsiteX71" fmla="*/ 352528 w 369137"/>
                <a:gd name="connsiteY71" fmla="*/ 309567 h 558127"/>
                <a:gd name="connsiteX72" fmla="*/ 314115 w 369137"/>
                <a:gd name="connsiteY72" fmla="*/ 142915 h 558127"/>
                <a:gd name="connsiteX73" fmla="*/ 287451 w 369137"/>
                <a:gd name="connsiteY73" fmla="*/ 130167 h 558127"/>
                <a:gd name="connsiteX74" fmla="*/ 251787 w 369137"/>
                <a:gd name="connsiteY74" fmla="*/ 120834 h 558127"/>
                <a:gd name="connsiteX75" fmla="*/ 247454 w 369137"/>
                <a:gd name="connsiteY75" fmla="*/ 128251 h 558127"/>
                <a:gd name="connsiteX76" fmla="*/ 268869 w 369137"/>
                <a:gd name="connsiteY76" fmla="*/ 155665 h 558127"/>
                <a:gd name="connsiteX77" fmla="*/ 284618 w 369137"/>
                <a:gd name="connsiteY77" fmla="*/ 177079 h 558127"/>
                <a:gd name="connsiteX78" fmla="*/ 261119 w 369137"/>
                <a:gd name="connsiteY78" fmla="*/ 162497 h 558127"/>
                <a:gd name="connsiteX79" fmla="*/ 212957 w 369137"/>
                <a:gd name="connsiteY79" fmla="*/ 138333 h 558127"/>
                <a:gd name="connsiteX80" fmla="*/ 205458 w 369137"/>
                <a:gd name="connsiteY80" fmla="*/ 144082 h 558127"/>
                <a:gd name="connsiteX81" fmla="*/ 218874 w 369137"/>
                <a:gd name="connsiteY81" fmla="*/ 181162 h 558127"/>
                <a:gd name="connsiteX82" fmla="*/ 231122 w 369137"/>
                <a:gd name="connsiteY82" fmla="*/ 211576 h 558127"/>
                <a:gd name="connsiteX83" fmla="*/ 226956 w 369137"/>
                <a:gd name="connsiteY83" fmla="*/ 206827 h 558127"/>
                <a:gd name="connsiteX84" fmla="*/ 204624 w 369137"/>
                <a:gd name="connsiteY84" fmla="*/ 184662 h 558127"/>
                <a:gd name="connsiteX85" fmla="*/ 169211 w 369137"/>
                <a:gd name="connsiteY85" fmla="*/ 162664 h 558127"/>
                <a:gd name="connsiteX86" fmla="*/ 165962 w 369137"/>
                <a:gd name="connsiteY86" fmla="*/ 166830 h 558127"/>
                <a:gd name="connsiteX87" fmla="*/ 164545 w 369137"/>
                <a:gd name="connsiteY87" fmla="*/ 208993 h 558127"/>
                <a:gd name="connsiteX88" fmla="*/ 162295 w 369137"/>
                <a:gd name="connsiteY88" fmla="*/ 239990 h 558127"/>
                <a:gd name="connsiteX89" fmla="*/ 158962 w 369137"/>
                <a:gd name="connsiteY89" fmla="*/ 213993 h 558127"/>
                <a:gd name="connsiteX90" fmla="*/ 154879 w 369137"/>
                <a:gd name="connsiteY90" fmla="*/ 172996 h 558127"/>
                <a:gd name="connsiteX91" fmla="*/ 147797 w 369137"/>
                <a:gd name="connsiteY91" fmla="*/ 165913 h 558127"/>
                <a:gd name="connsiteX92" fmla="*/ 138464 w 369137"/>
                <a:gd name="connsiteY92" fmla="*/ 173163 h 558127"/>
                <a:gd name="connsiteX93" fmla="*/ 122799 w 369137"/>
                <a:gd name="connsiteY93" fmla="*/ 201410 h 558127"/>
                <a:gd name="connsiteX94" fmla="*/ 89385 w 369137"/>
                <a:gd name="connsiteY94" fmla="*/ 260405 h 558127"/>
                <a:gd name="connsiteX95" fmla="*/ 96634 w 369137"/>
                <a:gd name="connsiteY95" fmla="*/ 222075 h 558127"/>
                <a:gd name="connsiteX96" fmla="*/ 113633 w 369137"/>
                <a:gd name="connsiteY96" fmla="*/ 183995 h 558127"/>
                <a:gd name="connsiteX97" fmla="*/ 106050 w 369137"/>
                <a:gd name="connsiteY97" fmla="*/ 174163 h 558127"/>
                <a:gd name="connsiteX98" fmla="*/ 44056 w 369137"/>
                <a:gd name="connsiteY98" fmla="*/ 224658 h 558127"/>
                <a:gd name="connsiteX99" fmla="*/ 20308 w 369137"/>
                <a:gd name="connsiteY99" fmla="*/ 251489 h 558127"/>
                <a:gd name="connsiteX100" fmla="*/ 15308 w 369137"/>
                <a:gd name="connsiteY100" fmla="*/ 258488 h 558127"/>
                <a:gd name="connsiteX101" fmla="*/ 13309 w 369137"/>
                <a:gd name="connsiteY101" fmla="*/ 258655 h 558127"/>
                <a:gd name="connsiteX102" fmla="*/ 18308 w 369137"/>
                <a:gd name="connsiteY102" fmla="*/ 241990 h 558127"/>
                <a:gd name="connsiteX103" fmla="*/ 58221 w 369137"/>
                <a:gd name="connsiteY103" fmla="*/ 174246 h 558127"/>
                <a:gd name="connsiteX104" fmla="*/ 78387 w 369137"/>
                <a:gd name="connsiteY104" fmla="*/ 153165 h 558127"/>
                <a:gd name="connsiteX105" fmla="*/ 101301 w 369137"/>
                <a:gd name="connsiteY105" fmla="*/ 139749 h 558127"/>
                <a:gd name="connsiteX106" fmla="*/ 128965 w 369137"/>
                <a:gd name="connsiteY106" fmla="*/ 129167 h 558127"/>
                <a:gd name="connsiteX107" fmla="*/ 139047 w 369137"/>
                <a:gd name="connsiteY107" fmla="*/ 126834 h 558127"/>
                <a:gd name="connsiteX108" fmla="*/ 141714 w 369137"/>
                <a:gd name="connsiteY108" fmla="*/ 120501 h 558127"/>
                <a:gd name="connsiteX109" fmla="*/ 125465 w 369137"/>
                <a:gd name="connsiteY109" fmla="*/ 77088 h 558127"/>
                <a:gd name="connsiteX110" fmla="*/ 115967 w 369137"/>
                <a:gd name="connsiteY110" fmla="*/ 48091 h 558127"/>
                <a:gd name="connsiteX111" fmla="*/ 128382 w 369137"/>
                <a:gd name="connsiteY111" fmla="*/ 21760 h 558127"/>
                <a:gd name="connsiteX112" fmla="*/ 146964 w 369137"/>
                <a:gd name="connsiteY112" fmla="*/ 16344 h 558127"/>
                <a:gd name="connsiteX113" fmla="*/ 150380 w 369137"/>
                <a:gd name="connsiteY113" fmla="*/ 43841 h 558127"/>
                <a:gd name="connsiteX114" fmla="*/ 161879 w 369137"/>
                <a:gd name="connsiteY114" fmla="*/ 100919 h 558127"/>
                <a:gd name="connsiteX115" fmla="*/ 178710 w 369137"/>
                <a:gd name="connsiteY115" fmla="*/ 114918 h 558127"/>
                <a:gd name="connsiteX116" fmla="*/ 238789 w 369137"/>
                <a:gd name="connsiteY116" fmla="*/ 108002 h 558127"/>
                <a:gd name="connsiteX117" fmla="*/ 290951 w 369137"/>
                <a:gd name="connsiteY117" fmla="*/ 122167 h 558127"/>
                <a:gd name="connsiteX118" fmla="*/ 313615 w 369137"/>
                <a:gd name="connsiteY118" fmla="*/ 138083 h 558127"/>
                <a:gd name="connsiteX119" fmla="*/ 324781 w 369137"/>
                <a:gd name="connsiteY119" fmla="*/ 149082 h 558127"/>
                <a:gd name="connsiteX120" fmla="*/ 314115 w 369137"/>
                <a:gd name="connsiteY120" fmla="*/ 142915 h 558127"/>
                <a:gd name="connsiteX121" fmla="*/ 314115 w 369137"/>
                <a:gd name="connsiteY121" fmla="*/ 142915 h 558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369137" h="558127">
                  <a:moveTo>
                    <a:pt x="313699" y="121751"/>
                  </a:moveTo>
                  <a:cubicBezTo>
                    <a:pt x="298783" y="110002"/>
                    <a:pt x="280701" y="101670"/>
                    <a:pt x="262036" y="98336"/>
                  </a:cubicBezTo>
                  <a:cubicBezTo>
                    <a:pt x="240538" y="94503"/>
                    <a:pt x="220623" y="94587"/>
                    <a:pt x="199042" y="98669"/>
                  </a:cubicBezTo>
                  <a:cubicBezTo>
                    <a:pt x="193709" y="99669"/>
                    <a:pt x="185543" y="103086"/>
                    <a:pt x="180127" y="102003"/>
                  </a:cubicBezTo>
                  <a:cubicBezTo>
                    <a:pt x="173794" y="100753"/>
                    <a:pt x="173377" y="96670"/>
                    <a:pt x="171711" y="90671"/>
                  </a:cubicBezTo>
                  <a:cubicBezTo>
                    <a:pt x="168129" y="77505"/>
                    <a:pt x="164795" y="64256"/>
                    <a:pt x="162295" y="50757"/>
                  </a:cubicBezTo>
                  <a:cubicBezTo>
                    <a:pt x="160295" y="39508"/>
                    <a:pt x="159129" y="28176"/>
                    <a:pt x="157212" y="16927"/>
                  </a:cubicBezTo>
                  <a:cubicBezTo>
                    <a:pt x="156296" y="11428"/>
                    <a:pt x="156129" y="4928"/>
                    <a:pt x="150880" y="1512"/>
                  </a:cubicBezTo>
                  <a:cubicBezTo>
                    <a:pt x="140380" y="-5321"/>
                    <a:pt x="122299" y="12844"/>
                    <a:pt x="115633" y="19427"/>
                  </a:cubicBezTo>
                  <a:cubicBezTo>
                    <a:pt x="103884" y="31009"/>
                    <a:pt x="103717" y="44508"/>
                    <a:pt x="107467" y="59756"/>
                  </a:cubicBezTo>
                  <a:cubicBezTo>
                    <a:pt x="110133" y="70589"/>
                    <a:pt x="114383" y="81004"/>
                    <a:pt x="118215" y="91504"/>
                  </a:cubicBezTo>
                  <a:cubicBezTo>
                    <a:pt x="120882" y="98669"/>
                    <a:pt x="125382" y="107752"/>
                    <a:pt x="127299" y="115918"/>
                  </a:cubicBezTo>
                  <a:cubicBezTo>
                    <a:pt x="124132" y="115835"/>
                    <a:pt x="119883" y="115585"/>
                    <a:pt x="117966" y="116085"/>
                  </a:cubicBezTo>
                  <a:cubicBezTo>
                    <a:pt x="113717" y="117168"/>
                    <a:pt x="109883" y="119084"/>
                    <a:pt x="106300" y="121418"/>
                  </a:cubicBezTo>
                  <a:cubicBezTo>
                    <a:pt x="102134" y="123418"/>
                    <a:pt x="98051" y="126084"/>
                    <a:pt x="93551" y="129333"/>
                  </a:cubicBezTo>
                  <a:cubicBezTo>
                    <a:pt x="87636" y="133583"/>
                    <a:pt x="81802" y="137916"/>
                    <a:pt x="76137" y="142416"/>
                  </a:cubicBezTo>
                  <a:cubicBezTo>
                    <a:pt x="73803" y="144166"/>
                    <a:pt x="71637" y="145998"/>
                    <a:pt x="69470" y="147915"/>
                  </a:cubicBezTo>
                  <a:cubicBezTo>
                    <a:pt x="63721" y="152831"/>
                    <a:pt x="58221" y="157915"/>
                    <a:pt x="53055" y="163497"/>
                  </a:cubicBezTo>
                  <a:cubicBezTo>
                    <a:pt x="29391" y="188995"/>
                    <a:pt x="11559" y="220742"/>
                    <a:pt x="2310" y="254072"/>
                  </a:cubicBezTo>
                  <a:cubicBezTo>
                    <a:pt x="643" y="260155"/>
                    <a:pt x="-3106" y="271904"/>
                    <a:pt x="5143" y="275320"/>
                  </a:cubicBezTo>
                  <a:cubicBezTo>
                    <a:pt x="8892" y="276904"/>
                    <a:pt x="13142" y="274987"/>
                    <a:pt x="16809" y="272237"/>
                  </a:cubicBezTo>
                  <a:cubicBezTo>
                    <a:pt x="13976" y="289319"/>
                    <a:pt x="15892" y="308901"/>
                    <a:pt x="18142" y="323483"/>
                  </a:cubicBezTo>
                  <a:cubicBezTo>
                    <a:pt x="22558" y="351397"/>
                    <a:pt x="35973" y="377228"/>
                    <a:pt x="49972" y="401392"/>
                  </a:cubicBezTo>
                  <a:cubicBezTo>
                    <a:pt x="81470" y="456054"/>
                    <a:pt x="126466" y="498967"/>
                    <a:pt x="181627" y="529214"/>
                  </a:cubicBezTo>
                  <a:cubicBezTo>
                    <a:pt x="205041" y="542046"/>
                    <a:pt x="232706" y="560045"/>
                    <a:pt x="260537" y="557961"/>
                  </a:cubicBezTo>
                  <a:cubicBezTo>
                    <a:pt x="286201" y="555962"/>
                    <a:pt x="308948" y="535214"/>
                    <a:pt x="323447" y="515382"/>
                  </a:cubicBezTo>
                  <a:cubicBezTo>
                    <a:pt x="357861" y="468470"/>
                    <a:pt x="368610" y="406142"/>
                    <a:pt x="369110" y="349314"/>
                  </a:cubicBezTo>
                  <a:cubicBezTo>
                    <a:pt x="369443" y="313651"/>
                    <a:pt x="366777" y="279070"/>
                    <a:pt x="359111" y="244240"/>
                  </a:cubicBezTo>
                  <a:cubicBezTo>
                    <a:pt x="352861" y="215576"/>
                    <a:pt x="343946" y="186828"/>
                    <a:pt x="328531" y="161997"/>
                  </a:cubicBezTo>
                  <a:cubicBezTo>
                    <a:pt x="331364" y="162830"/>
                    <a:pt x="334196" y="163330"/>
                    <a:pt x="337113" y="163330"/>
                  </a:cubicBezTo>
                  <a:cubicBezTo>
                    <a:pt x="340196" y="163330"/>
                    <a:pt x="342362" y="159747"/>
                    <a:pt x="342030" y="156998"/>
                  </a:cubicBezTo>
                  <a:cubicBezTo>
                    <a:pt x="340529" y="143666"/>
                    <a:pt x="323364" y="129333"/>
                    <a:pt x="313699" y="121751"/>
                  </a:cubicBezTo>
                  <a:lnTo>
                    <a:pt x="313699" y="121751"/>
                  </a:lnTo>
                  <a:close/>
                  <a:moveTo>
                    <a:pt x="352528" y="309567"/>
                  </a:moveTo>
                  <a:cubicBezTo>
                    <a:pt x="355445" y="361313"/>
                    <a:pt x="353028" y="416141"/>
                    <a:pt x="332530" y="464303"/>
                  </a:cubicBezTo>
                  <a:cubicBezTo>
                    <a:pt x="321614" y="489968"/>
                    <a:pt x="309115" y="514049"/>
                    <a:pt x="285701" y="530464"/>
                  </a:cubicBezTo>
                  <a:cubicBezTo>
                    <a:pt x="272368" y="539880"/>
                    <a:pt x="259704" y="544546"/>
                    <a:pt x="243371" y="540047"/>
                  </a:cubicBezTo>
                  <a:cubicBezTo>
                    <a:pt x="231289" y="536713"/>
                    <a:pt x="219373" y="531547"/>
                    <a:pt x="208208" y="525881"/>
                  </a:cubicBezTo>
                  <a:cubicBezTo>
                    <a:pt x="184460" y="513799"/>
                    <a:pt x="160712" y="501300"/>
                    <a:pt x="140047" y="484302"/>
                  </a:cubicBezTo>
                  <a:cubicBezTo>
                    <a:pt x="118549" y="466553"/>
                    <a:pt x="99051" y="447805"/>
                    <a:pt x="82052" y="425474"/>
                  </a:cubicBezTo>
                  <a:cubicBezTo>
                    <a:pt x="63221" y="400892"/>
                    <a:pt x="46472" y="372061"/>
                    <a:pt x="35807" y="343064"/>
                  </a:cubicBezTo>
                  <a:cubicBezTo>
                    <a:pt x="30558" y="328649"/>
                    <a:pt x="27557" y="314067"/>
                    <a:pt x="26475" y="298735"/>
                  </a:cubicBezTo>
                  <a:cubicBezTo>
                    <a:pt x="25724" y="288403"/>
                    <a:pt x="24141" y="275487"/>
                    <a:pt x="25058" y="263988"/>
                  </a:cubicBezTo>
                  <a:cubicBezTo>
                    <a:pt x="38306" y="248490"/>
                    <a:pt x="50389" y="233074"/>
                    <a:pt x="66387" y="219992"/>
                  </a:cubicBezTo>
                  <a:cubicBezTo>
                    <a:pt x="73553" y="214159"/>
                    <a:pt x="80886" y="208493"/>
                    <a:pt x="88302" y="202910"/>
                  </a:cubicBezTo>
                  <a:cubicBezTo>
                    <a:pt x="86052" y="209826"/>
                    <a:pt x="84302" y="216909"/>
                    <a:pt x="82636" y="223325"/>
                  </a:cubicBezTo>
                  <a:cubicBezTo>
                    <a:pt x="78803" y="238157"/>
                    <a:pt x="69804" y="263072"/>
                    <a:pt x="80553" y="276737"/>
                  </a:cubicBezTo>
                  <a:cubicBezTo>
                    <a:pt x="83052" y="279987"/>
                    <a:pt x="87385" y="280237"/>
                    <a:pt x="90635" y="278070"/>
                  </a:cubicBezTo>
                  <a:cubicBezTo>
                    <a:pt x="106551" y="267571"/>
                    <a:pt x="114550" y="246323"/>
                    <a:pt x="122882" y="229908"/>
                  </a:cubicBezTo>
                  <a:cubicBezTo>
                    <a:pt x="127798" y="220159"/>
                    <a:pt x="132715" y="210493"/>
                    <a:pt x="137964" y="200910"/>
                  </a:cubicBezTo>
                  <a:cubicBezTo>
                    <a:pt x="138881" y="199327"/>
                    <a:pt x="141048" y="195078"/>
                    <a:pt x="143297" y="190662"/>
                  </a:cubicBezTo>
                  <a:cubicBezTo>
                    <a:pt x="144131" y="200744"/>
                    <a:pt x="145547" y="210910"/>
                    <a:pt x="146713" y="220909"/>
                  </a:cubicBezTo>
                  <a:cubicBezTo>
                    <a:pt x="148214" y="234574"/>
                    <a:pt x="148214" y="249823"/>
                    <a:pt x="156879" y="261071"/>
                  </a:cubicBezTo>
                  <a:cubicBezTo>
                    <a:pt x="159796" y="264905"/>
                    <a:pt x="164962" y="264321"/>
                    <a:pt x="167962" y="261071"/>
                  </a:cubicBezTo>
                  <a:cubicBezTo>
                    <a:pt x="176710" y="251489"/>
                    <a:pt x="176128" y="233824"/>
                    <a:pt x="176961" y="221742"/>
                  </a:cubicBezTo>
                  <a:cubicBezTo>
                    <a:pt x="177378" y="216076"/>
                    <a:pt x="174627" y="175413"/>
                    <a:pt x="176877" y="174496"/>
                  </a:cubicBezTo>
                  <a:cubicBezTo>
                    <a:pt x="179544" y="173413"/>
                    <a:pt x="192209" y="187661"/>
                    <a:pt x="194209" y="189578"/>
                  </a:cubicBezTo>
                  <a:cubicBezTo>
                    <a:pt x="200958" y="196244"/>
                    <a:pt x="207458" y="203160"/>
                    <a:pt x="213874" y="210076"/>
                  </a:cubicBezTo>
                  <a:cubicBezTo>
                    <a:pt x="221873" y="218659"/>
                    <a:pt x="230540" y="232574"/>
                    <a:pt x="241039" y="238074"/>
                  </a:cubicBezTo>
                  <a:cubicBezTo>
                    <a:pt x="245205" y="240240"/>
                    <a:pt x="250454" y="235824"/>
                    <a:pt x="249704" y="231407"/>
                  </a:cubicBezTo>
                  <a:cubicBezTo>
                    <a:pt x="246955" y="215992"/>
                    <a:pt x="240371" y="201661"/>
                    <a:pt x="234539" y="187245"/>
                  </a:cubicBezTo>
                  <a:cubicBezTo>
                    <a:pt x="231289" y="179329"/>
                    <a:pt x="227956" y="171413"/>
                    <a:pt x="224790" y="163497"/>
                  </a:cubicBezTo>
                  <a:cubicBezTo>
                    <a:pt x="223456" y="160164"/>
                    <a:pt x="221540" y="156581"/>
                    <a:pt x="219874" y="152998"/>
                  </a:cubicBezTo>
                  <a:cubicBezTo>
                    <a:pt x="232623" y="158748"/>
                    <a:pt x="244871" y="165830"/>
                    <a:pt x="257120" y="172497"/>
                  </a:cubicBezTo>
                  <a:cubicBezTo>
                    <a:pt x="271952" y="180579"/>
                    <a:pt x="285034" y="192828"/>
                    <a:pt x="300449" y="199411"/>
                  </a:cubicBezTo>
                  <a:cubicBezTo>
                    <a:pt x="305032" y="201327"/>
                    <a:pt x="310865" y="196244"/>
                    <a:pt x="308449" y="191411"/>
                  </a:cubicBezTo>
                  <a:cubicBezTo>
                    <a:pt x="301949" y="178496"/>
                    <a:pt x="292367" y="166747"/>
                    <a:pt x="283867" y="155081"/>
                  </a:cubicBezTo>
                  <a:cubicBezTo>
                    <a:pt x="278035" y="146999"/>
                    <a:pt x="269119" y="139583"/>
                    <a:pt x="262620" y="131416"/>
                  </a:cubicBezTo>
                  <a:cubicBezTo>
                    <a:pt x="275618" y="133417"/>
                    <a:pt x="291534" y="142833"/>
                    <a:pt x="300949" y="147499"/>
                  </a:cubicBezTo>
                  <a:cubicBezTo>
                    <a:pt x="304699" y="149332"/>
                    <a:pt x="308449" y="151665"/>
                    <a:pt x="312365" y="153998"/>
                  </a:cubicBezTo>
                  <a:cubicBezTo>
                    <a:pt x="334697" y="202243"/>
                    <a:pt x="349528" y="256489"/>
                    <a:pt x="352528" y="309567"/>
                  </a:cubicBezTo>
                  <a:lnTo>
                    <a:pt x="352528" y="309567"/>
                  </a:lnTo>
                  <a:close/>
                  <a:moveTo>
                    <a:pt x="314115" y="142915"/>
                  </a:moveTo>
                  <a:cubicBezTo>
                    <a:pt x="305283" y="138499"/>
                    <a:pt x="296533" y="134000"/>
                    <a:pt x="287451" y="130167"/>
                  </a:cubicBezTo>
                  <a:cubicBezTo>
                    <a:pt x="277035" y="125750"/>
                    <a:pt x="263369" y="118584"/>
                    <a:pt x="251787" y="120834"/>
                  </a:cubicBezTo>
                  <a:cubicBezTo>
                    <a:pt x="248537" y="121501"/>
                    <a:pt x="245788" y="124917"/>
                    <a:pt x="247454" y="128251"/>
                  </a:cubicBezTo>
                  <a:cubicBezTo>
                    <a:pt x="252287" y="138333"/>
                    <a:pt x="262286" y="146582"/>
                    <a:pt x="268869" y="155665"/>
                  </a:cubicBezTo>
                  <a:cubicBezTo>
                    <a:pt x="273869" y="162581"/>
                    <a:pt x="279368" y="169747"/>
                    <a:pt x="284618" y="177079"/>
                  </a:cubicBezTo>
                  <a:cubicBezTo>
                    <a:pt x="276785" y="171997"/>
                    <a:pt x="269119" y="166664"/>
                    <a:pt x="261119" y="162497"/>
                  </a:cubicBezTo>
                  <a:cubicBezTo>
                    <a:pt x="245287" y="154331"/>
                    <a:pt x="229373" y="145165"/>
                    <a:pt x="212957" y="138333"/>
                  </a:cubicBezTo>
                  <a:cubicBezTo>
                    <a:pt x="209041" y="136749"/>
                    <a:pt x="205041" y="140083"/>
                    <a:pt x="205458" y="144082"/>
                  </a:cubicBezTo>
                  <a:cubicBezTo>
                    <a:pt x="206707" y="156248"/>
                    <a:pt x="214374" y="169830"/>
                    <a:pt x="218874" y="181162"/>
                  </a:cubicBezTo>
                  <a:cubicBezTo>
                    <a:pt x="222790" y="191078"/>
                    <a:pt x="227457" y="201244"/>
                    <a:pt x="231122" y="211576"/>
                  </a:cubicBezTo>
                  <a:cubicBezTo>
                    <a:pt x="229622" y="209743"/>
                    <a:pt x="228206" y="208076"/>
                    <a:pt x="226956" y="206827"/>
                  </a:cubicBezTo>
                  <a:cubicBezTo>
                    <a:pt x="219623" y="199327"/>
                    <a:pt x="212291" y="191828"/>
                    <a:pt x="204624" y="184662"/>
                  </a:cubicBezTo>
                  <a:cubicBezTo>
                    <a:pt x="196625" y="177079"/>
                    <a:pt x="181793" y="158914"/>
                    <a:pt x="169211" y="162664"/>
                  </a:cubicBezTo>
                  <a:cubicBezTo>
                    <a:pt x="167378" y="163247"/>
                    <a:pt x="166378" y="165080"/>
                    <a:pt x="165962" y="166830"/>
                  </a:cubicBezTo>
                  <a:cubicBezTo>
                    <a:pt x="162879" y="180079"/>
                    <a:pt x="165211" y="195411"/>
                    <a:pt x="164545" y="208993"/>
                  </a:cubicBezTo>
                  <a:cubicBezTo>
                    <a:pt x="164212" y="216659"/>
                    <a:pt x="164462" y="229575"/>
                    <a:pt x="162295" y="239990"/>
                  </a:cubicBezTo>
                  <a:cubicBezTo>
                    <a:pt x="160295" y="231407"/>
                    <a:pt x="160045" y="221742"/>
                    <a:pt x="158962" y="213993"/>
                  </a:cubicBezTo>
                  <a:cubicBezTo>
                    <a:pt x="157129" y="200494"/>
                    <a:pt x="154463" y="186745"/>
                    <a:pt x="154879" y="172996"/>
                  </a:cubicBezTo>
                  <a:cubicBezTo>
                    <a:pt x="155046" y="168747"/>
                    <a:pt x="152213" y="165664"/>
                    <a:pt x="147797" y="165913"/>
                  </a:cubicBezTo>
                  <a:cubicBezTo>
                    <a:pt x="142797" y="166164"/>
                    <a:pt x="141048" y="169163"/>
                    <a:pt x="138464" y="173163"/>
                  </a:cubicBezTo>
                  <a:cubicBezTo>
                    <a:pt x="132715" y="181995"/>
                    <a:pt x="127965" y="192161"/>
                    <a:pt x="122799" y="201410"/>
                  </a:cubicBezTo>
                  <a:cubicBezTo>
                    <a:pt x="113216" y="218742"/>
                    <a:pt x="104384" y="245323"/>
                    <a:pt x="89385" y="260405"/>
                  </a:cubicBezTo>
                  <a:cubicBezTo>
                    <a:pt x="88552" y="248406"/>
                    <a:pt x="94801" y="229491"/>
                    <a:pt x="96634" y="222075"/>
                  </a:cubicBezTo>
                  <a:cubicBezTo>
                    <a:pt x="99717" y="209743"/>
                    <a:pt x="103134" y="192161"/>
                    <a:pt x="113633" y="183995"/>
                  </a:cubicBezTo>
                  <a:cubicBezTo>
                    <a:pt x="119966" y="179079"/>
                    <a:pt x="112466" y="169247"/>
                    <a:pt x="106050" y="174163"/>
                  </a:cubicBezTo>
                  <a:cubicBezTo>
                    <a:pt x="85052" y="190244"/>
                    <a:pt x="62805" y="205827"/>
                    <a:pt x="44056" y="224658"/>
                  </a:cubicBezTo>
                  <a:cubicBezTo>
                    <a:pt x="35640" y="233157"/>
                    <a:pt x="27475" y="241990"/>
                    <a:pt x="20308" y="251489"/>
                  </a:cubicBezTo>
                  <a:cubicBezTo>
                    <a:pt x="18725" y="253906"/>
                    <a:pt x="17059" y="256239"/>
                    <a:pt x="15308" y="258488"/>
                  </a:cubicBezTo>
                  <a:cubicBezTo>
                    <a:pt x="8975" y="265071"/>
                    <a:pt x="8309" y="265071"/>
                    <a:pt x="13309" y="258655"/>
                  </a:cubicBezTo>
                  <a:cubicBezTo>
                    <a:pt x="14559" y="253072"/>
                    <a:pt x="16392" y="247406"/>
                    <a:pt x="18308" y="241990"/>
                  </a:cubicBezTo>
                  <a:cubicBezTo>
                    <a:pt x="26974" y="217492"/>
                    <a:pt x="42057" y="194411"/>
                    <a:pt x="58221" y="174246"/>
                  </a:cubicBezTo>
                  <a:cubicBezTo>
                    <a:pt x="64387" y="166580"/>
                    <a:pt x="71221" y="159747"/>
                    <a:pt x="78387" y="153165"/>
                  </a:cubicBezTo>
                  <a:cubicBezTo>
                    <a:pt x="85803" y="148415"/>
                    <a:pt x="93551" y="144166"/>
                    <a:pt x="101301" y="139749"/>
                  </a:cubicBezTo>
                  <a:cubicBezTo>
                    <a:pt x="110966" y="134250"/>
                    <a:pt x="117633" y="130000"/>
                    <a:pt x="128965" y="129167"/>
                  </a:cubicBezTo>
                  <a:cubicBezTo>
                    <a:pt x="133548" y="128833"/>
                    <a:pt x="134964" y="129250"/>
                    <a:pt x="139047" y="126834"/>
                  </a:cubicBezTo>
                  <a:cubicBezTo>
                    <a:pt x="141130" y="125667"/>
                    <a:pt x="141881" y="122667"/>
                    <a:pt x="141714" y="120501"/>
                  </a:cubicBezTo>
                  <a:cubicBezTo>
                    <a:pt x="140297" y="106252"/>
                    <a:pt x="130881" y="90254"/>
                    <a:pt x="125465" y="77088"/>
                  </a:cubicBezTo>
                  <a:cubicBezTo>
                    <a:pt x="121716" y="67922"/>
                    <a:pt x="117132" y="58006"/>
                    <a:pt x="115967" y="48091"/>
                  </a:cubicBezTo>
                  <a:cubicBezTo>
                    <a:pt x="114466" y="35592"/>
                    <a:pt x="119382" y="29509"/>
                    <a:pt x="128382" y="21760"/>
                  </a:cubicBezTo>
                  <a:cubicBezTo>
                    <a:pt x="133964" y="16927"/>
                    <a:pt x="142714" y="6261"/>
                    <a:pt x="146964" y="16344"/>
                  </a:cubicBezTo>
                  <a:cubicBezTo>
                    <a:pt x="150213" y="24010"/>
                    <a:pt x="149297" y="35592"/>
                    <a:pt x="150380" y="43841"/>
                  </a:cubicBezTo>
                  <a:cubicBezTo>
                    <a:pt x="152963" y="63090"/>
                    <a:pt x="157379" y="82088"/>
                    <a:pt x="161879" y="100919"/>
                  </a:cubicBezTo>
                  <a:cubicBezTo>
                    <a:pt x="164378" y="111585"/>
                    <a:pt x="167628" y="115085"/>
                    <a:pt x="178710" y="114918"/>
                  </a:cubicBezTo>
                  <a:cubicBezTo>
                    <a:pt x="198959" y="114585"/>
                    <a:pt x="218206" y="106252"/>
                    <a:pt x="238789" y="108002"/>
                  </a:cubicBezTo>
                  <a:cubicBezTo>
                    <a:pt x="256953" y="109585"/>
                    <a:pt x="274702" y="113751"/>
                    <a:pt x="290951" y="122167"/>
                  </a:cubicBezTo>
                  <a:cubicBezTo>
                    <a:pt x="299117" y="126417"/>
                    <a:pt x="306865" y="131750"/>
                    <a:pt x="313615" y="138083"/>
                  </a:cubicBezTo>
                  <a:cubicBezTo>
                    <a:pt x="315782" y="140083"/>
                    <a:pt x="320781" y="144582"/>
                    <a:pt x="324781" y="149082"/>
                  </a:cubicBezTo>
                  <a:cubicBezTo>
                    <a:pt x="321198" y="146999"/>
                    <a:pt x="317281" y="144499"/>
                    <a:pt x="314115" y="142915"/>
                  </a:cubicBezTo>
                  <a:lnTo>
                    <a:pt x="314115" y="142915"/>
                  </a:lnTo>
                  <a:close/>
                </a:path>
              </a:pathLst>
            </a:custGeom>
            <a:grpFill/>
            <a:ln w="8332" cap="flat">
              <a:noFill/>
              <a:prstDash val="solid"/>
              <a:miter/>
            </a:ln>
          </p:spPr>
          <p:txBody>
            <a:bodyPr rtlCol="0" anchor="ctr"/>
            <a:lstStyle/>
            <a:p>
              <a:endParaRPr lang="en-US"/>
            </a:p>
          </p:txBody>
        </p:sp>
        <p:sp>
          <p:nvSpPr>
            <p:cNvPr id="2557" name="Freeform: Shape 2556"/>
            <p:cNvSpPr/>
            <p:nvPr/>
          </p:nvSpPr>
          <p:spPr>
            <a:xfrm>
              <a:off x="6197362" y="6477632"/>
              <a:ext cx="496144" cy="397917"/>
            </a:xfrm>
            <a:custGeom>
              <a:avLst/>
              <a:gdLst>
                <a:gd name="connsiteX0" fmla="*/ 60762 w 496144"/>
                <a:gd name="connsiteY0" fmla="*/ 146614 h 397917"/>
                <a:gd name="connsiteX1" fmla="*/ 55512 w 496144"/>
                <a:gd name="connsiteY1" fmla="*/ 203026 h 397917"/>
                <a:gd name="connsiteX2" fmla="*/ 76427 w 496144"/>
                <a:gd name="connsiteY2" fmla="*/ 262437 h 397917"/>
                <a:gd name="connsiteX3" fmla="*/ 85760 w 496144"/>
                <a:gd name="connsiteY3" fmla="*/ 279186 h 397917"/>
                <a:gd name="connsiteX4" fmla="*/ 77760 w 496144"/>
                <a:gd name="connsiteY4" fmla="*/ 290852 h 397917"/>
                <a:gd name="connsiteX5" fmla="*/ 43096 w 496144"/>
                <a:gd name="connsiteY5" fmla="*/ 312766 h 397917"/>
                <a:gd name="connsiteX6" fmla="*/ 12766 w 496144"/>
                <a:gd name="connsiteY6" fmla="*/ 328598 h 397917"/>
                <a:gd name="connsiteX7" fmla="*/ 267 w 496144"/>
                <a:gd name="connsiteY7" fmla="*/ 339597 h 397917"/>
                <a:gd name="connsiteX8" fmla="*/ 28681 w 496144"/>
                <a:gd name="connsiteY8" fmla="*/ 367094 h 397917"/>
                <a:gd name="connsiteX9" fmla="*/ 69511 w 496144"/>
                <a:gd name="connsiteY9" fmla="*/ 361679 h 397917"/>
                <a:gd name="connsiteX10" fmla="*/ 95925 w 496144"/>
                <a:gd name="connsiteY10" fmla="*/ 341180 h 397917"/>
                <a:gd name="connsiteX11" fmla="*/ 116006 w 496144"/>
                <a:gd name="connsiteY11" fmla="*/ 324598 h 397917"/>
                <a:gd name="connsiteX12" fmla="*/ 119173 w 496144"/>
                <a:gd name="connsiteY12" fmla="*/ 333348 h 397917"/>
                <a:gd name="connsiteX13" fmla="*/ 128005 w 496144"/>
                <a:gd name="connsiteY13" fmla="*/ 342680 h 397917"/>
                <a:gd name="connsiteX14" fmla="*/ 139588 w 496144"/>
                <a:gd name="connsiteY14" fmla="*/ 352096 h 397917"/>
                <a:gd name="connsiteX15" fmla="*/ 157669 w 496144"/>
                <a:gd name="connsiteY15" fmla="*/ 364262 h 397917"/>
                <a:gd name="connsiteX16" fmla="*/ 165085 w 496144"/>
                <a:gd name="connsiteY16" fmla="*/ 368761 h 397917"/>
                <a:gd name="connsiteX17" fmla="*/ 185167 w 496144"/>
                <a:gd name="connsiteY17" fmla="*/ 379177 h 397917"/>
                <a:gd name="connsiteX18" fmla="*/ 287491 w 496144"/>
                <a:gd name="connsiteY18" fmla="*/ 397509 h 397917"/>
                <a:gd name="connsiteX19" fmla="*/ 306656 w 496144"/>
                <a:gd name="connsiteY19" fmla="*/ 387926 h 397917"/>
                <a:gd name="connsiteX20" fmla="*/ 299907 w 496144"/>
                <a:gd name="connsiteY20" fmla="*/ 377927 h 397917"/>
                <a:gd name="connsiteX21" fmla="*/ 347902 w 496144"/>
                <a:gd name="connsiteY21" fmla="*/ 359928 h 397917"/>
                <a:gd name="connsiteX22" fmla="*/ 411230 w 496144"/>
                <a:gd name="connsiteY22" fmla="*/ 304350 h 397917"/>
                <a:gd name="connsiteX23" fmla="*/ 489140 w 496144"/>
                <a:gd name="connsiteY23" fmla="*/ 138281 h 397917"/>
                <a:gd name="connsiteX24" fmla="*/ 490473 w 496144"/>
                <a:gd name="connsiteY24" fmla="*/ 54373 h 397917"/>
                <a:gd name="connsiteX25" fmla="*/ 429645 w 496144"/>
                <a:gd name="connsiteY25" fmla="*/ 8793 h 397917"/>
                <a:gd name="connsiteX26" fmla="*/ 257577 w 496144"/>
                <a:gd name="connsiteY26" fmla="*/ 19959 h 397917"/>
                <a:gd name="connsiteX27" fmla="*/ 161336 w 496144"/>
                <a:gd name="connsiteY27" fmla="*/ 63789 h 397917"/>
                <a:gd name="connsiteX28" fmla="*/ 93509 w 496144"/>
                <a:gd name="connsiteY28" fmla="*/ 119617 h 397917"/>
                <a:gd name="connsiteX29" fmla="*/ 91926 w 496144"/>
                <a:gd name="connsiteY29" fmla="*/ 111118 h 397917"/>
                <a:gd name="connsiteX30" fmla="*/ 84343 w 496144"/>
                <a:gd name="connsiteY30" fmla="*/ 108535 h 397917"/>
                <a:gd name="connsiteX31" fmla="*/ 60762 w 496144"/>
                <a:gd name="connsiteY31" fmla="*/ 146614 h 397917"/>
                <a:gd name="connsiteX32" fmla="*/ 60762 w 496144"/>
                <a:gd name="connsiteY32" fmla="*/ 146614 h 397917"/>
                <a:gd name="connsiteX33" fmla="*/ 225830 w 496144"/>
                <a:gd name="connsiteY33" fmla="*/ 48623 h 397917"/>
                <a:gd name="connsiteX34" fmla="*/ 378816 w 496144"/>
                <a:gd name="connsiteY34" fmla="*/ 16959 h 397917"/>
                <a:gd name="connsiteX35" fmla="*/ 456726 w 496144"/>
                <a:gd name="connsiteY35" fmla="*/ 39541 h 397917"/>
                <a:gd name="connsiteX36" fmla="*/ 479557 w 496144"/>
                <a:gd name="connsiteY36" fmla="*/ 76454 h 397917"/>
                <a:gd name="connsiteX37" fmla="*/ 477641 w 496144"/>
                <a:gd name="connsiteY37" fmla="*/ 114284 h 397917"/>
                <a:gd name="connsiteX38" fmla="*/ 460559 w 496144"/>
                <a:gd name="connsiteY38" fmla="*/ 192194 h 397917"/>
                <a:gd name="connsiteX39" fmla="*/ 423979 w 496144"/>
                <a:gd name="connsiteY39" fmla="*/ 266104 h 397917"/>
                <a:gd name="connsiteX40" fmla="*/ 361151 w 496144"/>
                <a:gd name="connsiteY40" fmla="*/ 336681 h 397917"/>
                <a:gd name="connsiteX41" fmla="*/ 322321 w 496144"/>
                <a:gd name="connsiteY41" fmla="*/ 359928 h 397917"/>
                <a:gd name="connsiteX42" fmla="*/ 289908 w 496144"/>
                <a:gd name="connsiteY42" fmla="*/ 372677 h 397917"/>
                <a:gd name="connsiteX43" fmla="*/ 234746 w 496144"/>
                <a:gd name="connsiteY43" fmla="*/ 348013 h 397917"/>
                <a:gd name="connsiteX44" fmla="*/ 211415 w 496144"/>
                <a:gd name="connsiteY44" fmla="*/ 332931 h 397917"/>
                <a:gd name="connsiteX45" fmla="*/ 232580 w 496144"/>
                <a:gd name="connsiteY45" fmla="*/ 331598 h 397917"/>
                <a:gd name="connsiteX46" fmla="*/ 283741 w 496144"/>
                <a:gd name="connsiteY46" fmla="*/ 316099 h 397917"/>
                <a:gd name="connsiteX47" fmla="*/ 281742 w 496144"/>
                <a:gd name="connsiteY47" fmla="*/ 306100 h 397917"/>
                <a:gd name="connsiteX48" fmla="*/ 225663 w 496144"/>
                <a:gd name="connsiteY48" fmla="*/ 291352 h 397917"/>
                <a:gd name="connsiteX49" fmla="*/ 193333 w 496144"/>
                <a:gd name="connsiteY49" fmla="*/ 286602 h 397917"/>
                <a:gd name="connsiteX50" fmla="*/ 181917 w 496144"/>
                <a:gd name="connsiteY50" fmla="*/ 284852 h 397917"/>
                <a:gd name="connsiteX51" fmla="*/ 209415 w 496144"/>
                <a:gd name="connsiteY51" fmla="*/ 271770 h 397917"/>
                <a:gd name="connsiteX52" fmla="*/ 243995 w 496144"/>
                <a:gd name="connsiteY52" fmla="*/ 249022 h 397917"/>
                <a:gd name="connsiteX53" fmla="*/ 240329 w 496144"/>
                <a:gd name="connsiteY53" fmla="*/ 238606 h 397917"/>
                <a:gd name="connsiteX54" fmla="*/ 200166 w 496144"/>
                <a:gd name="connsiteY54" fmla="*/ 242939 h 397917"/>
                <a:gd name="connsiteX55" fmla="*/ 155503 w 496144"/>
                <a:gd name="connsiteY55" fmla="*/ 258438 h 397917"/>
                <a:gd name="connsiteX56" fmla="*/ 164086 w 496144"/>
                <a:gd name="connsiteY56" fmla="*/ 237190 h 397917"/>
                <a:gd name="connsiteX57" fmla="*/ 177001 w 496144"/>
                <a:gd name="connsiteY57" fmla="*/ 211858 h 397917"/>
                <a:gd name="connsiteX58" fmla="*/ 194583 w 496144"/>
                <a:gd name="connsiteY58" fmla="*/ 177028 h 397917"/>
                <a:gd name="connsiteX59" fmla="*/ 185500 w 496144"/>
                <a:gd name="connsiteY59" fmla="*/ 171029 h 397917"/>
                <a:gd name="connsiteX60" fmla="*/ 148670 w 496144"/>
                <a:gd name="connsiteY60" fmla="*/ 199776 h 397917"/>
                <a:gd name="connsiteX61" fmla="*/ 129422 w 496144"/>
                <a:gd name="connsiteY61" fmla="*/ 216775 h 397917"/>
                <a:gd name="connsiteX62" fmla="*/ 121090 w 496144"/>
                <a:gd name="connsiteY62" fmla="*/ 224857 h 397917"/>
                <a:gd name="connsiteX63" fmla="*/ 127422 w 496144"/>
                <a:gd name="connsiteY63" fmla="*/ 183278 h 397917"/>
                <a:gd name="connsiteX64" fmla="*/ 138671 w 496144"/>
                <a:gd name="connsiteY64" fmla="*/ 133532 h 397917"/>
                <a:gd name="connsiteX65" fmla="*/ 128505 w 496144"/>
                <a:gd name="connsiteY65" fmla="*/ 128616 h 397917"/>
                <a:gd name="connsiteX66" fmla="*/ 102174 w 496144"/>
                <a:gd name="connsiteY66" fmla="*/ 163696 h 397917"/>
                <a:gd name="connsiteX67" fmla="*/ 86759 w 496144"/>
                <a:gd name="connsiteY67" fmla="*/ 191443 h 397917"/>
                <a:gd name="connsiteX68" fmla="*/ 89425 w 496144"/>
                <a:gd name="connsiteY68" fmla="*/ 150031 h 397917"/>
                <a:gd name="connsiteX69" fmla="*/ 91759 w 496144"/>
                <a:gd name="connsiteY69" fmla="*/ 137115 h 397917"/>
                <a:gd name="connsiteX70" fmla="*/ 225830 w 496144"/>
                <a:gd name="connsiteY70" fmla="*/ 48623 h 397917"/>
                <a:gd name="connsiteX71" fmla="*/ 225830 w 496144"/>
                <a:gd name="connsiteY71" fmla="*/ 48623 h 397917"/>
                <a:gd name="connsiteX72" fmla="*/ 80676 w 496144"/>
                <a:gd name="connsiteY72" fmla="*/ 139365 h 397917"/>
                <a:gd name="connsiteX73" fmla="*/ 77344 w 496144"/>
                <a:gd name="connsiteY73" fmla="*/ 168696 h 397917"/>
                <a:gd name="connsiteX74" fmla="*/ 80260 w 496144"/>
                <a:gd name="connsiteY74" fmla="*/ 205443 h 397917"/>
                <a:gd name="connsiteX75" fmla="*/ 88759 w 496144"/>
                <a:gd name="connsiteY75" fmla="*/ 207109 h 397917"/>
                <a:gd name="connsiteX76" fmla="*/ 107674 w 496144"/>
                <a:gd name="connsiteY76" fmla="*/ 177945 h 397917"/>
                <a:gd name="connsiteX77" fmla="*/ 122756 w 496144"/>
                <a:gd name="connsiteY77" fmla="*/ 156030 h 397917"/>
                <a:gd name="connsiteX78" fmla="*/ 116673 w 496144"/>
                <a:gd name="connsiteY78" fmla="*/ 183028 h 397917"/>
                <a:gd name="connsiteX79" fmla="*/ 109591 w 496144"/>
                <a:gd name="connsiteY79" fmla="*/ 236440 h 397917"/>
                <a:gd name="connsiteX80" fmla="*/ 117507 w 496144"/>
                <a:gd name="connsiteY80" fmla="*/ 241689 h 397917"/>
                <a:gd name="connsiteX81" fmla="*/ 148171 w 496144"/>
                <a:gd name="connsiteY81" fmla="*/ 216858 h 397917"/>
                <a:gd name="connsiteX82" fmla="*/ 172835 w 496144"/>
                <a:gd name="connsiteY82" fmla="*/ 195360 h 397917"/>
                <a:gd name="connsiteX83" fmla="*/ 169668 w 496144"/>
                <a:gd name="connsiteY83" fmla="*/ 200776 h 397917"/>
                <a:gd name="connsiteX84" fmla="*/ 156003 w 496144"/>
                <a:gd name="connsiteY84" fmla="*/ 229107 h 397917"/>
                <a:gd name="connsiteX85" fmla="*/ 146754 w 496144"/>
                <a:gd name="connsiteY85" fmla="*/ 269770 h 397917"/>
                <a:gd name="connsiteX86" fmla="*/ 151753 w 496144"/>
                <a:gd name="connsiteY86" fmla="*/ 271437 h 397917"/>
                <a:gd name="connsiteX87" fmla="*/ 192083 w 496144"/>
                <a:gd name="connsiteY87" fmla="*/ 258938 h 397917"/>
                <a:gd name="connsiteX88" fmla="*/ 222080 w 496144"/>
                <a:gd name="connsiteY88" fmla="*/ 250938 h 397917"/>
                <a:gd name="connsiteX89" fmla="*/ 198583 w 496144"/>
                <a:gd name="connsiteY89" fmla="*/ 262604 h 397917"/>
                <a:gd name="connsiteX90" fmla="*/ 161169 w 496144"/>
                <a:gd name="connsiteY90" fmla="*/ 279853 h 397917"/>
                <a:gd name="connsiteX91" fmla="*/ 156753 w 496144"/>
                <a:gd name="connsiteY91" fmla="*/ 288851 h 397917"/>
                <a:gd name="connsiteX92" fmla="*/ 166585 w 496144"/>
                <a:gd name="connsiteY92" fmla="*/ 295351 h 397917"/>
                <a:gd name="connsiteX93" fmla="*/ 198416 w 496144"/>
                <a:gd name="connsiteY93" fmla="*/ 300934 h 397917"/>
                <a:gd name="connsiteX94" fmla="*/ 265160 w 496144"/>
                <a:gd name="connsiteY94" fmla="*/ 313183 h 397917"/>
                <a:gd name="connsiteX95" fmla="*/ 226496 w 496144"/>
                <a:gd name="connsiteY95" fmla="*/ 318849 h 397917"/>
                <a:gd name="connsiteX96" fmla="*/ 185000 w 496144"/>
                <a:gd name="connsiteY96" fmla="*/ 315183 h 397917"/>
                <a:gd name="connsiteX97" fmla="*/ 178168 w 496144"/>
                <a:gd name="connsiteY97" fmla="*/ 325598 h 397917"/>
                <a:gd name="connsiteX98" fmla="*/ 246162 w 496144"/>
                <a:gd name="connsiteY98" fmla="*/ 367678 h 397917"/>
                <a:gd name="connsiteX99" fmla="*/ 279325 w 496144"/>
                <a:gd name="connsiteY99" fmla="*/ 381343 h 397917"/>
                <a:gd name="connsiteX100" fmla="*/ 287574 w 496144"/>
                <a:gd name="connsiteY100" fmla="*/ 383843 h 397917"/>
                <a:gd name="connsiteX101" fmla="*/ 288325 w 496144"/>
                <a:gd name="connsiteY101" fmla="*/ 385676 h 397917"/>
                <a:gd name="connsiteX102" fmla="*/ 270909 w 496144"/>
                <a:gd name="connsiteY102" fmla="*/ 386343 h 397917"/>
                <a:gd name="connsiteX103" fmla="*/ 193750 w 496144"/>
                <a:gd name="connsiteY103" fmla="*/ 370761 h 397917"/>
                <a:gd name="connsiteX104" fmla="*/ 167252 w 496144"/>
                <a:gd name="connsiteY104" fmla="*/ 358512 h 397917"/>
                <a:gd name="connsiteX105" fmla="*/ 147087 w 496144"/>
                <a:gd name="connsiteY105" fmla="*/ 341180 h 397917"/>
                <a:gd name="connsiteX106" fmla="*/ 128005 w 496144"/>
                <a:gd name="connsiteY106" fmla="*/ 318515 h 397917"/>
                <a:gd name="connsiteX107" fmla="*/ 122506 w 496144"/>
                <a:gd name="connsiteY107" fmla="*/ 309766 h 397917"/>
                <a:gd name="connsiteX108" fmla="*/ 115590 w 496144"/>
                <a:gd name="connsiteY108" fmla="*/ 309350 h 397917"/>
                <a:gd name="connsiteX109" fmla="*/ 79927 w 496144"/>
                <a:gd name="connsiteY109" fmla="*/ 338930 h 397917"/>
                <a:gd name="connsiteX110" fmla="*/ 55679 w 496144"/>
                <a:gd name="connsiteY110" fmla="*/ 357429 h 397917"/>
                <a:gd name="connsiteX111" fmla="*/ 26681 w 496144"/>
                <a:gd name="connsiteY111" fmla="*/ 354262 h 397917"/>
                <a:gd name="connsiteX112" fmla="*/ 15433 w 496144"/>
                <a:gd name="connsiteY112" fmla="*/ 338430 h 397917"/>
                <a:gd name="connsiteX113" fmla="*/ 40263 w 496144"/>
                <a:gd name="connsiteY113" fmla="*/ 326265 h 397917"/>
                <a:gd name="connsiteX114" fmla="*/ 90509 w 496144"/>
                <a:gd name="connsiteY114" fmla="*/ 296767 h 397917"/>
                <a:gd name="connsiteX115" fmla="*/ 98175 w 496144"/>
                <a:gd name="connsiteY115" fmla="*/ 276352 h 397917"/>
                <a:gd name="connsiteX116" fmla="*/ 72011 w 496144"/>
                <a:gd name="connsiteY116" fmla="*/ 221858 h 397917"/>
                <a:gd name="connsiteX117" fmla="*/ 68344 w 496144"/>
                <a:gd name="connsiteY117" fmla="*/ 167946 h 397917"/>
                <a:gd name="connsiteX118" fmla="*/ 75927 w 496144"/>
                <a:gd name="connsiteY118" fmla="*/ 141365 h 397917"/>
                <a:gd name="connsiteX119" fmla="*/ 82676 w 496144"/>
                <a:gd name="connsiteY119" fmla="*/ 127200 h 397917"/>
                <a:gd name="connsiteX120" fmla="*/ 80676 w 496144"/>
                <a:gd name="connsiteY120" fmla="*/ 139365 h 397917"/>
                <a:gd name="connsiteX121" fmla="*/ 80676 w 496144"/>
                <a:gd name="connsiteY121" fmla="*/ 139365 h 3979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496144" h="397917">
                  <a:moveTo>
                    <a:pt x="60762" y="146614"/>
                  </a:moveTo>
                  <a:cubicBezTo>
                    <a:pt x="54512" y="164529"/>
                    <a:pt x="52596" y="184361"/>
                    <a:pt x="55512" y="203026"/>
                  </a:cubicBezTo>
                  <a:cubicBezTo>
                    <a:pt x="58928" y="224607"/>
                    <a:pt x="65594" y="243439"/>
                    <a:pt x="76427" y="262437"/>
                  </a:cubicBezTo>
                  <a:cubicBezTo>
                    <a:pt x="79093" y="267103"/>
                    <a:pt x="85009" y="273769"/>
                    <a:pt x="85760" y="279186"/>
                  </a:cubicBezTo>
                  <a:cubicBezTo>
                    <a:pt x="86676" y="285519"/>
                    <a:pt x="82926" y="287352"/>
                    <a:pt x="77760" y="290852"/>
                  </a:cubicBezTo>
                  <a:cubicBezTo>
                    <a:pt x="66428" y="298601"/>
                    <a:pt x="55012" y="306016"/>
                    <a:pt x="43096" y="312766"/>
                  </a:cubicBezTo>
                  <a:cubicBezTo>
                    <a:pt x="33180" y="318349"/>
                    <a:pt x="22848" y="323182"/>
                    <a:pt x="12766" y="328598"/>
                  </a:cubicBezTo>
                  <a:cubicBezTo>
                    <a:pt x="7850" y="331264"/>
                    <a:pt x="1767" y="333514"/>
                    <a:pt x="267" y="339597"/>
                  </a:cubicBezTo>
                  <a:cubicBezTo>
                    <a:pt x="-2733" y="351763"/>
                    <a:pt x="20348" y="362928"/>
                    <a:pt x="28681" y="367094"/>
                  </a:cubicBezTo>
                  <a:cubicBezTo>
                    <a:pt x="43430" y="374427"/>
                    <a:pt x="56345" y="370094"/>
                    <a:pt x="69511" y="361679"/>
                  </a:cubicBezTo>
                  <a:cubicBezTo>
                    <a:pt x="78927" y="355595"/>
                    <a:pt x="87342" y="348179"/>
                    <a:pt x="95925" y="341180"/>
                  </a:cubicBezTo>
                  <a:cubicBezTo>
                    <a:pt x="101841" y="336347"/>
                    <a:pt x="108924" y="329098"/>
                    <a:pt x="116006" y="324598"/>
                  </a:cubicBezTo>
                  <a:cubicBezTo>
                    <a:pt x="116923" y="327598"/>
                    <a:pt x="118173" y="331764"/>
                    <a:pt x="119173" y="333348"/>
                  </a:cubicBezTo>
                  <a:cubicBezTo>
                    <a:pt x="121590" y="337014"/>
                    <a:pt x="124673" y="340013"/>
                    <a:pt x="128005" y="342680"/>
                  </a:cubicBezTo>
                  <a:cubicBezTo>
                    <a:pt x="131255" y="346013"/>
                    <a:pt x="135172" y="348929"/>
                    <a:pt x="139588" y="352096"/>
                  </a:cubicBezTo>
                  <a:cubicBezTo>
                    <a:pt x="145504" y="356346"/>
                    <a:pt x="151503" y="360428"/>
                    <a:pt x="157669" y="364262"/>
                  </a:cubicBezTo>
                  <a:cubicBezTo>
                    <a:pt x="160086" y="365845"/>
                    <a:pt x="162586" y="367345"/>
                    <a:pt x="165085" y="368761"/>
                  </a:cubicBezTo>
                  <a:cubicBezTo>
                    <a:pt x="171585" y="372594"/>
                    <a:pt x="178251" y="376094"/>
                    <a:pt x="185167" y="379177"/>
                  </a:cubicBezTo>
                  <a:cubicBezTo>
                    <a:pt x="216914" y="393175"/>
                    <a:pt x="252828" y="399675"/>
                    <a:pt x="287491" y="397509"/>
                  </a:cubicBezTo>
                  <a:cubicBezTo>
                    <a:pt x="293824" y="397092"/>
                    <a:pt x="306073" y="396842"/>
                    <a:pt x="306656" y="387926"/>
                  </a:cubicBezTo>
                  <a:cubicBezTo>
                    <a:pt x="306906" y="383843"/>
                    <a:pt x="303740" y="380510"/>
                    <a:pt x="299907" y="377927"/>
                  </a:cubicBezTo>
                  <a:cubicBezTo>
                    <a:pt x="316989" y="375010"/>
                    <a:pt x="334903" y="366845"/>
                    <a:pt x="347902" y="359928"/>
                  </a:cubicBezTo>
                  <a:cubicBezTo>
                    <a:pt x="372817" y="346679"/>
                    <a:pt x="392898" y="325431"/>
                    <a:pt x="411230" y="304350"/>
                  </a:cubicBezTo>
                  <a:cubicBezTo>
                    <a:pt x="452560" y="256688"/>
                    <a:pt x="478557" y="200276"/>
                    <a:pt x="489140" y="138281"/>
                  </a:cubicBezTo>
                  <a:cubicBezTo>
                    <a:pt x="493639" y="111951"/>
                    <a:pt x="501639" y="79953"/>
                    <a:pt x="490473" y="54373"/>
                  </a:cubicBezTo>
                  <a:cubicBezTo>
                    <a:pt x="480224" y="30708"/>
                    <a:pt x="453143" y="16043"/>
                    <a:pt x="429645" y="8793"/>
                  </a:cubicBezTo>
                  <a:cubicBezTo>
                    <a:pt x="374067" y="-8372"/>
                    <a:pt x="311489" y="1877"/>
                    <a:pt x="257577" y="19959"/>
                  </a:cubicBezTo>
                  <a:cubicBezTo>
                    <a:pt x="223747" y="31291"/>
                    <a:pt x="191917" y="45123"/>
                    <a:pt x="161336" y="63789"/>
                  </a:cubicBezTo>
                  <a:cubicBezTo>
                    <a:pt x="136338" y="79120"/>
                    <a:pt x="112090" y="96869"/>
                    <a:pt x="93509" y="119617"/>
                  </a:cubicBezTo>
                  <a:cubicBezTo>
                    <a:pt x="93342" y="116700"/>
                    <a:pt x="92925" y="113784"/>
                    <a:pt x="91926" y="111118"/>
                  </a:cubicBezTo>
                  <a:cubicBezTo>
                    <a:pt x="90926" y="108201"/>
                    <a:pt x="86842" y="107285"/>
                    <a:pt x="84343" y="108535"/>
                  </a:cubicBezTo>
                  <a:cubicBezTo>
                    <a:pt x="72677" y="114117"/>
                    <a:pt x="64845" y="135116"/>
                    <a:pt x="60762" y="146614"/>
                  </a:cubicBezTo>
                  <a:lnTo>
                    <a:pt x="60762" y="146614"/>
                  </a:lnTo>
                  <a:close/>
                  <a:moveTo>
                    <a:pt x="225830" y="48623"/>
                  </a:moveTo>
                  <a:cubicBezTo>
                    <a:pt x="273743" y="28958"/>
                    <a:pt x="326487" y="13293"/>
                    <a:pt x="378816" y="16959"/>
                  </a:cubicBezTo>
                  <a:cubicBezTo>
                    <a:pt x="406647" y="18876"/>
                    <a:pt x="433478" y="22875"/>
                    <a:pt x="456726" y="39541"/>
                  </a:cubicBezTo>
                  <a:cubicBezTo>
                    <a:pt x="469975" y="49040"/>
                    <a:pt x="478557" y="59539"/>
                    <a:pt x="479557" y="76454"/>
                  </a:cubicBezTo>
                  <a:cubicBezTo>
                    <a:pt x="480307" y="88953"/>
                    <a:pt x="479391" y="101868"/>
                    <a:pt x="477641" y="114284"/>
                  </a:cubicBezTo>
                  <a:cubicBezTo>
                    <a:pt x="473974" y="140698"/>
                    <a:pt x="469975" y="167196"/>
                    <a:pt x="460559" y="192194"/>
                  </a:cubicBezTo>
                  <a:cubicBezTo>
                    <a:pt x="450810" y="218358"/>
                    <a:pt x="439394" y="242856"/>
                    <a:pt x="423979" y="266104"/>
                  </a:cubicBezTo>
                  <a:cubicBezTo>
                    <a:pt x="406897" y="291934"/>
                    <a:pt x="385149" y="317182"/>
                    <a:pt x="361151" y="336681"/>
                  </a:cubicBezTo>
                  <a:cubicBezTo>
                    <a:pt x="349236" y="346430"/>
                    <a:pt x="336403" y="353929"/>
                    <a:pt x="322321" y="359928"/>
                  </a:cubicBezTo>
                  <a:cubicBezTo>
                    <a:pt x="312822" y="364011"/>
                    <a:pt x="301073" y="369677"/>
                    <a:pt x="289908" y="372677"/>
                  </a:cubicBezTo>
                  <a:cubicBezTo>
                    <a:pt x="270909" y="365178"/>
                    <a:pt x="252411" y="358845"/>
                    <a:pt x="234746" y="348013"/>
                  </a:cubicBezTo>
                  <a:cubicBezTo>
                    <a:pt x="226830" y="343180"/>
                    <a:pt x="219081" y="338097"/>
                    <a:pt x="211415" y="332931"/>
                  </a:cubicBezTo>
                  <a:cubicBezTo>
                    <a:pt x="218747" y="332848"/>
                    <a:pt x="225997" y="332097"/>
                    <a:pt x="232580" y="331598"/>
                  </a:cubicBezTo>
                  <a:cubicBezTo>
                    <a:pt x="247911" y="330431"/>
                    <a:pt x="274409" y="330764"/>
                    <a:pt x="283741" y="316099"/>
                  </a:cubicBezTo>
                  <a:cubicBezTo>
                    <a:pt x="285991" y="312683"/>
                    <a:pt x="284825" y="308517"/>
                    <a:pt x="281742" y="306100"/>
                  </a:cubicBezTo>
                  <a:cubicBezTo>
                    <a:pt x="266576" y="294517"/>
                    <a:pt x="243912" y="293851"/>
                    <a:pt x="225663" y="291352"/>
                  </a:cubicBezTo>
                  <a:cubicBezTo>
                    <a:pt x="214831" y="289935"/>
                    <a:pt x="204082" y="288435"/>
                    <a:pt x="193333" y="286602"/>
                  </a:cubicBezTo>
                  <a:cubicBezTo>
                    <a:pt x="191500" y="286268"/>
                    <a:pt x="186750" y="285602"/>
                    <a:pt x="181917" y="284852"/>
                  </a:cubicBezTo>
                  <a:cubicBezTo>
                    <a:pt x="191166" y="280769"/>
                    <a:pt x="200249" y="276103"/>
                    <a:pt x="209415" y="271770"/>
                  </a:cubicBezTo>
                  <a:cubicBezTo>
                    <a:pt x="221830" y="265854"/>
                    <a:pt x="236246" y="260937"/>
                    <a:pt x="243995" y="249022"/>
                  </a:cubicBezTo>
                  <a:cubicBezTo>
                    <a:pt x="246662" y="245022"/>
                    <a:pt x="244495" y="240356"/>
                    <a:pt x="240329" y="238606"/>
                  </a:cubicBezTo>
                  <a:cubicBezTo>
                    <a:pt x="228413" y="233523"/>
                    <a:pt x="211914" y="239773"/>
                    <a:pt x="200166" y="242939"/>
                  </a:cubicBezTo>
                  <a:cubicBezTo>
                    <a:pt x="194666" y="244439"/>
                    <a:pt x="157169" y="260271"/>
                    <a:pt x="155503" y="258438"/>
                  </a:cubicBezTo>
                  <a:cubicBezTo>
                    <a:pt x="153586" y="256355"/>
                    <a:pt x="162919" y="239689"/>
                    <a:pt x="164086" y="237190"/>
                  </a:cubicBezTo>
                  <a:cubicBezTo>
                    <a:pt x="168168" y="228607"/>
                    <a:pt x="172585" y="220274"/>
                    <a:pt x="177001" y="211858"/>
                  </a:cubicBezTo>
                  <a:cubicBezTo>
                    <a:pt x="182501" y="201526"/>
                    <a:pt x="192833" y="188777"/>
                    <a:pt x="194583" y="177028"/>
                  </a:cubicBezTo>
                  <a:cubicBezTo>
                    <a:pt x="195333" y="172362"/>
                    <a:pt x="189416" y="168862"/>
                    <a:pt x="185500" y="171029"/>
                  </a:cubicBezTo>
                  <a:cubicBezTo>
                    <a:pt x="171835" y="178611"/>
                    <a:pt x="160419" y="189610"/>
                    <a:pt x="148670" y="199776"/>
                  </a:cubicBezTo>
                  <a:cubicBezTo>
                    <a:pt x="142254" y="205359"/>
                    <a:pt x="135921" y="211109"/>
                    <a:pt x="129422" y="216775"/>
                  </a:cubicBezTo>
                  <a:cubicBezTo>
                    <a:pt x="126756" y="219108"/>
                    <a:pt x="124006" y="222108"/>
                    <a:pt x="121090" y="224857"/>
                  </a:cubicBezTo>
                  <a:cubicBezTo>
                    <a:pt x="122339" y="210942"/>
                    <a:pt x="125089" y="197027"/>
                    <a:pt x="127422" y="183278"/>
                  </a:cubicBezTo>
                  <a:cubicBezTo>
                    <a:pt x="130255" y="166612"/>
                    <a:pt x="137588" y="150280"/>
                    <a:pt x="138671" y="133532"/>
                  </a:cubicBezTo>
                  <a:cubicBezTo>
                    <a:pt x="139004" y="128533"/>
                    <a:pt x="132255" y="124700"/>
                    <a:pt x="128505" y="128616"/>
                  </a:cubicBezTo>
                  <a:cubicBezTo>
                    <a:pt x="118423" y="138948"/>
                    <a:pt x="110507" y="151864"/>
                    <a:pt x="102174" y="163696"/>
                  </a:cubicBezTo>
                  <a:cubicBezTo>
                    <a:pt x="96425" y="171779"/>
                    <a:pt x="92342" y="182694"/>
                    <a:pt x="86759" y="191443"/>
                  </a:cubicBezTo>
                  <a:cubicBezTo>
                    <a:pt x="84426" y="178528"/>
                    <a:pt x="88092" y="160363"/>
                    <a:pt x="89425" y="150031"/>
                  </a:cubicBezTo>
                  <a:cubicBezTo>
                    <a:pt x="89926" y="145948"/>
                    <a:pt x="90926" y="141531"/>
                    <a:pt x="91759" y="137115"/>
                  </a:cubicBezTo>
                  <a:cubicBezTo>
                    <a:pt x="130172" y="100452"/>
                    <a:pt x="176584" y="68788"/>
                    <a:pt x="225830" y="48623"/>
                  </a:cubicBezTo>
                  <a:lnTo>
                    <a:pt x="225830" y="48623"/>
                  </a:lnTo>
                  <a:close/>
                  <a:moveTo>
                    <a:pt x="80676" y="139365"/>
                  </a:moveTo>
                  <a:cubicBezTo>
                    <a:pt x="79427" y="149114"/>
                    <a:pt x="78010" y="158863"/>
                    <a:pt x="77344" y="168696"/>
                  </a:cubicBezTo>
                  <a:cubicBezTo>
                    <a:pt x="76593" y="179944"/>
                    <a:pt x="74261" y="195193"/>
                    <a:pt x="80260" y="205443"/>
                  </a:cubicBezTo>
                  <a:cubicBezTo>
                    <a:pt x="81926" y="208275"/>
                    <a:pt x="86093" y="209775"/>
                    <a:pt x="88759" y="207109"/>
                  </a:cubicBezTo>
                  <a:cubicBezTo>
                    <a:pt x="96758" y="199276"/>
                    <a:pt x="101258" y="187111"/>
                    <a:pt x="107674" y="177945"/>
                  </a:cubicBezTo>
                  <a:cubicBezTo>
                    <a:pt x="112590" y="170946"/>
                    <a:pt x="117507" y="163363"/>
                    <a:pt x="122756" y="156030"/>
                  </a:cubicBezTo>
                  <a:cubicBezTo>
                    <a:pt x="120506" y="165029"/>
                    <a:pt x="117923" y="174112"/>
                    <a:pt x="116673" y="183028"/>
                  </a:cubicBezTo>
                  <a:cubicBezTo>
                    <a:pt x="114173" y="200693"/>
                    <a:pt x="110674" y="218691"/>
                    <a:pt x="109591" y="236440"/>
                  </a:cubicBezTo>
                  <a:cubicBezTo>
                    <a:pt x="109340" y="240606"/>
                    <a:pt x="113840" y="243356"/>
                    <a:pt x="117507" y="241689"/>
                  </a:cubicBezTo>
                  <a:cubicBezTo>
                    <a:pt x="128589" y="236523"/>
                    <a:pt x="138921" y="224857"/>
                    <a:pt x="148171" y="216858"/>
                  </a:cubicBezTo>
                  <a:cubicBezTo>
                    <a:pt x="156253" y="209859"/>
                    <a:pt x="164336" y="202193"/>
                    <a:pt x="172835" y="195360"/>
                  </a:cubicBezTo>
                  <a:cubicBezTo>
                    <a:pt x="171585" y="197360"/>
                    <a:pt x="170502" y="199193"/>
                    <a:pt x="169668" y="200776"/>
                  </a:cubicBezTo>
                  <a:cubicBezTo>
                    <a:pt x="165002" y="210192"/>
                    <a:pt x="160336" y="219524"/>
                    <a:pt x="156003" y="229107"/>
                  </a:cubicBezTo>
                  <a:cubicBezTo>
                    <a:pt x="151503" y="239106"/>
                    <a:pt x="139171" y="259104"/>
                    <a:pt x="146754" y="269770"/>
                  </a:cubicBezTo>
                  <a:cubicBezTo>
                    <a:pt x="147920" y="271353"/>
                    <a:pt x="150003" y="271603"/>
                    <a:pt x="151753" y="271437"/>
                  </a:cubicBezTo>
                  <a:cubicBezTo>
                    <a:pt x="165252" y="270020"/>
                    <a:pt x="179001" y="262854"/>
                    <a:pt x="192083" y="258938"/>
                  </a:cubicBezTo>
                  <a:cubicBezTo>
                    <a:pt x="199416" y="256771"/>
                    <a:pt x="211498" y="252272"/>
                    <a:pt x="222080" y="250938"/>
                  </a:cubicBezTo>
                  <a:cubicBezTo>
                    <a:pt x="214581" y="255688"/>
                    <a:pt x="205582" y="259021"/>
                    <a:pt x="198583" y="262604"/>
                  </a:cubicBezTo>
                  <a:cubicBezTo>
                    <a:pt x="186417" y="268770"/>
                    <a:pt x="174252" y="275769"/>
                    <a:pt x="161169" y="279853"/>
                  </a:cubicBezTo>
                  <a:cubicBezTo>
                    <a:pt x="157086" y="281102"/>
                    <a:pt x="155086" y="284768"/>
                    <a:pt x="156753" y="288851"/>
                  </a:cubicBezTo>
                  <a:cubicBezTo>
                    <a:pt x="158670" y="293518"/>
                    <a:pt x="162086" y="294184"/>
                    <a:pt x="166585" y="295351"/>
                  </a:cubicBezTo>
                  <a:cubicBezTo>
                    <a:pt x="176835" y="297934"/>
                    <a:pt x="187917" y="299101"/>
                    <a:pt x="198416" y="300934"/>
                  </a:cubicBezTo>
                  <a:cubicBezTo>
                    <a:pt x="217914" y="304350"/>
                    <a:pt x="245912" y="304017"/>
                    <a:pt x="265160" y="313183"/>
                  </a:cubicBezTo>
                  <a:cubicBezTo>
                    <a:pt x="254077" y="317849"/>
                    <a:pt x="234163" y="318182"/>
                    <a:pt x="226496" y="318849"/>
                  </a:cubicBezTo>
                  <a:cubicBezTo>
                    <a:pt x="213831" y="319932"/>
                    <a:pt x="196083" y="322515"/>
                    <a:pt x="185000" y="315183"/>
                  </a:cubicBezTo>
                  <a:cubicBezTo>
                    <a:pt x="178334" y="310766"/>
                    <a:pt x="171502" y="321182"/>
                    <a:pt x="178168" y="325598"/>
                  </a:cubicBezTo>
                  <a:cubicBezTo>
                    <a:pt x="200249" y="340180"/>
                    <a:pt x="222247" y="356179"/>
                    <a:pt x="246162" y="367678"/>
                  </a:cubicBezTo>
                  <a:cubicBezTo>
                    <a:pt x="256911" y="372844"/>
                    <a:pt x="267910" y="377677"/>
                    <a:pt x="279325" y="381343"/>
                  </a:cubicBezTo>
                  <a:cubicBezTo>
                    <a:pt x="282075" y="382093"/>
                    <a:pt x="284908" y="382926"/>
                    <a:pt x="287574" y="383843"/>
                  </a:cubicBezTo>
                  <a:cubicBezTo>
                    <a:pt x="295824" y="387676"/>
                    <a:pt x="296074" y="388259"/>
                    <a:pt x="288325" y="385676"/>
                  </a:cubicBezTo>
                  <a:cubicBezTo>
                    <a:pt x="282575" y="386343"/>
                    <a:pt x="276659" y="386426"/>
                    <a:pt x="270909" y="386343"/>
                  </a:cubicBezTo>
                  <a:cubicBezTo>
                    <a:pt x="244912" y="386176"/>
                    <a:pt x="218164" y="379426"/>
                    <a:pt x="193750" y="370761"/>
                  </a:cubicBezTo>
                  <a:cubicBezTo>
                    <a:pt x="184500" y="367428"/>
                    <a:pt x="175751" y="363261"/>
                    <a:pt x="167252" y="358512"/>
                  </a:cubicBezTo>
                  <a:cubicBezTo>
                    <a:pt x="160336" y="353012"/>
                    <a:pt x="153837" y="347096"/>
                    <a:pt x="147087" y="341180"/>
                  </a:cubicBezTo>
                  <a:cubicBezTo>
                    <a:pt x="138755" y="333847"/>
                    <a:pt x="132589" y="328931"/>
                    <a:pt x="128005" y="318515"/>
                  </a:cubicBezTo>
                  <a:cubicBezTo>
                    <a:pt x="126172" y="314349"/>
                    <a:pt x="126089" y="312849"/>
                    <a:pt x="122506" y="309766"/>
                  </a:cubicBezTo>
                  <a:cubicBezTo>
                    <a:pt x="120673" y="308183"/>
                    <a:pt x="117673" y="308433"/>
                    <a:pt x="115590" y="309350"/>
                  </a:cubicBezTo>
                  <a:cubicBezTo>
                    <a:pt x="102591" y="315266"/>
                    <a:pt x="90592" y="329514"/>
                    <a:pt x="79927" y="338930"/>
                  </a:cubicBezTo>
                  <a:cubicBezTo>
                    <a:pt x="72511" y="345430"/>
                    <a:pt x="64594" y="353012"/>
                    <a:pt x="55679" y="357429"/>
                  </a:cubicBezTo>
                  <a:cubicBezTo>
                    <a:pt x="44346" y="362928"/>
                    <a:pt x="37014" y="360262"/>
                    <a:pt x="26681" y="354262"/>
                  </a:cubicBezTo>
                  <a:cubicBezTo>
                    <a:pt x="20265" y="350513"/>
                    <a:pt x="7350" y="345763"/>
                    <a:pt x="15433" y="338430"/>
                  </a:cubicBezTo>
                  <a:cubicBezTo>
                    <a:pt x="21599" y="332848"/>
                    <a:pt x="32847" y="329931"/>
                    <a:pt x="40263" y="326265"/>
                  </a:cubicBezTo>
                  <a:cubicBezTo>
                    <a:pt x="57595" y="317599"/>
                    <a:pt x="74094" y="307100"/>
                    <a:pt x="90509" y="296767"/>
                  </a:cubicBezTo>
                  <a:cubicBezTo>
                    <a:pt x="99758" y="290934"/>
                    <a:pt x="102008" y="286685"/>
                    <a:pt x="98175" y="276352"/>
                  </a:cubicBezTo>
                  <a:cubicBezTo>
                    <a:pt x="91259" y="257271"/>
                    <a:pt x="77093" y="241856"/>
                    <a:pt x="72011" y="221858"/>
                  </a:cubicBezTo>
                  <a:cubicBezTo>
                    <a:pt x="67511" y="204193"/>
                    <a:pt x="65678" y="186028"/>
                    <a:pt x="68344" y="167946"/>
                  </a:cubicBezTo>
                  <a:cubicBezTo>
                    <a:pt x="69677" y="158780"/>
                    <a:pt x="72177" y="149781"/>
                    <a:pt x="75927" y="141365"/>
                  </a:cubicBezTo>
                  <a:cubicBezTo>
                    <a:pt x="77177" y="138699"/>
                    <a:pt x="79676" y="132533"/>
                    <a:pt x="82676" y="127200"/>
                  </a:cubicBezTo>
                  <a:cubicBezTo>
                    <a:pt x="82176" y="131366"/>
                    <a:pt x="81176" y="135865"/>
                    <a:pt x="80676" y="139365"/>
                  </a:cubicBezTo>
                  <a:lnTo>
                    <a:pt x="80676" y="139365"/>
                  </a:lnTo>
                  <a:close/>
                </a:path>
              </a:pathLst>
            </a:custGeom>
            <a:grpFill/>
            <a:ln w="8332" cap="flat">
              <a:noFill/>
              <a:prstDash val="solid"/>
              <a:miter/>
            </a:ln>
          </p:spPr>
          <p:txBody>
            <a:bodyPr rtlCol="0" anchor="ctr"/>
            <a:lstStyle/>
            <a:p>
              <a:endParaRPr lang="en-US"/>
            </a:p>
          </p:txBody>
        </p:sp>
        <p:sp>
          <p:nvSpPr>
            <p:cNvPr id="2558" name="Freeform: Shape 2557"/>
            <p:cNvSpPr/>
            <p:nvPr/>
          </p:nvSpPr>
          <p:spPr>
            <a:xfrm>
              <a:off x="6512141" y="6749308"/>
              <a:ext cx="26018" cy="21955"/>
            </a:xfrm>
            <a:custGeom>
              <a:avLst/>
              <a:gdLst>
                <a:gd name="connsiteX0" fmla="*/ 460 w 26018"/>
                <a:gd name="connsiteY0" fmla="*/ 9093 h 21955"/>
                <a:gd name="connsiteX1" fmla="*/ 960 w 26018"/>
                <a:gd name="connsiteY1" fmla="*/ 16259 h 21955"/>
                <a:gd name="connsiteX2" fmla="*/ 6626 w 26018"/>
                <a:gd name="connsiteY2" fmla="*/ 21176 h 21955"/>
                <a:gd name="connsiteX3" fmla="*/ 16959 w 26018"/>
                <a:gd name="connsiteY3" fmla="*/ 19676 h 21955"/>
                <a:gd name="connsiteX4" fmla="*/ 24542 w 26018"/>
                <a:gd name="connsiteY4" fmla="*/ 14759 h 21955"/>
                <a:gd name="connsiteX5" fmla="*/ 19709 w 26018"/>
                <a:gd name="connsiteY5" fmla="*/ 761 h 21955"/>
                <a:gd name="connsiteX6" fmla="*/ 10626 w 26018"/>
                <a:gd name="connsiteY6" fmla="*/ 677 h 21955"/>
                <a:gd name="connsiteX7" fmla="*/ 460 w 26018"/>
                <a:gd name="connsiteY7" fmla="*/ 9093 h 21955"/>
                <a:gd name="connsiteX8" fmla="*/ 460 w 26018"/>
                <a:gd name="connsiteY8" fmla="*/ 9093 h 21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18" h="21955">
                  <a:moveTo>
                    <a:pt x="460" y="9093"/>
                  </a:moveTo>
                  <a:cubicBezTo>
                    <a:pt x="-290" y="11260"/>
                    <a:pt x="-123" y="14343"/>
                    <a:pt x="960" y="16259"/>
                  </a:cubicBezTo>
                  <a:cubicBezTo>
                    <a:pt x="2293" y="18675"/>
                    <a:pt x="4127" y="20092"/>
                    <a:pt x="6626" y="21176"/>
                  </a:cubicBezTo>
                  <a:cubicBezTo>
                    <a:pt x="10126" y="22675"/>
                    <a:pt x="14042" y="21925"/>
                    <a:pt x="16959" y="19676"/>
                  </a:cubicBezTo>
                  <a:cubicBezTo>
                    <a:pt x="19958" y="19092"/>
                    <a:pt x="22875" y="17259"/>
                    <a:pt x="24542" y="14759"/>
                  </a:cubicBezTo>
                  <a:cubicBezTo>
                    <a:pt x="27791" y="9593"/>
                    <a:pt x="25458" y="2844"/>
                    <a:pt x="19709" y="761"/>
                  </a:cubicBezTo>
                  <a:cubicBezTo>
                    <a:pt x="16792" y="-239"/>
                    <a:pt x="13543" y="-239"/>
                    <a:pt x="10626" y="677"/>
                  </a:cubicBezTo>
                  <a:cubicBezTo>
                    <a:pt x="6126" y="2177"/>
                    <a:pt x="2210" y="4427"/>
                    <a:pt x="460" y="9093"/>
                  </a:cubicBezTo>
                  <a:lnTo>
                    <a:pt x="460" y="9093"/>
                  </a:lnTo>
                  <a:close/>
                </a:path>
              </a:pathLst>
            </a:custGeom>
            <a:grpFill/>
            <a:ln w="8332" cap="flat">
              <a:noFill/>
              <a:prstDash val="solid"/>
              <a:miter/>
            </a:ln>
          </p:spPr>
          <p:txBody>
            <a:bodyPr rtlCol="0" anchor="ctr"/>
            <a:lstStyle/>
            <a:p>
              <a:endParaRPr lang="en-US"/>
            </a:p>
          </p:txBody>
        </p:sp>
        <p:sp>
          <p:nvSpPr>
            <p:cNvPr id="2559" name="Freeform: Shape 2558"/>
            <p:cNvSpPr/>
            <p:nvPr/>
          </p:nvSpPr>
          <p:spPr>
            <a:xfrm>
              <a:off x="6494167" y="6695732"/>
              <a:ext cx="24487" cy="23440"/>
            </a:xfrm>
            <a:custGeom>
              <a:avLst/>
              <a:gdLst>
                <a:gd name="connsiteX0" fmla="*/ 352 w 24487"/>
                <a:gd name="connsiteY0" fmla="*/ 15673 h 23440"/>
                <a:gd name="connsiteX1" fmla="*/ 9268 w 24487"/>
                <a:gd name="connsiteY1" fmla="*/ 23422 h 23440"/>
                <a:gd name="connsiteX2" fmla="*/ 21933 w 24487"/>
                <a:gd name="connsiteY2" fmla="*/ 17173 h 23440"/>
                <a:gd name="connsiteX3" fmla="*/ 23184 w 24487"/>
                <a:gd name="connsiteY3" fmla="*/ 4341 h 23440"/>
                <a:gd name="connsiteX4" fmla="*/ 14517 w 24487"/>
                <a:gd name="connsiteY4" fmla="*/ 91 h 23440"/>
                <a:gd name="connsiteX5" fmla="*/ 11768 w 24487"/>
                <a:gd name="connsiteY5" fmla="*/ 924 h 23440"/>
                <a:gd name="connsiteX6" fmla="*/ 10351 w 24487"/>
                <a:gd name="connsiteY6" fmla="*/ 1924 h 23440"/>
                <a:gd name="connsiteX7" fmla="*/ 6768 w 24487"/>
                <a:gd name="connsiteY7" fmla="*/ 2924 h 23440"/>
                <a:gd name="connsiteX8" fmla="*/ 352 w 24487"/>
                <a:gd name="connsiteY8" fmla="*/ 15673 h 23440"/>
                <a:gd name="connsiteX9" fmla="*/ 352 w 24487"/>
                <a:gd name="connsiteY9" fmla="*/ 15673 h 23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487" h="23440">
                  <a:moveTo>
                    <a:pt x="352" y="15673"/>
                  </a:moveTo>
                  <a:cubicBezTo>
                    <a:pt x="1436" y="19839"/>
                    <a:pt x="4852" y="23172"/>
                    <a:pt x="9268" y="23422"/>
                  </a:cubicBezTo>
                  <a:cubicBezTo>
                    <a:pt x="14434" y="23672"/>
                    <a:pt x="18934" y="21339"/>
                    <a:pt x="21933" y="17173"/>
                  </a:cubicBezTo>
                  <a:cubicBezTo>
                    <a:pt x="24350" y="13756"/>
                    <a:pt x="25600" y="8007"/>
                    <a:pt x="23184" y="4341"/>
                  </a:cubicBezTo>
                  <a:cubicBezTo>
                    <a:pt x="21100" y="1174"/>
                    <a:pt x="18351" y="-409"/>
                    <a:pt x="14517" y="91"/>
                  </a:cubicBezTo>
                  <a:cubicBezTo>
                    <a:pt x="13517" y="258"/>
                    <a:pt x="12768" y="424"/>
                    <a:pt x="11768" y="924"/>
                  </a:cubicBezTo>
                  <a:cubicBezTo>
                    <a:pt x="11268" y="1174"/>
                    <a:pt x="10768" y="1507"/>
                    <a:pt x="10351" y="1924"/>
                  </a:cubicBezTo>
                  <a:cubicBezTo>
                    <a:pt x="9101" y="2091"/>
                    <a:pt x="7851" y="2424"/>
                    <a:pt x="6768" y="2924"/>
                  </a:cubicBezTo>
                  <a:cubicBezTo>
                    <a:pt x="1936" y="5174"/>
                    <a:pt x="-1065" y="10507"/>
                    <a:pt x="352" y="15673"/>
                  </a:cubicBezTo>
                  <a:lnTo>
                    <a:pt x="352" y="15673"/>
                  </a:lnTo>
                  <a:close/>
                </a:path>
              </a:pathLst>
            </a:custGeom>
            <a:grpFill/>
            <a:ln w="8332" cap="flat">
              <a:noFill/>
              <a:prstDash val="solid"/>
              <a:miter/>
            </a:ln>
          </p:spPr>
          <p:txBody>
            <a:bodyPr rtlCol="0" anchor="ctr"/>
            <a:lstStyle/>
            <a:p>
              <a:endParaRPr lang="en-US"/>
            </a:p>
          </p:txBody>
        </p:sp>
        <p:sp>
          <p:nvSpPr>
            <p:cNvPr id="2560" name="Freeform: Shape 2559"/>
            <p:cNvSpPr/>
            <p:nvPr/>
          </p:nvSpPr>
          <p:spPr>
            <a:xfrm>
              <a:off x="6464733" y="6641840"/>
              <a:ext cx="24326" cy="21128"/>
            </a:xfrm>
            <a:custGeom>
              <a:avLst/>
              <a:gdLst>
                <a:gd name="connsiteX0" fmla="*/ 39 w 24326"/>
                <a:gd name="connsiteY0" fmla="*/ 11237 h 21128"/>
                <a:gd name="connsiteX1" fmla="*/ 13371 w 24326"/>
                <a:gd name="connsiteY1" fmla="*/ 20069 h 21128"/>
                <a:gd name="connsiteX2" fmla="*/ 14037 w 24326"/>
                <a:gd name="connsiteY2" fmla="*/ 19653 h 21128"/>
                <a:gd name="connsiteX3" fmla="*/ 22953 w 24326"/>
                <a:gd name="connsiteY3" fmla="*/ 16986 h 21128"/>
                <a:gd name="connsiteX4" fmla="*/ 22870 w 24326"/>
                <a:gd name="connsiteY4" fmla="*/ 5904 h 21128"/>
                <a:gd name="connsiteX5" fmla="*/ 9704 w 24326"/>
                <a:gd name="connsiteY5" fmla="*/ 488 h 21128"/>
                <a:gd name="connsiteX6" fmla="*/ 39 w 24326"/>
                <a:gd name="connsiteY6" fmla="*/ 11237 h 21128"/>
                <a:gd name="connsiteX7" fmla="*/ 39 w 24326"/>
                <a:gd name="connsiteY7" fmla="*/ 11237 h 21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26" h="21128">
                  <a:moveTo>
                    <a:pt x="39" y="11237"/>
                  </a:moveTo>
                  <a:cubicBezTo>
                    <a:pt x="-628" y="17819"/>
                    <a:pt x="7454" y="23569"/>
                    <a:pt x="13371" y="20069"/>
                  </a:cubicBezTo>
                  <a:cubicBezTo>
                    <a:pt x="13621" y="19903"/>
                    <a:pt x="13871" y="19736"/>
                    <a:pt x="14037" y="19653"/>
                  </a:cubicBezTo>
                  <a:cubicBezTo>
                    <a:pt x="17287" y="20986"/>
                    <a:pt x="20954" y="20236"/>
                    <a:pt x="22953" y="16986"/>
                  </a:cubicBezTo>
                  <a:cubicBezTo>
                    <a:pt x="25036" y="13737"/>
                    <a:pt x="24537" y="9237"/>
                    <a:pt x="22870" y="5904"/>
                  </a:cubicBezTo>
                  <a:cubicBezTo>
                    <a:pt x="20454" y="988"/>
                    <a:pt x="14870" y="-1012"/>
                    <a:pt x="9704" y="488"/>
                  </a:cubicBezTo>
                  <a:cubicBezTo>
                    <a:pt x="4705" y="1988"/>
                    <a:pt x="539" y="5738"/>
                    <a:pt x="39" y="11237"/>
                  </a:cubicBezTo>
                  <a:lnTo>
                    <a:pt x="39" y="11237"/>
                  </a:lnTo>
                  <a:close/>
                </a:path>
              </a:pathLst>
            </a:custGeom>
            <a:grpFill/>
            <a:ln w="8332" cap="flat">
              <a:noFill/>
              <a:prstDash val="solid"/>
              <a:miter/>
            </a:ln>
          </p:spPr>
          <p:txBody>
            <a:bodyPr rtlCol="0" anchor="ctr"/>
            <a:lstStyle/>
            <a:p>
              <a:endParaRPr lang="en-US"/>
            </a:p>
          </p:txBody>
        </p:sp>
        <p:sp>
          <p:nvSpPr>
            <p:cNvPr id="2561" name="Freeform: Shape 2560"/>
            <p:cNvSpPr/>
            <p:nvPr/>
          </p:nvSpPr>
          <p:spPr>
            <a:xfrm>
              <a:off x="6410457" y="6592067"/>
              <a:ext cx="22999" cy="22018"/>
            </a:xfrm>
            <a:custGeom>
              <a:avLst/>
              <a:gdLst>
                <a:gd name="connsiteX0" fmla="*/ 486 w 22999"/>
                <a:gd name="connsiteY0" fmla="*/ 8848 h 22018"/>
                <a:gd name="connsiteX1" fmla="*/ 236 w 22999"/>
                <a:gd name="connsiteY1" fmla="*/ 13931 h 22018"/>
                <a:gd name="connsiteX2" fmla="*/ 2486 w 22999"/>
                <a:gd name="connsiteY2" fmla="*/ 18514 h 22018"/>
                <a:gd name="connsiteX3" fmla="*/ 12069 w 22999"/>
                <a:gd name="connsiteY3" fmla="*/ 21764 h 22018"/>
                <a:gd name="connsiteX4" fmla="*/ 14235 w 22999"/>
                <a:gd name="connsiteY4" fmla="*/ 21014 h 22018"/>
                <a:gd name="connsiteX5" fmla="*/ 16651 w 22999"/>
                <a:gd name="connsiteY5" fmla="*/ 21097 h 22018"/>
                <a:gd name="connsiteX6" fmla="*/ 21817 w 22999"/>
                <a:gd name="connsiteY6" fmla="*/ 6932 h 22018"/>
                <a:gd name="connsiteX7" fmla="*/ 12152 w 22999"/>
                <a:gd name="connsiteY7" fmla="*/ 16 h 22018"/>
                <a:gd name="connsiteX8" fmla="*/ 4069 w 22999"/>
                <a:gd name="connsiteY8" fmla="*/ 2932 h 22018"/>
                <a:gd name="connsiteX9" fmla="*/ 486 w 22999"/>
                <a:gd name="connsiteY9" fmla="*/ 8848 h 22018"/>
                <a:gd name="connsiteX10" fmla="*/ 486 w 22999"/>
                <a:gd name="connsiteY10" fmla="*/ 8848 h 22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999" h="22018">
                  <a:moveTo>
                    <a:pt x="486" y="8848"/>
                  </a:moveTo>
                  <a:cubicBezTo>
                    <a:pt x="-14" y="10515"/>
                    <a:pt x="-181" y="12265"/>
                    <a:pt x="236" y="13931"/>
                  </a:cubicBezTo>
                  <a:cubicBezTo>
                    <a:pt x="570" y="15681"/>
                    <a:pt x="1319" y="17181"/>
                    <a:pt x="2486" y="18514"/>
                  </a:cubicBezTo>
                  <a:cubicBezTo>
                    <a:pt x="4736" y="21014"/>
                    <a:pt x="8652" y="22681"/>
                    <a:pt x="12069" y="21764"/>
                  </a:cubicBezTo>
                  <a:cubicBezTo>
                    <a:pt x="12818" y="21514"/>
                    <a:pt x="13568" y="21264"/>
                    <a:pt x="14235" y="21014"/>
                  </a:cubicBezTo>
                  <a:cubicBezTo>
                    <a:pt x="14985" y="21181"/>
                    <a:pt x="15818" y="21264"/>
                    <a:pt x="16651" y="21097"/>
                  </a:cubicBezTo>
                  <a:cubicBezTo>
                    <a:pt x="23151" y="19764"/>
                    <a:pt x="24234" y="12098"/>
                    <a:pt x="21817" y="6932"/>
                  </a:cubicBezTo>
                  <a:cubicBezTo>
                    <a:pt x="20067" y="3182"/>
                    <a:pt x="16318" y="266"/>
                    <a:pt x="12152" y="16"/>
                  </a:cubicBezTo>
                  <a:cubicBezTo>
                    <a:pt x="9319" y="-151"/>
                    <a:pt x="6236" y="1016"/>
                    <a:pt x="4069" y="2932"/>
                  </a:cubicBezTo>
                  <a:cubicBezTo>
                    <a:pt x="2402" y="4516"/>
                    <a:pt x="903" y="6682"/>
                    <a:pt x="486" y="8848"/>
                  </a:cubicBezTo>
                  <a:lnTo>
                    <a:pt x="486" y="8848"/>
                  </a:lnTo>
                  <a:close/>
                </a:path>
              </a:pathLst>
            </a:custGeom>
            <a:grpFill/>
            <a:ln w="8332" cap="flat">
              <a:noFill/>
              <a:prstDash val="solid"/>
              <a:miter/>
            </a:ln>
          </p:spPr>
          <p:txBody>
            <a:bodyPr rtlCol="0" anchor="ctr"/>
            <a:lstStyle/>
            <a:p>
              <a:endParaRPr lang="en-US"/>
            </a:p>
          </p:txBody>
        </p:sp>
        <p:sp>
          <p:nvSpPr>
            <p:cNvPr id="2562" name="Freeform: Shape 2561"/>
            <p:cNvSpPr/>
            <p:nvPr/>
          </p:nvSpPr>
          <p:spPr>
            <a:xfrm>
              <a:off x="6471264" y="6583870"/>
              <a:ext cx="25416" cy="25676"/>
            </a:xfrm>
            <a:custGeom>
              <a:avLst/>
              <a:gdLst>
                <a:gd name="connsiteX0" fmla="*/ 2007 w 25416"/>
                <a:gd name="connsiteY0" fmla="*/ 9046 h 25676"/>
                <a:gd name="connsiteX1" fmla="*/ 174 w 25416"/>
                <a:gd name="connsiteY1" fmla="*/ 13795 h 25676"/>
                <a:gd name="connsiteX2" fmla="*/ 2424 w 25416"/>
                <a:gd name="connsiteY2" fmla="*/ 22378 h 25676"/>
                <a:gd name="connsiteX3" fmla="*/ 11590 w 25416"/>
                <a:gd name="connsiteY3" fmla="*/ 25461 h 25676"/>
                <a:gd name="connsiteX4" fmla="*/ 9090 w 25416"/>
                <a:gd name="connsiteY4" fmla="*/ 25627 h 25676"/>
                <a:gd name="connsiteX5" fmla="*/ 11590 w 25416"/>
                <a:gd name="connsiteY5" fmla="*/ 25461 h 25676"/>
                <a:gd name="connsiteX6" fmla="*/ 15089 w 25416"/>
                <a:gd name="connsiteY6" fmla="*/ 23961 h 25676"/>
                <a:gd name="connsiteX7" fmla="*/ 19255 w 25416"/>
                <a:gd name="connsiteY7" fmla="*/ 18628 h 25676"/>
                <a:gd name="connsiteX8" fmla="*/ 19255 w 25416"/>
                <a:gd name="connsiteY8" fmla="*/ 18628 h 25676"/>
                <a:gd name="connsiteX9" fmla="*/ 19589 w 25416"/>
                <a:gd name="connsiteY9" fmla="*/ 18462 h 25676"/>
                <a:gd name="connsiteX10" fmla="*/ 21755 w 25416"/>
                <a:gd name="connsiteY10" fmla="*/ 17211 h 25676"/>
                <a:gd name="connsiteX11" fmla="*/ 20922 w 25416"/>
                <a:gd name="connsiteY11" fmla="*/ 1630 h 25676"/>
                <a:gd name="connsiteX12" fmla="*/ 5507 w 25416"/>
                <a:gd name="connsiteY12" fmla="*/ 4213 h 25676"/>
                <a:gd name="connsiteX13" fmla="*/ 2007 w 25416"/>
                <a:gd name="connsiteY13" fmla="*/ 9046 h 25676"/>
                <a:gd name="connsiteX14" fmla="*/ 2007 w 25416"/>
                <a:gd name="connsiteY14" fmla="*/ 9046 h 2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416" h="25676">
                  <a:moveTo>
                    <a:pt x="2007" y="9046"/>
                  </a:moveTo>
                  <a:cubicBezTo>
                    <a:pt x="1174" y="10629"/>
                    <a:pt x="424" y="12045"/>
                    <a:pt x="174" y="13795"/>
                  </a:cubicBezTo>
                  <a:cubicBezTo>
                    <a:pt x="-409" y="16961"/>
                    <a:pt x="507" y="19795"/>
                    <a:pt x="2424" y="22378"/>
                  </a:cubicBezTo>
                  <a:cubicBezTo>
                    <a:pt x="4424" y="24961"/>
                    <a:pt x="8507" y="26211"/>
                    <a:pt x="11590" y="25461"/>
                  </a:cubicBezTo>
                  <a:cubicBezTo>
                    <a:pt x="10757" y="25544"/>
                    <a:pt x="9923" y="25544"/>
                    <a:pt x="9090" y="25627"/>
                  </a:cubicBezTo>
                  <a:cubicBezTo>
                    <a:pt x="9923" y="25711"/>
                    <a:pt x="10757" y="25627"/>
                    <a:pt x="11590" y="25461"/>
                  </a:cubicBezTo>
                  <a:cubicBezTo>
                    <a:pt x="12840" y="25128"/>
                    <a:pt x="14006" y="24628"/>
                    <a:pt x="15089" y="23961"/>
                  </a:cubicBezTo>
                  <a:cubicBezTo>
                    <a:pt x="17172" y="22628"/>
                    <a:pt x="18172" y="20794"/>
                    <a:pt x="19255" y="18628"/>
                  </a:cubicBezTo>
                  <a:lnTo>
                    <a:pt x="19255" y="18628"/>
                  </a:lnTo>
                  <a:cubicBezTo>
                    <a:pt x="17839" y="21627"/>
                    <a:pt x="18839" y="19795"/>
                    <a:pt x="19589" y="18462"/>
                  </a:cubicBezTo>
                  <a:cubicBezTo>
                    <a:pt x="20339" y="18128"/>
                    <a:pt x="21089" y="17711"/>
                    <a:pt x="21755" y="17211"/>
                  </a:cubicBezTo>
                  <a:cubicBezTo>
                    <a:pt x="27005" y="13212"/>
                    <a:pt x="26505" y="5129"/>
                    <a:pt x="20922" y="1630"/>
                  </a:cubicBezTo>
                  <a:cubicBezTo>
                    <a:pt x="15756" y="-1620"/>
                    <a:pt x="9673" y="379"/>
                    <a:pt x="5507" y="4213"/>
                  </a:cubicBezTo>
                  <a:cubicBezTo>
                    <a:pt x="4090" y="5546"/>
                    <a:pt x="2924" y="7296"/>
                    <a:pt x="2007" y="9046"/>
                  </a:cubicBezTo>
                  <a:lnTo>
                    <a:pt x="2007" y="9046"/>
                  </a:lnTo>
                  <a:close/>
                </a:path>
              </a:pathLst>
            </a:custGeom>
            <a:grpFill/>
            <a:ln w="8332" cap="flat">
              <a:noFill/>
              <a:prstDash val="solid"/>
              <a:miter/>
            </a:ln>
          </p:spPr>
          <p:txBody>
            <a:bodyPr rtlCol="0" anchor="ctr"/>
            <a:lstStyle/>
            <a:p>
              <a:endParaRPr lang="en-US"/>
            </a:p>
          </p:txBody>
        </p:sp>
        <p:sp>
          <p:nvSpPr>
            <p:cNvPr id="2563" name="Freeform: Shape 2562"/>
            <p:cNvSpPr/>
            <p:nvPr/>
          </p:nvSpPr>
          <p:spPr>
            <a:xfrm>
              <a:off x="6529596" y="6633349"/>
              <a:ext cx="24836" cy="28474"/>
            </a:xfrm>
            <a:custGeom>
              <a:avLst/>
              <a:gdLst>
                <a:gd name="connsiteX0" fmla="*/ 2420 w 24836"/>
                <a:gd name="connsiteY0" fmla="*/ 8563 h 28474"/>
                <a:gd name="connsiteX1" fmla="*/ 7169 w 24836"/>
                <a:gd name="connsiteY1" fmla="*/ 27894 h 28474"/>
                <a:gd name="connsiteX2" fmla="*/ 24835 w 24836"/>
                <a:gd name="connsiteY2" fmla="*/ 15312 h 28474"/>
                <a:gd name="connsiteX3" fmla="*/ 23334 w 24836"/>
                <a:gd name="connsiteY3" fmla="*/ 10312 h 28474"/>
                <a:gd name="connsiteX4" fmla="*/ 22085 w 24836"/>
                <a:gd name="connsiteY4" fmla="*/ 2896 h 28474"/>
                <a:gd name="connsiteX5" fmla="*/ 13252 w 24836"/>
                <a:gd name="connsiteY5" fmla="*/ 230 h 28474"/>
                <a:gd name="connsiteX6" fmla="*/ 2420 w 24836"/>
                <a:gd name="connsiteY6" fmla="*/ 8563 h 28474"/>
                <a:gd name="connsiteX7" fmla="*/ 2420 w 24836"/>
                <a:gd name="connsiteY7" fmla="*/ 8563 h 28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836" h="28474">
                  <a:moveTo>
                    <a:pt x="2420" y="8563"/>
                  </a:moveTo>
                  <a:cubicBezTo>
                    <a:pt x="-1330" y="15229"/>
                    <a:pt x="-1413" y="24894"/>
                    <a:pt x="7169" y="27894"/>
                  </a:cubicBezTo>
                  <a:cubicBezTo>
                    <a:pt x="14835" y="30560"/>
                    <a:pt x="25001" y="23645"/>
                    <a:pt x="24835" y="15312"/>
                  </a:cubicBezTo>
                  <a:cubicBezTo>
                    <a:pt x="24751" y="13312"/>
                    <a:pt x="24251" y="11646"/>
                    <a:pt x="23334" y="10312"/>
                  </a:cubicBezTo>
                  <a:cubicBezTo>
                    <a:pt x="24168" y="7813"/>
                    <a:pt x="24168" y="5230"/>
                    <a:pt x="22085" y="2896"/>
                  </a:cubicBezTo>
                  <a:cubicBezTo>
                    <a:pt x="19835" y="313"/>
                    <a:pt x="16502" y="-437"/>
                    <a:pt x="13252" y="230"/>
                  </a:cubicBezTo>
                  <a:cubicBezTo>
                    <a:pt x="8586" y="1147"/>
                    <a:pt x="4669" y="4479"/>
                    <a:pt x="2420" y="8563"/>
                  </a:cubicBezTo>
                  <a:lnTo>
                    <a:pt x="2420" y="8563"/>
                  </a:lnTo>
                  <a:close/>
                </a:path>
              </a:pathLst>
            </a:custGeom>
            <a:grpFill/>
            <a:ln w="8332" cap="flat">
              <a:noFill/>
              <a:prstDash val="solid"/>
              <a:miter/>
            </a:ln>
          </p:spPr>
          <p:txBody>
            <a:bodyPr rtlCol="0" anchor="ctr"/>
            <a:lstStyle/>
            <a:p>
              <a:endParaRPr lang="en-US"/>
            </a:p>
          </p:txBody>
        </p:sp>
        <p:sp>
          <p:nvSpPr>
            <p:cNvPr id="2564" name="Freeform: Shape 2563"/>
            <p:cNvSpPr/>
            <p:nvPr/>
          </p:nvSpPr>
          <p:spPr>
            <a:xfrm>
              <a:off x="6562000" y="6705152"/>
              <a:ext cx="21896" cy="24042"/>
            </a:xfrm>
            <a:custGeom>
              <a:avLst/>
              <a:gdLst>
                <a:gd name="connsiteX0" fmla="*/ 1513 w 21896"/>
                <a:gd name="connsiteY0" fmla="*/ 18585 h 24042"/>
                <a:gd name="connsiteX1" fmla="*/ 17012 w 21896"/>
                <a:gd name="connsiteY1" fmla="*/ 21669 h 24042"/>
                <a:gd name="connsiteX2" fmla="*/ 18595 w 21896"/>
                <a:gd name="connsiteY2" fmla="*/ 19919 h 24042"/>
                <a:gd name="connsiteX3" fmla="*/ 21845 w 21896"/>
                <a:gd name="connsiteY3" fmla="*/ 12419 h 24042"/>
                <a:gd name="connsiteX4" fmla="*/ 21345 w 21896"/>
                <a:gd name="connsiteY4" fmla="*/ 9253 h 24042"/>
                <a:gd name="connsiteX5" fmla="*/ 21178 w 21896"/>
                <a:gd name="connsiteY5" fmla="*/ 7836 h 24042"/>
                <a:gd name="connsiteX6" fmla="*/ 15095 w 21896"/>
                <a:gd name="connsiteY6" fmla="*/ 587 h 24042"/>
                <a:gd name="connsiteX7" fmla="*/ 2180 w 21896"/>
                <a:gd name="connsiteY7" fmla="*/ 5004 h 24042"/>
                <a:gd name="connsiteX8" fmla="*/ 1513 w 21896"/>
                <a:gd name="connsiteY8" fmla="*/ 18585 h 24042"/>
                <a:gd name="connsiteX9" fmla="*/ 1513 w 21896"/>
                <a:gd name="connsiteY9" fmla="*/ 18585 h 24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896" h="24042">
                  <a:moveTo>
                    <a:pt x="1513" y="18585"/>
                  </a:moveTo>
                  <a:cubicBezTo>
                    <a:pt x="4846" y="24335"/>
                    <a:pt x="11762" y="25835"/>
                    <a:pt x="17012" y="21669"/>
                  </a:cubicBezTo>
                  <a:cubicBezTo>
                    <a:pt x="17595" y="21168"/>
                    <a:pt x="18178" y="20586"/>
                    <a:pt x="18595" y="19919"/>
                  </a:cubicBezTo>
                  <a:cubicBezTo>
                    <a:pt x="20428" y="17836"/>
                    <a:pt x="21428" y="15253"/>
                    <a:pt x="21845" y="12419"/>
                  </a:cubicBezTo>
                  <a:cubicBezTo>
                    <a:pt x="22011" y="11336"/>
                    <a:pt x="21761" y="10253"/>
                    <a:pt x="21345" y="9253"/>
                  </a:cubicBezTo>
                  <a:cubicBezTo>
                    <a:pt x="21345" y="9003"/>
                    <a:pt x="21261" y="8587"/>
                    <a:pt x="21178" y="7836"/>
                  </a:cubicBezTo>
                  <a:cubicBezTo>
                    <a:pt x="20678" y="4587"/>
                    <a:pt x="18262" y="1670"/>
                    <a:pt x="15095" y="587"/>
                  </a:cubicBezTo>
                  <a:cubicBezTo>
                    <a:pt x="10429" y="-996"/>
                    <a:pt x="4846" y="671"/>
                    <a:pt x="2180" y="5004"/>
                  </a:cubicBezTo>
                  <a:cubicBezTo>
                    <a:pt x="-237" y="9003"/>
                    <a:pt x="-903" y="14336"/>
                    <a:pt x="1513" y="18585"/>
                  </a:cubicBezTo>
                  <a:lnTo>
                    <a:pt x="1513" y="18585"/>
                  </a:lnTo>
                  <a:close/>
                </a:path>
              </a:pathLst>
            </a:custGeom>
            <a:grpFill/>
            <a:ln w="8332" cap="flat">
              <a:noFill/>
              <a:prstDash val="solid"/>
              <a:miter/>
            </a:ln>
          </p:spPr>
          <p:txBody>
            <a:bodyPr rtlCol="0" anchor="ctr"/>
            <a:lstStyle/>
            <a:p>
              <a:endParaRPr lang="en-US"/>
            </a:p>
          </p:txBody>
        </p:sp>
        <p:sp>
          <p:nvSpPr>
            <p:cNvPr id="2565" name="Freeform: Shape 2564"/>
            <p:cNvSpPr/>
            <p:nvPr/>
          </p:nvSpPr>
          <p:spPr>
            <a:xfrm>
              <a:off x="6588695" y="6640978"/>
              <a:ext cx="26253" cy="24442"/>
            </a:xfrm>
            <a:custGeom>
              <a:avLst/>
              <a:gdLst>
                <a:gd name="connsiteX0" fmla="*/ 566 w 26253"/>
                <a:gd name="connsiteY0" fmla="*/ 10349 h 24442"/>
                <a:gd name="connsiteX1" fmla="*/ 9648 w 26253"/>
                <a:gd name="connsiteY1" fmla="*/ 23931 h 24442"/>
                <a:gd name="connsiteX2" fmla="*/ 12982 w 26253"/>
                <a:gd name="connsiteY2" fmla="*/ 23431 h 24442"/>
                <a:gd name="connsiteX3" fmla="*/ 12982 w 26253"/>
                <a:gd name="connsiteY3" fmla="*/ 23431 h 24442"/>
                <a:gd name="connsiteX4" fmla="*/ 21897 w 26253"/>
                <a:gd name="connsiteY4" fmla="*/ 21598 h 24442"/>
                <a:gd name="connsiteX5" fmla="*/ 24481 w 26253"/>
                <a:gd name="connsiteY5" fmla="*/ 17848 h 24442"/>
                <a:gd name="connsiteX6" fmla="*/ 25147 w 26253"/>
                <a:gd name="connsiteY6" fmla="*/ 16349 h 24442"/>
                <a:gd name="connsiteX7" fmla="*/ 25147 w 26253"/>
                <a:gd name="connsiteY7" fmla="*/ 16182 h 24442"/>
                <a:gd name="connsiteX8" fmla="*/ 26230 w 26253"/>
                <a:gd name="connsiteY8" fmla="*/ 12349 h 24442"/>
                <a:gd name="connsiteX9" fmla="*/ 14731 w 26253"/>
                <a:gd name="connsiteY9" fmla="*/ 17 h 24442"/>
                <a:gd name="connsiteX10" fmla="*/ 566 w 26253"/>
                <a:gd name="connsiteY10" fmla="*/ 10349 h 24442"/>
                <a:gd name="connsiteX11" fmla="*/ 566 w 26253"/>
                <a:gd name="connsiteY11" fmla="*/ 10349 h 24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253" h="24442">
                  <a:moveTo>
                    <a:pt x="566" y="10349"/>
                  </a:moveTo>
                  <a:cubicBezTo>
                    <a:pt x="-1684" y="16598"/>
                    <a:pt x="3066" y="23598"/>
                    <a:pt x="9648" y="23931"/>
                  </a:cubicBezTo>
                  <a:cubicBezTo>
                    <a:pt x="10815" y="24014"/>
                    <a:pt x="11898" y="23765"/>
                    <a:pt x="12982" y="23431"/>
                  </a:cubicBezTo>
                  <a:lnTo>
                    <a:pt x="12982" y="23431"/>
                  </a:lnTo>
                  <a:cubicBezTo>
                    <a:pt x="16148" y="25348"/>
                    <a:pt x="19647" y="24431"/>
                    <a:pt x="21897" y="21598"/>
                  </a:cubicBezTo>
                  <a:cubicBezTo>
                    <a:pt x="22897" y="20348"/>
                    <a:pt x="23814" y="19265"/>
                    <a:pt x="24481" y="17848"/>
                  </a:cubicBezTo>
                  <a:cubicBezTo>
                    <a:pt x="24730" y="17348"/>
                    <a:pt x="24980" y="16848"/>
                    <a:pt x="25147" y="16349"/>
                  </a:cubicBezTo>
                  <a:cubicBezTo>
                    <a:pt x="25314" y="15932"/>
                    <a:pt x="25230" y="16015"/>
                    <a:pt x="25147" y="16182"/>
                  </a:cubicBezTo>
                  <a:cubicBezTo>
                    <a:pt x="25730" y="14932"/>
                    <a:pt x="26064" y="13932"/>
                    <a:pt x="26230" y="12349"/>
                  </a:cubicBezTo>
                  <a:cubicBezTo>
                    <a:pt x="26647" y="5600"/>
                    <a:pt x="21398" y="350"/>
                    <a:pt x="14731" y="17"/>
                  </a:cubicBezTo>
                  <a:cubicBezTo>
                    <a:pt x="8232" y="-317"/>
                    <a:pt x="2733" y="4433"/>
                    <a:pt x="566" y="10349"/>
                  </a:cubicBezTo>
                  <a:lnTo>
                    <a:pt x="566" y="10349"/>
                  </a:lnTo>
                  <a:close/>
                </a:path>
              </a:pathLst>
            </a:custGeom>
            <a:grpFill/>
            <a:ln w="8332" cap="flat">
              <a:noFill/>
              <a:prstDash val="solid"/>
              <a:miter/>
            </a:ln>
          </p:spPr>
          <p:txBody>
            <a:bodyPr rtlCol="0" anchor="ctr"/>
            <a:lstStyle/>
            <a:p>
              <a:endParaRPr lang="en-US"/>
            </a:p>
          </p:txBody>
        </p:sp>
        <p:sp>
          <p:nvSpPr>
            <p:cNvPr id="2566" name="Freeform: Shape 2565"/>
            <p:cNvSpPr/>
            <p:nvPr/>
          </p:nvSpPr>
          <p:spPr>
            <a:xfrm>
              <a:off x="6561907" y="6578015"/>
              <a:ext cx="23306" cy="19844"/>
            </a:xfrm>
            <a:custGeom>
              <a:avLst/>
              <a:gdLst>
                <a:gd name="connsiteX0" fmla="*/ 1689 w 23306"/>
                <a:gd name="connsiteY0" fmla="*/ 15402 h 19844"/>
                <a:gd name="connsiteX1" fmla="*/ 11605 w 23306"/>
                <a:gd name="connsiteY1" fmla="*/ 19568 h 19844"/>
                <a:gd name="connsiteX2" fmla="*/ 14521 w 23306"/>
                <a:gd name="connsiteY2" fmla="*/ 18568 h 19844"/>
                <a:gd name="connsiteX3" fmla="*/ 14855 w 23306"/>
                <a:gd name="connsiteY3" fmla="*/ 18318 h 19844"/>
                <a:gd name="connsiteX4" fmla="*/ 16271 w 23306"/>
                <a:gd name="connsiteY4" fmla="*/ 18818 h 19844"/>
                <a:gd name="connsiteX5" fmla="*/ 21604 w 23306"/>
                <a:gd name="connsiteY5" fmla="*/ 15735 h 19844"/>
                <a:gd name="connsiteX6" fmla="*/ 22104 w 23306"/>
                <a:gd name="connsiteY6" fmla="*/ 13235 h 19844"/>
                <a:gd name="connsiteX7" fmla="*/ 21271 w 23306"/>
                <a:gd name="connsiteY7" fmla="*/ 3903 h 19844"/>
                <a:gd name="connsiteX8" fmla="*/ 11605 w 23306"/>
                <a:gd name="connsiteY8" fmla="*/ 236 h 19844"/>
                <a:gd name="connsiteX9" fmla="*/ 5855 w 23306"/>
                <a:gd name="connsiteY9" fmla="*/ 903 h 19844"/>
                <a:gd name="connsiteX10" fmla="*/ 1522 w 23306"/>
                <a:gd name="connsiteY10" fmla="*/ 4736 h 19844"/>
                <a:gd name="connsiteX11" fmla="*/ 1689 w 23306"/>
                <a:gd name="connsiteY11" fmla="*/ 15402 h 19844"/>
                <a:gd name="connsiteX12" fmla="*/ 1689 w 23306"/>
                <a:gd name="connsiteY12" fmla="*/ 15402 h 19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06" h="19844">
                  <a:moveTo>
                    <a:pt x="1689" y="15402"/>
                  </a:moveTo>
                  <a:cubicBezTo>
                    <a:pt x="3689" y="18401"/>
                    <a:pt x="7939" y="20651"/>
                    <a:pt x="11605" y="19568"/>
                  </a:cubicBezTo>
                  <a:cubicBezTo>
                    <a:pt x="12605" y="19318"/>
                    <a:pt x="13605" y="18984"/>
                    <a:pt x="14521" y="18568"/>
                  </a:cubicBezTo>
                  <a:cubicBezTo>
                    <a:pt x="14688" y="18485"/>
                    <a:pt x="14771" y="18401"/>
                    <a:pt x="14855" y="18318"/>
                  </a:cubicBezTo>
                  <a:cubicBezTo>
                    <a:pt x="15271" y="18568"/>
                    <a:pt x="15771" y="18734"/>
                    <a:pt x="16271" y="18818"/>
                  </a:cubicBezTo>
                  <a:cubicBezTo>
                    <a:pt x="18354" y="19151"/>
                    <a:pt x="21104" y="18068"/>
                    <a:pt x="21604" y="15735"/>
                  </a:cubicBezTo>
                  <a:cubicBezTo>
                    <a:pt x="21770" y="14902"/>
                    <a:pt x="21937" y="14068"/>
                    <a:pt x="22104" y="13235"/>
                  </a:cubicBezTo>
                  <a:cubicBezTo>
                    <a:pt x="23937" y="10318"/>
                    <a:pt x="23687" y="6652"/>
                    <a:pt x="21271" y="3903"/>
                  </a:cubicBezTo>
                  <a:cubicBezTo>
                    <a:pt x="19021" y="1319"/>
                    <a:pt x="15271" y="236"/>
                    <a:pt x="11605" y="236"/>
                  </a:cubicBezTo>
                  <a:cubicBezTo>
                    <a:pt x="9689" y="-180"/>
                    <a:pt x="7522" y="-97"/>
                    <a:pt x="5855" y="903"/>
                  </a:cubicBezTo>
                  <a:cubicBezTo>
                    <a:pt x="3939" y="1986"/>
                    <a:pt x="2939" y="3069"/>
                    <a:pt x="1522" y="4736"/>
                  </a:cubicBezTo>
                  <a:cubicBezTo>
                    <a:pt x="-811" y="7652"/>
                    <a:pt x="-227" y="12568"/>
                    <a:pt x="1689" y="15402"/>
                  </a:cubicBezTo>
                  <a:lnTo>
                    <a:pt x="1689" y="15402"/>
                  </a:lnTo>
                  <a:close/>
                </a:path>
              </a:pathLst>
            </a:custGeom>
            <a:grpFill/>
            <a:ln w="8332" cap="flat">
              <a:noFill/>
              <a:prstDash val="solid"/>
              <a:miter/>
            </a:ln>
          </p:spPr>
          <p:txBody>
            <a:bodyPr rtlCol="0" anchor="ctr"/>
            <a:lstStyle/>
            <a:p>
              <a:endParaRPr lang="en-US"/>
            </a:p>
          </p:txBody>
        </p:sp>
        <p:sp>
          <p:nvSpPr>
            <p:cNvPr id="2567" name="Freeform: Shape 2566"/>
            <p:cNvSpPr/>
            <p:nvPr/>
          </p:nvSpPr>
          <p:spPr>
            <a:xfrm>
              <a:off x="6499123" y="6535613"/>
              <a:ext cx="24534" cy="25562"/>
            </a:xfrm>
            <a:custGeom>
              <a:avLst/>
              <a:gdLst>
                <a:gd name="connsiteX0" fmla="*/ 313 w 24534"/>
                <a:gd name="connsiteY0" fmla="*/ 17390 h 25562"/>
                <a:gd name="connsiteX1" fmla="*/ 11562 w 24534"/>
                <a:gd name="connsiteY1" fmla="*/ 25556 h 25562"/>
                <a:gd name="connsiteX2" fmla="*/ 20894 w 24534"/>
                <a:gd name="connsiteY2" fmla="*/ 18140 h 25562"/>
                <a:gd name="connsiteX3" fmla="*/ 20977 w 24534"/>
                <a:gd name="connsiteY3" fmla="*/ 17306 h 25562"/>
                <a:gd name="connsiteX4" fmla="*/ 22894 w 24534"/>
                <a:gd name="connsiteY4" fmla="*/ 15557 h 25562"/>
                <a:gd name="connsiteX5" fmla="*/ 23811 w 24534"/>
                <a:gd name="connsiteY5" fmla="*/ 7641 h 25562"/>
                <a:gd name="connsiteX6" fmla="*/ 21644 w 24534"/>
                <a:gd name="connsiteY6" fmla="*/ 3141 h 25562"/>
                <a:gd name="connsiteX7" fmla="*/ 12895 w 24534"/>
                <a:gd name="connsiteY7" fmla="*/ 225 h 25562"/>
                <a:gd name="connsiteX8" fmla="*/ 6145 w 24534"/>
                <a:gd name="connsiteY8" fmla="*/ 3558 h 25562"/>
                <a:gd name="connsiteX9" fmla="*/ 2063 w 24534"/>
                <a:gd name="connsiteY9" fmla="*/ 8057 h 25562"/>
                <a:gd name="connsiteX10" fmla="*/ 313 w 24534"/>
                <a:gd name="connsiteY10" fmla="*/ 17390 h 25562"/>
                <a:gd name="connsiteX11" fmla="*/ 313 w 24534"/>
                <a:gd name="connsiteY11" fmla="*/ 17390 h 25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534" h="25562">
                  <a:moveTo>
                    <a:pt x="313" y="17390"/>
                  </a:moveTo>
                  <a:cubicBezTo>
                    <a:pt x="1646" y="22723"/>
                    <a:pt x="6395" y="25306"/>
                    <a:pt x="11562" y="25556"/>
                  </a:cubicBezTo>
                  <a:cubicBezTo>
                    <a:pt x="16061" y="25722"/>
                    <a:pt x="20061" y="22556"/>
                    <a:pt x="20894" y="18140"/>
                  </a:cubicBezTo>
                  <a:cubicBezTo>
                    <a:pt x="20977" y="17890"/>
                    <a:pt x="20977" y="17556"/>
                    <a:pt x="20977" y="17306"/>
                  </a:cubicBezTo>
                  <a:cubicBezTo>
                    <a:pt x="21644" y="16806"/>
                    <a:pt x="22311" y="16306"/>
                    <a:pt x="22894" y="15557"/>
                  </a:cubicBezTo>
                  <a:cubicBezTo>
                    <a:pt x="24894" y="13140"/>
                    <a:pt x="24894" y="10224"/>
                    <a:pt x="23811" y="7641"/>
                  </a:cubicBezTo>
                  <a:cubicBezTo>
                    <a:pt x="23477" y="6057"/>
                    <a:pt x="22811" y="4641"/>
                    <a:pt x="21644" y="3141"/>
                  </a:cubicBezTo>
                  <a:cubicBezTo>
                    <a:pt x="19728" y="641"/>
                    <a:pt x="15894" y="-525"/>
                    <a:pt x="12895" y="225"/>
                  </a:cubicBezTo>
                  <a:cubicBezTo>
                    <a:pt x="10312" y="808"/>
                    <a:pt x="8145" y="1808"/>
                    <a:pt x="6145" y="3558"/>
                  </a:cubicBezTo>
                  <a:cubicBezTo>
                    <a:pt x="4646" y="4891"/>
                    <a:pt x="3146" y="6391"/>
                    <a:pt x="2063" y="8057"/>
                  </a:cubicBezTo>
                  <a:cubicBezTo>
                    <a:pt x="396" y="10640"/>
                    <a:pt x="-520" y="14307"/>
                    <a:pt x="313" y="17390"/>
                  </a:cubicBezTo>
                  <a:lnTo>
                    <a:pt x="313" y="17390"/>
                  </a:lnTo>
                  <a:close/>
                </a:path>
              </a:pathLst>
            </a:custGeom>
            <a:grpFill/>
            <a:ln w="8332" cap="flat">
              <a:noFill/>
              <a:prstDash val="solid"/>
              <a:miter/>
            </a:ln>
          </p:spPr>
          <p:txBody>
            <a:bodyPr rtlCol="0" anchor="ctr"/>
            <a:lstStyle/>
            <a:p>
              <a:endParaRPr lang="en-US"/>
            </a:p>
          </p:txBody>
        </p:sp>
        <p:sp>
          <p:nvSpPr>
            <p:cNvPr id="2568" name="Freeform: Shape 2567"/>
            <p:cNvSpPr/>
            <p:nvPr/>
          </p:nvSpPr>
          <p:spPr>
            <a:xfrm>
              <a:off x="6620238" y="6574164"/>
              <a:ext cx="21246" cy="21060"/>
            </a:xfrm>
            <a:custGeom>
              <a:avLst/>
              <a:gdLst>
                <a:gd name="connsiteX0" fmla="*/ 520 w 21246"/>
                <a:gd name="connsiteY0" fmla="*/ 7586 h 21060"/>
                <a:gd name="connsiteX1" fmla="*/ 4103 w 21246"/>
                <a:gd name="connsiteY1" fmla="*/ 17752 h 21060"/>
                <a:gd name="connsiteX2" fmla="*/ 8352 w 21246"/>
                <a:gd name="connsiteY2" fmla="*/ 19085 h 21060"/>
                <a:gd name="connsiteX3" fmla="*/ 10102 w 21246"/>
                <a:gd name="connsiteY3" fmla="*/ 20501 h 21060"/>
                <a:gd name="connsiteX4" fmla="*/ 17185 w 21246"/>
                <a:gd name="connsiteY4" fmla="*/ 18585 h 21060"/>
                <a:gd name="connsiteX5" fmla="*/ 19601 w 21246"/>
                <a:gd name="connsiteY5" fmla="*/ 13835 h 21060"/>
                <a:gd name="connsiteX6" fmla="*/ 19601 w 21246"/>
                <a:gd name="connsiteY6" fmla="*/ 13586 h 21060"/>
                <a:gd name="connsiteX7" fmla="*/ 19768 w 21246"/>
                <a:gd name="connsiteY7" fmla="*/ 13252 h 21060"/>
                <a:gd name="connsiteX8" fmla="*/ 21018 w 21246"/>
                <a:gd name="connsiteY8" fmla="*/ 10086 h 21060"/>
                <a:gd name="connsiteX9" fmla="*/ 15102 w 21246"/>
                <a:gd name="connsiteY9" fmla="*/ 670 h 21060"/>
                <a:gd name="connsiteX10" fmla="*/ 14935 w 21246"/>
                <a:gd name="connsiteY10" fmla="*/ 587 h 21060"/>
                <a:gd name="connsiteX11" fmla="*/ 12518 w 21246"/>
                <a:gd name="connsiteY11" fmla="*/ 86 h 21060"/>
                <a:gd name="connsiteX12" fmla="*/ 8936 w 21246"/>
                <a:gd name="connsiteY12" fmla="*/ 253 h 21060"/>
                <a:gd name="connsiteX13" fmla="*/ 4769 w 21246"/>
                <a:gd name="connsiteY13" fmla="*/ 2003 h 21060"/>
                <a:gd name="connsiteX14" fmla="*/ 520 w 21246"/>
                <a:gd name="connsiteY14" fmla="*/ 7586 h 21060"/>
                <a:gd name="connsiteX15" fmla="*/ 520 w 21246"/>
                <a:gd name="connsiteY15" fmla="*/ 7586 h 21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1246" h="21060">
                  <a:moveTo>
                    <a:pt x="520" y="7586"/>
                  </a:moveTo>
                  <a:cubicBezTo>
                    <a:pt x="-980" y="11003"/>
                    <a:pt x="936" y="15919"/>
                    <a:pt x="4103" y="17752"/>
                  </a:cubicBezTo>
                  <a:cubicBezTo>
                    <a:pt x="5436" y="18585"/>
                    <a:pt x="6852" y="19002"/>
                    <a:pt x="8352" y="19085"/>
                  </a:cubicBezTo>
                  <a:cubicBezTo>
                    <a:pt x="8852" y="19668"/>
                    <a:pt x="9435" y="20168"/>
                    <a:pt x="10102" y="20501"/>
                  </a:cubicBezTo>
                  <a:cubicBezTo>
                    <a:pt x="12518" y="21668"/>
                    <a:pt x="15685" y="21001"/>
                    <a:pt x="17185" y="18585"/>
                  </a:cubicBezTo>
                  <a:cubicBezTo>
                    <a:pt x="18101" y="17085"/>
                    <a:pt x="18935" y="15502"/>
                    <a:pt x="19601" y="13835"/>
                  </a:cubicBezTo>
                  <a:cubicBezTo>
                    <a:pt x="19684" y="13586"/>
                    <a:pt x="20101" y="12919"/>
                    <a:pt x="19601" y="13586"/>
                  </a:cubicBezTo>
                  <a:cubicBezTo>
                    <a:pt x="19018" y="14335"/>
                    <a:pt x="19684" y="13502"/>
                    <a:pt x="19768" y="13252"/>
                  </a:cubicBezTo>
                  <a:cubicBezTo>
                    <a:pt x="20268" y="12252"/>
                    <a:pt x="20768" y="11252"/>
                    <a:pt x="21018" y="10086"/>
                  </a:cubicBezTo>
                  <a:cubicBezTo>
                    <a:pt x="22018" y="5419"/>
                    <a:pt x="19684" y="1670"/>
                    <a:pt x="15102" y="670"/>
                  </a:cubicBezTo>
                  <a:cubicBezTo>
                    <a:pt x="15102" y="670"/>
                    <a:pt x="15018" y="587"/>
                    <a:pt x="14935" y="587"/>
                  </a:cubicBezTo>
                  <a:cubicBezTo>
                    <a:pt x="14269" y="253"/>
                    <a:pt x="13269" y="170"/>
                    <a:pt x="12518" y="86"/>
                  </a:cubicBezTo>
                  <a:cubicBezTo>
                    <a:pt x="11352" y="-80"/>
                    <a:pt x="10102" y="4"/>
                    <a:pt x="8936" y="253"/>
                  </a:cubicBezTo>
                  <a:cubicBezTo>
                    <a:pt x="7436" y="587"/>
                    <a:pt x="6019" y="1170"/>
                    <a:pt x="4769" y="2003"/>
                  </a:cubicBezTo>
                  <a:cubicBezTo>
                    <a:pt x="2686" y="3420"/>
                    <a:pt x="1519" y="5253"/>
                    <a:pt x="520" y="7586"/>
                  </a:cubicBezTo>
                  <a:lnTo>
                    <a:pt x="520" y="7586"/>
                  </a:lnTo>
                  <a:close/>
                </a:path>
              </a:pathLst>
            </a:custGeom>
            <a:grpFill/>
            <a:ln w="8332" cap="flat">
              <a:noFill/>
              <a:prstDash val="solid"/>
              <a:miter/>
            </a:ln>
          </p:spPr>
          <p:txBody>
            <a:bodyPr rtlCol="0" anchor="ctr"/>
            <a:lstStyle/>
            <a:p>
              <a:endParaRPr lang="en-US"/>
            </a:p>
          </p:txBody>
        </p:sp>
        <p:sp>
          <p:nvSpPr>
            <p:cNvPr id="2569" name="Freeform: Shape 2568"/>
            <p:cNvSpPr/>
            <p:nvPr/>
          </p:nvSpPr>
          <p:spPr>
            <a:xfrm>
              <a:off x="6570354" y="6523672"/>
              <a:ext cx="26624" cy="24165"/>
            </a:xfrm>
            <a:custGeom>
              <a:avLst/>
              <a:gdLst>
                <a:gd name="connsiteX0" fmla="*/ 75 w 26624"/>
                <a:gd name="connsiteY0" fmla="*/ 10999 h 24165"/>
                <a:gd name="connsiteX1" fmla="*/ 5491 w 26624"/>
                <a:gd name="connsiteY1" fmla="*/ 19998 h 24165"/>
                <a:gd name="connsiteX2" fmla="*/ 12574 w 26624"/>
                <a:gd name="connsiteY2" fmla="*/ 20581 h 24165"/>
                <a:gd name="connsiteX3" fmla="*/ 18490 w 26624"/>
                <a:gd name="connsiteY3" fmla="*/ 24164 h 24165"/>
                <a:gd name="connsiteX4" fmla="*/ 26489 w 26624"/>
                <a:gd name="connsiteY4" fmla="*/ 16998 h 24165"/>
                <a:gd name="connsiteX5" fmla="*/ 20323 w 26624"/>
                <a:gd name="connsiteY5" fmla="*/ 2583 h 24165"/>
                <a:gd name="connsiteX6" fmla="*/ 11824 w 26624"/>
                <a:gd name="connsiteY6" fmla="*/ 0 h 24165"/>
                <a:gd name="connsiteX7" fmla="*/ 2991 w 26624"/>
                <a:gd name="connsiteY7" fmla="*/ 3749 h 24165"/>
                <a:gd name="connsiteX8" fmla="*/ 75 w 26624"/>
                <a:gd name="connsiteY8" fmla="*/ 10999 h 24165"/>
                <a:gd name="connsiteX9" fmla="*/ 75 w 26624"/>
                <a:gd name="connsiteY9" fmla="*/ 10999 h 241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624" h="24165">
                  <a:moveTo>
                    <a:pt x="75" y="10999"/>
                  </a:moveTo>
                  <a:cubicBezTo>
                    <a:pt x="-508" y="14665"/>
                    <a:pt x="2408" y="18498"/>
                    <a:pt x="5491" y="19998"/>
                  </a:cubicBezTo>
                  <a:cubicBezTo>
                    <a:pt x="7574" y="20998"/>
                    <a:pt x="10240" y="21248"/>
                    <a:pt x="12574" y="20581"/>
                  </a:cubicBezTo>
                  <a:cubicBezTo>
                    <a:pt x="13823" y="22664"/>
                    <a:pt x="15990" y="24081"/>
                    <a:pt x="18490" y="24164"/>
                  </a:cubicBezTo>
                  <a:cubicBezTo>
                    <a:pt x="22823" y="24248"/>
                    <a:pt x="25989" y="21248"/>
                    <a:pt x="26489" y="16998"/>
                  </a:cubicBezTo>
                  <a:cubicBezTo>
                    <a:pt x="27156" y="11332"/>
                    <a:pt x="25406" y="5750"/>
                    <a:pt x="20323" y="2583"/>
                  </a:cubicBezTo>
                  <a:cubicBezTo>
                    <a:pt x="17823" y="1000"/>
                    <a:pt x="14824" y="0"/>
                    <a:pt x="11824" y="0"/>
                  </a:cubicBezTo>
                  <a:cubicBezTo>
                    <a:pt x="8408" y="0"/>
                    <a:pt x="5241" y="1083"/>
                    <a:pt x="2991" y="3749"/>
                  </a:cubicBezTo>
                  <a:cubicBezTo>
                    <a:pt x="1158" y="5916"/>
                    <a:pt x="492" y="8249"/>
                    <a:pt x="75" y="10999"/>
                  </a:cubicBezTo>
                  <a:lnTo>
                    <a:pt x="75" y="10999"/>
                  </a:lnTo>
                  <a:close/>
                </a:path>
              </a:pathLst>
            </a:custGeom>
            <a:grpFill/>
            <a:ln w="8332" cap="flat">
              <a:noFill/>
              <a:prstDash val="solid"/>
              <a:miter/>
            </a:ln>
          </p:spPr>
          <p:txBody>
            <a:bodyPr rtlCol="0" anchor="ctr"/>
            <a:lstStyle/>
            <a:p>
              <a:endParaRPr lang="en-US"/>
            </a:p>
          </p:txBody>
        </p:sp>
        <p:sp>
          <p:nvSpPr>
            <p:cNvPr id="2570" name="Freeform: Shape 2569"/>
            <p:cNvSpPr/>
            <p:nvPr/>
          </p:nvSpPr>
          <p:spPr>
            <a:xfrm>
              <a:off x="6413458" y="6644231"/>
              <a:ext cx="20529" cy="20683"/>
            </a:xfrm>
            <a:custGeom>
              <a:avLst/>
              <a:gdLst>
                <a:gd name="connsiteX0" fmla="*/ 5734 w 20529"/>
                <a:gd name="connsiteY0" fmla="*/ 19679 h 20683"/>
                <a:gd name="connsiteX1" fmla="*/ 13317 w 20529"/>
                <a:gd name="connsiteY1" fmla="*/ 20096 h 20683"/>
                <a:gd name="connsiteX2" fmla="*/ 19650 w 20529"/>
                <a:gd name="connsiteY2" fmla="*/ 13763 h 20683"/>
                <a:gd name="connsiteX3" fmla="*/ 20150 w 20529"/>
                <a:gd name="connsiteY3" fmla="*/ 11346 h 20683"/>
                <a:gd name="connsiteX4" fmla="*/ 14567 w 20529"/>
                <a:gd name="connsiteY4" fmla="*/ 347 h 20683"/>
                <a:gd name="connsiteX5" fmla="*/ 1568 w 20529"/>
                <a:gd name="connsiteY5" fmla="*/ 5097 h 20683"/>
                <a:gd name="connsiteX6" fmla="*/ 5734 w 20529"/>
                <a:gd name="connsiteY6" fmla="*/ 19679 h 20683"/>
                <a:gd name="connsiteX7" fmla="*/ 5734 w 20529"/>
                <a:gd name="connsiteY7" fmla="*/ 19679 h 20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529" h="20683">
                  <a:moveTo>
                    <a:pt x="5734" y="19679"/>
                  </a:moveTo>
                  <a:cubicBezTo>
                    <a:pt x="8234" y="20845"/>
                    <a:pt x="10734" y="21012"/>
                    <a:pt x="13317" y="20096"/>
                  </a:cubicBezTo>
                  <a:cubicBezTo>
                    <a:pt x="16567" y="19012"/>
                    <a:pt x="18233" y="16762"/>
                    <a:pt x="19650" y="13763"/>
                  </a:cubicBezTo>
                  <a:cubicBezTo>
                    <a:pt x="20067" y="12846"/>
                    <a:pt x="20150" y="12096"/>
                    <a:pt x="20150" y="11346"/>
                  </a:cubicBezTo>
                  <a:cubicBezTo>
                    <a:pt x="21483" y="7013"/>
                    <a:pt x="19233" y="1430"/>
                    <a:pt x="14567" y="347"/>
                  </a:cubicBezTo>
                  <a:cubicBezTo>
                    <a:pt x="9651" y="-736"/>
                    <a:pt x="4485" y="681"/>
                    <a:pt x="1568" y="5097"/>
                  </a:cubicBezTo>
                  <a:cubicBezTo>
                    <a:pt x="-1682" y="10180"/>
                    <a:pt x="319" y="17012"/>
                    <a:pt x="5734" y="19679"/>
                  </a:cubicBezTo>
                  <a:lnTo>
                    <a:pt x="5734" y="19679"/>
                  </a:lnTo>
                  <a:close/>
                </a:path>
              </a:pathLst>
            </a:custGeom>
            <a:grpFill/>
            <a:ln w="8332" cap="flat">
              <a:noFill/>
              <a:prstDash val="solid"/>
              <a:miter/>
            </a:ln>
          </p:spPr>
          <p:txBody>
            <a:bodyPr rtlCol="0" anchor="ctr"/>
            <a:lstStyle/>
            <a:p>
              <a:endParaRPr lang="en-US"/>
            </a:p>
          </p:txBody>
        </p:sp>
        <p:sp>
          <p:nvSpPr>
            <p:cNvPr id="2571" name="Freeform: Shape 2570"/>
            <p:cNvSpPr/>
            <p:nvPr/>
          </p:nvSpPr>
          <p:spPr>
            <a:xfrm>
              <a:off x="6457237" y="6718668"/>
              <a:ext cx="24558" cy="23011"/>
            </a:xfrm>
            <a:custGeom>
              <a:avLst/>
              <a:gdLst>
                <a:gd name="connsiteX0" fmla="*/ 3535 w 24558"/>
                <a:gd name="connsiteY0" fmla="*/ 20401 h 23011"/>
                <a:gd name="connsiteX1" fmla="*/ 17200 w 24558"/>
                <a:gd name="connsiteY1" fmla="*/ 20485 h 23011"/>
                <a:gd name="connsiteX2" fmla="*/ 19700 w 24558"/>
                <a:gd name="connsiteY2" fmla="*/ 17818 h 23011"/>
                <a:gd name="connsiteX3" fmla="*/ 19784 w 24558"/>
                <a:gd name="connsiteY3" fmla="*/ 17818 h 23011"/>
                <a:gd name="connsiteX4" fmla="*/ 18784 w 24558"/>
                <a:gd name="connsiteY4" fmla="*/ 18902 h 23011"/>
                <a:gd name="connsiteX5" fmla="*/ 20617 w 24558"/>
                <a:gd name="connsiteY5" fmla="*/ 17152 h 23011"/>
                <a:gd name="connsiteX6" fmla="*/ 19950 w 24558"/>
                <a:gd name="connsiteY6" fmla="*/ 17568 h 23011"/>
                <a:gd name="connsiteX7" fmla="*/ 22783 w 24558"/>
                <a:gd name="connsiteY7" fmla="*/ 14819 h 23011"/>
                <a:gd name="connsiteX8" fmla="*/ 23200 w 24558"/>
                <a:gd name="connsiteY8" fmla="*/ 14152 h 23011"/>
                <a:gd name="connsiteX9" fmla="*/ 22617 w 24558"/>
                <a:gd name="connsiteY9" fmla="*/ 14819 h 23011"/>
                <a:gd name="connsiteX10" fmla="*/ 22617 w 24558"/>
                <a:gd name="connsiteY10" fmla="*/ 3903 h 23011"/>
                <a:gd name="connsiteX11" fmla="*/ 1619 w 24558"/>
                <a:gd name="connsiteY11" fmla="*/ 6903 h 23011"/>
                <a:gd name="connsiteX12" fmla="*/ 3535 w 24558"/>
                <a:gd name="connsiteY12" fmla="*/ 20401 h 23011"/>
                <a:gd name="connsiteX13" fmla="*/ 3535 w 24558"/>
                <a:gd name="connsiteY13" fmla="*/ 20401 h 23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558" h="23011">
                  <a:moveTo>
                    <a:pt x="3535" y="20401"/>
                  </a:moveTo>
                  <a:cubicBezTo>
                    <a:pt x="7118" y="23568"/>
                    <a:pt x="13534" y="24151"/>
                    <a:pt x="17200" y="20485"/>
                  </a:cubicBezTo>
                  <a:cubicBezTo>
                    <a:pt x="18034" y="19568"/>
                    <a:pt x="18867" y="18735"/>
                    <a:pt x="19700" y="17818"/>
                  </a:cubicBezTo>
                  <a:cubicBezTo>
                    <a:pt x="19700" y="17818"/>
                    <a:pt x="19700" y="17818"/>
                    <a:pt x="19784" y="17818"/>
                  </a:cubicBezTo>
                  <a:cubicBezTo>
                    <a:pt x="19450" y="18151"/>
                    <a:pt x="19117" y="18569"/>
                    <a:pt x="18784" y="18902"/>
                  </a:cubicBezTo>
                  <a:cubicBezTo>
                    <a:pt x="19367" y="18235"/>
                    <a:pt x="19950" y="17652"/>
                    <a:pt x="20617" y="17152"/>
                  </a:cubicBezTo>
                  <a:cubicBezTo>
                    <a:pt x="20367" y="17318"/>
                    <a:pt x="20200" y="17402"/>
                    <a:pt x="19950" y="17568"/>
                  </a:cubicBezTo>
                  <a:cubicBezTo>
                    <a:pt x="21034" y="16818"/>
                    <a:pt x="21950" y="16068"/>
                    <a:pt x="22783" y="14819"/>
                  </a:cubicBezTo>
                  <a:cubicBezTo>
                    <a:pt x="22950" y="14569"/>
                    <a:pt x="23033" y="14319"/>
                    <a:pt x="23200" y="14152"/>
                  </a:cubicBezTo>
                  <a:cubicBezTo>
                    <a:pt x="23033" y="14402"/>
                    <a:pt x="22867" y="14569"/>
                    <a:pt x="22617" y="14819"/>
                  </a:cubicBezTo>
                  <a:cubicBezTo>
                    <a:pt x="25450" y="11486"/>
                    <a:pt x="24950" y="7403"/>
                    <a:pt x="22617" y="3903"/>
                  </a:cubicBezTo>
                  <a:cubicBezTo>
                    <a:pt x="17617" y="-3180"/>
                    <a:pt x="5368" y="320"/>
                    <a:pt x="1619" y="6903"/>
                  </a:cubicBezTo>
                  <a:cubicBezTo>
                    <a:pt x="-965" y="11486"/>
                    <a:pt x="-548" y="16902"/>
                    <a:pt x="3535" y="20401"/>
                  </a:cubicBezTo>
                  <a:lnTo>
                    <a:pt x="3535" y="20401"/>
                  </a:lnTo>
                  <a:close/>
                </a:path>
              </a:pathLst>
            </a:custGeom>
            <a:grpFill/>
            <a:ln w="8332" cap="flat">
              <a:noFill/>
              <a:prstDash val="solid"/>
              <a:miter/>
            </a:ln>
          </p:spPr>
          <p:txBody>
            <a:bodyPr rtlCol="0" anchor="ctr"/>
            <a:lstStyle/>
            <a:p>
              <a:endParaRPr lang="en-US"/>
            </a:p>
          </p:txBody>
        </p:sp>
        <p:sp>
          <p:nvSpPr>
            <p:cNvPr id="2572" name="Freeform: Shape 2571"/>
            <p:cNvSpPr/>
            <p:nvPr/>
          </p:nvSpPr>
          <p:spPr>
            <a:xfrm>
              <a:off x="7835374" y="6449555"/>
              <a:ext cx="460196" cy="701351"/>
            </a:xfrm>
            <a:custGeom>
              <a:avLst/>
              <a:gdLst>
                <a:gd name="connsiteX0" fmla="*/ 404237 w 460196"/>
                <a:gd name="connsiteY0" fmla="*/ 290348 h 701351"/>
                <a:gd name="connsiteX1" fmla="*/ 347076 w 460196"/>
                <a:gd name="connsiteY1" fmla="*/ 259018 h 701351"/>
                <a:gd name="connsiteX2" fmla="*/ 308830 w 460196"/>
                <a:gd name="connsiteY2" fmla="*/ 258434 h 701351"/>
                <a:gd name="connsiteX3" fmla="*/ 298914 w 460196"/>
                <a:gd name="connsiteY3" fmla="*/ 259267 h 701351"/>
                <a:gd name="connsiteX4" fmla="*/ 326078 w 460196"/>
                <a:gd name="connsiteY4" fmla="*/ 197773 h 701351"/>
                <a:gd name="connsiteX5" fmla="*/ 336161 w 460196"/>
                <a:gd name="connsiteY5" fmla="*/ 103115 h 701351"/>
                <a:gd name="connsiteX6" fmla="*/ 331744 w 460196"/>
                <a:gd name="connsiteY6" fmla="*/ 49620 h 701351"/>
                <a:gd name="connsiteX7" fmla="*/ 328495 w 460196"/>
                <a:gd name="connsiteY7" fmla="*/ 5124 h 701351"/>
                <a:gd name="connsiteX8" fmla="*/ 318829 w 460196"/>
                <a:gd name="connsiteY8" fmla="*/ 957 h 701351"/>
                <a:gd name="connsiteX9" fmla="*/ 240836 w 460196"/>
                <a:gd name="connsiteY9" fmla="*/ 68701 h 701351"/>
                <a:gd name="connsiteX10" fmla="*/ 187590 w 460196"/>
                <a:gd name="connsiteY10" fmla="*/ 149027 h 701351"/>
                <a:gd name="connsiteX11" fmla="*/ 185091 w 460196"/>
                <a:gd name="connsiteY11" fmla="*/ 246102 h 701351"/>
                <a:gd name="connsiteX12" fmla="*/ 191507 w 460196"/>
                <a:gd name="connsiteY12" fmla="*/ 281682 h 701351"/>
                <a:gd name="connsiteX13" fmla="*/ 158094 w 460196"/>
                <a:gd name="connsiteY13" fmla="*/ 228437 h 701351"/>
                <a:gd name="connsiteX14" fmla="*/ 92349 w 460196"/>
                <a:gd name="connsiteY14" fmla="*/ 236436 h 701351"/>
                <a:gd name="connsiteX15" fmla="*/ 92266 w 460196"/>
                <a:gd name="connsiteY15" fmla="*/ 241853 h 701351"/>
                <a:gd name="connsiteX16" fmla="*/ 114181 w 460196"/>
                <a:gd name="connsiteY16" fmla="*/ 264933 h 701351"/>
                <a:gd name="connsiteX17" fmla="*/ 148428 w 460196"/>
                <a:gd name="connsiteY17" fmla="*/ 299764 h 701351"/>
                <a:gd name="connsiteX18" fmla="*/ 156677 w 460196"/>
                <a:gd name="connsiteY18" fmla="*/ 309179 h 701351"/>
                <a:gd name="connsiteX19" fmla="*/ 151010 w 460196"/>
                <a:gd name="connsiteY19" fmla="*/ 307596 h 701351"/>
                <a:gd name="connsiteX20" fmla="*/ 118681 w 460196"/>
                <a:gd name="connsiteY20" fmla="*/ 308346 h 701351"/>
                <a:gd name="connsiteX21" fmla="*/ 54769 w 460196"/>
                <a:gd name="connsiteY21" fmla="*/ 334344 h 701351"/>
                <a:gd name="connsiteX22" fmla="*/ 24 w 460196"/>
                <a:gd name="connsiteY22" fmla="*/ 436085 h 701351"/>
                <a:gd name="connsiteX23" fmla="*/ 39687 w 460196"/>
                <a:gd name="connsiteY23" fmla="*/ 570656 h 701351"/>
                <a:gd name="connsiteX24" fmla="*/ 131262 w 460196"/>
                <a:gd name="connsiteY24" fmla="*/ 673147 h 701351"/>
                <a:gd name="connsiteX25" fmla="*/ 242169 w 460196"/>
                <a:gd name="connsiteY25" fmla="*/ 689062 h 701351"/>
                <a:gd name="connsiteX26" fmla="*/ 264667 w 460196"/>
                <a:gd name="connsiteY26" fmla="*/ 669814 h 701351"/>
                <a:gd name="connsiteX27" fmla="*/ 283999 w 460196"/>
                <a:gd name="connsiteY27" fmla="*/ 656315 h 701351"/>
                <a:gd name="connsiteX28" fmla="*/ 301998 w 460196"/>
                <a:gd name="connsiteY28" fmla="*/ 659231 h 701351"/>
                <a:gd name="connsiteX29" fmla="*/ 365325 w 460196"/>
                <a:gd name="connsiteY29" fmla="*/ 662648 h 701351"/>
                <a:gd name="connsiteX30" fmla="*/ 443234 w 460196"/>
                <a:gd name="connsiteY30" fmla="*/ 573156 h 701351"/>
                <a:gd name="connsiteX31" fmla="*/ 459816 w 460196"/>
                <a:gd name="connsiteY31" fmla="*/ 429419 h 701351"/>
                <a:gd name="connsiteX32" fmla="*/ 404237 w 460196"/>
                <a:gd name="connsiteY32" fmla="*/ 290348 h 701351"/>
                <a:gd name="connsiteX33" fmla="*/ 404237 w 460196"/>
                <a:gd name="connsiteY33" fmla="*/ 290348 h 701351"/>
                <a:gd name="connsiteX34" fmla="*/ 195590 w 460196"/>
                <a:gd name="connsiteY34" fmla="*/ 243602 h 701351"/>
                <a:gd name="connsiteX35" fmla="*/ 199757 w 460196"/>
                <a:gd name="connsiteY35" fmla="*/ 149777 h 701351"/>
                <a:gd name="connsiteX36" fmla="*/ 256334 w 460196"/>
                <a:gd name="connsiteY36" fmla="*/ 72284 h 701351"/>
                <a:gd name="connsiteX37" fmla="*/ 317246 w 460196"/>
                <a:gd name="connsiteY37" fmla="*/ 19206 h 701351"/>
                <a:gd name="connsiteX38" fmla="*/ 318579 w 460196"/>
                <a:gd name="connsiteY38" fmla="*/ 43787 h 701351"/>
                <a:gd name="connsiteX39" fmla="*/ 323662 w 460196"/>
                <a:gd name="connsiteY39" fmla="*/ 99865 h 701351"/>
                <a:gd name="connsiteX40" fmla="*/ 313829 w 460196"/>
                <a:gd name="connsiteY40" fmla="*/ 194106 h 701351"/>
                <a:gd name="connsiteX41" fmla="*/ 272916 w 460196"/>
                <a:gd name="connsiteY41" fmla="*/ 273933 h 701351"/>
                <a:gd name="connsiteX42" fmla="*/ 225504 w 460196"/>
                <a:gd name="connsiteY42" fmla="*/ 322678 h 701351"/>
                <a:gd name="connsiteX43" fmla="*/ 237836 w 460196"/>
                <a:gd name="connsiteY43" fmla="*/ 196940 h 701351"/>
                <a:gd name="connsiteX44" fmla="*/ 286581 w 460196"/>
                <a:gd name="connsiteY44" fmla="*/ 79700 h 701351"/>
                <a:gd name="connsiteX45" fmla="*/ 284749 w 460196"/>
                <a:gd name="connsiteY45" fmla="*/ 78867 h 701351"/>
                <a:gd name="connsiteX46" fmla="*/ 228420 w 460196"/>
                <a:gd name="connsiteY46" fmla="*/ 197023 h 701351"/>
                <a:gd name="connsiteX47" fmla="*/ 213505 w 460196"/>
                <a:gd name="connsiteY47" fmla="*/ 318262 h 701351"/>
                <a:gd name="connsiteX48" fmla="*/ 206089 w 460196"/>
                <a:gd name="connsiteY48" fmla="*/ 293514 h 701351"/>
                <a:gd name="connsiteX49" fmla="*/ 195590 w 460196"/>
                <a:gd name="connsiteY49" fmla="*/ 243602 h 701351"/>
                <a:gd name="connsiteX50" fmla="*/ 195590 w 460196"/>
                <a:gd name="connsiteY50" fmla="*/ 243602 h 701351"/>
                <a:gd name="connsiteX51" fmla="*/ 130929 w 460196"/>
                <a:gd name="connsiteY51" fmla="*/ 263600 h 701351"/>
                <a:gd name="connsiteX52" fmla="*/ 103598 w 460196"/>
                <a:gd name="connsiteY52" fmla="*/ 238686 h 701351"/>
                <a:gd name="connsiteX53" fmla="*/ 136845 w 460196"/>
                <a:gd name="connsiteY53" fmla="*/ 226687 h 701351"/>
                <a:gd name="connsiteX54" fmla="*/ 156677 w 460196"/>
                <a:gd name="connsiteY54" fmla="*/ 244269 h 701351"/>
                <a:gd name="connsiteX55" fmla="*/ 169758 w 460196"/>
                <a:gd name="connsiteY55" fmla="*/ 266184 h 701351"/>
                <a:gd name="connsiteX56" fmla="*/ 212255 w 460196"/>
                <a:gd name="connsiteY56" fmla="*/ 345509 h 701351"/>
                <a:gd name="connsiteX57" fmla="*/ 209172 w 460196"/>
                <a:gd name="connsiteY57" fmla="*/ 346759 h 701351"/>
                <a:gd name="connsiteX58" fmla="*/ 202256 w 460196"/>
                <a:gd name="connsiteY58" fmla="*/ 348926 h 701351"/>
                <a:gd name="connsiteX59" fmla="*/ 191424 w 460196"/>
                <a:gd name="connsiteY59" fmla="*/ 332677 h 701351"/>
                <a:gd name="connsiteX60" fmla="*/ 163260 w 460196"/>
                <a:gd name="connsiteY60" fmla="*/ 296347 h 701351"/>
                <a:gd name="connsiteX61" fmla="*/ 130929 w 460196"/>
                <a:gd name="connsiteY61" fmla="*/ 263600 h 701351"/>
                <a:gd name="connsiteX62" fmla="*/ 130929 w 460196"/>
                <a:gd name="connsiteY62" fmla="*/ 263600 h 701351"/>
                <a:gd name="connsiteX63" fmla="*/ 445401 w 460196"/>
                <a:gd name="connsiteY63" fmla="*/ 428919 h 701351"/>
                <a:gd name="connsiteX64" fmla="*/ 433735 w 460196"/>
                <a:gd name="connsiteY64" fmla="*/ 553907 h 701351"/>
                <a:gd name="connsiteX65" fmla="*/ 363825 w 460196"/>
                <a:gd name="connsiteY65" fmla="*/ 646483 h 701351"/>
                <a:gd name="connsiteX66" fmla="*/ 304246 w 460196"/>
                <a:gd name="connsiteY66" fmla="*/ 642483 h 701351"/>
                <a:gd name="connsiteX67" fmla="*/ 263583 w 460196"/>
                <a:gd name="connsiteY67" fmla="*/ 647483 h 701351"/>
                <a:gd name="connsiteX68" fmla="*/ 221671 w 460196"/>
                <a:gd name="connsiteY68" fmla="*/ 681313 h 701351"/>
                <a:gd name="connsiteX69" fmla="*/ 160177 w 460196"/>
                <a:gd name="connsiteY69" fmla="*/ 673897 h 701351"/>
                <a:gd name="connsiteX70" fmla="*/ 73101 w 460196"/>
                <a:gd name="connsiteY70" fmla="*/ 593487 h 701351"/>
                <a:gd name="connsiteX71" fmla="*/ 20606 w 460196"/>
                <a:gd name="connsiteY71" fmla="*/ 476748 h 701351"/>
                <a:gd name="connsiteX72" fmla="*/ 17606 w 460196"/>
                <a:gd name="connsiteY72" fmla="*/ 407837 h 701351"/>
                <a:gd name="connsiteX73" fmla="*/ 53853 w 460196"/>
                <a:gd name="connsiteY73" fmla="*/ 353759 h 701351"/>
                <a:gd name="connsiteX74" fmla="*/ 116181 w 460196"/>
                <a:gd name="connsiteY74" fmla="*/ 322678 h 701351"/>
                <a:gd name="connsiteX75" fmla="*/ 154927 w 460196"/>
                <a:gd name="connsiteY75" fmla="*/ 320178 h 701351"/>
                <a:gd name="connsiteX76" fmla="*/ 166593 w 460196"/>
                <a:gd name="connsiteY76" fmla="*/ 321178 h 701351"/>
                <a:gd name="connsiteX77" fmla="*/ 180258 w 460196"/>
                <a:gd name="connsiteY77" fmla="*/ 339177 h 701351"/>
                <a:gd name="connsiteX78" fmla="*/ 189757 w 460196"/>
                <a:gd name="connsiteY78" fmla="*/ 352092 h 701351"/>
                <a:gd name="connsiteX79" fmla="*/ 161093 w 460196"/>
                <a:gd name="connsiteY79" fmla="*/ 355425 h 701351"/>
                <a:gd name="connsiteX80" fmla="*/ 160926 w 460196"/>
                <a:gd name="connsiteY80" fmla="*/ 360258 h 701351"/>
                <a:gd name="connsiteX81" fmla="*/ 201756 w 460196"/>
                <a:gd name="connsiteY81" fmla="*/ 360592 h 701351"/>
                <a:gd name="connsiteX82" fmla="*/ 204339 w 460196"/>
                <a:gd name="connsiteY82" fmla="*/ 360258 h 701351"/>
                <a:gd name="connsiteX83" fmla="*/ 256334 w 460196"/>
                <a:gd name="connsiteY83" fmla="*/ 328011 h 701351"/>
                <a:gd name="connsiteX84" fmla="*/ 249752 w 460196"/>
                <a:gd name="connsiteY84" fmla="*/ 321178 h 701351"/>
                <a:gd name="connsiteX85" fmla="*/ 224087 w 460196"/>
                <a:gd name="connsiteY85" fmla="*/ 339594 h 701351"/>
                <a:gd name="connsiteX86" fmla="*/ 224421 w 460196"/>
                <a:gd name="connsiteY86" fmla="*/ 338760 h 701351"/>
                <a:gd name="connsiteX87" fmla="*/ 250168 w 460196"/>
                <a:gd name="connsiteY87" fmla="*/ 311929 h 701351"/>
                <a:gd name="connsiteX88" fmla="*/ 283332 w 460196"/>
                <a:gd name="connsiteY88" fmla="*/ 281182 h 701351"/>
                <a:gd name="connsiteX89" fmla="*/ 287249 w 460196"/>
                <a:gd name="connsiteY89" fmla="*/ 276099 h 701351"/>
                <a:gd name="connsiteX90" fmla="*/ 293747 w 460196"/>
                <a:gd name="connsiteY90" fmla="*/ 274766 h 701351"/>
                <a:gd name="connsiteX91" fmla="*/ 323911 w 460196"/>
                <a:gd name="connsiteY91" fmla="*/ 272266 h 701351"/>
                <a:gd name="connsiteX92" fmla="*/ 352576 w 460196"/>
                <a:gd name="connsiteY92" fmla="*/ 275933 h 701351"/>
                <a:gd name="connsiteX93" fmla="*/ 404237 w 460196"/>
                <a:gd name="connsiteY93" fmla="*/ 311346 h 701351"/>
                <a:gd name="connsiteX94" fmla="*/ 445401 w 460196"/>
                <a:gd name="connsiteY94" fmla="*/ 428919 h 701351"/>
                <a:gd name="connsiteX95" fmla="*/ 445401 w 460196"/>
                <a:gd name="connsiteY95" fmla="*/ 428919 h 701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460196" h="701351">
                  <a:moveTo>
                    <a:pt x="404237" y="290348"/>
                  </a:moveTo>
                  <a:cubicBezTo>
                    <a:pt x="387989" y="275266"/>
                    <a:pt x="369241" y="263350"/>
                    <a:pt x="347076" y="259018"/>
                  </a:cubicBezTo>
                  <a:cubicBezTo>
                    <a:pt x="334410" y="256517"/>
                    <a:pt x="321579" y="257101"/>
                    <a:pt x="308830" y="258434"/>
                  </a:cubicBezTo>
                  <a:cubicBezTo>
                    <a:pt x="305663" y="258767"/>
                    <a:pt x="302247" y="258851"/>
                    <a:pt x="298914" y="259267"/>
                  </a:cubicBezTo>
                  <a:cubicBezTo>
                    <a:pt x="311080" y="240186"/>
                    <a:pt x="320995" y="218855"/>
                    <a:pt x="326078" y="197773"/>
                  </a:cubicBezTo>
                  <a:cubicBezTo>
                    <a:pt x="333577" y="166859"/>
                    <a:pt x="336244" y="134862"/>
                    <a:pt x="336161" y="103115"/>
                  </a:cubicBezTo>
                  <a:cubicBezTo>
                    <a:pt x="336078" y="85116"/>
                    <a:pt x="333911" y="67451"/>
                    <a:pt x="331744" y="49620"/>
                  </a:cubicBezTo>
                  <a:cubicBezTo>
                    <a:pt x="329995" y="35038"/>
                    <a:pt x="330995" y="19289"/>
                    <a:pt x="328495" y="5124"/>
                  </a:cubicBezTo>
                  <a:cubicBezTo>
                    <a:pt x="327828" y="1208"/>
                    <a:pt x="322245" y="-1542"/>
                    <a:pt x="318829" y="957"/>
                  </a:cubicBezTo>
                  <a:cubicBezTo>
                    <a:pt x="291332" y="21039"/>
                    <a:pt x="264917" y="44703"/>
                    <a:pt x="240836" y="68701"/>
                  </a:cubicBezTo>
                  <a:cubicBezTo>
                    <a:pt x="217088" y="92449"/>
                    <a:pt x="197423" y="116197"/>
                    <a:pt x="187590" y="149027"/>
                  </a:cubicBezTo>
                  <a:cubicBezTo>
                    <a:pt x="178425" y="179441"/>
                    <a:pt x="181841" y="214855"/>
                    <a:pt x="185091" y="246102"/>
                  </a:cubicBezTo>
                  <a:cubicBezTo>
                    <a:pt x="186341" y="258184"/>
                    <a:pt x="188174" y="270100"/>
                    <a:pt x="191507" y="281682"/>
                  </a:cubicBezTo>
                  <a:cubicBezTo>
                    <a:pt x="181092" y="263600"/>
                    <a:pt x="170842" y="244936"/>
                    <a:pt x="158094" y="228437"/>
                  </a:cubicBezTo>
                  <a:cubicBezTo>
                    <a:pt x="143844" y="209939"/>
                    <a:pt x="103431" y="216855"/>
                    <a:pt x="92349" y="236436"/>
                  </a:cubicBezTo>
                  <a:cubicBezTo>
                    <a:pt x="91433" y="238019"/>
                    <a:pt x="91183" y="240269"/>
                    <a:pt x="92266" y="241853"/>
                  </a:cubicBezTo>
                  <a:cubicBezTo>
                    <a:pt x="97849" y="250435"/>
                    <a:pt x="107098" y="257601"/>
                    <a:pt x="114181" y="264933"/>
                  </a:cubicBezTo>
                  <a:cubicBezTo>
                    <a:pt x="125513" y="276599"/>
                    <a:pt x="137429" y="287765"/>
                    <a:pt x="148428" y="299764"/>
                  </a:cubicBezTo>
                  <a:cubicBezTo>
                    <a:pt x="151260" y="302847"/>
                    <a:pt x="154011" y="306013"/>
                    <a:pt x="156677" y="309179"/>
                  </a:cubicBezTo>
                  <a:cubicBezTo>
                    <a:pt x="154844" y="308513"/>
                    <a:pt x="153011" y="307930"/>
                    <a:pt x="151010" y="307596"/>
                  </a:cubicBezTo>
                  <a:cubicBezTo>
                    <a:pt x="140095" y="305596"/>
                    <a:pt x="129512" y="306430"/>
                    <a:pt x="118681" y="308346"/>
                  </a:cubicBezTo>
                  <a:cubicBezTo>
                    <a:pt x="96349" y="312179"/>
                    <a:pt x="73685" y="321762"/>
                    <a:pt x="54769" y="334344"/>
                  </a:cubicBezTo>
                  <a:cubicBezTo>
                    <a:pt x="20272" y="357342"/>
                    <a:pt x="-809" y="394588"/>
                    <a:pt x="24" y="436085"/>
                  </a:cubicBezTo>
                  <a:cubicBezTo>
                    <a:pt x="941" y="481414"/>
                    <a:pt x="18022" y="531160"/>
                    <a:pt x="39687" y="570656"/>
                  </a:cubicBezTo>
                  <a:cubicBezTo>
                    <a:pt x="61353" y="610069"/>
                    <a:pt x="95432" y="646232"/>
                    <a:pt x="131262" y="673147"/>
                  </a:cubicBezTo>
                  <a:cubicBezTo>
                    <a:pt x="163843" y="697561"/>
                    <a:pt x="204673" y="713726"/>
                    <a:pt x="242169" y="689062"/>
                  </a:cubicBezTo>
                  <a:cubicBezTo>
                    <a:pt x="250418" y="683646"/>
                    <a:pt x="257584" y="676730"/>
                    <a:pt x="264667" y="669814"/>
                  </a:cubicBezTo>
                  <a:cubicBezTo>
                    <a:pt x="270083" y="664564"/>
                    <a:pt x="276166" y="657398"/>
                    <a:pt x="283999" y="656315"/>
                  </a:cubicBezTo>
                  <a:cubicBezTo>
                    <a:pt x="289581" y="655565"/>
                    <a:pt x="296581" y="657981"/>
                    <a:pt x="301998" y="659231"/>
                  </a:cubicBezTo>
                  <a:cubicBezTo>
                    <a:pt x="323328" y="663898"/>
                    <a:pt x="343660" y="667480"/>
                    <a:pt x="365325" y="662648"/>
                  </a:cubicBezTo>
                  <a:cubicBezTo>
                    <a:pt x="409987" y="652649"/>
                    <a:pt x="431069" y="613735"/>
                    <a:pt x="443234" y="573156"/>
                  </a:cubicBezTo>
                  <a:cubicBezTo>
                    <a:pt x="456983" y="527077"/>
                    <a:pt x="461649" y="477414"/>
                    <a:pt x="459816" y="429419"/>
                  </a:cubicBezTo>
                  <a:cubicBezTo>
                    <a:pt x="457816" y="377840"/>
                    <a:pt x="442984" y="326178"/>
                    <a:pt x="404237" y="290348"/>
                  </a:cubicBezTo>
                  <a:lnTo>
                    <a:pt x="404237" y="290348"/>
                  </a:lnTo>
                  <a:close/>
                  <a:moveTo>
                    <a:pt x="195590" y="243602"/>
                  </a:moveTo>
                  <a:cubicBezTo>
                    <a:pt x="192923" y="213271"/>
                    <a:pt x="189757" y="178941"/>
                    <a:pt x="199757" y="149777"/>
                  </a:cubicBezTo>
                  <a:cubicBezTo>
                    <a:pt x="210922" y="117364"/>
                    <a:pt x="232004" y="95282"/>
                    <a:pt x="256334" y="72284"/>
                  </a:cubicBezTo>
                  <a:cubicBezTo>
                    <a:pt x="275750" y="53869"/>
                    <a:pt x="296581" y="36371"/>
                    <a:pt x="317246" y="19206"/>
                  </a:cubicBezTo>
                  <a:cubicBezTo>
                    <a:pt x="317912" y="27371"/>
                    <a:pt x="317745" y="36038"/>
                    <a:pt x="318579" y="43787"/>
                  </a:cubicBezTo>
                  <a:cubicBezTo>
                    <a:pt x="320579" y="62535"/>
                    <a:pt x="323412" y="80950"/>
                    <a:pt x="323662" y="99865"/>
                  </a:cubicBezTo>
                  <a:cubicBezTo>
                    <a:pt x="323995" y="131446"/>
                    <a:pt x="321496" y="163359"/>
                    <a:pt x="313829" y="194106"/>
                  </a:cubicBezTo>
                  <a:cubicBezTo>
                    <a:pt x="306747" y="222604"/>
                    <a:pt x="290415" y="250602"/>
                    <a:pt x="272916" y="273933"/>
                  </a:cubicBezTo>
                  <a:cubicBezTo>
                    <a:pt x="259334" y="292265"/>
                    <a:pt x="240503" y="305763"/>
                    <a:pt x="225504" y="322678"/>
                  </a:cubicBezTo>
                  <a:cubicBezTo>
                    <a:pt x="228170" y="280682"/>
                    <a:pt x="229503" y="238186"/>
                    <a:pt x="237836" y="196940"/>
                  </a:cubicBezTo>
                  <a:cubicBezTo>
                    <a:pt x="246169" y="155777"/>
                    <a:pt x="271833" y="118864"/>
                    <a:pt x="286581" y="79700"/>
                  </a:cubicBezTo>
                  <a:cubicBezTo>
                    <a:pt x="286998" y="78617"/>
                    <a:pt x="285249" y="77867"/>
                    <a:pt x="284749" y="78867"/>
                  </a:cubicBezTo>
                  <a:cubicBezTo>
                    <a:pt x="265167" y="117280"/>
                    <a:pt x="237836" y="154360"/>
                    <a:pt x="228420" y="197023"/>
                  </a:cubicBezTo>
                  <a:cubicBezTo>
                    <a:pt x="219672" y="236853"/>
                    <a:pt x="216505" y="277599"/>
                    <a:pt x="213505" y="318262"/>
                  </a:cubicBezTo>
                  <a:cubicBezTo>
                    <a:pt x="211005" y="309930"/>
                    <a:pt x="208672" y="301430"/>
                    <a:pt x="206089" y="293514"/>
                  </a:cubicBezTo>
                  <a:cubicBezTo>
                    <a:pt x="200673" y="277266"/>
                    <a:pt x="197090" y="260851"/>
                    <a:pt x="195590" y="243602"/>
                  </a:cubicBezTo>
                  <a:lnTo>
                    <a:pt x="195590" y="243602"/>
                  </a:lnTo>
                  <a:close/>
                  <a:moveTo>
                    <a:pt x="130929" y="263600"/>
                  </a:moveTo>
                  <a:cubicBezTo>
                    <a:pt x="122263" y="255684"/>
                    <a:pt x="111597" y="247685"/>
                    <a:pt x="103598" y="238686"/>
                  </a:cubicBezTo>
                  <a:cubicBezTo>
                    <a:pt x="110431" y="230770"/>
                    <a:pt x="127429" y="226104"/>
                    <a:pt x="136845" y="226687"/>
                  </a:cubicBezTo>
                  <a:cubicBezTo>
                    <a:pt x="147511" y="227353"/>
                    <a:pt x="151677" y="235686"/>
                    <a:pt x="156677" y="244269"/>
                  </a:cubicBezTo>
                  <a:cubicBezTo>
                    <a:pt x="160926" y="251601"/>
                    <a:pt x="165343" y="258934"/>
                    <a:pt x="169758" y="266184"/>
                  </a:cubicBezTo>
                  <a:cubicBezTo>
                    <a:pt x="185258" y="291931"/>
                    <a:pt x="197173" y="319679"/>
                    <a:pt x="212255" y="345509"/>
                  </a:cubicBezTo>
                  <a:cubicBezTo>
                    <a:pt x="211256" y="345926"/>
                    <a:pt x="210256" y="346426"/>
                    <a:pt x="209172" y="346759"/>
                  </a:cubicBezTo>
                  <a:cubicBezTo>
                    <a:pt x="206839" y="347593"/>
                    <a:pt x="204589" y="348259"/>
                    <a:pt x="202256" y="348926"/>
                  </a:cubicBezTo>
                  <a:cubicBezTo>
                    <a:pt x="199340" y="343010"/>
                    <a:pt x="194840" y="337594"/>
                    <a:pt x="191424" y="332677"/>
                  </a:cubicBezTo>
                  <a:cubicBezTo>
                    <a:pt x="182758" y="320095"/>
                    <a:pt x="173175" y="307930"/>
                    <a:pt x="163260" y="296347"/>
                  </a:cubicBezTo>
                  <a:cubicBezTo>
                    <a:pt x="153344" y="284765"/>
                    <a:pt x="142345" y="274016"/>
                    <a:pt x="130929" y="263600"/>
                  </a:cubicBezTo>
                  <a:lnTo>
                    <a:pt x="130929" y="263600"/>
                  </a:lnTo>
                  <a:close/>
                  <a:moveTo>
                    <a:pt x="445401" y="428919"/>
                  </a:moveTo>
                  <a:cubicBezTo>
                    <a:pt x="446984" y="470332"/>
                    <a:pt x="443984" y="513661"/>
                    <a:pt x="433735" y="553907"/>
                  </a:cubicBezTo>
                  <a:cubicBezTo>
                    <a:pt x="423653" y="593404"/>
                    <a:pt x="407821" y="635984"/>
                    <a:pt x="363825" y="646483"/>
                  </a:cubicBezTo>
                  <a:cubicBezTo>
                    <a:pt x="343077" y="651399"/>
                    <a:pt x="324495" y="646983"/>
                    <a:pt x="304246" y="642483"/>
                  </a:cubicBezTo>
                  <a:cubicBezTo>
                    <a:pt x="288915" y="639150"/>
                    <a:pt x="276750" y="637650"/>
                    <a:pt x="263583" y="647483"/>
                  </a:cubicBezTo>
                  <a:cubicBezTo>
                    <a:pt x="248918" y="658482"/>
                    <a:pt x="239086" y="673980"/>
                    <a:pt x="221671" y="681313"/>
                  </a:cubicBezTo>
                  <a:cubicBezTo>
                    <a:pt x="200840" y="690062"/>
                    <a:pt x="179174" y="684479"/>
                    <a:pt x="160177" y="673897"/>
                  </a:cubicBezTo>
                  <a:cubicBezTo>
                    <a:pt x="125263" y="654398"/>
                    <a:pt x="97849" y="624068"/>
                    <a:pt x="73101" y="593487"/>
                  </a:cubicBezTo>
                  <a:cubicBezTo>
                    <a:pt x="45604" y="559324"/>
                    <a:pt x="31022" y="518911"/>
                    <a:pt x="20606" y="476748"/>
                  </a:cubicBezTo>
                  <a:cubicBezTo>
                    <a:pt x="15106" y="454250"/>
                    <a:pt x="12357" y="430585"/>
                    <a:pt x="17606" y="407837"/>
                  </a:cubicBezTo>
                  <a:cubicBezTo>
                    <a:pt x="22522" y="386423"/>
                    <a:pt x="37687" y="368091"/>
                    <a:pt x="53853" y="353759"/>
                  </a:cubicBezTo>
                  <a:cubicBezTo>
                    <a:pt x="70518" y="339010"/>
                    <a:pt x="94516" y="327678"/>
                    <a:pt x="116181" y="322678"/>
                  </a:cubicBezTo>
                  <a:cubicBezTo>
                    <a:pt x="129262" y="319679"/>
                    <a:pt x="141678" y="318595"/>
                    <a:pt x="154927" y="320178"/>
                  </a:cubicBezTo>
                  <a:cubicBezTo>
                    <a:pt x="158677" y="320595"/>
                    <a:pt x="162676" y="321178"/>
                    <a:pt x="166593" y="321178"/>
                  </a:cubicBezTo>
                  <a:cubicBezTo>
                    <a:pt x="171259" y="327095"/>
                    <a:pt x="175842" y="333094"/>
                    <a:pt x="180258" y="339177"/>
                  </a:cubicBezTo>
                  <a:cubicBezTo>
                    <a:pt x="183258" y="343177"/>
                    <a:pt x="186258" y="348259"/>
                    <a:pt x="189757" y="352092"/>
                  </a:cubicBezTo>
                  <a:cubicBezTo>
                    <a:pt x="180341" y="353925"/>
                    <a:pt x="170842" y="354842"/>
                    <a:pt x="161093" y="355425"/>
                  </a:cubicBezTo>
                  <a:cubicBezTo>
                    <a:pt x="158010" y="355592"/>
                    <a:pt x="157843" y="359925"/>
                    <a:pt x="160926" y="360258"/>
                  </a:cubicBezTo>
                  <a:cubicBezTo>
                    <a:pt x="173425" y="361675"/>
                    <a:pt x="187757" y="362258"/>
                    <a:pt x="201756" y="360592"/>
                  </a:cubicBezTo>
                  <a:cubicBezTo>
                    <a:pt x="202589" y="360925"/>
                    <a:pt x="203589" y="360842"/>
                    <a:pt x="204339" y="360258"/>
                  </a:cubicBezTo>
                  <a:cubicBezTo>
                    <a:pt x="226087" y="357259"/>
                    <a:pt x="246419" y="348426"/>
                    <a:pt x="256334" y="328011"/>
                  </a:cubicBezTo>
                  <a:cubicBezTo>
                    <a:pt x="258251" y="324095"/>
                    <a:pt x="254168" y="318179"/>
                    <a:pt x="249752" y="321178"/>
                  </a:cubicBezTo>
                  <a:cubicBezTo>
                    <a:pt x="240919" y="327178"/>
                    <a:pt x="232920" y="334011"/>
                    <a:pt x="224087" y="339594"/>
                  </a:cubicBezTo>
                  <a:cubicBezTo>
                    <a:pt x="224170" y="339343"/>
                    <a:pt x="224337" y="339094"/>
                    <a:pt x="224421" y="338760"/>
                  </a:cubicBezTo>
                  <a:cubicBezTo>
                    <a:pt x="233586" y="330594"/>
                    <a:pt x="241086" y="320262"/>
                    <a:pt x="250168" y="311929"/>
                  </a:cubicBezTo>
                  <a:cubicBezTo>
                    <a:pt x="261500" y="301680"/>
                    <a:pt x="273750" y="293348"/>
                    <a:pt x="283332" y="281182"/>
                  </a:cubicBezTo>
                  <a:cubicBezTo>
                    <a:pt x="284665" y="279515"/>
                    <a:pt x="285915" y="277849"/>
                    <a:pt x="287249" y="276099"/>
                  </a:cubicBezTo>
                  <a:cubicBezTo>
                    <a:pt x="289332" y="276683"/>
                    <a:pt x="291664" y="276432"/>
                    <a:pt x="293747" y="274766"/>
                  </a:cubicBezTo>
                  <a:cubicBezTo>
                    <a:pt x="298247" y="271266"/>
                    <a:pt x="318912" y="272350"/>
                    <a:pt x="323911" y="272266"/>
                  </a:cubicBezTo>
                  <a:cubicBezTo>
                    <a:pt x="333661" y="272099"/>
                    <a:pt x="343243" y="272933"/>
                    <a:pt x="352576" y="275933"/>
                  </a:cubicBezTo>
                  <a:cubicBezTo>
                    <a:pt x="373324" y="282598"/>
                    <a:pt x="389822" y="295181"/>
                    <a:pt x="404237" y="311346"/>
                  </a:cubicBezTo>
                  <a:cubicBezTo>
                    <a:pt x="433069" y="343343"/>
                    <a:pt x="443817" y="386756"/>
                    <a:pt x="445401" y="428919"/>
                  </a:cubicBezTo>
                  <a:lnTo>
                    <a:pt x="445401" y="428919"/>
                  </a:lnTo>
                  <a:close/>
                </a:path>
              </a:pathLst>
            </a:custGeom>
            <a:grpFill/>
            <a:ln w="8332" cap="flat">
              <a:noFill/>
              <a:prstDash val="solid"/>
              <a:miter/>
            </a:ln>
          </p:spPr>
          <p:txBody>
            <a:bodyPr rtlCol="0" anchor="ctr"/>
            <a:lstStyle/>
            <a:p>
              <a:endParaRPr lang="en-US"/>
            </a:p>
          </p:txBody>
        </p:sp>
        <p:sp>
          <p:nvSpPr>
            <p:cNvPr id="2573" name="Freeform: Shape 2572"/>
            <p:cNvSpPr/>
            <p:nvPr/>
          </p:nvSpPr>
          <p:spPr>
            <a:xfrm>
              <a:off x="8121396" y="4237128"/>
              <a:ext cx="567252" cy="571598"/>
            </a:xfrm>
            <a:custGeom>
              <a:avLst/>
              <a:gdLst>
                <a:gd name="connsiteX0" fmla="*/ 141631 w 567252"/>
                <a:gd name="connsiteY0" fmla="*/ 430211 h 571598"/>
                <a:gd name="connsiteX1" fmla="*/ 239039 w 567252"/>
                <a:gd name="connsiteY1" fmla="*/ 537285 h 571598"/>
                <a:gd name="connsiteX2" fmla="*/ 354611 w 567252"/>
                <a:gd name="connsiteY2" fmla="*/ 564616 h 571598"/>
                <a:gd name="connsiteX3" fmla="*/ 404108 w 567252"/>
                <a:gd name="connsiteY3" fmla="*/ 524869 h 571598"/>
                <a:gd name="connsiteX4" fmla="*/ 417022 w 567252"/>
                <a:gd name="connsiteY4" fmla="*/ 512037 h 571598"/>
                <a:gd name="connsiteX5" fmla="*/ 440604 w 567252"/>
                <a:gd name="connsiteY5" fmla="*/ 511704 h 571598"/>
                <a:gd name="connsiteX6" fmla="*/ 470102 w 567252"/>
                <a:gd name="connsiteY6" fmla="*/ 514204 h 571598"/>
                <a:gd name="connsiteX7" fmla="*/ 550844 w 567252"/>
                <a:gd name="connsiteY7" fmla="*/ 436794 h 571598"/>
                <a:gd name="connsiteX8" fmla="*/ 565343 w 567252"/>
                <a:gd name="connsiteY8" fmla="*/ 300223 h 571598"/>
                <a:gd name="connsiteX9" fmla="*/ 519014 w 567252"/>
                <a:gd name="connsiteY9" fmla="*/ 167735 h 571598"/>
                <a:gd name="connsiteX10" fmla="*/ 415023 w 567252"/>
                <a:gd name="connsiteY10" fmla="*/ 116990 h 571598"/>
                <a:gd name="connsiteX11" fmla="*/ 347946 w 567252"/>
                <a:gd name="connsiteY11" fmla="*/ 133155 h 571598"/>
                <a:gd name="connsiteX12" fmla="*/ 321198 w 567252"/>
                <a:gd name="connsiteY12" fmla="*/ 151486 h 571598"/>
                <a:gd name="connsiteX13" fmla="*/ 317532 w 567252"/>
                <a:gd name="connsiteY13" fmla="*/ 156069 h 571598"/>
                <a:gd name="connsiteX14" fmla="*/ 318782 w 567252"/>
                <a:gd name="connsiteY14" fmla="*/ 143570 h 571598"/>
                <a:gd name="connsiteX15" fmla="*/ 326281 w 567252"/>
                <a:gd name="connsiteY15" fmla="*/ 95241 h 571598"/>
                <a:gd name="connsiteX16" fmla="*/ 330697 w 567252"/>
                <a:gd name="connsiteY16" fmla="*/ 63744 h 571598"/>
                <a:gd name="connsiteX17" fmla="*/ 327447 w 567252"/>
                <a:gd name="connsiteY17" fmla="*/ 59328 h 571598"/>
                <a:gd name="connsiteX18" fmla="*/ 269369 w 567252"/>
                <a:gd name="connsiteY18" fmla="*/ 91242 h 571598"/>
                <a:gd name="connsiteX19" fmla="*/ 273369 w 567252"/>
                <a:gd name="connsiteY19" fmla="*/ 153903 h 571598"/>
                <a:gd name="connsiteX20" fmla="*/ 257787 w 567252"/>
                <a:gd name="connsiteY20" fmla="*/ 121239 h 571598"/>
                <a:gd name="connsiteX21" fmla="*/ 199126 w 567252"/>
                <a:gd name="connsiteY21" fmla="*/ 43829 h 571598"/>
                <a:gd name="connsiteX22" fmla="*/ 108884 w 567252"/>
                <a:gd name="connsiteY22" fmla="*/ 9583 h 571598"/>
                <a:gd name="connsiteX23" fmla="*/ 5893 w 567252"/>
                <a:gd name="connsiteY23" fmla="*/ 0 h 571598"/>
                <a:gd name="connsiteX24" fmla="*/ 477 w 567252"/>
                <a:gd name="connsiteY24" fmla="*/ 8999 h 571598"/>
                <a:gd name="connsiteX25" fmla="*/ 23808 w 567252"/>
                <a:gd name="connsiteY25" fmla="*/ 47079 h 571598"/>
                <a:gd name="connsiteX26" fmla="*/ 51390 w 567252"/>
                <a:gd name="connsiteY26" fmla="*/ 93075 h 571598"/>
                <a:gd name="connsiteX27" fmla="*/ 114884 w 567252"/>
                <a:gd name="connsiteY27" fmla="*/ 164069 h 571598"/>
                <a:gd name="connsiteX28" fmla="*/ 172878 w 567252"/>
                <a:gd name="connsiteY28" fmla="*/ 198232 h 571598"/>
                <a:gd name="connsiteX29" fmla="*/ 164379 w 567252"/>
                <a:gd name="connsiteY29" fmla="*/ 203315 h 571598"/>
                <a:gd name="connsiteX30" fmla="*/ 133715 w 567252"/>
                <a:gd name="connsiteY30" fmla="*/ 226146 h 571598"/>
                <a:gd name="connsiteX31" fmla="*/ 105551 w 567252"/>
                <a:gd name="connsiteY31" fmla="*/ 284808 h 571598"/>
                <a:gd name="connsiteX32" fmla="*/ 141631 w 567252"/>
                <a:gd name="connsiteY32" fmla="*/ 430211 h 571598"/>
                <a:gd name="connsiteX33" fmla="*/ 141631 w 567252"/>
                <a:gd name="connsiteY33" fmla="*/ 430211 h 571598"/>
                <a:gd name="connsiteX34" fmla="*/ 268453 w 567252"/>
                <a:gd name="connsiteY34" fmla="*/ 172234 h 571598"/>
                <a:gd name="connsiteX35" fmla="*/ 276869 w 567252"/>
                <a:gd name="connsiteY35" fmla="*/ 196649 h 571598"/>
                <a:gd name="connsiteX36" fmla="*/ 194043 w 567252"/>
                <a:gd name="connsiteY36" fmla="*/ 106907 h 571598"/>
                <a:gd name="connsiteX37" fmla="*/ 79220 w 567252"/>
                <a:gd name="connsiteY37" fmla="*/ 43746 h 571598"/>
                <a:gd name="connsiteX38" fmla="*/ 78220 w 567252"/>
                <a:gd name="connsiteY38" fmla="*/ 45496 h 571598"/>
                <a:gd name="connsiteX39" fmla="*/ 186294 w 567252"/>
                <a:gd name="connsiteY39" fmla="*/ 112323 h 571598"/>
                <a:gd name="connsiteX40" fmla="*/ 269703 w 567252"/>
                <a:gd name="connsiteY40" fmla="*/ 207231 h 571598"/>
                <a:gd name="connsiteX41" fmla="*/ 202792 w 567252"/>
                <a:gd name="connsiteY41" fmla="*/ 195232 h 571598"/>
                <a:gd name="connsiteX42" fmla="*/ 122966 w 567252"/>
                <a:gd name="connsiteY42" fmla="*/ 154153 h 571598"/>
                <a:gd name="connsiteX43" fmla="*/ 59971 w 567252"/>
                <a:gd name="connsiteY43" fmla="*/ 83409 h 571598"/>
                <a:gd name="connsiteX44" fmla="*/ 31391 w 567252"/>
                <a:gd name="connsiteY44" fmla="*/ 34914 h 571598"/>
                <a:gd name="connsiteX45" fmla="*/ 18059 w 567252"/>
                <a:gd name="connsiteY45" fmla="*/ 14165 h 571598"/>
                <a:gd name="connsiteX46" fmla="*/ 98468 w 567252"/>
                <a:gd name="connsiteY46" fmla="*/ 21748 h 571598"/>
                <a:gd name="connsiteX47" fmla="*/ 189710 w 567252"/>
                <a:gd name="connsiteY47" fmla="*/ 51746 h 571598"/>
                <a:gd name="connsiteX48" fmla="*/ 247872 w 567252"/>
                <a:gd name="connsiteY48" fmla="*/ 125489 h 571598"/>
                <a:gd name="connsiteX49" fmla="*/ 268453 w 567252"/>
                <a:gd name="connsiteY49" fmla="*/ 172234 h 571598"/>
                <a:gd name="connsiteX50" fmla="*/ 268453 w 567252"/>
                <a:gd name="connsiteY50" fmla="*/ 172234 h 571598"/>
                <a:gd name="connsiteX51" fmla="*/ 304783 w 567252"/>
                <a:gd name="connsiteY51" fmla="*/ 149570 h 571598"/>
                <a:gd name="connsiteX52" fmla="*/ 303117 w 567252"/>
                <a:gd name="connsiteY52" fmla="*/ 195483 h 571598"/>
                <a:gd name="connsiteX53" fmla="*/ 303783 w 567252"/>
                <a:gd name="connsiteY53" fmla="*/ 215064 h 571598"/>
                <a:gd name="connsiteX54" fmla="*/ 296867 w 567252"/>
                <a:gd name="connsiteY54" fmla="*/ 217314 h 571598"/>
                <a:gd name="connsiteX55" fmla="*/ 293617 w 567252"/>
                <a:gd name="connsiteY55" fmla="*/ 218064 h 571598"/>
                <a:gd name="connsiteX56" fmla="*/ 281785 w 567252"/>
                <a:gd name="connsiteY56" fmla="*/ 128822 h 571598"/>
                <a:gd name="connsiteX57" fmla="*/ 279618 w 567252"/>
                <a:gd name="connsiteY57" fmla="*/ 103408 h 571598"/>
                <a:gd name="connsiteX58" fmla="*/ 285452 w 567252"/>
                <a:gd name="connsiteY58" fmla="*/ 77576 h 571598"/>
                <a:gd name="connsiteX59" fmla="*/ 319448 w 567252"/>
                <a:gd name="connsiteY59" fmla="*/ 67911 h 571598"/>
                <a:gd name="connsiteX60" fmla="*/ 311783 w 567252"/>
                <a:gd name="connsiteY60" fmla="*/ 104074 h 571598"/>
                <a:gd name="connsiteX61" fmla="*/ 304783 w 567252"/>
                <a:gd name="connsiteY61" fmla="*/ 149570 h 571598"/>
                <a:gd name="connsiteX62" fmla="*/ 304783 w 567252"/>
                <a:gd name="connsiteY62" fmla="*/ 149570 h 571598"/>
                <a:gd name="connsiteX63" fmla="*/ 117717 w 567252"/>
                <a:gd name="connsiteY63" fmla="*/ 301973 h 571598"/>
                <a:gd name="connsiteX64" fmla="*/ 139048 w 567252"/>
                <a:gd name="connsiteY64" fmla="*/ 243061 h 571598"/>
                <a:gd name="connsiteX65" fmla="*/ 160213 w 567252"/>
                <a:gd name="connsiteY65" fmla="*/ 223397 h 571598"/>
                <a:gd name="connsiteX66" fmla="*/ 186210 w 567252"/>
                <a:gd name="connsiteY66" fmla="*/ 207815 h 571598"/>
                <a:gd name="connsiteX67" fmla="*/ 192293 w 567252"/>
                <a:gd name="connsiteY67" fmla="*/ 205065 h 571598"/>
                <a:gd name="connsiteX68" fmla="*/ 198459 w 567252"/>
                <a:gd name="connsiteY68" fmla="*/ 206898 h 571598"/>
                <a:gd name="connsiteX69" fmla="*/ 243372 w 567252"/>
                <a:gd name="connsiteY69" fmla="*/ 212481 h 571598"/>
                <a:gd name="connsiteX70" fmla="*/ 279952 w 567252"/>
                <a:gd name="connsiteY70" fmla="*/ 219230 h 571598"/>
                <a:gd name="connsiteX71" fmla="*/ 280701 w 567252"/>
                <a:gd name="connsiteY71" fmla="*/ 219730 h 571598"/>
                <a:gd name="connsiteX72" fmla="*/ 249122 w 567252"/>
                <a:gd name="connsiteY72" fmla="*/ 219730 h 571598"/>
                <a:gd name="connsiteX73" fmla="*/ 247705 w 567252"/>
                <a:gd name="connsiteY73" fmla="*/ 229146 h 571598"/>
                <a:gd name="connsiteX74" fmla="*/ 308782 w 567252"/>
                <a:gd name="connsiteY74" fmla="*/ 224980 h 571598"/>
                <a:gd name="connsiteX75" fmla="*/ 311116 w 567252"/>
                <a:gd name="connsiteY75" fmla="*/ 223730 h 571598"/>
                <a:gd name="connsiteX76" fmla="*/ 344030 w 567252"/>
                <a:gd name="connsiteY76" fmla="*/ 199649 h 571598"/>
                <a:gd name="connsiteX77" fmla="*/ 341113 w 567252"/>
                <a:gd name="connsiteY77" fmla="*/ 195816 h 571598"/>
                <a:gd name="connsiteX78" fmla="*/ 315949 w 567252"/>
                <a:gd name="connsiteY78" fmla="*/ 209814 h 571598"/>
                <a:gd name="connsiteX79" fmla="*/ 316115 w 567252"/>
                <a:gd name="connsiteY79" fmla="*/ 193816 h 571598"/>
                <a:gd name="connsiteX80" fmla="*/ 316782 w 567252"/>
                <a:gd name="connsiteY80" fmla="*/ 171234 h 571598"/>
                <a:gd name="connsiteX81" fmla="*/ 325698 w 567252"/>
                <a:gd name="connsiteY81" fmla="*/ 163652 h 571598"/>
                <a:gd name="connsiteX82" fmla="*/ 358612 w 567252"/>
                <a:gd name="connsiteY82" fmla="*/ 143070 h 571598"/>
                <a:gd name="connsiteX83" fmla="*/ 427356 w 567252"/>
                <a:gd name="connsiteY83" fmla="*/ 131988 h 571598"/>
                <a:gd name="connsiteX84" fmla="*/ 488350 w 567252"/>
                <a:gd name="connsiteY84" fmla="*/ 154736 h 571598"/>
                <a:gd name="connsiteX85" fmla="*/ 526097 w 567252"/>
                <a:gd name="connsiteY85" fmla="*/ 212564 h 571598"/>
                <a:gd name="connsiteX86" fmla="*/ 551677 w 567252"/>
                <a:gd name="connsiteY86" fmla="*/ 337970 h 571598"/>
                <a:gd name="connsiteX87" fmla="*/ 527930 w 567252"/>
                <a:gd name="connsiteY87" fmla="*/ 454042 h 571598"/>
                <a:gd name="connsiteX88" fmla="*/ 482267 w 567252"/>
                <a:gd name="connsiteY88" fmla="*/ 495955 h 571598"/>
                <a:gd name="connsiteX89" fmla="*/ 428439 w 567252"/>
                <a:gd name="connsiteY89" fmla="*/ 492956 h 571598"/>
                <a:gd name="connsiteX90" fmla="*/ 392525 w 567252"/>
                <a:gd name="connsiteY90" fmla="*/ 512621 h 571598"/>
                <a:gd name="connsiteX91" fmla="*/ 346446 w 567252"/>
                <a:gd name="connsiteY91" fmla="*/ 550617 h 571598"/>
                <a:gd name="connsiteX92" fmla="*/ 235540 w 567252"/>
                <a:gd name="connsiteY92" fmla="*/ 516120 h 571598"/>
                <a:gd name="connsiteX93" fmla="*/ 153130 w 567252"/>
                <a:gd name="connsiteY93" fmla="*/ 421462 h 571598"/>
                <a:gd name="connsiteX94" fmla="*/ 117717 w 567252"/>
                <a:gd name="connsiteY94" fmla="*/ 301973 h 571598"/>
                <a:gd name="connsiteX95" fmla="*/ 117717 w 567252"/>
                <a:gd name="connsiteY95" fmla="*/ 301973 h 571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567252" h="571598">
                  <a:moveTo>
                    <a:pt x="141631" y="430211"/>
                  </a:moveTo>
                  <a:cubicBezTo>
                    <a:pt x="168128" y="470291"/>
                    <a:pt x="200959" y="507871"/>
                    <a:pt x="239039" y="537285"/>
                  </a:cubicBezTo>
                  <a:cubicBezTo>
                    <a:pt x="272619" y="563283"/>
                    <a:pt x="312449" y="582531"/>
                    <a:pt x="354611" y="564616"/>
                  </a:cubicBezTo>
                  <a:cubicBezTo>
                    <a:pt x="375110" y="555867"/>
                    <a:pt x="389525" y="541118"/>
                    <a:pt x="404108" y="524869"/>
                  </a:cubicBezTo>
                  <a:cubicBezTo>
                    <a:pt x="407857" y="520703"/>
                    <a:pt x="412106" y="514704"/>
                    <a:pt x="417022" y="512037"/>
                  </a:cubicBezTo>
                  <a:cubicBezTo>
                    <a:pt x="424022" y="508288"/>
                    <a:pt x="433188" y="510621"/>
                    <a:pt x="440604" y="511704"/>
                  </a:cubicBezTo>
                  <a:cubicBezTo>
                    <a:pt x="450353" y="513121"/>
                    <a:pt x="460186" y="514620"/>
                    <a:pt x="470102" y="514204"/>
                  </a:cubicBezTo>
                  <a:cubicBezTo>
                    <a:pt x="514848" y="512454"/>
                    <a:pt x="538596" y="475541"/>
                    <a:pt x="550844" y="436794"/>
                  </a:cubicBezTo>
                  <a:cubicBezTo>
                    <a:pt x="564260" y="394048"/>
                    <a:pt x="570759" y="344802"/>
                    <a:pt x="565343" y="300223"/>
                  </a:cubicBezTo>
                  <a:cubicBezTo>
                    <a:pt x="559926" y="255477"/>
                    <a:pt x="544762" y="205065"/>
                    <a:pt x="519014" y="167735"/>
                  </a:cubicBezTo>
                  <a:cubicBezTo>
                    <a:pt x="495516" y="133572"/>
                    <a:pt x="456602" y="115489"/>
                    <a:pt x="415023" y="116990"/>
                  </a:cubicBezTo>
                  <a:cubicBezTo>
                    <a:pt x="392358" y="117823"/>
                    <a:pt x="368360" y="123156"/>
                    <a:pt x="347946" y="133155"/>
                  </a:cubicBezTo>
                  <a:cubicBezTo>
                    <a:pt x="338030" y="137988"/>
                    <a:pt x="328947" y="143487"/>
                    <a:pt x="321198" y="151486"/>
                  </a:cubicBezTo>
                  <a:cubicBezTo>
                    <a:pt x="319782" y="152903"/>
                    <a:pt x="318615" y="154486"/>
                    <a:pt x="317532" y="156069"/>
                  </a:cubicBezTo>
                  <a:cubicBezTo>
                    <a:pt x="317865" y="151903"/>
                    <a:pt x="318281" y="147737"/>
                    <a:pt x="318782" y="143570"/>
                  </a:cubicBezTo>
                  <a:cubicBezTo>
                    <a:pt x="320698" y="127406"/>
                    <a:pt x="323865" y="111407"/>
                    <a:pt x="326281" y="95241"/>
                  </a:cubicBezTo>
                  <a:cubicBezTo>
                    <a:pt x="327781" y="85159"/>
                    <a:pt x="331114" y="73910"/>
                    <a:pt x="330697" y="63744"/>
                  </a:cubicBezTo>
                  <a:cubicBezTo>
                    <a:pt x="330614" y="61828"/>
                    <a:pt x="329114" y="60162"/>
                    <a:pt x="327447" y="59328"/>
                  </a:cubicBezTo>
                  <a:cubicBezTo>
                    <a:pt x="307033" y="49912"/>
                    <a:pt x="270202" y="67911"/>
                    <a:pt x="269369" y="91242"/>
                  </a:cubicBezTo>
                  <a:cubicBezTo>
                    <a:pt x="268620" y="112073"/>
                    <a:pt x="271202" y="133238"/>
                    <a:pt x="273369" y="153903"/>
                  </a:cubicBezTo>
                  <a:cubicBezTo>
                    <a:pt x="269286" y="142570"/>
                    <a:pt x="263871" y="131822"/>
                    <a:pt x="257787" y="121239"/>
                  </a:cubicBezTo>
                  <a:cubicBezTo>
                    <a:pt x="242205" y="93992"/>
                    <a:pt x="224291" y="63161"/>
                    <a:pt x="199126" y="43829"/>
                  </a:cubicBezTo>
                  <a:cubicBezTo>
                    <a:pt x="171878" y="22831"/>
                    <a:pt x="142131" y="15082"/>
                    <a:pt x="108884" y="9583"/>
                  </a:cubicBezTo>
                  <a:cubicBezTo>
                    <a:pt x="75304" y="4083"/>
                    <a:pt x="40056" y="250"/>
                    <a:pt x="5893" y="0"/>
                  </a:cubicBezTo>
                  <a:cubicBezTo>
                    <a:pt x="1727" y="0"/>
                    <a:pt x="-1189" y="5500"/>
                    <a:pt x="477" y="8999"/>
                  </a:cubicBezTo>
                  <a:cubicBezTo>
                    <a:pt x="6726" y="21998"/>
                    <a:pt x="16726" y="34247"/>
                    <a:pt x="23808" y="47079"/>
                  </a:cubicBezTo>
                  <a:cubicBezTo>
                    <a:pt x="32475" y="62828"/>
                    <a:pt x="40974" y="78410"/>
                    <a:pt x="51390" y="93075"/>
                  </a:cubicBezTo>
                  <a:cubicBezTo>
                    <a:pt x="69804" y="118906"/>
                    <a:pt x="90803" y="143404"/>
                    <a:pt x="114884" y="164069"/>
                  </a:cubicBezTo>
                  <a:cubicBezTo>
                    <a:pt x="131382" y="178317"/>
                    <a:pt x="151880" y="189816"/>
                    <a:pt x="172878" y="198232"/>
                  </a:cubicBezTo>
                  <a:cubicBezTo>
                    <a:pt x="169962" y="199899"/>
                    <a:pt x="167128" y="201732"/>
                    <a:pt x="164379" y="203315"/>
                  </a:cubicBezTo>
                  <a:cubicBezTo>
                    <a:pt x="153297" y="209648"/>
                    <a:pt x="142464" y="216731"/>
                    <a:pt x="133715" y="226146"/>
                  </a:cubicBezTo>
                  <a:cubicBezTo>
                    <a:pt x="118300" y="242561"/>
                    <a:pt x="109967" y="263227"/>
                    <a:pt x="105551" y="284808"/>
                  </a:cubicBezTo>
                  <a:cubicBezTo>
                    <a:pt x="94969" y="336637"/>
                    <a:pt x="113133" y="387215"/>
                    <a:pt x="141631" y="430211"/>
                  </a:cubicBezTo>
                  <a:lnTo>
                    <a:pt x="141631" y="430211"/>
                  </a:lnTo>
                  <a:close/>
                  <a:moveTo>
                    <a:pt x="268453" y="172234"/>
                  </a:moveTo>
                  <a:cubicBezTo>
                    <a:pt x="270953" y="180234"/>
                    <a:pt x="274036" y="188400"/>
                    <a:pt x="276869" y="196649"/>
                  </a:cubicBezTo>
                  <a:cubicBezTo>
                    <a:pt x="250704" y="165319"/>
                    <a:pt x="224373" y="134155"/>
                    <a:pt x="194043" y="106907"/>
                  </a:cubicBezTo>
                  <a:cubicBezTo>
                    <a:pt x="161546" y="77660"/>
                    <a:pt x="117633" y="63411"/>
                    <a:pt x="79220" y="43746"/>
                  </a:cubicBezTo>
                  <a:cubicBezTo>
                    <a:pt x="78220" y="43246"/>
                    <a:pt x="77304" y="44829"/>
                    <a:pt x="78220" y="45496"/>
                  </a:cubicBezTo>
                  <a:cubicBezTo>
                    <a:pt x="112967" y="68660"/>
                    <a:pt x="155464" y="83742"/>
                    <a:pt x="186294" y="112323"/>
                  </a:cubicBezTo>
                  <a:cubicBezTo>
                    <a:pt x="217124" y="140987"/>
                    <a:pt x="242956" y="174651"/>
                    <a:pt x="269703" y="207231"/>
                  </a:cubicBezTo>
                  <a:cubicBezTo>
                    <a:pt x="247705" y="202232"/>
                    <a:pt x="224540" y="202149"/>
                    <a:pt x="202792" y="195232"/>
                  </a:cubicBezTo>
                  <a:cubicBezTo>
                    <a:pt x="174961" y="186316"/>
                    <a:pt x="145297" y="173151"/>
                    <a:pt x="122966" y="154153"/>
                  </a:cubicBezTo>
                  <a:cubicBezTo>
                    <a:pt x="98885" y="133655"/>
                    <a:pt x="78137" y="109157"/>
                    <a:pt x="59971" y="83409"/>
                  </a:cubicBezTo>
                  <a:cubicBezTo>
                    <a:pt x="49140" y="67994"/>
                    <a:pt x="40640" y="51329"/>
                    <a:pt x="31391" y="34914"/>
                  </a:cubicBezTo>
                  <a:cubicBezTo>
                    <a:pt x="27558" y="28081"/>
                    <a:pt x="22391" y="21165"/>
                    <a:pt x="18059" y="14165"/>
                  </a:cubicBezTo>
                  <a:cubicBezTo>
                    <a:pt x="44807" y="16082"/>
                    <a:pt x="71971" y="18165"/>
                    <a:pt x="98468" y="21748"/>
                  </a:cubicBezTo>
                  <a:cubicBezTo>
                    <a:pt x="131715" y="26248"/>
                    <a:pt x="161713" y="31831"/>
                    <a:pt x="189710" y="51746"/>
                  </a:cubicBezTo>
                  <a:cubicBezTo>
                    <a:pt x="214791" y="69577"/>
                    <a:pt x="232373" y="99408"/>
                    <a:pt x="247872" y="125489"/>
                  </a:cubicBezTo>
                  <a:cubicBezTo>
                    <a:pt x="256620" y="140321"/>
                    <a:pt x="263203" y="155653"/>
                    <a:pt x="268453" y="172234"/>
                  </a:cubicBezTo>
                  <a:lnTo>
                    <a:pt x="268453" y="172234"/>
                  </a:lnTo>
                  <a:close/>
                  <a:moveTo>
                    <a:pt x="304783" y="149570"/>
                  </a:moveTo>
                  <a:cubicBezTo>
                    <a:pt x="303533" y="164735"/>
                    <a:pt x="302783" y="180234"/>
                    <a:pt x="303117" y="195483"/>
                  </a:cubicBezTo>
                  <a:cubicBezTo>
                    <a:pt x="303200" y="201482"/>
                    <a:pt x="302700" y="208565"/>
                    <a:pt x="303783" y="215064"/>
                  </a:cubicBezTo>
                  <a:cubicBezTo>
                    <a:pt x="301533" y="215897"/>
                    <a:pt x="299201" y="216647"/>
                    <a:pt x="296867" y="217314"/>
                  </a:cubicBezTo>
                  <a:cubicBezTo>
                    <a:pt x="295784" y="217647"/>
                    <a:pt x="294701" y="217814"/>
                    <a:pt x="293617" y="218064"/>
                  </a:cubicBezTo>
                  <a:cubicBezTo>
                    <a:pt x="290785" y="188233"/>
                    <a:pt x="284202" y="158736"/>
                    <a:pt x="281785" y="128822"/>
                  </a:cubicBezTo>
                  <a:cubicBezTo>
                    <a:pt x="281119" y="120323"/>
                    <a:pt x="280452" y="111907"/>
                    <a:pt x="279618" y="103408"/>
                  </a:cubicBezTo>
                  <a:cubicBezTo>
                    <a:pt x="278618" y="93408"/>
                    <a:pt x="277202" y="84326"/>
                    <a:pt x="285452" y="77576"/>
                  </a:cubicBezTo>
                  <a:cubicBezTo>
                    <a:pt x="292701" y="71577"/>
                    <a:pt x="309283" y="65494"/>
                    <a:pt x="319448" y="67911"/>
                  </a:cubicBezTo>
                  <a:cubicBezTo>
                    <a:pt x="318198" y="79826"/>
                    <a:pt x="314199" y="92575"/>
                    <a:pt x="311783" y="104074"/>
                  </a:cubicBezTo>
                  <a:cubicBezTo>
                    <a:pt x="308699" y="119073"/>
                    <a:pt x="306033" y="134155"/>
                    <a:pt x="304783" y="149570"/>
                  </a:cubicBezTo>
                  <a:lnTo>
                    <a:pt x="304783" y="149570"/>
                  </a:lnTo>
                  <a:close/>
                  <a:moveTo>
                    <a:pt x="117717" y="301973"/>
                  </a:moveTo>
                  <a:cubicBezTo>
                    <a:pt x="120050" y="280475"/>
                    <a:pt x="126049" y="260643"/>
                    <a:pt x="139048" y="243061"/>
                  </a:cubicBezTo>
                  <a:cubicBezTo>
                    <a:pt x="144881" y="235146"/>
                    <a:pt x="152130" y="228979"/>
                    <a:pt x="160213" y="223397"/>
                  </a:cubicBezTo>
                  <a:cubicBezTo>
                    <a:pt x="164379" y="220564"/>
                    <a:pt x="180461" y="207648"/>
                    <a:pt x="186210" y="207815"/>
                  </a:cubicBezTo>
                  <a:cubicBezTo>
                    <a:pt x="188877" y="207898"/>
                    <a:pt x="190960" y="206731"/>
                    <a:pt x="192293" y="205065"/>
                  </a:cubicBezTo>
                  <a:cubicBezTo>
                    <a:pt x="194376" y="205731"/>
                    <a:pt x="196376" y="206315"/>
                    <a:pt x="198459" y="206898"/>
                  </a:cubicBezTo>
                  <a:cubicBezTo>
                    <a:pt x="213291" y="211148"/>
                    <a:pt x="228123" y="210731"/>
                    <a:pt x="243372" y="212481"/>
                  </a:cubicBezTo>
                  <a:cubicBezTo>
                    <a:pt x="255620" y="213897"/>
                    <a:pt x="267703" y="217897"/>
                    <a:pt x="279952" y="219230"/>
                  </a:cubicBezTo>
                  <a:cubicBezTo>
                    <a:pt x="280202" y="219397"/>
                    <a:pt x="280452" y="219564"/>
                    <a:pt x="280701" y="219730"/>
                  </a:cubicBezTo>
                  <a:cubicBezTo>
                    <a:pt x="270286" y="220397"/>
                    <a:pt x="259787" y="219480"/>
                    <a:pt x="249122" y="219730"/>
                  </a:cubicBezTo>
                  <a:cubicBezTo>
                    <a:pt x="243705" y="219897"/>
                    <a:pt x="243872" y="227063"/>
                    <a:pt x="247705" y="229146"/>
                  </a:cubicBezTo>
                  <a:cubicBezTo>
                    <a:pt x="267703" y="239895"/>
                    <a:pt x="289368" y="235229"/>
                    <a:pt x="308782" y="224980"/>
                  </a:cubicBezTo>
                  <a:cubicBezTo>
                    <a:pt x="309700" y="224980"/>
                    <a:pt x="310616" y="224563"/>
                    <a:pt x="311116" y="223730"/>
                  </a:cubicBezTo>
                  <a:cubicBezTo>
                    <a:pt x="323448" y="216897"/>
                    <a:pt x="334697" y="208065"/>
                    <a:pt x="344030" y="199649"/>
                  </a:cubicBezTo>
                  <a:cubicBezTo>
                    <a:pt x="346362" y="197566"/>
                    <a:pt x="343696" y="194149"/>
                    <a:pt x="341113" y="195816"/>
                  </a:cubicBezTo>
                  <a:cubicBezTo>
                    <a:pt x="332947" y="201065"/>
                    <a:pt x="324614" y="205815"/>
                    <a:pt x="315949" y="209814"/>
                  </a:cubicBezTo>
                  <a:cubicBezTo>
                    <a:pt x="316532" y="204648"/>
                    <a:pt x="316032" y="198815"/>
                    <a:pt x="316115" y="193816"/>
                  </a:cubicBezTo>
                  <a:cubicBezTo>
                    <a:pt x="316198" y="186316"/>
                    <a:pt x="316449" y="178734"/>
                    <a:pt x="316782" y="171234"/>
                  </a:cubicBezTo>
                  <a:cubicBezTo>
                    <a:pt x="319949" y="168985"/>
                    <a:pt x="322948" y="166235"/>
                    <a:pt x="325698" y="163652"/>
                  </a:cubicBezTo>
                  <a:cubicBezTo>
                    <a:pt x="335531" y="154653"/>
                    <a:pt x="346279" y="148237"/>
                    <a:pt x="358612" y="143070"/>
                  </a:cubicBezTo>
                  <a:cubicBezTo>
                    <a:pt x="379110" y="134488"/>
                    <a:pt x="405191" y="129738"/>
                    <a:pt x="427356" y="131988"/>
                  </a:cubicBezTo>
                  <a:cubicBezTo>
                    <a:pt x="448770" y="134155"/>
                    <a:pt x="471935" y="140238"/>
                    <a:pt x="488350" y="154736"/>
                  </a:cubicBezTo>
                  <a:cubicBezTo>
                    <a:pt x="505931" y="170235"/>
                    <a:pt x="517514" y="191066"/>
                    <a:pt x="526097" y="212564"/>
                  </a:cubicBezTo>
                  <a:cubicBezTo>
                    <a:pt x="542261" y="252894"/>
                    <a:pt x="554011" y="294223"/>
                    <a:pt x="551677" y="337970"/>
                  </a:cubicBezTo>
                  <a:cubicBezTo>
                    <a:pt x="549511" y="377300"/>
                    <a:pt x="545012" y="417796"/>
                    <a:pt x="527930" y="454042"/>
                  </a:cubicBezTo>
                  <a:cubicBezTo>
                    <a:pt x="518681" y="473791"/>
                    <a:pt x="504265" y="490873"/>
                    <a:pt x="482267" y="495955"/>
                  </a:cubicBezTo>
                  <a:cubicBezTo>
                    <a:pt x="463852" y="500205"/>
                    <a:pt x="446770" y="493372"/>
                    <a:pt x="428439" y="492956"/>
                  </a:cubicBezTo>
                  <a:cubicBezTo>
                    <a:pt x="412023" y="492622"/>
                    <a:pt x="403024" y="500955"/>
                    <a:pt x="392525" y="512621"/>
                  </a:cubicBezTo>
                  <a:cubicBezTo>
                    <a:pt x="378609" y="528036"/>
                    <a:pt x="366110" y="542534"/>
                    <a:pt x="346446" y="550617"/>
                  </a:cubicBezTo>
                  <a:cubicBezTo>
                    <a:pt x="304616" y="567699"/>
                    <a:pt x="266787" y="542285"/>
                    <a:pt x="235540" y="516120"/>
                  </a:cubicBezTo>
                  <a:cubicBezTo>
                    <a:pt x="203708" y="489456"/>
                    <a:pt x="175961" y="456042"/>
                    <a:pt x="153130" y="421462"/>
                  </a:cubicBezTo>
                  <a:cubicBezTo>
                    <a:pt x="129632" y="386298"/>
                    <a:pt x="113050" y="344719"/>
                    <a:pt x="117717" y="301973"/>
                  </a:cubicBezTo>
                  <a:lnTo>
                    <a:pt x="117717" y="301973"/>
                  </a:lnTo>
                  <a:close/>
                </a:path>
              </a:pathLst>
            </a:custGeom>
            <a:grpFill/>
            <a:ln w="8332" cap="flat">
              <a:noFill/>
              <a:prstDash val="solid"/>
              <a:miter/>
            </a:ln>
          </p:spPr>
          <p:txBody>
            <a:bodyPr rtlCol="0" anchor="ctr"/>
            <a:lstStyle/>
            <a:p>
              <a:endParaRPr lang="en-US"/>
            </a:p>
          </p:txBody>
        </p:sp>
        <p:sp>
          <p:nvSpPr>
            <p:cNvPr id="2574" name="Freeform: Shape 2573"/>
            <p:cNvSpPr/>
            <p:nvPr/>
          </p:nvSpPr>
          <p:spPr>
            <a:xfrm>
              <a:off x="10437290" y="6530064"/>
              <a:ext cx="755289" cy="500931"/>
            </a:xfrm>
            <a:custGeom>
              <a:avLst/>
              <a:gdLst>
                <a:gd name="connsiteX0" fmla="*/ 703811 w 755289"/>
                <a:gd name="connsiteY0" fmla="*/ 167009 h 500931"/>
                <a:gd name="connsiteX1" fmla="*/ 666981 w 755289"/>
                <a:gd name="connsiteY1" fmla="*/ 129013 h 500931"/>
                <a:gd name="connsiteX2" fmla="*/ 676814 w 755289"/>
                <a:gd name="connsiteY2" fmla="*/ 73851 h 500931"/>
                <a:gd name="connsiteX3" fmla="*/ 672314 w 755289"/>
                <a:gd name="connsiteY3" fmla="*/ 358 h 500931"/>
                <a:gd name="connsiteX4" fmla="*/ 664898 w 755289"/>
                <a:gd name="connsiteY4" fmla="*/ 2524 h 500931"/>
                <a:gd name="connsiteX5" fmla="*/ 647149 w 755289"/>
                <a:gd name="connsiteY5" fmla="*/ 36188 h 500931"/>
                <a:gd name="connsiteX6" fmla="*/ 620818 w 755289"/>
                <a:gd name="connsiteY6" fmla="*/ 70685 h 500931"/>
                <a:gd name="connsiteX7" fmla="*/ 542992 w 755289"/>
                <a:gd name="connsiteY7" fmla="*/ 122930 h 500931"/>
                <a:gd name="connsiteX8" fmla="*/ 518328 w 755289"/>
                <a:gd name="connsiteY8" fmla="*/ 118097 h 500931"/>
                <a:gd name="connsiteX9" fmla="*/ 490496 w 755289"/>
                <a:gd name="connsiteY9" fmla="*/ 112264 h 500931"/>
                <a:gd name="connsiteX10" fmla="*/ 484831 w 755289"/>
                <a:gd name="connsiteY10" fmla="*/ 99515 h 500931"/>
                <a:gd name="connsiteX11" fmla="*/ 467082 w 755289"/>
                <a:gd name="connsiteY11" fmla="*/ 94016 h 500931"/>
                <a:gd name="connsiteX12" fmla="*/ 444418 w 755289"/>
                <a:gd name="connsiteY12" fmla="*/ 78100 h 500931"/>
                <a:gd name="connsiteX13" fmla="*/ 424003 w 755289"/>
                <a:gd name="connsiteY13" fmla="*/ 76184 h 500931"/>
                <a:gd name="connsiteX14" fmla="*/ 392089 w 755289"/>
                <a:gd name="connsiteY14" fmla="*/ 67685 h 500931"/>
                <a:gd name="connsiteX15" fmla="*/ 352342 w 755289"/>
                <a:gd name="connsiteY15" fmla="*/ 70435 h 500931"/>
                <a:gd name="connsiteX16" fmla="*/ 317263 w 755289"/>
                <a:gd name="connsiteY16" fmla="*/ 70351 h 500931"/>
                <a:gd name="connsiteX17" fmla="*/ 294431 w 755289"/>
                <a:gd name="connsiteY17" fmla="*/ 69268 h 500931"/>
                <a:gd name="connsiteX18" fmla="*/ 268350 w 755289"/>
                <a:gd name="connsiteY18" fmla="*/ 80934 h 500931"/>
                <a:gd name="connsiteX19" fmla="*/ 236187 w 755289"/>
                <a:gd name="connsiteY19" fmla="*/ 93682 h 500931"/>
                <a:gd name="connsiteX20" fmla="*/ 223937 w 755289"/>
                <a:gd name="connsiteY20" fmla="*/ 86267 h 500931"/>
                <a:gd name="connsiteX21" fmla="*/ 204523 w 755289"/>
                <a:gd name="connsiteY21" fmla="*/ 100432 h 500931"/>
                <a:gd name="connsiteX22" fmla="*/ 162776 w 755289"/>
                <a:gd name="connsiteY22" fmla="*/ 150011 h 500931"/>
                <a:gd name="connsiteX23" fmla="*/ 119030 w 755289"/>
                <a:gd name="connsiteY23" fmla="*/ 210505 h 500931"/>
                <a:gd name="connsiteX24" fmla="*/ 102532 w 755289"/>
                <a:gd name="connsiteY24" fmla="*/ 239086 h 500931"/>
                <a:gd name="connsiteX25" fmla="*/ 48869 w 755289"/>
                <a:gd name="connsiteY25" fmla="*/ 315913 h 500931"/>
                <a:gd name="connsiteX26" fmla="*/ 13539 w 755289"/>
                <a:gd name="connsiteY26" fmla="*/ 406738 h 500931"/>
                <a:gd name="connsiteX27" fmla="*/ 1041 w 755289"/>
                <a:gd name="connsiteY27" fmla="*/ 444734 h 500931"/>
                <a:gd name="connsiteX28" fmla="*/ 6540 w 755289"/>
                <a:gd name="connsiteY28" fmla="*/ 460899 h 500931"/>
                <a:gd name="connsiteX29" fmla="*/ 40121 w 755289"/>
                <a:gd name="connsiteY29" fmla="*/ 472815 h 500931"/>
                <a:gd name="connsiteX30" fmla="*/ 80283 w 755289"/>
                <a:gd name="connsiteY30" fmla="*/ 481065 h 500931"/>
                <a:gd name="connsiteX31" fmla="*/ 174359 w 755289"/>
                <a:gd name="connsiteY31" fmla="*/ 477648 h 500931"/>
                <a:gd name="connsiteX32" fmla="*/ 253935 w 755289"/>
                <a:gd name="connsiteY32" fmla="*/ 461066 h 500931"/>
                <a:gd name="connsiteX33" fmla="*/ 259267 w 755289"/>
                <a:gd name="connsiteY33" fmla="*/ 466816 h 500931"/>
                <a:gd name="connsiteX34" fmla="*/ 273183 w 755289"/>
                <a:gd name="connsiteY34" fmla="*/ 478981 h 500931"/>
                <a:gd name="connsiteX35" fmla="*/ 298598 w 755289"/>
                <a:gd name="connsiteY35" fmla="*/ 497230 h 500931"/>
                <a:gd name="connsiteX36" fmla="*/ 318429 w 755289"/>
                <a:gd name="connsiteY36" fmla="*/ 498146 h 500931"/>
                <a:gd name="connsiteX37" fmla="*/ 330761 w 755289"/>
                <a:gd name="connsiteY37" fmla="*/ 476065 h 500931"/>
                <a:gd name="connsiteX38" fmla="*/ 367175 w 755289"/>
                <a:gd name="connsiteY38" fmla="*/ 476398 h 500931"/>
                <a:gd name="connsiteX39" fmla="*/ 376507 w 755289"/>
                <a:gd name="connsiteY39" fmla="*/ 457067 h 500931"/>
                <a:gd name="connsiteX40" fmla="*/ 384506 w 755289"/>
                <a:gd name="connsiteY40" fmla="*/ 440818 h 500931"/>
                <a:gd name="connsiteX41" fmla="*/ 365674 w 755289"/>
                <a:gd name="connsiteY41" fmla="*/ 421819 h 500931"/>
                <a:gd name="connsiteX42" fmla="*/ 368841 w 755289"/>
                <a:gd name="connsiteY42" fmla="*/ 420486 h 500931"/>
                <a:gd name="connsiteX43" fmla="*/ 515328 w 755289"/>
                <a:gd name="connsiteY43" fmla="*/ 320162 h 500931"/>
                <a:gd name="connsiteX44" fmla="*/ 574740 w 755289"/>
                <a:gd name="connsiteY44" fmla="*/ 310163 h 500931"/>
                <a:gd name="connsiteX45" fmla="*/ 564573 w 755289"/>
                <a:gd name="connsiteY45" fmla="*/ 259501 h 500931"/>
                <a:gd name="connsiteX46" fmla="*/ 577988 w 755289"/>
                <a:gd name="connsiteY46" fmla="*/ 239086 h 500931"/>
                <a:gd name="connsiteX47" fmla="*/ 626651 w 755289"/>
                <a:gd name="connsiteY47" fmla="*/ 230004 h 500931"/>
                <a:gd name="connsiteX48" fmla="*/ 679313 w 755289"/>
                <a:gd name="connsiteY48" fmla="*/ 231087 h 500931"/>
                <a:gd name="connsiteX49" fmla="*/ 730725 w 755289"/>
                <a:gd name="connsiteY49" fmla="*/ 232337 h 500931"/>
                <a:gd name="connsiteX50" fmla="*/ 755139 w 755289"/>
                <a:gd name="connsiteY50" fmla="*/ 223004 h 500931"/>
                <a:gd name="connsiteX51" fmla="*/ 739141 w 755289"/>
                <a:gd name="connsiteY51" fmla="*/ 194757 h 500931"/>
                <a:gd name="connsiteX52" fmla="*/ 703811 w 755289"/>
                <a:gd name="connsiteY52" fmla="*/ 167009 h 500931"/>
                <a:gd name="connsiteX53" fmla="*/ 703811 w 755289"/>
                <a:gd name="connsiteY53" fmla="*/ 167009 h 500931"/>
                <a:gd name="connsiteX54" fmla="*/ 433169 w 755289"/>
                <a:gd name="connsiteY54" fmla="*/ 89516 h 500931"/>
                <a:gd name="connsiteX55" fmla="*/ 445251 w 755289"/>
                <a:gd name="connsiteY55" fmla="*/ 95266 h 500931"/>
                <a:gd name="connsiteX56" fmla="*/ 466582 w 755289"/>
                <a:gd name="connsiteY56" fmla="*/ 108348 h 500931"/>
                <a:gd name="connsiteX57" fmla="*/ 476081 w 755289"/>
                <a:gd name="connsiteY57" fmla="*/ 108681 h 500931"/>
                <a:gd name="connsiteX58" fmla="*/ 476415 w 755289"/>
                <a:gd name="connsiteY58" fmla="*/ 109848 h 500931"/>
                <a:gd name="connsiteX59" fmla="*/ 446334 w 755289"/>
                <a:gd name="connsiteY59" fmla="*/ 106348 h 500931"/>
                <a:gd name="connsiteX60" fmla="*/ 409921 w 755289"/>
                <a:gd name="connsiteY60" fmla="*/ 103682 h 500931"/>
                <a:gd name="connsiteX61" fmla="*/ 433169 w 755289"/>
                <a:gd name="connsiteY61" fmla="*/ 89516 h 500931"/>
                <a:gd name="connsiteX62" fmla="*/ 433169 w 755289"/>
                <a:gd name="connsiteY62" fmla="*/ 89516 h 500931"/>
                <a:gd name="connsiteX63" fmla="*/ 419504 w 755289"/>
                <a:gd name="connsiteY63" fmla="*/ 89016 h 500931"/>
                <a:gd name="connsiteX64" fmla="*/ 402922 w 755289"/>
                <a:gd name="connsiteY64" fmla="*/ 103515 h 500931"/>
                <a:gd name="connsiteX65" fmla="*/ 362259 w 755289"/>
                <a:gd name="connsiteY65" fmla="*/ 104932 h 500931"/>
                <a:gd name="connsiteX66" fmla="*/ 393006 w 755289"/>
                <a:gd name="connsiteY66" fmla="*/ 84933 h 500931"/>
                <a:gd name="connsiteX67" fmla="*/ 419504 w 755289"/>
                <a:gd name="connsiteY67" fmla="*/ 89016 h 500931"/>
                <a:gd name="connsiteX68" fmla="*/ 419504 w 755289"/>
                <a:gd name="connsiteY68" fmla="*/ 89016 h 500931"/>
                <a:gd name="connsiteX69" fmla="*/ 356676 w 755289"/>
                <a:gd name="connsiteY69" fmla="*/ 80267 h 500931"/>
                <a:gd name="connsiteX70" fmla="*/ 384090 w 755289"/>
                <a:gd name="connsiteY70" fmla="*/ 76184 h 500931"/>
                <a:gd name="connsiteX71" fmla="*/ 387422 w 755289"/>
                <a:gd name="connsiteY71" fmla="*/ 79517 h 500931"/>
                <a:gd name="connsiteX72" fmla="*/ 379090 w 755289"/>
                <a:gd name="connsiteY72" fmla="*/ 85100 h 500931"/>
                <a:gd name="connsiteX73" fmla="*/ 355592 w 755289"/>
                <a:gd name="connsiteY73" fmla="*/ 105932 h 500931"/>
                <a:gd name="connsiteX74" fmla="*/ 350760 w 755289"/>
                <a:gd name="connsiteY74" fmla="*/ 106598 h 500931"/>
                <a:gd name="connsiteX75" fmla="*/ 296515 w 755289"/>
                <a:gd name="connsiteY75" fmla="*/ 120430 h 500931"/>
                <a:gd name="connsiteX76" fmla="*/ 349343 w 755289"/>
                <a:gd name="connsiteY76" fmla="*/ 82850 h 500931"/>
                <a:gd name="connsiteX77" fmla="*/ 356676 w 755289"/>
                <a:gd name="connsiteY77" fmla="*/ 80267 h 500931"/>
                <a:gd name="connsiteX78" fmla="*/ 356676 w 755289"/>
                <a:gd name="connsiteY78" fmla="*/ 80267 h 500931"/>
                <a:gd name="connsiteX79" fmla="*/ 308263 w 755289"/>
                <a:gd name="connsiteY79" fmla="*/ 84100 h 500931"/>
                <a:gd name="connsiteX80" fmla="*/ 309097 w 755289"/>
                <a:gd name="connsiteY80" fmla="*/ 82684 h 500931"/>
                <a:gd name="connsiteX81" fmla="*/ 328928 w 755289"/>
                <a:gd name="connsiteY81" fmla="*/ 85517 h 500931"/>
                <a:gd name="connsiteX82" fmla="*/ 287598 w 755289"/>
                <a:gd name="connsiteY82" fmla="*/ 123513 h 500931"/>
                <a:gd name="connsiteX83" fmla="*/ 237436 w 755289"/>
                <a:gd name="connsiteY83" fmla="*/ 144928 h 500931"/>
                <a:gd name="connsiteX84" fmla="*/ 261101 w 755289"/>
                <a:gd name="connsiteY84" fmla="*/ 122180 h 500931"/>
                <a:gd name="connsiteX85" fmla="*/ 308263 w 755289"/>
                <a:gd name="connsiteY85" fmla="*/ 84100 h 500931"/>
                <a:gd name="connsiteX86" fmla="*/ 308263 w 755289"/>
                <a:gd name="connsiteY86" fmla="*/ 84100 h 500931"/>
                <a:gd name="connsiteX87" fmla="*/ 244603 w 755289"/>
                <a:gd name="connsiteY87" fmla="*/ 111014 h 500931"/>
                <a:gd name="connsiteX88" fmla="*/ 264184 w 755289"/>
                <a:gd name="connsiteY88" fmla="*/ 101182 h 500931"/>
                <a:gd name="connsiteX89" fmla="*/ 289098 w 755289"/>
                <a:gd name="connsiteY89" fmla="*/ 87433 h 500931"/>
                <a:gd name="connsiteX90" fmla="*/ 259185 w 755289"/>
                <a:gd name="connsiteY90" fmla="*/ 115347 h 500931"/>
                <a:gd name="connsiteX91" fmla="*/ 226688 w 755289"/>
                <a:gd name="connsiteY91" fmla="*/ 150344 h 500931"/>
                <a:gd name="connsiteX92" fmla="*/ 172192 w 755289"/>
                <a:gd name="connsiteY92" fmla="*/ 182008 h 500931"/>
                <a:gd name="connsiteX93" fmla="*/ 169692 w 755289"/>
                <a:gd name="connsiteY93" fmla="*/ 183675 h 500931"/>
                <a:gd name="connsiteX94" fmla="*/ 201606 w 755289"/>
                <a:gd name="connsiteY94" fmla="*/ 150011 h 500931"/>
                <a:gd name="connsiteX95" fmla="*/ 244603 w 755289"/>
                <a:gd name="connsiteY95" fmla="*/ 111014 h 500931"/>
                <a:gd name="connsiteX96" fmla="*/ 244603 w 755289"/>
                <a:gd name="connsiteY96" fmla="*/ 111014 h 500931"/>
                <a:gd name="connsiteX97" fmla="*/ 126113 w 755289"/>
                <a:gd name="connsiteY97" fmla="*/ 215505 h 500931"/>
                <a:gd name="connsiteX98" fmla="*/ 170443 w 755289"/>
                <a:gd name="connsiteY98" fmla="*/ 158927 h 500931"/>
                <a:gd name="connsiteX99" fmla="*/ 195940 w 755289"/>
                <a:gd name="connsiteY99" fmla="*/ 129179 h 500931"/>
                <a:gd name="connsiteX100" fmla="*/ 213022 w 755289"/>
                <a:gd name="connsiteY100" fmla="*/ 110847 h 500931"/>
                <a:gd name="connsiteX101" fmla="*/ 223521 w 755289"/>
                <a:gd name="connsiteY101" fmla="*/ 101098 h 500931"/>
                <a:gd name="connsiteX102" fmla="*/ 231437 w 755289"/>
                <a:gd name="connsiteY102" fmla="*/ 109681 h 500931"/>
                <a:gd name="connsiteX103" fmla="*/ 233353 w 755289"/>
                <a:gd name="connsiteY103" fmla="*/ 110514 h 500931"/>
                <a:gd name="connsiteX104" fmla="*/ 229353 w 755289"/>
                <a:gd name="connsiteY104" fmla="*/ 114097 h 500931"/>
                <a:gd name="connsiteX105" fmla="*/ 202439 w 755289"/>
                <a:gd name="connsiteY105" fmla="*/ 138845 h 500931"/>
                <a:gd name="connsiteX106" fmla="*/ 159276 w 755289"/>
                <a:gd name="connsiteY106" fmla="*/ 190507 h 500931"/>
                <a:gd name="connsiteX107" fmla="*/ 125196 w 755289"/>
                <a:gd name="connsiteY107" fmla="*/ 217005 h 500931"/>
                <a:gd name="connsiteX108" fmla="*/ 126113 w 755289"/>
                <a:gd name="connsiteY108" fmla="*/ 215505 h 500931"/>
                <a:gd name="connsiteX109" fmla="*/ 126113 w 755289"/>
                <a:gd name="connsiteY109" fmla="*/ 215505 h 500931"/>
                <a:gd name="connsiteX110" fmla="*/ 306346 w 755289"/>
                <a:gd name="connsiteY110" fmla="*/ 488064 h 500931"/>
                <a:gd name="connsiteX111" fmla="*/ 281933 w 755289"/>
                <a:gd name="connsiteY111" fmla="*/ 473482 h 500931"/>
                <a:gd name="connsiteX112" fmla="*/ 261684 w 755289"/>
                <a:gd name="connsiteY112" fmla="*/ 458483 h 500931"/>
                <a:gd name="connsiteX113" fmla="*/ 269517 w 755289"/>
                <a:gd name="connsiteY113" fmla="*/ 456233 h 500931"/>
                <a:gd name="connsiteX114" fmla="*/ 283099 w 755289"/>
                <a:gd name="connsiteY114" fmla="*/ 461816 h 500931"/>
                <a:gd name="connsiteX115" fmla="*/ 316929 w 755289"/>
                <a:gd name="connsiteY115" fmla="*/ 471398 h 500931"/>
                <a:gd name="connsiteX116" fmla="*/ 320845 w 755289"/>
                <a:gd name="connsiteY116" fmla="*/ 472649 h 500931"/>
                <a:gd name="connsiteX117" fmla="*/ 306346 w 755289"/>
                <a:gd name="connsiteY117" fmla="*/ 488064 h 500931"/>
                <a:gd name="connsiteX118" fmla="*/ 306346 w 755289"/>
                <a:gd name="connsiteY118" fmla="*/ 488064 h 500931"/>
                <a:gd name="connsiteX119" fmla="*/ 368258 w 755289"/>
                <a:gd name="connsiteY119" fmla="*/ 450984 h 500931"/>
                <a:gd name="connsiteX120" fmla="*/ 362758 w 755289"/>
                <a:gd name="connsiteY120" fmla="*/ 462233 h 500931"/>
                <a:gd name="connsiteX121" fmla="*/ 338844 w 755289"/>
                <a:gd name="connsiteY121" fmla="*/ 467566 h 500931"/>
                <a:gd name="connsiteX122" fmla="*/ 279516 w 755289"/>
                <a:gd name="connsiteY122" fmla="*/ 453317 h 500931"/>
                <a:gd name="connsiteX123" fmla="*/ 350843 w 755289"/>
                <a:gd name="connsiteY123" fmla="*/ 427736 h 500931"/>
                <a:gd name="connsiteX124" fmla="*/ 351926 w 755289"/>
                <a:gd name="connsiteY124" fmla="*/ 428236 h 500931"/>
                <a:gd name="connsiteX125" fmla="*/ 366841 w 755289"/>
                <a:gd name="connsiteY125" fmla="*/ 436568 h 500931"/>
                <a:gd name="connsiteX126" fmla="*/ 368258 w 755289"/>
                <a:gd name="connsiteY126" fmla="*/ 450984 h 500931"/>
                <a:gd name="connsiteX127" fmla="*/ 368258 w 755289"/>
                <a:gd name="connsiteY127" fmla="*/ 450984 h 500931"/>
                <a:gd name="connsiteX128" fmla="*/ 555991 w 755289"/>
                <a:gd name="connsiteY128" fmla="*/ 311080 h 500931"/>
                <a:gd name="connsiteX129" fmla="*/ 527410 w 755289"/>
                <a:gd name="connsiteY129" fmla="*/ 313913 h 500931"/>
                <a:gd name="connsiteX130" fmla="*/ 521994 w 755289"/>
                <a:gd name="connsiteY130" fmla="*/ 313413 h 500931"/>
                <a:gd name="connsiteX131" fmla="*/ 551825 w 755289"/>
                <a:gd name="connsiteY131" fmla="*/ 279416 h 500931"/>
                <a:gd name="connsiteX132" fmla="*/ 557491 w 755289"/>
                <a:gd name="connsiteY132" fmla="*/ 271167 h 500931"/>
                <a:gd name="connsiteX133" fmla="*/ 565656 w 755289"/>
                <a:gd name="connsiteY133" fmla="*/ 285165 h 500931"/>
                <a:gd name="connsiteX134" fmla="*/ 555991 w 755289"/>
                <a:gd name="connsiteY134" fmla="*/ 311080 h 500931"/>
                <a:gd name="connsiteX135" fmla="*/ 555991 w 755289"/>
                <a:gd name="connsiteY135" fmla="*/ 311080 h 500931"/>
                <a:gd name="connsiteX136" fmla="*/ 729559 w 755289"/>
                <a:gd name="connsiteY136" fmla="*/ 217588 h 500931"/>
                <a:gd name="connsiteX137" fmla="*/ 681064 w 755289"/>
                <a:gd name="connsiteY137" fmla="*/ 216171 h 500931"/>
                <a:gd name="connsiteX138" fmla="*/ 597487 w 755289"/>
                <a:gd name="connsiteY138" fmla="*/ 214672 h 500931"/>
                <a:gd name="connsiteX139" fmla="*/ 572573 w 755289"/>
                <a:gd name="connsiteY139" fmla="*/ 220838 h 500931"/>
                <a:gd name="connsiteX140" fmla="*/ 548742 w 755289"/>
                <a:gd name="connsiteY140" fmla="*/ 256918 h 500931"/>
                <a:gd name="connsiteX141" fmla="*/ 419504 w 755289"/>
                <a:gd name="connsiteY141" fmla="*/ 376490 h 500931"/>
                <a:gd name="connsiteX142" fmla="*/ 249602 w 755289"/>
                <a:gd name="connsiteY142" fmla="*/ 445984 h 500931"/>
                <a:gd name="connsiteX143" fmla="*/ 230353 w 755289"/>
                <a:gd name="connsiteY143" fmla="*/ 451150 h 500931"/>
                <a:gd name="connsiteX144" fmla="*/ 231770 w 755289"/>
                <a:gd name="connsiteY144" fmla="*/ 401071 h 500931"/>
                <a:gd name="connsiteX145" fmla="*/ 241103 w 755289"/>
                <a:gd name="connsiteY145" fmla="*/ 400155 h 500931"/>
                <a:gd name="connsiteX146" fmla="*/ 267351 w 755289"/>
                <a:gd name="connsiteY146" fmla="*/ 398905 h 500931"/>
                <a:gd name="connsiteX147" fmla="*/ 320512 w 755289"/>
                <a:gd name="connsiteY147" fmla="*/ 387823 h 500931"/>
                <a:gd name="connsiteX148" fmla="*/ 373341 w 755289"/>
                <a:gd name="connsiteY148" fmla="*/ 369991 h 500931"/>
                <a:gd name="connsiteX149" fmla="*/ 391839 w 755289"/>
                <a:gd name="connsiteY149" fmla="*/ 351159 h 500931"/>
                <a:gd name="connsiteX150" fmla="*/ 388256 w 755289"/>
                <a:gd name="connsiteY150" fmla="*/ 337161 h 500931"/>
                <a:gd name="connsiteX151" fmla="*/ 390839 w 755289"/>
                <a:gd name="connsiteY151" fmla="*/ 305663 h 500931"/>
                <a:gd name="connsiteX152" fmla="*/ 381173 w 755289"/>
                <a:gd name="connsiteY152" fmla="*/ 275833 h 500931"/>
                <a:gd name="connsiteX153" fmla="*/ 379590 w 755289"/>
                <a:gd name="connsiteY153" fmla="*/ 251168 h 500931"/>
                <a:gd name="connsiteX154" fmla="*/ 374341 w 755289"/>
                <a:gd name="connsiteY154" fmla="*/ 244086 h 500931"/>
                <a:gd name="connsiteX155" fmla="*/ 367425 w 755289"/>
                <a:gd name="connsiteY155" fmla="*/ 241669 h 500931"/>
                <a:gd name="connsiteX156" fmla="*/ 360592 w 755289"/>
                <a:gd name="connsiteY156" fmla="*/ 223254 h 500931"/>
                <a:gd name="connsiteX157" fmla="*/ 367425 w 755289"/>
                <a:gd name="connsiteY157" fmla="*/ 200090 h 500931"/>
                <a:gd name="connsiteX158" fmla="*/ 360341 w 755289"/>
                <a:gd name="connsiteY158" fmla="*/ 193173 h 500931"/>
                <a:gd name="connsiteX159" fmla="*/ 322679 w 755289"/>
                <a:gd name="connsiteY159" fmla="*/ 223504 h 500931"/>
                <a:gd name="connsiteX160" fmla="*/ 282932 w 755289"/>
                <a:gd name="connsiteY160" fmla="*/ 264584 h 500931"/>
                <a:gd name="connsiteX161" fmla="*/ 216022 w 755289"/>
                <a:gd name="connsiteY161" fmla="*/ 344660 h 500931"/>
                <a:gd name="connsiteX162" fmla="*/ 214605 w 755289"/>
                <a:gd name="connsiteY162" fmla="*/ 341910 h 500931"/>
                <a:gd name="connsiteX163" fmla="*/ 179275 w 755289"/>
                <a:gd name="connsiteY163" fmla="*/ 299581 h 500931"/>
                <a:gd name="connsiteX164" fmla="*/ 135946 w 755289"/>
                <a:gd name="connsiteY164" fmla="*/ 285582 h 500931"/>
                <a:gd name="connsiteX165" fmla="*/ 135362 w 755289"/>
                <a:gd name="connsiteY165" fmla="*/ 287832 h 500931"/>
                <a:gd name="connsiteX166" fmla="*/ 174525 w 755289"/>
                <a:gd name="connsiteY166" fmla="*/ 306080 h 500931"/>
                <a:gd name="connsiteX167" fmla="*/ 207023 w 755289"/>
                <a:gd name="connsiteY167" fmla="*/ 352409 h 500931"/>
                <a:gd name="connsiteX168" fmla="*/ 218522 w 755289"/>
                <a:gd name="connsiteY168" fmla="*/ 407404 h 500931"/>
                <a:gd name="connsiteX169" fmla="*/ 218105 w 755289"/>
                <a:gd name="connsiteY169" fmla="*/ 437152 h 500931"/>
                <a:gd name="connsiteX170" fmla="*/ 216022 w 755289"/>
                <a:gd name="connsiteY170" fmla="*/ 454484 h 500931"/>
                <a:gd name="connsiteX171" fmla="*/ 70035 w 755289"/>
                <a:gd name="connsiteY171" fmla="*/ 463649 h 500931"/>
                <a:gd name="connsiteX172" fmla="*/ 32538 w 755289"/>
                <a:gd name="connsiteY172" fmla="*/ 453984 h 500931"/>
                <a:gd name="connsiteX173" fmla="*/ 23456 w 755289"/>
                <a:gd name="connsiteY173" fmla="*/ 450484 h 500931"/>
                <a:gd name="connsiteX174" fmla="*/ 84366 w 755289"/>
                <a:gd name="connsiteY174" fmla="*/ 447984 h 500931"/>
                <a:gd name="connsiteX175" fmla="*/ 129196 w 755289"/>
                <a:gd name="connsiteY175" fmla="*/ 439902 h 500931"/>
                <a:gd name="connsiteX176" fmla="*/ 164193 w 755289"/>
                <a:gd name="connsiteY176" fmla="*/ 427403 h 500931"/>
                <a:gd name="connsiteX177" fmla="*/ 160526 w 755289"/>
                <a:gd name="connsiteY177" fmla="*/ 418987 h 500931"/>
                <a:gd name="connsiteX178" fmla="*/ 77200 w 755289"/>
                <a:gd name="connsiteY178" fmla="*/ 437568 h 500931"/>
                <a:gd name="connsiteX179" fmla="*/ 35205 w 755289"/>
                <a:gd name="connsiteY179" fmla="*/ 441235 h 500931"/>
                <a:gd name="connsiteX180" fmla="*/ 16622 w 755289"/>
                <a:gd name="connsiteY180" fmla="*/ 444484 h 500931"/>
                <a:gd name="connsiteX181" fmla="*/ 17123 w 755289"/>
                <a:gd name="connsiteY181" fmla="*/ 443151 h 500931"/>
                <a:gd name="connsiteX182" fmla="*/ 45537 w 755289"/>
                <a:gd name="connsiteY182" fmla="*/ 360159 h 500931"/>
                <a:gd name="connsiteX183" fmla="*/ 146028 w 755289"/>
                <a:gd name="connsiteY183" fmla="*/ 218005 h 500931"/>
                <a:gd name="connsiteX184" fmla="*/ 239686 w 755289"/>
                <a:gd name="connsiteY184" fmla="*/ 160593 h 500931"/>
                <a:gd name="connsiteX185" fmla="*/ 338261 w 755289"/>
                <a:gd name="connsiteY185" fmla="*/ 122763 h 500931"/>
                <a:gd name="connsiteX186" fmla="*/ 368258 w 755289"/>
                <a:gd name="connsiteY186" fmla="*/ 118514 h 500931"/>
                <a:gd name="connsiteX187" fmla="*/ 396922 w 755289"/>
                <a:gd name="connsiteY187" fmla="*/ 118847 h 500931"/>
                <a:gd name="connsiteX188" fmla="*/ 441834 w 755289"/>
                <a:gd name="connsiteY188" fmla="*/ 117764 h 500931"/>
                <a:gd name="connsiteX189" fmla="*/ 462582 w 755289"/>
                <a:gd name="connsiteY189" fmla="*/ 119347 h 500931"/>
                <a:gd name="connsiteX190" fmla="*/ 472165 w 755289"/>
                <a:gd name="connsiteY190" fmla="*/ 120597 h 500931"/>
                <a:gd name="connsiteX191" fmla="*/ 519244 w 755289"/>
                <a:gd name="connsiteY191" fmla="*/ 130013 h 500931"/>
                <a:gd name="connsiteX192" fmla="*/ 563324 w 755289"/>
                <a:gd name="connsiteY192" fmla="*/ 136595 h 500931"/>
                <a:gd name="connsiteX193" fmla="*/ 624735 w 755289"/>
                <a:gd name="connsiteY193" fmla="*/ 85267 h 500931"/>
                <a:gd name="connsiteX194" fmla="*/ 654065 w 755289"/>
                <a:gd name="connsiteY194" fmla="*/ 47103 h 500931"/>
                <a:gd name="connsiteX195" fmla="*/ 668565 w 755289"/>
                <a:gd name="connsiteY195" fmla="*/ 21022 h 500931"/>
                <a:gd name="connsiteX196" fmla="*/ 665647 w 755289"/>
                <a:gd name="connsiteY196" fmla="*/ 50937 h 500931"/>
                <a:gd name="connsiteX197" fmla="*/ 664481 w 755289"/>
                <a:gd name="connsiteY197" fmla="*/ 61102 h 500931"/>
                <a:gd name="connsiteX198" fmla="*/ 662398 w 755289"/>
                <a:gd name="connsiteY198" fmla="*/ 61686 h 500931"/>
                <a:gd name="connsiteX199" fmla="*/ 613652 w 755289"/>
                <a:gd name="connsiteY199" fmla="*/ 119930 h 500931"/>
                <a:gd name="connsiteX200" fmla="*/ 614819 w 755289"/>
                <a:gd name="connsiteY200" fmla="*/ 121097 h 500931"/>
                <a:gd name="connsiteX201" fmla="*/ 644150 w 755289"/>
                <a:gd name="connsiteY201" fmla="*/ 91849 h 500931"/>
                <a:gd name="connsiteX202" fmla="*/ 659898 w 755289"/>
                <a:gd name="connsiteY202" fmla="*/ 73101 h 500931"/>
                <a:gd name="connsiteX203" fmla="*/ 663065 w 755289"/>
                <a:gd name="connsiteY203" fmla="*/ 70601 h 500931"/>
                <a:gd name="connsiteX204" fmla="*/ 659898 w 755289"/>
                <a:gd name="connsiteY204" fmla="*/ 89183 h 500931"/>
                <a:gd name="connsiteX205" fmla="*/ 656982 w 755289"/>
                <a:gd name="connsiteY205" fmla="*/ 104348 h 500931"/>
                <a:gd name="connsiteX206" fmla="*/ 652065 w 755289"/>
                <a:gd name="connsiteY206" fmla="*/ 106848 h 500931"/>
                <a:gd name="connsiteX207" fmla="*/ 636984 w 755289"/>
                <a:gd name="connsiteY207" fmla="*/ 120930 h 500931"/>
                <a:gd name="connsiteX208" fmla="*/ 613902 w 755289"/>
                <a:gd name="connsiteY208" fmla="*/ 146595 h 500931"/>
                <a:gd name="connsiteX209" fmla="*/ 617818 w 755289"/>
                <a:gd name="connsiteY209" fmla="*/ 149427 h 500931"/>
                <a:gd name="connsiteX210" fmla="*/ 642983 w 755289"/>
                <a:gd name="connsiteY210" fmla="*/ 125096 h 500931"/>
                <a:gd name="connsiteX211" fmla="*/ 655065 w 755289"/>
                <a:gd name="connsiteY211" fmla="*/ 115264 h 500931"/>
                <a:gd name="connsiteX212" fmla="*/ 652566 w 755289"/>
                <a:gd name="connsiteY212" fmla="*/ 134429 h 500931"/>
                <a:gd name="connsiteX213" fmla="*/ 652899 w 755289"/>
                <a:gd name="connsiteY213" fmla="*/ 143428 h 500931"/>
                <a:gd name="connsiteX214" fmla="*/ 642566 w 755289"/>
                <a:gd name="connsiteY214" fmla="*/ 147761 h 500931"/>
                <a:gd name="connsiteX215" fmla="*/ 612569 w 755289"/>
                <a:gd name="connsiteY215" fmla="*/ 167926 h 500931"/>
                <a:gd name="connsiteX216" fmla="*/ 614319 w 755289"/>
                <a:gd name="connsiteY216" fmla="*/ 170176 h 500931"/>
                <a:gd name="connsiteX217" fmla="*/ 646983 w 755289"/>
                <a:gd name="connsiteY217" fmla="*/ 154760 h 500931"/>
                <a:gd name="connsiteX218" fmla="*/ 656565 w 755289"/>
                <a:gd name="connsiteY218" fmla="*/ 152261 h 500931"/>
                <a:gd name="connsiteX219" fmla="*/ 661314 w 755289"/>
                <a:gd name="connsiteY219" fmla="*/ 157260 h 500931"/>
                <a:gd name="connsiteX220" fmla="*/ 672731 w 755289"/>
                <a:gd name="connsiteY220" fmla="*/ 164843 h 500931"/>
                <a:gd name="connsiteX221" fmla="*/ 649316 w 755289"/>
                <a:gd name="connsiteY221" fmla="*/ 172009 h 500931"/>
                <a:gd name="connsiteX222" fmla="*/ 623151 w 755289"/>
                <a:gd name="connsiteY222" fmla="*/ 182008 h 500931"/>
                <a:gd name="connsiteX223" fmla="*/ 625901 w 755289"/>
                <a:gd name="connsiteY223" fmla="*/ 184675 h 500931"/>
                <a:gd name="connsiteX224" fmla="*/ 656066 w 755289"/>
                <a:gd name="connsiteY224" fmla="*/ 178258 h 500931"/>
                <a:gd name="connsiteX225" fmla="*/ 671897 w 755289"/>
                <a:gd name="connsiteY225" fmla="*/ 173925 h 500931"/>
                <a:gd name="connsiteX226" fmla="*/ 681313 w 755289"/>
                <a:gd name="connsiteY226" fmla="*/ 171425 h 500931"/>
                <a:gd name="connsiteX227" fmla="*/ 684147 w 755289"/>
                <a:gd name="connsiteY227" fmla="*/ 171092 h 500931"/>
                <a:gd name="connsiteX228" fmla="*/ 693812 w 755289"/>
                <a:gd name="connsiteY228" fmla="*/ 176758 h 500931"/>
                <a:gd name="connsiteX229" fmla="*/ 704978 w 755289"/>
                <a:gd name="connsiteY229" fmla="*/ 184258 h 500931"/>
                <a:gd name="connsiteX230" fmla="*/ 685896 w 755289"/>
                <a:gd name="connsiteY230" fmla="*/ 188007 h 500931"/>
                <a:gd name="connsiteX231" fmla="*/ 641900 w 755289"/>
                <a:gd name="connsiteY231" fmla="*/ 196090 h 500931"/>
                <a:gd name="connsiteX232" fmla="*/ 643317 w 755289"/>
                <a:gd name="connsiteY232" fmla="*/ 201006 h 500931"/>
                <a:gd name="connsiteX233" fmla="*/ 689562 w 755289"/>
                <a:gd name="connsiteY233" fmla="*/ 197007 h 500931"/>
                <a:gd name="connsiteX234" fmla="*/ 717976 w 755289"/>
                <a:gd name="connsiteY234" fmla="*/ 194007 h 500931"/>
                <a:gd name="connsiteX235" fmla="*/ 728142 w 755289"/>
                <a:gd name="connsiteY235" fmla="*/ 203839 h 500931"/>
                <a:gd name="connsiteX236" fmla="*/ 736725 w 755289"/>
                <a:gd name="connsiteY236" fmla="*/ 217088 h 500931"/>
                <a:gd name="connsiteX237" fmla="*/ 729559 w 755289"/>
                <a:gd name="connsiteY237" fmla="*/ 217588 h 500931"/>
                <a:gd name="connsiteX238" fmla="*/ 729559 w 755289"/>
                <a:gd name="connsiteY238" fmla="*/ 217588 h 500931"/>
                <a:gd name="connsiteX239" fmla="*/ 294764 w 755289"/>
                <a:gd name="connsiteY239" fmla="*/ 364158 h 500931"/>
                <a:gd name="connsiteX240" fmla="*/ 260101 w 755289"/>
                <a:gd name="connsiteY240" fmla="*/ 375157 h 500931"/>
                <a:gd name="connsiteX241" fmla="*/ 228187 w 755289"/>
                <a:gd name="connsiteY241" fmla="*/ 380990 h 500931"/>
                <a:gd name="connsiteX242" fmla="*/ 226604 w 755289"/>
                <a:gd name="connsiteY242" fmla="*/ 373907 h 500931"/>
                <a:gd name="connsiteX243" fmla="*/ 266184 w 755289"/>
                <a:gd name="connsiteY243" fmla="*/ 358492 h 500931"/>
                <a:gd name="connsiteX244" fmla="*/ 313263 w 755289"/>
                <a:gd name="connsiteY244" fmla="*/ 334244 h 500931"/>
                <a:gd name="connsiteX245" fmla="*/ 311346 w 755289"/>
                <a:gd name="connsiteY245" fmla="*/ 329828 h 500931"/>
                <a:gd name="connsiteX246" fmla="*/ 266600 w 755289"/>
                <a:gd name="connsiteY246" fmla="*/ 349160 h 500931"/>
                <a:gd name="connsiteX247" fmla="*/ 245935 w 755289"/>
                <a:gd name="connsiteY247" fmla="*/ 357659 h 500931"/>
                <a:gd name="connsiteX248" fmla="*/ 224438 w 755289"/>
                <a:gd name="connsiteY248" fmla="*/ 366074 h 500931"/>
                <a:gd name="connsiteX249" fmla="*/ 224104 w 755289"/>
                <a:gd name="connsiteY249" fmla="*/ 365075 h 500931"/>
                <a:gd name="connsiteX250" fmla="*/ 240686 w 755289"/>
                <a:gd name="connsiteY250" fmla="*/ 353659 h 500931"/>
                <a:gd name="connsiteX251" fmla="*/ 261767 w 755289"/>
                <a:gd name="connsiteY251" fmla="*/ 335661 h 500931"/>
                <a:gd name="connsiteX252" fmla="*/ 301514 w 755289"/>
                <a:gd name="connsiteY252" fmla="*/ 296664 h 500931"/>
                <a:gd name="connsiteX253" fmla="*/ 300347 w 755289"/>
                <a:gd name="connsiteY253" fmla="*/ 295498 h 500931"/>
                <a:gd name="connsiteX254" fmla="*/ 256102 w 755289"/>
                <a:gd name="connsiteY254" fmla="*/ 332744 h 500931"/>
                <a:gd name="connsiteX255" fmla="*/ 222271 w 755289"/>
                <a:gd name="connsiteY255" fmla="*/ 359825 h 500931"/>
                <a:gd name="connsiteX256" fmla="*/ 219021 w 755289"/>
                <a:gd name="connsiteY256" fmla="*/ 351743 h 500931"/>
                <a:gd name="connsiteX257" fmla="*/ 244685 w 755289"/>
                <a:gd name="connsiteY257" fmla="*/ 325995 h 500931"/>
                <a:gd name="connsiteX258" fmla="*/ 281849 w 755289"/>
                <a:gd name="connsiteY258" fmla="*/ 285915 h 500931"/>
                <a:gd name="connsiteX259" fmla="*/ 322928 w 755289"/>
                <a:gd name="connsiteY259" fmla="*/ 243003 h 500931"/>
                <a:gd name="connsiteX260" fmla="*/ 343260 w 755289"/>
                <a:gd name="connsiteY260" fmla="*/ 222754 h 500931"/>
                <a:gd name="connsiteX261" fmla="*/ 352760 w 755289"/>
                <a:gd name="connsiteY261" fmla="*/ 212505 h 500931"/>
                <a:gd name="connsiteX262" fmla="*/ 348260 w 755289"/>
                <a:gd name="connsiteY262" fmla="*/ 235503 h 500931"/>
                <a:gd name="connsiteX263" fmla="*/ 360508 w 755289"/>
                <a:gd name="connsiteY263" fmla="*/ 250418 h 500931"/>
                <a:gd name="connsiteX264" fmla="*/ 369174 w 755289"/>
                <a:gd name="connsiteY264" fmla="*/ 262334 h 500931"/>
                <a:gd name="connsiteX265" fmla="*/ 368175 w 755289"/>
                <a:gd name="connsiteY265" fmla="*/ 270917 h 500931"/>
                <a:gd name="connsiteX266" fmla="*/ 371007 w 755289"/>
                <a:gd name="connsiteY266" fmla="*/ 283999 h 500931"/>
                <a:gd name="connsiteX267" fmla="*/ 379423 w 755289"/>
                <a:gd name="connsiteY267" fmla="*/ 301580 h 500931"/>
                <a:gd name="connsiteX268" fmla="*/ 373424 w 755289"/>
                <a:gd name="connsiteY268" fmla="*/ 318079 h 500931"/>
                <a:gd name="connsiteX269" fmla="*/ 372508 w 755289"/>
                <a:gd name="connsiteY269" fmla="*/ 357492 h 500931"/>
                <a:gd name="connsiteX270" fmla="*/ 321512 w 755289"/>
                <a:gd name="connsiteY270" fmla="*/ 376824 h 500931"/>
                <a:gd name="connsiteX271" fmla="*/ 271100 w 755289"/>
                <a:gd name="connsiteY271" fmla="*/ 387656 h 500931"/>
                <a:gd name="connsiteX272" fmla="*/ 245519 w 755289"/>
                <a:gd name="connsiteY272" fmla="*/ 389739 h 500931"/>
                <a:gd name="connsiteX273" fmla="*/ 230103 w 755289"/>
                <a:gd name="connsiteY273" fmla="*/ 391572 h 500931"/>
                <a:gd name="connsiteX274" fmla="*/ 229270 w 755289"/>
                <a:gd name="connsiteY274" fmla="*/ 386906 h 500931"/>
                <a:gd name="connsiteX275" fmla="*/ 262684 w 755289"/>
                <a:gd name="connsiteY275" fmla="*/ 381490 h 500931"/>
                <a:gd name="connsiteX276" fmla="*/ 295265 w 755289"/>
                <a:gd name="connsiteY276" fmla="*/ 365325 h 500931"/>
                <a:gd name="connsiteX277" fmla="*/ 294764 w 755289"/>
                <a:gd name="connsiteY277" fmla="*/ 364158 h 500931"/>
                <a:gd name="connsiteX278" fmla="*/ 294764 w 755289"/>
                <a:gd name="connsiteY278" fmla="*/ 364158 h 500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Lst>
              <a:rect l="l" t="t" r="r" b="b"/>
              <a:pathLst>
                <a:path w="755289" h="500931">
                  <a:moveTo>
                    <a:pt x="703811" y="167009"/>
                  </a:moveTo>
                  <a:cubicBezTo>
                    <a:pt x="688979" y="157260"/>
                    <a:pt x="663898" y="150178"/>
                    <a:pt x="666981" y="129013"/>
                  </a:cubicBezTo>
                  <a:cubicBezTo>
                    <a:pt x="669647" y="110514"/>
                    <a:pt x="673980" y="92266"/>
                    <a:pt x="676814" y="73851"/>
                  </a:cubicBezTo>
                  <a:cubicBezTo>
                    <a:pt x="678897" y="60352"/>
                    <a:pt x="690645" y="6440"/>
                    <a:pt x="672314" y="358"/>
                  </a:cubicBezTo>
                  <a:cubicBezTo>
                    <a:pt x="669730" y="-476"/>
                    <a:pt x="666481" y="108"/>
                    <a:pt x="664898" y="2524"/>
                  </a:cubicBezTo>
                  <a:cubicBezTo>
                    <a:pt x="657899" y="13023"/>
                    <a:pt x="654232" y="25605"/>
                    <a:pt x="647149" y="36188"/>
                  </a:cubicBezTo>
                  <a:cubicBezTo>
                    <a:pt x="639067" y="48270"/>
                    <a:pt x="630067" y="59519"/>
                    <a:pt x="620818" y="70685"/>
                  </a:cubicBezTo>
                  <a:cubicBezTo>
                    <a:pt x="600986" y="94599"/>
                    <a:pt x="579239" y="130013"/>
                    <a:pt x="542992" y="122930"/>
                  </a:cubicBezTo>
                  <a:cubicBezTo>
                    <a:pt x="534743" y="121347"/>
                    <a:pt x="526494" y="119680"/>
                    <a:pt x="518328" y="118097"/>
                  </a:cubicBezTo>
                  <a:cubicBezTo>
                    <a:pt x="509079" y="115847"/>
                    <a:pt x="499830" y="113931"/>
                    <a:pt x="490496" y="112264"/>
                  </a:cubicBezTo>
                  <a:cubicBezTo>
                    <a:pt x="491080" y="107515"/>
                    <a:pt x="488997" y="102432"/>
                    <a:pt x="484831" y="99515"/>
                  </a:cubicBezTo>
                  <a:cubicBezTo>
                    <a:pt x="479915" y="96099"/>
                    <a:pt x="472499" y="96265"/>
                    <a:pt x="467082" y="94016"/>
                  </a:cubicBezTo>
                  <a:cubicBezTo>
                    <a:pt x="458249" y="90350"/>
                    <a:pt x="452917" y="82184"/>
                    <a:pt x="444418" y="78100"/>
                  </a:cubicBezTo>
                  <a:cubicBezTo>
                    <a:pt x="437835" y="74934"/>
                    <a:pt x="431086" y="75517"/>
                    <a:pt x="424003" y="76184"/>
                  </a:cubicBezTo>
                  <a:cubicBezTo>
                    <a:pt x="409838" y="77517"/>
                    <a:pt x="403421" y="76934"/>
                    <a:pt x="392089" y="67685"/>
                  </a:cubicBezTo>
                  <a:cubicBezTo>
                    <a:pt x="378424" y="56519"/>
                    <a:pt x="367008" y="64269"/>
                    <a:pt x="352342" y="70435"/>
                  </a:cubicBezTo>
                  <a:cubicBezTo>
                    <a:pt x="339011" y="76017"/>
                    <a:pt x="330344" y="75434"/>
                    <a:pt x="317263" y="70351"/>
                  </a:cubicBezTo>
                  <a:cubicBezTo>
                    <a:pt x="309930" y="67518"/>
                    <a:pt x="302097" y="67518"/>
                    <a:pt x="294431" y="69268"/>
                  </a:cubicBezTo>
                  <a:cubicBezTo>
                    <a:pt x="285099" y="71351"/>
                    <a:pt x="276516" y="76268"/>
                    <a:pt x="268350" y="80934"/>
                  </a:cubicBezTo>
                  <a:cubicBezTo>
                    <a:pt x="260601" y="85350"/>
                    <a:pt x="244852" y="99932"/>
                    <a:pt x="236187" y="93682"/>
                  </a:cubicBezTo>
                  <a:cubicBezTo>
                    <a:pt x="231603" y="90350"/>
                    <a:pt x="230854" y="85850"/>
                    <a:pt x="223937" y="86267"/>
                  </a:cubicBezTo>
                  <a:cubicBezTo>
                    <a:pt x="216022" y="86767"/>
                    <a:pt x="209605" y="95432"/>
                    <a:pt x="204523" y="100432"/>
                  </a:cubicBezTo>
                  <a:cubicBezTo>
                    <a:pt x="189191" y="115431"/>
                    <a:pt x="175275" y="132596"/>
                    <a:pt x="162776" y="150011"/>
                  </a:cubicBezTo>
                  <a:cubicBezTo>
                    <a:pt x="148278" y="170092"/>
                    <a:pt x="132362" y="189757"/>
                    <a:pt x="119030" y="210505"/>
                  </a:cubicBezTo>
                  <a:cubicBezTo>
                    <a:pt x="113031" y="219921"/>
                    <a:pt x="107615" y="229420"/>
                    <a:pt x="102532" y="239086"/>
                  </a:cubicBezTo>
                  <a:cubicBezTo>
                    <a:pt x="81200" y="261584"/>
                    <a:pt x="63035" y="286998"/>
                    <a:pt x="48869" y="315913"/>
                  </a:cubicBezTo>
                  <a:cubicBezTo>
                    <a:pt x="34538" y="345326"/>
                    <a:pt x="24122" y="375990"/>
                    <a:pt x="13539" y="406738"/>
                  </a:cubicBezTo>
                  <a:cubicBezTo>
                    <a:pt x="9207" y="419320"/>
                    <a:pt x="4707" y="431985"/>
                    <a:pt x="1041" y="444734"/>
                  </a:cubicBezTo>
                  <a:cubicBezTo>
                    <a:pt x="-1043" y="451983"/>
                    <a:pt x="-375" y="456483"/>
                    <a:pt x="6540" y="460899"/>
                  </a:cubicBezTo>
                  <a:cubicBezTo>
                    <a:pt x="15789" y="466816"/>
                    <a:pt x="29622" y="469899"/>
                    <a:pt x="40121" y="472815"/>
                  </a:cubicBezTo>
                  <a:cubicBezTo>
                    <a:pt x="53286" y="476481"/>
                    <a:pt x="66618" y="479648"/>
                    <a:pt x="80283" y="481065"/>
                  </a:cubicBezTo>
                  <a:cubicBezTo>
                    <a:pt x="111614" y="484231"/>
                    <a:pt x="143195" y="481814"/>
                    <a:pt x="174359" y="477648"/>
                  </a:cubicBezTo>
                  <a:cubicBezTo>
                    <a:pt x="201273" y="474065"/>
                    <a:pt x="227771" y="468315"/>
                    <a:pt x="253935" y="461066"/>
                  </a:cubicBezTo>
                  <a:cubicBezTo>
                    <a:pt x="255935" y="462982"/>
                    <a:pt x="257851" y="465566"/>
                    <a:pt x="259267" y="466816"/>
                  </a:cubicBezTo>
                  <a:cubicBezTo>
                    <a:pt x="263851" y="470899"/>
                    <a:pt x="268683" y="474815"/>
                    <a:pt x="273183" y="478981"/>
                  </a:cubicBezTo>
                  <a:cubicBezTo>
                    <a:pt x="281432" y="486647"/>
                    <a:pt x="288349" y="492480"/>
                    <a:pt x="298598" y="497230"/>
                  </a:cubicBezTo>
                  <a:cubicBezTo>
                    <a:pt x="305430" y="500396"/>
                    <a:pt x="311846" y="503229"/>
                    <a:pt x="318429" y="498146"/>
                  </a:cubicBezTo>
                  <a:cubicBezTo>
                    <a:pt x="325095" y="493063"/>
                    <a:pt x="328261" y="483897"/>
                    <a:pt x="330761" y="476065"/>
                  </a:cubicBezTo>
                  <a:cubicBezTo>
                    <a:pt x="343344" y="479898"/>
                    <a:pt x="358592" y="483231"/>
                    <a:pt x="367175" y="476398"/>
                  </a:cubicBezTo>
                  <a:cubicBezTo>
                    <a:pt x="372924" y="471815"/>
                    <a:pt x="372758" y="462816"/>
                    <a:pt x="376507" y="457067"/>
                  </a:cubicBezTo>
                  <a:cubicBezTo>
                    <a:pt x="380007" y="451734"/>
                    <a:pt x="386173" y="448400"/>
                    <a:pt x="384506" y="440818"/>
                  </a:cubicBezTo>
                  <a:cubicBezTo>
                    <a:pt x="383007" y="434152"/>
                    <a:pt x="374174" y="426486"/>
                    <a:pt x="365674" y="421819"/>
                  </a:cubicBezTo>
                  <a:cubicBezTo>
                    <a:pt x="366758" y="421403"/>
                    <a:pt x="367841" y="420986"/>
                    <a:pt x="368841" y="420486"/>
                  </a:cubicBezTo>
                  <a:cubicBezTo>
                    <a:pt x="423253" y="398072"/>
                    <a:pt x="473749" y="361825"/>
                    <a:pt x="515328" y="320162"/>
                  </a:cubicBezTo>
                  <a:cubicBezTo>
                    <a:pt x="536409" y="324578"/>
                    <a:pt x="559324" y="329328"/>
                    <a:pt x="574740" y="310163"/>
                  </a:cubicBezTo>
                  <a:cubicBezTo>
                    <a:pt x="587571" y="294164"/>
                    <a:pt x="575406" y="274333"/>
                    <a:pt x="564573" y="259501"/>
                  </a:cubicBezTo>
                  <a:cubicBezTo>
                    <a:pt x="568739" y="252335"/>
                    <a:pt x="572822" y="245252"/>
                    <a:pt x="577988" y="239086"/>
                  </a:cubicBezTo>
                  <a:cubicBezTo>
                    <a:pt x="589238" y="225671"/>
                    <a:pt x="610736" y="230087"/>
                    <a:pt x="626651" y="230004"/>
                  </a:cubicBezTo>
                  <a:cubicBezTo>
                    <a:pt x="644150" y="229920"/>
                    <a:pt x="661731" y="230837"/>
                    <a:pt x="679313" y="231087"/>
                  </a:cubicBezTo>
                  <a:cubicBezTo>
                    <a:pt x="696479" y="231253"/>
                    <a:pt x="713560" y="232587"/>
                    <a:pt x="730725" y="232337"/>
                  </a:cubicBezTo>
                  <a:cubicBezTo>
                    <a:pt x="738808" y="232253"/>
                    <a:pt x="753056" y="233836"/>
                    <a:pt x="755139" y="223004"/>
                  </a:cubicBezTo>
                  <a:cubicBezTo>
                    <a:pt x="756806" y="214172"/>
                    <a:pt x="744141" y="200423"/>
                    <a:pt x="739141" y="194757"/>
                  </a:cubicBezTo>
                  <a:cubicBezTo>
                    <a:pt x="729392" y="183591"/>
                    <a:pt x="716060" y="175092"/>
                    <a:pt x="703811" y="167009"/>
                  </a:cubicBezTo>
                  <a:lnTo>
                    <a:pt x="703811" y="167009"/>
                  </a:lnTo>
                  <a:close/>
                  <a:moveTo>
                    <a:pt x="433169" y="89516"/>
                  </a:moveTo>
                  <a:cubicBezTo>
                    <a:pt x="437501" y="90266"/>
                    <a:pt x="441584" y="91933"/>
                    <a:pt x="445251" y="95266"/>
                  </a:cubicBezTo>
                  <a:cubicBezTo>
                    <a:pt x="451584" y="100932"/>
                    <a:pt x="458416" y="105681"/>
                    <a:pt x="466582" y="108348"/>
                  </a:cubicBezTo>
                  <a:cubicBezTo>
                    <a:pt x="468082" y="108848"/>
                    <a:pt x="475998" y="109181"/>
                    <a:pt x="476081" y="108681"/>
                  </a:cubicBezTo>
                  <a:cubicBezTo>
                    <a:pt x="476248" y="108931"/>
                    <a:pt x="476331" y="109348"/>
                    <a:pt x="476415" y="109848"/>
                  </a:cubicBezTo>
                  <a:cubicBezTo>
                    <a:pt x="466416" y="108431"/>
                    <a:pt x="456416" y="107264"/>
                    <a:pt x="446334" y="106348"/>
                  </a:cubicBezTo>
                  <a:cubicBezTo>
                    <a:pt x="434169" y="105265"/>
                    <a:pt x="422003" y="104265"/>
                    <a:pt x="409921" y="103682"/>
                  </a:cubicBezTo>
                  <a:cubicBezTo>
                    <a:pt x="417504" y="98766"/>
                    <a:pt x="424919" y="93349"/>
                    <a:pt x="433169" y="89516"/>
                  </a:cubicBezTo>
                  <a:lnTo>
                    <a:pt x="433169" y="89516"/>
                  </a:lnTo>
                  <a:close/>
                  <a:moveTo>
                    <a:pt x="419504" y="89016"/>
                  </a:moveTo>
                  <a:cubicBezTo>
                    <a:pt x="413587" y="93100"/>
                    <a:pt x="408504" y="98599"/>
                    <a:pt x="402922" y="103515"/>
                  </a:cubicBezTo>
                  <a:cubicBezTo>
                    <a:pt x="389340" y="103098"/>
                    <a:pt x="375841" y="103348"/>
                    <a:pt x="362259" y="104932"/>
                  </a:cubicBezTo>
                  <a:cubicBezTo>
                    <a:pt x="371924" y="97432"/>
                    <a:pt x="381924" y="90183"/>
                    <a:pt x="393006" y="84933"/>
                  </a:cubicBezTo>
                  <a:cubicBezTo>
                    <a:pt x="401171" y="90099"/>
                    <a:pt x="410420" y="89433"/>
                    <a:pt x="419504" y="89016"/>
                  </a:cubicBezTo>
                  <a:lnTo>
                    <a:pt x="419504" y="89016"/>
                  </a:lnTo>
                  <a:close/>
                  <a:moveTo>
                    <a:pt x="356676" y="80267"/>
                  </a:moveTo>
                  <a:cubicBezTo>
                    <a:pt x="365092" y="77017"/>
                    <a:pt x="374341" y="69768"/>
                    <a:pt x="384090" y="76184"/>
                  </a:cubicBezTo>
                  <a:cubicBezTo>
                    <a:pt x="385339" y="77017"/>
                    <a:pt x="386422" y="78184"/>
                    <a:pt x="387422" y="79517"/>
                  </a:cubicBezTo>
                  <a:cubicBezTo>
                    <a:pt x="384256" y="81267"/>
                    <a:pt x="381340" y="83517"/>
                    <a:pt x="379090" y="85100"/>
                  </a:cubicBezTo>
                  <a:cubicBezTo>
                    <a:pt x="370591" y="91349"/>
                    <a:pt x="363092" y="98599"/>
                    <a:pt x="355592" y="105932"/>
                  </a:cubicBezTo>
                  <a:cubicBezTo>
                    <a:pt x="354010" y="106181"/>
                    <a:pt x="352342" y="106348"/>
                    <a:pt x="350760" y="106598"/>
                  </a:cubicBezTo>
                  <a:cubicBezTo>
                    <a:pt x="332428" y="109681"/>
                    <a:pt x="314346" y="114514"/>
                    <a:pt x="296515" y="120430"/>
                  </a:cubicBezTo>
                  <a:cubicBezTo>
                    <a:pt x="313263" y="106765"/>
                    <a:pt x="330845" y="95099"/>
                    <a:pt x="349343" y="82850"/>
                  </a:cubicBezTo>
                  <a:cubicBezTo>
                    <a:pt x="351843" y="82100"/>
                    <a:pt x="354259" y="81183"/>
                    <a:pt x="356676" y="80267"/>
                  </a:cubicBezTo>
                  <a:lnTo>
                    <a:pt x="356676" y="80267"/>
                  </a:lnTo>
                  <a:close/>
                  <a:moveTo>
                    <a:pt x="308263" y="84100"/>
                  </a:moveTo>
                  <a:cubicBezTo>
                    <a:pt x="308680" y="83767"/>
                    <a:pt x="309013" y="83267"/>
                    <a:pt x="309097" y="82684"/>
                  </a:cubicBezTo>
                  <a:cubicBezTo>
                    <a:pt x="315679" y="83017"/>
                    <a:pt x="321845" y="84850"/>
                    <a:pt x="328928" y="85517"/>
                  </a:cubicBezTo>
                  <a:cubicBezTo>
                    <a:pt x="313263" y="95432"/>
                    <a:pt x="299764" y="109848"/>
                    <a:pt x="287598" y="123513"/>
                  </a:cubicBezTo>
                  <a:cubicBezTo>
                    <a:pt x="270517" y="129679"/>
                    <a:pt x="253768" y="136846"/>
                    <a:pt x="237436" y="144928"/>
                  </a:cubicBezTo>
                  <a:cubicBezTo>
                    <a:pt x="245269" y="137262"/>
                    <a:pt x="253101" y="129596"/>
                    <a:pt x="261101" y="122180"/>
                  </a:cubicBezTo>
                  <a:cubicBezTo>
                    <a:pt x="276099" y="108098"/>
                    <a:pt x="292432" y="96849"/>
                    <a:pt x="308263" y="84100"/>
                  </a:cubicBezTo>
                  <a:lnTo>
                    <a:pt x="308263" y="84100"/>
                  </a:lnTo>
                  <a:close/>
                  <a:moveTo>
                    <a:pt x="244603" y="111014"/>
                  </a:moveTo>
                  <a:cubicBezTo>
                    <a:pt x="251685" y="109265"/>
                    <a:pt x="258434" y="104515"/>
                    <a:pt x="264184" y="101182"/>
                  </a:cubicBezTo>
                  <a:cubicBezTo>
                    <a:pt x="272350" y="96432"/>
                    <a:pt x="280432" y="91349"/>
                    <a:pt x="289098" y="87433"/>
                  </a:cubicBezTo>
                  <a:cubicBezTo>
                    <a:pt x="277933" y="95266"/>
                    <a:pt x="268017" y="106765"/>
                    <a:pt x="259185" y="115347"/>
                  </a:cubicBezTo>
                  <a:cubicBezTo>
                    <a:pt x="247686" y="126513"/>
                    <a:pt x="237353" y="138512"/>
                    <a:pt x="226688" y="150344"/>
                  </a:cubicBezTo>
                  <a:cubicBezTo>
                    <a:pt x="207856" y="160093"/>
                    <a:pt x="189690" y="170842"/>
                    <a:pt x="172192" y="182008"/>
                  </a:cubicBezTo>
                  <a:cubicBezTo>
                    <a:pt x="171359" y="182591"/>
                    <a:pt x="170526" y="183091"/>
                    <a:pt x="169692" y="183675"/>
                  </a:cubicBezTo>
                  <a:cubicBezTo>
                    <a:pt x="180441" y="172592"/>
                    <a:pt x="190857" y="161177"/>
                    <a:pt x="201606" y="150011"/>
                  </a:cubicBezTo>
                  <a:cubicBezTo>
                    <a:pt x="215105" y="135845"/>
                    <a:pt x="230021" y="123763"/>
                    <a:pt x="244603" y="111014"/>
                  </a:cubicBezTo>
                  <a:lnTo>
                    <a:pt x="244603" y="111014"/>
                  </a:lnTo>
                  <a:close/>
                  <a:moveTo>
                    <a:pt x="126113" y="215505"/>
                  </a:moveTo>
                  <a:cubicBezTo>
                    <a:pt x="139695" y="196007"/>
                    <a:pt x="155777" y="177675"/>
                    <a:pt x="170443" y="158927"/>
                  </a:cubicBezTo>
                  <a:cubicBezTo>
                    <a:pt x="178525" y="148594"/>
                    <a:pt x="187024" y="138845"/>
                    <a:pt x="195940" y="129179"/>
                  </a:cubicBezTo>
                  <a:cubicBezTo>
                    <a:pt x="201606" y="123013"/>
                    <a:pt x="206939" y="116680"/>
                    <a:pt x="213022" y="110847"/>
                  </a:cubicBezTo>
                  <a:cubicBezTo>
                    <a:pt x="214105" y="109848"/>
                    <a:pt x="222021" y="100765"/>
                    <a:pt x="223521" y="101098"/>
                  </a:cubicBezTo>
                  <a:cubicBezTo>
                    <a:pt x="225688" y="101515"/>
                    <a:pt x="228520" y="108098"/>
                    <a:pt x="231437" y="109681"/>
                  </a:cubicBezTo>
                  <a:cubicBezTo>
                    <a:pt x="232020" y="110014"/>
                    <a:pt x="232687" y="110265"/>
                    <a:pt x="233353" y="110514"/>
                  </a:cubicBezTo>
                  <a:cubicBezTo>
                    <a:pt x="232020" y="111764"/>
                    <a:pt x="230687" y="113014"/>
                    <a:pt x="229353" y="114097"/>
                  </a:cubicBezTo>
                  <a:cubicBezTo>
                    <a:pt x="219938" y="121930"/>
                    <a:pt x="210855" y="130013"/>
                    <a:pt x="202439" y="138845"/>
                  </a:cubicBezTo>
                  <a:cubicBezTo>
                    <a:pt x="186941" y="155177"/>
                    <a:pt x="173692" y="173259"/>
                    <a:pt x="159276" y="190507"/>
                  </a:cubicBezTo>
                  <a:cubicBezTo>
                    <a:pt x="147361" y="198757"/>
                    <a:pt x="135946" y="207589"/>
                    <a:pt x="125196" y="217005"/>
                  </a:cubicBezTo>
                  <a:cubicBezTo>
                    <a:pt x="125446" y="216422"/>
                    <a:pt x="125780" y="216005"/>
                    <a:pt x="126113" y="215505"/>
                  </a:cubicBezTo>
                  <a:lnTo>
                    <a:pt x="126113" y="215505"/>
                  </a:lnTo>
                  <a:close/>
                  <a:moveTo>
                    <a:pt x="306346" y="488064"/>
                  </a:moveTo>
                  <a:cubicBezTo>
                    <a:pt x="298014" y="487647"/>
                    <a:pt x="288099" y="478315"/>
                    <a:pt x="281933" y="473482"/>
                  </a:cubicBezTo>
                  <a:cubicBezTo>
                    <a:pt x="278266" y="470565"/>
                    <a:pt x="269601" y="462649"/>
                    <a:pt x="261684" y="458483"/>
                  </a:cubicBezTo>
                  <a:cubicBezTo>
                    <a:pt x="264268" y="457733"/>
                    <a:pt x="266934" y="456983"/>
                    <a:pt x="269517" y="456233"/>
                  </a:cubicBezTo>
                  <a:cubicBezTo>
                    <a:pt x="273933" y="458316"/>
                    <a:pt x="278349" y="460316"/>
                    <a:pt x="283099" y="461816"/>
                  </a:cubicBezTo>
                  <a:cubicBezTo>
                    <a:pt x="294265" y="465399"/>
                    <a:pt x="305764" y="467982"/>
                    <a:pt x="316929" y="471398"/>
                  </a:cubicBezTo>
                  <a:cubicBezTo>
                    <a:pt x="318096" y="471732"/>
                    <a:pt x="319429" y="472232"/>
                    <a:pt x="320845" y="472649"/>
                  </a:cubicBezTo>
                  <a:cubicBezTo>
                    <a:pt x="316929" y="478981"/>
                    <a:pt x="314512" y="488564"/>
                    <a:pt x="306346" y="488064"/>
                  </a:cubicBezTo>
                  <a:lnTo>
                    <a:pt x="306346" y="488064"/>
                  </a:lnTo>
                  <a:close/>
                  <a:moveTo>
                    <a:pt x="368258" y="450984"/>
                  </a:moveTo>
                  <a:cubicBezTo>
                    <a:pt x="366342" y="454484"/>
                    <a:pt x="364841" y="458900"/>
                    <a:pt x="362758" y="462233"/>
                  </a:cubicBezTo>
                  <a:cubicBezTo>
                    <a:pt x="357258" y="471065"/>
                    <a:pt x="347760" y="469148"/>
                    <a:pt x="338844" y="467566"/>
                  </a:cubicBezTo>
                  <a:cubicBezTo>
                    <a:pt x="318845" y="464066"/>
                    <a:pt x="299264" y="458316"/>
                    <a:pt x="279516" y="453317"/>
                  </a:cubicBezTo>
                  <a:cubicBezTo>
                    <a:pt x="303597" y="445734"/>
                    <a:pt x="327428" y="437068"/>
                    <a:pt x="350843" y="427736"/>
                  </a:cubicBezTo>
                  <a:cubicBezTo>
                    <a:pt x="351176" y="427903"/>
                    <a:pt x="351509" y="428069"/>
                    <a:pt x="351926" y="428236"/>
                  </a:cubicBezTo>
                  <a:cubicBezTo>
                    <a:pt x="356676" y="429736"/>
                    <a:pt x="363342" y="433152"/>
                    <a:pt x="366841" y="436568"/>
                  </a:cubicBezTo>
                  <a:cubicBezTo>
                    <a:pt x="372758" y="442151"/>
                    <a:pt x="371840" y="444318"/>
                    <a:pt x="368258" y="450984"/>
                  </a:cubicBezTo>
                  <a:lnTo>
                    <a:pt x="368258" y="450984"/>
                  </a:lnTo>
                  <a:close/>
                  <a:moveTo>
                    <a:pt x="555991" y="311080"/>
                  </a:moveTo>
                  <a:cubicBezTo>
                    <a:pt x="547075" y="315163"/>
                    <a:pt x="536909" y="314829"/>
                    <a:pt x="527410" y="313913"/>
                  </a:cubicBezTo>
                  <a:cubicBezTo>
                    <a:pt x="525494" y="313746"/>
                    <a:pt x="523744" y="313579"/>
                    <a:pt x="521994" y="313413"/>
                  </a:cubicBezTo>
                  <a:cubicBezTo>
                    <a:pt x="532409" y="302580"/>
                    <a:pt x="542658" y="291415"/>
                    <a:pt x="551825" y="279416"/>
                  </a:cubicBezTo>
                  <a:cubicBezTo>
                    <a:pt x="553825" y="276749"/>
                    <a:pt x="555741" y="274000"/>
                    <a:pt x="557491" y="271167"/>
                  </a:cubicBezTo>
                  <a:cubicBezTo>
                    <a:pt x="560407" y="275750"/>
                    <a:pt x="563241" y="280499"/>
                    <a:pt x="565656" y="285165"/>
                  </a:cubicBezTo>
                  <a:cubicBezTo>
                    <a:pt x="571406" y="296331"/>
                    <a:pt x="567573" y="305830"/>
                    <a:pt x="555991" y="311080"/>
                  </a:cubicBezTo>
                  <a:lnTo>
                    <a:pt x="555991" y="311080"/>
                  </a:lnTo>
                  <a:close/>
                  <a:moveTo>
                    <a:pt x="729559" y="217588"/>
                  </a:moveTo>
                  <a:cubicBezTo>
                    <a:pt x="713393" y="217755"/>
                    <a:pt x="697228" y="216422"/>
                    <a:pt x="681064" y="216171"/>
                  </a:cubicBezTo>
                  <a:cubicBezTo>
                    <a:pt x="653232" y="215755"/>
                    <a:pt x="625401" y="214422"/>
                    <a:pt x="597487" y="214672"/>
                  </a:cubicBezTo>
                  <a:cubicBezTo>
                    <a:pt x="587239" y="214755"/>
                    <a:pt x="580238" y="213422"/>
                    <a:pt x="572573" y="220838"/>
                  </a:cubicBezTo>
                  <a:cubicBezTo>
                    <a:pt x="562241" y="230837"/>
                    <a:pt x="556658" y="245086"/>
                    <a:pt x="548742" y="256918"/>
                  </a:cubicBezTo>
                  <a:cubicBezTo>
                    <a:pt x="516328" y="305663"/>
                    <a:pt x="468416" y="345077"/>
                    <a:pt x="419504" y="376490"/>
                  </a:cubicBezTo>
                  <a:cubicBezTo>
                    <a:pt x="368341" y="409404"/>
                    <a:pt x="307763" y="429736"/>
                    <a:pt x="249602" y="445984"/>
                  </a:cubicBezTo>
                  <a:cubicBezTo>
                    <a:pt x="243269" y="447734"/>
                    <a:pt x="236853" y="449484"/>
                    <a:pt x="230353" y="451150"/>
                  </a:cubicBezTo>
                  <a:cubicBezTo>
                    <a:pt x="231854" y="434152"/>
                    <a:pt x="234104" y="418570"/>
                    <a:pt x="231770" y="401071"/>
                  </a:cubicBezTo>
                  <a:cubicBezTo>
                    <a:pt x="234853" y="400905"/>
                    <a:pt x="237936" y="400405"/>
                    <a:pt x="241103" y="400155"/>
                  </a:cubicBezTo>
                  <a:cubicBezTo>
                    <a:pt x="249852" y="399488"/>
                    <a:pt x="258601" y="399822"/>
                    <a:pt x="267351" y="398905"/>
                  </a:cubicBezTo>
                  <a:cubicBezTo>
                    <a:pt x="285432" y="396989"/>
                    <a:pt x="302931" y="392406"/>
                    <a:pt x="320512" y="387823"/>
                  </a:cubicBezTo>
                  <a:cubicBezTo>
                    <a:pt x="338677" y="383157"/>
                    <a:pt x="356676" y="379157"/>
                    <a:pt x="373341" y="369991"/>
                  </a:cubicBezTo>
                  <a:cubicBezTo>
                    <a:pt x="380840" y="365825"/>
                    <a:pt x="390505" y="360492"/>
                    <a:pt x="391839" y="351159"/>
                  </a:cubicBezTo>
                  <a:cubicBezTo>
                    <a:pt x="392589" y="345993"/>
                    <a:pt x="390089" y="341827"/>
                    <a:pt x="388256" y="337161"/>
                  </a:cubicBezTo>
                  <a:cubicBezTo>
                    <a:pt x="382923" y="323912"/>
                    <a:pt x="386756" y="317829"/>
                    <a:pt x="390839" y="305663"/>
                  </a:cubicBezTo>
                  <a:cubicBezTo>
                    <a:pt x="395673" y="291248"/>
                    <a:pt x="386923" y="287665"/>
                    <a:pt x="381173" y="275833"/>
                  </a:cubicBezTo>
                  <a:cubicBezTo>
                    <a:pt x="376841" y="266750"/>
                    <a:pt x="382506" y="260084"/>
                    <a:pt x="379590" y="251168"/>
                  </a:cubicBezTo>
                  <a:cubicBezTo>
                    <a:pt x="378674" y="248252"/>
                    <a:pt x="376841" y="245835"/>
                    <a:pt x="374341" y="244086"/>
                  </a:cubicBezTo>
                  <a:cubicBezTo>
                    <a:pt x="372174" y="242586"/>
                    <a:pt x="369425" y="242836"/>
                    <a:pt x="367425" y="241669"/>
                  </a:cubicBezTo>
                  <a:cubicBezTo>
                    <a:pt x="358009" y="236420"/>
                    <a:pt x="358342" y="231837"/>
                    <a:pt x="360592" y="223254"/>
                  </a:cubicBezTo>
                  <a:cubicBezTo>
                    <a:pt x="362591" y="215505"/>
                    <a:pt x="365342" y="207922"/>
                    <a:pt x="367425" y="200090"/>
                  </a:cubicBezTo>
                  <a:cubicBezTo>
                    <a:pt x="368674" y="195423"/>
                    <a:pt x="364925" y="191757"/>
                    <a:pt x="360341" y="193173"/>
                  </a:cubicBezTo>
                  <a:cubicBezTo>
                    <a:pt x="345594" y="197840"/>
                    <a:pt x="333344" y="212922"/>
                    <a:pt x="322679" y="223504"/>
                  </a:cubicBezTo>
                  <a:cubicBezTo>
                    <a:pt x="309180" y="237003"/>
                    <a:pt x="296014" y="250752"/>
                    <a:pt x="282932" y="264584"/>
                  </a:cubicBezTo>
                  <a:cubicBezTo>
                    <a:pt x="258768" y="290165"/>
                    <a:pt x="237270" y="316913"/>
                    <a:pt x="216022" y="344660"/>
                  </a:cubicBezTo>
                  <a:cubicBezTo>
                    <a:pt x="215521" y="343743"/>
                    <a:pt x="215105" y="342827"/>
                    <a:pt x="214605" y="341910"/>
                  </a:cubicBezTo>
                  <a:cubicBezTo>
                    <a:pt x="205189" y="325995"/>
                    <a:pt x="194524" y="310413"/>
                    <a:pt x="179275" y="299581"/>
                  </a:cubicBezTo>
                  <a:cubicBezTo>
                    <a:pt x="165276" y="289581"/>
                    <a:pt x="152361" y="287915"/>
                    <a:pt x="135946" y="285582"/>
                  </a:cubicBezTo>
                  <a:cubicBezTo>
                    <a:pt x="134612" y="285415"/>
                    <a:pt x="134196" y="287332"/>
                    <a:pt x="135362" y="287832"/>
                  </a:cubicBezTo>
                  <a:cubicBezTo>
                    <a:pt x="149277" y="293498"/>
                    <a:pt x="162609" y="296247"/>
                    <a:pt x="174525" y="306080"/>
                  </a:cubicBezTo>
                  <a:cubicBezTo>
                    <a:pt x="188941" y="317912"/>
                    <a:pt x="199773" y="335327"/>
                    <a:pt x="207023" y="352409"/>
                  </a:cubicBezTo>
                  <a:cubicBezTo>
                    <a:pt x="214105" y="369241"/>
                    <a:pt x="216771" y="389323"/>
                    <a:pt x="218522" y="407404"/>
                  </a:cubicBezTo>
                  <a:cubicBezTo>
                    <a:pt x="219522" y="417320"/>
                    <a:pt x="219021" y="427152"/>
                    <a:pt x="218105" y="437152"/>
                  </a:cubicBezTo>
                  <a:cubicBezTo>
                    <a:pt x="217604" y="443068"/>
                    <a:pt x="215439" y="448651"/>
                    <a:pt x="216022" y="454484"/>
                  </a:cubicBezTo>
                  <a:cubicBezTo>
                    <a:pt x="168443" y="465483"/>
                    <a:pt x="117114" y="471732"/>
                    <a:pt x="70035" y="463649"/>
                  </a:cubicBezTo>
                  <a:cubicBezTo>
                    <a:pt x="57369" y="461483"/>
                    <a:pt x="44621" y="458233"/>
                    <a:pt x="32538" y="453984"/>
                  </a:cubicBezTo>
                  <a:cubicBezTo>
                    <a:pt x="29455" y="452900"/>
                    <a:pt x="26455" y="451650"/>
                    <a:pt x="23456" y="450484"/>
                  </a:cubicBezTo>
                  <a:cubicBezTo>
                    <a:pt x="43120" y="453900"/>
                    <a:pt x="65452" y="450984"/>
                    <a:pt x="84366" y="447984"/>
                  </a:cubicBezTo>
                  <a:cubicBezTo>
                    <a:pt x="99282" y="445568"/>
                    <a:pt x="114697" y="444068"/>
                    <a:pt x="129196" y="439902"/>
                  </a:cubicBezTo>
                  <a:cubicBezTo>
                    <a:pt x="141195" y="436485"/>
                    <a:pt x="152527" y="431569"/>
                    <a:pt x="164193" y="427403"/>
                  </a:cubicBezTo>
                  <a:cubicBezTo>
                    <a:pt x="169859" y="425402"/>
                    <a:pt x="166026" y="417320"/>
                    <a:pt x="160526" y="418987"/>
                  </a:cubicBezTo>
                  <a:cubicBezTo>
                    <a:pt x="132863" y="427403"/>
                    <a:pt x="105948" y="433735"/>
                    <a:pt x="77200" y="437568"/>
                  </a:cubicBezTo>
                  <a:cubicBezTo>
                    <a:pt x="63618" y="439402"/>
                    <a:pt x="48869" y="440901"/>
                    <a:pt x="35205" y="441235"/>
                  </a:cubicBezTo>
                  <a:cubicBezTo>
                    <a:pt x="28789" y="441401"/>
                    <a:pt x="22289" y="441818"/>
                    <a:pt x="16622" y="444484"/>
                  </a:cubicBezTo>
                  <a:cubicBezTo>
                    <a:pt x="16789" y="443984"/>
                    <a:pt x="16956" y="443484"/>
                    <a:pt x="17123" y="443151"/>
                  </a:cubicBezTo>
                  <a:cubicBezTo>
                    <a:pt x="25539" y="415320"/>
                    <a:pt x="34538" y="386906"/>
                    <a:pt x="45537" y="360159"/>
                  </a:cubicBezTo>
                  <a:cubicBezTo>
                    <a:pt x="68118" y="304914"/>
                    <a:pt x="98616" y="255418"/>
                    <a:pt x="146028" y="218005"/>
                  </a:cubicBezTo>
                  <a:cubicBezTo>
                    <a:pt x="174525" y="195423"/>
                    <a:pt x="207023" y="176592"/>
                    <a:pt x="239686" y="160593"/>
                  </a:cubicBezTo>
                  <a:cubicBezTo>
                    <a:pt x="271183" y="145178"/>
                    <a:pt x="303764" y="130346"/>
                    <a:pt x="338261" y="122763"/>
                  </a:cubicBezTo>
                  <a:cubicBezTo>
                    <a:pt x="348260" y="120597"/>
                    <a:pt x="358425" y="120347"/>
                    <a:pt x="368258" y="118514"/>
                  </a:cubicBezTo>
                  <a:cubicBezTo>
                    <a:pt x="380423" y="116264"/>
                    <a:pt x="385506" y="117097"/>
                    <a:pt x="396922" y="118847"/>
                  </a:cubicBezTo>
                  <a:cubicBezTo>
                    <a:pt x="410837" y="121013"/>
                    <a:pt x="427586" y="117180"/>
                    <a:pt x="441834" y="117764"/>
                  </a:cubicBezTo>
                  <a:cubicBezTo>
                    <a:pt x="448751" y="118264"/>
                    <a:pt x="455667" y="118764"/>
                    <a:pt x="462582" y="119347"/>
                  </a:cubicBezTo>
                  <a:cubicBezTo>
                    <a:pt x="465749" y="119763"/>
                    <a:pt x="468999" y="120097"/>
                    <a:pt x="472165" y="120597"/>
                  </a:cubicBezTo>
                  <a:cubicBezTo>
                    <a:pt x="487997" y="123180"/>
                    <a:pt x="503662" y="126096"/>
                    <a:pt x="519244" y="130013"/>
                  </a:cubicBezTo>
                  <a:cubicBezTo>
                    <a:pt x="533077" y="133512"/>
                    <a:pt x="548908" y="139762"/>
                    <a:pt x="563324" y="136595"/>
                  </a:cubicBezTo>
                  <a:cubicBezTo>
                    <a:pt x="591737" y="130429"/>
                    <a:pt x="608653" y="106931"/>
                    <a:pt x="624735" y="85267"/>
                  </a:cubicBezTo>
                  <a:cubicBezTo>
                    <a:pt x="634317" y="72351"/>
                    <a:pt x="644649" y="60186"/>
                    <a:pt x="654065" y="47103"/>
                  </a:cubicBezTo>
                  <a:cubicBezTo>
                    <a:pt x="659898" y="38938"/>
                    <a:pt x="663981" y="29772"/>
                    <a:pt x="668565" y="21022"/>
                  </a:cubicBezTo>
                  <a:cubicBezTo>
                    <a:pt x="667981" y="31605"/>
                    <a:pt x="665981" y="47853"/>
                    <a:pt x="665647" y="50937"/>
                  </a:cubicBezTo>
                  <a:cubicBezTo>
                    <a:pt x="665315" y="54353"/>
                    <a:pt x="664898" y="57686"/>
                    <a:pt x="664481" y="61102"/>
                  </a:cubicBezTo>
                  <a:cubicBezTo>
                    <a:pt x="663814" y="61102"/>
                    <a:pt x="663065" y="61269"/>
                    <a:pt x="662398" y="61686"/>
                  </a:cubicBezTo>
                  <a:cubicBezTo>
                    <a:pt x="640650" y="75017"/>
                    <a:pt x="630401" y="101765"/>
                    <a:pt x="613652" y="119930"/>
                  </a:cubicBezTo>
                  <a:cubicBezTo>
                    <a:pt x="612986" y="120680"/>
                    <a:pt x="614153" y="121597"/>
                    <a:pt x="614819" y="121097"/>
                  </a:cubicBezTo>
                  <a:cubicBezTo>
                    <a:pt x="625652" y="113264"/>
                    <a:pt x="635650" y="102098"/>
                    <a:pt x="644150" y="91849"/>
                  </a:cubicBezTo>
                  <a:cubicBezTo>
                    <a:pt x="649316" y="85683"/>
                    <a:pt x="653816" y="78434"/>
                    <a:pt x="659898" y="73101"/>
                  </a:cubicBezTo>
                  <a:cubicBezTo>
                    <a:pt x="660982" y="72101"/>
                    <a:pt x="662065" y="71351"/>
                    <a:pt x="663065" y="70601"/>
                  </a:cubicBezTo>
                  <a:cubicBezTo>
                    <a:pt x="662148" y="76767"/>
                    <a:pt x="661149" y="82933"/>
                    <a:pt x="659898" y="89183"/>
                  </a:cubicBezTo>
                  <a:cubicBezTo>
                    <a:pt x="658899" y="94182"/>
                    <a:pt x="657899" y="99266"/>
                    <a:pt x="656982" y="104348"/>
                  </a:cubicBezTo>
                  <a:cubicBezTo>
                    <a:pt x="655982" y="104265"/>
                    <a:pt x="653315" y="106015"/>
                    <a:pt x="652065" y="106848"/>
                  </a:cubicBezTo>
                  <a:cubicBezTo>
                    <a:pt x="646483" y="110598"/>
                    <a:pt x="641733" y="116180"/>
                    <a:pt x="636984" y="120930"/>
                  </a:cubicBezTo>
                  <a:cubicBezTo>
                    <a:pt x="628651" y="129263"/>
                    <a:pt x="620485" y="136846"/>
                    <a:pt x="613902" y="146595"/>
                  </a:cubicBezTo>
                  <a:cubicBezTo>
                    <a:pt x="612153" y="149178"/>
                    <a:pt x="615819" y="151844"/>
                    <a:pt x="617818" y="149427"/>
                  </a:cubicBezTo>
                  <a:cubicBezTo>
                    <a:pt x="625235" y="140345"/>
                    <a:pt x="634233" y="132846"/>
                    <a:pt x="642983" y="125096"/>
                  </a:cubicBezTo>
                  <a:cubicBezTo>
                    <a:pt x="646816" y="121680"/>
                    <a:pt x="651149" y="118680"/>
                    <a:pt x="655065" y="115264"/>
                  </a:cubicBezTo>
                  <a:cubicBezTo>
                    <a:pt x="653983" y="121680"/>
                    <a:pt x="653065" y="128013"/>
                    <a:pt x="652566" y="134429"/>
                  </a:cubicBezTo>
                  <a:cubicBezTo>
                    <a:pt x="652232" y="137679"/>
                    <a:pt x="652399" y="140678"/>
                    <a:pt x="652899" y="143428"/>
                  </a:cubicBezTo>
                  <a:cubicBezTo>
                    <a:pt x="649316" y="144511"/>
                    <a:pt x="645732" y="146261"/>
                    <a:pt x="642566" y="147761"/>
                  </a:cubicBezTo>
                  <a:cubicBezTo>
                    <a:pt x="630651" y="153511"/>
                    <a:pt x="622068" y="158593"/>
                    <a:pt x="612569" y="167926"/>
                  </a:cubicBezTo>
                  <a:cubicBezTo>
                    <a:pt x="611236" y="169176"/>
                    <a:pt x="612819" y="171176"/>
                    <a:pt x="614319" y="170176"/>
                  </a:cubicBezTo>
                  <a:cubicBezTo>
                    <a:pt x="624402" y="163509"/>
                    <a:pt x="635484" y="158593"/>
                    <a:pt x="646983" y="154760"/>
                  </a:cubicBezTo>
                  <a:cubicBezTo>
                    <a:pt x="650066" y="153677"/>
                    <a:pt x="653399" y="153094"/>
                    <a:pt x="656565" y="152261"/>
                  </a:cubicBezTo>
                  <a:cubicBezTo>
                    <a:pt x="657815" y="154011"/>
                    <a:pt x="659398" y="155677"/>
                    <a:pt x="661314" y="157260"/>
                  </a:cubicBezTo>
                  <a:cubicBezTo>
                    <a:pt x="664814" y="160177"/>
                    <a:pt x="668730" y="162593"/>
                    <a:pt x="672731" y="164843"/>
                  </a:cubicBezTo>
                  <a:cubicBezTo>
                    <a:pt x="664731" y="166093"/>
                    <a:pt x="657148" y="169342"/>
                    <a:pt x="649316" y="172009"/>
                  </a:cubicBezTo>
                  <a:cubicBezTo>
                    <a:pt x="641234" y="174759"/>
                    <a:pt x="629151" y="175508"/>
                    <a:pt x="623151" y="182008"/>
                  </a:cubicBezTo>
                  <a:cubicBezTo>
                    <a:pt x="621652" y="183591"/>
                    <a:pt x="624318" y="186091"/>
                    <a:pt x="625901" y="184675"/>
                  </a:cubicBezTo>
                  <a:cubicBezTo>
                    <a:pt x="632400" y="178842"/>
                    <a:pt x="647982" y="180175"/>
                    <a:pt x="656066" y="178258"/>
                  </a:cubicBezTo>
                  <a:cubicBezTo>
                    <a:pt x="661398" y="176925"/>
                    <a:pt x="666481" y="175008"/>
                    <a:pt x="671897" y="173925"/>
                  </a:cubicBezTo>
                  <a:cubicBezTo>
                    <a:pt x="672980" y="173759"/>
                    <a:pt x="680813" y="171342"/>
                    <a:pt x="681313" y="171425"/>
                  </a:cubicBezTo>
                  <a:cubicBezTo>
                    <a:pt x="682229" y="171676"/>
                    <a:pt x="683312" y="171592"/>
                    <a:pt x="684147" y="171092"/>
                  </a:cubicBezTo>
                  <a:cubicBezTo>
                    <a:pt x="687479" y="172842"/>
                    <a:pt x="690729" y="174675"/>
                    <a:pt x="693812" y="176758"/>
                  </a:cubicBezTo>
                  <a:cubicBezTo>
                    <a:pt x="697478" y="179175"/>
                    <a:pt x="701228" y="181674"/>
                    <a:pt x="704978" y="184258"/>
                  </a:cubicBezTo>
                  <a:cubicBezTo>
                    <a:pt x="698645" y="185091"/>
                    <a:pt x="692312" y="186591"/>
                    <a:pt x="685896" y="188007"/>
                  </a:cubicBezTo>
                  <a:cubicBezTo>
                    <a:pt x="671314" y="191174"/>
                    <a:pt x="656148" y="191507"/>
                    <a:pt x="641900" y="196090"/>
                  </a:cubicBezTo>
                  <a:cubicBezTo>
                    <a:pt x="639150" y="197007"/>
                    <a:pt x="640483" y="201673"/>
                    <a:pt x="643317" y="201006"/>
                  </a:cubicBezTo>
                  <a:cubicBezTo>
                    <a:pt x="658482" y="197673"/>
                    <a:pt x="674230" y="199840"/>
                    <a:pt x="689562" y="197007"/>
                  </a:cubicBezTo>
                  <a:cubicBezTo>
                    <a:pt x="698145" y="195423"/>
                    <a:pt x="709144" y="196423"/>
                    <a:pt x="717976" y="194007"/>
                  </a:cubicBezTo>
                  <a:cubicBezTo>
                    <a:pt x="721643" y="197090"/>
                    <a:pt x="725142" y="200340"/>
                    <a:pt x="728142" y="203839"/>
                  </a:cubicBezTo>
                  <a:cubicBezTo>
                    <a:pt x="731141" y="207339"/>
                    <a:pt x="733558" y="213172"/>
                    <a:pt x="736725" y="217088"/>
                  </a:cubicBezTo>
                  <a:cubicBezTo>
                    <a:pt x="733725" y="217171"/>
                    <a:pt x="730392" y="217588"/>
                    <a:pt x="729559" y="217588"/>
                  </a:cubicBezTo>
                  <a:lnTo>
                    <a:pt x="729559" y="217588"/>
                  </a:lnTo>
                  <a:close/>
                  <a:moveTo>
                    <a:pt x="294764" y="364158"/>
                  </a:moveTo>
                  <a:cubicBezTo>
                    <a:pt x="285515" y="369491"/>
                    <a:pt x="270434" y="372658"/>
                    <a:pt x="260101" y="375157"/>
                  </a:cubicBezTo>
                  <a:cubicBezTo>
                    <a:pt x="251018" y="377324"/>
                    <a:pt x="236020" y="375324"/>
                    <a:pt x="228187" y="380990"/>
                  </a:cubicBezTo>
                  <a:cubicBezTo>
                    <a:pt x="227687" y="378657"/>
                    <a:pt x="227187" y="376240"/>
                    <a:pt x="226604" y="373907"/>
                  </a:cubicBezTo>
                  <a:cubicBezTo>
                    <a:pt x="240519" y="370908"/>
                    <a:pt x="253185" y="364242"/>
                    <a:pt x="266184" y="358492"/>
                  </a:cubicBezTo>
                  <a:cubicBezTo>
                    <a:pt x="282182" y="351410"/>
                    <a:pt x="297431" y="341827"/>
                    <a:pt x="313263" y="334244"/>
                  </a:cubicBezTo>
                  <a:cubicBezTo>
                    <a:pt x="316096" y="332911"/>
                    <a:pt x="314263" y="328661"/>
                    <a:pt x="311346" y="329828"/>
                  </a:cubicBezTo>
                  <a:cubicBezTo>
                    <a:pt x="296014" y="335827"/>
                    <a:pt x="281182" y="341494"/>
                    <a:pt x="266600" y="349160"/>
                  </a:cubicBezTo>
                  <a:cubicBezTo>
                    <a:pt x="259934" y="352659"/>
                    <a:pt x="252602" y="354242"/>
                    <a:pt x="245935" y="357659"/>
                  </a:cubicBezTo>
                  <a:cubicBezTo>
                    <a:pt x="238603" y="361325"/>
                    <a:pt x="232520" y="364325"/>
                    <a:pt x="224438" y="366074"/>
                  </a:cubicBezTo>
                  <a:cubicBezTo>
                    <a:pt x="224354" y="365741"/>
                    <a:pt x="224271" y="365408"/>
                    <a:pt x="224104" y="365075"/>
                  </a:cubicBezTo>
                  <a:cubicBezTo>
                    <a:pt x="227604" y="361242"/>
                    <a:pt x="237270" y="356576"/>
                    <a:pt x="240686" y="353659"/>
                  </a:cubicBezTo>
                  <a:cubicBezTo>
                    <a:pt x="247686" y="347660"/>
                    <a:pt x="254601" y="341494"/>
                    <a:pt x="261767" y="335661"/>
                  </a:cubicBezTo>
                  <a:cubicBezTo>
                    <a:pt x="275932" y="324078"/>
                    <a:pt x="289182" y="310247"/>
                    <a:pt x="301514" y="296664"/>
                  </a:cubicBezTo>
                  <a:cubicBezTo>
                    <a:pt x="302180" y="295998"/>
                    <a:pt x="301014" y="294914"/>
                    <a:pt x="300347" y="295498"/>
                  </a:cubicBezTo>
                  <a:cubicBezTo>
                    <a:pt x="286431" y="308497"/>
                    <a:pt x="271433" y="321412"/>
                    <a:pt x="256102" y="332744"/>
                  </a:cubicBezTo>
                  <a:cubicBezTo>
                    <a:pt x="244436" y="341410"/>
                    <a:pt x="234020" y="351243"/>
                    <a:pt x="222271" y="359825"/>
                  </a:cubicBezTo>
                  <a:cubicBezTo>
                    <a:pt x="221271" y="357076"/>
                    <a:pt x="220188" y="354326"/>
                    <a:pt x="219021" y="351743"/>
                  </a:cubicBezTo>
                  <a:cubicBezTo>
                    <a:pt x="228937" y="345410"/>
                    <a:pt x="237270" y="334327"/>
                    <a:pt x="244685" y="325995"/>
                  </a:cubicBezTo>
                  <a:cubicBezTo>
                    <a:pt x="256851" y="312413"/>
                    <a:pt x="269350" y="299164"/>
                    <a:pt x="281849" y="285915"/>
                  </a:cubicBezTo>
                  <a:cubicBezTo>
                    <a:pt x="295431" y="271500"/>
                    <a:pt x="309013" y="257085"/>
                    <a:pt x="322928" y="243003"/>
                  </a:cubicBezTo>
                  <a:cubicBezTo>
                    <a:pt x="329678" y="236170"/>
                    <a:pt x="336510" y="229504"/>
                    <a:pt x="343260" y="222754"/>
                  </a:cubicBezTo>
                  <a:cubicBezTo>
                    <a:pt x="346176" y="219754"/>
                    <a:pt x="349426" y="216088"/>
                    <a:pt x="352760" y="212505"/>
                  </a:cubicBezTo>
                  <a:cubicBezTo>
                    <a:pt x="350343" y="220171"/>
                    <a:pt x="347926" y="227837"/>
                    <a:pt x="348260" y="235503"/>
                  </a:cubicBezTo>
                  <a:cubicBezTo>
                    <a:pt x="348677" y="245752"/>
                    <a:pt x="352926" y="245919"/>
                    <a:pt x="360508" y="250418"/>
                  </a:cubicBezTo>
                  <a:cubicBezTo>
                    <a:pt x="365258" y="253252"/>
                    <a:pt x="369008" y="254835"/>
                    <a:pt x="369174" y="262334"/>
                  </a:cubicBezTo>
                  <a:cubicBezTo>
                    <a:pt x="369258" y="265084"/>
                    <a:pt x="368175" y="268084"/>
                    <a:pt x="368175" y="270917"/>
                  </a:cubicBezTo>
                  <a:cubicBezTo>
                    <a:pt x="368091" y="275583"/>
                    <a:pt x="368674" y="279832"/>
                    <a:pt x="371007" y="283999"/>
                  </a:cubicBezTo>
                  <a:cubicBezTo>
                    <a:pt x="374758" y="290748"/>
                    <a:pt x="380757" y="292582"/>
                    <a:pt x="379423" y="301580"/>
                  </a:cubicBezTo>
                  <a:cubicBezTo>
                    <a:pt x="378590" y="307246"/>
                    <a:pt x="374591" y="312413"/>
                    <a:pt x="373424" y="318079"/>
                  </a:cubicBezTo>
                  <a:cubicBezTo>
                    <a:pt x="370591" y="331578"/>
                    <a:pt x="383590" y="346993"/>
                    <a:pt x="372508" y="357492"/>
                  </a:cubicBezTo>
                  <a:cubicBezTo>
                    <a:pt x="359675" y="369658"/>
                    <a:pt x="337927" y="372658"/>
                    <a:pt x="321512" y="376824"/>
                  </a:cubicBezTo>
                  <a:cubicBezTo>
                    <a:pt x="304764" y="381074"/>
                    <a:pt x="288265" y="385156"/>
                    <a:pt x="271100" y="387656"/>
                  </a:cubicBezTo>
                  <a:cubicBezTo>
                    <a:pt x="262600" y="388906"/>
                    <a:pt x="254019" y="389072"/>
                    <a:pt x="245519" y="389739"/>
                  </a:cubicBezTo>
                  <a:cubicBezTo>
                    <a:pt x="240602" y="390156"/>
                    <a:pt x="235187" y="391572"/>
                    <a:pt x="230103" y="391572"/>
                  </a:cubicBezTo>
                  <a:cubicBezTo>
                    <a:pt x="229854" y="389989"/>
                    <a:pt x="229520" y="388489"/>
                    <a:pt x="229270" y="386906"/>
                  </a:cubicBezTo>
                  <a:cubicBezTo>
                    <a:pt x="240186" y="387489"/>
                    <a:pt x="252518" y="384990"/>
                    <a:pt x="262684" y="381490"/>
                  </a:cubicBezTo>
                  <a:cubicBezTo>
                    <a:pt x="273517" y="377824"/>
                    <a:pt x="286515" y="372907"/>
                    <a:pt x="295265" y="365325"/>
                  </a:cubicBezTo>
                  <a:cubicBezTo>
                    <a:pt x="295847" y="364741"/>
                    <a:pt x="295431" y="363825"/>
                    <a:pt x="294764" y="364158"/>
                  </a:cubicBezTo>
                  <a:lnTo>
                    <a:pt x="294764" y="364158"/>
                  </a:lnTo>
                  <a:close/>
                </a:path>
              </a:pathLst>
            </a:custGeom>
            <a:grpFill/>
            <a:ln w="8332" cap="flat">
              <a:noFill/>
              <a:prstDash val="solid"/>
              <a:miter/>
            </a:ln>
          </p:spPr>
          <p:txBody>
            <a:bodyPr rtlCol="0" anchor="ctr"/>
            <a:lstStyle/>
            <a:p>
              <a:endParaRPr lang="en-US"/>
            </a:p>
          </p:txBody>
        </p:sp>
        <p:sp>
          <p:nvSpPr>
            <p:cNvPr id="2575" name="Freeform: Shape 2574"/>
            <p:cNvSpPr/>
            <p:nvPr/>
          </p:nvSpPr>
          <p:spPr>
            <a:xfrm>
              <a:off x="10514671" y="6891221"/>
              <a:ext cx="30452" cy="33887"/>
            </a:xfrm>
            <a:custGeom>
              <a:avLst/>
              <a:gdLst>
                <a:gd name="connsiteX0" fmla="*/ 24817 w 30452"/>
                <a:gd name="connsiteY0" fmla="*/ 3168 h 33887"/>
                <a:gd name="connsiteX1" fmla="*/ 1069 w 30452"/>
                <a:gd name="connsiteY1" fmla="*/ 11834 h 33887"/>
                <a:gd name="connsiteX2" fmla="*/ 2736 w 30452"/>
                <a:gd name="connsiteY2" fmla="*/ 26916 h 33887"/>
                <a:gd name="connsiteX3" fmla="*/ 3486 w 30452"/>
                <a:gd name="connsiteY3" fmla="*/ 27749 h 33887"/>
                <a:gd name="connsiteX4" fmla="*/ 16818 w 30452"/>
                <a:gd name="connsiteY4" fmla="*/ 33749 h 33887"/>
                <a:gd name="connsiteX5" fmla="*/ 24817 w 30452"/>
                <a:gd name="connsiteY5" fmla="*/ 3168 h 33887"/>
                <a:gd name="connsiteX6" fmla="*/ 24817 w 30452"/>
                <a:gd name="connsiteY6" fmla="*/ 3168 h 33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452" h="33887">
                  <a:moveTo>
                    <a:pt x="24817" y="3168"/>
                  </a:moveTo>
                  <a:cubicBezTo>
                    <a:pt x="16069" y="-4081"/>
                    <a:pt x="4403" y="2085"/>
                    <a:pt x="1069" y="11834"/>
                  </a:cubicBezTo>
                  <a:cubicBezTo>
                    <a:pt x="-597" y="16834"/>
                    <a:pt x="-513" y="22583"/>
                    <a:pt x="2736" y="26916"/>
                  </a:cubicBezTo>
                  <a:cubicBezTo>
                    <a:pt x="2986" y="27250"/>
                    <a:pt x="3236" y="27416"/>
                    <a:pt x="3486" y="27749"/>
                  </a:cubicBezTo>
                  <a:cubicBezTo>
                    <a:pt x="6236" y="32165"/>
                    <a:pt x="11652" y="34499"/>
                    <a:pt x="16818" y="33749"/>
                  </a:cubicBezTo>
                  <a:cubicBezTo>
                    <a:pt x="30567" y="31832"/>
                    <a:pt x="35149" y="11751"/>
                    <a:pt x="24817" y="3168"/>
                  </a:cubicBezTo>
                  <a:lnTo>
                    <a:pt x="24817" y="3168"/>
                  </a:lnTo>
                  <a:close/>
                </a:path>
              </a:pathLst>
            </a:custGeom>
            <a:grpFill/>
            <a:ln w="8332" cap="flat">
              <a:noFill/>
              <a:prstDash val="solid"/>
              <a:miter/>
            </a:ln>
          </p:spPr>
          <p:txBody>
            <a:bodyPr rtlCol="0" anchor="ctr"/>
            <a:lstStyle/>
            <a:p>
              <a:endParaRPr lang="en-US"/>
            </a:p>
          </p:txBody>
        </p:sp>
        <p:sp>
          <p:nvSpPr>
            <p:cNvPr id="2576" name="Freeform: Shape 2575"/>
            <p:cNvSpPr/>
            <p:nvPr/>
          </p:nvSpPr>
          <p:spPr>
            <a:xfrm>
              <a:off x="8272255" y="6214407"/>
              <a:ext cx="350318" cy="618151"/>
            </a:xfrm>
            <a:custGeom>
              <a:avLst/>
              <a:gdLst>
                <a:gd name="connsiteX0" fmla="*/ 328075 w 350318"/>
                <a:gd name="connsiteY0" fmla="*/ 294934 h 618151"/>
                <a:gd name="connsiteX1" fmla="*/ 345074 w 350318"/>
                <a:gd name="connsiteY1" fmla="*/ 198942 h 618151"/>
                <a:gd name="connsiteX2" fmla="*/ 349240 w 350318"/>
                <a:gd name="connsiteY2" fmla="*/ 114367 h 618151"/>
                <a:gd name="connsiteX3" fmla="*/ 260498 w 350318"/>
                <a:gd name="connsiteY3" fmla="*/ 1877 h 618151"/>
                <a:gd name="connsiteX4" fmla="*/ 121010 w 350318"/>
                <a:gd name="connsiteY4" fmla="*/ 60538 h 618151"/>
                <a:gd name="connsiteX5" fmla="*/ 77098 w 350318"/>
                <a:gd name="connsiteY5" fmla="*/ 132032 h 618151"/>
                <a:gd name="connsiteX6" fmla="*/ 58016 w 350318"/>
                <a:gd name="connsiteY6" fmla="*/ 175445 h 618151"/>
                <a:gd name="connsiteX7" fmla="*/ 28935 w 350318"/>
                <a:gd name="connsiteY7" fmla="*/ 262686 h 618151"/>
                <a:gd name="connsiteX8" fmla="*/ 9187 w 350318"/>
                <a:gd name="connsiteY8" fmla="*/ 355095 h 618151"/>
                <a:gd name="connsiteX9" fmla="*/ 1355 w 350318"/>
                <a:gd name="connsiteY9" fmla="*/ 432671 h 618151"/>
                <a:gd name="connsiteX10" fmla="*/ 41101 w 350318"/>
                <a:gd name="connsiteY10" fmla="*/ 478001 h 618151"/>
                <a:gd name="connsiteX11" fmla="*/ 98429 w 350318"/>
                <a:gd name="connsiteY11" fmla="*/ 494749 h 618151"/>
                <a:gd name="connsiteX12" fmla="*/ 76098 w 350318"/>
                <a:gd name="connsiteY12" fmla="*/ 574742 h 618151"/>
                <a:gd name="connsiteX13" fmla="*/ 117677 w 350318"/>
                <a:gd name="connsiteY13" fmla="*/ 617988 h 618151"/>
                <a:gd name="connsiteX14" fmla="*/ 149175 w 350318"/>
                <a:gd name="connsiteY14" fmla="*/ 608655 h 618151"/>
                <a:gd name="connsiteX15" fmla="*/ 163256 w 350318"/>
                <a:gd name="connsiteY15" fmla="*/ 574909 h 618151"/>
                <a:gd name="connsiteX16" fmla="*/ 171672 w 350318"/>
                <a:gd name="connsiteY16" fmla="*/ 525413 h 618151"/>
                <a:gd name="connsiteX17" fmla="*/ 174755 w 350318"/>
                <a:gd name="connsiteY17" fmla="*/ 506081 h 618151"/>
                <a:gd name="connsiteX18" fmla="*/ 274496 w 350318"/>
                <a:gd name="connsiteY18" fmla="*/ 469251 h 618151"/>
                <a:gd name="connsiteX19" fmla="*/ 328075 w 350318"/>
                <a:gd name="connsiteY19" fmla="*/ 294934 h 618151"/>
                <a:gd name="connsiteX20" fmla="*/ 328075 w 350318"/>
                <a:gd name="connsiteY20" fmla="*/ 294934 h 618151"/>
                <a:gd name="connsiteX21" fmla="*/ 150924 w 350318"/>
                <a:gd name="connsiteY21" fmla="*/ 564826 h 618151"/>
                <a:gd name="connsiteX22" fmla="*/ 142092 w 350318"/>
                <a:gd name="connsiteY22" fmla="*/ 595490 h 618151"/>
                <a:gd name="connsiteX23" fmla="*/ 102512 w 350318"/>
                <a:gd name="connsiteY23" fmla="*/ 597823 h 618151"/>
                <a:gd name="connsiteX24" fmla="*/ 89596 w 350318"/>
                <a:gd name="connsiteY24" fmla="*/ 573325 h 618151"/>
                <a:gd name="connsiteX25" fmla="*/ 94096 w 350318"/>
                <a:gd name="connsiteY25" fmla="*/ 542495 h 618151"/>
                <a:gd name="connsiteX26" fmla="*/ 108345 w 350318"/>
                <a:gd name="connsiteY26" fmla="*/ 496915 h 618151"/>
                <a:gd name="connsiteX27" fmla="*/ 131593 w 350318"/>
                <a:gd name="connsiteY27" fmla="*/ 501248 h 618151"/>
                <a:gd name="connsiteX28" fmla="*/ 160257 w 350318"/>
                <a:gd name="connsiteY28" fmla="*/ 505164 h 618151"/>
                <a:gd name="connsiteX29" fmla="*/ 150924 w 350318"/>
                <a:gd name="connsiteY29" fmla="*/ 564826 h 618151"/>
                <a:gd name="connsiteX30" fmla="*/ 150924 w 350318"/>
                <a:gd name="connsiteY30" fmla="*/ 564826 h 618151"/>
                <a:gd name="connsiteX31" fmla="*/ 251082 w 350318"/>
                <a:gd name="connsiteY31" fmla="*/ 475418 h 618151"/>
                <a:gd name="connsiteX32" fmla="*/ 173006 w 350318"/>
                <a:gd name="connsiteY32" fmla="*/ 491499 h 618151"/>
                <a:gd name="connsiteX33" fmla="*/ 90263 w 350318"/>
                <a:gd name="connsiteY33" fmla="*/ 477001 h 618151"/>
                <a:gd name="connsiteX34" fmla="*/ 20519 w 350318"/>
                <a:gd name="connsiteY34" fmla="*/ 443587 h 618151"/>
                <a:gd name="connsiteX35" fmla="*/ 16103 w 350318"/>
                <a:gd name="connsiteY35" fmla="*/ 398758 h 618151"/>
                <a:gd name="connsiteX36" fmla="*/ 19436 w 350318"/>
                <a:gd name="connsiteY36" fmla="*/ 374843 h 618151"/>
                <a:gd name="connsiteX37" fmla="*/ 54517 w 350318"/>
                <a:gd name="connsiteY37" fmla="*/ 387759 h 618151"/>
                <a:gd name="connsiteX38" fmla="*/ 138842 w 350318"/>
                <a:gd name="connsiteY38" fmla="*/ 413840 h 618151"/>
                <a:gd name="connsiteX39" fmla="*/ 279829 w 350318"/>
                <a:gd name="connsiteY39" fmla="*/ 429755 h 618151"/>
                <a:gd name="connsiteX40" fmla="*/ 251082 w 350318"/>
                <a:gd name="connsiteY40" fmla="*/ 475418 h 618151"/>
                <a:gd name="connsiteX41" fmla="*/ 251082 w 350318"/>
                <a:gd name="connsiteY41" fmla="*/ 475418 h 618151"/>
                <a:gd name="connsiteX42" fmla="*/ 287328 w 350318"/>
                <a:gd name="connsiteY42" fmla="*/ 407923 h 618151"/>
                <a:gd name="connsiteX43" fmla="*/ 284245 w 350318"/>
                <a:gd name="connsiteY43" fmla="*/ 417423 h 618151"/>
                <a:gd name="connsiteX44" fmla="*/ 255498 w 350318"/>
                <a:gd name="connsiteY44" fmla="*/ 418006 h 618151"/>
                <a:gd name="connsiteX45" fmla="*/ 216585 w 350318"/>
                <a:gd name="connsiteY45" fmla="*/ 414506 h 618151"/>
                <a:gd name="connsiteX46" fmla="*/ 146674 w 350318"/>
                <a:gd name="connsiteY46" fmla="*/ 402507 h 618151"/>
                <a:gd name="connsiteX47" fmla="*/ 72681 w 350318"/>
                <a:gd name="connsiteY47" fmla="*/ 382093 h 618151"/>
                <a:gd name="connsiteX48" fmla="*/ 21103 w 350318"/>
                <a:gd name="connsiteY48" fmla="*/ 366344 h 618151"/>
                <a:gd name="connsiteX49" fmla="*/ 24019 w 350318"/>
                <a:gd name="connsiteY49" fmla="*/ 352762 h 618151"/>
                <a:gd name="connsiteX50" fmla="*/ 41767 w 350318"/>
                <a:gd name="connsiteY50" fmla="*/ 275352 h 618151"/>
                <a:gd name="connsiteX51" fmla="*/ 94180 w 350318"/>
                <a:gd name="connsiteY51" fmla="*/ 127449 h 618151"/>
                <a:gd name="connsiteX52" fmla="*/ 201836 w 350318"/>
                <a:gd name="connsiteY52" fmla="*/ 19875 h 618151"/>
                <a:gd name="connsiteX53" fmla="*/ 283746 w 350318"/>
                <a:gd name="connsiteY53" fmla="*/ 23125 h 618151"/>
                <a:gd name="connsiteX54" fmla="*/ 333491 w 350318"/>
                <a:gd name="connsiteY54" fmla="*/ 86786 h 618151"/>
                <a:gd name="connsiteX55" fmla="*/ 325242 w 350318"/>
                <a:gd name="connsiteY55" fmla="*/ 248104 h 618151"/>
                <a:gd name="connsiteX56" fmla="*/ 306993 w 350318"/>
                <a:gd name="connsiteY56" fmla="*/ 329930 h 618151"/>
                <a:gd name="connsiteX57" fmla="*/ 287328 w 350318"/>
                <a:gd name="connsiteY57" fmla="*/ 407923 h 618151"/>
                <a:gd name="connsiteX58" fmla="*/ 287328 w 350318"/>
                <a:gd name="connsiteY58" fmla="*/ 407923 h 618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350318" h="618151">
                  <a:moveTo>
                    <a:pt x="328075" y="294934"/>
                  </a:moveTo>
                  <a:cubicBezTo>
                    <a:pt x="335241" y="263103"/>
                    <a:pt x="340490" y="231190"/>
                    <a:pt x="345074" y="198942"/>
                  </a:cubicBezTo>
                  <a:cubicBezTo>
                    <a:pt x="349073" y="170945"/>
                    <a:pt x="351989" y="142531"/>
                    <a:pt x="349240" y="114367"/>
                  </a:cubicBezTo>
                  <a:cubicBezTo>
                    <a:pt x="344157" y="62955"/>
                    <a:pt x="315409" y="12292"/>
                    <a:pt x="260498" y="1877"/>
                  </a:cubicBezTo>
                  <a:cubicBezTo>
                    <a:pt x="208669" y="-7956"/>
                    <a:pt x="153673" y="22208"/>
                    <a:pt x="121010" y="60538"/>
                  </a:cubicBezTo>
                  <a:cubicBezTo>
                    <a:pt x="102928" y="81869"/>
                    <a:pt x="88680" y="106284"/>
                    <a:pt x="77098" y="132032"/>
                  </a:cubicBezTo>
                  <a:cubicBezTo>
                    <a:pt x="69848" y="146114"/>
                    <a:pt x="63515" y="160863"/>
                    <a:pt x="58016" y="175445"/>
                  </a:cubicBezTo>
                  <a:cubicBezTo>
                    <a:pt x="47184" y="203942"/>
                    <a:pt x="36768" y="233356"/>
                    <a:pt x="28935" y="262686"/>
                  </a:cubicBezTo>
                  <a:cubicBezTo>
                    <a:pt x="20853" y="293017"/>
                    <a:pt x="15853" y="324514"/>
                    <a:pt x="9187" y="355095"/>
                  </a:cubicBezTo>
                  <a:cubicBezTo>
                    <a:pt x="4021" y="378759"/>
                    <a:pt x="-2978" y="408507"/>
                    <a:pt x="1355" y="432671"/>
                  </a:cubicBezTo>
                  <a:cubicBezTo>
                    <a:pt x="5271" y="454669"/>
                    <a:pt x="20769" y="470251"/>
                    <a:pt x="41101" y="478001"/>
                  </a:cubicBezTo>
                  <a:cubicBezTo>
                    <a:pt x="59516" y="485000"/>
                    <a:pt x="78930" y="490416"/>
                    <a:pt x="98429" y="494749"/>
                  </a:cubicBezTo>
                  <a:cubicBezTo>
                    <a:pt x="88597" y="520997"/>
                    <a:pt x="79097" y="546494"/>
                    <a:pt x="76098" y="574742"/>
                  </a:cubicBezTo>
                  <a:cubicBezTo>
                    <a:pt x="73848" y="596073"/>
                    <a:pt x="97595" y="616321"/>
                    <a:pt x="117677" y="617988"/>
                  </a:cubicBezTo>
                  <a:cubicBezTo>
                    <a:pt x="128759" y="618904"/>
                    <a:pt x="140592" y="615988"/>
                    <a:pt x="149175" y="608655"/>
                  </a:cubicBezTo>
                  <a:cubicBezTo>
                    <a:pt x="159841" y="599489"/>
                    <a:pt x="160674" y="587990"/>
                    <a:pt x="163256" y="574909"/>
                  </a:cubicBezTo>
                  <a:cubicBezTo>
                    <a:pt x="166506" y="558410"/>
                    <a:pt x="169756" y="542078"/>
                    <a:pt x="171672" y="525413"/>
                  </a:cubicBezTo>
                  <a:cubicBezTo>
                    <a:pt x="172256" y="520497"/>
                    <a:pt x="174423" y="512997"/>
                    <a:pt x="174755" y="506081"/>
                  </a:cubicBezTo>
                  <a:cubicBezTo>
                    <a:pt x="212919" y="507998"/>
                    <a:pt x="252582" y="501581"/>
                    <a:pt x="274496" y="469251"/>
                  </a:cubicBezTo>
                  <a:cubicBezTo>
                    <a:pt x="308160" y="419506"/>
                    <a:pt x="315159" y="352512"/>
                    <a:pt x="328075" y="294934"/>
                  </a:cubicBezTo>
                  <a:lnTo>
                    <a:pt x="328075" y="294934"/>
                  </a:lnTo>
                  <a:close/>
                  <a:moveTo>
                    <a:pt x="150924" y="564826"/>
                  </a:moveTo>
                  <a:cubicBezTo>
                    <a:pt x="148924" y="574658"/>
                    <a:pt x="149008" y="587824"/>
                    <a:pt x="142092" y="595490"/>
                  </a:cubicBezTo>
                  <a:cubicBezTo>
                    <a:pt x="132426" y="606156"/>
                    <a:pt x="113427" y="606406"/>
                    <a:pt x="102512" y="597823"/>
                  </a:cubicBezTo>
                  <a:cubicBezTo>
                    <a:pt x="94263" y="591407"/>
                    <a:pt x="88513" y="583408"/>
                    <a:pt x="89596" y="573325"/>
                  </a:cubicBezTo>
                  <a:cubicBezTo>
                    <a:pt x="90596" y="563159"/>
                    <a:pt x="92097" y="552577"/>
                    <a:pt x="94096" y="542495"/>
                  </a:cubicBezTo>
                  <a:cubicBezTo>
                    <a:pt x="97179" y="526913"/>
                    <a:pt x="104012" y="512247"/>
                    <a:pt x="108345" y="496915"/>
                  </a:cubicBezTo>
                  <a:cubicBezTo>
                    <a:pt x="116094" y="498498"/>
                    <a:pt x="123843" y="499915"/>
                    <a:pt x="131593" y="501248"/>
                  </a:cubicBezTo>
                  <a:cubicBezTo>
                    <a:pt x="140592" y="502748"/>
                    <a:pt x="150258" y="504165"/>
                    <a:pt x="160257" y="505164"/>
                  </a:cubicBezTo>
                  <a:cubicBezTo>
                    <a:pt x="158923" y="525163"/>
                    <a:pt x="154840" y="545328"/>
                    <a:pt x="150924" y="564826"/>
                  </a:cubicBezTo>
                  <a:lnTo>
                    <a:pt x="150924" y="564826"/>
                  </a:lnTo>
                  <a:close/>
                  <a:moveTo>
                    <a:pt x="251082" y="475418"/>
                  </a:moveTo>
                  <a:cubicBezTo>
                    <a:pt x="231833" y="492416"/>
                    <a:pt x="197337" y="492832"/>
                    <a:pt x="173006" y="491499"/>
                  </a:cubicBezTo>
                  <a:cubicBezTo>
                    <a:pt x="144925" y="490000"/>
                    <a:pt x="117427" y="483667"/>
                    <a:pt x="90263" y="477001"/>
                  </a:cubicBezTo>
                  <a:cubicBezTo>
                    <a:pt x="66016" y="471084"/>
                    <a:pt x="34685" y="466502"/>
                    <a:pt x="20519" y="443587"/>
                  </a:cubicBezTo>
                  <a:cubicBezTo>
                    <a:pt x="11854" y="429588"/>
                    <a:pt x="14186" y="414173"/>
                    <a:pt x="16103" y="398758"/>
                  </a:cubicBezTo>
                  <a:cubicBezTo>
                    <a:pt x="17103" y="390758"/>
                    <a:pt x="18103" y="382759"/>
                    <a:pt x="19436" y="374843"/>
                  </a:cubicBezTo>
                  <a:cubicBezTo>
                    <a:pt x="29435" y="381593"/>
                    <a:pt x="45850" y="384592"/>
                    <a:pt x="54517" y="387759"/>
                  </a:cubicBezTo>
                  <a:cubicBezTo>
                    <a:pt x="82347" y="397758"/>
                    <a:pt x="110344" y="406007"/>
                    <a:pt x="138842" y="413840"/>
                  </a:cubicBezTo>
                  <a:cubicBezTo>
                    <a:pt x="182921" y="426005"/>
                    <a:pt x="233667" y="435004"/>
                    <a:pt x="279829" y="429755"/>
                  </a:cubicBezTo>
                  <a:cubicBezTo>
                    <a:pt x="272997" y="446920"/>
                    <a:pt x="263998" y="464085"/>
                    <a:pt x="251082" y="475418"/>
                  </a:cubicBezTo>
                  <a:lnTo>
                    <a:pt x="251082" y="475418"/>
                  </a:lnTo>
                  <a:close/>
                  <a:moveTo>
                    <a:pt x="287328" y="407923"/>
                  </a:moveTo>
                  <a:cubicBezTo>
                    <a:pt x="286329" y="411006"/>
                    <a:pt x="285329" y="414173"/>
                    <a:pt x="284245" y="417423"/>
                  </a:cubicBezTo>
                  <a:cubicBezTo>
                    <a:pt x="274663" y="417172"/>
                    <a:pt x="265081" y="418506"/>
                    <a:pt x="255498" y="418006"/>
                  </a:cubicBezTo>
                  <a:cubicBezTo>
                    <a:pt x="242416" y="417256"/>
                    <a:pt x="229501" y="416089"/>
                    <a:pt x="216585" y="414506"/>
                  </a:cubicBezTo>
                  <a:cubicBezTo>
                    <a:pt x="193337" y="411590"/>
                    <a:pt x="169422" y="408257"/>
                    <a:pt x="146674" y="402507"/>
                  </a:cubicBezTo>
                  <a:cubicBezTo>
                    <a:pt x="121760" y="396258"/>
                    <a:pt x="97179" y="389758"/>
                    <a:pt x="72681" y="382093"/>
                  </a:cubicBezTo>
                  <a:cubicBezTo>
                    <a:pt x="55766" y="376760"/>
                    <a:pt x="38518" y="370427"/>
                    <a:pt x="21103" y="366344"/>
                  </a:cubicBezTo>
                  <a:cubicBezTo>
                    <a:pt x="22103" y="361761"/>
                    <a:pt x="23019" y="357261"/>
                    <a:pt x="24019" y="352762"/>
                  </a:cubicBezTo>
                  <a:cubicBezTo>
                    <a:pt x="29435" y="326931"/>
                    <a:pt x="34768" y="300766"/>
                    <a:pt x="41767" y="275352"/>
                  </a:cubicBezTo>
                  <a:cubicBezTo>
                    <a:pt x="55350" y="225606"/>
                    <a:pt x="71598" y="173778"/>
                    <a:pt x="94180" y="127449"/>
                  </a:cubicBezTo>
                  <a:cubicBezTo>
                    <a:pt x="116761" y="81120"/>
                    <a:pt x="151174" y="36707"/>
                    <a:pt x="201836" y="19875"/>
                  </a:cubicBezTo>
                  <a:cubicBezTo>
                    <a:pt x="228834" y="10959"/>
                    <a:pt x="258164" y="9293"/>
                    <a:pt x="283746" y="23125"/>
                  </a:cubicBezTo>
                  <a:cubicBezTo>
                    <a:pt x="309243" y="36957"/>
                    <a:pt x="326325" y="58788"/>
                    <a:pt x="333491" y="86786"/>
                  </a:cubicBezTo>
                  <a:cubicBezTo>
                    <a:pt x="346823" y="139198"/>
                    <a:pt x="334741" y="196026"/>
                    <a:pt x="325242" y="248104"/>
                  </a:cubicBezTo>
                  <a:cubicBezTo>
                    <a:pt x="320243" y="275602"/>
                    <a:pt x="313409" y="302766"/>
                    <a:pt x="306993" y="329930"/>
                  </a:cubicBezTo>
                  <a:cubicBezTo>
                    <a:pt x="300660" y="356095"/>
                    <a:pt x="295327" y="382509"/>
                    <a:pt x="287328" y="407923"/>
                  </a:cubicBezTo>
                  <a:lnTo>
                    <a:pt x="287328" y="407923"/>
                  </a:lnTo>
                  <a:close/>
                </a:path>
              </a:pathLst>
            </a:custGeom>
            <a:grpFill/>
            <a:ln w="8332" cap="flat">
              <a:noFill/>
              <a:prstDash val="solid"/>
              <a:miter/>
            </a:ln>
          </p:spPr>
          <p:txBody>
            <a:bodyPr rtlCol="0" anchor="ctr"/>
            <a:lstStyle/>
            <a:p>
              <a:endParaRPr lang="en-US"/>
            </a:p>
          </p:txBody>
        </p:sp>
        <p:sp>
          <p:nvSpPr>
            <p:cNvPr id="2577" name="Freeform: Shape 2576"/>
            <p:cNvSpPr/>
            <p:nvPr/>
          </p:nvSpPr>
          <p:spPr>
            <a:xfrm>
              <a:off x="8343097" y="6272824"/>
              <a:ext cx="142289" cy="306679"/>
            </a:xfrm>
            <a:custGeom>
              <a:avLst/>
              <a:gdLst>
                <a:gd name="connsiteX0" fmla="*/ 138661 w 142289"/>
                <a:gd name="connsiteY0" fmla="*/ 36951 h 306679"/>
                <a:gd name="connsiteX1" fmla="*/ 139911 w 142289"/>
                <a:gd name="connsiteY1" fmla="*/ 8621 h 306679"/>
                <a:gd name="connsiteX2" fmla="*/ 137244 w 142289"/>
                <a:gd name="connsiteY2" fmla="*/ 5371 h 306679"/>
                <a:gd name="connsiteX3" fmla="*/ 135411 w 142289"/>
                <a:gd name="connsiteY3" fmla="*/ 2788 h 306679"/>
                <a:gd name="connsiteX4" fmla="*/ 131578 w 142289"/>
                <a:gd name="connsiteY4" fmla="*/ 1621 h 306679"/>
                <a:gd name="connsiteX5" fmla="*/ 113579 w 142289"/>
                <a:gd name="connsiteY5" fmla="*/ 1955 h 306679"/>
                <a:gd name="connsiteX6" fmla="*/ 72833 w 142289"/>
                <a:gd name="connsiteY6" fmla="*/ 47784 h 306679"/>
                <a:gd name="connsiteX7" fmla="*/ 45169 w 142289"/>
                <a:gd name="connsiteY7" fmla="*/ 106112 h 306679"/>
                <a:gd name="connsiteX8" fmla="*/ 14922 w 142289"/>
                <a:gd name="connsiteY8" fmla="*/ 195520 h 306679"/>
                <a:gd name="connsiteX9" fmla="*/ 1672 w 142289"/>
                <a:gd name="connsiteY9" fmla="*/ 280179 h 306679"/>
                <a:gd name="connsiteX10" fmla="*/ 42669 w 142289"/>
                <a:gd name="connsiteY10" fmla="*/ 304594 h 306679"/>
                <a:gd name="connsiteX11" fmla="*/ 79999 w 142289"/>
                <a:gd name="connsiteY11" fmla="*/ 236100 h 306679"/>
                <a:gd name="connsiteX12" fmla="*/ 111163 w 142289"/>
                <a:gd name="connsiteY12" fmla="*/ 134609 h 306679"/>
                <a:gd name="connsiteX13" fmla="*/ 138661 w 142289"/>
                <a:gd name="connsiteY13" fmla="*/ 36951 h 306679"/>
                <a:gd name="connsiteX14" fmla="*/ 138661 w 142289"/>
                <a:gd name="connsiteY14" fmla="*/ 36951 h 306679"/>
                <a:gd name="connsiteX15" fmla="*/ 110079 w 142289"/>
                <a:gd name="connsiteY15" fmla="*/ 105529 h 306679"/>
                <a:gd name="connsiteX16" fmla="*/ 81749 w 142289"/>
                <a:gd name="connsiteY16" fmla="*/ 195604 h 306679"/>
                <a:gd name="connsiteX17" fmla="*/ 49668 w 142289"/>
                <a:gd name="connsiteY17" fmla="*/ 280846 h 306679"/>
                <a:gd name="connsiteX18" fmla="*/ 24754 w 142289"/>
                <a:gd name="connsiteY18" fmla="*/ 292345 h 306679"/>
                <a:gd name="connsiteX19" fmla="*/ 12505 w 142289"/>
                <a:gd name="connsiteY19" fmla="*/ 272347 h 306679"/>
                <a:gd name="connsiteX20" fmla="*/ 17088 w 142289"/>
                <a:gd name="connsiteY20" fmla="*/ 227601 h 306679"/>
                <a:gd name="connsiteX21" fmla="*/ 41003 w 142289"/>
                <a:gd name="connsiteY21" fmla="*/ 142525 h 306679"/>
                <a:gd name="connsiteX22" fmla="*/ 77333 w 142289"/>
                <a:gd name="connsiteY22" fmla="*/ 59116 h 306679"/>
                <a:gd name="connsiteX23" fmla="*/ 117329 w 142289"/>
                <a:gd name="connsiteY23" fmla="*/ 9121 h 306679"/>
                <a:gd name="connsiteX24" fmla="*/ 133161 w 142289"/>
                <a:gd name="connsiteY24" fmla="*/ 20536 h 306679"/>
                <a:gd name="connsiteX25" fmla="*/ 128495 w 142289"/>
                <a:gd name="connsiteY25" fmla="*/ 39868 h 306679"/>
                <a:gd name="connsiteX26" fmla="*/ 123828 w 142289"/>
                <a:gd name="connsiteY26" fmla="*/ 62032 h 306679"/>
                <a:gd name="connsiteX27" fmla="*/ 110079 w 142289"/>
                <a:gd name="connsiteY27" fmla="*/ 105529 h 306679"/>
                <a:gd name="connsiteX28" fmla="*/ 110079 w 142289"/>
                <a:gd name="connsiteY28" fmla="*/ 105529 h 306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2289" h="306679">
                  <a:moveTo>
                    <a:pt x="138661" y="36951"/>
                  </a:moveTo>
                  <a:cubicBezTo>
                    <a:pt x="140327" y="28119"/>
                    <a:pt x="145160" y="17037"/>
                    <a:pt x="139911" y="8621"/>
                  </a:cubicBezTo>
                  <a:cubicBezTo>
                    <a:pt x="139160" y="7371"/>
                    <a:pt x="138243" y="6287"/>
                    <a:pt x="137244" y="5371"/>
                  </a:cubicBezTo>
                  <a:cubicBezTo>
                    <a:pt x="137244" y="4287"/>
                    <a:pt x="136744" y="3204"/>
                    <a:pt x="135411" y="2788"/>
                  </a:cubicBezTo>
                  <a:cubicBezTo>
                    <a:pt x="134077" y="2288"/>
                    <a:pt x="132827" y="1955"/>
                    <a:pt x="131578" y="1621"/>
                  </a:cubicBezTo>
                  <a:cubicBezTo>
                    <a:pt x="125995" y="-712"/>
                    <a:pt x="119246" y="-462"/>
                    <a:pt x="113579" y="1955"/>
                  </a:cubicBezTo>
                  <a:cubicBezTo>
                    <a:pt x="94248" y="10204"/>
                    <a:pt x="82249" y="28702"/>
                    <a:pt x="72833" y="47784"/>
                  </a:cubicBezTo>
                  <a:cubicBezTo>
                    <a:pt x="62000" y="66449"/>
                    <a:pt x="53252" y="86447"/>
                    <a:pt x="45169" y="106112"/>
                  </a:cubicBezTo>
                  <a:cubicBezTo>
                    <a:pt x="33170" y="135276"/>
                    <a:pt x="23754" y="165273"/>
                    <a:pt x="14922" y="195520"/>
                  </a:cubicBezTo>
                  <a:cubicBezTo>
                    <a:pt x="7506" y="220935"/>
                    <a:pt x="-4410" y="253432"/>
                    <a:pt x="1672" y="280179"/>
                  </a:cubicBezTo>
                  <a:cubicBezTo>
                    <a:pt x="5589" y="297594"/>
                    <a:pt x="25004" y="312260"/>
                    <a:pt x="42669" y="304594"/>
                  </a:cubicBezTo>
                  <a:cubicBezTo>
                    <a:pt x="65834" y="294595"/>
                    <a:pt x="73000" y="257181"/>
                    <a:pt x="79999" y="236100"/>
                  </a:cubicBezTo>
                  <a:cubicBezTo>
                    <a:pt x="91164" y="202437"/>
                    <a:pt x="100914" y="168606"/>
                    <a:pt x="111163" y="134609"/>
                  </a:cubicBezTo>
                  <a:cubicBezTo>
                    <a:pt x="121079" y="102029"/>
                    <a:pt x="132411" y="70698"/>
                    <a:pt x="138661" y="36951"/>
                  </a:cubicBezTo>
                  <a:lnTo>
                    <a:pt x="138661" y="36951"/>
                  </a:lnTo>
                  <a:close/>
                  <a:moveTo>
                    <a:pt x="110079" y="105529"/>
                  </a:moveTo>
                  <a:cubicBezTo>
                    <a:pt x="99747" y="135359"/>
                    <a:pt x="91414" y="165606"/>
                    <a:pt x="81749" y="195604"/>
                  </a:cubicBezTo>
                  <a:cubicBezTo>
                    <a:pt x="72750" y="223518"/>
                    <a:pt x="65417" y="256015"/>
                    <a:pt x="49668" y="280846"/>
                  </a:cubicBezTo>
                  <a:cubicBezTo>
                    <a:pt x="43752" y="290262"/>
                    <a:pt x="36503" y="297761"/>
                    <a:pt x="24754" y="292345"/>
                  </a:cubicBezTo>
                  <a:cubicBezTo>
                    <a:pt x="16838" y="288679"/>
                    <a:pt x="13171" y="280513"/>
                    <a:pt x="12505" y="272347"/>
                  </a:cubicBezTo>
                  <a:cubicBezTo>
                    <a:pt x="11338" y="257431"/>
                    <a:pt x="13922" y="242099"/>
                    <a:pt x="17088" y="227601"/>
                  </a:cubicBezTo>
                  <a:cubicBezTo>
                    <a:pt x="23338" y="198853"/>
                    <a:pt x="31504" y="170272"/>
                    <a:pt x="41003" y="142525"/>
                  </a:cubicBezTo>
                  <a:cubicBezTo>
                    <a:pt x="50751" y="113861"/>
                    <a:pt x="62751" y="85614"/>
                    <a:pt x="77333" y="59116"/>
                  </a:cubicBezTo>
                  <a:cubicBezTo>
                    <a:pt x="85582" y="44034"/>
                    <a:pt x="98747" y="16953"/>
                    <a:pt x="117329" y="9121"/>
                  </a:cubicBezTo>
                  <a:cubicBezTo>
                    <a:pt x="122495" y="9287"/>
                    <a:pt x="127744" y="13120"/>
                    <a:pt x="133161" y="20536"/>
                  </a:cubicBezTo>
                  <a:cubicBezTo>
                    <a:pt x="133745" y="25786"/>
                    <a:pt x="129662" y="34535"/>
                    <a:pt x="128495" y="39868"/>
                  </a:cubicBezTo>
                  <a:cubicBezTo>
                    <a:pt x="126995" y="47283"/>
                    <a:pt x="125661" y="54700"/>
                    <a:pt x="123828" y="62032"/>
                  </a:cubicBezTo>
                  <a:cubicBezTo>
                    <a:pt x="119996" y="76781"/>
                    <a:pt x="115080" y="91280"/>
                    <a:pt x="110079" y="105529"/>
                  </a:cubicBezTo>
                  <a:lnTo>
                    <a:pt x="110079" y="105529"/>
                  </a:lnTo>
                  <a:close/>
                </a:path>
              </a:pathLst>
            </a:custGeom>
            <a:grpFill/>
            <a:ln w="8332" cap="flat">
              <a:noFill/>
              <a:prstDash val="solid"/>
              <a:miter/>
            </a:ln>
          </p:spPr>
          <p:txBody>
            <a:bodyPr rtlCol="0" anchor="ctr"/>
            <a:lstStyle/>
            <a:p>
              <a:endParaRPr lang="en-US"/>
            </a:p>
          </p:txBody>
        </p:sp>
        <p:sp>
          <p:nvSpPr>
            <p:cNvPr id="2578" name="Freeform: Shape 2577"/>
            <p:cNvSpPr/>
            <p:nvPr/>
          </p:nvSpPr>
          <p:spPr>
            <a:xfrm>
              <a:off x="8442254" y="6299155"/>
              <a:ext cx="142289" cy="306679"/>
            </a:xfrm>
            <a:custGeom>
              <a:avLst/>
              <a:gdLst>
                <a:gd name="connsiteX0" fmla="*/ 138661 w 142289"/>
                <a:gd name="connsiteY0" fmla="*/ 36951 h 306679"/>
                <a:gd name="connsiteX1" fmla="*/ 139910 w 142289"/>
                <a:gd name="connsiteY1" fmla="*/ 8620 h 306679"/>
                <a:gd name="connsiteX2" fmla="*/ 137244 w 142289"/>
                <a:gd name="connsiteY2" fmla="*/ 5371 h 306679"/>
                <a:gd name="connsiteX3" fmla="*/ 135411 w 142289"/>
                <a:gd name="connsiteY3" fmla="*/ 2787 h 306679"/>
                <a:gd name="connsiteX4" fmla="*/ 131577 w 142289"/>
                <a:gd name="connsiteY4" fmla="*/ 1621 h 306679"/>
                <a:gd name="connsiteX5" fmla="*/ 113579 w 142289"/>
                <a:gd name="connsiteY5" fmla="*/ 1954 h 306679"/>
                <a:gd name="connsiteX6" fmla="*/ 72833 w 142289"/>
                <a:gd name="connsiteY6" fmla="*/ 47784 h 306679"/>
                <a:gd name="connsiteX7" fmla="*/ 45168 w 142289"/>
                <a:gd name="connsiteY7" fmla="*/ 106112 h 306679"/>
                <a:gd name="connsiteX8" fmla="*/ 14921 w 142289"/>
                <a:gd name="connsiteY8" fmla="*/ 195520 h 306679"/>
                <a:gd name="connsiteX9" fmla="*/ 1672 w 142289"/>
                <a:gd name="connsiteY9" fmla="*/ 280179 h 306679"/>
                <a:gd name="connsiteX10" fmla="*/ 42669 w 142289"/>
                <a:gd name="connsiteY10" fmla="*/ 304594 h 306679"/>
                <a:gd name="connsiteX11" fmla="*/ 79999 w 142289"/>
                <a:gd name="connsiteY11" fmla="*/ 236100 h 306679"/>
                <a:gd name="connsiteX12" fmla="*/ 111163 w 142289"/>
                <a:gd name="connsiteY12" fmla="*/ 134609 h 306679"/>
                <a:gd name="connsiteX13" fmla="*/ 138661 w 142289"/>
                <a:gd name="connsiteY13" fmla="*/ 36951 h 306679"/>
                <a:gd name="connsiteX14" fmla="*/ 138661 w 142289"/>
                <a:gd name="connsiteY14" fmla="*/ 36951 h 306679"/>
                <a:gd name="connsiteX15" fmla="*/ 110079 w 142289"/>
                <a:gd name="connsiteY15" fmla="*/ 105528 h 306679"/>
                <a:gd name="connsiteX16" fmla="*/ 81748 w 142289"/>
                <a:gd name="connsiteY16" fmla="*/ 195604 h 306679"/>
                <a:gd name="connsiteX17" fmla="*/ 49668 w 142289"/>
                <a:gd name="connsiteY17" fmla="*/ 280846 h 306679"/>
                <a:gd name="connsiteX18" fmla="*/ 24754 w 142289"/>
                <a:gd name="connsiteY18" fmla="*/ 292345 h 306679"/>
                <a:gd name="connsiteX19" fmla="*/ 12505 w 142289"/>
                <a:gd name="connsiteY19" fmla="*/ 272347 h 306679"/>
                <a:gd name="connsiteX20" fmla="*/ 17087 w 142289"/>
                <a:gd name="connsiteY20" fmla="*/ 227601 h 306679"/>
                <a:gd name="connsiteX21" fmla="*/ 41002 w 142289"/>
                <a:gd name="connsiteY21" fmla="*/ 142525 h 306679"/>
                <a:gd name="connsiteX22" fmla="*/ 77333 w 142289"/>
                <a:gd name="connsiteY22" fmla="*/ 59116 h 306679"/>
                <a:gd name="connsiteX23" fmla="*/ 117329 w 142289"/>
                <a:gd name="connsiteY23" fmla="*/ 9120 h 306679"/>
                <a:gd name="connsiteX24" fmla="*/ 133161 w 142289"/>
                <a:gd name="connsiteY24" fmla="*/ 20536 h 306679"/>
                <a:gd name="connsiteX25" fmla="*/ 128494 w 142289"/>
                <a:gd name="connsiteY25" fmla="*/ 39868 h 306679"/>
                <a:gd name="connsiteX26" fmla="*/ 123828 w 142289"/>
                <a:gd name="connsiteY26" fmla="*/ 62032 h 306679"/>
                <a:gd name="connsiteX27" fmla="*/ 110079 w 142289"/>
                <a:gd name="connsiteY27" fmla="*/ 105528 h 306679"/>
                <a:gd name="connsiteX28" fmla="*/ 110079 w 142289"/>
                <a:gd name="connsiteY28" fmla="*/ 105528 h 306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2289" h="306679">
                  <a:moveTo>
                    <a:pt x="138661" y="36951"/>
                  </a:moveTo>
                  <a:cubicBezTo>
                    <a:pt x="140327" y="28119"/>
                    <a:pt x="145159" y="17036"/>
                    <a:pt x="139910" y="8620"/>
                  </a:cubicBezTo>
                  <a:cubicBezTo>
                    <a:pt x="139160" y="7371"/>
                    <a:pt x="138243" y="6287"/>
                    <a:pt x="137244" y="5371"/>
                  </a:cubicBezTo>
                  <a:cubicBezTo>
                    <a:pt x="137244" y="4287"/>
                    <a:pt x="136744" y="3204"/>
                    <a:pt x="135411" y="2787"/>
                  </a:cubicBezTo>
                  <a:cubicBezTo>
                    <a:pt x="134077" y="2287"/>
                    <a:pt x="132827" y="1954"/>
                    <a:pt x="131577" y="1621"/>
                  </a:cubicBezTo>
                  <a:cubicBezTo>
                    <a:pt x="125995" y="-712"/>
                    <a:pt x="119245" y="-462"/>
                    <a:pt x="113579" y="1954"/>
                  </a:cubicBezTo>
                  <a:cubicBezTo>
                    <a:pt x="94247" y="10204"/>
                    <a:pt x="82249" y="28702"/>
                    <a:pt x="72833" y="47784"/>
                  </a:cubicBezTo>
                  <a:cubicBezTo>
                    <a:pt x="62000" y="66448"/>
                    <a:pt x="53252" y="86447"/>
                    <a:pt x="45168" y="106112"/>
                  </a:cubicBezTo>
                  <a:cubicBezTo>
                    <a:pt x="33170" y="135276"/>
                    <a:pt x="23754" y="165273"/>
                    <a:pt x="14921" y="195520"/>
                  </a:cubicBezTo>
                  <a:cubicBezTo>
                    <a:pt x="7506" y="220934"/>
                    <a:pt x="-4410" y="253432"/>
                    <a:pt x="1672" y="280179"/>
                  </a:cubicBezTo>
                  <a:cubicBezTo>
                    <a:pt x="5588" y="297594"/>
                    <a:pt x="25004" y="312260"/>
                    <a:pt x="42669" y="304594"/>
                  </a:cubicBezTo>
                  <a:cubicBezTo>
                    <a:pt x="65834" y="294595"/>
                    <a:pt x="73000" y="257181"/>
                    <a:pt x="79999" y="236100"/>
                  </a:cubicBezTo>
                  <a:cubicBezTo>
                    <a:pt x="91164" y="202436"/>
                    <a:pt x="100914" y="168606"/>
                    <a:pt x="111163" y="134609"/>
                  </a:cubicBezTo>
                  <a:cubicBezTo>
                    <a:pt x="121079" y="101945"/>
                    <a:pt x="132411" y="70698"/>
                    <a:pt x="138661" y="36951"/>
                  </a:cubicBezTo>
                  <a:lnTo>
                    <a:pt x="138661" y="36951"/>
                  </a:lnTo>
                  <a:close/>
                  <a:moveTo>
                    <a:pt x="110079" y="105528"/>
                  </a:moveTo>
                  <a:cubicBezTo>
                    <a:pt x="99747" y="135276"/>
                    <a:pt x="91414" y="165690"/>
                    <a:pt x="81748" y="195604"/>
                  </a:cubicBezTo>
                  <a:cubicBezTo>
                    <a:pt x="72750" y="223518"/>
                    <a:pt x="65417" y="256015"/>
                    <a:pt x="49668" y="280846"/>
                  </a:cubicBezTo>
                  <a:cubicBezTo>
                    <a:pt x="43752" y="290262"/>
                    <a:pt x="36503" y="297761"/>
                    <a:pt x="24754" y="292345"/>
                  </a:cubicBezTo>
                  <a:cubicBezTo>
                    <a:pt x="16838" y="288678"/>
                    <a:pt x="13171" y="280513"/>
                    <a:pt x="12505" y="272347"/>
                  </a:cubicBezTo>
                  <a:cubicBezTo>
                    <a:pt x="11338" y="257431"/>
                    <a:pt x="13921" y="242099"/>
                    <a:pt x="17087" y="227601"/>
                  </a:cubicBezTo>
                  <a:cubicBezTo>
                    <a:pt x="23337" y="198853"/>
                    <a:pt x="31504" y="170273"/>
                    <a:pt x="41002" y="142525"/>
                  </a:cubicBezTo>
                  <a:cubicBezTo>
                    <a:pt x="50751" y="113861"/>
                    <a:pt x="62751" y="85613"/>
                    <a:pt x="77333" y="59116"/>
                  </a:cubicBezTo>
                  <a:cubicBezTo>
                    <a:pt x="85582" y="44034"/>
                    <a:pt x="98747" y="16953"/>
                    <a:pt x="117329" y="9120"/>
                  </a:cubicBezTo>
                  <a:cubicBezTo>
                    <a:pt x="122495" y="9287"/>
                    <a:pt x="127744" y="13120"/>
                    <a:pt x="133161" y="20536"/>
                  </a:cubicBezTo>
                  <a:cubicBezTo>
                    <a:pt x="133744" y="25785"/>
                    <a:pt x="129661" y="34535"/>
                    <a:pt x="128494" y="39868"/>
                  </a:cubicBezTo>
                  <a:cubicBezTo>
                    <a:pt x="126995" y="47284"/>
                    <a:pt x="125661" y="54700"/>
                    <a:pt x="123828" y="62032"/>
                  </a:cubicBezTo>
                  <a:cubicBezTo>
                    <a:pt x="119996" y="76697"/>
                    <a:pt x="115079" y="91197"/>
                    <a:pt x="110079" y="105528"/>
                  </a:cubicBezTo>
                  <a:lnTo>
                    <a:pt x="110079" y="105528"/>
                  </a:lnTo>
                  <a:close/>
                </a:path>
              </a:pathLst>
            </a:custGeom>
            <a:grpFill/>
            <a:ln w="8332" cap="flat">
              <a:noFill/>
              <a:prstDash val="solid"/>
              <a:miter/>
            </a:ln>
          </p:spPr>
          <p:txBody>
            <a:bodyPr rtlCol="0" anchor="ctr"/>
            <a:lstStyle/>
            <a:p>
              <a:endParaRPr lang="en-US"/>
            </a:p>
          </p:txBody>
        </p:sp>
        <p:sp>
          <p:nvSpPr>
            <p:cNvPr id="2579" name="Freeform: Shape 2578"/>
            <p:cNvSpPr/>
            <p:nvPr/>
          </p:nvSpPr>
          <p:spPr>
            <a:xfrm>
              <a:off x="6780057" y="6025525"/>
              <a:ext cx="350416" cy="608909"/>
            </a:xfrm>
            <a:custGeom>
              <a:avLst/>
              <a:gdLst>
                <a:gd name="connsiteX0" fmla="*/ 302742 w 350416"/>
                <a:gd name="connsiteY0" fmla="*/ 218923 h 608909"/>
                <a:gd name="connsiteX1" fmla="*/ 265912 w 350416"/>
                <a:gd name="connsiteY1" fmla="*/ 128597 h 608909"/>
                <a:gd name="connsiteX2" fmla="*/ 224333 w 350416"/>
                <a:gd name="connsiteY2" fmla="*/ 54854 h 608909"/>
                <a:gd name="connsiteX3" fmla="*/ 89262 w 350416"/>
                <a:gd name="connsiteY3" fmla="*/ 6858 h 608909"/>
                <a:gd name="connsiteX4" fmla="*/ 2519 w 350416"/>
                <a:gd name="connsiteY4" fmla="*/ 130681 h 608909"/>
                <a:gd name="connsiteX5" fmla="*/ 3520 w 350416"/>
                <a:gd name="connsiteY5" fmla="*/ 214590 h 608909"/>
                <a:gd name="connsiteX6" fmla="*/ 10435 w 350416"/>
                <a:gd name="connsiteY6" fmla="*/ 261502 h 608909"/>
                <a:gd name="connsiteX7" fmla="*/ 32350 w 350416"/>
                <a:gd name="connsiteY7" fmla="*/ 350827 h 608909"/>
                <a:gd name="connsiteX8" fmla="*/ 64931 w 350416"/>
                <a:gd name="connsiteY8" fmla="*/ 439569 h 608909"/>
                <a:gd name="connsiteX9" fmla="*/ 99677 w 350416"/>
                <a:gd name="connsiteY9" fmla="*/ 509396 h 608909"/>
                <a:gd name="connsiteX10" fmla="*/ 157505 w 350416"/>
                <a:gd name="connsiteY10" fmla="*/ 526562 h 608909"/>
                <a:gd name="connsiteX11" fmla="*/ 214917 w 350416"/>
                <a:gd name="connsiteY11" fmla="*/ 510230 h 608909"/>
                <a:gd name="connsiteX12" fmla="*/ 238748 w 350416"/>
                <a:gd name="connsiteY12" fmla="*/ 589806 h 608909"/>
                <a:gd name="connsiteX13" fmla="*/ 296993 w 350416"/>
                <a:gd name="connsiteY13" fmla="*/ 604221 h 608909"/>
                <a:gd name="connsiteX14" fmla="*/ 318657 w 350416"/>
                <a:gd name="connsiteY14" fmla="*/ 579557 h 608909"/>
                <a:gd name="connsiteX15" fmla="*/ 312575 w 350416"/>
                <a:gd name="connsiteY15" fmla="*/ 543560 h 608909"/>
                <a:gd name="connsiteX16" fmla="*/ 293326 w 350416"/>
                <a:gd name="connsiteY16" fmla="*/ 497148 h 608909"/>
                <a:gd name="connsiteX17" fmla="*/ 285661 w 350416"/>
                <a:gd name="connsiteY17" fmla="*/ 479233 h 608909"/>
                <a:gd name="connsiteX18" fmla="*/ 350322 w 350416"/>
                <a:gd name="connsiteY18" fmla="*/ 395074 h 608909"/>
                <a:gd name="connsiteX19" fmla="*/ 302742 w 350416"/>
                <a:gd name="connsiteY19" fmla="*/ 218923 h 608909"/>
                <a:gd name="connsiteX20" fmla="*/ 302742 w 350416"/>
                <a:gd name="connsiteY20" fmla="*/ 218923 h 608909"/>
                <a:gd name="connsiteX21" fmla="*/ 296743 w 350416"/>
                <a:gd name="connsiteY21" fmla="*/ 541560 h 608909"/>
                <a:gd name="connsiteX22" fmla="*/ 305659 w 350416"/>
                <a:gd name="connsiteY22" fmla="*/ 572224 h 608909"/>
                <a:gd name="connsiteX23" fmla="*/ 273411 w 350416"/>
                <a:gd name="connsiteY23" fmla="*/ 595305 h 608909"/>
                <a:gd name="connsiteX24" fmla="*/ 249414 w 350416"/>
                <a:gd name="connsiteY24" fmla="*/ 581474 h 608909"/>
                <a:gd name="connsiteX25" fmla="*/ 236748 w 350416"/>
                <a:gd name="connsiteY25" fmla="*/ 552976 h 608909"/>
                <a:gd name="connsiteX26" fmla="*/ 224583 w 350416"/>
                <a:gd name="connsiteY26" fmla="*/ 506813 h 608909"/>
                <a:gd name="connsiteX27" fmla="*/ 246581 w 350416"/>
                <a:gd name="connsiteY27" fmla="*/ 498064 h 608909"/>
                <a:gd name="connsiteX28" fmla="*/ 272912 w 350416"/>
                <a:gd name="connsiteY28" fmla="*/ 486149 h 608909"/>
                <a:gd name="connsiteX29" fmla="*/ 296743 w 350416"/>
                <a:gd name="connsiteY29" fmla="*/ 541560 h 608909"/>
                <a:gd name="connsiteX30" fmla="*/ 296743 w 350416"/>
                <a:gd name="connsiteY30" fmla="*/ 541560 h 608909"/>
                <a:gd name="connsiteX31" fmla="*/ 333739 w 350416"/>
                <a:gd name="connsiteY31" fmla="*/ 412655 h 608909"/>
                <a:gd name="connsiteX32" fmla="*/ 276245 w 350416"/>
                <a:gd name="connsiteY32" fmla="*/ 467900 h 608909"/>
                <a:gd name="connsiteX33" fmla="*/ 198502 w 350416"/>
                <a:gd name="connsiteY33" fmla="*/ 499731 h 608909"/>
                <a:gd name="connsiteX34" fmla="*/ 121759 w 350416"/>
                <a:gd name="connsiteY34" fmla="*/ 508646 h 608909"/>
                <a:gd name="connsiteX35" fmla="*/ 94095 w 350416"/>
                <a:gd name="connsiteY35" fmla="*/ 473067 h 608909"/>
                <a:gd name="connsiteX36" fmla="*/ 84179 w 350416"/>
                <a:gd name="connsiteY36" fmla="*/ 451068 h 608909"/>
                <a:gd name="connsiteX37" fmla="*/ 120676 w 350416"/>
                <a:gd name="connsiteY37" fmla="*/ 443319 h 608909"/>
                <a:gd name="connsiteX38" fmla="*/ 205918 w 350416"/>
                <a:gd name="connsiteY38" fmla="*/ 420488 h 608909"/>
                <a:gd name="connsiteX39" fmla="*/ 333656 w 350416"/>
                <a:gd name="connsiteY39" fmla="*/ 358827 h 608909"/>
                <a:gd name="connsiteX40" fmla="*/ 333739 w 350416"/>
                <a:gd name="connsiteY40" fmla="*/ 412655 h 608909"/>
                <a:gd name="connsiteX41" fmla="*/ 333739 w 350416"/>
                <a:gd name="connsiteY41" fmla="*/ 412655 h 608909"/>
                <a:gd name="connsiteX42" fmla="*/ 328407 w 350416"/>
                <a:gd name="connsiteY42" fmla="*/ 336245 h 608909"/>
                <a:gd name="connsiteX43" fmla="*/ 330823 w 350416"/>
                <a:gd name="connsiteY43" fmla="*/ 345995 h 608909"/>
                <a:gd name="connsiteX44" fmla="*/ 306742 w 350416"/>
                <a:gd name="connsiteY44" fmla="*/ 361826 h 608909"/>
                <a:gd name="connsiteX45" fmla="*/ 271912 w 350416"/>
                <a:gd name="connsiteY45" fmla="*/ 379575 h 608909"/>
                <a:gd name="connsiteX46" fmla="*/ 206418 w 350416"/>
                <a:gd name="connsiteY46" fmla="*/ 406739 h 608909"/>
                <a:gd name="connsiteX47" fmla="*/ 132924 w 350416"/>
                <a:gd name="connsiteY47" fmla="*/ 428904 h 608909"/>
                <a:gd name="connsiteX48" fmla="*/ 80846 w 350416"/>
                <a:gd name="connsiteY48" fmla="*/ 443069 h 608909"/>
                <a:gd name="connsiteX49" fmla="*/ 76013 w 350416"/>
                <a:gd name="connsiteY49" fmla="*/ 430070 h 608909"/>
                <a:gd name="connsiteX50" fmla="*/ 49765 w 350416"/>
                <a:gd name="connsiteY50" fmla="*/ 355160 h 608909"/>
                <a:gd name="connsiteX51" fmla="*/ 15268 w 350416"/>
                <a:gd name="connsiteY51" fmla="*/ 202091 h 608909"/>
                <a:gd name="connsiteX52" fmla="*/ 48932 w 350416"/>
                <a:gd name="connsiteY52" fmla="*/ 53771 h 608909"/>
                <a:gd name="connsiteX53" fmla="*/ 119925 w 350416"/>
                <a:gd name="connsiteY53" fmla="*/ 12858 h 608909"/>
                <a:gd name="connsiteX54" fmla="*/ 196002 w 350416"/>
                <a:gd name="connsiteY54" fmla="*/ 40272 h 608909"/>
                <a:gd name="connsiteX55" fmla="*/ 275078 w 350416"/>
                <a:gd name="connsiteY55" fmla="*/ 181176 h 608909"/>
                <a:gd name="connsiteX56" fmla="*/ 303326 w 350416"/>
                <a:gd name="connsiteY56" fmla="*/ 260086 h 608909"/>
                <a:gd name="connsiteX57" fmla="*/ 328407 w 350416"/>
                <a:gd name="connsiteY57" fmla="*/ 336245 h 608909"/>
                <a:gd name="connsiteX58" fmla="*/ 328407 w 350416"/>
                <a:gd name="connsiteY58" fmla="*/ 336245 h 608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350416" h="608909">
                  <a:moveTo>
                    <a:pt x="302742" y="218923"/>
                  </a:moveTo>
                  <a:cubicBezTo>
                    <a:pt x="291827" y="188176"/>
                    <a:pt x="279244" y="158345"/>
                    <a:pt x="265912" y="128597"/>
                  </a:cubicBezTo>
                  <a:cubicBezTo>
                    <a:pt x="254330" y="102767"/>
                    <a:pt x="241748" y="77185"/>
                    <a:pt x="224333" y="54854"/>
                  </a:cubicBezTo>
                  <a:cubicBezTo>
                    <a:pt x="192669" y="14024"/>
                    <a:pt x="141340" y="-13473"/>
                    <a:pt x="89262" y="6858"/>
                  </a:cubicBezTo>
                  <a:cubicBezTo>
                    <a:pt x="40099" y="26190"/>
                    <a:pt x="9769" y="80852"/>
                    <a:pt x="2519" y="130681"/>
                  </a:cubicBezTo>
                  <a:cubicBezTo>
                    <a:pt x="-1480" y="158345"/>
                    <a:pt x="-397" y="186592"/>
                    <a:pt x="3520" y="214590"/>
                  </a:cubicBezTo>
                  <a:cubicBezTo>
                    <a:pt x="4852" y="230422"/>
                    <a:pt x="7436" y="246170"/>
                    <a:pt x="10435" y="261502"/>
                  </a:cubicBezTo>
                  <a:cubicBezTo>
                    <a:pt x="16435" y="291333"/>
                    <a:pt x="23351" y="321747"/>
                    <a:pt x="32350" y="350827"/>
                  </a:cubicBezTo>
                  <a:cubicBezTo>
                    <a:pt x="41682" y="380825"/>
                    <a:pt x="54181" y="409989"/>
                    <a:pt x="64931" y="439569"/>
                  </a:cubicBezTo>
                  <a:cubicBezTo>
                    <a:pt x="73180" y="462317"/>
                    <a:pt x="83096" y="491315"/>
                    <a:pt x="99677" y="509396"/>
                  </a:cubicBezTo>
                  <a:cubicBezTo>
                    <a:pt x="114759" y="525895"/>
                    <a:pt x="136091" y="530895"/>
                    <a:pt x="157505" y="526562"/>
                  </a:cubicBezTo>
                  <a:cubicBezTo>
                    <a:pt x="176837" y="522646"/>
                    <a:pt x="196085" y="516896"/>
                    <a:pt x="214917" y="510230"/>
                  </a:cubicBezTo>
                  <a:cubicBezTo>
                    <a:pt x="220583" y="537644"/>
                    <a:pt x="226166" y="564308"/>
                    <a:pt x="238748" y="589806"/>
                  </a:cubicBezTo>
                  <a:cubicBezTo>
                    <a:pt x="248247" y="609054"/>
                    <a:pt x="279078" y="613554"/>
                    <a:pt x="296993" y="604221"/>
                  </a:cubicBezTo>
                  <a:cubicBezTo>
                    <a:pt x="306909" y="599139"/>
                    <a:pt x="315325" y="590306"/>
                    <a:pt x="318657" y="579557"/>
                  </a:cubicBezTo>
                  <a:cubicBezTo>
                    <a:pt x="322824" y="566058"/>
                    <a:pt x="317408" y="555976"/>
                    <a:pt x="312575" y="543560"/>
                  </a:cubicBezTo>
                  <a:cubicBezTo>
                    <a:pt x="306492" y="527895"/>
                    <a:pt x="300576" y="512313"/>
                    <a:pt x="293326" y="497148"/>
                  </a:cubicBezTo>
                  <a:cubicBezTo>
                    <a:pt x="291160" y="492731"/>
                    <a:pt x="288993" y="485232"/>
                    <a:pt x="285661" y="479233"/>
                  </a:cubicBezTo>
                  <a:cubicBezTo>
                    <a:pt x="318908" y="460568"/>
                    <a:pt x="349071" y="433987"/>
                    <a:pt x="350322" y="395074"/>
                  </a:cubicBezTo>
                  <a:cubicBezTo>
                    <a:pt x="352321" y="334912"/>
                    <a:pt x="322407" y="274501"/>
                    <a:pt x="302742" y="218923"/>
                  </a:cubicBezTo>
                  <a:lnTo>
                    <a:pt x="302742" y="218923"/>
                  </a:lnTo>
                  <a:close/>
                  <a:moveTo>
                    <a:pt x="296743" y="541560"/>
                  </a:moveTo>
                  <a:cubicBezTo>
                    <a:pt x="300326" y="550976"/>
                    <a:pt x="307409" y="561975"/>
                    <a:pt x="305659" y="572224"/>
                  </a:cubicBezTo>
                  <a:cubicBezTo>
                    <a:pt x="303159" y="586389"/>
                    <a:pt x="287244" y="596722"/>
                    <a:pt x="273411" y="595305"/>
                  </a:cubicBezTo>
                  <a:cubicBezTo>
                    <a:pt x="262996" y="594222"/>
                    <a:pt x="253914" y="590556"/>
                    <a:pt x="249414" y="581474"/>
                  </a:cubicBezTo>
                  <a:cubicBezTo>
                    <a:pt x="244831" y="572307"/>
                    <a:pt x="240498" y="562558"/>
                    <a:pt x="236748" y="552976"/>
                  </a:cubicBezTo>
                  <a:cubicBezTo>
                    <a:pt x="230999" y="538144"/>
                    <a:pt x="229082" y="522062"/>
                    <a:pt x="224583" y="506813"/>
                  </a:cubicBezTo>
                  <a:cubicBezTo>
                    <a:pt x="231999" y="503980"/>
                    <a:pt x="239331" y="501064"/>
                    <a:pt x="246581" y="498064"/>
                  </a:cubicBezTo>
                  <a:cubicBezTo>
                    <a:pt x="254997" y="494564"/>
                    <a:pt x="263996" y="490565"/>
                    <a:pt x="272912" y="486149"/>
                  </a:cubicBezTo>
                  <a:cubicBezTo>
                    <a:pt x="282411" y="503730"/>
                    <a:pt x="289660" y="522979"/>
                    <a:pt x="296743" y="541560"/>
                  </a:cubicBezTo>
                  <a:lnTo>
                    <a:pt x="296743" y="541560"/>
                  </a:lnTo>
                  <a:close/>
                  <a:moveTo>
                    <a:pt x="333739" y="412655"/>
                  </a:moveTo>
                  <a:cubicBezTo>
                    <a:pt x="326490" y="437319"/>
                    <a:pt x="297493" y="456068"/>
                    <a:pt x="276245" y="467900"/>
                  </a:cubicBezTo>
                  <a:cubicBezTo>
                    <a:pt x="251747" y="481565"/>
                    <a:pt x="225083" y="490898"/>
                    <a:pt x="198502" y="499731"/>
                  </a:cubicBezTo>
                  <a:cubicBezTo>
                    <a:pt x="174837" y="507646"/>
                    <a:pt x="145840" y="520479"/>
                    <a:pt x="121759" y="508646"/>
                  </a:cubicBezTo>
                  <a:cubicBezTo>
                    <a:pt x="107010" y="501397"/>
                    <a:pt x="100677" y="487149"/>
                    <a:pt x="94095" y="473067"/>
                  </a:cubicBezTo>
                  <a:cubicBezTo>
                    <a:pt x="90678" y="465734"/>
                    <a:pt x="87262" y="458485"/>
                    <a:pt x="84179" y="451068"/>
                  </a:cubicBezTo>
                  <a:cubicBezTo>
                    <a:pt x="96178" y="451485"/>
                    <a:pt x="111760" y="445236"/>
                    <a:pt x="120676" y="443319"/>
                  </a:cubicBezTo>
                  <a:cubicBezTo>
                    <a:pt x="149589" y="436903"/>
                    <a:pt x="177587" y="428987"/>
                    <a:pt x="205918" y="420488"/>
                  </a:cubicBezTo>
                  <a:cubicBezTo>
                    <a:pt x="249664" y="407322"/>
                    <a:pt x="297409" y="387907"/>
                    <a:pt x="333656" y="358827"/>
                  </a:cubicBezTo>
                  <a:cubicBezTo>
                    <a:pt x="337073" y="376825"/>
                    <a:pt x="338572" y="396156"/>
                    <a:pt x="333739" y="412655"/>
                  </a:cubicBezTo>
                  <a:lnTo>
                    <a:pt x="333739" y="412655"/>
                  </a:lnTo>
                  <a:close/>
                  <a:moveTo>
                    <a:pt x="328407" y="336245"/>
                  </a:moveTo>
                  <a:cubicBezTo>
                    <a:pt x="329240" y="339412"/>
                    <a:pt x="330073" y="342661"/>
                    <a:pt x="330823" y="345995"/>
                  </a:cubicBezTo>
                  <a:cubicBezTo>
                    <a:pt x="322574" y="350911"/>
                    <a:pt x="315158" y="357160"/>
                    <a:pt x="306742" y="361826"/>
                  </a:cubicBezTo>
                  <a:cubicBezTo>
                    <a:pt x="295326" y="368159"/>
                    <a:pt x="283744" y="374075"/>
                    <a:pt x="271912" y="379575"/>
                  </a:cubicBezTo>
                  <a:cubicBezTo>
                    <a:pt x="250747" y="389491"/>
                    <a:pt x="228666" y="399406"/>
                    <a:pt x="206418" y="406739"/>
                  </a:cubicBezTo>
                  <a:cubicBezTo>
                    <a:pt x="182003" y="414738"/>
                    <a:pt x="157755" y="422321"/>
                    <a:pt x="132924" y="428904"/>
                  </a:cubicBezTo>
                  <a:cubicBezTo>
                    <a:pt x="115759" y="433487"/>
                    <a:pt x="97761" y="437237"/>
                    <a:pt x="80846" y="443069"/>
                  </a:cubicBezTo>
                  <a:cubicBezTo>
                    <a:pt x="79262" y="438736"/>
                    <a:pt x="77679" y="434320"/>
                    <a:pt x="76013" y="430070"/>
                  </a:cubicBezTo>
                  <a:cubicBezTo>
                    <a:pt x="66764" y="405323"/>
                    <a:pt x="57431" y="380325"/>
                    <a:pt x="49765" y="355160"/>
                  </a:cubicBezTo>
                  <a:cubicBezTo>
                    <a:pt x="34767" y="305832"/>
                    <a:pt x="20851" y="253336"/>
                    <a:pt x="15268" y="202091"/>
                  </a:cubicBezTo>
                  <a:cubicBezTo>
                    <a:pt x="9686" y="150845"/>
                    <a:pt x="15101" y="94934"/>
                    <a:pt x="48932" y="53771"/>
                  </a:cubicBezTo>
                  <a:cubicBezTo>
                    <a:pt x="67014" y="31856"/>
                    <a:pt x="91012" y="14775"/>
                    <a:pt x="119925" y="12858"/>
                  </a:cubicBezTo>
                  <a:cubicBezTo>
                    <a:pt x="148840" y="10941"/>
                    <a:pt x="175004" y="20274"/>
                    <a:pt x="196002" y="40272"/>
                  </a:cubicBezTo>
                  <a:cubicBezTo>
                    <a:pt x="235249" y="77519"/>
                    <a:pt x="255330" y="132014"/>
                    <a:pt x="275078" y="181176"/>
                  </a:cubicBezTo>
                  <a:cubicBezTo>
                    <a:pt x="285494" y="207090"/>
                    <a:pt x="294160" y="233755"/>
                    <a:pt x="303326" y="260086"/>
                  </a:cubicBezTo>
                  <a:cubicBezTo>
                    <a:pt x="312075" y="285250"/>
                    <a:pt x="321657" y="310414"/>
                    <a:pt x="328407" y="336245"/>
                  </a:cubicBezTo>
                  <a:lnTo>
                    <a:pt x="328407" y="336245"/>
                  </a:lnTo>
                  <a:close/>
                </a:path>
              </a:pathLst>
            </a:custGeom>
            <a:grpFill/>
            <a:ln w="8332" cap="flat">
              <a:noFill/>
              <a:prstDash val="solid"/>
              <a:miter/>
            </a:ln>
          </p:spPr>
          <p:txBody>
            <a:bodyPr rtlCol="0" anchor="ctr"/>
            <a:lstStyle/>
            <a:p>
              <a:endParaRPr lang="en-US"/>
            </a:p>
          </p:txBody>
        </p:sp>
        <p:sp>
          <p:nvSpPr>
            <p:cNvPr id="2580" name="Freeform: Shape 2579"/>
            <p:cNvSpPr/>
            <p:nvPr/>
          </p:nvSpPr>
          <p:spPr>
            <a:xfrm>
              <a:off x="6824972" y="6111372"/>
              <a:ext cx="118879" cy="316081"/>
            </a:xfrm>
            <a:custGeom>
              <a:avLst/>
              <a:gdLst>
                <a:gd name="connsiteX0" fmla="*/ 51013 w 118879"/>
                <a:gd name="connsiteY0" fmla="*/ 27251 h 316081"/>
                <a:gd name="connsiteX1" fmla="*/ 37015 w 118879"/>
                <a:gd name="connsiteY1" fmla="*/ 2670 h 316081"/>
                <a:gd name="connsiteX2" fmla="*/ 33015 w 118879"/>
                <a:gd name="connsiteY2" fmla="*/ 1337 h 316081"/>
                <a:gd name="connsiteX3" fmla="*/ 30098 w 118879"/>
                <a:gd name="connsiteY3" fmla="*/ 87 h 316081"/>
                <a:gd name="connsiteX4" fmla="*/ 26182 w 118879"/>
                <a:gd name="connsiteY4" fmla="*/ 1170 h 316081"/>
                <a:gd name="connsiteX5" fmla="*/ 11100 w 118879"/>
                <a:gd name="connsiteY5" fmla="*/ 11086 h 316081"/>
                <a:gd name="connsiteX6" fmla="*/ 1101 w 118879"/>
                <a:gd name="connsiteY6" fmla="*/ 71497 h 316081"/>
                <a:gd name="connsiteX7" fmla="*/ 8767 w 118879"/>
                <a:gd name="connsiteY7" fmla="*/ 135575 h 316081"/>
                <a:gd name="connsiteX8" fmla="*/ 30932 w 118879"/>
                <a:gd name="connsiteY8" fmla="*/ 227317 h 316081"/>
                <a:gd name="connsiteX9" fmla="*/ 64846 w 118879"/>
                <a:gd name="connsiteY9" fmla="*/ 305976 h 316081"/>
                <a:gd name="connsiteX10" fmla="*/ 112591 w 118879"/>
                <a:gd name="connsiteY10" fmla="*/ 304810 h 316081"/>
                <a:gd name="connsiteX11" fmla="*/ 107675 w 118879"/>
                <a:gd name="connsiteY11" fmla="*/ 226983 h 316081"/>
                <a:gd name="connsiteX12" fmla="*/ 79928 w 118879"/>
                <a:gd name="connsiteY12" fmla="*/ 124576 h 316081"/>
                <a:gd name="connsiteX13" fmla="*/ 51013 w 118879"/>
                <a:gd name="connsiteY13" fmla="*/ 27251 h 316081"/>
                <a:gd name="connsiteX14" fmla="*/ 51013 w 118879"/>
                <a:gd name="connsiteY14" fmla="*/ 27251 h 316081"/>
                <a:gd name="connsiteX15" fmla="*/ 63429 w 118879"/>
                <a:gd name="connsiteY15" fmla="*/ 100495 h 316081"/>
                <a:gd name="connsiteX16" fmla="*/ 87510 w 118879"/>
                <a:gd name="connsiteY16" fmla="*/ 191820 h 316081"/>
                <a:gd name="connsiteX17" fmla="*/ 105842 w 118879"/>
                <a:gd name="connsiteY17" fmla="*/ 281062 h 316081"/>
                <a:gd name="connsiteX18" fmla="*/ 90926 w 118879"/>
                <a:gd name="connsiteY18" fmla="*/ 304060 h 316081"/>
                <a:gd name="connsiteX19" fmla="*/ 69928 w 118879"/>
                <a:gd name="connsiteY19" fmla="*/ 293727 h 316081"/>
                <a:gd name="connsiteX20" fmla="*/ 49930 w 118879"/>
                <a:gd name="connsiteY20" fmla="*/ 253398 h 316081"/>
                <a:gd name="connsiteX21" fmla="*/ 24766 w 118879"/>
                <a:gd name="connsiteY21" fmla="*/ 168655 h 316081"/>
                <a:gd name="connsiteX22" fmla="*/ 11017 w 118879"/>
                <a:gd name="connsiteY22" fmla="*/ 78747 h 316081"/>
                <a:gd name="connsiteX23" fmla="*/ 18266 w 118879"/>
                <a:gd name="connsiteY23" fmla="*/ 15169 h 316081"/>
                <a:gd name="connsiteX24" fmla="*/ 37765 w 118879"/>
                <a:gd name="connsiteY24" fmla="*/ 16419 h 316081"/>
                <a:gd name="connsiteX25" fmla="*/ 44097 w 118879"/>
                <a:gd name="connsiteY25" fmla="*/ 35251 h 316081"/>
                <a:gd name="connsiteX26" fmla="*/ 51930 w 118879"/>
                <a:gd name="connsiteY26" fmla="*/ 56499 h 316081"/>
                <a:gd name="connsiteX27" fmla="*/ 63429 w 118879"/>
                <a:gd name="connsiteY27" fmla="*/ 100495 h 316081"/>
                <a:gd name="connsiteX28" fmla="*/ 63429 w 118879"/>
                <a:gd name="connsiteY28" fmla="*/ 100495 h 316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18879" h="316081">
                  <a:moveTo>
                    <a:pt x="51013" y="27251"/>
                  </a:moveTo>
                  <a:cubicBezTo>
                    <a:pt x="47681" y="18919"/>
                    <a:pt x="45931" y="6920"/>
                    <a:pt x="37015" y="2670"/>
                  </a:cubicBezTo>
                  <a:cubicBezTo>
                    <a:pt x="35682" y="2003"/>
                    <a:pt x="34348" y="1587"/>
                    <a:pt x="33015" y="1337"/>
                  </a:cubicBezTo>
                  <a:cubicBezTo>
                    <a:pt x="32432" y="420"/>
                    <a:pt x="31432" y="-246"/>
                    <a:pt x="30098" y="87"/>
                  </a:cubicBezTo>
                  <a:cubicBezTo>
                    <a:pt x="28765" y="420"/>
                    <a:pt x="27432" y="754"/>
                    <a:pt x="26182" y="1170"/>
                  </a:cubicBezTo>
                  <a:cubicBezTo>
                    <a:pt x="20183" y="2170"/>
                    <a:pt x="14600" y="6003"/>
                    <a:pt x="11100" y="11086"/>
                  </a:cubicBezTo>
                  <a:cubicBezTo>
                    <a:pt x="-899" y="28335"/>
                    <a:pt x="-1149" y="50416"/>
                    <a:pt x="1101" y="71497"/>
                  </a:cubicBezTo>
                  <a:cubicBezTo>
                    <a:pt x="1934" y="93079"/>
                    <a:pt x="5184" y="114660"/>
                    <a:pt x="8767" y="135575"/>
                  </a:cubicBezTo>
                  <a:cubicBezTo>
                    <a:pt x="14100" y="166655"/>
                    <a:pt x="22266" y="197069"/>
                    <a:pt x="30932" y="227317"/>
                  </a:cubicBezTo>
                  <a:cubicBezTo>
                    <a:pt x="38181" y="252731"/>
                    <a:pt x="45431" y="286561"/>
                    <a:pt x="64846" y="305976"/>
                  </a:cubicBezTo>
                  <a:cubicBezTo>
                    <a:pt x="77427" y="318642"/>
                    <a:pt x="101676" y="320642"/>
                    <a:pt x="112591" y="304810"/>
                  </a:cubicBezTo>
                  <a:cubicBezTo>
                    <a:pt x="126923" y="284062"/>
                    <a:pt x="113008" y="248565"/>
                    <a:pt x="107675" y="226983"/>
                  </a:cubicBezTo>
                  <a:cubicBezTo>
                    <a:pt x="99176" y="192570"/>
                    <a:pt x="89343" y="158739"/>
                    <a:pt x="79928" y="124576"/>
                  </a:cubicBezTo>
                  <a:cubicBezTo>
                    <a:pt x="70761" y="91662"/>
                    <a:pt x="63679" y="59082"/>
                    <a:pt x="51013" y="27251"/>
                  </a:cubicBezTo>
                  <a:lnTo>
                    <a:pt x="51013" y="27251"/>
                  </a:lnTo>
                  <a:close/>
                  <a:moveTo>
                    <a:pt x="63429" y="100495"/>
                  </a:moveTo>
                  <a:cubicBezTo>
                    <a:pt x="70595" y="131242"/>
                    <a:pt x="79761" y="161239"/>
                    <a:pt x="87510" y="191820"/>
                  </a:cubicBezTo>
                  <a:cubicBezTo>
                    <a:pt x="94759" y="220234"/>
                    <a:pt x="105925" y="251648"/>
                    <a:pt x="105842" y="281062"/>
                  </a:cubicBezTo>
                  <a:cubicBezTo>
                    <a:pt x="105842" y="292144"/>
                    <a:pt x="103675" y="302393"/>
                    <a:pt x="90926" y="304060"/>
                  </a:cubicBezTo>
                  <a:cubicBezTo>
                    <a:pt x="82260" y="305143"/>
                    <a:pt x="74761" y="300227"/>
                    <a:pt x="69928" y="293727"/>
                  </a:cubicBezTo>
                  <a:cubicBezTo>
                    <a:pt x="60929" y="281728"/>
                    <a:pt x="55013" y="267397"/>
                    <a:pt x="49930" y="253398"/>
                  </a:cubicBezTo>
                  <a:cubicBezTo>
                    <a:pt x="39931" y="225734"/>
                    <a:pt x="31598" y="197236"/>
                    <a:pt x="24766" y="168655"/>
                  </a:cubicBezTo>
                  <a:cubicBezTo>
                    <a:pt x="17766" y="139241"/>
                    <a:pt x="12850" y="108911"/>
                    <a:pt x="11017" y="78747"/>
                  </a:cubicBezTo>
                  <a:cubicBezTo>
                    <a:pt x="9934" y="61582"/>
                    <a:pt x="6684" y="31667"/>
                    <a:pt x="18266" y="15169"/>
                  </a:cubicBezTo>
                  <a:cubicBezTo>
                    <a:pt x="22683" y="12586"/>
                    <a:pt x="29182" y="13003"/>
                    <a:pt x="37765" y="16419"/>
                  </a:cubicBezTo>
                  <a:cubicBezTo>
                    <a:pt x="41097" y="20585"/>
                    <a:pt x="42264" y="30168"/>
                    <a:pt x="44097" y="35251"/>
                  </a:cubicBezTo>
                  <a:cubicBezTo>
                    <a:pt x="46764" y="42333"/>
                    <a:pt x="49597" y="49250"/>
                    <a:pt x="51930" y="56499"/>
                  </a:cubicBezTo>
                  <a:cubicBezTo>
                    <a:pt x="56430" y="70914"/>
                    <a:pt x="59929" y="85746"/>
                    <a:pt x="63429" y="100495"/>
                  </a:cubicBezTo>
                  <a:lnTo>
                    <a:pt x="63429" y="100495"/>
                  </a:lnTo>
                  <a:close/>
                </a:path>
              </a:pathLst>
            </a:custGeom>
            <a:grpFill/>
            <a:ln w="8332" cap="flat">
              <a:noFill/>
              <a:prstDash val="solid"/>
              <a:miter/>
            </a:ln>
          </p:spPr>
          <p:txBody>
            <a:bodyPr rtlCol="0" anchor="ctr"/>
            <a:lstStyle/>
            <a:p>
              <a:endParaRPr lang="en-US"/>
            </a:p>
          </p:txBody>
        </p:sp>
        <p:sp>
          <p:nvSpPr>
            <p:cNvPr id="2581" name="Freeform: Shape 2580"/>
            <p:cNvSpPr/>
            <p:nvPr/>
          </p:nvSpPr>
          <p:spPr>
            <a:xfrm>
              <a:off x="6922796" y="6080958"/>
              <a:ext cx="118879" cy="316081"/>
            </a:xfrm>
            <a:custGeom>
              <a:avLst/>
              <a:gdLst>
                <a:gd name="connsiteX0" fmla="*/ 51013 w 118879"/>
                <a:gd name="connsiteY0" fmla="*/ 27251 h 316081"/>
                <a:gd name="connsiteX1" fmla="*/ 37015 w 118879"/>
                <a:gd name="connsiteY1" fmla="*/ 2670 h 316081"/>
                <a:gd name="connsiteX2" fmla="*/ 33015 w 118879"/>
                <a:gd name="connsiteY2" fmla="*/ 1337 h 316081"/>
                <a:gd name="connsiteX3" fmla="*/ 30098 w 118879"/>
                <a:gd name="connsiteY3" fmla="*/ 87 h 316081"/>
                <a:gd name="connsiteX4" fmla="*/ 26182 w 118879"/>
                <a:gd name="connsiteY4" fmla="*/ 1170 h 316081"/>
                <a:gd name="connsiteX5" fmla="*/ 11100 w 118879"/>
                <a:gd name="connsiteY5" fmla="*/ 11086 h 316081"/>
                <a:gd name="connsiteX6" fmla="*/ 1101 w 118879"/>
                <a:gd name="connsiteY6" fmla="*/ 71497 h 316081"/>
                <a:gd name="connsiteX7" fmla="*/ 8767 w 118879"/>
                <a:gd name="connsiteY7" fmla="*/ 135575 h 316081"/>
                <a:gd name="connsiteX8" fmla="*/ 30932 w 118879"/>
                <a:gd name="connsiteY8" fmla="*/ 227316 h 316081"/>
                <a:gd name="connsiteX9" fmla="*/ 64846 w 118879"/>
                <a:gd name="connsiteY9" fmla="*/ 305976 h 316081"/>
                <a:gd name="connsiteX10" fmla="*/ 112591 w 118879"/>
                <a:gd name="connsiteY10" fmla="*/ 304809 h 316081"/>
                <a:gd name="connsiteX11" fmla="*/ 107675 w 118879"/>
                <a:gd name="connsiteY11" fmla="*/ 226983 h 316081"/>
                <a:gd name="connsiteX12" fmla="*/ 79928 w 118879"/>
                <a:gd name="connsiteY12" fmla="*/ 124576 h 316081"/>
                <a:gd name="connsiteX13" fmla="*/ 51013 w 118879"/>
                <a:gd name="connsiteY13" fmla="*/ 27251 h 316081"/>
                <a:gd name="connsiteX14" fmla="*/ 51013 w 118879"/>
                <a:gd name="connsiteY14" fmla="*/ 27251 h 316081"/>
                <a:gd name="connsiteX15" fmla="*/ 63512 w 118879"/>
                <a:gd name="connsiteY15" fmla="*/ 100495 h 316081"/>
                <a:gd name="connsiteX16" fmla="*/ 87593 w 118879"/>
                <a:gd name="connsiteY16" fmla="*/ 191820 h 316081"/>
                <a:gd name="connsiteX17" fmla="*/ 105925 w 118879"/>
                <a:gd name="connsiteY17" fmla="*/ 281062 h 316081"/>
                <a:gd name="connsiteX18" fmla="*/ 91010 w 118879"/>
                <a:gd name="connsiteY18" fmla="*/ 304060 h 316081"/>
                <a:gd name="connsiteX19" fmla="*/ 70012 w 118879"/>
                <a:gd name="connsiteY19" fmla="*/ 293727 h 316081"/>
                <a:gd name="connsiteX20" fmla="*/ 50013 w 118879"/>
                <a:gd name="connsiteY20" fmla="*/ 253398 h 316081"/>
                <a:gd name="connsiteX21" fmla="*/ 24849 w 118879"/>
                <a:gd name="connsiteY21" fmla="*/ 168655 h 316081"/>
                <a:gd name="connsiteX22" fmla="*/ 11100 w 118879"/>
                <a:gd name="connsiteY22" fmla="*/ 78746 h 316081"/>
                <a:gd name="connsiteX23" fmla="*/ 18350 w 118879"/>
                <a:gd name="connsiteY23" fmla="*/ 15169 h 316081"/>
                <a:gd name="connsiteX24" fmla="*/ 37848 w 118879"/>
                <a:gd name="connsiteY24" fmla="*/ 16419 h 316081"/>
                <a:gd name="connsiteX25" fmla="*/ 44180 w 118879"/>
                <a:gd name="connsiteY25" fmla="*/ 35251 h 316081"/>
                <a:gd name="connsiteX26" fmla="*/ 52013 w 118879"/>
                <a:gd name="connsiteY26" fmla="*/ 56499 h 316081"/>
                <a:gd name="connsiteX27" fmla="*/ 63512 w 118879"/>
                <a:gd name="connsiteY27" fmla="*/ 100495 h 316081"/>
                <a:gd name="connsiteX28" fmla="*/ 63512 w 118879"/>
                <a:gd name="connsiteY28" fmla="*/ 100495 h 316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18879" h="316081">
                  <a:moveTo>
                    <a:pt x="51013" y="27251"/>
                  </a:moveTo>
                  <a:cubicBezTo>
                    <a:pt x="47681" y="18919"/>
                    <a:pt x="45931" y="6920"/>
                    <a:pt x="37015" y="2670"/>
                  </a:cubicBezTo>
                  <a:cubicBezTo>
                    <a:pt x="35682" y="2004"/>
                    <a:pt x="34348" y="1587"/>
                    <a:pt x="33015" y="1337"/>
                  </a:cubicBezTo>
                  <a:cubicBezTo>
                    <a:pt x="32432" y="420"/>
                    <a:pt x="31432" y="-246"/>
                    <a:pt x="30098" y="87"/>
                  </a:cubicBezTo>
                  <a:cubicBezTo>
                    <a:pt x="28765" y="420"/>
                    <a:pt x="27432" y="754"/>
                    <a:pt x="26182" y="1170"/>
                  </a:cubicBezTo>
                  <a:cubicBezTo>
                    <a:pt x="20183" y="2170"/>
                    <a:pt x="14600" y="6003"/>
                    <a:pt x="11100" y="11086"/>
                  </a:cubicBezTo>
                  <a:cubicBezTo>
                    <a:pt x="-899" y="28334"/>
                    <a:pt x="-1149" y="50416"/>
                    <a:pt x="1101" y="71497"/>
                  </a:cubicBezTo>
                  <a:cubicBezTo>
                    <a:pt x="1935" y="93079"/>
                    <a:pt x="5184" y="114660"/>
                    <a:pt x="8767" y="135575"/>
                  </a:cubicBezTo>
                  <a:cubicBezTo>
                    <a:pt x="14100" y="166656"/>
                    <a:pt x="22266" y="197153"/>
                    <a:pt x="30932" y="227316"/>
                  </a:cubicBezTo>
                  <a:cubicBezTo>
                    <a:pt x="38181" y="252731"/>
                    <a:pt x="45431" y="286478"/>
                    <a:pt x="64846" y="305976"/>
                  </a:cubicBezTo>
                  <a:cubicBezTo>
                    <a:pt x="77428" y="318642"/>
                    <a:pt x="101676" y="320642"/>
                    <a:pt x="112591" y="304809"/>
                  </a:cubicBezTo>
                  <a:cubicBezTo>
                    <a:pt x="126923" y="284061"/>
                    <a:pt x="113008" y="248564"/>
                    <a:pt x="107675" y="226983"/>
                  </a:cubicBezTo>
                  <a:cubicBezTo>
                    <a:pt x="99176" y="192570"/>
                    <a:pt x="89343" y="158739"/>
                    <a:pt x="79928" y="124576"/>
                  </a:cubicBezTo>
                  <a:cubicBezTo>
                    <a:pt x="70928" y="91579"/>
                    <a:pt x="63846" y="58998"/>
                    <a:pt x="51013" y="27251"/>
                  </a:cubicBezTo>
                  <a:lnTo>
                    <a:pt x="51013" y="27251"/>
                  </a:lnTo>
                  <a:close/>
                  <a:moveTo>
                    <a:pt x="63512" y="100495"/>
                  </a:moveTo>
                  <a:cubicBezTo>
                    <a:pt x="70679" y="131242"/>
                    <a:pt x="79844" y="161239"/>
                    <a:pt x="87593" y="191820"/>
                  </a:cubicBezTo>
                  <a:cubicBezTo>
                    <a:pt x="94843" y="220234"/>
                    <a:pt x="106009" y="251565"/>
                    <a:pt x="105925" y="281062"/>
                  </a:cubicBezTo>
                  <a:cubicBezTo>
                    <a:pt x="105925" y="292144"/>
                    <a:pt x="103759" y="302393"/>
                    <a:pt x="91010" y="304060"/>
                  </a:cubicBezTo>
                  <a:cubicBezTo>
                    <a:pt x="82344" y="305143"/>
                    <a:pt x="74845" y="300227"/>
                    <a:pt x="70012" y="293727"/>
                  </a:cubicBezTo>
                  <a:cubicBezTo>
                    <a:pt x="61012" y="281728"/>
                    <a:pt x="55096" y="267396"/>
                    <a:pt x="50013" y="253398"/>
                  </a:cubicBezTo>
                  <a:cubicBezTo>
                    <a:pt x="40014" y="225733"/>
                    <a:pt x="31682" y="197236"/>
                    <a:pt x="24849" y="168655"/>
                  </a:cubicBezTo>
                  <a:cubicBezTo>
                    <a:pt x="17850" y="139241"/>
                    <a:pt x="12933" y="108911"/>
                    <a:pt x="11100" y="78746"/>
                  </a:cubicBezTo>
                  <a:cubicBezTo>
                    <a:pt x="10017" y="61581"/>
                    <a:pt x="6767" y="31668"/>
                    <a:pt x="18350" y="15169"/>
                  </a:cubicBezTo>
                  <a:cubicBezTo>
                    <a:pt x="22766" y="12586"/>
                    <a:pt x="29265" y="13003"/>
                    <a:pt x="37848" y="16419"/>
                  </a:cubicBezTo>
                  <a:cubicBezTo>
                    <a:pt x="41181" y="20585"/>
                    <a:pt x="42348" y="30168"/>
                    <a:pt x="44180" y="35251"/>
                  </a:cubicBezTo>
                  <a:cubicBezTo>
                    <a:pt x="46847" y="42333"/>
                    <a:pt x="49680" y="49249"/>
                    <a:pt x="52013" y="56499"/>
                  </a:cubicBezTo>
                  <a:cubicBezTo>
                    <a:pt x="56596" y="70831"/>
                    <a:pt x="60096" y="85663"/>
                    <a:pt x="63512" y="100495"/>
                  </a:cubicBezTo>
                  <a:lnTo>
                    <a:pt x="63512" y="100495"/>
                  </a:lnTo>
                  <a:close/>
                </a:path>
              </a:pathLst>
            </a:custGeom>
            <a:grpFill/>
            <a:ln w="8332" cap="flat">
              <a:noFill/>
              <a:prstDash val="solid"/>
              <a:miter/>
            </a:ln>
          </p:spPr>
          <p:txBody>
            <a:bodyPr rtlCol="0" anchor="ctr"/>
            <a:lstStyle/>
            <a:p>
              <a:endParaRPr lang="en-US"/>
            </a:p>
          </p:txBody>
        </p:sp>
        <p:sp>
          <p:nvSpPr>
            <p:cNvPr id="2582" name="Freeform: Shape 2581"/>
            <p:cNvSpPr/>
            <p:nvPr/>
          </p:nvSpPr>
          <p:spPr>
            <a:xfrm>
              <a:off x="10445645" y="5823639"/>
              <a:ext cx="389055" cy="752592"/>
            </a:xfrm>
            <a:custGeom>
              <a:avLst/>
              <a:gdLst>
                <a:gd name="connsiteX0" fmla="*/ 226748 w 389055"/>
                <a:gd name="connsiteY0" fmla="*/ 677119 h 752592"/>
                <a:gd name="connsiteX1" fmla="*/ 211916 w 389055"/>
                <a:gd name="connsiteY1" fmla="*/ 657037 h 752592"/>
                <a:gd name="connsiteX2" fmla="*/ 207416 w 389055"/>
                <a:gd name="connsiteY2" fmla="*/ 633040 h 752592"/>
                <a:gd name="connsiteX3" fmla="*/ 213083 w 389055"/>
                <a:gd name="connsiteY3" fmla="*/ 568879 h 752592"/>
                <a:gd name="connsiteX4" fmla="*/ 246663 w 389055"/>
                <a:gd name="connsiteY4" fmla="*/ 440807 h 752592"/>
                <a:gd name="connsiteX5" fmla="*/ 247246 w 389055"/>
                <a:gd name="connsiteY5" fmla="*/ 440724 h 752592"/>
                <a:gd name="connsiteX6" fmla="*/ 251162 w 389055"/>
                <a:gd name="connsiteY6" fmla="*/ 440141 h 752592"/>
                <a:gd name="connsiteX7" fmla="*/ 251413 w 389055"/>
                <a:gd name="connsiteY7" fmla="*/ 440057 h 752592"/>
                <a:gd name="connsiteX8" fmla="*/ 260828 w 389055"/>
                <a:gd name="connsiteY8" fmla="*/ 437307 h 752592"/>
                <a:gd name="connsiteX9" fmla="*/ 263494 w 389055"/>
                <a:gd name="connsiteY9" fmla="*/ 435224 h 752592"/>
                <a:gd name="connsiteX10" fmla="*/ 303158 w 389055"/>
                <a:gd name="connsiteY10" fmla="*/ 412643 h 752592"/>
                <a:gd name="connsiteX11" fmla="*/ 316740 w 389055"/>
                <a:gd name="connsiteY11" fmla="*/ 362564 h 752592"/>
                <a:gd name="connsiteX12" fmla="*/ 355236 w 389055"/>
                <a:gd name="connsiteY12" fmla="*/ 309402 h 752592"/>
                <a:gd name="connsiteX13" fmla="*/ 356737 w 389055"/>
                <a:gd name="connsiteY13" fmla="*/ 283155 h 752592"/>
                <a:gd name="connsiteX14" fmla="*/ 354987 w 389055"/>
                <a:gd name="connsiteY14" fmla="*/ 265740 h 752592"/>
                <a:gd name="connsiteX15" fmla="*/ 367319 w 389055"/>
                <a:gd name="connsiteY15" fmla="*/ 247241 h 752592"/>
                <a:gd name="connsiteX16" fmla="*/ 388984 w 389055"/>
                <a:gd name="connsiteY16" fmla="*/ 199579 h 752592"/>
                <a:gd name="connsiteX17" fmla="*/ 366486 w 389055"/>
                <a:gd name="connsiteY17" fmla="*/ 143584 h 752592"/>
                <a:gd name="connsiteX18" fmla="*/ 361569 w 389055"/>
                <a:gd name="connsiteY18" fmla="*/ 84089 h 752592"/>
                <a:gd name="connsiteX19" fmla="*/ 324323 w 389055"/>
                <a:gd name="connsiteY19" fmla="*/ 53759 h 752592"/>
                <a:gd name="connsiteX20" fmla="*/ 289492 w 389055"/>
                <a:gd name="connsiteY20" fmla="*/ 37427 h 752592"/>
                <a:gd name="connsiteX21" fmla="*/ 273661 w 389055"/>
                <a:gd name="connsiteY21" fmla="*/ 17512 h 752592"/>
                <a:gd name="connsiteX22" fmla="*/ 221082 w 389055"/>
                <a:gd name="connsiteY22" fmla="*/ 97 h 752592"/>
                <a:gd name="connsiteX23" fmla="*/ 162504 w 389055"/>
                <a:gd name="connsiteY23" fmla="*/ 12096 h 752592"/>
                <a:gd name="connsiteX24" fmla="*/ 106592 w 389055"/>
                <a:gd name="connsiteY24" fmla="*/ 23012 h 752592"/>
                <a:gd name="connsiteX25" fmla="*/ 65596 w 389055"/>
                <a:gd name="connsiteY25" fmla="*/ 60425 h 752592"/>
                <a:gd name="connsiteX26" fmla="*/ 23767 w 389055"/>
                <a:gd name="connsiteY26" fmla="*/ 88839 h 752592"/>
                <a:gd name="connsiteX27" fmla="*/ 9768 w 389055"/>
                <a:gd name="connsiteY27" fmla="*/ 137585 h 752592"/>
                <a:gd name="connsiteX28" fmla="*/ 11268 w 389055"/>
                <a:gd name="connsiteY28" fmla="*/ 152083 h 752592"/>
                <a:gd name="connsiteX29" fmla="*/ 5685 w 389055"/>
                <a:gd name="connsiteY29" fmla="*/ 169748 h 752592"/>
                <a:gd name="connsiteX30" fmla="*/ 18 w 389055"/>
                <a:gd name="connsiteY30" fmla="*/ 195246 h 752592"/>
                <a:gd name="connsiteX31" fmla="*/ 21933 w 389055"/>
                <a:gd name="connsiteY31" fmla="*/ 249741 h 752592"/>
                <a:gd name="connsiteX32" fmla="*/ 28516 w 389055"/>
                <a:gd name="connsiteY32" fmla="*/ 284654 h 752592"/>
                <a:gd name="connsiteX33" fmla="*/ 23849 w 389055"/>
                <a:gd name="connsiteY33" fmla="*/ 312402 h 752592"/>
                <a:gd name="connsiteX34" fmla="*/ 99593 w 389055"/>
                <a:gd name="connsiteY34" fmla="*/ 409060 h 752592"/>
                <a:gd name="connsiteX35" fmla="*/ 113009 w 389055"/>
                <a:gd name="connsiteY35" fmla="*/ 433474 h 752592"/>
                <a:gd name="connsiteX36" fmla="*/ 132256 w 389055"/>
                <a:gd name="connsiteY36" fmla="*/ 470305 h 752592"/>
                <a:gd name="connsiteX37" fmla="*/ 134423 w 389055"/>
                <a:gd name="connsiteY37" fmla="*/ 472221 h 752592"/>
                <a:gd name="connsiteX38" fmla="*/ 141173 w 389055"/>
                <a:gd name="connsiteY38" fmla="*/ 556463 h 752592"/>
                <a:gd name="connsiteX39" fmla="*/ 142755 w 389055"/>
                <a:gd name="connsiteY39" fmla="*/ 612292 h 752592"/>
                <a:gd name="connsiteX40" fmla="*/ 112508 w 389055"/>
                <a:gd name="connsiteY40" fmla="*/ 655288 h 752592"/>
                <a:gd name="connsiteX41" fmla="*/ 96260 w 389055"/>
                <a:gd name="connsiteY41" fmla="*/ 730114 h 752592"/>
                <a:gd name="connsiteX42" fmla="*/ 137923 w 389055"/>
                <a:gd name="connsiteY42" fmla="*/ 732531 h 752592"/>
                <a:gd name="connsiteX43" fmla="*/ 161254 w 389055"/>
                <a:gd name="connsiteY43" fmla="*/ 717616 h 752592"/>
                <a:gd name="connsiteX44" fmla="*/ 213000 w 389055"/>
                <a:gd name="connsiteY44" fmla="*/ 750779 h 752592"/>
                <a:gd name="connsiteX45" fmla="*/ 226748 w 389055"/>
                <a:gd name="connsiteY45" fmla="*/ 677119 h 752592"/>
                <a:gd name="connsiteX46" fmla="*/ 226748 w 389055"/>
                <a:gd name="connsiteY46" fmla="*/ 677119 h 752592"/>
                <a:gd name="connsiteX47" fmla="*/ 118341 w 389055"/>
                <a:gd name="connsiteY47" fmla="*/ 419809 h 752592"/>
                <a:gd name="connsiteX48" fmla="*/ 105092 w 389055"/>
                <a:gd name="connsiteY48" fmla="*/ 404644 h 752592"/>
                <a:gd name="connsiteX49" fmla="*/ 105092 w 389055"/>
                <a:gd name="connsiteY49" fmla="*/ 404644 h 752592"/>
                <a:gd name="connsiteX50" fmla="*/ 40848 w 389055"/>
                <a:gd name="connsiteY50" fmla="*/ 314152 h 752592"/>
                <a:gd name="connsiteX51" fmla="*/ 50514 w 389055"/>
                <a:gd name="connsiteY51" fmla="*/ 268156 h 752592"/>
                <a:gd name="connsiteX52" fmla="*/ 32016 w 389055"/>
                <a:gd name="connsiteY52" fmla="*/ 230743 h 752592"/>
                <a:gd name="connsiteX53" fmla="*/ 20850 w 389055"/>
                <a:gd name="connsiteY53" fmla="*/ 178581 h 752592"/>
                <a:gd name="connsiteX54" fmla="*/ 28433 w 389055"/>
                <a:gd name="connsiteY54" fmla="*/ 157499 h 752592"/>
                <a:gd name="connsiteX55" fmla="*/ 26433 w 389055"/>
                <a:gd name="connsiteY55" fmla="*/ 130835 h 752592"/>
                <a:gd name="connsiteX56" fmla="*/ 50681 w 389055"/>
                <a:gd name="connsiteY56" fmla="*/ 83089 h 752592"/>
                <a:gd name="connsiteX57" fmla="*/ 89344 w 389055"/>
                <a:gd name="connsiteY57" fmla="*/ 58758 h 752592"/>
                <a:gd name="connsiteX58" fmla="*/ 136257 w 389055"/>
                <a:gd name="connsiteY58" fmla="*/ 29927 h 752592"/>
                <a:gd name="connsiteX59" fmla="*/ 185502 w 389055"/>
                <a:gd name="connsiteY59" fmla="*/ 21011 h 752592"/>
                <a:gd name="connsiteX60" fmla="*/ 238914 w 389055"/>
                <a:gd name="connsiteY60" fmla="*/ 17845 h 752592"/>
                <a:gd name="connsiteX61" fmla="*/ 266577 w 389055"/>
                <a:gd name="connsiteY61" fmla="*/ 30844 h 752592"/>
                <a:gd name="connsiteX62" fmla="*/ 282576 w 389055"/>
                <a:gd name="connsiteY62" fmla="*/ 53759 h 752592"/>
                <a:gd name="connsiteX63" fmla="*/ 302241 w 389055"/>
                <a:gd name="connsiteY63" fmla="*/ 61174 h 752592"/>
                <a:gd name="connsiteX64" fmla="*/ 332155 w 389055"/>
                <a:gd name="connsiteY64" fmla="*/ 75756 h 752592"/>
                <a:gd name="connsiteX65" fmla="*/ 348070 w 389055"/>
                <a:gd name="connsiteY65" fmla="*/ 94922 h 752592"/>
                <a:gd name="connsiteX66" fmla="*/ 345737 w 389055"/>
                <a:gd name="connsiteY66" fmla="*/ 128335 h 752592"/>
                <a:gd name="connsiteX67" fmla="*/ 361986 w 389055"/>
                <a:gd name="connsiteY67" fmla="*/ 170248 h 752592"/>
                <a:gd name="connsiteX68" fmla="*/ 358569 w 389055"/>
                <a:gd name="connsiteY68" fmla="*/ 230243 h 752592"/>
                <a:gd name="connsiteX69" fmla="*/ 337738 w 389055"/>
                <a:gd name="connsiteY69" fmla="*/ 275322 h 752592"/>
                <a:gd name="connsiteX70" fmla="*/ 333322 w 389055"/>
                <a:gd name="connsiteY70" fmla="*/ 314735 h 752592"/>
                <a:gd name="connsiteX71" fmla="*/ 312740 w 389055"/>
                <a:gd name="connsiteY71" fmla="*/ 337816 h 752592"/>
                <a:gd name="connsiteX72" fmla="*/ 296659 w 389055"/>
                <a:gd name="connsiteY72" fmla="*/ 383062 h 752592"/>
                <a:gd name="connsiteX73" fmla="*/ 277827 w 389055"/>
                <a:gd name="connsiteY73" fmla="*/ 409643 h 752592"/>
                <a:gd name="connsiteX74" fmla="*/ 245413 w 389055"/>
                <a:gd name="connsiteY74" fmla="*/ 426059 h 752592"/>
                <a:gd name="connsiteX75" fmla="*/ 244913 w 389055"/>
                <a:gd name="connsiteY75" fmla="*/ 426392 h 752592"/>
                <a:gd name="connsiteX76" fmla="*/ 218999 w 389055"/>
                <a:gd name="connsiteY76" fmla="*/ 431808 h 752592"/>
                <a:gd name="connsiteX77" fmla="*/ 200167 w 389055"/>
                <a:gd name="connsiteY77" fmla="*/ 443973 h 752592"/>
                <a:gd name="connsiteX78" fmla="*/ 160754 w 389055"/>
                <a:gd name="connsiteY78" fmla="*/ 419559 h 752592"/>
                <a:gd name="connsiteX79" fmla="*/ 137923 w 389055"/>
                <a:gd name="connsiteY79" fmla="*/ 449473 h 752592"/>
                <a:gd name="connsiteX80" fmla="*/ 133423 w 389055"/>
                <a:gd name="connsiteY80" fmla="*/ 439974 h 752592"/>
                <a:gd name="connsiteX81" fmla="*/ 118341 w 389055"/>
                <a:gd name="connsiteY81" fmla="*/ 419809 h 752592"/>
                <a:gd name="connsiteX82" fmla="*/ 118341 w 389055"/>
                <a:gd name="connsiteY82" fmla="*/ 419809 h 752592"/>
                <a:gd name="connsiteX83" fmla="*/ 213333 w 389055"/>
                <a:gd name="connsiteY83" fmla="*/ 730947 h 752592"/>
                <a:gd name="connsiteX84" fmla="*/ 188918 w 389055"/>
                <a:gd name="connsiteY84" fmla="*/ 731198 h 752592"/>
                <a:gd name="connsiteX85" fmla="*/ 172836 w 389055"/>
                <a:gd name="connsiteY85" fmla="*/ 699867 h 752592"/>
                <a:gd name="connsiteX86" fmla="*/ 159921 w 389055"/>
                <a:gd name="connsiteY86" fmla="*/ 696450 h 752592"/>
                <a:gd name="connsiteX87" fmla="*/ 138340 w 389055"/>
                <a:gd name="connsiteY87" fmla="*/ 716116 h 752592"/>
                <a:gd name="connsiteX88" fmla="*/ 108425 w 389055"/>
                <a:gd name="connsiteY88" fmla="*/ 718032 h 752592"/>
                <a:gd name="connsiteX89" fmla="*/ 119592 w 389055"/>
                <a:gd name="connsiteY89" fmla="*/ 672119 h 752592"/>
                <a:gd name="connsiteX90" fmla="*/ 158254 w 389055"/>
                <a:gd name="connsiteY90" fmla="*/ 613875 h 752592"/>
                <a:gd name="connsiteX91" fmla="*/ 152588 w 389055"/>
                <a:gd name="connsiteY91" fmla="*/ 528799 h 752592"/>
                <a:gd name="connsiteX92" fmla="*/ 144839 w 389055"/>
                <a:gd name="connsiteY92" fmla="*/ 485303 h 752592"/>
                <a:gd name="connsiteX93" fmla="*/ 143089 w 389055"/>
                <a:gd name="connsiteY93" fmla="*/ 470471 h 752592"/>
                <a:gd name="connsiteX94" fmla="*/ 143589 w 389055"/>
                <a:gd name="connsiteY94" fmla="*/ 469971 h 752592"/>
                <a:gd name="connsiteX95" fmla="*/ 160587 w 389055"/>
                <a:gd name="connsiteY95" fmla="*/ 435557 h 752592"/>
                <a:gd name="connsiteX96" fmla="*/ 178669 w 389055"/>
                <a:gd name="connsiteY96" fmla="*/ 439641 h 752592"/>
                <a:gd name="connsiteX97" fmla="*/ 184752 w 389055"/>
                <a:gd name="connsiteY97" fmla="*/ 446973 h 752592"/>
                <a:gd name="connsiteX98" fmla="*/ 195001 w 389055"/>
                <a:gd name="connsiteY98" fmla="*/ 458139 h 752592"/>
                <a:gd name="connsiteX99" fmla="*/ 202250 w 389055"/>
                <a:gd name="connsiteY99" fmla="*/ 459139 h 752592"/>
                <a:gd name="connsiteX100" fmla="*/ 224499 w 389055"/>
                <a:gd name="connsiteY100" fmla="*/ 445057 h 752592"/>
                <a:gd name="connsiteX101" fmla="*/ 227832 w 389055"/>
                <a:gd name="connsiteY101" fmla="*/ 443890 h 752592"/>
                <a:gd name="connsiteX102" fmla="*/ 203000 w 389055"/>
                <a:gd name="connsiteY102" fmla="*/ 515134 h 752592"/>
                <a:gd name="connsiteX103" fmla="*/ 197584 w 389055"/>
                <a:gd name="connsiteY103" fmla="*/ 561713 h 752592"/>
                <a:gd name="connsiteX104" fmla="*/ 194251 w 389055"/>
                <a:gd name="connsiteY104" fmla="*/ 616791 h 752592"/>
                <a:gd name="connsiteX105" fmla="*/ 190085 w 389055"/>
                <a:gd name="connsiteY105" fmla="*/ 654705 h 752592"/>
                <a:gd name="connsiteX106" fmla="*/ 212666 w 389055"/>
                <a:gd name="connsiteY106" fmla="*/ 682452 h 752592"/>
                <a:gd name="connsiteX107" fmla="*/ 213333 w 389055"/>
                <a:gd name="connsiteY107" fmla="*/ 730947 h 752592"/>
                <a:gd name="connsiteX108" fmla="*/ 213333 w 389055"/>
                <a:gd name="connsiteY108" fmla="*/ 730947 h 752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389055" h="752592">
                  <a:moveTo>
                    <a:pt x="226748" y="677119"/>
                  </a:moveTo>
                  <a:cubicBezTo>
                    <a:pt x="222499" y="669870"/>
                    <a:pt x="217249" y="663454"/>
                    <a:pt x="211916" y="657037"/>
                  </a:cubicBezTo>
                  <a:cubicBezTo>
                    <a:pt x="205001" y="648705"/>
                    <a:pt x="205417" y="643372"/>
                    <a:pt x="207416" y="633040"/>
                  </a:cubicBezTo>
                  <a:cubicBezTo>
                    <a:pt x="211666" y="611375"/>
                    <a:pt x="211250" y="590627"/>
                    <a:pt x="213083" y="568879"/>
                  </a:cubicBezTo>
                  <a:cubicBezTo>
                    <a:pt x="216582" y="527466"/>
                    <a:pt x="218416" y="473971"/>
                    <a:pt x="246663" y="440807"/>
                  </a:cubicBezTo>
                  <a:cubicBezTo>
                    <a:pt x="246829" y="440807"/>
                    <a:pt x="247079" y="440724"/>
                    <a:pt x="247246" y="440724"/>
                  </a:cubicBezTo>
                  <a:cubicBezTo>
                    <a:pt x="248413" y="440890"/>
                    <a:pt x="249746" y="440724"/>
                    <a:pt x="251162" y="440141"/>
                  </a:cubicBezTo>
                  <a:cubicBezTo>
                    <a:pt x="251246" y="440141"/>
                    <a:pt x="251329" y="440057"/>
                    <a:pt x="251413" y="440057"/>
                  </a:cubicBezTo>
                  <a:cubicBezTo>
                    <a:pt x="254579" y="439474"/>
                    <a:pt x="257745" y="438641"/>
                    <a:pt x="260828" y="437307"/>
                  </a:cubicBezTo>
                  <a:cubicBezTo>
                    <a:pt x="261995" y="436807"/>
                    <a:pt x="262912" y="436057"/>
                    <a:pt x="263494" y="435224"/>
                  </a:cubicBezTo>
                  <a:cubicBezTo>
                    <a:pt x="277744" y="429558"/>
                    <a:pt x="292992" y="422976"/>
                    <a:pt x="303158" y="412643"/>
                  </a:cubicBezTo>
                  <a:cubicBezTo>
                    <a:pt x="317073" y="398644"/>
                    <a:pt x="309657" y="379063"/>
                    <a:pt x="316740" y="362564"/>
                  </a:cubicBezTo>
                  <a:cubicBezTo>
                    <a:pt x="325573" y="341983"/>
                    <a:pt x="348654" y="331900"/>
                    <a:pt x="355236" y="309402"/>
                  </a:cubicBezTo>
                  <a:cubicBezTo>
                    <a:pt x="357736" y="301070"/>
                    <a:pt x="357486" y="291737"/>
                    <a:pt x="356737" y="283155"/>
                  </a:cubicBezTo>
                  <a:cubicBezTo>
                    <a:pt x="356236" y="277655"/>
                    <a:pt x="354070" y="271239"/>
                    <a:pt x="354987" y="265740"/>
                  </a:cubicBezTo>
                  <a:cubicBezTo>
                    <a:pt x="356236" y="258324"/>
                    <a:pt x="362652" y="252658"/>
                    <a:pt x="367319" y="247241"/>
                  </a:cubicBezTo>
                  <a:cubicBezTo>
                    <a:pt x="378651" y="234076"/>
                    <a:pt x="390067" y="217827"/>
                    <a:pt x="388984" y="199579"/>
                  </a:cubicBezTo>
                  <a:cubicBezTo>
                    <a:pt x="387817" y="178664"/>
                    <a:pt x="375151" y="161832"/>
                    <a:pt x="366486" y="143584"/>
                  </a:cubicBezTo>
                  <a:cubicBezTo>
                    <a:pt x="357570" y="124669"/>
                    <a:pt x="370569" y="103671"/>
                    <a:pt x="361569" y="84089"/>
                  </a:cubicBezTo>
                  <a:cubicBezTo>
                    <a:pt x="354653" y="69090"/>
                    <a:pt x="338571" y="60508"/>
                    <a:pt x="324323" y="53759"/>
                  </a:cubicBezTo>
                  <a:cubicBezTo>
                    <a:pt x="313324" y="48592"/>
                    <a:pt x="297825" y="47092"/>
                    <a:pt x="289492" y="37427"/>
                  </a:cubicBezTo>
                  <a:cubicBezTo>
                    <a:pt x="283826" y="30677"/>
                    <a:pt x="281077" y="23178"/>
                    <a:pt x="273661" y="17512"/>
                  </a:cubicBezTo>
                  <a:cubicBezTo>
                    <a:pt x="258996" y="6180"/>
                    <a:pt x="239331" y="1013"/>
                    <a:pt x="221082" y="97"/>
                  </a:cubicBezTo>
                  <a:cubicBezTo>
                    <a:pt x="200417" y="-986"/>
                    <a:pt x="182168" y="7263"/>
                    <a:pt x="162504" y="12096"/>
                  </a:cubicBezTo>
                  <a:cubicBezTo>
                    <a:pt x="143755" y="16679"/>
                    <a:pt x="124007" y="13512"/>
                    <a:pt x="106592" y="23012"/>
                  </a:cubicBezTo>
                  <a:cubicBezTo>
                    <a:pt x="89677" y="32261"/>
                    <a:pt x="82678" y="52676"/>
                    <a:pt x="65596" y="60425"/>
                  </a:cubicBezTo>
                  <a:cubicBezTo>
                    <a:pt x="49347" y="67841"/>
                    <a:pt x="34099" y="72924"/>
                    <a:pt x="23767" y="88839"/>
                  </a:cubicBezTo>
                  <a:cubicBezTo>
                    <a:pt x="15600" y="101421"/>
                    <a:pt x="8684" y="122252"/>
                    <a:pt x="9768" y="137585"/>
                  </a:cubicBezTo>
                  <a:cubicBezTo>
                    <a:pt x="10101" y="142417"/>
                    <a:pt x="11517" y="147167"/>
                    <a:pt x="11268" y="152083"/>
                  </a:cubicBezTo>
                  <a:cubicBezTo>
                    <a:pt x="10934" y="158499"/>
                    <a:pt x="8267" y="163915"/>
                    <a:pt x="5685" y="169748"/>
                  </a:cubicBezTo>
                  <a:cubicBezTo>
                    <a:pt x="2101" y="178081"/>
                    <a:pt x="-231" y="185997"/>
                    <a:pt x="18" y="195246"/>
                  </a:cubicBezTo>
                  <a:cubicBezTo>
                    <a:pt x="602" y="215577"/>
                    <a:pt x="11767" y="232826"/>
                    <a:pt x="21933" y="249741"/>
                  </a:cubicBezTo>
                  <a:cubicBezTo>
                    <a:pt x="29933" y="263073"/>
                    <a:pt x="32766" y="269239"/>
                    <a:pt x="28516" y="284654"/>
                  </a:cubicBezTo>
                  <a:cubicBezTo>
                    <a:pt x="25932" y="293820"/>
                    <a:pt x="23433" y="302736"/>
                    <a:pt x="23849" y="312402"/>
                  </a:cubicBezTo>
                  <a:cubicBezTo>
                    <a:pt x="25683" y="357815"/>
                    <a:pt x="65346" y="386229"/>
                    <a:pt x="99593" y="409060"/>
                  </a:cubicBezTo>
                  <a:cubicBezTo>
                    <a:pt x="104175" y="417059"/>
                    <a:pt x="107592" y="425559"/>
                    <a:pt x="113009" y="433474"/>
                  </a:cubicBezTo>
                  <a:cubicBezTo>
                    <a:pt x="121007" y="445223"/>
                    <a:pt x="124924" y="458389"/>
                    <a:pt x="132256" y="470305"/>
                  </a:cubicBezTo>
                  <a:cubicBezTo>
                    <a:pt x="132757" y="471138"/>
                    <a:pt x="133506" y="471804"/>
                    <a:pt x="134423" y="472221"/>
                  </a:cubicBezTo>
                  <a:cubicBezTo>
                    <a:pt x="138090" y="500052"/>
                    <a:pt x="141173" y="528716"/>
                    <a:pt x="141173" y="556463"/>
                  </a:cubicBezTo>
                  <a:cubicBezTo>
                    <a:pt x="141173" y="575045"/>
                    <a:pt x="142839" y="593710"/>
                    <a:pt x="142755" y="612292"/>
                  </a:cubicBezTo>
                  <a:cubicBezTo>
                    <a:pt x="142672" y="631373"/>
                    <a:pt x="124424" y="642039"/>
                    <a:pt x="112508" y="655288"/>
                  </a:cubicBezTo>
                  <a:cubicBezTo>
                    <a:pt x="97260" y="672453"/>
                    <a:pt x="67762" y="711116"/>
                    <a:pt x="96260" y="730114"/>
                  </a:cubicBezTo>
                  <a:cubicBezTo>
                    <a:pt x="107926" y="737864"/>
                    <a:pt x="125090" y="735947"/>
                    <a:pt x="137923" y="732531"/>
                  </a:cubicBezTo>
                  <a:cubicBezTo>
                    <a:pt x="146838" y="730114"/>
                    <a:pt x="154838" y="724532"/>
                    <a:pt x="161254" y="717616"/>
                  </a:cubicBezTo>
                  <a:cubicBezTo>
                    <a:pt x="167670" y="739863"/>
                    <a:pt x="188002" y="758612"/>
                    <a:pt x="213000" y="750779"/>
                  </a:cubicBezTo>
                  <a:cubicBezTo>
                    <a:pt x="243080" y="741113"/>
                    <a:pt x="238914" y="697951"/>
                    <a:pt x="226748" y="677119"/>
                  </a:cubicBezTo>
                  <a:lnTo>
                    <a:pt x="226748" y="677119"/>
                  </a:lnTo>
                  <a:close/>
                  <a:moveTo>
                    <a:pt x="118341" y="419809"/>
                  </a:moveTo>
                  <a:cubicBezTo>
                    <a:pt x="114259" y="414476"/>
                    <a:pt x="110842" y="407727"/>
                    <a:pt x="105092" y="404644"/>
                  </a:cubicBezTo>
                  <a:lnTo>
                    <a:pt x="105092" y="404644"/>
                  </a:lnTo>
                  <a:cubicBezTo>
                    <a:pt x="77678" y="384645"/>
                    <a:pt x="42432" y="350399"/>
                    <a:pt x="40848" y="314152"/>
                  </a:cubicBezTo>
                  <a:cubicBezTo>
                    <a:pt x="40182" y="298153"/>
                    <a:pt x="51764" y="284071"/>
                    <a:pt x="50514" y="268156"/>
                  </a:cubicBezTo>
                  <a:cubicBezTo>
                    <a:pt x="49431" y="254490"/>
                    <a:pt x="38682" y="242158"/>
                    <a:pt x="32016" y="230743"/>
                  </a:cubicBezTo>
                  <a:cubicBezTo>
                    <a:pt x="22100" y="213911"/>
                    <a:pt x="13767" y="198246"/>
                    <a:pt x="20850" y="178581"/>
                  </a:cubicBezTo>
                  <a:cubicBezTo>
                    <a:pt x="23350" y="171581"/>
                    <a:pt x="27433" y="165082"/>
                    <a:pt x="28433" y="157499"/>
                  </a:cubicBezTo>
                  <a:cubicBezTo>
                    <a:pt x="29599" y="148417"/>
                    <a:pt x="25850" y="139834"/>
                    <a:pt x="26433" y="130835"/>
                  </a:cubicBezTo>
                  <a:cubicBezTo>
                    <a:pt x="27683" y="113253"/>
                    <a:pt x="36182" y="93255"/>
                    <a:pt x="50681" y="83089"/>
                  </a:cubicBezTo>
                  <a:cubicBezTo>
                    <a:pt x="64180" y="73590"/>
                    <a:pt x="78762" y="72340"/>
                    <a:pt x="89344" y="58758"/>
                  </a:cubicBezTo>
                  <a:cubicBezTo>
                    <a:pt x="102259" y="42176"/>
                    <a:pt x="113925" y="30427"/>
                    <a:pt x="136257" y="29927"/>
                  </a:cubicBezTo>
                  <a:cubicBezTo>
                    <a:pt x="153338" y="29594"/>
                    <a:pt x="169170" y="25761"/>
                    <a:pt x="185502" y="21011"/>
                  </a:cubicBezTo>
                  <a:cubicBezTo>
                    <a:pt x="203500" y="15762"/>
                    <a:pt x="220416" y="13345"/>
                    <a:pt x="238914" y="17845"/>
                  </a:cubicBezTo>
                  <a:cubicBezTo>
                    <a:pt x="248580" y="20262"/>
                    <a:pt x="258912" y="24261"/>
                    <a:pt x="266577" y="30844"/>
                  </a:cubicBezTo>
                  <a:cubicBezTo>
                    <a:pt x="274077" y="37343"/>
                    <a:pt x="275410" y="47426"/>
                    <a:pt x="282576" y="53759"/>
                  </a:cubicBezTo>
                  <a:cubicBezTo>
                    <a:pt x="287993" y="58508"/>
                    <a:pt x="295741" y="59091"/>
                    <a:pt x="302241" y="61174"/>
                  </a:cubicBezTo>
                  <a:cubicBezTo>
                    <a:pt x="312740" y="64508"/>
                    <a:pt x="322989" y="69674"/>
                    <a:pt x="332155" y="75756"/>
                  </a:cubicBezTo>
                  <a:cubicBezTo>
                    <a:pt x="339571" y="80673"/>
                    <a:pt x="345737" y="86006"/>
                    <a:pt x="348070" y="94922"/>
                  </a:cubicBezTo>
                  <a:cubicBezTo>
                    <a:pt x="350903" y="106087"/>
                    <a:pt x="346071" y="117170"/>
                    <a:pt x="345737" y="128335"/>
                  </a:cubicBezTo>
                  <a:cubicBezTo>
                    <a:pt x="345238" y="144000"/>
                    <a:pt x="354987" y="156999"/>
                    <a:pt x="361986" y="170248"/>
                  </a:cubicBezTo>
                  <a:cubicBezTo>
                    <a:pt x="373735" y="192579"/>
                    <a:pt x="374901" y="210161"/>
                    <a:pt x="358569" y="230243"/>
                  </a:cubicBezTo>
                  <a:cubicBezTo>
                    <a:pt x="346571" y="244991"/>
                    <a:pt x="335405" y="255074"/>
                    <a:pt x="337738" y="275322"/>
                  </a:cubicBezTo>
                  <a:cubicBezTo>
                    <a:pt x="339322" y="289321"/>
                    <a:pt x="341571" y="302070"/>
                    <a:pt x="333322" y="314735"/>
                  </a:cubicBezTo>
                  <a:cubicBezTo>
                    <a:pt x="327656" y="323401"/>
                    <a:pt x="319490" y="330067"/>
                    <a:pt x="312740" y="337816"/>
                  </a:cubicBezTo>
                  <a:cubicBezTo>
                    <a:pt x="300908" y="351398"/>
                    <a:pt x="297409" y="365480"/>
                    <a:pt x="296659" y="383062"/>
                  </a:cubicBezTo>
                  <a:cubicBezTo>
                    <a:pt x="295992" y="397394"/>
                    <a:pt x="289909" y="402977"/>
                    <a:pt x="277827" y="409643"/>
                  </a:cubicBezTo>
                  <a:cubicBezTo>
                    <a:pt x="267245" y="415476"/>
                    <a:pt x="256245" y="420726"/>
                    <a:pt x="245413" y="426059"/>
                  </a:cubicBezTo>
                  <a:cubicBezTo>
                    <a:pt x="245247" y="426142"/>
                    <a:pt x="245080" y="426308"/>
                    <a:pt x="244913" y="426392"/>
                  </a:cubicBezTo>
                  <a:cubicBezTo>
                    <a:pt x="236164" y="427142"/>
                    <a:pt x="227582" y="428391"/>
                    <a:pt x="218999" y="431808"/>
                  </a:cubicBezTo>
                  <a:cubicBezTo>
                    <a:pt x="211499" y="434808"/>
                    <a:pt x="206500" y="439974"/>
                    <a:pt x="200167" y="443973"/>
                  </a:cubicBezTo>
                  <a:cubicBezTo>
                    <a:pt x="187668" y="433308"/>
                    <a:pt x="180669" y="416309"/>
                    <a:pt x="160754" y="419559"/>
                  </a:cubicBezTo>
                  <a:cubicBezTo>
                    <a:pt x="143672" y="422392"/>
                    <a:pt x="142089" y="436391"/>
                    <a:pt x="137923" y="449473"/>
                  </a:cubicBezTo>
                  <a:cubicBezTo>
                    <a:pt x="136589" y="446223"/>
                    <a:pt x="135257" y="442973"/>
                    <a:pt x="133423" y="439974"/>
                  </a:cubicBezTo>
                  <a:cubicBezTo>
                    <a:pt x="129007" y="432724"/>
                    <a:pt x="123341" y="426392"/>
                    <a:pt x="118341" y="419809"/>
                  </a:cubicBezTo>
                  <a:lnTo>
                    <a:pt x="118341" y="419809"/>
                  </a:lnTo>
                  <a:close/>
                  <a:moveTo>
                    <a:pt x="213333" y="730947"/>
                  </a:moveTo>
                  <a:cubicBezTo>
                    <a:pt x="206250" y="738113"/>
                    <a:pt x="196668" y="735530"/>
                    <a:pt x="188918" y="731198"/>
                  </a:cubicBezTo>
                  <a:cubicBezTo>
                    <a:pt x="177336" y="724698"/>
                    <a:pt x="172336" y="713116"/>
                    <a:pt x="172836" y="699867"/>
                  </a:cubicBezTo>
                  <a:cubicBezTo>
                    <a:pt x="173170" y="692034"/>
                    <a:pt x="163587" y="689784"/>
                    <a:pt x="159921" y="696450"/>
                  </a:cubicBezTo>
                  <a:cubicBezTo>
                    <a:pt x="155171" y="704950"/>
                    <a:pt x="147339" y="712366"/>
                    <a:pt x="138340" y="716116"/>
                  </a:cubicBezTo>
                  <a:cubicBezTo>
                    <a:pt x="131173" y="719032"/>
                    <a:pt x="115674" y="721949"/>
                    <a:pt x="108425" y="718032"/>
                  </a:cubicBezTo>
                  <a:cubicBezTo>
                    <a:pt x="90094" y="708283"/>
                    <a:pt x="111508" y="681202"/>
                    <a:pt x="119592" y="672119"/>
                  </a:cubicBezTo>
                  <a:cubicBezTo>
                    <a:pt x="135923" y="653871"/>
                    <a:pt x="158754" y="640456"/>
                    <a:pt x="158254" y="613875"/>
                  </a:cubicBezTo>
                  <a:cubicBezTo>
                    <a:pt x="157671" y="585961"/>
                    <a:pt x="156755" y="556297"/>
                    <a:pt x="152588" y="528799"/>
                  </a:cubicBezTo>
                  <a:cubicBezTo>
                    <a:pt x="150422" y="514217"/>
                    <a:pt x="147672" y="499802"/>
                    <a:pt x="144839" y="485303"/>
                  </a:cubicBezTo>
                  <a:cubicBezTo>
                    <a:pt x="143922" y="480470"/>
                    <a:pt x="143672" y="475387"/>
                    <a:pt x="143089" y="470471"/>
                  </a:cubicBezTo>
                  <a:cubicBezTo>
                    <a:pt x="143256" y="470305"/>
                    <a:pt x="143423" y="470138"/>
                    <a:pt x="143589" y="469971"/>
                  </a:cubicBezTo>
                  <a:cubicBezTo>
                    <a:pt x="151588" y="459139"/>
                    <a:pt x="149172" y="443057"/>
                    <a:pt x="160587" y="435557"/>
                  </a:cubicBezTo>
                  <a:cubicBezTo>
                    <a:pt x="168504" y="430308"/>
                    <a:pt x="172086" y="433141"/>
                    <a:pt x="178669" y="439641"/>
                  </a:cubicBezTo>
                  <a:cubicBezTo>
                    <a:pt x="180836" y="441807"/>
                    <a:pt x="182752" y="444640"/>
                    <a:pt x="184752" y="446973"/>
                  </a:cubicBezTo>
                  <a:cubicBezTo>
                    <a:pt x="188002" y="450806"/>
                    <a:pt x="190918" y="455223"/>
                    <a:pt x="195001" y="458139"/>
                  </a:cubicBezTo>
                  <a:cubicBezTo>
                    <a:pt x="197084" y="459639"/>
                    <a:pt x="199917" y="460222"/>
                    <a:pt x="202250" y="459139"/>
                  </a:cubicBezTo>
                  <a:cubicBezTo>
                    <a:pt x="210333" y="455306"/>
                    <a:pt x="216083" y="448556"/>
                    <a:pt x="224499" y="445057"/>
                  </a:cubicBezTo>
                  <a:cubicBezTo>
                    <a:pt x="225582" y="444640"/>
                    <a:pt x="226665" y="444223"/>
                    <a:pt x="227832" y="443890"/>
                  </a:cubicBezTo>
                  <a:cubicBezTo>
                    <a:pt x="213333" y="463972"/>
                    <a:pt x="206166" y="492469"/>
                    <a:pt x="203000" y="515134"/>
                  </a:cubicBezTo>
                  <a:cubicBezTo>
                    <a:pt x="200834" y="530632"/>
                    <a:pt x="199334" y="546131"/>
                    <a:pt x="197584" y="561713"/>
                  </a:cubicBezTo>
                  <a:cubicBezTo>
                    <a:pt x="195585" y="580044"/>
                    <a:pt x="197084" y="598543"/>
                    <a:pt x="194251" y="616791"/>
                  </a:cubicBezTo>
                  <a:cubicBezTo>
                    <a:pt x="192502" y="627957"/>
                    <a:pt x="186085" y="643539"/>
                    <a:pt x="190085" y="654705"/>
                  </a:cubicBezTo>
                  <a:cubicBezTo>
                    <a:pt x="193918" y="665287"/>
                    <a:pt x="206750" y="672536"/>
                    <a:pt x="212666" y="682452"/>
                  </a:cubicBezTo>
                  <a:cubicBezTo>
                    <a:pt x="220832" y="695950"/>
                    <a:pt x="225914" y="718199"/>
                    <a:pt x="213333" y="730947"/>
                  </a:cubicBezTo>
                  <a:lnTo>
                    <a:pt x="213333" y="730947"/>
                  </a:lnTo>
                  <a:close/>
                </a:path>
              </a:pathLst>
            </a:custGeom>
            <a:grpFill/>
            <a:ln w="8332" cap="flat">
              <a:noFill/>
              <a:prstDash val="solid"/>
              <a:miter/>
            </a:ln>
          </p:spPr>
          <p:txBody>
            <a:bodyPr rtlCol="0" anchor="ctr"/>
            <a:lstStyle/>
            <a:p>
              <a:endParaRPr lang="en-US"/>
            </a:p>
          </p:txBody>
        </p:sp>
        <p:sp>
          <p:nvSpPr>
            <p:cNvPr id="2583" name="Freeform: Shape 2582"/>
            <p:cNvSpPr/>
            <p:nvPr/>
          </p:nvSpPr>
          <p:spPr>
            <a:xfrm>
              <a:off x="10514255" y="5919209"/>
              <a:ext cx="74983" cy="242579"/>
            </a:xfrm>
            <a:custGeom>
              <a:avLst/>
              <a:gdLst>
                <a:gd name="connsiteX0" fmla="*/ 61896 w 74983"/>
                <a:gd name="connsiteY0" fmla="*/ 234913 h 242579"/>
                <a:gd name="connsiteX1" fmla="*/ 31899 w 74983"/>
                <a:gd name="connsiteY1" fmla="*/ 209082 h 242579"/>
                <a:gd name="connsiteX2" fmla="*/ 43898 w 74983"/>
                <a:gd name="connsiteY2" fmla="*/ 176085 h 242579"/>
                <a:gd name="connsiteX3" fmla="*/ 18816 w 74983"/>
                <a:gd name="connsiteY3" fmla="*/ 127673 h 242579"/>
                <a:gd name="connsiteX4" fmla="*/ 24983 w 74983"/>
                <a:gd name="connsiteY4" fmla="*/ 89510 h 242579"/>
                <a:gd name="connsiteX5" fmla="*/ 17234 w 74983"/>
                <a:gd name="connsiteY5" fmla="*/ 67928 h 242579"/>
                <a:gd name="connsiteX6" fmla="*/ 25900 w 74983"/>
                <a:gd name="connsiteY6" fmla="*/ 19933 h 242579"/>
                <a:gd name="connsiteX7" fmla="*/ 73729 w 74983"/>
                <a:gd name="connsiteY7" fmla="*/ 4767 h 242579"/>
                <a:gd name="connsiteX8" fmla="*/ 74395 w 74983"/>
                <a:gd name="connsiteY8" fmla="*/ 3101 h 242579"/>
                <a:gd name="connsiteX9" fmla="*/ 5818 w 74983"/>
                <a:gd name="connsiteY9" fmla="*/ 28932 h 242579"/>
                <a:gd name="connsiteX10" fmla="*/ 3818 w 74983"/>
                <a:gd name="connsiteY10" fmla="*/ 65845 h 242579"/>
                <a:gd name="connsiteX11" fmla="*/ 9567 w 74983"/>
                <a:gd name="connsiteY11" fmla="*/ 94259 h 242579"/>
                <a:gd name="connsiteX12" fmla="*/ 1902 w 74983"/>
                <a:gd name="connsiteY12" fmla="*/ 116924 h 242579"/>
                <a:gd name="connsiteX13" fmla="*/ 14568 w 74983"/>
                <a:gd name="connsiteY13" fmla="*/ 153671 h 242579"/>
                <a:gd name="connsiteX14" fmla="*/ 29566 w 74983"/>
                <a:gd name="connsiteY14" fmla="*/ 170252 h 242579"/>
                <a:gd name="connsiteX15" fmla="*/ 21317 w 74983"/>
                <a:gd name="connsiteY15" fmla="*/ 188251 h 242579"/>
                <a:gd name="connsiteX16" fmla="*/ 23066 w 74983"/>
                <a:gd name="connsiteY16" fmla="*/ 226581 h 242579"/>
                <a:gd name="connsiteX17" fmla="*/ 58646 w 74983"/>
                <a:gd name="connsiteY17" fmla="*/ 242579 h 242579"/>
                <a:gd name="connsiteX18" fmla="*/ 61896 w 74983"/>
                <a:gd name="connsiteY18" fmla="*/ 234913 h 242579"/>
                <a:gd name="connsiteX19" fmla="*/ 61896 w 74983"/>
                <a:gd name="connsiteY19" fmla="*/ 234913 h 242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4983" h="242579">
                  <a:moveTo>
                    <a:pt x="61896" y="234913"/>
                  </a:moveTo>
                  <a:cubicBezTo>
                    <a:pt x="49898" y="227581"/>
                    <a:pt x="33982" y="226164"/>
                    <a:pt x="31899" y="209082"/>
                  </a:cubicBezTo>
                  <a:cubicBezTo>
                    <a:pt x="30232" y="195584"/>
                    <a:pt x="38648" y="187084"/>
                    <a:pt x="43898" y="176085"/>
                  </a:cubicBezTo>
                  <a:cubicBezTo>
                    <a:pt x="53147" y="156670"/>
                    <a:pt x="23983" y="145172"/>
                    <a:pt x="18816" y="127673"/>
                  </a:cubicBezTo>
                  <a:cubicBezTo>
                    <a:pt x="14650" y="113591"/>
                    <a:pt x="24233" y="103008"/>
                    <a:pt x="24983" y="89510"/>
                  </a:cubicBezTo>
                  <a:cubicBezTo>
                    <a:pt x="25483" y="80927"/>
                    <a:pt x="21650" y="74928"/>
                    <a:pt x="17234" y="67928"/>
                  </a:cubicBezTo>
                  <a:cubicBezTo>
                    <a:pt x="5651" y="49347"/>
                    <a:pt x="8401" y="33431"/>
                    <a:pt x="25900" y="19933"/>
                  </a:cubicBezTo>
                  <a:cubicBezTo>
                    <a:pt x="39565" y="9350"/>
                    <a:pt x="56147" y="-232"/>
                    <a:pt x="73729" y="4767"/>
                  </a:cubicBezTo>
                  <a:cubicBezTo>
                    <a:pt x="74812" y="5100"/>
                    <a:pt x="75562" y="3601"/>
                    <a:pt x="74395" y="3101"/>
                  </a:cubicBezTo>
                  <a:cubicBezTo>
                    <a:pt x="51647" y="-6898"/>
                    <a:pt x="18734" y="8767"/>
                    <a:pt x="5818" y="28932"/>
                  </a:cubicBezTo>
                  <a:cubicBezTo>
                    <a:pt x="-1431" y="40264"/>
                    <a:pt x="-1681" y="53846"/>
                    <a:pt x="3818" y="65845"/>
                  </a:cubicBezTo>
                  <a:cubicBezTo>
                    <a:pt x="8568" y="76094"/>
                    <a:pt x="13318" y="82594"/>
                    <a:pt x="9567" y="94259"/>
                  </a:cubicBezTo>
                  <a:cubicBezTo>
                    <a:pt x="6985" y="102092"/>
                    <a:pt x="2819" y="108425"/>
                    <a:pt x="1902" y="116924"/>
                  </a:cubicBezTo>
                  <a:cubicBezTo>
                    <a:pt x="318" y="131006"/>
                    <a:pt x="6068" y="142922"/>
                    <a:pt x="14568" y="153671"/>
                  </a:cubicBezTo>
                  <a:cubicBezTo>
                    <a:pt x="17651" y="157504"/>
                    <a:pt x="28733" y="166086"/>
                    <a:pt x="29566" y="170252"/>
                  </a:cubicBezTo>
                  <a:cubicBezTo>
                    <a:pt x="30315" y="174085"/>
                    <a:pt x="22650" y="184251"/>
                    <a:pt x="21317" y="188251"/>
                  </a:cubicBezTo>
                  <a:cubicBezTo>
                    <a:pt x="16817" y="201083"/>
                    <a:pt x="16067" y="214498"/>
                    <a:pt x="23066" y="226581"/>
                  </a:cubicBezTo>
                  <a:cubicBezTo>
                    <a:pt x="30899" y="240163"/>
                    <a:pt x="43814" y="242579"/>
                    <a:pt x="58646" y="242579"/>
                  </a:cubicBezTo>
                  <a:cubicBezTo>
                    <a:pt x="62313" y="242496"/>
                    <a:pt x="65896" y="237330"/>
                    <a:pt x="61896" y="234913"/>
                  </a:cubicBezTo>
                  <a:lnTo>
                    <a:pt x="61896" y="234913"/>
                  </a:lnTo>
                  <a:close/>
                </a:path>
              </a:pathLst>
            </a:custGeom>
            <a:grpFill/>
            <a:ln w="8332" cap="flat">
              <a:noFill/>
              <a:prstDash val="solid"/>
              <a:miter/>
            </a:ln>
          </p:spPr>
          <p:txBody>
            <a:bodyPr rtlCol="0" anchor="ctr"/>
            <a:lstStyle/>
            <a:p>
              <a:endParaRPr lang="en-US"/>
            </a:p>
          </p:txBody>
        </p:sp>
        <p:sp>
          <p:nvSpPr>
            <p:cNvPr id="2584" name="Freeform: Shape 2583"/>
            <p:cNvSpPr/>
            <p:nvPr/>
          </p:nvSpPr>
          <p:spPr>
            <a:xfrm>
              <a:off x="10581916" y="6124639"/>
              <a:ext cx="71008" cy="80183"/>
            </a:xfrm>
            <a:custGeom>
              <a:avLst/>
              <a:gdLst>
                <a:gd name="connsiteX0" fmla="*/ 66979 w 71008"/>
                <a:gd name="connsiteY0" fmla="*/ 66064 h 80183"/>
                <a:gd name="connsiteX1" fmla="*/ 24733 w 71008"/>
                <a:gd name="connsiteY1" fmla="*/ 51731 h 80183"/>
                <a:gd name="connsiteX2" fmla="*/ 16234 w 71008"/>
                <a:gd name="connsiteY2" fmla="*/ 37566 h 80183"/>
                <a:gd name="connsiteX3" fmla="*/ 17983 w 71008"/>
                <a:gd name="connsiteY3" fmla="*/ 5319 h 80183"/>
                <a:gd name="connsiteX4" fmla="*/ 11318 w 71008"/>
                <a:gd name="connsiteY4" fmla="*/ 1403 h 80183"/>
                <a:gd name="connsiteX5" fmla="*/ 151 w 71008"/>
                <a:gd name="connsiteY5" fmla="*/ 30234 h 80183"/>
                <a:gd name="connsiteX6" fmla="*/ 5734 w 71008"/>
                <a:gd name="connsiteY6" fmla="*/ 45482 h 80183"/>
                <a:gd name="connsiteX7" fmla="*/ 14567 w 71008"/>
                <a:gd name="connsiteY7" fmla="*/ 62647 h 80183"/>
                <a:gd name="connsiteX8" fmla="*/ 69229 w 71008"/>
                <a:gd name="connsiteY8" fmla="*/ 74396 h 80183"/>
                <a:gd name="connsiteX9" fmla="*/ 66979 w 71008"/>
                <a:gd name="connsiteY9" fmla="*/ 66064 h 80183"/>
                <a:gd name="connsiteX10" fmla="*/ 66979 w 71008"/>
                <a:gd name="connsiteY10" fmla="*/ 66064 h 80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1008" h="80183">
                  <a:moveTo>
                    <a:pt x="66979" y="66064"/>
                  </a:moveTo>
                  <a:cubicBezTo>
                    <a:pt x="51814" y="62064"/>
                    <a:pt x="34149" y="69230"/>
                    <a:pt x="24733" y="51731"/>
                  </a:cubicBezTo>
                  <a:cubicBezTo>
                    <a:pt x="22066" y="46732"/>
                    <a:pt x="19233" y="42399"/>
                    <a:pt x="16234" y="37566"/>
                  </a:cubicBezTo>
                  <a:cubicBezTo>
                    <a:pt x="9318" y="26317"/>
                    <a:pt x="11817" y="16235"/>
                    <a:pt x="17983" y="5319"/>
                  </a:cubicBezTo>
                  <a:cubicBezTo>
                    <a:pt x="20150" y="1403"/>
                    <a:pt x="13900" y="-2013"/>
                    <a:pt x="11318" y="1403"/>
                  </a:cubicBezTo>
                  <a:cubicBezTo>
                    <a:pt x="4735" y="10068"/>
                    <a:pt x="-1014" y="18901"/>
                    <a:pt x="151" y="30234"/>
                  </a:cubicBezTo>
                  <a:cubicBezTo>
                    <a:pt x="735" y="35983"/>
                    <a:pt x="2735" y="40649"/>
                    <a:pt x="5734" y="45482"/>
                  </a:cubicBezTo>
                  <a:cubicBezTo>
                    <a:pt x="9151" y="51065"/>
                    <a:pt x="11234" y="57148"/>
                    <a:pt x="14567" y="62647"/>
                  </a:cubicBezTo>
                  <a:cubicBezTo>
                    <a:pt x="24233" y="78563"/>
                    <a:pt x="54313" y="86312"/>
                    <a:pt x="69229" y="74396"/>
                  </a:cubicBezTo>
                  <a:cubicBezTo>
                    <a:pt x="72645" y="71646"/>
                    <a:pt x="70729" y="67064"/>
                    <a:pt x="66979" y="66064"/>
                  </a:cubicBezTo>
                  <a:lnTo>
                    <a:pt x="66979" y="66064"/>
                  </a:lnTo>
                  <a:close/>
                </a:path>
              </a:pathLst>
            </a:custGeom>
            <a:grpFill/>
            <a:ln w="8332" cap="flat">
              <a:noFill/>
              <a:prstDash val="solid"/>
              <a:miter/>
            </a:ln>
          </p:spPr>
          <p:txBody>
            <a:bodyPr rtlCol="0" anchor="ctr"/>
            <a:lstStyle/>
            <a:p>
              <a:endParaRPr lang="en-US"/>
            </a:p>
          </p:txBody>
        </p:sp>
        <p:sp>
          <p:nvSpPr>
            <p:cNvPr id="2585" name="Freeform: Shape 2584"/>
            <p:cNvSpPr/>
            <p:nvPr/>
          </p:nvSpPr>
          <p:spPr>
            <a:xfrm>
              <a:off x="10560296" y="6024612"/>
              <a:ext cx="81742" cy="95315"/>
            </a:xfrm>
            <a:custGeom>
              <a:avLst/>
              <a:gdLst>
                <a:gd name="connsiteX0" fmla="*/ 75434 w 81742"/>
                <a:gd name="connsiteY0" fmla="*/ 80515 h 95315"/>
                <a:gd name="connsiteX1" fmla="*/ 54519 w 81742"/>
                <a:gd name="connsiteY1" fmla="*/ 68349 h 95315"/>
                <a:gd name="connsiteX2" fmla="*/ 66768 w 81742"/>
                <a:gd name="connsiteY2" fmla="*/ 47934 h 95315"/>
                <a:gd name="connsiteX3" fmla="*/ 58352 w 81742"/>
                <a:gd name="connsiteY3" fmla="*/ 41351 h 95315"/>
                <a:gd name="connsiteX4" fmla="*/ 41354 w 81742"/>
                <a:gd name="connsiteY4" fmla="*/ 68432 h 95315"/>
                <a:gd name="connsiteX5" fmla="*/ 14273 w 81742"/>
                <a:gd name="connsiteY5" fmla="*/ 47851 h 95315"/>
                <a:gd name="connsiteX6" fmla="*/ 30771 w 81742"/>
                <a:gd name="connsiteY6" fmla="*/ 6355 h 95315"/>
                <a:gd name="connsiteX7" fmla="*/ 26438 w 81742"/>
                <a:gd name="connsiteY7" fmla="*/ 605 h 95315"/>
                <a:gd name="connsiteX8" fmla="*/ 1857 w 81742"/>
                <a:gd name="connsiteY8" fmla="*/ 53517 h 95315"/>
                <a:gd name="connsiteX9" fmla="*/ 43020 w 81742"/>
                <a:gd name="connsiteY9" fmla="*/ 79515 h 95315"/>
                <a:gd name="connsiteX10" fmla="*/ 57435 w 81742"/>
                <a:gd name="connsiteY10" fmla="*/ 93847 h 95315"/>
                <a:gd name="connsiteX11" fmla="*/ 79350 w 81742"/>
                <a:gd name="connsiteY11" fmla="*/ 90264 h 95315"/>
                <a:gd name="connsiteX12" fmla="*/ 75434 w 81742"/>
                <a:gd name="connsiteY12" fmla="*/ 80515 h 95315"/>
                <a:gd name="connsiteX13" fmla="*/ 75434 w 81742"/>
                <a:gd name="connsiteY13" fmla="*/ 80515 h 95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1742" h="95315">
                  <a:moveTo>
                    <a:pt x="75434" y="80515"/>
                  </a:moveTo>
                  <a:cubicBezTo>
                    <a:pt x="67268" y="81348"/>
                    <a:pt x="54185" y="79682"/>
                    <a:pt x="54519" y="68349"/>
                  </a:cubicBezTo>
                  <a:cubicBezTo>
                    <a:pt x="54769" y="60517"/>
                    <a:pt x="62351" y="53684"/>
                    <a:pt x="66768" y="47934"/>
                  </a:cubicBezTo>
                  <a:cubicBezTo>
                    <a:pt x="71017" y="42518"/>
                    <a:pt x="62601" y="35935"/>
                    <a:pt x="58352" y="41351"/>
                  </a:cubicBezTo>
                  <a:cubicBezTo>
                    <a:pt x="51935" y="49601"/>
                    <a:pt x="42686" y="58100"/>
                    <a:pt x="41354" y="68432"/>
                  </a:cubicBezTo>
                  <a:cubicBezTo>
                    <a:pt x="29688" y="65349"/>
                    <a:pt x="18106" y="60683"/>
                    <a:pt x="14273" y="47851"/>
                  </a:cubicBezTo>
                  <a:cubicBezTo>
                    <a:pt x="9107" y="30519"/>
                    <a:pt x="17022" y="16604"/>
                    <a:pt x="30771" y="6355"/>
                  </a:cubicBezTo>
                  <a:cubicBezTo>
                    <a:pt x="34521" y="3605"/>
                    <a:pt x="30271" y="-1811"/>
                    <a:pt x="26438" y="605"/>
                  </a:cubicBezTo>
                  <a:cubicBezTo>
                    <a:pt x="8273" y="12187"/>
                    <a:pt x="-5059" y="31102"/>
                    <a:pt x="1857" y="53517"/>
                  </a:cubicBezTo>
                  <a:cubicBezTo>
                    <a:pt x="7024" y="70099"/>
                    <a:pt x="25438" y="84181"/>
                    <a:pt x="43020" y="79515"/>
                  </a:cubicBezTo>
                  <a:cubicBezTo>
                    <a:pt x="45769" y="85681"/>
                    <a:pt x="51352" y="91181"/>
                    <a:pt x="57435" y="93847"/>
                  </a:cubicBezTo>
                  <a:cubicBezTo>
                    <a:pt x="65352" y="97180"/>
                    <a:pt x="72601" y="94347"/>
                    <a:pt x="79350" y="90264"/>
                  </a:cubicBezTo>
                  <a:cubicBezTo>
                    <a:pt x="84516" y="87347"/>
                    <a:pt x="80433" y="80015"/>
                    <a:pt x="75434" y="80515"/>
                  </a:cubicBezTo>
                  <a:lnTo>
                    <a:pt x="75434" y="80515"/>
                  </a:lnTo>
                  <a:close/>
                </a:path>
              </a:pathLst>
            </a:custGeom>
            <a:grpFill/>
            <a:ln w="8332" cap="flat">
              <a:noFill/>
              <a:prstDash val="solid"/>
              <a:miter/>
            </a:ln>
          </p:spPr>
          <p:txBody>
            <a:bodyPr rtlCol="0" anchor="ctr"/>
            <a:lstStyle/>
            <a:p>
              <a:endParaRPr lang="en-US"/>
            </a:p>
          </p:txBody>
        </p:sp>
        <p:sp>
          <p:nvSpPr>
            <p:cNvPr id="2586" name="Freeform: Shape 2585"/>
            <p:cNvSpPr/>
            <p:nvPr/>
          </p:nvSpPr>
          <p:spPr>
            <a:xfrm>
              <a:off x="10578341" y="5959145"/>
              <a:ext cx="32767" cy="47806"/>
            </a:xfrm>
            <a:custGeom>
              <a:avLst/>
              <a:gdLst>
                <a:gd name="connsiteX0" fmla="*/ 27724 w 32767"/>
                <a:gd name="connsiteY0" fmla="*/ 35491 h 47806"/>
                <a:gd name="connsiteX1" fmla="*/ 13476 w 32767"/>
                <a:gd name="connsiteY1" fmla="*/ 24826 h 47806"/>
                <a:gd name="connsiteX2" fmla="*/ 21142 w 32767"/>
                <a:gd name="connsiteY2" fmla="*/ 8161 h 47806"/>
                <a:gd name="connsiteX3" fmla="*/ 11142 w 32767"/>
                <a:gd name="connsiteY3" fmla="*/ 2328 h 47806"/>
                <a:gd name="connsiteX4" fmla="*/ 144 w 32767"/>
                <a:gd name="connsiteY4" fmla="*/ 30492 h 47806"/>
                <a:gd name="connsiteX5" fmla="*/ 27808 w 32767"/>
                <a:gd name="connsiteY5" fmla="*/ 47241 h 47806"/>
                <a:gd name="connsiteX6" fmla="*/ 27724 w 32767"/>
                <a:gd name="connsiteY6" fmla="*/ 35491 h 47806"/>
                <a:gd name="connsiteX7" fmla="*/ 27724 w 32767"/>
                <a:gd name="connsiteY7" fmla="*/ 35491 h 47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767" h="47806">
                  <a:moveTo>
                    <a:pt x="27724" y="35491"/>
                  </a:moveTo>
                  <a:cubicBezTo>
                    <a:pt x="21059" y="34908"/>
                    <a:pt x="12309" y="33492"/>
                    <a:pt x="13476" y="24826"/>
                  </a:cubicBezTo>
                  <a:cubicBezTo>
                    <a:pt x="14309" y="18826"/>
                    <a:pt x="18308" y="13327"/>
                    <a:pt x="21142" y="8161"/>
                  </a:cubicBezTo>
                  <a:cubicBezTo>
                    <a:pt x="24225" y="2411"/>
                    <a:pt x="14559" y="-3338"/>
                    <a:pt x="11142" y="2328"/>
                  </a:cubicBezTo>
                  <a:cubicBezTo>
                    <a:pt x="6060" y="10744"/>
                    <a:pt x="-1106" y="20076"/>
                    <a:pt x="144" y="30492"/>
                  </a:cubicBezTo>
                  <a:cubicBezTo>
                    <a:pt x="1727" y="44824"/>
                    <a:pt x="15225" y="49573"/>
                    <a:pt x="27808" y="47241"/>
                  </a:cubicBezTo>
                  <a:cubicBezTo>
                    <a:pt x="34140" y="46074"/>
                    <a:pt x="34724" y="36158"/>
                    <a:pt x="27724" y="35491"/>
                  </a:cubicBezTo>
                  <a:lnTo>
                    <a:pt x="27724" y="35491"/>
                  </a:lnTo>
                  <a:close/>
                </a:path>
              </a:pathLst>
            </a:custGeom>
            <a:grpFill/>
            <a:ln w="8332" cap="flat">
              <a:noFill/>
              <a:prstDash val="solid"/>
              <a:miter/>
            </a:ln>
          </p:spPr>
          <p:txBody>
            <a:bodyPr rtlCol="0" anchor="ctr"/>
            <a:lstStyle/>
            <a:p>
              <a:endParaRPr lang="en-US"/>
            </a:p>
          </p:txBody>
        </p:sp>
        <p:sp>
          <p:nvSpPr>
            <p:cNvPr id="2587" name="Freeform: Shape 2586"/>
            <p:cNvSpPr/>
            <p:nvPr/>
          </p:nvSpPr>
          <p:spPr>
            <a:xfrm>
              <a:off x="10613283" y="5873864"/>
              <a:ext cx="110100" cy="58638"/>
            </a:xfrm>
            <a:custGeom>
              <a:avLst/>
              <a:gdLst>
                <a:gd name="connsiteX0" fmla="*/ 109772 w 110100"/>
                <a:gd name="connsiteY0" fmla="*/ 36697 h 58638"/>
                <a:gd name="connsiteX1" fmla="*/ 77358 w 110100"/>
                <a:gd name="connsiteY1" fmla="*/ 2200 h 58638"/>
                <a:gd name="connsiteX2" fmla="*/ 35196 w 110100"/>
                <a:gd name="connsiteY2" fmla="*/ 10699 h 58638"/>
                <a:gd name="connsiteX3" fmla="*/ 32946 w 110100"/>
                <a:gd name="connsiteY3" fmla="*/ 12199 h 58638"/>
                <a:gd name="connsiteX4" fmla="*/ 27530 w 110100"/>
                <a:gd name="connsiteY4" fmla="*/ 11199 h 58638"/>
                <a:gd name="connsiteX5" fmla="*/ 9531 w 110100"/>
                <a:gd name="connsiteY5" fmla="*/ 20031 h 58638"/>
                <a:gd name="connsiteX6" fmla="*/ 3532 w 110100"/>
                <a:gd name="connsiteY6" fmla="*/ 55945 h 58638"/>
                <a:gd name="connsiteX7" fmla="*/ 12031 w 110100"/>
                <a:gd name="connsiteY7" fmla="*/ 52445 h 58638"/>
                <a:gd name="connsiteX8" fmla="*/ 33779 w 110100"/>
                <a:gd name="connsiteY8" fmla="*/ 23781 h 58638"/>
                <a:gd name="connsiteX9" fmla="*/ 39279 w 110100"/>
                <a:gd name="connsiteY9" fmla="*/ 23114 h 58638"/>
                <a:gd name="connsiteX10" fmla="*/ 50111 w 110100"/>
                <a:gd name="connsiteY10" fmla="*/ 16865 h 58638"/>
                <a:gd name="connsiteX11" fmla="*/ 83691 w 110100"/>
                <a:gd name="connsiteY11" fmla="*/ 24447 h 58638"/>
                <a:gd name="connsiteX12" fmla="*/ 105356 w 110100"/>
                <a:gd name="connsiteY12" fmla="*/ 42446 h 58638"/>
                <a:gd name="connsiteX13" fmla="*/ 109772 w 110100"/>
                <a:gd name="connsiteY13" fmla="*/ 36697 h 58638"/>
                <a:gd name="connsiteX14" fmla="*/ 109772 w 110100"/>
                <a:gd name="connsiteY14" fmla="*/ 36697 h 58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0100" h="58638">
                  <a:moveTo>
                    <a:pt x="109772" y="36697"/>
                  </a:moveTo>
                  <a:cubicBezTo>
                    <a:pt x="104439" y="24531"/>
                    <a:pt x="89524" y="7699"/>
                    <a:pt x="77358" y="2200"/>
                  </a:cubicBezTo>
                  <a:cubicBezTo>
                    <a:pt x="63943" y="-3883"/>
                    <a:pt x="46779" y="3866"/>
                    <a:pt x="35196" y="10699"/>
                  </a:cubicBezTo>
                  <a:cubicBezTo>
                    <a:pt x="33863" y="11449"/>
                    <a:pt x="33030" y="11948"/>
                    <a:pt x="32946" y="12199"/>
                  </a:cubicBezTo>
                  <a:cubicBezTo>
                    <a:pt x="31196" y="11948"/>
                    <a:pt x="29279" y="11199"/>
                    <a:pt x="27530" y="11199"/>
                  </a:cubicBezTo>
                  <a:cubicBezTo>
                    <a:pt x="20614" y="11282"/>
                    <a:pt x="14281" y="15282"/>
                    <a:pt x="9531" y="20031"/>
                  </a:cubicBezTo>
                  <a:cubicBezTo>
                    <a:pt x="-1051" y="30614"/>
                    <a:pt x="-2467" y="42863"/>
                    <a:pt x="3532" y="55945"/>
                  </a:cubicBezTo>
                  <a:cubicBezTo>
                    <a:pt x="6032" y="61278"/>
                    <a:pt x="14198" y="57945"/>
                    <a:pt x="12031" y="52445"/>
                  </a:cubicBezTo>
                  <a:cubicBezTo>
                    <a:pt x="6698" y="38863"/>
                    <a:pt x="16697" y="17948"/>
                    <a:pt x="33779" y="23781"/>
                  </a:cubicBezTo>
                  <a:cubicBezTo>
                    <a:pt x="35445" y="24364"/>
                    <a:pt x="37862" y="24447"/>
                    <a:pt x="39279" y="23114"/>
                  </a:cubicBezTo>
                  <a:cubicBezTo>
                    <a:pt x="42529" y="19948"/>
                    <a:pt x="45861" y="18532"/>
                    <a:pt x="50111" y="16865"/>
                  </a:cubicBezTo>
                  <a:cubicBezTo>
                    <a:pt x="63693" y="11782"/>
                    <a:pt x="73442" y="13365"/>
                    <a:pt x="83691" y="24447"/>
                  </a:cubicBezTo>
                  <a:cubicBezTo>
                    <a:pt x="90024" y="31280"/>
                    <a:pt x="95857" y="40363"/>
                    <a:pt x="105356" y="42446"/>
                  </a:cubicBezTo>
                  <a:cubicBezTo>
                    <a:pt x="108522" y="43279"/>
                    <a:pt x="111022" y="39446"/>
                    <a:pt x="109772" y="36697"/>
                  </a:cubicBezTo>
                  <a:lnTo>
                    <a:pt x="109772" y="36697"/>
                  </a:lnTo>
                  <a:close/>
                </a:path>
              </a:pathLst>
            </a:custGeom>
            <a:grpFill/>
            <a:ln w="8332" cap="flat">
              <a:noFill/>
              <a:prstDash val="solid"/>
              <a:miter/>
            </a:ln>
          </p:spPr>
          <p:txBody>
            <a:bodyPr rtlCol="0" anchor="ctr"/>
            <a:lstStyle/>
            <a:p>
              <a:endParaRPr lang="en-US"/>
            </a:p>
          </p:txBody>
        </p:sp>
        <p:sp>
          <p:nvSpPr>
            <p:cNvPr id="2588" name="Freeform: Shape 2587"/>
            <p:cNvSpPr/>
            <p:nvPr/>
          </p:nvSpPr>
          <p:spPr>
            <a:xfrm>
              <a:off x="10737670" y="5971373"/>
              <a:ext cx="40113" cy="116369"/>
            </a:xfrm>
            <a:custGeom>
              <a:avLst/>
              <a:gdLst>
                <a:gd name="connsiteX0" fmla="*/ 32963 w 40113"/>
                <a:gd name="connsiteY0" fmla="*/ 54094 h 116369"/>
                <a:gd name="connsiteX1" fmla="*/ 34380 w 40113"/>
                <a:gd name="connsiteY1" fmla="*/ 12265 h 116369"/>
                <a:gd name="connsiteX2" fmla="*/ 3799 w 40113"/>
                <a:gd name="connsiteY2" fmla="*/ 432 h 116369"/>
                <a:gd name="connsiteX3" fmla="*/ 3799 w 40113"/>
                <a:gd name="connsiteY3" fmla="*/ 7681 h 116369"/>
                <a:gd name="connsiteX4" fmla="*/ 20048 w 40113"/>
                <a:gd name="connsiteY4" fmla="*/ 55427 h 116369"/>
                <a:gd name="connsiteX5" fmla="*/ 21299 w 40113"/>
                <a:gd name="connsiteY5" fmla="*/ 88841 h 116369"/>
                <a:gd name="connsiteX6" fmla="*/ 1467 w 40113"/>
                <a:gd name="connsiteY6" fmla="*/ 107089 h 116369"/>
                <a:gd name="connsiteX7" fmla="*/ 8299 w 40113"/>
                <a:gd name="connsiteY7" fmla="*/ 116088 h 116369"/>
                <a:gd name="connsiteX8" fmla="*/ 37797 w 40113"/>
                <a:gd name="connsiteY8" fmla="*/ 87674 h 116369"/>
                <a:gd name="connsiteX9" fmla="*/ 32963 w 40113"/>
                <a:gd name="connsiteY9" fmla="*/ 54094 h 116369"/>
                <a:gd name="connsiteX10" fmla="*/ 32963 w 40113"/>
                <a:gd name="connsiteY10" fmla="*/ 54094 h 11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113" h="116369">
                  <a:moveTo>
                    <a:pt x="32963" y="54094"/>
                  </a:moveTo>
                  <a:cubicBezTo>
                    <a:pt x="27298" y="41511"/>
                    <a:pt x="40880" y="27013"/>
                    <a:pt x="34380" y="12265"/>
                  </a:cubicBezTo>
                  <a:cubicBezTo>
                    <a:pt x="28631" y="-651"/>
                    <a:pt x="15966" y="-651"/>
                    <a:pt x="3799" y="432"/>
                  </a:cubicBezTo>
                  <a:cubicBezTo>
                    <a:pt x="-284" y="848"/>
                    <a:pt x="-367" y="7598"/>
                    <a:pt x="3799" y="7681"/>
                  </a:cubicBezTo>
                  <a:cubicBezTo>
                    <a:pt x="37463" y="8515"/>
                    <a:pt x="12549" y="38679"/>
                    <a:pt x="20048" y="55427"/>
                  </a:cubicBezTo>
                  <a:cubicBezTo>
                    <a:pt x="25631" y="68010"/>
                    <a:pt x="31130" y="75592"/>
                    <a:pt x="21299" y="88841"/>
                  </a:cubicBezTo>
                  <a:cubicBezTo>
                    <a:pt x="15882" y="96090"/>
                    <a:pt x="7633" y="100590"/>
                    <a:pt x="1467" y="107089"/>
                  </a:cubicBezTo>
                  <a:cubicBezTo>
                    <a:pt x="-2866" y="111672"/>
                    <a:pt x="3300" y="117755"/>
                    <a:pt x="8299" y="116088"/>
                  </a:cubicBezTo>
                  <a:cubicBezTo>
                    <a:pt x="21881" y="111505"/>
                    <a:pt x="32547" y="101006"/>
                    <a:pt x="37797" y="87674"/>
                  </a:cubicBezTo>
                  <a:cubicBezTo>
                    <a:pt x="43130" y="74009"/>
                    <a:pt x="38296" y="66009"/>
                    <a:pt x="32963" y="54094"/>
                  </a:cubicBezTo>
                  <a:lnTo>
                    <a:pt x="32963" y="54094"/>
                  </a:lnTo>
                  <a:close/>
                </a:path>
              </a:pathLst>
            </a:custGeom>
            <a:grpFill/>
            <a:ln w="8332" cap="flat">
              <a:noFill/>
              <a:prstDash val="solid"/>
              <a:miter/>
            </a:ln>
          </p:spPr>
          <p:txBody>
            <a:bodyPr rtlCol="0" anchor="ctr"/>
            <a:lstStyle/>
            <a:p>
              <a:endParaRPr lang="en-US"/>
            </a:p>
          </p:txBody>
        </p:sp>
        <p:sp>
          <p:nvSpPr>
            <p:cNvPr id="2589" name="Freeform: Shape 2588"/>
            <p:cNvSpPr/>
            <p:nvPr/>
          </p:nvSpPr>
          <p:spPr>
            <a:xfrm>
              <a:off x="10703176" y="6083260"/>
              <a:ext cx="21163" cy="55823"/>
            </a:xfrm>
            <a:custGeom>
              <a:avLst/>
              <a:gdLst>
                <a:gd name="connsiteX0" fmla="*/ 16129 w 21163"/>
                <a:gd name="connsiteY0" fmla="*/ 2701 h 55823"/>
                <a:gd name="connsiteX1" fmla="*/ 8129 w 21163"/>
                <a:gd name="connsiteY1" fmla="*/ 6035 h 55823"/>
                <a:gd name="connsiteX2" fmla="*/ 10546 w 21163"/>
                <a:gd name="connsiteY2" fmla="*/ 29533 h 55823"/>
                <a:gd name="connsiteX3" fmla="*/ 297 w 21163"/>
                <a:gd name="connsiteY3" fmla="*/ 50447 h 55823"/>
                <a:gd name="connsiteX4" fmla="*/ 5297 w 21163"/>
                <a:gd name="connsiteY4" fmla="*/ 55447 h 55823"/>
                <a:gd name="connsiteX5" fmla="*/ 16129 w 21163"/>
                <a:gd name="connsiteY5" fmla="*/ 2701 h 55823"/>
                <a:gd name="connsiteX6" fmla="*/ 16129 w 21163"/>
                <a:gd name="connsiteY6" fmla="*/ 2701 h 558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163" h="55823">
                  <a:moveTo>
                    <a:pt x="16129" y="2701"/>
                  </a:moveTo>
                  <a:cubicBezTo>
                    <a:pt x="14379" y="-2632"/>
                    <a:pt x="6463" y="702"/>
                    <a:pt x="8129" y="6035"/>
                  </a:cubicBezTo>
                  <a:cubicBezTo>
                    <a:pt x="10546" y="13701"/>
                    <a:pt x="12796" y="21617"/>
                    <a:pt x="10546" y="29533"/>
                  </a:cubicBezTo>
                  <a:cubicBezTo>
                    <a:pt x="8546" y="36782"/>
                    <a:pt x="3547" y="43615"/>
                    <a:pt x="297" y="50447"/>
                  </a:cubicBezTo>
                  <a:cubicBezTo>
                    <a:pt x="-1036" y="53280"/>
                    <a:pt x="2380" y="57030"/>
                    <a:pt x="5297" y="55447"/>
                  </a:cubicBezTo>
                  <a:cubicBezTo>
                    <a:pt x="26378" y="44281"/>
                    <a:pt x="22462" y="21533"/>
                    <a:pt x="16129" y="2701"/>
                  </a:cubicBezTo>
                  <a:lnTo>
                    <a:pt x="16129" y="2701"/>
                  </a:lnTo>
                  <a:close/>
                </a:path>
              </a:pathLst>
            </a:custGeom>
            <a:grpFill/>
            <a:ln w="8332" cap="flat">
              <a:noFill/>
              <a:prstDash val="solid"/>
              <a:miter/>
            </a:ln>
          </p:spPr>
          <p:txBody>
            <a:bodyPr rtlCol="0" anchor="ctr"/>
            <a:lstStyle/>
            <a:p>
              <a:endParaRPr lang="en-US"/>
            </a:p>
          </p:txBody>
        </p:sp>
        <p:sp>
          <p:nvSpPr>
            <p:cNvPr id="2590" name="Freeform: Shape 2589"/>
            <p:cNvSpPr/>
            <p:nvPr/>
          </p:nvSpPr>
          <p:spPr>
            <a:xfrm>
              <a:off x="7984295" y="5122621"/>
              <a:ext cx="682644" cy="534136"/>
            </a:xfrm>
            <a:custGeom>
              <a:avLst/>
              <a:gdLst>
                <a:gd name="connsiteX0" fmla="*/ 592703 w 682644"/>
                <a:gd name="connsiteY0" fmla="*/ 72338 h 534136"/>
                <a:gd name="connsiteX1" fmla="*/ 583454 w 682644"/>
                <a:gd name="connsiteY1" fmla="*/ 44007 h 534136"/>
                <a:gd name="connsiteX2" fmla="*/ 556373 w 682644"/>
                <a:gd name="connsiteY2" fmla="*/ 21676 h 534136"/>
                <a:gd name="connsiteX3" fmla="*/ 513461 w 682644"/>
                <a:gd name="connsiteY3" fmla="*/ 6011 h 534136"/>
                <a:gd name="connsiteX4" fmla="*/ 481630 w 682644"/>
                <a:gd name="connsiteY4" fmla="*/ 595 h 534136"/>
                <a:gd name="connsiteX5" fmla="*/ 396471 w 682644"/>
                <a:gd name="connsiteY5" fmla="*/ 7261 h 534136"/>
                <a:gd name="connsiteX6" fmla="*/ 229986 w 682644"/>
                <a:gd name="connsiteY6" fmla="*/ 61422 h 534136"/>
                <a:gd name="connsiteX7" fmla="*/ 85499 w 682644"/>
                <a:gd name="connsiteY7" fmla="*/ 155581 h 534136"/>
                <a:gd name="connsiteX8" fmla="*/ 41919 w 682644"/>
                <a:gd name="connsiteY8" fmla="*/ 216825 h 534136"/>
                <a:gd name="connsiteX9" fmla="*/ 28337 w 682644"/>
                <a:gd name="connsiteY9" fmla="*/ 281569 h 534136"/>
                <a:gd name="connsiteX10" fmla="*/ 43420 w 682644"/>
                <a:gd name="connsiteY10" fmla="*/ 303734 h 534136"/>
                <a:gd name="connsiteX11" fmla="*/ 33420 w 682644"/>
                <a:gd name="connsiteY11" fmla="*/ 312983 h 534136"/>
                <a:gd name="connsiteX12" fmla="*/ 1924 w 682644"/>
                <a:gd name="connsiteY12" fmla="*/ 348563 h 534136"/>
                <a:gd name="connsiteX13" fmla="*/ 7673 w 682644"/>
                <a:gd name="connsiteY13" fmla="*/ 370478 h 534136"/>
                <a:gd name="connsiteX14" fmla="*/ 43336 w 682644"/>
                <a:gd name="connsiteY14" fmla="*/ 364812 h 534136"/>
                <a:gd name="connsiteX15" fmla="*/ 68417 w 682644"/>
                <a:gd name="connsiteY15" fmla="*/ 354813 h 534136"/>
                <a:gd name="connsiteX16" fmla="*/ 68167 w 682644"/>
                <a:gd name="connsiteY16" fmla="*/ 397059 h 534136"/>
                <a:gd name="connsiteX17" fmla="*/ 88748 w 682644"/>
                <a:gd name="connsiteY17" fmla="*/ 412641 h 534136"/>
                <a:gd name="connsiteX18" fmla="*/ 95415 w 682644"/>
                <a:gd name="connsiteY18" fmla="*/ 452554 h 534136"/>
                <a:gd name="connsiteX19" fmla="*/ 91831 w 682644"/>
                <a:gd name="connsiteY19" fmla="*/ 462303 h 534136"/>
                <a:gd name="connsiteX20" fmla="*/ 99164 w 682644"/>
                <a:gd name="connsiteY20" fmla="*/ 493300 h 534136"/>
                <a:gd name="connsiteX21" fmla="*/ 150243 w 682644"/>
                <a:gd name="connsiteY21" fmla="*/ 533963 h 534136"/>
                <a:gd name="connsiteX22" fmla="*/ 232652 w 682644"/>
                <a:gd name="connsiteY22" fmla="*/ 521714 h 534136"/>
                <a:gd name="connsiteX23" fmla="*/ 322228 w 682644"/>
                <a:gd name="connsiteY23" fmla="*/ 495967 h 534136"/>
                <a:gd name="connsiteX24" fmla="*/ 411803 w 682644"/>
                <a:gd name="connsiteY24" fmla="*/ 468219 h 534136"/>
                <a:gd name="connsiteX25" fmla="*/ 501712 w 682644"/>
                <a:gd name="connsiteY25" fmla="*/ 431389 h 534136"/>
                <a:gd name="connsiteX26" fmla="*/ 656447 w 682644"/>
                <a:gd name="connsiteY26" fmla="*/ 331232 h 534136"/>
                <a:gd name="connsiteX27" fmla="*/ 679696 w 682644"/>
                <a:gd name="connsiteY27" fmla="*/ 298401 h 534136"/>
                <a:gd name="connsiteX28" fmla="*/ 680529 w 682644"/>
                <a:gd name="connsiteY28" fmla="*/ 255572 h 534136"/>
                <a:gd name="connsiteX29" fmla="*/ 640449 w 682644"/>
                <a:gd name="connsiteY29" fmla="*/ 202076 h 534136"/>
                <a:gd name="connsiteX30" fmla="*/ 644865 w 682644"/>
                <a:gd name="connsiteY30" fmla="*/ 189578 h 534136"/>
                <a:gd name="connsiteX31" fmla="*/ 645282 w 682644"/>
                <a:gd name="connsiteY31" fmla="*/ 156497 h 534136"/>
                <a:gd name="connsiteX32" fmla="*/ 629950 w 682644"/>
                <a:gd name="connsiteY32" fmla="*/ 132249 h 534136"/>
                <a:gd name="connsiteX33" fmla="*/ 650115 w 682644"/>
                <a:gd name="connsiteY33" fmla="*/ 103335 h 534136"/>
                <a:gd name="connsiteX34" fmla="*/ 592703 w 682644"/>
                <a:gd name="connsiteY34" fmla="*/ 72338 h 534136"/>
                <a:gd name="connsiteX35" fmla="*/ 592703 w 682644"/>
                <a:gd name="connsiteY35" fmla="*/ 72338 h 534136"/>
                <a:gd name="connsiteX36" fmla="*/ 55585 w 682644"/>
                <a:gd name="connsiteY36" fmla="*/ 225574 h 534136"/>
                <a:gd name="connsiteX37" fmla="*/ 95831 w 682644"/>
                <a:gd name="connsiteY37" fmla="*/ 167330 h 534136"/>
                <a:gd name="connsiteX38" fmla="*/ 224653 w 682644"/>
                <a:gd name="connsiteY38" fmla="*/ 80087 h 534136"/>
                <a:gd name="connsiteX39" fmla="*/ 384472 w 682644"/>
                <a:gd name="connsiteY39" fmla="*/ 23259 h 534136"/>
                <a:gd name="connsiteX40" fmla="*/ 404387 w 682644"/>
                <a:gd name="connsiteY40" fmla="*/ 19009 h 534136"/>
                <a:gd name="connsiteX41" fmla="*/ 443883 w 682644"/>
                <a:gd name="connsiteY41" fmla="*/ 16343 h 534136"/>
                <a:gd name="connsiteX42" fmla="*/ 513294 w 682644"/>
                <a:gd name="connsiteY42" fmla="*/ 20676 h 534136"/>
                <a:gd name="connsiteX43" fmla="*/ 546708 w 682644"/>
                <a:gd name="connsiteY43" fmla="*/ 33842 h 534136"/>
                <a:gd name="connsiteX44" fmla="*/ 573038 w 682644"/>
                <a:gd name="connsiteY44" fmla="*/ 58589 h 534136"/>
                <a:gd name="connsiteX45" fmla="*/ 568623 w 682644"/>
                <a:gd name="connsiteY45" fmla="*/ 94586 h 534136"/>
                <a:gd name="connsiteX46" fmla="*/ 540041 w 682644"/>
                <a:gd name="connsiteY46" fmla="*/ 122750 h 534136"/>
                <a:gd name="connsiteX47" fmla="*/ 476797 w 682644"/>
                <a:gd name="connsiteY47" fmla="*/ 159663 h 534136"/>
                <a:gd name="connsiteX48" fmla="*/ 341892 w 682644"/>
                <a:gd name="connsiteY48" fmla="*/ 219075 h 534136"/>
                <a:gd name="connsiteX49" fmla="*/ 201155 w 682644"/>
                <a:gd name="connsiteY49" fmla="*/ 274320 h 534136"/>
                <a:gd name="connsiteX50" fmla="*/ 130995 w 682644"/>
                <a:gd name="connsiteY50" fmla="*/ 293818 h 534136"/>
                <a:gd name="connsiteX51" fmla="*/ 91082 w 682644"/>
                <a:gd name="connsiteY51" fmla="*/ 296818 h 534136"/>
                <a:gd name="connsiteX52" fmla="*/ 55668 w 682644"/>
                <a:gd name="connsiteY52" fmla="*/ 292652 h 534136"/>
                <a:gd name="connsiteX53" fmla="*/ 55585 w 682644"/>
                <a:gd name="connsiteY53" fmla="*/ 225574 h 534136"/>
                <a:gd name="connsiteX54" fmla="*/ 55585 w 682644"/>
                <a:gd name="connsiteY54" fmla="*/ 225574 h 534136"/>
                <a:gd name="connsiteX55" fmla="*/ 154409 w 682644"/>
                <a:gd name="connsiteY55" fmla="*/ 439055 h 534136"/>
                <a:gd name="connsiteX56" fmla="*/ 200322 w 682644"/>
                <a:gd name="connsiteY56" fmla="*/ 411641 h 534136"/>
                <a:gd name="connsiteX57" fmla="*/ 216820 w 682644"/>
                <a:gd name="connsiteY57" fmla="*/ 394309 h 534136"/>
                <a:gd name="connsiteX58" fmla="*/ 240319 w 682644"/>
                <a:gd name="connsiteY58" fmla="*/ 392476 h 534136"/>
                <a:gd name="connsiteX59" fmla="*/ 241901 w 682644"/>
                <a:gd name="connsiteY59" fmla="*/ 392059 h 534136"/>
                <a:gd name="connsiteX60" fmla="*/ 222320 w 682644"/>
                <a:gd name="connsiteY60" fmla="*/ 417890 h 534136"/>
                <a:gd name="connsiteX61" fmla="*/ 171742 w 682644"/>
                <a:gd name="connsiteY61" fmla="*/ 444054 h 534136"/>
                <a:gd name="connsiteX62" fmla="*/ 121579 w 682644"/>
                <a:gd name="connsiteY62" fmla="*/ 452470 h 534136"/>
                <a:gd name="connsiteX63" fmla="*/ 99581 w 682644"/>
                <a:gd name="connsiteY63" fmla="*/ 425806 h 534136"/>
                <a:gd name="connsiteX64" fmla="*/ 99748 w 682644"/>
                <a:gd name="connsiteY64" fmla="*/ 413141 h 534136"/>
                <a:gd name="connsiteX65" fmla="*/ 106497 w 682644"/>
                <a:gd name="connsiteY65" fmla="*/ 411891 h 534136"/>
                <a:gd name="connsiteX66" fmla="*/ 119079 w 682644"/>
                <a:gd name="connsiteY66" fmla="*/ 407641 h 534136"/>
                <a:gd name="connsiteX67" fmla="*/ 154409 w 682644"/>
                <a:gd name="connsiteY67" fmla="*/ 439055 h 534136"/>
                <a:gd name="connsiteX68" fmla="*/ 154409 w 682644"/>
                <a:gd name="connsiteY68" fmla="*/ 439055 h 534136"/>
                <a:gd name="connsiteX69" fmla="*/ 122496 w 682644"/>
                <a:gd name="connsiteY69" fmla="*/ 406725 h 534136"/>
                <a:gd name="connsiteX70" fmla="*/ 133745 w 682644"/>
                <a:gd name="connsiteY70" fmla="*/ 407641 h 534136"/>
                <a:gd name="connsiteX71" fmla="*/ 154077 w 682644"/>
                <a:gd name="connsiteY71" fmla="*/ 415141 h 534136"/>
                <a:gd name="connsiteX72" fmla="*/ 179074 w 682644"/>
                <a:gd name="connsiteY72" fmla="*/ 405808 h 534136"/>
                <a:gd name="connsiteX73" fmla="*/ 189990 w 682644"/>
                <a:gd name="connsiteY73" fmla="*/ 396476 h 534136"/>
                <a:gd name="connsiteX74" fmla="*/ 197656 w 682644"/>
                <a:gd name="connsiteY74" fmla="*/ 385810 h 534136"/>
                <a:gd name="connsiteX75" fmla="*/ 205988 w 682644"/>
                <a:gd name="connsiteY75" fmla="*/ 390809 h 534136"/>
                <a:gd name="connsiteX76" fmla="*/ 200822 w 682644"/>
                <a:gd name="connsiteY76" fmla="*/ 396226 h 534136"/>
                <a:gd name="connsiteX77" fmla="*/ 175658 w 682644"/>
                <a:gd name="connsiteY77" fmla="*/ 417140 h 534136"/>
                <a:gd name="connsiteX78" fmla="*/ 122496 w 682644"/>
                <a:gd name="connsiteY78" fmla="*/ 406725 h 534136"/>
                <a:gd name="connsiteX79" fmla="*/ 122496 w 682644"/>
                <a:gd name="connsiteY79" fmla="*/ 406725 h 534136"/>
                <a:gd name="connsiteX80" fmla="*/ 665447 w 682644"/>
                <a:gd name="connsiteY80" fmla="*/ 270904 h 534136"/>
                <a:gd name="connsiteX81" fmla="*/ 657614 w 682644"/>
                <a:gd name="connsiteY81" fmla="*/ 305400 h 534136"/>
                <a:gd name="connsiteX82" fmla="*/ 635117 w 682644"/>
                <a:gd name="connsiteY82" fmla="*/ 332315 h 534136"/>
                <a:gd name="connsiteX83" fmla="*/ 504378 w 682644"/>
                <a:gd name="connsiteY83" fmla="*/ 415641 h 534136"/>
                <a:gd name="connsiteX84" fmla="*/ 369890 w 682644"/>
                <a:gd name="connsiteY84" fmla="*/ 470469 h 534136"/>
                <a:gd name="connsiteX85" fmla="*/ 299396 w 682644"/>
                <a:gd name="connsiteY85" fmla="*/ 490884 h 534136"/>
                <a:gd name="connsiteX86" fmla="*/ 232236 w 682644"/>
                <a:gd name="connsiteY86" fmla="*/ 511298 h 534136"/>
                <a:gd name="connsiteX87" fmla="*/ 189240 w 682644"/>
                <a:gd name="connsiteY87" fmla="*/ 519215 h 534136"/>
                <a:gd name="connsiteX88" fmla="*/ 150743 w 682644"/>
                <a:gd name="connsiteY88" fmla="*/ 522381 h 534136"/>
                <a:gd name="connsiteX89" fmla="*/ 104414 w 682644"/>
                <a:gd name="connsiteY89" fmla="*/ 459720 h 534136"/>
                <a:gd name="connsiteX90" fmla="*/ 151743 w 682644"/>
                <a:gd name="connsiteY90" fmla="*/ 462803 h 534136"/>
                <a:gd name="connsiteX91" fmla="*/ 257733 w 682644"/>
                <a:gd name="connsiteY91" fmla="*/ 387726 h 534136"/>
                <a:gd name="connsiteX92" fmla="*/ 361308 w 682644"/>
                <a:gd name="connsiteY92" fmla="*/ 398725 h 534136"/>
                <a:gd name="connsiteX93" fmla="*/ 423886 w 682644"/>
                <a:gd name="connsiteY93" fmla="*/ 335981 h 534136"/>
                <a:gd name="connsiteX94" fmla="*/ 522376 w 682644"/>
                <a:gd name="connsiteY94" fmla="*/ 332731 h 534136"/>
                <a:gd name="connsiteX95" fmla="*/ 559123 w 682644"/>
                <a:gd name="connsiteY95" fmla="*/ 297568 h 534136"/>
                <a:gd name="connsiteX96" fmla="*/ 565622 w 682644"/>
                <a:gd name="connsiteY96" fmla="*/ 267071 h 534136"/>
                <a:gd name="connsiteX97" fmla="*/ 618285 w 682644"/>
                <a:gd name="connsiteY97" fmla="*/ 259738 h 534136"/>
                <a:gd name="connsiteX98" fmla="*/ 639033 w 682644"/>
                <a:gd name="connsiteY98" fmla="*/ 218825 h 534136"/>
                <a:gd name="connsiteX99" fmla="*/ 654197 w 682644"/>
                <a:gd name="connsiteY99" fmla="*/ 232240 h 534136"/>
                <a:gd name="connsiteX100" fmla="*/ 665447 w 682644"/>
                <a:gd name="connsiteY100" fmla="*/ 270904 h 534136"/>
                <a:gd name="connsiteX101" fmla="*/ 665447 w 682644"/>
                <a:gd name="connsiteY101" fmla="*/ 270904 h 534136"/>
                <a:gd name="connsiteX102" fmla="*/ 325477 w 682644"/>
                <a:gd name="connsiteY102" fmla="*/ 376227 h 534136"/>
                <a:gd name="connsiteX103" fmla="*/ 358975 w 682644"/>
                <a:gd name="connsiteY103" fmla="*/ 372978 h 534136"/>
                <a:gd name="connsiteX104" fmla="*/ 391388 w 682644"/>
                <a:gd name="connsiteY104" fmla="*/ 338648 h 534136"/>
                <a:gd name="connsiteX105" fmla="*/ 412137 w 682644"/>
                <a:gd name="connsiteY105" fmla="*/ 329148 h 534136"/>
                <a:gd name="connsiteX106" fmla="*/ 405470 w 682644"/>
                <a:gd name="connsiteY106" fmla="*/ 350063 h 534136"/>
                <a:gd name="connsiteX107" fmla="*/ 389138 w 682644"/>
                <a:gd name="connsiteY107" fmla="*/ 366478 h 534136"/>
                <a:gd name="connsiteX108" fmla="*/ 349225 w 682644"/>
                <a:gd name="connsiteY108" fmla="*/ 389726 h 534136"/>
                <a:gd name="connsiteX109" fmla="*/ 258483 w 682644"/>
                <a:gd name="connsiteY109" fmla="*/ 384560 h 534136"/>
                <a:gd name="connsiteX110" fmla="*/ 258483 w 682644"/>
                <a:gd name="connsiteY110" fmla="*/ 384477 h 534136"/>
                <a:gd name="connsiteX111" fmla="*/ 265316 w 682644"/>
                <a:gd name="connsiteY111" fmla="*/ 379144 h 534136"/>
                <a:gd name="connsiteX112" fmla="*/ 273982 w 682644"/>
                <a:gd name="connsiteY112" fmla="*/ 368895 h 534136"/>
                <a:gd name="connsiteX113" fmla="*/ 285148 w 682644"/>
                <a:gd name="connsiteY113" fmla="*/ 363145 h 534136"/>
                <a:gd name="connsiteX114" fmla="*/ 307729 w 682644"/>
                <a:gd name="connsiteY114" fmla="*/ 365978 h 534136"/>
                <a:gd name="connsiteX115" fmla="*/ 325477 w 682644"/>
                <a:gd name="connsiteY115" fmla="*/ 376227 h 534136"/>
                <a:gd name="connsiteX116" fmla="*/ 325477 w 682644"/>
                <a:gd name="connsiteY116" fmla="*/ 376227 h 534136"/>
                <a:gd name="connsiteX117" fmla="*/ 316728 w 682644"/>
                <a:gd name="connsiteY117" fmla="*/ 364478 h 534136"/>
                <a:gd name="connsiteX118" fmla="*/ 339726 w 682644"/>
                <a:gd name="connsiteY118" fmla="*/ 354063 h 534136"/>
                <a:gd name="connsiteX119" fmla="*/ 363391 w 682644"/>
                <a:gd name="connsiteY119" fmla="*/ 338148 h 534136"/>
                <a:gd name="connsiteX120" fmla="*/ 380889 w 682644"/>
                <a:gd name="connsiteY120" fmla="*/ 339731 h 534136"/>
                <a:gd name="connsiteX121" fmla="*/ 378222 w 682644"/>
                <a:gd name="connsiteY121" fmla="*/ 345063 h 534136"/>
                <a:gd name="connsiteX122" fmla="*/ 350642 w 682644"/>
                <a:gd name="connsiteY122" fmla="*/ 366728 h 534136"/>
                <a:gd name="connsiteX123" fmla="*/ 331310 w 682644"/>
                <a:gd name="connsiteY123" fmla="*/ 368645 h 534136"/>
                <a:gd name="connsiteX124" fmla="*/ 316728 w 682644"/>
                <a:gd name="connsiteY124" fmla="*/ 364478 h 534136"/>
                <a:gd name="connsiteX125" fmla="*/ 316728 w 682644"/>
                <a:gd name="connsiteY125" fmla="*/ 364478 h 534136"/>
                <a:gd name="connsiteX126" fmla="*/ 420802 w 682644"/>
                <a:gd name="connsiteY126" fmla="*/ 321399 h 534136"/>
                <a:gd name="connsiteX127" fmla="*/ 427468 w 682644"/>
                <a:gd name="connsiteY127" fmla="*/ 312483 h 534136"/>
                <a:gd name="connsiteX128" fmla="*/ 434884 w 682644"/>
                <a:gd name="connsiteY128" fmla="*/ 306234 h 534136"/>
                <a:gd name="connsiteX129" fmla="*/ 464631 w 682644"/>
                <a:gd name="connsiteY129" fmla="*/ 320066 h 534136"/>
                <a:gd name="connsiteX130" fmla="*/ 497128 w 682644"/>
                <a:gd name="connsiteY130" fmla="*/ 312983 h 534136"/>
                <a:gd name="connsiteX131" fmla="*/ 524959 w 682644"/>
                <a:gd name="connsiteY131" fmla="*/ 296651 h 534136"/>
                <a:gd name="connsiteX132" fmla="*/ 530209 w 682644"/>
                <a:gd name="connsiteY132" fmla="*/ 286735 h 534136"/>
                <a:gd name="connsiteX133" fmla="*/ 530375 w 682644"/>
                <a:gd name="connsiteY133" fmla="*/ 277653 h 534136"/>
                <a:gd name="connsiteX134" fmla="*/ 546708 w 682644"/>
                <a:gd name="connsiteY134" fmla="*/ 271987 h 534136"/>
                <a:gd name="connsiteX135" fmla="*/ 554457 w 682644"/>
                <a:gd name="connsiteY135" fmla="*/ 267404 h 534136"/>
                <a:gd name="connsiteX136" fmla="*/ 553624 w 682644"/>
                <a:gd name="connsiteY136" fmla="*/ 280736 h 534136"/>
                <a:gd name="connsiteX137" fmla="*/ 540791 w 682644"/>
                <a:gd name="connsiteY137" fmla="*/ 304067 h 534136"/>
                <a:gd name="connsiteX138" fmla="*/ 506461 w 682644"/>
                <a:gd name="connsiteY138" fmla="*/ 327565 h 534136"/>
                <a:gd name="connsiteX139" fmla="*/ 423385 w 682644"/>
                <a:gd name="connsiteY139" fmla="*/ 329815 h 534136"/>
                <a:gd name="connsiteX140" fmla="*/ 421219 w 682644"/>
                <a:gd name="connsiteY140" fmla="*/ 322065 h 534136"/>
                <a:gd name="connsiteX141" fmla="*/ 420802 w 682644"/>
                <a:gd name="connsiteY141" fmla="*/ 321399 h 534136"/>
                <a:gd name="connsiteX142" fmla="*/ 420802 w 682644"/>
                <a:gd name="connsiteY142" fmla="*/ 321399 h 534136"/>
                <a:gd name="connsiteX143" fmla="*/ 445550 w 682644"/>
                <a:gd name="connsiteY143" fmla="*/ 307483 h 534136"/>
                <a:gd name="connsiteX144" fmla="*/ 490213 w 682644"/>
                <a:gd name="connsiteY144" fmla="*/ 293985 h 534136"/>
                <a:gd name="connsiteX145" fmla="*/ 517210 w 682644"/>
                <a:gd name="connsiteY145" fmla="*/ 278486 h 534136"/>
                <a:gd name="connsiteX146" fmla="*/ 521543 w 682644"/>
                <a:gd name="connsiteY146" fmla="*/ 278570 h 534136"/>
                <a:gd name="connsiteX147" fmla="*/ 521460 w 682644"/>
                <a:gd name="connsiteY147" fmla="*/ 280486 h 534136"/>
                <a:gd name="connsiteX148" fmla="*/ 503461 w 682644"/>
                <a:gd name="connsiteY148" fmla="*/ 299151 h 534136"/>
                <a:gd name="connsiteX149" fmla="*/ 471631 w 682644"/>
                <a:gd name="connsiteY149" fmla="*/ 310567 h 534136"/>
                <a:gd name="connsiteX150" fmla="*/ 445550 w 682644"/>
                <a:gd name="connsiteY150" fmla="*/ 307483 h 534136"/>
                <a:gd name="connsiteX151" fmla="*/ 445550 w 682644"/>
                <a:gd name="connsiteY151" fmla="*/ 307483 h 534136"/>
                <a:gd name="connsiteX152" fmla="*/ 564539 w 682644"/>
                <a:gd name="connsiteY152" fmla="*/ 262655 h 534136"/>
                <a:gd name="connsiteX153" fmla="*/ 563622 w 682644"/>
                <a:gd name="connsiteY153" fmla="*/ 260071 h 534136"/>
                <a:gd name="connsiteX154" fmla="*/ 568539 w 682644"/>
                <a:gd name="connsiteY154" fmla="*/ 254738 h 534136"/>
                <a:gd name="connsiteX155" fmla="*/ 585620 w 682644"/>
                <a:gd name="connsiteY155" fmla="*/ 236823 h 534136"/>
                <a:gd name="connsiteX156" fmla="*/ 602202 w 682644"/>
                <a:gd name="connsiteY156" fmla="*/ 235157 h 534136"/>
                <a:gd name="connsiteX157" fmla="*/ 627200 w 682644"/>
                <a:gd name="connsiteY157" fmla="*/ 221408 h 534136"/>
                <a:gd name="connsiteX158" fmla="*/ 602035 w 682644"/>
                <a:gd name="connsiteY158" fmla="*/ 258321 h 534136"/>
                <a:gd name="connsiteX159" fmla="*/ 564539 w 682644"/>
                <a:gd name="connsiteY159" fmla="*/ 262655 h 534136"/>
                <a:gd name="connsiteX160" fmla="*/ 564539 w 682644"/>
                <a:gd name="connsiteY160" fmla="*/ 262655 h 534136"/>
                <a:gd name="connsiteX161" fmla="*/ 633033 w 682644"/>
                <a:gd name="connsiteY161" fmla="*/ 167246 h 534136"/>
                <a:gd name="connsiteX162" fmla="*/ 619284 w 682644"/>
                <a:gd name="connsiteY162" fmla="*/ 208742 h 534136"/>
                <a:gd name="connsiteX163" fmla="*/ 578455 w 682644"/>
                <a:gd name="connsiteY163" fmla="*/ 224824 h 534136"/>
                <a:gd name="connsiteX164" fmla="*/ 557957 w 682644"/>
                <a:gd name="connsiteY164" fmla="*/ 243156 h 534136"/>
                <a:gd name="connsiteX165" fmla="*/ 520210 w 682644"/>
                <a:gd name="connsiteY165" fmla="*/ 264321 h 534136"/>
                <a:gd name="connsiteX166" fmla="*/ 491296 w 682644"/>
                <a:gd name="connsiteY166" fmla="*/ 268904 h 534136"/>
                <a:gd name="connsiteX167" fmla="*/ 455716 w 682644"/>
                <a:gd name="connsiteY167" fmla="*/ 292735 h 534136"/>
                <a:gd name="connsiteX168" fmla="*/ 426635 w 682644"/>
                <a:gd name="connsiteY168" fmla="*/ 289318 h 534136"/>
                <a:gd name="connsiteX169" fmla="*/ 402387 w 682644"/>
                <a:gd name="connsiteY169" fmla="*/ 315899 h 534136"/>
                <a:gd name="connsiteX170" fmla="*/ 361974 w 682644"/>
                <a:gd name="connsiteY170" fmla="*/ 322649 h 534136"/>
                <a:gd name="connsiteX171" fmla="*/ 344726 w 682644"/>
                <a:gd name="connsiteY171" fmla="*/ 329565 h 534136"/>
                <a:gd name="connsiteX172" fmla="*/ 308479 w 682644"/>
                <a:gd name="connsiteY172" fmla="*/ 353146 h 534136"/>
                <a:gd name="connsiteX173" fmla="*/ 285731 w 682644"/>
                <a:gd name="connsiteY173" fmla="*/ 351313 h 534136"/>
                <a:gd name="connsiteX174" fmla="*/ 276732 w 682644"/>
                <a:gd name="connsiteY174" fmla="*/ 350230 h 534136"/>
                <a:gd name="connsiteX175" fmla="*/ 258483 w 682644"/>
                <a:gd name="connsiteY175" fmla="*/ 366978 h 534136"/>
                <a:gd name="connsiteX176" fmla="*/ 220987 w 682644"/>
                <a:gd name="connsiteY176" fmla="*/ 380560 h 534136"/>
                <a:gd name="connsiteX177" fmla="*/ 215737 w 682644"/>
                <a:gd name="connsiteY177" fmla="*/ 380144 h 534136"/>
                <a:gd name="connsiteX178" fmla="*/ 194905 w 682644"/>
                <a:gd name="connsiteY178" fmla="*/ 371728 h 534136"/>
                <a:gd name="connsiteX179" fmla="*/ 168408 w 682644"/>
                <a:gd name="connsiteY179" fmla="*/ 395392 h 534136"/>
                <a:gd name="connsiteX180" fmla="*/ 141660 w 682644"/>
                <a:gd name="connsiteY180" fmla="*/ 397059 h 534136"/>
                <a:gd name="connsiteX181" fmla="*/ 129328 w 682644"/>
                <a:gd name="connsiteY181" fmla="*/ 392476 h 534136"/>
                <a:gd name="connsiteX182" fmla="*/ 100831 w 682644"/>
                <a:gd name="connsiteY182" fmla="*/ 399475 h 534136"/>
                <a:gd name="connsiteX183" fmla="*/ 74917 w 682644"/>
                <a:gd name="connsiteY183" fmla="*/ 381477 h 534136"/>
                <a:gd name="connsiteX184" fmla="*/ 76250 w 682644"/>
                <a:gd name="connsiteY184" fmla="*/ 355146 h 534136"/>
                <a:gd name="connsiteX185" fmla="*/ 94749 w 682644"/>
                <a:gd name="connsiteY185" fmla="*/ 366228 h 534136"/>
                <a:gd name="connsiteX186" fmla="*/ 129912 w 682644"/>
                <a:gd name="connsiteY186" fmla="*/ 368061 h 534136"/>
                <a:gd name="connsiteX187" fmla="*/ 163909 w 682644"/>
                <a:gd name="connsiteY187" fmla="*/ 343480 h 534136"/>
                <a:gd name="connsiteX188" fmla="*/ 182740 w 682644"/>
                <a:gd name="connsiteY188" fmla="*/ 327482 h 534136"/>
                <a:gd name="connsiteX189" fmla="*/ 219404 w 682644"/>
                <a:gd name="connsiteY189" fmla="*/ 326482 h 534136"/>
                <a:gd name="connsiteX190" fmla="*/ 257067 w 682644"/>
                <a:gd name="connsiteY190" fmla="*/ 318482 h 534136"/>
                <a:gd name="connsiteX191" fmla="*/ 305896 w 682644"/>
                <a:gd name="connsiteY191" fmla="*/ 285235 h 534136"/>
                <a:gd name="connsiteX192" fmla="*/ 350142 w 682644"/>
                <a:gd name="connsiteY192" fmla="*/ 281069 h 534136"/>
                <a:gd name="connsiteX193" fmla="*/ 394388 w 682644"/>
                <a:gd name="connsiteY193" fmla="*/ 254905 h 534136"/>
                <a:gd name="connsiteX194" fmla="*/ 415386 w 682644"/>
                <a:gd name="connsiteY194" fmla="*/ 239323 h 534136"/>
                <a:gd name="connsiteX195" fmla="*/ 446467 w 682644"/>
                <a:gd name="connsiteY195" fmla="*/ 231490 h 534136"/>
                <a:gd name="connsiteX196" fmla="*/ 490380 w 682644"/>
                <a:gd name="connsiteY196" fmla="*/ 217158 h 534136"/>
                <a:gd name="connsiteX197" fmla="*/ 532542 w 682644"/>
                <a:gd name="connsiteY197" fmla="*/ 184995 h 534136"/>
                <a:gd name="connsiteX198" fmla="*/ 555957 w 682644"/>
                <a:gd name="connsiteY198" fmla="*/ 180245 h 534136"/>
                <a:gd name="connsiteX199" fmla="*/ 574789 w 682644"/>
                <a:gd name="connsiteY199" fmla="*/ 167246 h 534136"/>
                <a:gd name="connsiteX200" fmla="*/ 602536 w 682644"/>
                <a:gd name="connsiteY200" fmla="*/ 146081 h 534136"/>
                <a:gd name="connsiteX201" fmla="*/ 618951 w 682644"/>
                <a:gd name="connsiteY201" fmla="*/ 138499 h 534136"/>
                <a:gd name="connsiteX202" fmla="*/ 633033 w 682644"/>
                <a:gd name="connsiteY202" fmla="*/ 167246 h 534136"/>
                <a:gd name="connsiteX203" fmla="*/ 633033 w 682644"/>
                <a:gd name="connsiteY203" fmla="*/ 167246 h 534136"/>
                <a:gd name="connsiteX204" fmla="*/ 616784 w 682644"/>
                <a:gd name="connsiteY204" fmla="*/ 123833 h 534136"/>
                <a:gd name="connsiteX205" fmla="*/ 578788 w 682644"/>
                <a:gd name="connsiteY205" fmla="*/ 142998 h 534136"/>
                <a:gd name="connsiteX206" fmla="*/ 544458 w 682644"/>
                <a:gd name="connsiteY206" fmla="*/ 166580 h 534136"/>
                <a:gd name="connsiteX207" fmla="*/ 511710 w 682644"/>
                <a:gd name="connsiteY207" fmla="*/ 179162 h 534136"/>
                <a:gd name="connsiteX208" fmla="*/ 481213 w 682644"/>
                <a:gd name="connsiteY208" fmla="*/ 204993 h 534136"/>
                <a:gd name="connsiteX209" fmla="*/ 399054 w 682644"/>
                <a:gd name="connsiteY209" fmla="*/ 234240 h 534136"/>
                <a:gd name="connsiteX210" fmla="*/ 371724 w 682644"/>
                <a:gd name="connsiteY210" fmla="*/ 256822 h 534136"/>
                <a:gd name="connsiteX211" fmla="*/ 325227 w 682644"/>
                <a:gd name="connsiteY211" fmla="*/ 269904 h 534136"/>
                <a:gd name="connsiteX212" fmla="*/ 292147 w 682644"/>
                <a:gd name="connsiteY212" fmla="*/ 274153 h 534136"/>
                <a:gd name="connsiteX213" fmla="*/ 257483 w 682644"/>
                <a:gd name="connsiteY213" fmla="*/ 298734 h 534136"/>
                <a:gd name="connsiteX214" fmla="*/ 217154 w 682644"/>
                <a:gd name="connsiteY214" fmla="*/ 311150 h 534136"/>
                <a:gd name="connsiteX215" fmla="*/ 182490 w 682644"/>
                <a:gd name="connsiteY215" fmla="*/ 311816 h 534136"/>
                <a:gd name="connsiteX216" fmla="*/ 117663 w 682644"/>
                <a:gd name="connsiteY216" fmla="*/ 358729 h 534136"/>
                <a:gd name="connsiteX217" fmla="*/ 80083 w 682644"/>
                <a:gd name="connsiteY217" fmla="*/ 342897 h 534136"/>
                <a:gd name="connsiteX218" fmla="*/ 47086 w 682644"/>
                <a:gd name="connsiteY218" fmla="*/ 349896 h 534136"/>
                <a:gd name="connsiteX219" fmla="*/ 22171 w 682644"/>
                <a:gd name="connsiteY219" fmla="*/ 357812 h 534136"/>
                <a:gd name="connsiteX220" fmla="*/ 17672 w 682644"/>
                <a:gd name="connsiteY220" fmla="*/ 348563 h 534136"/>
                <a:gd name="connsiteX221" fmla="*/ 25087 w 682644"/>
                <a:gd name="connsiteY221" fmla="*/ 339564 h 534136"/>
                <a:gd name="connsiteX222" fmla="*/ 38920 w 682644"/>
                <a:gd name="connsiteY222" fmla="*/ 323232 h 534136"/>
                <a:gd name="connsiteX223" fmla="*/ 53335 w 682644"/>
                <a:gd name="connsiteY223" fmla="*/ 308400 h 534136"/>
                <a:gd name="connsiteX224" fmla="*/ 74417 w 682644"/>
                <a:gd name="connsiteY224" fmla="*/ 311816 h 534136"/>
                <a:gd name="connsiteX225" fmla="*/ 155576 w 682644"/>
                <a:gd name="connsiteY225" fmla="*/ 305150 h 534136"/>
                <a:gd name="connsiteX226" fmla="*/ 316895 w 682644"/>
                <a:gd name="connsiteY226" fmla="*/ 245572 h 534136"/>
                <a:gd name="connsiteX227" fmla="*/ 484297 w 682644"/>
                <a:gd name="connsiteY227" fmla="*/ 170996 h 534136"/>
                <a:gd name="connsiteX228" fmla="*/ 553290 w 682644"/>
                <a:gd name="connsiteY228" fmla="*/ 131250 h 534136"/>
                <a:gd name="connsiteX229" fmla="*/ 591204 w 682644"/>
                <a:gd name="connsiteY229" fmla="*/ 86504 h 534136"/>
                <a:gd name="connsiteX230" fmla="*/ 623534 w 682644"/>
                <a:gd name="connsiteY230" fmla="*/ 88087 h 534136"/>
                <a:gd name="connsiteX231" fmla="*/ 616784 w 682644"/>
                <a:gd name="connsiteY231" fmla="*/ 123833 h 534136"/>
                <a:gd name="connsiteX232" fmla="*/ 616784 w 682644"/>
                <a:gd name="connsiteY232" fmla="*/ 123833 h 534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682644" h="534136">
                  <a:moveTo>
                    <a:pt x="592703" y="72338"/>
                  </a:moveTo>
                  <a:cubicBezTo>
                    <a:pt x="592287" y="62422"/>
                    <a:pt x="588454" y="52257"/>
                    <a:pt x="583454" y="44007"/>
                  </a:cubicBezTo>
                  <a:cubicBezTo>
                    <a:pt x="577121" y="33509"/>
                    <a:pt x="566206" y="28342"/>
                    <a:pt x="556373" y="21676"/>
                  </a:cubicBezTo>
                  <a:cubicBezTo>
                    <a:pt x="543542" y="13010"/>
                    <a:pt x="528709" y="8344"/>
                    <a:pt x="513461" y="6011"/>
                  </a:cubicBezTo>
                  <a:cubicBezTo>
                    <a:pt x="503378" y="3261"/>
                    <a:pt x="492879" y="1428"/>
                    <a:pt x="481630" y="595"/>
                  </a:cubicBezTo>
                  <a:cubicBezTo>
                    <a:pt x="452800" y="-1405"/>
                    <a:pt x="424719" y="1844"/>
                    <a:pt x="396471" y="7261"/>
                  </a:cubicBezTo>
                  <a:cubicBezTo>
                    <a:pt x="338726" y="18343"/>
                    <a:pt x="283232" y="36592"/>
                    <a:pt x="229986" y="61422"/>
                  </a:cubicBezTo>
                  <a:cubicBezTo>
                    <a:pt x="176991" y="86170"/>
                    <a:pt x="126912" y="113584"/>
                    <a:pt x="85499" y="155581"/>
                  </a:cubicBezTo>
                  <a:cubicBezTo>
                    <a:pt x="67834" y="173579"/>
                    <a:pt x="52669" y="193994"/>
                    <a:pt x="41919" y="216825"/>
                  </a:cubicBezTo>
                  <a:cubicBezTo>
                    <a:pt x="32921" y="236074"/>
                    <a:pt x="23421" y="260071"/>
                    <a:pt x="28337" y="281569"/>
                  </a:cubicBezTo>
                  <a:cubicBezTo>
                    <a:pt x="30837" y="292652"/>
                    <a:pt x="36254" y="299401"/>
                    <a:pt x="43420" y="303734"/>
                  </a:cubicBezTo>
                  <a:cubicBezTo>
                    <a:pt x="39669" y="306401"/>
                    <a:pt x="36337" y="310066"/>
                    <a:pt x="33420" y="312983"/>
                  </a:cubicBezTo>
                  <a:cubicBezTo>
                    <a:pt x="23338" y="323149"/>
                    <a:pt x="7839" y="335398"/>
                    <a:pt x="1924" y="348563"/>
                  </a:cubicBezTo>
                  <a:cubicBezTo>
                    <a:pt x="-1576" y="356479"/>
                    <a:pt x="-660" y="366395"/>
                    <a:pt x="7673" y="370478"/>
                  </a:cubicBezTo>
                  <a:cubicBezTo>
                    <a:pt x="17505" y="375311"/>
                    <a:pt x="34004" y="368145"/>
                    <a:pt x="43336" y="364812"/>
                  </a:cubicBezTo>
                  <a:cubicBezTo>
                    <a:pt x="51752" y="361812"/>
                    <a:pt x="59418" y="356229"/>
                    <a:pt x="68417" y="354813"/>
                  </a:cubicBezTo>
                  <a:cubicBezTo>
                    <a:pt x="62085" y="366145"/>
                    <a:pt x="63584" y="387226"/>
                    <a:pt x="68167" y="397059"/>
                  </a:cubicBezTo>
                  <a:cubicBezTo>
                    <a:pt x="72500" y="406308"/>
                    <a:pt x="80083" y="411141"/>
                    <a:pt x="88748" y="412641"/>
                  </a:cubicBezTo>
                  <a:cubicBezTo>
                    <a:pt x="85166" y="425806"/>
                    <a:pt x="86665" y="442721"/>
                    <a:pt x="95415" y="452554"/>
                  </a:cubicBezTo>
                  <a:cubicBezTo>
                    <a:pt x="93165" y="455054"/>
                    <a:pt x="92332" y="459053"/>
                    <a:pt x="91831" y="462303"/>
                  </a:cubicBezTo>
                  <a:cubicBezTo>
                    <a:pt x="90249" y="472385"/>
                    <a:pt x="94165" y="484718"/>
                    <a:pt x="99164" y="493300"/>
                  </a:cubicBezTo>
                  <a:cubicBezTo>
                    <a:pt x="110164" y="512298"/>
                    <a:pt x="126662" y="532630"/>
                    <a:pt x="150243" y="533963"/>
                  </a:cubicBezTo>
                  <a:cubicBezTo>
                    <a:pt x="176908" y="535380"/>
                    <a:pt x="206822" y="527797"/>
                    <a:pt x="232652" y="521714"/>
                  </a:cubicBezTo>
                  <a:cubicBezTo>
                    <a:pt x="262900" y="514465"/>
                    <a:pt x="292481" y="505299"/>
                    <a:pt x="322228" y="495967"/>
                  </a:cubicBezTo>
                  <a:cubicBezTo>
                    <a:pt x="352308" y="486551"/>
                    <a:pt x="382139" y="479635"/>
                    <a:pt x="411803" y="468219"/>
                  </a:cubicBezTo>
                  <a:cubicBezTo>
                    <a:pt x="441967" y="456553"/>
                    <a:pt x="472047" y="444554"/>
                    <a:pt x="501712" y="431389"/>
                  </a:cubicBezTo>
                  <a:cubicBezTo>
                    <a:pt x="557540" y="406641"/>
                    <a:pt x="614701" y="376727"/>
                    <a:pt x="656447" y="331232"/>
                  </a:cubicBezTo>
                  <a:cubicBezTo>
                    <a:pt x="665030" y="321816"/>
                    <a:pt x="675613" y="310733"/>
                    <a:pt x="679696" y="298401"/>
                  </a:cubicBezTo>
                  <a:cubicBezTo>
                    <a:pt x="684029" y="285319"/>
                    <a:pt x="682945" y="268904"/>
                    <a:pt x="680529" y="255572"/>
                  </a:cubicBezTo>
                  <a:cubicBezTo>
                    <a:pt x="675863" y="229907"/>
                    <a:pt x="664030" y="210075"/>
                    <a:pt x="640449" y="202076"/>
                  </a:cubicBezTo>
                  <a:cubicBezTo>
                    <a:pt x="642282" y="198077"/>
                    <a:pt x="643782" y="193911"/>
                    <a:pt x="644865" y="189578"/>
                  </a:cubicBezTo>
                  <a:cubicBezTo>
                    <a:pt x="647615" y="179078"/>
                    <a:pt x="648365" y="166996"/>
                    <a:pt x="645282" y="156497"/>
                  </a:cubicBezTo>
                  <a:cubicBezTo>
                    <a:pt x="642449" y="146915"/>
                    <a:pt x="635950" y="139749"/>
                    <a:pt x="629950" y="132249"/>
                  </a:cubicBezTo>
                  <a:cubicBezTo>
                    <a:pt x="640032" y="125333"/>
                    <a:pt x="648865" y="116084"/>
                    <a:pt x="650115" y="103335"/>
                  </a:cubicBezTo>
                  <a:cubicBezTo>
                    <a:pt x="653448" y="69838"/>
                    <a:pt x="617784" y="71171"/>
                    <a:pt x="592703" y="72338"/>
                  </a:cubicBezTo>
                  <a:lnTo>
                    <a:pt x="592703" y="72338"/>
                  </a:lnTo>
                  <a:close/>
                  <a:moveTo>
                    <a:pt x="55585" y="225574"/>
                  </a:moveTo>
                  <a:cubicBezTo>
                    <a:pt x="65418" y="203826"/>
                    <a:pt x="79333" y="184495"/>
                    <a:pt x="95831" y="167330"/>
                  </a:cubicBezTo>
                  <a:cubicBezTo>
                    <a:pt x="132495" y="129000"/>
                    <a:pt x="177240" y="103002"/>
                    <a:pt x="224653" y="80087"/>
                  </a:cubicBezTo>
                  <a:cubicBezTo>
                    <a:pt x="276065" y="55173"/>
                    <a:pt x="328811" y="36341"/>
                    <a:pt x="384472" y="23259"/>
                  </a:cubicBezTo>
                  <a:cubicBezTo>
                    <a:pt x="391138" y="21676"/>
                    <a:pt x="397721" y="20259"/>
                    <a:pt x="404387" y="19009"/>
                  </a:cubicBezTo>
                  <a:cubicBezTo>
                    <a:pt x="417386" y="17343"/>
                    <a:pt x="430551" y="16343"/>
                    <a:pt x="443883" y="16343"/>
                  </a:cubicBezTo>
                  <a:cubicBezTo>
                    <a:pt x="466881" y="16343"/>
                    <a:pt x="490629" y="16093"/>
                    <a:pt x="513294" y="20676"/>
                  </a:cubicBezTo>
                  <a:cubicBezTo>
                    <a:pt x="525126" y="23093"/>
                    <a:pt x="536708" y="26925"/>
                    <a:pt x="546708" y="33842"/>
                  </a:cubicBezTo>
                  <a:cubicBezTo>
                    <a:pt x="556957" y="40924"/>
                    <a:pt x="567789" y="46674"/>
                    <a:pt x="573038" y="58589"/>
                  </a:cubicBezTo>
                  <a:cubicBezTo>
                    <a:pt x="579121" y="72422"/>
                    <a:pt x="577371" y="82587"/>
                    <a:pt x="568623" y="94586"/>
                  </a:cubicBezTo>
                  <a:cubicBezTo>
                    <a:pt x="560706" y="105335"/>
                    <a:pt x="550707" y="114917"/>
                    <a:pt x="540041" y="122750"/>
                  </a:cubicBezTo>
                  <a:cubicBezTo>
                    <a:pt x="520293" y="137165"/>
                    <a:pt x="498379" y="148331"/>
                    <a:pt x="476797" y="159663"/>
                  </a:cubicBezTo>
                  <a:cubicBezTo>
                    <a:pt x="433218" y="182412"/>
                    <a:pt x="387805" y="201493"/>
                    <a:pt x="341892" y="219075"/>
                  </a:cubicBezTo>
                  <a:cubicBezTo>
                    <a:pt x="294813" y="237073"/>
                    <a:pt x="248651" y="257238"/>
                    <a:pt x="201155" y="274320"/>
                  </a:cubicBezTo>
                  <a:cubicBezTo>
                    <a:pt x="178157" y="282569"/>
                    <a:pt x="154993" y="289318"/>
                    <a:pt x="130995" y="293818"/>
                  </a:cubicBezTo>
                  <a:cubicBezTo>
                    <a:pt x="117746" y="296318"/>
                    <a:pt x="104664" y="297485"/>
                    <a:pt x="91082" y="296818"/>
                  </a:cubicBezTo>
                  <a:cubicBezTo>
                    <a:pt x="80249" y="296235"/>
                    <a:pt x="65667" y="297234"/>
                    <a:pt x="55668" y="292652"/>
                  </a:cubicBezTo>
                  <a:cubicBezTo>
                    <a:pt x="31420" y="281569"/>
                    <a:pt x="47669" y="243073"/>
                    <a:pt x="55585" y="225574"/>
                  </a:cubicBezTo>
                  <a:lnTo>
                    <a:pt x="55585" y="225574"/>
                  </a:lnTo>
                  <a:close/>
                  <a:moveTo>
                    <a:pt x="154409" y="439055"/>
                  </a:moveTo>
                  <a:cubicBezTo>
                    <a:pt x="171991" y="434889"/>
                    <a:pt x="186990" y="423306"/>
                    <a:pt x="200322" y="411641"/>
                  </a:cubicBezTo>
                  <a:cubicBezTo>
                    <a:pt x="207239" y="405641"/>
                    <a:pt x="212821" y="400808"/>
                    <a:pt x="216820" y="394309"/>
                  </a:cubicBezTo>
                  <a:cubicBezTo>
                    <a:pt x="223654" y="395392"/>
                    <a:pt x="231070" y="394726"/>
                    <a:pt x="240319" y="392476"/>
                  </a:cubicBezTo>
                  <a:cubicBezTo>
                    <a:pt x="240902" y="392309"/>
                    <a:pt x="241402" y="392143"/>
                    <a:pt x="241901" y="392059"/>
                  </a:cubicBezTo>
                  <a:cubicBezTo>
                    <a:pt x="236319" y="401392"/>
                    <a:pt x="230402" y="410474"/>
                    <a:pt x="222320" y="417890"/>
                  </a:cubicBezTo>
                  <a:cubicBezTo>
                    <a:pt x="208488" y="430472"/>
                    <a:pt x="189490" y="438639"/>
                    <a:pt x="171742" y="444054"/>
                  </a:cubicBezTo>
                  <a:cubicBezTo>
                    <a:pt x="155576" y="448888"/>
                    <a:pt x="138661" y="456553"/>
                    <a:pt x="121579" y="452470"/>
                  </a:cubicBezTo>
                  <a:cubicBezTo>
                    <a:pt x="107830" y="449221"/>
                    <a:pt x="99248" y="440638"/>
                    <a:pt x="99581" y="425806"/>
                  </a:cubicBezTo>
                  <a:cubicBezTo>
                    <a:pt x="99665" y="421556"/>
                    <a:pt x="99915" y="417390"/>
                    <a:pt x="99748" y="413141"/>
                  </a:cubicBezTo>
                  <a:cubicBezTo>
                    <a:pt x="101998" y="412891"/>
                    <a:pt x="104247" y="412474"/>
                    <a:pt x="106497" y="411891"/>
                  </a:cubicBezTo>
                  <a:cubicBezTo>
                    <a:pt x="110830" y="410808"/>
                    <a:pt x="114913" y="408891"/>
                    <a:pt x="119079" y="407641"/>
                  </a:cubicBezTo>
                  <a:cubicBezTo>
                    <a:pt x="114913" y="429639"/>
                    <a:pt x="130828" y="444638"/>
                    <a:pt x="154409" y="439055"/>
                  </a:cubicBezTo>
                  <a:lnTo>
                    <a:pt x="154409" y="439055"/>
                  </a:lnTo>
                  <a:close/>
                  <a:moveTo>
                    <a:pt x="122496" y="406725"/>
                  </a:moveTo>
                  <a:cubicBezTo>
                    <a:pt x="126162" y="405975"/>
                    <a:pt x="129829" y="405975"/>
                    <a:pt x="133745" y="407641"/>
                  </a:cubicBezTo>
                  <a:cubicBezTo>
                    <a:pt x="141077" y="410808"/>
                    <a:pt x="145577" y="415141"/>
                    <a:pt x="154077" y="415141"/>
                  </a:cubicBezTo>
                  <a:cubicBezTo>
                    <a:pt x="163326" y="415141"/>
                    <a:pt x="171742" y="411224"/>
                    <a:pt x="179074" y="405808"/>
                  </a:cubicBezTo>
                  <a:cubicBezTo>
                    <a:pt x="182824" y="403058"/>
                    <a:pt x="186656" y="399892"/>
                    <a:pt x="189990" y="396476"/>
                  </a:cubicBezTo>
                  <a:cubicBezTo>
                    <a:pt x="192323" y="394059"/>
                    <a:pt x="194740" y="388726"/>
                    <a:pt x="197656" y="385810"/>
                  </a:cubicBezTo>
                  <a:cubicBezTo>
                    <a:pt x="200489" y="387810"/>
                    <a:pt x="203238" y="389476"/>
                    <a:pt x="205988" y="390809"/>
                  </a:cubicBezTo>
                  <a:cubicBezTo>
                    <a:pt x="204405" y="392643"/>
                    <a:pt x="202739" y="394476"/>
                    <a:pt x="200822" y="396226"/>
                  </a:cubicBezTo>
                  <a:cubicBezTo>
                    <a:pt x="192739" y="403642"/>
                    <a:pt x="184490" y="410641"/>
                    <a:pt x="175658" y="417140"/>
                  </a:cubicBezTo>
                  <a:cubicBezTo>
                    <a:pt x="157659" y="430639"/>
                    <a:pt x="119413" y="441638"/>
                    <a:pt x="122496" y="406725"/>
                  </a:cubicBezTo>
                  <a:lnTo>
                    <a:pt x="122496" y="406725"/>
                  </a:lnTo>
                  <a:close/>
                  <a:moveTo>
                    <a:pt x="665447" y="270904"/>
                  </a:moveTo>
                  <a:cubicBezTo>
                    <a:pt x="666531" y="284236"/>
                    <a:pt x="665447" y="294402"/>
                    <a:pt x="657614" y="305400"/>
                  </a:cubicBezTo>
                  <a:cubicBezTo>
                    <a:pt x="650782" y="314983"/>
                    <a:pt x="643282" y="323982"/>
                    <a:pt x="635117" y="332315"/>
                  </a:cubicBezTo>
                  <a:cubicBezTo>
                    <a:pt x="599286" y="368978"/>
                    <a:pt x="550707" y="394809"/>
                    <a:pt x="504378" y="415641"/>
                  </a:cubicBezTo>
                  <a:cubicBezTo>
                    <a:pt x="460632" y="435472"/>
                    <a:pt x="415636" y="455720"/>
                    <a:pt x="369890" y="470469"/>
                  </a:cubicBezTo>
                  <a:cubicBezTo>
                    <a:pt x="346559" y="477968"/>
                    <a:pt x="322645" y="482885"/>
                    <a:pt x="299396" y="490884"/>
                  </a:cubicBezTo>
                  <a:cubicBezTo>
                    <a:pt x="277315" y="498466"/>
                    <a:pt x="254901" y="505549"/>
                    <a:pt x="232236" y="511298"/>
                  </a:cubicBezTo>
                  <a:cubicBezTo>
                    <a:pt x="217904" y="514965"/>
                    <a:pt x="203822" y="517131"/>
                    <a:pt x="189240" y="519215"/>
                  </a:cubicBezTo>
                  <a:cubicBezTo>
                    <a:pt x="176908" y="520965"/>
                    <a:pt x="163242" y="524381"/>
                    <a:pt x="150743" y="522381"/>
                  </a:cubicBezTo>
                  <a:cubicBezTo>
                    <a:pt x="131995" y="519298"/>
                    <a:pt x="95998" y="481885"/>
                    <a:pt x="104414" y="459720"/>
                  </a:cubicBezTo>
                  <a:cubicBezTo>
                    <a:pt x="118580" y="467803"/>
                    <a:pt x="136577" y="467219"/>
                    <a:pt x="151743" y="462803"/>
                  </a:cubicBezTo>
                  <a:cubicBezTo>
                    <a:pt x="191573" y="451220"/>
                    <a:pt x="242901" y="429639"/>
                    <a:pt x="257733" y="387726"/>
                  </a:cubicBezTo>
                  <a:cubicBezTo>
                    <a:pt x="279898" y="416474"/>
                    <a:pt x="331727" y="410808"/>
                    <a:pt x="361308" y="398725"/>
                  </a:cubicBezTo>
                  <a:cubicBezTo>
                    <a:pt x="383305" y="389726"/>
                    <a:pt x="422636" y="364312"/>
                    <a:pt x="423886" y="335981"/>
                  </a:cubicBezTo>
                  <a:cubicBezTo>
                    <a:pt x="451549" y="357562"/>
                    <a:pt x="492212" y="347397"/>
                    <a:pt x="522376" y="332731"/>
                  </a:cubicBezTo>
                  <a:cubicBezTo>
                    <a:pt x="537375" y="325399"/>
                    <a:pt x="551207" y="312400"/>
                    <a:pt x="559123" y="297568"/>
                  </a:cubicBezTo>
                  <a:cubicBezTo>
                    <a:pt x="563206" y="289818"/>
                    <a:pt x="566956" y="277403"/>
                    <a:pt x="565622" y="267071"/>
                  </a:cubicBezTo>
                  <a:cubicBezTo>
                    <a:pt x="584621" y="270987"/>
                    <a:pt x="599536" y="272737"/>
                    <a:pt x="618285" y="259738"/>
                  </a:cubicBezTo>
                  <a:cubicBezTo>
                    <a:pt x="633033" y="249572"/>
                    <a:pt x="645865" y="236407"/>
                    <a:pt x="639033" y="218825"/>
                  </a:cubicBezTo>
                  <a:cubicBezTo>
                    <a:pt x="644865" y="222241"/>
                    <a:pt x="650198" y="226158"/>
                    <a:pt x="654197" y="232240"/>
                  </a:cubicBezTo>
                  <a:cubicBezTo>
                    <a:pt x="661364" y="243406"/>
                    <a:pt x="664364" y="257738"/>
                    <a:pt x="665447" y="270904"/>
                  </a:cubicBezTo>
                  <a:lnTo>
                    <a:pt x="665447" y="270904"/>
                  </a:lnTo>
                  <a:close/>
                  <a:moveTo>
                    <a:pt x="325477" y="376227"/>
                  </a:moveTo>
                  <a:cubicBezTo>
                    <a:pt x="336893" y="378810"/>
                    <a:pt x="348392" y="378144"/>
                    <a:pt x="358975" y="372978"/>
                  </a:cubicBezTo>
                  <a:cubicBezTo>
                    <a:pt x="372889" y="366311"/>
                    <a:pt x="388055" y="353979"/>
                    <a:pt x="391388" y="338648"/>
                  </a:cubicBezTo>
                  <a:cubicBezTo>
                    <a:pt x="398805" y="336814"/>
                    <a:pt x="405970" y="333648"/>
                    <a:pt x="412137" y="329148"/>
                  </a:cubicBezTo>
                  <a:cubicBezTo>
                    <a:pt x="411803" y="336898"/>
                    <a:pt x="410553" y="342980"/>
                    <a:pt x="405470" y="350063"/>
                  </a:cubicBezTo>
                  <a:cubicBezTo>
                    <a:pt x="400888" y="356396"/>
                    <a:pt x="395305" y="361645"/>
                    <a:pt x="389138" y="366478"/>
                  </a:cubicBezTo>
                  <a:cubicBezTo>
                    <a:pt x="376806" y="376227"/>
                    <a:pt x="363974" y="384310"/>
                    <a:pt x="349225" y="389726"/>
                  </a:cubicBezTo>
                  <a:cubicBezTo>
                    <a:pt x="322228" y="399559"/>
                    <a:pt x="283815" y="399559"/>
                    <a:pt x="258483" y="384560"/>
                  </a:cubicBezTo>
                  <a:cubicBezTo>
                    <a:pt x="258483" y="384560"/>
                    <a:pt x="258483" y="384560"/>
                    <a:pt x="258483" y="384477"/>
                  </a:cubicBezTo>
                  <a:cubicBezTo>
                    <a:pt x="260900" y="382894"/>
                    <a:pt x="263150" y="381060"/>
                    <a:pt x="265316" y="379144"/>
                  </a:cubicBezTo>
                  <a:cubicBezTo>
                    <a:pt x="268899" y="375894"/>
                    <a:pt x="271065" y="372644"/>
                    <a:pt x="273982" y="368895"/>
                  </a:cubicBezTo>
                  <a:cubicBezTo>
                    <a:pt x="277982" y="363812"/>
                    <a:pt x="278398" y="362145"/>
                    <a:pt x="285148" y="363145"/>
                  </a:cubicBezTo>
                  <a:cubicBezTo>
                    <a:pt x="293064" y="364312"/>
                    <a:pt x="299730" y="366478"/>
                    <a:pt x="307729" y="365978"/>
                  </a:cubicBezTo>
                  <a:cubicBezTo>
                    <a:pt x="313479" y="369645"/>
                    <a:pt x="317811" y="374478"/>
                    <a:pt x="325477" y="376227"/>
                  </a:cubicBezTo>
                  <a:lnTo>
                    <a:pt x="325477" y="376227"/>
                  </a:lnTo>
                  <a:close/>
                  <a:moveTo>
                    <a:pt x="316728" y="364478"/>
                  </a:moveTo>
                  <a:cubicBezTo>
                    <a:pt x="324977" y="362479"/>
                    <a:pt x="332894" y="358896"/>
                    <a:pt x="339726" y="354063"/>
                  </a:cubicBezTo>
                  <a:cubicBezTo>
                    <a:pt x="347892" y="348313"/>
                    <a:pt x="352725" y="337731"/>
                    <a:pt x="363391" y="338148"/>
                  </a:cubicBezTo>
                  <a:cubicBezTo>
                    <a:pt x="369890" y="338397"/>
                    <a:pt x="375223" y="339647"/>
                    <a:pt x="380889" y="339731"/>
                  </a:cubicBezTo>
                  <a:cubicBezTo>
                    <a:pt x="380222" y="341564"/>
                    <a:pt x="379389" y="343397"/>
                    <a:pt x="378222" y="345063"/>
                  </a:cubicBezTo>
                  <a:cubicBezTo>
                    <a:pt x="371973" y="353896"/>
                    <a:pt x="360891" y="363145"/>
                    <a:pt x="350642" y="366728"/>
                  </a:cubicBezTo>
                  <a:cubicBezTo>
                    <a:pt x="344476" y="368895"/>
                    <a:pt x="337726" y="369145"/>
                    <a:pt x="331310" y="368645"/>
                  </a:cubicBezTo>
                  <a:cubicBezTo>
                    <a:pt x="325561" y="368312"/>
                    <a:pt x="321228" y="366311"/>
                    <a:pt x="316728" y="364478"/>
                  </a:cubicBezTo>
                  <a:lnTo>
                    <a:pt x="316728" y="364478"/>
                  </a:lnTo>
                  <a:close/>
                  <a:moveTo>
                    <a:pt x="420802" y="321399"/>
                  </a:moveTo>
                  <a:cubicBezTo>
                    <a:pt x="423218" y="318649"/>
                    <a:pt x="425468" y="315650"/>
                    <a:pt x="427468" y="312483"/>
                  </a:cubicBezTo>
                  <a:cubicBezTo>
                    <a:pt x="430468" y="307567"/>
                    <a:pt x="430468" y="305817"/>
                    <a:pt x="434884" y="306234"/>
                  </a:cubicBezTo>
                  <a:cubicBezTo>
                    <a:pt x="444634" y="311567"/>
                    <a:pt x="453132" y="318982"/>
                    <a:pt x="464631" y="320066"/>
                  </a:cubicBezTo>
                  <a:cubicBezTo>
                    <a:pt x="475547" y="321065"/>
                    <a:pt x="487213" y="316983"/>
                    <a:pt x="497128" y="312983"/>
                  </a:cubicBezTo>
                  <a:cubicBezTo>
                    <a:pt x="506544" y="309233"/>
                    <a:pt x="518043" y="304484"/>
                    <a:pt x="524959" y="296651"/>
                  </a:cubicBezTo>
                  <a:cubicBezTo>
                    <a:pt x="527543" y="293651"/>
                    <a:pt x="529376" y="290568"/>
                    <a:pt x="530209" y="286735"/>
                  </a:cubicBezTo>
                  <a:cubicBezTo>
                    <a:pt x="530792" y="283903"/>
                    <a:pt x="530209" y="280653"/>
                    <a:pt x="530375" y="277653"/>
                  </a:cubicBezTo>
                  <a:cubicBezTo>
                    <a:pt x="536042" y="276570"/>
                    <a:pt x="541458" y="274653"/>
                    <a:pt x="546708" y="271987"/>
                  </a:cubicBezTo>
                  <a:cubicBezTo>
                    <a:pt x="549374" y="270653"/>
                    <a:pt x="551957" y="269070"/>
                    <a:pt x="554457" y="267404"/>
                  </a:cubicBezTo>
                  <a:cubicBezTo>
                    <a:pt x="554041" y="272820"/>
                    <a:pt x="553540" y="281069"/>
                    <a:pt x="553624" y="280736"/>
                  </a:cubicBezTo>
                  <a:cubicBezTo>
                    <a:pt x="552040" y="289985"/>
                    <a:pt x="546791" y="297151"/>
                    <a:pt x="540791" y="304067"/>
                  </a:cubicBezTo>
                  <a:cubicBezTo>
                    <a:pt x="531375" y="314983"/>
                    <a:pt x="520210" y="322816"/>
                    <a:pt x="506461" y="327565"/>
                  </a:cubicBezTo>
                  <a:cubicBezTo>
                    <a:pt x="478964" y="337147"/>
                    <a:pt x="449550" y="344980"/>
                    <a:pt x="423385" y="329815"/>
                  </a:cubicBezTo>
                  <a:cubicBezTo>
                    <a:pt x="422968" y="327232"/>
                    <a:pt x="422302" y="324648"/>
                    <a:pt x="421219" y="322065"/>
                  </a:cubicBezTo>
                  <a:cubicBezTo>
                    <a:pt x="421135" y="321732"/>
                    <a:pt x="420885" y="321565"/>
                    <a:pt x="420802" y="321399"/>
                  </a:cubicBezTo>
                  <a:lnTo>
                    <a:pt x="420802" y="321399"/>
                  </a:lnTo>
                  <a:close/>
                  <a:moveTo>
                    <a:pt x="445550" y="307483"/>
                  </a:moveTo>
                  <a:cubicBezTo>
                    <a:pt x="461798" y="308733"/>
                    <a:pt x="476881" y="305984"/>
                    <a:pt x="490213" y="293985"/>
                  </a:cubicBezTo>
                  <a:cubicBezTo>
                    <a:pt x="499629" y="285486"/>
                    <a:pt x="503045" y="277653"/>
                    <a:pt x="517210" y="278486"/>
                  </a:cubicBezTo>
                  <a:cubicBezTo>
                    <a:pt x="518627" y="278570"/>
                    <a:pt x="520126" y="278570"/>
                    <a:pt x="521543" y="278570"/>
                  </a:cubicBezTo>
                  <a:cubicBezTo>
                    <a:pt x="521543" y="279236"/>
                    <a:pt x="521543" y="279820"/>
                    <a:pt x="521460" y="280486"/>
                  </a:cubicBezTo>
                  <a:cubicBezTo>
                    <a:pt x="519793" y="291819"/>
                    <a:pt x="512961" y="294568"/>
                    <a:pt x="503461" y="299151"/>
                  </a:cubicBezTo>
                  <a:cubicBezTo>
                    <a:pt x="493629" y="303900"/>
                    <a:pt x="482630" y="309317"/>
                    <a:pt x="471631" y="310567"/>
                  </a:cubicBezTo>
                  <a:cubicBezTo>
                    <a:pt x="464382" y="311483"/>
                    <a:pt x="454382" y="309733"/>
                    <a:pt x="445550" y="307483"/>
                  </a:cubicBezTo>
                  <a:lnTo>
                    <a:pt x="445550" y="307483"/>
                  </a:lnTo>
                  <a:close/>
                  <a:moveTo>
                    <a:pt x="564539" y="262655"/>
                  </a:moveTo>
                  <a:cubicBezTo>
                    <a:pt x="564290" y="261738"/>
                    <a:pt x="563956" y="260904"/>
                    <a:pt x="563622" y="260071"/>
                  </a:cubicBezTo>
                  <a:cubicBezTo>
                    <a:pt x="565373" y="258405"/>
                    <a:pt x="567039" y="256571"/>
                    <a:pt x="568539" y="254738"/>
                  </a:cubicBezTo>
                  <a:cubicBezTo>
                    <a:pt x="573622" y="248655"/>
                    <a:pt x="576872" y="239157"/>
                    <a:pt x="585620" y="236823"/>
                  </a:cubicBezTo>
                  <a:cubicBezTo>
                    <a:pt x="590787" y="235490"/>
                    <a:pt x="596787" y="236490"/>
                    <a:pt x="602202" y="235157"/>
                  </a:cubicBezTo>
                  <a:cubicBezTo>
                    <a:pt x="612202" y="232740"/>
                    <a:pt x="620451" y="227907"/>
                    <a:pt x="627200" y="221408"/>
                  </a:cubicBezTo>
                  <a:cubicBezTo>
                    <a:pt x="629366" y="238990"/>
                    <a:pt x="617368" y="250405"/>
                    <a:pt x="602035" y="258321"/>
                  </a:cubicBezTo>
                  <a:cubicBezTo>
                    <a:pt x="589703" y="264571"/>
                    <a:pt x="577371" y="263237"/>
                    <a:pt x="564539" y="262655"/>
                  </a:cubicBezTo>
                  <a:lnTo>
                    <a:pt x="564539" y="262655"/>
                  </a:lnTo>
                  <a:close/>
                  <a:moveTo>
                    <a:pt x="633033" y="167246"/>
                  </a:moveTo>
                  <a:cubicBezTo>
                    <a:pt x="634366" y="181662"/>
                    <a:pt x="627951" y="197577"/>
                    <a:pt x="619284" y="208742"/>
                  </a:cubicBezTo>
                  <a:cubicBezTo>
                    <a:pt x="607869" y="223408"/>
                    <a:pt x="594203" y="221158"/>
                    <a:pt x="578455" y="224824"/>
                  </a:cubicBezTo>
                  <a:cubicBezTo>
                    <a:pt x="568289" y="227158"/>
                    <a:pt x="564373" y="235740"/>
                    <a:pt x="557957" y="243156"/>
                  </a:cubicBezTo>
                  <a:cubicBezTo>
                    <a:pt x="548374" y="254155"/>
                    <a:pt x="535292" y="263737"/>
                    <a:pt x="520210" y="264321"/>
                  </a:cubicBezTo>
                  <a:cubicBezTo>
                    <a:pt x="508128" y="264821"/>
                    <a:pt x="500295" y="258655"/>
                    <a:pt x="491296" y="268904"/>
                  </a:cubicBezTo>
                  <a:cubicBezTo>
                    <a:pt x="481047" y="280653"/>
                    <a:pt x="472548" y="290652"/>
                    <a:pt x="455716" y="292735"/>
                  </a:cubicBezTo>
                  <a:cubicBezTo>
                    <a:pt x="445883" y="293985"/>
                    <a:pt x="435884" y="286319"/>
                    <a:pt x="426635" y="289318"/>
                  </a:cubicBezTo>
                  <a:cubicBezTo>
                    <a:pt x="415886" y="292818"/>
                    <a:pt x="411220" y="309233"/>
                    <a:pt x="402387" y="315899"/>
                  </a:cubicBezTo>
                  <a:cubicBezTo>
                    <a:pt x="389055" y="325899"/>
                    <a:pt x="377222" y="325149"/>
                    <a:pt x="361974" y="322649"/>
                  </a:cubicBezTo>
                  <a:cubicBezTo>
                    <a:pt x="353808" y="321316"/>
                    <a:pt x="349892" y="323399"/>
                    <a:pt x="344726" y="329565"/>
                  </a:cubicBezTo>
                  <a:cubicBezTo>
                    <a:pt x="334977" y="341314"/>
                    <a:pt x="323895" y="350063"/>
                    <a:pt x="308479" y="353146"/>
                  </a:cubicBezTo>
                  <a:cubicBezTo>
                    <a:pt x="299563" y="354896"/>
                    <a:pt x="294063" y="353396"/>
                    <a:pt x="285731" y="351313"/>
                  </a:cubicBezTo>
                  <a:cubicBezTo>
                    <a:pt x="282815" y="350563"/>
                    <a:pt x="279815" y="349646"/>
                    <a:pt x="276732" y="350230"/>
                  </a:cubicBezTo>
                  <a:cubicBezTo>
                    <a:pt x="267899" y="351896"/>
                    <a:pt x="264733" y="361812"/>
                    <a:pt x="258483" y="366978"/>
                  </a:cubicBezTo>
                  <a:cubicBezTo>
                    <a:pt x="248735" y="375061"/>
                    <a:pt x="233986" y="380477"/>
                    <a:pt x="220987" y="380560"/>
                  </a:cubicBezTo>
                  <a:cubicBezTo>
                    <a:pt x="219737" y="379311"/>
                    <a:pt x="217404" y="379144"/>
                    <a:pt x="215737" y="380144"/>
                  </a:cubicBezTo>
                  <a:cubicBezTo>
                    <a:pt x="208072" y="378061"/>
                    <a:pt x="203155" y="369728"/>
                    <a:pt x="194905" y="371728"/>
                  </a:cubicBezTo>
                  <a:cubicBezTo>
                    <a:pt x="184241" y="374227"/>
                    <a:pt x="177324" y="389476"/>
                    <a:pt x="168408" y="395392"/>
                  </a:cubicBezTo>
                  <a:cubicBezTo>
                    <a:pt x="158826" y="401725"/>
                    <a:pt x="151576" y="401308"/>
                    <a:pt x="141660" y="397059"/>
                  </a:cubicBezTo>
                  <a:cubicBezTo>
                    <a:pt x="137494" y="395226"/>
                    <a:pt x="133995" y="392809"/>
                    <a:pt x="129328" y="392476"/>
                  </a:cubicBezTo>
                  <a:cubicBezTo>
                    <a:pt x="119329" y="391810"/>
                    <a:pt x="110247" y="397559"/>
                    <a:pt x="100831" y="399475"/>
                  </a:cubicBezTo>
                  <a:cubicBezTo>
                    <a:pt x="87416" y="402225"/>
                    <a:pt x="77667" y="395475"/>
                    <a:pt x="74917" y="381477"/>
                  </a:cubicBezTo>
                  <a:cubicBezTo>
                    <a:pt x="73584" y="374644"/>
                    <a:pt x="71751" y="361145"/>
                    <a:pt x="76250" y="355146"/>
                  </a:cubicBezTo>
                  <a:cubicBezTo>
                    <a:pt x="83499" y="356729"/>
                    <a:pt x="87915" y="362228"/>
                    <a:pt x="94749" y="366228"/>
                  </a:cubicBezTo>
                  <a:cubicBezTo>
                    <a:pt x="106580" y="373311"/>
                    <a:pt x="117246" y="373144"/>
                    <a:pt x="129912" y="368061"/>
                  </a:cubicBezTo>
                  <a:cubicBezTo>
                    <a:pt x="143494" y="362562"/>
                    <a:pt x="153326" y="353396"/>
                    <a:pt x="163909" y="343480"/>
                  </a:cubicBezTo>
                  <a:cubicBezTo>
                    <a:pt x="169908" y="337814"/>
                    <a:pt x="175825" y="332065"/>
                    <a:pt x="182740" y="327482"/>
                  </a:cubicBezTo>
                  <a:cubicBezTo>
                    <a:pt x="196406" y="318566"/>
                    <a:pt x="205571" y="324982"/>
                    <a:pt x="219404" y="326482"/>
                  </a:cubicBezTo>
                  <a:cubicBezTo>
                    <a:pt x="232319" y="327898"/>
                    <a:pt x="245984" y="324982"/>
                    <a:pt x="257067" y="318482"/>
                  </a:cubicBezTo>
                  <a:cubicBezTo>
                    <a:pt x="273816" y="308733"/>
                    <a:pt x="286981" y="290235"/>
                    <a:pt x="305896" y="285235"/>
                  </a:cubicBezTo>
                  <a:cubicBezTo>
                    <a:pt x="320395" y="281403"/>
                    <a:pt x="335643" y="284569"/>
                    <a:pt x="350142" y="281069"/>
                  </a:cubicBezTo>
                  <a:cubicBezTo>
                    <a:pt x="367224" y="276903"/>
                    <a:pt x="381639" y="266571"/>
                    <a:pt x="394388" y="254905"/>
                  </a:cubicBezTo>
                  <a:cubicBezTo>
                    <a:pt x="400888" y="248906"/>
                    <a:pt x="407137" y="242823"/>
                    <a:pt x="415386" y="239323"/>
                  </a:cubicBezTo>
                  <a:cubicBezTo>
                    <a:pt x="425051" y="235157"/>
                    <a:pt x="436218" y="233824"/>
                    <a:pt x="446467" y="231490"/>
                  </a:cubicBezTo>
                  <a:cubicBezTo>
                    <a:pt x="461632" y="228074"/>
                    <a:pt x="477047" y="225574"/>
                    <a:pt x="490380" y="217158"/>
                  </a:cubicBezTo>
                  <a:cubicBezTo>
                    <a:pt x="505211" y="207826"/>
                    <a:pt x="516210" y="191828"/>
                    <a:pt x="532542" y="184995"/>
                  </a:cubicBezTo>
                  <a:cubicBezTo>
                    <a:pt x="540125" y="181828"/>
                    <a:pt x="548291" y="182745"/>
                    <a:pt x="555957" y="180245"/>
                  </a:cubicBezTo>
                  <a:cubicBezTo>
                    <a:pt x="563373" y="177745"/>
                    <a:pt x="569372" y="172662"/>
                    <a:pt x="574789" y="167246"/>
                  </a:cubicBezTo>
                  <a:cubicBezTo>
                    <a:pt x="583537" y="158664"/>
                    <a:pt x="591287" y="151498"/>
                    <a:pt x="602536" y="146081"/>
                  </a:cubicBezTo>
                  <a:cubicBezTo>
                    <a:pt x="607952" y="143498"/>
                    <a:pt x="613534" y="141165"/>
                    <a:pt x="618951" y="138499"/>
                  </a:cubicBezTo>
                  <a:cubicBezTo>
                    <a:pt x="624451" y="147998"/>
                    <a:pt x="631867" y="155581"/>
                    <a:pt x="633033" y="167246"/>
                  </a:cubicBezTo>
                  <a:lnTo>
                    <a:pt x="633033" y="167246"/>
                  </a:lnTo>
                  <a:close/>
                  <a:moveTo>
                    <a:pt x="616784" y="123833"/>
                  </a:moveTo>
                  <a:cubicBezTo>
                    <a:pt x="604619" y="131333"/>
                    <a:pt x="590454" y="134666"/>
                    <a:pt x="578788" y="142998"/>
                  </a:cubicBezTo>
                  <a:cubicBezTo>
                    <a:pt x="566789" y="151498"/>
                    <a:pt x="559873" y="163746"/>
                    <a:pt x="544458" y="166580"/>
                  </a:cubicBezTo>
                  <a:cubicBezTo>
                    <a:pt x="531792" y="168913"/>
                    <a:pt x="522376" y="171413"/>
                    <a:pt x="511710" y="179162"/>
                  </a:cubicBezTo>
                  <a:cubicBezTo>
                    <a:pt x="500879" y="186995"/>
                    <a:pt x="492296" y="197577"/>
                    <a:pt x="481213" y="204993"/>
                  </a:cubicBezTo>
                  <a:cubicBezTo>
                    <a:pt x="456716" y="221325"/>
                    <a:pt x="423302" y="217158"/>
                    <a:pt x="399054" y="234240"/>
                  </a:cubicBezTo>
                  <a:cubicBezTo>
                    <a:pt x="389389" y="241073"/>
                    <a:pt x="381639" y="250239"/>
                    <a:pt x="371724" y="256822"/>
                  </a:cubicBezTo>
                  <a:cubicBezTo>
                    <a:pt x="357142" y="266571"/>
                    <a:pt x="342643" y="269904"/>
                    <a:pt x="325227" y="269904"/>
                  </a:cubicBezTo>
                  <a:cubicBezTo>
                    <a:pt x="313978" y="269904"/>
                    <a:pt x="302730" y="269654"/>
                    <a:pt x="292147" y="274153"/>
                  </a:cubicBezTo>
                  <a:cubicBezTo>
                    <a:pt x="279148" y="279736"/>
                    <a:pt x="268650" y="290318"/>
                    <a:pt x="257483" y="298734"/>
                  </a:cubicBezTo>
                  <a:cubicBezTo>
                    <a:pt x="245652" y="307567"/>
                    <a:pt x="232402" y="313150"/>
                    <a:pt x="217154" y="311150"/>
                  </a:cubicBezTo>
                  <a:cubicBezTo>
                    <a:pt x="204238" y="309400"/>
                    <a:pt x="195156" y="305650"/>
                    <a:pt x="182490" y="311816"/>
                  </a:cubicBezTo>
                  <a:cubicBezTo>
                    <a:pt x="158659" y="323399"/>
                    <a:pt x="144577" y="353396"/>
                    <a:pt x="117663" y="358729"/>
                  </a:cubicBezTo>
                  <a:cubicBezTo>
                    <a:pt x="101414" y="361979"/>
                    <a:pt x="94415" y="346230"/>
                    <a:pt x="80083" y="342897"/>
                  </a:cubicBezTo>
                  <a:cubicBezTo>
                    <a:pt x="68417" y="340231"/>
                    <a:pt x="57418" y="345230"/>
                    <a:pt x="47086" y="349896"/>
                  </a:cubicBezTo>
                  <a:cubicBezTo>
                    <a:pt x="40253" y="352979"/>
                    <a:pt x="29921" y="357729"/>
                    <a:pt x="22171" y="357812"/>
                  </a:cubicBezTo>
                  <a:cubicBezTo>
                    <a:pt x="17339" y="357812"/>
                    <a:pt x="11505" y="365311"/>
                    <a:pt x="17672" y="348563"/>
                  </a:cubicBezTo>
                  <a:cubicBezTo>
                    <a:pt x="18838" y="345480"/>
                    <a:pt x="23004" y="342147"/>
                    <a:pt x="25087" y="339564"/>
                  </a:cubicBezTo>
                  <a:cubicBezTo>
                    <a:pt x="29587" y="334064"/>
                    <a:pt x="34171" y="328565"/>
                    <a:pt x="38920" y="323232"/>
                  </a:cubicBezTo>
                  <a:cubicBezTo>
                    <a:pt x="42003" y="319816"/>
                    <a:pt x="48002" y="311567"/>
                    <a:pt x="53335" y="308400"/>
                  </a:cubicBezTo>
                  <a:cubicBezTo>
                    <a:pt x="59751" y="310317"/>
                    <a:pt x="66917" y="311233"/>
                    <a:pt x="74417" y="311816"/>
                  </a:cubicBezTo>
                  <a:cubicBezTo>
                    <a:pt x="102497" y="314066"/>
                    <a:pt x="128079" y="311567"/>
                    <a:pt x="155576" y="305150"/>
                  </a:cubicBezTo>
                  <a:cubicBezTo>
                    <a:pt x="210904" y="292235"/>
                    <a:pt x="264983" y="268237"/>
                    <a:pt x="316895" y="245572"/>
                  </a:cubicBezTo>
                  <a:cubicBezTo>
                    <a:pt x="372889" y="221158"/>
                    <a:pt x="430052" y="199410"/>
                    <a:pt x="484297" y="170996"/>
                  </a:cubicBezTo>
                  <a:cubicBezTo>
                    <a:pt x="507628" y="158747"/>
                    <a:pt x="532209" y="147165"/>
                    <a:pt x="553290" y="131250"/>
                  </a:cubicBezTo>
                  <a:cubicBezTo>
                    <a:pt x="567289" y="120667"/>
                    <a:pt x="585288" y="104585"/>
                    <a:pt x="591204" y="86504"/>
                  </a:cubicBezTo>
                  <a:cubicBezTo>
                    <a:pt x="601953" y="86587"/>
                    <a:pt x="613285" y="85420"/>
                    <a:pt x="623534" y="88087"/>
                  </a:cubicBezTo>
                  <a:cubicBezTo>
                    <a:pt x="648031" y="94420"/>
                    <a:pt x="628867" y="116417"/>
                    <a:pt x="616784" y="123833"/>
                  </a:cubicBezTo>
                  <a:lnTo>
                    <a:pt x="616784" y="123833"/>
                  </a:lnTo>
                  <a:close/>
                </a:path>
              </a:pathLst>
            </a:custGeom>
            <a:grpFill/>
            <a:ln w="8332" cap="flat">
              <a:noFill/>
              <a:prstDash val="solid"/>
              <a:miter/>
            </a:ln>
          </p:spPr>
          <p:txBody>
            <a:bodyPr rtlCol="0" anchor="ctr"/>
            <a:lstStyle/>
            <a:p>
              <a:endParaRPr lang="en-US"/>
            </a:p>
          </p:txBody>
        </p:sp>
        <p:sp>
          <p:nvSpPr>
            <p:cNvPr id="2591" name="Freeform: Shape 2590"/>
            <p:cNvSpPr/>
            <p:nvPr/>
          </p:nvSpPr>
          <p:spPr>
            <a:xfrm>
              <a:off x="8123752" y="5452587"/>
              <a:ext cx="121290" cy="46266"/>
            </a:xfrm>
            <a:custGeom>
              <a:avLst/>
              <a:gdLst>
                <a:gd name="connsiteX0" fmla="*/ 116027 w 121290"/>
                <a:gd name="connsiteY0" fmla="*/ 181 h 46266"/>
                <a:gd name="connsiteX1" fmla="*/ 84113 w 121290"/>
                <a:gd name="connsiteY1" fmla="*/ 17346 h 46266"/>
                <a:gd name="connsiteX2" fmla="*/ 68698 w 121290"/>
                <a:gd name="connsiteY2" fmla="*/ 17846 h 46266"/>
                <a:gd name="connsiteX3" fmla="*/ 66948 w 121290"/>
                <a:gd name="connsiteY3" fmla="*/ 13513 h 46266"/>
                <a:gd name="connsiteX4" fmla="*/ 62199 w 121290"/>
                <a:gd name="connsiteY4" fmla="*/ 8847 h 46266"/>
                <a:gd name="connsiteX5" fmla="*/ 50533 w 121290"/>
                <a:gd name="connsiteY5" fmla="*/ 17096 h 46266"/>
                <a:gd name="connsiteX6" fmla="*/ 2954 w 121290"/>
                <a:gd name="connsiteY6" fmla="*/ 36011 h 46266"/>
                <a:gd name="connsiteX7" fmla="*/ 788 w 121290"/>
                <a:gd name="connsiteY7" fmla="*/ 39511 h 46266"/>
                <a:gd name="connsiteX8" fmla="*/ 34868 w 121290"/>
                <a:gd name="connsiteY8" fmla="*/ 43844 h 46266"/>
                <a:gd name="connsiteX9" fmla="*/ 50366 w 121290"/>
                <a:gd name="connsiteY9" fmla="*/ 34762 h 46266"/>
                <a:gd name="connsiteX10" fmla="*/ 59366 w 121290"/>
                <a:gd name="connsiteY10" fmla="*/ 24429 h 46266"/>
                <a:gd name="connsiteX11" fmla="*/ 79780 w 121290"/>
                <a:gd name="connsiteY11" fmla="*/ 31678 h 46266"/>
                <a:gd name="connsiteX12" fmla="*/ 120443 w 121290"/>
                <a:gd name="connsiteY12" fmla="*/ 6098 h 46266"/>
                <a:gd name="connsiteX13" fmla="*/ 116027 w 121290"/>
                <a:gd name="connsiteY13" fmla="*/ 181 h 46266"/>
                <a:gd name="connsiteX14" fmla="*/ 116027 w 121290"/>
                <a:gd name="connsiteY14" fmla="*/ 181 h 46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1290" h="46266">
                  <a:moveTo>
                    <a:pt x="116027" y="181"/>
                  </a:moveTo>
                  <a:cubicBezTo>
                    <a:pt x="104278" y="3931"/>
                    <a:pt x="95529" y="13180"/>
                    <a:pt x="84113" y="17346"/>
                  </a:cubicBezTo>
                  <a:cubicBezTo>
                    <a:pt x="80363" y="18679"/>
                    <a:pt x="72031" y="20929"/>
                    <a:pt x="68698" y="17846"/>
                  </a:cubicBezTo>
                  <a:cubicBezTo>
                    <a:pt x="67698" y="16930"/>
                    <a:pt x="67948" y="14513"/>
                    <a:pt x="66948" y="13513"/>
                  </a:cubicBezTo>
                  <a:cubicBezTo>
                    <a:pt x="65198" y="11764"/>
                    <a:pt x="64865" y="9764"/>
                    <a:pt x="62199" y="8847"/>
                  </a:cubicBezTo>
                  <a:cubicBezTo>
                    <a:pt x="56033" y="6680"/>
                    <a:pt x="53282" y="12847"/>
                    <a:pt x="50533" y="17096"/>
                  </a:cubicBezTo>
                  <a:cubicBezTo>
                    <a:pt x="41034" y="31429"/>
                    <a:pt x="20452" y="43761"/>
                    <a:pt x="2954" y="36011"/>
                  </a:cubicBezTo>
                  <a:cubicBezTo>
                    <a:pt x="788" y="35095"/>
                    <a:pt x="-1129" y="38094"/>
                    <a:pt x="788" y="39511"/>
                  </a:cubicBezTo>
                  <a:cubicBezTo>
                    <a:pt x="11287" y="47594"/>
                    <a:pt x="22118" y="47594"/>
                    <a:pt x="34868" y="43844"/>
                  </a:cubicBezTo>
                  <a:cubicBezTo>
                    <a:pt x="40783" y="42094"/>
                    <a:pt x="45867" y="38928"/>
                    <a:pt x="50366" y="34762"/>
                  </a:cubicBezTo>
                  <a:cubicBezTo>
                    <a:pt x="53116" y="32178"/>
                    <a:pt x="57449" y="28095"/>
                    <a:pt x="59366" y="24429"/>
                  </a:cubicBezTo>
                  <a:cubicBezTo>
                    <a:pt x="62532" y="31762"/>
                    <a:pt x="72948" y="33012"/>
                    <a:pt x="79780" y="31678"/>
                  </a:cubicBezTo>
                  <a:cubicBezTo>
                    <a:pt x="95446" y="28679"/>
                    <a:pt x="110361" y="18013"/>
                    <a:pt x="120443" y="6098"/>
                  </a:cubicBezTo>
                  <a:cubicBezTo>
                    <a:pt x="122944" y="3098"/>
                    <a:pt x="119444" y="-902"/>
                    <a:pt x="116027" y="181"/>
                  </a:cubicBezTo>
                  <a:lnTo>
                    <a:pt x="116027" y="181"/>
                  </a:lnTo>
                  <a:close/>
                </a:path>
              </a:pathLst>
            </a:custGeom>
            <a:grpFill/>
            <a:ln w="8332" cap="flat">
              <a:noFill/>
              <a:prstDash val="solid"/>
              <a:miter/>
            </a:ln>
          </p:spPr>
          <p:txBody>
            <a:bodyPr rtlCol="0" anchor="ctr"/>
            <a:lstStyle/>
            <a:p>
              <a:endParaRPr lang="en-US"/>
            </a:p>
          </p:txBody>
        </p:sp>
        <p:sp>
          <p:nvSpPr>
            <p:cNvPr id="2592" name="Freeform: Shape 2591"/>
            <p:cNvSpPr/>
            <p:nvPr/>
          </p:nvSpPr>
          <p:spPr>
            <a:xfrm>
              <a:off x="8277854" y="5402353"/>
              <a:ext cx="95423" cy="45421"/>
            </a:xfrm>
            <a:custGeom>
              <a:avLst/>
              <a:gdLst>
                <a:gd name="connsiteX0" fmla="*/ 89664 w 95423"/>
                <a:gd name="connsiteY0" fmla="*/ 1170 h 45421"/>
                <a:gd name="connsiteX1" fmla="*/ 70081 w 95423"/>
                <a:gd name="connsiteY1" fmla="*/ 25335 h 45421"/>
                <a:gd name="connsiteX2" fmla="*/ 48917 w 95423"/>
                <a:gd name="connsiteY2" fmla="*/ 26251 h 45421"/>
                <a:gd name="connsiteX3" fmla="*/ 42501 w 95423"/>
                <a:gd name="connsiteY3" fmla="*/ 22169 h 45421"/>
                <a:gd name="connsiteX4" fmla="*/ 36668 w 95423"/>
                <a:gd name="connsiteY4" fmla="*/ 22919 h 45421"/>
                <a:gd name="connsiteX5" fmla="*/ 27252 w 95423"/>
                <a:gd name="connsiteY5" fmla="*/ 32835 h 45421"/>
                <a:gd name="connsiteX6" fmla="*/ 2504 w 95423"/>
                <a:gd name="connsiteY6" fmla="*/ 36584 h 45421"/>
                <a:gd name="connsiteX7" fmla="*/ 671 w 95423"/>
                <a:gd name="connsiteY7" fmla="*/ 39584 h 45421"/>
                <a:gd name="connsiteX8" fmla="*/ 28002 w 95423"/>
                <a:gd name="connsiteY8" fmla="*/ 42584 h 45421"/>
                <a:gd name="connsiteX9" fmla="*/ 36918 w 95423"/>
                <a:gd name="connsiteY9" fmla="*/ 33418 h 45421"/>
                <a:gd name="connsiteX10" fmla="*/ 45918 w 95423"/>
                <a:gd name="connsiteY10" fmla="*/ 32001 h 45421"/>
                <a:gd name="connsiteX11" fmla="*/ 49333 w 95423"/>
                <a:gd name="connsiteY11" fmla="*/ 34918 h 45421"/>
                <a:gd name="connsiteX12" fmla="*/ 95413 w 95423"/>
                <a:gd name="connsiteY12" fmla="*/ 3004 h 45421"/>
                <a:gd name="connsiteX13" fmla="*/ 89664 w 95423"/>
                <a:gd name="connsiteY13" fmla="*/ 1170 h 45421"/>
                <a:gd name="connsiteX14" fmla="*/ 89664 w 95423"/>
                <a:gd name="connsiteY14" fmla="*/ 1170 h 45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5423" h="45421">
                  <a:moveTo>
                    <a:pt x="89664" y="1170"/>
                  </a:moveTo>
                  <a:cubicBezTo>
                    <a:pt x="83331" y="8586"/>
                    <a:pt x="78914" y="20336"/>
                    <a:pt x="70081" y="25335"/>
                  </a:cubicBezTo>
                  <a:cubicBezTo>
                    <a:pt x="62416" y="29668"/>
                    <a:pt x="56583" y="30334"/>
                    <a:pt x="48917" y="26251"/>
                  </a:cubicBezTo>
                  <a:cubicBezTo>
                    <a:pt x="46667" y="25085"/>
                    <a:pt x="45167" y="22669"/>
                    <a:pt x="42501" y="22169"/>
                  </a:cubicBezTo>
                  <a:cubicBezTo>
                    <a:pt x="39501" y="21585"/>
                    <a:pt x="39668" y="21752"/>
                    <a:pt x="36668" y="22919"/>
                  </a:cubicBezTo>
                  <a:cubicBezTo>
                    <a:pt x="35918" y="23168"/>
                    <a:pt x="25752" y="33751"/>
                    <a:pt x="27252" y="32835"/>
                  </a:cubicBezTo>
                  <a:cubicBezTo>
                    <a:pt x="19586" y="38834"/>
                    <a:pt x="12087" y="40833"/>
                    <a:pt x="2504" y="36584"/>
                  </a:cubicBezTo>
                  <a:cubicBezTo>
                    <a:pt x="755" y="35834"/>
                    <a:pt x="-995" y="38417"/>
                    <a:pt x="671" y="39584"/>
                  </a:cubicBezTo>
                  <a:cubicBezTo>
                    <a:pt x="9087" y="45333"/>
                    <a:pt x="18503" y="47750"/>
                    <a:pt x="28002" y="42584"/>
                  </a:cubicBezTo>
                  <a:cubicBezTo>
                    <a:pt x="32752" y="39917"/>
                    <a:pt x="33501" y="37251"/>
                    <a:pt x="36918" y="33418"/>
                  </a:cubicBezTo>
                  <a:cubicBezTo>
                    <a:pt x="41001" y="28918"/>
                    <a:pt x="36418" y="26168"/>
                    <a:pt x="45918" y="32001"/>
                  </a:cubicBezTo>
                  <a:cubicBezTo>
                    <a:pt x="47167" y="32751"/>
                    <a:pt x="47917" y="34334"/>
                    <a:pt x="49333" y="34918"/>
                  </a:cubicBezTo>
                  <a:cubicBezTo>
                    <a:pt x="70248" y="44250"/>
                    <a:pt x="95413" y="24918"/>
                    <a:pt x="95413" y="3004"/>
                  </a:cubicBezTo>
                  <a:cubicBezTo>
                    <a:pt x="95663" y="-163"/>
                    <a:pt x="91413" y="-913"/>
                    <a:pt x="89664" y="1170"/>
                  </a:cubicBezTo>
                  <a:lnTo>
                    <a:pt x="89664" y="1170"/>
                  </a:lnTo>
                  <a:close/>
                </a:path>
              </a:pathLst>
            </a:custGeom>
            <a:grpFill/>
            <a:ln w="8332" cap="flat">
              <a:noFill/>
              <a:prstDash val="solid"/>
              <a:miter/>
            </a:ln>
          </p:spPr>
          <p:txBody>
            <a:bodyPr rtlCol="0" anchor="ctr"/>
            <a:lstStyle/>
            <a:p>
              <a:endParaRPr lang="en-US"/>
            </a:p>
          </p:txBody>
        </p:sp>
        <p:sp>
          <p:nvSpPr>
            <p:cNvPr id="2593" name="Freeform: Shape 2592"/>
            <p:cNvSpPr/>
            <p:nvPr/>
          </p:nvSpPr>
          <p:spPr>
            <a:xfrm>
              <a:off x="8425619" y="5343995"/>
              <a:ext cx="75010" cy="45300"/>
            </a:xfrm>
            <a:custGeom>
              <a:avLst/>
              <a:gdLst>
                <a:gd name="connsiteX0" fmla="*/ 65804 w 75010"/>
                <a:gd name="connsiteY0" fmla="*/ 2700 h 45300"/>
                <a:gd name="connsiteX1" fmla="*/ 38390 w 75010"/>
                <a:gd name="connsiteY1" fmla="*/ 19865 h 45300"/>
                <a:gd name="connsiteX2" fmla="*/ 4642 w 75010"/>
                <a:gd name="connsiteY2" fmla="*/ 33030 h 45300"/>
                <a:gd name="connsiteX3" fmla="*/ 560 w 75010"/>
                <a:gd name="connsiteY3" fmla="*/ 36947 h 45300"/>
                <a:gd name="connsiteX4" fmla="*/ 39056 w 75010"/>
                <a:gd name="connsiteY4" fmla="*/ 32781 h 45300"/>
                <a:gd name="connsiteX5" fmla="*/ 56222 w 75010"/>
                <a:gd name="connsiteY5" fmla="*/ 21031 h 45300"/>
                <a:gd name="connsiteX6" fmla="*/ 68220 w 75010"/>
                <a:gd name="connsiteY6" fmla="*/ 17532 h 45300"/>
                <a:gd name="connsiteX7" fmla="*/ 74386 w 75010"/>
                <a:gd name="connsiteY7" fmla="*/ 2866 h 45300"/>
                <a:gd name="connsiteX8" fmla="*/ 65804 w 75010"/>
                <a:gd name="connsiteY8" fmla="*/ 2700 h 45300"/>
                <a:gd name="connsiteX9" fmla="*/ 65804 w 75010"/>
                <a:gd name="connsiteY9" fmla="*/ 2700 h 4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010" h="45300">
                  <a:moveTo>
                    <a:pt x="65804" y="2700"/>
                  </a:moveTo>
                  <a:cubicBezTo>
                    <a:pt x="61054" y="12532"/>
                    <a:pt x="46639" y="13032"/>
                    <a:pt x="38390" y="19865"/>
                  </a:cubicBezTo>
                  <a:cubicBezTo>
                    <a:pt x="29557" y="27281"/>
                    <a:pt x="16974" y="45279"/>
                    <a:pt x="4642" y="33030"/>
                  </a:cubicBezTo>
                  <a:cubicBezTo>
                    <a:pt x="2392" y="30781"/>
                    <a:pt x="-1440" y="34447"/>
                    <a:pt x="560" y="36947"/>
                  </a:cubicBezTo>
                  <a:cubicBezTo>
                    <a:pt x="12476" y="51279"/>
                    <a:pt x="27891" y="45363"/>
                    <a:pt x="39056" y="32781"/>
                  </a:cubicBezTo>
                  <a:cubicBezTo>
                    <a:pt x="44639" y="26448"/>
                    <a:pt x="47056" y="22865"/>
                    <a:pt x="56222" y="21031"/>
                  </a:cubicBezTo>
                  <a:cubicBezTo>
                    <a:pt x="60721" y="20115"/>
                    <a:pt x="64137" y="20282"/>
                    <a:pt x="68220" y="17532"/>
                  </a:cubicBezTo>
                  <a:cubicBezTo>
                    <a:pt x="73970" y="13699"/>
                    <a:pt x="76220" y="9366"/>
                    <a:pt x="74386" y="2866"/>
                  </a:cubicBezTo>
                  <a:cubicBezTo>
                    <a:pt x="73303" y="-1216"/>
                    <a:pt x="67470" y="-633"/>
                    <a:pt x="65804" y="2700"/>
                  </a:cubicBezTo>
                  <a:lnTo>
                    <a:pt x="65804" y="2700"/>
                  </a:lnTo>
                  <a:close/>
                </a:path>
              </a:pathLst>
            </a:custGeom>
            <a:grpFill/>
            <a:ln w="8332" cap="flat">
              <a:noFill/>
              <a:prstDash val="solid"/>
              <a:miter/>
            </a:ln>
          </p:spPr>
          <p:txBody>
            <a:bodyPr rtlCol="0" anchor="ctr"/>
            <a:lstStyle/>
            <a:p>
              <a:endParaRPr lang="en-US"/>
            </a:p>
          </p:txBody>
        </p:sp>
        <p:sp>
          <p:nvSpPr>
            <p:cNvPr id="2594" name="Freeform: Shape 2593"/>
            <p:cNvSpPr/>
            <p:nvPr/>
          </p:nvSpPr>
          <p:spPr>
            <a:xfrm>
              <a:off x="6623714" y="6743244"/>
              <a:ext cx="683667" cy="513138"/>
            </a:xfrm>
            <a:custGeom>
              <a:avLst/>
              <a:gdLst>
                <a:gd name="connsiteX0" fmla="*/ 651652 w 683667"/>
                <a:gd name="connsiteY0" fmla="*/ 276217 h 513138"/>
                <a:gd name="connsiteX1" fmla="*/ 663651 w 683667"/>
                <a:gd name="connsiteY1" fmla="*/ 248969 h 513138"/>
                <a:gd name="connsiteX2" fmla="*/ 658318 w 683667"/>
                <a:gd name="connsiteY2" fmla="*/ 214223 h 513138"/>
                <a:gd name="connsiteX3" fmla="*/ 636820 w 683667"/>
                <a:gd name="connsiteY3" fmla="*/ 173976 h 513138"/>
                <a:gd name="connsiteX4" fmla="*/ 616655 w 683667"/>
                <a:gd name="connsiteY4" fmla="*/ 148728 h 513138"/>
                <a:gd name="connsiteX5" fmla="*/ 548661 w 683667"/>
                <a:gd name="connsiteY5" fmla="*/ 96983 h 513138"/>
                <a:gd name="connsiteX6" fmla="*/ 388426 w 683667"/>
                <a:gd name="connsiteY6" fmla="*/ 26573 h 513138"/>
                <a:gd name="connsiteX7" fmla="*/ 217857 w 683667"/>
                <a:gd name="connsiteY7" fmla="*/ 659 h 513138"/>
                <a:gd name="connsiteX8" fmla="*/ 144531 w 683667"/>
                <a:gd name="connsiteY8" fmla="*/ 17324 h 513138"/>
                <a:gd name="connsiteX9" fmla="*/ 91202 w 683667"/>
                <a:gd name="connsiteY9" fmla="*/ 56570 h 513138"/>
                <a:gd name="connsiteX10" fmla="*/ 87702 w 683667"/>
                <a:gd name="connsiteY10" fmla="*/ 83151 h 513138"/>
                <a:gd name="connsiteX11" fmla="*/ 74120 w 683667"/>
                <a:gd name="connsiteY11" fmla="*/ 83401 h 513138"/>
                <a:gd name="connsiteX12" fmla="*/ 26875 w 683667"/>
                <a:gd name="connsiteY12" fmla="*/ 88984 h 513138"/>
                <a:gd name="connsiteX13" fmla="*/ 16542 w 683667"/>
                <a:gd name="connsiteY13" fmla="*/ 109148 h 513138"/>
                <a:gd name="connsiteX14" fmla="*/ 46873 w 683667"/>
                <a:gd name="connsiteY14" fmla="*/ 128730 h 513138"/>
                <a:gd name="connsiteX15" fmla="*/ 72204 w 683667"/>
                <a:gd name="connsiteY15" fmla="*/ 137979 h 513138"/>
                <a:gd name="connsiteX16" fmla="*/ 43873 w 683667"/>
                <a:gd name="connsiteY16" fmla="*/ 169310 h 513138"/>
                <a:gd name="connsiteX17" fmla="*/ 48789 w 683667"/>
                <a:gd name="connsiteY17" fmla="*/ 194641 h 513138"/>
                <a:gd name="connsiteX18" fmla="*/ 27208 w 683667"/>
                <a:gd name="connsiteY18" fmla="*/ 228805 h 513138"/>
                <a:gd name="connsiteX19" fmla="*/ 18126 w 683667"/>
                <a:gd name="connsiteY19" fmla="*/ 233721 h 513138"/>
                <a:gd name="connsiteX20" fmla="*/ 2877 w 683667"/>
                <a:gd name="connsiteY20" fmla="*/ 261718 h 513138"/>
                <a:gd name="connsiteX21" fmla="*/ 13876 w 683667"/>
                <a:gd name="connsiteY21" fmla="*/ 325962 h 513138"/>
                <a:gd name="connsiteX22" fmla="*/ 83453 w 683667"/>
                <a:gd name="connsiteY22" fmla="*/ 371708 h 513138"/>
                <a:gd name="connsiteX23" fmla="*/ 167362 w 683667"/>
                <a:gd name="connsiteY23" fmla="*/ 412122 h 513138"/>
                <a:gd name="connsiteX24" fmla="*/ 252604 w 683667"/>
                <a:gd name="connsiteY24" fmla="*/ 451035 h 513138"/>
                <a:gd name="connsiteX25" fmla="*/ 344262 w 683667"/>
                <a:gd name="connsiteY25" fmla="*/ 483448 h 513138"/>
                <a:gd name="connsiteX26" fmla="*/ 526413 w 683667"/>
                <a:gd name="connsiteY26" fmla="*/ 511779 h 513138"/>
                <a:gd name="connsiteX27" fmla="*/ 565576 w 683667"/>
                <a:gd name="connsiteY27" fmla="*/ 502780 h 513138"/>
                <a:gd name="connsiteX28" fmla="*/ 594740 w 683667"/>
                <a:gd name="connsiteY28" fmla="*/ 471449 h 513138"/>
                <a:gd name="connsiteX29" fmla="*/ 600489 w 683667"/>
                <a:gd name="connsiteY29" fmla="*/ 404872 h 513138"/>
                <a:gd name="connsiteX30" fmla="*/ 612155 w 683667"/>
                <a:gd name="connsiteY30" fmla="*/ 398539 h 513138"/>
                <a:gd name="connsiteX31" fmla="*/ 634570 w 683667"/>
                <a:gd name="connsiteY31" fmla="*/ 374125 h 513138"/>
                <a:gd name="connsiteX32" fmla="*/ 639320 w 683667"/>
                <a:gd name="connsiteY32" fmla="*/ 345794 h 513138"/>
                <a:gd name="connsiteX33" fmla="*/ 673650 w 683667"/>
                <a:gd name="connsiteY33" fmla="*/ 337712 h 513138"/>
                <a:gd name="connsiteX34" fmla="*/ 651652 w 683667"/>
                <a:gd name="connsiteY34" fmla="*/ 276217 h 513138"/>
                <a:gd name="connsiteX35" fmla="*/ 651652 w 683667"/>
                <a:gd name="connsiteY35" fmla="*/ 276217 h 513138"/>
                <a:gd name="connsiteX36" fmla="*/ 148947 w 683667"/>
                <a:gd name="connsiteY36" fmla="*/ 32906 h 513138"/>
                <a:gd name="connsiteX37" fmla="*/ 217774 w 683667"/>
                <a:gd name="connsiteY37" fmla="*/ 16240 h 513138"/>
                <a:gd name="connsiteX38" fmla="*/ 372010 w 683667"/>
                <a:gd name="connsiteY38" fmla="*/ 36905 h 513138"/>
                <a:gd name="connsiteX39" fmla="*/ 528996 w 683667"/>
                <a:gd name="connsiteY39" fmla="*/ 100983 h 513138"/>
                <a:gd name="connsiteX40" fmla="*/ 546661 w 683667"/>
                <a:gd name="connsiteY40" fmla="*/ 111065 h 513138"/>
                <a:gd name="connsiteX41" fmla="*/ 577825 w 683667"/>
                <a:gd name="connsiteY41" fmla="*/ 135396 h 513138"/>
                <a:gd name="connsiteX42" fmla="*/ 626654 w 683667"/>
                <a:gd name="connsiteY42" fmla="*/ 184892 h 513138"/>
                <a:gd name="connsiteX43" fmla="*/ 642819 w 683667"/>
                <a:gd name="connsiteY43" fmla="*/ 216972 h 513138"/>
                <a:gd name="connsiteX44" fmla="*/ 645902 w 683667"/>
                <a:gd name="connsiteY44" fmla="*/ 252969 h 513138"/>
                <a:gd name="connsiteX45" fmla="*/ 618571 w 683667"/>
                <a:gd name="connsiteY45" fmla="*/ 276883 h 513138"/>
                <a:gd name="connsiteX46" fmla="*/ 578492 w 683667"/>
                <a:gd name="connsiteY46" fmla="*/ 278800 h 513138"/>
                <a:gd name="connsiteX47" fmla="*/ 506748 w 683667"/>
                <a:gd name="connsiteY47" fmla="*/ 264135 h 513138"/>
                <a:gd name="connsiteX48" fmla="*/ 366594 w 683667"/>
                <a:gd name="connsiteY48" fmla="*/ 218555 h 513138"/>
                <a:gd name="connsiteX49" fmla="*/ 224857 w 683667"/>
                <a:gd name="connsiteY49" fmla="*/ 165977 h 513138"/>
                <a:gd name="connsiteX50" fmla="*/ 159613 w 683667"/>
                <a:gd name="connsiteY50" fmla="*/ 133813 h 513138"/>
                <a:gd name="connsiteX51" fmla="*/ 127866 w 683667"/>
                <a:gd name="connsiteY51" fmla="*/ 109482 h 513138"/>
                <a:gd name="connsiteX52" fmla="*/ 104284 w 683667"/>
                <a:gd name="connsiteY52" fmla="*/ 82818 h 513138"/>
                <a:gd name="connsiteX53" fmla="*/ 148947 w 683667"/>
                <a:gd name="connsiteY53" fmla="*/ 32906 h 513138"/>
                <a:gd name="connsiteX54" fmla="*/ 148947 w 683667"/>
                <a:gd name="connsiteY54" fmla="*/ 32906 h 513138"/>
                <a:gd name="connsiteX55" fmla="*/ 80286 w 683667"/>
                <a:gd name="connsiteY55" fmla="*/ 257885 h 513138"/>
                <a:gd name="connsiteX56" fmla="*/ 132782 w 683667"/>
                <a:gd name="connsiteY56" fmla="*/ 268051 h 513138"/>
                <a:gd name="connsiteX57" fmla="*/ 156613 w 683667"/>
                <a:gd name="connsiteY57" fmla="*/ 266135 h 513138"/>
                <a:gd name="connsiteX58" fmla="*/ 175361 w 683667"/>
                <a:gd name="connsiteY58" fmla="*/ 280466 h 513138"/>
                <a:gd name="connsiteX59" fmla="*/ 176861 w 683667"/>
                <a:gd name="connsiteY59" fmla="*/ 281216 h 513138"/>
                <a:gd name="connsiteX60" fmla="*/ 145031 w 683667"/>
                <a:gd name="connsiteY60" fmla="*/ 287382 h 513138"/>
                <a:gd name="connsiteX61" fmla="*/ 89869 w 683667"/>
                <a:gd name="connsiteY61" fmla="*/ 273134 h 513138"/>
                <a:gd name="connsiteX62" fmla="*/ 46873 w 683667"/>
                <a:gd name="connsiteY62" fmla="*/ 245970 h 513138"/>
                <a:gd name="connsiteX63" fmla="*/ 48289 w 683667"/>
                <a:gd name="connsiteY63" fmla="*/ 211389 h 513138"/>
                <a:gd name="connsiteX64" fmla="*/ 56872 w 683667"/>
                <a:gd name="connsiteY64" fmla="*/ 202057 h 513138"/>
                <a:gd name="connsiteX65" fmla="*/ 62705 w 683667"/>
                <a:gd name="connsiteY65" fmla="*/ 205640 h 513138"/>
                <a:gd name="connsiteX66" fmla="*/ 74870 w 683667"/>
                <a:gd name="connsiteY66" fmla="*/ 210806 h 513138"/>
                <a:gd name="connsiteX67" fmla="*/ 80286 w 683667"/>
                <a:gd name="connsiteY67" fmla="*/ 257885 h 513138"/>
                <a:gd name="connsiteX68" fmla="*/ 80286 w 683667"/>
                <a:gd name="connsiteY68" fmla="*/ 257885 h 513138"/>
                <a:gd name="connsiteX69" fmla="*/ 78037 w 683667"/>
                <a:gd name="connsiteY69" fmla="*/ 212639 h 513138"/>
                <a:gd name="connsiteX70" fmla="*/ 85786 w 683667"/>
                <a:gd name="connsiteY70" fmla="*/ 220805 h 513138"/>
                <a:gd name="connsiteX71" fmla="*/ 95952 w 683667"/>
                <a:gd name="connsiteY71" fmla="*/ 239970 h 513138"/>
                <a:gd name="connsiteX72" fmla="*/ 120783 w 683667"/>
                <a:gd name="connsiteY72" fmla="*/ 249636 h 513138"/>
                <a:gd name="connsiteX73" fmla="*/ 135115 w 683667"/>
                <a:gd name="connsiteY73" fmla="*/ 249969 h 513138"/>
                <a:gd name="connsiteX74" fmla="*/ 147947 w 683667"/>
                <a:gd name="connsiteY74" fmla="*/ 247136 h 513138"/>
                <a:gd name="connsiteX75" fmla="*/ 150864 w 683667"/>
                <a:gd name="connsiteY75" fmla="*/ 256386 h 513138"/>
                <a:gd name="connsiteX76" fmla="*/ 143447 w 683667"/>
                <a:gd name="connsiteY76" fmla="*/ 256969 h 513138"/>
                <a:gd name="connsiteX77" fmla="*/ 110700 w 683667"/>
                <a:gd name="connsiteY77" fmla="*/ 255802 h 513138"/>
                <a:gd name="connsiteX78" fmla="*/ 78037 w 683667"/>
                <a:gd name="connsiteY78" fmla="*/ 212639 h 513138"/>
                <a:gd name="connsiteX79" fmla="*/ 78037 w 683667"/>
                <a:gd name="connsiteY79" fmla="*/ 212639 h 513138"/>
                <a:gd name="connsiteX80" fmla="*/ 573492 w 683667"/>
                <a:gd name="connsiteY80" fmla="*/ 472699 h 513138"/>
                <a:gd name="connsiteX81" fmla="*/ 544662 w 683667"/>
                <a:gd name="connsiteY81" fmla="*/ 493197 h 513138"/>
                <a:gd name="connsiteX82" fmla="*/ 509914 w 683667"/>
                <a:gd name="connsiteY82" fmla="*/ 498280 h 513138"/>
                <a:gd name="connsiteX83" fmla="*/ 356761 w 683667"/>
                <a:gd name="connsiteY83" fmla="*/ 473449 h 513138"/>
                <a:gd name="connsiteX84" fmla="*/ 219940 w 683667"/>
                <a:gd name="connsiteY84" fmla="*/ 424703 h 513138"/>
                <a:gd name="connsiteX85" fmla="*/ 153780 w 683667"/>
                <a:gd name="connsiteY85" fmla="*/ 392956 h 513138"/>
                <a:gd name="connsiteX86" fmla="*/ 90119 w 683667"/>
                <a:gd name="connsiteY86" fmla="*/ 363459 h 513138"/>
                <a:gd name="connsiteX87" fmla="*/ 52789 w 683667"/>
                <a:gd name="connsiteY87" fmla="*/ 340711 h 513138"/>
                <a:gd name="connsiteX88" fmla="*/ 21958 w 683667"/>
                <a:gd name="connsiteY88" fmla="*/ 317380 h 513138"/>
                <a:gd name="connsiteX89" fmla="*/ 29208 w 683667"/>
                <a:gd name="connsiteY89" fmla="*/ 239804 h 513138"/>
                <a:gd name="connsiteX90" fmla="*/ 62455 w 683667"/>
                <a:gd name="connsiteY90" fmla="*/ 273634 h 513138"/>
                <a:gd name="connsiteX91" fmla="*/ 191610 w 683667"/>
                <a:gd name="connsiteY91" fmla="*/ 288133 h 513138"/>
                <a:gd name="connsiteX92" fmla="*/ 261437 w 683667"/>
                <a:gd name="connsiteY92" fmla="*/ 365209 h 513138"/>
                <a:gd name="connsiteX93" fmla="*/ 350012 w 683667"/>
                <a:gd name="connsiteY93" fmla="*/ 360043 h 513138"/>
                <a:gd name="connsiteX94" fmla="*/ 425505 w 683667"/>
                <a:gd name="connsiteY94" fmla="*/ 423121 h 513138"/>
                <a:gd name="connsiteX95" fmla="*/ 476334 w 683667"/>
                <a:gd name="connsiteY95" fmla="*/ 421371 h 513138"/>
                <a:gd name="connsiteX96" fmla="*/ 501499 w 683667"/>
                <a:gd name="connsiteY96" fmla="*/ 402955 h 513138"/>
                <a:gd name="connsiteX97" fmla="*/ 545661 w 683667"/>
                <a:gd name="connsiteY97" fmla="*/ 432619 h 513138"/>
                <a:gd name="connsiteX98" fmla="*/ 588408 w 683667"/>
                <a:gd name="connsiteY98" fmla="*/ 415954 h 513138"/>
                <a:gd name="connsiteX99" fmla="*/ 590740 w 683667"/>
                <a:gd name="connsiteY99" fmla="*/ 436036 h 513138"/>
                <a:gd name="connsiteX100" fmla="*/ 573492 w 683667"/>
                <a:gd name="connsiteY100" fmla="*/ 472699 h 513138"/>
                <a:gd name="connsiteX101" fmla="*/ 573492 w 683667"/>
                <a:gd name="connsiteY101" fmla="*/ 472699 h 513138"/>
                <a:gd name="connsiteX102" fmla="*/ 249771 w 683667"/>
                <a:gd name="connsiteY102" fmla="*/ 324879 h 513138"/>
                <a:gd name="connsiteX103" fmla="*/ 276936 w 683667"/>
                <a:gd name="connsiteY103" fmla="*/ 344794 h 513138"/>
                <a:gd name="connsiteX104" fmla="*/ 323931 w 683667"/>
                <a:gd name="connsiteY104" fmla="*/ 340795 h 513138"/>
                <a:gd name="connsiteX105" fmla="*/ 345763 w 683667"/>
                <a:gd name="connsiteY105" fmla="*/ 347544 h 513138"/>
                <a:gd name="connsiteX106" fmla="*/ 326848 w 683667"/>
                <a:gd name="connsiteY106" fmla="*/ 358709 h 513138"/>
                <a:gd name="connsiteX107" fmla="*/ 303683 w 683667"/>
                <a:gd name="connsiteY107" fmla="*/ 360126 h 513138"/>
                <a:gd name="connsiteX108" fmla="*/ 258437 w 683667"/>
                <a:gd name="connsiteY108" fmla="*/ 350793 h 513138"/>
                <a:gd name="connsiteX109" fmla="*/ 194359 w 683667"/>
                <a:gd name="connsiteY109" fmla="*/ 286549 h 513138"/>
                <a:gd name="connsiteX110" fmla="*/ 194443 w 683667"/>
                <a:gd name="connsiteY110" fmla="*/ 286549 h 513138"/>
                <a:gd name="connsiteX111" fmla="*/ 203109 w 683667"/>
                <a:gd name="connsiteY111" fmla="*/ 287133 h 513138"/>
                <a:gd name="connsiteX112" fmla="*/ 216441 w 683667"/>
                <a:gd name="connsiteY112" fmla="*/ 285299 h 513138"/>
                <a:gd name="connsiteX113" fmla="*/ 228607 w 683667"/>
                <a:gd name="connsiteY113" fmla="*/ 288382 h 513138"/>
                <a:gd name="connsiteX114" fmla="*/ 243605 w 683667"/>
                <a:gd name="connsiteY114" fmla="*/ 305547 h 513138"/>
                <a:gd name="connsiteX115" fmla="*/ 249771 w 683667"/>
                <a:gd name="connsiteY115" fmla="*/ 324879 h 513138"/>
                <a:gd name="connsiteX116" fmla="*/ 249771 w 683667"/>
                <a:gd name="connsiteY116" fmla="*/ 324879 h 513138"/>
                <a:gd name="connsiteX117" fmla="*/ 251104 w 683667"/>
                <a:gd name="connsiteY117" fmla="*/ 310297 h 513138"/>
                <a:gd name="connsiteX118" fmla="*/ 275186 w 683667"/>
                <a:gd name="connsiteY118" fmla="*/ 317880 h 513138"/>
                <a:gd name="connsiteX119" fmla="*/ 303433 w 683667"/>
                <a:gd name="connsiteY119" fmla="*/ 321796 h 513138"/>
                <a:gd name="connsiteX120" fmla="*/ 315432 w 683667"/>
                <a:gd name="connsiteY120" fmla="*/ 334711 h 513138"/>
                <a:gd name="connsiteX121" fmla="*/ 309849 w 683667"/>
                <a:gd name="connsiteY121" fmla="*/ 336878 h 513138"/>
                <a:gd name="connsiteX122" fmla="*/ 274769 w 683667"/>
                <a:gd name="connsiteY122" fmla="*/ 334628 h 513138"/>
                <a:gd name="connsiteX123" fmla="*/ 259104 w 683667"/>
                <a:gd name="connsiteY123" fmla="*/ 323212 h 513138"/>
                <a:gd name="connsiteX124" fmla="*/ 251104 w 683667"/>
                <a:gd name="connsiteY124" fmla="*/ 310297 h 513138"/>
                <a:gd name="connsiteX125" fmla="*/ 251104 w 683667"/>
                <a:gd name="connsiteY125" fmla="*/ 310297 h 513138"/>
                <a:gd name="connsiteX126" fmla="*/ 357428 w 683667"/>
                <a:gd name="connsiteY126" fmla="*/ 347461 h 513138"/>
                <a:gd name="connsiteX127" fmla="*/ 368344 w 683667"/>
                <a:gd name="connsiteY127" fmla="*/ 345211 h 513138"/>
                <a:gd name="connsiteX128" fmla="*/ 378010 w 683667"/>
                <a:gd name="connsiteY128" fmla="*/ 345544 h 513138"/>
                <a:gd name="connsiteX129" fmla="*/ 391009 w 683667"/>
                <a:gd name="connsiteY129" fmla="*/ 375625 h 513138"/>
                <a:gd name="connsiteX130" fmla="*/ 419922 w 683667"/>
                <a:gd name="connsiteY130" fmla="*/ 392040 h 513138"/>
                <a:gd name="connsiteX131" fmla="*/ 451503 w 683667"/>
                <a:gd name="connsiteY131" fmla="*/ 398373 h 513138"/>
                <a:gd name="connsiteX132" fmla="*/ 462002 w 683667"/>
                <a:gd name="connsiteY132" fmla="*/ 394456 h 513138"/>
                <a:gd name="connsiteX133" fmla="*/ 468168 w 683667"/>
                <a:gd name="connsiteY133" fmla="*/ 387790 h 513138"/>
                <a:gd name="connsiteX134" fmla="*/ 484083 w 683667"/>
                <a:gd name="connsiteY134" fmla="*/ 394456 h 513138"/>
                <a:gd name="connsiteX135" fmla="*/ 492916 w 683667"/>
                <a:gd name="connsiteY135" fmla="*/ 396206 h 513138"/>
                <a:gd name="connsiteX136" fmla="*/ 483417 w 683667"/>
                <a:gd name="connsiteY136" fmla="*/ 405622 h 513138"/>
                <a:gd name="connsiteX137" fmla="*/ 458336 w 683667"/>
                <a:gd name="connsiteY137" fmla="*/ 414538 h 513138"/>
                <a:gd name="connsiteX138" fmla="*/ 417090 w 683667"/>
                <a:gd name="connsiteY138" fmla="*/ 409205 h 513138"/>
                <a:gd name="connsiteX139" fmla="*/ 353678 w 683667"/>
                <a:gd name="connsiteY139" fmla="*/ 355460 h 513138"/>
                <a:gd name="connsiteX140" fmla="*/ 357262 w 683667"/>
                <a:gd name="connsiteY140" fmla="*/ 348210 h 513138"/>
                <a:gd name="connsiteX141" fmla="*/ 357428 w 683667"/>
                <a:gd name="connsiteY141" fmla="*/ 347461 h 513138"/>
                <a:gd name="connsiteX142" fmla="*/ 357428 w 683667"/>
                <a:gd name="connsiteY142" fmla="*/ 347461 h 513138"/>
                <a:gd name="connsiteX143" fmla="*/ 385092 w 683667"/>
                <a:gd name="connsiteY143" fmla="*/ 353627 h 513138"/>
                <a:gd name="connsiteX144" fmla="*/ 427422 w 683667"/>
                <a:gd name="connsiteY144" fmla="*/ 373291 h 513138"/>
                <a:gd name="connsiteX145" fmla="*/ 457919 w 683667"/>
                <a:gd name="connsiteY145" fmla="*/ 379791 h 513138"/>
                <a:gd name="connsiteX146" fmla="*/ 461085 w 683667"/>
                <a:gd name="connsiteY146" fmla="*/ 382707 h 513138"/>
                <a:gd name="connsiteX147" fmla="*/ 459752 w 683667"/>
                <a:gd name="connsiteY147" fmla="*/ 384124 h 513138"/>
                <a:gd name="connsiteX148" fmla="*/ 433921 w 683667"/>
                <a:gd name="connsiteY148" fmla="*/ 386040 h 513138"/>
                <a:gd name="connsiteX149" fmla="*/ 402591 w 683667"/>
                <a:gd name="connsiteY149" fmla="*/ 373375 h 513138"/>
                <a:gd name="connsiteX150" fmla="*/ 385092 w 683667"/>
                <a:gd name="connsiteY150" fmla="*/ 353627 h 513138"/>
                <a:gd name="connsiteX151" fmla="*/ 385092 w 683667"/>
                <a:gd name="connsiteY151" fmla="*/ 353627 h 513138"/>
                <a:gd name="connsiteX152" fmla="*/ 503665 w 683667"/>
                <a:gd name="connsiteY152" fmla="*/ 399289 h 513138"/>
                <a:gd name="connsiteX153" fmla="*/ 504665 w 683667"/>
                <a:gd name="connsiteY153" fmla="*/ 396706 h 513138"/>
                <a:gd name="connsiteX154" fmla="*/ 511915 w 683667"/>
                <a:gd name="connsiteY154" fmla="*/ 396040 h 513138"/>
                <a:gd name="connsiteX155" fmla="*/ 536579 w 683667"/>
                <a:gd name="connsiteY155" fmla="*/ 394039 h 513138"/>
                <a:gd name="connsiteX156" fmla="*/ 550077 w 683667"/>
                <a:gd name="connsiteY156" fmla="*/ 403789 h 513138"/>
                <a:gd name="connsiteX157" fmla="*/ 577908 w 683667"/>
                <a:gd name="connsiteY157" fmla="*/ 410205 h 513138"/>
                <a:gd name="connsiteX158" fmla="*/ 534579 w 683667"/>
                <a:gd name="connsiteY158" fmla="*/ 420954 h 513138"/>
                <a:gd name="connsiteX159" fmla="*/ 503665 w 683667"/>
                <a:gd name="connsiteY159" fmla="*/ 399289 h 513138"/>
                <a:gd name="connsiteX160" fmla="*/ 503665 w 683667"/>
                <a:gd name="connsiteY160" fmla="*/ 399289 h 513138"/>
                <a:gd name="connsiteX161" fmla="*/ 618405 w 683667"/>
                <a:gd name="connsiteY161" fmla="*/ 373791 h 513138"/>
                <a:gd name="connsiteX162" fmla="*/ 580492 w 683667"/>
                <a:gd name="connsiteY162" fmla="*/ 395539 h 513138"/>
                <a:gd name="connsiteX163" fmla="*/ 539329 w 683667"/>
                <a:gd name="connsiteY163" fmla="*/ 380291 h 513138"/>
                <a:gd name="connsiteX164" fmla="*/ 511831 w 683667"/>
                <a:gd name="connsiteY164" fmla="*/ 380291 h 513138"/>
                <a:gd name="connsiteX165" fmla="*/ 469585 w 683667"/>
                <a:gd name="connsiteY165" fmla="*/ 370959 h 513138"/>
                <a:gd name="connsiteX166" fmla="*/ 445004 w 683667"/>
                <a:gd name="connsiteY166" fmla="*/ 355126 h 513138"/>
                <a:gd name="connsiteX167" fmla="*/ 402591 w 683667"/>
                <a:gd name="connsiteY167" fmla="*/ 349210 h 513138"/>
                <a:gd name="connsiteX168" fmla="*/ 383176 w 683667"/>
                <a:gd name="connsiteY168" fmla="*/ 327296 h 513138"/>
                <a:gd name="connsiteX169" fmla="*/ 347429 w 683667"/>
                <a:gd name="connsiteY169" fmla="*/ 330962 h 513138"/>
                <a:gd name="connsiteX170" fmla="*/ 312766 w 683667"/>
                <a:gd name="connsiteY170" fmla="*/ 309048 h 513138"/>
                <a:gd name="connsiteX171" fmla="*/ 295267 w 683667"/>
                <a:gd name="connsiteY171" fmla="*/ 302715 h 513138"/>
                <a:gd name="connsiteX172" fmla="*/ 252521 w 683667"/>
                <a:gd name="connsiteY172" fmla="*/ 296132 h 513138"/>
                <a:gd name="connsiteX173" fmla="*/ 236772 w 683667"/>
                <a:gd name="connsiteY173" fmla="*/ 279633 h 513138"/>
                <a:gd name="connsiteX174" fmla="*/ 230773 w 683667"/>
                <a:gd name="connsiteY174" fmla="*/ 272800 h 513138"/>
                <a:gd name="connsiteX175" fmla="*/ 205942 w 683667"/>
                <a:gd name="connsiteY175" fmla="*/ 273134 h 513138"/>
                <a:gd name="connsiteX176" fmla="*/ 168945 w 683667"/>
                <a:gd name="connsiteY176" fmla="*/ 258302 h 513138"/>
                <a:gd name="connsiteX177" fmla="*/ 165362 w 683667"/>
                <a:gd name="connsiteY177" fmla="*/ 254469 h 513138"/>
                <a:gd name="connsiteX178" fmla="*/ 155446 w 683667"/>
                <a:gd name="connsiteY178" fmla="*/ 234304 h 513138"/>
                <a:gd name="connsiteX179" fmla="*/ 119949 w 683667"/>
                <a:gd name="connsiteY179" fmla="*/ 234304 h 513138"/>
                <a:gd name="connsiteX180" fmla="*/ 98952 w 683667"/>
                <a:gd name="connsiteY180" fmla="*/ 217722 h 513138"/>
                <a:gd name="connsiteX181" fmla="*/ 92785 w 683667"/>
                <a:gd name="connsiteY181" fmla="*/ 206140 h 513138"/>
                <a:gd name="connsiteX182" fmla="*/ 66871 w 683667"/>
                <a:gd name="connsiteY182" fmla="*/ 192391 h 513138"/>
                <a:gd name="connsiteX183" fmla="*/ 59538 w 683667"/>
                <a:gd name="connsiteY183" fmla="*/ 161727 h 513138"/>
                <a:gd name="connsiteX184" fmla="*/ 78037 w 683667"/>
                <a:gd name="connsiteY184" fmla="*/ 142896 h 513138"/>
                <a:gd name="connsiteX185" fmla="*/ 84370 w 683667"/>
                <a:gd name="connsiteY185" fmla="*/ 163477 h 513138"/>
                <a:gd name="connsiteX186" fmla="*/ 109367 w 683667"/>
                <a:gd name="connsiteY186" fmla="*/ 188225 h 513138"/>
                <a:gd name="connsiteX187" fmla="*/ 151030 w 683667"/>
                <a:gd name="connsiteY187" fmla="*/ 192558 h 513138"/>
                <a:gd name="connsiteX188" fmla="*/ 175694 w 683667"/>
                <a:gd name="connsiteY188" fmla="*/ 193224 h 513138"/>
                <a:gd name="connsiteX189" fmla="*/ 203692 w 683667"/>
                <a:gd name="connsiteY189" fmla="*/ 216889 h 513138"/>
                <a:gd name="connsiteX190" fmla="*/ 237106 w 683667"/>
                <a:gd name="connsiteY190" fmla="*/ 236054 h 513138"/>
                <a:gd name="connsiteX191" fmla="*/ 295684 w 683667"/>
                <a:gd name="connsiteY191" fmla="*/ 243803 h 513138"/>
                <a:gd name="connsiteX192" fmla="*/ 331514 w 683667"/>
                <a:gd name="connsiteY192" fmla="*/ 270217 h 513138"/>
                <a:gd name="connsiteX193" fmla="*/ 381926 w 683667"/>
                <a:gd name="connsiteY193" fmla="*/ 280217 h 513138"/>
                <a:gd name="connsiteX194" fmla="*/ 408007 w 683667"/>
                <a:gd name="connsiteY194" fmla="*/ 282633 h 513138"/>
                <a:gd name="connsiteX195" fmla="*/ 436338 w 683667"/>
                <a:gd name="connsiteY195" fmla="*/ 297465 h 513138"/>
                <a:gd name="connsiteX196" fmla="*/ 478667 w 683667"/>
                <a:gd name="connsiteY196" fmla="*/ 316047 h 513138"/>
                <a:gd name="connsiteX197" fmla="*/ 531579 w 683667"/>
                <a:gd name="connsiteY197" fmla="*/ 320129 h 513138"/>
                <a:gd name="connsiteX198" fmla="*/ 552244 w 683667"/>
                <a:gd name="connsiteY198" fmla="*/ 332128 h 513138"/>
                <a:gd name="connsiteX199" fmla="*/ 574909 w 683667"/>
                <a:gd name="connsiteY199" fmla="*/ 335045 h 513138"/>
                <a:gd name="connsiteX200" fmla="*/ 609739 w 683667"/>
                <a:gd name="connsiteY200" fmla="*/ 337795 h 513138"/>
                <a:gd name="connsiteX201" fmla="*/ 626987 w 683667"/>
                <a:gd name="connsiteY201" fmla="*/ 343044 h 513138"/>
                <a:gd name="connsiteX202" fmla="*/ 618405 w 683667"/>
                <a:gd name="connsiteY202" fmla="*/ 373791 h 513138"/>
                <a:gd name="connsiteX203" fmla="*/ 618405 w 683667"/>
                <a:gd name="connsiteY203" fmla="*/ 373791 h 513138"/>
                <a:gd name="connsiteX204" fmla="*/ 635403 w 683667"/>
                <a:gd name="connsiteY204" fmla="*/ 330629 h 513138"/>
                <a:gd name="connsiteX205" fmla="*/ 594240 w 683667"/>
                <a:gd name="connsiteY205" fmla="*/ 319546 h 513138"/>
                <a:gd name="connsiteX206" fmla="*/ 552911 w 683667"/>
                <a:gd name="connsiteY206" fmla="*/ 314214 h 513138"/>
                <a:gd name="connsiteX207" fmla="*/ 520080 w 683667"/>
                <a:gd name="connsiteY207" fmla="*/ 301715 h 513138"/>
                <a:gd name="connsiteX208" fmla="*/ 480167 w 683667"/>
                <a:gd name="connsiteY208" fmla="*/ 300632 h 513138"/>
                <a:gd name="connsiteX209" fmla="*/ 399425 w 683667"/>
                <a:gd name="connsiteY209" fmla="*/ 267634 h 513138"/>
                <a:gd name="connsiteX210" fmla="*/ 364011 w 683667"/>
                <a:gd name="connsiteY210" fmla="*/ 266218 h 513138"/>
                <a:gd name="connsiteX211" fmla="*/ 320682 w 683667"/>
                <a:gd name="connsiteY211" fmla="*/ 244970 h 513138"/>
                <a:gd name="connsiteX212" fmla="*/ 293184 w 683667"/>
                <a:gd name="connsiteY212" fmla="*/ 226138 h 513138"/>
                <a:gd name="connsiteX213" fmla="*/ 250938 w 683667"/>
                <a:gd name="connsiteY213" fmla="*/ 221305 h 513138"/>
                <a:gd name="connsiteX214" fmla="*/ 212608 w 683667"/>
                <a:gd name="connsiteY214" fmla="*/ 203724 h 513138"/>
                <a:gd name="connsiteX215" fmla="*/ 186277 w 683667"/>
                <a:gd name="connsiteY215" fmla="*/ 181142 h 513138"/>
                <a:gd name="connsiteX216" fmla="*/ 106701 w 683667"/>
                <a:gd name="connsiteY216" fmla="*/ 172893 h 513138"/>
                <a:gd name="connsiteX217" fmla="*/ 89286 w 683667"/>
                <a:gd name="connsiteY217" fmla="*/ 136063 h 513138"/>
                <a:gd name="connsiteX218" fmla="*/ 60038 w 683667"/>
                <a:gd name="connsiteY218" fmla="*/ 119231 h 513138"/>
                <a:gd name="connsiteX219" fmla="*/ 36207 w 683667"/>
                <a:gd name="connsiteY219" fmla="*/ 108482 h 513138"/>
                <a:gd name="connsiteX220" fmla="*/ 39040 w 683667"/>
                <a:gd name="connsiteY220" fmla="*/ 98566 h 513138"/>
                <a:gd name="connsiteX221" fmla="*/ 50539 w 683667"/>
                <a:gd name="connsiteY221" fmla="*/ 96733 h 513138"/>
                <a:gd name="connsiteX222" fmla="*/ 71704 w 683667"/>
                <a:gd name="connsiteY222" fmla="*/ 93817 h 513138"/>
                <a:gd name="connsiteX223" fmla="*/ 92369 w 683667"/>
                <a:gd name="connsiteY223" fmla="*/ 92317 h 513138"/>
                <a:gd name="connsiteX224" fmla="*/ 105784 w 683667"/>
                <a:gd name="connsiteY224" fmla="*/ 108899 h 513138"/>
                <a:gd name="connsiteX225" fmla="*/ 170695 w 683667"/>
                <a:gd name="connsiteY225" fmla="*/ 157978 h 513138"/>
                <a:gd name="connsiteX226" fmla="*/ 330681 w 683667"/>
                <a:gd name="connsiteY226" fmla="*/ 220972 h 513138"/>
                <a:gd name="connsiteX227" fmla="*/ 505248 w 683667"/>
                <a:gd name="connsiteY227" fmla="*/ 276800 h 513138"/>
                <a:gd name="connsiteX228" fmla="*/ 583158 w 683667"/>
                <a:gd name="connsiteY228" fmla="*/ 293132 h 513138"/>
                <a:gd name="connsiteX229" fmla="*/ 641236 w 683667"/>
                <a:gd name="connsiteY229" fmla="*/ 285050 h 513138"/>
                <a:gd name="connsiteX230" fmla="*/ 664317 w 683667"/>
                <a:gd name="connsiteY230" fmla="*/ 307714 h 513138"/>
                <a:gd name="connsiteX231" fmla="*/ 635403 w 683667"/>
                <a:gd name="connsiteY231" fmla="*/ 330629 h 513138"/>
                <a:gd name="connsiteX232" fmla="*/ 635403 w 683667"/>
                <a:gd name="connsiteY232" fmla="*/ 330629 h 513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683667" h="513138">
                  <a:moveTo>
                    <a:pt x="651652" y="276217"/>
                  </a:moveTo>
                  <a:cubicBezTo>
                    <a:pt x="657901" y="268551"/>
                    <a:pt x="661901" y="258385"/>
                    <a:pt x="663651" y="248969"/>
                  </a:cubicBezTo>
                  <a:cubicBezTo>
                    <a:pt x="665900" y="236887"/>
                    <a:pt x="661234" y="225805"/>
                    <a:pt x="658318" y="214223"/>
                  </a:cubicBezTo>
                  <a:cubicBezTo>
                    <a:pt x="654568" y="199224"/>
                    <a:pt x="646569" y="185892"/>
                    <a:pt x="636820" y="173976"/>
                  </a:cubicBezTo>
                  <a:cubicBezTo>
                    <a:pt x="631154" y="165144"/>
                    <a:pt x="624571" y="156811"/>
                    <a:pt x="616655" y="148728"/>
                  </a:cubicBezTo>
                  <a:cubicBezTo>
                    <a:pt x="596490" y="128064"/>
                    <a:pt x="573409" y="111732"/>
                    <a:pt x="548661" y="96983"/>
                  </a:cubicBezTo>
                  <a:cubicBezTo>
                    <a:pt x="498249" y="66819"/>
                    <a:pt x="444671" y="43488"/>
                    <a:pt x="388426" y="26573"/>
                  </a:cubicBezTo>
                  <a:cubicBezTo>
                    <a:pt x="332430" y="9657"/>
                    <a:pt x="276769" y="-3091"/>
                    <a:pt x="217857" y="659"/>
                  </a:cubicBezTo>
                  <a:cubicBezTo>
                    <a:pt x="192693" y="2242"/>
                    <a:pt x="167778" y="7408"/>
                    <a:pt x="144531" y="17324"/>
                  </a:cubicBezTo>
                  <a:cubicBezTo>
                    <a:pt x="125032" y="25656"/>
                    <a:pt x="101951" y="37238"/>
                    <a:pt x="91202" y="56570"/>
                  </a:cubicBezTo>
                  <a:cubicBezTo>
                    <a:pt x="85703" y="66486"/>
                    <a:pt x="85203" y="75152"/>
                    <a:pt x="87702" y="83151"/>
                  </a:cubicBezTo>
                  <a:cubicBezTo>
                    <a:pt x="83120" y="82651"/>
                    <a:pt x="78203" y="83151"/>
                    <a:pt x="74120" y="83401"/>
                  </a:cubicBezTo>
                  <a:cubicBezTo>
                    <a:pt x="59788" y="84234"/>
                    <a:pt x="40123" y="82985"/>
                    <a:pt x="26875" y="88984"/>
                  </a:cubicBezTo>
                  <a:cubicBezTo>
                    <a:pt x="18959" y="92567"/>
                    <a:pt x="13042" y="100566"/>
                    <a:pt x="16542" y="109148"/>
                  </a:cubicBezTo>
                  <a:cubicBezTo>
                    <a:pt x="20625" y="119314"/>
                    <a:pt x="37707" y="124981"/>
                    <a:pt x="46873" y="128730"/>
                  </a:cubicBezTo>
                  <a:cubicBezTo>
                    <a:pt x="55122" y="132146"/>
                    <a:pt x="64621" y="133063"/>
                    <a:pt x="72204" y="137979"/>
                  </a:cubicBezTo>
                  <a:cubicBezTo>
                    <a:pt x="59955" y="142229"/>
                    <a:pt x="47039" y="158978"/>
                    <a:pt x="43873" y="169310"/>
                  </a:cubicBezTo>
                  <a:cubicBezTo>
                    <a:pt x="40957" y="179142"/>
                    <a:pt x="43373" y="187725"/>
                    <a:pt x="48789" y="194641"/>
                  </a:cubicBezTo>
                  <a:cubicBezTo>
                    <a:pt x="37290" y="202057"/>
                    <a:pt x="27208" y="215722"/>
                    <a:pt x="27208" y="228805"/>
                  </a:cubicBezTo>
                  <a:cubicBezTo>
                    <a:pt x="23875" y="229221"/>
                    <a:pt x="20625" y="231637"/>
                    <a:pt x="18126" y="233721"/>
                  </a:cubicBezTo>
                  <a:cubicBezTo>
                    <a:pt x="10210" y="240220"/>
                    <a:pt x="4877" y="251969"/>
                    <a:pt x="2877" y="261718"/>
                  </a:cubicBezTo>
                  <a:cubicBezTo>
                    <a:pt x="-1540" y="283216"/>
                    <a:pt x="-2873" y="309381"/>
                    <a:pt x="13876" y="325962"/>
                  </a:cubicBezTo>
                  <a:cubicBezTo>
                    <a:pt x="32791" y="344794"/>
                    <a:pt x="60122" y="359126"/>
                    <a:pt x="83453" y="371708"/>
                  </a:cubicBezTo>
                  <a:cubicBezTo>
                    <a:pt x="110784" y="386457"/>
                    <a:pt x="139031" y="399289"/>
                    <a:pt x="167362" y="412122"/>
                  </a:cubicBezTo>
                  <a:cubicBezTo>
                    <a:pt x="196109" y="425120"/>
                    <a:pt x="222940" y="439869"/>
                    <a:pt x="252604" y="451035"/>
                  </a:cubicBezTo>
                  <a:cubicBezTo>
                    <a:pt x="282935" y="462450"/>
                    <a:pt x="313349" y="473533"/>
                    <a:pt x="344262" y="483448"/>
                  </a:cubicBezTo>
                  <a:cubicBezTo>
                    <a:pt x="402424" y="502197"/>
                    <a:pt x="465002" y="517945"/>
                    <a:pt x="526413" y="511779"/>
                  </a:cubicBezTo>
                  <a:cubicBezTo>
                    <a:pt x="539078" y="510529"/>
                    <a:pt x="554327" y="509196"/>
                    <a:pt x="565576" y="502780"/>
                  </a:cubicBezTo>
                  <a:cubicBezTo>
                    <a:pt x="577575" y="495947"/>
                    <a:pt x="587657" y="482948"/>
                    <a:pt x="594740" y="471449"/>
                  </a:cubicBezTo>
                  <a:cubicBezTo>
                    <a:pt x="608405" y="449201"/>
                    <a:pt x="612739" y="426537"/>
                    <a:pt x="600489" y="404872"/>
                  </a:cubicBezTo>
                  <a:cubicBezTo>
                    <a:pt x="604489" y="403122"/>
                    <a:pt x="608405" y="400956"/>
                    <a:pt x="612155" y="398539"/>
                  </a:cubicBezTo>
                  <a:cubicBezTo>
                    <a:pt x="621155" y="392540"/>
                    <a:pt x="629820" y="384041"/>
                    <a:pt x="634570" y="374125"/>
                  </a:cubicBezTo>
                  <a:cubicBezTo>
                    <a:pt x="638903" y="365126"/>
                    <a:pt x="638820" y="355460"/>
                    <a:pt x="639320" y="345794"/>
                  </a:cubicBezTo>
                  <a:cubicBezTo>
                    <a:pt x="651485" y="347377"/>
                    <a:pt x="664150" y="346377"/>
                    <a:pt x="673650" y="337712"/>
                  </a:cubicBezTo>
                  <a:cubicBezTo>
                    <a:pt x="698731" y="314797"/>
                    <a:pt x="671150" y="292049"/>
                    <a:pt x="651652" y="276217"/>
                  </a:cubicBezTo>
                  <a:lnTo>
                    <a:pt x="651652" y="276217"/>
                  </a:lnTo>
                  <a:close/>
                  <a:moveTo>
                    <a:pt x="148947" y="32906"/>
                  </a:moveTo>
                  <a:cubicBezTo>
                    <a:pt x="170779" y="23240"/>
                    <a:pt x="194026" y="18073"/>
                    <a:pt x="217774" y="16240"/>
                  </a:cubicBezTo>
                  <a:cubicBezTo>
                    <a:pt x="270686" y="12074"/>
                    <a:pt x="321431" y="22490"/>
                    <a:pt x="372010" y="36905"/>
                  </a:cubicBezTo>
                  <a:cubicBezTo>
                    <a:pt x="426922" y="52654"/>
                    <a:pt x="478834" y="73652"/>
                    <a:pt x="528996" y="100983"/>
                  </a:cubicBezTo>
                  <a:cubicBezTo>
                    <a:pt x="534995" y="104232"/>
                    <a:pt x="540912" y="107565"/>
                    <a:pt x="546661" y="111065"/>
                  </a:cubicBezTo>
                  <a:cubicBezTo>
                    <a:pt x="557494" y="118481"/>
                    <a:pt x="567909" y="126480"/>
                    <a:pt x="577825" y="135396"/>
                  </a:cubicBezTo>
                  <a:cubicBezTo>
                    <a:pt x="594990" y="150728"/>
                    <a:pt x="612822" y="166393"/>
                    <a:pt x="626654" y="184892"/>
                  </a:cubicBezTo>
                  <a:cubicBezTo>
                    <a:pt x="633903" y="194557"/>
                    <a:pt x="639986" y="205140"/>
                    <a:pt x="642819" y="216972"/>
                  </a:cubicBezTo>
                  <a:cubicBezTo>
                    <a:pt x="645736" y="229054"/>
                    <a:pt x="649985" y="240637"/>
                    <a:pt x="645902" y="252969"/>
                  </a:cubicBezTo>
                  <a:cubicBezTo>
                    <a:pt x="641236" y="267301"/>
                    <a:pt x="633154" y="273800"/>
                    <a:pt x="618571" y="276883"/>
                  </a:cubicBezTo>
                  <a:cubicBezTo>
                    <a:pt x="605573" y="279633"/>
                    <a:pt x="591657" y="280133"/>
                    <a:pt x="578492" y="278800"/>
                  </a:cubicBezTo>
                  <a:cubicBezTo>
                    <a:pt x="554160" y="276467"/>
                    <a:pt x="530329" y="270134"/>
                    <a:pt x="506748" y="264135"/>
                  </a:cubicBezTo>
                  <a:cubicBezTo>
                    <a:pt x="459086" y="252052"/>
                    <a:pt x="412506" y="236054"/>
                    <a:pt x="366594" y="218555"/>
                  </a:cubicBezTo>
                  <a:cubicBezTo>
                    <a:pt x="319515" y="200641"/>
                    <a:pt x="271603" y="184892"/>
                    <a:pt x="224857" y="165977"/>
                  </a:cubicBezTo>
                  <a:cubicBezTo>
                    <a:pt x="202275" y="156811"/>
                    <a:pt x="180444" y="146395"/>
                    <a:pt x="159613" y="133813"/>
                  </a:cubicBezTo>
                  <a:cubicBezTo>
                    <a:pt x="148030" y="126813"/>
                    <a:pt x="137531" y="118981"/>
                    <a:pt x="127866" y="109482"/>
                  </a:cubicBezTo>
                  <a:cubicBezTo>
                    <a:pt x="120116" y="101816"/>
                    <a:pt x="108617" y="92817"/>
                    <a:pt x="104284" y="82818"/>
                  </a:cubicBezTo>
                  <a:cubicBezTo>
                    <a:pt x="93619" y="58570"/>
                    <a:pt x="131449" y="40655"/>
                    <a:pt x="148947" y="32906"/>
                  </a:cubicBezTo>
                  <a:lnTo>
                    <a:pt x="148947" y="32906"/>
                  </a:lnTo>
                  <a:close/>
                  <a:moveTo>
                    <a:pt x="80286" y="257885"/>
                  </a:moveTo>
                  <a:cubicBezTo>
                    <a:pt x="96202" y="266551"/>
                    <a:pt x="115034" y="267801"/>
                    <a:pt x="132782" y="268051"/>
                  </a:cubicBezTo>
                  <a:cubicBezTo>
                    <a:pt x="141948" y="268218"/>
                    <a:pt x="149280" y="268301"/>
                    <a:pt x="156613" y="266135"/>
                  </a:cubicBezTo>
                  <a:cubicBezTo>
                    <a:pt x="160946" y="271551"/>
                    <a:pt x="166945" y="275967"/>
                    <a:pt x="175361" y="280466"/>
                  </a:cubicBezTo>
                  <a:cubicBezTo>
                    <a:pt x="175861" y="280717"/>
                    <a:pt x="176361" y="280966"/>
                    <a:pt x="176861" y="281216"/>
                  </a:cubicBezTo>
                  <a:cubicBezTo>
                    <a:pt x="166529" y="284466"/>
                    <a:pt x="156030" y="287299"/>
                    <a:pt x="145031" y="287382"/>
                  </a:cubicBezTo>
                  <a:cubicBezTo>
                    <a:pt x="126282" y="287549"/>
                    <a:pt x="106701" y="281050"/>
                    <a:pt x="89869" y="273134"/>
                  </a:cubicBezTo>
                  <a:cubicBezTo>
                    <a:pt x="74537" y="265968"/>
                    <a:pt x="56872" y="260385"/>
                    <a:pt x="46873" y="245970"/>
                  </a:cubicBezTo>
                  <a:cubicBezTo>
                    <a:pt x="38790" y="234387"/>
                    <a:pt x="38123" y="222305"/>
                    <a:pt x="48289" y="211389"/>
                  </a:cubicBezTo>
                  <a:cubicBezTo>
                    <a:pt x="51206" y="208306"/>
                    <a:pt x="54122" y="205307"/>
                    <a:pt x="56872" y="202057"/>
                  </a:cubicBezTo>
                  <a:cubicBezTo>
                    <a:pt x="58705" y="203390"/>
                    <a:pt x="60705" y="204557"/>
                    <a:pt x="62705" y="205640"/>
                  </a:cubicBezTo>
                  <a:cubicBezTo>
                    <a:pt x="66704" y="207723"/>
                    <a:pt x="70954" y="209057"/>
                    <a:pt x="74870" y="210806"/>
                  </a:cubicBezTo>
                  <a:cubicBezTo>
                    <a:pt x="57122" y="224638"/>
                    <a:pt x="58955" y="246303"/>
                    <a:pt x="80286" y="257885"/>
                  </a:cubicBezTo>
                  <a:lnTo>
                    <a:pt x="80286" y="257885"/>
                  </a:lnTo>
                  <a:close/>
                  <a:moveTo>
                    <a:pt x="78037" y="212639"/>
                  </a:moveTo>
                  <a:cubicBezTo>
                    <a:pt x="81286" y="214472"/>
                    <a:pt x="84036" y="216972"/>
                    <a:pt x="85786" y="220805"/>
                  </a:cubicBezTo>
                  <a:cubicBezTo>
                    <a:pt x="89119" y="228055"/>
                    <a:pt x="89619" y="234221"/>
                    <a:pt x="95952" y="239970"/>
                  </a:cubicBezTo>
                  <a:cubicBezTo>
                    <a:pt x="102868" y="246136"/>
                    <a:pt x="111700" y="248803"/>
                    <a:pt x="120783" y="249636"/>
                  </a:cubicBezTo>
                  <a:cubicBezTo>
                    <a:pt x="125449" y="250053"/>
                    <a:pt x="130365" y="250302"/>
                    <a:pt x="135115" y="249969"/>
                  </a:cubicBezTo>
                  <a:cubicBezTo>
                    <a:pt x="138532" y="249719"/>
                    <a:pt x="143864" y="247386"/>
                    <a:pt x="147947" y="247136"/>
                  </a:cubicBezTo>
                  <a:cubicBezTo>
                    <a:pt x="148697" y="250553"/>
                    <a:pt x="149697" y="253636"/>
                    <a:pt x="150864" y="256386"/>
                  </a:cubicBezTo>
                  <a:cubicBezTo>
                    <a:pt x="148447" y="256719"/>
                    <a:pt x="145947" y="256969"/>
                    <a:pt x="143447" y="256969"/>
                  </a:cubicBezTo>
                  <a:cubicBezTo>
                    <a:pt x="132532" y="257052"/>
                    <a:pt x="121616" y="256802"/>
                    <a:pt x="110700" y="255802"/>
                  </a:cubicBezTo>
                  <a:cubicBezTo>
                    <a:pt x="88369" y="253719"/>
                    <a:pt x="52456" y="236554"/>
                    <a:pt x="78037" y="212639"/>
                  </a:cubicBezTo>
                  <a:lnTo>
                    <a:pt x="78037" y="212639"/>
                  </a:lnTo>
                  <a:close/>
                  <a:moveTo>
                    <a:pt x="573492" y="472699"/>
                  </a:moveTo>
                  <a:cubicBezTo>
                    <a:pt x="565410" y="483365"/>
                    <a:pt x="557827" y="490198"/>
                    <a:pt x="544662" y="493197"/>
                  </a:cubicBezTo>
                  <a:cubicBezTo>
                    <a:pt x="533246" y="495780"/>
                    <a:pt x="521663" y="497530"/>
                    <a:pt x="509914" y="498280"/>
                  </a:cubicBezTo>
                  <a:cubicBezTo>
                    <a:pt x="458753" y="501780"/>
                    <a:pt x="405257" y="488615"/>
                    <a:pt x="356761" y="473449"/>
                  </a:cubicBezTo>
                  <a:cubicBezTo>
                    <a:pt x="310932" y="459117"/>
                    <a:pt x="263853" y="444285"/>
                    <a:pt x="219940" y="424703"/>
                  </a:cubicBezTo>
                  <a:cubicBezTo>
                    <a:pt x="197526" y="414788"/>
                    <a:pt x="176445" y="402539"/>
                    <a:pt x="153780" y="392956"/>
                  </a:cubicBezTo>
                  <a:cubicBezTo>
                    <a:pt x="132282" y="383874"/>
                    <a:pt x="110784" y="374208"/>
                    <a:pt x="90119" y="363459"/>
                  </a:cubicBezTo>
                  <a:cubicBezTo>
                    <a:pt x="76954" y="356626"/>
                    <a:pt x="65038" y="348877"/>
                    <a:pt x="52789" y="340711"/>
                  </a:cubicBezTo>
                  <a:cubicBezTo>
                    <a:pt x="42373" y="333795"/>
                    <a:pt x="29958" y="327296"/>
                    <a:pt x="21958" y="317380"/>
                  </a:cubicBezTo>
                  <a:cubicBezTo>
                    <a:pt x="10043" y="302631"/>
                    <a:pt x="8126" y="250802"/>
                    <a:pt x="29208" y="239804"/>
                  </a:cubicBezTo>
                  <a:cubicBezTo>
                    <a:pt x="34374" y="255302"/>
                    <a:pt x="48206" y="266801"/>
                    <a:pt x="62455" y="273634"/>
                  </a:cubicBezTo>
                  <a:cubicBezTo>
                    <a:pt x="99868" y="291549"/>
                    <a:pt x="152613" y="309630"/>
                    <a:pt x="191610" y="288133"/>
                  </a:cubicBezTo>
                  <a:cubicBezTo>
                    <a:pt x="189027" y="324296"/>
                    <a:pt x="231356" y="354543"/>
                    <a:pt x="261437" y="365209"/>
                  </a:cubicBezTo>
                  <a:cubicBezTo>
                    <a:pt x="283851" y="373208"/>
                    <a:pt x="330098" y="380457"/>
                    <a:pt x="350012" y="360043"/>
                  </a:cubicBezTo>
                  <a:cubicBezTo>
                    <a:pt x="356261" y="394539"/>
                    <a:pt x="393342" y="414121"/>
                    <a:pt x="425505" y="423121"/>
                  </a:cubicBezTo>
                  <a:cubicBezTo>
                    <a:pt x="441587" y="427703"/>
                    <a:pt x="460586" y="427203"/>
                    <a:pt x="476334" y="421371"/>
                  </a:cubicBezTo>
                  <a:cubicBezTo>
                    <a:pt x="484583" y="418371"/>
                    <a:pt x="495582" y="411538"/>
                    <a:pt x="501499" y="402955"/>
                  </a:cubicBezTo>
                  <a:cubicBezTo>
                    <a:pt x="512997" y="418537"/>
                    <a:pt x="522996" y="429703"/>
                    <a:pt x="545661" y="432619"/>
                  </a:cubicBezTo>
                  <a:cubicBezTo>
                    <a:pt x="563410" y="434869"/>
                    <a:pt x="581741" y="433619"/>
                    <a:pt x="588408" y="415954"/>
                  </a:cubicBezTo>
                  <a:cubicBezTo>
                    <a:pt x="590491" y="422370"/>
                    <a:pt x="591824" y="428870"/>
                    <a:pt x="590740" y="436036"/>
                  </a:cubicBezTo>
                  <a:cubicBezTo>
                    <a:pt x="588824" y="449368"/>
                    <a:pt x="581491" y="462117"/>
                    <a:pt x="573492" y="472699"/>
                  </a:cubicBezTo>
                  <a:lnTo>
                    <a:pt x="573492" y="472699"/>
                  </a:lnTo>
                  <a:close/>
                  <a:moveTo>
                    <a:pt x="249771" y="324879"/>
                  </a:moveTo>
                  <a:cubicBezTo>
                    <a:pt x="256604" y="334378"/>
                    <a:pt x="265603" y="341544"/>
                    <a:pt x="276936" y="344794"/>
                  </a:cubicBezTo>
                  <a:cubicBezTo>
                    <a:pt x="291767" y="349044"/>
                    <a:pt x="311266" y="350044"/>
                    <a:pt x="323931" y="340795"/>
                  </a:cubicBezTo>
                  <a:cubicBezTo>
                    <a:pt x="330681" y="344378"/>
                    <a:pt x="338096" y="346710"/>
                    <a:pt x="345763" y="347544"/>
                  </a:cubicBezTo>
                  <a:cubicBezTo>
                    <a:pt x="340346" y="353127"/>
                    <a:pt x="335430" y="356793"/>
                    <a:pt x="326848" y="358709"/>
                  </a:cubicBezTo>
                  <a:cubicBezTo>
                    <a:pt x="319182" y="360376"/>
                    <a:pt x="311515" y="360543"/>
                    <a:pt x="303683" y="360126"/>
                  </a:cubicBezTo>
                  <a:cubicBezTo>
                    <a:pt x="288018" y="359126"/>
                    <a:pt x="273019" y="356710"/>
                    <a:pt x="258437" y="350793"/>
                  </a:cubicBezTo>
                  <a:cubicBezTo>
                    <a:pt x="231773" y="340128"/>
                    <a:pt x="203109" y="314547"/>
                    <a:pt x="194359" y="286549"/>
                  </a:cubicBezTo>
                  <a:cubicBezTo>
                    <a:pt x="194359" y="286549"/>
                    <a:pt x="194359" y="286549"/>
                    <a:pt x="194443" y="286549"/>
                  </a:cubicBezTo>
                  <a:cubicBezTo>
                    <a:pt x="197276" y="286966"/>
                    <a:pt x="200192" y="287133"/>
                    <a:pt x="203109" y="287133"/>
                  </a:cubicBezTo>
                  <a:cubicBezTo>
                    <a:pt x="207942" y="287133"/>
                    <a:pt x="211775" y="286133"/>
                    <a:pt x="216441" y="285299"/>
                  </a:cubicBezTo>
                  <a:cubicBezTo>
                    <a:pt x="222774" y="284216"/>
                    <a:pt x="224190" y="283216"/>
                    <a:pt x="228607" y="288382"/>
                  </a:cubicBezTo>
                  <a:cubicBezTo>
                    <a:pt x="233689" y="294465"/>
                    <a:pt x="237272" y="300632"/>
                    <a:pt x="243605" y="305547"/>
                  </a:cubicBezTo>
                  <a:cubicBezTo>
                    <a:pt x="245272" y="311964"/>
                    <a:pt x="245188" y="318546"/>
                    <a:pt x="249771" y="324879"/>
                  </a:cubicBezTo>
                  <a:lnTo>
                    <a:pt x="249771" y="324879"/>
                  </a:lnTo>
                  <a:close/>
                  <a:moveTo>
                    <a:pt x="251104" y="310297"/>
                  </a:moveTo>
                  <a:cubicBezTo>
                    <a:pt x="258520" y="314297"/>
                    <a:pt x="266853" y="316880"/>
                    <a:pt x="275186" y="317880"/>
                  </a:cubicBezTo>
                  <a:cubicBezTo>
                    <a:pt x="285101" y="318963"/>
                    <a:pt x="295767" y="314380"/>
                    <a:pt x="303433" y="321796"/>
                  </a:cubicBezTo>
                  <a:cubicBezTo>
                    <a:pt x="308099" y="326296"/>
                    <a:pt x="311266" y="330712"/>
                    <a:pt x="315432" y="334711"/>
                  </a:cubicBezTo>
                  <a:cubicBezTo>
                    <a:pt x="313682" y="335628"/>
                    <a:pt x="311849" y="336378"/>
                    <a:pt x="309849" y="336878"/>
                  </a:cubicBezTo>
                  <a:cubicBezTo>
                    <a:pt x="299350" y="339294"/>
                    <a:pt x="284852" y="338794"/>
                    <a:pt x="274769" y="334628"/>
                  </a:cubicBezTo>
                  <a:cubicBezTo>
                    <a:pt x="268769" y="332128"/>
                    <a:pt x="263520" y="327796"/>
                    <a:pt x="259104" y="323212"/>
                  </a:cubicBezTo>
                  <a:cubicBezTo>
                    <a:pt x="255104" y="319046"/>
                    <a:pt x="253187" y="314714"/>
                    <a:pt x="251104" y="310297"/>
                  </a:cubicBezTo>
                  <a:lnTo>
                    <a:pt x="251104" y="310297"/>
                  </a:lnTo>
                  <a:close/>
                  <a:moveTo>
                    <a:pt x="357428" y="347461"/>
                  </a:moveTo>
                  <a:cubicBezTo>
                    <a:pt x="361094" y="347044"/>
                    <a:pt x="364761" y="346294"/>
                    <a:pt x="368344" y="345211"/>
                  </a:cubicBezTo>
                  <a:cubicBezTo>
                    <a:pt x="373844" y="343627"/>
                    <a:pt x="375010" y="342211"/>
                    <a:pt x="378010" y="345544"/>
                  </a:cubicBezTo>
                  <a:cubicBezTo>
                    <a:pt x="381676" y="355959"/>
                    <a:pt x="383093" y="367209"/>
                    <a:pt x="391009" y="375625"/>
                  </a:cubicBezTo>
                  <a:cubicBezTo>
                    <a:pt x="398508" y="383624"/>
                    <a:pt x="409923" y="388373"/>
                    <a:pt x="419922" y="392040"/>
                  </a:cubicBezTo>
                  <a:cubicBezTo>
                    <a:pt x="429422" y="395539"/>
                    <a:pt x="441170" y="399706"/>
                    <a:pt x="451503" y="398373"/>
                  </a:cubicBezTo>
                  <a:cubicBezTo>
                    <a:pt x="455419" y="397873"/>
                    <a:pt x="458835" y="396789"/>
                    <a:pt x="462002" y="394456"/>
                  </a:cubicBezTo>
                  <a:cubicBezTo>
                    <a:pt x="464335" y="392706"/>
                    <a:pt x="466085" y="389873"/>
                    <a:pt x="468168" y="387790"/>
                  </a:cubicBezTo>
                  <a:cubicBezTo>
                    <a:pt x="473084" y="390790"/>
                    <a:pt x="478417" y="392956"/>
                    <a:pt x="484083" y="394456"/>
                  </a:cubicBezTo>
                  <a:cubicBezTo>
                    <a:pt x="487000" y="395206"/>
                    <a:pt x="489916" y="395789"/>
                    <a:pt x="492916" y="396206"/>
                  </a:cubicBezTo>
                  <a:cubicBezTo>
                    <a:pt x="489000" y="399956"/>
                    <a:pt x="483167" y="405789"/>
                    <a:pt x="483417" y="405622"/>
                  </a:cubicBezTo>
                  <a:cubicBezTo>
                    <a:pt x="476084" y="411371"/>
                    <a:pt x="467335" y="413371"/>
                    <a:pt x="458336" y="414538"/>
                  </a:cubicBezTo>
                  <a:cubicBezTo>
                    <a:pt x="444004" y="416371"/>
                    <a:pt x="430505" y="414788"/>
                    <a:pt x="417090" y="409205"/>
                  </a:cubicBezTo>
                  <a:cubicBezTo>
                    <a:pt x="390175" y="398039"/>
                    <a:pt x="363094" y="384290"/>
                    <a:pt x="353678" y="355460"/>
                  </a:cubicBezTo>
                  <a:cubicBezTo>
                    <a:pt x="355095" y="353293"/>
                    <a:pt x="356345" y="350877"/>
                    <a:pt x="357262" y="348210"/>
                  </a:cubicBezTo>
                  <a:cubicBezTo>
                    <a:pt x="357345" y="347961"/>
                    <a:pt x="357345" y="347710"/>
                    <a:pt x="357428" y="347461"/>
                  </a:cubicBezTo>
                  <a:lnTo>
                    <a:pt x="357428" y="347461"/>
                  </a:lnTo>
                  <a:close/>
                  <a:moveTo>
                    <a:pt x="385092" y="353627"/>
                  </a:moveTo>
                  <a:cubicBezTo>
                    <a:pt x="396341" y="365459"/>
                    <a:pt x="409423" y="373375"/>
                    <a:pt x="427422" y="373291"/>
                  </a:cubicBezTo>
                  <a:cubicBezTo>
                    <a:pt x="440087" y="373208"/>
                    <a:pt x="447837" y="369625"/>
                    <a:pt x="457919" y="379791"/>
                  </a:cubicBezTo>
                  <a:cubicBezTo>
                    <a:pt x="458919" y="380791"/>
                    <a:pt x="460002" y="381791"/>
                    <a:pt x="461085" y="382707"/>
                  </a:cubicBezTo>
                  <a:cubicBezTo>
                    <a:pt x="460669" y="383207"/>
                    <a:pt x="460252" y="383707"/>
                    <a:pt x="459752" y="384124"/>
                  </a:cubicBezTo>
                  <a:cubicBezTo>
                    <a:pt x="450920" y="391456"/>
                    <a:pt x="444004" y="388957"/>
                    <a:pt x="433921" y="386040"/>
                  </a:cubicBezTo>
                  <a:cubicBezTo>
                    <a:pt x="423422" y="383040"/>
                    <a:pt x="411590" y="379708"/>
                    <a:pt x="402591" y="373375"/>
                  </a:cubicBezTo>
                  <a:cubicBezTo>
                    <a:pt x="396508" y="369042"/>
                    <a:pt x="390259" y="361209"/>
                    <a:pt x="385092" y="353627"/>
                  </a:cubicBezTo>
                  <a:lnTo>
                    <a:pt x="385092" y="353627"/>
                  </a:lnTo>
                  <a:close/>
                  <a:moveTo>
                    <a:pt x="503665" y="399289"/>
                  </a:moveTo>
                  <a:cubicBezTo>
                    <a:pt x="504082" y="398456"/>
                    <a:pt x="504415" y="397622"/>
                    <a:pt x="504665" y="396706"/>
                  </a:cubicBezTo>
                  <a:cubicBezTo>
                    <a:pt x="507081" y="396623"/>
                    <a:pt x="509498" y="396373"/>
                    <a:pt x="511915" y="396040"/>
                  </a:cubicBezTo>
                  <a:cubicBezTo>
                    <a:pt x="519747" y="394873"/>
                    <a:pt x="528496" y="389957"/>
                    <a:pt x="536579" y="394039"/>
                  </a:cubicBezTo>
                  <a:cubicBezTo>
                    <a:pt x="541328" y="396456"/>
                    <a:pt x="545161" y="401206"/>
                    <a:pt x="550077" y="403789"/>
                  </a:cubicBezTo>
                  <a:cubicBezTo>
                    <a:pt x="559160" y="408621"/>
                    <a:pt x="568576" y="410538"/>
                    <a:pt x="577908" y="410205"/>
                  </a:cubicBezTo>
                  <a:cubicBezTo>
                    <a:pt x="567826" y="424787"/>
                    <a:pt x="551244" y="425204"/>
                    <a:pt x="534579" y="420954"/>
                  </a:cubicBezTo>
                  <a:cubicBezTo>
                    <a:pt x="521247" y="417537"/>
                    <a:pt x="512914" y="408288"/>
                    <a:pt x="503665" y="399289"/>
                  </a:cubicBezTo>
                  <a:lnTo>
                    <a:pt x="503665" y="399289"/>
                  </a:lnTo>
                  <a:close/>
                  <a:moveTo>
                    <a:pt x="618405" y="373791"/>
                  </a:moveTo>
                  <a:cubicBezTo>
                    <a:pt x="609822" y="385457"/>
                    <a:pt x="594407" y="393040"/>
                    <a:pt x="580492" y="395539"/>
                  </a:cubicBezTo>
                  <a:cubicBezTo>
                    <a:pt x="562160" y="398872"/>
                    <a:pt x="553577" y="388124"/>
                    <a:pt x="539329" y="380291"/>
                  </a:cubicBezTo>
                  <a:cubicBezTo>
                    <a:pt x="530246" y="375291"/>
                    <a:pt x="521580" y="379124"/>
                    <a:pt x="511831" y="380291"/>
                  </a:cubicBezTo>
                  <a:cubicBezTo>
                    <a:pt x="497415" y="382124"/>
                    <a:pt x="481250" y="380541"/>
                    <a:pt x="469585" y="370959"/>
                  </a:cubicBezTo>
                  <a:cubicBezTo>
                    <a:pt x="460252" y="363292"/>
                    <a:pt x="458502" y="353460"/>
                    <a:pt x="445004" y="355126"/>
                  </a:cubicBezTo>
                  <a:cubicBezTo>
                    <a:pt x="429505" y="357043"/>
                    <a:pt x="416506" y="358876"/>
                    <a:pt x="402591" y="349210"/>
                  </a:cubicBezTo>
                  <a:cubicBezTo>
                    <a:pt x="394425" y="343544"/>
                    <a:pt x="392092" y="331212"/>
                    <a:pt x="383176" y="327296"/>
                  </a:cubicBezTo>
                  <a:cubicBezTo>
                    <a:pt x="372844" y="322713"/>
                    <a:pt x="358428" y="331879"/>
                    <a:pt x="347429" y="330962"/>
                  </a:cubicBezTo>
                  <a:cubicBezTo>
                    <a:pt x="330847" y="329545"/>
                    <a:pt x="322515" y="321129"/>
                    <a:pt x="312766" y="309048"/>
                  </a:cubicBezTo>
                  <a:cubicBezTo>
                    <a:pt x="307599" y="302631"/>
                    <a:pt x="303266" y="301548"/>
                    <a:pt x="295267" y="302715"/>
                  </a:cubicBezTo>
                  <a:cubicBezTo>
                    <a:pt x="280185" y="304964"/>
                    <a:pt x="266020" y="304131"/>
                    <a:pt x="252521" y="296132"/>
                  </a:cubicBezTo>
                  <a:cubicBezTo>
                    <a:pt x="244689" y="291549"/>
                    <a:pt x="241606" y="286716"/>
                    <a:pt x="236772" y="279633"/>
                  </a:cubicBezTo>
                  <a:cubicBezTo>
                    <a:pt x="235022" y="277134"/>
                    <a:pt x="233523" y="274467"/>
                    <a:pt x="230773" y="272800"/>
                  </a:cubicBezTo>
                  <a:cubicBezTo>
                    <a:pt x="223107" y="268134"/>
                    <a:pt x="214191" y="273467"/>
                    <a:pt x="205942" y="273134"/>
                  </a:cubicBezTo>
                  <a:cubicBezTo>
                    <a:pt x="193276" y="272634"/>
                    <a:pt x="178694" y="266885"/>
                    <a:pt x="168945" y="258302"/>
                  </a:cubicBezTo>
                  <a:cubicBezTo>
                    <a:pt x="168778" y="256552"/>
                    <a:pt x="167195" y="254802"/>
                    <a:pt x="165362" y="254469"/>
                  </a:cubicBezTo>
                  <a:cubicBezTo>
                    <a:pt x="161029" y="247803"/>
                    <a:pt x="162946" y="238387"/>
                    <a:pt x="155446" y="234304"/>
                  </a:cubicBezTo>
                  <a:cubicBezTo>
                    <a:pt x="145864" y="229054"/>
                    <a:pt x="130532" y="235804"/>
                    <a:pt x="119949" y="234304"/>
                  </a:cubicBezTo>
                  <a:cubicBezTo>
                    <a:pt x="108617" y="232721"/>
                    <a:pt x="103451" y="227471"/>
                    <a:pt x="98952" y="217722"/>
                  </a:cubicBezTo>
                  <a:cubicBezTo>
                    <a:pt x="97035" y="213556"/>
                    <a:pt x="96035" y="209473"/>
                    <a:pt x="92785" y="206140"/>
                  </a:cubicBezTo>
                  <a:cubicBezTo>
                    <a:pt x="85786" y="198974"/>
                    <a:pt x="75204" y="197224"/>
                    <a:pt x="66871" y="192391"/>
                  </a:cubicBezTo>
                  <a:cubicBezTo>
                    <a:pt x="55039" y="185559"/>
                    <a:pt x="52289" y="173893"/>
                    <a:pt x="59538" y="161727"/>
                  </a:cubicBezTo>
                  <a:cubicBezTo>
                    <a:pt x="63121" y="155728"/>
                    <a:pt x="70704" y="144396"/>
                    <a:pt x="78037" y="142896"/>
                  </a:cubicBezTo>
                  <a:cubicBezTo>
                    <a:pt x="82369" y="148895"/>
                    <a:pt x="82036" y="155977"/>
                    <a:pt x="84370" y="163477"/>
                  </a:cubicBezTo>
                  <a:cubicBezTo>
                    <a:pt x="88536" y="176643"/>
                    <a:pt x="96535" y="183642"/>
                    <a:pt x="109367" y="188225"/>
                  </a:cubicBezTo>
                  <a:cubicBezTo>
                    <a:pt x="123116" y="193141"/>
                    <a:pt x="136615" y="192891"/>
                    <a:pt x="151030" y="192558"/>
                  </a:cubicBezTo>
                  <a:cubicBezTo>
                    <a:pt x="159280" y="192308"/>
                    <a:pt x="167529" y="191974"/>
                    <a:pt x="175694" y="193224"/>
                  </a:cubicBezTo>
                  <a:cubicBezTo>
                    <a:pt x="191776" y="195641"/>
                    <a:pt x="194359" y="206556"/>
                    <a:pt x="203692" y="216889"/>
                  </a:cubicBezTo>
                  <a:cubicBezTo>
                    <a:pt x="212358" y="226555"/>
                    <a:pt x="224440" y="233471"/>
                    <a:pt x="237106" y="236054"/>
                  </a:cubicBezTo>
                  <a:cubicBezTo>
                    <a:pt x="256104" y="239887"/>
                    <a:pt x="278185" y="234971"/>
                    <a:pt x="295684" y="243803"/>
                  </a:cubicBezTo>
                  <a:cubicBezTo>
                    <a:pt x="309016" y="250553"/>
                    <a:pt x="318265" y="263135"/>
                    <a:pt x="331514" y="270217"/>
                  </a:cubicBezTo>
                  <a:cubicBezTo>
                    <a:pt x="347012" y="278467"/>
                    <a:pt x="364677" y="280383"/>
                    <a:pt x="381926" y="280217"/>
                  </a:cubicBezTo>
                  <a:cubicBezTo>
                    <a:pt x="390758" y="280133"/>
                    <a:pt x="399425" y="279717"/>
                    <a:pt x="408007" y="282633"/>
                  </a:cubicBezTo>
                  <a:cubicBezTo>
                    <a:pt x="418006" y="285966"/>
                    <a:pt x="427255" y="292382"/>
                    <a:pt x="436338" y="297465"/>
                  </a:cubicBezTo>
                  <a:cubicBezTo>
                    <a:pt x="449920" y="305048"/>
                    <a:pt x="463085" y="313380"/>
                    <a:pt x="478667" y="316047"/>
                  </a:cubicBezTo>
                  <a:cubicBezTo>
                    <a:pt x="495916" y="318963"/>
                    <a:pt x="514831" y="314380"/>
                    <a:pt x="531579" y="320129"/>
                  </a:cubicBezTo>
                  <a:cubicBezTo>
                    <a:pt x="539329" y="322796"/>
                    <a:pt x="544745" y="328962"/>
                    <a:pt x="552244" y="332128"/>
                  </a:cubicBezTo>
                  <a:cubicBezTo>
                    <a:pt x="559410" y="335211"/>
                    <a:pt x="567242" y="335378"/>
                    <a:pt x="574909" y="335045"/>
                  </a:cubicBezTo>
                  <a:cubicBezTo>
                    <a:pt x="587157" y="334462"/>
                    <a:pt x="597740" y="334295"/>
                    <a:pt x="609739" y="337795"/>
                  </a:cubicBezTo>
                  <a:cubicBezTo>
                    <a:pt x="615572" y="339461"/>
                    <a:pt x="621238" y="341461"/>
                    <a:pt x="626987" y="343044"/>
                  </a:cubicBezTo>
                  <a:cubicBezTo>
                    <a:pt x="624904" y="353710"/>
                    <a:pt x="625404" y="364375"/>
                    <a:pt x="618405" y="373791"/>
                  </a:cubicBezTo>
                  <a:lnTo>
                    <a:pt x="618405" y="373791"/>
                  </a:lnTo>
                  <a:close/>
                  <a:moveTo>
                    <a:pt x="635403" y="330629"/>
                  </a:moveTo>
                  <a:cubicBezTo>
                    <a:pt x="621321" y="328129"/>
                    <a:pt x="608572" y="321213"/>
                    <a:pt x="594240" y="319546"/>
                  </a:cubicBezTo>
                  <a:cubicBezTo>
                    <a:pt x="579658" y="317880"/>
                    <a:pt x="566326" y="322379"/>
                    <a:pt x="552911" y="314214"/>
                  </a:cubicBezTo>
                  <a:cubicBezTo>
                    <a:pt x="541912" y="307547"/>
                    <a:pt x="533246" y="303131"/>
                    <a:pt x="520080" y="301715"/>
                  </a:cubicBezTo>
                  <a:cubicBezTo>
                    <a:pt x="506831" y="300381"/>
                    <a:pt x="493333" y="302464"/>
                    <a:pt x="480167" y="300632"/>
                  </a:cubicBezTo>
                  <a:cubicBezTo>
                    <a:pt x="451003" y="296465"/>
                    <a:pt x="428838" y="271134"/>
                    <a:pt x="399425" y="267634"/>
                  </a:cubicBezTo>
                  <a:cubicBezTo>
                    <a:pt x="387675" y="266218"/>
                    <a:pt x="375760" y="267967"/>
                    <a:pt x="364011" y="266218"/>
                  </a:cubicBezTo>
                  <a:cubicBezTo>
                    <a:pt x="346679" y="263718"/>
                    <a:pt x="333597" y="256552"/>
                    <a:pt x="320682" y="244970"/>
                  </a:cubicBezTo>
                  <a:cubicBezTo>
                    <a:pt x="312266" y="237470"/>
                    <a:pt x="304100" y="229805"/>
                    <a:pt x="293184" y="226138"/>
                  </a:cubicBezTo>
                  <a:cubicBezTo>
                    <a:pt x="279768" y="221638"/>
                    <a:pt x="264853" y="222555"/>
                    <a:pt x="250938" y="221305"/>
                  </a:cubicBezTo>
                  <a:cubicBezTo>
                    <a:pt x="236189" y="220055"/>
                    <a:pt x="222607" y="215306"/>
                    <a:pt x="212608" y="203724"/>
                  </a:cubicBezTo>
                  <a:cubicBezTo>
                    <a:pt x="204109" y="193808"/>
                    <a:pt x="199859" y="184975"/>
                    <a:pt x="186277" y="181142"/>
                  </a:cubicBezTo>
                  <a:cubicBezTo>
                    <a:pt x="160779" y="173893"/>
                    <a:pt x="130365" y="186892"/>
                    <a:pt x="106701" y="172893"/>
                  </a:cubicBezTo>
                  <a:cubicBezTo>
                    <a:pt x="92452" y="164477"/>
                    <a:pt x="97702" y="148062"/>
                    <a:pt x="89286" y="136063"/>
                  </a:cubicBezTo>
                  <a:cubicBezTo>
                    <a:pt x="82369" y="126314"/>
                    <a:pt x="70870" y="122647"/>
                    <a:pt x="60038" y="119231"/>
                  </a:cubicBezTo>
                  <a:cubicBezTo>
                    <a:pt x="52872" y="116981"/>
                    <a:pt x="42040" y="113648"/>
                    <a:pt x="36207" y="108482"/>
                  </a:cubicBezTo>
                  <a:cubicBezTo>
                    <a:pt x="32624" y="105232"/>
                    <a:pt x="23292" y="106982"/>
                    <a:pt x="39040" y="98566"/>
                  </a:cubicBezTo>
                  <a:cubicBezTo>
                    <a:pt x="41957" y="96983"/>
                    <a:pt x="47290" y="97316"/>
                    <a:pt x="50539" y="96733"/>
                  </a:cubicBezTo>
                  <a:cubicBezTo>
                    <a:pt x="57539" y="95566"/>
                    <a:pt x="64621" y="94566"/>
                    <a:pt x="71704" y="93817"/>
                  </a:cubicBezTo>
                  <a:cubicBezTo>
                    <a:pt x="76287" y="93317"/>
                    <a:pt x="86286" y="91150"/>
                    <a:pt x="92369" y="92317"/>
                  </a:cubicBezTo>
                  <a:cubicBezTo>
                    <a:pt x="95868" y="98066"/>
                    <a:pt x="100618" y="103482"/>
                    <a:pt x="105784" y="108899"/>
                  </a:cubicBezTo>
                  <a:cubicBezTo>
                    <a:pt x="125199" y="129314"/>
                    <a:pt x="145947" y="144479"/>
                    <a:pt x="170695" y="157978"/>
                  </a:cubicBezTo>
                  <a:cubicBezTo>
                    <a:pt x="220607" y="185225"/>
                    <a:pt x="276852" y="203307"/>
                    <a:pt x="330681" y="220972"/>
                  </a:cubicBezTo>
                  <a:cubicBezTo>
                    <a:pt x="388759" y="240053"/>
                    <a:pt x="445837" y="261885"/>
                    <a:pt x="505248" y="276800"/>
                  </a:cubicBezTo>
                  <a:cubicBezTo>
                    <a:pt x="530746" y="283216"/>
                    <a:pt x="556827" y="290965"/>
                    <a:pt x="583158" y="293132"/>
                  </a:cubicBezTo>
                  <a:cubicBezTo>
                    <a:pt x="600656" y="294548"/>
                    <a:pt x="624821" y="294548"/>
                    <a:pt x="641236" y="285050"/>
                  </a:cubicBezTo>
                  <a:cubicBezTo>
                    <a:pt x="649152" y="292299"/>
                    <a:pt x="658401" y="298881"/>
                    <a:pt x="664317" y="307714"/>
                  </a:cubicBezTo>
                  <a:cubicBezTo>
                    <a:pt x="678233" y="329545"/>
                    <a:pt x="649235" y="333128"/>
                    <a:pt x="635403" y="330629"/>
                  </a:cubicBezTo>
                  <a:lnTo>
                    <a:pt x="635403" y="330629"/>
                  </a:lnTo>
                  <a:close/>
                </a:path>
              </a:pathLst>
            </a:custGeom>
            <a:grpFill/>
            <a:ln w="8332" cap="flat">
              <a:noFill/>
              <a:prstDash val="solid"/>
              <a:miter/>
            </a:ln>
          </p:spPr>
          <p:txBody>
            <a:bodyPr rtlCol="0" anchor="ctr"/>
            <a:lstStyle/>
            <a:p>
              <a:endParaRPr lang="en-US"/>
            </a:p>
          </p:txBody>
        </p:sp>
        <p:sp>
          <p:nvSpPr>
            <p:cNvPr id="2595" name="Freeform: Shape 2594"/>
            <p:cNvSpPr/>
            <p:nvPr/>
          </p:nvSpPr>
          <p:spPr>
            <a:xfrm>
              <a:off x="8020334" y="5748147"/>
              <a:ext cx="375969" cy="724319"/>
            </a:xfrm>
            <a:custGeom>
              <a:avLst/>
              <a:gdLst>
                <a:gd name="connsiteX0" fmla="*/ 375514 w 375969"/>
                <a:gd name="connsiteY0" fmla="*/ 135166 h 724319"/>
                <a:gd name="connsiteX1" fmla="*/ 351267 w 375969"/>
                <a:gd name="connsiteY1" fmla="*/ 120084 h 724319"/>
                <a:gd name="connsiteX2" fmla="*/ 358016 w 375969"/>
                <a:gd name="connsiteY2" fmla="*/ 93254 h 724319"/>
                <a:gd name="connsiteX3" fmla="*/ 350350 w 375969"/>
                <a:gd name="connsiteY3" fmla="*/ 88004 h 724319"/>
                <a:gd name="connsiteX4" fmla="*/ 331435 w 375969"/>
                <a:gd name="connsiteY4" fmla="*/ 83088 h 724319"/>
                <a:gd name="connsiteX5" fmla="*/ 339935 w 375969"/>
                <a:gd name="connsiteY5" fmla="*/ 63256 h 724319"/>
                <a:gd name="connsiteX6" fmla="*/ 344850 w 375969"/>
                <a:gd name="connsiteY6" fmla="*/ 51507 h 724319"/>
                <a:gd name="connsiteX7" fmla="*/ 311520 w 375969"/>
                <a:gd name="connsiteY7" fmla="*/ 37842 h 724319"/>
                <a:gd name="connsiteX8" fmla="*/ 275523 w 375969"/>
                <a:gd name="connsiteY8" fmla="*/ 38008 h 724319"/>
                <a:gd name="connsiteX9" fmla="*/ 268190 w 375969"/>
                <a:gd name="connsiteY9" fmla="*/ 60923 h 724319"/>
                <a:gd name="connsiteX10" fmla="*/ 261358 w 375969"/>
                <a:gd name="connsiteY10" fmla="*/ 84421 h 724319"/>
                <a:gd name="connsiteX11" fmla="*/ 247359 w 375969"/>
                <a:gd name="connsiteY11" fmla="*/ 86087 h 724319"/>
                <a:gd name="connsiteX12" fmla="*/ 252942 w 375969"/>
                <a:gd name="connsiteY12" fmla="*/ 61173 h 724319"/>
                <a:gd name="connsiteX13" fmla="*/ 259692 w 375969"/>
                <a:gd name="connsiteY13" fmla="*/ 39758 h 724319"/>
                <a:gd name="connsiteX14" fmla="*/ 240360 w 375969"/>
                <a:gd name="connsiteY14" fmla="*/ 26010 h 724319"/>
                <a:gd name="connsiteX15" fmla="*/ 216695 w 375969"/>
                <a:gd name="connsiteY15" fmla="*/ 22510 h 724319"/>
                <a:gd name="connsiteX16" fmla="*/ 206363 w 375969"/>
                <a:gd name="connsiteY16" fmla="*/ 25593 h 724319"/>
                <a:gd name="connsiteX17" fmla="*/ 202613 w 375969"/>
                <a:gd name="connsiteY17" fmla="*/ 42424 h 724319"/>
                <a:gd name="connsiteX18" fmla="*/ 200696 w 375969"/>
                <a:gd name="connsiteY18" fmla="*/ 59673 h 724319"/>
                <a:gd name="connsiteX19" fmla="*/ 200696 w 375969"/>
                <a:gd name="connsiteY19" fmla="*/ 59756 h 724319"/>
                <a:gd name="connsiteX20" fmla="*/ 197031 w 375969"/>
                <a:gd name="connsiteY20" fmla="*/ 59756 h 724319"/>
                <a:gd name="connsiteX21" fmla="*/ 177199 w 375969"/>
                <a:gd name="connsiteY21" fmla="*/ 56423 h 724319"/>
                <a:gd name="connsiteX22" fmla="*/ 182365 w 375969"/>
                <a:gd name="connsiteY22" fmla="*/ 33426 h 724319"/>
                <a:gd name="connsiteX23" fmla="*/ 185448 w 375969"/>
                <a:gd name="connsiteY23" fmla="*/ 13594 h 724319"/>
                <a:gd name="connsiteX24" fmla="*/ 149868 w 375969"/>
                <a:gd name="connsiteY24" fmla="*/ 3345 h 724319"/>
                <a:gd name="connsiteX25" fmla="*/ 125620 w 375969"/>
                <a:gd name="connsiteY25" fmla="*/ 12 h 724319"/>
                <a:gd name="connsiteX26" fmla="*/ 115621 w 375969"/>
                <a:gd name="connsiteY26" fmla="*/ 4844 h 724319"/>
                <a:gd name="connsiteX27" fmla="*/ 111871 w 375969"/>
                <a:gd name="connsiteY27" fmla="*/ 25176 h 724319"/>
                <a:gd name="connsiteX28" fmla="*/ 111788 w 375969"/>
                <a:gd name="connsiteY28" fmla="*/ 40508 h 724319"/>
                <a:gd name="connsiteX29" fmla="*/ 91123 w 375969"/>
                <a:gd name="connsiteY29" fmla="*/ 38758 h 724319"/>
                <a:gd name="connsiteX30" fmla="*/ 92706 w 375969"/>
                <a:gd name="connsiteY30" fmla="*/ 16094 h 724319"/>
                <a:gd name="connsiteX31" fmla="*/ 87956 w 375969"/>
                <a:gd name="connsiteY31" fmla="*/ 10677 h 724319"/>
                <a:gd name="connsiteX32" fmla="*/ 63793 w 375969"/>
                <a:gd name="connsiteY32" fmla="*/ 12594 h 724319"/>
                <a:gd name="connsiteX33" fmla="*/ 36462 w 375969"/>
                <a:gd name="connsiteY33" fmla="*/ 16261 h 724319"/>
                <a:gd name="connsiteX34" fmla="*/ 27879 w 375969"/>
                <a:gd name="connsiteY34" fmla="*/ 53174 h 724319"/>
                <a:gd name="connsiteX35" fmla="*/ 28463 w 375969"/>
                <a:gd name="connsiteY35" fmla="*/ 62923 h 724319"/>
                <a:gd name="connsiteX36" fmla="*/ 4881 w 375969"/>
                <a:gd name="connsiteY36" fmla="*/ 81921 h 724319"/>
                <a:gd name="connsiteX37" fmla="*/ 13463 w 375969"/>
                <a:gd name="connsiteY37" fmla="*/ 123084 h 724319"/>
                <a:gd name="connsiteX38" fmla="*/ 17129 w 375969"/>
                <a:gd name="connsiteY38" fmla="*/ 142499 h 724319"/>
                <a:gd name="connsiteX39" fmla="*/ 13714 w 375969"/>
                <a:gd name="connsiteY39" fmla="*/ 149165 h 724319"/>
                <a:gd name="connsiteX40" fmla="*/ 10714 w 375969"/>
                <a:gd name="connsiteY40" fmla="*/ 262488 h 724319"/>
                <a:gd name="connsiteX41" fmla="*/ 12380 w 375969"/>
                <a:gd name="connsiteY41" fmla="*/ 313317 h 724319"/>
                <a:gd name="connsiteX42" fmla="*/ 13547 w 375969"/>
                <a:gd name="connsiteY42" fmla="*/ 323566 h 724319"/>
                <a:gd name="connsiteX43" fmla="*/ 8631 w 375969"/>
                <a:gd name="connsiteY43" fmla="*/ 406225 h 724319"/>
                <a:gd name="connsiteX44" fmla="*/ 1382 w 375969"/>
                <a:gd name="connsiteY44" fmla="*/ 634621 h 724319"/>
                <a:gd name="connsiteX45" fmla="*/ 631 w 375969"/>
                <a:gd name="connsiteY45" fmla="*/ 685367 h 724319"/>
                <a:gd name="connsiteX46" fmla="*/ 12630 w 375969"/>
                <a:gd name="connsiteY46" fmla="*/ 721697 h 724319"/>
                <a:gd name="connsiteX47" fmla="*/ 38044 w 375969"/>
                <a:gd name="connsiteY47" fmla="*/ 713864 h 724319"/>
                <a:gd name="connsiteX48" fmla="*/ 72209 w 375969"/>
                <a:gd name="connsiteY48" fmla="*/ 664619 h 724319"/>
                <a:gd name="connsiteX49" fmla="*/ 201529 w 375969"/>
                <a:gd name="connsiteY49" fmla="*/ 457554 h 724319"/>
                <a:gd name="connsiteX50" fmla="*/ 269941 w 375969"/>
                <a:gd name="connsiteY50" fmla="*/ 340981 h 724319"/>
                <a:gd name="connsiteX51" fmla="*/ 304271 w 375969"/>
                <a:gd name="connsiteY51" fmla="*/ 282320 h 724319"/>
                <a:gd name="connsiteX52" fmla="*/ 332518 w 375969"/>
                <a:gd name="connsiteY52" fmla="*/ 229241 h 724319"/>
                <a:gd name="connsiteX53" fmla="*/ 329185 w 375969"/>
                <a:gd name="connsiteY53" fmla="*/ 221575 h 724319"/>
                <a:gd name="connsiteX54" fmla="*/ 340434 w 375969"/>
                <a:gd name="connsiteY54" fmla="*/ 203660 h 724319"/>
                <a:gd name="connsiteX55" fmla="*/ 365682 w 375969"/>
                <a:gd name="connsiteY55" fmla="*/ 161747 h 724319"/>
                <a:gd name="connsiteX56" fmla="*/ 375514 w 375969"/>
                <a:gd name="connsiteY56" fmla="*/ 135166 h 724319"/>
                <a:gd name="connsiteX57" fmla="*/ 375514 w 375969"/>
                <a:gd name="connsiteY57" fmla="*/ 135166 h 724319"/>
                <a:gd name="connsiteX58" fmla="*/ 331268 w 375969"/>
                <a:gd name="connsiteY58" fmla="*/ 96503 h 724319"/>
                <a:gd name="connsiteX59" fmla="*/ 341184 w 375969"/>
                <a:gd name="connsiteY59" fmla="*/ 98920 h 724319"/>
                <a:gd name="connsiteX60" fmla="*/ 344433 w 375969"/>
                <a:gd name="connsiteY60" fmla="*/ 104336 h 724319"/>
                <a:gd name="connsiteX61" fmla="*/ 329435 w 375969"/>
                <a:gd name="connsiteY61" fmla="*/ 140916 h 724319"/>
                <a:gd name="connsiteX62" fmla="*/ 286439 w 375969"/>
                <a:gd name="connsiteY62" fmla="*/ 231824 h 724319"/>
                <a:gd name="connsiteX63" fmla="*/ 247776 w 375969"/>
                <a:gd name="connsiteY63" fmla="*/ 241657 h 724319"/>
                <a:gd name="connsiteX64" fmla="*/ 247609 w 375969"/>
                <a:gd name="connsiteY64" fmla="*/ 241657 h 724319"/>
                <a:gd name="connsiteX65" fmla="*/ 247692 w 375969"/>
                <a:gd name="connsiteY65" fmla="*/ 241323 h 724319"/>
                <a:gd name="connsiteX66" fmla="*/ 284189 w 375969"/>
                <a:gd name="connsiteY66" fmla="*/ 157248 h 724319"/>
                <a:gd name="connsiteX67" fmla="*/ 300271 w 375969"/>
                <a:gd name="connsiteY67" fmla="*/ 115501 h 724319"/>
                <a:gd name="connsiteX68" fmla="*/ 308853 w 375969"/>
                <a:gd name="connsiteY68" fmla="*/ 97253 h 724319"/>
                <a:gd name="connsiteX69" fmla="*/ 312936 w 375969"/>
                <a:gd name="connsiteY69" fmla="*/ 88920 h 724319"/>
                <a:gd name="connsiteX70" fmla="*/ 317269 w 375969"/>
                <a:gd name="connsiteY70" fmla="*/ 89671 h 724319"/>
                <a:gd name="connsiteX71" fmla="*/ 318102 w 375969"/>
                <a:gd name="connsiteY71" fmla="*/ 90087 h 724319"/>
                <a:gd name="connsiteX72" fmla="*/ 324435 w 375969"/>
                <a:gd name="connsiteY72" fmla="*/ 93337 h 724319"/>
                <a:gd name="connsiteX73" fmla="*/ 331268 w 375969"/>
                <a:gd name="connsiteY73" fmla="*/ 96503 h 724319"/>
                <a:gd name="connsiteX74" fmla="*/ 331268 w 375969"/>
                <a:gd name="connsiteY74" fmla="*/ 96503 h 724319"/>
                <a:gd name="connsiteX75" fmla="*/ 284189 w 375969"/>
                <a:gd name="connsiteY75" fmla="*/ 43175 h 724319"/>
                <a:gd name="connsiteX76" fmla="*/ 306853 w 375969"/>
                <a:gd name="connsiteY76" fmla="*/ 48008 h 724319"/>
                <a:gd name="connsiteX77" fmla="*/ 328685 w 375969"/>
                <a:gd name="connsiteY77" fmla="*/ 52757 h 724319"/>
                <a:gd name="connsiteX78" fmla="*/ 332435 w 375969"/>
                <a:gd name="connsiteY78" fmla="*/ 52674 h 724319"/>
                <a:gd name="connsiteX79" fmla="*/ 329935 w 375969"/>
                <a:gd name="connsiteY79" fmla="*/ 56423 h 724319"/>
                <a:gd name="connsiteX80" fmla="*/ 320103 w 375969"/>
                <a:gd name="connsiteY80" fmla="*/ 77838 h 724319"/>
                <a:gd name="connsiteX81" fmla="*/ 304104 w 375969"/>
                <a:gd name="connsiteY81" fmla="*/ 80255 h 724319"/>
                <a:gd name="connsiteX82" fmla="*/ 282939 w 375969"/>
                <a:gd name="connsiteY82" fmla="*/ 127084 h 724319"/>
                <a:gd name="connsiteX83" fmla="*/ 253775 w 375969"/>
                <a:gd name="connsiteY83" fmla="*/ 207827 h 724319"/>
                <a:gd name="connsiteX84" fmla="*/ 269941 w 375969"/>
                <a:gd name="connsiteY84" fmla="*/ 130417 h 724319"/>
                <a:gd name="connsiteX85" fmla="*/ 277440 w 375969"/>
                <a:gd name="connsiteY85" fmla="*/ 90253 h 724319"/>
                <a:gd name="connsiteX86" fmla="*/ 270357 w 375969"/>
                <a:gd name="connsiteY86" fmla="*/ 85171 h 724319"/>
                <a:gd name="connsiteX87" fmla="*/ 278440 w 375969"/>
                <a:gd name="connsiteY87" fmla="*/ 68089 h 724319"/>
                <a:gd name="connsiteX88" fmla="*/ 284189 w 375969"/>
                <a:gd name="connsiteY88" fmla="*/ 43175 h 724319"/>
                <a:gd name="connsiteX89" fmla="*/ 284189 w 375969"/>
                <a:gd name="connsiteY89" fmla="*/ 43175 h 724319"/>
                <a:gd name="connsiteX90" fmla="*/ 255525 w 375969"/>
                <a:gd name="connsiteY90" fmla="*/ 96920 h 724319"/>
                <a:gd name="connsiteX91" fmla="*/ 265357 w 375969"/>
                <a:gd name="connsiteY91" fmla="*/ 105086 h 724319"/>
                <a:gd name="connsiteX92" fmla="*/ 254109 w 375969"/>
                <a:gd name="connsiteY92" fmla="*/ 149832 h 724319"/>
                <a:gd name="connsiteX93" fmla="*/ 235860 w 375969"/>
                <a:gd name="connsiteY93" fmla="*/ 243323 h 724319"/>
                <a:gd name="connsiteX94" fmla="*/ 204946 w 375969"/>
                <a:gd name="connsiteY94" fmla="*/ 245656 h 724319"/>
                <a:gd name="connsiteX95" fmla="*/ 213028 w 375969"/>
                <a:gd name="connsiteY95" fmla="*/ 208993 h 724319"/>
                <a:gd name="connsiteX96" fmla="*/ 220528 w 375969"/>
                <a:gd name="connsiteY96" fmla="*/ 159747 h 724319"/>
                <a:gd name="connsiteX97" fmla="*/ 223278 w 375969"/>
                <a:gd name="connsiteY97" fmla="*/ 119501 h 724319"/>
                <a:gd name="connsiteX98" fmla="*/ 223778 w 375969"/>
                <a:gd name="connsiteY98" fmla="*/ 96586 h 724319"/>
                <a:gd name="connsiteX99" fmla="*/ 237860 w 375969"/>
                <a:gd name="connsiteY99" fmla="*/ 97836 h 724319"/>
                <a:gd name="connsiteX100" fmla="*/ 255525 w 375969"/>
                <a:gd name="connsiteY100" fmla="*/ 96920 h 724319"/>
                <a:gd name="connsiteX101" fmla="*/ 255525 w 375969"/>
                <a:gd name="connsiteY101" fmla="*/ 96920 h 724319"/>
                <a:gd name="connsiteX102" fmla="*/ 213696 w 375969"/>
                <a:gd name="connsiteY102" fmla="*/ 72339 h 724319"/>
                <a:gd name="connsiteX103" fmla="*/ 206446 w 375969"/>
                <a:gd name="connsiteY103" fmla="*/ 60423 h 724319"/>
                <a:gd name="connsiteX104" fmla="*/ 212779 w 375969"/>
                <a:gd name="connsiteY104" fmla="*/ 44341 h 724319"/>
                <a:gd name="connsiteX105" fmla="*/ 214779 w 375969"/>
                <a:gd name="connsiteY105" fmla="*/ 33342 h 724319"/>
                <a:gd name="connsiteX106" fmla="*/ 232110 w 375969"/>
                <a:gd name="connsiteY106" fmla="*/ 36175 h 724319"/>
                <a:gd name="connsiteX107" fmla="*/ 246859 w 375969"/>
                <a:gd name="connsiteY107" fmla="*/ 37175 h 724319"/>
                <a:gd name="connsiteX108" fmla="*/ 248359 w 375969"/>
                <a:gd name="connsiteY108" fmla="*/ 41925 h 724319"/>
                <a:gd name="connsiteX109" fmla="*/ 245276 w 375969"/>
                <a:gd name="connsiteY109" fmla="*/ 49424 h 724319"/>
                <a:gd name="connsiteX110" fmla="*/ 235694 w 375969"/>
                <a:gd name="connsiteY110" fmla="*/ 85837 h 724319"/>
                <a:gd name="connsiteX111" fmla="*/ 213362 w 375969"/>
                <a:gd name="connsiteY111" fmla="*/ 89671 h 724319"/>
                <a:gd name="connsiteX112" fmla="*/ 210613 w 375969"/>
                <a:gd name="connsiteY112" fmla="*/ 105836 h 724319"/>
                <a:gd name="connsiteX113" fmla="*/ 209696 w 375969"/>
                <a:gd name="connsiteY113" fmla="*/ 133000 h 724319"/>
                <a:gd name="connsiteX114" fmla="*/ 198197 w 375969"/>
                <a:gd name="connsiteY114" fmla="*/ 245740 h 724319"/>
                <a:gd name="connsiteX115" fmla="*/ 166116 w 375969"/>
                <a:gd name="connsiteY115" fmla="*/ 243490 h 724319"/>
                <a:gd name="connsiteX116" fmla="*/ 171366 w 375969"/>
                <a:gd name="connsiteY116" fmla="*/ 226158 h 724319"/>
                <a:gd name="connsiteX117" fmla="*/ 180449 w 375969"/>
                <a:gd name="connsiteY117" fmla="*/ 189828 h 724319"/>
                <a:gd name="connsiteX118" fmla="*/ 199530 w 375969"/>
                <a:gd name="connsiteY118" fmla="*/ 121751 h 724319"/>
                <a:gd name="connsiteX119" fmla="*/ 213696 w 375969"/>
                <a:gd name="connsiteY119" fmla="*/ 72339 h 724319"/>
                <a:gd name="connsiteX120" fmla="*/ 213696 w 375969"/>
                <a:gd name="connsiteY120" fmla="*/ 72339 h 724319"/>
                <a:gd name="connsiteX121" fmla="*/ 166783 w 375969"/>
                <a:gd name="connsiteY121" fmla="*/ 76338 h 724319"/>
                <a:gd name="connsiteX122" fmla="*/ 168366 w 375969"/>
                <a:gd name="connsiteY122" fmla="*/ 65506 h 724319"/>
                <a:gd name="connsiteX123" fmla="*/ 176366 w 375969"/>
                <a:gd name="connsiteY123" fmla="*/ 68756 h 724319"/>
                <a:gd name="connsiteX124" fmla="*/ 194114 w 375969"/>
                <a:gd name="connsiteY124" fmla="*/ 70755 h 724319"/>
                <a:gd name="connsiteX125" fmla="*/ 200030 w 375969"/>
                <a:gd name="connsiteY125" fmla="*/ 81088 h 724319"/>
                <a:gd name="connsiteX126" fmla="*/ 193781 w 375969"/>
                <a:gd name="connsiteY126" fmla="*/ 101169 h 724319"/>
                <a:gd name="connsiteX127" fmla="*/ 177782 w 375969"/>
                <a:gd name="connsiteY127" fmla="*/ 156081 h 724319"/>
                <a:gd name="connsiteX128" fmla="*/ 162200 w 375969"/>
                <a:gd name="connsiteY128" fmla="*/ 215076 h 724319"/>
                <a:gd name="connsiteX129" fmla="*/ 154951 w 375969"/>
                <a:gd name="connsiteY129" fmla="*/ 241490 h 724319"/>
                <a:gd name="connsiteX130" fmla="*/ 123037 w 375969"/>
                <a:gd name="connsiteY130" fmla="*/ 229741 h 724319"/>
                <a:gd name="connsiteX131" fmla="*/ 130537 w 375969"/>
                <a:gd name="connsiteY131" fmla="*/ 211243 h 724319"/>
                <a:gd name="connsiteX132" fmla="*/ 137035 w 375969"/>
                <a:gd name="connsiteY132" fmla="*/ 187828 h 724319"/>
                <a:gd name="connsiteX133" fmla="*/ 153118 w 375969"/>
                <a:gd name="connsiteY133" fmla="*/ 132167 h 724319"/>
                <a:gd name="connsiteX134" fmla="*/ 166783 w 375969"/>
                <a:gd name="connsiteY134" fmla="*/ 76338 h 724319"/>
                <a:gd name="connsiteX135" fmla="*/ 166783 w 375969"/>
                <a:gd name="connsiteY135" fmla="*/ 76338 h 724319"/>
                <a:gd name="connsiteX136" fmla="*/ 126453 w 375969"/>
                <a:gd name="connsiteY136" fmla="*/ 10844 h 724319"/>
                <a:gd name="connsiteX137" fmla="*/ 140619 w 375969"/>
                <a:gd name="connsiteY137" fmla="*/ 12594 h 724319"/>
                <a:gd name="connsiteX138" fmla="*/ 166867 w 375969"/>
                <a:gd name="connsiteY138" fmla="*/ 14844 h 724319"/>
                <a:gd name="connsiteX139" fmla="*/ 171616 w 375969"/>
                <a:gd name="connsiteY139" fmla="*/ 31092 h 724319"/>
                <a:gd name="connsiteX140" fmla="*/ 165783 w 375969"/>
                <a:gd name="connsiteY140" fmla="*/ 53424 h 724319"/>
                <a:gd name="connsiteX141" fmla="*/ 165700 w 375969"/>
                <a:gd name="connsiteY141" fmla="*/ 54507 h 724319"/>
                <a:gd name="connsiteX142" fmla="*/ 159783 w 375969"/>
                <a:gd name="connsiteY142" fmla="*/ 57423 h 724319"/>
                <a:gd name="connsiteX143" fmla="*/ 154784 w 375969"/>
                <a:gd name="connsiteY143" fmla="*/ 77005 h 724319"/>
                <a:gd name="connsiteX144" fmla="*/ 146952 w 375969"/>
                <a:gd name="connsiteY144" fmla="*/ 111002 h 724319"/>
                <a:gd name="connsiteX145" fmla="*/ 127287 w 375969"/>
                <a:gd name="connsiteY145" fmla="*/ 174329 h 724319"/>
                <a:gd name="connsiteX146" fmla="*/ 125870 w 375969"/>
                <a:gd name="connsiteY146" fmla="*/ 180995 h 724319"/>
                <a:gd name="connsiteX147" fmla="*/ 131869 w 375969"/>
                <a:gd name="connsiteY147" fmla="*/ 109919 h 724319"/>
                <a:gd name="connsiteX148" fmla="*/ 137286 w 375969"/>
                <a:gd name="connsiteY148" fmla="*/ 52340 h 724319"/>
                <a:gd name="connsiteX149" fmla="*/ 121704 w 375969"/>
                <a:gd name="connsiteY149" fmla="*/ 41008 h 724319"/>
                <a:gd name="connsiteX150" fmla="*/ 124287 w 375969"/>
                <a:gd name="connsiteY150" fmla="*/ 34426 h 724319"/>
                <a:gd name="connsiteX151" fmla="*/ 126453 w 375969"/>
                <a:gd name="connsiteY151" fmla="*/ 10844 h 724319"/>
                <a:gd name="connsiteX152" fmla="*/ 126453 w 375969"/>
                <a:gd name="connsiteY152" fmla="*/ 10844 h 724319"/>
                <a:gd name="connsiteX153" fmla="*/ 85541 w 375969"/>
                <a:gd name="connsiteY153" fmla="*/ 51757 h 724319"/>
                <a:gd name="connsiteX154" fmla="*/ 122453 w 375969"/>
                <a:gd name="connsiteY154" fmla="*/ 53007 h 724319"/>
                <a:gd name="connsiteX155" fmla="*/ 127203 w 375969"/>
                <a:gd name="connsiteY155" fmla="*/ 56007 h 724319"/>
                <a:gd name="connsiteX156" fmla="*/ 126120 w 375969"/>
                <a:gd name="connsiteY156" fmla="*/ 82504 h 724319"/>
                <a:gd name="connsiteX157" fmla="*/ 118120 w 375969"/>
                <a:gd name="connsiteY157" fmla="*/ 135333 h 724319"/>
                <a:gd name="connsiteX158" fmla="*/ 111455 w 375969"/>
                <a:gd name="connsiteY158" fmla="*/ 223075 h 724319"/>
                <a:gd name="connsiteX159" fmla="*/ 77458 w 375969"/>
                <a:gd name="connsiteY159" fmla="*/ 196744 h 724319"/>
                <a:gd name="connsiteX160" fmla="*/ 78957 w 375969"/>
                <a:gd name="connsiteY160" fmla="*/ 181662 h 724319"/>
                <a:gd name="connsiteX161" fmla="*/ 79458 w 375969"/>
                <a:gd name="connsiteY161" fmla="*/ 155664 h 724319"/>
                <a:gd name="connsiteX162" fmla="*/ 79458 w 375969"/>
                <a:gd name="connsiteY162" fmla="*/ 105919 h 724319"/>
                <a:gd name="connsiteX163" fmla="*/ 85541 w 375969"/>
                <a:gd name="connsiteY163" fmla="*/ 51757 h 724319"/>
                <a:gd name="connsiteX164" fmla="*/ 85541 w 375969"/>
                <a:gd name="connsiteY164" fmla="*/ 51757 h 724319"/>
                <a:gd name="connsiteX165" fmla="*/ 47961 w 375969"/>
                <a:gd name="connsiteY165" fmla="*/ 26259 h 724319"/>
                <a:gd name="connsiteX166" fmla="*/ 64459 w 375969"/>
                <a:gd name="connsiteY166" fmla="*/ 24510 h 724319"/>
                <a:gd name="connsiteX167" fmla="*/ 80957 w 375969"/>
                <a:gd name="connsiteY167" fmla="*/ 20760 h 724319"/>
                <a:gd name="connsiteX168" fmla="*/ 79707 w 375969"/>
                <a:gd name="connsiteY168" fmla="*/ 39758 h 724319"/>
                <a:gd name="connsiteX169" fmla="*/ 77125 w 375969"/>
                <a:gd name="connsiteY169" fmla="*/ 40425 h 724319"/>
                <a:gd name="connsiteX170" fmla="*/ 64792 w 375969"/>
                <a:gd name="connsiteY170" fmla="*/ 70005 h 724319"/>
                <a:gd name="connsiteX171" fmla="*/ 67208 w 375969"/>
                <a:gd name="connsiteY171" fmla="*/ 132833 h 724319"/>
                <a:gd name="connsiteX172" fmla="*/ 68875 w 375969"/>
                <a:gd name="connsiteY172" fmla="*/ 188661 h 724319"/>
                <a:gd name="connsiteX173" fmla="*/ 43961 w 375969"/>
                <a:gd name="connsiteY173" fmla="*/ 162330 h 724319"/>
                <a:gd name="connsiteX174" fmla="*/ 44044 w 375969"/>
                <a:gd name="connsiteY174" fmla="*/ 149415 h 724319"/>
                <a:gd name="connsiteX175" fmla="*/ 41044 w 375969"/>
                <a:gd name="connsiteY175" fmla="*/ 118168 h 724319"/>
                <a:gd name="connsiteX176" fmla="*/ 40044 w 375969"/>
                <a:gd name="connsiteY176" fmla="*/ 57257 h 724319"/>
                <a:gd name="connsiteX177" fmla="*/ 39628 w 375969"/>
                <a:gd name="connsiteY177" fmla="*/ 33259 h 724319"/>
                <a:gd name="connsiteX178" fmla="*/ 47961 w 375969"/>
                <a:gd name="connsiteY178" fmla="*/ 26259 h 724319"/>
                <a:gd name="connsiteX179" fmla="*/ 47961 w 375969"/>
                <a:gd name="connsiteY179" fmla="*/ 26259 h 724319"/>
                <a:gd name="connsiteX180" fmla="*/ 16797 w 375969"/>
                <a:gd name="connsiteY180" fmla="*/ 87254 h 724319"/>
                <a:gd name="connsiteX181" fmla="*/ 28712 w 375969"/>
                <a:gd name="connsiteY181" fmla="*/ 74589 h 724319"/>
                <a:gd name="connsiteX182" fmla="*/ 30795 w 375969"/>
                <a:gd name="connsiteY182" fmla="*/ 124584 h 724319"/>
                <a:gd name="connsiteX183" fmla="*/ 34545 w 375969"/>
                <a:gd name="connsiteY183" fmla="*/ 151831 h 724319"/>
                <a:gd name="connsiteX184" fmla="*/ 26962 w 375969"/>
                <a:gd name="connsiteY184" fmla="*/ 143415 h 724319"/>
                <a:gd name="connsiteX185" fmla="*/ 21296 w 375969"/>
                <a:gd name="connsiteY185" fmla="*/ 107252 h 724319"/>
                <a:gd name="connsiteX186" fmla="*/ 16797 w 375969"/>
                <a:gd name="connsiteY186" fmla="*/ 87254 h 724319"/>
                <a:gd name="connsiteX187" fmla="*/ 16797 w 375969"/>
                <a:gd name="connsiteY187" fmla="*/ 87254 h 724319"/>
                <a:gd name="connsiteX188" fmla="*/ 89457 w 375969"/>
                <a:gd name="connsiteY188" fmla="*/ 606540 h 724319"/>
                <a:gd name="connsiteX189" fmla="*/ 26462 w 375969"/>
                <a:gd name="connsiteY189" fmla="*/ 699532 h 724319"/>
                <a:gd name="connsiteX190" fmla="*/ 19880 w 375969"/>
                <a:gd name="connsiteY190" fmla="*/ 695032 h 724319"/>
                <a:gd name="connsiteX191" fmla="*/ 17380 w 375969"/>
                <a:gd name="connsiteY191" fmla="*/ 668368 h 724319"/>
                <a:gd name="connsiteX192" fmla="*/ 18213 w 375969"/>
                <a:gd name="connsiteY192" fmla="*/ 619623 h 724319"/>
                <a:gd name="connsiteX193" fmla="*/ 20629 w 375969"/>
                <a:gd name="connsiteY193" fmla="*/ 410225 h 724319"/>
                <a:gd name="connsiteX194" fmla="*/ 22046 w 375969"/>
                <a:gd name="connsiteY194" fmla="*/ 371145 h 724319"/>
                <a:gd name="connsiteX195" fmla="*/ 23046 w 375969"/>
                <a:gd name="connsiteY195" fmla="*/ 368978 h 724319"/>
                <a:gd name="connsiteX196" fmla="*/ 22713 w 375969"/>
                <a:gd name="connsiteY196" fmla="*/ 350564 h 724319"/>
                <a:gd name="connsiteX197" fmla="*/ 25879 w 375969"/>
                <a:gd name="connsiteY197" fmla="*/ 210076 h 724319"/>
                <a:gd name="connsiteX198" fmla="*/ 28879 w 375969"/>
                <a:gd name="connsiteY198" fmla="*/ 168413 h 724319"/>
                <a:gd name="connsiteX199" fmla="*/ 37878 w 375969"/>
                <a:gd name="connsiteY199" fmla="*/ 178496 h 724319"/>
                <a:gd name="connsiteX200" fmla="*/ 40127 w 375969"/>
                <a:gd name="connsiteY200" fmla="*/ 202910 h 724319"/>
                <a:gd name="connsiteX201" fmla="*/ 48460 w 375969"/>
                <a:gd name="connsiteY201" fmla="*/ 241323 h 724319"/>
                <a:gd name="connsiteX202" fmla="*/ 78375 w 375969"/>
                <a:gd name="connsiteY202" fmla="*/ 342397 h 724319"/>
                <a:gd name="connsiteX203" fmla="*/ 118370 w 375969"/>
                <a:gd name="connsiteY203" fmla="*/ 425057 h 724319"/>
                <a:gd name="connsiteX204" fmla="*/ 143618 w 375969"/>
                <a:gd name="connsiteY204" fmla="*/ 458554 h 724319"/>
                <a:gd name="connsiteX205" fmla="*/ 167366 w 375969"/>
                <a:gd name="connsiteY205" fmla="*/ 486051 h 724319"/>
                <a:gd name="connsiteX206" fmla="*/ 89457 w 375969"/>
                <a:gd name="connsiteY206" fmla="*/ 606540 h 724319"/>
                <a:gd name="connsiteX207" fmla="*/ 89457 w 375969"/>
                <a:gd name="connsiteY207" fmla="*/ 606540 h 724319"/>
                <a:gd name="connsiteX208" fmla="*/ 294022 w 375969"/>
                <a:gd name="connsiteY208" fmla="*/ 270404 h 724319"/>
                <a:gd name="connsiteX209" fmla="*/ 266107 w 375969"/>
                <a:gd name="connsiteY209" fmla="*/ 319483 h 724319"/>
                <a:gd name="connsiteX210" fmla="*/ 210112 w 375969"/>
                <a:gd name="connsiteY210" fmla="*/ 415724 h 724319"/>
                <a:gd name="connsiteX211" fmla="*/ 173866 w 375969"/>
                <a:gd name="connsiteY211" fmla="*/ 475802 h 724319"/>
                <a:gd name="connsiteX212" fmla="*/ 127870 w 375969"/>
                <a:gd name="connsiteY212" fmla="*/ 418974 h 724319"/>
                <a:gd name="connsiteX213" fmla="*/ 87207 w 375969"/>
                <a:gd name="connsiteY213" fmla="*/ 328149 h 724319"/>
                <a:gd name="connsiteX214" fmla="*/ 56793 w 375969"/>
                <a:gd name="connsiteY214" fmla="*/ 234490 h 724319"/>
                <a:gd name="connsiteX215" fmla="*/ 46128 w 375969"/>
                <a:gd name="connsiteY215" fmla="*/ 190661 h 724319"/>
                <a:gd name="connsiteX216" fmla="*/ 45544 w 375969"/>
                <a:gd name="connsiteY216" fmla="*/ 186828 h 724319"/>
                <a:gd name="connsiteX217" fmla="*/ 159867 w 375969"/>
                <a:gd name="connsiteY217" fmla="*/ 258322 h 724319"/>
                <a:gd name="connsiteX218" fmla="*/ 246026 w 375969"/>
                <a:gd name="connsiteY218" fmla="*/ 256905 h 724319"/>
                <a:gd name="connsiteX219" fmla="*/ 311770 w 375969"/>
                <a:gd name="connsiteY219" fmla="*/ 239323 h 724319"/>
                <a:gd name="connsiteX220" fmla="*/ 294022 w 375969"/>
                <a:gd name="connsiteY220" fmla="*/ 270404 h 724319"/>
                <a:gd name="connsiteX221" fmla="*/ 294022 w 375969"/>
                <a:gd name="connsiteY221" fmla="*/ 270404 h 724319"/>
                <a:gd name="connsiteX222" fmla="*/ 342601 w 375969"/>
                <a:gd name="connsiteY222" fmla="*/ 176079 h 724319"/>
                <a:gd name="connsiteX223" fmla="*/ 319185 w 375969"/>
                <a:gd name="connsiteY223" fmla="*/ 212826 h 724319"/>
                <a:gd name="connsiteX224" fmla="*/ 314019 w 375969"/>
                <a:gd name="connsiteY224" fmla="*/ 222825 h 724319"/>
                <a:gd name="connsiteX225" fmla="*/ 301104 w 375969"/>
                <a:gd name="connsiteY225" fmla="*/ 226991 h 724319"/>
                <a:gd name="connsiteX226" fmla="*/ 322769 w 375969"/>
                <a:gd name="connsiteY226" fmla="*/ 183995 h 724319"/>
                <a:gd name="connsiteX227" fmla="*/ 346017 w 375969"/>
                <a:gd name="connsiteY227" fmla="*/ 129750 h 724319"/>
                <a:gd name="connsiteX228" fmla="*/ 347600 w 375969"/>
                <a:gd name="connsiteY228" fmla="*/ 126667 h 724319"/>
                <a:gd name="connsiteX229" fmla="*/ 352267 w 375969"/>
                <a:gd name="connsiteY229" fmla="*/ 130834 h 724319"/>
                <a:gd name="connsiteX230" fmla="*/ 361848 w 375969"/>
                <a:gd name="connsiteY230" fmla="*/ 143666 h 724319"/>
                <a:gd name="connsiteX231" fmla="*/ 342601 w 375969"/>
                <a:gd name="connsiteY231" fmla="*/ 176079 h 724319"/>
                <a:gd name="connsiteX232" fmla="*/ 342601 w 375969"/>
                <a:gd name="connsiteY232" fmla="*/ 176079 h 724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375969" h="724319">
                  <a:moveTo>
                    <a:pt x="375514" y="135166"/>
                  </a:moveTo>
                  <a:cubicBezTo>
                    <a:pt x="372931" y="125834"/>
                    <a:pt x="360266" y="122751"/>
                    <a:pt x="351267" y="120084"/>
                  </a:cubicBezTo>
                  <a:cubicBezTo>
                    <a:pt x="356183" y="111168"/>
                    <a:pt x="361682" y="100169"/>
                    <a:pt x="358016" y="93254"/>
                  </a:cubicBezTo>
                  <a:cubicBezTo>
                    <a:pt x="356266" y="89837"/>
                    <a:pt x="353849" y="89087"/>
                    <a:pt x="350350" y="88004"/>
                  </a:cubicBezTo>
                  <a:cubicBezTo>
                    <a:pt x="343851" y="86004"/>
                    <a:pt x="337601" y="85087"/>
                    <a:pt x="331435" y="83088"/>
                  </a:cubicBezTo>
                  <a:cubicBezTo>
                    <a:pt x="333934" y="76338"/>
                    <a:pt x="336851" y="69505"/>
                    <a:pt x="339935" y="63256"/>
                  </a:cubicBezTo>
                  <a:cubicBezTo>
                    <a:pt x="341767" y="59590"/>
                    <a:pt x="345183" y="55840"/>
                    <a:pt x="344850" y="51507"/>
                  </a:cubicBezTo>
                  <a:cubicBezTo>
                    <a:pt x="343851" y="38842"/>
                    <a:pt x="319519" y="39258"/>
                    <a:pt x="311520" y="37842"/>
                  </a:cubicBezTo>
                  <a:cubicBezTo>
                    <a:pt x="300938" y="35925"/>
                    <a:pt x="283439" y="27759"/>
                    <a:pt x="275523" y="38008"/>
                  </a:cubicBezTo>
                  <a:cubicBezTo>
                    <a:pt x="270607" y="44341"/>
                    <a:pt x="270024" y="53424"/>
                    <a:pt x="268190" y="60923"/>
                  </a:cubicBezTo>
                  <a:cubicBezTo>
                    <a:pt x="266190" y="68839"/>
                    <a:pt x="263691" y="76588"/>
                    <a:pt x="261358" y="84421"/>
                  </a:cubicBezTo>
                  <a:cubicBezTo>
                    <a:pt x="256442" y="84671"/>
                    <a:pt x="251276" y="85504"/>
                    <a:pt x="247359" y="86087"/>
                  </a:cubicBezTo>
                  <a:cubicBezTo>
                    <a:pt x="249026" y="77672"/>
                    <a:pt x="250942" y="69422"/>
                    <a:pt x="252942" y="61173"/>
                  </a:cubicBezTo>
                  <a:cubicBezTo>
                    <a:pt x="254691" y="54007"/>
                    <a:pt x="258525" y="47007"/>
                    <a:pt x="259692" y="39758"/>
                  </a:cubicBezTo>
                  <a:cubicBezTo>
                    <a:pt x="261691" y="27842"/>
                    <a:pt x="249276" y="26759"/>
                    <a:pt x="240360" y="26010"/>
                  </a:cubicBezTo>
                  <a:cubicBezTo>
                    <a:pt x="232277" y="25343"/>
                    <a:pt x="224694" y="23676"/>
                    <a:pt x="216695" y="22510"/>
                  </a:cubicBezTo>
                  <a:cubicBezTo>
                    <a:pt x="212612" y="21927"/>
                    <a:pt x="209029" y="21760"/>
                    <a:pt x="206363" y="25593"/>
                  </a:cubicBezTo>
                  <a:cubicBezTo>
                    <a:pt x="203447" y="29676"/>
                    <a:pt x="203613" y="37758"/>
                    <a:pt x="202613" y="42424"/>
                  </a:cubicBezTo>
                  <a:cubicBezTo>
                    <a:pt x="201613" y="47091"/>
                    <a:pt x="202696" y="55674"/>
                    <a:pt x="200696" y="59673"/>
                  </a:cubicBezTo>
                  <a:lnTo>
                    <a:pt x="200696" y="59756"/>
                  </a:lnTo>
                  <a:cubicBezTo>
                    <a:pt x="199530" y="59673"/>
                    <a:pt x="198281" y="59673"/>
                    <a:pt x="197031" y="59756"/>
                  </a:cubicBezTo>
                  <a:cubicBezTo>
                    <a:pt x="189948" y="59840"/>
                    <a:pt x="183699" y="57923"/>
                    <a:pt x="177199" y="56423"/>
                  </a:cubicBezTo>
                  <a:cubicBezTo>
                    <a:pt x="177032" y="49090"/>
                    <a:pt x="180532" y="40258"/>
                    <a:pt x="182365" y="33426"/>
                  </a:cubicBezTo>
                  <a:cubicBezTo>
                    <a:pt x="183781" y="27926"/>
                    <a:pt x="188281" y="19426"/>
                    <a:pt x="185448" y="13594"/>
                  </a:cubicBezTo>
                  <a:cubicBezTo>
                    <a:pt x="180615" y="3511"/>
                    <a:pt x="159367" y="3845"/>
                    <a:pt x="149868" y="3345"/>
                  </a:cubicBezTo>
                  <a:cubicBezTo>
                    <a:pt x="141702" y="2928"/>
                    <a:pt x="133620" y="345"/>
                    <a:pt x="125620" y="12"/>
                  </a:cubicBezTo>
                  <a:cubicBezTo>
                    <a:pt x="121453" y="-155"/>
                    <a:pt x="118120" y="1428"/>
                    <a:pt x="115621" y="4844"/>
                  </a:cubicBezTo>
                  <a:cubicBezTo>
                    <a:pt x="111455" y="10594"/>
                    <a:pt x="112121" y="18510"/>
                    <a:pt x="111871" y="25176"/>
                  </a:cubicBezTo>
                  <a:cubicBezTo>
                    <a:pt x="111705" y="30342"/>
                    <a:pt x="110705" y="35592"/>
                    <a:pt x="111788" y="40508"/>
                  </a:cubicBezTo>
                  <a:cubicBezTo>
                    <a:pt x="105456" y="39841"/>
                    <a:pt x="98123" y="38842"/>
                    <a:pt x="91123" y="38758"/>
                  </a:cubicBezTo>
                  <a:cubicBezTo>
                    <a:pt x="91290" y="31259"/>
                    <a:pt x="94123" y="23426"/>
                    <a:pt x="92706" y="16094"/>
                  </a:cubicBezTo>
                  <a:cubicBezTo>
                    <a:pt x="92123" y="13177"/>
                    <a:pt x="90707" y="11594"/>
                    <a:pt x="87956" y="10677"/>
                  </a:cubicBezTo>
                  <a:cubicBezTo>
                    <a:pt x="80790" y="8261"/>
                    <a:pt x="70959" y="11677"/>
                    <a:pt x="63793" y="12594"/>
                  </a:cubicBezTo>
                  <a:cubicBezTo>
                    <a:pt x="54876" y="13677"/>
                    <a:pt x="45044" y="13511"/>
                    <a:pt x="36462" y="16261"/>
                  </a:cubicBezTo>
                  <a:cubicBezTo>
                    <a:pt x="22546" y="20760"/>
                    <a:pt x="27046" y="41591"/>
                    <a:pt x="27879" y="53174"/>
                  </a:cubicBezTo>
                  <a:cubicBezTo>
                    <a:pt x="28129" y="56423"/>
                    <a:pt x="28296" y="59673"/>
                    <a:pt x="28463" y="62923"/>
                  </a:cubicBezTo>
                  <a:cubicBezTo>
                    <a:pt x="16296" y="60507"/>
                    <a:pt x="3714" y="68089"/>
                    <a:pt x="4881" y="81921"/>
                  </a:cubicBezTo>
                  <a:cubicBezTo>
                    <a:pt x="6047" y="95586"/>
                    <a:pt x="10963" y="109585"/>
                    <a:pt x="13463" y="123084"/>
                  </a:cubicBezTo>
                  <a:cubicBezTo>
                    <a:pt x="14630" y="129333"/>
                    <a:pt x="15213" y="136249"/>
                    <a:pt x="17129" y="142499"/>
                  </a:cubicBezTo>
                  <a:cubicBezTo>
                    <a:pt x="14964" y="143999"/>
                    <a:pt x="13463" y="146498"/>
                    <a:pt x="13714" y="149165"/>
                  </a:cubicBezTo>
                  <a:cubicBezTo>
                    <a:pt x="16797" y="187161"/>
                    <a:pt x="9880" y="224408"/>
                    <a:pt x="10714" y="262488"/>
                  </a:cubicBezTo>
                  <a:cubicBezTo>
                    <a:pt x="11130" y="279570"/>
                    <a:pt x="10631" y="296319"/>
                    <a:pt x="12380" y="313317"/>
                  </a:cubicBezTo>
                  <a:cubicBezTo>
                    <a:pt x="12714" y="316733"/>
                    <a:pt x="13130" y="320150"/>
                    <a:pt x="13547" y="323566"/>
                  </a:cubicBezTo>
                  <a:cubicBezTo>
                    <a:pt x="11797" y="351147"/>
                    <a:pt x="10130" y="378728"/>
                    <a:pt x="8631" y="406225"/>
                  </a:cubicBezTo>
                  <a:cubicBezTo>
                    <a:pt x="4548" y="482302"/>
                    <a:pt x="3547" y="558461"/>
                    <a:pt x="1382" y="634621"/>
                  </a:cubicBezTo>
                  <a:cubicBezTo>
                    <a:pt x="881" y="651703"/>
                    <a:pt x="-952" y="668285"/>
                    <a:pt x="631" y="685367"/>
                  </a:cubicBezTo>
                  <a:cubicBezTo>
                    <a:pt x="1631" y="696532"/>
                    <a:pt x="1798" y="714697"/>
                    <a:pt x="12630" y="721697"/>
                  </a:cubicBezTo>
                  <a:cubicBezTo>
                    <a:pt x="22546" y="728113"/>
                    <a:pt x="31795" y="721697"/>
                    <a:pt x="38044" y="713864"/>
                  </a:cubicBezTo>
                  <a:cubicBezTo>
                    <a:pt x="50377" y="698449"/>
                    <a:pt x="61459" y="681201"/>
                    <a:pt x="72209" y="664619"/>
                  </a:cubicBezTo>
                  <a:cubicBezTo>
                    <a:pt x="116454" y="596375"/>
                    <a:pt x="159617" y="527464"/>
                    <a:pt x="201529" y="457554"/>
                  </a:cubicBezTo>
                  <a:cubicBezTo>
                    <a:pt x="224611" y="418890"/>
                    <a:pt x="248109" y="380394"/>
                    <a:pt x="269941" y="340981"/>
                  </a:cubicBezTo>
                  <a:cubicBezTo>
                    <a:pt x="280939" y="321149"/>
                    <a:pt x="293355" y="302151"/>
                    <a:pt x="304271" y="282320"/>
                  </a:cubicBezTo>
                  <a:cubicBezTo>
                    <a:pt x="313687" y="265238"/>
                    <a:pt x="326186" y="247656"/>
                    <a:pt x="332518" y="229241"/>
                  </a:cubicBezTo>
                  <a:cubicBezTo>
                    <a:pt x="333685" y="225908"/>
                    <a:pt x="331851" y="223158"/>
                    <a:pt x="329185" y="221575"/>
                  </a:cubicBezTo>
                  <a:cubicBezTo>
                    <a:pt x="333602" y="215992"/>
                    <a:pt x="337101" y="209326"/>
                    <a:pt x="340434" y="203660"/>
                  </a:cubicBezTo>
                  <a:cubicBezTo>
                    <a:pt x="348767" y="189578"/>
                    <a:pt x="357349" y="175746"/>
                    <a:pt x="365682" y="161747"/>
                  </a:cubicBezTo>
                  <a:cubicBezTo>
                    <a:pt x="369598" y="154414"/>
                    <a:pt x="378014" y="143999"/>
                    <a:pt x="375514" y="135166"/>
                  </a:cubicBezTo>
                  <a:lnTo>
                    <a:pt x="375514" y="135166"/>
                  </a:lnTo>
                  <a:close/>
                  <a:moveTo>
                    <a:pt x="331268" y="96503"/>
                  </a:moveTo>
                  <a:cubicBezTo>
                    <a:pt x="334435" y="97503"/>
                    <a:pt x="338184" y="97670"/>
                    <a:pt x="341184" y="98920"/>
                  </a:cubicBezTo>
                  <a:cubicBezTo>
                    <a:pt x="347266" y="101503"/>
                    <a:pt x="345433" y="98420"/>
                    <a:pt x="344433" y="104336"/>
                  </a:cubicBezTo>
                  <a:cubicBezTo>
                    <a:pt x="342517" y="116085"/>
                    <a:pt x="333435" y="129417"/>
                    <a:pt x="329435" y="140916"/>
                  </a:cubicBezTo>
                  <a:cubicBezTo>
                    <a:pt x="318352" y="172746"/>
                    <a:pt x="300604" y="201327"/>
                    <a:pt x="286439" y="231824"/>
                  </a:cubicBezTo>
                  <a:cubicBezTo>
                    <a:pt x="273857" y="235824"/>
                    <a:pt x="261274" y="239490"/>
                    <a:pt x="247776" y="241657"/>
                  </a:cubicBezTo>
                  <a:cubicBezTo>
                    <a:pt x="247692" y="241657"/>
                    <a:pt x="247692" y="241657"/>
                    <a:pt x="247609" y="241657"/>
                  </a:cubicBezTo>
                  <a:cubicBezTo>
                    <a:pt x="247609" y="241573"/>
                    <a:pt x="247692" y="241407"/>
                    <a:pt x="247692" y="241323"/>
                  </a:cubicBezTo>
                  <a:cubicBezTo>
                    <a:pt x="259191" y="212993"/>
                    <a:pt x="274024" y="186078"/>
                    <a:pt x="284189" y="157248"/>
                  </a:cubicBezTo>
                  <a:cubicBezTo>
                    <a:pt x="289188" y="143082"/>
                    <a:pt x="294438" y="129250"/>
                    <a:pt x="300271" y="115501"/>
                  </a:cubicBezTo>
                  <a:cubicBezTo>
                    <a:pt x="302937" y="109252"/>
                    <a:pt x="305770" y="103252"/>
                    <a:pt x="308853" y="97253"/>
                  </a:cubicBezTo>
                  <a:cubicBezTo>
                    <a:pt x="309770" y="95503"/>
                    <a:pt x="311520" y="89920"/>
                    <a:pt x="312936" y="88920"/>
                  </a:cubicBezTo>
                  <a:cubicBezTo>
                    <a:pt x="316269" y="86504"/>
                    <a:pt x="313186" y="88004"/>
                    <a:pt x="317269" y="89671"/>
                  </a:cubicBezTo>
                  <a:cubicBezTo>
                    <a:pt x="317603" y="89753"/>
                    <a:pt x="317853" y="89920"/>
                    <a:pt x="318102" y="90087"/>
                  </a:cubicBezTo>
                  <a:cubicBezTo>
                    <a:pt x="318769" y="93087"/>
                    <a:pt x="321686" y="94003"/>
                    <a:pt x="324435" y="93337"/>
                  </a:cubicBezTo>
                  <a:cubicBezTo>
                    <a:pt x="326602" y="94587"/>
                    <a:pt x="328852" y="95670"/>
                    <a:pt x="331268" y="96503"/>
                  </a:cubicBezTo>
                  <a:lnTo>
                    <a:pt x="331268" y="96503"/>
                  </a:lnTo>
                  <a:close/>
                  <a:moveTo>
                    <a:pt x="284189" y="43175"/>
                  </a:moveTo>
                  <a:cubicBezTo>
                    <a:pt x="287105" y="41175"/>
                    <a:pt x="303021" y="47091"/>
                    <a:pt x="306853" y="48008"/>
                  </a:cubicBezTo>
                  <a:cubicBezTo>
                    <a:pt x="314019" y="49674"/>
                    <a:pt x="321352" y="52007"/>
                    <a:pt x="328685" y="52757"/>
                  </a:cubicBezTo>
                  <a:cubicBezTo>
                    <a:pt x="329185" y="52840"/>
                    <a:pt x="331268" y="53174"/>
                    <a:pt x="332435" y="52674"/>
                  </a:cubicBezTo>
                  <a:cubicBezTo>
                    <a:pt x="331602" y="54090"/>
                    <a:pt x="330185" y="55923"/>
                    <a:pt x="329935" y="56423"/>
                  </a:cubicBezTo>
                  <a:cubicBezTo>
                    <a:pt x="326602" y="62756"/>
                    <a:pt x="322519" y="70256"/>
                    <a:pt x="320103" y="77838"/>
                  </a:cubicBezTo>
                  <a:cubicBezTo>
                    <a:pt x="313854" y="74338"/>
                    <a:pt x="309103" y="72922"/>
                    <a:pt x="304104" y="80255"/>
                  </a:cubicBezTo>
                  <a:cubicBezTo>
                    <a:pt x="294938" y="93753"/>
                    <a:pt x="288772" y="111918"/>
                    <a:pt x="282939" y="127084"/>
                  </a:cubicBezTo>
                  <a:cubicBezTo>
                    <a:pt x="272690" y="153831"/>
                    <a:pt x="263441" y="180912"/>
                    <a:pt x="253775" y="207827"/>
                  </a:cubicBezTo>
                  <a:cubicBezTo>
                    <a:pt x="258358" y="181912"/>
                    <a:pt x="262858" y="155998"/>
                    <a:pt x="269941" y="130417"/>
                  </a:cubicBezTo>
                  <a:cubicBezTo>
                    <a:pt x="272690" y="120418"/>
                    <a:pt x="282856" y="100503"/>
                    <a:pt x="277440" y="90253"/>
                  </a:cubicBezTo>
                  <a:cubicBezTo>
                    <a:pt x="276023" y="87504"/>
                    <a:pt x="273440" y="85921"/>
                    <a:pt x="270357" y="85171"/>
                  </a:cubicBezTo>
                  <a:cubicBezTo>
                    <a:pt x="274356" y="80338"/>
                    <a:pt x="276856" y="74088"/>
                    <a:pt x="278440" y="68089"/>
                  </a:cubicBezTo>
                  <a:cubicBezTo>
                    <a:pt x="279606" y="63173"/>
                    <a:pt x="279606" y="46258"/>
                    <a:pt x="284189" y="43175"/>
                  </a:cubicBezTo>
                  <a:lnTo>
                    <a:pt x="284189" y="43175"/>
                  </a:lnTo>
                  <a:close/>
                  <a:moveTo>
                    <a:pt x="255525" y="96920"/>
                  </a:moveTo>
                  <a:cubicBezTo>
                    <a:pt x="265107" y="96420"/>
                    <a:pt x="267190" y="95420"/>
                    <a:pt x="265357" y="105086"/>
                  </a:cubicBezTo>
                  <a:cubicBezTo>
                    <a:pt x="262441" y="120168"/>
                    <a:pt x="257941" y="135000"/>
                    <a:pt x="254109" y="149832"/>
                  </a:cubicBezTo>
                  <a:cubicBezTo>
                    <a:pt x="246193" y="180829"/>
                    <a:pt x="242526" y="212159"/>
                    <a:pt x="235860" y="243323"/>
                  </a:cubicBezTo>
                  <a:cubicBezTo>
                    <a:pt x="225778" y="244573"/>
                    <a:pt x="215362" y="245407"/>
                    <a:pt x="204946" y="245656"/>
                  </a:cubicBezTo>
                  <a:cubicBezTo>
                    <a:pt x="207613" y="238407"/>
                    <a:pt x="212446" y="212576"/>
                    <a:pt x="213028" y="208993"/>
                  </a:cubicBezTo>
                  <a:cubicBezTo>
                    <a:pt x="215612" y="192578"/>
                    <a:pt x="218445" y="176246"/>
                    <a:pt x="220528" y="159747"/>
                  </a:cubicBezTo>
                  <a:cubicBezTo>
                    <a:pt x="222195" y="146415"/>
                    <a:pt x="223028" y="132917"/>
                    <a:pt x="223278" y="119501"/>
                  </a:cubicBezTo>
                  <a:cubicBezTo>
                    <a:pt x="223361" y="115168"/>
                    <a:pt x="220611" y="98669"/>
                    <a:pt x="223778" y="96586"/>
                  </a:cubicBezTo>
                  <a:cubicBezTo>
                    <a:pt x="225278" y="95586"/>
                    <a:pt x="235193" y="97836"/>
                    <a:pt x="237860" y="97836"/>
                  </a:cubicBezTo>
                  <a:cubicBezTo>
                    <a:pt x="243776" y="98086"/>
                    <a:pt x="249609" y="97253"/>
                    <a:pt x="255525" y="96920"/>
                  </a:cubicBezTo>
                  <a:lnTo>
                    <a:pt x="255525" y="96920"/>
                  </a:lnTo>
                  <a:close/>
                  <a:moveTo>
                    <a:pt x="213696" y="72339"/>
                  </a:moveTo>
                  <a:cubicBezTo>
                    <a:pt x="213945" y="64839"/>
                    <a:pt x="211112" y="61673"/>
                    <a:pt x="206446" y="60423"/>
                  </a:cubicBezTo>
                  <a:cubicBezTo>
                    <a:pt x="210029" y="56090"/>
                    <a:pt x="211112" y="49424"/>
                    <a:pt x="212779" y="44341"/>
                  </a:cubicBezTo>
                  <a:cubicBezTo>
                    <a:pt x="213195" y="43091"/>
                    <a:pt x="216445" y="33509"/>
                    <a:pt x="214779" y="33342"/>
                  </a:cubicBezTo>
                  <a:cubicBezTo>
                    <a:pt x="217612" y="33009"/>
                    <a:pt x="230361" y="36009"/>
                    <a:pt x="232110" y="36175"/>
                  </a:cubicBezTo>
                  <a:cubicBezTo>
                    <a:pt x="236277" y="36509"/>
                    <a:pt x="243276" y="35509"/>
                    <a:pt x="246859" y="37175"/>
                  </a:cubicBezTo>
                  <a:cubicBezTo>
                    <a:pt x="250442" y="38842"/>
                    <a:pt x="250442" y="35009"/>
                    <a:pt x="248359" y="41925"/>
                  </a:cubicBezTo>
                  <a:cubicBezTo>
                    <a:pt x="247609" y="44508"/>
                    <a:pt x="246193" y="46924"/>
                    <a:pt x="245276" y="49424"/>
                  </a:cubicBezTo>
                  <a:cubicBezTo>
                    <a:pt x="241026" y="61173"/>
                    <a:pt x="238193" y="73588"/>
                    <a:pt x="235694" y="85837"/>
                  </a:cubicBezTo>
                  <a:cubicBezTo>
                    <a:pt x="227361" y="84504"/>
                    <a:pt x="218445" y="82421"/>
                    <a:pt x="213362" y="89671"/>
                  </a:cubicBezTo>
                  <a:cubicBezTo>
                    <a:pt x="210362" y="94003"/>
                    <a:pt x="210696" y="100836"/>
                    <a:pt x="210613" y="105836"/>
                  </a:cubicBezTo>
                  <a:cubicBezTo>
                    <a:pt x="210446" y="114918"/>
                    <a:pt x="210196" y="123917"/>
                    <a:pt x="209696" y="133000"/>
                  </a:cubicBezTo>
                  <a:cubicBezTo>
                    <a:pt x="207446" y="170413"/>
                    <a:pt x="196864" y="208076"/>
                    <a:pt x="198197" y="245740"/>
                  </a:cubicBezTo>
                  <a:cubicBezTo>
                    <a:pt x="187364" y="245740"/>
                    <a:pt x="176532" y="245073"/>
                    <a:pt x="166116" y="243490"/>
                  </a:cubicBezTo>
                  <a:cubicBezTo>
                    <a:pt x="167366" y="237491"/>
                    <a:pt x="170449" y="229991"/>
                    <a:pt x="171366" y="226158"/>
                  </a:cubicBezTo>
                  <a:cubicBezTo>
                    <a:pt x="174365" y="213993"/>
                    <a:pt x="177615" y="201994"/>
                    <a:pt x="180449" y="189828"/>
                  </a:cubicBezTo>
                  <a:cubicBezTo>
                    <a:pt x="185864" y="166913"/>
                    <a:pt x="192864" y="144249"/>
                    <a:pt x="199530" y="121751"/>
                  </a:cubicBezTo>
                  <a:cubicBezTo>
                    <a:pt x="204113" y="106336"/>
                    <a:pt x="213195" y="88504"/>
                    <a:pt x="213696" y="72339"/>
                  </a:cubicBezTo>
                  <a:lnTo>
                    <a:pt x="213696" y="72339"/>
                  </a:lnTo>
                  <a:close/>
                  <a:moveTo>
                    <a:pt x="166783" y="76338"/>
                  </a:moveTo>
                  <a:cubicBezTo>
                    <a:pt x="167116" y="74505"/>
                    <a:pt x="167283" y="67756"/>
                    <a:pt x="168366" y="65506"/>
                  </a:cubicBezTo>
                  <a:cubicBezTo>
                    <a:pt x="168199" y="67422"/>
                    <a:pt x="180032" y="69672"/>
                    <a:pt x="176366" y="68756"/>
                  </a:cubicBezTo>
                  <a:cubicBezTo>
                    <a:pt x="182365" y="70172"/>
                    <a:pt x="187947" y="70589"/>
                    <a:pt x="194114" y="70755"/>
                  </a:cubicBezTo>
                  <a:cubicBezTo>
                    <a:pt x="202696" y="71005"/>
                    <a:pt x="202364" y="73339"/>
                    <a:pt x="200030" y="81088"/>
                  </a:cubicBezTo>
                  <a:cubicBezTo>
                    <a:pt x="198030" y="87837"/>
                    <a:pt x="195780" y="94420"/>
                    <a:pt x="193781" y="101169"/>
                  </a:cubicBezTo>
                  <a:cubicBezTo>
                    <a:pt x="188198" y="119417"/>
                    <a:pt x="182948" y="137749"/>
                    <a:pt x="177782" y="156081"/>
                  </a:cubicBezTo>
                  <a:cubicBezTo>
                    <a:pt x="172282" y="175662"/>
                    <a:pt x="167783" y="195494"/>
                    <a:pt x="162200" y="215076"/>
                  </a:cubicBezTo>
                  <a:cubicBezTo>
                    <a:pt x="160200" y="222158"/>
                    <a:pt x="156117" y="232241"/>
                    <a:pt x="154951" y="241490"/>
                  </a:cubicBezTo>
                  <a:cubicBezTo>
                    <a:pt x="143618" y="238824"/>
                    <a:pt x="133036" y="234824"/>
                    <a:pt x="123037" y="229741"/>
                  </a:cubicBezTo>
                  <a:cubicBezTo>
                    <a:pt x="124787" y="223408"/>
                    <a:pt x="128536" y="217325"/>
                    <a:pt x="130537" y="211243"/>
                  </a:cubicBezTo>
                  <a:cubicBezTo>
                    <a:pt x="133036" y="203577"/>
                    <a:pt x="135202" y="195661"/>
                    <a:pt x="137035" y="187828"/>
                  </a:cubicBezTo>
                  <a:cubicBezTo>
                    <a:pt x="141285" y="168830"/>
                    <a:pt x="147202" y="150665"/>
                    <a:pt x="153118" y="132167"/>
                  </a:cubicBezTo>
                  <a:cubicBezTo>
                    <a:pt x="158867" y="113751"/>
                    <a:pt x="163116" y="95253"/>
                    <a:pt x="166783" y="76338"/>
                  </a:cubicBezTo>
                  <a:lnTo>
                    <a:pt x="166783" y="76338"/>
                  </a:lnTo>
                  <a:close/>
                  <a:moveTo>
                    <a:pt x="126453" y="10844"/>
                  </a:moveTo>
                  <a:cubicBezTo>
                    <a:pt x="128454" y="9428"/>
                    <a:pt x="137536" y="12427"/>
                    <a:pt x="140619" y="12594"/>
                  </a:cubicBezTo>
                  <a:cubicBezTo>
                    <a:pt x="149534" y="13011"/>
                    <a:pt x="157950" y="13260"/>
                    <a:pt x="166867" y="14844"/>
                  </a:cubicBezTo>
                  <a:cubicBezTo>
                    <a:pt x="177949" y="16843"/>
                    <a:pt x="174199" y="22427"/>
                    <a:pt x="171616" y="31092"/>
                  </a:cubicBezTo>
                  <a:cubicBezTo>
                    <a:pt x="169449" y="38342"/>
                    <a:pt x="166783" y="45925"/>
                    <a:pt x="165783" y="53424"/>
                  </a:cubicBezTo>
                  <a:cubicBezTo>
                    <a:pt x="165700" y="53757"/>
                    <a:pt x="165700" y="54090"/>
                    <a:pt x="165700" y="54507"/>
                  </a:cubicBezTo>
                  <a:cubicBezTo>
                    <a:pt x="163533" y="54423"/>
                    <a:pt x="161866" y="55007"/>
                    <a:pt x="159783" y="57423"/>
                  </a:cubicBezTo>
                  <a:cubicBezTo>
                    <a:pt x="156034" y="61840"/>
                    <a:pt x="155950" y="71672"/>
                    <a:pt x="154784" y="77005"/>
                  </a:cubicBezTo>
                  <a:cubicBezTo>
                    <a:pt x="152368" y="88420"/>
                    <a:pt x="149951" y="99753"/>
                    <a:pt x="146952" y="111002"/>
                  </a:cubicBezTo>
                  <a:cubicBezTo>
                    <a:pt x="141118" y="132250"/>
                    <a:pt x="132036" y="152831"/>
                    <a:pt x="127287" y="174329"/>
                  </a:cubicBezTo>
                  <a:cubicBezTo>
                    <a:pt x="126786" y="176579"/>
                    <a:pt x="126370" y="178746"/>
                    <a:pt x="125870" y="180995"/>
                  </a:cubicBezTo>
                  <a:cubicBezTo>
                    <a:pt x="127037" y="157248"/>
                    <a:pt x="128203" y="133417"/>
                    <a:pt x="131869" y="109919"/>
                  </a:cubicBezTo>
                  <a:cubicBezTo>
                    <a:pt x="134703" y="91670"/>
                    <a:pt x="139369" y="70922"/>
                    <a:pt x="137286" y="52340"/>
                  </a:cubicBezTo>
                  <a:cubicBezTo>
                    <a:pt x="136119" y="42424"/>
                    <a:pt x="129703" y="41508"/>
                    <a:pt x="121704" y="41008"/>
                  </a:cubicBezTo>
                  <a:cubicBezTo>
                    <a:pt x="122870" y="39092"/>
                    <a:pt x="123620" y="36842"/>
                    <a:pt x="124287" y="34426"/>
                  </a:cubicBezTo>
                  <a:cubicBezTo>
                    <a:pt x="125037" y="30676"/>
                    <a:pt x="124453" y="12344"/>
                    <a:pt x="126453" y="10844"/>
                  </a:cubicBezTo>
                  <a:lnTo>
                    <a:pt x="126453" y="10844"/>
                  </a:lnTo>
                  <a:close/>
                  <a:moveTo>
                    <a:pt x="85541" y="51757"/>
                  </a:moveTo>
                  <a:cubicBezTo>
                    <a:pt x="95789" y="48424"/>
                    <a:pt x="111954" y="52757"/>
                    <a:pt x="122453" y="53007"/>
                  </a:cubicBezTo>
                  <a:cubicBezTo>
                    <a:pt x="128953" y="53174"/>
                    <a:pt x="126287" y="51674"/>
                    <a:pt x="127203" y="56007"/>
                  </a:cubicBezTo>
                  <a:cubicBezTo>
                    <a:pt x="128619" y="63423"/>
                    <a:pt x="126786" y="75338"/>
                    <a:pt x="126120" y="82504"/>
                  </a:cubicBezTo>
                  <a:cubicBezTo>
                    <a:pt x="124453" y="100253"/>
                    <a:pt x="120370" y="117668"/>
                    <a:pt x="118120" y="135333"/>
                  </a:cubicBezTo>
                  <a:cubicBezTo>
                    <a:pt x="114454" y="164414"/>
                    <a:pt x="114621" y="193994"/>
                    <a:pt x="111455" y="223075"/>
                  </a:cubicBezTo>
                  <a:cubicBezTo>
                    <a:pt x="99290" y="215576"/>
                    <a:pt x="88123" y="206576"/>
                    <a:pt x="77458" y="196744"/>
                  </a:cubicBezTo>
                  <a:cubicBezTo>
                    <a:pt x="78291" y="190411"/>
                    <a:pt x="78957" y="181995"/>
                    <a:pt x="78957" y="181662"/>
                  </a:cubicBezTo>
                  <a:cubicBezTo>
                    <a:pt x="79291" y="172996"/>
                    <a:pt x="79124" y="164330"/>
                    <a:pt x="79458" y="155664"/>
                  </a:cubicBezTo>
                  <a:cubicBezTo>
                    <a:pt x="79957" y="139166"/>
                    <a:pt x="80458" y="122418"/>
                    <a:pt x="79458" y="105919"/>
                  </a:cubicBezTo>
                  <a:cubicBezTo>
                    <a:pt x="78707" y="94337"/>
                    <a:pt x="71209" y="56340"/>
                    <a:pt x="85541" y="51757"/>
                  </a:cubicBezTo>
                  <a:lnTo>
                    <a:pt x="85541" y="51757"/>
                  </a:lnTo>
                  <a:close/>
                  <a:moveTo>
                    <a:pt x="47961" y="26259"/>
                  </a:moveTo>
                  <a:cubicBezTo>
                    <a:pt x="53377" y="25176"/>
                    <a:pt x="58959" y="25093"/>
                    <a:pt x="64459" y="24510"/>
                  </a:cubicBezTo>
                  <a:cubicBezTo>
                    <a:pt x="66459" y="24260"/>
                    <a:pt x="82291" y="22093"/>
                    <a:pt x="80957" y="20760"/>
                  </a:cubicBezTo>
                  <a:cubicBezTo>
                    <a:pt x="83374" y="23260"/>
                    <a:pt x="79791" y="34175"/>
                    <a:pt x="79707" y="39758"/>
                  </a:cubicBezTo>
                  <a:cubicBezTo>
                    <a:pt x="78874" y="40008"/>
                    <a:pt x="77958" y="40175"/>
                    <a:pt x="77125" y="40425"/>
                  </a:cubicBezTo>
                  <a:cubicBezTo>
                    <a:pt x="64626" y="45008"/>
                    <a:pt x="64959" y="58590"/>
                    <a:pt x="64792" y="70005"/>
                  </a:cubicBezTo>
                  <a:cubicBezTo>
                    <a:pt x="64542" y="91004"/>
                    <a:pt x="66792" y="111918"/>
                    <a:pt x="67208" y="132833"/>
                  </a:cubicBezTo>
                  <a:cubicBezTo>
                    <a:pt x="67542" y="151248"/>
                    <a:pt x="67042" y="170163"/>
                    <a:pt x="68875" y="188661"/>
                  </a:cubicBezTo>
                  <a:cubicBezTo>
                    <a:pt x="60293" y="180162"/>
                    <a:pt x="52043" y="171246"/>
                    <a:pt x="43961" y="162330"/>
                  </a:cubicBezTo>
                  <a:cubicBezTo>
                    <a:pt x="44128" y="158081"/>
                    <a:pt x="44460" y="153748"/>
                    <a:pt x="44044" y="149415"/>
                  </a:cubicBezTo>
                  <a:cubicBezTo>
                    <a:pt x="43045" y="138999"/>
                    <a:pt x="41544" y="128667"/>
                    <a:pt x="41044" y="118168"/>
                  </a:cubicBezTo>
                  <a:cubicBezTo>
                    <a:pt x="40127" y="97753"/>
                    <a:pt x="41794" y="77588"/>
                    <a:pt x="40044" y="57257"/>
                  </a:cubicBezTo>
                  <a:cubicBezTo>
                    <a:pt x="39461" y="49924"/>
                    <a:pt x="37961" y="40508"/>
                    <a:pt x="39628" y="33259"/>
                  </a:cubicBezTo>
                  <a:cubicBezTo>
                    <a:pt x="41294" y="26509"/>
                    <a:pt x="40127" y="27842"/>
                    <a:pt x="47961" y="26259"/>
                  </a:cubicBezTo>
                  <a:lnTo>
                    <a:pt x="47961" y="26259"/>
                  </a:lnTo>
                  <a:close/>
                  <a:moveTo>
                    <a:pt x="16797" y="87254"/>
                  </a:moveTo>
                  <a:cubicBezTo>
                    <a:pt x="15046" y="74672"/>
                    <a:pt x="19796" y="74255"/>
                    <a:pt x="28712" y="74589"/>
                  </a:cubicBezTo>
                  <a:cubicBezTo>
                    <a:pt x="29129" y="91337"/>
                    <a:pt x="29129" y="108085"/>
                    <a:pt x="30795" y="124584"/>
                  </a:cubicBezTo>
                  <a:cubicBezTo>
                    <a:pt x="31711" y="133666"/>
                    <a:pt x="33128" y="142749"/>
                    <a:pt x="34545" y="151831"/>
                  </a:cubicBezTo>
                  <a:cubicBezTo>
                    <a:pt x="32045" y="148999"/>
                    <a:pt x="29462" y="146165"/>
                    <a:pt x="26962" y="143415"/>
                  </a:cubicBezTo>
                  <a:cubicBezTo>
                    <a:pt x="27296" y="131667"/>
                    <a:pt x="23130" y="117918"/>
                    <a:pt x="21296" y="107252"/>
                  </a:cubicBezTo>
                  <a:cubicBezTo>
                    <a:pt x="20047" y="100503"/>
                    <a:pt x="17713" y="93920"/>
                    <a:pt x="16797" y="87254"/>
                  </a:cubicBezTo>
                  <a:lnTo>
                    <a:pt x="16797" y="87254"/>
                  </a:lnTo>
                  <a:close/>
                  <a:moveTo>
                    <a:pt x="89457" y="606540"/>
                  </a:moveTo>
                  <a:cubicBezTo>
                    <a:pt x="68625" y="637621"/>
                    <a:pt x="49127" y="669618"/>
                    <a:pt x="26462" y="699532"/>
                  </a:cubicBezTo>
                  <a:cubicBezTo>
                    <a:pt x="20463" y="707448"/>
                    <a:pt x="21296" y="703198"/>
                    <a:pt x="19880" y="695032"/>
                  </a:cubicBezTo>
                  <a:cubicBezTo>
                    <a:pt x="18379" y="686367"/>
                    <a:pt x="17630" y="677201"/>
                    <a:pt x="17380" y="668368"/>
                  </a:cubicBezTo>
                  <a:cubicBezTo>
                    <a:pt x="16964" y="652120"/>
                    <a:pt x="18630" y="635871"/>
                    <a:pt x="18213" y="619623"/>
                  </a:cubicBezTo>
                  <a:cubicBezTo>
                    <a:pt x="16296" y="550046"/>
                    <a:pt x="18047" y="479719"/>
                    <a:pt x="20629" y="410225"/>
                  </a:cubicBezTo>
                  <a:cubicBezTo>
                    <a:pt x="21130" y="397226"/>
                    <a:pt x="21629" y="384144"/>
                    <a:pt x="22046" y="371145"/>
                  </a:cubicBezTo>
                  <a:cubicBezTo>
                    <a:pt x="22629" y="370645"/>
                    <a:pt x="23046" y="369978"/>
                    <a:pt x="23046" y="368978"/>
                  </a:cubicBezTo>
                  <a:cubicBezTo>
                    <a:pt x="23130" y="362812"/>
                    <a:pt x="22963" y="356646"/>
                    <a:pt x="22713" y="350564"/>
                  </a:cubicBezTo>
                  <a:cubicBezTo>
                    <a:pt x="24296" y="303735"/>
                    <a:pt x="25462" y="256905"/>
                    <a:pt x="25879" y="210076"/>
                  </a:cubicBezTo>
                  <a:cubicBezTo>
                    <a:pt x="27212" y="196161"/>
                    <a:pt x="28545" y="182329"/>
                    <a:pt x="28879" y="168413"/>
                  </a:cubicBezTo>
                  <a:cubicBezTo>
                    <a:pt x="31878" y="171746"/>
                    <a:pt x="34878" y="175162"/>
                    <a:pt x="37878" y="178496"/>
                  </a:cubicBezTo>
                  <a:cubicBezTo>
                    <a:pt x="38628" y="186578"/>
                    <a:pt x="39044" y="194744"/>
                    <a:pt x="40127" y="202910"/>
                  </a:cubicBezTo>
                  <a:cubicBezTo>
                    <a:pt x="41878" y="216159"/>
                    <a:pt x="45294" y="228408"/>
                    <a:pt x="48460" y="241323"/>
                  </a:cubicBezTo>
                  <a:cubicBezTo>
                    <a:pt x="56959" y="275653"/>
                    <a:pt x="65792" y="309151"/>
                    <a:pt x="78375" y="342397"/>
                  </a:cubicBezTo>
                  <a:cubicBezTo>
                    <a:pt x="89123" y="370895"/>
                    <a:pt x="99872" y="400559"/>
                    <a:pt x="118370" y="425057"/>
                  </a:cubicBezTo>
                  <a:cubicBezTo>
                    <a:pt x="126786" y="436222"/>
                    <a:pt x="135036" y="447555"/>
                    <a:pt x="143618" y="458554"/>
                  </a:cubicBezTo>
                  <a:cubicBezTo>
                    <a:pt x="151118" y="468220"/>
                    <a:pt x="159284" y="476885"/>
                    <a:pt x="167366" y="486051"/>
                  </a:cubicBezTo>
                  <a:cubicBezTo>
                    <a:pt x="142118" y="526631"/>
                    <a:pt x="116120" y="566794"/>
                    <a:pt x="89457" y="606540"/>
                  </a:cubicBezTo>
                  <a:lnTo>
                    <a:pt x="89457" y="606540"/>
                  </a:lnTo>
                  <a:close/>
                  <a:moveTo>
                    <a:pt x="294022" y="270404"/>
                  </a:moveTo>
                  <a:cubicBezTo>
                    <a:pt x="285189" y="287069"/>
                    <a:pt x="275523" y="303151"/>
                    <a:pt x="266107" y="319483"/>
                  </a:cubicBezTo>
                  <a:cubicBezTo>
                    <a:pt x="247525" y="351730"/>
                    <a:pt x="229027" y="383727"/>
                    <a:pt x="210112" y="415724"/>
                  </a:cubicBezTo>
                  <a:cubicBezTo>
                    <a:pt x="198197" y="435889"/>
                    <a:pt x="186114" y="455887"/>
                    <a:pt x="173866" y="475802"/>
                  </a:cubicBezTo>
                  <a:cubicBezTo>
                    <a:pt x="157367" y="457637"/>
                    <a:pt x="141619" y="439805"/>
                    <a:pt x="127870" y="418974"/>
                  </a:cubicBezTo>
                  <a:cubicBezTo>
                    <a:pt x="109788" y="391560"/>
                    <a:pt x="99206" y="358563"/>
                    <a:pt x="87207" y="328149"/>
                  </a:cubicBezTo>
                  <a:cubicBezTo>
                    <a:pt x="75125" y="297402"/>
                    <a:pt x="67125" y="265738"/>
                    <a:pt x="56793" y="234490"/>
                  </a:cubicBezTo>
                  <a:cubicBezTo>
                    <a:pt x="52043" y="220075"/>
                    <a:pt x="48627" y="205660"/>
                    <a:pt x="46128" y="190661"/>
                  </a:cubicBezTo>
                  <a:cubicBezTo>
                    <a:pt x="45877" y="189328"/>
                    <a:pt x="45711" y="188078"/>
                    <a:pt x="45544" y="186828"/>
                  </a:cubicBezTo>
                  <a:cubicBezTo>
                    <a:pt x="76874" y="220659"/>
                    <a:pt x="111538" y="250739"/>
                    <a:pt x="159867" y="258322"/>
                  </a:cubicBezTo>
                  <a:cubicBezTo>
                    <a:pt x="187865" y="262738"/>
                    <a:pt x="218195" y="261322"/>
                    <a:pt x="246026" y="256905"/>
                  </a:cubicBezTo>
                  <a:cubicBezTo>
                    <a:pt x="269108" y="253156"/>
                    <a:pt x="290021" y="246240"/>
                    <a:pt x="311770" y="239323"/>
                  </a:cubicBezTo>
                  <a:cubicBezTo>
                    <a:pt x="306187" y="250073"/>
                    <a:pt x="299271" y="260405"/>
                    <a:pt x="294022" y="270404"/>
                  </a:cubicBezTo>
                  <a:lnTo>
                    <a:pt x="294022" y="270404"/>
                  </a:lnTo>
                  <a:close/>
                  <a:moveTo>
                    <a:pt x="342601" y="176079"/>
                  </a:moveTo>
                  <a:cubicBezTo>
                    <a:pt x="334851" y="188411"/>
                    <a:pt x="327269" y="200660"/>
                    <a:pt x="319185" y="212826"/>
                  </a:cubicBezTo>
                  <a:cubicBezTo>
                    <a:pt x="316853" y="216409"/>
                    <a:pt x="314603" y="219242"/>
                    <a:pt x="314019" y="222825"/>
                  </a:cubicBezTo>
                  <a:cubicBezTo>
                    <a:pt x="309687" y="224158"/>
                    <a:pt x="305354" y="225575"/>
                    <a:pt x="301104" y="226991"/>
                  </a:cubicBezTo>
                  <a:cubicBezTo>
                    <a:pt x="308187" y="212576"/>
                    <a:pt x="315937" y="198494"/>
                    <a:pt x="322769" y="183995"/>
                  </a:cubicBezTo>
                  <a:cubicBezTo>
                    <a:pt x="331268" y="166164"/>
                    <a:pt x="337934" y="147748"/>
                    <a:pt x="346017" y="129750"/>
                  </a:cubicBezTo>
                  <a:cubicBezTo>
                    <a:pt x="346433" y="128833"/>
                    <a:pt x="346934" y="127750"/>
                    <a:pt x="347600" y="126667"/>
                  </a:cubicBezTo>
                  <a:cubicBezTo>
                    <a:pt x="348850" y="128167"/>
                    <a:pt x="350267" y="129417"/>
                    <a:pt x="352267" y="130834"/>
                  </a:cubicBezTo>
                  <a:cubicBezTo>
                    <a:pt x="358433" y="135166"/>
                    <a:pt x="363265" y="135250"/>
                    <a:pt x="361848" y="143666"/>
                  </a:cubicBezTo>
                  <a:cubicBezTo>
                    <a:pt x="360015" y="154165"/>
                    <a:pt x="348350" y="167080"/>
                    <a:pt x="342601" y="176079"/>
                  </a:cubicBezTo>
                  <a:lnTo>
                    <a:pt x="342601" y="176079"/>
                  </a:lnTo>
                  <a:close/>
                </a:path>
              </a:pathLst>
            </a:custGeom>
            <a:grpFill/>
            <a:ln w="8332" cap="flat">
              <a:noFill/>
              <a:prstDash val="solid"/>
              <a:miter/>
            </a:ln>
          </p:spPr>
          <p:txBody>
            <a:bodyPr rtlCol="0" anchor="ctr"/>
            <a:lstStyle/>
            <a:p>
              <a:endParaRPr lang="en-US"/>
            </a:p>
          </p:txBody>
        </p:sp>
        <p:sp>
          <p:nvSpPr>
            <p:cNvPr id="2596" name="Freeform: Shape 2595"/>
            <p:cNvSpPr/>
            <p:nvPr/>
          </p:nvSpPr>
          <p:spPr>
            <a:xfrm>
              <a:off x="10786140" y="5221590"/>
              <a:ext cx="423736" cy="526990"/>
            </a:xfrm>
            <a:custGeom>
              <a:avLst/>
              <a:gdLst>
                <a:gd name="connsiteX0" fmla="*/ 423121 w 423736"/>
                <a:gd name="connsiteY0" fmla="*/ 248343 h 526990"/>
                <a:gd name="connsiteX1" fmla="*/ 410539 w 423736"/>
                <a:gd name="connsiteY1" fmla="*/ 222429 h 526990"/>
                <a:gd name="connsiteX2" fmla="*/ 403206 w 423736"/>
                <a:gd name="connsiteY2" fmla="*/ 202931 h 526990"/>
                <a:gd name="connsiteX3" fmla="*/ 411206 w 423736"/>
                <a:gd name="connsiteY3" fmla="*/ 180266 h 526990"/>
                <a:gd name="connsiteX4" fmla="*/ 406289 w 423736"/>
                <a:gd name="connsiteY4" fmla="*/ 125271 h 526990"/>
                <a:gd name="connsiteX5" fmla="*/ 376876 w 423736"/>
                <a:gd name="connsiteY5" fmla="*/ 107189 h 526990"/>
                <a:gd name="connsiteX6" fmla="*/ 383125 w 423736"/>
                <a:gd name="connsiteY6" fmla="*/ 71943 h 526990"/>
                <a:gd name="connsiteX7" fmla="*/ 358211 w 423736"/>
                <a:gd name="connsiteY7" fmla="*/ 25780 h 526990"/>
                <a:gd name="connsiteX8" fmla="*/ 329129 w 423736"/>
                <a:gd name="connsiteY8" fmla="*/ 21697 h 526990"/>
                <a:gd name="connsiteX9" fmla="*/ 308881 w 423736"/>
                <a:gd name="connsiteY9" fmla="*/ 31280 h 526990"/>
                <a:gd name="connsiteX10" fmla="*/ 308548 w 423736"/>
                <a:gd name="connsiteY10" fmla="*/ 30946 h 526990"/>
                <a:gd name="connsiteX11" fmla="*/ 253636 w 423736"/>
                <a:gd name="connsiteY11" fmla="*/ 1449 h 526990"/>
                <a:gd name="connsiteX12" fmla="*/ 192642 w 423736"/>
                <a:gd name="connsiteY12" fmla="*/ 10032 h 526990"/>
                <a:gd name="connsiteX13" fmla="*/ 135147 w 423736"/>
                <a:gd name="connsiteY13" fmla="*/ 40779 h 526990"/>
                <a:gd name="connsiteX14" fmla="*/ 74653 w 423736"/>
                <a:gd name="connsiteY14" fmla="*/ 58610 h 526990"/>
                <a:gd name="connsiteX15" fmla="*/ 38989 w 423736"/>
                <a:gd name="connsiteY15" fmla="*/ 107773 h 526990"/>
                <a:gd name="connsiteX16" fmla="*/ 38989 w 423736"/>
                <a:gd name="connsiteY16" fmla="*/ 141853 h 526990"/>
                <a:gd name="connsiteX17" fmla="*/ 14325 w 423736"/>
                <a:gd name="connsiteY17" fmla="*/ 168601 h 526990"/>
                <a:gd name="connsiteX18" fmla="*/ 2659 w 423736"/>
                <a:gd name="connsiteY18" fmla="*/ 224429 h 526990"/>
                <a:gd name="connsiteX19" fmla="*/ 40989 w 423736"/>
                <a:gd name="connsiteY19" fmla="*/ 258759 h 526990"/>
                <a:gd name="connsiteX20" fmla="*/ 41489 w 423736"/>
                <a:gd name="connsiteY20" fmla="*/ 264758 h 526990"/>
                <a:gd name="connsiteX21" fmla="*/ 37406 w 423736"/>
                <a:gd name="connsiteY21" fmla="*/ 302089 h 526990"/>
                <a:gd name="connsiteX22" fmla="*/ 34906 w 423736"/>
                <a:gd name="connsiteY22" fmla="*/ 372499 h 526990"/>
                <a:gd name="connsiteX23" fmla="*/ 40156 w 423736"/>
                <a:gd name="connsiteY23" fmla="*/ 440909 h 526990"/>
                <a:gd name="connsiteX24" fmla="*/ 72319 w 423736"/>
                <a:gd name="connsiteY24" fmla="*/ 478656 h 526990"/>
                <a:gd name="connsiteX25" fmla="*/ 206807 w 423736"/>
                <a:gd name="connsiteY25" fmla="*/ 525902 h 526990"/>
                <a:gd name="connsiteX26" fmla="*/ 264469 w 423736"/>
                <a:gd name="connsiteY26" fmla="*/ 520985 h 526990"/>
                <a:gd name="connsiteX27" fmla="*/ 295383 w 423736"/>
                <a:gd name="connsiteY27" fmla="*/ 477739 h 526990"/>
                <a:gd name="connsiteX28" fmla="*/ 325880 w 423736"/>
                <a:gd name="connsiteY28" fmla="*/ 401330 h 526990"/>
                <a:gd name="connsiteX29" fmla="*/ 353878 w 423736"/>
                <a:gd name="connsiteY29" fmla="*/ 327836 h 526990"/>
                <a:gd name="connsiteX30" fmla="*/ 353878 w 423736"/>
                <a:gd name="connsiteY30" fmla="*/ 327670 h 526990"/>
                <a:gd name="connsiteX31" fmla="*/ 401957 w 423736"/>
                <a:gd name="connsiteY31" fmla="*/ 300755 h 526990"/>
                <a:gd name="connsiteX32" fmla="*/ 423121 w 423736"/>
                <a:gd name="connsiteY32" fmla="*/ 248343 h 526990"/>
                <a:gd name="connsiteX33" fmla="*/ 423121 w 423736"/>
                <a:gd name="connsiteY33" fmla="*/ 248343 h 526990"/>
                <a:gd name="connsiteX34" fmla="*/ 73069 w 423736"/>
                <a:gd name="connsiteY34" fmla="*/ 462074 h 526990"/>
                <a:gd name="connsiteX35" fmla="*/ 51655 w 423736"/>
                <a:gd name="connsiteY35" fmla="*/ 431493 h 526990"/>
                <a:gd name="connsiteX36" fmla="*/ 48238 w 423736"/>
                <a:gd name="connsiteY36" fmla="*/ 387914 h 526990"/>
                <a:gd name="connsiteX37" fmla="*/ 47238 w 423736"/>
                <a:gd name="connsiteY37" fmla="*/ 312421 h 526990"/>
                <a:gd name="connsiteX38" fmla="*/ 49987 w 423736"/>
                <a:gd name="connsiteY38" fmla="*/ 276008 h 526990"/>
                <a:gd name="connsiteX39" fmla="*/ 49571 w 423736"/>
                <a:gd name="connsiteY39" fmla="*/ 261592 h 526990"/>
                <a:gd name="connsiteX40" fmla="*/ 84484 w 423736"/>
                <a:gd name="connsiteY40" fmla="*/ 268508 h 526990"/>
                <a:gd name="connsiteX41" fmla="*/ 88984 w 423736"/>
                <a:gd name="connsiteY41" fmla="*/ 269842 h 526990"/>
                <a:gd name="connsiteX42" fmla="*/ 84568 w 423736"/>
                <a:gd name="connsiteY42" fmla="*/ 308588 h 526990"/>
                <a:gd name="connsiteX43" fmla="*/ 79902 w 423736"/>
                <a:gd name="connsiteY43" fmla="*/ 358667 h 526990"/>
                <a:gd name="connsiteX44" fmla="*/ 76235 w 423736"/>
                <a:gd name="connsiteY44" fmla="*/ 411412 h 526990"/>
                <a:gd name="connsiteX45" fmla="*/ 75486 w 423736"/>
                <a:gd name="connsiteY45" fmla="*/ 464074 h 526990"/>
                <a:gd name="connsiteX46" fmla="*/ 73069 w 423736"/>
                <a:gd name="connsiteY46" fmla="*/ 462074 h 526990"/>
                <a:gd name="connsiteX47" fmla="*/ 73069 w 423736"/>
                <a:gd name="connsiteY47" fmla="*/ 462074 h 526990"/>
                <a:gd name="connsiteX48" fmla="*/ 82735 w 423736"/>
                <a:gd name="connsiteY48" fmla="*/ 469157 h 526990"/>
                <a:gd name="connsiteX49" fmla="*/ 81485 w 423736"/>
                <a:gd name="connsiteY49" fmla="*/ 464074 h 526990"/>
                <a:gd name="connsiteX50" fmla="*/ 84235 w 423736"/>
                <a:gd name="connsiteY50" fmla="*/ 448742 h 526990"/>
                <a:gd name="connsiteX51" fmla="*/ 84152 w 423736"/>
                <a:gd name="connsiteY51" fmla="*/ 422328 h 526990"/>
                <a:gd name="connsiteX52" fmla="*/ 87651 w 423736"/>
                <a:gd name="connsiteY52" fmla="*/ 367833 h 526990"/>
                <a:gd name="connsiteX53" fmla="*/ 91901 w 423736"/>
                <a:gd name="connsiteY53" fmla="*/ 313837 h 526990"/>
                <a:gd name="connsiteX54" fmla="*/ 95150 w 423736"/>
                <a:gd name="connsiteY54" fmla="*/ 272925 h 526990"/>
                <a:gd name="connsiteX55" fmla="*/ 101400 w 423736"/>
                <a:gd name="connsiteY55" fmla="*/ 281507 h 526990"/>
                <a:gd name="connsiteX56" fmla="*/ 108066 w 423736"/>
                <a:gd name="connsiteY56" fmla="*/ 295006 h 526990"/>
                <a:gd name="connsiteX57" fmla="*/ 133148 w 423736"/>
                <a:gd name="connsiteY57" fmla="*/ 315421 h 526990"/>
                <a:gd name="connsiteX58" fmla="*/ 116232 w 423736"/>
                <a:gd name="connsiteY58" fmla="*/ 487322 h 526990"/>
                <a:gd name="connsiteX59" fmla="*/ 82735 w 423736"/>
                <a:gd name="connsiteY59" fmla="*/ 469157 h 526990"/>
                <a:gd name="connsiteX60" fmla="*/ 82735 w 423736"/>
                <a:gd name="connsiteY60" fmla="*/ 469157 h 526990"/>
                <a:gd name="connsiteX61" fmla="*/ 194142 w 423736"/>
                <a:gd name="connsiteY61" fmla="*/ 320670 h 526990"/>
                <a:gd name="connsiteX62" fmla="*/ 180393 w 423736"/>
                <a:gd name="connsiteY62" fmla="*/ 365750 h 526990"/>
                <a:gd name="connsiteX63" fmla="*/ 168394 w 423736"/>
                <a:gd name="connsiteY63" fmla="*/ 420661 h 526990"/>
                <a:gd name="connsiteX64" fmla="*/ 158728 w 423736"/>
                <a:gd name="connsiteY64" fmla="*/ 464657 h 526990"/>
                <a:gd name="connsiteX65" fmla="*/ 151479 w 423736"/>
                <a:gd name="connsiteY65" fmla="*/ 500404 h 526990"/>
                <a:gd name="connsiteX66" fmla="*/ 143063 w 423736"/>
                <a:gd name="connsiteY66" fmla="*/ 497738 h 526990"/>
                <a:gd name="connsiteX67" fmla="*/ 124148 w 423736"/>
                <a:gd name="connsiteY67" fmla="*/ 490821 h 526990"/>
                <a:gd name="connsiteX68" fmla="*/ 129981 w 423736"/>
                <a:gd name="connsiteY68" fmla="*/ 399997 h 526990"/>
                <a:gd name="connsiteX69" fmla="*/ 137730 w 423736"/>
                <a:gd name="connsiteY69" fmla="*/ 317504 h 526990"/>
                <a:gd name="connsiteX70" fmla="*/ 159978 w 423736"/>
                <a:gd name="connsiteY70" fmla="*/ 322004 h 526990"/>
                <a:gd name="connsiteX71" fmla="*/ 192891 w 423736"/>
                <a:gd name="connsiteY71" fmla="*/ 321003 h 526990"/>
                <a:gd name="connsiteX72" fmla="*/ 194308 w 423736"/>
                <a:gd name="connsiteY72" fmla="*/ 320754 h 526990"/>
                <a:gd name="connsiteX73" fmla="*/ 194142 w 423736"/>
                <a:gd name="connsiteY73" fmla="*/ 320670 h 526990"/>
                <a:gd name="connsiteX74" fmla="*/ 194142 w 423736"/>
                <a:gd name="connsiteY74" fmla="*/ 320670 h 526990"/>
                <a:gd name="connsiteX75" fmla="*/ 204140 w 423736"/>
                <a:gd name="connsiteY75" fmla="*/ 473240 h 526990"/>
                <a:gd name="connsiteX76" fmla="*/ 195475 w 423736"/>
                <a:gd name="connsiteY76" fmla="*/ 510153 h 526990"/>
                <a:gd name="connsiteX77" fmla="*/ 161728 w 423736"/>
                <a:gd name="connsiteY77" fmla="*/ 503237 h 526990"/>
                <a:gd name="connsiteX78" fmla="*/ 176226 w 423736"/>
                <a:gd name="connsiteY78" fmla="*/ 422328 h 526990"/>
                <a:gd name="connsiteX79" fmla="*/ 185226 w 423736"/>
                <a:gd name="connsiteY79" fmla="*/ 372832 h 526990"/>
                <a:gd name="connsiteX80" fmla="*/ 197558 w 423736"/>
                <a:gd name="connsiteY80" fmla="*/ 321753 h 526990"/>
                <a:gd name="connsiteX81" fmla="*/ 196809 w 423736"/>
                <a:gd name="connsiteY81" fmla="*/ 319921 h 526990"/>
                <a:gd name="connsiteX82" fmla="*/ 213556 w 423736"/>
                <a:gd name="connsiteY82" fmla="*/ 322004 h 526990"/>
                <a:gd name="connsiteX83" fmla="*/ 226222 w 423736"/>
                <a:gd name="connsiteY83" fmla="*/ 333002 h 526990"/>
                <a:gd name="connsiteX84" fmla="*/ 244220 w 423736"/>
                <a:gd name="connsiteY84" fmla="*/ 342918 h 526990"/>
                <a:gd name="connsiteX85" fmla="*/ 217056 w 423736"/>
                <a:gd name="connsiteY85" fmla="*/ 429910 h 526990"/>
                <a:gd name="connsiteX86" fmla="*/ 204140 w 423736"/>
                <a:gd name="connsiteY86" fmla="*/ 473240 h 526990"/>
                <a:gd name="connsiteX87" fmla="*/ 204140 w 423736"/>
                <a:gd name="connsiteY87" fmla="*/ 473240 h 526990"/>
                <a:gd name="connsiteX88" fmla="*/ 204641 w 423736"/>
                <a:gd name="connsiteY88" fmla="*/ 511153 h 526990"/>
                <a:gd name="connsiteX89" fmla="*/ 213140 w 423736"/>
                <a:gd name="connsiteY89" fmla="*/ 477573 h 526990"/>
                <a:gd name="connsiteX90" fmla="*/ 225139 w 423736"/>
                <a:gd name="connsiteY90" fmla="*/ 431993 h 526990"/>
                <a:gd name="connsiteX91" fmla="*/ 248137 w 423736"/>
                <a:gd name="connsiteY91" fmla="*/ 344751 h 526990"/>
                <a:gd name="connsiteX92" fmla="*/ 288966 w 423736"/>
                <a:gd name="connsiteY92" fmla="*/ 350251 h 526990"/>
                <a:gd name="connsiteX93" fmla="*/ 291467 w 423736"/>
                <a:gd name="connsiteY93" fmla="*/ 349918 h 526990"/>
                <a:gd name="connsiteX94" fmla="*/ 255886 w 423736"/>
                <a:gd name="connsiteY94" fmla="*/ 439660 h 526990"/>
                <a:gd name="connsiteX95" fmla="*/ 238887 w 423736"/>
                <a:gd name="connsiteY95" fmla="*/ 483739 h 526990"/>
                <a:gd name="connsiteX96" fmla="*/ 227472 w 423736"/>
                <a:gd name="connsiteY96" fmla="*/ 511736 h 526990"/>
                <a:gd name="connsiteX97" fmla="*/ 222389 w 423736"/>
                <a:gd name="connsiteY97" fmla="*/ 511820 h 526990"/>
                <a:gd name="connsiteX98" fmla="*/ 204641 w 423736"/>
                <a:gd name="connsiteY98" fmla="*/ 511153 h 526990"/>
                <a:gd name="connsiteX99" fmla="*/ 204641 w 423736"/>
                <a:gd name="connsiteY99" fmla="*/ 511153 h 526990"/>
                <a:gd name="connsiteX100" fmla="*/ 310631 w 423736"/>
                <a:gd name="connsiteY100" fmla="*/ 399413 h 526990"/>
                <a:gd name="connsiteX101" fmla="*/ 281884 w 423736"/>
                <a:gd name="connsiteY101" fmla="*/ 470740 h 526990"/>
                <a:gd name="connsiteX102" fmla="*/ 257803 w 423736"/>
                <a:gd name="connsiteY102" fmla="*/ 507487 h 526990"/>
                <a:gd name="connsiteX103" fmla="*/ 240720 w 423736"/>
                <a:gd name="connsiteY103" fmla="*/ 511320 h 526990"/>
                <a:gd name="connsiteX104" fmla="*/ 294216 w 423736"/>
                <a:gd name="connsiteY104" fmla="*/ 349501 h 526990"/>
                <a:gd name="connsiteX105" fmla="*/ 337129 w 423736"/>
                <a:gd name="connsiteY105" fmla="*/ 331919 h 526990"/>
                <a:gd name="connsiteX106" fmla="*/ 310631 w 423736"/>
                <a:gd name="connsiteY106" fmla="*/ 399413 h 526990"/>
                <a:gd name="connsiteX107" fmla="*/ 310631 w 423736"/>
                <a:gd name="connsiteY107" fmla="*/ 399413 h 526990"/>
                <a:gd name="connsiteX108" fmla="*/ 400456 w 423736"/>
                <a:gd name="connsiteY108" fmla="*/ 277924 h 526990"/>
                <a:gd name="connsiteX109" fmla="*/ 348211 w 423736"/>
                <a:gd name="connsiteY109" fmla="*/ 314671 h 526990"/>
                <a:gd name="connsiteX110" fmla="*/ 328963 w 423736"/>
                <a:gd name="connsiteY110" fmla="*/ 318337 h 526990"/>
                <a:gd name="connsiteX111" fmla="*/ 302799 w 423736"/>
                <a:gd name="connsiteY111" fmla="*/ 331003 h 526990"/>
                <a:gd name="connsiteX112" fmla="*/ 242137 w 423736"/>
                <a:gd name="connsiteY112" fmla="*/ 325087 h 526990"/>
                <a:gd name="connsiteX113" fmla="*/ 218640 w 423736"/>
                <a:gd name="connsiteY113" fmla="*/ 306588 h 526990"/>
                <a:gd name="connsiteX114" fmla="*/ 197808 w 423736"/>
                <a:gd name="connsiteY114" fmla="*/ 303672 h 526990"/>
                <a:gd name="connsiteX115" fmla="*/ 135480 w 423736"/>
                <a:gd name="connsiteY115" fmla="*/ 299255 h 526990"/>
                <a:gd name="connsiteX116" fmla="*/ 115149 w 423736"/>
                <a:gd name="connsiteY116" fmla="*/ 272425 h 526990"/>
                <a:gd name="connsiteX117" fmla="*/ 105650 w 423736"/>
                <a:gd name="connsiteY117" fmla="*/ 256676 h 526990"/>
                <a:gd name="connsiteX118" fmla="*/ 82568 w 423736"/>
                <a:gd name="connsiteY118" fmla="*/ 251510 h 526990"/>
                <a:gd name="connsiteX119" fmla="*/ 53488 w 423736"/>
                <a:gd name="connsiteY119" fmla="*/ 245677 h 526990"/>
                <a:gd name="connsiteX120" fmla="*/ 21324 w 423736"/>
                <a:gd name="connsiteY120" fmla="*/ 226929 h 526990"/>
                <a:gd name="connsiteX121" fmla="*/ 21574 w 423736"/>
                <a:gd name="connsiteY121" fmla="*/ 185099 h 526990"/>
                <a:gd name="connsiteX122" fmla="*/ 55320 w 423736"/>
                <a:gd name="connsiteY122" fmla="*/ 148102 h 526990"/>
                <a:gd name="connsiteX123" fmla="*/ 56320 w 423736"/>
                <a:gd name="connsiteY123" fmla="*/ 132937 h 526990"/>
                <a:gd name="connsiteX124" fmla="*/ 64404 w 423736"/>
                <a:gd name="connsiteY124" fmla="*/ 90274 h 526990"/>
                <a:gd name="connsiteX125" fmla="*/ 124148 w 423736"/>
                <a:gd name="connsiteY125" fmla="*/ 58610 h 526990"/>
                <a:gd name="connsiteX126" fmla="*/ 169893 w 423736"/>
                <a:gd name="connsiteY126" fmla="*/ 42445 h 526990"/>
                <a:gd name="connsiteX127" fmla="*/ 231638 w 423736"/>
                <a:gd name="connsiteY127" fmla="*/ 11948 h 526990"/>
                <a:gd name="connsiteX128" fmla="*/ 300799 w 423736"/>
                <a:gd name="connsiteY128" fmla="*/ 35196 h 526990"/>
                <a:gd name="connsiteX129" fmla="*/ 308381 w 423736"/>
                <a:gd name="connsiteY129" fmla="*/ 45695 h 526990"/>
                <a:gd name="connsiteX130" fmla="*/ 325964 w 423736"/>
                <a:gd name="connsiteY130" fmla="*/ 36696 h 526990"/>
                <a:gd name="connsiteX131" fmla="*/ 354711 w 423736"/>
                <a:gd name="connsiteY131" fmla="*/ 40945 h 526990"/>
                <a:gd name="connsiteX132" fmla="*/ 356544 w 423736"/>
                <a:gd name="connsiteY132" fmla="*/ 98024 h 526990"/>
                <a:gd name="connsiteX133" fmla="*/ 372793 w 423736"/>
                <a:gd name="connsiteY133" fmla="*/ 123771 h 526990"/>
                <a:gd name="connsiteX134" fmla="*/ 398290 w 423736"/>
                <a:gd name="connsiteY134" fmla="*/ 141103 h 526990"/>
                <a:gd name="connsiteX135" fmla="*/ 396207 w 423736"/>
                <a:gd name="connsiteY135" fmla="*/ 175017 h 526990"/>
                <a:gd name="connsiteX136" fmla="*/ 390874 w 423736"/>
                <a:gd name="connsiteY136" fmla="*/ 218679 h 526990"/>
                <a:gd name="connsiteX137" fmla="*/ 402039 w 423736"/>
                <a:gd name="connsiteY137" fmla="*/ 238261 h 526990"/>
                <a:gd name="connsiteX138" fmla="*/ 400456 w 423736"/>
                <a:gd name="connsiteY138" fmla="*/ 277924 h 526990"/>
                <a:gd name="connsiteX139" fmla="*/ 400456 w 423736"/>
                <a:gd name="connsiteY139" fmla="*/ 277924 h 526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Lst>
              <a:rect l="l" t="t" r="r" b="b"/>
              <a:pathLst>
                <a:path w="423736" h="526990">
                  <a:moveTo>
                    <a:pt x="423121" y="248343"/>
                  </a:moveTo>
                  <a:cubicBezTo>
                    <a:pt x="421288" y="238928"/>
                    <a:pt x="415289" y="230512"/>
                    <a:pt x="410539" y="222429"/>
                  </a:cubicBezTo>
                  <a:cubicBezTo>
                    <a:pt x="406873" y="216180"/>
                    <a:pt x="403122" y="210514"/>
                    <a:pt x="403206" y="202931"/>
                  </a:cubicBezTo>
                  <a:cubicBezTo>
                    <a:pt x="403289" y="194431"/>
                    <a:pt x="407706" y="187849"/>
                    <a:pt x="411206" y="180266"/>
                  </a:cubicBezTo>
                  <a:cubicBezTo>
                    <a:pt x="419622" y="162184"/>
                    <a:pt x="421121" y="140520"/>
                    <a:pt x="406289" y="125271"/>
                  </a:cubicBezTo>
                  <a:cubicBezTo>
                    <a:pt x="397873" y="116689"/>
                    <a:pt x="385624" y="114522"/>
                    <a:pt x="376876" y="107189"/>
                  </a:cubicBezTo>
                  <a:cubicBezTo>
                    <a:pt x="369293" y="100773"/>
                    <a:pt x="381625" y="81025"/>
                    <a:pt x="383125" y="71943"/>
                  </a:cubicBezTo>
                  <a:cubicBezTo>
                    <a:pt x="386375" y="51861"/>
                    <a:pt x="376792" y="34113"/>
                    <a:pt x="358211" y="25780"/>
                  </a:cubicBezTo>
                  <a:cubicBezTo>
                    <a:pt x="349127" y="21697"/>
                    <a:pt x="338878" y="20197"/>
                    <a:pt x="329129" y="21697"/>
                  </a:cubicBezTo>
                  <a:cubicBezTo>
                    <a:pt x="321047" y="22864"/>
                    <a:pt x="315630" y="28197"/>
                    <a:pt x="308881" y="31280"/>
                  </a:cubicBezTo>
                  <a:cubicBezTo>
                    <a:pt x="308798" y="31196"/>
                    <a:pt x="308715" y="31030"/>
                    <a:pt x="308548" y="30946"/>
                  </a:cubicBezTo>
                  <a:cubicBezTo>
                    <a:pt x="291799" y="16614"/>
                    <a:pt x="275634" y="5615"/>
                    <a:pt x="253636" y="1449"/>
                  </a:cubicBezTo>
                  <a:cubicBezTo>
                    <a:pt x="233222" y="-2384"/>
                    <a:pt x="211391" y="1699"/>
                    <a:pt x="192642" y="10032"/>
                  </a:cubicBezTo>
                  <a:cubicBezTo>
                    <a:pt x="172310" y="19114"/>
                    <a:pt x="157895" y="38862"/>
                    <a:pt x="135147" y="40779"/>
                  </a:cubicBezTo>
                  <a:cubicBezTo>
                    <a:pt x="112732" y="42695"/>
                    <a:pt x="93484" y="45445"/>
                    <a:pt x="74653" y="58610"/>
                  </a:cubicBezTo>
                  <a:cubicBezTo>
                    <a:pt x="57487" y="70693"/>
                    <a:pt x="41738" y="85941"/>
                    <a:pt x="38989" y="107773"/>
                  </a:cubicBezTo>
                  <a:cubicBezTo>
                    <a:pt x="37572" y="118855"/>
                    <a:pt x="42489" y="131520"/>
                    <a:pt x="38989" y="141853"/>
                  </a:cubicBezTo>
                  <a:cubicBezTo>
                    <a:pt x="35405" y="152602"/>
                    <a:pt x="21574" y="159768"/>
                    <a:pt x="14325" y="168601"/>
                  </a:cubicBezTo>
                  <a:cubicBezTo>
                    <a:pt x="2159" y="183433"/>
                    <a:pt x="-3841" y="206014"/>
                    <a:pt x="2659" y="224429"/>
                  </a:cubicBezTo>
                  <a:cubicBezTo>
                    <a:pt x="8908" y="242261"/>
                    <a:pt x="23907" y="252510"/>
                    <a:pt x="40989" y="258759"/>
                  </a:cubicBezTo>
                  <a:cubicBezTo>
                    <a:pt x="41239" y="260759"/>
                    <a:pt x="41406" y="262675"/>
                    <a:pt x="41489" y="264758"/>
                  </a:cubicBezTo>
                  <a:cubicBezTo>
                    <a:pt x="41905" y="277257"/>
                    <a:pt x="38489" y="289756"/>
                    <a:pt x="37406" y="302089"/>
                  </a:cubicBezTo>
                  <a:cubicBezTo>
                    <a:pt x="35240" y="325503"/>
                    <a:pt x="34823" y="349085"/>
                    <a:pt x="34906" y="372499"/>
                  </a:cubicBezTo>
                  <a:cubicBezTo>
                    <a:pt x="34989" y="395080"/>
                    <a:pt x="34240" y="418995"/>
                    <a:pt x="40156" y="440909"/>
                  </a:cubicBezTo>
                  <a:cubicBezTo>
                    <a:pt x="44656" y="457408"/>
                    <a:pt x="58403" y="469324"/>
                    <a:pt x="72319" y="478656"/>
                  </a:cubicBezTo>
                  <a:cubicBezTo>
                    <a:pt x="112233" y="505403"/>
                    <a:pt x="159062" y="521402"/>
                    <a:pt x="206807" y="525902"/>
                  </a:cubicBezTo>
                  <a:cubicBezTo>
                    <a:pt x="224806" y="527568"/>
                    <a:pt x="247470" y="528235"/>
                    <a:pt x="264469" y="520985"/>
                  </a:cubicBezTo>
                  <a:cubicBezTo>
                    <a:pt x="280217" y="514319"/>
                    <a:pt x="288883" y="492238"/>
                    <a:pt x="295383" y="477739"/>
                  </a:cubicBezTo>
                  <a:cubicBezTo>
                    <a:pt x="306798" y="452575"/>
                    <a:pt x="315797" y="426911"/>
                    <a:pt x="325880" y="401330"/>
                  </a:cubicBezTo>
                  <a:cubicBezTo>
                    <a:pt x="335545" y="376748"/>
                    <a:pt x="346211" y="353084"/>
                    <a:pt x="353878" y="327836"/>
                  </a:cubicBezTo>
                  <a:cubicBezTo>
                    <a:pt x="353878" y="327753"/>
                    <a:pt x="353878" y="327753"/>
                    <a:pt x="353878" y="327670"/>
                  </a:cubicBezTo>
                  <a:cubicBezTo>
                    <a:pt x="371209" y="323586"/>
                    <a:pt x="389374" y="312421"/>
                    <a:pt x="401957" y="300755"/>
                  </a:cubicBezTo>
                  <a:cubicBezTo>
                    <a:pt x="414621" y="289006"/>
                    <a:pt x="426621" y="266592"/>
                    <a:pt x="423121" y="248343"/>
                  </a:cubicBezTo>
                  <a:lnTo>
                    <a:pt x="423121" y="248343"/>
                  </a:lnTo>
                  <a:close/>
                  <a:moveTo>
                    <a:pt x="73069" y="462074"/>
                  </a:moveTo>
                  <a:cubicBezTo>
                    <a:pt x="62321" y="453408"/>
                    <a:pt x="54654" y="445242"/>
                    <a:pt x="51655" y="431493"/>
                  </a:cubicBezTo>
                  <a:cubicBezTo>
                    <a:pt x="48572" y="417162"/>
                    <a:pt x="48822" y="402496"/>
                    <a:pt x="48238" y="387914"/>
                  </a:cubicBezTo>
                  <a:cubicBezTo>
                    <a:pt x="47238" y="362666"/>
                    <a:pt x="46572" y="337502"/>
                    <a:pt x="47238" y="312421"/>
                  </a:cubicBezTo>
                  <a:cubicBezTo>
                    <a:pt x="47572" y="300255"/>
                    <a:pt x="49488" y="288173"/>
                    <a:pt x="49987" y="276008"/>
                  </a:cubicBezTo>
                  <a:cubicBezTo>
                    <a:pt x="50154" y="271341"/>
                    <a:pt x="50321" y="266259"/>
                    <a:pt x="49571" y="261592"/>
                  </a:cubicBezTo>
                  <a:cubicBezTo>
                    <a:pt x="61070" y="264675"/>
                    <a:pt x="72902" y="265759"/>
                    <a:pt x="84484" y="268508"/>
                  </a:cubicBezTo>
                  <a:cubicBezTo>
                    <a:pt x="86152" y="268925"/>
                    <a:pt x="87568" y="269342"/>
                    <a:pt x="88984" y="269842"/>
                  </a:cubicBezTo>
                  <a:cubicBezTo>
                    <a:pt x="85651" y="282174"/>
                    <a:pt x="85568" y="296006"/>
                    <a:pt x="84568" y="308588"/>
                  </a:cubicBezTo>
                  <a:cubicBezTo>
                    <a:pt x="83152" y="325336"/>
                    <a:pt x="80819" y="341918"/>
                    <a:pt x="79902" y="358667"/>
                  </a:cubicBezTo>
                  <a:cubicBezTo>
                    <a:pt x="78902" y="376248"/>
                    <a:pt x="77235" y="393831"/>
                    <a:pt x="76235" y="411412"/>
                  </a:cubicBezTo>
                  <a:cubicBezTo>
                    <a:pt x="75235" y="428910"/>
                    <a:pt x="77152" y="446659"/>
                    <a:pt x="75486" y="464074"/>
                  </a:cubicBezTo>
                  <a:cubicBezTo>
                    <a:pt x="74736" y="463241"/>
                    <a:pt x="73820" y="462657"/>
                    <a:pt x="73069" y="462074"/>
                  </a:cubicBezTo>
                  <a:lnTo>
                    <a:pt x="73069" y="462074"/>
                  </a:lnTo>
                  <a:close/>
                  <a:moveTo>
                    <a:pt x="82735" y="469157"/>
                  </a:moveTo>
                  <a:cubicBezTo>
                    <a:pt x="83818" y="467574"/>
                    <a:pt x="83818" y="465324"/>
                    <a:pt x="81485" y="464074"/>
                  </a:cubicBezTo>
                  <a:cubicBezTo>
                    <a:pt x="86402" y="466657"/>
                    <a:pt x="84319" y="452825"/>
                    <a:pt x="84235" y="448742"/>
                  </a:cubicBezTo>
                  <a:cubicBezTo>
                    <a:pt x="84068" y="439909"/>
                    <a:pt x="83985" y="431160"/>
                    <a:pt x="84152" y="422328"/>
                  </a:cubicBezTo>
                  <a:cubicBezTo>
                    <a:pt x="84484" y="404163"/>
                    <a:pt x="86818" y="386081"/>
                    <a:pt x="87651" y="367833"/>
                  </a:cubicBezTo>
                  <a:cubicBezTo>
                    <a:pt x="88485" y="349751"/>
                    <a:pt x="90318" y="331836"/>
                    <a:pt x="91901" y="313837"/>
                  </a:cubicBezTo>
                  <a:cubicBezTo>
                    <a:pt x="93067" y="300339"/>
                    <a:pt x="95150" y="286590"/>
                    <a:pt x="95150" y="272925"/>
                  </a:cubicBezTo>
                  <a:cubicBezTo>
                    <a:pt x="97567" y="274924"/>
                    <a:pt x="99567" y="277591"/>
                    <a:pt x="101400" y="281507"/>
                  </a:cubicBezTo>
                  <a:cubicBezTo>
                    <a:pt x="103650" y="286173"/>
                    <a:pt x="105067" y="290590"/>
                    <a:pt x="108066" y="295006"/>
                  </a:cubicBezTo>
                  <a:cubicBezTo>
                    <a:pt x="114648" y="304588"/>
                    <a:pt x="123315" y="311171"/>
                    <a:pt x="133148" y="315421"/>
                  </a:cubicBezTo>
                  <a:cubicBezTo>
                    <a:pt x="124148" y="371832"/>
                    <a:pt x="117399" y="430160"/>
                    <a:pt x="116232" y="487322"/>
                  </a:cubicBezTo>
                  <a:cubicBezTo>
                    <a:pt x="104566" y="482239"/>
                    <a:pt x="93151" y="476239"/>
                    <a:pt x="82735" y="469157"/>
                  </a:cubicBezTo>
                  <a:lnTo>
                    <a:pt x="82735" y="469157"/>
                  </a:lnTo>
                  <a:close/>
                  <a:moveTo>
                    <a:pt x="194142" y="320670"/>
                  </a:moveTo>
                  <a:cubicBezTo>
                    <a:pt x="187226" y="334419"/>
                    <a:pt x="184726" y="351001"/>
                    <a:pt x="180393" y="365750"/>
                  </a:cubicBezTo>
                  <a:cubicBezTo>
                    <a:pt x="175060" y="383915"/>
                    <a:pt x="172477" y="402246"/>
                    <a:pt x="168394" y="420661"/>
                  </a:cubicBezTo>
                  <a:cubicBezTo>
                    <a:pt x="165144" y="435327"/>
                    <a:pt x="161728" y="449992"/>
                    <a:pt x="158728" y="464657"/>
                  </a:cubicBezTo>
                  <a:cubicBezTo>
                    <a:pt x="156478" y="475823"/>
                    <a:pt x="152312" y="488405"/>
                    <a:pt x="151479" y="500404"/>
                  </a:cubicBezTo>
                  <a:cubicBezTo>
                    <a:pt x="148646" y="499571"/>
                    <a:pt x="145812" y="498654"/>
                    <a:pt x="143063" y="497738"/>
                  </a:cubicBezTo>
                  <a:cubicBezTo>
                    <a:pt x="136813" y="495654"/>
                    <a:pt x="130397" y="493322"/>
                    <a:pt x="124148" y="490821"/>
                  </a:cubicBezTo>
                  <a:cubicBezTo>
                    <a:pt x="127648" y="460824"/>
                    <a:pt x="127898" y="430077"/>
                    <a:pt x="129981" y="399997"/>
                  </a:cubicBezTo>
                  <a:cubicBezTo>
                    <a:pt x="131814" y="372916"/>
                    <a:pt x="137813" y="344668"/>
                    <a:pt x="137730" y="317504"/>
                  </a:cubicBezTo>
                  <a:cubicBezTo>
                    <a:pt x="144730" y="320003"/>
                    <a:pt x="152228" y="321420"/>
                    <a:pt x="159978" y="322004"/>
                  </a:cubicBezTo>
                  <a:cubicBezTo>
                    <a:pt x="170893" y="322837"/>
                    <a:pt x="182060" y="322837"/>
                    <a:pt x="192891" y="321003"/>
                  </a:cubicBezTo>
                  <a:cubicBezTo>
                    <a:pt x="193392" y="320920"/>
                    <a:pt x="193808" y="320837"/>
                    <a:pt x="194308" y="320754"/>
                  </a:cubicBezTo>
                  <a:cubicBezTo>
                    <a:pt x="194225" y="320587"/>
                    <a:pt x="194142" y="320587"/>
                    <a:pt x="194142" y="320670"/>
                  </a:cubicBezTo>
                  <a:lnTo>
                    <a:pt x="194142" y="320670"/>
                  </a:lnTo>
                  <a:close/>
                  <a:moveTo>
                    <a:pt x="204140" y="473240"/>
                  </a:moveTo>
                  <a:cubicBezTo>
                    <a:pt x="200808" y="484572"/>
                    <a:pt x="196308" y="498238"/>
                    <a:pt x="195475" y="510153"/>
                  </a:cubicBezTo>
                  <a:cubicBezTo>
                    <a:pt x="184059" y="508653"/>
                    <a:pt x="172727" y="506237"/>
                    <a:pt x="161728" y="503237"/>
                  </a:cubicBezTo>
                  <a:cubicBezTo>
                    <a:pt x="168227" y="476823"/>
                    <a:pt x="171144" y="448909"/>
                    <a:pt x="176226" y="422328"/>
                  </a:cubicBezTo>
                  <a:cubicBezTo>
                    <a:pt x="179393" y="405746"/>
                    <a:pt x="181143" y="389247"/>
                    <a:pt x="185226" y="372832"/>
                  </a:cubicBezTo>
                  <a:cubicBezTo>
                    <a:pt x="189392" y="356250"/>
                    <a:pt x="191725" y="337668"/>
                    <a:pt x="197558" y="321753"/>
                  </a:cubicBezTo>
                  <a:cubicBezTo>
                    <a:pt x="197891" y="320920"/>
                    <a:pt x="197391" y="320254"/>
                    <a:pt x="196809" y="319921"/>
                  </a:cubicBezTo>
                  <a:cubicBezTo>
                    <a:pt x="202474" y="318670"/>
                    <a:pt x="206724" y="317587"/>
                    <a:pt x="213556" y="322004"/>
                  </a:cubicBezTo>
                  <a:cubicBezTo>
                    <a:pt x="218056" y="324920"/>
                    <a:pt x="221723" y="329836"/>
                    <a:pt x="226222" y="333002"/>
                  </a:cubicBezTo>
                  <a:cubicBezTo>
                    <a:pt x="231805" y="336919"/>
                    <a:pt x="237888" y="340252"/>
                    <a:pt x="244220" y="342918"/>
                  </a:cubicBezTo>
                  <a:cubicBezTo>
                    <a:pt x="236222" y="372082"/>
                    <a:pt x="225973" y="401163"/>
                    <a:pt x="217056" y="429910"/>
                  </a:cubicBezTo>
                  <a:cubicBezTo>
                    <a:pt x="212390" y="444409"/>
                    <a:pt x="208390" y="458908"/>
                    <a:pt x="204140" y="473240"/>
                  </a:cubicBezTo>
                  <a:lnTo>
                    <a:pt x="204140" y="473240"/>
                  </a:lnTo>
                  <a:close/>
                  <a:moveTo>
                    <a:pt x="204641" y="511153"/>
                  </a:moveTo>
                  <a:cubicBezTo>
                    <a:pt x="209390" y="500571"/>
                    <a:pt x="210307" y="488822"/>
                    <a:pt x="213140" y="477573"/>
                  </a:cubicBezTo>
                  <a:cubicBezTo>
                    <a:pt x="217056" y="462408"/>
                    <a:pt x="221139" y="447159"/>
                    <a:pt x="225139" y="431993"/>
                  </a:cubicBezTo>
                  <a:cubicBezTo>
                    <a:pt x="232805" y="403080"/>
                    <a:pt x="241720" y="373916"/>
                    <a:pt x="248137" y="344751"/>
                  </a:cubicBezTo>
                  <a:cubicBezTo>
                    <a:pt x="261136" y="349501"/>
                    <a:pt x="275134" y="351501"/>
                    <a:pt x="288966" y="350251"/>
                  </a:cubicBezTo>
                  <a:cubicBezTo>
                    <a:pt x="289799" y="350167"/>
                    <a:pt x="290633" y="350084"/>
                    <a:pt x="291467" y="349918"/>
                  </a:cubicBezTo>
                  <a:cubicBezTo>
                    <a:pt x="280134" y="379998"/>
                    <a:pt x="267718" y="409829"/>
                    <a:pt x="255886" y="439660"/>
                  </a:cubicBezTo>
                  <a:cubicBezTo>
                    <a:pt x="250136" y="454325"/>
                    <a:pt x="244887" y="469157"/>
                    <a:pt x="238887" y="483739"/>
                  </a:cubicBezTo>
                  <a:cubicBezTo>
                    <a:pt x="235138" y="492905"/>
                    <a:pt x="230555" y="502154"/>
                    <a:pt x="227472" y="511736"/>
                  </a:cubicBezTo>
                  <a:cubicBezTo>
                    <a:pt x="225722" y="511736"/>
                    <a:pt x="223972" y="511736"/>
                    <a:pt x="222389" y="511820"/>
                  </a:cubicBezTo>
                  <a:cubicBezTo>
                    <a:pt x="216557" y="511903"/>
                    <a:pt x="210640" y="511653"/>
                    <a:pt x="204641" y="511153"/>
                  </a:cubicBezTo>
                  <a:lnTo>
                    <a:pt x="204641" y="511153"/>
                  </a:lnTo>
                  <a:close/>
                  <a:moveTo>
                    <a:pt x="310631" y="399413"/>
                  </a:moveTo>
                  <a:cubicBezTo>
                    <a:pt x="301465" y="423494"/>
                    <a:pt x="292633" y="447326"/>
                    <a:pt x="281884" y="470740"/>
                  </a:cubicBezTo>
                  <a:cubicBezTo>
                    <a:pt x="276718" y="482072"/>
                    <a:pt x="269719" y="501737"/>
                    <a:pt x="257803" y="507487"/>
                  </a:cubicBezTo>
                  <a:cubicBezTo>
                    <a:pt x="252887" y="509903"/>
                    <a:pt x="246804" y="510903"/>
                    <a:pt x="240720" y="511320"/>
                  </a:cubicBezTo>
                  <a:cubicBezTo>
                    <a:pt x="260969" y="458574"/>
                    <a:pt x="280051" y="404246"/>
                    <a:pt x="294216" y="349501"/>
                  </a:cubicBezTo>
                  <a:cubicBezTo>
                    <a:pt x="309881" y="346584"/>
                    <a:pt x="322630" y="337252"/>
                    <a:pt x="337129" y="331919"/>
                  </a:cubicBezTo>
                  <a:cubicBezTo>
                    <a:pt x="329296" y="354917"/>
                    <a:pt x="319214" y="376748"/>
                    <a:pt x="310631" y="399413"/>
                  </a:cubicBezTo>
                  <a:lnTo>
                    <a:pt x="310631" y="399413"/>
                  </a:lnTo>
                  <a:close/>
                  <a:moveTo>
                    <a:pt x="400456" y="277924"/>
                  </a:moveTo>
                  <a:cubicBezTo>
                    <a:pt x="391041" y="293756"/>
                    <a:pt x="366543" y="311671"/>
                    <a:pt x="348211" y="314671"/>
                  </a:cubicBezTo>
                  <a:cubicBezTo>
                    <a:pt x="340878" y="315837"/>
                    <a:pt x="335962" y="315254"/>
                    <a:pt x="328963" y="318337"/>
                  </a:cubicBezTo>
                  <a:cubicBezTo>
                    <a:pt x="320047" y="322253"/>
                    <a:pt x="311964" y="327836"/>
                    <a:pt x="302799" y="331003"/>
                  </a:cubicBezTo>
                  <a:cubicBezTo>
                    <a:pt x="282884" y="337835"/>
                    <a:pt x="260469" y="334919"/>
                    <a:pt x="242137" y="325087"/>
                  </a:cubicBezTo>
                  <a:cubicBezTo>
                    <a:pt x="232888" y="320087"/>
                    <a:pt x="226972" y="312504"/>
                    <a:pt x="218640" y="306588"/>
                  </a:cubicBezTo>
                  <a:cubicBezTo>
                    <a:pt x="211723" y="301755"/>
                    <a:pt x="205807" y="302589"/>
                    <a:pt x="197808" y="303672"/>
                  </a:cubicBezTo>
                  <a:cubicBezTo>
                    <a:pt x="177810" y="306338"/>
                    <a:pt x="153979" y="309421"/>
                    <a:pt x="135480" y="299255"/>
                  </a:cubicBezTo>
                  <a:cubicBezTo>
                    <a:pt x="124231" y="293089"/>
                    <a:pt x="119399" y="283840"/>
                    <a:pt x="115149" y="272425"/>
                  </a:cubicBezTo>
                  <a:cubicBezTo>
                    <a:pt x="112815" y="266259"/>
                    <a:pt x="111482" y="260509"/>
                    <a:pt x="105650" y="256676"/>
                  </a:cubicBezTo>
                  <a:cubicBezTo>
                    <a:pt x="99150" y="252343"/>
                    <a:pt x="89984" y="252593"/>
                    <a:pt x="82568" y="251510"/>
                  </a:cubicBezTo>
                  <a:cubicBezTo>
                    <a:pt x="72820" y="250093"/>
                    <a:pt x="62987" y="248427"/>
                    <a:pt x="53488" y="245677"/>
                  </a:cubicBezTo>
                  <a:cubicBezTo>
                    <a:pt x="42239" y="242427"/>
                    <a:pt x="28156" y="237178"/>
                    <a:pt x="21324" y="226929"/>
                  </a:cubicBezTo>
                  <a:cubicBezTo>
                    <a:pt x="13075" y="214597"/>
                    <a:pt x="14741" y="197681"/>
                    <a:pt x="21574" y="185099"/>
                  </a:cubicBezTo>
                  <a:cubicBezTo>
                    <a:pt x="29573" y="170351"/>
                    <a:pt x="48738" y="163184"/>
                    <a:pt x="55320" y="148102"/>
                  </a:cubicBezTo>
                  <a:cubicBezTo>
                    <a:pt x="57487" y="143103"/>
                    <a:pt x="56737" y="138186"/>
                    <a:pt x="56320" y="132937"/>
                  </a:cubicBezTo>
                  <a:cubicBezTo>
                    <a:pt x="54904" y="117355"/>
                    <a:pt x="53905" y="103356"/>
                    <a:pt x="64404" y="90274"/>
                  </a:cubicBezTo>
                  <a:cubicBezTo>
                    <a:pt x="79152" y="71859"/>
                    <a:pt x="101066" y="61027"/>
                    <a:pt x="124148" y="58610"/>
                  </a:cubicBezTo>
                  <a:cubicBezTo>
                    <a:pt x="142813" y="56611"/>
                    <a:pt x="156645" y="56444"/>
                    <a:pt x="169893" y="42445"/>
                  </a:cubicBezTo>
                  <a:cubicBezTo>
                    <a:pt x="186059" y="25363"/>
                    <a:pt x="208390" y="14698"/>
                    <a:pt x="231638" y="11948"/>
                  </a:cubicBezTo>
                  <a:cubicBezTo>
                    <a:pt x="258719" y="8698"/>
                    <a:pt x="280134" y="19114"/>
                    <a:pt x="300799" y="35196"/>
                  </a:cubicBezTo>
                  <a:cubicBezTo>
                    <a:pt x="297716" y="39362"/>
                    <a:pt x="301632" y="47195"/>
                    <a:pt x="308381" y="45695"/>
                  </a:cubicBezTo>
                  <a:cubicBezTo>
                    <a:pt x="314964" y="44279"/>
                    <a:pt x="319797" y="38946"/>
                    <a:pt x="325964" y="36696"/>
                  </a:cubicBezTo>
                  <a:cubicBezTo>
                    <a:pt x="334962" y="33446"/>
                    <a:pt x="346877" y="36029"/>
                    <a:pt x="354711" y="40945"/>
                  </a:cubicBezTo>
                  <a:cubicBezTo>
                    <a:pt x="378542" y="55778"/>
                    <a:pt x="361294" y="78192"/>
                    <a:pt x="356544" y="98024"/>
                  </a:cubicBezTo>
                  <a:cubicBezTo>
                    <a:pt x="353294" y="111606"/>
                    <a:pt x="361626" y="118105"/>
                    <a:pt x="372793" y="123771"/>
                  </a:cubicBezTo>
                  <a:cubicBezTo>
                    <a:pt x="381708" y="128354"/>
                    <a:pt x="392790" y="132020"/>
                    <a:pt x="398290" y="141103"/>
                  </a:cubicBezTo>
                  <a:cubicBezTo>
                    <a:pt x="405040" y="152186"/>
                    <a:pt x="400957" y="164351"/>
                    <a:pt x="396207" y="175017"/>
                  </a:cubicBezTo>
                  <a:cubicBezTo>
                    <a:pt x="389458" y="190182"/>
                    <a:pt x="383708" y="202431"/>
                    <a:pt x="390874" y="218679"/>
                  </a:cubicBezTo>
                  <a:cubicBezTo>
                    <a:pt x="393873" y="225596"/>
                    <a:pt x="398373" y="231678"/>
                    <a:pt x="402039" y="238261"/>
                  </a:cubicBezTo>
                  <a:cubicBezTo>
                    <a:pt x="408956" y="251010"/>
                    <a:pt x="407956" y="265175"/>
                    <a:pt x="400456" y="277924"/>
                  </a:cubicBezTo>
                  <a:lnTo>
                    <a:pt x="400456" y="277924"/>
                  </a:lnTo>
                  <a:close/>
                </a:path>
              </a:pathLst>
            </a:custGeom>
            <a:grpFill/>
            <a:ln w="8332" cap="flat">
              <a:noFill/>
              <a:prstDash val="solid"/>
              <a:miter/>
            </a:ln>
          </p:spPr>
          <p:txBody>
            <a:bodyPr rtlCol="0" anchor="ctr"/>
            <a:lstStyle/>
            <a:p>
              <a:endParaRPr lang="en-US"/>
            </a:p>
          </p:txBody>
        </p:sp>
        <p:sp>
          <p:nvSpPr>
            <p:cNvPr id="2597" name="Freeform: Shape 2596"/>
            <p:cNvSpPr/>
            <p:nvPr/>
          </p:nvSpPr>
          <p:spPr>
            <a:xfrm>
              <a:off x="10870230" y="5328186"/>
              <a:ext cx="134026" cy="164177"/>
            </a:xfrm>
            <a:custGeom>
              <a:avLst/>
              <a:gdLst>
                <a:gd name="connsiteX0" fmla="*/ 129301 w 134026"/>
                <a:gd name="connsiteY0" fmla="*/ 146331 h 164177"/>
                <a:gd name="connsiteX1" fmla="*/ 81305 w 134026"/>
                <a:gd name="connsiteY1" fmla="*/ 137498 h 164177"/>
                <a:gd name="connsiteX2" fmla="*/ 80888 w 134026"/>
                <a:gd name="connsiteY2" fmla="*/ 113084 h 164177"/>
                <a:gd name="connsiteX3" fmla="*/ 78471 w 134026"/>
                <a:gd name="connsiteY3" fmla="*/ 106834 h 164177"/>
                <a:gd name="connsiteX4" fmla="*/ 67723 w 134026"/>
                <a:gd name="connsiteY4" fmla="*/ 104668 h 164177"/>
                <a:gd name="connsiteX5" fmla="*/ 43141 w 134026"/>
                <a:gd name="connsiteY5" fmla="*/ 100501 h 164177"/>
                <a:gd name="connsiteX6" fmla="*/ 22061 w 134026"/>
                <a:gd name="connsiteY6" fmla="*/ 77087 h 164177"/>
                <a:gd name="connsiteX7" fmla="*/ 33809 w 134026"/>
                <a:gd name="connsiteY7" fmla="*/ 54756 h 164177"/>
                <a:gd name="connsiteX8" fmla="*/ 33560 w 134026"/>
                <a:gd name="connsiteY8" fmla="*/ 48173 h 164177"/>
                <a:gd name="connsiteX9" fmla="*/ 15478 w 134026"/>
                <a:gd name="connsiteY9" fmla="*/ 22175 h 164177"/>
                <a:gd name="connsiteX10" fmla="*/ 54224 w 134026"/>
                <a:gd name="connsiteY10" fmla="*/ 4593 h 164177"/>
                <a:gd name="connsiteX11" fmla="*/ 53390 w 134026"/>
                <a:gd name="connsiteY11" fmla="*/ 10 h 164177"/>
                <a:gd name="connsiteX12" fmla="*/ 3229 w 134026"/>
                <a:gd name="connsiteY12" fmla="*/ 19842 h 164177"/>
                <a:gd name="connsiteX13" fmla="*/ 2728 w 134026"/>
                <a:gd name="connsiteY13" fmla="*/ 38674 h 164177"/>
                <a:gd name="connsiteX14" fmla="*/ 12311 w 134026"/>
                <a:gd name="connsiteY14" fmla="*/ 48923 h 164177"/>
                <a:gd name="connsiteX15" fmla="*/ 19143 w 134026"/>
                <a:gd name="connsiteY15" fmla="*/ 52756 h 164177"/>
                <a:gd name="connsiteX16" fmla="*/ 7479 w 134026"/>
                <a:gd name="connsiteY16" fmla="*/ 75837 h 164177"/>
                <a:gd name="connsiteX17" fmla="*/ 14644 w 134026"/>
                <a:gd name="connsiteY17" fmla="*/ 99835 h 164177"/>
                <a:gd name="connsiteX18" fmla="*/ 34642 w 134026"/>
                <a:gd name="connsiteY18" fmla="*/ 113250 h 164177"/>
                <a:gd name="connsiteX19" fmla="*/ 52224 w 134026"/>
                <a:gd name="connsiteY19" fmla="*/ 116667 h 164177"/>
                <a:gd name="connsiteX20" fmla="*/ 69639 w 134026"/>
                <a:gd name="connsiteY20" fmla="*/ 115750 h 164177"/>
                <a:gd name="connsiteX21" fmla="*/ 70222 w 134026"/>
                <a:gd name="connsiteY21" fmla="*/ 118000 h 164177"/>
                <a:gd name="connsiteX22" fmla="*/ 68473 w 134026"/>
                <a:gd name="connsiteY22" fmla="*/ 126915 h 164177"/>
                <a:gd name="connsiteX23" fmla="*/ 68473 w 134026"/>
                <a:gd name="connsiteY23" fmla="*/ 138165 h 164177"/>
                <a:gd name="connsiteX24" fmla="*/ 80138 w 134026"/>
                <a:gd name="connsiteY24" fmla="*/ 155080 h 164177"/>
                <a:gd name="connsiteX25" fmla="*/ 132800 w 134026"/>
                <a:gd name="connsiteY25" fmla="*/ 154247 h 164177"/>
                <a:gd name="connsiteX26" fmla="*/ 129301 w 134026"/>
                <a:gd name="connsiteY26" fmla="*/ 146331 h 164177"/>
                <a:gd name="connsiteX27" fmla="*/ 129301 w 134026"/>
                <a:gd name="connsiteY27" fmla="*/ 146331 h 164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34026" h="164177">
                  <a:moveTo>
                    <a:pt x="129301" y="146331"/>
                  </a:moveTo>
                  <a:cubicBezTo>
                    <a:pt x="112802" y="148580"/>
                    <a:pt x="90970" y="157246"/>
                    <a:pt x="81305" y="137498"/>
                  </a:cubicBezTo>
                  <a:cubicBezTo>
                    <a:pt x="76889" y="128416"/>
                    <a:pt x="81888" y="122083"/>
                    <a:pt x="80888" y="113084"/>
                  </a:cubicBezTo>
                  <a:cubicBezTo>
                    <a:pt x="80638" y="110750"/>
                    <a:pt x="80389" y="108667"/>
                    <a:pt x="78471" y="106834"/>
                  </a:cubicBezTo>
                  <a:cubicBezTo>
                    <a:pt x="75805" y="104418"/>
                    <a:pt x="71056" y="104918"/>
                    <a:pt x="67723" y="104668"/>
                  </a:cubicBezTo>
                  <a:cubicBezTo>
                    <a:pt x="59390" y="103918"/>
                    <a:pt x="51141" y="103168"/>
                    <a:pt x="43141" y="100501"/>
                  </a:cubicBezTo>
                  <a:cubicBezTo>
                    <a:pt x="32226" y="96918"/>
                    <a:pt x="21894" y="89836"/>
                    <a:pt x="22061" y="77087"/>
                  </a:cubicBezTo>
                  <a:cubicBezTo>
                    <a:pt x="22226" y="67754"/>
                    <a:pt x="29393" y="62005"/>
                    <a:pt x="33809" y="54756"/>
                  </a:cubicBezTo>
                  <a:cubicBezTo>
                    <a:pt x="34975" y="52839"/>
                    <a:pt x="34809" y="49922"/>
                    <a:pt x="33560" y="48173"/>
                  </a:cubicBezTo>
                  <a:cubicBezTo>
                    <a:pt x="27310" y="39340"/>
                    <a:pt x="6395" y="37174"/>
                    <a:pt x="15478" y="22175"/>
                  </a:cubicBezTo>
                  <a:cubicBezTo>
                    <a:pt x="23060" y="9843"/>
                    <a:pt x="41308" y="7176"/>
                    <a:pt x="54224" y="4593"/>
                  </a:cubicBezTo>
                  <a:cubicBezTo>
                    <a:pt x="56807" y="4093"/>
                    <a:pt x="56057" y="-239"/>
                    <a:pt x="53390" y="10"/>
                  </a:cubicBezTo>
                  <a:cubicBezTo>
                    <a:pt x="36226" y="1677"/>
                    <a:pt x="13561" y="3593"/>
                    <a:pt x="3229" y="19842"/>
                  </a:cubicBezTo>
                  <a:cubicBezTo>
                    <a:pt x="-772" y="26175"/>
                    <a:pt x="-1188" y="32257"/>
                    <a:pt x="2728" y="38674"/>
                  </a:cubicBezTo>
                  <a:cubicBezTo>
                    <a:pt x="4978" y="42340"/>
                    <a:pt x="9061" y="46256"/>
                    <a:pt x="12311" y="48923"/>
                  </a:cubicBezTo>
                  <a:cubicBezTo>
                    <a:pt x="13810" y="50173"/>
                    <a:pt x="16728" y="51422"/>
                    <a:pt x="19143" y="52756"/>
                  </a:cubicBezTo>
                  <a:cubicBezTo>
                    <a:pt x="13728" y="59922"/>
                    <a:pt x="8395" y="65588"/>
                    <a:pt x="7479" y="75837"/>
                  </a:cubicBezTo>
                  <a:cubicBezTo>
                    <a:pt x="6728" y="84586"/>
                    <a:pt x="9061" y="93002"/>
                    <a:pt x="14644" y="99835"/>
                  </a:cubicBezTo>
                  <a:cubicBezTo>
                    <a:pt x="19727" y="106084"/>
                    <a:pt x="27143" y="110501"/>
                    <a:pt x="34642" y="113250"/>
                  </a:cubicBezTo>
                  <a:cubicBezTo>
                    <a:pt x="40392" y="115334"/>
                    <a:pt x="46058" y="116333"/>
                    <a:pt x="52224" y="116667"/>
                  </a:cubicBezTo>
                  <a:cubicBezTo>
                    <a:pt x="57723" y="117000"/>
                    <a:pt x="64390" y="115000"/>
                    <a:pt x="69639" y="115750"/>
                  </a:cubicBezTo>
                  <a:cubicBezTo>
                    <a:pt x="71889" y="112167"/>
                    <a:pt x="72138" y="112917"/>
                    <a:pt x="70222" y="118000"/>
                  </a:cubicBezTo>
                  <a:cubicBezTo>
                    <a:pt x="69556" y="120916"/>
                    <a:pt x="68890" y="123916"/>
                    <a:pt x="68473" y="126915"/>
                  </a:cubicBezTo>
                  <a:cubicBezTo>
                    <a:pt x="68056" y="130749"/>
                    <a:pt x="67640" y="134332"/>
                    <a:pt x="68473" y="138165"/>
                  </a:cubicBezTo>
                  <a:cubicBezTo>
                    <a:pt x="69890" y="145164"/>
                    <a:pt x="74555" y="150913"/>
                    <a:pt x="80138" y="155080"/>
                  </a:cubicBezTo>
                  <a:cubicBezTo>
                    <a:pt x="94804" y="165912"/>
                    <a:pt x="119718" y="168745"/>
                    <a:pt x="132800" y="154247"/>
                  </a:cubicBezTo>
                  <a:cubicBezTo>
                    <a:pt x="135467" y="151413"/>
                    <a:pt x="133551" y="145747"/>
                    <a:pt x="129301" y="146331"/>
                  </a:cubicBezTo>
                  <a:lnTo>
                    <a:pt x="129301" y="146331"/>
                  </a:lnTo>
                  <a:close/>
                </a:path>
              </a:pathLst>
            </a:custGeom>
            <a:grpFill/>
            <a:ln w="8332" cap="flat">
              <a:noFill/>
              <a:prstDash val="solid"/>
              <a:miter/>
            </a:ln>
          </p:spPr>
          <p:txBody>
            <a:bodyPr rtlCol="0" anchor="ctr"/>
            <a:lstStyle/>
            <a:p>
              <a:endParaRPr lang="en-US"/>
            </a:p>
          </p:txBody>
        </p:sp>
        <p:sp>
          <p:nvSpPr>
            <p:cNvPr id="2598" name="Freeform: Shape 2597"/>
            <p:cNvSpPr/>
            <p:nvPr/>
          </p:nvSpPr>
          <p:spPr>
            <a:xfrm>
              <a:off x="11048409" y="5464567"/>
              <a:ext cx="95183" cy="45710"/>
            </a:xfrm>
            <a:custGeom>
              <a:avLst/>
              <a:gdLst>
                <a:gd name="connsiteX0" fmla="*/ 90858 w 95183"/>
                <a:gd name="connsiteY0" fmla="*/ 2117 h 45710"/>
                <a:gd name="connsiteX1" fmla="*/ 82525 w 95183"/>
                <a:gd name="connsiteY1" fmla="*/ 3534 h 45710"/>
                <a:gd name="connsiteX2" fmla="*/ 80692 w 95183"/>
                <a:gd name="connsiteY2" fmla="*/ 17699 h 45710"/>
                <a:gd name="connsiteX3" fmla="*/ 64944 w 95183"/>
                <a:gd name="connsiteY3" fmla="*/ 28865 h 45710"/>
                <a:gd name="connsiteX4" fmla="*/ 45779 w 95183"/>
                <a:gd name="connsiteY4" fmla="*/ 23282 h 45710"/>
                <a:gd name="connsiteX5" fmla="*/ 42863 w 95183"/>
                <a:gd name="connsiteY5" fmla="*/ 21032 h 45710"/>
                <a:gd name="connsiteX6" fmla="*/ 34613 w 95183"/>
                <a:gd name="connsiteY6" fmla="*/ 22032 h 45710"/>
                <a:gd name="connsiteX7" fmla="*/ 31197 w 95183"/>
                <a:gd name="connsiteY7" fmla="*/ 25115 h 45710"/>
                <a:gd name="connsiteX8" fmla="*/ 28781 w 95183"/>
                <a:gd name="connsiteY8" fmla="*/ 27865 h 45710"/>
                <a:gd name="connsiteX9" fmla="*/ 8866 w 95183"/>
                <a:gd name="connsiteY9" fmla="*/ 19616 h 45710"/>
                <a:gd name="connsiteX10" fmla="*/ 1866 w 95183"/>
                <a:gd name="connsiteY10" fmla="*/ 17033 h 45710"/>
                <a:gd name="connsiteX11" fmla="*/ 14616 w 95183"/>
                <a:gd name="connsiteY11" fmla="*/ 44530 h 45710"/>
                <a:gd name="connsiteX12" fmla="*/ 30947 w 95183"/>
                <a:gd name="connsiteY12" fmla="*/ 42280 h 45710"/>
                <a:gd name="connsiteX13" fmla="*/ 37447 w 95183"/>
                <a:gd name="connsiteY13" fmla="*/ 36031 h 45710"/>
                <a:gd name="connsiteX14" fmla="*/ 39530 w 95183"/>
                <a:gd name="connsiteY14" fmla="*/ 34281 h 45710"/>
                <a:gd name="connsiteX15" fmla="*/ 39863 w 95183"/>
                <a:gd name="connsiteY15" fmla="*/ 34615 h 45710"/>
                <a:gd name="connsiteX16" fmla="*/ 80943 w 95183"/>
                <a:gd name="connsiteY16" fmla="*/ 39864 h 45710"/>
                <a:gd name="connsiteX17" fmla="*/ 90858 w 95183"/>
                <a:gd name="connsiteY17" fmla="*/ 2117 h 45710"/>
                <a:gd name="connsiteX18" fmla="*/ 90858 w 95183"/>
                <a:gd name="connsiteY18" fmla="*/ 2117 h 45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5183" h="45710">
                  <a:moveTo>
                    <a:pt x="90858" y="2117"/>
                  </a:moveTo>
                  <a:cubicBezTo>
                    <a:pt x="88942" y="-1549"/>
                    <a:pt x="83359" y="-49"/>
                    <a:pt x="82525" y="3534"/>
                  </a:cubicBezTo>
                  <a:cubicBezTo>
                    <a:pt x="82276" y="4451"/>
                    <a:pt x="80110" y="19033"/>
                    <a:pt x="80692" y="17699"/>
                  </a:cubicBezTo>
                  <a:cubicBezTo>
                    <a:pt x="77860" y="23616"/>
                    <a:pt x="71193" y="28032"/>
                    <a:pt x="64944" y="28865"/>
                  </a:cubicBezTo>
                  <a:cubicBezTo>
                    <a:pt x="55444" y="30115"/>
                    <a:pt x="54862" y="27698"/>
                    <a:pt x="45779" y="23282"/>
                  </a:cubicBezTo>
                  <a:cubicBezTo>
                    <a:pt x="44696" y="22782"/>
                    <a:pt x="44279" y="21366"/>
                    <a:pt x="42863" y="21032"/>
                  </a:cubicBezTo>
                  <a:cubicBezTo>
                    <a:pt x="39613" y="20199"/>
                    <a:pt x="37447" y="20449"/>
                    <a:pt x="34613" y="22032"/>
                  </a:cubicBezTo>
                  <a:cubicBezTo>
                    <a:pt x="33197" y="22782"/>
                    <a:pt x="32364" y="24115"/>
                    <a:pt x="31197" y="25115"/>
                  </a:cubicBezTo>
                  <a:cubicBezTo>
                    <a:pt x="30364" y="26032"/>
                    <a:pt x="29530" y="26949"/>
                    <a:pt x="28781" y="27865"/>
                  </a:cubicBezTo>
                  <a:cubicBezTo>
                    <a:pt x="23364" y="35281"/>
                    <a:pt x="16699" y="32531"/>
                    <a:pt x="8866" y="19616"/>
                  </a:cubicBezTo>
                  <a:cubicBezTo>
                    <a:pt x="10199" y="15616"/>
                    <a:pt x="3699" y="13283"/>
                    <a:pt x="1866" y="17033"/>
                  </a:cubicBezTo>
                  <a:cubicBezTo>
                    <a:pt x="-3467" y="28032"/>
                    <a:pt x="3200" y="40197"/>
                    <a:pt x="14616" y="44530"/>
                  </a:cubicBezTo>
                  <a:cubicBezTo>
                    <a:pt x="20531" y="46780"/>
                    <a:pt x="25864" y="45697"/>
                    <a:pt x="30947" y="42280"/>
                  </a:cubicBezTo>
                  <a:cubicBezTo>
                    <a:pt x="32863" y="40947"/>
                    <a:pt x="36447" y="37947"/>
                    <a:pt x="37447" y="36031"/>
                  </a:cubicBezTo>
                  <a:cubicBezTo>
                    <a:pt x="38530" y="35364"/>
                    <a:pt x="39196" y="34781"/>
                    <a:pt x="39530" y="34281"/>
                  </a:cubicBezTo>
                  <a:cubicBezTo>
                    <a:pt x="39613" y="34364"/>
                    <a:pt x="39697" y="34531"/>
                    <a:pt x="39863" y="34615"/>
                  </a:cubicBezTo>
                  <a:cubicBezTo>
                    <a:pt x="48946" y="45030"/>
                    <a:pt x="69277" y="44780"/>
                    <a:pt x="80943" y="39864"/>
                  </a:cubicBezTo>
                  <a:cubicBezTo>
                    <a:pt x="97025" y="33198"/>
                    <a:pt x="98191" y="16116"/>
                    <a:pt x="90858" y="2117"/>
                  </a:cubicBezTo>
                  <a:lnTo>
                    <a:pt x="90858" y="2117"/>
                  </a:lnTo>
                  <a:close/>
                </a:path>
              </a:pathLst>
            </a:custGeom>
            <a:grpFill/>
            <a:ln w="8332" cap="flat">
              <a:noFill/>
              <a:prstDash val="solid"/>
              <a:miter/>
            </a:ln>
          </p:spPr>
          <p:txBody>
            <a:bodyPr rtlCol="0" anchor="ctr"/>
            <a:lstStyle/>
            <a:p>
              <a:endParaRPr lang="en-US"/>
            </a:p>
          </p:txBody>
        </p:sp>
        <p:sp>
          <p:nvSpPr>
            <p:cNvPr id="2599" name="Freeform: Shape 2598"/>
            <p:cNvSpPr/>
            <p:nvPr/>
          </p:nvSpPr>
          <p:spPr>
            <a:xfrm>
              <a:off x="10965198" y="5267368"/>
              <a:ext cx="122043" cy="72194"/>
            </a:xfrm>
            <a:custGeom>
              <a:avLst/>
              <a:gdLst>
                <a:gd name="connsiteX0" fmla="*/ 121908 w 122043"/>
                <a:gd name="connsiteY0" fmla="*/ 25498 h 72194"/>
                <a:gd name="connsiteX1" fmla="*/ 74411 w 122043"/>
                <a:gd name="connsiteY1" fmla="*/ 1 h 72194"/>
                <a:gd name="connsiteX2" fmla="*/ 43081 w 122043"/>
                <a:gd name="connsiteY2" fmla="*/ 23415 h 72194"/>
                <a:gd name="connsiteX3" fmla="*/ 27165 w 122043"/>
                <a:gd name="connsiteY3" fmla="*/ 17916 h 72194"/>
                <a:gd name="connsiteX4" fmla="*/ 8334 w 122043"/>
                <a:gd name="connsiteY4" fmla="*/ 28081 h 72194"/>
                <a:gd name="connsiteX5" fmla="*/ 6501 w 122043"/>
                <a:gd name="connsiteY5" fmla="*/ 71244 h 72194"/>
                <a:gd name="connsiteX6" fmla="*/ 10418 w 122043"/>
                <a:gd name="connsiteY6" fmla="*/ 69411 h 72194"/>
                <a:gd name="connsiteX7" fmla="*/ 13584 w 122043"/>
                <a:gd name="connsiteY7" fmla="*/ 37914 h 72194"/>
                <a:gd name="connsiteX8" fmla="*/ 38914 w 122043"/>
                <a:gd name="connsiteY8" fmla="*/ 34247 h 72194"/>
                <a:gd name="connsiteX9" fmla="*/ 43914 w 122043"/>
                <a:gd name="connsiteY9" fmla="*/ 37914 h 72194"/>
                <a:gd name="connsiteX10" fmla="*/ 52580 w 122043"/>
                <a:gd name="connsiteY10" fmla="*/ 33914 h 72194"/>
                <a:gd name="connsiteX11" fmla="*/ 63996 w 122043"/>
                <a:gd name="connsiteY11" fmla="*/ 14249 h 72194"/>
                <a:gd name="connsiteX12" fmla="*/ 81994 w 122043"/>
                <a:gd name="connsiteY12" fmla="*/ 13666 h 72194"/>
                <a:gd name="connsiteX13" fmla="*/ 114991 w 122043"/>
                <a:gd name="connsiteY13" fmla="*/ 29914 h 72194"/>
                <a:gd name="connsiteX14" fmla="*/ 121908 w 122043"/>
                <a:gd name="connsiteY14" fmla="*/ 25498 h 72194"/>
                <a:gd name="connsiteX15" fmla="*/ 121908 w 122043"/>
                <a:gd name="connsiteY15" fmla="*/ 25498 h 7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2043" h="72194">
                  <a:moveTo>
                    <a:pt x="121908" y="25498"/>
                  </a:moveTo>
                  <a:cubicBezTo>
                    <a:pt x="116991" y="6250"/>
                    <a:pt x="92160" y="1"/>
                    <a:pt x="74411" y="1"/>
                  </a:cubicBezTo>
                  <a:cubicBezTo>
                    <a:pt x="56080" y="-83"/>
                    <a:pt x="47831" y="9166"/>
                    <a:pt x="43081" y="23415"/>
                  </a:cubicBezTo>
                  <a:cubicBezTo>
                    <a:pt x="38332" y="20249"/>
                    <a:pt x="34082" y="17415"/>
                    <a:pt x="27165" y="17916"/>
                  </a:cubicBezTo>
                  <a:cubicBezTo>
                    <a:pt x="19999" y="18416"/>
                    <a:pt x="12917" y="22748"/>
                    <a:pt x="8334" y="28081"/>
                  </a:cubicBezTo>
                  <a:cubicBezTo>
                    <a:pt x="-2582" y="40997"/>
                    <a:pt x="-2331" y="57912"/>
                    <a:pt x="6501" y="71244"/>
                  </a:cubicBezTo>
                  <a:cubicBezTo>
                    <a:pt x="7834" y="73244"/>
                    <a:pt x="11251" y="71827"/>
                    <a:pt x="10418" y="69411"/>
                  </a:cubicBezTo>
                  <a:cubicBezTo>
                    <a:pt x="6751" y="59412"/>
                    <a:pt x="6168" y="46663"/>
                    <a:pt x="13584" y="37914"/>
                  </a:cubicBezTo>
                  <a:cubicBezTo>
                    <a:pt x="21083" y="28998"/>
                    <a:pt x="28665" y="28165"/>
                    <a:pt x="38914" y="34247"/>
                  </a:cubicBezTo>
                  <a:cubicBezTo>
                    <a:pt x="40665" y="35331"/>
                    <a:pt x="41914" y="36830"/>
                    <a:pt x="43914" y="37914"/>
                  </a:cubicBezTo>
                  <a:cubicBezTo>
                    <a:pt x="47497" y="39830"/>
                    <a:pt x="51580" y="37664"/>
                    <a:pt x="52580" y="33914"/>
                  </a:cubicBezTo>
                  <a:cubicBezTo>
                    <a:pt x="54747" y="25748"/>
                    <a:pt x="53913" y="18832"/>
                    <a:pt x="63996" y="14249"/>
                  </a:cubicBezTo>
                  <a:cubicBezTo>
                    <a:pt x="69579" y="11749"/>
                    <a:pt x="76328" y="12749"/>
                    <a:pt x="81994" y="13666"/>
                  </a:cubicBezTo>
                  <a:cubicBezTo>
                    <a:pt x="95410" y="15916"/>
                    <a:pt x="104909" y="20915"/>
                    <a:pt x="114991" y="29914"/>
                  </a:cubicBezTo>
                  <a:cubicBezTo>
                    <a:pt x="118157" y="32831"/>
                    <a:pt x="122907" y="29581"/>
                    <a:pt x="121908" y="25498"/>
                  </a:cubicBezTo>
                  <a:lnTo>
                    <a:pt x="121908" y="25498"/>
                  </a:lnTo>
                  <a:close/>
                </a:path>
              </a:pathLst>
            </a:custGeom>
            <a:grpFill/>
            <a:ln w="8332" cap="flat">
              <a:noFill/>
              <a:prstDash val="solid"/>
              <a:miter/>
            </a:ln>
          </p:spPr>
          <p:txBody>
            <a:bodyPr rtlCol="0" anchor="ctr"/>
            <a:lstStyle/>
            <a:p>
              <a:endParaRPr lang="en-US"/>
            </a:p>
          </p:txBody>
        </p:sp>
        <p:sp>
          <p:nvSpPr>
            <p:cNvPr id="2600" name="Freeform: Shape 2599"/>
            <p:cNvSpPr/>
            <p:nvPr/>
          </p:nvSpPr>
          <p:spPr>
            <a:xfrm>
              <a:off x="11044262" y="5339890"/>
              <a:ext cx="79387" cy="72137"/>
            </a:xfrm>
            <a:custGeom>
              <a:avLst/>
              <a:gdLst>
                <a:gd name="connsiteX0" fmla="*/ 79174 w 79387"/>
                <a:gd name="connsiteY0" fmla="*/ 36969 h 72137"/>
                <a:gd name="connsiteX1" fmla="*/ 52176 w 79387"/>
                <a:gd name="connsiteY1" fmla="*/ 17554 h 72137"/>
                <a:gd name="connsiteX2" fmla="*/ 42926 w 79387"/>
                <a:gd name="connsiteY2" fmla="*/ 19387 h 72137"/>
                <a:gd name="connsiteX3" fmla="*/ 40761 w 79387"/>
                <a:gd name="connsiteY3" fmla="*/ 19804 h 72137"/>
                <a:gd name="connsiteX4" fmla="*/ 40260 w 79387"/>
                <a:gd name="connsiteY4" fmla="*/ 18804 h 72137"/>
                <a:gd name="connsiteX5" fmla="*/ 34344 w 79387"/>
                <a:gd name="connsiteY5" fmla="*/ 3805 h 72137"/>
                <a:gd name="connsiteX6" fmla="*/ 1347 w 79387"/>
                <a:gd name="connsiteY6" fmla="*/ 9888 h 72137"/>
                <a:gd name="connsiteX7" fmla="*/ 4346 w 79387"/>
                <a:gd name="connsiteY7" fmla="*/ 14721 h 72137"/>
                <a:gd name="connsiteX8" fmla="*/ 22428 w 79387"/>
                <a:gd name="connsiteY8" fmla="*/ 7638 h 72137"/>
                <a:gd name="connsiteX9" fmla="*/ 29428 w 79387"/>
                <a:gd name="connsiteY9" fmla="*/ 22720 h 72137"/>
                <a:gd name="connsiteX10" fmla="*/ 34594 w 79387"/>
                <a:gd name="connsiteY10" fmla="*/ 31386 h 72137"/>
                <a:gd name="connsiteX11" fmla="*/ 54509 w 79387"/>
                <a:gd name="connsiteY11" fmla="*/ 30719 h 72137"/>
                <a:gd name="connsiteX12" fmla="*/ 51843 w 79387"/>
                <a:gd name="connsiteY12" fmla="*/ 62967 h 72137"/>
                <a:gd name="connsiteX13" fmla="*/ 57508 w 79387"/>
                <a:gd name="connsiteY13" fmla="*/ 71965 h 72137"/>
                <a:gd name="connsiteX14" fmla="*/ 79174 w 79387"/>
                <a:gd name="connsiteY14" fmla="*/ 36969 h 72137"/>
                <a:gd name="connsiteX15" fmla="*/ 79174 w 79387"/>
                <a:gd name="connsiteY15" fmla="*/ 36969 h 72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9387" h="72137">
                  <a:moveTo>
                    <a:pt x="79174" y="36969"/>
                  </a:moveTo>
                  <a:cubicBezTo>
                    <a:pt x="77423" y="22970"/>
                    <a:pt x="65341" y="16637"/>
                    <a:pt x="52176" y="17554"/>
                  </a:cubicBezTo>
                  <a:cubicBezTo>
                    <a:pt x="49010" y="17804"/>
                    <a:pt x="46009" y="18970"/>
                    <a:pt x="42926" y="19387"/>
                  </a:cubicBezTo>
                  <a:cubicBezTo>
                    <a:pt x="41926" y="19554"/>
                    <a:pt x="41260" y="19637"/>
                    <a:pt x="40761" y="19804"/>
                  </a:cubicBezTo>
                  <a:cubicBezTo>
                    <a:pt x="40677" y="19554"/>
                    <a:pt x="40594" y="19220"/>
                    <a:pt x="40260" y="18804"/>
                  </a:cubicBezTo>
                  <a:cubicBezTo>
                    <a:pt x="37344" y="14304"/>
                    <a:pt x="38927" y="8055"/>
                    <a:pt x="34344" y="3805"/>
                  </a:cubicBezTo>
                  <a:cubicBezTo>
                    <a:pt x="24178" y="-5444"/>
                    <a:pt x="10430" y="4388"/>
                    <a:pt x="1347" y="9888"/>
                  </a:cubicBezTo>
                  <a:cubicBezTo>
                    <a:pt x="-1820" y="11804"/>
                    <a:pt x="1181" y="16304"/>
                    <a:pt x="4346" y="14721"/>
                  </a:cubicBezTo>
                  <a:cubicBezTo>
                    <a:pt x="9347" y="12221"/>
                    <a:pt x="16679" y="6722"/>
                    <a:pt x="22428" y="7638"/>
                  </a:cubicBezTo>
                  <a:cubicBezTo>
                    <a:pt x="33677" y="9388"/>
                    <a:pt x="28845" y="17221"/>
                    <a:pt x="29428" y="22720"/>
                  </a:cubicBezTo>
                  <a:cubicBezTo>
                    <a:pt x="29845" y="26803"/>
                    <a:pt x="30678" y="29469"/>
                    <a:pt x="34594" y="31386"/>
                  </a:cubicBezTo>
                  <a:cubicBezTo>
                    <a:pt x="40677" y="34219"/>
                    <a:pt x="48092" y="30136"/>
                    <a:pt x="54509" y="30719"/>
                  </a:cubicBezTo>
                  <a:cubicBezTo>
                    <a:pt x="76091" y="32636"/>
                    <a:pt x="57758" y="54884"/>
                    <a:pt x="51843" y="62967"/>
                  </a:cubicBezTo>
                  <a:cubicBezTo>
                    <a:pt x="48593" y="67383"/>
                    <a:pt x="51926" y="73215"/>
                    <a:pt x="57508" y="71965"/>
                  </a:cubicBezTo>
                  <a:cubicBezTo>
                    <a:pt x="71758" y="68633"/>
                    <a:pt x="80923" y="50884"/>
                    <a:pt x="79174" y="36969"/>
                  </a:cubicBezTo>
                  <a:lnTo>
                    <a:pt x="79174" y="36969"/>
                  </a:lnTo>
                  <a:close/>
                </a:path>
              </a:pathLst>
            </a:custGeom>
            <a:grpFill/>
            <a:ln w="8332" cap="flat">
              <a:noFill/>
              <a:prstDash val="solid"/>
              <a:miter/>
            </a:ln>
          </p:spPr>
          <p:txBody>
            <a:bodyPr rtlCol="0" anchor="ctr"/>
            <a:lstStyle/>
            <a:p>
              <a:endParaRPr lang="en-US"/>
            </a:p>
          </p:txBody>
        </p:sp>
        <p:sp>
          <p:nvSpPr>
            <p:cNvPr id="2601" name="Freeform: Shape 2600"/>
            <p:cNvSpPr/>
            <p:nvPr/>
          </p:nvSpPr>
          <p:spPr>
            <a:xfrm>
              <a:off x="10973186" y="5364759"/>
              <a:ext cx="34667" cy="47930"/>
            </a:xfrm>
            <a:custGeom>
              <a:avLst/>
              <a:gdLst>
                <a:gd name="connsiteX0" fmla="*/ 31676 w 34667"/>
                <a:gd name="connsiteY0" fmla="*/ 36514 h 47930"/>
                <a:gd name="connsiteX1" fmla="*/ 11762 w 34667"/>
                <a:gd name="connsiteY1" fmla="*/ 30765 h 47930"/>
                <a:gd name="connsiteX2" fmla="*/ 32177 w 34667"/>
                <a:gd name="connsiteY2" fmla="*/ 3684 h 47930"/>
                <a:gd name="connsiteX3" fmla="*/ 32926 w 34667"/>
                <a:gd name="connsiteY3" fmla="*/ 267 h 47930"/>
                <a:gd name="connsiteX4" fmla="*/ 15011 w 34667"/>
                <a:gd name="connsiteY4" fmla="*/ 7517 h 47930"/>
                <a:gd name="connsiteX5" fmla="*/ 13 w 34667"/>
                <a:gd name="connsiteY5" fmla="*/ 30348 h 47930"/>
                <a:gd name="connsiteX6" fmla="*/ 29094 w 34667"/>
                <a:gd name="connsiteY6" fmla="*/ 47680 h 47930"/>
                <a:gd name="connsiteX7" fmla="*/ 31676 w 34667"/>
                <a:gd name="connsiteY7" fmla="*/ 36514 h 47930"/>
                <a:gd name="connsiteX8" fmla="*/ 31676 w 34667"/>
                <a:gd name="connsiteY8" fmla="*/ 36514 h 47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667" h="47930">
                  <a:moveTo>
                    <a:pt x="31676" y="36514"/>
                  </a:moveTo>
                  <a:cubicBezTo>
                    <a:pt x="27177" y="33598"/>
                    <a:pt x="14595" y="35515"/>
                    <a:pt x="11762" y="30765"/>
                  </a:cubicBezTo>
                  <a:cubicBezTo>
                    <a:pt x="8179" y="24765"/>
                    <a:pt x="24927" y="2517"/>
                    <a:pt x="32177" y="3684"/>
                  </a:cubicBezTo>
                  <a:cubicBezTo>
                    <a:pt x="34427" y="4017"/>
                    <a:pt x="35176" y="601"/>
                    <a:pt x="32926" y="267"/>
                  </a:cubicBezTo>
                  <a:cubicBezTo>
                    <a:pt x="25011" y="-982"/>
                    <a:pt x="20761" y="2268"/>
                    <a:pt x="15011" y="7517"/>
                  </a:cubicBezTo>
                  <a:cubicBezTo>
                    <a:pt x="8762" y="13350"/>
                    <a:pt x="429" y="21182"/>
                    <a:pt x="13" y="30348"/>
                  </a:cubicBezTo>
                  <a:cubicBezTo>
                    <a:pt x="-571" y="43347"/>
                    <a:pt x="18595" y="49263"/>
                    <a:pt x="29094" y="47680"/>
                  </a:cubicBezTo>
                  <a:cubicBezTo>
                    <a:pt x="35009" y="46680"/>
                    <a:pt x="36760" y="39764"/>
                    <a:pt x="31676" y="36514"/>
                  </a:cubicBezTo>
                  <a:lnTo>
                    <a:pt x="31676" y="36514"/>
                  </a:lnTo>
                  <a:close/>
                </a:path>
              </a:pathLst>
            </a:custGeom>
            <a:grpFill/>
            <a:ln w="8332" cap="flat">
              <a:noFill/>
              <a:prstDash val="solid"/>
              <a:miter/>
            </a:ln>
          </p:spPr>
          <p:txBody>
            <a:bodyPr rtlCol="0" anchor="ctr"/>
            <a:lstStyle/>
            <a:p>
              <a:endParaRPr lang="en-US"/>
            </a:p>
          </p:txBody>
        </p:sp>
        <p:sp>
          <p:nvSpPr>
            <p:cNvPr id="2602" name="Freeform: Shape 2601"/>
            <p:cNvSpPr/>
            <p:nvPr/>
          </p:nvSpPr>
          <p:spPr>
            <a:xfrm>
              <a:off x="8781316" y="5290373"/>
              <a:ext cx="581805" cy="333117"/>
            </a:xfrm>
            <a:custGeom>
              <a:avLst/>
              <a:gdLst>
                <a:gd name="connsiteX0" fmla="*/ 559363 w 581805"/>
                <a:gd name="connsiteY0" fmla="*/ 107067 h 333117"/>
                <a:gd name="connsiteX1" fmla="*/ 517950 w 581805"/>
                <a:gd name="connsiteY1" fmla="*/ 39574 h 333117"/>
                <a:gd name="connsiteX2" fmla="*/ 462122 w 581805"/>
                <a:gd name="connsiteY2" fmla="*/ 3493 h 333117"/>
                <a:gd name="connsiteX3" fmla="*/ 445040 w 581805"/>
                <a:gd name="connsiteY3" fmla="*/ 494 h 333117"/>
                <a:gd name="connsiteX4" fmla="*/ 411210 w 581805"/>
                <a:gd name="connsiteY4" fmla="*/ 4244 h 333117"/>
                <a:gd name="connsiteX5" fmla="*/ 343467 w 581805"/>
                <a:gd name="connsiteY5" fmla="*/ 11493 h 333117"/>
                <a:gd name="connsiteX6" fmla="*/ 317551 w 581805"/>
                <a:gd name="connsiteY6" fmla="*/ 15743 h 333117"/>
                <a:gd name="connsiteX7" fmla="*/ 294304 w 581805"/>
                <a:gd name="connsiteY7" fmla="*/ 23658 h 333117"/>
                <a:gd name="connsiteX8" fmla="*/ 285805 w 581805"/>
                <a:gd name="connsiteY8" fmla="*/ 41823 h 333117"/>
                <a:gd name="connsiteX9" fmla="*/ 266890 w 581805"/>
                <a:gd name="connsiteY9" fmla="*/ 58239 h 333117"/>
                <a:gd name="connsiteX10" fmla="*/ 228810 w 581805"/>
                <a:gd name="connsiteY10" fmla="*/ 56739 h 333117"/>
                <a:gd name="connsiteX11" fmla="*/ 203646 w 581805"/>
                <a:gd name="connsiteY11" fmla="*/ 47490 h 333117"/>
                <a:gd name="connsiteX12" fmla="*/ 181230 w 581805"/>
                <a:gd name="connsiteY12" fmla="*/ 51073 h 333117"/>
                <a:gd name="connsiteX13" fmla="*/ 149150 w 581805"/>
                <a:gd name="connsiteY13" fmla="*/ 59738 h 333117"/>
                <a:gd name="connsiteX14" fmla="*/ 77323 w 581805"/>
                <a:gd name="connsiteY14" fmla="*/ 77154 h 333117"/>
                <a:gd name="connsiteX15" fmla="*/ 45410 w 581805"/>
                <a:gd name="connsiteY15" fmla="*/ 85403 h 333117"/>
                <a:gd name="connsiteX16" fmla="*/ 32327 w 581805"/>
                <a:gd name="connsiteY16" fmla="*/ 89153 h 333117"/>
                <a:gd name="connsiteX17" fmla="*/ 24662 w 581805"/>
                <a:gd name="connsiteY17" fmla="*/ 90902 h 333117"/>
                <a:gd name="connsiteX18" fmla="*/ 13662 w 581805"/>
                <a:gd name="connsiteY18" fmla="*/ 100318 h 333117"/>
                <a:gd name="connsiteX19" fmla="*/ 12163 w 581805"/>
                <a:gd name="connsiteY19" fmla="*/ 124816 h 333117"/>
                <a:gd name="connsiteX20" fmla="*/ 6330 w 581805"/>
                <a:gd name="connsiteY20" fmla="*/ 166479 h 333117"/>
                <a:gd name="connsiteX21" fmla="*/ 1580 w 581805"/>
                <a:gd name="connsiteY21" fmla="*/ 202725 h 333117"/>
                <a:gd name="connsiteX22" fmla="*/ 2163 w 581805"/>
                <a:gd name="connsiteY22" fmla="*/ 233056 h 333117"/>
                <a:gd name="connsiteX23" fmla="*/ 53576 w 581805"/>
                <a:gd name="connsiteY23" fmla="*/ 255804 h 333117"/>
                <a:gd name="connsiteX24" fmla="*/ 195646 w 581805"/>
                <a:gd name="connsiteY24" fmla="*/ 292301 h 333117"/>
                <a:gd name="connsiteX25" fmla="*/ 225143 w 581805"/>
                <a:gd name="connsiteY25" fmla="*/ 289135 h 333117"/>
                <a:gd name="connsiteX26" fmla="*/ 262140 w 581805"/>
                <a:gd name="connsiteY26" fmla="*/ 277052 h 333117"/>
                <a:gd name="connsiteX27" fmla="*/ 295471 w 581805"/>
                <a:gd name="connsiteY27" fmla="*/ 300383 h 333117"/>
                <a:gd name="connsiteX28" fmla="*/ 305553 w 581805"/>
                <a:gd name="connsiteY28" fmla="*/ 319798 h 333117"/>
                <a:gd name="connsiteX29" fmla="*/ 329384 w 581805"/>
                <a:gd name="connsiteY29" fmla="*/ 322798 h 333117"/>
                <a:gd name="connsiteX30" fmla="*/ 371214 w 581805"/>
                <a:gd name="connsiteY30" fmla="*/ 326464 h 333117"/>
                <a:gd name="connsiteX31" fmla="*/ 448790 w 581805"/>
                <a:gd name="connsiteY31" fmla="*/ 333047 h 333117"/>
                <a:gd name="connsiteX32" fmla="*/ 560030 w 581805"/>
                <a:gd name="connsiteY32" fmla="*/ 295384 h 333117"/>
                <a:gd name="connsiteX33" fmla="*/ 567946 w 581805"/>
                <a:gd name="connsiteY33" fmla="*/ 273886 h 333117"/>
                <a:gd name="connsiteX34" fmla="*/ 559363 w 581805"/>
                <a:gd name="connsiteY34" fmla="*/ 107067 h 333117"/>
                <a:gd name="connsiteX35" fmla="*/ 559363 w 581805"/>
                <a:gd name="connsiteY35" fmla="*/ 107067 h 333117"/>
                <a:gd name="connsiteX36" fmla="*/ 57825 w 581805"/>
                <a:gd name="connsiteY36" fmla="*/ 94985 h 333117"/>
                <a:gd name="connsiteX37" fmla="*/ 92072 w 581805"/>
                <a:gd name="connsiteY37" fmla="*/ 86903 h 333117"/>
                <a:gd name="connsiteX38" fmla="*/ 152483 w 581805"/>
                <a:gd name="connsiteY38" fmla="*/ 72237 h 333117"/>
                <a:gd name="connsiteX39" fmla="*/ 182481 w 581805"/>
                <a:gd name="connsiteY39" fmla="*/ 64905 h 333117"/>
                <a:gd name="connsiteX40" fmla="*/ 199479 w 581805"/>
                <a:gd name="connsiteY40" fmla="*/ 62572 h 333117"/>
                <a:gd name="connsiteX41" fmla="*/ 214145 w 581805"/>
                <a:gd name="connsiteY41" fmla="*/ 70821 h 333117"/>
                <a:gd name="connsiteX42" fmla="*/ 263140 w 581805"/>
                <a:gd name="connsiteY42" fmla="*/ 78487 h 333117"/>
                <a:gd name="connsiteX43" fmla="*/ 298720 w 581805"/>
                <a:gd name="connsiteY43" fmla="*/ 59655 h 333117"/>
                <a:gd name="connsiteX44" fmla="*/ 307469 w 581805"/>
                <a:gd name="connsiteY44" fmla="*/ 36157 h 333117"/>
                <a:gd name="connsiteX45" fmla="*/ 328801 w 581805"/>
                <a:gd name="connsiteY45" fmla="*/ 29658 h 333117"/>
                <a:gd name="connsiteX46" fmla="*/ 387962 w 581805"/>
                <a:gd name="connsiteY46" fmla="*/ 19326 h 333117"/>
                <a:gd name="connsiteX47" fmla="*/ 418043 w 581805"/>
                <a:gd name="connsiteY47" fmla="*/ 14409 h 333117"/>
                <a:gd name="connsiteX48" fmla="*/ 458040 w 581805"/>
                <a:gd name="connsiteY48" fmla="*/ 8910 h 333117"/>
                <a:gd name="connsiteX49" fmla="*/ 461789 w 581805"/>
                <a:gd name="connsiteY49" fmla="*/ 8493 h 333117"/>
                <a:gd name="connsiteX50" fmla="*/ 489786 w 581805"/>
                <a:gd name="connsiteY50" fmla="*/ 27075 h 333117"/>
                <a:gd name="connsiteX51" fmla="*/ 518367 w 581805"/>
                <a:gd name="connsiteY51" fmla="*/ 59072 h 333117"/>
                <a:gd name="connsiteX52" fmla="*/ 550531 w 581805"/>
                <a:gd name="connsiteY52" fmla="*/ 122816 h 333117"/>
                <a:gd name="connsiteX53" fmla="*/ 566280 w 581805"/>
                <a:gd name="connsiteY53" fmla="*/ 201143 h 333117"/>
                <a:gd name="connsiteX54" fmla="*/ 565196 w 581805"/>
                <a:gd name="connsiteY54" fmla="*/ 226973 h 333117"/>
                <a:gd name="connsiteX55" fmla="*/ 534699 w 581805"/>
                <a:gd name="connsiteY55" fmla="*/ 181977 h 333117"/>
                <a:gd name="connsiteX56" fmla="*/ 385046 w 581805"/>
                <a:gd name="connsiteY56" fmla="*/ 140065 h 333117"/>
                <a:gd name="connsiteX57" fmla="*/ 205729 w 581805"/>
                <a:gd name="connsiteY57" fmla="*/ 120400 h 333117"/>
                <a:gd name="connsiteX58" fmla="*/ 113820 w 581805"/>
                <a:gd name="connsiteY58" fmla="*/ 109317 h 333117"/>
                <a:gd name="connsiteX59" fmla="*/ 70824 w 581805"/>
                <a:gd name="connsiteY59" fmla="*/ 101652 h 333117"/>
                <a:gd name="connsiteX60" fmla="*/ 41743 w 581805"/>
                <a:gd name="connsiteY60" fmla="*/ 98735 h 333117"/>
                <a:gd name="connsiteX61" fmla="*/ 57825 w 581805"/>
                <a:gd name="connsiteY61" fmla="*/ 94985 h 333117"/>
                <a:gd name="connsiteX62" fmla="*/ 57825 w 581805"/>
                <a:gd name="connsiteY62" fmla="*/ 94985 h 333117"/>
                <a:gd name="connsiteX63" fmla="*/ 546697 w 581805"/>
                <a:gd name="connsiteY63" fmla="*/ 293051 h 333117"/>
                <a:gd name="connsiteX64" fmla="*/ 480537 w 581805"/>
                <a:gd name="connsiteY64" fmla="*/ 320298 h 333117"/>
                <a:gd name="connsiteX65" fmla="*/ 347466 w 581805"/>
                <a:gd name="connsiteY65" fmla="*/ 308799 h 333117"/>
                <a:gd name="connsiteX66" fmla="*/ 317468 w 581805"/>
                <a:gd name="connsiteY66" fmla="*/ 305966 h 333117"/>
                <a:gd name="connsiteX67" fmla="*/ 310469 w 581805"/>
                <a:gd name="connsiteY67" fmla="*/ 295717 h 333117"/>
                <a:gd name="connsiteX68" fmla="*/ 306386 w 581805"/>
                <a:gd name="connsiteY68" fmla="*/ 285301 h 333117"/>
                <a:gd name="connsiteX69" fmla="*/ 263723 w 581805"/>
                <a:gd name="connsiteY69" fmla="*/ 261804 h 333117"/>
                <a:gd name="connsiteX70" fmla="*/ 208812 w 581805"/>
                <a:gd name="connsiteY70" fmla="*/ 278385 h 333117"/>
                <a:gd name="connsiteX71" fmla="*/ 146317 w 581805"/>
                <a:gd name="connsiteY71" fmla="*/ 266386 h 333117"/>
                <a:gd name="connsiteX72" fmla="*/ 73324 w 581805"/>
                <a:gd name="connsiteY72" fmla="*/ 243972 h 333117"/>
                <a:gd name="connsiteX73" fmla="*/ 36077 w 581805"/>
                <a:gd name="connsiteY73" fmla="*/ 235556 h 333117"/>
                <a:gd name="connsiteX74" fmla="*/ 18662 w 581805"/>
                <a:gd name="connsiteY74" fmla="*/ 228140 h 333117"/>
                <a:gd name="connsiteX75" fmla="*/ 18329 w 581805"/>
                <a:gd name="connsiteY75" fmla="*/ 201225 h 333117"/>
                <a:gd name="connsiteX76" fmla="*/ 26745 w 581805"/>
                <a:gd name="connsiteY76" fmla="*/ 129565 h 333117"/>
                <a:gd name="connsiteX77" fmla="*/ 27994 w 581805"/>
                <a:gd name="connsiteY77" fmla="*/ 113733 h 333117"/>
                <a:gd name="connsiteX78" fmla="*/ 27745 w 581805"/>
                <a:gd name="connsiteY78" fmla="*/ 105734 h 333117"/>
                <a:gd name="connsiteX79" fmla="*/ 39160 w 581805"/>
                <a:gd name="connsiteY79" fmla="*/ 106901 h 333117"/>
                <a:gd name="connsiteX80" fmla="*/ 71574 w 581805"/>
                <a:gd name="connsiteY80" fmla="*/ 110401 h 333117"/>
                <a:gd name="connsiteX81" fmla="*/ 142901 w 581805"/>
                <a:gd name="connsiteY81" fmla="*/ 122066 h 333117"/>
                <a:gd name="connsiteX82" fmla="*/ 283888 w 581805"/>
                <a:gd name="connsiteY82" fmla="*/ 139314 h 333117"/>
                <a:gd name="connsiteX83" fmla="*/ 422376 w 581805"/>
                <a:gd name="connsiteY83" fmla="*/ 161313 h 333117"/>
                <a:gd name="connsiteX84" fmla="*/ 487703 w 581805"/>
                <a:gd name="connsiteY84" fmla="*/ 177145 h 333117"/>
                <a:gd name="connsiteX85" fmla="*/ 547864 w 581805"/>
                <a:gd name="connsiteY85" fmla="*/ 222974 h 333117"/>
                <a:gd name="connsiteX86" fmla="*/ 554114 w 581805"/>
                <a:gd name="connsiteY86" fmla="*/ 272469 h 333117"/>
                <a:gd name="connsiteX87" fmla="*/ 553697 w 581805"/>
                <a:gd name="connsiteY87" fmla="*/ 273636 h 333117"/>
                <a:gd name="connsiteX88" fmla="*/ 553364 w 581805"/>
                <a:gd name="connsiteY88" fmla="*/ 276386 h 333117"/>
                <a:gd name="connsiteX89" fmla="*/ 546697 w 581805"/>
                <a:gd name="connsiteY89" fmla="*/ 293051 h 333117"/>
                <a:gd name="connsiteX90" fmla="*/ 546697 w 581805"/>
                <a:gd name="connsiteY90" fmla="*/ 293051 h 333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581805" h="333117">
                  <a:moveTo>
                    <a:pt x="559363" y="107067"/>
                  </a:moveTo>
                  <a:cubicBezTo>
                    <a:pt x="549947" y="82736"/>
                    <a:pt x="535866" y="58572"/>
                    <a:pt x="517950" y="39574"/>
                  </a:cubicBezTo>
                  <a:cubicBezTo>
                    <a:pt x="502702" y="23325"/>
                    <a:pt x="485037" y="3744"/>
                    <a:pt x="462122" y="3493"/>
                  </a:cubicBezTo>
                  <a:cubicBezTo>
                    <a:pt x="456790" y="-1006"/>
                    <a:pt x="452123" y="-89"/>
                    <a:pt x="445040" y="494"/>
                  </a:cubicBezTo>
                  <a:cubicBezTo>
                    <a:pt x="433708" y="1327"/>
                    <a:pt x="422543" y="2910"/>
                    <a:pt x="411210" y="4244"/>
                  </a:cubicBezTo>
                  <a:cubicBezTo>
                    <a:pt x="388712" y="6910"/>
                    <a:pt x="366048" y="9243"/>
                    <a:pt x="343467" y="11493"/>
                  </a:cubicBezTo>
                  <a:cubicBezTo>
                    <a:pt x="334717" y="12326"/>
                    <a:pt x="326218" y="14076"/>
                    <a:pt x="317551" y="15743"/>
                  </a:cubicBezTo>
                  <a:cubicBezTo>
                    <a:pt x="309969" y="17159"/>
                    <a:pt x="299970" y="17576"/>
                    <a:pt x="294304" y="23658"/>
                  </a:cubicBezTo>
                  <a:cubicBezTo>
                    <a:pt x="289888" y="28408"/>
                    <a:pt x="288222" y="35907"/>
                    <a:pt x="285805" y="41823"/>
                  </a:cubicBezTo>
                  <a:cubicBezTo>
                    <a:pt x="281638" y="52239"/>
                    <a:pt x="278555" y="55239"/>
                    <a:pt x="266890" y="58239"/>
                  </a:cubicBezTo>
                  <a:cubicBezTo>
                    <a:pt x="253974" y="61572"/>
                    <a:pt x="241558" y="60155"/>
                    <a:pt x="228810" y="56739"/>
                  </a:cubicBezTo>
                  <a:cubicBezTo>
                    <a:pt x="220144" y="54405"/>
                    <a:pt x="212478" y="48990"/>
                    <a:pt x="203646" y="47490"/>
                  </a:cubicBezTo>
                  <a:cubicBezTo>
                    <a:pt x="195896" y="46156"/>
                    <a:pt x="188480" y="48656"/>
                    <a:pt x="181230" y="51073"/>
                  </a:cubicBezTo>
                  <a:cubicBezTo>
                    <a:pt x="170731" y="54572"/>
                    <a:pt x="159900" y="56989"/>
                    <a:pt x="149150" y="59738"/>
                  </a:cubicBezTo>
                  <a:cubicBezTo>
                    <a:pt x="125236" y="65821"/>
                    <a:pt x="101321" y="71571"/>
                    <a:pt x="77323" y="77154"/>
                  </a:cubicBezTo>
                  <a:cubicBezTo>
                    <a:pt x="66574" y="79653"/>
                    <a:pt x="55909" y="82153"/>
                    <a:pt x="45410" y="85403"/>
                  </a:cubicBezTo>
                  <a:cubicBezTo>
                    <a:pt x="41077" y="86736"/>
                    <a:pt x="36577" y="87652"/>
                    <a:pt x="32327" y="89153"/>
                  </a:cubicBezTo>
                  <a:cubicBezTo>
                    <a:pt x="29745" y="89653"/>
                    <a:pt x="27244" y="90235"/>
                    <a:pt x="24662" y="90902"/>
                  </a:cubicBezTo>
                  <a:cubicBezTo>
                    <a:pt x="19162" y="92319"/>
                    <a:pt x="15163" y="94485"/>
                    <a:pt x="13662" y="100318"/>
                  </a:cubicBezTo>
                  <a:cubicBezTo>
                    <a:pt x="11746" y="107484"/>
                    <a:pt x="12913" y="117400"/>
                    <a:pt x="12163" y="124816"/>
                  </a:cubicBezTo>
                  <a:cubicBezTo>
                    <a:pt x="10746" y="138815"/>
                    <a:pt x="8663" y="152564"/>
                    <a:pt x="6330" y="166479"/>
                  </a:cubicBezTo>
                  <a:cubicBezTo>
                    <a:pt x="4330" y="178478"/>
                    <a:pt x="3080" y="190643"/>
                    <a:pt x="1580" y="202725"/>
                  </a:cubicBezTo>
                  <a:cubicBezTo>
                    <a:pt x="330" y="212475"/>
                    <a:pt x="-1503" y="223640"/>
                    <a:pt x="2163" y="233056"/>
                  </a:cubicBezTo>
                  <a:cubicBezTo>
                    <a:pt x="9746" y="252721"/>
                    <a:pt x="36327" y="252138"/>
                    <a:pt x="53576" y="255804"/>
                  </a:cubicBezTo>
                  <a:cubicBezTo>
                    <a:pt x="100988" y="265886"/>
                    <a:pt x="147150" y="287385"/>
                    <a:pt x="195646" y="292301"/>
                  </a:cubicBezTo>
                  <a:cubicBezTo>
                    <a:pt x="205562" y="293301"/>
                    <a:pt x="215644" y="292384"/>
                    <a:pt x="225143" y="289135"/>
                  </a:cubicBezTo>
                  <a:cubicBezTo>
                    <a:pt x="237726" y="284885"/>
                    <a:pt x="248475" y="277719"/>
                    <a:pt x="262140" y="277052"/>
                  </a:cubicBezTo>
                  <a:cubicBezTo>
                    <a:pt x="278555" y="276219"/>
                    <a:pt x="290221" y="285218"/>
                    <a:pt x="295471" y="300383"/>
                  </a:cubicBezTo>
                  <a:cubicBezTo>
                    <a:pt x="298137" y="308049"/>
                    <a:pt x="297720" y="315632"/>
                    <a:pt x="305553" y="319798"/>
                  </a:cubicBezTo>
                  <a:cubicBezTo>
                    <a:pt x="312053" y="323298"/>
                    <a:pt x="322301" y="322215"/>
                    <a:pt x="329384" y="322798"/>
                  </a:cubicBezTo>
                  <a:cubicBezTo>
                    <a:pt x="343383" y="323881"/>
                    <a:pt x="357298" y="324798"/>
                    <a:pt x="371214" y="326464"/>
                  </a:cubicBezTo>
                  <a:cubicBezTo>
                    <a:pt x="397128" y="329464"/>
                    <a:pt x="422626" y="332714"/>
                    <a:pt x="448790" y="333047"/>
                  </a:cubicBezTo>
                  <a:cubicBezTo>
                    <a:pt x="485703" y="333547"/>
                    <a:pt x="539199" y="332381"/>
                    <a:pt x="560030" y="295384"/>
                  </a:cubicBezTo>
                  <a:cubicBezTo>
                    <a:pt x="563696" y="288801"/>
                    <a:pt x="566363" y="281552"/>
                    <a:pt x="567946" y="273886"/>
                  </a:cubicBezTo>
                  <a:cubicBezTo>
                    <a:pt x="594110" y="223724"/>
                    <a:pt x="578612" y="156730"/>
                    <a:pt x="559363" y="107067"/>
                  </a:cubicBezTo>
                  <a:lnTo>
                    <a:pt x="559363" y="107067"/>
                  </a:lnTo>
                  <a:close/>
                  <a:moveTo>
                    <a:pt x="57825" y="94985"/>
                  </a:moveTo>
                  <a:cubicBezTo>
                    <a:pt x="69158" y="91985"/>
                    <a:pt x="80657" y="89486"/>
                    <a:pt x="92072" y="86903"/>
                  </a:cubicBezTo>
                  <a:cubicBezTo>
                    <a:pt x="112320" y="82320"/>
                    <a:pt x="132402" y="77320"/>
                    <a:pt x="152483" y="72237"/>
                  </a:cubicBezTo>
                  <a:cubicBezTo>
                    <a:pt x="162482" y="69738"/>
                    <a:pt x="172482" y="67404"/>
                    <a:pt x="182481" y="64905"/>
                  </a:cubicBezTo>
                  <a:cubicBezTo>
                    <a:pt x="187980" y="63488"/>
                    <a:pt x="193729" y="61238"/>
                    <a:pt x="199479" y="62572"/>
                  </a:cubicBezTo>
                  <a:cubicBezTo>
                    <a:pt x="204729" y="63821"/>
                    <a:pt x="209395" y="68404"/>
                    <a:pt x="214145" y="70821"/>
                  </a:cubicBezTo>
                  <a:cubicBezTo>
                    <a:pt x="228393" y="78320"/>
                    <a:pt x="247392" y="81486"/>
                    <a:pt x="263140" y="78487"/>
                  </a:cubicBezTo>
                  <a:cubicBezTo>
                    <a:pt x="275556" y="76154"/>
                    <a:pt x="292221" y="71904"/>
                    <a:pt x="298720" y="59655"/>
                  </a:cubicBezTo>
                  <a:cubicBezTo>
                    <a:pt x="302053" y="53406"/>
                    <a:pt x="302220" y="41323"/>
                    <a:pt x="307469" y="36157"/>
                  </a:cubicBezTo>
                  <a:cubicBezTo>
                    <a:pt x="311802" y="31907"/>
                    <a:pt x="323301" y="31074"/>
                    <a:pt x="328801" y="29658"/>
                  </a:cubicBezTo>
                  <a:cubicBezTo>
                    <a:pt x="348049" y="24825"/>
                    <a:pt x="368298" y="22658"/>
                    <a:pt x="387962" y="19326"/>
                  </a:cubicBezTo>
                  <a:cubicBezTo>
                    <a:pt x="397961" y="17576"/>
                    <a:pt x="408126" y="16409"/>
                    <a:pt x="418043" y="14409"/>
                  </a:cubicBezTo>
                  <a:cubicBezTo>
                    <a:pt x="427125" y="12576"/>
                    <a:pt x="450373" y="3327"/>
                    <a:pt x="458040" y="8910"/>
                  </a:cubicBezTo>
                  <a:cubicBezTo>
                    <a:pt x="459372" y="9910"/>
                    <a:pt x="460789" y="9410"/>
                    <a:pt x="461789" y="8493"/>
                  </a:cubicBezTo>
                  <a:cubicBezTo>
                    <a:pt x="472455" y="12576"/>
                    <a:pt x="483037" y="20575"/>
                    <a:pt x="489786" y="27075"/>
                  </a:cubicBezTo>
                  <a:cubicBezTo>
                    <a:pt x="500035" y="36907"/>
                    <a:pt x="510035" y="47490"/>
                    <a:pt x="518367" y="59072"/>
                  </a:cubicBezTo>
                  <a:cubicBezTo>
                    <a:pt x="532199" y="78403"/>
                    <a:pt x="543032" y="100318"/>
                    <a:pt x="550531" y="122816"/>
                  </a:cubicBezTo>
                  <a:cubicBezTo>
                    <a:pt x="558864" y="147647"/>
                    <a:pt x="565280" y="175062"/>
                    <a:pt x="566280" y="201143"/>
                  </a:cubicBezTo>
                  <a:cubicBezTo>
                    <a:pt x="566612" y="210141"/>
                    <a:pt x="566196" y="218641"/>
                    <a:pt x="565196" y="226973"/>
                  </a:cubicBezTo>
                  <a:cubicBezTo>
                    <a:pt x="559947" y="208558"/>
                    <a:pt x="549531" y="191976"/>
                    <a:pt x="534699" y="181977"/>
                  </a:cubicBezTo>
                  <a:cubicBezTo>
                    <a:pt x="490369" y="152064"/>
                    <a:pt x="436291" y="147647"/>
                    <a:pt x="385046" y="140065"/>
                  </a:cubicBezTo>
                  <a:cubicBezTo>
                    <a:pt x="325385" y="131232"/>
                    <a:pt x="265640" y="126649"/>
                    <a:pt x="205729" y="120400"/>
                  </a:cubicBezTo>
                  <a:cubicBezTo>
                    <a:pt x="175148" y="117233"/>
                    <a:pt x="144318" y="113984"/>
                    <a:pt x="113820" y="109317"/>
                  </a:cubicBezTo>
                  <a:cubicBezTo>
                    <a:pt x="99405" y="107067"/>
                    <a:pt x="85073" y="104484"/>
                    <a:pt x="70824" y="101652"/>
                  </a:cubicBezTo>
                  <a:cubicBezTo>
                    <a:pt x="63324" y="100151"/>
                    <a:pt x="51409" y="100568"/>
                    <a:pt x="41743" y="98735"/>
                  </a:cubicBezTo>
                  <a:cubicBezTo>
                    <a:pt x="47576" y="97402"/>
                    <a:pt x="53242" y="96235"/>
                    <a:pt x="57825" y="94985"/>
                  </a:cubicBezTo>
                  <a:lnTo>
                    <a:pt x="57825" y="94985"/>
                  </a:lnTo>
                  <a:close/>
                  <a:moveTo>
                    <a:pt x="546697" y="293051"/>
                  </a:moveTo>
                  <a:cubicBezTo>
                    <a:pt x="533532" y="313799"/>
                    <a:pt x="503202" y="318632"/>
                    <a:pt x="480537" y="320298"/>
                  </a:cubicBezTo>
                  <a:cubicBezTo>
                    <a:pt x="435875" y="323631"/>
                    <a:pt x="391628" y="313215"/>
                    <a:pt x="347466" y="308799"/>
                  </a:cubicBezTo>
                  <a:cubicBezTo>
                    <a:pt x="339133" y="307966"/>
                    <a:pt x="324801" y="309632"/>
                    <a:pt x="317468" y="305966"/>
                  </a:cubicBezTo>
                  <a:cubicBezTo>
                    <a:pt x="311219" y="302800"/>
                    <a:pt x="312719" y="302716"/>
                    <a:pt x="310469" y="295717"/>
                  </a:cubicBezTo>
                  <a:cubicBezTo>
                    <a:pt x="309386" y="292301"/>
                    <a:pt x="308219" y="288551"/>
                    <a:pt x="306386" y="285301"/>
                  </a:cubicBezTo>
                  <a:cubicBezTo>
                    <a:pt x="297887" y="270136"/>
                    <a:pt x="280889" y="261137"/>
                    <a:pt x="263723" y="261804"/>
                  </a:cubicBezTo>
                  <a:cubicBezTo>
                    <a:pt x="243558" y="262637"/>
                    <a:pt x="228143" y="276136"/>
                    <a:pt x="208812" y="278385"/>
                  </a:cubicBezTo>
                  <a:cubicBezTo>
                    <a:pt x="188147" y="280802"/>
                    <a:pt x="165815" y="271886"/>
                    <a:pt x="146317" y="266386"/>
                  </a:cubicBezTo>
                  <a:cubicBezTo>
                    <a:pt x="121819" y="259471"/>
                    <a:pt x="97821" y="250804"/>
                    <a:pt x="73324" y="243972"/>
                  </a:cubicBezTo>
                  <a:cubicBezTo>
                    <a:pt x="60992" y="240556"/>
                    <a:pt x="48576" y="238306"/>
                    <a:pt x="36077" y="235556"/>
                  </a:cubicBezTo>
                  <a:cubicBezTo>
                    <a:pt x="30327" y="234306"/>
                    <a:pt x="22329" y="233556"/>
                    <a:pt x="18662" y="228140"/>
                  </a:cubicBezTo>
                  <a:cubicBezTo>
                    <a:pt x="14495" y="222057"/>
                    <a:pt x="17578" y="207809"/>
                    <a:pt x="18329" y="201225"/>
                  </a:cubicBezTo>
                  <a:cubicBezTo>
                    <a:pt x="20995" y="177311"/>
                    <a:pt x="24745" y="153480"/>
                    <a:pt x="26745" y="129565"/>
                  </a:cubicBezTo>
                  <a:cubicBezTo>
                    <a:pt x="27161" y="124316"/>
                    <a:pt x="27578" y="118983"/>
                    <a:pt x="27994" y="113733"/>
                  </a:cubicBezTo>
                  <a:cubicBezTo>
                    <a:pt x="28078" y="112984"/>
                    <a:pt x="27828" y="108984"/>
                    <a:pt x="27745" y="105734"/>
                  </a:cubicBezTo>
                  <a:cubicBezTo>
                    <a:pt x="31411" y="106734"/>
                    <a:pt x="34994" y="106734"/>
                    <a:pt x="39160" y="106901"/>
                  </a:cubicBezTo>
                  <a:cubicBezTo>
                    <a:pt x="50076" y="107234"/>
                    <a:pt x="60825" y="108484"/>
                    <a:pt x="71574" y="110401"/>
                  </a:cubicBezTo>
                  <a:cubicBezTo>
                    <a:pt x="95322" y="114650"/>
                    <a:pt x="118903" y="119150"/>
                    <a:pt x="142901" y="122066"/>
                  </a:cubicBezTo>
                  <a:cubicBezTo>
                    <a:pt x="189813" y="127899"/>
                    <a:pt x="237059" y="132815"/>
                    <a:pt x="283888" y="139314"/>
                  </a:cubicBezTo>
                  <a:cubicBezTo>
                    <a:pt x="330134" y="145731"/>
                    <a:pt x="376296" y="153896"/>
                    <a:pt x="422376" y="161313"/>
                  </a:cubicBezTo>
                  <a:cubicBezTo>
                    <a:pt x="444457" y="164896"/>
                    <a:pt x="466621" y="169645"/>
                    <a:pt x="487703" y="177145"/>
                  </a:cubicBezTo>
                  <a:cubicBezTo>
                    <a:pt x="511534" y="185727"/>
                    <a:pt x="538448" y="197643"/>
                    <a:pt x="547864" y="222974"/>
                  </a:cubicBezTo>
                  <a:cubicBezTo>
                    <a:pt x="553197" y="237389"/>
                    <a:pt x="556614" y="255887"/>
                    <a:pt x="554114" y="272469"/>
                  </a:cubicBezTo>
                  <a:cubicBezTo>
                    <a:pt x="553947" y="272886"/>
                    <a:pt x="553864" y="273219"/>
                    <a:pt x="553697" y="273636"/>
                  </a:cubicBezTo>
                  <a:cubicBezTo>
                    <a:pt x="553280" y="274636"/>
                    <a:pt x="553280" y="275553"/>
                    <a:pt x="553364" y="276386"/>
                  </a:cubicBezTo>
                  <a:cubicBezTo>
                    <a:pt x="552030" y="282385"/>
                    <a:pt x="549864" y="288051"/>
                    <a:pt x="546697" y="293051"/>
                  </a:cubicBezTo>
                  <a:lnTo>
                    <a:pt x="546697" y="293051"/>
                  </a:lnTo>
                  <a:close/>
                </a:path>
              </a:pathLst>
            </a:custGeom>
            <a:grpFill/>
            <a:ln w="8332" cap="flat">
              <a:noFill/>
              <a:prstDash val="solid"/>
              <a:miter/>
            </a:ln>
          </p:spPr>
          <p:txBody>
            <a:bodyPr rtlCol="0" anchor="ctr"/>
            <a:lstStyle/>
            <a:p>
              <a:endParaRPr lang="en-US"/>
            </a:p>
          </p:txBody>
        </p:sp>
        <p:sp>
          <p:nvSpPr>
            <p:cNvPr id="2603" name="Freeform: Shape 2602"/>
            <p:cNvSpPr/>
            <p:nvPr/>
          </p:nvSpPr>
          <p:spPr>
            <a:xfrm>
              <a:off x="9111724" y="5474670"/>
              <a:ext cx="110042" cy="99737"/>
            </a:xfrm>
            <a:custGeom>
              <a:avLst/>
              <a:gdLst>
                <a:gd name="connsiteX0" fmla="*/ 64554 w 110042"/>
                <a:gd name="connsiteY0" fmla="*/ 263 h 99737"/>
                <a:gd name="connsiteX1" fmla="*/ 14059 w 110042"/>
                <a:gd name="connsiteY1" fmla="*/ 24178 h 99737"/>
                <a:gd name="connsiteX2" fmla="*/ 13975 w 110042"/>
                <a:gd name="connsiteY2" fmla="*/ 24261 h 99737"/>
                <a:gd name="connsiteX3" fmla="*/ 3725 w 110042"/>
                <a:gd name="connsiteY3" fmla="*/ 68841 h 99737"/>
                <a:gd name="connsiteX4" fmla="*/ 99217 w 110042"/>
                <a:gd name="connsiteY4" fmla="*/ 80506 h 99737"/>
                <a:gd name="connsiteX5" fmla="*/ 64554 w 110042"/>
                <a:gd name="connsiteY5" fmla="*/ 263 h 99737"/>
                <a:gd name="connsiteX6" fmla="*/ 64554 w 110042"/>
                <a:gd name="connsiteY6" fmla="*/ 263 h 99737"/>
                <a:gd name="connsiteX7" fmla="*/ 86802 w 110042"/>
                <a:gd name="connsiteY7" fmla="*/ 75507 h 99737"/>
                <a:gd name="connsiteX8" fmla="*/ 41139 w 110042"/>
                <a:gd name="connsiteY8" fmla="*/ 85839 h 99737"/>
                <a:gd name="connsiteX9" fmla="*/ 94801 w 110042"/>
                <a:gd name="connsiteY9" fmla="*/ 61008 h 99737"/>
                <a:gd name="connsiteX10" fmla="*/ 92135 w 110042"/>
                <a:gd name="connsiteY10" fmla="*/ 58425 h 99737"/>
                <a:gd name="connsiteX11" fmla="*/ 13558 w 110042"/>
                <a:gd name="connsiteY11" fmla="*/ 64591 h 99737"/>
                <a:gd name="connsiteX12" fmla="*/ 14308 w 110042"/>
                <a:gd name="connsiteY12" fmla="*/ 63008 h 99737"/>
                <a:gd name="connsiteX13" fmla="*/ 13642 w 110042"/>
                <a:gd name="connsiteY13" fmla="*/ 42176 h 99737"/>
                <a:gd name="connsiteX14" fmla="*/ 24640 w 110042"/>
                <a:gd name="connsiteY14" fmla="*/ 25011 h 99737"/>
                <a:gd name="connsiteX15" fmla="*/ 63303 w 110042"/>
                <a:gd name="connsiteY15" fmla="*/ 11179 h 99737"/>
                <a:gd name="connsiteX16" fmla="*/ 86802 w 110042"/>
                <a:gd name="connsiteY16" fmla="*/ 75507 h 99737"/>
                <a:gd name="connsiteX17" fmla="*/ 86802 w 110042"/>
                <a:gd name="connsiteY17" fmla="*/ 75507 h 99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0042" h="99737">
                  <a:moveTo>
                    <a:pt x="64554" y="263"/>
                  </a:moveTo>
                  <a:cubicBezTo>
                    <a:pt x="46471" y="-1820"/>
                    <a:pt x="25474" y="8679"/>
                    <a:pt x="14059" y="24178"/>
                  </a:cubicBezTo>
                  <a:lnTo>
                    <a:pt x="13975" y="24261"/>
                  </a:lnTo>
                  <a:cubicBezTo>
                    <a:pt x="1642" y="36843"/>
                    <a:pt x="-4441" y="52342"/>
                    <a:pt x="3725" y="68841"/>
                  </a:cubicBezTo>
                  <a:cubicBezTo>
                    <a:pt x="20891" y="103504"/>
                    <a:pt x="74969" y="111253"/>
                    <a:pt x="99217" y="80506"/>
                  </a:cubicBezTo>
                  <a:cubicBezTo>
                    <a:pt x="123631" y="49342"/>
                    <a:pt x="104467" y="4929"/>
                    <a:pt x="64554" y="263"/>
                  </a:cubicBezTo>
                  <a:lnTo>
                    <a:pt x="64554" y="263"/>
                  </a:lnTo>
                  <a:close/>
                  <a:moveTo>
                    <a:pt x="86802" y="75507"/>
                  </a:moveTo>
                  <a:cubicBezTo>
                    <a:pt x="75553" y="88255"/>
                    <a:pt x="57304" y="90672"/>
                    <a:pt x="41139" y="85839"/>
                  </a:cubicBezTo>
                  <a:cubicBezTo>
                    <a:pt x="62470" y="87589"/>
                    <a:pt x="82885" y="78673"/>
                    <a:pt x="94801" y="61008"/>
                  </a:cubicBezTo>
                  <a:cubicBezTo>
                    <a:pt x="95801" y="59508"/>
                    <a:pt x="93634" y="57258"/>
                    <a:pt x="92135" y="58425"/>
                  </a:cubicBezTo>
                  <a:cubicBezTo>
                    <a:pt x="71053" y="75090"/>
                    <a:pt x="34640" y="86506"/>
                    <a:pt x="13558" y="64591"/>
                  </a:cubicBezTo>
                  <a:cubicBezTo>
                    <a:pt x="13975" y="64091"/>
                    <a:pt x="14224" y="63591"/>
                    <a:pt x="14308" y="63008"/>
                  </a:cubicBezTo>
                  <a:cubicBezTo>
                    <a:pt x="14975" y="56591"/>
                    <a:pt x="11975" y="48093"/>
                    <a:pt x="13642" y="42176"/>
                  </a:cubicBezTo>
                  <a:cubicBezTo>
                    <a:pt x="15474" y="35594"/>
                    <a:pt x="20474" y="30094"/>
                    <a:pt x="24640" y="25011"/>
                  </a:cubicBezTo>
                  <a:cubicBezTo>
                    <a:pt x="34139" y="13596"/>
                    <a:pt x="48389" y="8096"/>
                    <a:pt x="63303" y="11179"/>
                  </a:cubicBezTo>
                  <a:cubicBezTo>
                    <a:pt x="94051" y="17512"/>
                    <a:pt x="107966" y="51592"/>
                    <a:pt x="86802" y="75507"/>
                  </a:cubicBezTo>
                  <a:lnTo>
                    <a:pt x="86802" y="75507"/>
                  </a:lnTo>
                  <a:close/>
                </a:path>
              </a:pathLst>
            </a:custGeom>
            <a:grpFill/>
            <a:ln w="8332" cap="flat">
              <a:noFill/>
              <a:prstDash val="solid"/>
              <a:miter/>
            </a:ln>
          </p:spPr>
          <p:txBody>
            <a:bodyPr rtlCol="0" anchor="ctr"/>
            <a:lstStyle/>
            <a:p>
              <a:endParaRPr lang="en-US"/>
            </a:p>
          </p:txBody>
        </p:sp>
        <p:sp>
          <p:nvSpPr>
            <p:cNvPr id="2604" name="Freeform: Shape 2603"/>
            <p:cNvSpPr/>
            <p:nvPr/>
          </p:nvSpPr>
          <p:spPr>
            <a:xfrm>
              <a:off x="8896605" y="5436350"/>
              <a:ext cx="114610" cy="92106"/>
            </a:xfrm>
            <a:custGeom>
              <a:avLst/>
              <a:gdLst>
                <a:gd name="connsiteX0" fmla="*/ 87606 w 114610"/>
                <a:gd name="connsiteY0" fmla="*/ 2670 h 92106"/>
                <a:gd name="connsiteX1" fmla="*/ 27612 w 114610"/>
                <a:gd name="connsiteY1" fmla="*/ 11086 h 92106"/>
                <a:gd name="connsiteX2" fmla="*/ 9780 w 114610"/>
                <a:gd name="connsiteY2" fmla="*/ 25418 h 92106"/>
                <a:gd name="connsiteX3" fmla="*/ 531 w 114610"/>
                <a:gd name="connsiteY3" fmla="*/ 55248 h 92106"/>
                <a:gd name="connsiteX4" fmla="*/ 87440 w 114610"/>
                <a:gd name="connsiteY4" fmla="*/ 85079 h 92106"/>
                <a:gd name="connsiteX5" fmla="*/ 87606 w 114610"/>
                <a:gd name="connsiteY5" fmla="*/ 2670 h 92106"/>
                <a:gd name="connsiteX6" fmla="*/ 87606 w 114610"/>
                <a:gd name="connsiteY6" fmla="*/ 2670 h 92106"/>
                <a:gd name="connsiteX7" fmla="*/ 68608 w 114610"/>
                <a:gd name="connsiteY7" fmla="*/ 78913 h 92106"/>
                <a:gd name="connsiteX8" fmla="*/ 13696 w 114610"/>
                <a:gd name="connsiteY8" fmla="*/ 60081 h 92106"/>
                <a:gd name="connsiteX9" fmla="*/ 78108 w 114610"/>
                <a:gd name="connsiteY9" fmla="*/ 22668 h 92106"/>
                <a:gd name="connsiteX10" fmla="*/ 78524 w 114610"/>
                <a:gd name="connsiteY10" fmla="*/ 18585 h 92106"/>
                <a:gd name="connsiteX11" fmla="*/ 10280 w 114610"/>
                <a:gd name="connsiteY11" fmla="*/ 50082 h 92106"/>
                <a:gd name="connsiteX12" fmla="*/ 12113 w 114610"/>
                <a:gd name="connsiteY12" fmla="*/ 38833 h 92106"/>
                <a:gd name="connsiteX13" fmla="*/ 29278 w 114610"/>
                <a:gd name="connsiteY13" fmla="*/ 19585 h 92106"/>
                <a:gd name="connsiteX14" fmla="*/ 38860 w 114610"/>
                <a:gd name="connsiteY14" fmla="*/ 16502 h 92106"/>
                <a:gd name="connsiteX15" fmla="*/ 87190 w 114610"/>
                <a:gd name="connsiteY15" fmla="*/ 14752 h 92106"/>
                <a:gd name="connsiteX16" fmla="*/ 68608 w 114610"/>
                <a:gd name="connsiteY16" fmla="*/ 78913 h 92106"/>
                <a:gd name="connsiteX17" fmla="*/ 68608 w 114610"/>
                <a:gd name="connsiteY17" fmla="*/ 78913 h 92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4610" h="92106">
                  <a:moveTo>
                    <a:pt x="87606" y="2670"/>
                  </a:moveTo>
                  <a:cubicBezTo>
                    <a:pt x="67941" y="-4080"/>
                    <a:pt x="45860" y="3170"/>
                    <a:pt x="27612" y="11086"/>
                  </a:cubicBezTo>
                  <a:cubicBezTo>
                    <a:pt x="19529" y="14585"/>
                    <a:pt x="13779" y="19418"/>
                    <a:pt x="9780" y="25418"/>
                  </a:cubicBezTo>
                  <a:cubicBezTo>
                    <a:pt x="2697" y="33751"/>
                    <a:pt x="-1552" y="44333"/>
                    <a:pt x="531" y="55248"/>
                  </a:cubicBezTo>
                  <a:cubicBezTo>
                    <a:pt x="7281" y="90162"/>
                    <a:pt x="60442" y="100661"/>
                    <a:pt x="87440" y="85079"/>
                  </a:cubicBezTo>
                  <a:cubicBezTo>
                    <a:pt x="119437" y="66581"/>
                    <a:pt x="127603" y="16419"/>
                    <a:pt x="87606" y="2670"/>
                  </a:cubicBezTo>
                  <a:lnTo>
                    <a:pt x="87606" y="2670"/>
                  </a:lnTo>
                  <a:close/>
                  <a:moveTo>
                    <a:pt x="68608" y="78913"/>
                  </a:moveTo>
                  <a:cubicBezTo>
                    <a:pt x="52693" y="82579"/>
                    <a:pt x="23612" y="75914"/>
                    <a:pt x="13696" y="60081"/>
                  </a:cubicBezTo>
                  <a:cubicBezTo>
                    <a:pt x="18363" y="30668"/>
                    <a:pt x="54359" y="26418"/>
                    <a:pt x="78108" y="22668"/>
                  </a:cubicBezTo>
                  <a:cubicBezTo>
                    <a:pt x="80191" y="22335"/>
                    <a:pt x="81107" y="18835"/>
                    <a:pt x="78524" y="18585"/>
                  </a:cubicBezTo>
                  <a:cubicBezTo>
                    <a:pt x="54442" y="15919"/>
                    <a:pt x="16446" y="23668"/>
                    <a:pt x="10280" y="50082"/>
                  </a:cubicBezTo>
                  <a:cubicBezTo>
                    <a:pt x="10030" y="46583"/>
                    <a:pt x="10529" y="42833"/>
                    <a:pt x="12113" y="38833"/>
                  </a:cubicBezTo>
                  <a:cubicBezTo>
                    <a:pt x="15613" y="29834"/>
                    <a:pt x="21779" y="23835"/>
                    <a:pt x="29278" y="19585"/>
                  </a:cubicBezTo>
                  <a:cubicBezTo>
                    <a:pt x="32444" y="18418"/>
                    <a:pt x="35777" y="17585"/>
                    <a:pt x="38860" y="16502"/>
                  </a:cubicBezTo>
                  <a:cubicBezTo>
                    <a:pt x="54110" y="11336"/>
                    <a:pt x="71775" y="7086"/>
                    <a:pt x="87190" y="14752"/>
                  </a:cubicBezTo>
                  <a:cubicBezTo>
                    <a:pt x="119437" y="30668"/>
                    <a:pt x="95189" y="72831"/>
                    <a:pt x="68608" y="78913"/>
                  </a:cubicBezTo>
                  <a:lnTo>
                    <a:pt x="68608" y="78913"/>
                  </a:lnTo>
                  <a:close/>
                </a:path>
              </a:pathLst>
            </a:custGeom>
            <a:grpFill/>
            <a:ln w="8332" cap="flat">
              <a:noFill/>
              <a:prstDash val="solid"/>
              <a:miter/>
            </a:ln>
          </p:spPr>
          <p:txBody>
            <a:bodyPr rtlCol="0" anchor="ctr"/>
            <a:lstStyle/>
            <a:p>
              <a:endParaRPr lang="en-US"/>
            </a:p>
          </p:txBody>
        </p:sp>
        <p:sp>
          <p:nvSpPr>
            <p:cNvPr id="2605" name="Freeform: Shape 2604"/>
            <p:cNvSpPr/>
            <p:nvPr/>
          </p:nvSpPr>
          <p:spPr>
            <a:xfrm>
              <a:off x="9246624" y="5517554"/>
              <a:ext cx="58200" cy="48781"/>
            </a:xfrm>
            <a:custGeom>
              <a:avLst/>
              <a:gdLst>
                <a:gd name="connsiteX0" fmla="*/ 57559 w 58200"/>
                <a:gd name="connsiteY0" fmla="*/ 22457 h 48781"/>
                <a:gd name="connsiteX1" fmla="*/ 49059 w 58200"/>
                <a:gd name="connsiteY1" fmla="*/ 22624 h 48781"/>
                <a:gd name="connsiteX2" fmla="*/ 11980 w 58200"/>
                <a:gd name="connsiteY2" fmla="*/ 31706 h 48781"/>
                <a:gd name="connsiteX3" fmla="*/ 20729 w 58200"/>
                <a:gd name="connsiteY3" fmla="*/ 8708 h 48781"/>
                <a:gd name="connsiteX4" fmla="*/ 42143 w 58200"/>
                <a:gd name="connsiteY4" fmla="*/ 8958 h 48781"/>
                <a:gd name="connsiteX5" fmla="*/ 44310 w 58200"/>
                <a:gd name="connsiteY5" fmla="*/ 5042 h 48781"/>
                <a:gd name="connsiteX6" fmla="*/ 10896 w 58200"/>
                <a:gd name="connsiteY6" fmla="*/ 5209 h 48781"/>
                <a:gd name="connsiteX7" fmla="*/ 3064 w 58200"/>
                <a:gd name="connsiteY7" fmla="*/ 35873 h 48781"/>
                <a:gd name="connsiteX8" fmla="*/ 33894 w 58200"/>
                <a:gd name="connsiteY8" fmla="*/ 48038 h 48781"/>
                <a:gd name="connsiteX9" fmla="*/ 57559 w 58200"/>
                <a:gd name="connsiteY9" fmla="*/ 22457 h 48781"/>
                <a:gd name="connsiteX10" fmla="*/ 57559 w 58200"/>
                <a:gd name="connsiteY10" fmla="*/ 22457 h 4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8200" h="48781">
                  <a:moveTo>
                    <a:pt x="57559" y="22457"/>
                  </a:moveTo>
                  <a:cubicBezTo>
                    <a:pt x="56392" y="18124"/>
                    <a:pt x="50059" y="18457"/>
                    <a:pt x="49059" y="22624"/>
                  </a:cubicBezTo>
                  <a:cubicBezTo>
                    <a:pt x="45310" y="37372"/>
                    <a:pt x="21646" y="45122"/>
                    <a:pt x="11980" y="31706"/>
                  </a:cubicBezTo>
                  <a:cubicBezTo>
                    <a:pt x="5396" y="22540"/>
                    <a:pt x="11563" y="12875"/>
                    <a:pt x="20729" y="8708"/>
                  </a:cubicBezTo>
                  <a:cubicBezTo>
                    <a:pt x="28394" y="5209"/>
                    <a:pt x="34644" y="5125"/>
                    <a:pt x="42143" y="8958"/>
                  </a:cubicBezTo>
                  <a:cubicBezTo>
                    <a:pt x="44727" y="10292"/>
                    <a:pt x="46727" y="6625"/>
                    <a:pt x="44310" y="5042"/>
                  </a:cubicBezTo>
                  <a:cubicBezTo>
                    <a:pt x="33811" y="-1791"/>
                    <a:pt x="21562" y="-1624"/>
                    <a:pt x="10896" y="5209"/>
                  </a:cubicBezTo>
                  <a:cubicBezTo>
                    <a:pt x="981" y="11541"/>
                    <a:pt x="-3436" y="25623"/>
                    <a:pt x="3064" y="35873"/>
                  </a:cubicBezTo>
                  <a:cubicBezTo>
                    <a:pt x="10397" y="47454"/>
                    <a:pt x="20729" y="50371"/>
                    <a:pt x="33894" y="48038"/>
                  </a:cubicBezTo>
                  <a:cubicBezTo>
                    <a:pt x="46060" y="45871"/>
                    <a:pt x="61558" y="37122"/>
                    <a:pt x="57559" y="22457"/>
                  </a:cubicBezTo>
                  <a:lnTo>
                    <a:pt x="57559" y="22457"/>
                  </a:lnTo>
                  <a:close/>
                </a:path>
              </a:pathLst>
            </a:custGeom>
            <a:grpFill/>
            <a:ln w="8332" cap="flat">
              <a:noFill/>
              <a:prstDash val="solid"/>
              <a:miter/>
            </a:ln>
          </p:spPr>
          <p:txBody>
            <a:bodyPr rtlCol="0" anchor="ctr"/>
            <a:lstStyle/>
            <a:p>
              <a:endParaRPr lang="en-US"/>
            </a:p>
          </p:txBody>
        </p:sp>
        <p:sp>
          <p:nvSpPr>
            <p:cNvPr id="2606" name="Freeform: Shape 2605"/>
            <p:cNvSpPr/>
            <p:nvPr/>
          </p:nvSpPr>
          <p:spPr>
            <a:xfrm>
              <a:off x="6767723" y="5012580"/>
              <a:ext cx="569765" cy="444349"/>
            </a:xfrm>
            <a:custGeom>
              <a:avLst/>
              <a:gdLst>
                <a:gd name="connsiteX0" fmla="*/ 4272 w 569765"/>
                <a:gd name="connsiteY0" fmla="*/ 183795 h 444349"/>
                <a:gd name="connsiteX1" fmla="*/ 22 w 569765"/>
                <a:gd name="connsiteY1" fmla="*/ 206293 h 444349"/>
                <a:gd name="connsiteX2" fmla="*/ 76099 w 569765"/>
                <a:gd name="connsiteY2" fmla="*/ 295618 h 444349"/>
                <a:gd name="connsiteX3" fmla="*/ 146092 w 569765"/>
                <a:gd name="connsiteY3" fmla="*/ 329782 h 444349"/>
                <a:gd name="connsiteX4" fmla="*/ 183922 w 569765"/>
                <a:gd name="connsiteY4" fmla="*/ 348113 h 444349"/>
                <a:gd name="connsiteX5" fmla="*/ 205920 w 569765"/>
                <a:gd name="connsiteY5" fmla="*/ 357779 h 444349"/>
                <a:gd name="connsiteX6" fmla="*/ 224502 w 569765"/>
                <a:gd name="connsiteY6" fmla="*/ 346280 h 444349"/>
                <a:gd name="connsiteX7" fmla="*/ 265165 w 569765"/>
                <a:gd name="connsiteY7" fmla="*/ 343364 h 444349"/>
                <a:gd name="connsiteX8" fmla="*/ 290746 w 569765"/>
                <a:gd name="connsiteY8" fmla="*/ 372778 h 444349"/>
                <a:gd name="connsiteX9" fmla="*/ 314494 w 569765"/>
                <a:gd name="connsiteY9" fmla="*/ 390609 h 444349"/>
                <a:gd name="connsiteX10" fmla="*/ 455148 w 569765"/>
                <a:gd name="connsiteY10" fmla="*/ 432189 h 444349"/>
                <a:gd name="connsiteX11" fmla="*/ 510893 w 569765"/>
                <a:gd name="connsiteY11" fmla="*/ 439022 h 444349"/>
                <a:gd name="connsiteX12" fmla="*/ 526975 w 569765"/>
                <a:gd name="connsiteY12" fmla="*/ 413274 h 444349"/>
                <a:gd name="connsiteX13" fmla="*/ 541557 w 569765"/>
                <a:gd name="connsiteY13" fmla="*/ 379694 h 444349"/>
                <a:gd name="connsiteX14" fmla="*/ 557972 w 569765"/>
                <a:gd name="connsiteY14" fmla="*/ 341030 h 444349"/>
                <a:gd name="connsiteX15" fmla="*/ 569221 w 569765"/>
                <a:gd name="connsiteY15" fmla="*/ 319199 h 444349"/>
                <a:gd name="connsiteX16" fmla="*/ 564638 w 569765"/>
                <a:gd name="connsiteY16" fmla="*/ 305451 h 444349"/>
                <a:gd name="connsiteX17" fmla="*/ 558889 w 569765"/>
                <a:gd name="connsiteY17" fmla="*/ 300034 h 444349"/>
                <a:gd name="connsiteX18" fmla="*/ 549556 w 569765"/>
                <a:gd name="connsiteY18" fmla="*/ 290119 h 444349"/>
                <a:gd name="connsiteX19" fmla="*/ 526391 w 569765"/>
                <a:gd name="connsiteY19" fmla="*/ 266704 h 444349"/>
                <a:gd name="connsiteX20" fmla="*/ 473729 w 569765"/>
                <a:gd name="connsiteY20" fmla="*/ 214876 h 444349"/>
                <a:gd name="connsiteX21" fmla="*/ 450648 w 569765"/>
                <a:gd name="connsiteY21" fmla="*/ 191044 h 444349"/>
                <a:gd name="connsiteX22" fmla="*/ 433233 w 569765"/>
                <a:gd name="connsiteY22" fmla="*/ 176462 h 444349"/>
                <a:gd name="connsiteX23" fmla="*/ 406902 w 569765"/>
                <a:gd name="connsiteY23" fmla="*/ 171463 h 444349"/>
                <a:gd name="connsiteX24" fmla="*/ 373405 w 569765"/>
                <a:gd name="connsiteY24" fmla="*/ 153214 h 444349"/>
                <a:gd name="connsiteX25" fmla="*/ 365572 w 569765"/>
                <a:gd name="connsiteY25" fmla="*/ 129383 h 444349"/>
                <a:gd name="connsiteX26" fmla="*/ 367572 w 569765"/>
                <a:gd name="connsiteY26" fmla="*/ 109468 h 444349"/>
                <a:gd name="connsiteX27" fmla="*/ 351657 w 569765"/>
                <a:gd name="connsiteY27" fmla="*/ 90720 h 444349"/>
                <a:gd name="connsiteX28" fmla="*/ 331575 w 569765"/>
                <a:gd name="connsiteY28" fmla="*/ 73722 h 444349"/>
                <a:gd name="connsiteX29" fmla="*/ 277164 w 569765"/>
                <a:gd name="connsiteY29" fmla="*/ 32725 h 444349"/>
                <a:gd name="connsiteX30" fmla="*/ 250083 w 569765"/>
                <a:gd name="connsiteY30" fmla="*/ 12144 h 444349"/>
                <a:gd name="connsiteX31" fmla="*/ 233834 w 569765"/>
                <a:gd name="connsiteY31" fmla="*/ 5978 h 444349"/>
                <a:gd name="connsiteX32" fmla="*/ 167424 w 569765"/>
                <a:gd name="connsiteY32" fmla="*/ 8311 h 444349"/>
                <a:gd name="connsiteX33" fmla="*/ 97180 w 569765"/>
                <a:gd name="connsiteY33" fmla="*/ 44974 h 444349"/>
                <a:gd name="connsiteX34" fmla="*/ 4272 w 569765"/>
                <a:gd name="connsiteY34" fmla="*/ 183795 h 444349"/>
                <a:gd name="connsiteX35" fmla="*/ 4272 w 569765"/>
                <a:gd name="connsiteY35" fmla="*/ 183795 h 444349"/>
                <a:gd name="connsiteX36" fmla="*/ 545056 w 569765"/>
                <a:gd name="connsiteY36" fmla="*/ 303201 h 444349"/>
                <a:gd name="connsiteX37" fmla="*/ 518642 w 569765"/>
                <a:gd name="connsiteY37" fmla="*/ 290785 h 444349"/>
                <a:gd name="connsiteX38" fmla="*/ 477813 w 569765"/>
                <a:gd name="connsiteY38" fmla="*/ 275287 h 444349"/>
                <a:gd name="connsiteX39" fmla="*/ 393320 w 569765"/>
                <a:gd name="connsiteY39" fmla="*/ 237707 h 444349"/>
                <a:gd name="connsiteX40" fmla="*/ 229335 w 569765"/>
                <a:gd name="connsiteY40" fmla="*/ 162630 h 444349"/>
                <a:gd name="connsiteX41" fmla="*/ 79348 w 569765"/>
                <a:gd name="connsiteY41" fmla="*/ 121800 h 444349"/>
                <a:gd name="connsiteX42" fmla="*/ 30103 w 569765"/>
                <a:gd name="connsiteY42" fmla="*/ 144715 h 444349"/>
                <a:gd name="connsiteX43" fmla="*/ 42435 w 569765"/>
                <a:gd name="connsiteY43" fmla="*/ 121967 h 444349"/>
                <a:gd name="connsiteX44" fmla="*/ 96180 w 569765"/>
                <a:gd name="connsiteY44" fmla="*/ 62723 h 444349"/>
                <a:gd name="connsiteX45" fmla="*/ 156508 w 569765"/>
                <a:gd name="connsiteY45" fmla="*/ 24559 h 444349"/>
                <a:gd name="connsiteX46" fmla="*/ 197421 w 569765"/>
                <a:gd name="connsiteY46" fmla="*/ 11727 h 444349"/>
                <a:gd name="connsiteX47" fmla="*/ 231001 w 569765"/>
                <a:gd name="connsiteY47" fmla="*/ 10144 h 444349"/>
                <a:gd name="connsiteX48" fmla="*/ 234001 w 569765"/>
                <a:gd name="connsiteY48" fmla="*/ 12393 h 444349"/>
                <a:gd name="connsiteX49" fmla="*/ 265498 w 569765"/>
                <a:gd name="connsiteY49" fmla="*/ 37641 h 444349"/>
                <a:gd name="connsiteX50" fmla="*/ 288829 w 569765"/>
                <a:gd name="connsiteY50" fmla="*/ 57306 h 444349"/>
                <a:gd name="connsiteX51" fmla="*/ 334242 w 569765"/>
                <a:gd name="connsiteY51" fmla="*/ 96553 h 444349"/>
                <a:gd name="connsiteX52" fmla="*/ 349240 w 569765"/>
                <a:gd name="connsiteY52" fmla="*/ 113051 h 444349"/>
                <a:gd name="connsiteX53" fmla="*/ 344658 w 569765"/>
                <a:gd name="connsiteY53" fmla="*/ 137716 h 444349"/>
                <a:gd name="connsiteX54" fmla="*/ 365572 w 569765"/>
                <a:gd name="connsiteY54" fmla="*/ 172212 h 444349"/>
                <a:gd name="connsiteX55" fmla="*/ 411569 w 569765"/>
                <a:gd name="connsiteY55" fmla="*/ 190794 h 444349"/>
                <a:gd name="connsiteX56" fmla="*/ 428400 w 569765"/>
                <a:gd name="connsiteY56" fmla="*/ 191211 h 444349"/>
                <a:gd name="connsiteX57" fmla="*/ 441816 w 569765"/>
                <a:gd name="connsiteY57" fmla="*/ 201877 h 444349"/>
                <a:gd name="connsiteX58" fmla="*/ 463813 w 569765"/>
                <a:gd name="connsiteY58" fmla="*/ 223541 h 444349"/>
                <a:gd name="connsiteX59" fmla="*/ 508143 w 569765"/>
                <a:gd name="connsiteY59" fmla="*/ 267120 h 444349"/>
                <a:gd name="connsiteX60" fmla="*/ 533391 w 569765"/>
                <a:gd name="connsiteY60" fmla="*/ 291702 h 444349"/>
                <a:gd name="connsiteX61" fmla="*/ 545056 w 569765"/>
                <a:gd name="connsiteY61" fmla="*/ 303201 h 444349"/>
                <a:gd name="connsiteX62" fmla="*/ 545056 w 569765"/>
                <a:gd name="connsiteY62" fmla="*/ 303201 h 444349"/>
                <a:gd name="connsiteX63" fmla="*/ 15187 w 569765"/>
                <a:gd name="connsiteY63" fmla="*/ 193461 h 444349"/>
                <a:gd name="connsiteX64" fmla="*/ 16354 w 569765"/>
                <a:gd name="connsiteY64" fmla="*/ 190878 h 444349"/>
                <a:gd name="connsiteX65" fmla="*/ 16604 w 569765"/>
                <a:gd name="connsiteY65" fmla="*/ 189711 h 444349"/>
                <a:gd name="connsiteX66" fmla="*/ 47351 w 569765"/>
                <a:gd name="connsiteY66" fmla="*/ 150464 h 444349"/>
                <a:gd name="connsiteX67" fmla="*/ 122511 w 569765"/>
                <a:gd name="connsiteY67" fmla="*/ 141965 h 444349"/>
                <a:gd name="connsiteX68" fmla="*/ 186672 w 569765"/>
                <a:gd name="connsiteY68" fmla="*/ 161880 h 444349"/>
                <a:gd name="connsiteX69" fmla="*/ 316827 w 569765"/>
                <a:gd name="connsiteY69" fmla="*/ 214042 h 444349"/>
                <a:gd name="connsiteX70" fmla="*/ 446648 w 569765"/>
                <a:gd name="connsiteY70" fmla="*/ 271537 h 444349"/>
                <a:gd name="connsiteX71" fmla="*/ 513809 w 569765"/>
                <a:gd name="connsiteY71" fmla="*/ 298118 h 444349"/>
                <a:gd name="connsiteX72" fmla="*/ 543390 w 569765"/>
                <a:gd name="connsiteY72" fmla="*/ 311700 h 444349"/>
                <a:gd name="connsiteX73" fmla="*/ 553806 w 569765"/>
                <a:gd name="connsiteY73" fmla="*/ 316616 h 444349"/>
                <a:gd name="connsiteX74" fmla="*/ 549556 w 569765"/>
                <a:gd name="connsiteY74" fmla="*/ 323365 h 444349"/>
                <a:gd name="connsiteX75" fmla="*/ 542473 w 569765"/>
                <a:gd name="connsiteY75" fmla="*/ 337614 h 444349"/>
                <a:gd name="connsiteX76" fmla="*/ 512892 w 569765"/>
                <a:gd name="connsiteY76" fmla="*/ 403441 h 444349"/>
                <a:gd name="connsiteX77" fmla="*/ 498810 w 569765"/>
                <a:gd name="connsiteY77" fmla="*/ 426356 h 444349"/>
                <a:gd name="connsiteX78" fmla="*/ 480062 w 569765"/>
                <a:gd name="connsiteY78" fmla="*/ 423773 h 444349"/>
                <a:gd name="connsiteX79" fmla="*/ 443732 w 569765"/>
                <a:gd name="connsiteY79" fmla="*/ 411941 h 444349"/>
                <a:gd name="connsiteX80" fmla="*/ 369572 w 569765"/>
                <a:gd name="connsiteY80" fmla="*/ 393692 h 444349"/>
                <a:gd name="connsiteX81" fmla="*/ 309827 w 569765"/>
                <a:gd name="connsiteY81" fmla="*/ 371945 h 444349"/>
                <a:gd name="connsiteX82" fmla="*/ 271248 w 569765"/>
                <a:gd name="connsiteY82" fmla="*/ 329449 h 444349"/>
                <a:gd name="connsiteX83" fmla="*/ 222586 w 569765"/>
                <a:gd name="connsiteY83" fmla="*/ 327699 h 444349"/>
                <a:gd name="connsiteX84" fmla="*/ 213753 w 569765"/>
                <a:gd name="connsiteY84" fmla="*/ 334531 h 444349"/>
                <a:gd name="connsiteX85" fmla="*/ 202504 w 569765"/>
                <a:gd name="connsiteY85" fmla="*/ 339781 h 444349"/>
                <a:gd name="connsiteX86" fmla="*/ 175339 w 569765"/>
                <a:gd name="connsiteY86" fmla="*/ 326865 h 444349"/>
                <a:gd name="connsiteX87" fmla="*/ 55267 w 569765"/>
                <a:gd name="connsiteY87" fmla="*/ 268454 h 444349"/>
                <a:gd name="connsiteX88" fmla="*/ 12438 w 569765"/>
                <a:gd name="connsiteY88" fmla="*/ 211126 h 444349"/>
                <a:gd name="connsiteX89" fmla="*/ 15187 w 569765"/>
                <a:gd name="connsiteY89" fmla="*/ 193461 h 444349"/>
                <a:gd name="connsiteX90" fmla="*/ 15187 w 569765"/>
                <a:gd name="connsiteY90" fmla="*/ 193461 h 444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569765" h="444349">
                  <a:moveTo>
                    <a:pt x="4272" y="183795"/>
                  </a:moveTo>
                  <a:cubicBezTo>
                    <a:pt x="1689" y="191127"/>
                    <a:pt x="189" y="198710"/>
                    <a:pt x="22" y="206293"/>
                  </a:cubicBezTo>
                  <a:cubicBezTo>
                    <a:pt x="-1145" y="248706"/>
                    <a:pt x="44101" y="277036"/>
                    <a:pt x="76099" y="295618"/>
                  </a:cubicBezTo>
                  <a:cubicBezTo>
                    <a:pt x="98680" y="308783"/>
                    <a:pt x="122261" y="319033"/>
                    <a:pt x="146092" y="329782"/>
                  </a:cubicBezTo>
                  <a:cubicBezTo>
                    <a:pt x="158925" y="335531"/>
                    <a:pt x="171340" y="341864"/>
                    <a:pt x="183922" y="348113"/>
                  </a:cubicBezTo>
                  <a:cubicBezTo>
                    <a:pt x="190255" y="351280"/>
                    <a:pt x="198504" y="357446"/>
                    <a:pt x="205920" y="357779"/>
                  </a:cubicBezTo>
                  <a:cubicBezTo>
                    <a:pt x="214753" y="358196"/>
                    <a:pt x="218252" y="351446"/>
                    <a:pt x="224502" y="346280"/>
                  </a:cubicBezTo>
                  <a:cubicBezTo>
                    <a:pt x="236834" y="336031"/>
                    <a:pt x="251499" y="334281"/>
                    <a:pt x="265165" y="343364"/>
                  </a:cubicBezTo>
                  <a:cubicBezTo>
                    <a:pt x="276581" y="350946"/>
                    <a:pt x="282080" y="362695"/>
                    <a:pt x="290746" y="372778"/>
                  </a:cubicBezTo>
                  <a:cubicBezTo>
                    <a:pt x="297245" y="380361"/>
                    <a:pt x="305411" y="386360"/>
                    <a:pt x="314494" y="390609"/>
                  </a:cubicBezTo>
                  <a:cubicBezTo>
                    <a:pt x="358656" y="411274"/>
                    <a:pt x="409319" y="416441"/>
                    <a:pt x="455148" y="432189"/>
                  </a:cubicBezTo>
                  <a:cubicBezTo>
                    <a:pt x="471813" y="437855"/>
                    <a:pt x="494311" y="452021"/>
                    <a:pt x="510893" y="439022"/>
                  </a:cubicBezTo>
                  <a:cubicBezTo>
                    <a:pt x="518892" y="432772"/>
                    <a:pt x="523059" y="422273"/>
                    <a:pt x="526975" y="413274"/>
                  </a:cubicBezTo>
                  <a:cubicBezTo>
                    <a:pt x="531891" y="402108"/>
                    <a:pt x="537057" y="391026"/>
                    <a:pt x="541557" y="379694"/>
                  </a:cubicBezTo>
                  <a:cubicBezTo>
                    <a:pt x="546723" y="366612"/>
                    <a:pt x="551972" y="353780"/>
                    <a:pt x="557972" y="341030"/>
                  </a:cubicBezTo>
                  <a:cubicBezTo>
                    <a:pt x="561138" y="334281"/>
                    <a:pt x="567221" y="326365"/>
                    <a:pt x="569221" y="319199"/>
                  </a:cubicBezTo>
                  <a:cubicBezTo>
                    <a:pt x="570887" y="313366"/>
                    <a:pt x="568554" y="309450"/>
                    <a:pt x="564638" y="305451"/>
                  </a:cubicBezTo>
                  <a:cubicBezTo>
                    <a:pt x="562721" y="303534"/>
                    <a:pt x="560805" y="301784"/>
                    <a:pt x="558889" y="300034"/>
                  </a:cubicBezTo>
                  <a:cubicBezTo>
                    <a:pt x="556055" y="296535"/>
                    <a:pt x="552639" y="293452"/>
                    <a:pt x="549556" y="290119"/>
                  </a:cubicBezTo>
                  <a:cubicBezTo>
                    <a:pt x="542140" y="281953"/>
                    <a:pt x="534224" y="274286"/>
                    <a:pt x="526391" y="266704"/>
                  </a:cubicBezTo>
                  <a:cubicBezTo>
                    <a:pt x="508643" y="249539"/>
                    <a:pt x="491061" y="232290"/>
                    <a:pt x="473729" y="214876"/>
                  </a:cubicBezTo>
                  <a:cubicBezTo>
                    <a:pt x="465897" y="207043"/>
                    <a:pt x="457898" y="199460"/>
                    <a:pt x="450648" y="191044"/>
                  </a:cubicBezTo>
                  <a:cubicBezTo>
                    <a:pt x="445648" y="185294"/>
                    <a:pt x="440566" y="179295"/>
                    <a:pt x="433233" y="176462"/>
                  </a:cubicBezTo>
                  <a:cubicBezTo>
                    <a:pt x="424817" y="173213"/>
                    <a:pt x="415485" y="173879"/>
                    <a:pt x="406902" y="171463"/>
                  </a:cubicBezTo>
                  <a:cubicBezTo>
                    <a:pt x="394153" y="167880"/>
                    <a:pt x="382738" y="162713"/>
                    <a:pt x="373405" y="153214"/>
                  </a:cubicBezTo>
                  <a:cubicBezTo>
                    <a:pt x="364906" y="144549"/>
                    <a:pt x="363822" y="140465"/>
                    <a:pt x="365572" y="129383"/>
                  </a:cubicBezTo>
                  <a:cubicBezTo>
                    <a:pt x="366572" y="123134"/>
                    <a:pt x="368989" y="115801"/>
                    <a:pt x="367572" y="109468"/>
                  </a:cubicBezTo>
                  <a:cubicBezTo>
                    <a:pt x="365823" y="101302"/>
                    <a:pt x="357490" y="95886"/>
                    <a:pt x="351657" y="90720"/>
                  </a:cubicBezTo>
                  <a:cubicBezTo>
                    <a:pt x="345074" y="84887"/>
                    <a:pt x="338658" y="78971"/>
                    <a:pt x="331575" y="73722"/>
                  </a:cubicBezTo>
                  <a:cubicBezTo>
                    <a:pt x="313327" y="60223"/>
                    <a:pt x="295079" y="46641"/>
                    <a:pt x="277164" y="32725"/>
                  </a:cubicBezTo>
                  <a:cubicBezTo>
                    <a:pt x="268165" y="25809"/>
                    <a:pt x="259415" y="18726"/>
                    <a:pt x="250083" y="12144"/>
                  </a:cubicBezTo>
                  <a:cubicBezTo>
                    <a:pt x="244250" y="8061"/>
                    <a:pt x="240751" y="4894"/>
                    <a:pt x="233834" y="5978"/>
                  </a:cubicBezTo>
                  <a:cubicBezTo>
                    <a:pt x="214086" y="-5605"/>
                    <a:pt x="188838" y="2144"/>
                    <a:pt x="167424" y="8311"/>
                  </a:cubicBezTo>
                  <a:cubicBezTo>
                    <a:pt x="142259" y="15476"/>
                    <a:pt x="117762" y="28976"/>
                    <a:pt x="97180" y="44974"/>
                  </a:cubicBezTo>
                  <a:cubicBezTo>
                    <a:pt x="55017" y="77721"/>
                    <a:pt x="7188" y="127300"/>
                    <a:pt x="4272" y="183795"/>
                  </a:cubicBezTo>
                  <a:lnTo>
                    <a:pt x="4272" y="183795"/>
                  </a:lnTo>
                  <a:close/>
                  <a:moveTo>
                    <a:pt x="545056" y="303201"/>
                  </a:moveTo>
                  <a:cubicBezTo>
                    <a:pt x="535891" y="299867"/>
                    <a:pt x="525808" y="293368"/>
                    <a:pt x="518642" y="290785"/>
                  </a:cubicBezTo>
                  <a:cubicBezTo>
                    <a:pt x="504976" y="285869"/>
                    <a:pt x="491311" y="280786"/>
                    <a:pt x="477813" y="275287"/>
                  </a:cubicBezTo>
                  <a:cubicBezTo>
                    <a:pt x="449315" y="263704"/>
                    <a:pt x="421234" y="250622"/>
                    <a:pt x="393320" y="237707"/>
                  </a:cubicBezTo>
                  <a:cubicBezTo>
                    <a:pt x="338742" y="212375"/>
                    <a:pt x="285080" y="185628"/>
                    <a:pt x="229335" y="162630"/>
                  </a:cubicBezTo>
                  <a:cubicBezTo>
                    <a:pt x="181423" y="142799"/>
                    <a:pt x="132760" y="118884"/>
                    <a:pt x="79348" y="121800"/>
                  </a:cubicBezTo>
                  <a:cubicBezTo>
                    <a:pt x="61517" y="122800"/>
                    <a:pt x="44018" y="131633"/>
                    <a:pt x="30103" y="144715"/>
                  </a:cubicBezTo>
                  <a:cubicBezTo>
                    <a:pt x="33519" y="137049"/>
                    <a:pt x="37602" y="129549"/>
                    <a:pt x="42435" y="121967"/>
                  </a:cubicBezTo>
                  <a:cubicBezTo>
                    <a:pt x="56684" y="99969"/>
                    <a:pt x="76265" y="79804"/>
                    <a:pt x="96180" y="62723"/>
                  </a:cubicBezTo>
                  <a:cubicBezTo>
                    <a:pt x="114179" y="47307"/>
                    <a:pt x="134676" y="34058"/>
                    <a:pt x="156508" y="24559"/>
                  </a:cubicBezTo>
                  <a:cubicBezTo>
                    <a:pt x="169590" y="18893"/>
                    <a:pt x="183506" y="14976"/>
                    <a:pt x="197421" y="11727"/>
                  </a:cubicBezTo>
                  <a:cubicBezTo>
                    <a:pt x="206587" y="9644"/>
                    <a:pt x="219836" y="8144"/>
                    <a:pt x="231001" y="10144"/>
                  </a:cubicBezTo>
                  <a:cubicBezTo>
                    <a:pt x="231335" y="11477"/>
                    <a:pt x="232335" y="12560"/>
                    <a:pt x="234001" y="12393"/>
                  </a:cubicBezTo>
                  <a:cubicBezTo>
                    <a:pt x="243417" y="11560"/>
                    <a:pt x="258665" y="31475"/>
                    <a:pt x="265498" y="37641"/>
                  </a:cubicBezTo>
                  <a:cubicBezTo>
                    <a:pt x="272998" y="44474"/>
                    <a:pt x="281080" y="50724"/>
                    <a:pt x="288829" y="57306"/>
                  </a:cubicBezTo>
                  <a:cubicBezTo>
                    <a:pt x="303911" y="70222"/>
                    <a:pt x="320243" y="82471"/>
                    <a:pt x="334242" y="96553"/>
                  </a:cubicBezTo>
                  <a:cubicBezTo>
                    <a:pt x="338325" y="100636"/>
                    <a:pt x="347741" y="107135"/>
                    <a:pt x="349240" y="113051"/>
                  </a:cubicBezTo>
                  <a:cubicBezTo>
                    <a:pt x="351074" y="120134"/>
                    <a:pt x="345074" y="130633"/>
                    <a:pt x="344658" y="137716"/>
                  </a:cubicBezTo>
                  <a:cubicBezTo>
                    <a:pt x="343991" y="151631"/>
                    <a:pt x="356073" y="163797"/>
                    <a:pt x="365572" y="172212"/>
                  </a:cubicBezTo>
                  <a:cubicBezTo>
                    <a:pt x="377571" y="182878"/>
                    <a:pt x="395487" y="189878"/>
                    <a:pt x="411569" y="190794"/>
                  </a:cubicBezTo>
                  <a:cubicBezTo>
                    <a:pt x="416901" y="191127"/>
                    <a:pt x="423317" y="189628"/>
                    <a:pt x="428400" y="191211"/>
                  </a:cubicBezTo>
                  <a:cubicBezTo>
                    <a:pt x="434067" y="192961"/>
                    <a:pt x="437816" y="197877"/>
                    <a:pt x="441816" y="201877"/>
                  </a:cubicBezTo>
                  <a:cubicBezTo>
                    <a:pt x="449065" y="209126"/>
                    <a:pt x="456481" y="216292"/>
                    <a:pt x="463813" y="223541"/>
                  </a:cubicBezTo>
                  <a:cubicBezTo>
                    <a:pt x="478479" y="238207"/>
                    <a:pt x="493144" y="252789"/>
                    <a:pt x="508143" y="267120"/>
                  </a:cubicBezTo>
                  <a:cubicBezTo>
                    <a:pt x="516642" y="275203"/>
                    <a:pt x="525225" y="283286"/>
                    <a:pt x="533391" y="291702"/>
                  </a:cubicBezTo>
                  <a:cubicBezTo>
                    <a:pt x="536890" y="295201"/>
                    <a:pt x="541223" y="299034"/>
                    <a:pt x="545056" y="303201"/>
                  </a:cubicBezTo>
                  <a:lnTo>
                    <a:pt x="545056" y="303201"/>
                  </a:lnTo>
                  <a:close/>
                  <a:moveTo>
                    <a:pt x="15187" y="193461"/>
                  </a:moveTo>
                  <a:cubicBezTo>
                    <a:pt x="15771" y="192794"/>
                    <a:pt x="16187" y="191961"/>
                    <a:pt x="16354" y="190878"/>
                  </a:cubicBezTo>
                  <a:cubicBezTo>
                    <a:pt x="16437" y="190461"/>
                    <a:pt x="16520" y="190128"/>
                    <a:pt x="16604" y="189711"/>
                  </a:cubicBezTo>
                  <a:cubicBezTo>
                    <a:pt x="22937" y="174213"/>
                    <a:pt x="35352" y="160130"/>
                    <a:pt x="47351" y="150464"/>
                  </a:cubicBezTo>
                  <a:cubicBezTo>
                    <a:pt x="68433" y="133549"/>
                    <a:pt x="97680" y="137049"/>
                    <a:pt x="122511" y="141965"/>
                  </a:cubicBezTo>
                  <a:cubicBezTo>
                    <a:pt x="144509" y="146298"/>
                    <a:pt x="165924" y="153631"/>
                    <a:pt x="186672" y="161880"/>
                  </a:cubicBezTo>
                  <a:cubicBezTo>
                    <a:pt x="230001" y="179212"/>
                    <a:pt x="273831" y="195877"/>
                    <a:pt x="316827" y="214042"/>
                  </a:cubicBezTo>
                  <a:cubicBezTo>
                    <a:pt x="360323" y="232457"/>
                    <a:pt x="403402" y="252455"/>
                    <a:pt x="446648" y="271537"/>
                  </a:cubicBezTo>
                  <a:cubicBezTo>
                    <a:pt x="468730" y="281286"/>
                    <a:pt x="491228" y="289535"/>
                    <a:pt x="513809" y="298118"/>
                  </a:cubicBezTo>
                  <a:cubicBezTo>
                    <a:pt x="524058" y="301951"/>
                    <a:pt x="533891" y="306367"/>
                    <a:pt x="543390" y="311700"/>
                  </a:cubicBezTo>
                  <a:cubicBezTo>
                    <a:pt x="547056" y="313783"/>
                    <a:pt x="550139" y="315616"/>
                    <a:pt x="553806" y="316616"/>
                  </a:cubicBezTo>
                  <a:cubicBezTo>
                    <a:pt x="552139" y="319366"/>
                    <a:pt x="549806" y="322699"/>
                    <a:pt x="549556" y="323365"/>
                  </a:cubicBezTo>
                  <a:cubicBezTo>
                    <a:pt x="547139" y="328115"/>
                    <a:pt x="544806" y="332865"/>
                    <a:pt x="542473" y="337614"/>
                  </a:cubicBezTo>
                  <a:cubicBezTo>
                    <a:pt x="531891" y="359279"/>
                    <a:pt x="522892" y="381610"/>
                    <a:pt x="512892" y="403441"/>
                  </a:cubicBezTo>
                  <a:cubicBezTo>
                    <a:pt x="510143" y="409441"/>
                    <a:pt x="505476" y="423273"/>
                    <a:pt x="498810" y="426356"/>
                  </a:cubicBezTo>
                  <a:cubicBezTo>
                    <a:pt x="492895" y="429106"/>
                    <a:pt x="485645" y="425606"/>
                    <a:pt x="480062" y="423773"/>
                  </a:cubicBezTo>
                  <a:cubicBezTo>
                    <a:pt x="467897" y="419773"/>
                    <a:pt x="456148" y="415274"/>
                    <a:pt x="443732" y="411941"/>
                  </a:cubicBezTo>
                  <a:cubicBezTo>
                    <a:pt x="419151" y="405275"/>
                    <a:pt x="394153" y="400358"/>
                    <a:pt x="369572" y="393692"/>
                  </a:cubicBezTo>
                  <a:cubicBezTo>
                    <a:pt x="350074" y="388359"/>
                    <a:pt x="326326" y="384527"/>
                    <a:pt x="309827" y="371945"/>
                  </a:cubicBezTo>
                  <a:cubicBezTo>
                    <a:pt x="294329" y="360029"/>
                    <a:pt x="288080" y="340531"/>
                    <a:pt x="271248" y="329449"/>
                  </a:cubicBezTo>
                  <a:cubicBezTo>
                    <a:pt x="256916" y="320033"/>
                    <a:pt x="237750" y="319116"/>
                    <a:pt x="222586" y="327699"/>
                  </a:cubicBezTo>
                  <a:cubicBezTo>
                    <a:pt x="219419" y="329531"/>
                    <a:pt x="216502" y="332115"/>
                    <a:pt x="213753" y="334531"/>
                  </a:cubicBezTo>
                  <a:cubicBezTo>
                    <a:pt x="208253" y="339447"/>
                    <a:pt x="209503" y="340281"/>
                    <a:pt x="202504" y="339781"/>
                  </a:cubicBezTo>
                  <a:cubicBezTo>
                    <a:pt x="194338" y="339198"/>
                    <a:pt x="182922" y="330448"/>
                    <a:pt x="175339" y="326865"/>
                  </a:cubicBezTo>
                  <a:cubicBezTo>
                    <a:pt x="135176" y="308034"/>
                    <a:pt x="91930" y="294285"/>
                    <a:pt x="55267" y="268454"/>
                  </a:cubicBezTo>
                  <a:cubicBezTo>
                    <a:pt x="36686" y="255372"/>
                    <a:pt x="13104" y="235707"/>
                    <a:pt x="12438" y="211126"/>
                  </a:cubicBezTo>
                  <a:cubicBezTo>
                    <a:pt x="12188" y="205209"/>
                    <a:pt x="13188" y="199210"/>
                    <a:pt x="15187" y="193461"/>
                  </a:cubicBezTo>
                  <a:lnTo>
                    <a:pt x="15187" y="193461"/>
                  </a:lnTo>
                  <a:close/>
                </a:path>
              </a:pathLst>
            </a:custGeom>
            <a:grpFill/>
            <a:ln w="8332" cap="flat">
              <a:noFill/>
              <a:prstDash val="solid"/>
              <a:miter/>
            </a:ln>
          </p:spPr>
          <p:txBody>
            <a:bodyPr rtlCol="0" anchor="ctr"/>
            <a:lstStyle/>
            <a:p>
              <a:endParaRPr lang="en-US"/>
            </a:p>
          </p:txBody>
        </p:sp>
        <p:sp>
          <p:nvSpPr>
            <p:cNvPr id="2607" name="Freeform: Shape 2606"/>
            <p:cNvSpPr/>
            <p:nvPr/>
          </p:nvSpPr>
          <p:spPr>
            <a:xfrm>
              <a:off x="6894717" y="5203580"/>
              <a:ext cx="104218" cy="103153"/>
            </a:xfrm>
            <a:custGeom>
              <a:avLst/>
              <a:gdLst>
                <a:gd name="connsiteX0" fmla="*/ 432 w 104218"/>
                <a:gd name="connsiteY0" fmla="*/ 55956 h 103153"/>
                <a:gd name="connsiteX1" fmla="*/ 88425 w 104218"/>
                <a:gd name="connsiteY1" fmla="*/ 94869 h 103153"/>
                <a:gd name="connsiteX2" fmla="*/ 102507 w 104218"/>
                <a:gd name="connsiteY2" fmla="*/ 51373 h 103153"/>
                <a:gd name="connsiteX3" fmla="*/ 102507 w 104218"/>
                <a:gd name="connsiteY3" fmla="*/ 51206 h 103153"/>
                <a:gd name="connsiteX4" fmla="*/ 71426 w 104218"/>
                <a:gd name="connsiteY4" fmla="*/ 4710 h 103153"/>
                <a:gd name="connsiteX5" fmla="*/ 432 w 104218"/>
                <a:gd name="connsiteY5" fmla="*/ 55956 h 103153"/>
                <a:gd name="connsiteX6" fmla="*/ 432 w 104218"/>
                <a:gd name="connsiteY6" fmla="*/ 55956 h 103153"/>
                <a:gd name="connsiteX7" fmla="*/ 66677 w 104218"/>
                <a:gd name="connsiteY7" fmla="*/ 14793 h 103153"/>
                <a:gd name="connsiteX8" fmla="*/ 92758 w 104218"/>
                <a:gd name="connsiteY8" fmla="*/ 46540 h 103153"/>
                <a:gd name="connsiteX9" fmla="*/ 93424 w 104218"/>
                <a:gd name="connsiteY9" fmla="*/ 66955 h 103153"/>
                <a:gd name="connsiteX10" fmla="*/ 82175 w 104218"/>
                <a:gd name="connsiteY10" fmla="*/ 84536 h 103153"/>
                <a:gd name="connsiteX11" fmla="*/ 82009 w 104218"/>
                <a:gd name="connsiteY11" fmla="*/ 86286 h 103153"/>
                <a:gd name="connsiteX12" fmla="*/ 17764 w 104218"/>
                <a:gd name="connsiteY12" fmla="*/ 40624 h 103153"/>
                <a:gd name="connsiteX13" fmla="*/ 14181 w 104218"/>
                <a:gd name="connsiteY13" fmla="*/ 41457 h 103153"/>
                <a:gd name="connsiteX14" fmla="*/ 47428 w 104218"/>
                <a:gd name="connsiteY14" fmla="*/ 90369 h 103153"/>
                <a:gd name="connsiteX15" fmla="*/ 13598 w 104218"/>
                <a:gd name="connsiteY15" fmla="*/ 58039 h 103153"/>
                <a:gd name="connsiteX16" fmla="*/ 66677 w 104218"/>
                <a:gd name="connsiteY16" fmla="*/ 14793 h 103153"/>
                <a:gd name="connsiteX17" fmla="*/ 66677 w 104218"/>
                <a:gd name="connsiteY17" fmla="*/ 14793 h 103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4218" h="103153">
                  <a:moveTo>
                    <a:pt x="432" y="55956"/>
                  </a:moveTo>
                  <a:cubicBezTo>
                    <a:pt x="5432" y="94785"/>
                    <a:pt x="55761" y="115867"/>
                    <a:pt x="88425" y="94869"/>
                  </a:cubicBezTo>
                  <a:cubicBezTo>
                    <a:pt x="103924" y="84870"/>
                    <a:pt x="106590" y="68538"/>
                    <a:pt x="102507" y="51373"/>
                  </a:cubicBezTo>
                  <a:cubicBezTo>
                    <a:pt x="102507" y="51289"/>
                    <a:pt x="102507" y="51289"/>
                    <a:pt x="102507" y="51206"/>
                  </a:cubicBezTo>
                  <a:cubicBezTo>
                    <a:pt x="100674" y="31958"/>
                    <a:pt x="88091" y="12210"/>
                    <a:pt x="71426" y="4710"/>
                  </a:cubicBezTo>
                  <a:cubicBezTo>
                    <a:pt x="34680" y="-11621"/>
                    <a:pt x="-4567" y="16709"/>
                    <a:pt x="432" y="55956"/>
                  </a:cubicBezTo>
                  <a:lnTo>
                    <a:pt x="432" y="55956"/>
                  </a:lnTo>
                  <a:close/>
                  <a:moveTo>
                    <a:pt x="66677" y="14793"/>
                  </a:moveTo>
                  <a:cubicBezTo>
                    <a:pt x="81092" y="19792"/>
                    <a:pt x="90425" y="31874"/>
                    <a:pt x="92758" y="46540"/>
                  </a:cubicBezTo>
                  <a:cubicBezTo>
                    <a:pt x="93758" y="53039"/>
                    <a:pt x="95174" y="60372"/>
                    <a:pt x="93424" y="66955"/>
                  </a:cubicBezTo>
                  <a:cubicBezTo>
                    <a:pt x="91758" y="72954"/>
                    <a:pt x="84925" y="78620"/>
                    <a:pt x="82175" y="84536"/>
                  </a:cubicBezTo>
                  <a:cubicBezTo>
                    <a:pt x="81925" y="85120"/>
                    <a:pt x="81925" y="85703"/>
                    <a:pt x="82009" y="86286"/>
                  </a:cubicBezTo>
                  <a:cubicBezTo>
                    <a:pt x="52678" y="94285"/>
                    <a:pt x="27347" y="65788"/>
                    <a:pt x="17764" y="40624"/>
                  </a:cubicBezTo>
                  <a:cubicBezTo>
                    <a:pt x="17098" y="38874"/>
                    <a:pt x="14015" y="39624"/>
                    <a:pt x="14181" y="41457"/>
                  </a:cubicBezTo>
                  <a:cubicBezTo>
                    <a:pt x="15348" y="62705"/>
                    <a:pt x="28264" y="80870"/>
                    <a:pt x="47428" y="90369"/>
                  </a:cubicBezTo>
                  <a:cubicBezTo>
                    <a:pt x="31096" y="86203"/>
                    <a:pt x="16681" y="74704"/>
                    <a:pt x="13598" y="58039"/>
                  </a:cubicBezTo>
                  <a:cubicBezTo>
                    <a:pt x="7682" y="26625"/>
                    <a:pt x="37096" y="4460"/>
                    <a:pt x="66677" y="14793"/>
                  </a:cubicBezTo>
                  <a:lnTo>
                    <a:pt x="66677" y="14793"/>
                  </a:lnTo>
                  <a:close/>
                </a:path>
              </a:pathLst>
            </a:custGeom>
            <a:grpFill/>
            <a:ln w="8332" cap="flat">
              <a:noFill/>
              <a:prstDash val="solid"/>
              <a:miter/>
            </a:ln>
          </p:spPr>
          <p:txBody>
            <a:bodyPr rtlCol="0" anchor="ctr"/>
            <a:lstStyle/>
            <a:p>
              <a:endParaRPr lang="en-US"/>
            </a:p>
          </p:txBody>
        </p:sp>
        <p:sp>
          <p:nvSpPr>
            <p:cNvPr id="2608" name="Freeform: Shape 2607"/>
            <p:cNvSpPr/>
            <p:nvPr/>
          </p:nvSpPr>
          <p:spPr>
            <a:xfrm>
              <a:off x="7100263" y="5274990"/>
              <a:ext cx="104851" cy="103702"/>
            </a:xfrm>
            <a:custGeom>
              <a:avLst/>
              <a:gdLst>
                <a:gd name="connsiteX0" fmla="*/ 6784 w 104851"/>
                <a:gd name="connsiteY0" fmla="*/ 71788 h 103702"/>
                <a:gd name="connsiteX1" fmla="*/ 96776 w 104851"/>
                <a:gd name="connsiteY1" fmla="*/ 90787 h 103702"/>
                <a:gd name="connsiteX2" fmla="*/ 104192 w 104851"/>
                <a:gd name="connsiteY2" fmla="*/ 60456 h 103702"/>
                <a:gd name="connsiteX3" fmla="*/ 96276 w 104851"/>
                <a:gd name="connsiteY3" fmla="*/ 39041 h 103702"/>
                <a:gd name="connsiteX4" fmla="*/ 49113 w 104851"/>
                <a:gd name="connsiteY4" fmla="*/ 1045 h 103702"/>
                <a:gd name="connsiteX5" fmla="*/ 6784 w 104851"/>
                <a:gd name="connsiteY5" fmla="*/ 71788 h 103702"/>
                <a:gd name="connsiteX6" fmla="*/ 6784 w 104851"/>
                <a:gd name="connsiteY6" fmla="*/ 71788 h 103702"/>
                <a:gd name="connsiteX7" fmla="*/ 43114 w 104851"/>
                <a:gd name="connsiteY7" fmla="*/ 11544 h 103702"/>
                <a:gd name="connsiteX8" fmla="*/ 83610 w 104851"/>
                <a:gd name="connsiteY8" fmla="*/ 37875 h 103702"/>
                <a:gd name="connsiteX9" fmla="*/ 90276 w 104851"/>
                <a:gd name="connsiteY9" fmla="*/ 45457 h 103702"/>
                <a:gd name="connsiteX10" fmla="*/ 95109 w 104851"/>
                <a:gd name="connsiteY10" fmla="*/ 70788 h 103702"/>
                <a:gd name="connsiteX11" fmla="*/ 90943 w 104851"/>
                <a:gd name="connsiteY11" fmla="*/ 81371 h 103702"/>
                <a:gd name="connsiteX12" fmla="*/ 48530 w 104851"/>
                <a:gd name="connsiteY12" fmla="*/ 19376 h 103702"/>
                <a:gd name="connsiteX13" fmla="*/ 46781 w 104851"/>
                <a:gd name="connsiteY13" fmla="*/ 23126 h 103702"/>
                <a:gd name="connsiteX14" fmla="*/ 82860 w 104851"/>
                <a:gd name="connsiteY14" fmla="*/ 88204 h 103702"/>
                <a:gd name="connsiteX15" fmla="*/ 26115 w 104851"/>
                <a:gd name="connsiteY15" fmla="*/ 76205 h 103702"/>
                <a:gd name="connsiteX16" fmla="*/ 43114 w 104851"/>
                <a:gd name="connsiteY16" fmla="*/ 11544 h 103702"/>
                <a:gd name="connsiteX17" fmla="*/ 43114 w 104851"/>
                <a:gd name="connsiteY17" fmla="*/ 11544 h 103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4851" h="103702">
                  <a:moveTo>
                    <a:pt x="6784" y="71788"/>
                  </a:moveTo>
                  <a:cubicBezTo>
                    <a:pt x="21949" y="99036"/>
                    <a:pt x="72945" y="117284"/>
                    <a:pt x="96776" y="90787"/>
                  </a:cubicBezTo>
                  <a:cubicBezTo>
                    <a:pt x="104192" y="82538"/>
                    <a:pt x="106025" y="71205"/>
                    <a:pt x="104192" y="60456"/>
                  </a:cubicBezTo>
                  <a:cubicBezTo>
                    <a:pt x="103859" y="53290"/>
                    <a:pt x="101359" y="46124"/>
                    <a:pt x="96276" y="39041"/>
                  </a:cubicBezTo>
                  <a:cubicBezTo>
                    <a:pt x="84694" y="22959"/>
                    <a:pt x="69445" y="5294"/>
                    <a:pt x="49113" y="1045"/>
                  </a:cubicBezTo>
                  <a:cubicBezTo>
                    <a:pt x="7617" y="-7621"/>
                    <a:pt x="-11131" y="39541"/>
                    <a:pt x="6784" y="71788"/>
                  </a:cubicBezTo>
                  <a:lnTo>
                    <a:pt x="6784" y="71788"/>
                  </a:lnTo>
                  <a:close/>
                  <a:moveTo>
                    <a:pt x="43114" y="11544"/>
                  </a:moveTo>
                  <a:cubicBezTo>
                    <a:pt x="60196" y="12877"/>
                    <a:pt x="73195" y="25626"/>
                    <a:pt x="83610" y="37875"/>
                  </a:cubicBezTo>
                  <a:cubicBezTo>
                    <a:pt x="85777" y="40375"/>
                    <a:pt x="88110" y="42791"/>
                    <a:pt x="90276" y="45457"/>
                  </a:cubicBezTo>
                  <a:cubicBezTo>
                    <a:pt x="94526" y="52957"/>
                    <a:pt x="96776" y="61290"/>
                    <a:pt x="95109" y="70788"/>
                  </a:cubicBezTo>
                  <a:cubicBezTo>
                    <a:pt x="94359" y="75038"/>
                    <a:pt x="92943" y="78538"/>
                    <a:pt x="90943" y="81371"/>
                  </a:cubicBezTo>
                  <a:cubicBezTo>
                    <a:pt x="99192" y="55623"/>
                    <a:pt x="70612" y="29376"/>
                    <a:pt x="48530" y="19376"/>
                  </a:cubicBezTo>
                  <a:cubicBezTo>
                    <a:pt x="46197" y="18293"/>
                    <a:pt x="45197" y="21793"/>
                    <a:pt x="46781" y="23126"/>
                  </a:cubicBezTo>
                  <a:cubicBezTo>
                    <a:pt x="65279" y="38541"/>
                    <a:pt x="94026" y="60623"/>
                    <a:pt x="82860" y="88204"/>
                  </a:cubicBezTo>
                  <a:cubicBezTo>
                    <a:pt x="66279" y="96703"/>
                    <a:pt x="37948" y="87537"/>
                    <a:pt x="26115" y="76205"/>
                  </a:cubicBezTo>
                  <a:cubicBezTo>
                    <a:pt x="6451" y="57290"/>
                    <a:pt x="7284" y="8711"/>
                    <a:pt x="43114" y="11544"/>
                  </a:cubicBezTo>
                  <a:lnTo>
                    <a:pt x="43114" y="11544"/>
                  </a:lnTo>
                  <a:close/>
                </a:path>
              </a:pathLst>
            </a:custGeom>
            <a:grpFill/>
            <a:ln w="8332" cap="flat">
              <a:noFill/>
              <a:prstDash val="solid"/>
              <a:miter/>
            </a:ln>
          </p:spPr>
          <p:txBody>
            <a:bodyPr rtlCol="0" anchor="ctr"/>
            <a:lstStyle/>
            <a:p>
              <a:endParaRPr lang="en-US"/>
            </a:p>
          </p:txBody>
        </p:sp>
        <p:sp>
          <p:nvSpPr>
            <p:cNvPr id="2609" name="Freeform: Shape 2608"/>
            <p:cNvSpPr/>
            <p:nvPr/>
          </p:nvSpPr>
          <p:spPr>
            <a:xfrm>
              <a:off x="6817764" y="5190432"/>
              <a:ext cx="56558" cy="50910"/>
            </a:xfrm>
            <a:custGeom>
              <a:avLst/>
              <a:gdLst>
                <a:gd name="connsiteX0" fmla="*/ 5059 w 56558"/>
                <a:gd name="connsiteY0" fmla="*/ 8193 h 50910"/>
                <a:gd name="connsiteX1" fmla="*/ 12308 w 56558"/>
                <a:gd name="connsiteY1" fmla="*/ 12775 h 50910"/>
                <a:gd name="connsiteX2" fmla="*/ 39472 w 56558"/>
                <a:gd name="connsiteY2" fmla="*/ 39607 h 50910"/>
                <a:gd name="connsiteX3" fmla="*/ 43805 w 56558"/>
                <a:gd name="connsiteY3" fmla="*/ 15359 h 50910"/>
                <a:gd name="connsiteX4" fmla="*/ 25307 w 56558"/>
                <a:gd name="connsiteY4" fmla="*/ 4526 h 50910"/>
                <a:gd name="connsiteX5" fmla="*/ 25474 w 56558"/>
                <a:gd name="connsiteY5" fmla="*/ 27 h 50910"/>
                <a:gd name="connsiteX6" fmla="*/ 54138 w 56558"/>
                <a:gd name="connsiteY6" fmla="*/ 17275 h 50910"/>
                <a:gd name="connsiteX7" fmla="*/ 45138 w 56558"/>
                <a:gd name="connsiteY7" fmla="*/ 47606 h 50910"/>
                <a:gd name="connsiteX8" fmla="*/ 12475 w 56558"/>
                <a:gd name="connsiteY8" fmla="*/ 42190 h 50910"/>
                <a:gd name="connsiteX9" fmla="*/ 5059 w 56558"/>
                <a:gd name="connsiteY9" fmla="*/ 8193 h 50910"/>
                <a:gd name="connsiteX10" fmla="*/ 5059 w 56558"/>
                <a:gd name="connsiteY10" fmla="*/ 8193 h 50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6558" h="50910">
                  <a:moveTo>
                    <a:pt x="5059" y="8193"/>
                  </a:moveTo>
                  <a:cubicBezTo>
                    <a:pt x="8225" y="5110"/>
                    <a:pt x="13475" y="8609"/>
                    <a:pt x="12308" y="12775"/>
                  </a:cubicBezTo>
                  <a:cubicBezTo>
                    <a:pt x="7975" y="27357"/>
                    <a:pt x="24307" y="46189"/>
                    <a:pt x="39472" y="39607"/>
                  </a:cubicBezTo>
                  <a:cubicBezTo>
                    <a:pt x="49805" y="35107"/>
                    <a:pt x="49472" y="23691"/>
                    <a:pt x="43805" y="15359"/>
                  </a:cubicBezTo>
                  <a:cubicBezTo>
                    <a:pt x="38972" y="8442"/>
                    <a:pt x="33723" y="5110"/>
                    <a:pt x="25307" y="4526"/>
                  </a:cubicBezTo>
                  <a:cubicBezTo>
                    <a:pt x="22391" y="4359"/>
                    <a:pt x="22558" y="110"/>
                    <a:pt x="25474" y="27"/>
                  </a:cubicBezTo>
                  <a:cubicBezTo>
                    <a:pt x="37973" y="-473"/>
                    <a:pt x="48472" y="6026"/>
                    <a:pt x="54138" y="17275"/>
                  </a:cubicBezTo>
                  <a:cubicBezTo>
                    <a:pt x="59387" y="27774"/>
                    <a:pt x="55971" y="42190"/>
                    <a:pt x="45138" y="47606"/>
                  </a:cubicBezTo>
                  <a:cubicBezTo>
                    <a:pt x="32890" y="53772"/>
                    <a:pt x="22558" y="50939"/>
                    <a:pt x="12475" y="42190"/>
                  </a:cubicBezTo>
                  <a:cubicBezTo>
                    <a:pt x="2892" y="34274"/>
                    <a:pt x="-5857" y="18858"/>
                    <a:pt x="5059" y="8193"/>
                  </a:cubicBezTo>
                  <a:lnTo>
                    <a:pt x="5059" y="8193"/>
                  </a:lnTo>
                  <a:close/>
                </a:path>
              </a:pathLst>
            </a:custGeom>
            <a:grpFill/>
            <a:ln w="8332" cap="flat">
              <a:noFill/>
              <a:prstDash val="solid"/>
              <a:miter/>
            </a:ln>
          </p:spPr>
          <p:txBody>
            <a:bodyPr rtlCol="0" anchor="ctr"/>
            <a:lstStyle/>
            <a:p>
              <a:endParaRPr lang="en-US"/>
            </a:p>
          </p:txBody>
        </p:sp>
        <p:sp>
          <p:nvSpPr>
            <p:cNvPr id="2610" name="Freeform: Shape 2609"/>
            <p:cNvSpPr/>
            <p:nvPr/>
          </p:nvSpPr>
          <p:spPr>
            <a:xfrm>
              <a:off x="10068419" y="5754137"/>
              <a:ext cx="367037" cy="555897"/>
            </a:xfrm>
            <a:custGeom>
              <a:avLst/>
              <a:gdLst>
                <a:gd name="connsiteX0" fmla="*/ 344747 w 367037"/>
                <a:gd name="connsiteY0" fmla="*/ 126843 h 555897"/>
                <a:gd name="connsiteX1" fmla="*/ 337331 w 367037"/>
                <a:gd name="connsiteY1" fmla="*/ 125010 h 555897"/>
                <a:gd name="connsiteX2" fmla="*/ 321915 w 367037"/>
                <a:gd name="connsiteY2" fmla="*/ 131426 h 555897"/>
                <a:gd name="connsiteX3" fmla="*/ 322082 w 367037"/>
                <a:gd name="connsiteY3" fmla="*/ 123010 h 555897"/>
                <a:gd name="connsiteX4" fmla="*/ 334998 w 367037"/>
                <a:gd name="connsiteY4" fmla="*/ 87596 h 555897"/>
                <a:gd name="connsiteX5" fmla="*/ 305667 w 367037"/>
                <a:gd name="connsiteY5" fmla="*/ 77764 h 555897"/>
                <a:gd name="connsiteX6" fmla="*/ 294251 w 367037"/>
                <a:gd name="connsiteY6" fmla="*/ 56182 h 555897"/>
                <a:gd name="connsiteX7" fmla="*/ 291085 w 367037"/>
                <a:gd name="connsiteY7" fmla="*/ 28352 h 555897"/>
                <a:gd name="connsiteX8" fmla="*/ 260338 w 367037"/>
                <a:gd name="connsiteY8" fmla="*/ 30935 h 555897"/>
                <a:gd name="connsiteX9" fmla="*/ 254338 w 367037"/>
                <a:gd name="connsiteY9" fmla="*/ 23352 h 555897"/>
                <a:gd name="connsiteX10" fmla="*/ 247172 w 367037"/>
                <a:gd name="connsiteY10" fmla="*/ 21186 h 555897"/>
                <a:gd name="connsiteX11" fmla="*/ 246922 w 367037"/>
                <a:gd name="connsiteY11" fmla="*/ 17853 h 555897"/>
                <a:gd name="connsiteX12" fmla="*/ 237424 w 367037"/>
                <a:gd name="connsiteY12" fmla="*/ 10687 h 555897"/>
                <a:gd name="connsiteX13" fmla="*/ 225008 w 367037"/>
                <a:gd name="connsiteY13" fmla="*/ 12020 h 555897"/>
                <a:gd name="connsiteX14" fmla="*/ 218759 w 367037"/>
                <a:gd name="connsiteY14" fmla="*/ 17353 h 555897"/>
                <a:gd name="connsiteX15" fmla="*/ 216675 w 367037"/>
                <a:gd name="connsiteY15" fmla="*/ 10770 h 555897"/>
                <a:gd name="connsiteX16" fmla="*/ 196677 w 367037"/>
                <a:gd name="connsiteY16" fmla="*/ 104 h 555897"/>
                <a:gd name="connsiteX17" fmla="*/ 172262 w 367037"/>
                <a:gd name="connsiteY17" fmla="*/ 23102 h 555897"/>
                <a:gd name="connsiteX18" fmla="*/ 137682 w 367037"/>
                <a:gd name="connsiteY18" fmla="*/ 10270 h 555897"/>
                <a:gd name="connsiteX19" fmla="*/ 120684 w 367037"/>
                <a:gd name="connsiteY19" fmla="*/ 38268 h 555897"/>
                <a:gd name="connsiteX20" fmla="*/ 81520 w 367037"/>
                <a:gd name="connsiteY20" fmla="*/ 36351 h 555897"/>
                <a:gd name="connsiteX21" fmla="*/ 66689 w 367037"/>
                <a:gd name="connsiteY21" fmla="*/ 66932 h 555897"/>
                <a:gd name="connsiteX22" fmla="*/ 54107 w 367037"/>
                <a:gd name="connsiteY22" fmla="*/ 65182 h 555897"/>
                <a:gd name="connsiteX23" fmla="*/ 29775 w 367037"/>
                <a:gd name="connsiteY23" fmla="*/ 77681 h 555897"/>
                <a:gd name="connsiteX24" fmla="*/ 22276 w 367037"/>
                <a:gd name="connsiteY24" fmla="*/ 112594 h 555897"/>
                <a:gd name="connsiteX25" fmla="*/ 4527 w 367037"/>
                <a:gd name="connsiteY25" fmla="*/ 129510 h 555897"/>
                <a:gd name="connsiteX26" fmla="*/ 4611 w 367037"/>
                <a:gd name="connsiteY26" fmla="*/ 155174 h 555897"/>
                <a:gd name="connsiteX27" fmla="*/ 3861 w 367037"/>
                <a:gd name="connsiteY27" fmla="*/ 155340 h 555897"/>
                <a:gd name="connsiteX28" fmla="*/ 111 w 367037"/>
                <a:gd name="connsiteY28" fmla="*/ 160423 h 555897"/>
                <a:gd name="connsiteX29" fmla="*/ 11277 w 367037"/>
                <a:gd name="connsiteY29" fmla="*/ 201586 h 555897"/>
                <a:gd name="connsiteX30" fmla="*/ 28358 w 367037"/>
                <a:gd name="connsiteY30" fmla="*/ 255998 h 555897"/>
                <a:gd name="connsiteX31" fmla="*/ 58689 w 367037"/>
                <a:gd name="connsiteY31" fmla="*/ 360072 h 555897"/>
                <a:gd name="connsiteX32" fmla="*/ 90603 w 367037"/>
                <a:gd name="connsiteY32" fmla="*/ 470646 h 555897"/>
                <a:gd name="connsiteX33" fmla="*/ 101852 w 367037"/>
                <a:gd name="connsiteY33" fmla="*/ 506642 h 555897"/>
                <a:gd name="connsiteX34" fmla="*/ 142015 w 367037"/>
                <a:gd name="connsiteY34" fmla="*/ 525807 h 555897"/>
                <a:gd name="connsiteX35" fmla="*/ 149431 w 367037"/>
                <a:gd name="connsiteY35" fmla="*/ 528807 h 555897"/>
                <a:gd name="connsiteX36" fmla="*/ 150181 w 367037"/>
                <a:gd name="connsiteY36" fmla="*/ 529140 h 555897"/>
                <a:gd name="connsiteX37" fmla="*/ 187761 w 367037"/>
                <a:gd name="connsiteY37" fmla="*/ 543556 h 555897"/>
                <a:gd name="connsiteX38" fmla="*/ 230007 w 367037"/>
                <a:gd name="connsiteY38" fmla="*/ 555637 h 555897"/>
                <a:gd name="connsiteX39" fmla="*/ 268587 w 367037"/>
                <a:gd name="connsiteY39" fmla="*/ 539472 h 555897"/>
                <a:gd name="connsiteX40" fmla="*/ 321082 w 367037"/>
                <a:gd name="connsiteY40" fmla="*/ 517141 h 555897"/>
                <a:gd name="connsiteX41" fmla="*/ 343581 w 367037"/>
                <a:gd name="connsiteY41" fmla="*/ 508225 h 555897"/>
                <a:gd name="connsiteX42" fmla="*/ 362745 w 367037"/>
                <a:gd name="connsiteY42" fmla="*/ 499476 h 555897"/>
                <a:gd name="connsiteX43" fmla="*/ 363828 w 367037"/>
                <a:gd name="connsiteY43" fmla="*/ 467396 h 555897"/>
                <a:gd name="connsiteX44" fmla="*/ 349246 w 367037"/>
                <a:gd name="connsiteY44" fmla="*/ 355572 h 555897"/>
                <a:gd name="connsiteX45" fmla="*/ 345831 w 367037"/>
                <a:gd name="connsiteY45" fmla="*/ 229084 h 555897"/>
                <a:gd name="connsiteX46" fmla="*/ 348580 w 367037"/>
                <a:gd name="connsiteY46" fmla="*/ 165506 h 555897"/>
                <a:gd name="connsiteX47" fmla="*/ 344747 w 367037"/>
                <a:gd name="connsiteY47" fmla="*/ 126843 h 555897"/>
                <a:gd name="connsiteX48" fmla="*/ 344747 w 367037"/>
                <a:gd name="connsiteY48" fmla="*/ 126843 h 555897"/>
                <a:gd name="connsiteX49" fmla="*/ 304750 w 367037"/>
                <a:gd name="connsiteY49" fmla="*/ 82930 h 555897"/>
                <a:gd name="connsiteX50" fmla="*/ 324499 w 367037"/>
                <a:gd name="connsiteY50" fmla="*/ 86013 h 555897"/>
                <a:gd name="connsiteX51" fmla="*/ 320915 w 367037"/>
                <a:gd name="connsiteY51" fmla="*/ 108095 h 555897"/>
                <a:gd name="connsiteX52" fmla="*/ 315583 w 367037"/>
                <a:gd name="connsiteY52" fmla="*/ 113927 h 555897"/>
                <a:gd name="connsiteX53" fmla="*/ 309500 w 367037"/>
                <a:gd name="connsiteY53" fmla="*/ 111594 h 555897"/>
                <a:gd name="connsiteX54" fmla="*/ 300167 w 367037"/>
                <a:gd name="connsiteY54" fmla="*/ 111761 h 555897"/>
                <a:gd name="connsiteX55" fmla="*/ 299334 w 367037"/>
                <a:gd name="connsiteY55" fmla="*/ 112011 h 555897"/>
                <a:gd name="connsiteX56" fmla="*/ 301501 w 367037"/>
                <a:gd name="connsiteY56" fmla="*/ 101845 h 555897"/>
                <a:gd name="connsiteX57" fmla="*/ 298668 w 367037"/>
                <a:gd name="connsiteY57" fmla="*/ 93263 h 555897"/>
                <a:gd name="connsiteX58" fmla="*/ 304750 w 367037"/>
                <a:gd name="connsiteY58" fmla="*/ 82930 h 555897"/>
                <a:gd name="connsiteX59" fmla="*/ 304750 w 367037"/>
                <a:gd name="connsiteY59" fmla="*/ 82930 h 555897"/>
                <a:gd name="connsiteX60" fmla="*/ 177679 w 367037"/>
                <a:gd name="connsiteY60" fmla="*/ 205752 h 555897"/>
                <a:gd name="connsiteX61" fmla="*/ 165597 w 367037"/>
                <a:gd name="connsiteY61" fmla="*/ 211835 h 555897"/>
                <a:gd name="connsiteX62" fmla="*/ 142515 w 367037"/>
                <a:gd name="connsiteY62" fmla="*/ 207003 h 555897"/>
                <a:gd name="connsiteX63" fmla="*/ 119017 w 367037"/>
                <a:gd name="connsiteY63" fmla="*/ 200253 h 555897"/>
                <a:gd name="connsiteX64" fmla="*/ 123016 w 367037"/>
                <a:gd name="connsiteY64" fmla="*/ 182754 h 555897"/>
                <a:gd name="connsiteX65" fmla="*/ 130266 w 367037"/>
                <a:gd name="connsiteY65" fmla="*/ 176088 h 555897"/>
                <a:gd name="connsiteX66" fmla="*/ 145765 w 367037"/>
                <a:gd name="connsiteY66" fmla="*/ 181421 h 555897"/>
                <a:gd name="connsiteX67" fmla="*/ 149514 w 367037"/>
                <a:gd name="connsiteY67" fmla="*/ 183254 h 555897"/>
                <a:gd name="connsiteX68" fmla="*/ 153764 w 367037"/>
                <a:gd name="connsiteY68" fmla="*/ 181421 h 555897"/>
                <a:gd name="connsiteX69" fmla="*/ 177845 w 367037"/>
                <a:gd name="connsiteY69" fmla="*/ 182338 h 555897"/>
                <a:gd name="connsiteX70" fmla="*/ 176178 w 367037"/>
                <a:gd name="connsiteY70" fmla="*/ 202169 h 555897"/>
                <a:gd name="connsiteX71" fmla="*/ 177679 w 367037"/>
                <a:gd name="connsiteY71" fmla="*/ 205752 h 555897"/>
                <a:gd name="connsiteX72" fmla="*/ 177679 w 367037"/>
                <a:gd name="connsiteY72" fmla="*/ 205752 h 555897"/>
                <a:gd name="connsiteX73" fmla="*/ 76855 w 367037"/>
                <a:gd name="connsiteY73" fmla="*/ 183088 h 555897"/>
                <a:gd name="connsiteX74" fmla="*/ 55190 w 367037"/>
                <a:gd name="connsiteY74" fmla="*/ 172255 h 555897"/>
                <a:gd name="connsiteX75" fmla="*/ 51440 w 367037"/>
                <a:gd name="connsiteY75" fmla="*/ 170589 h 555897"/>
                <a:gd name="connsiteX76" fmla="*/ 69689 w 367037"/>
                <a:gd name="connsiteY76" fmla="*/ 141842 h 555897"/>
                <a:gd name="connsiteX77" fmla="*/ 75354 w 367037"/>
                <a:gd name="connsiteY77" fmla="*/ 137425 h 555897"/>
                <a:gd name="connsiteX78" fmla="*/ 109352 w 367037"/>
                <a:gd name="connsiteY78" fmla="*/ 130676 h 555897"/>
                <a:gd name="connsiteX79" fmla="*/ 105102 w 367037"/>
                <a:gd name="connsiteY79" fmla="*/ 148175 h 555897"/>
                <a:gd name="connsiteX80" fmla="*/ 93186 w 367037"/>
                <a:gd name="connsiteY80" fmla="*/ 145508 h 555897"/>
                <a:gd name="connsiteX81" fmla="*/ 78771 w 367037"/>
                <a:gd name="connsiteY81" fmla="*/ 155924 h 555897"/>
                <a:gd name="connsiteX82" fmla="*/ 76855 w 367037"/>
                <a:gd name="connsiteY82" fmla="*/ 183088 h 555897"/>
                <a:gd name="connsiteX83" fmla="*/ 76855 w 367037"/>
                <a:gd name="connsiteY83" fmla="*/ 183088 h 555897"/>
                <a:gd name="connsiteX84" fmla="*/ 81437 w 367037"/>
                <a:gd name="connsiteY84" fmla="*/ 168256 h 555897"/>
                <a:gd name="connsiteX85" fmla="*/ 91687 w 367037"/>
                <a:gd name="connsiteY85" fmla="*/ 153674 h 555897"/>
                <a:gd name="connsiteX86" fmla="*/ 107351 w 367037"/>
                <a:gd name="connsiteY86" fmla="*/ 157090 h 555897"/>
                <a:gd name="connsiteX87" fmla="*/ 112018 w 367037"/>
                <a:gd name="connsiteY87" fmla="*/ 154341 h 555897"/>
                <a:gd name="connsiteX88" fmla="*/ 111601 w 367037"/>
                <a:gd name="connsiteY88" fmla="*/ 144592 h 555897"/>
                <a:gd name="connsiteX89" fmla="*/ 122934 w 367037"/>
                <a:gd name="connsiteY89" fmla="*/ 132842 h 555897"/>
                <a:gd name="connsiteX90" fmla="*/ 139349 w 367037"/>
                <a:gd name="connsiteY90" fmla="*/ 144592 h 555897"/>
                <a:gd name="connsiteX91" fmla="*/ 136682 w 367037"/>
                <a:gd name="connsiteY91" fmla="*/ 167339 h 555897"/>
                <a:gd name="connsiteX92" fmla="*/ 112018 w 367037"/>
                <a:gd name="connsiteY92" fmla="*/ 180255 h 555897"/>
                <a:gd name="connsiteX93" fmla="*/ 108185 w 367037"/>
                <a:gd name="connsiteY93" fmla="*/ 197253 h 555897"/>
                <a:gd name="connsiteX94" fmla="*/ 103019 w 367037"/>
                <a:gd name="connsiteY94" fmla="*/ 195670 h 555897"/>
                <a:gd name="connsiteX95" fmla="*/ 97519 w 367037"/>
                <a:gd name="connsiteY95" fmla="*/ 193753 h 555897"/>
                <a:gd name="connsiteX96" fmla="*/ 87686 w 367037"/>
                <a:gd name="connsiteY96" fmla="*/ 188754 h 555897"/>
                <a:gd name="connsiteX97" fmla="*/ 81437 w 367037"/>
                <a:gd name="connsiteY97" fmla="*/ 168256 h 555897"/>
                <a:gd name="connsiteX98" fmla="*/ 81437 w 367037"/>
                <a:gd name="connsiteY98" fmla="*/ 168256 h 555897"/>
                <a:gd name="connsiteX99" fmla="*/ 108685 w 367037"/>
                <a:gd name="connsiteY99" fmla="*/ 114094 h 555897"/>
                <a:gd name="connsiteX100" fmla="*/ 138099 w 367037"/>
                <a:gd name="connsiteY100" fmla="*/ 96429 h 555897"/>
                <a:gd name="connsiteX101" fmla="*/ 146431 w 367037"/>
                <a:gd name="connsiteY101" fmla="*/ 99929 h 555897"/>
                <a:gd name="connsiteX102" fmla="*/ 161180 w 367037"/>
                <a:gd name="connsiteY102" fmla="*/ 87596 h 555897"/>
                <a:gd name="connsiteX103" fmla="*/ 181928 w 367037"/>
                <a:gd name="connsiteY103" fmla="*/ 105928 h 555897"/>
                <a:gd name="connsiteX104" fmla="*/ 181012 w 367037"/>
                <a:gd name="connsiteY104" fmla="*/ 113427 h 555897"/>
                <a:gd name="connsiteX105" fmla="*/ 170179 w 367037"/>
                <a:gd name="connsiteY105" fmla="*/ 122093 h 555897"/>
                <a:gd name="connsiteX106" fmla="*/ 163013 w 367037"/>
                <a:gd name="connsiteY106" fmla="*/ 117344 h 555897"/>
                <a:gd name="connsiteX107" fmla="*/ 149765 w 367037"/>
                <a:gd name="connsiteY107" fmla="*/ 122927 h 555897"/>
                <a:gd name="connsiteX108" fmla="*/ 142931 w 367037"/>
                <a:gd name="connsiteY108" fmla="*/ 132926 h 555897"/>
                <a:gd name="connsiteX109" fmla="*/ 131267 w 367037"/>
                <a:gd name="connsiteY109" fmla="*/ 125093 h 555897"/>
                <a:gd name="connsiteX110" fmla="*/ 116934 w 367037"/>
                <a:gd name="connsiteY110" fmla="*/ 125843 h 555897"/>
                <a:gd name="connsiteX111" fmla="*/ 108685 w 367037"/>
                <a:gd name="connsiteY111" fmla="*/ 114094 h 555897"/>
                <a:gd name="connsiteX112" fmla="*/ 108685 w 367037"/>
                <a:gd name="connsiteY112" fmla="*/ 114094 h 555897"/>
                <a:gd name="connsiteX113" fmla="*/ 149598 w 367037"/>
                <a:gd name="connsiteY113" fmla="*/ 174755 h 555897"/>
                <a:gd name="connsiteX114" fmla="*/ 145765 w 367037"/>
                <a:gd name="connsiteY114" fmla="*/ 171672 h 555897"/>
                <a:gd name="connsiteX115" fmla="*/ 146682 w 367037"/>
                <a:gd name="connsiteY115" fmla="*/ 139092 h 555897"/>
                <a:gd name="connsiteX116" fmla="*/ 154098 w 367037"/>
                <a:gd name="connsiteY116" fmla="*/ 128176 h 555897"/>
                <a:gd name="connsiteX117" fmla="*/ 167929 w 367037"/>
                <a:gd name="connsiteY117" fmla="*/ 130843 h 555897"/>
                <a:gd name="connsiteX118" fmla="*/ 173596 w 367037"/>
                <a:gd name="connsiteY118" fmla="*/ 130010 h 555897"/>
                <a:gd name="connsiteX119" fmla="*/ 181761 w 367037"/>
                <a:gd name="connsiteY119" fmla="*/ 121677 h 555897"/>
                <a:gd name="connsiteX120" fmla="*/ 195510 w 367037"/>
                <a:gd name="connsiteY120" fmla="*/ 133842 h 555897"/>
                <a:gd name="connsiteX121" fmla="*/ 192344 w 367037"/>
                <a:gd name="connsiteY121" fmla="*/ 144508 h 555897"/>
                <a:gd name="connsiteX122" fmla="*/ 186178 w 367037"/>
                <a:gd name="connsiteY122" fmla="*/ 147258 h 555897"/>
                <a:gd name="connsiteX123" fmla="*/ 175679 w 367037"/>
                <a:gd name="connsiteY123" fmla="*/ 165340 h 555897"/>
                <a:gd name="connsiteX124" fmla="*/ 149598 w 367037"/>
                <a:gd name="connsiteY124" fmla="*/ 174755 h 555897"/>
                <a:gd name="connsiteX125" fmla="*/ 149598 w 367037"/>
                <a:gd name="connsiteY125" fmla="*/ 174755 h 555897"/>
                <a:gd name="connsiteX126" fmla="*/ 182178 w 367037"/>
                <a:gd name="connsiteY126" fmla="*/ 169589 h 555897"/>
                <a:gd name="connsiteX127" fmla="*/ 200593 w 367037"/>
                <a:gd name="connsiteY127" fmla="*/ 157340 h 555897"/>
                <a:gd name="connsiteX128" fmla="*/ 204259 w 367037"/>
                <a:gd name="connsiteY128" fmla="*/ 158757 h 555897"/>
                <a:gd name="connsiteX129" fmla="*/ 220425 w 367037"/>
                <a:gd name="connsiteY129" fmla="*/ 143091 h 555897"/>
                <a:gd name="connsiteX130" fmla="*/ 239672 w 367037"/>
                <a:gd name="connsiteY130" fmla="*/ 150674 h 555897"/>
                <a:gd name="connsiteX131" fmla="*/ 232257 w 367037"/>
                <a:gd name="connsiteY131" fmla="*/ 172505 h 555897"/>
                <a:gd name="connsiteX132" fmla="*/ 231507 w 367037"/>
                <a:gd name="connsiteY132" fmla="*/ 176505 h 555897"/>
                <a:gd name="connsiteX133" fmla="*/ 185511 w 367037"/>
                <a:gd name="connsiteY133" fmla="*/ 201003 h 555897"/>
                <a:gd name="connsiteX134" fmla="*/ 182178 w 367037"/>
                <a:gd name="connsiteY134" fmla="*/ 169589 h 555897"/>
                <a:gd name="connsiteX135" fmla="*/ 182178 w 367037"/>
                <a:gd name="connsiteY135" fmla="*/ 169589 h 555897"/>
                <a:gd name="connsiteX136" fmla="*/ 212176 w 367037"/>
                <a:gd name="connsiteY136" fmla="*/ 138342 h 555897"/>
                <a:gd name="connsiteX137" fmla="*/ 205176 w 367037"/>
                <a:gd name="connsiteY137" fmla="*/ 147091 h 555897"/>
                <a:gd name="connsiteX138" fmla="*/ 204093 w 367037"/>
                <a:gd name="connsiteY138" fmla="*/ 148091 h 555897"/>
                <a:gd name="connsiteX139" fmla="*/ 203343 w 367037"/>
                <a:gd name="connsiteY139" fmla="*/ 147924 h 555897"/>
                <a:gd name="connsiteX140" fmla="*/ 200510 w 367037"/>
                <a:gd name="connsiteY140" fmla="*/ 146675 h 555897"/>
                <a:gd name="connsiteX141" fmla="*/ 202760 w 367037"/>
                <a:gd name="connsiteY141" fmla="*/ 119760 h 555897"/>
                <a:gd name="connsiteX142" fmla="*/ 207342 w 367037"/>
                <a:gd name="connsiteY142" fmla="*/ 112178 h 555897"/>
                <a:gd name="connsiteX143" fmla="*/ 218258 w 367037"/>
                <a:gd name="connsiteY143" fmla="*/ 106178 h 555897"/>
                <a:gd name="connsiteX144" fmla="*/ 224424 w 367037"/>
                <a:gd name="connsiteY144" fmla="*/ 109011 h 555897"/>
                <a:gd name="connsiteX145" fmla="*/ 232507 w 367037"/>
                <a:gd name="connsiteY145" fmla="*/ 106761 h 555897"/>
                <a:gd name="connsiteX146" fmla="*/ 244673 w 367037"/>
                <a:gd name="connsiteY146" fmla="*/ 100095 h 555897"/>
                <a:gd name="connsiteX147" fmla="*/ 246922 w 367037"/>
                <a:gd name="connsiteY147" fmla="*/ 100262 h 555897"/>
                <a:gd name="connsiteX148" fmla="*/ 253005 w 367037"/>
                <a:gd name="connsiteY148" fmla="*/ 104428 h 555897"/>
                <a:gd name="connsiteX149" fmla="*/ 256005 w 367037"/>
                <a:gd name="connsiteY149" fmla="*/ 118760 h 555897"/>
                <a:gd name="connsiteX150" fmla="*/ 246256 w 367037"/>
                <a:gd name="connsiteY150" fmla="*/ 137425 h 555897"/>
                <a:gd name="connsiteX151" fmla="*/ 245922 w 367037"/>
                <a:gd name="connsiteY151" fmla="*/ 136925 h 555897"/>
                <a:gd name="connsiteX152" fmla="*/ 212176 w 367037"/>
                <a:gd name="connsiteY152" fmla="*/ 138342 h 555897"/>
                <a:gd name="connsiteX153" fmla="*/ 212176 w 367037"/>
                <a:gd name="connsiteY153" fmla="*/ 138342 h 555897"/>
                <a:gd name="connsiteX154" fmla="*/ 249672 w 367037"/>
                <a:gd name="connsiteY154" fmla="*/ 142758 h 555897"/>
                <a:gd name="connsiteX155" fmla="*/ 251672 w 367037"/>
                <a:gd name="connsiteY155" fmla="*/ 141758 h 555897"/>
                <a:gd name="connsiteX156" fmla="*/ 257005 w 367037"/>
                <a:gd name="connsiteY156" fmla="*/ 135592 h 555897"/>
                <a:gd name="connsiteX157" fmla="*/ 263670 w 367037"/>
                <a:gd name="connsiteY157" fmla="*/ 131509 h 555897"/>
                <a:gd name="connsiteX158" fmla="*/ 277253 w 367037"/>
                <a:gd name="connsiteY158" fmla="*/ 135676 h 555897"/>
                <a:gd name="connsiteX159" fmla="*/ 277586 w 367037"/>
                <a:gd name="connsiteY159" fmla="*/ 141175 h 555897"/>
                <a:gd name="connsiteX160" fmla="*/ 282086 w 367037"/>
                <a:gd name="connsiteY160" fmla="*/ 145008 h 555897"/>
                <a:gd name="connsiteX161" fmla="*/ 287835 w 367037"/>
                <a:gd name="connsiteY161" fmla="*/ 146008 h 555897"/>
                <a:gd name="connsiteX162" fmla="*/ 288502 w 367037"/>
                <a:gd name="connsiteY162" fmla="*/ 148674 h 555897"/>
                <a:gd name="connsiteX163" fmla="*/ 261171 w 367037"/>
                <a:gd name="connsiteY163" fmla="*/ 162090 h 555897"/>
                <a:gd name="connsiteX164" fmla="*/ 248589 w 367037"/>
                <a:gd name="connsiteY164" fmla="*/ 168256 h 555897"/>
                <a:gd name="connsiteX165" fmla="*/ 249672 w 367037"/>
                <a:gd name="connsiteY165" fmla="*/ 142758 h 555897"/>
                <a:gd name="connsiteX166" fmla="*/ 249672 w 367037"/>
                <a:gd name="connsiteY166" fmla="*/ 142758 h 555897"/>
                <a:gd name="connsiteX167" fmla="*/ 284585 w 367037"/>
                <a:gd name="connsiteY167" fmla="*/ 137175 h 555897"/>
                <a:gd name="connsiteX168" fmla="*/ 282585 w 367037"/>
                <a:gd name="connsiteY168" fmla="*/ 127426 h 555897"/>
                <a:gd name="connsiteX169" fmla="*/ 272837 w 367037"/>
                <a:gd name="connsiteY169" fmla="*/ 123593 h 555897"/>
                <a:gd name="connsiteX170" fmla="*/ 262921 w 367037"/>
                <a:gd name="connsiteY170" fmla="*/ 126176 h 555897"/>
                <a:gd name="connsiteX171" fmla="*/ 264004 w 367037"/>
                <a:gd name="connsiteY171" fmla="*/ 107845 h 555897"/>
                <a:gd name="connsiteX172" fmla="*/ 290168 w 367037"/>
                <a:gd name="connsiteY172" fmla="*/ 99929 h 555897"/>
                <a:gd name="connsiteX173" fmla="*/ 288502 w 367037"/>
                <a:gd name="connsiteY173" fmla="*/ 117094 h 555897"/>
                <a:gd name="connsiteX174" fmla="*/ 291335 w 367037"/>
                <a:gd name="connsiteY174" fmla="*/ 121843 h 555897"/>
                <a:gd name="connsiteX175" fmla="*/ 300251 w 367037"/>
                <a:gd name="connsiteY175" fmla="*/ 120927 h 555897"/>
                <a:gd name="connsiteX176" fmla="*/ 310666 w 367037"/>
                <a:gd name="connsiteY176" fmla="*/ 125343 h 555897"/>
                <a:gd name="connsiteX177" fmla="*/ 306167 w 367037"/>
                <a:gd name="connsiteY177" fmla="*/ 139675 h 555897"/>
                <a:gd name="connsiteX178" fmla="*/ 305917 w 367037"/>
                <a:gd name="connsiteY178" fmla="*/ 139925 h 555897"/>
                <a:gd name="connsiteX179" fmla="*/ 298668 w 367037"/>
                <a:gd name="connsiteY179" fmla="*/ 143592 h 555897"/>
                <a:gd name="connsiteX180" fmla="*/ 298001 w 367037"/>
                <a:gd name="connsiteY180" fmla="*/ 141092 h 555897"/>
                <a:gd name="connsiteX181" fmla="*/ 284585 w 367037"/>
                <a:gd name="connsiteY181" fmla="*/ 137175 h 555897"/>
                <a:gd name="connsiteX182" fmla="*/ 284585 w 367037"/>
                <a:gd name="connsiteY182" fmla="*/ 137175 h 555897"/>
                <a:gd name="connsiteX183" fmla="*/ 294502 w 367037"/>
                <a:gd name="connsiteY183" fmla="*/ 68932 h 555897"/>
                <a:gd name="connsiteX184" fmla="*/ 291918 w 367037"/>
                <a:gd name="connsiteY184" fmla="*/ 88847 h 555897"/>
                <a:gd name="connsiteX185" fmla="*/ 261504 w 367037"/>
                <a:gd name="connsiteY185" fmla="*/ 101845 h 555897"/>
                <a:gd name="connsiteX186" fmla="*/ 251338 w 367037"/>
                <a:gd name="connsiteY186" fmla="*/ 93179 h 555897"/>
                <a:gd name="connsiteX187" fmla="*/ 250088 w 367037"/>
                <a:gd name="connsiteY187" fmla="*/ 77681 h 555897"/>
                <a:gd name="connsiteX188" fmla="*/ 267004 w 367037"/>
                <a:gd name="connsiteY188" fmla="*/ 66765 h 555897"/>
                <a:gd name="connsiteX189" fmla="*/ 273086 w 367037"/>
                <a:gd name="connsiteY189" fmla="*/ 68432 h 555897"/>
                <a:gd name="connsiteX190" fmla="*/ 285752 w 367037"/>
                <a:gd name="connsiteY190" fmla="*/ 63265 h 555897"/>
                <a:gd name="connsiteX191" fmla="*/ 288752 w 367037"/>
                <a:gd name="connsiteY191" fmla="*/ 63432 h 555897"/>
                <a:gd name="connsiteX192" fmla="*/ 294502 w 367037"/>
                <a:gd name="connsiteY192" fmla="*/ 68932 h 555897"/>
                <a:gd name="connsiteX193" fmla="*/ 294502 w 367037"/>
                <a:gd name="connsiteY193" fmla="*/ 68932 h 555897"/>
                <a:gd name="connsiteX194" fmla="*/ 257838 w 367037"/>
                <a:gd name="connsiteY194" fmla="*/ 39268 h 555897"/>
                <a:gd name="connsiteX195" fmla="*/ 262670 w 367037"/>
                <a:gd name="connsiteY195" fmla="*/ 39184 h 555897"/>
                <a:gd name="connsiteX196" fmla="*/ 284919 w 367037"/>
                <a:gd name="connsiteY196" fmla="*/ 34685 h 555897"/>
                <a:gd name="connsiteX197" fmla="*/ 283752 w 367037"/>
                <a:gd name="connsiteY197" fmla="*/ 54933 h 555897"/>
                <a:gd name="connsiteX198" fmla="*/ 280419 w 367037"/>
                <a:gd name="connsiteY198" fmla="*/ 55683 h 555897"/>
                <a:gd name="connsiteX199" fmla="*/ 270337 w 367037"/>
                <a:gd name="connsiteY199" fmla="*/ 59932 h 555897"/>
                <a:gd name="connsiteX200" fmla="*/ 260422 w 367037"/>
                <a:gd name="connsiteY200" fmla="*/ 56182 h 555897"/>
                <a:gd name="connsiteX201" fmla="*/ 246089 w 367037"/>
                <a:gd name="connsiteY201" fmla="*/ 71431 h 555897"/>
                <a:gd name="connsiteX202" fmla="*/ 223591 w 367037"/>
                <a:gd name="connsiteY202" fmla="*/ 65182 h 555897"/>
                <a:gd name="connsiteX203" fmla="*/ 225758 w 367037"/>
                <a:gd name="connsiteY203" fmla="*/ 48767 h 555897"/>
                <a:gd name="connsiteX204" fmla="*/ 240923 w 367037"/>
                <a:gd name="connsiteY204" fmla="*/ 30768 h 555897"/>
                <a:gd name="connsiteX205" fmla="*/ 257838 w 367037"/>
                <a:gd name="connsiteY205" fmla="*/ 39268 h 555897"/>
                <a:gd name="connsiteX206" fmla="*/ 257838 w 367037"/>
                <a:gd name="connsiteY206" fmla="*/ 39268 h 555897"/>
                <a:gd name="connsiteX207" fmla="*/ 236840 w 367037"/>
                <a:gd name="connsiteY207" fmla="*/ 17936 h 555897"/>
                <a:gd name="connsiteX208" fmla="*/ 242006 w 367037"/>
                <a:gd name="connsiteY208" fmla="*/ 21852 h 555897"/>
                <a:gd name="connsiteX209" fmla="*/ 239756 w 367037"/>
                <a:gd name="connsiteY209" fmla="*/ 22519 h 555897"/>
                <a:gd name="connsiteX210" fmla="*/ 222424 w 367037"/>
                <a:gd name="connsiteY210" fmla="*/ 39517 h 555897"/>
                <a:gd name="connsiteX211" fmla="*/ 217258 w 367037"/>
                <a:gd name="connsiteY211" fmla="*/ 34351 h 555897"/>
                <a:gd name="connsiteX212" fmla="*/ 217758 w 367037"/>
                <a:gd name="connsiteY212" fmla="*/ 31352 h 555897"/>
                <a:gd name="connsiteX213" fmla="*/ 236840 w 367037"/>
                <a:gd name="connsiteY213" fmla="*/ 17936 h 555897"/>
                <a:gd name="connsiteX214" fmla="*/ 236840 w 367037"/>
                <a:gd name="connsiteY214" fmla="*/ 17936 h 555897"/>
                <a:gd name="connsiteX215" fmla="*/ 231423 w 367037"/>
                <a:gd name="connsiteY215" fmla="*/ 72431 h 555897"/>
                <a:gd name="connsiteX216" fmla="*/ 237756 w 367037"/>
                <a:gd name="connsiteY216" fmla="*/ 75431 h 555897"/>
                <a:gd name="connsiteX217" fmla="*/ 242339 w 367037"/>
                <a:gd name="connsiteY217" fmla="*/ 92430 h 555897"/>
                <a:gd name="connsiteX218" fmla="*/ 242256 w 367037"/>
                <a:gd name="connsiteY218" fmla="*/ 93013 h 555897"/>
                <a:gd name="connsiteX219" fmla="*/ 236673 w 367037"/>
                <a:gd name="connsiteY219" fmla="*/ 94762 h 555897"/>
                <a:gd name="connsiteX220" fmla="*/ 230840 w 367037"/>
                <a:gd name="connsiteY220" fmla="*/ 98429 h 555897"/>
                <a:gd name="connsiteX221" fmla="*/ 221675 w 367037"/>
                <a:gd name="connsiteY221" fmla="*/ 99262 h 555897"/>
                <a:gd name="connsiteX222" fmla="*/ 207676 w 367037"/>
                <a:gd name="connsiteY222" fmla="*/ 100762 h 555897"/>
                <a:gd name="connsiteX223" fmla="*/ 197677 w 367037"/>
                <a:gd name="connsiteY223" fmla="*/ 114428 h 555897"/>
                <a:gd name="connsiteX224" fmla="*/ 189595 w 367037"/>
                <a:gd name="connsiteY224" fmla="*/ 111428 h 555897"/>
                <a:gd name="connsiteX225" fmla="*/ 190594 w 367037"/>
                <a:gd name="connsiteY225" fmla="*/ 96429 h 555897"/>
                <a:gd name="connsiteX226" fmla="*/ 191844 w 367037"/>
                <a:gd name="connsiteY226" fmla="*/ 93679 h 555897"/>
                <a:gd name="connsiteX227" fmla="*/ 193843 w 367037"/>
                <a:gd name="connsiteY227" fmla="*/ 75264 h 555897"/>
                <a:gd name="connsiteX228" fmla="*/ 209842 w 367037"/>
                <a:gd name="connsiteY228" fmla="*/ 79431 h 555897"/>
                <a:gd name="connsiteX229" fmla="*/ 215175 w 367037"/>
                <a:gd name="connsiteY229" fmla="*/ 81597 h 555897"/>
                <a:gd name="connsiteX230" fmla="*/ 231423 w 367037"/>
                <a:gd name="connsiteY230" fmla="*/ 72431 h 555897"/>
                <a:gd name="connsiteX231" fmla="*/ 231423 w 367037"/>
                <a:gd name="connsiteY231" fmla="*/ 72431 h 555897"/>
                <a:gd name="connsiteX232" fmla="*/ 177512 w 367037"/>
                <a:gd name="connsiteY232" fmla="*/ 32935 h 555897"/>
                <a:gd name="connsiteX233" fmla="*/ 206509 w 367037"/>
                <a:gd name="connsiteY233" fmla="*/ 10770 h 555897"/>
                <a:gd name="connsiteX234" fmla="*/ 209592 w 367037"/>
                <a:gd name="connsiteY234" fmla="*/ 30185 h 555897"/>
                <a:gd name="connsiteX235" fmla="*/ 209592 w 367037"/>
                <a:gd name="connsiteY235" fmla="*/ 30685 h 555897"/>
                <a:gd name="connsiteX236" fmla="*/ 201760 w 367037"/>
                <a:gd name="connsiteY236" fmla="*/ 31352 h 555897"/>
                <a:gd name="connsiteX237" fmla="*/ 193843 w 367037"/>
                <a:gd name="connsiteY237" fmla="*/ 35934 h 555897"/>
                <a:gd name="connsiteX238" fmla="*/ 189844 w 367037"/>
                <a:gd name="connsiteY238" fmla="*/ 41434 h 555897"/>
                <a:gd name="connsiteX239" fmla="*/ 177512 w 367037"/>
                <a:gd name="connsiteY239" fmla="*/ 33685 h 555897"/>
                <a:gd name="connsiteX240" fmla="*/ 177512 w 367037"/>
                <a:gd name="connsiteY240" fmla="*/ 32935 h 555897"/>
                <a:gd name="connsiteX241" fmla="*/ 177512 w 367037"/>
                <a:gd name="connsiteY241" fmla="*/ 32935 h 555897"/>
                <a:gd name="connsiteX242" fmla="*/ 186011 w 367037"/>
                <a:gd name="connsiteY242" fmla="*/ 49850 h 555897"/>
                <a:gd name="connsiteX243" fmla="*/ 191177 w 367037"/>
                <a:gd name="connsiteY243" fmla="*/ 51100 h 555897"/>
                <a:gd name="connsiteX244" fmla="*/ 198760 w 367037"/>
                <a:gd name="connsiteY244" fmla="*/ 44767 h 555897"/>
                <a:gd name="connsiteX245" fmla="*/ 215175 w 367037"/>
                <a:gd name="connsiteY245" fmla="*/ 46767 h 555897"/>
                <a:gd name="connsiteX246" fmla="*/ 215092 w 367037"/>
                <a:gd name="connsiteY246" fmla="*/ 64432 h 555897"/>
                <a:gd name="connsiteX247" fmla="*/ 217425 w 367037"/>
                <a:gd name="connsiteY247" fmla="*/ 68598 h 555897"/>
                <a:gd name="connsiteX248" fmla="*/ 217175 w 367037"/>
                <a:gd name="connsiteY248" fmla="*/ 68765 h 555897"/>
                <a:gd name="connsiteX249" fmla="*/ 213342 w 367037"/>
                <a:gd name="connsiteY249" fmla="*/ 71931 h 555897"/>
                <a:gd name="connsiteX250" fmla="*/ 207260 w 367037"/>
                <a:gd name="connsiteY250" fmla="*/ 66182 h 555897"/>
                <a:gd name="connsiteX251" fmla="*/ 195260 w 367037"/>
                <a:gd name="connsiteY251" fmla="*/ 65598 h 555897"/>
                <a:gd name="connsiteX252" fmla="*/ 184844 w 367037"/>
                <a:gd name="connsiteY252" fmla="*/ 87097 h 555897"/>
                <a:gd name="connsiteX253" fmla="*/ 158014 w 367037"/>
                <a:gd name="connsiteY253" fmla="*/ 79680 h 555897"/>
                <a:gd name="connsiteX254" fmla="*/ 154764 w 367037"/>
                <a:gd name="connsiteY254" fmla="*/ 61182 h 555897"/>
                <a:gd name="connsiteX255" fmla="*/ 186011 w 367037"/>
                <a:gd name="connsiteY255" fmla="*/ 49850 h 555897"/>
                <a:gd name="connsiteX256" fmla="*/ 186011 w 367037"/>
                <a:gd name="connsiteY256" fmla="*/ 49850 h 555897"/>
                <a:gd name="connsiteX257" fmla="*/ 141682 w 367037"/>
                <a:gd name="connsiteY257" fmla="*/ 17103 h 555897"/>
                <a:gd name="connsiteX258" fmla="*/ 169845 w 367037"/>
                <a:gd name="connsiteY258" fmla="*/ 33768 h 555897"/>
                <a:gd name="connsiteX259" fmla="*/ 161930 w 367037"/>
                <a:gd name="connsiteY259" fmla="*/ 37434 h 555897"/>
                <a:gd name="connsiteX260" fmla="*/ 149931 w 367037"/>
                <a:gd name="connsiteY260" fmla="*/ 54099 h 555897"/>
                <a:gd name="connsiteX261" fmla="*/ 135266 w 367037"/>
                <a:gd name="connsiteY261" fmla="*/ 45600 h 555897"/>
                <a:gd name="connsiteX262" fmla="*/ 128266 w 367037"/>
                <a:gd name="connsiteY262" fmla="*/ 45517 h 555897"/>
                <a:gd name="connsiteX263" fmla="*/ 141682 w 367037"/>
                <a:gd name="connsiteY263" fmla="*/ 17103 h 555897"/>
                <a:gd name="connsiteX264" fmla="*/ 141682 w 367037"/>
                <a:gd name="connsiteY264" fmla="*/ 17103 h 555897"/>
                <a:gd name="connsiteX265" fmla="*/ 129183 w 367037"/>
                <a:gd name="connsiteY265" fmla="*/ 60099 h 555897"/>
                <a:gd name="connsiteX266" fmla="*/ 145598 w 367037"/>
                <a:gd name="connsiteY266" fmla="*/ 64099 h 555897"/>
                <a:gd name="connsiteX267" fmla="*/ 149681 w 367037"/>
                <a:gd name="connsiteY267" fmla="*/ 83180 h 555897"/>
                <a:gd name="connsiteX268" fmla="*/ 149848 w 367037"/>
                <a:gd name="connsiteY268" fmla="*/ 84347 h 555897"/>
                <a:gd name="connsiteX269" fmla="*/ 149598 w 367037"/>
                <a:gd name="connsiteY269" fmla="*/ 84597 h 555897"/>
                <a:gd name="connsiteX270" fmla="*/ 144181 w 367037"/>
                <a:gd name="connsiteY270" fmla="*/ 92263 h 555897"/>
                <a:gd name="connsiteX271" fmla="*/ 134766 w 367037"/>
                <a:gd name="connsiteY271" fmla="*/ 85013 h 555897"/>
                <a:gd name="connsiteX272" fmla="*/ 120517 w 367037"/>
                <a:gd name="connsiteY272" fmla="*/ 83014 h 555897"/>
                <a:gd name="connsiteX273" fmla="*/ 102936 w 367037"/>
                <a:gd name="connsiteY273" fmla="*/ 110594 h 555897"/>
                <a:gd name="connsiteX274" fmla="*/ 86020 w 367037"/>
                <a:gd name="connsiteY274" fmla="*/ 109595 h 555897"/>
                <a:gd name="connsiteX275" fmla="*/ 79771 w 367037"/>
                <a:gd name="connsiteY275" fmla="*/ 99345 h 555897"/>
                <a:gd name="connsiteX276" fmla="*/ 102352 w 367037"/>
                <a:gd name="connsiteY276" fmla="*/ 72348 h 555897"/>
                <a:gd name="connsiteX277" fmla="*/ 111768 w 367037"/>
                <a:gd name="connsiteY277" fmla="*/ 77847 h 555897"/>
                <a:gd name="connsiteX278" fmla="*/ 115017 w 367037"/>
                <a:gd name="connsiteY278" fmla="*/ 75931 h 555897"/>
                <a:gd name="connsiteX279" fmla="*/ 117184 w 367037"/>
                <a:gd name="connsiteY279" fmla="*/ 70848 h 555897"/>
                <a:gd name="connsiteX280" fmla="*/ 129183 w 367037"/>
                <a:gd name="connsiteY280" fmla="*/ 60099 h 555897"/>
                <a:gd name="connsiteX281" fmla="*/ 129183 w 367037"/>
                <a:gd name="connsiteY281" fmla="*/ 60099 h 555897"/>
                <a:gd name="connsiteX282" fmla="*/ 90437 w 367037"/>
                <a:gd name="connsiteY282" fmla="*/ 42434 h 555897"/>
                <a:gd name="connsiteX283" fmla="*/ 106185 w 367037"/>
                <a:gd name="connsiteY283" fmla="*/ 42934 h 555897"/>
                <a:gd name="connsiteX284" fmla="*/ 120184 w 367037"/>
                <a:gd name="connsiteY284" fmla="*/ 49517 h 555897"/>
                <a:gd name="connsiteX285" fmla="*/ 109935 w 367037"/>
                <a:gd name="connsiteY285" fmla="*/ 71015 h 555897"/>
                <a:gd name="connsiteX286" fmla="*/ 96186 w 367037"/>
                <a:gd name="connsiteY286" fmla="*/ 62349 h 555897"/>
                <a:gd name="connsiteX287" fmla="*/ 81271 w 367037"/>
                <a:gd name="connsiteY287" fmla="*/ 67598 h 555897"/>
                <a:gd name="connsiteX288" fmla="*/ 76354 w 367037"/>
                <a:gd name="connsiteY288" fmla="*/ 73431 h 555897"/>
                <a:gd name="connsiteX289" fmla="*/ 74938 w 367037"/>
                <a:gd name="connsiteY289" fmla="*/ 72431 h 555897"/>
                <a:gd name="connsiteX290" fmla="*/ 90437 w 367037"/>
                <a:gd name="connsiteY290" fmla="*/ 42434 h 555897"/>
                <a:gd name="connsiteX291" fmla="*/ 90437 w 367037"/>
                <a:gd name="connsiteY291" fmla="*/ 42434 h 555897"/>
                <a:gd name="connsiteX292" fmla="*/ 29942 w 367037"/>
                <a:gd name="connsiteY292" fmla="*/ 94679 h 555897"/>
                <a:gd name="connsiteX293" fmla="*/ 41524 w 367037"/>
                <a:gd name="connsiteY293" fmla="*/ 77764 h 555897"/>
                <a:gd name="connsiteX294" fmla="*/ 60522 w 367037"/>
                <a:gd name="connsiteY294" fmla="*/ 71848 h 555897"/>
                <a:gd name="connsiteX295" fmla="*/ 73688 w 367037"/>
                <a:gd name="connsiteY295" fmla="*/ 79180 h 555897"/>
                <a:gd name="connsiteX296" fmla="*/ 73188 w 367037"/>
                <a:gd name="connsiteY296" fmla="*/ 92513 h 555897"/>
                <a:gd name="connsiteX297" fmla="*/ 60189 w 367037"/>
                <a:gd name="connsiteY297" fmla="*/ 89346 h 555897"/>
                <a:gd name="connsiteX298" fmla="*/ 44524 w 367037"/>
                <a:gd name="connsiteY298" fmla="*/ 98596 h 555897"/>
                <a:gd name="connsiteX299" fmla="*/ 40608 w 367037"/>
                <a:gd name="connsiteY299" fmla="*/ 112427 h 555897"/>
                <a:gd name="connsiteX300" fmla="*/ 29525 w 367037"/>
                <a:gd name="connsiteY300" fmla="*/ 111344 h 555897"/>
                <a:gd name="connsiteX301" fmla="*/ 29942 w 367037"/>
                <a:gd name="connsiteY301" fmla="*/ 94679 h 555897"/>
                <a:gd name="connsiteX302" fmla="*/ 29942 w 367037"/>
                <a:gd name="connsiteY302" fmla="*/ 94679 h 555897"/>
                <a:gd name="connsiteX303" fmla="*/ 15026 w 367037"/>
                <a:gd name="connsiteY303" fmla="*/ 131509 h 555897"/>
                <a:gd name="connsiteX304" fmla="*/ 42357 w 367037"/>
                <a:gd name="connsiteY304" fmla="*/ 122260 h 555897"/>
                <a:gd name="connsiteX305" fmla="*/ 46524 w 367037"/>
                <a:gd name="connsiteY305" fmla="*/ 120427 h 555897"/>
                <a:gd name="connsiteX306" fmla="*/ 54190 w 367037"/>
                <a:gd name="connsiteY306" fmla="*/ 100679 h 555897"/>
                <a:gd name="connsiteX307" fmla="*/ 70938 w 367037"/>
                <a:gd name="connsiteY307" fmla="*/ 101428 h 555897"/>
                <a:gd name="connsiteX308" fmla="*/ 78854 w 367037"/>
                <a:gd name="connsiteY308" fmla="*/ 112094 h 555897"/>
                <a:gd name="connsiteX309" fmla="*/ 65272 w 367037"/>
                <a:gd name="connsiteY309" fmla="*/ 130509 h 555897"/>
                <a:gd name="connsiteX310" fmla="*/ 51024 w 367037"/>
                <a:gd name="connsiteY310" fmla="*/ 129010 h 555897"/>
                <a:gd name="connsiteX311" fmla="*/ 38358 w 367037"/>
                <a:gd name="connsiteY311" fmla="*/ 141758 h 555897"/>
                <a:gd name="connsiteX312" fmla="*/ 38441 w 367037"/>
                <a:gd name="connsiteY312" fmla="*/ 165173 h 555897"/>
                <a:gd name="connsiteX313" fmla="*/ 23276 w 367037"/>
                <a:gd name="connsiteY313" fmla="*/ 159423 h 555897"/>
                <a:gd name="connsiteX314" fmla="*/ 16610 w 367037"/>
                <a:gd name="connsiteY314" fmla="*/ 156840 h 555897"/>
                <a:gd name="connsiteX315" fmla="*/ 15026 w 367037"/>
                <a:gd name="connsiteY315" fmla="*/ 131509 h 555897"/>
                <a:gd name="connsiteX316" fmla="*/ 15026 w 367037"/>
                <a:gd name="connsiteY316" fmla="*/ 131509 h 555897"/>
                <a:gd name="connsiteX317" fmla="*/ 127516 w 367037"/>
                <a:gd name="connsiteY317" fmla="*/ 503059 h 555897"/>
                <a:gd name="connsiteX318" fmla="*/ 110934 w 367037"/>
                <a:gd name="connsiteY318" fmla="*/ 490394 h 555897"/>
                <a:gd name="connsiteX319" fmla="*/ 102019 w 367037"/>
                <a:gd name="connsiteY319" fmla="*/ 462313 h 555897"/>
                <a:gd name="connsiteX320" fmla="*/ 74271 w 367037"/>
                <a:gd name="connsiteY320" fmla="*/ 374987 h 555897"/>
                <a:gd name="connsiteX321" fmla="*/ 43024 w 367037"/>
                <a:gd name="connsiteY321" fmla="*/ 266664 h 555897"/>
                <a:gd name="connsiteX322" fmla="*/ 29525 w 367037"/>
                <a:gd name="connsiteY322" fmla="*/ 218168 h 555897"/>
                <a:gd name="connsiteX323" fmla="*/ 19443 w 367037"/>
                <a:gd name="connsiteY323" fmla="*/ 186671 h 555897"/>
                <a:gd name="connsiteX324" fmla="*/ 12860 w 367037"/>
                <a:gd name="connsiteY324" fmla="*/ 167089 h 555897"/>
                <a:gd name="connsiteX325" fmla="*/ 23776 w 367037"/>
                <a:gd name="connsiteY325" fmla="*/ 171089 h 555897"/>
                <a:gd name="connsiteX326" fmla="*/ 44691 w 367037"/>
                <a:gd name="connsiteY326" fmla="*/ 184421 h 555897"/>
                <a:gd name="connsiteX327" fmla="*/ 52440 w 367037"/>
                <a:gd name="connsiteY327" fmla="*/ 216502 h 555897"/>
                <a:gd name="connsiteX328" fmla="*/ 65938 w 367037"/>
                <a:gd name="connsiteY328" fmla="*/ 266997 h 555897"/>
                <a:gd name="connsiteX329" fmla="*/ 92103 w 367037"/>
                <a:gd name="connsiteY329" fmla="*/ 351906 h 555897"/>
                <a:gd name="connsiteX330" fmla="*/ 120601 w 367037"/>
                <a:gd name="connsiteY330" fmla="*/ 444565 h 555897"/>
                <a:gd name="connsiteX331" fmla="*/ 136433 w 367037"/>
                <a:gd name="connsiteY331" fmla="*/ 494393 h 555897"/>
                <a:gd name="connsiteX332" fmla="*/ 139765 w 367037"/>
                <a:gd name="connsiteY332" fmla="*/ 508059 h 555897"/>
                <a:gd name="connsiteX333" fmla="*/ 127516 w 367037"/>
                <a:gd name="connsiteY333" fmla="*/ 503059 h 555897"/>
                <a:gd name="connsiteX334" fmla="*/ 127516 w 367037"/>
                <a:gd name="connsiteY334" fmla="*/ 503059 h 555897"/>
                <a:gd name="connsiteX335" fmla="*/ 167762 w 367037"/>
                <a:gd name="connsiteY335" fmla="*/ 518808 h 555897"/>
                <a:gd name="connsiteX336" fmla="*/ 147932 w 367037"/>
                <a:gd name="connsiteY336" fmla="*/ 511142 h 555897"/>
                <a:gd name="connsiteX337" fmla="*/ 125517 w 367037"/>
                <a:gd name="connsiteY337" fmla="*/ 436398 h 555897"/>
                <a:gd name="connsiteX338" fmla="*/ 94019 w 367037"/>
                <a:gd name="connsiteY338" fmla="*/ 339324 h 555897"/>
                <a:gd name="connsiteX339" fmla="*/ 67022 w 367037"/>
                <a:gd name="connsiteY339" fmla="*/ 243916 h 555897"/>
                <a:gd name="connsiteX340" fmla="*/ 53273 w 367037"/>
                <a:gd name="connsiteY340" fmla="*/ 194004 h 555897"/>
                <a:gd name="connsiteX341" fmla="*/ 51607 w 367037"/>
                <a:gd name="connsiteY341" fmla="*/ 188338 h 555897"/>
                <a:gd name="connsiteX342" fmla="*/ 97436 w 367037"/>
                <a:gd name="connsiteY342" fmla="*/ 209252 h 555897"/>
                <a:gd name="connsiteX343" fmla="*/ 99435 w 367037"/>
                <a:gd name="connsiteY343" fmla="*/ 210002 h 555897"/>
                <a:gd name="connsiteX344" fmla="*/ 114518 w 367037"/>
                <a:gd name="connsiteY344" fmla="*/ 285079 h 555897"/>
                <a:gd name="connsiteX345" fmla="*/ 137932 w 367037"/>
                <a:gd name="connsiteY345" fmla="*/ 375821 h 555897"/>
                <a:gd name="connsiteX346" fmla="*/ 158930 w 367037"/>
                <a:gd name="connsiteY346" fmla="*/ 461396 h 555897"/>
                <a:gd name="connsiteX347" fmla="*/ 174012 w 367037"/>
                <a:gd name="connsiteY347" fmla="*/ 520974 h 555897"/>
                <a:gd name="connsiteX348" fmla="*/ 167762 w 367037"/>
                <a:gd name="connsiteY348" fmla="*/ 518808 h 555897"/>
                <a:gd name="connsiteX349" fmla="*/ 167762 w 367037"/>
                <a:gd name="connsiteY349" fmla="*/ 518808 h 555897"/>
                <a:gd name="connsiteX350" fmla="*/ 212092 w 367037"/>
                <a:gd name="connsiteY350" fmla="*/ 534473 h 555897"/>
                <a:gd name="connsiteX351" fmla="*/ 183178 w 367037"/>
                <a:gd name="connsiteY351" fmla="*/ 524557 h 555897"/>
                <a:gd name="connsiteX352" fmla="*/ 167846 w 367037"/>
                <a:gd name="connsiteY352" fmla="*/ 458313 h 555897"/>
                <a:gd name="connsiteX353" fmla="*/ 145431 w 367037"/>
                <a:gd name="connsiteY353" fmla="*/ 369321 h 555897"/>
                <a:gd name="connsiteX354" fmla="*/ 121517 w 367037"/>
                <a:gd name="connsiteY354" fmla="*/ 281412 h 555897"/>
                <a:gd name="connsiteX355" fmla="*/ 105602 w 367037"/>
                <a:gd name="connsiteY355" fmla="*/ 212252 h 555897"/>
                <a:gd name="connsiteX356" fmla="*/ 141182 w 367037"/>
                <a:gd name="connsiteY356" fmla="*/ 223834 h 555897"/>
                <a:gd name="connsiteX357" fmla="*/ 157430 w 367037"/>
                <a:gd name="connsiteY357" fmla="*/ 228667 h 555897"/>
                <a:gd name="connsiteX358" fmla="*/ 182594 w 367037"/>
                <a:gd name="connsiteY358" fmla="*/ 392902 h 555897"/>
                <a:gd name="connsiteX359" fmla="*/ 201093 w 367037"/>
                <a:gd name="connsiteY359" fmla="*/ 471312 h 555897"/>
                <a:gd name="connsiteX360" fmla="*/ 213925 w 367037"/>
                <a:gd name="connsiteY360" fmla="*/ 519724 h 555897"/>
                <a:gd name="connsiteX361" fmla="*/ 217509 w 367037"/>
                <a:gd name="connsiteY361" fmla="*/ 536806 h 555897"/>
                <a:gd name="connsiteX362" fmla="*/ 212092 w 367037"/>
                <a:gd name="connsiteY362" fmla="*/ 534473 h 555897"/>
                <a:gd name="connsiteX363" fmla="*/ 212092 w 367037"/>
                <a:gd name="connsiteY363" fmla="*/ 534473 h 555897"/>
                <a:gd name="connsiteX364" fmla="*/ 248506 w 367037"/>
                <a:gd name="connsiteY364" fmla="*/ 498143 h 555897"/>
                <a:gd name="connsiteX365" fmla="*/ 252338 w 367037"/>
                <a:gd name="connsiteY365" fmla="*/ 528057 h 555897"/>
                <a:gd name="connsiteX366" fmla="*/ 248756 w 367037"/>
                <a:gd name="connsiteY366" fmla="*/ 529640 h 555897"/>
                <a:gd name="connsiteX367" fmla="*/ 230590 w 367037"/>
                <a:gd name="connsiteY367" fmla="*/ 537889 h 555897"/>
                <a:gd name="connsiteX368" fmla="*/ 229674 w 367037"/>
                <a:gd name="connsiteY368" fmla="*/ 538056 h 555897"/>
                <a:gd name="connsiteX369" fmla="*/ 222508 w 367037"/>
                <a:gd name="connsiteY369" fmla="*/ 507225 h 555897"/>
                <a:gd name="connsiteX370" fmla="*/ 210508 w 367037"/>
                <a:gd name="connsiteY370" fmla="*/ 461896 h 555897"/>
                <a:gd name="connsiteX371" fmla="*/ 193927 w 367037"/>
                <a:gd name="connsiteY371" fmla="*/ 382987 h 555897"/>
                <a:gd name="connsiteX372" fmla="*/ 163430 w 367037"/>
                <a:gd name="connsiteY372" fmla="*/ 228834 h 555897"/>
                <a:gd name="connsiteX373" fmla="*/ 174345 w 367037"/>
                <a:gd name="connsiteY373" fmla="*/ 226334 h 555897"/>
                <a:gd name="connsiteX374" fmla="*/ 199927 w 367037"/>
                <a:gd name="connsiteY374" fmla="*/ 212002 h 555897"/>
                <a:gd name="connsiteX375" fmla="*/ 211259 w 367037"/>
                <a:gd name="connsiteY375" fmla="*/ 279662 h 555897"/>
                <a:gd name="connsiteX376" fmla="*/ 226008 w 367037"/>
                <a:gd name="connsiteY376" fmla="*/ 364571 h 555897"/>
                <a:gd name="connsiteX377" fmla="*/ 235174 w 367037"/>
                <a:gd name="connsiteY377" fmla="*/ 409234 h 555897"/>
                <a:gd name="connsiteX378" fmla="*/ 242256 w 367037"/>
                <a:gd name="connsiteY378" fmla="*/ 456646 h 555897"/>
                <a:gd name="connsiteX379" fmla="*/ 248506 w 367037"/>
                <a:gd name="connsiteY379" fmla="*/ 498143 h 555897"/>
                <a:gd name="connsiteX380" fmla="*/ 248506 w 367037"/>
                <a:gd name="connsiteY380" fmla="*/ 498143 h 555897"/>
                <a:gd name="connsiteX381" fmla="*/ 293502 w 367037"/>
                <a:gd name="connsiteY381" fmla="*/ 429982 h 555897"/>
                <a:gd name="connsiteX382" fmla="*/ 297418 w 367037"/>
                <a:gd name="connsiteY382" fmla="*/ 473395 h 555897"/>
                <a:gd name="connsiteX383" fmla="*/ 301084 w 367037"/>
                <a:gd name="connsiteY383" fmla="*/ 506975 h 555897"/>
                <a:gd name="connsiteX384" fmla="*/ 262421 w 367037"/>
                <a:gd name="connsiteY384" fmla="*/ 523641 h 555897"/>
                <a:gd name="connsiteX385" fmla="*/ 257921 w 367037"/>
                <a:gd name="connsiteY385" fmla="*/ 499810 h 555897"/>
                <a:gd name="connsiteX386" fmla="*/ 249422 w 367037"/>
                <a:gd name="connsiteY386" fmla="*/ 458147 h 555897"/>
                <a:gd name="connsiteX387" fmla="*/ 242256 w 367037"/>
                <a:gd name="connsiteY387" fmla="*/ 411151 h 555897"/>
                <a:gd name="connsiteX388" fmla="*/ 233590 w 367037"/>
                <a:gd name="connsiteY388" fmla="*/ 363488 h 555897"/>
                <a:gd name="connsiteX389" fmla="*/ 220508 w 367037"/>
                <a:gd name="connsiteY389" fmla="*/ 280662 h 555897"/>
                <a:gd name="connsiteX390" fmla="*/ 212925 w 367037"/>
                <a:gd name="connsiteY390" fmla="*/ 242166 h 555897"/>
                <a:gd name="connsiteX391" fmla="*/ 206926 w 367037"/>
                <a:gd name="connsiteY391" fmla="*/ 207669 h 555897"/>
                <a:gd name="connsiteX392" fmla="*/ 213842 w 367037"/>
                <a:gd name="connsiteY392" fmla="*/ 203669 h 555897"/>
                <a:gd name="connsiteX393" fmla="*/ 257255 w 367037"/>
                <a:gd name="connsiteY393" fmla="*/ 182338 h 555897"/>
                <a:gd name="connsiteX394" fmla="*/ 267587 w 367037"/>
                <a:gd name="connsiteY394" fmla="*/ 177172 h 555897"/>
                <a:gd name="connsiteX395" fmla="*/ 282669 w 367037"/>
                <a:gd name="connsiteY395" fmla="*/ 348156 h 555897"/>
                <a:gd name="connsiteX396" fmla="*/ 293502 w 367037"/>
                <a:gd name="connsiteY396" fmla="*/ 429982 h 555897"/>
                <a:gd name="connsiteX397" fmla="*/ 293502 w 367037"/>
                <a:gd name="connsiteY397" fmla="*/ 429982 h 555897"/>
                <a:gd name="connsiteX398" fmla="*/ 335497 w 367037"/>
                <a:gd name="connsiteY398" fmla="*/ 181088 h 555897"/>
                <a:gd name="connsiteX399" fmla="*/ 333332 w 367037"/>
                <a:gd name="connsiteY399" fmla="*/ 230250 h 555897"/>
                <a:gd name="connsiteX400" fmla="*/ 335415 w 367037"/>
                <a:gd name="connsiteY400" fmla="*/ 324159 h 555897"/>
                <a:gd name="connsiteX401" fmla="*/ 342581 w 367037"/>
                <a:gd name="connsiteY401" fmla="*/ 418983 h 555897"/>
                <a:gd name="connsiteX402" fmla="*/ 348079 w 367037"/>
                <a:gd name="connsiteY402" fmla="*/ 467229 h 555897"/>
                <a:gd name="connsiteX403" fmla="*/ 349330 w 367037"/>
                <a:gd name="connsiteY403" fmla="*/ 485228 h 555897"/>
                <a:gd name="connsiteX404" fmla="*/ 349413 w 367037"/>
                <a:gd name="connsiteY404" fmla="*/ 486310 h 555897"/>
                <a:gd name="connsiteX405" fmla="*/ 348413 w 367037"/>
                <a:gd name="connsiteY405" fmla="*/ 486977 h 555897"/>
                <a:gd name="connsiteX406" fmla="*/ 336497 w 367037"/>
                <a:gd name="connsiteY406" fmla="*/ 492060 h 555897"/>
                <a:gd name="connsiteX407" fmla="*/ 309416 w 367037"/>
                <a:gd name="connsiteY407" fmla="*/ 503559 h 555897"/>
                <a:gd name="connsiteX408" fmla="*/ 307583 w 367037"/>
                <a:gd name="connsiteY408" fmla="*/ 477811 h 555897"/>
                <a:gd name="connsiteX409" fmla="*/ 305084 w 367037"/>
                <a:gd name="connsiteY409" fmla="*/ 437482 h 555897"/>
                <a:gd name="connsiteX410" fmla="*/ 294834 w 367037"/>
                <a:gd name="connsiteY410" fmla="*/ 350823 h 555897"/>
                <a:gd name="connsiteX411" fmla="*/ 274170 w 367037"/>
                <a:gd name="connsiteY411" fmla="*/ 173922 h 555897"/>
                <a:gd name="connsiteX412" fmla="*/ 337831 w 367037"/>
                <a:gd name="connsiteY412" fmla="*/ 139008 h 555897"/>
                <a:gd name="connsiteX413" fmla="*/ 335497 w 367037"/>
                <a:gd name="connsiteY413" fmla="*/ 181088 h 555897"/>
                <a:gd name="connsiteX414" fmla="*/ 335497 w 367037"/>
                <a:gd name="connsiteY414" fmla="*/ 181088 h 555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Lst>
              <a:rect l="l" t="t" r="r" b="b"/>
              <a:pathLst>
                <a:path w="367037" h="555897">
                  <a:moveTo>
                    <a:pt x="344747" y="126843"/>
                  </a:moveTo>
                  <a:cubicBezTo>
                    <a:pt x="342581" y="124593"/>
                    <a:pt x="340247" y="124177"/>
                    <a:pt x="337331" y="125010"/>
                  </a:cubicBezTo>
                  <a:cubicBezTo>
                    <a:pt x="331998" y="126593"/>
                    <a:pt x="326915" y="128926"/>
                    <a:pt x="321915" y="131426"/>
                  </a:cubicBezTo>
                  <a:cubicBezTo>
                    <a:pt x="322499" y="128593"/>
                    <a:pt x="322582" y="125760"/>
                    <a:pt x="322082" y="123010"/>
                  </a:cubicBezTo>
                  <a:cubicBezTo>
                    <a:pt x="331249" y="115344"/>
                    <a:pt x="338997" y="99012"/>
                    <a:pt x="334998" y="87596"/>
                  </a:cubicBezTo>
                  <a:cubicBezTo>
                    <a:pt x="330581" y="74848"/>
                    <a:pt x="316999" y="75431"/>
                    <a:pt x="305667" y="77764"/>
                  </a:cubicBezTo>
                  <a:cubicBezTo>
                    <a:pt x="306167" y="68765"/>
                    <a:pt x="301918" y="59683"/>
                    <a:pt x="294251" y="56182"/>
                  </a:cubicBezTo>
                  <a:cubicBezTo>
                    <a:pt x="299835" y="46600"/>
                    <a:pt x="301084" y="38268"/>
                    <a:pt x="291085" y="28352"/>
                  </a:cubicBezTo>
                  <a:cubicBezTo>
                    <a:pt x="280086" y="17269"/>
                    <a:pt x="270170" y="23019"/>
                    <a:pt x="260338" y="30935"/>
                  </a:cubicBezTo>
                  <a:cubicBezTo>
                    <a:pt x="258421" y="28518"/>
                    <a:pt x="257255" y="25102"/>
                    <a:pt x="254338" y="23352"/>
                  </a:cubicBezTo>
                  <a:cubicBezTo>
                    <a:pt x="252006" y="21936"/>
                    <a:pt x="249589" y="21269"/>
                    <a:pt x="247172" y="21186"/>
                  </a:cubicBezTo>
                  <a:cubicBezTo>
                    <a:pt x="247672" y="20103"/>
                    <a:pt x="247756" y="18853"/>
                    <a:pt x="246922" y="17853"/>
                  </a:cubicBezTo>
                  <a:cubicBezTo>
                    <a:pt x="243922" y="14353"/>
                    <a:pt x="242173" y="12187"/>
                    <a:pt x="237424" y="10687"/>
                  </a:cubicBezTo>
                  <a:cubicBezTo>
                    <a:pt x="233174" y="9437"/>
                    <a:pt x="228924" y="9937"/>
                    <a:pt x="225008" y="12020"/>
                  </a:cubicBezTo>
                  <a:cubicBezTo>
                    <a:pt x="222424" y="13353"/>
                    <a:pt x="220341" y="15186"/>
                    <a:pt x="218759" y="17353"/>
                  </a:cubicBezTo>
                  <a:cubicBezTo>
                    <a:pt x="218508" y="15019"/>
                    <a:pt x="217841" y="12770"/>
                    <a:pt x="216675" y="10770"/>
                  </a:cubicBezTo>
                  <a:cubicBezTo>
                    <a:pt x="212925" y="4437"/>
                    <a:pt x="204177" y="-812"/>
                    <a:pt x="196677" y="104"/>
                  </a:cubicBezTo>
                  <a:cubicBezTo>
                    <a:pt x="185511" y="1521"/>
                    <a:pt x="173012" y="11936"/>
                    <a:pt x="172262" y="23102"/>
                  </a:cubicBezTo>
                  <a:cubicBezTo>
                    <a:pt x="164763" y="11520"/>
                    <a:pt x="150347" y="2187"/>
                    <a:pt x="137682" y="10270"/>
                  </a:cubicBezTo>
                  <a:cubicBezTo>
                    <a:pt x="128850" y="15853"/>
                    <a:pt x="120017" y="27518"/>
                    <a:pt x="120684" y="38268"/>
                  </a:cubicBezTo>
                  <a:cubicBezTo>
                    <a:pt x="111101" y="30935"/>
                    <a:pt x="89270" y="32018"/>
                    <a:pt x="81520" y="36351"/>
                  </a:cubicBezTo>
                  <a:cubicBezTo>
                    <a:pt x="73354" y="40934"/>
                    <a:pt x="65272" y="55849"/>
                    <a:pt x="66689" y="66932"/>
                  </a:cubicBezTo>
                  <a:cubicBezTo>
                    <a:pt x="63022" y="65182"/>
                    <a:pt x="59106" y="64349"/>
                    <a:pt x="54107" y="65182"/>
                  </a:cubicBezTo>
                  <a:cubicBezTo>
                    <a:pt x="45524" y="66682"/>
                    <a:pt x="35524" y="70848"/>
                    <a:pt x="29775" y="77681"/>
                  </a:cubicBezTo>
                  <a:cubicBezTo>
                    <a:pt x="23693" y="84930"/>
                    <a:pt x="17693" y="102345"/>
                    <a:pt x="22276" y="112594"/>
                  </a:cubicBezTo>
                  <a:cubicBezTo>
                    <a:pt x="14527" y="114844"/>
                    <a:pt x="8111" y="120260"/>
                    <a:pt x="4527" y="129510"/>
                  </a:cubicBezTo>
                  <a:cubicBezTo>
                    <a:pt x="1528" y="137175"/>
                    <a:pt x="1194" y="147424"/>
                    <a:pt x="4611" y="155174"/>
                  </a:cubicBezTo>
                  <a:cubicBezTo>
                    <a:pt x="4360" y="155257"/>
                    <a:pt x="4111" y="155257"/>
                    <a:pt x="3861" y="155340"/>
                  </a:cubicBezTo>
                  <a:cubicBezTo>
                    <a:pt x="1861" y="156007"/>
                    <a:pt x="278" y="158423"/>
                    <a:pt x="111" y="160423"/>
                  </a:cubicBezTo>
                  <a:cubicBezTo>
                    <a:pt x="-1055" y="173589"/>
                    <a:pt x="7278" y="189421"/>
                    <a:pt x="11277" y="201586"/>
                  </a:cubicBezTo>
                  <a:cubicBezTo>
                    <a:pt x="17276" y="219668"/>
                    <a:pt x="22943" y="237750"/>
                    <a:pt x="28358" y="255998"/>
                  </a:cubicBezTo>
                  <a:cubicBezTo>
                    <a:pt x="38607" y="290661"/>
                    <a:pt x="47023" y="325825"/>
                    <a:pt x="58689" y="360072"/>
                  </a:cubicBezTo>
                  <a:cubicBezTo>
                    <a:pt x="71104" y="396735"/>
                    <a:pt x="81437" y="433066"/>
                    <a:pt x="90603" y="470646"/>
                  </a:cubicBezTo>
                  <a:cubicBezTo>
                    <a:pt x="93269" y="481478"/>
                    <a:pt x="94353" y="497893"/>
                    <a:pt x="101852" y="506642"/>
                  </a:cubicBezTo>
                  <a:cubicBezTo>
                    <a:pt x="110268" y="516475"/>
                    <a:pt x="130599" y="521307"/>
                    <a:pt x="142015" y="525807"/>
                  </a:cubicBezTo>
                  <a:cubicBezTo>
                    <a:pt x="144515" y="526807"/>
                    <a:pt x="147014" y="527807"/>
                    <a:pt x="149431" y="528807"/>
                  </a:cubicBezTo>
                  <a:cubicBezTo>
                    <a:pt x="149681" y="528974"/>
                    <a:pt x="149931" y="529057"/>
                    <a:pt x="150181" y="529140"/>
                  </a:cubicBezTo>
                  <a:cubicBezTo>
                    <a:pt x="162596" y="534140"/>
                    <a:pt x="175013" y="539389"/>
                    <a:pt x="187761" y="543556"/>
                  </a:cubicBezTo>
                  <a:cubicBezTo>
                    <a:pt x="199760" y="547555"/>
                    <a:pt x="217092" y="557637"/>
                    <a:pt x="230007" y="555637"/>
                  </a:cubicBezTo>
                  <a:cubicBezTo>
                    <a:pt x="242922" y="553638"/>
                    <a:pt x="256588" y="544222"/>
                    <a:pt x="268587" y="539472"/>
                  </a:cubicBezTo>
                  <a:cubicBezTo>
                    <a:pt x="286336" y="532473"/>
                    <a:pt x="303500" y="524307"/>
                    <a:pt x="321082" y="517141"/>
                  </a:cubicBezTo>
                  <a:cubicBezTo>
                    <a:pt x="328582" y="514141"/>
                    <a:pt x="336081" y="511308"/>
                    <a:pt x="343581" y="508225"/>
                  </a:cubicBezTo>
                  <a:cubicBezTo>
                    <a:pt x="349163" y="505892"/>
                    <a:pt x="358246" y="503976"/>
                    <a:pt x="362745" y="499476"/>
                  </a:cubicBezTo>
                  <a:cubicBezTo>
                    <a:pt x="370911" y="491394"/>
                    <a:pt x="365162" y="477228"/>
                    <a:pt x="363828" y="467396"/>
                  </a:cubicBezTo>
                  <a:cubicBezTo>
                    <a:pt x="358912" y="430316"/>
                    <a:pt x="351329" y="392902"/>
                    <a:pt x="349246" y="355572"/>
                  </a:cubicBezTo>
                  <a:cubicBezTo>
                    <a:pt x="346913" y="313576"/>
                    <a:pt x="344747" y="271080"/>
                    <a:pt x="345831" y="229084"/>
                  </a:cubicBezTo>
                  <a:cubicBezTo>
                    <a:pt x="346330" y="207836"/>
                    <a:pt x="347580" y="186671"/>
                    <a:pt x="348580" y="165506"/>
                  </a:cubicBezTo>
                  <a:cubicBezTo>
                    <a:pt x="348996" y="154590"/>
                    <a:pt x="353329" y="135592"/>
                    <a:pt x="344747" y="126843"/>
                  </a:cubicBezTo>
                  <a:lnTo>
                    <a:pt x="344747" y="126843"/>
                  </a:lnTo>
                  <a:close/>
                  <a:moveTo>
                    <a:pt x="304750" y="82930"/>
                  </a:moveTo>
                  <a:cubicBezTo>
                    <a:pt x="311499" y="81347"/>
                    <a:pt x="319082" y="81180"/>
                    <a:pt x="324499" y="86013"/>
                  </a:cubicBezTo>
                  <a:cubicBezTo>
                    <a:pt x="331414" y="92179"/>
                    <a:pt x="324916" y="102678"/>
                    <a:pt x="320915" y="108095"/>
                  </a:cubicBezTo>
                  <a:cubicBezTo>
                    <a:pt x="319750" y="109678"/>
                    <a:pt x="317500" y="111678"/>
                    <a:pt x="315583" y="113927"/>
                  </a:cubicBezTo>
                  <a:cubicBezTo>
                    <a:pt x="313749" y="112844"/>
                    <a:pt x="311666" y="112011"/>
                    <a:pt x="309500" y="111594"/>
                  </a:cubicBezTo>
                  <a:cubicBezTo>
                    <a:pt x="306500" y="111011"/>
                    <a:pt x="303167" y="111178"/>
                    <a:pt x="300167" y="111761"/>
                  </a:cubicBezTo>
                  <a:cubicBezTo>
                    <a:pt x="300167" y="111761"/>
                    <a:pt x="299835" y="111844"/>
                    <a:pt x="299334" y="112011"/>
                  </a:cubicBezTo>
                  <a:cubicBezTo>
                    <a:pt x="300584" y="108844"/>
                    <a:pt x="301834" y="105761"/>
                    <a:pt x="301501" y="101845"/>
                  </a:cubicBezTo>
                  <a:cubicBezTo>
                    <a:pt x="301250" y="98679"/>
                    <a:pt x="300417" y="95679"/>
                    <a:pt x="298668" y="93263"/>
                  </a:cubicBezTo>
                  <a:cubicBezTo>
                    <a:pt x="301751" y="90430"/>
                    <a:pt x="303667" y="86763"/>
                    <a:pt x="304750" y="82930"/>
                  </a:cubicBezTo>
                  <a:lnTo>
                    <a:pt x="304750" y="82930"/>
                  </a:lnTo>
                  <a:close/>
                  <a:moveTo>
                    <a:pt x="177679" y="205752"/>
                  </a:moveTo>
                  <a:cubicBezTo>
                    <a:pt x="173846" y="208169"/>
                    <a:pt x="169680" y="210752"/>
                    <a:pt x="165597" y="211835"/>
                  </a:cubicBezTo>
                  <a:cubicBezTo>
                    <a:pt x="157680" y="214002"/>
                    <a:pt x="149765" y="209502"/>
                    <a:pt x="142515" y="207003"/>
                  </a:cubicBezTo>
                  <a:cubicBezTo>
                    <a:pt x="134766" y="204419"/>
                    <a:pt x="126850" y="202420"/>
                    <a:pt x="119017" y="200253"/>
                  </a:cubicBezTo>
                  <a:cubicBezTo>
                    <a:pt x="118768" y="193587"/>
                    <a:pt x="121517" y="184921"/>
                    <a:pt x="123016" y="182754"/>
                  </a:cubicBezTo>
                  <a:cubicBezTo>
                    <a:pt x="125433" y="180505"/>
                    <a:pt x="127850" y="178255"/>
                    <a:pt x="130266" y="176088"/>
                  </a:cubicBezTo>
                  <a:cubicBezTo>
                    <a:pt x="136598" y="174338"/>
                    <a:pt x="141765" y="176172"/>
                    <a:pt x="145765" y="181421"/>
                  </a:cubicBezTo>
                  <a:cubicBezTo>
                    <a:pt x="147181" y="182088"/>
                    <a:pt x="147765" y="182754"/>
                    <a:pt x="149514" y="183254"/>
                  </a:cubicBezTo>
                  <a:cubicBezTo>
                    <a:pt x="151180" y="183754"/>
                    <a:pt x="153180" y="183171"/>
                    <a:pt x="153764" y="181421"/>
                  </a:cubicBezTo>
                  <a:cubicBezTo>
                    <a:pt x="158847" y="167089"/>
                    <a:pt x="175262" y="167839"/>
                    <a:pt x="177845" y="182338"/>
                  </a:cubicBezTo>
                  <a:cubicBezTo>
                    <a:pt x="179095" y="189504"/>
                    <a:pt x="177178" y="195087"/>
                    <a:pt x="176178" y="202169"/>
                  </a:cubicBezTo>
                  <a:cubicBezTo>
                    <a:pt x="175929" y="203753"/>
                    <a:pt x="176595" y="204919"/>
                    <a:pt x="177679" y="205752"/>
                  </a:cubicBezTo>
                  <a:lnTo>
                    <a:pt x="177679" y="205752"/>
                  </a:lnTo>
                  <a:close/>
                  <a:moveTo>
                    <a:pt x="76855" y="183088"/>
                  </a:moveTo>
                  <a:cubicBezTo>
                    <a:pt x="69689" y="179338"/>
                    <a:pt x="62439" y="175589"/>
                    <a:pt x="55190" y="172255"/>
                  </a:cubicBezTo>
                  <a:cubicBezTo>
                    <a:pt x="53940" y="171672"/>
                    <a:pt x="52690" y="171173"/>
                    <a:pt x="51440" y="170589"/>
                  </a:cubicBezTo>
                  <a:cubicBezTo>
                    <a:pt x="38941" y="155257"/>
                    <a:pt x="47107" y="136759"/>
                    <a:pt x="69689" y="141842"/>
                  </a:cubicBezTo>
                  <a:cubicBezTo>
                    <a:pt x="72104" y="142425"/>
                    <a:pt x="75438" y="139925"/>
                    <a:pt x="75354" y="137425"/>
                  </a:cubicBezTo>
                  <a:cubicBezTo>
                    <a:pt x="75104" y="117760"/>
                    <a:pt x="101102" y="111094"/>
                    <a:pt x="109352" y="130676"/>
                  </a:cubicBezTo>
                  <a:cubicBezTo>
                    <a:pt x="103852" y="136259"/>
                    <a:pt x="104685" y="141842"/>
                    <a:pt x="105102" y="148175"/>
                  </a:cubicBezTo>
                  <a:cubicBezTo>
                    <a:pt x="101519" y="146091"/>
                    <a:pt x="98352" y="144592"/>
                    <a:pt x="93186" y="145508"/>
                  </a:cubicBezTo>
                  <a:cubicBezTo>
                    <a:pt x="86937" y="146591"/>
                    <a:pt x="82104" y="150841"/>
                    <a:pt x="78771" y="155924"/>
                  </a:cubicBezTo>
                  <a:cubicBezTo>
                    <a:pt x="72605" y="165173"/>
                    <a:pt x="73354" y="174172"/>
                    <a:pt x="76855" y="183088"/>
                  </a:cubicBezTo>
                  <a:lnTo>
                    <a:pt x="76855" y="183088"/>
                  </a:lnTo>
                  <a:close/>
                  <a:moveTo>
                    <a:pt x="81437" y="168256"/>
                  </a:moveTo>
                  <a:cubicBezTo>
                    <a:pt x="82187" y="163006"/>
                    <a:pt x="87270" y="156257"/>
                    <a:pt x="91687" y="153674"/>
                  </a:cubicBezTo>
                  <a:cubicBezTo>
                    <a:pt x="96186" y="151091"/>
                    <a:pt x="102602" y="155257"/>
                    <a:pt x="107351" y="157090"/>
                  </a:cubicBezTo>
                  <a:cubicBezTo>
                    <a:pt x="109434" y="157923"/>
                    <a:pt x="111768" y="156507"/>
                    <a:pt x="112018" y="154341"/>
                  </a:cubicBezTo>
                  <a:cubicBezTo>
                    <a:pt x="112435" y="151258"/>
                    <a:pt x="110684" y="147341"/>
                    <a:pt x="111601" y="144592"/>
                  </a:cubicBezTo>
                  <a:cubicBezTo>
                    <a:pt x="115351" y="140675"/>
                    <a:pt x="119184" y="136759"/>
                    <a:pt x="122934" y="132842"/>
                  </a:cubicBezTo>
                  <a:cubicBezTo>
                    <a:pt x="131016" y="133759"/>
                    <a:pt x="136515" y="137675"/>
                    <a:pt x="139349" y="144592"/>
                  </a:cubicBezTo>
                  <a:cubicBezTo>
                    <a:pt x="142848" y="153424"/>
                    <a:pt x="138099" y="159840"/>
                    <a:pt x="136682" y="167339"/>
                  </a:cubicBezTo>
                  <a:cubicBezTo>
                    <a:pt x="127683" y="165006"/>
                    <a:pt x="118768" y="168506"/>
                    <a:pt x="112018" y="180255"/>
                  </a:cubicBezTo>
                  <a:cubicBezTo>
                    <a:pt x="109684" y="184421"/>
                    <a:pt x="108018" y="191087"/>
                    <a:pt x="108185" y="197253"/>
                  </a:cubicBezTo>
                  <a:cubicBezTo>
                    <a:pt x="106435" y="196753"/>
                    <a:pt x="104768" y="196253"/>
                    <a:pt x="103019" y="195670"/>
                  </a:cubicBezTo>
                  <a:cubicBezTo>
                    <a:pt x="101185" y="195087"/>
                    <a:pt x="99352" y="194420"/>
                    <a:pt x="97519" y="193753"/>
                  </a:cubicBezTo>
                  <a:cubicBezTo>
                    <a:pt x="94269" y="192170"/>
                    <a:pt x="91019" y="190504"/>
                    <a:pt x="87686" y="188754"/>
                  </a:cubicBezTo>
                  <a:cubicBezTo>
                    <a:pt x="84104" y="182505"/>
                    <a:pt x="80354" y="175422"/>
                    <a:pt x="81437" y="168256"/>
                  </a:cubicBezTo>
                  <a:lnTo>
                    <a:pt x="81437" y="168256"/>
                  </a:lnTo>
                  <a:close/>
                  <a:moveTo>
                    <a:pt x="108685" y="114094"/>
                  </a:moveTo>
                  <a:cubicBezTo>
                    <a:pt x="110352" y="98179"/>
                    <a:pt x="118100" y="86180"/>
                    <a:pt x="138099" y="96429"/>
                  </a:cubicBezTo>
                  <a:cubicBezTo>
                    <a:pt x="141098" y="98012"/>
                    <a:pt x="142515" y="101179"/>
                    <a:pt x="146431" y="99929"/>
                  </a:cubicBezTo>
                  <a:cubicBezTo>
                    <a:pt x="152431" y="98096"/>
                    <a:pt x="154514" y="89430"/>
                    <a:pt x="161180" y="87596"/>
                  </a:cubicBezTo>
                  <a:cubicBezTo>
                    <a:pt x="172512" y="84430"/>
                    <a:pt x="182428" y="92846"/>
                    <a:pt x="181928" y="105928"/>
                  </a:cubicBezTo>
                  <a:cubicBezTo>
                    <a:pt x="181761" y="110928"/>
                    <a:pt x="180678" y="111094"/>
                    <a:pt x="181012" y="113427"/>
                  </a:cubicBezTo>
                  <a:cubicBezTo>
                    <a:pt x="177096" y="115428"/>
                    <a:pt x="173512" y="118677"/>
                    <a:pt x="170179" y="122093"/>
                  </a:cubicBezTo>
                  <a:cubicBezTo>
                    <a:pt x="168346" y="119927"/>
                    <a:pt x="166929" y="117844"/>
                    <a:pt x="163013" y="117344"/>
                  </a:cubicBezTo>
                  <a:cubicBezTo>
                    <a:pt x="158014" y="116677"/>
                    <a:pt x="153180" y="119594"/>
                    <a:pt x="149765" y="122927"/>
                  </a:cubicBezTo>
                  <a:cubicBezTo>
                    <a:pt x="147098" y="125510"/>
                    <a:pt x="144432" y="129093"/>
                    <a:pt x="142931" y="132926"/>
                  </a:cubicBezTo>
                  <a:cubicBezTo>
                    <a:pt x="140099" y="129343"/>
                    <a:pt x="136266" y="126593"/>
                    <a:pt x="131267" y="125093"/>
                  </a:cubicBezTo>
                  <a:cubicBezTo>
                    <a:pt x="126850" y="123760"/>
                    <a:pt x="121600" y="124177"/>
                    <a:pt x="116934" y="125843"/>
                  </a:cubicBezTo>
                  <a:cubicBezTo>
                    <a:pt x="114851" y="120927"/>
                    <a:pt x="112101" y="116927"/>
                    <a:pt x="108685" y="114094"/>
                  </a:cubicBezTo>
                  <a:lnTo>
                    <a:pt x="108685" y="114094"/>
                  </a:lnTo>
                  <a:close/>
                  <a:moveTo>
                    <a:pt x="149598" y="174755"/>
                  </a:moveTo>
                  <a:cubicBezTo>
                    <a:pt x="148348" y="173589"/>
                    <a:pt x="147014" y="172589"/>
                    <a:pt x="145765" y="171672"/>
                  </a:cubicBezTo>
                  <a:cubicBezTo>
                    <a:pt x="150181" y="162006"/>
                    <a:pt x="150931" y="149091"/>
                    <a:pt x="146682" y="139092"/>
                  </a:cubicBezTo>
                  <a:cubicBezTo>
                    <a:pt x="147932" y="134676"/>
                    <a:pt x="151347" y="130010"/>
                    <a:pt x="154098" y="128176"/>
                  </a:cubicBezTo>
                  <a:cubicBezTo>
                    <a:pt x="163846" y="122010"/>
                    <a:pt x="163596" y="128009"/>
                    <a:pt x="167929" y="130843"/>
                  </a:cubicBezTo>
                  <a:cubicBezTo>
                    <a:pt x="169845" y="132093"/>
                    <a:pt x="172095" y="131759"/>
                    <a:pt x="173596" y="130010"/>
                  </a:cubicBezTo>
                  <a:cubicBezTo>
                    <a:pt x="175846" y="127343"/>
                    <a:pt x="178512" y="123177"/>
                    <a:pt x="181761" y="121677"/>
                  </a:cubicBezTo>
                  <a:cubicBezTo>
                    <a:pt x="193094" y="116511"/>
                    <a:pt x="198176" y="125010"/>
                    <a:pt x="195510" y="133842"/>
                  </a:cubicBezTo>
                  <a:cubicBezTo>
                    <a:pt x="194344" y="137759"/>
                    <a:pt x="192427" y="140758"/>
                    <a:pt x="192344" y="144508"/>
                  </a:cubicBezTo>
                  <a:cubicBezTo>
                    <a:pt x="190177" y="145008"/>
                    <a:pt x="188011" y="146008"/>
                    <a:pt x="186178" y="147258"/>
                  </a:cubicBezTo>
                  <a:cubicBezTo>
                    <a:pt x="181344" y="150507"/>
                    <a:pt x="176012" y="158423"/>
                    <a:pt x="175679" y="165340"/>
                  </a:cubicBezTo>
                  <a:cubicBezTo>
                    <a:pt x="163930" y="160090"/>
                    <a:pt x="155098" y="165089"/>
                    <a:pt x="149598" y="174755"/>
                  </a:cubicBezTo>
                  <a:lnTo>
                    <a:pt x="149598" y="174755"/>
                  </a:lnTo>
                  <a:close/>
                  <a:moveTo>
                    <a:pt x="182178" y="169589"/>
                  </a:moveTo>
                  <a:cubicBezTo>
                    <a:pt x="182761" y="160840"/>
                    <a:pt x="195093" y="150341"/>
                    <a:pt x="200593" y="157340"/>
                  </a:cubicBezTo>
                  <a:cubicBezTo>
                    <a:pt x="201426" y="158423"/>
                    <a:pt x="202927" y="159007"/>
                    <a:pt x="204259" y="158757"/>
                  </a:cubicBezTo>
                  <a:cubicBezTo>
                    <a:pt x="211759" y="157340"/>
                    <a:pt x="214092" y="147175"/>
                    <a:pt x="220425" y="143091"/>
                  </a:cubicBezTo>
                  <a:cubicBezTo>
                    <a:pt x="229008" y="137509"/>
                    <a:pt x="238173" y="140008"/>
                    <a:pt x="239672" y="150674"/>
                  </a:cubicBezTo>
                  <a:cubicBezTo>
                    <a:pt x="240839" y="158840"/>
                    <a:pt x="237007" y="166006"/>
                    <a:pt x="232257" y="172505"/>
                  </a:cubicBezTo>
                  <a:cubicBezTo>
                    <a:pt x="231340" y="173756"/>
                    <a:pt x="231174" y="175172"/>
                    <a:pt x="231507" y="176505"/>
                  </a:cubicBezTo>
                  <a:cubicBezTo>
                    <a:pt x="215925" y="184254"/>
                    <a:pt x="200593" y="192254"/>
                    <a:pt x="185511" y="201003"/>
                  </a:cubicBezTo>
                  <a:cubicBezTo>
                    <a:pt x="191010" y="190254"/>
                    <a:pt x="191177" y="177588"/>
                    <a:pt x="182178" y="169589"/>
                  </a:cubicBezTo>
                  <a:lnTo>
                    <a:pt x="182178" y="169589"/>
                  </a:lnTo>
                  <a:close/>
                  <a:moveTo>
                    <a:pt x="212176" y="138342"/>
                  </a:moveTo>
                  <a:cubicBezTo>
                    <a:pt x="209926" y="140425"/>
                    <a:pt x="207592" y="145591"/>
                    <a:pt x="205176" y="147091"/>
                  </a:cubicBezTo>
                  <a:cubicBezTo>
                    <a:pt x="204509" y="147508"/>
                    <a:pt x="204177" y="147841"/>
                    <a:pt x="204093" y="148091"/>
                  </a:cubicBezTo>
                  <a:cubicBezTo>
                    <a:pt x="203926" y="148008"/>
                    <a:pt x="203676" y="148008"/>
                    <a:pt x="203343" y="147924"/>
                  </a:cubicBezTo>
                  <a:cubicBezTo>
                    <a:pt x="201927" y="147591"/>
                    <a:pt x="201093" y="147175"/>
                    <a:pt x="200510" y="146675"/>
                  </a:cubicBezTo>
                  <a:cubicBezTo>
                    <a:pt x="205509" y="138925"/>
                    <a:pt x="207425" y="127593"/>
                    <a:pt x="202760" y="119760"/>
                  </a:cubicBezTo>
                  <a:cubicBezTo>
                    <a:pt x="203760" y="116844"/>
                    <a:pt x="205259" y="114011"/>
                    <a:pt x="207342" y="112178"/>
                  </a:cubicBezTo>
                  <a:cubicBezTo>
                    <a:pt x="211009" y="110178"/>
                    <a:pt x="214592" y="108178"/>
                    <a:pt x="218258" y="106178"/>
                  </a:cubicBezTo>
                  <a:cubicBezTo>
                    <a:pt x="220258" y="107261"/>
                    <a:pt x="222341" y="108178"/>
                    <a:pt x="224424" y="109011"/>
                  </a:cubicBezTo>
                  <a:cubicBezTo>
                    <a:pt x="228257" y="109761"/>
                    <a:pt x="229424" y="108761"/>
                    <a:pt x="232507" y="106761"/>
                  </a:cubicBezTo>
                  <a:cubicBezTo>
                    <a:pt x="236257" y="104345"/>
                    <a:pt x="240340" y="100428"/>
                    <a:pt x="244673" y="100095"/>
                  </a:cubicBezTo>
                  <a:cubicBezTo>
                    <a:pt x="245422" y="100346"/>
                    <a:pt x="246172" y="100428"/>
                    <a:pt x="246922" y="100262"/>
                  </a:cubicBezTo>
                  <a:cubicBezTo>
                    <a:pt x="248923" y="100679"/>
                    <a:pt x="250922" y="101929"/>
                    <a:pt x="253005" y="104428"/>
                  </a:cubicBezTo>
                  <a:cubicBezTo>
                    <a:pt x="255505" y="107428"/>
                    <a:pt x="256421" y="116261"/>
                    <a:pt x="256005" y="118760"/>
                  </a:cubicBezTo>
                  <a:cubicBezTo>
                    <a:pt x="254838" y="126093"/>
                    <a:pt x="248672" y="130676"/>
                    <a:pt x="246256" y="137425"/>
                  </a:cubicBezTo>
                  <a:cubicBezTo>
                    <a:pt x="246172" y="137259"/>
                    <a:pt x="246005" y="137092"/>
                    <a:pt x="245922" y="136925"/>
                  </a:cubicBezTo>
                  <a:cubicBezTo>
                    <a:pt x="236673" y="125176"/>
                    <a:pt x="222091" y="129093"/>
                    <a:pt x="212176" y="138342"/>
                  </a:cubicBezTo>
                  <a:lnTo>
                    <a:pt x="212176" y="138342"/>
                  </a:lnTo>
                  <a:close/>
                  <a:moveTo>
                    <a:pt x="249672" y="142758"/>
                  </a:moveTo>
                  <a:cubicBezTo>
                    <a:pt x="250422" y="142591"/>
                    <a:pt x="251171" y="142258"/>
                    <a:pt x="251672" y="141758"/>
                  </a:cubicBezTo>
                  <a:cubicBezTo>
                    <a:pt x="253588" y="139759"/>
                    <a:pt x="255338" y="137675"/>
                    <a:pt x="257005" y="135592"/>
                  </a:cubicBezTo>
                  <a:cubicBezTo>
                    <a:pt x="259171" y="134009"/>
                    <a:pt x="261338" y="132593"/>
                    <a:pt x="263670" y="131509"/>
                  </a:cubicBezTo>
                  <a:cubicBezTo>
                    <a:pt x="269337" y="128926"/>
                    <a:pt x="274420" y="129343"/>
                    <a:pt x="277253" y="135676"/>
                  </a:cubicBezTo>
                  <a:cubicBezTo>
                    <a:pt x="277920" y="137175"/>
                    <a:pt x="277003" y="139425"/>
                    <a:pt x="277586" y="141175"/>
                  </a:cubicBezTo>
                  <a:cubicBezTo>
                    <a:pt x="278503" y="143675"/>
                    <a:pt x="279586" y="144425"/>
                    <a:pt x="282086" y="145008"/>
                  </a:cubicBezTo>
                  <a:cubicBezTo>
                    <a:pt x="284336" y="145508"/>
                    <a:pt x="286169" y="143841"/>
                    <a:pt x="287835" y="146008"/>
                  </a:cubicBezTo>
                  <a:cubicBezTo>
                    <a:pt x="288419" y="146758"/>
                    <a:pt x="288585" y="147675"/>
                    <a:pt x="288502" y="148674"/>
                  </a:cubicBezTo>
                  <a:cubicBezTo>
                    <a:pt x="279419" y="153174"/>
                    <a:pt x="270253" y="157673"/>
                    <a:pt x="261171" y="162090"/>
                  </a:cubicBezTo>
                  <a:cubicBezTo>
                    <a:pt x="256921" y="164173"/>
                    <a:pt x="252755" y="166173"/>
                    <a:pt x="248589" y="168256"/>
                  </a:cubicBezTo>
                  <a:cubicBezTo>
                    <a:pt x="252505" y="160173"/>
                    <a:pt x="253588" y="151091"/>
                    <a:pt x="249672" y="142758"/>
                  </a:cubicBezTo>
                  <a:lnTo>
                    <a:pt x="249672" y="142758"/>
                  </a:lnTo>
                  <a:close/>
                  <a:moveTo>
                    <a:pt x="284585" y="137175"/>
                  </a:moveTo>
                  <a:cubicBezTo>
                    <a:pt x="284002" y="134009"/>
                    <a:pt x="284919" y="130343"/>
                    <a:pt x="282585" y="127426"/>
                  </a:cubicBezTo>
                  <a:cubicBezTo>
                    <a:pt x="280252" y="124510"/>
                    <a:pt x="276336" y="123593"/>
                    <a:pt x="272837" y="123593"/>
                  </a:cubicBezTo>
                  <a:cubicBezTo>
                    <a:pt x="269170" y="123510"/>
                    <a:pt x="265920" y="124593"/>
                    <a:pt x="262921" y="126176"/>
                  </a:cubicBezTo>
                  <a:cubicBezTo>
                    <a:pt x="265337" y="120677"/>
                    <a:pt x="266004" y="114761"/>
                    <a:pt x="264004" y="107845"/>
                  </a:cubicBezTo>
                  <a:cubicBezTo>
                    <a:pt x="270337" y="101512"/>
                    <a:pt x="283253" y="92513"/>
                    <a:pt x="290168" y="99929"/>
                  </a:cubicBezTo>
                  <a:cubicBezTo>
                    <a:pt x="295335" y="105512"/>
                    <a:pt x="289419" y="110928"/>
                    <a:pt x="288502" y="117094"/>
                  </a:cubicBezTo>
                  <a:cubicBezTo>
                    <a:pt x="288169" y="119177"/>
                    <a:pt x="289502" y="121010"/>
                    <a:pt x="291335" y="121843"/>
                  </a:cubicBezTo>
                  <a:cubicBezTo>
                    <a:pt x="294585" y="123426"/>
                    <a:pt x="297001" y="121594"/>
                    <a:pt x="300251" y="120927"/>
                  </a:cubicBezTo>
                  <a:cubicBezTo>
                    <a:pt x="306667" y="119594"/>
                    <a:pt x="307833" y="118511"/>
                    <a:pt x="310666" y="125343"/>
                  </a:cubicBezTo>
                  <a:cubicBezTo>
                    <a:pt x="313333" y="131759"/>
                    <a:pt x="311750" y="135592"/>
                    <a:pt x="306167" y="139675"/>
                  </a:cubicBezTo>
                  <a:cubicBezTo>
                    <a:pt x="306084" y="139759"/>
                    <a:pt x="306001" y="139842"/>
                    <a:pt x="305917" y="139925"/>
                  </a:cubicBezTo>
                  <a:cubicBezTo>
                    <a:pt x="303500" y="141175"/>
                    <a:pt x="301084" y="142342"/>
                    <a:pt x="298668" y="143592"/>
                  </a:cubicBezTo>
                  <a:cubicBezTo>
                    <a:pt x="298584" y="142758"/>
                    <a:pt x="298334" y="141925"/>
                    <a:pt x="298001" y="141092"/>
                  </a:cubicBezTo>
                  <a:cubicBezTo>
                    <a:pt x="294918" y="134426"/>
                    <a:pt x="289835" y="136842"/>
                    <a:pt x="284585" y="137175"/>
                  </a:cubicBezTo>
                  <a:lnTo>
                    <a:pt x="284585" y="137175"/>
                  </a:lnTo>
                  <a:close/>
                  <a:moveTo>
                    <a:pt x="294502" y="68932"/>
                  </a:moveTo>
                  <a:cubicBezTo>
                    <a:pt x="298418" y="75931"/>
                    <a:pt x="294084" y="82014"/>
                    <a:pt x="291918" y="88847"/>
                  </a:cubicBezTo>
                  <a:cubicBezTo>
                    <a:pt x="280170" y="85013"/>
                    <a:pt x="268504" y="92513"/>
                    <a:pt x="261504" y="101845"/>
                  </a:cubicBezTo>
                  <a:cubicBezTo>
                    <a:pt x="259005" y="97345"/>
                    <a:pt x="255505" y="94346"/>
                    <a:pt x="251338" y="93179"/>
                  </a:cubicBezTo>
                  <a:cubicBezTo>
                    <a:pt x="252839" y="87763"/>
                    <a:pt x="252171" y="82347"/>
                    <a:pt x="250088" y="77681"/>
                  </a:cubicBezTo>
                  <a:cubicBezTo>
                    <a:pt x="251839" y="68932"/>
                    <a:pt x="257588" y="61849"/>
                    <a:pt x="267004" y="66765"/>
                  </a:cubicBezTo>
                  <a:cubicBezTo>
                    <a:pt x="269754" y="68265"/>
                    <a:pt x="269671" y="69265"/>
                    <a:pt x="273086" y="68432"/>
                  </a:cubicBezTo>
                  <a:cubicBezTo>
                    <a:pt x="277586" y="67348"/>
                    <a:pt x="281752" y="63932"/>
                    <a:pt x="285752" y="63265"/>
                  </a:cubicBezTo>
                  <a:cubicBezTo>
                    <a:pt x="286668" y="63682"/>
                    <a:pt x="287752" y="63765"/>
                    <a:pt x="288752" y="63432"/>
                  </a:cubicBezTo>
                  <a:cubicBezTo>
                    <a:pt x="290668" y="63932"/>
                    <a:pt x="292585" y="65515"/>
                    <a:pt x="294502" y="68932"/>
                  </a:cubicBezTo>
                  <a:lnTo>
                    <a:pt x="294502" y="68932"/>
                  </a:lnTo>
                  <a:close/>
                  <a:moveTo>
                    <a:pt x="257838" y="39268"/>
                  </a:moveTo>
                  <a:cubicBezTo>
                    <a:pt x="259421" y="40184"/>
                    <a:pt x="261088" y="40351"/>
                    <a:pt x="262670" y="39184"/>
                  </a:cubicBezTo>
                  <a:cubicBezTo>
                    <a:pt x="269003" y="34518"/>
                    <a:pt x="277503" y="25519"/>
                    <a:pt x="284919" y="34685"/>
                  </a:cubicBezTo>
                  <a:cubicBezTo>
                    <a:pt x="290502" y="41600"/>
                    <a:pt x="286252" y="48267"/>
                    <a:pt x="283752" y="54933"/>
                  </a:cubicBezTo>
                  <a:cubicBezTo>
                    <a:pt x="282669" y="55099"/>
                    <a:pt x="281586" y="55349"/>
                    <a:pt x="280419" y="55683"/>
                  </a:cubicBezTo>
                  <a:cubicBezTo>
                    <a:pt x="277087" y="56766"/>
                    <a:pt x="273336" y="60599"/>
                    <a:pt x="270337" y="59932"/>
                  </a:cubicBezTo>
                  <a:cubicBezTo>
                    <a:pt x="266171" y="59016"/>
                    <a:pt x="266004" y="55516"/>
                    <a:pt x="260422" y="56182"/>
                  </a:cubicBezTo>
                  <a:cubicBezTo>
                    <a:pt x="253171" y="57182"/>
                    <a:pt x="248339" y="64265"/>
                    <a:pt x="246089" y="71431"/>
                  </a:cubicBezTo>
                  <a:cubicBezTo>
                    <a:pt x="240590" y="65265"/>
                    <a:pt x="232174" y="62099"/>
                    <a:pt x="223591" y="65182"/>
                  </a:cubicBezTo>
                  <a:cubicBezTo>
                    <a:pt x="225257" y="59432"/>
                    <a:pt x="226341" y="53850"/>
                    <a:pt x="225758" y="48767"/>
                  </a:cubicBezTo>
                  <a:cubicBezTo>
                    <a:pt x="227340" y="41934"/>
                    <a:pt x="234257" y="32685"/>
                    <a:pt x="240923" y="30768"/>
                  </a:cubicBezTo>
                  <a:cubicBezTo>
                    <a:pt x="251672" y="27935"/>
                    <a:pt x="252171" y="36101"/>
                    <a:pt x="257838" y="39268"/>
                  </a:cubicBezTo>
                  <a:lnTo>
                    <a:pt x="257838" y="39268"/>
                  </a:lnTo>
                  <a:close/>
                  <a:moveTo>
                    <a:pt x="236840" y="17936"/>
                  </a:moveTo>
                  <a:cubicBezTo>
                    <a:pt x="237756" y="18353"/>
                    <a:pt x="239923" y="20519"/>
                    <a:pt x="242006" y="21852"/>
                  </a:cubicBezTo>
                  <a:cubicBezTo>
                    <a:pt x="241256" y="22019"/>
                    <a:pt x="240507" y="22269"/>
                    <a:pt x="239756" y="22519"/>
                  </a:cubicBezTo>
                  <a:cubicBezTo>
                    <a:pt x="232340" y="25269"/>
                    <a:pt x="225257" y="31851"/>
                    <a:pt x="222424" y="39517"/>
                  </a:cubicBezTo>
                  <a:cubicBezTo>
                    <a:pt x="221091" y="37684"/>
                    <a:pt x="219425" y="35934"/>
                    <a:pt x="217258" y="34351"/>
                  </a:cubicBezTo>
                  <a:cubicBezTo>
                    <a:pt x="217425" y="33351"/>
                    <a:pt x="217592" y="32351"/>
                    <a:pt x="217758" y="31352"/>
                  </a:cubicBezTo>
                  <a:cubicBezTo>
                    <a:pt x="220175" y="23769"/>
                    <a:pt x="228340" y="14186"/>
                    <a:pt x="236840" y="17936"/>
                  </a:cubicBezTo>
                  <a:lnTo>
                    <a:pt x="236840" y="17936"/>
                  </a:lnTo>
                  <a:close/>
                  <a:moveTo>
                    <a:pt x="231423" y="72431"/>
                  </a:moveTo>
                  <a:cubicBezTo>
                    <a:pt x="233506" y="73431"/>
                    <a:pt x="235673" y="74431"/>
                    <a:pt x="237756" y="75431"/>
                  </a:cubicBezTo>
                  <a:cubicBezTo>
                    <a:pt x="243922" y="80680"/>
                    <a:pt x="245506" y="86346"/>
                    <a:pt x="242339" y="92430"/>
                  </a:cubicBezTo>
                  <a:cubicBezTo>
                    <a:pt x="242339" y="92679"/>
                    <a:pt x="242339" y="92846"/>
                    <a:pt x="242256" y="93013"/>
                  </a:cubicBezTo>
                  <a:cubicBezTo>
                    <a:pt x="240423" y="93429"/>
                    <a:pt x="238589" y="93929"/>
                    <a:pt x="236673" y="94762"/>
                  </a:cubicBezTo>
                  <a:cubicBezTo>
                    <a:pt x="234506" y="95679"/>
                    <a:pt x="232757" y="97262"/>
                    <a:pt x="230840" y="98429"/>
                  </a:cubicBezTo>
                  <a:cubicBezTo>
                    <a:pt x="226424" y="101012"/>
                    <a:pt x="226424" y="100346"/>
                    <a:pt x="221675" y="99262"/>
                  </a:cubicBezTo>
                  <a:cubicBezTo>
                    <a:pt x="216258" y="98012"/>
                    <a:pt x="212842" y="97096"/>
                    <a:pt x="207676" y="100762"/>
                  </a:cubicBezTo>
                  <a:cubicBezTo>
                    <a:pt x="203426" y="103762"/>
                    <a:pt x="199593" y="108928"/>
                    <a:pt x="197677" y="114428"/>
                  </a:cubicBezTo>
                  <a:cubicBezTo>
                    <a:pt x="194843" y="112511"/>
                    <a:pt x="192177" y="111594"/>
                    <a:pt x="189595" y="111428"/>
                  </a:cubicBezTo>
                  <a:cubicBezTo>
                    <a:pt x="192094" y="106261"/>
                    <a:pt x="192177" y="101095"/>
                    <a:pt x="190594" y="96429"/>
                  </a:cubicBezTo>
                  <a:cubicBezTo>
                    <a:pt x="191511" y="95929"/>
                    <a:pt x="192094" y="95013"/>
                    <a:pt x="191844" y="93679"/>
                  </a:cubicBezTo>
                  <a:cubicBezTo>
                    <a:pt x="191010" y="87930"/>
                    <a:pt x="189011" y="80097"/>
                    <a:pt x="193843" y="75264"/>
                  </a:cubicBezTo>
                  <a:cubicBezTo>
                    <a:pt x="201259" y="67765"/>
                    <a:pt x="204259" y="75931"/>
                    <a:pt x="209842" y="79431"/>
                  </a:cubicBezTo>
                  <a:cubicBezTo>
                    <a:pt x="212092" y="80847"/>
                    <a:pt x="212342" y="81847"/>
                    <a:pt x="215175" y="81597"/>
                  </a:cubicBezTo>
                  <a:cubicBezTo>
                    <a:pt x="222591" y="81014"/>
                    <a:pt x="221008" y="71515"/>
                    <a:pt x="231423" y="72431"/>
                  </a:cubicBezTo>
                  <a:lnTo>
                    <a:pt x="231423" y="72431"/>
                  </a:lnTo>
                  <a:close/>
                  <a:moveTo>
                    <a:pt x="177512" y="32935"/>
                  </a:moveTo>
                  <a:cubicBezTo>
                    <a:pt x="174512" y="18686"/>
                    <a:pt x="193344" y="1021"/>
                    <a:pt x="206509" y="10770"/>
                  </a:cubicBezTo>
                  <a:cubicBezTo>
                    <a:pt x="214259" y="16520"/>
                    <a:pt x="210176" y="22519"/>
                    <a:pt x="209592" y="30185"/>
                  </a:cubicBezTo>
                  <a:cubicBezTo>
                    <a:pt x="209592" y="30352"/>
                    <a:pt x="209592" y="30518"/>
                    <a:pt x="209592" y="30685"/>
                  </a:cubicBezTo>
                  <a:cubicBezTo>
                    <a:pt x="207176" y="30185"/>
                    <a:pt x="204676" y="30352"/>
                    <a:pt x="201760" y="31352"/>
                  </a:cubicBezTo>
                  <a:cubicBezTo>
                    <a:pt x="199426" y="32185"/>
                    <a:pt x="195844" y="34101"/>
                    <a:pt x="193843" y="35934"/>
                  </a:cubicBezTo>
                  <a:cubicBezTo>
                    <a:pt x="192511" y="37184"/>
                    <a:pt x="191261" y="39684"/>
                    <a:pt x="189844" y="41434"/>
                  </a:cubicBezTo>
                  <a:cubicBezTo>
                    <a:pt x="185928" y="37434"/>
                    <a:pt x="181928" y="34601"/>
                    <a:pt x="177512" y="33685"/>
                  </a:cubicBezTo>
                  <a:cubicBezTo>
                    <a:pt x="177512" y="33351"/>
                    <a:pt x="177595" y="33185"/>
                    <a:pt x="177512" y="32935"/>
                  </a:cubicBezTo>
                  <a:lnTo>
                    <a:pt x="177512" y="32935"/>
                  </a:lnTo>
                  <a:close/>
                  <a:moveTo>
                    <a:pt x="186011" y="49850"/>
                  </a:moveTo>
                  <a:cubicBezTo>
                    <a:pt x="187428" y="51433"/>
                    <a:pt x="189178" y="51683"/>
                    <a:pt x="191177" y="51100"/>
                  </a:cubicBezTo>
                  <a:cubicBezTo>
                    <a:pt x="194927" y="49933"/>
                    <a:pt x="195677" y="46267"/>
                    <a:pt x="198760" y="44767"/>
                  </a:cubicBezTo>
                  <a:cubicBezTo>
                    <a:pt x="202593" y="42851"/>
                    <a:pt x="212592" y="43100"/>
                    <a:pt x="215175" y="46767"/>
                  </a:cubicBezTo>
                  <a:cubicBezTo>
                    <a:pt x="218175" y="50933"/>
                    <a:pt x="215841" y="59765"/>
                    <a:pt x="215092" y="64432"/>
                  </a:cubicBezTo>
                  <a:cubicBezTo>
                    <a:pt x="214758" y="66348"/>
                    <a:pt x="215925" y="67848"/>
                    <a:pt x="217425" y="68598"/>
                  </a:cubicBezTo>
                  <a:cubicBezTo>
                    <a:pt x="217342" y="68681"/>
                    <a:pt x="217258" y="68681"/>
                    <a:pt x="217175" y="68765"/>
                  </a:cubicBezTo>
                  <a:cubicBezTo>
                    <a:pt x="215758" y="69848"/>
                    <a:pt x="215175" y="71931"/>
                    <a:pt x="213342" y="71931"/>
                  </a:cubicBezTo>
                  <a:cubicBezTo>
                    <a:pt x="213092" y="71931"/>
                    <a:pt x="208259" y="66682"/>
                    <a:pt x="207260" y="66182"/>
                  </a:cubicBezTo>
                  <a:cubicBezTo>
                    <a:pt x="203259" y="63932"/>
                    <a:pt x="199593" y="64015"/>
                    <a:pt x="195260" y="65598"/>
                  </a:cubicBezTo>
                  <a:cubicBezTo>
                    <a:pt x="184761" y="69431"/>
                    <a:pt x="183511" y="78097"/>
                    <a:pt x="184844" y="87097"/>
                  </a:cubicBezTo>
                  <a:cubicBezTo>
                    <a:pt x="178096" y="80180"/>
                    <a:pt x="167513" y="76514"/>
                    <a:pt x="158014" y="79680"/>
                  </a:cubicBezTo>
                  <a:cubicBezTo>
                    <a:pt x="158763" y="73514"/>
                    <a:pt x="157597" y="66932"/>
                    <a:pt x="154764" y="61182"/>
                  </a:cubicBezTo>
                  <a:cubicBezTo>
                    <a:pt x="159763" y="50016"/>
                    <a:pt x="169929" y="31935"/>
                    <a:pt x="186011" y="49850"/>
                  </a:cubicBezTo>
                  <a:lnTo>
                    <a:pt x="186011" y="49850"/>
                  </a:lnTo>
                  <a:close/>
                  <a:moveTo>
                    <a:pt x="141682" y="17103"/>
                  </a:moveTo>
                  <a:cubicBezTo>
                    <a:pt x="154847" y="10187"/>
                    <a:pt x="163514" y="24769"/>
                    <a:pt x="169845" y="33768"/>
                  </a:cubicBezTo>
                  <a:cubicBezTo>
                    <a:pt x="167430" y="34435"/>
                    <a:pt x="164763" y="35601"/>
                    <a:pt x="161930" y="37434"/>
                  </a:cubicBezTo>
                  <a:cubicBezTo>
                    <a:pt x="156764" y="40767"/>
                    <a:pt x="150598" y="47517"/>
                    <a:pt x="149931" y="54099"/>
                  </a:cubicBezTo>
                  <a:cubicBezTo>
                    <a:pt x="146181" y="49850"/>
                    <a:pt x="141265" y="46767"/>
                    <a:pt x="135266" y="45600"/>
                  </a:cubicBezTo>
                  <a:cubicBezTo>
                    <a:pt x="132682" y="45100"/>
                    <a:pt x="130349" y="45100"/>
                    <a:pt x="128266" y="45517"/>
                  </a:cubicBezTo>
                  <a:cubicBezTo>
                    <a:pt x="125183" y="35518"/>
                    <a:pt x="132599" y="21936"/>
                    <a:pt x="141682" y="17103"/>
                  </a:cubicBezTo>
                  <a:lnTo>
                    <a:pt x="141682" y="17103"/>
                  </a:lnTo>
                  <a:close/>
                  <a:moveTo>
                    <a:pt x="129183" y="60099"/>
                  </a:moveTo>
                  <a:cubicBezTo>
                    <a:pt x="139599" y="56349"/>
                    <a:pt x="139848" y="55516"/>
                    <a:pt x="145598" y="64099"/>
                  </a:cubicBezTo>
                  <a:cubicBezTo>
                    <a:pt x="149848" y="70431"/>
                    <a:pt x="150097" y="75431"/>
                    <a:pt x="149681" y="83180"/>
                  </a:cubicBezTo>
                  <a:cubicBezTo>
                    <a:pt x="149681" y="83597"/>
                    <a:pt x="149765" y="83930"/>
                    <a:pt x="149848" y="84347"/>
                  </a:cubicBezTo>
                  <a:cubicBezTo>
                    <a:pt x="149765" y="84430"/>
                    <a:pt x="149681" y="84513"/>
                    <a:pt x="149598" y="84597"/>
                  </a:cubicBezTo>
                  <a:cubicBezTo>
                    <a:pt x="150848" y="83514"/>
                    <a:pt x="142015" y="92763"/>
                    <a:pt x="144181" y="92263"/>
                  </a:cubicBezTo>
                  <a:cubicBezTo>
                    <a:pt x="140599" y="93179"/>
                    <a:pt x="138432" y="87347"/>
                    <a:pt x="134766" y="85013"/>
                  </a:cubicBezTo>
                  <a:cubicBezTo>
                    <a:pt x="129766" y="81930"/>
                    <a:pt x="126183" y="80931"/>
                    <a:pt x="120517" y="83014"/>
                  </a:cubicBezTo>
                  <a:cubicBezTo>
                    <a:pt x="108434" y="87596"/>
                    <a:pt x="103935" y="98929"/>
                    <a:pt x="102936" y="110594"/>
                  </a:cubicBezTo>
                  <a:cubicBezTo>
                    <a:pt x="98185" y="108595"/>
                    <a:pt x="92603" y="108178"/>
                    <a:pt x="86020" y="109595"/>
                  </a:cubicBezTo>
                  <a:cubicBezTo>
                    <a:pt x="84104" y="106095"/>
                    <a:pt x="82104" y="102595"/>
                    <a:pt x="79771" y="99345"/>
                  </a:cubicBezTo>
                  <a:cubicBezTo>
                    <a:pt x="76187" y="84014"/>
                    <a:pt x="81437" y="61932"/>
                    <a:pt x="102352" y="72348"/>
                  </a:cubicBezTo>
                  <a:cubicBezTo>
                    <a:pt x="105852" y="74098"/>
                    <a:pt x="107685" y="77264"/>
                    <a:pt x="111768" y="77847"/>
                  </a:cubicBezTo>
                  <a:cubicBezTo>
                    <a:pt x="113268" y="78097"/>
                    <a:pt x="114435" y="77097"/>
                    <a:pt x="115017" y="75931"/>
                  </a:cubicBezTo>
                  <a:cubicBezTo>
                    <a:pt x="115850" y="74265"/>
                    <a:pt x="116518" y="72598"/>
                    <a:pt x="117184" y="70848"/>
                  </a:cubicBezTo>
                  <a:cubicBezTo>
                    <a:pt x="120434" y="62682"/>
                    <a:pt x="117934" y="64182"/>
                    <a:pt x="129183" y="60099"/>
                  </a:cubicBezTo>
                  <a:lnTo>
                    <a:pt x="129183" y="60099"/>
                  </a:lnTo>
                  <a:close/>
                  <a:moveTo>
                    <a:pt x="90437" y="42434"/>
                  </a:moveTo>
                  <a:cubicBezTo>
                    <a:pt x="95519" y="41184"/>
                    <a:pt x="101102" y="42100"/>
                    <a:pt x="106185" y="42934"/>
                  </a:cubicBezTo>
                  <a:cubicBezTo>
                    <a:pt x="112185" y="43850"/>
                    <a:pt x="115767" y="45934"/>
                    <a:pt x="120184" y="49517"/>
                  </a:cubicBezTo>
                  <a:cubicBezTo>
                    <a:pt x="114601" y="54516"/>
                    <a:pt x="111851" y="63265"/>
                    <a:pt x="109935" y="71015"/>
                  </a:cubicBezTo>
                  <a:cubicBezTo>
                    <a:pt x="105351" y="68765"/>
                    <a:pt x="101602" y="63265"/>
                    <a:pt x="96186" y="62349"/>
                  </a:cubicBezTo>
                  <a:cubicBezTo>
                    <a:pt x="90437" y="61349"/>
                    <a:pt x="85437" y="63682"/>
                    <a:pt x="81271" y="67598"/>
                  </a:cubicBezTo>
                  <a:cubicBezTo>
                    <a:pt x="79270" y="69515"/>
                    <a:pt x="77604" y="71431"/>
                    <a:pt x="76354" y="73431"/>
                  </a:cubicBezTo>
                  <a:cubicBezTo>
                    <a:pt x="75855" y="73098"/>
                    <a:pt x="75438" y="72765"/>
                    <a:pt x="74938" y="72431"/>
                  </a:cubicBezTo>
                  <a:cubicBezTo>
                    <a:pt x="72605" y="61182"/>
                    <a:pt x="80021" y="44850"/>
                    <a:pt x="90437" y="42434"/>
                  </a:cubicBezTo>
                  <a:lnTo>
                    <a:pt x="90437" y="42434"/>
                  </a:lnTo>
                  <a:close/>
                  <a:moveTo>
                    <a:pt x="29942" y="94679"/>
                  </a:moveTo>
                  <a:cubicBezTo>
                    <a:pt x="32109" y="87347"/>
                    <a:pt x="34941" y="81930"/>
                    <a:pt x="41524" y="77764"/>
                  </a:cubicBezTo>
                  <a:cubicBezTo>
                    <a:pt x="46691" y="74514"/>
                    <a:pt x="54439" y="70931"/>
                    <a:pt x="60522" y="71848"/>
                  </a:cubicBezTo>
                  <a:cubicBezTo>
                    <a:pt x="65189" y="72515"/>
                    <a:pt x="69438" y="76848"/>
                    <a:pt x="73688" y="79180"/>
                  </a:cubicBezTo>
                  <a:cubicBezTo>
                    <a:pt x="72355" y="83514"/>
                    <a:pt x="72271" y="87930"/>
                    <a:pt x="73188" y="92513"/>
                  </a:cubicBezTo>
                  <a:cubicBezTo>
                    <a:pt x="69772" y="90180"/>
                    <a:pt x="65606" y="88847"/>
                    <a:pt x="60189" y="89346"/>
                  </a:cubicBezTo>
                  <a:cubicBezTo>
                    <a:pt x="53940" y="89930"/>
                    <a:pt x="48106" y="93513"/>
                    <a:pt x="44524" y="98596"/>
                  </a:cubicBezTo>
                  <a:cubicBezTo>
                    <a:pt x="42024" y="102178"/>
                    <a:pt x="42024" y="108345"/>
                    <a:pt x="40608" y="112427"/>
                  </a:cubicBezTo>
                  <a:cubicBezTo>
                    <a:pt x="36858" y="111511"/>
                    <a:pt x="33108" y="111178"/>
                    <a:pt x="29525" y="111344"/>
                  </a:cubicBezTo>
                  <a:cubicBezTo>
                    <a:pt x="27109" y="106595"/>
                    <a:pt x="28692" y="98679"/>
                    <a:pt x="29942" y="94679"/>
                  </a:cubicBezTo>
                  <a:lnTo>
                    <a:pt x="29942" y="94679"/>
                  </a:lnTo>
                  <a:close/>
                  <a:moveTo>
                    <a:pt x="15026" y="131509"/>
                  </a:moveTo>
                  <a:cubicBezTo>
                    <a:pt x="20693" y="120343"/>
                    <a:pt x="31692" y="120427"/>
                    <a:pt x="42357" y="122260"/>
                  </a:cubicBezTo>
                  <a:cubicBezTo>
                    <a:pt x="43940" y="122510"/>
                    <a:pt x="45607" y="121677"/>
                    <a:pt x="46524" y="120427"/>
                  </a:cubicBezTo>
                  <a:cubicBezTo>
                    <a:pt x="50773" y="114761"/>
                    <a:pt x="46940" y="104512"/>
                    <a:pt x="54190" y="100679"/>
                  </a:cubicBezTo>
                  <a:cubicBezTo>
                    <a:pt x="59772" y="100928"/>
                    <a:pt x="65355" y="101179"/>
                    <a:pt x="70938" y="101428"/>
                  </a:cubicBezTo>
                  <a:cubicBezTo>
                    <a:pt x="74771" y="104095"/>
                    <a:pt x="77354" y="107678"/>
                    <a:pt x="78854" y="112094"/>
                  </a:cubicBezTo>
                  <a:cubicBezTo>
                    <a:pt x="71522" y="115844"/>
                    <a:pt x="66522" y="122427"/>
                    <a:pt x="65272" y="130509"/>
                  </a:cubicBezTo>
                  <a:cubicBezTo>
                    <a:pt x="60689" y="129093"/>
                    <a:pt x="56439" y="127260"/>
                    <a:pt x="51024" y="129010"/>
                  </a:cubicBezTo>
                  <a:cubicBezTo>
                    <a:pt x="45023" y="130926"/>
                    <a:pt x="40857" y="136259"/>
                    <a:pt x="38358" y="141758"/>
                  </a:cubicBezTo>
                  <a:cubicBezTo>
                    <a:pt x="34359" y="150341"/>
                    <a:pt x="34691" y="158340"/>
                    <a:pt x="38441" y="165173"/>
                  </a:cubicBezTo>
                  <a:cubicBezTo>
                    <a:pt x="33441" y="163173"/>
                    <a:pt x="28442" y="161173"/>
                    <a:pt x="23276" y="159423"/>
                  </a:cubicBezTo>
                  <a:cubicBezTo>
                    <a:pt x="21109" y="158674"/>
                    <a:pt x="18859" y="157673"/>
                    <a:pt x="16610" y="156840"/>
                  </a:cubicBezTo>
                  <a:cubicBezTo>
                    <a:pt x="12027" y="149507"/>
                    <a:pt x="11361" y="138759"/>
                    <a:pt x="15026" y="131509"/>
                  </a:cubicBezTo>
                  <a:lnTo>
                    <a:pt x="15026" y="131509"/>
                  </a:lnTo>
                  <a:close/>
                  <a:moveTo>
                    <a:pt x="127516" y="503059"/>
                  </a:moveTo>
                  <a:cubicBezTo>
                    <a:pt x="119933" y="499810"/>
                    <a:pt x="114767" y="498143"/>
                    <a:pt x="110934" y="490394"/>
                  </a:cubicBezTo>
                  <a:cubicBezTo>
                    <a:pt x="106768" y="481978"/>
                    <a:pt x="104685" y="471312"/>
                    <a:pt x="102019" y="462313"/>
                  </a:cubicBezTo>
                  <a:cubicBezTo>
                    <a:pt x="93520" y="432899"/>
                    <a:pt x="83937" y="403985"/>
                    <a:pt x="74271" y="374987"/>
                  </a:cubicBezTo>
                  <a:cubicBezTo>
                    <a:pt x="62356" y="339241"/>
                    <a:pt x="52940" y="302994"/>
                    <a:pt x="43024" y="266664"/>
                  </a:cubicBezTo>
                  <a:cubicBezTo>
                    <a:pt x="38607" y="250498"/>
                    <a:pt x="34192" y="234250"/>
                    <a:pt x="29525" y="218168"/>
                  </a:cubicBezTo>
                  <a:cubicBezTo>
                    <a:pt x="26442" y="207586"/>
                    <a:pt x="22776" y="197170"/>
                    <a:pt x="19443" y="186671"/>
                  </a:cubicBezTo>
                  <a:cubicBezTo>
                    <a:pt x="17527" y="180755"/>
                    <a:pt x="13943" y="173756"/>
                    <a:pt x="12860" y="167089"/>
                  </a:cubicBezTo>
                  <a:cubicBezTo>
                    <a:pt x="15859" y="167839"/>
                    <a:pt x="19859" y="169422"/>
                    <a:pt x="23776" y="171089"/>
                  </a:cubicBezTo>
                  <a:cubicBezTo>
                    <a:pt x="30608" y="175839"/>
                    <a:pt x="37607" y="180255"/>
                    <a:pt x="44691" y="184421"/>
                  </a:cubicBezTo>
                  <a:cubicBezTo>
                    <a:pt x="48524" y="194670"/>
                    <a:pt x="50190" y="208169"/>
                    <a:pt x="52440" y="216502"/>
                  </a:cubicBezTo>
                  <a:cubicBezTo>
                    <a:pt x="56940" y="233333"/>
                    <a:pt x="61189" y="250249"/>
                    <a:pt x="65938" y="266997"/>
                  </a:cubicBezTo>
                  <a:cubicBezTo>
                    <a:pt x="74021" y="295494"/>
                    <a:pt x="82937" y="323742"/>
                    <a:pt x="92103" y="351906"/>
                  </a:cubicBezTo>
                  <a:cubicBezTo>
                    <a:pt x="102102" y="382653"/>
                    <a:pt x="110934" y="413734"/>
                    <a:pt x="120601" y="444565"/>
                  </a:cubicBezTo>
                  <a:cubicBezTo>
                    <a:pt x="125850" y="461230"/>
                    <a:pt x="131599" y="477561"/>
                    <a:pt x="136433" y="494393"/>
                  </a:cubicBezTo>
                  <a:cubicBezTo>
                    <a:pt x="137598" y="498393"/>
                    <a:pt x="138598" y="503226"/>
                    <a:pt x="139765" y="508059"/>
                  </a:cubicBezTo>
                  <a:cubicBezTo>
                    <a:pt x="135765" y="506476"/>
                    <a:pt x="131599" y="504892"/>
                    <a:pt x="127516" y="503059"/>
                  </a:cubicBezTo>
                  <a:lnTo>
                    <a:pt x="127516" y="503059"/>
                  </a:lnTo>
                  <a:close/>
                  <a:moveTo>
                    <a:pt x="167762" y="518808"/>
                  </a:moveTo>
                  <a:cubicBezTo>
                    <a:pt x="161180" y="516141"/>
                    <a:pt x="154514" y="513641"/>
                    <a:pt x="147932" y="511142"/>
                  </a:cubicBezTo>
                  <a:cubicBezTo>
                    <a:pt x="140099" y="486394"/>
                    <a:pt x="133849" y="460979"/>
                    <a:pt x="125517" y="436398"/>
                  </a:cubicBezTo>
                  <a:cubicBezTo>
                    <a:pt x="114601" y="404235"/>
                    <a:pt x="104019" y="371821"/>
                    <a:pt x="94019" y="339324"/>
                  </a:cubicBezTo>
                  <a:cubicBezTo>
                    <a:pt x="84354" y="307743"/>
                    <a:pt x="75104" y="275996"/>
                    <a:pt x="67022" y="243916"/>
                  </a:cubicBezTo>
                  <a:cubicBezTo>
                    <a:pt x="62772" y="227251"/>
                    <a:pt x="58106" y="210585"/>
                    <a:pt x="53273" y="194004"/>
                  </a:cubicBezTo>
                  <a:cubicBezTo>
                    <a:pt x="52773" y="192254"/>
                    <a:pt x="52189" y="190254"/>
                    <a:pt x="51607" y="188338"/>
                  </a:cubicBezTo>
                  <a:cubicBezTo>
                    <a:pt x="66189" y="196337"/>
                    <a:pt x="81437" y="203253"/>
                    <a:pt x="97436" y="209252"/>
                  </a:cubicBezTo>
                  <a:cubicBezTo>
                    <a:pt x="98102" y="209502"/>
                    <a:pt x="98769" y="209752"/>
                    <a:pt x="99435" y="210002"/>
                  </a:cubicBezTo>
                  <a:cubicBezTo>
                    <a:pt x="104435" y="235083"/>
                    <a:pt x="108352" y="260331"/>
                    <a:pt x="114518" y="285079"/>
                  </a:cubicBezTo>
                  <a:cubicBezTo>
                    <a:pt x="122016" y="315409"/>
                    <a:pt x="131183" y="345323"/>
                    <a:pt x="137932" y="375821"/>
                  </a:cubicBezTo>
                  <a:cubicBezTo>
                    <a:pt x="144348" y="404485"/>
                    <a:pt x="152681" y="432732"/>
                    <a:pt x="158930" y="461396"/>
                  </a:cubicBezTo>
                  <a:cubicBezTo>
                    <a:pt x="163347" y="481478"/>
                    <a:pt x="168179" y="501392"/>
                    <a:pt x="174012" y="520974"/>
                  </a:cubicBezTo>
                  <a:cubicBezTo>
                    <a:pt x="172095" y="520391"/>
                    <a:pt x="169929" y="519641"/>
                    <a:pt x="167762" y="518808"/>
                  </a:cubicBezTo>
                  <a:lnTo>
                    <a:pt x="167762" y="518808"/>
                  </a:lnTo>
                  <a:close/>
                  <a:moveTo>
                    <a:pt x="212092" y="534473"/>
                  </a:moveTo>
                  <a:cubicBezTo>
                    <a:pt x="202426" y="531057"/>
                    <a:pt x="192760" y="527973"/>
                    <a:pt x="183178" y="524557"/>
                  </a:cubicBezTo>
                  <a:cubicBezTo>
                    <a:pt x="177428" y="502642"/>
                    <a:pt x="172512" y="480395"/>
                    <a:pt x="167846" y="458313"/>
                  </a:cubicBezTo>
                  <a:cubicBezTo>
                    <a:pt x="161513" y="428316"/>
                    <a:pt x="152848" y="398985"/>
                    <a:pt x="145431" y="369321"/>
                  </a:cubicBezTo>
                  <a:cubicBezTo>
                    <a:pt x="138099" y="339824"/>
                    <a:pt x="128933" y="310826"/>
                    <a:pt x="121517" y="281412"/>
                  </a:cubicBezTo>
                  <a:cubicBezTo>
                    <a:pt x="115850" y="258914"/>
                    <a:pt x="114268" y="233833"/>
                    <a:pt x="105602" y="212252"/>
                  </a:cubicBezTo>
                  <a:cubicBezTo>
                    <a:pt x="117434" y="216168"/>
                    <a:pt x="129516" y="219251"/>
                    <a:pt x="141182" y="223834"/>
                  </a:cubicBezTo>
                  <a:cubicBezTo>
                    <a:pt x="146848" y="226001"/>
                    <a:pt x="152098" y="227917"/>
                    <a:pt x="157430" y="228667"/>
                  </a:cubicBezTo>
                  <a:cubicBezTo>
                    <a:pt x="159097" y="283662"/>
                    <a:pt x="174012" y="338741"/>
                    <a:pt x="182594" y="392902"/>
                  </a:cubicBezTo>
                  <a:cubicBezTo>
                    <a:pt x="186844" y="419567"/>
                    <a:pt x="193427" y="445481"/>
                    <a:pt x="201093" y="471312"/>
                  </a:cubicBezTo>
                  <a:cubicBezTo>
                    <a:pt x="205843" y="487394"/>
                    <a:pt x="210343" y="503309"/>
                    <a:pt x="213925" y="519724"/>
                  </a:cubicBezTo>
                  <a:cubicBezTo>
                    <a:pt x="215092" y="525057"/>
                    <a:pt x="215925" y="531057"/>
                    <a:pt x="217509" y="536806"/>
                  </a:cubicBezTo>
                  <a:cubicBezTo>
                    <a:pt x="215758" y="535889"/>
                    <a:pt x="214008" y="535140"/>
                    <a:pt x="212092" y="534473"/>
                  </a:cubicBezTo>
                  <a:lnTo>
                    <a:pt x="212092" y="534473"/>
                  </a:lnTo>
                  <a:close/>
                  <a:moveTo>
                    <a:pt x="248506" y="498143"/>
                  </a:moveTo>
                  <a:cubicBezTo>
                    <a:pt x="250088" y="507392"/>
                    <a:pt x="249255" y="518891"/>
                    <a:pt x="252338" y="528057"/>
                  </a:cubicBezTo>
                  <a:cubicBezTo>
                    <a:pt x="251171" y="528557"/>
                    <a:pt x="249922" y="529140"/>
                    <a:pt x="248756" y="529640"/>
                  </a:cubicBezTo>
                  <a:cubicBezTo>
                    <a:pt x="243006" y="532306"/>
                    <a:pt x="236756" y="536140"/>
                    <a:pt x="230590" y="537889"/>
                  </a:cubicBezTo>
                  <a:cubicBezTo>
                    <a:pt x="230257" y="537972"/>
                    <a:pt x="230007" y="537972"/>
                    <a:pt x="229674" y="538056"/>
                  </a:cubicBezTo>
                  <a:cubicBezTo>
                    <a:pt x="225008" y="529640"/>
                    <a:pt x="224508" y="516225"/>
                    <a:pt x="222508" y="507225"/>
                  </a:cubicBezTo>
                  <a:cubicBezTo>
                    <a:pt x="219091" y="491977"/>
                    <a:pt x="214592" y="476978"/>
                    <a:pt x="210508" y="461896"/>
                  </a:cubicBezTo>
                  <a:cubicBezTo>
                    <a:pt x="203593" y="435815"/>
                    <a:pt x="198677" y="409401"/>
                    <a:pt x="193927" y="382987"/>
                  </a:cubicBezTo>
                  <a:cubicBezTo>
                    <a:pt x="184761" y="331824"/>
                    <a:pt x="177345" y="279079"/>
                    <a:pt x="163430" y="228834"/>
                  </a:cubicBezTo>
                  <a:cubicBezTo>
                    <a:pt x="166929" y="228667"/>
                    <a:pt x="170513" y="227917"/>
                    <a:pt x="174345" y="226334"/>
                  </a:cubicBezTo>
                  <a:cubicBezTo>
                    <a:pt x="183262" y="222584"/>
                    <a:pt x="191594" y="217168"/>
                    <a:pt x="199927" y="212002"/>
                  </a:cubicBezTo>
                  <a:cubicBezTo>
                    <a:pt x="201010" y="234833"/>
                    <a:pt x="207176" y="257415"/>
                    <a:pt x="211259" y="279662"/>
                  </a:cubicBezTo>
                  <a:cubicBezTo>
                    <a:pt x="216425" y="307993"/>
                    <a:pt x="221174" y="336241"/>
                    <a:pt x="226008" y="364571"/>
                  </a:cubicBezTo>
                  <a:cubicBezTo>
                    <a:pt x="228507" y="379570"/>
                    <a:pt x="232590" y="394235"/>
                    <a:pt x="235174" y="409234"/>
                  </a:cubicBezTo>
                  <a:cubicBezTo>
                    <a:pt x="237840" y="424983"/>
                    <a:pt x="239256" y="440981"/>
                    <a:pt x="242256" y="456646"/>
                  </a:cubicBezTo>
                  <a:cubicBezTo>
                    <a:pt x="244839" y="470479"/>
                    <a:pt x="246089" y="484394"/>
                    <a:pt x="248506" y="498143"/>
                  </a:cubicBezTo>
                  <a:lnTo>
                    <a:pt x="248506" y="498143"/>
                  </a:lnTo>
                  <a:close/>
                  <a:moveTo>
                    <a:pt x="293502" y="429982"/>
                  </a:moveTo>
                  <a:cubicBezTo>
                    <a:pt x="295335" y="444481"/>
                    <a:pt x="296418" y="458896"/>
                    <a:pt x="297418" y="473395"/>
                  </a:cubicBezTo>
                  <a:cubicBezTo>
                    <a:pt x="298167" y="484394"/>
                    <a:pt x="300751" y="495810"/>
                    <a:pt x="301084" y="506975"/>
                  </a:cubicBezTo>
                  <a:cubicBezTo>
                    <a:pt x="288169" y="512475"/>
                    <a:pt x="275253" y="517975"/>
                    <a:pt x="262421" y="523641"/>
                  </a:cubicBezTo>
                  <a:cubicBezTo>
                    <a:pt x="261754" y="515641"/>
                    <a:pt x="259671" y="507392"/>
                    <a:pt x="257921" y="499810"/>
                  </a:cubicBezTo>
                  <a:cubicBezTo>
                    <a:pt x="254755" y="485977"/>
                    <a:pt x="252422" y="471979"/>
                    <a:pt x="249422" y="458147"/>
                  </a:cubicBezTo>
                  <a:cubicBezTo>
                    <a:pt x="246089" y="442648"/>
                    <a:pt x="244423" y="426816"/>
                    <a:pt x="242256" y="411151"/>
                  </a:cubicBezTo>
                  <a:cubicBezTo>
                    <a:pt x="240006" y="395152"/>
                    <a:pt x="235923" y="379404"/>
                    <a:pt x="233590" y="363488"/>
                  </a:cubicBezTo>
                  <a:cubicBezTo>
                    <a:pt x="229424" y="335824"/>
                    <a:pt x="225174" y="308243"/>
                    <a:pt x="220508" y="280662"/>
                  </a:cubicBezTo>
                  <a:cubicBezTo>
                    <a:pt x="218342" y="267747"/>
                    <a:pt x="214842" y="255165"/>
                    <a:pt x="212925" y="242166"/>
                  </a:cubicBezTo>
                  <a:cubicBezTo>
                    <a:pt x="211176" y="230667"/>
                    <a:pt x="209926" y="218918"/>
                    <a:pt x="206926" y="207669"/>
                  </a:cubicBezTo>
                  <a:cubicBezTo>
                    <a:pt x="209176" y="206336"/>
                    <a:pt x="211508" y="204919"/>
                    <a:pt x="213842" y="203669"/>
                  </a:cubicBezTo>
                  <a:cubicBezTo>
                    <a:pt x="228008" y="196003"/>
                    <a:pt x="242755" y="189421"/>
                    <a:pt x="257255" y="182338"/>
                  </a:cubicBezTo>
                  <a:cubicBezTo>
                    <a:pt x="260754" y="180671"/>
                    <a:pt x="264171" y="178922"/>
                    <a:pt x="267587" y="177172"/>
                  </a:cubicBezTo>
                  <a:cubicBezTo>
                    <a:pt x="274837" y="233917"/>
                    <a:pt x="276586" y="291328"/>
                    <a:pt x="282669" y="348156"/>
                  </a:cubicBezTo>
                  <a:cubicBezTo>
                    <a:pt x="285669" y="375570"/>
                    <a:pt x="290085" y="402651"/>
                    <a:pt x="293502" y="429982"/>
                  </a:cubicBezTo>
                  <a:lnTo>
                    <a:pt x="293502" y="429982"/>
                  </a:lnTo>
                  <a:close/>
                  <a:moveTo>
                    <a:pt x="335497" y="181088"/>
                  </a:moveTo>
                  <a:cubicBezTo>
                    <a:pt x="334581" y="197503"/>
                    <a:pt x="333748" y="213835"/>
                    <a:pt x="333332" y="230250"/>
                  </a:cubicBezTo>
                  <a:cubicBezTo>
                    <a:pt x="332498" y="261581"/>
                    <a:pt x="334248" y="292828"/>
                    <a:pt x="335415" y="324159"/>
                  </a:cubicBezTo>
                  <a:cubicBezTo>
                    <a:pt x="336580" y="356073"/>
                    <a:pt x="338747" y="387320"/>
                    <a:pt x="342581" y="418983"/>
                  </a:cubicBezTo>
                  <a:cubicBezTo>
                    <a:pt x="344497" y="435065"/>
                    <a:pt x="346497" y="451147"/>
                    <a:pt x="348079" y="467229"/>
                  </a:cubicBezTo>
                  <a:cubicBezTo>
                    <a:pt x="348663" y="472812"/>
                    <a:pt x="349663" y="479644"/>
                    <a:pt x="349330" y="485228"/>
                  </a:cubicBezTo>
                  <a:cubicBezTo>
                    <a:pt x="349330" y="485727"/>
                    <a:pt x="349330" y="486061"/>
                    <a:pt x="349413" y="486310"/>
                  </a:cubicBezTo>
                  <a:cubicBezTo>
                    <a:pt x="349163" y="486477"/>
                    <a:pt x="348830" y="486644"/>
                    <a:pt x="348413" y="486977"/>
                  </a:cubicBezTo>
                  <a:cubicBezTo>
                    <a:pt x="345080" y="489310"/>
                    <a:pt x="340331" y="490477"/>
                    <a:pt x="336497" y="492060"/>
                  </a:cubicBezTo>
                  <a:cubicBezTo>
                    <a:pt x="327498" y="495893"/>
                    <a:pt x="318416" y="499726"/>
                    <a:pt x="309416" y="503559"/>
                  </a:cubicBezTo>
                  <a:cubicBezTo>
                    <a:pt x="309583" y="494977"/>
                    <a:pt x="308250" y="486144"/>
                    <a:pt x="307583" y="477811"/>
                  </a:cubicBezTo>
                  <a:cubicBezTo>
                    <a:pt x="306583" y="464396"/>
                    <a:pt x="306084" y="450897"/>
                    <a:pt x="305084" y="437482"/>
                  </a:cubicBezTo>
                  <a:cubicBezTo>
                    <a:pt x="302918" y="408484"/>
                    <a:pt x="297835" y="379653"/>
                    <a:pt x="294834" y="350823"/>
                  </a:cubicBezTo>
                  <a:cubicBezTo>
                    <a:pt x="288668" y="291995"/>
                    <a:pt x="284336" y="232333"/>
                    <a:pt x="274170" y="173922"/>
                  </a:cubicBezTo>
                  <a:cubicBezTo>
                    <a:pt x="295668" y="162673"/>
                    <a:pt x="316500" y="150424"/>
                    <a:pt x="337831" y="139008"/>
                  </a:cubicBezTo>
                  <a:cubicBezTo>
                    <a:pt x="339830" y="148674"/>
                    <a:pt x="335747" y="175672"/>
                    <a:pt x="335497" y="181088"/>
                  </a:cubicBezTo>
                  <a:lnTo>
                    <a:pt x="335497" y="181088"/>
                  </a:lnTo>
                  <a:close/>
                </a:path>
              </a:pathLst>
            </a:custGeom>
            <a:grpFill/>
            <a:ln w="8332" cap="flat">
              <a:noFill/>
              <a:prstDash val="solid"/>
              <a:miter/>
            </a:ln>
          </p:spPr>
          <p:txBody>
            <a:bodyPr rtlCol="0" anchor="ctr"/>
            <a:lstStyle/>
            <a:p>
              <a:endParaRPr lang="en-US"/>
            </a:p>
          </p:txBody>
        </p:sp>
        <p:sp>
          <p:nvSpPr>
            <p:cNvPr id="2611" name="Freeform: Shape 2610"/>
            <p:cNvSpPr/>
            <p:nvPr/>
          </p:nvSpPr>
          <p:spPr>
            <a:xfrm>
              <a:off x="7511179" y="5465410"/>
              <a:ext cx="343010" cy="710175"/>
            </a:xfrm>
            <a:custGeom>
              <a:avLst/>
              <a:gdLst>
                <a:gd name="connsiteX0" fmla="*/ 342718 w 343010"/>
                <a:gd name="connsiteY0" fmla="*/ 6691 h 710175"/>
                <a:gd name="connsiteX1" fmla="*/ 312887 w 343010"/>
                <a:gd name="connsiteY1" fmla="*/ 14524 h 710175"/>
                <a:gd name="connsiteX2" fmla="*/ 313220 w 343010"/>
                <a:gd name="connsiteY2" fmla="*/ 12107 h 710175"/>
                <a:gd name="connsiteX3" fmla="*/ 304221 w 343010"/>
                <a:gd name="connsiteY3" fmla="*/ 608 h 710175"/>
                <a:gd name="connsiteX4" fmla="*/ 278723 w 343010"/>
                <a:gd name="connsiteY4" fmla="*/ 27439 h 710175"/>
                <a:gd name="connsiteX5" fmla="*/ 265891 w 343010"/>
                <a:gd name="connsiteY5" fmla="*/ 46354 h 710175"/>
                <a:gd name="connsiteX6" fmla="*/ 261642 w 343010"/>
                <a:gd name="connsiteY6" fmla="*/ 38688 h 710175"/>
                <a:gd name="connsiteX7" fmla="*/ 223561 w 343010"/>
                <a:gd name="connsiteY7" fmla="*/ 81601 h 710175"/>
                <a:gd name="connsiteX8" fmla="*/ 191565 w 343010"/>
                <a:gd name="connsiteY8" fmla="*/ 168676 h 710175"/>
                <a:gd name="connsiteX9" fmla="*/ 177316 w 343010"/>
                <a:gd name="connsiteY9" fmla="*/ 211172 h 710175"/>
                <a:gd name="connsiteX10" fmla="*/ 172483 w 343010"/>
                <a:gd name="connsiteY10" fmla="*/ 224338 h 710175"/>
                <a:gd name="connsiteX11" fmla="*/ 169150 w 343010"/>
                <a:gd name="connsiteY11" fmla="*/ 223421 h 710175"/>
                <a:gd name="connsiteX12" fmla="*/ 149068 w 343010"/>
                <a:gd name="connsiteY12" fmla="*/ 252585 h 710175"/>
                <a:gd name="connsiteX13" fmla="*/ 130070 w 343010"/>
                <a:gd name="connsiteY13" fmla="*/ 306997 h 710175"/>
                <a:gd name="connsiteX14" fmla="*/ 110239 w 343010"/>
                <a:gd name="connsiteY14" fmla="*/ 369242 h 710175"/>
                <a:gd name="connsiteX15" fmla="*/ 97573 w 343010"/>
                <a:gd name="connsiteY15" fmla="*/ 410154 h 710175"/>
                <a:gd name="connsiteX16" fmla="*/ 82907 w 343010"/>
                <a:gd name="connsiteY16" fmla="*/ 429653 h 710175"/>
                <a:gd name="connsiteX17" fmla="*/ 80408 w 343010"/>
                <a:gd name="connsiteY17" fmla="*/ 427570 h 710175"/>
                <a:gd name="connsiteX18" fmla="*/ 72908 w 343010"/>
                <a:gd name="connsiteY18" fmla="*/ 428570 h 710175"/>
                <a:gd name="connsiteX19" fmla="*/ 62910 w 343010"/>
                <a:gd name="connsiteY19" fmla="*/ 449984 h 710175"/>
                <a:gd name="connsiteX20" fmla="*/ 51494 w 343010"/>
                <a:gd name="connsiteY20" fmla="*/ 480565 h 710175"/>
                <a:gd name="connsiteX21" fmla="*/ 32912 w 343010"/>
                <a:gd name="connsiteY21" fmla="*/ 548225 h 710175"/>
                <a:gd name="connsiteX22" fmla="*/ 27413 w 343010"/>
                <a:gd name="connsiteY22" fmla="*/ 580889 h 710175"/>
                <a:gd name="connsiteX23" fmla="*/ 4164 w 343010"/>
                <a:gd name="connsiteY23" fmla="*/ 670214 h 710175"/>
                <a:gd name="connsiteX24" fmla="*/ 12164 w 343010"/>
                <a:gd name="connsiteY24" fmla="*/ 708377 h 710175"/>
                <a:gd name="connsiteX25" fmla="*/ 50744 w 343010"/>
                <a:gd name="connsiteY25" fmla="*/ 686796 h 710175"/>
                <a:gd name="connsiteX26" fmla="*/ 73825 w 343010"/>
                <a:gd name="connsiteY26" fmla="*/ 618469 h 710175"/>
                <a:gd name="connsiteX27" fmla="*/ 89740 w 343010"/>
                <a:gd name="connsiteY27" fmla="*/ 553475 h 710175"/>
                <a:gd name="connsiteX28" fmla="*/ 109488 w 343010"/>
                <a:gd name="connsiteY28" fmla="*/ 510062 h 710175"/>
                <a:gd name="connsiteX29" fmla="*/ 138903 w 343010"/>
                <a:gd name="connsiteY29" fmla="*/ 460483 h 710175"/>
                <a:gd name="connsiteX30" fmla="*/ 185648 w 343010"/>
                <a:gd name="connsiteY30" fmla="*/ 349160 h 710175"/>
                <a:gd name="connsiteX31" fmla="*/ 187814 w 343010"/>
                <a:gd name="connsiteY31" fmla="*/ 335911 h 710175"/>
                <a:gd name="connsiteX32" fmla="*/ 246476 w 343010"/>
                <a:gd name="connsiteY32" fmla="*/ 242670 h 710175"/>
                <a:gd name="connsiteX33" fmla="*/ 268558 w 343010"/>
                <a:gd name="connsiteY33" fmla="*/ 188341 h 710175"/>
                <a:gd name="connsiteX34" fmla="*/ 272557 w 343010"/>
                <a:gd name="connsiteY34" fmla="*/ 147845 h 710175"/>
                <a:gd name="connsiteX35" fmla="*/ 270641 w 343010"/>
                <a:gd name="connsiteY35" fmla="*/ 146095 h 710175"/>
                <a:gd name="connsiteX36" fmla="*/ 306720 w 343010"/>
                <a:gd name="connsiteY36" fmla="*/ 91517 h 710175"/>
                <a:gd name="connsiteX37" fmla="*/ 314220 w 343010"/>
                <a:gd name="connsiteY37" fmla="*/ 71768 h 710175"/>
                <a:gd name="connsiteX38" fmla="*/ 314470 w 343010"/>
                <a:gd name="connsiteY38" fmla="*/ 71352 h 710175"/>
                <a:gd name="connsiteX39" fmla="*/ 324386 w 343010"/>
                <a:gd name="connsiteY39" fmla="*/ 56436 h 710175"/>
                <a:gd name="connsiteX40" fmla="*/ 333219 w 343010"/>
                <a:gd name="connsiteY40" fmla="*/ 37188 h 710175"/>
                <a:gd name="connsiteX41" fmla="*/ 339801 w 343010"/>
                <a:gd name="connsiteY41" fmla="*/ 19523 h 710175"/>
                <a:gd name="connsiteX42" fmla="*/ 342718 w 343010"/>
                <a:gd name="connsiteY42" fmla="*/ 6691 h 710175"/>
                <a:gd name="connsiteX43" fmla="*/ 342718 w 343010"/>
                <a:gd name="connsiteY43" fmla="*/ 6691 h 710175"/>
                <a:gd name="connsiteX44" fmla="*/ 135736 w 343010"/>
                <a:gd name="connsiteY44" fmla="*/ 333828 h 710175"/>
                <a:gd name="connsiteX45" fmla="*/ 152735 w 343010"/>
                <a:gd name="connsiteY45" fmla="*/ 280666 h 710175"/>
                <a:gd name="connsiteX46" fmla="*/ 164317 w 343010"/>
                <a:gd name="connsiteY46" fmla="*/ 255169 h 710175"/>
                <a:gd name="connsiteX47" fmla="*/ 169400 w 343010"/>
                <a:gd name="connsiteY47" fmla="*/ 240920 h 710175"/>
                <a:gd name="connsiteX48" fmla="*/ 172733 w 343010"/>
                <a:gd name="connsiteY48" fmla="*/ 262918 h 710175"/>
                <a:gd name="connsiteX49" fmla="*/ 175816 w 343010"/>
                <a:gd name="connsiteY49" fmla="*/ 290248 h 710175"/>
                <a:gd name="connsiteX50" fmla="*/ 177399 w 343010"/>
                <a:gd name="connsiteY50" fmla="*/ 326579 h 710175"/>
                <a:gd name="connsiteX51" fmla="*/ 151818 w 343010"/>
                <a:gd name="connsiteY51" fmla="*/ 351326 h 710175"/>
                <a:gd name="connsiteX52" fmla="*/ 114905 w 343010"/>
                <a:gd name="connsiteY52" fmla="*/ 390573 h 710175"/>
                <a:gd name="connsiteX53" fmla="*/ 135736 w 343010"/>
                <a:gd name="connsiteY53" fmla="*/ 333828 h 710175"/>
                <a:gd name="connsiteX54" fmla="*/ 135736 w 343010"/>
                <a:gd name="connsiteY54" fmla="*/ 333828 h 710175"/>
                <a:gd name="connsiteX55" fmla="*/ 82074 w 343010"/>
                <a:gd name="connsiteY55" fmla="*/ 545975 h 710175"/>
                <a:gd name="connsiteX56" fmla="*/ 81574 w 343010"/>
                <a:gd name="connsiteY56" fmla="*/ 553142 h 710175"/>
                <a:gd name="connsiteX57" fmla="*/ 80158 w 343010"/>
                <a:gd name="connsiteY57" fmla="*/ 558308 h 710175"/>
                <a:gd name="connsiteX58" fmla="*/ 80491 w 343010"/>
                <a:gd name="connsiteY58" fmla="*/ 560641 h 710175"/>
                <a:gd name="connsiteX59" fmla="*/ 67576 w 343010"/>
                <a:gd name="connsiteY59" fmla="*/ 600137 h 710175"/>
                <a:gd name="connsiteX60" fmla="*/ 49244 w 343010"/>
                <a:gd name="connsiteY60" fmla="*/ 652216 h 710175"/>
                <a:gd name="connsiteX61" fmla="*/ 38661 w 343010"/>
                <a:gd name="connsiteY61" fmla="*/ 679630 h 710175"/>
                <a:gd name="connsiteX62" fmla="*/ 31245 w 343010"/>
                <a:gd name="connsiteY62" fmla="*/ 691796 h 710175"/>
                <a:gd name="connsiteX63" fmla="*/ 17747 w 343010"/>
                <a:gd name="connsiteY63" fmla="*/ 690379 h 710175"/>
                <a:gd name="connsiteX64" fmla="*/ 9914 w 343010"/>
                <a:gd name="connsiteY64" fmla="*/ 682963 h 710175"/>
                <a:gd name="connsiteX65" fmla="*/ 9831 w 343010"/>
                <a:gd name="connsiteY65" fmla="*/ 681713 h 710175"/>
                <a:gd name="connsiteX66" fmla="*/ 29162 w 343010"/>
                <a:gd name="connsiteY66" fmla="*/ 618469 h 710175"/>
                <a:gd name="connsiteX67" fmla="*/ 34745 w 343010"/>
                <a:gd name="connsiteY67" fmla="*/ 588055 h 710175"/>
                <a:gd name="connsiteX68" fmla="*/ 38078 w 343010"/>
                <a:gd name="connsiteY68" fmla="*/ 569224 h 710175"/>
                <a:gd name="connsiteX69" fmla="*/ 40745 w 343010"/>
                <a:gd name="connsiteY69" fmla="*/ 557308 h 710175"/>
                <a:gd name="connsiteX70" fmla="*/ 59243 w 343010"/>
                <a:gd name="connsiteY70" fmla="*/ 494313 h 710175"/>
                <a:gd name="connsiteX71" fmla="*/ 70575 w 343010"/>
                <a:gd name="connsiteY71" fmla="*/ 463316 h 710175"/>
                <a:gd name="connsiteX72" fmla="*/ 77158 w 343010"/>
                <a:gd name="connsiteY72" fmla="*/ 448734 h 710175"/>
                <a:gd name="connsiteX73" fmla="*/ 77325 w 343010"/>
                <a:gd name="connsiteY73" fmla="*/ 448068 h 710175"/>
                <a:gd name="connsiteX74" fmla="*/ 77908 w 343010"/>
                <a:gd name="connsiteY74" fmla="*/ 447568 h 710175"/>
                <a:gd name="connsiteX75" fmla="*/ 78241 w 343010"/>
                <a:gd name="connsiteY75" fmla="*/ 447151 h 710175"/>
                <a:gd name="connsiteX76" fmla="*/ 81824 w 343010"/>
                <a:gd name="connsiteY76" fmla="*/ 487898 h 710175"/>
                <a:gd name="connsiteX77" fmla="*/ 82074 w 343010"/>
                <a:gd name="connsiteY77" fmla="*/ 545975 h 710175"/>
                <a:gd name="connsiteX78" fmla="*/ 82074 w 343010"/>
                <a:gd name="connsiteY78" fmla="*/ 545975 h 710175"/>
                <a:gd name="connsiteX79" fmla="*/ 176483 w 343010"/>
                <a:gd name="connsiteY79" fmla="*/ 347660 h 710175"/>
                <a:gd name="connsiteX80" fmla="*/ 172899 w 343010"/>
                <a:gd name="connsiteY80" fmla="*/ 365659 h 710175"/>
                <a:gd name="connsiteX81" fmla="*/ 164317 w 343010"/>
                <a:gd name="connsiteY81" fmla="*/ 389990 h 710175"/>
                <a:gd name="connsiteX82" fmla="*/ 141069 w 343010"/>
                <a:gd name="connsiteY82" fmla="*/ 434569 h 710175"/>
                <a:gd name="connsiteX83" fmla="*/ 118321 w 343010"/>
                <a:gd name="connsiteY83" fmla="*/ 475565 h 710175"/>
                <a:gd name="connsiteX84" fmla="*/ 93073 w 343010"/>
                <a:gd name="connsiteY84" fmla="*/ 517645 h 710175"/>
                <a:gd name="connsiteX85" fmla="*/ 89740 w 343010"/>
                <a:gd name="connsiteY85" fmla="*/ 525227 h 710175"/>
                <a:gd name="connsiteX86" fmla="*/ 86990 w 343010"/>
                <a:gd name="connsiteY86" fmla="*/ 469316 h 710175"/>
                <a:gd name="connsiteX87" fmla="*/ 86157 w 343010"/>
                <a:gd name="connsiteY87" fmla="*/ 438902 h 710175"/>
                <a:gd name="connsiteX88" fmla="*/ 146568 w 343010"/>
                <a:gd name="connsiteY88" fmla="*/ 377407 h 710175"/>
                <a:gd name="connsiteX89" fmla="*/ 177565 w 343010"/>
                <a:gd name="connsiteY89" fmla="*/ 343661 h 710175"/>
                <a:gd name="connsiteX90" fmla="*/ 178732 w 343010"/>
                <a:gd name="connsiteY90" fmla="*/ 342494 h 710175"/>
                <a:gd name="connsiteX91" fmla="*/ 179149 w 343010"/>
                <a:gd name="connsiteY91" fmla="*/ 342577 h 710175"/>
                <a:gd name="connsiteX92" fmla="*/ 176483 w 343010"/>
                <a:gd name="connsiteY92" fmla="*/ 347660 h 710175"/>
                <a:gd name="connsiteX93" fmla="*/ 176483 w 343010"/>
                <a:gd name="connsiteY93" fmla="*/ 347660 h 710175"/>
                <a:gd name="connsiteX94" fmla="*/ 253892 w 343010"/>
                <a:gd name="connsiteY94" fmla="*/ 202256 h 710175"/>
                <a:gd name="connsiteX95" fmla="*/ 230978 w 343010"/>
                <a:gd name="connsiteY95" fmla="*/ 250085 h 710175"/>
                <a:gd name="connsiteX96" fmla="*/ 204980 w 343010"/>
                <a:gd name="connsiteY96" fmla="*/ 295415 h 710175"/>
                <a:gd name="connsiteX97" fmla="*/ 192648 w 343010"/>
                <a:gd name="connsiteY97" fmla="*/ 317080 h 710175"/>
                <a:gd name="connsiteX98" fmla="*/ 185815 w 343010"/>
                <a:gd name="connsiteY98" fmla="*/ 325829 h 710175"/>
                <a:gd name="connsiteX99" fmla="*/ 182982 w 343010"/>
                <a:gd name="connsiteY99" fmla="*/ 282416 h 710175"/>
                <a:gd name="connsiteX100" fmla="*/ 180648 w 343010"/>
                <a:gd name="connsiteY100" fmla="*/ 249336 h 710175"/>
                <a:gd name="connsiteX101" fmla="*/ 221729 w 343010"/>
                <a:gd name="connsiteY101" fmla="*/ 206339 h 710175"/>
                <a:gd name="connsiteX102" fmla="*/ 244226 w 343010"/>
                <a:gd name="connsiteY102" fmla="*/ 182008 h 710175"/>
                <a:gd name="connsiteX103" fmla="*/ 266641 w 343010"/>
                <a:gd name="connsiteY103" fmla="*/ 156761 h 710175"/>
                <a:gd name="connsiteX104" fmla="*/ 253892 w 343010"/>
                <a:gd name="connsiteY104" fmla="*/ 202256 h 710175"/>
                <a:gd name="connsiteX105" fmla="*/ 253892 w 343010"/>
                <a:gd name="connsiteY105" fmla="*/ 202256 h 710175"/>
                <a:gd name="connsiteX106" fmla="*/ 327886 w 343010"/>
                <a:gd name="connsiteY106" fmla="*/ 20523 h 710175"/>
                <a:gd name="connsiteX107" fmla="*/ 320803 w 343010"/>
                <a:gd name="connsiteY107" fmla="*/ 38188 h 710175"/>
                <a:gd name="connsiteX108" fmla="*/ 311887 w 343010"/>
                <a:gd name="connsiteY108" fmla="*/ 56186 h 710175"/>
                <a:gd name="connsiteX109" fmla="*/ 307138 w 343010"/>
                <a:gd name="connsiteY109" fmla="*/ 63019 h 710175"/>
                <a:gd name="connsiteX110" fmla="*/ 304637 w 343010"/>
                <a:gd name="connsiteY110" fmla="*/ 62936 h 710175"/>
                <a:gd name="connsiteX111" fmla="*/ 282140 w 343010"/>
                <a:gd name="connsiteY111" fmla="*/ 75351 h 710175"/>
                <a:gd name="connsiteX112" fmla="*/ 270307 w 343010"/>
                <a:gd name="connsiteY112" fmla="*/ 95599 h 710175"/>
                <a:gd name="connsiteX113" fmla="*/ 273223 w 343010"/>
                <a:gd name="connsiteY113" fmla="*/ 95599 h 710175"/>
                <a:gd name="connsiteX114" fmla="*/ 280973 w 343010"/>
                <a:gd name="connsiteY114" fmla="*/ 89850 h 710175"/>
                <a:gd name="connsiteX115" fmla="*/ 290389 w 343010"/>
                <a:gd name="connsiteY115" fmla="*/ 82017 h 710175"/>
                <a:gd name="connsiteX116" fmla="*/ 299972 w 343010"/>
                <a:gd name="connsiteY116" fmla="*/ 73685 h 710175"/>
                <a:gd name="connsiteX117" fmla="*/ 300971 w 343010"/>
                <a:gd name="connsiteY117" fmla="*/ 77851 h 710175"/>
                <a:gd name="connsiteX118" fmla="*/ 294972 w 343010"/>
                <a:gd name="connsiteY118" fmla="*/ 89933 h 710175"/>
                <a:gd name="connsiteX119" fmla="*/ 281223 w 343010"/>
                <a:gd name="connsiteY119" fmla="*/ 114098 h 710175"/>
                <a:gd name="connsiteX120" fmla="*/ 255642 w 343010"/>
                <a:gd name="connsiteY120" fmla="*/ 153094 h 710175"/>
                <a:gd name="connsiteX121" fmla="*/ 213146 w 343010"/>
                <a:gd name="connsiteY121" fmla="*/ 197757 h 710175"/>
                <a:gd name="connsiteX122" fmla="*/ 179066 w 343010"/>
                <a:gd name="connsiteY122" fmla="*/ 239420 h 710175"/>
                <a:gd name="connsiteX123" fmla="*/ 178149 w 343010"/>
                <a:gd name="connsiteY123" fmla="*/ 236003 h 710175"/>
                <a:gd name="connsiteX124" fmla="*/ 196814 w 343010"/>
                <a:gd name="connsiteY124" fmla="*/ 199173 h 710175"/>
                <a:gd name="connsiteX125" fmla="*/ 220729 w 343010"/>
                <a:gd name="connsiteY125" fmla="*/ 132846 h 710175"/>
                <a:gd name="connsiteX126" fmla="*/ 248726 w 343010"/>
                <a:gd name="connsiteY126" fmla="*/ 61936 h 710175"/>
                <a:gd name="connsiteX127" fmla="*/ 255642 w 343010"/>
                <a:gd name="connsiteY127" fmla="*/ 50437 h 710175"/>
                <a:gd name="connsiteX128" fmla="*/ 257476 w 343010"/>
                <a:gd name="connsiteY128" fmla="*/ 63352 h 710175"/>
                <a:gd name="connsiteX129" fmla="*/ 255892 w 343010"/>
                <a:gd name="connsiteY129" fmla="*/ 70935 h 710175"/>
                <a:gd name="connsiteX130" fmla="*/ 256309 w 343010"/>
                <a:gd name="connsiteY130" fmla="*/ 72352 h 710175"/>
                <a:gd name="connsiteX131" fmla="*/ 253642 w 343010"/>
                <a:gd name="connsiteY131" fmla="*/ 101682 h 710175"/>
                <a:gd name="connsiteX132" fmla="*/ 239227 w 343010"/>
                <a:gd name="connsiteY132" fmla="*/ 119264 h 710175"/>
                <a:gd name="connsiteX133" fmla="*/ 225645 w 343010"/>
                <a:gd name="connsiteY133" fmla="*/ 142345 h 710175"/>
                <a:gd name="connsiteX134" fmla="*/ 228978 w 343010"/>
                <a:gd name="connsiteY134" fmla="*/ 144262 h 710175"/>
                <a:gd name="connsiteX135" fmla="*/ 228978 w 343010"/>
                <a:gd name="connsiteY135" fmla="*/ 144262 h 710175"/>
                <a:gd name="connsiteX136" fmla="*/ 235311 w 343010"/>
                <a:gd name="connsiteY136" fmla="*/ 138679 h 710175"/>
                <a:gd name="connsiteX137" fmla="*/ 241976 w 343010"/>
                <a:gd name="connsiteY137" fmla="*/ 130680 h 710175"/>
                <a:gd name="connsiteX138" fmla="*/ 251892 w 343010"/>
                <a:gd name="connsiteY138" fmla="*/ 118097 h 710175"/>
                <a:gd name="connsiteX139" fmla="*/ 258975 w 343010"/>
                <a:gd name="connsiteY139" fmla="*/ 110181 h 710175"/>
                <a:gd name="connsiteX140" fmla="*/ 259225 w 343010"/>
                <a:gd name="connsiteY140" fmla="*/ 107432 h 710175"/>
                <a:gd name="connsiteX141" fmla="*/ 259225 w 343010"/>
                <a:gd name="connsiteY141" fmla="*/ 111014 h 710175"/>
                <a:gd name="connsiteX142" fmla="*/ 258225 w 343010"/>
                <a:gd name="connsiteY142" fmla="*/ 132346 h 710175"/>
                <a:gd name="connsiteX143" fmla="*/ 263891 w 343010"/>
                <a:gd name="connsiteY143" fmla="*/ 133096 h 710175"/>
                <a:gd name="connsiteX144" fmla="*/ 260475 w 343010"/>
                <a:gd name="connsiteY144" fmla="*/ 98433 h 710175"/>
                <a:gd name="connsiteX145" fmla="*/ 264974 w 343010"/>
                <a:gd name="connsiteY145" fmla="*/ 65352 h 710175"/>
                <a:gd name="connsiteX146" fmla="*/ 301222 w 343010"/>
                <a:gd name="connsiteY146" fmla="*/ 15607 h 710175"/>
                <a:gd name="connsiteX147" fmla="*/ 302055 w 343010"/>
                <a:gd name="connsiteY147" fmla="*/ 14940 h 710175"/>
                <a:gd name="connsiteX148" fmla="*/ 301138 w 343010"/>
                <a:gd name="connsiteY148" fmla="*/ 19439 h 710175"/>
                <a:gd name="connsiteX149" fmla="*/ 296472 w 343010"/>
                <a:gd name="connsiteY149" fmla="*/ 49521 h 710175"/>
                <a:gd name="connsiteX150" fmla="*/ 304387 w 343010"/>
                <a:gd name="connsiteY150" fmla="*/ 52853 h 710175"/>
                <a:gd name="connsiteX151" fmla="*/ 311637 w 343010"/>
                <a:gd name="connsiteY151" fmla="*/ 25272 h 710175"/>
                <a:gd name="connsiteX152" fmla="*/ 329052 w 343010"/>
                <a:gd name="connsiteY152" fmla="*/ 14940 h 710175"/>
                <a:gd name="connsiteX153" fmla="*/ 327886 w 343010"/>
                <a:gd name="connsiteY153" fmla="*/ 20523 h 710175"/>
                <a:gd name="connsiteX154" fmla="*/ 327886 w 343010"/>
                <a:gd name="connsiteY154" fmla="*/ 20523 h 710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Lst>
              <a:rect l="l" t="t" r="r" b="b"/>
              <a:pathLst>
                <a:path w="343010" h="710175">
                  <a:moveTo>
                    <a:pt x="342718" y="6691"/>
                  </a:moveTo>
                  <a:cubicBezTo>
                    <a:pt x="338134" y="-7725"/>
                    <a:pt x="323053" y="4108"/>
                    <a:pt x="312887" y="14524"/>
                  </a:cubicBezTo>
                  <a:cubicBezTo>
                    <a:pt x="312970" y="13690"/>
                    <a:pt x="313137" y="12940"/>
                    <a:pt x="313220" y="12107"/>
                  </a:cubicBezTo>
                  <a:cubicBezTo>
                    <a:pt x="314303" y="5774"/>
                    <a:pt x="312720" y="-2225"/>
                    <a:pt x="304221" y="608"/>
                  </a:cubicBezTo>
                  <a:cubicBezTo>
                    <a:pt x="293889" y="4024"/>
                    <a:pt x="284223" y="18773"/>
                    <a:pt x="278723" y="27439"/>
                  </a:cubicBezTo>
                  <a:cubicBezTo>
                    <a:pt x="275141" y="33022"/>
                    <a:pt x="270224" y="39521"/>
                    <a:pt x="265891" y="46354"/>
                  </a:cubicBezTo>
                  <a:cubicBezTo>
                    <a:pt x="265391" y="43104"/>
                    <a:pt x="264225" y="40271"/>
                    <a:pt x="261642" y="38688"/>
                  </a:cubicBezTo>
                  <a:cubicBezTo>
                    <a:pt x="246476" y="29439"/>
                    <a:pt x="227394" y="73518"/>
                    <a:pt x="223561" y="81601"/>
                  </a:cubicBezTo>
                  <a:cubicBezTo>
                    <a:pt x="210146" y="109598"/>
                    <a:pt x="202064" y="139596"/>
                    <a:pt x="191565" y="168676"/>
                  </a:cubicBezTo>
                  <a:cubicBezTo>
                    <a:pt x="186482" y="182758"/>
                    <a:pt x="182316" y="197007"/>
                    <a:pt x="177316" y="211172"/>
                  </a:cubicBezTo>
                  <a:cubicBezTo>
                    <a:pt x="175899" y="215255"/>
                    <a:pt x="173982" y="219755"/>
                    <a:pt x="172483" y="224338"/>
                  </a:cubicBezTo>
                  <a:cubicBezTo>
                    <a:pt x="171566" y="223755"/>
                    <a:pt x="170483" y="223421"/>
                    <a:pt x="169150" y="223421"/>
                  </a:cubicBezTo>
                  <a:cubicBezTo>
                    <a:pt x="156317" y="223088"/>
                    <a:pt x="153151" y="243503"/>
                    <a:pt x="149068" y="252585"/>
                  </a:cubicBezTo>
                  <a:cubicBezTo>
                    <a:pt x="141152" y="270251"/>
                    <a:pt x="134736" y="288249"/>
                    <a:pt x="130070" y="306997"/>
                  </a:cubicBezTo>
                  <a:cubicBezTo>
                    <a:pt x="124737" y="328162"/>
                    <a:pt x="117154" y="348660"/>
                    <a:pt x="110239" y="369242"/>
                  </a:cubicBezTo>
                  <a:cubicBezTo>
                    <a:pt x="105739" y="382740"/>
                    <a:pt x="101906" y="396572"/>
                    <a:pt x="97573" y="410154"/>
                  </a:cubicBezTo>
                  <a:cubicBezTo>
                    <a:pt x="92323" y="416404"/>
                    <a:pt x="87407" y="422820"/>
                    <a:pt x="82907" y="429653"/>
                  </a:cubicBezTo>
                  <a:cubicBezTo>
                    <a:pt x="82158" y="428736"/>
                    <a:pt x="81408" y="428070"/>
                    <a:pt x="80408" y="427570"/>
                  </a:cubicBezTo>
                  <a:cubicBezTo>
                    <a:pt x="77825" y="426403"/>
                    <a:pt x="74991" y="426486"/>
                    <a:pt x="72908" y="428570"/>
                  </a:cubicBezTo>
                  <a:cubicBezTo>
                    <a:pt x="67326" y="434069"/>
                    <a:pt x="65993" y="442985"/>
                    <a:pt x="62910" y="449984"/>
                  </a:cubicBezTo>
                  <a:cubicBezTo>
                    <a:pt x="58493" y="459983"/>
                    <a:pt x="54910" y="470233"/>
                    <a:pt x="51494" y="480565"/>
                  </a:cubicBezTo>
                  <a:cubicBezTo>
                    <a:pt x="44244" y="502979"/>
                    <a:pt x="38078" y="525311"/>
                    <a:pt x="32912" y="548225"/>
                  </a:cubicBezTo>
                  <a:cubicBezTo>
                    <a:pt x="30496" y="559058"/>
                    <a:pt x="28912" y="569973"/>
                    <a:pt x="27413" y="580889"/>
                  </a:cubicBezTo>
                  <a:cubicBezTo>
                    <a:pt x="20080" y="610803"/>
                    <a:pt x="13247" y="640800"/>
                    <a:pt x="4164" y="670214"/>
                  </a:cubicBezTo>
                  <a:cubicBezTo>
                    <a:pt x="-168" y="684213"/>
                    <a:pt x="-5168" y="701211"/>
                    <a:pt x="12164" y="708377"/>
                  </a:cubicBezTo>
                  <a:cubicBezTo>
                    <a:pt x="29162" y="715377"/>
                    <a:pt x="43828" y="700628"/>
                    <a:pt x="50744" y="686796"/>
                  </a:cubicBezTo>
                  <a:cubicBezTo>
                    <a:pt x="61493" y="665215"/>
                    <a:pt x="66576" y="641217"/>
                    <a:pt x="73825" y="618469"/>
                  </a:cubicBezTo>
                  <a:cubicBezTo>
                    <a:pt x="80824" y="596554"/>
                    <a:pt x="88657" y="576390"/>
                    <a:pt x="89740" y="553475"/>
                  </a:cubicBezTo>
                  <a:cubicBezTo>
                    <a:pt x="96823" y="539309"/>
                    <a:pt x="101739" y="523894"/>
                    <a:pt x="109488" y="510062"/>
                  </a:cubicBezTo>
                  <a:cubicBezTo>
                    <a:pt x="118821" y="493313"/>
                    <a:pt x="129487" y="477315"/>
                    <a:pt x="138903" y="460483"/>
                  </a:cubicBezTo>
                  <a:cubicBezTo>
                    <a:pt x="158734" y="424903"/>
                    <a:pt x="175233" y="388573"/>
                    <a:pt x="185648" y="349160"/>
                  </a:cubicBezTo>
                  <a:cubicBezTo>
                    <a:pt x="186565" y="345660"/>
                    <a:pt x="187981" y="340411"/>
                    <a:pt x="187814" y="335911"/>
                  </a:cubicBezTo>
                  <a:cubicBezTo>
                    <a:pt x="210230" y="306497"/>
                    <a:pt x="232228" y="277250"/>
                    <a:pt x="246476" y="242670"/>
                  </a:cubicBezTo>
                  <a:cubicBezTo>
                    <a:pt x="253976" y="224588"/>
                    <a:pt x="262475" y="207006"/>
                    <a:pt x="268558" y="188341"/>
                  </a:cubicBezTo>
                  <a:cubicBezTo>
                    <a:pt x="272307" y="176842"/>
                    <a:pt x="277973" y="159427"/>
                    <a:pt x="272557" y="147845"/>
                  </a:cubicBezTo>
                  <a:cubicBezTo>
                    <a:pt x="272140" y="147011"/>
                    <a:pt x="271474" y="146428"/>
                    <a:pt x="270641" y="146095"/>
                  </a:cubicBezTo>
                  <a:cubicBezTo>
                    <a:pt x="285722" y="130263"/>
                    <a:pt x="297388" y="111098"/>
                    <a:pt x="306720" y="91517"/>
                  </a:cubicBezTo>
                  <a:cubicBezTo>
                    <a:pt x="309054" y="86683"/>
                    <a:pt x="314303" y="78434"/>
                    <a:pt x="314220" y="71768"/>
                  </a:cubicBezTo>
                  <a:cubicBezTo>
                    <a:pt x="314303" y="71602"/>
                    <a:pt x="314387" y="71518"/>
                    <a:pt x="314470" y="71352"/>
                  </a:cubicBezTo>
                  <a:cubicBezTo>
                    <a:pt x="316804" y="65769"/>
                    <a:pt x="321469" y="61769"/>
                    <a:pt x="324386" y="56436"/>
                  </a:cubicBezTo>
                  <a:cubicBezTo>
                    <a:pt x="327802" y="50270"/>
                    <a:pt x="330302" y="43521"/>
                    <a:pt x="333219" y="37188"/>
                  </a:cubicBezTo>
                  <a:cubicBezTo>
                    <a:pt x="335968" y="31355"/>
                    <a:pt x="337884" y="25606"/>
                    <a:pt x="339801" y="19523"/>
                  </a:cubicBezTo>
                  <a:cubicBezTo>
                    <a:pt x="340884" y="15940"/>
                    <a:pt x="343967" y="10690"/>
                    <a:pt x="342718" y="6691"/>
                  </a:cubicBezTo>
                  <a:lnTo>
                    <a:pt x="342718" y="6691"/>
                  </a:lnTo>
                  <a:close/>
                  <a:moveTo>
                    <a:pt x="135736" y="333828"/>
                  </a:moveTo>
                  <a:cubicBezTo>
                    <a:pt x="142069" y="316329"/>
                    <a:pt x="145818" y="298081"/>
                    <a:pt x="152735" y="280666"/>
                  </a:cubicBezTo>
                  <a:cubicBezTo>
                    <a:pt x="156234" y="271917"/>
                    <a:pt x="160234" y="263585"/>
                    <a:pt x="164317" y="255169"/>
                  </a:cubicBezTo>
                  <a:cubicBezTo>
                    <a:pt x="165317" y="253085"/>
                    <a:pt x="167400" y="246002"/>
                    <a:pt x="169400" y="240920"/>
                  </a:cubicBezTo>
                  <a:cubicBezTo>
                    <a:pt x="171983" y="247502"/>
                    <a:pt x="171816" y="257252"/>
                    <a:pt x="172733" y="262918"/>
                  </a:cubicBezTo>
                  <a:cubicBezTo>
                    <a:pt x="174316" y="272083"/>
                    <a:pt x="174982" y="281083"/>
                    <a:pt x="175816" y="290248"/>
                  </a:cubicBezTo>
                  <a:cubicBezTo>
                    <a:pt x="176899" y="302331"/>
                    <a:pt x="176649" y="314497"/>
                    <a:pt x="177399" y="326579"/>
                  </a:cubicBezTo>
                  <a:cubicBezTo>
                    <a:pt x="167400" y="328079"/>
                    <a:pt x="156901" y="345327"/>
                    <a:pt x="151818" y="351326"/>
                  </a:cubicBezTo>
                  <a:cubicBezTo>
                    <a:pt x="140236" y="364909"/>
                    <a:pt x="127320" y="377574"/>
                    <a:pt x="114905" y="390573"/>
                  </a:cubicBezTo>
                  <a:cubicBezTo>
                    <a:pt x="123487" y="372241"/>
                    <a:pt x="129237" y="351910"/>
                    <a:pt x="135736" y="333828"/>
                  </a:cubicBezTo>
                  <a:lnTo>
                    <a:pt x="135736" y="333828"/>
                  </a:lnTo>
                  <a:close/>
                  <a:moveTo>
                    <a:pt x="82074" y="545975"/>
                  </a:moveTo>
                  <a:cubicBezTo>
                    <a:pt x="81991" y="548392"/>
                    <a:pt x="81824" y="550808"/>
                    <a:pt x="81574" y="553142"/>
                  </a:cubicBezTo>
                  <a:cubicBezTo>
                    <a:pt x="81158" y="554891"/>
                    <a:pt x="80658" y="556558"/>
                    <a:pt x="80158" y="558308"/>
                  </a:cubicBezTo>
                  <a:cubicBezTo>
                    <a:pt x="79908" y="559224"/>
                    <a:pt x="80075" y="559974"/>
                    <a:pt x="80491" y="560641"/>
                  </a:cubicBezTo>
                  <a:cubicBezTo>
                    <a:pt x="78075" y="574306"/>
                    <a:pt x="73242" y="586722"/>
                    <a:pt x="67576" y="600137"/>
                  </a:cubicBezTo>
                  <a:cubicBezTo>
                    <a:pt x="60409" y="617053"/>
                    <a:pt x="55327" y="634884"/>
                    <a:pt x="49244" y="652216"/>
                  </a:cubicBezTo>
                  <a:cubicBezTo>
                    <a:pt x="46078" y="661465"/>
                    <a:pt x="42995" y="670798"/>
                    <a:pt x="38661" y="679630"/>
                  </a:cubicBezTo>
                  <a:cubicBezTo>
                    <a:pt x="36662" y="683797"/>
                    <a:pt x="34495" y="688379"/>
                    <a:pt x="31245" y="691796"/>
                  </a:cubicBezTo>
                  <a:cubicBezTo>
                    <a:pt x="26996" y="697795"/>
                    <a:pt x="22496" y="697379"/>
                    <a:pt x="17747" y="690379"/>
                  </a:cubicBezTo>
                  <a:cubicBezTo>
                    <a:pt x="10831" y="689546"/>
                    <a:pt x="8164" y="687046"/>
                    <a:pt x="9914" y="682963"/>
                  </a:cubicBezTo>
                  <a:cubicBezTo>
                    <a:pt x="9831" y="682547"/>
                    <a:pt x="9831" y="682130"/>
                    <a:pt x="9831" y="681713"/>
                  </a:cubicBezTo>
                  <a:cubicBezTo>
                    <a:pt x="17163" y="660882"/>
                    <a:pt x="24163" y="639967"/>
                    <a:pt x="29162" y="618469"/>
                  </a:cubicBezTo>
                  <a:cubicBezTo>
                    <a:pt x="31496" y="608386"/>
                    <a:pt x="33079" y="598221"/>
                    <a:pt x="34745" y="588055"/>
                  </a:cubicBezTo>
                  <a:cubicBezTo>
                    <a:pt x="35912" y="581805"/>
                    <a:pt x="36995" y="575473"/>
                    <a:pt x="38078" y="569224"/>
                  </a:cubicBezTo>
                  <a:cubicBezTo>
                    <a:pt x="38912" y="565224"/>
                    <a:pt x="39745" y="561224"/>
                    <a:pt x="40745" y="557308"/>
                  </a:cubicBezTo>
                  <a:cubicBezTo>
                    <a:pt x="46244" y="536060"/>
                    <a:pt x="52327" y="515145"/>
                    <a:pt x="59243" y="494313"/>
                  </a:cubicBezTo>
                  <a:cubicBezTo>
                    <a:pt x="62659" y="483898"/>
                    <a:pt x="66326" y="473482"/>
                    <a:pt x="70575" y="463316"/>
                  </a:cubicBezTo>
                  <a:cubicBezTo>
                    <a:pt x="72659" y="458400"/>
                    <a:pt x="75325" y="453734"/>
                    <a:pt x="77158" y="448734"/>
                  </a:cubicBezTo>
                  <a:cubicBezTo>
                    <a:pt x="77241" y="448567"/>
                    <a:pt x="77325" y="448318"/>
                    <a:pt x="77325" y="448068"/>
                  </a:cubicBezTo>
                  <a:cubicBezTo>
                    <a:pt x="77492" y="447901"/>
                    <a:pt x="77741" y="447818"/>
                    <a:pt x="77908" y="447568"/>
                  </a:cubicBezTo>
                  <a:cubicBezTo>
                    <a:pt x="77991" y="447401"/>
                    <a:pt x="78158" y="447318"/>
                    <a:pt x="78241" y="447151"/>
                  </a:cubicBezTo>
                  <a:cubicBezTo>
                    <a:pt x="80575" y="460483"/>
                    <a:pt x="81658" y="485148"/>
                    <a:pt x="81824" y="487898"/>
                  </a:cubicBezTo>
                  <a:cubicBezTo>
                    <a:pt x="83324" y="507146"/>
                    <a:pt x="82824" y="526727"/>
                    <a:pt x="82074" y="545975"/>
                  </a:cubicBezTo>
                  <a:lnTo>
                    <a:pt x="82074" y="545975"/>
                  </a:lnTo>
                  <a:close/>
                  <a:moveTo>
                    <a:pt x="176483" y="347660"/>
                  </a:moveTo>
                  <a:cubicBezTo>
                    <a:pt x="174649" y="352993"/>
                    <a:pt x="174482" y="359909"/>
                    <a:pt x="172899" y="365659"/>
                  </a:cubicBezTo>
                  <a:cubicBezTo>
                    <a:pt x="170650" y="373991"/>
                    <a:pt x="167483" y="381907"/>
                    <a:pt x="164317" y="389990"/>
                  </a:cubicBezTo>
                  <a:cubicBezTo>
                    <a:pt x="157984" y="405738"/>
                    <a:pt x="148401" y="419403"/>
                    <a:pt x="141069" y="434569"/>
                  </a:cubicBezTo>
                  <a:cubicBezTo>
                    <a:pt x="134236" y="448484"/>
                    <a:pt x="126320" y="462233"/>
                    <a:pt x="118321" y="475565"/>
                  </a:cubicBezTo>
                  <a:cubicBezTo>
                    <a:pt x="109822" y="489647"/>
                    <a:pt x="100572" y="502896"/>
                    <a:pt x="93073" y="517645"/>
                  </a:cubicBezTo>
                  <a:cubicBezTo>
                    <a:pt x="91823" y="520145"/>
                    <a:pt x="90740" y="522644"/>
                    <a:pt x="89740" y="525227"/>
                  </a:cubicBezTo>
                  <a:cubicBezTo>
                    <a:pt x="89573" y="506562"/>
                    <a:pt x="88824" y="487814"/>
                    <a:pt x="86990" y="469316"/>
                  </a:cubicBezTo>
                  <a:cubicBezTo>
                    <a:pt x="86407" y="463316"/>
                    <a:pt x="87824" y="449151"/>
                    <a:pt x="86157" y="438902"/>
                  </a:cubicBezTo>
                  <a:cubicBezTo>
                    <a:pt x="105739" y="417820"/>
                    <a:pt x="126487" y="398072"/>
                    <a:pt x="146568" y="377407"/>
                  </a:cubicBezTo>
                  <a:cubicBezTo>
                    <a:pt x="157234" y="366492"/>
                    <a:pt x="167150" y="354909"/>
                    <a:pt x="177565" y="343661"/>
                  </a:cubicBezTo>
                  <a:cubicBezTo>
                    <a:pt x="178149" y="343077"/>
                    <a:pt x="178482" y="342661"/>
                    <a:pt x="178732" y="342494"/>
                  </a:cubicBezTo>
                  <a:cubicBezTo>
                    <a:pt x="178899" y="342577"/>
                    <a:pt x="178982" y="342577"/>
                    <a:pt x="179149" y="342577"/>
                  </a:cubicBezTo>
                  <a:cubicBezTo>
                    <a:pt x="178732" y="343494"/>
                    <a:pt x="176983" y="346244"/>
                    <a:pt x="176483" y="347660"/>
                  </a:cubicBezTo>
                  <a:lnTo>
                    <a:pt x="176483" y="347660"/>
                  </a:lnTo>
                  <a:close/>
                  <a:moveTo>
                    <a:pt x="253892" y="202256"/>
                  </a:moveTo>
                  <a:cubicBezTo>
                    <a:pt x="247226" y="218422"/>
                    <a:pt x="239227" y="234670"/>
                    <a:pt x="230978" y="250085"/>
                  </a:cubicBezTo>
                  <a:cubicBezTo>
                    <a:pt x="222812" y="265417"/>
                    <a:pt x="214146" y="280583"/>
                    <a:pt x="204980" y="295415"/>
                  </a:cubicBezTo>
                  <a:cubicBezTo>
                    <a:pt x="200647" y="302498"/>
                    <a:pt x="197480" y="310330"/>
                    <a:pt x="192648" y="317080"/>
                  </a:cubicBezTo>
                  <a:cubicBezTo>
                    <a:pt x="190565" y="320079"/>
                    <a:pt x="188231" y="322995"/>
                    <a:pt x="185815" y="325829"/>
                  </a:cubicBezTo>
                  <a:cubicBezTo>
                    <a:pt x="185482" y="311330"/>
                    <a:pt x="183982" y="296748"/>
                    <a:pt x="182982" y="282416"/>
                  </a:cubicBezTo>
                  <a:cubicBezTo>
                    <a:pt x="182232" y="272083"/>
                    <a:pt x="182065" y="260501"/>
                    <a:pt x="180648" y="249336"/>
                  </a:cubicBezTo>
                  <a:cubicBezTo>
                    <a:pt x="193731" y="234670"/>
                    <a:pt x="208397" y="220921"/>
                    <a:pt x="221729" y="206339"/>
                  </a:cubicBezTo>
                  <a:cubicBezTo>
                    <a:pt x="229228" y="198173"/>
                    <a:pt x="236977" y="190341"/>
                    <a:pt x="244226" y="182008"/>
                  </a:cubicBezTo>
                  <a:cubicBezTo>
                    <a:pt x="251392" y="173842"/>
                    <a:pt x="258309" y="164094"/>
                    <a:pt x="266641" y="156761"/>
                  </a:cubicBezTo>
                  <a:cubicBezTo>
                    <a:pt x="268974" y="170509"/>
                    <a:pt x="258058" y="192174"/>
                    <a:pt x="253892" y="202256"/>
                  </a:cubicBezTo>
                  <a:lnTo>
                    <a:pt x="253892" y="202256"/>
                  </a:lnTo>
                  <a:close/>
                  <a:moveTo>
                    <a:pt x="327886" y="20523"/>
                  </a:moveTo>
                  <a:cubicBezTo>
                    <a:pt x="326136" y="26689"/>
                    <a:pt x="323386" y="32355"/>
                    <a:pt x="320803" y="38188"/>
                  </a:cubicBezTo>
                  <a:cubicBezTo>
                    <a:pt x="318136" y="44354"/>
                    <a:pt x="315886" y="50687"/>
                    <a:pt x="311887" y="56186"/>
                  </a:cubicBezTo>
                  <a:cubicBezTo>
                    <a:pt x="310054" y="58686"/>
                    <a:pt x="308388" y="60686"/>
                    <a:pt x="307138" y="63019"/>
                  </a:cubicBezTo>
                  <a:cubicBezTo>
                    <a:pt x="306304" y="62852"/>
                    <a:pt x="305470" y="62852"/>
                    <a:pt x="304637" y="62936"/>
                  </a:cubicBezTo>
                  <a:cubicBezTo>
                    <a:pt x="297138" y="57770"/>
                    <a:pt x="286556" y="70518"/>
                    <a:pt x="282140" y="75351"/>
                  </a:cubicBezTo>
                  <a:cubicBezTo>
                    <a:pt x="277890" y="79934"/>
                    <a:pt x="267224" y="88434"/>
                    <a:pt x="270307" y="95599"/>
                  </a:cubicBezTo>
                  <a:cubicBezTo>
                    <a:pt x="270808" y="96766"/>
                    <a:pt x="272640" y="96599"/>
                    <a:pt x="273223" y="95599"/>
                  </a:cubicBezTo>
                  <a:cubicBezTo>
                    <a:pt x="274473" y="93267"/>
                    <a:pt x="278973" y="91350"/>
                    <a:pt x="280973" y="89850"/>
                  </a:cubicBezTo>
                  <a:cubicBezTo>
                    <a:pt x="284223" y="87350"/>
                    <a:pt x="287306" y="84684"/>
                    <a:pt x="290389" y="82017"/>
                  </a:cubicBezTo>
                  <a:cubicBezTo>
                    <a:pt x="293555" y="79184"/>
                    <a:pt x="296638" y="76268"/>
                    <a:pt x="299972" y="73685"/>
                  </a:cubicBezTo>
                  <a:cubicBezTo>
                    <a:pt x="303221" y="72935"/>
                    <a:pt x="301888" y="74268"/>
                    <a:pt x="300971" y="77851"/>
                  </a:cubicBezTo>
                  <a:cubicBezTo>
                    <a:pt x="300055" y="81517"/>
                    <a:pt x="296805" y="86600"/>
                    <a:pt x="294972" y="89933"/>
                  </a:cubicBezTo>
                  <a:cubicBezTo>
                    <a:pt x="290556" y="98016"/>
                    <a:pt x="286056" y="106265"/>
                    <a:pt x="281223" y="114098"/>
                  </a:cubicBezTo>
                  <a:cubicBezTo>
                    <a:pt x="273058" y="127347"/>
                    <a:pt x="263974" y="140012"/>
                    <a:pt x="255642" y="153094"/>
                  </a:cubicBezTo>
                  <a:cubicBezTo>
                    <a:pt x="239310" y="165010"/>
                    <a:pt x="226062" y="183342"/>
                    <a:pt x="213146" y="197757"/>
                  </a:cubicBezTo>
                  <a:cubicBezTo>
                    <a:pt x="201647" y="210672"/>
                    <a:pt x="187814" y="224005"/>
                    <a:pt x="179066" y="239420"/>
                  </a:cubicBezTo>
                  <a:cubicBezTo>
                    <a:pt x="178816" y="238253"/>
                    <a:pt x="178482" y="237170"/>
                    <a:pt x="178149" y="236003"/>
                  </a:cubicBezTo>
                  <a:cubicBezTo>
                    <a:pt x="186814" y="226421"/>
                    <a:pt x="192731" y="209173"/>
                    <a:pt x="196814" y="199173"/>
                  </a:cubicBezTo>
                  <a:cubicBezTo>
                    <a:pt x="205479" y="177842"/>
                    <a:pt x="214396" y="154844"/>
                    <a:pt x="220729" y="132846"/>
                  </a:cubicBezTo>
                  <a:cubicBezTo>
                    <a:pt x="227728" y="108515"/>
                    <a:pt x="236561" y="84184"/>
                    <a:pt x="248726" y="61936"/>
                  </a:cubicBezTo>
                  <a:cubicBezTo>
                    <a:pt x="249726" y="60103"/>
                    <a:pt x="253392" y="51020"/>
                    <a:pt x="255642" y="50437"/>
                  </a:cubicBezTo>
                  <a:cubicBezTo>
                    <a:pt x="259891" y="49354"/>
                    <a:pt x="258392" y="58353"/>
                    <a:pt x="257476" y="63352"/>
                  </a:cubicBezTo>
                  <a:cubicBezTo>
                    <a:pt x="256642" y="65935"/>
                    <a:pt x="256059" y="68435"/>
                    <a:pt x="255892" y="70935"/>
                  </a:cubicBezTo>
                  <a:cubicBezTo>
                    <a:pt x="255892" y="71518"/>
                    <a:pt x="255975" y="71935"/>
                    <a:pt x="256309" y="72352"/>
                  </a:cubicBezTo>
                  <a:cubicBezTo>
                    <a:pt x="255226" y="82101"/>
                    <a:pt x="254475" y="91933"/>
                    <a:pt x="253642" y="101682"/>
                  </a:cubicBezTo>
                  <a:cubicBezTo>
                    <a:pt x="247476" y="106099"/>
                    <a:pt x="243393" y="113098"/>
                    <a:pt x="239227" y="119264"/>
                  </a:cubicBezTo>
                  <a:cubicBezTo>
                    <a:pt x="234478" y="126180"/>
                    <a:pt x="227311" y="133929"/>
                    <a:pt x="225645" y="142345"/>
                  </a:cubicBezTo>
                  <a:cubicBezTo>
                    <a:pt x="225228" y="144512"/>
                    <a:pt x="227728" y="145512"/>
                    <a:pt x="228978" y="144262"/>
                  </a:cubicBezTo>
                  <a:lnTo>
                    <a:pt x="228978" y="144262"/>
                  </a:lnTo>
                  <a:cubicBezTo>
                    <a:pt x="230811" y="142262"/>
                    <a:pt x="233394" y="140679"/>
                    <a:pt x="235311" y="138679"/>
                  </a:cubicBezTo>
                  <a:cubicBezTo>
                    <a:pt x="237726" y="136179"/>
                    <a:pt x="239727" y="133346"/>
                    <a:pt x="241976" y="130680"/>
                  </a:cubicBezTo>
                  <a:cubicBezTo>
                    <a:pt x="245393" y="126597"/>
                    <a:pt x="248643" y="122431"/>
                    <a:pt x="251892" y="118097"/>
                  </a:cubicBezTo>
                  <a:cubicBezTo>
                    <a:pt x="254142" y="115181"/>
                    <a:pt x="256558" y="112765"/>
                    <a:pt x="258975" y="110181"/>
                  </a:cubicBezTo>
                  <a:cubicBezTo>
                    <a:pt x="259058" y="109265"/>
                    <a:pt x="259142" y="108349"/>
                    <a:pt x="259225" y="107432"/>
                  </a:cubicBezTo>
                  <a:cubicBezTo>
                    <a:pt x="259309" y="108598"/>
                    <a:pt x="259309" y="109848"/>
                    <a:pt x="259225" y="111014"/>
                  </a:cubicBezTo>
                  <a:cubicBezTo>
                    <a:pt x="259058" y="118181"/>
                    <a:pt x="256975" y="125180"/>
                    <a:pt x="258225" y="132346"/>
                  </a:cubicBezTo>
                  <a:cubicBezTo>
                    <a:pt x="258725" y="135096"/>
                    <a:pt x="262558" y="135179"/>
                    <a:pt x="263891" y="133096"/>
                  </a:cubicBezTo>
                  <a:cubicBezTo>
                    <a:pt x="267725" y="126847"/>
                    <a:pt x="273724" y="96016"/>
                    <a:pt x="260475" y="98433"/>
                  </a:cubicBezTo>
                  <a:cubicBezTo>
                    <a:pt x="262058" y="87434"/>
                    <a:pt x="263558" y="76435"/>
                    <a:pt x="264974" y="65352"/>
                  </a:cubicBezTo>
                  <a:cubicBezTo>
                    <a:pt x="276141" y="48354"/>
                    <a:pt x="286139" y="28855"/>
                    <a:pt x="301222" y="15607"/>
                  </a:cubicBezTo>
                  <a:cubicBezTo>
                    <a:pt x="301138" y="15690"/>
                    <a:pt x="301471" y="15440"/>
                    <a:pt x="302055" y="14940"/>
                  </a:cubicBezTo>
                  <a:cubicBezTo>
                    <a:pt x="301554" y="17107"/>
                    <a:pt x="301222" y="19106"/>
                    <a:pt x="301138" y="19439"/>
                  </a:cubicBezTo>
                  <a:cubicBezTo>
                    <a:pt x="298805" y="29522"/>
                    <a:pt x="298555" y="39438"/>
                    <a:pt x="296472" y="49521"/>
                  </a:cubicBezTo>
                  <a:cubicBezTo>
                    <a:pt x="295555" y="54103"/>
                    <a:pt x="301888" y="57353"/>
                    <a:pt x="304387" y="52853"/>
                  </a:cubicBezTo>
                  <a:cubicBezTo>
                    <a:pt x="308887" y="44687"/>
                    <a:pt x="310387" y="34938"/>
                    <a:pt x="311637" y="25272"/>
                  </a:cubicBezTo>
                  <a:cubicBezTo>
                    <a:pt x="317720" y="22523"/>
                    <a:pt x="323053" y="17940"/>
                    <a:pt x="329052" y="14940"/>
                  </a:cubicBezTo>
                  <a:cubicBezTo>
                    <a:pt x="328552" y="16856"/>
                    <a:pt x="328219" y="19106"/>
                    <a:pt x="327886" y="20523"/>
                  </a:cubicBezTo>
                  <a:lnTo>
                    <a:pt x="327886" y="20523"/>
                  </a:lnTo>
                  <a:close/>
                </a:path>
              </a:pathLst>
            </a:custGeom>
            <a:grpFill/>
            <a:ln w="8332" cap="flat">
              <a:noFill/>
              <a:prstDash val="solid"/>
              <a:miter/>
            </a:ln>
          </p:spPr>
          <p:txBody>
            <a:bodyPr rtlCol="0" anchor="ctr"/>
            <a:lstStyle/>
            <a:p>
              <a:endParaRPr lang="en-US"/>
            </a:p>
          </p:txBody>
        </p:sp>
        <p:sp>
          <p:nvSpPr>
            <p:cNvPr id="2612" name="Freeform: Shape 2611"/>
            <p:cNvSpPr/>
            <p:nvPr/>
          </p:nvSpPr>
          <p:spPr>
            <a:xfrm>
              <a:off x="7556241" y="5571994"/>
              <a:ext cx="473586" cy="638834"/>
            </a:xfrm>
            <a:custGeom>
              <a:avLst/>
              <a:gdLst>
                <a:gd name="connsiteX0" fmla="*/ 473557 w 473586"/>
                <a:gd name="connsiteY0" fmla="*/ 13763 h 638834"/>
                <a:gd name="connsiteX1" fmla="*/ 442809 w 473586"/>
                <a:gd name="connsiteY1" fmla="*/ 15429 h 638834"/>
                <a:gd name="connsiteX2" fmla="*/ 443643 w 473586"/>
                <a:gd name="connsiteY2" fmla="*/ 13180 h 638834"/>
                <a:gd name="connsiteX3" fmla="*/ 437143 w 473586"/>
                <a:gd name="connsiteY3" fmla="*/ 98 h 638834"/>
                <a:gd name="connsiteX4" fmla="*/ 406813 w 473586"/>
                <a:gd name="connsiteY4" fmla="*/ 21262 h 638834"/>
                <a:gd name="connsiteX5" fmla="*/ 390398 w 473586"/>
                <a:gd name="connsiteY5" fmla="*/ 37178 h 638834"/>
                <a:gd name="connsiteX6" fmla="*/ 387731 w 473586"/>
                <a:gd name="connsiteY6" fmla="*/ 28762 h 638834"/>
                <a:gd name="connsiteX7" fmla="*/ 341818 w 473586"/>
                <a:gd name="connsiteY7" fmla="*/ 63175 h 638834"/>
                <a:gd name="connsiteX8" fmla="*/ 292989 w 473586"/>
                <a:gd name="connsiteY8" fmla="*/ 142085 h 638834"/>
                <a:gd name="connsiteX9" fmla="*/ 270492 w 473586"/>
                <a:gd name="connsiteY9" fmla="*/ 180831 h 638834"/>
                <a:gd name="connsiteX10" fmla="*/ 263159 w 473586"/>
                <a:gd name="connsiteY10" fmla="*/ 192747 h 638834"/>
                <a:gd name="connsiteX11" fmla="*/ 260076 w 473586"/>
                <a:gd name="connsiteY11" fmla="*/ 191164 h 638834"/>
                <a:gd name="connsiteX12" fmla="*/ 234494 w 473586"/>
                <a:gd name="connsiteY12" fmla="*/ 215745 h 638834"/>
                <a:gd name="connsiteX13" fmla="*/ 204914 w 473586"/>
                <a:gd name="connsiteY13" fmla="*/ 265240 h 638834"/>
                <a:gd name="connsiteX14" fmla="*/ 172916 w 473586"/>
                <a:gd name="connsiteY14" fmla="*/ 322318 h 638834"/>
                <a:gd name="connsiteX15" fmla="*/ 152335 w 473586"/>
                <a:gd name="connsiteY15" fmla="*/ 359815 h 638834"/>
                <a:gd name="connsiteX16" fmla="*/ 134004 w 473586"/>
                <a:gd name="connsiteY16" fmla="*/ 375980 h 638834"/>
                <a:gd name="connsiteX17" fmla="*/ 131921 w 473586"/>
                <a:gd name="connsiteY17" fmla="*/ 373481 h 638834"/>
                <a:gd name="connsiteX18" fmla="*/ 124338 w 473586"/>
                <a:gd name="connsiteY18" fmla="*/ 372897 h 638834"/>
                <a:gd name="connsiteX19" fmla="*/ 110256 w 473586"/>
                <a:gd name="connsiteY19" fmla="*/ 391812 h 638834"/>
                <a:gd name="connsiteX20" fmla="*/ 92924 w 473586"/>
                <a:gd name="connsiteY20" fmla="*/ 419477 h 638834"/>
                <a:gd name="connsiteX21" fmla="*/ 61177 w 473586"/>
                <a:gd name="connsiteY21" fmla="*/ 482137 h 638834"/>
                <a:gd name="connsiteX22" fmla="*/ 49261 w 473586"/>
                <a:gd name="connsiteY22" fmla="*/ 513051 h 638834"/>
                <a:gd name="connsiteX23" fmla="*/ 8598 w 473586"/>
                <a:gd name="connsiteY23" fmla="*/ 595877 h 638834"/>
                <a:gd name="connsiteX24" fmla="*/ 8848 w 473586"/>
                <a:gd name="connsiteY24" fmla="*/ 634874 h 638834"/>
                <a:gd name="connsiteX25" fmla="*/ 51011 w 473586"/>
                <a:gd name="connsiteY25" fmla="*/ 621458 h 638834"/>
                <a:gd name="connsiteX26" fmla="*/ 87341 w 473586"/>
                <a:gd name="connsiteY26" fmla="*/ 559130 h 638834"/>
                <a:gd name="connsiteX27" fmla="*/ 115922 w 473586"/>
                <a:gd name="connsiteY27" fmla="*/ 498636 h 638834"/>
                <a:gd name="connsiteX28" fmla="*/ 143919 w 473586"/>
                <a:gd name="connsiteY28" fmla="*/ 460056 h 638834"/>
                <a:gd name="connsiteX29" fmla="*/ 182666 w 473586"/>
                <a:gd name="connsiteY29" fmla="*/ 417393 h 638834"/>
                <a:gd name="connsiteX30" fmla="*/ 250827 w 473586"/>
                <a:gd name="connsiteY30" fmla="*/ 317736 h 638834"/>
                <a:gd name="connsiteX31" fmla="*/ 255576 w 473586"/>
                <a:gd name="connsiteY31" fmla="*/ 305237 h 638834"/>
                <a:gd name="connsiteX32" fmla="*/ 331819 w 473586"/>
                <a:gd name="connsiteY32" fmla="*/ 225661 h 638834"/>
                <a:gd name="connsiteX33" fmla="*/ 364317 w 473586"/>
                <a:gd name="connsiteY33" fmla="*/ 176831 h 638834"/>
                <a:gd name="connsiteX34" fmla="*/ 376398 w 473586"/>
                <a:gd name="connsiteY34" fmla="*/ 138002 h 638834"/>
                <a:gd name="connsiteX35" fmla="*/ 374816 w 473586"/>
                <a:gd name="connsiteY35" fmla="*/ 135919 h 638834"/>
                <a:gd name="connsiteX36" fmla="*/ 421144 w 473586"/>
                <a:gd name="connsiteY36" fmla="*/ 89756 h 638834"/>
                <a:gd name="connsiteX37" fmla="*/ 432393 w 473586"/>
                <a:gd name="connsiteY37" fmla="*/ 71924 h 638834"/>
                <a:gd name="connsiteX38" fmla="*/ 432727 w 473586"/>
                <a:gd name="connsiteY38" fmla="*/ 71508 h 638834"/>
                <a:gd name="connsiteX39" fmla="*/ 445393 w 473586"/>
                <a:gd name="connsiteY39" fmla="*/ 58842 h 638834"/>
                <a:gd name="connsiteX40" fmla="*/ 457975 w 473586"/>
                <a:gd name="connsiteY40" fmla="*/ 41760 h 638834"/>
                <a:gd name="connsiteX41" fmla="*/ 467973 w 473586"/>
                <a:gd name="connsiteY41" fmla="*/ 25762 h 638834"/>
                <a:gd name="connsiteX42" fmla="*/ 473557 w 473586"/>
                <a:gd name="connsiteY42" fmla="*/ 13763 h 638834"/>
                <a:gd name="connsiteX43" fmla="*/ 473557 w 473586"/>
                <a:gd name="connsiteY43" fmla="*/ 13763 h 638834"/>
                <a:gd name="connsiteX44" fmla="*/ 205081 w 473586"/>
                <a:gd name="connsiteY44" fmla="*/ 292821 h 638834"/>
                <a:gd name="connsiteX45" fmla="*/ 232328 w 473586"/>
                <a:gd name="connsiteY45" fmla="*/ 244159 h 638834"/>
                <a:gd name="connsiteX46" fmla="*/ 248744 w 473586"/>
                <a:gd name="connsiteY46" fmla="*/ 221494 h 638834"/>
                <a:gd name="connsiteX47" fmla="*/ 256576 w 473586"/>
                <a:gd name="connsiteY47" fmla="*/ 208578 h 638834"/>
                <a:gd name="connsiteX48" fmla="*/ 255409 w 473586"/>
                <a:gd name="connsiteY48" fmla="*/ 230743 h 638834"/>
                <a:gd name="connsiteX49" fmla="*/ 252910 w 473586"/>
                <a:gd name="connsiteY49" fmla="*/ 258157 h 638834"/>
                <a:gd name="connsiteX50" fmla="*/ 247160 w 473586"/>
                <a:gd name="connsiteY50" fmla="*/ 294071 h 638834"/>
                <a:gd name="connsiteX51" fmla="*/ 217163 w 473586"/>
                <a:gd name="connsiteY51" fmla="*/ 313153 h 638834"/>
                <a:gd name="connsiteX52" fmla="*/ 173083 w 473586"/>
                <a:gd name="connsiteY52" fmla="*/ 344233 h 638834"/>
                <a:gd name="connsiteX53" fmla="*/ 205081 w 473586"/>
                <a:gd name="connsiteY53" fmla="*/ 292821 h 638834"/>
                <a:gd name="connsiteX54" fmla="*/ 205081 w 473586"/>
                <a:gd name="connsiteY54" fmla="*/ 292821 h 638834"/>
                <a:gd name="connsiteX55" fmla="*/ 109839 w 473586"/>
                <a:gd name="connsiteY55" fmla="*/ 489887 h 638834"/>
                <a:gd name="connsiteX56" fmla="*/ 107923 w 473586"/>
                <a:gd name="connsiteY56" fmla="*/ 496803 h 638834"/>
                <a:gd name="connsiteX57" fmla="*/ 105506 w 473586"/>
                <a:gd name="connsiteY57" fmla="*/ 501552 h 638834"/>
                <a:gd name="connsiteX58" fmla="*/ 105423 w 473586"/>
                <a:gd name="connsiteY58" fmla="*/ 503885 h 638834"/>
                <a:gd name="connsiteX59" fmla="*/ 84925 w 473586"/>
                <a:gd name="connsiteY59" fmla="*/ 539965 h 638834"/>
                <a:gd name="connsiteX60" fmla="*/ 56510 w 473586"/>
                <a:gd name="connsiteY60" fmla="*/ 587378 h 638834"/>
                <a:gd name="connsiteX61" fmla="*/ 40679 w 473586"/>
                <a:gd name="connsiteY61" fmla="*/ 612126 h 638834"/>
                <a:gd name="connsiteX62" fmla="*/ 30930 w 473586"/>
                <a:gd name="connsiteY62" fmla="*/ 622542 h 638834"/>
                <a:gd name="connsiteX63" fmla="*/ 18014 w 473586"/>
                <a:gd name="connsiteY63" fmla="*/ 618458 h 638834"/>
                <a:gd name="connsiteX64" fmla="*/ 11848 w 473586"/>
                <a:gd name="connsiteY64" fmla="*/ 609626 h 638834"/>
                <a:gd name="connsiteX65" fmla="*/ 12015 w 473586"/>
                <a:gd name="connsiteY65" fmla="*/ 608460 h 638834"/>
                <a:gd name="connsiteX66" fmla="*/ 43679 w 473586"/>
                <a:gd name="connsiteY66" fmla="*/ 550298 h 638834"/>
                <a:gd name="connsiteX67" fmla="*/ 55261 w 473586"/>
                <a:gd name="connsiteY67" fmla="*/ 521634 h 638834"/>
                <a:gd name="connsiteX68" fmla="*/ 62343 w 473586"/>
                <a:gd name="connsiteY68" fmla="*/ 503802 h 638834"/>
                <a:gd name="connsiteX69" fmla="*/ 67343 w 473586"/>
                <a:gd name="connsiteY69" fmla="*/ 492636 h 638834"/>
                <a:gd name="connsiteX70" fmla="*/ 98091 w 473586"/>
                <a:gd name="connsiteY70" fmla="*/ 434559 h 638834"/>
                <a:gd name="connsiteX71" fmla="*/ 115422 w 473586"/>
                <a:gd name="connsiteY71" fmla="*/ 406477 h 638834"/>
                <a:gd name="connsiteX72" fmla="*/ 124838 w 473586"/>
                <a:gd name="connsiteY72" fmla="*/ 393562 h 638834"/>
                <a:gd name="connsiteX73" fmla="*/ 125171 w 473586"/>
                <a:gd name="connsiteY73" fmla="*/ 392979 h 638834"/>
                <a:gd name="connsiteX74" fmla="*/ 125838 w 473586"/>
                <a:gd name="connsiteY74" fmla="*/ 392645 h 638834"/>
                <a:gd name="connsiteX75" fmla="*/ 126254 w 473586"/>
                <a:gd name="connsiteY75" fmla="*/ 392312 h 638834"/>
                <a:gd name="connsiteX76" fmla="*/ 121588 w 473586"/>
                <a:gd name="connsiteY76" fmla="*/ 432975 h 638834"/>
                <a:gd name="connsiteX77" fmla="*/ 109839 w 473586"/>
                <a:gd name="connsiteY77" fmla="*/ 489887 h 638834"/>
                <a:gd name="connsiteX78" fmla="*/ 109839 w 473586"/>
                <a:gd name="connsiteY78" fmla="*/ 489887 h 638834"/>
                <a:gd name="connsiteX79" fmla="*/ 242161 w 473586"/>
                <a:gd name="connsiteY79" fmla="*/ 314486 h 638834"/>
                <a:gd name="connsiteX80" fmla="*/ 235078 w 473586"/>
                <a:gd name="connsiteY80" fmla="*/ 331401 h 638834"/>
                <a:gd name="connsiteX81" fmla="*/ 221746 w 473586"/>
                <a:gd name="connsiteY81" fmla="*/ 353482 h 638834"/>
                <a:gd name="connsiteX82" fmla="*/ 189999 w 473586"/>
                <a:gd name="connsiteY82" fmla="*/ 392479 h 638834"/>
                <a:gd name="connsiteX83" fmla="*/ 159418 w 473586"/>
                <a:gd name="connsiteY83" fmla="*/ 428059 h 638834"/>
                <a:gd name="connsiteX84" fmla="*/ 126254 w 473586"/>
                <a:gd name="connsiteY84" fmla="*/ 464223 h 638834"/>
                <a:gd name="connsiteX85" fmla="*/ 121505 w 473586"/>
                <a:gd name="connsiteY85" fmla="*/ 470972 h 638834"/>
                <a:gd name="connsiteX86" fmla="*/ 130087 w 473586"/>
                <a:gd name="connsiteY86" fmla="*/ 415643 h 638834"/>
                <a:gd name="connsiteX87" fmla="*/ 135420 w 473586"/>
                <a:gd name="connsiteY87" fmla="*/ 385646 h 638834"/>
                <a:gd name="connsiteX88" fmla="*/ 206914 w 473586"/>
                <a:gd name="connsiteY88" fmla="*/ 337484 h 638834"/>
                <a:gd name="connsiteX89" fmla="*/ 243994 w 473586"/>
                <a:gd name="connsiteY89" fmla="*/ 310653 h 638834"/>
                <a:gd name="connsiteX90" fmla="*/ 245411 w 473586"/>
                <a:gd name="connsiteY90" fmla="*/ 309736 h 638834"/>
                <a:gd name="connsiteX91" fmla="*/ 245744 w 473586"/>
                <a:gd name="connsiteY91" fmla="*/ 309903 h 638834"/>
                <a:gd name="connsiteX92" fmla="*/ 242161 w 473586"/>
                <a:gd name="connsiteY92" fmla="*/ 314486 h 638834"/>
                <a:gd name="connsiteX93" fmla="*/ 242161 w 473586"/>
                <a:gd name="connsiteY93" fmla="*/ 314486 h 638834"/>
                <a:gd name="connsiteX94" fmla="*/ 347234 w 473586"/>
                <a:gd name="connsiteY94" fmla="*/ 187581 h 638834"/>
                <a:gd name="connsiteX95" fmla="*/ 315154 w 473586"/>
                <a:gd name="connsiteY95" fmla="*/ 229827 h 638834"/>
                <a:gd name="connsiteX96" fmla="*/ 280574 w 473586"/>
                <a:gd name="connsiteY96" fmla="*/ 268990 h 638834"/>
                <a:gd name="connsiteX97" fmla="*/ 264159 w 473586"/>
                <a:gd name="connsiteY97" fmla="*/ 287821 h 638834"/>
                <a:gd name="connsiteX98" fmla="*/ 255743 w 473586"/>
                <a:gd name="connsiteY98" fmla="*/ 294988 h 638834"/>
                <a:gd name="connsiteX99" fmla="*/ 261742 w 473586"/>
                <a:gd name="connsiteY99" fmla="*/ 251908 h 638834"/>
                <a:gd name="connsiteX100" fmla="*/ 266075 w 473586"/>
                <a:gd name="connsiteY100" fmla="*/ 219078 h 638834"/>
                <a:gd name="connsiteX101" fmla="*/ 314904 w 473586"/>
                <a:gd name="connsiteY101" fmla="*/ 185247 h 638834"/>
                <a:gd name="connsiteX102" fmla="*/ 341818 w 473586"/>
                <a:gd name="connsiteY102" fmla="*/ 165916 h 638834"/>
                <a:gd name="connsiteX103" fmla="*/ 368816 w 473586"/>
                <a:gd name="connsiteY103" fmla="*/ 145668 h 638834"/>
                <a:gd name="connsiteX104" fmla="*/ 347234 w 473586"/>
                <a:gd name="connsiteY104" fmla="*/ 187581 h 638834"/>
                <a:gd name="connsiteX105" fmla="*/ 347234 w 473586"/>
                <a:gd name="connsiteY105" fmla="*/ 187581 h 638834"/>
                <a:gd name="connsiteX106" fmla="*/ 456224 w 473586"/>
                <a:gd name="connsiteY106" fmla="*/ 24262 h 638834"/>
                <a:gd name="connsiteX107" fmla="*/ 445726 w 473586"/>
                <a:gd name="connsiteY107" fmla="*/ 40177 h 638834"/>
                <a:gd name="connsiteX108" fmla="*/ 433393 w 473586"/>
                <a:gd name="connsiteY108" fmla="*/ 56009 h 638834"/>
                <a:gd name="connsiteX109" fmla="*/ 427394 w 473586"/>
                <a:gd name="connsiteY109" fmla="*/ 61758 h 638834"/>
                <a:gd name="connsiteX110" fmla="*/ 424895 w 473586"/>
                <a:gd name="connsiteY110" fmla="*/ 61176 h 638834"/>
                <a:gd name="connsiteX111" fmla="*/ 400313 w 473586"/>
                <a:gd name="connsiteY111" fmla="*/ 68841 h 638834"/>
                <a:gd name="connsiteX112" fmla="*/ 384648 w 473586"/>
                <a:gd name="connsiteY112" fmla="*/ 86340 h 638834"/>
                <a:gd name="connsiteX113" fmla="*/ 387480 w 473586"/>
                <a:gd name="connsiteY113" fmla="*/ 86923 h 638834"/>
                <a:gd name="connsiteX114" fmla="*/ 396230 w 473586"/>
                <a:gd name="connsiteY114" fmla="*/ 82840 h 638834"/>
                <a:gd name="connsiteX115" fmla="*/ 406979 w 473586"/>
                <a:gd name="connsiteY115" fmla="*/ 77007 h 638834"/>
                <a:gd name="connsiteX116" fmla="*/ 418061 w 473586"/>
                <a:gd name="connsiteY116" fmla="*/ 70841 h 638834"/>
                <a:gd name="connsiteX117" fmla="*/ 418228 w 473586"/>
                <a:gd name="connsiteY117" fmla="*/ 75091 h 638834"/>
                <a:gd name="connsiteX118" fmla="*/ 409979 w 473586"/>
                <a:gd name="connsiteY118" fmla="*/ 85673 h 638834"/>
                <a:gd name="connsiteX119" fmla="*/ 391647 w 473586"/>
                <a:gd name="connsiteY119" fmla="*/ 106588 h 638834"/>
                <a:gd name="connsiteX120" fmla="*/ 358733 w 473586"/>
                <a:gd name="connsiteY120" fmla="*/ 139668 h 638834"/>
                <a:gd name="connsiteX121" fmla="*/ 308155 w 473586"/>
                <a:gd name="connsiteY121" fmla="*/ 174915 h 638834"/>
                <a:gd name="connsiteX122" fmla="*/ 266409 w 473586"/>
                <a:gd name="connsiteY122" fmla="*/ 208912 h 638834"/>
                <a:gd name="connsiteX123" fmla="*/ 266242 w 473586"/>
                <a:gd name="connsiteY123" fmla="*/ 205413 h 638834"/>
                <a:gd name="connsiteX124" fmla="*/ 291989 w 473586"/>
                <a:gd name="connsiteY124" fmla="*/ 173082 h 638834"/>
                <a:gd name="connsiteX125" fmla="*/ 328736 w 473586"/>
                <a:gd name="connsiteY125" fmla="*/ 112754 h 638834"/>
                <a:gd name="connsiteX126" fmla="*/ 370399 w 473586"/>
                <a:gd name="connsiteY126" fmla="*/ 48926 h 638834"/>
                <a:gd name="connsiteX127" fmla="*/ 379481 w 473586"/>
                <a:gd name="connsiteY127" fmla="*/ 39011 h 638834"/>
                <a:gd name="connsiteX128" fmla="*/ 378648 w 473586"/>
                <a:gd name="connsiteY128" fmla="*/ 52093 h 638834"/>
                <a:gd name="connsiteX129" fmla="*/ 375649 w 473586"/>
                <a:gd name="connsiteY129" fmla="*/ 59175 h 638834"/>
                <a:gd name="connsiteX130" fmla="*/ 375732 w 473586"/>
                <a:gd name="connsiteY130" fmla="*/ 60592 h 638834"/>
                <a:gd name="connsiteX131" fmla="*/ 367233 w 473586"/>
                <a:gd name="connsiteY131" fmla="*/ 88756 h 638834"/>
                <a:gd name="connsiteX132" fmla="*/ 349568 w 473586"/>
                <a:gd name="connsiteY132" fmla="*/ 103088 h 638834"/>
                <a:gd name="connsiteX133" fmla="*/ 331569 w 473586"/>
                <a:gd name="connsiteY133" fmla="*/ 122920 h 638834"/>
                <a:gd name="connsiteX134" fmla="*/ 334485 w 473586"/>
                <a:gd name="connsiteY134" fmla="*/ 125503 h 638834"/>
                <a:gd name="connsiteX135" fmla="*/ 334485 w 473586"/>
                <a:gd name="connsiteY135" fmla="*/ 125503 h 638834"/>
                <a:gd name="connsiteX136" fmla="*/ 341735 w 473586"/>
                <a:gd name="connsiteY136" fmla="*/ 121337 h 638834"/>
                <a:gd name="connsiteX137" fmla="*/ 349818 w 473586"/>
                <a:gd name="connsiteY137" fmla="*/ 114837 h 638834"/>
                <a:gd name="connsiteX138" fmla="*/ 361983 w 473586"/>
                <a:gd name="connsiteY138" fmla="*/ 104505 h 638834"/>
                <a:gd name="connsiteX139" fmla="*/ 370566 w 473586"/>
                <a:gd name="connsiteY139" fmla="*/ 98172 h 638834"/>
                <a:gd name="connsiteX140" fmla="*/ 371316 w 473586"/>
                <a:gd name="connsiteY140" fmla="*/ 95506 h 638834"/>
                <a:gd name="connsiteX141" fmla="*/ 370649 w 473586"/>
                <a:gd name="connsiteY141" fmla="*/ 99005 h 638834"/>
                <a:gd name="connsiteX142" fmla="*/ 365400 w 473586"/>
                <a:gd name="connsiteY142" fmla="*/ 119670 h 638834"/>
                <a:gd name="connsiteX143" fmla="*/ 370815 w 473586"/>
                <a:gd name="connsiteY143" fmla="*/ 121503 h 638834"/>
                <a:gd name="connsiteX144" fmla="*/ 374399 w 473586"/>
                <a:gd name="connsiteY144" fmla="*/ 86840 h 638834"/>
                <a:gd name="connsiteX145" fmla="*/ 385397 w 473586"/>
                <a:gd name="connsiteY145" fmla="*/ 55343 h 638834"/>
                <a:gd name="connsiteX146" fmla="*/ 430894 w 473586"/>
                <a:gd name="connsiteY146" fmla="*/ 13929 h 638834"/>
                <a:gd name="connsiteX147" fmla="*/ 431810 w 473586"/>
                <a:gd name="connsiteY147" fmla="*/ 13430 h 638834"/>
                <a:gd name="connsiteX148" fmla="*/ 429977 w 473586"/>
                <a:gd name="connsiteY148" fmla="*/ 17679 h 638834"/>
                <a:gd name="connsiteX149" fmla="*/ 419395 w 473586"/>
                <a:gd name="connsiteY149" fmla="*/ 46177 h 638834"/>
                <a:gd name="connsiteX150" fmla="*/ 426477 w 473586"/>
                <a:gd name="connsiteY150" fmla="*/ 51010 h 638834"/>
                <a:gd name="connsiteX151" fmla="*/ 439060 w 473586"/>
                <a:gd name="connsiteY151" fmla="*/ 25428 h 638834"/>
                <a:gd name="connsiteX152" fmla="*/ 458225 w 473586"/>
                <a:gd name="connsiteY152" fmla="*/ 18762 h 638834"/>
                <a:gd name="connsiteX153" fmla="*/ 456224 w 473586"/>
                <a:gd name="connsiteY153" fmla="*/ 24262 h 638834"/>
                <a:gd name="connsiteX154" fmla="*/ 456224 w 473586"/>
                <a:gd name="connsiteY154" fmla="*/ 24262 h 638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Lst>
              <a:rect l="l" t="t" r="r" b="b"/>
              <a:pathLst>
                <a:path w="473586" h="638834">
                  <a:moveTo>
                    <a:pt x="473557" y="13763"/>
                  </a:moveTo>
                  <a:cubicBezTo>
                    <a:pt x="471973" y="-1319"/>
                    <a:pt x="454892" y="7263"/>
                    <a:pt x="442809" y="15429"/>
                  </a:cubicBezTo>
                  <a:cubicBezTo>
                    <a:pt x="443059" y="14680"/>
                    <a:pt x="443309" y="13929"/>
                    <a:pt x="443643" y="13180"/>
                  </a:cubicBezTo>
                  <a:cubicBezTo>
                    <a:pt x="445975" y="7180"/>
                    <a:pt x="446059" y="-986"/>
                    <a:pt x="437143" y="98"/>
                  </a:cubicBezTo>
                  <a:cubicBezTo>
                    <a:pt x="426311" y="1347"/>
                    <a:pt x="413895" y="13929"/>
                    <a:pt x="406813" y="21262"/>
                  </a:cubicBezTo>
                  <a:cubicBezTo>
                    <a:pt x="402229" y="26012"/>
                    <a:pt x="396063" y="31428"/>
                    <a:pt x="390398" y="37178"/>
                  </a:cubicBezTo>
                  <a:cubicBezTo>
                    <a:pt x="390563" y="33928"/>
                    <a:pt x="389981" y="30845"/>
                    <a:pt x="387731" y="28762"/>
                  </a:cubicBezTo>
                  <a:cubicBezTo>
                    <a:pt x="374732" y="16679"/>
                    <a:pt x="347151" y="56009"/>
                    <a:pt x="341818" y="63175"/>
                  </a:cubicBezTo>
                  <a:cubicBezTo>
                    <a:pt x="323070" y="87923"/>
                    <a:pt x="309155" y="115670"/>
                    <a:pt x="292989" y="142085"/>
                  </a:cubicBezTo>
                  <a:cubicBezTo>
                    <a:pt x="285241" y="154834"/>
                    <a:pt x="278240" y="167999"/>
                    <a:pt x="270492" y="180831"/>
                  </a:cubicBezTo>
                  <a:cubicBezTo>
                    <a:pt x="268242" y="184498"/>
                    <a:pt x="265492" y="188581"/>
                    <a:pt x="263159" y="192747"/>
                  </a:cubicBezTo>
                  <a:cubicBezTo>
                    <a:pt x="262326" y="191997"/>
                    <a:pt x="261326" y="191413"/>
                    <a:pt x="260076" y="191164"/>
                  </a:cubicBezTo>
                  <a:cubicBezTo>
                    <a:pt x="247577" y="188330"/>
                    <a:pt x="240328" y="207579"/>
                    <a:pt x="234494" y="215745"/>
                  </a:cubicBezTo>
                  <a:cubicBezTo>
                    <a:pt x="223162" y="231493"/>
                    <a:pt x="213330" y="247825"/>
                    <a:pt x="204914" y="265240"/>
                  </a:cubicBezTo>
                  <a:cubicBezTo>
                    <a:pt x="195415" y="284905"/>
                    <a:pt x="183916" y="303487"/>
                    <a:pt x="172916" y="322318"/>
                  </a:cubicBezTo>
                  <a:cubicBezTo>
                    <a:pt x="165834" y="334568"/>
                    <a:pt x="159252" y="347483"/>
                    <a:pt x="152335" y="359815"/>
                  </a:cubicBezTo>
                  <a:cubicBezTo>
                    <a:pt x="145919" y="364898"/>
                    <a:pt x="139836" y="370231"/>
                    <a:pt x="134004" y="375980"/>
                  </a:cubicBezTo>
                  <a:cubicBezTo>
                    <a:pt x="133503" y="374980"/>
                    <a:pt x="132837" y="374064"/>
                    <a:pt x="131921" y="373481"/>
                  </a:cubicBezTo>
                  <a:cubicBezTo>
                    <a:pt x="129671" y="371814"/>
                    <a:pt x="126838" y="371314"/>
                    <a:pt x="124338" y="372897"/>
                  </a:cubicBezTo>
                  <a:cubicBezTo>
                    <a:pt x="117755" y="377147"/>
                    <a:pt x="114672" y="385563"/>
                    <a:pt x="110256" y="391812"/>
                  </a:cubicBezTo>
                  <a:cubicBezTo>
                    <a:pt x="104006" y="400728"/>
                    <a:pt x="98340" y="410061"/>
                    <a:pt x="92924" y="419477"/>
                  </a:cubicBezTo>
                  <a:cubicBezTo>
                    <a:pt x="81259" y="439974"/>
                    <a:pt x="70759" y="460639"/>
                    <a:pt x="61177" y="482137"/>
                  </a:cubicBezTo>
                  <a:cubicBezTo>
                    <a:pt x="56594" y="492303"/>
                    <a:pt x="52928" y="502636"/>
                    <a:pt x="49261" y="513051"/>
                  </a:cubicBezTo>
                  <a:cubicBezTo>
                    <a:pt x="36096" y="540882"/>
                    <a:pt x="23430" y="568963"/>
                    <a:pt x="8598" y="595877"/>
                  </a:cubicBezTo>
                  <a:cubicBezTo>
                    <a:pt x="1599" y="608709"/>
                    <a:pt x="-6734" y="624375"/>
                    <a:pt x="8848" y="634874"/>
                  </a:cubicBezTo>
                  <a:cubicBezTo>
                    <a:pt x="24097" y="645123"/>
                    <a:pt x="41429" y="633624"/>
                    <a:pt x="51011" y="621458"/>
                  </a:cubicBezTo>
                  <a:cubicBezTo>
                    <a:pt x="65926" y="602543"/>
                    <a:pt x="75676" y="579962"/>
                    <a:pt x="87341" y="559130"/>
                  </a:cubicBezTo>
                  <a:cubicBezTo>
                    <a:pt x="98590" y="539049"/>
                    <a:pt x="110339" y="520884"/>
                    <a:pt x="115922" y="498636"/>
                  </a:cubicBezTo>
                  <a:cubicBezTo>
                    <a:pt x="125671" y="486220"/>
                    <a:pt x="133587" y="472055"/>
                    <a:pt x="143919" y="460056"/>
                  </a:cubicBezTo>
                  <a:cubicBezTo>
                    <a:pt x="156418" y="445557"/>
                    <a:pt x="170084" y="431975"/>
                    <a:pt x="182666" y="417393"/>
                  </a:cubicBezTo>
                  <a:cubicBezTo>
                    <a:pt x="209247" y="386563"/>
                    <a:pt x="232661" y="354232"/>
                    <a:pt x="250827" y="317736"/>
                  </a:cubicBezTo>
                  <a:cubicBezTo>
                    <a:pt x="252410" y="314486"/>
                    <a:pt x="254826" y="309653"/>
                    <a:pt x="255576" y="305237"/>
                  </a:cubicBezTo>
                  <a:cubicBezTo>
                    <a:pt x="283490" y="280906"/>
                    <a:pt x="310821" y="256658"/>
                    <a:pt x="331819" y="225661"/>
                  </a:cubicBezTo>
                  <a:cubicBezTo>
                    <a:pt x="342735" y="209412"/>
                    <a:pt x="354651" y="193914"/>
                    <a:pt x="364317" y="176831"/>
                  </a:cubicBezTo>
                  <a:cubicBezTo>
                    <a:pt x="370232" y="166333"/>
                    <a:pt x="379398" y="150417"/>
                    <a:pt x="376398" y="138002"/>
                  </a:cubicBezTo>
                  <a:cubicBezTo>
                    <a:pt x="376148" y="137085"/>
                    <a:pt x="375565" y="136419"/>
                    <a:pt x="374816" y="135919"/>
                  </a:cubicBezTo>
                  <a:cubicBezTo>
                    <a:pt x="392730" y="123503"/>
                    <a:pt x="408063" y="107005"/>
                    <a:pt x="421144" y="89756"/>
                  </a:cubicBezTo>
                  <a:cubicBezTo>
                    <a:pt x="424394" y="85507"/>
                    <a:pt x="431144" y="78424"/>
                    <a:pt x="432393" y="71924"/>
                  </a:cubicBezTo>
                  <a:cubicBezTo>
                    <a:pt x="432477" y="71758"/>
                    <a:pt x="432643" y="71674"/>
                    <a:pt x="432727" y="71508"/>
                  </a:cubicBezTo>
                  <a:cubicBezTo>
                    <a:pt x="436143" y="66508"/>
                    <a:pt x="441476" y="63508"/>
                    <a:pt x="445393" y="58842"/>
                  </a:cubicBezTo>
                  <a:cubicBezTo>
                    <a:pt x="449975" y="53509"/>
                    <a:pt x="453808" y="47343"/>
                    <a:pt x="457975" y="41760"/>
                  </a:cubicBezTo>
                  <a:cubicBezTo>
                    <a:pt x="461807" y="36594"/>
                    <a:pt x="464807" y="31345"/>
                    <a:pt x="467973" y="25762"/>
                  </a:cubicBezTo>
                  <a:cubicBezTo>
                    <a:pt x="469890" y="22429"/>
                    <a:pt x="473973" y="17929"/>
                    <a:pt x="473557" y="13763"/>
                  </a:cubicBezTo>
                  <a:lnTo>
                    <a:pt x="473557" y="13763"/>
                  </a:lnTo>
                  <a:close/>
                  <a:moveTo>
                    <a:pt x="205081" y="292821"/>
                  </a:moveTo>
                  <a:cubicBezTo>
                    <a:pt x="214830" y="276906"/>
                    <a:pt x="222162" y="259824"/>
                    <a:pt x="232328" y="244159"/>
                  </a:cubicBezTo>
                  <a:cubicBezTo>
                    <a:pt x="237494" y="236326"/>
                    <a:pt x="243077" y="228910"/>
                    <a:pt x="248744" y="221494"/>
                  </a:cubicBezTo>
                  <a:cubicBezTo>
                    <a:pt x="250160" y="219661"/>
                    <a:pt x="253576" y="213162"/>
                    <a:pt x="256576" y="208578"/>
                  </a:cubicBezTo>
                  <a:cubicBezTo>
                    <a:pt x="257826" y="215578"/>
                    <a:pt x="255659" y="225077"/>
                    <a:pt x="255409" y="230743"/>
                  </a:cubicBezTo>
                  <a:cubicBezTo>
                    <a:pt x="255077" y="239992"/>
                    <a:pt x="253910" y="248992"/>
                    <a:pt x="252910" y="258157"/>
                  </a:cubicBezTo>
                  <a:cubicBezTo>
                    <a:pt x="251577" y="270240"/>
                    <a:pt x="248827" y="282072"/>
                    <a:pt x="247160" y="294071"/>
                  </a:cubicBezTo>
                  <a:cubicBezTo>
                    <a:pt x="237078" y="293571"/>
                    <a:pt x="223329" y="308320"/>
                    <a:pt x="217163" y="313153"/>
                  </a:cubicBezTo>
                  <a:cubicBezTo>
                    <a:pt x="203080" y="324152"/>
                    <a:pt x="187915" y="333901"/>
                    <a:pt x="173083" y="344233"/>
                  </a:cubicBezTo>
                  <a:cubicBezTo>
                    <a:pt x="185333" y="327901"/>
                    <a:pt x="195081" y="309236"/>
                    <a:pt x="205081" y="292821"/>
                  </a:cubicBezTo>
                  <a:lnTo>
                    <a:pt x="205081" y="292821"/>
                  </a:lnTo>
                  <a:close/>
                  <a:moveTo>
                    <a:pt x="109839" y="489887"/>
                  </a:moveTo>
                  <a:cubicBezTo>
                    <a:pt x="109256" y="492220"/>
                    <a:pt x="108589" y="494553"/>
                    <a:pt x="107923" y="496803"/>
                  </a:cubicBezTo>
                  <a:cubicBezTo>
                    <a:pt x="107089" y="498386"/>
                    <a:pt x="106340" y="499969"/>
                    <a:pt x="105506" y="501552"/>
                  </a:cubicBezTo>
                  <a:cubicBezTo>
                    <a:pt x="105090" y="502385"/>
                    <a:pt x="105090" y="503219"/>
                    <a:pt x="105423" y="503885"/>
                  </a:cubicBezTo>
                  <a:cubicBezTo>
                    <a:pt x="100340" y="516718"/>
                    <a:pt x="93091" y="528050"/>
                    <a:pt x="84925" y="539965"/>
                  </a:cubicBezTo>
                  <a:cubicBezTo>
                    <a:pt x="74509" y="555131"/>
                    <a:pt x="65926" y="571546"/>
                    <a:pt x="56510" y="587378"/>
                  </a:cubicBezTo>
                  <a:cubicBezTo>
                    <a:pt x="51511" y="595794"/>
                    <a:pt x="46595" y="604293"/>
                    <a:pt x="40679" y="612126"/>
                  </a:cubicBezTo>
                  <a:cubicBezTo>
                    <a:pt x="37846" y="615792"/>
                    <a:pt x="34846" y="619875"/>
                    <a:pt x="30930" y="622542"/>
                  </a:cubicBezTo>
                  <a:cubicBezTo>
                    <a:pt x="25597" y="627624"/>
                    <a:pt x="21264" y="626208"/>
                    <a:pt x="18014" y="618458"/>
                  </a:cubicBezTo>
                  <a:cubicBezTo>
                    <a:pt x="11348" y="616209"/>
                    <a:pt x="9348" y="613292"/>
                    <a:pt x="11848" y="609626"/>
                  </a:cubicBezTo>
                  <a:cubicBezTo>
                    <a:pt x="11848" y="609209"/>
                    <a:pt x="11931" y="608793"/>
                    <a:pt x="12015" y="608460"/>
                  </a:cubicBezTo>
                  <a:cubicBezTo>
                    <a:pt x="23430" y="589544"/>
                    <a:pt x="34429" y="570463"/>
                    <a:pt x="43679" y="550298"/>
                  </a:cubicBezTo>
                  <a:cubicBezTo>
                    <a:pt x="48012" y="540882"/>
                    <a:pt x="51595" y="531300"/>
                    <a:pt x="55261" y="521634"/>
                  </a:cubicBezTo>
                  <a:cubicBezTo>
                    <a:pt x="57677" y="515718"/>
                    <a:pt x="60011" y="509801"/>
                    <a:pt x="62343" y="503802"/>
                  </a:cubicBezTo>
                  <a:cubicBezTo>
                    <a:pt x="63927" y="500053"/>
                    <a:pt x="65593" y="496303"/>
                    <a:pt x="67343" y="492636"/>
                  </a:cubicBezTo>
                  <a:cubicBezTo>
                    <a:pt x="77009" y="472888"/>
                    <a:pt x="87175" y="453640"/>
                    <a:pt x="98091" y="434559"/>
                  </a:cubicBezTo>
                  <a:cubicBezTo>
                    <a:pt x="103590" y="424976"/>
                    <a:pt x="109172" y="415560"/>
                    <a:pt x="115422" y="406477"/>
                  </a:cubicBezTo>
                  <a:cubicBezTo>
                    <a:pt x="118422" y="402061"/>
                    <a:pt x="122005" y="397978"/>
                    <a:pt x="124838" y="393562"/>
                  </a:cubicBezTo>
                  <a:cubicBezTo>
                    <a:pt x="124921" y="393396"/>
                    <a:pt x="125088" y="393145"/>
                    <a:pt x="125171" y="392979"/>
                  </a:cubicBezTo>
                  <a:cubicBezTo>
                    <a:pt x="125421" y="392896"/>
                    <a:pt x="125588" y="392812"/>
                    <a:pt x="125838" y="392645"/>
                  </a:cubicBezTo>
                  <a:cubicBezTo>
                    <a:pt x="126004" y="392562"/>
                    <a:pt x="126088" y="392479"/>
                    <a:pt x="126254" y="392312"/>
                  </a:cubicBezTo>
                  <a:cubicBezTo>
                    <a:pt x="125921" y="405894"/>
                    <a:pt x="122005" y="430225"/>
                    <a:pt x="121588" y="432975"/>
                  </a:cubicBezTo>
                  <a:cubicBezTo>
                    <a:pt x="118922" y="452057"/>
                    <a:pt x="114505" y="471138"/>
                    <a:pt x="109839" y="489887"/>
                  </a:cubicBezTo>
                  <a:lnTo>
                    <a:pt x="109839" y="489887"/>
                  </a:lnTo>
                  <a:close/>
                  <a:moveTo>
                    <a:pt x="242161" y="314486"/>
                  </a:moveTo>
                  <a:cubicBezTo>
                    <a:pt x="239328" y="319319"/>
                    <a:pt x="237744" y="326068"/>
                    <a:pt x="235078" y="331401"/>
                  </a:cubicBezTo>
                  <a:cubicBezTo>
                    <a:pt x="231162" y="339150"/>
                    <a:pt x="226579" y="346233"/>
                    <a:pt x="221746" y="353482"/>
                  </a:cubicBezTo>
                  <a:cubicBezTo>
                    <a:pt x="212414" y="367648"/>
                    <a:pt x="200331" y="379063"/>
                    <a:pt x="189999" y="392479"/>
                  </a:cubicBezTo>
                  <a:cubicBezTo>
                    <a:pt x="180583" y="404811"/>
                    <a:pt x="169917" y="416643"/>
                    <a:pt x="159418" y="428059"/>
                  </a:cubicBezTo>
                  <a:cubicBezTo>
                    <a:pt x="148252" y="440141"/>
                    <a:pt x="136503" y="451224"/>
                    <a:pt x="126254" y="464223"/>
                  </a:cubicBezTo>
                  <a:cubicBezTo>
                    <a:pt x="124505" y="466389"/>
                    <a:pt x="123005" y="468722"/>
                    <a:pt x="121505" y="470972"/>
                  </a:cubicBezTo>
                  <a:cubicBezTo>
                    <a:pt x="125088" y="452640"/>
                    <a:pt x="128171" y="434142"/>
                    <a:pt x="130087" y="415643"/>
                  </a:cubicBezTo>
                  <a:cubicBezTo>
                    <a:pt x="130671" y="409644"/>
                    <a:pt x="135004" y="396062"/>
                    <a:pt x="135420" y="385646"/>
                  </a:cubicBezTo>
                  <a:cubicBezTo>
                    <a:pt x="158835" y="368981"/>
                    <a:pt x="183083" y="353732"/>
                    <a:pt x="206914" y="337484"/>
                  </a:cubicBezTo>
                  <a:cubicBezTo>
                    <a:pt x="219496" y="328901"/>
                    <a:pt x="231578" y="319569"/>
                    <a:pt x="243994" y="310653"/>
                  </a:cubicBezTo>
                  <a:cubicBezTo>
                    <a:pt x="244661" y="310153"/>
                    <a:pt x="245077" y="309903"/>
                    <a:pt x="245411" y="309736"/>
                  </a:cubicBezTo>
                  <a:cubicBezTo>
                    <a:pt x="245494" y="309820"/>
                    <a:pt x="245661" y="309903"/>
                    <a:pt x="245744" y="309903"/>
                  </a:cubicBezTo>
                  <a:cubicBezTo>
                    <a:pt x="245160" y="310903"/>
                    <a:pt x="242910" y="313319"/>
                    <a:pt x="242161" y="314486"/>
                  </a:cubicBezTo>
                  <a:lnTo>
                    <a:pt x="242161" y="314486"/>
                  </a:lnTo>
                  <a:close/>
                  <a:moveTo>
                    <a:pt x="347234" y="187581"/>
                  </a:moveTo>
                  <a:cubicBezTo>
                    <a:pt x="337403" y="202079"/>
                    <a:pt x="326403" y="216411"/>
                    <a:pt x="315154" y="229827"/>
                  </a:cubicBezTo>
                  <a:cubicBezTo>
                    <a:pt x="304072" y="243159"/>
                    <a:pt x="292490" y="256324"/>
                    <a:pt x="280574" y="268990"/>
                  </a:cubicBezTo>
                  <a:cubicBezTo>
                    <a:pt x="274825" y="275073"/>
                    <a:pt x="270241" y="282072"/>
                    <a:pt x="264159" y="287821"/>
                  </a:cubicBezTo>
                  <a:cubicBezTo>
                    <a:pt x="261492" y="290322"/>
                    <a:pt x="258576" y="292738"/>
                    <a:pt x="255743" y="294988"/>
                  </a:cubicBezTo>
                  <a:cubicBezTo>
                    <a:pt x="258325" y="280739"/>
                    <a:pt x="259826" y="266157"/>
                    <a:pt x="261742" y="251908"/>
                  </a:cubicBezTo>
                  <a:cubicBezTo>
                    <a:pt x="263159" y="241659"/>
                    <a:pt x="265242" y="230243"/>
                    <a:pt x="266075" y="219078"/>
                  </a:cubicBezTo>
                  <a:cubicBezTo>
                    <a:pt x="281824" y="207329"/>
                    <a:pt x="298905" y="196746"/>
                    <a:pt x="314904" y="185247"/>
                  </a:cubicBezTo>
                  <a:cubicBezTo>
                    <a:pt x="323903" y="178748"/>
                    <a:pt x="333069" y="172665"/>
                    <a:pt x="341818" y="165916"/>
                  </a:cubicBezTo>
                  <a:cubicBezTo>
                    <a:pt x="350484" y="159417"/>
                    <a:pt x="359234" y="151167"/>
                    <a:pt x="368816" y="145668"/>
                  </a:cubicBezTo>
                  <a:cubicBezTo>
                    <a:pt x="368400" y="159500"/>
                    <a:pt x="353400" y="178581"/>
                    <a:pt x="347234" y="187581"/>
                  </a:cubicBezTo>
                  <a:lnTo>
                    <a:pt x="347234" y="187581"/>
                  </a:lnTo>
                  <a:close/>
                  <a:moveTo>
                    <a:pt x="456224" y="24262"/>
                  </a:moveTo>
                  <a:cubicBezTo>
                    <a:pt x="453308" y="29928"/>
                    <a:pt x="449392" y="34928"/>
                    <a:pt x="445726" y="40177"/>
                  </a:cubicBezTo>
                  <a:cubicBezTo>
                    <a:pt x="441892" y="45677"/>
                    <a:pt x="438393" y="51509"/>
                    <a:pt x="433393" y="56009"/>
                  </a:cubicBezTo>
                  <a:cubicBezTo>
                    <a:pt x="431061" y="58092"/>
                    <a:pt x="429061" y="59759"/>
                    <a:pt x="427394" y="61758"/>
                  </a:cubicBezTo>
                  <a:cubicBezTo>
                    <a:pt x="426644" y="61425"/>
                    <a:pt x="425811" y="61258"/>
                    <a:pt x="424895" y="61176"/>
                  </a:cubicBezTo>
                  <a:cubicBezTo>
                    <a:pt x="418645" y="54592"/>
                    <a:pt x="405646" y="65008"/>
                    <a:pt x="400313" y="68841"/>
                  </a:cubicBezTo>
                  <a:cubicBezTo>
                    <a:pt x="395230" y="72508"/>
                    <a:pt x="383065" y="78674"/>
                    <a:pt x="384648" y="86340"/>
                  </a:cubicBezTo>
                  <a:cubicBezTo>
                    <a:pt x="384898" y="87590"/>
                    <a:pt x="386731" y="87839"/>
                    <a:pt x="387480" y="86923"/>
                  </a:cubicBezTo>
                  <a:cubicBezTo>
                    <a:pt x="389148" y="84923"/>
                    <a:pt x="393980" y="83923"/>
                    <a:pt x="396230" y="82840"/>
                  </a:cubicBezTo>
                  <a:cubicBezTo>
                    <a:pt x="399897" y="81090"/>
                    <a:pt x="403479" y="79007"/>
                    <a:pt x="406979" y="77007"/>
                  </a:cubicBezTo>
                  <a:cubicBezTo>
                    <a:pt x="410645" y="74924"/>
                    <a:pt x="414229" y="72674"/>
                    <a:pt x="418061" y="70841"/>
                  </a:cubicBezTo>
                  <a:cubicBezTo>
                    <a:pt x="421395" y="70758"/>
                    <a:pt x="419811" y="71758"/>
                    <a:pt x="418228" y="75091"/>
                  </a:cubicBezTo>
                  <a:cubicBezTo>
                    <a:pt x="416644" y="78507"/>
                    <a:pt x="412396" y="82840"/>
                    <a:pt x="409979" y="85673"/>
                  </a:cubicBezTo>
                  <a:cubicBezTo>
                    <a:pt x="403980" y="92672"/>
                    <a:pt x="397980" y="99838"/>
                    <a:pt x="391647" y="106588"/>
                  </a:cubicBezTo>
                  <a:cubicBezTo>
                    <a:pt x="380982" y="117920"/>
                    <a:pt x="369566" y="128502"/>
                    <a:pt x="358733" y="139668"/>
                  </a:cubicBezTo>
                  <a:cubicBezTo>
                    <a:pt x="340319" y="148001"/>
                    <a:pt x="323737" y="163333"/>
                    <a:pt x="308155" y="174915"/>
                  </a:cubicBezTo>
                  <a:cubicBezTo>
                    <a:pt x="294239" y="185247"/>
                    <a:pt x="278074" y="195580"/>
                    <a:pt x="266409" y="208912"/>
                  </a:cubicBezTo>
                  <a:cubicBezTo>
                    <a:pt x="266409" y="207745"/>
                    <a:pt x="266325" y="206579"/>
                    <a:pt x="266242" y="205413"/>
                  </a:cubicBezTo>
                  <a:cubicBezTo>
                    <a:pt x="276658" y="197746"/>
                    <a:pt x="285907" y="182081"/>
                    <a:pt x="291989" y="173082"/>
                  </a:cubicBezTo>
                  <a:cubicBezTo>
                    <a:pt x="304822" y="153917"/>
                    <a:pt x="318070" y="133252"/>
                    <a:pt x="328736" y="112754"/>
                  </a:cubicBezTo>
                  <a:cubicBezTo>
                    <a:pt x="340402" y="90256"/>
                    <a:pt x="353984" y="68258"/>
                    <a:pt x="370399" y="48926"/>
                  </a:cubicBezTo>
                  <a:cubicBezTo>
                    <a:pt x="371733" y="47343"/>
                    <a:pt x="377148" y="39177"/>
                    <a:pt x="379481" y="39011"/>
                  </a:cubicBezTo>
                  <a:cubicBezTo>
                    <a:pt x="383815" y="38761"/>
                    <a:pt x="380565" y="47343"/>
                    <a:pt x="378648" y="52093"/>
                  </a:cubicBezTo>
                  <a:cubicBezTo>
                    <a:pt x="377315" y="54426"/>
                    <a:pt x="376315" y="56759"/>
                    <a:pt x="375649" y="59175"/>
                  </a:cubicBezTo>
                  <a:cubicBezTo>
                    <a:pt x="375482" y="59759"/>
                    <a:pt x="375565" y="60175"/>
                    <a:pt x="375732" y="60592"/>
                  </a:cubicBezTo>
                  <a:cubicBezTo>
                    <a:pt x="372733" y="69925"/>
                    <a:pt x="369982" y="79341"/>
                    <a:pt x="367233" y="88756"/>
                  </a:cubicBezTo>
                  <a:cubicBezTo>
                    <a:pt x="360317" y="91839"/>
                    <a:pt x="354901" y="97922"/>
                    <a:pt x="349568" y="103088"/>
                  </a:cubicBezTo>
                  <a:cubicBezTo>
                    <a:pt x="343485" y="108921"/>
                    <a:pt x="334986" y="115004"/>
                    <a:pt x="331569" y="122920"/>
                  </a:cubicBezTo>
                  <a:cubicBezTo>
                    <a:pt x="330736" y="124920"/>
                    <a:pt x="332986" y="126419"/>
                    <a:pt x="334485" y="125503"/>
                  </a:cubicBezTo>
                  <a:lnTo>
                    <a:pt x="334485" y="125503"/>
                  </a:lnTo>
                  <a:cubicBezTo>
                    <a:pt x="336652" y="123920"/>
                    <a:pt x="339486" y="122920"/>
                    <a:pt x="341735" y="121337"/>
                  </a:cubicBezTo>
                  <a:cubicBezTo>
                    <a:pt x="344568" y="119337"/>
                    <a:pt x="347151" y="117003"/>
                    <a:pt x="349818" y="114837"/>
                  </a:cubicBezTo>
                  <a:cubicBezTo>
                    <a:pt x="353984" y="111504"/>
                    <a:pt x="357984" y="108088"/>
                    <a:pt x="361983" y="104505"/>
                  </a:cubicBezTo>
                  <a:cubicBezTo>
                    <a:pt x="364733" y="102088"/>
                    <a:pt x="367566" y="100255"/>
                    <a:pt x="370566" y="98172"/>
                  </a:cubicBezTo>
                  <a:cubicBezTo>
                    <a:pt x="370815" y="97255"/>
                    <a:pt x="371066" y="96422"/>
                    <a:pt x="371316" y="95506"/>
                  </a:cubicBezTo>
                  <a:cubicBezTo>
                    <a:pt x="371149" y="96672"/>
                    <a:pt x="370899" y="97839"/>
                    <a:pt x="370649" y="99005"/>
                  </a:cubicBezTo>
                  <a:cubicBezTo>
                    <a:pt x="369066" y="106004"/>
                    <a:pt x="365566" y="112421"/>
                    <a:pt x="365400" y="119670"/>
                  </a:cubicBezTo>
                  <a:cubicBezTo>
                    <a:pt x="365317" y="122420"/>
                    <a:pt x="369066" y="123336"/>
                    <a:pt x="370815" y="121503"/>
                  </a:cubicBezTo>
                  <a:cubicBezTo>
                    <a:pt x="375816" y="116170"/>
                    <a:pt x="387897" y="87090"/>
                    <a:pt x="374399" y="86840"/>
                  </a:cubicBezTo>
                  <a:cubicBezTo>
                    <a:pt x="378148" y="76424"/>
                    <a:pt x="381815" y="65842"/>
                    <a:pt x="385397" y="55343"/>
                  </a:cubicBezTo>
                  <a:cubicBezTo>
                    <a:pt x="399814" y="40927"/>
                    <a:pt x="413478" y="23762"/>
                    <a:pt x="430894" y="13929"/>
                  </a:cubicBezTo>
                  <a:cubicBezTo>
                    <a:pt x="430810" y="14013"/>
                    <a:pt x="431144" y="13763"/>
                    <a:pt x="431810" y="13430"/>
                  </a:cubicBezTo>
                  <a:cubicBezTo>
                    <a:pt x="430894" y="15429"/>
                    <a:pt x="430143" y="17263"/>
                    <a:pt x="429977" y="17679"/>
                  </a:cubicBezTo>
                  <a:cubicBezTo>
                    <a:pt x="425644" y="27095"/>
                    <a:pt x="423394" y="36761"/>
                    <a:pt x="419395" y="46177"/>
                  </a:cubicBezTo>
                  <a:cubicBezTo>
                    <a:pt x="417562" y="50510"/>
                    <a:pt x="423144" y="54926"/>
                    <a:pt x="426477" y="51010"/>
                  </a:cubicBezTo>
                  <a:cubicBezTo>
                    <a:pt x="432560" y="43927"/>
                    <a:pt x="435977" y="34677"/>
                    <a:pt x="439060" y="25428"/>
                  </a:cubicBezTo>
                  <a:cubicBezTo>
                    <a:pt x="445559" y="23929"/>
                    <a:pt x="451725" y="20513"/>
                    <a:pt x="458225" y="18762"/>
                  </a:cubicBezTo>
                  <a:cubicBezTo>
                    <a:pt x="457558" y="20846"/>
                    <a:pt x="456808" y="23012"/>
                    <a:pt x="456224" y="24262"/>
                  </a:cubicBezTo>
                  <a:lnTo>
                    <a:pt x="456224" y="24262"/>
                  </a:lnTo>
                  <a:close/>
                </a:path>
              </a:pathLst>
            </a:custGeom>
            <a:grpFill/>
            <a:ln w="8332" cap="flat">
              <a:noFill/>
              <a:prstDash val="solid"/>
              <a:miter/>
            </a:ln>
          </p:spPr>
          <p:txBody>
            <a:bodyPr rtlCol="0" anchor="ctr"/>
            <a:lstStyle/>
            <a:p>
              <a:endParaRPr lang="en-US"/>
            </a:p>
          </p:txBody>
        </p:sp>
        <p:sp>
          <p:nvSpPr>
            <p:cNvPr id="2613" name="Freeform: Shape 2612"/>
            <p:cNvSpPr/>
            <p:nvPr/>
          </p:nvSpPr>
          <p:spPr>
            <a:xfrm>
              <a:off x="7178167" y="6218259"/>
              <a:ext cx="755288" cy="501097"/>
            </a:xfrm>
            <a:custGeom>
              <a:avLst/>
              <a:gdLst>
                <a:gd name="connsiteX0" fmla="*/ 703811 w 755288"/>
                <a:gd name="connsiteY0" fmla="*/ 167009 h 501097"/>
                <a:gd name="connsiteX1" fmla="*/ 666981 w 755288"/>
                <a:gd name="connsiteY1" fmla="*/ 129013 h 501097"/>
                <a:gd name="connsiteX2" fmla="*/ 676813 w 755288"/>
                <a:gd name="connsiteY2" fmla="*/ 73851 h 501097"/>
                <a:gd name="connsiteX3" fmla="*/ 672313 w 755288"/>
                <a:gd name="connsiteY3" fmla="*/ 358 h 501097"/>
                <a:gd name="connsiteX4" fmla="*/ 664897 w 755288"/>
                <a:gd name="connsiteY4" fmla="*/ 2524 h 501097"/>
                <a:gd name="connsiteX5" fmla="*/ 647149 w 755288"/>
                <a:gd name="connsiteY5" fmla="*/ 36271 h 501097"/>
                <a:gd name="connsiteX6" fmla="*/ 620818 w 755288"/>
                <a:gd name="connsiteY6" fmla="*/ 70768 h 501097"/>
                <a:gd name="connsiteX7" fmla="*/ 542992 w 755288"/>
                <a:gd name="connsiteY7" fmla="*/ 123013 h 501097"/>
                <a:gd name="connsiteX8" fmla="*/ 518328 w 755288"/>
                <a:gd name="connsiteY8" fmla="*/ 118180 h 501097"/>
                <a:gd name="connsiteX9" fmla="*/ 490496 w 755288"/>
                <a:gd name="connsiteY9" fmla="*/ 112347 h 501097"/>
                <a:gd name="connsiteX10" fmla="*/ 484830 w 755288"/>
                <a:gd name="connsiteY10" fmla="*/ 99599 h 501097"/>
                <a:gd name="connsiteX11" fmla="*/ 467082 w 755288"/>
                <a:gd name="connsiteY11" fmla="*/ 94099 h 501097"/>
                <a:gd name="connsiteX12" fmla="*/ 444418 w 755288"/>
                <a:gd name="connsiteY12" fmla="*/ 78184 h 501097"/>
                <a:gd name="connsiteX13" fmla="*/ 424003 w 755288"/>
                <a:gd name="connsiteY13" fmla="*/ 76268 h 501097"/>
                <a:gd name="connsiteX14" fmla="*/ 392089 w 755288"/>
                <a:gd name="connsiteY14" fmla="*/ 67768 h 501097"/>
                <a:gd name="connsiteX15" fmla="*/ 352342 w 755288"/>
                <a:gd name="connsiteY15" fmla="*/ 70518 h 501097"/>
                <a:gd name="connsiteX16" fmla="*/ 317262 w 755288"/>
                <a:gd name="connsiteY16" fmla="*/ 70435 h 501097"/>
                <a:gd name="connsiteX17" fmla="*/ 294431 w 755288"/>
                <a:gd name="connsiteY17" fmla="*/ 69352 h 501097"/>
                <a:gd name="connsiteX18" fmla="*/ 268350 w 755288"/>
                <a:gd name="connsiteY18" fmla="*/ 81017 h 501097"/>
                <a:gd name="connsiteX19" fmla="*/ 236186 w 755288"/>
                <a:gd name="connsiteY19" fmla="*/ 93766 h 501097"/>
                <a:gd name="connsiteX20" fmla="*/ 223937 w 755288"/>
                <a:gd name="connsiteY20" fmla="*/ 86350 h 501097"/>
                <a:gd name="connsiteX21" fmla="*/ 204522 w 755288"/>
                <a:gd name="connsiteY21" fmla="*/ 100515 h 501097"/>
                <a:gd name="connsiteX22" fmla="*/ 162776 w 755288"/>
                <a:gd name="connsiteY22" fmla="*/ 150094 h 501097"/>
                <a:gd name="connsiteX23" fmla="*/ 119030 w 755288"/>
                <a:gd name="connsiteY23" fmla="*/ 210672 h 501097"/>
                <a:gd name="connsiteX24" fmla="*/ 102531 w 755288"/>
                <a:gd name="connsiteY24" fmla="*/ 239253 h 501097"/>
                <a:gd name="connsiteX25" fmla="*/ 48870 w 755288"/>
                <a:gd name="connsiteY25" fmla="*/ 316079 h 501097"/>
                <a:gd name="connsiteX26" fmla="*/ 13540 w 755288"/>
                <a:gd name="connsiteY26" fmla="*/ 406905 h 501097"/>
                <a:gd name="connsiteX27" fmla="*/ 1041 w 755288"/>
                <a:gd name="connsiteY27" fmla="*/ 444901 h 501097"/>
                <a:gd name="connsiteX28" fmla="*/ 6540 w 755288"/>
                <a:gd name="connsiteY28" fmla="*/ 461066 h 501097"/>
                <a:gd name="connsiteX29" fmla="*/ 40120 w 755288"/>
                <a:gd name="connsiteY29" fmla="*/ 472982 h 501097"/>
                <a:gd name="connsiteX30" fmla="*/ 80284 w 755288"/>
                <a:gd name="connsiteY30" fmla="*/ 481231 h 501097"/>
                <a:gd name="connsiteX31" fmla="*/ 174358 w 755288"/>
                <a:gd name="connsiteY31" fmla="*/ 477815 h 501097"/>
                <a:gd name="connsiteX32" fmla="*/ 253934 w 755288"/>
                <a:gd name="connsiteY32" fmla="*/ 461233 h 501097"/>
                <a:gd name="connsiteX33" fmla="*/ 259267 w 755288"/>
                <a:gd name="connsiteY33" fmla="*/ 466982 h 501097"/>
                <a:gd name="connsiteX34" fmla="*/ 273183 w 755288"/>
                <a:gd name="connsiteY34" fmla="*/ 479148 h 501097"/>
                <a:gd name="connsiteX35" fmla="*/ 298597 w 755288"/>
                <a:gd name="connsiteY35" fmla="*/ 497396 h 501097"/>
                <a:gd name="connsiteX36" fmla="*/ 318428 w 755288"/>
                <a:gd name="connsiteY36" fmla="*/ 498313 h 501097"/>
                <a:gd name="connsiteX37" fmla="*/ 330761 w 755288"/>
                <a:gd name="connsiteY37" fmla="*/ 476232 h 501097"/>
                <a:gd name="connsiteX38" fmla="*/ 367174 w 755288"/>
                <a:gd name="connsiteY38" fmla="*/ 476565 h 501097"/>
                <a:gd name="connsiteX39" fmla="*/ 376507 w 755288"/>
                <a:gd name="connsiteY39" fmla="*/ 457233 h 501097"/>
                <a:gd name="connsiteX40" fmla="*/ 384506 w 755288"/>
                <a:gd name="connsiteY40" fmla="*/ 440985 h 501097"/>
                <a:gd name="connsiteX41" fmla="*/ 365675 w 755288"/>
                <a:gd name="connsiteY41" fmla="*/ 421986 h 501097"/>
                <a:gd name="connsiteX42" fmla="*/ 368841 w 755288"/>
                <a:gd name="connsiteY42" fmla="*/ 420653 h 501097"/>
                <a:gd name="connsiteX43" fmla="*/ 515328 w 755288"/>
                <a:gd name="connsiteY43" fmla="*/ 320329 h 501097"/>
                <a:gd name="connsiteX44" fmla="*/ 574739 w 755288"/>
                <a:gd name="connsiteY44" fmla="*/ 310330 h 501097"/>
                <a:gd name="connsiteX45" fmla="*/ 564573 w 755288"/>
                <a:gd name="connsiteY45" fmla="*/ 259667 h 501097"/>
                <a:gd name="connsiteX46" fmla="*/ 577989 w 755288"/>
                <a:gd name="connsiteY46" fmla="*/ 239253 h 501097"/>
                <a:gd name="connsiteX47" fmla="*/ 626651 w 755288"/>
                <a:gd name="connsiteY47" fmla="*/ 230170 h 501097"/>
                <a:gd name="connsiteX48" fmla="*/ 679313 w 755288"/>
                <a:gd name="connsiteY48" fmla="*/ 231254 h 501097"/>
                <a:gd name="connsiteX49" fmla="*/ 730725 w 755288"/>
                <a:gd name="connsiteY49" fmla="*/ 232504 h 501097"/>
                <a:gd name="connsiteX50" fmla="*/ 755139 w 755288"/>
                <a:gd name="connsiteY50" fmla="*/ 223171 h 501097"/>
                <a:gd name="connsiteX51" fmla="*/ 739141 w 755288"/>
                <a:gd name="connsiteY51" fmla="*/ 194924 h 501097"/>
                <a:gd name="connsiteX52" fmla="*/ 703811 w 755288"/>
                <a:gd name="connsiteY52" fmla="*/ 167009 h 501097"/>
                <a:gd name="connsiteX53" fmla="*/ 703811 w 755288"/>
                <a:gd name="connsiteY53" fmla="*/ 167009 h 501097"/>
                <a:gd name="connsiteX54" fmla="*/ 433168 w 755288"/>
                <a:gd name="connsiteY54" fmla="*/ 89600 h 501097"/>
                <a:gd name="connsiteX55" fmla="*/ 445251 w 755288"/>
                <a:gd name="connsiteY55" fmla="*/ 95349 h 501097"/>
                <a:gd name="connsiteX56" fmla="*/ 466582 w 755288"/>
                <a:gd name="connsiteY56" fmla="*/ 108431 h 501097"/>
                <a:gd name="connsiteX57" fmla="*/ 476081 w 755288"/>
                <a:gd name="connsiteY57" fmla="*/ 108764 h 501097"/>
                <a:gd name="connsiteX58" fmla="*/ 476414 w 755288"/>
                <a:gd name="connsiteY58" fmla="*/ 109931 h 501097"/>
                <a:gd name="connsiteX59" fmla="*/ 446334 w 755288"/>
                <a:gd name="connsiteY59" fmla="*/ 106432 h 501097"/>
                <a:gd name="connsiteX60" fmla="*/ 409921 w 755288"/>
                <a:gd name="connsiteY60" fmla="*/ 103765 h 501097"/>
                <a:gd name="connsiteX61" fmla="*/ 433168 w 755288"/>
                <a:gd name="connsiteY61" fmla="*/ 89600 h 501097"/>
                <a:gd name="connsiteX62" fmla="*/ 433168 w 755288"/>
                <a:gd name="connsiteY62" fmla="*/ 89600 h 501097"/>
                <a:gd name="connsiteX63" fmla="*/ 419503 w 755288"/>
                <a:gd name="connsiteY63" fmla="*/ 89100 h 501097"/>
                <a:gd name="connsiteX64" fmla="*/ 402921 w 755288"/>
                <a:gd name="connsiteY64" fmla="*/ 103598 h 501097"/>
                <a:gd name="connsiteX65" fmla="*/ 362258 w 755288"/>
                <a:gd name="connsiteY65" fmla="*/ 105015 h 501097"/>
                <a:gd name="connsiteX66" fmla="*/ 393005 w 755288"/>
                <a:gd name="connsiteY66" fmla="*/ 85017 h 501097"/>
                <a:gd name="connsiteX67" fmla="*/ 419503 w 755288"/>
                <a:gd name="connsiteY67" fmla="*/ 89100 h 501097"/>
                <a:gd name="connsiteX68" fmla="*/ 419503 w 755288"/>
                <a:gd name="connsiteY68" fmla="*/ 89100 h 501097"/>
                <a:gd name="connsiteX69" fmla="*/ 356675 w 755288"/>
                <a:gd name="connsiteY69" fmla="*/ 80267 h 501097"/>
                <a:gd name="connsiteX70" fmla="*/ 384089 w 755288"/>
                <a:gd name="connsiteY70" fmla="*/ 76184 h 501097"/>
                <a:gd name="connsiteX71" fmla="*/ 387422 w 755288"/>
                <a:gd name="connsiteY71" fmla="*/ 79517 h 501097"/>
                <a:gd name="connsiteX72" fmla="*/ 379090 w 755288"/>
                <a:gd name="connsiteY72" fmla="*/ 85100 h 501097"/>
                <a:gd name="connsiteX73" fmla="*/ 355592 w 755288"/>
                <a:gd name="connsiteY73" fmla="*/ 105932 h 501097"/>
                <a:gd name="connsiteX74" fmla="*/ 350759 w 755288"/>
                <a:gd name="connsiteY74" fmla="*/ 106598 h 501097"/>
                <a:gd name="connsiteX75" fmla="*/ 296514 w 755288"/>
                <a:gd name="connsiteY75" fmla="*/ 120430 h 501097"/>
                <a:gd name="connsiteX76" fmla="*/ 349342 w 755288"/>
                <a:gd name="connsiteY76" fmla="*/ 82850 h 501097"/>
                <a:gd name="connsiteX77" fmla="*/ 356675 w 755288"/>
                <a:gd name="connsiteY77" fmla="*/ 80267 h 501097"/>
                <a:gd name="connsiteX78" fmla="*/ 356675 w 755288"/>
                <a:gd name="connsiteY78" fmla="*/ 80267 h 501097"/>
                <a:gd name="connsiteX79" fmla="*/ 308263 w 755288"/>
                <a:gd name="connsiteY79" fmla="*/ 84100 h 501097"/>
                <a:gd name="connsiteX80" fmla="*/ 309096 w 755288"/>
                <a:gd name="connsiteY80" fmla="*/ 82767 h 501097"/>
                <a:gd name="connsiteX81" fmla="*/ 328928 w 755288"/>
                <a:gd name="connsiteY81" fmla="*/ 85600 h 501097"/>
                <a:gd name="connsiteX82" fmla="*/ 287598 w 755288"/>
                <a:gd name="connsiteY82" fmla="*/ 123597 h 501097"/>
                <a:gd name="connsiteX83" fmla="*/ 237436 w 755288"/>
                <a:gd name="connsiteY83" fmla="*/ 145012 h 501097"/>
                <a:gd name="connsiteX84" fmla="*/ 261101 w 755288"/>
                <a:gd name="connsiteY84" fmla="*/ 122263 h 501097"/>
                <a:gd name="connsiteX85" fmla="*/ 308263 w 755288"/>
                <a:gd name="connsiteY85" fmla="*/ 84100 h 501097"/>
                <a:gd name="connsiteX86" fmla="*/ 308263 w 755288"/>
                <a:gd name="connsiteY86" fmla="*/ 84100 h 501097"/>
                <a:gd name="connsiteX87" fmla="*/ 244602 w 755288"/>
                <a:gd name="connsiteY87" fmla="*/ 111014 h 501097"/>
                <a:gd name="connsiteX88" fmla="*/ 264184 w 755288"/>
                <a:gd name="connsiteY88" fmla="*/ 101182 h 501097"/>
                <a:gd name="connsiteX89" fmla="*/ 289098 w 755288"/>
                <a:gd name="connsiteY89" fmla="*/ 87433 h 501097"/>
                <a:gd name="connsiteX90" fmla="*/ 259184 w 755288"/>
                <a:gd name="connsiteY90" fmla="*/ 115348 h 501097"/>
                <a:gd name="connsiteX91" fmla="*/ 226687 w 755288"/>
                <a:gd name="connsiteY91" fmla="*/ 150344 h 501097"/>
                <a:gd name="connsiteX92" fmla="*/ 172192 w 755288"/>
                <a:gd name="connsiteY92" fmla="*/ 182008 h 501097"/>
                <a:gd name="connsiteX93" fmla="*/ 169692 w 755288"/>
                <a:gd name="connsiteY93" fmla="*/ 183674 h 501097"/>
                <a:gd name="connsiteX94" fmla="*/ 201606 w 755288"/>
                <a:gd name="connsiteY94" fmla="*/ 150011 h 501097"/>
                <a:gd name="connsiteX95" fmla="*/ 244602 w 755288"/>
                <a:gd name="connsiteY95" fmla="*/ 111014 h 501097"/>
                <a:gd name="connsiteX96" fmla="*/ 244602 w 755288"/>
                <a:gd name="connsiteY96" fmla="*/ 111014 h 501097"/>
                <a:gd name="connsiteX97" fmla="*/ 126113 w 755288"/>
                <a:gd name="connsiteY97" fmla="*/ 215588 h 501097"/>
                <a:gd name="connsiteX98" fmla="*/ 170442 w 755288"/>
                <a:gd name="connsiteY98" fmla="*/ 159010 h 501097"/>
                <a:gd name="connsiteX99" fmla="*/ 195940 w 755288"/>
                <a:gd name="connsiteY99" fmla="*/ 129263 h 501097"/>
                <a:gd name="connsiteX100" fmla="*/ 213022 w 755288"/>
                <a:gd name="connsiteY100" fmla="*/ 110931 h 501097"/>
                <a:gd name="connsiteX101" fmla="*/ 223521 w 755288"/>
                <a:gd name="connsiteY101" fmla="*/ 101182 h 501097"/>
                <a:gd name="connsiteX102" fmla="*/ 231436 w 755288"/>
                <a:gd name="connsiteY102" fmla="*/ 109764 h 501097"/>
                <a:gd name="connsiteX103" fmla="*/ 233353 w 755288"/>
                <a:gd name="connsiteY103" fmla="*/ 110598 h 501097"/>
                <a:gd name="connsiteX104" fmla="*/ 229353 w 755288"/>
                <a:gd name="connsiteY104" fmla="*/ 114181 h 501097"/>
                <a:gd name="connsiteX105" fmla="*/ 202439 w 755288"/>
                <a:gd name="connsiteY105" fmla="*/ 138928 h 501097"/>
                <a:gd name="connsiteX106" fmla="*/ 159276 w 755288"/>
                <a:gd name="connsiteY106" fmla="*/ 190591 h 501097"/>
                <a:gd name="connsiteX107" fmla="*/ 125196 w 755288"/>
                <a:gd name="connsiteY107" fmla="*/ 217088 h 501097"/>
                <a:gd name="connsiteX108" fmla="*/ 126113 w 755288"/>
                <a:gd name="connsiteY108" fmla="*/ 215588 h 501097"/>
                <a:gd name="connsiteX109" fmla="*/ 126113 w 755288"/>
                <a:gd name="connsiteY109" fmla="*/ 215588 h 501097"/>
                <a:gd name="connsiteX110" fmla="*/ 306347 w 755288"/>
                <a:gd name="connsiteY110" fmla="*/ 488147 h 501097"/>
                <a:gd name="connsiteX111" fmla="*/ 281932 w 755288"/>
                <a:gd name="connsiteY111" fmla="*/ 473565 h 501097"/>
                <a:gd name="connsiteX112" fmla="*/ 261684 w 755288"/>
                <a:gd name="connsiteY112" fmla="*/ 458567 h 501097"/>
                <a:gd name="connsiteX113" fmla="*/ 269516 w 755288"/>
                <a:gd name="connsiteY113" fmla="*/ 456317 h 501097"/>
                <a:gd name="connsiteX114" fmla="*/ 283098 w 755288"/>
                <a:gd name="connsiteY114" fmla="*/ 461899 h 501097"/>
                <a:gd name="connsiteX115" fmla="*/ 316929 w 755288"/>
                <a:gd name="connsiteY115" fmla="*/ 471482 h 501097"/>
                <a:gd name="connsiteX116" fmla="*/ 320845 w 755288"/>
                <a:gd name="connsiteY116" fmla="*/ 472732 h 501097"/>
                <a:gd name="connsiteX117" fmla="*/ 306347 w 755288"/>
                <a:gd name="connsiteY117" fmla="*/ 488147 h 501097"/>
                <a:gd name="connsiteX118" fmla="*/ 306347 w 755288"/>
                <a:gd name="connsiteY118" fmla="*/ 488147 h 501097"/>
                <a:gd name="connsiteX119" fmla="*/ 368258 w 755288"/>
                <a:gd name="connsiteY119" fmla="*/ 450900 h 501097"/>
                <a:gd name="connsiteX120" fmla="*/ 362758 w 755288"/>
                <a:gd name="connsiteY120" fmla="*/ 462150 h 501097"/>
                <a:gd name="connsiteX121" fmla="*/ 338843 w 755288"/>
                <a:gd name="connsiteY121" fmla="*/ 467482 h 501097"/>
                <a:gd name="connsiteX122" fmla="*/ 279515 w 755288"/>
                <a:gd name="connsiteY122" fmla="*/ 453234 h 501097"/>
                <a:gd name="connsiteX123" fmla="*/ 350842 w 755288"/>
                <a:gd name="connsiteY123" fmla="*/ 427653 h 501097"/>
                <a:gd name="connsiteX124" fmla="*/ 351926 w 755288"/>
                <a:gd name="connsiteY124" fmla="*/ 428153 h 501097"/>
                <a:gd name="connsiteX125" fmla="*/ 366841 w 755288"/>
                <a:gd name="connsiteY125" fmla="*/ 436485 h 501097"/>
                <a:gd name="connsiteX126" fmla="*/ 368258 w 755288"/>
                <a:gd name="connsiteY126" fmla="*/ 450900 h 501097"/>
                <a:gd name="connsiteX127" fmla="*/ 368258 w 755288"/>
                <a:gd name="connsiteY127" fmla="*/ 450900 h 501097"/>
                <a:gd name="connsiteX128" fmla="*/ 555991 w 755288"/>
                <a:gd name="connsiteY128" fmla="*/ 310996 h 501097"/>
                <a:gd name="connsiteX129" fmla="*/ 527410 w 755288"/>
                <a:gd name="connsiteY129" fmla="*/ 313829 h 501097"/>
                <a:gd name="connsiteX130" fmla="*/ 521993 w 755288"/>
                <a:gd name="connsiteY130" fmla="*/ 313329 h 501097"/>
                <a:gd name="connsiteX131" fmla="*/ 551825 w 755288"/>
                <a:gd name="connsiteY131" fmla="*/ 279416 h 501097"/>
                <a:gd name="connsiteX132" fmla="*/ 557490 w 755288"/>
                <a:gd name="connsiteY132" fmla="*/ 271166 h 501097"/>
                <a:gd name="connsiteX133" fmla="*/ 565656 w 755288"/>
                <a:gd name="connsiteY133" fmla="*/ 285165 h 501097"/>
                <a:gd name="connsiteX134" fmla="*/ 555991 w 755288"/>
                <a:gd name="connsiteY134" fmla="*/ 310996 h 501097"/>
                <a:gd name="connsiteX135" fmla="*/ 555991 w 755288"/>
                <a:gd name="connsiteY135" fmla="*/ 310996 h 501097"/>
                <a:gd name="connsiteX136" fmla="*/ 729558 w 755288"/>
                <a:gd name="connsiteY136" fmla="*/ 217588 h 501097"/>
                <a:gd name="connsiteX137" fmla="*/ 681063 w 755288"/>
                <a:gd name="connsiteY137" fmla="*/ 216172 h 501097"/>
                <a:gd name="connsiteX138" fmla="*/ 597487 w 755288"/>
                <a:gd name="connsiteY138" fmla="*/ 214672 h 501097"/>
                <a:gd name="connsiteX139" fmla="*/ 572573 w 755288"/>
                <a:gd name="connsiteY139" fmla="*/ 220838 h 501097"/>
                <a:gd name="connsiteX140" fmla="*/ 548742 w 755288"/>
                <a:gd name="connsiteY140" fmla="*/ 256918 h 501097"/>
                <a:gd name="connsiteX141" fmla="*/ 419503 w 755288"/>
                <a:gd name="connsiteY141" fmla="*/ 376490 h 501097"/>
                <a:gd name="connsiteX142" fmla="*/ 249602 w 755288"/>
                <a:gd name="connsiteY142" fmla="*/ 445984 h 501097"/>
                <a:gd name="connsiteX143" fmla="*/ 230353 w 755288"/>
                <a:gd name="connsiteY143" fmla="*/ 451151 h 501097"/>
                <a:gd name="connsiteX144" fmla="*/ 231770 w 755288"/>
                <a:gd name="connsiteY144" fmla="*/ 401155 h 501097"/>
                <a:gd name="connsiteX145" fmla="*/ 241102 w 755288"/>
                <a:gd name="connsiteY145" fmla="*/ 400239 h 501097"/>
                <a:gd name="connsiteX146" fmla="*/ 267350 w 755288"/>
                <a:gd name="connsiteY146" fmla="*/ 398988 h 501097"/>
                <a:gd name="connsiteX147" fmla="*/ 320512 w 755288"/>
                <a:gd name="connsiteY147" fmla="*/ 387906 h 501097"/>
                <a:gd name="connsiteX148" fmla="*/ 373340 w 755288"/>
                <a:gd name="connsiteY148" fmla="*/ 370074 h 501097"/>
                <a:gd name="connsiteX149" fmla="*/ 391838 w 755288"/>
                <a:gd name="connsiteY149" fmla="*/ 351243 h 501097"/>
                <a:gd name="connsiteX150" fmla="*/ 388256 w 755288"/>
                <a:gd name="connsiteY150" fmla="*/ 337244 h 501097"/>
                <a:gd name="connsiteX151" fmla="*/ 390839 w 755288"/>
                <a:gd name="connsiteY151" fmla="*/ 305747 h 501097"/>
                <a:gd name="connsiteX152" fmla="*/ 381173 w 755288"/>
                <a:gd name="connsiteY152" fmla="*/ 275916 h 501097"/>
                <a:gd name="connsiteX153" fmla="*/ 379590 w 755288"/>
                <a:gd name="connsiteY153" fmla="*/ 251252 h 501097"/>
                <a:gd name="connsiteX154" fmla="*/ 374340 w 755288"/>
                <a:gd name="connsiteY154" fmla="*/ 244169 h 501097"/>
                <a:gd name="connsiteX155" fmla="*/ 367424 w 755288"/>
                <a:gd name="connsiteY155" fmla="*/ 241753 h 501097"/>
                <a:gd name="connsiteX156" fmla="*/ 360591 w 755288"/>
                <a:gd name="connsiteY156" fmla="*/ 223337 h 501097"/>
                <a:gd name="connsiteX157" fmla="*/ 367424 w 755288"/>
                <a:gd name="connsiteY157" fmla="*/ 200173 h 501097"/>
                <a:gd name="connsiteX158" fmla="*/ 360342 w 755288"/>
                <a:gd name="connsiteY158" fmla="*/ 193257 h 501097"/>
                <a:gd name="connsiteX159" fmla="*/ 322678 w 755288"/>
                <a:gd name="connsiteY159" fmla="*/ 223588 h 501097"/>
                <a:gd name="connsiteX160" fmla="*/ 282932 w 755288"/>
                <a:gd name="connsiteY160" fmla="*/ 264667 h 501097"/>
                <a:gd name="connsiteX161" fmla="*/ 216021 w 755288"/>
                <a:gd name="connsiteY161" fmla="*/ 344743 h 501097"/>
                <a:gd name="connsiteX162" fmla="*/ 214605 w 755288"/>
                <a:gd name="connsiteY162" fmla="*/ 342077 h 501097"/>
                <a:gd name="connsiteX163" fmla="*/ 179275 w 755288"/>
                <a:gd name="connsiteY163" fmla="*/ 299747 h 501097"/>
                <a:gd name="connsiteX164" fmla="*/ 135945 w 755288"/>
                <a:gd name="connsiteY164" fmla="*/ 285748 h 501097"/>
                <a:gd name="connsiteX165" fmla="*/ 135362 w 755288"/>
                <a:gd name="connsiteY165" fmla="*/ 287998 h 501097"/>
                <a:gd name="connsiteX166" fmla="*/ 174525 w 755288"/>
                <a:gd name="connsiteY166" fmla="*/ 306247 h 501097"/>
                <a:gd name="connsiteX167" fmla="*/ 207022 w 755288"/>
                <a:gd name="connsiteY167" fmla="*/ 352576 h 501097"/>
                <a:gd name="connsiteX168" fmla="*/ 218521 w 755288"/>
                <a:gd name="connsiteY168" fmla="*/ 407571 h 501097"/>
                <a:gd name="connsiteX169" fmla="*/ 218104 w 755288"/>
                <a:gd name="connsiteY169" fmla="*/ 437318 h 501097"/>
                <a:gd name="connsiteX170" fmla="*/ 216021 w 755288"/>
                <a:gd name="connsiteY170" fmla="*/ 454650 h 501097"/>
                <a:gd name="connsiteX171" fmla="*/ 70034 w 755288"/>
                <a:gd name="connsiteY171" fmla="*/ 463816 h 501097"/>
                <a:gd name="connsiteX172" fmla="*/ 32538 w 755288"/>
                <a:gd name="connsiteY172" fmla="*/ 454150 h 501097"/>
                <a:gd name="connsiteX173" fmla="*/ 23455 w 755288"/>
                <a:gd name="connsiteY173" fmla="*/ 450651 h 501097"/>
                <a:gd name="connsiteX174" fmla="*/ 84366 w 755288"/>
                <a:gd name="connsiteY174" fmla="*/ 448151 h 501097"/>
                <a:gd name="connsiteX175" fmla="*/ 129196 w 755288"/>
                <a:gd name="connsiteY175" fmla="*/ 440068 h 501097"/>
                <a:gd name="connsiteX176" fmla="*/ 164193 w 755288"/>
                <a:gd name="connsiteY176" fmla="*/ 427569 h 501097"/>
                <a:gd name="connsiteX177" fmla="*/ 160526 w 755288"/>
                <a:gd name="connsiteY177" fmla="*/ 419153 h 501097"/>
                <a:gd name="connsiteX178" fmla="*/ 77201 w 755288"/>
                <a:gd name="connsiteY178" fmla="*/ 437735 h 501097"/>
                <a:gd name="connsiteX179" fmla="*/ 35204 w 755288"/>
                <a:gd name="connsiteY179" fmla="*/ 441401 h 501097"/>
                <a:gd name="connsiteX180" fmla="*/ 16623 w 755288"/>
                <a:gd name="connsiteY180" fmla="*/ 444651 h 501097"/>
                <a:gd name="connsiteX181" fmla="*/ 17122 w 755288"/>
                <a:gd name="connsiteY181" fmla="*/ 443318 h 501097"/>
                <a:gd name="connsiteX182" fmla="*/ 45536 w 755288"/>
                <a:gd name="connsiteY182" fmla="*/ 360325 h 501097"/>
                <a:gd name="connsiteX183" fmla="*/ 146027 w 755288"/>
                <a:gd name="connsiteY183" fmla="*/ 218171 h 501097"/>
                <a:gd name="connsiteX184" fmla="*/ 239686 w 755288"/>
                <a:gd name="connsiteY184" fmla="*/ 160760 h 501097"/>
                <a:gd name="connsiteX185" fmla="*/ 338260 w 755288"/>
                <a:gd name="connsiteY185" fmla="*/ 122930 h 501097"/>
                <a:gd name="connsiteX186" fmla="*/ 368258 w 755288"/>
                <a:gd name="connsiteY186" fmla="*/ 118680 h 501097"/>
                <a:gd name="connsiteX187" fmla="*/ 396922 w 755288"/>
                <a:gd name="connsiteY187" fmla="*/ 119014 h 501097"/>
                <a:gd name="connsiteX188" fmla="*/ 441834 w 755288"/>
                <a:gd name="connsiteY188" fmla="*/ 117931 h 501097"/>
                <a:gd name="connsiteX189" fmla="*/ 462583 w 755288"/>
                <a:gd name="connsiteY189" fmla="*/ 119514 h 501097"/>
                <a:gd name="connsiteX190" fmla="*/ 472165 w 755288"/>
                <a:gd name="connsiteY190" fmla="*/ 120763 h 501097"/>
                <a:gd name="connsiteX191" fmla="*/ 519244 w 755288"/>
                <a:gd name="connsiteY191" fmla="*/ 130179 h 501097"/>
                <a:gd name="connsiteX192" fmla="*/ 563324 w 755288"/>
                <a:gd name="connsiteY192" fmla="*/ 136762 h 501097"/>
                <a:gd name="connsiteX193" fmla="*/ 624735 w 755288"/>
                <a:gd name="connsiteY193" fmla="*/ 85433 h 501097"/>
                <a:gd name="connsiteX194" fmla="*/ 654065 w 755288"/>
                <a:gd name="connsiteY194" fmla="*/ 47270 h 501097"/>
                <a:gd name="connsiteX195" fmla="*/ 668564 w 755288"/>
                <a:gd name="connsiteY195" fmla="*/ 21189 h 501097"/>
                <a:gd name="connsiteX196" fmla="*/ 665647 w 755288"/>
                <a:gd name="connsiteY196" fmla="*/ 51103 h 501097"/>
                <a:gd name="connsiteX197" fmla="*/ 664480 w 755288"/>
                <a:gd name="connsiteY197" fmla="*/ 61269 h 501097"/>
                <a:gd name="connsiteX198" fmla="*/ 662397 w 755288"/>
                <a:gd name="connsiteY198" fmla="*/ 61852 h 501097"/>
                <a:gd name="connsiteX199" fmla="*/ 613652 w 755288"/>
                <a:gd name="connsiteY199" fmla="*/ 120180 h 501097"/>
                <a:gd name="connsiteX200" fmla="*/ 614818 w 755288"/>
                <a:gd name="connsiteY200" fmla="*/ 121347 h 501097"/>
                <a:gd name="connsiteX201" fmla="*/ 644149 w 755288"/>
                <a:gd name="connsiteY201" fmla="*/ 92099 h 501097"/>
                <a:gd name="connsiteX202" fmla="*/ 659898 w 755288"/>
                <a:gd name="connsiteY202" fmla="*/ 73351 h 501097"/>
                <a:gd name="connsiteX203" fmla="*/ 663064 w 755288"/>
                <a:gd name="connsiteY203" fmla="*/ 70851 h 501097"/>
                <a:gd name="connsiteX204" fmla="*/ 659898 w 755288"/>
                <a:gd name="connsiteY204" fmla="*/ 89433 h 501097"/>
                <a:gd name="connsiteX205" fmla="*/ 656982 w 755288"/>
                <a:gd name="connsiteY205" fmla="*/ 104598 h 501097"/>
                <a:gd name="connsiteX206" fmla="*/ 652065 w 755288"/>
                <a:gd name="connsiteY206" fmla="*/ 107098 h 501097"/>
                <a:gd name="connsiteX207" fmla="*/ 636983 w 755288"/>
                <a:gd name="connsiteY207" fmla="*/ 121180 h 501097"/>
                <a:gd name="connsiteX208" fmla="*/ 613902 w 755288"/>
                <a:gd name="connsiteY208" fmla="*/ 146844 h 501097"/>
                <a:gd name="connsiteX209" fmla="*/ 617818 w 755288"/>
                <a:gd name="connsiteY209" fmla="*/ 149678 h 501097"/>
                <a:gd name="connsiteX210" fmla="*/ 642983 w 755288"/>
                <a:gd name="connsiteY210" fmla="*/ 125346 h 501097"/>
                <a:gd name="connsiteX211" fmla="*/ 655065 w 755288"/>
                <a:gd name="connsiteY211" fmla="*/ 115514 h 501097"/>
                <a:gd name="connsiteX212" fmla="*/ 652565 w 755288"/>
                <a:gd name="connsiteY212" fmla="*/ 134679 h 501097"/>
                <a:gd name="connsiteX213" fmla="*/ 652899 w 755288"/>
                <a:gd name="connsiteY213" fmla="*/ 143678 h 501097"/>
                <a:gd name="connsiteX214" fmla="*/ 642567 w 755288"/>
                <a:gd name="connsiteY214" fmla="*/ 148011 h 501097"/>
                <a:gd name="connsiteX215" fmla="*/ 612569 w 755288"/>
                <a:gd name="connsiteY215" fmla="*/ 168176 h 501097"/>
                <a:gd name="connsiteX216" fmla="*/ 614319 w 755288"/>
                <a:gd name="connsiteY216" fmla="*/ 170426 h 501097"/>
                <a:gd name="connsiteX217" fmla="*/ 646982 w 755288"/>
                <a:gd name="connsiteY217" fmla="*/ 155010 h 501097"/>
                <a:gd name="connsiteX218" fmla="*/ 656565 w 755288"/>
                <a:gd name="connsiteY218" fmla="*/ 152511 h 501097"/>
                <a:gd name="connsiteX219" fmla="*/ 661315 w 755288"/>
                <a:gd name="connsiteY219" fmla="*/ 157510 h 501097"/>
                <a:gd name="connsiteX220" fmla="*/ 672731 w 755288"/>
                <a:gd name="connsiteY220" fmla="*/ 165093 h 501097"/>
                <a:gd name="connsiteX221" fmla="*/ 649315 w 755288"/>
                <a:gd name="connsiteY221" fmla="*/ 172259 h 501097"/>
                <a:gd name="connsiteX222" fmla="*/ 623151 w 755288"/>
                <a:gd name="connsiteY222" fmla="*/ 182258 h 501097"/>
                <a:gd name="connsiteX223" fmla="*/ 625901 w 755288"/>
                <a:gd name="connsiteY223" fmla="*/ 184924 h 501097"/>
                <a:gd name="connsiteX224" fmla="*/ 656065 w 755288"/>
                <a:gd name="connsiteY224" fmla="*/ 178508 h 501097"/>
                <a:gd name="connsiteX225" fmla="*/ 671896 w 755288"/>
                <a:gd name="connsiteY225" fmla="*/ 174176 h 501097"/>
                <a:gd name="connsiteX226" fmla="*/ 681312 w 755288"/>
                <a:gd name="connsiteY226" fmla="*/ 171675 h 501097"/>
                <a:gd name="connsiteX227" fmla="*/ 684146 w 755288"/>
                <a:gd name="connsiteY227" fmla="*/ 171342 h 501097"/>
                <a:gd name="connsiteX228" fmla="*/ 693811 w 755288"/>
                <a:gd name="connsiteY228" fmla="*/ 177008 h 501097"/>
                <a:gd name="connsiteX229" fmla="*/ 704978 w 755288"/>
                <a:gd name="connsiteY229" fmla="*/ 184508 h 501097"/>
                <a:gd name="connsiteX230" fmla="*/ 685896 w 755288"/>
                <a:gd name="connsiteY230" fmla="*/ 188258 h 501097"/>
                <a:gd name="connsiteX231" fmla="*/ 641899 w 755288"/>
                <a:gd name="connsiteY231" fmla="*/ 196340 h 501097"/>
                <a:gd name="connsiteX232" fmla="*/ 643316 w 755288"/>
                <a:gd name="connsiteY232" fmla="*/ 201256 h 501097"/>
                <a:gd name="connsiteX233" fmla="*/ 689561 w 755288"/>
                <a:gd name="connsiteY233" fmla="*/ 197256 h 501097"/>
                <a:gd name="connsiteX234" fmla="*/ 717976 w 755288"/>
                <a:gd name="connsiteY234" fmla="*/ 194257 h 501097"/>
                <a:gd name="connsiteX235" fmla="*/ 728141 w 755288"/>
                <a:gd name="connsiteY235" fmla="*/ 204089 h 501097"/>
                <a:gd name="connsiteX236" fmla="*/ 736724 w 755288"/>
                <a:gd name="connsiteY236" fmla="*/ 217338 h 501097"/>
                <a:gd name="connsiteX237" fmla="*/ 729558 w 755288"/>
                <a:gd name="connsiteY237" fmla="*/ 217588 h 501097"/>
                <a:gd name="connsiteX238" fmla="*/ 729558 w 755288"/>
                <a:gd name="connsiteY238" fmla="*/ 217588 h 501097"/>
                <a:gd name="connsiteX239" fmla="*/ 294848 w 755288"/>
                <a:gd name="connsiteY239" fmla="*/ 364242 h 501097"/>
                <a:gd name="connsiteX240" fmla="*/ 260184 w 755288"/>
                <a:gd name="connsiteY240" fmla="*/ 375241 h 501097"/>
                <a:gd name="connsiteX241" fmla="*/ 228270 w 755288"/>
                <a:gd name="connsiteY241" fmla="*/ 381073 h 501097"/>
                <a:gd name="connsiteX242" fmla="*/ 226687 w 755288"/>
                <a:gd name="connsiteY242" fmla="*/ 373991 h 501097"/>
                <a:gd name="connsiteX243" fmla="*/ 266267 w 755288"/>
                <a:gd name="connsiteY243" fmla="*/ 358576 h 501097"/>
                <a:gd name="connsiteX244" fmla="*/ 313346 w 755288"/>
                <a:gd name="connsiteY244" fmla="*/ 334328 h 501097"/>
                <a:gd name="connsiteX245" fmla="*/ 311429 w 755288"/>
                <a:gd name="connsiteY245" fmla="*/ 329912 h 501097"/>
                <a:gd name="connsiteX246" fmla="*/ 266683 w 755288"/>
                <a:gd name="connsiteY246" fmla="*/ 349243 h 501097"/>
                <a:gd name="connsiteX247" fmla="*/ 246018 w 755288"/>
                <a:gd name="connsiteY247" fmla="*/ 357742 h 501097"/>
                <a:gd name="connsiteX248" fmla="*/ 224521 w 755288"/>
                <a:gd name="connsiteY248" fmla="*/ 366158 h 501097"/>
                <a:gd name="connsiteX249" fmla="*/ 224187 w 755288"/>
                <a:gd name="connsiteY249" fmla="*/ 365158 h 501097"/>
                <a:gd name="connsiteX250" fmla="*/ 240769 w 755288"/>
                <a:gd name="connsiteY250" fmla="*/ 353743 h 501097"/>
                <a:gd name="connsiteX251" fmla="*/ 261850 w 755288"/>
                <a:gd name="connsiteY251" fmla="*/ 335744 h 501097"/>
                <a:gd name="connsiteX252" fmla="*/ 301597 w 755288"/>
                <a:gd name="connsiteY252" fmla="*/ 296748 h 501097"/>
                <a:gd name="connsiteX253" fmla="*/ 300430 w 755288"/>
                <a:gd name="connsiteY253" fmla="*/ 295581 h 501097"/>
                <a:gd name="connsiteX254" fmla="*/ 256184 w 755288"/>
                <a:gd name="connsiteY254" fmla="*/ 332828 h 501097"/>
                <a:gd name="connsiteX255" fmla="*/ 222354 w 755288"/>
                <a:gd name="connsiteY255" fmla="*/ 359909 h 501097"/>
                <a:gd name="connsiteX256" fmla="*/ 219104 w 755288"/>
                <a:gd name="connsiteY256" fmla="*/ 351826 h 501097"/>
                <a:gd name="connsiteX257" fmla="*/ 244769 w 755288"/>
                <a:gd name="connsiteY257" fmla="*/ 326078 h 501097"/>
                <a:gd name="connsiteX258" fmla="*/ 281932 w 755288"/>
                <a:gd name="connsiteY258" fmla="*/ 285999 h 501097"/>
                <a:gd name="connsiteX259" fmla="*/ 323012 w 755288"/>
                <a:gd name="connsiteY259" fmla="*/ 243086 h 501097"/>
                <a:gd name="connsiteX260" fmla="*/ 343343 w 755288"/>
                <a:gd name="connsiteY260" fmla="*/ 222838 h 501097"/>
                <a:gd name="connsiteX261" fmla="*/ 352842 w 755288"/>
                <a:gd name="connsiteY261" fmla="*/ 212589 h 501097"/>
                <a:gd name="connsiteX262" fmla="*/ 348343 w 755288"/>
                <a:gd name="connsiteY262" fmla="*/ 235587 h 501097"/>
                <a:gd name="connsiteX263" fmla="*/ 360591 w 755288"/>
                <a:gd name="connsiteY263" fmla="*/ 250502 h 501097"/>
                <a:gd name="connsiteX264" fmla="*/ 369257 w 755288"/>
                <a:gd name="connsiteY264" fmla="*/ 262417 h 501097"/>
                <a:gd name="connsiteX265" fmla="*/ 368258 w 755288"/>
                <a:gd name="connsiteY265" fmla="*/ 271000 h 501097"/>
                <a:gd name="connsiteX266" fmla="*/ 371090 w 755288"/>
                <a:gd name="connsiteY266" fmla="*/ 284082 h 501097"/>
                <a:gd name="connsiteX267" fmla="*/ 379506 w 755288"/>
                <a:gd name="connsiteY267" fmla="*/ 301664 h 501097"/>
                <a:gd name="connsiteX268" fmla="*/ 373507 w 755288"/>
                <a:gd name="connsiteY268" fmla="*/ 318162 h 501097"/>
                <a:gd name="connsiteX269" fmla="*/ 372590 w 755288"/>
                <a:gd name="connsiteY269" fmla="*/ 357575 h 501097"/>
                <a:gd name="connsiteX270" fmla="*/ 321595 w 755288"/>
                <a:gd name="connsiteY270" fmla="*/ 376907 h 501097"/>
                <a:gd name="connsiteX271" fmla="*/ 271183 w 755288"/>
                <a:gd name="connsiteY271" fmla="*/ 387740 h 501097"/>
                <a:gd name="connsiteX272" fmla="*/ 245602 w 755288"/>
                <a:gd name="connsiteY272" fmla="*/ 389823 h 501097"/>
                <a:gd name="connsiteX273" fmla="*/ 230187 w 755288"/>
                <a:gd name="connsiteY273" fmla="*/ 391656 h 501097"/>
                <a:gd name="connsiteX274" fmla="*/ 229353 w 755288"/>
                <a:gd name="connsiteY274" fmla="*/ 386990 h 501097"/>
                <a:gd name="connsiteX275" fmla="*/ 262767 w 755288"/>
                <a:gd name="connsiteY275" fmla="*/ 381573 h 501097"/>
                <a:gd name="connsiteX276" fmla="*/ 295348 w 755288"/>
                <a:gd name="connsiteY276" fmla="*/ 365408 h 501097"/>
                <a:gd name="connsiteX277" fmla="*/ 294848 w 755288"/>
                <a:gd name="connsiteY277" fmla="*/ 364242 h 501097"/>
                <a:gd name="connsiteX278" fmla="*/ 294848 w 755288"/>
                <a:gd name="connsiteY278" fmla="*/ 364242 h 501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Lst>
              <a:rect l="l" t="t" r="r" b="b"/>
              <a:pathLst>
                <a:path w="755288" h="501097">
                  <a:moveTo>
                    <a:pt x="703811" y="167009"/>
                  </a:moveTo>
                  <a:cubicBezTo>
                    <a:pt x="688979" y="157260"/>
                    <a:pt x="663898" y="150178"/>
                    <a:pt x="666981" y="129013"/>
                  </a:cubicBezTo>
                  <a:cubicBezTo>
                    <a:pt x="669648" y="110515"/>
                    <a:pt x="673980" y="92266"/>
                    <a:pt x="676813" y="73851"/>
                  </a:cubicBezTo>
                  <a:cubicBezTo>
                    <a:pt x="678897" y="60352"/>
                    <a:pt x="690645" y="6441"/>
                    <a:pt x="672313" y="358"/>
                  </a:cubicBezTo>
                  <a:cubicBezTo>
                    <a:pt x="669730" y="-476"/>
                    <a:pt x="666481" y="108"/>
                    <a:pt x="664897" y="2524"/>
                  </a:cubicBezTo>
                  <a:cubicBezTo>
                    <a:pt x="657898" y="13023"/>
                    <a:pt x="654231" y="25605"/>
                    <a:pt x="647149" y="36271"/>
                  </a:cubicBezTo>
                  <a:cubicBezTo>
                    <a:pt x="639067" y="48353"/>
                    <a:pt x="630068" y="59603"/>
                    <a:pt x="620818" y="70768"/>
                  </a:cubicBezTo>
                  <a:cubicBezTo>
                    <a:pt x="600986" y="94682"/>
                    <a:pt x="579238" y="130096"/>
                    <a:pt x="542992" y="123013"/>
                  </a:cubicBezTo>
                  <a:cubicBezTo>
                    <a:pt x="534742" y="121430"/>
                    <a:pt x="526493" y="119764"/>
                    <a:pt x="518328" y="118180"/>
                  </a:cubicBezTo>
                  <a:cubicBezTo>
                    <a:pt x="509078" y="115930"/>
                    <a:pt x="499829" y="114014"/>
                    <a:pt x="490496" y="112347"/>
                  </a:cubicBezTo>
                  <a:cubicBezTo>
                    <a:pt x="491080" y="107598"/>
                    <a:pt x="488997" y="102515"/>
                    <a:pt x="484830" y="99599"/>
                  </a:cubicBezTo>
                  <a:cubicBezTo>
                    <a:pt x="479914" y="96182"/>
                    <a:pt x="472498" y="96349"/>
                    <a:pt x="467082" y="94099"/>
                  </a:cubicBezTo>
                  <a:cubicBezTo>
                    <a:pt x="458249" y="90433"/>
                    <a:pt x="452916" y="82267"/>
                    <a:pt x="444418" y="78184"/>
                  </a:cubicBezTo>
                  <a:cubicBezTo>
                    <a:pt x="437834" y="75018"/>
                    <a:pt x="431085" y="75601"/>
                    <a:pt x="424003" y="76268"/>
                  </a:cubicBezTo>
                  <a:cubicBezTo>
                    <a:pt x="409837" y="77601"/>
                    <a:pt x="403421" y="77017"/>
                    <a:pt x="392089" y="67768"/>
                  </a:cubicBezTo>
                  <a:cubicBezTo>
                    <a:pt x="378423" y="56602"/>
                    <a:pt x="367008" y="64352"/>
                    <a:pt x="352342" y="70518"/>
                  </a:cubicBezTo>
                  <a:cubicBezTo>
                    <a:pt x="339010" y="76101"/>
                    <a:pt x="330344" y="75518"/>
                    <a:pt x="317262" y="70435"/>
                  </a:cubicBezTo>
                  <a:cubicBezTo>
                    <a:pt x="309930" y="67602"/>
                    <a:pt x="302097" y="67602"/>
                    <a:pt x="294431" y="69352"/>
                  </a:cubicBezTo>
                  <a:cubicBezTo>
                    <a:pt x="285098" y="71435"/>
                    <a:pt x="276516" y="76351"/>
                    <a:pt x="268350" y="81017"/>
                  </a:cubicBezTo>
                  <a:cubicBezTo>
                    <a:pt x="260600" y="85433"/>
                    <a:pt x="244852" y="100099"/>
                    <a:pt x="236186" y="93766"/>
                  </a:cubicBezTo>
                  <a:cubicBezTo>
                    <a:pt x="231603" y="90433"/>
                    <a:pt x="230853" y="85933"/>
                    <a:pt x="223937" y="86350"/>
                  </a:cubicBezTo>
                  <a:cubicBezTo>
                    <a:pt x="216021" y="86850"/>
                    <a:pt x="209605" y="95516"/>
                    <a:pt x="204522" y="100515"/>
                  </a:cubicBezTo>
                  <a:cubicBezTo>
                    <a:pt x="189190" y="115514"/>
                    <a:pt x="175275" y="132679"/>
                    <a:pt x="162776" y="150094"/>
                  </a:cubicBezTo>
                  <a:cubicBezTo>
                    <a:pt x="148277" y="170176"/>
                    <a:pt x="132362" y="189841"/>
                    <a:pt x="119030" y="210672"/>
                  </a:cubicBezTo>
                  <a:cubicBezTo>
                    <a:pt x="113031" y="220088"/>
                    <a:pt x="107614" y="229587"/>
                    <a:pt x="102531" y="239253"/>
                  </a:cubicBezTo>
                  <a:cubicBezTo>
                    <a:pt x="81200" y="261751"/>
                    <a:pt x="63035" y="287165"/>
                    <a:pt x="48870" y="316079"/>
                  </a:cubicBezTo>
                  <a:cubicBezTo>
                    <a:pt x="34538" y="345493"/>
                    <a:pt x="24122" y="376157"/>
                    <a:pt x="13540" y="406905"/>
                  </a:cubicBezTo>
                  <a:cubicBezTo>
                    <a:pt x="9206" y="419487"/>
                    <a:pt x="4707" y="432152"/>
                    <a:pt x="1041" y="444901"/>
                  </a:cubicBezTo>
                  <a:cubicBezTo>
                    <a:pt x="-1043" y="452150"/>
                    <a:pt x="-376" y="456650"/>
                    <a:pt x="6540" y="461066"/>
                  </a:cubicBezTo>
                  <a:cubicBezTo>
                    <a:pt x="15789" y="466982"/>
                    <a:pt x="29621" y="470065"/>
                    <a:pt x="40120" y="472982"/>
                  </a:cubicBezTo>
                  <a:cubicBezTo>
                    <a:pt x="53286" y="476648"/>
                    <a:pt x="66618" y="479815"/>
                    <a:pt x="80284" y="481231"/>
                  </a:cubicBezTo>
                  <a:cubicBezTo>
                    <a:pt x="111614" y="484397"/>
                    <a:pt x="143194" y="481981"/>
                    <a:pt x="174358" y="477815"/>
                  </a:cubicBezTo>
                  <a:cubicBezTo>
                    <a:pt x="201272" y="474231"/>
                    <a:pt x="227770" y="468482"/>
                    <a:pt x="253934" y="461233"/>
                  </a:cubicBezTo>
                  <a:cubicBezTo>
                    <a:pt x="255934" y="463149"/>
                    <a:pt x="257851" y="465733"/>
                    <a:pt x="259267" y="466982"/>
                  </a:cubicBezTo>
                  <a:cubicBezTo>
                    <a:pt x="263850" y="471066"/>
                    <a:pt x="268683" y="474982"/>
                    <a:pt x="273183" y="479148"/>
                  </a:cubicBezTo>
                  <a:cubicBezTo>
                    <a:pt x="281432" y="486814"/>
                    <a:pt x="288348" y="492647"/>
                    <a:pt x="298597" y="497396"/>
                  </a:cubicBezTo>
                  <a:cubicBezTo>
                    <a:pt x="305430" y="500563"/>
                    <a:pt x="311846" y="503395"/>
                    <a:pt x="318428" y="498313"/>
                  </a:cubicBezTo>
                  <a:cubicBezTo>
                    <a:pt x="325095" y="493230"/>
                    <a:pt x="328261" y="484064"/>
                    <a:pt x="330761" y="476232"/>
                  </a:cubicBezTo>
                  <a:cubicBezTo>
                    <a:pt x="343343" y="480064"/>
                    <a:pt x="358592" y="483398"/>
                    <a:pt x="367174" y="476565"/>
                  </a:cubicBezTo>
                  <a:cubicBezTo>
                    <a:pt x="372924" y="471982"/>
                    <a:pt x="372757" y="462983"/>
                    <a:pt x="376507" y="457233"/>
                  </a:cubicBezTo>
                  <a:cubicBezTo>
                    <a:pt x="380006" y="451900"/>
                    <a:pt x="386172" y="448567"/>
                    <a:pt x="384506" y="440985"/>
                  </a:cubicBezTo>
                  <a:cubicBezTo>
                    <a:pt x="383006" y="434319"/>
                    <a:pt x="374173" y="426653"/>
                    <a:pt x="365675" y="421986"/>
                  </a:cubicBezTo>
                  <a:cubicBezTo>
                    <a:pt x="366758" y="421570"/>
                    <a:pt x="367841" y="421153"/>
                    <a:pt x="368841" y="420653"/>
                  </a:cubicBezTo>
                  <a:cubicBezTo>
                    <a:pt x="423252" y="398238"/>
                    <a:pt x="473748" y="361992"/>
                    <a:pt x="515328" y="320329"/>
                  </a:cubicBezTo>
                  <a:cubicBezTo>
                    <a:pt x="536409" y="324745"/>
                    <a:pt x="559323" y="329495"/>
                    <a:pt x="574739" y="310330"/>
                  </a:cubicBezTo>
                  <a:cubicBezTo>
                    <a:pt x="587571" y="294331"/>
                    <a:pt x="575406" y="274500"/>
                    <a:pt x="564573" y="259667"/>
                  </a:cubicBezTo>
                  <a:cubicBezTo>
                    <a:pt x="568739" y="252502"/>
                    <a:pt x="572822" y="245419"/>
                    <a:pt x="577989" y="239253"/>
                  </a:cubicBezTo>
                  <a:cubicBezTo>
                    <a:pt x="589238" y="225837"/>
                    <a:pt x="610736" y="230254"/>
                    <a:pt x="626651" y="230170"/>
                  </a:cubicBezTo>
                  <a:cubicBezTo>
                    <a:pt x="644149" y="230087"/>
                    <a:pt x="661731" y="231003"/>
                    <a:pt x="679313" y="231254"/>
                  </a:cubicBezTo>
                  <a:cubicBezTo>
                    <a:pt x="696478" y="231420"/>
                    <a:pt x="713559" y="232753"/>
                    <a:pt x="730725" y="232504"/>
                  </a:cubicBezTo>
                  <a:cubicBezTo>
                    <a:pt x="738807" y="232420"/>
                    <a:pt x="753056" y="234003"/>
                    <a:pt x="755139" y="223171"/>
                  </a:cubicBezTo>
                  <a:cubicBezTo>
                    <a:pt x="756806" y="214338"/>
                    <a:pt x="744140" y="200590"/>
                    <a:pt x="739141" y="194924"/>
                  </a:cubicBezTo>
                  <a:cubicBezTo>
                    <a:pt x="729391" y="183591"/>
                    <a:pt x="716060" y="175092"/>
                    <a:pt x="703811" y="167009"/>
                  </a:cubicBezTo>
                  <a:lnTo>
                    <a:pt x="703811" y="167009"/>
                  </a:lnTo>
                  <a:close/>
                  <a:moveTo>
                    <a:pt x="433168" y="89600"/>
                  </a:moveTo>
                  <a:cubicBezTo>
                    <a:pt x="437501" y="90350"/>
                    <a:pt x="441584" y="92016"/>
                    <a:pt x="445251" y="95349"/>
                  </a:cubicBezTo>
                  <a:cubicBezTo>
                    <a:pt x="451583" y="101015"/>
                    <a:pt x="458416" y="105765"/>
                    <a:pt x="466582" y="108431"/>
                  </a:cubicBezTo>
                  <a:cubicBezTo>
                    <a:pt x="468082" y="108931"/>
                    <a:pt x="475998" y="109264"/>
                    <a:pt x="476081" y="108764"/>
                  </a:cubicBezTo>
                  <a:cubicBezTo>
                    <a:pt x="476248" y="109015"/>
                    <a:pt x="476331" y="109431"/>
                    <a:pt x="476414" y="109931"/>
                  </a:cubicBezTo>
                  <a:cubicBezTo>
                    <a:pt x="466415" y="108515"/>
                    <a:pt x="456416" y="107348"/>
                    <a:pt x="446334" y="106432"/>
                  </a:cubicBezTo>
                  <a:cubicBezTo>
                    <a:pt x="434168" y="105348"/>
                    <a:pt x="422003" y="104348"/>
                    <a:pt x="409921" y="103765"/>
                  </a:cubicBezTo>
                  <a:cubicBezTo>
                    <a:pt x="417503" y="98849"/>
                    <a:pt x="424919" y="93433"/>
                    <a:pt x="433168" y="89600"/>
                  </a:cubicBezTo>
                  <a:lnTo>
                    <a:pt x="433168" y="89600"/>
                  </a:lnTo>
                  <a:close/>
                  <a:moveTo>
                    <a:pt x="419503" y="89100"/>
                  </a:moveTo>
                  <a:cubicBezTo>
                    <a:pt x="413587" y="93183"/>
                    <a:pt x="408504" y="98682"/>
                    <a:pt x="402921" y="103598"/>
                  </a:cubicBezTo>
                  <a:cubicBezTo>
                    <a:pt x="389339" y="103182"/>
                    <a:pt x="375840" y="103432"/>
                    <a:pt x="362258" y="105015"/>
                  </a:cubicBezTo>
                  <a:cubicBezTo>
                    <a:pt x="371924" y="97516"/>
                    <a:pt x="381840" y="90266"/>
                    <a:pt x="393005" y="85017"/>
                  </a:cubicBezTo>
                  <a:cubicBezTo>
                    <a:pt x="401171" y="90183"/>
                    <a:pt x="410420" y="89516"/>
                    <a:pt x="419503" y="89100"/>
                  </a:cubicBezTo>
                  <a:lnTo>
                    <a:pt x="419503" y="89100"/>
                  </a:lnTo>
                  <a:close/>
                  <a:moveTo>
                    <a:pt x="356675" y="80267"/>
                  </a:moveTo>
                  <a:cubicBezTo>
                    <a:pt x="365091" y="77017"/>
                    <a:pt x="374340" y="69768"/>
                    <a:pt x="384089" y="76184"/>
                  </a:cubicBezTo>
                  <a:cubicBezTo>
                    <a:pt x="385339" y="77017"/>
                    <a:pt x="386423" y="78184"/>
                    <a:pt x="387422" y="79517"/>
                  </a:cubicBezTo>
                  <a:cubicBezTo>
                    <a:pt x="384256" y="81267"/>
                    <a:pt x="381340" y="83517"/>
                    <a:pt x="379090" y="85100"/>
                  </a:cubicBezTo>
                  <a:cubicBezTo>
                    <a:pt x="370590" y="91350"/>
                    <a:pt x="363091" y="98599"/>
                    <a:pt x="355592" y="105932"/>
                  </a:cubicBezTo>
                  <a:cubicBezTo>
                    <a:pt x="354009" y="106181"/>
                    <a:pt x="352342" y="106348"/>
                    <a:pt x="350759" y="106598"/>
                  </a:cubicBezTo>
                  <a:cubicBezTo>
                    <a:pt x="332428" y="109681"/>
                    <a:pt x="314346" y="114514"/>
                    <a:pt x="296514" y="120430"/>
                  </a:cubicBezTo>
                  <a:cubicBezTo>
                    <a:pt x="313262" y="106765"/>
                    <a:pt x="330844" y="95099"/>
                    <a:pt x="349342" y="82850"/>
                  </a:cubicBezTo>
                  <a:cubicBezTo>
                    <a:pt x="351842" y="82017"/>
                    <a:pt x="354259" y="81184"/>
                    <a:pt x="356675" y="80267"/>
                  </a:cubicBezTo>
                  <a:lnTo>
                    <a:pt x="356675" y="80267"/>
                  </a:lnTo>
                  <a:close/>
                  <a:moveTo>
                    <a:pt x="308263" y="84100"/>
                  </a:moveTo>
                  <a:cubicBezTo>
                    <a:pt x="308679" y="83767"/>
                    <a:pt x="309013" y="83267"/>
                    <a:pt x="309096" y="82767"/>
                  </a:cubicBezTo>
                  <a:cubicBezTo>
                    <a:pt x="315679" y="83100"/>
                    <a:pt x="321845" y="84933"/>
                    <a:pt x="328928" y="85600"/>
                  </a:cubicBezTo>
                  <a:cubicBezTo>
                    <a:pt x="313262" y="95516"/>
                    <a:pt x="299764" y="109931"/>
                    <a:pt x="287598" y="123597"/>
                  </a:cubicBezTo>
                  <a:cubicBezTo>
                    <a:pt x="270516" y="129763"/>
                    <a:pt x="253768" y="136929"/>
                    <a:pt x="237436" y="145012"/>
                  </a:cubicBezTo>
                  <a:cubicBezTo>
                    <a:pt x="245269" y="137345"/>
                    <a:pt x="253101" y="129679"/>
                    <a:pt x="261101" y="122263"/>
                  </a:cubicBezTo>
                  <a:cubicBezTo>
                    <a:pt x="276099" y="108181"/>
                    <a:pt x="292431" y="96932"/>
                    <a:pt x="308263" y="84100"/>
                  </a:cubicBezTo>
                  <a:lnTo>
                    <a:pt x="308263" y="84100"/>
                  </a:lnTo>
                  <a:close/>
                  <a:moveTo>
                    <a:pt x="244602" y="111014"/>
                  </a:moveTo>
                  <a:cubicBezTo>
                    <a:pt x="251685" y="109264"/>
                    <a:pt x="258434" y="104515"/>
                    <a:pt x="264184" y="101182"/>
                  </a:cubicBezTo>
                  <a:cubicBezTo>
                    <a:pt x="272350" y="96432"/>
                    <a:pt x="280432" y="91350"/>
                    <a:pt x="289098" y="87433"/>
                  </a:cubicBezTo>
                  <a:cubicBezTo>
                    <a:pt x="277932" y="95266"/>
                    <a:pt x="268016" y="106765"/>
                    <a:pt x="259184" y="115348"/>
                  </a:cubicBezTo>
                  <a:cubicBezTo>
                    <a:pt x="247685" y="126513"/>
                    <a:pt x="237353" y="138512"/>
                    <a:pt x="226687" y="150344"/>
                  </a:cubicBezTo>
                  <a:cubicBezTo>
                    <a:pt x="207855" y="160093"/>
                    <a:pt x="189690" y="170842"/>
                    <a:pt x="172192" y="182008"/>
                  </a:cubicBezTo>
                  <a:cubicBezTo>
                    <a:pt x="171359" y="182591"/>
                    <a:pt x="170525" y="183091"/>
                    <a:pt x="169692" y="183674"/>
                  </a:cubicBezTo>
                  <a:cubicBezTo>
                    <a:pt x="180441" y="172592"/>
                    <a:pt x="190857" y="161177"/>
                    <a:pt x="201606" y="150011"/>
                  </a:cubicBezTo>
                  <a:cubicBezTo>
                    <a:pt x="215105" y="135929"/>
                    <a:pt x="230020" y="123846"/>
                    <a:pt x="244602" y="111014"/>
                  </a:cubicBezTo>
                  <a:lnTo>
                    <a:pt x="244602" y="111014"/>
                  </a:lnTo>
                  <a:close/>
                  <a:moveTo>
                    <a:pt x="126113" y="215588"/>
                  </a:moveTo>
                  <a:cubicBezTo>
                    <a:pt x="139695" y="196090"/>
                    <a:pt x="155777" y="177759"/>
                    <a:pt x="170442" y="159010"/>
                  </a:cubicBezTo>
                  <a:cubicBezTo>
                    <a:pt x="178525" y="148678"/>
                    <a:pt x="187024" y="138928"/>
                    <a:pt x="195940" y="129263"/>
                  </a:cubicBezTo>
                  <a:cubicBezTo>
                    <a:pt x="201606" y="123097"/>
                    <a:pt x="206939" y="116764"/>
                    <a:pt x="213022" y="110931"/>
                  </a:cubicBezTo>
                  <a:cubicBezTo>
                    <a:pt x="214105" y="109931"/>
                    <a:pt x="222021" y="100848"/>
                    <a:pt x="223521" y="101182"/>
                  </a:cubicBezTo>
                  <a:cubicBezTo>
                    <a:pt x="225687" y="101599"/>
                    <a:pt x="228520" y="108181"/>
                    <a:pt x="231436" y="109764"/>
                  </a:cubicBezTo>
                  <a:cubicBezTo>
                    <a:pt x="232020" y="110098"/>
                    <a:pt x="232686" y="110348"/>
                    <a:pt x="233353" y="110598"/>
                  </a:cubicBezTo>
                  <a:cubicBezTo>
                    <a:pt x="232020" y="111848"/>
                    <a:pt x="230687" y="113098"/>
                    <a:pt x="229353" y="114181"/>
                  </a:cubicBezTo>
                  <a:cubicBezTo>
                    <a:pt x="219938" y="122014"/>
                    <a:pt x="210855" y="130096"/>
                    <a:pt x="202439" y="138928"/>
                  </a:cubicBezTo>
                  <a:cubicBezTo>
                    <a:pt x="186941" y="155260"/>
                    <a:pt x="173692" y="173342"/>
                    <a:pt x="159276" y="190591"/>
                  </a:cubicBezTo>
                  <a:cubicBezTo>
                    <a:pt x="147361" y="198840"/>
                    <a:pt x="135945" y="207672"/>
                    <a:pt x="125196" y="217088"/>
                  </a:cubicBezTo>
                  <a:cubicBezTo>
                    <a:pt x="125446" y="216505"/>
                    <a:pt x="125779" y="216005"/>
                    <a:pt x="126113" y="215588"/>
                  </a:cubicBezTo>
                  <a:lnTo>
                    <a:pt x="126113" y="215588"/>
                  </a:lnTo>
                  <a:close/>
                  <a:moveTo>
                    <a:pt x="306347" y="488147"/>
                  </a:moveTo>
                  <a:cubicBezTo>
                    <a:pt x="298014" y="487647"/>
                    <a:pt x="288098" y="478398"/>
                    <a:pt x="281932" y="473565"/>
                  </a:cubicBezTo>
                  <a:cubicBezTo>
                    <a:pt x="278266" y="470648"/>
                    <a:pt x="269600" y="462733"/>
                    <a:pt x="261684" y="458567"/>
                  </a:cubicBezTo>
                  <a:cubicBezTo>
                    <a:pt x="264267" y="457816"/>
                    <a:pt x="266933" y="457066"/>
                    <a:pt x="269516" y="456317"/>
                  </a:cubicBezTo>
                  <a:cubicBezTo>
                    <a:pt x="273933" y="458400"/>
                    <a:pt x="278349" y="460400"/>
                    <a:pt x="283098" y="461899"/>
                  </a:cubicBezTo>
                  <a:cubicBezTo>
                    <a:pt x="294264" y="465482"/>
                    <a:pt x="305763" y="468065"/>
                    <a:pt x="316929" y="471482"/>
                  </a:cubicBezTo>
                  <a:cubicBezTo>
                    <a:pt x="318095" y="471815"/>
                    <a:pt x="319429" y="472315"/>
                    <a:pt x="320845" y="472732"/>
                  </a:cubicBezTo>
                  <a:cubicBezTo>
                    <a:pt x="316929" y="479064"/>
                    <a:pt x="314512" y="488647"/>
                    <a:pt x="306347" y="488147"/>
                  </a:cubicBezTo>
                  <a:lnTo>
                    <a:pt x="306347" y="488147"/>
                  </a:lnTo>
                  <a:close/>
                  <a:moveTo>
                    <a:pt x="368258" y="450900"/>
                  </a:moveTo>
                  <a:cubicBezTo>
                    <a:pt x="366341" y="454400"/>
                    <a:pt x="364841" y="458816"/>
                    <a:pt x="362758" y="462150"/>
                  </a:cubicBezTo>
                  <a:cubicBezTo>
                    <a:pt x="357259" y="470982"/>
                    <a:pt x="347759" y="469065"/>
                    <a:pt x="338843" y="467482"/>
                  </a:cubicBezTo>
                  <a:cubicBezTo>
                    <a:pt x="318845" y="463983"/>
                    <a:pt x="299264" y="458233"/>
                    <a:pt x="279515" y="453234"/>
                  </a:cubicBezTo>
                  <a:cubicBezTo>
                    <a:pt x="303597" y="445651"/>
                    <a:pt x="327428" y="436985"/>
                    <a:pt x="350842" y="427653"/>
                  </a:cubicBezTo>
                  <a:cubicBezTo>
                    <a:pt x="351176" y="427819"/>
                    <a:pt x="351509" y="427986"/>
                    <a:pt x="351926" y="428153"/>
                  </a:cubicBezTo>
                  <a:cubicBezTo>
                    <a:pt x="356675" y="429652"/>
                    <a:pt x="363341" y="433068"/>
                    <a:pt x="366841" y="436485"/>
                  </a:cubicBezTo>
                  <a:cubicBezTo>
                    <a:pt x="372757" y="442151"/>
                    <a:pt x="371841" y="444234"/>
                    <a:pt x="368258" y="450900"/>
                  </a:cubicBezTo>
                  <a:lnTo>
                    <a:pt x="368258" y="450900"/>
                  </a:lnTo>
                  <a:close/>
                  <a:moveTo>
                    <a:pt x="555991" y="310996"/>
                  </a:moveTo>
                  <a:cubicBezTo>
                    <a:pt x="547075" y="315079"/>
                    <a:pt x="536909" y="314746"/>
                    <a:pt x="527410" y="313829"/>
                  </a:cubicBezTo>
                  <a:cubicBezTo>
                    <a:pt x="525493" y="313663"/>
                    <a:pt x="523744" y="313496"/>
                    <a:pt x="521993" y="313329"/>
                  </a:cubicBezTo>
                  <a:cubicBezTo>
                    <a:pt x="532409" y="302497"/>
                    <a:pt x="542658" y="291332"/>
                    <a:pt x="551825" y="279416"/>
                  </a:cubicBezTo>
                  <a:cubicBezTo>
                    <a:pt x="553824" y="276750"/>
                    <a:pt x="555741" y="274000"/>
                    <a:pt x="557490" y="271166"/>
                  </a:cubicBezTo>
                  <a:cubicBezTo>
                    <a:pt x="560406" y="275750"/>
                    <a:pt x="563240" y="280499"/>
                    <a:pt x="565656" y="285165"/>
                  </a:cubicBezTo>
                  <a:cubicBezTo>
                    <a:pt x="571406" y="296331"/>
                    <a:pt x="567573" y="305747"/>
                    <a:pt x="555991" y="310996"/>
                  </a:cubicBezTo>
                  <a:lnTo>
                    <a:pt x="555991" y="310996"/>
                  </a:lnTo>
                  <a:close/>
                  <a:moveTo>
                    <a:pt x="729558" y="217588"/>
                  </a:moveTo>
                  <a:cubicBezTo>
                    <a:pt x="713394" y="217755"/>
                    <a:pt x="697228" y="216421"/>
                    <a:pt x="681063" y="216172"/>
                  </a:cubicBezTo>
                  <a:cubicBezTo>
                    <a:pt x="653232" y="215755"/>
                    <a:pt x="625401" y="214422"/>
                    <a:pt x="597487" y="214672"/>
                  </a:cubicBezTo>
                  <a:cubicBezTo>
                    <a:pt x="587238" y="214755"/>
                    <a:pt x="580238" y="213422"/>
                    <a:pt x="572573" y="220838"/>
                  </a:cubicBezTo>
                  <a:cubicBezTo>
                    <a:pt x="562240" y="230837"/>
                    <a:pt x="556657" y="245085"/>
                    <a:pt x="548742" y="256918"/>
                  </a:cubicBezTo>
                  <a:cubicBezTo>
                    <a:pt x="516328" y="305663"/>
                    <a:pt x="468415" y="345076"/>
                    <a:pt x="419503" y="376490"/>
                  </a:cubicBezTo>
                  <a:cubicBezTo>
                    <a:pt x="368341" y="409404"/>
                    <a:pt x="307763" y="429736"/>
                    <a:pt x="249602" y="445984"/>
                  </a:cubicBezTo>
                  <a:cubicBezTo>
                    <a:pt x="243269" y="447734"/>
                    <a:pt x="236853" y="449484"/>
                    <a:pt x="230353" y="451151"/>
                  </a:cubicBezTo>
                  <a:cubicBezTo>
                    <a:pt x="231853" y="434152"/>
                    <a:pt x="234103" y="418570"/>
                    <a:pt x="231770" y="401155"/>
                  </a:cubicBezTo>
                  <a:cubicBezTo>
                    <a:pt x="234853" y="400988"/>
                    <a:pt x="237936" y="400488"/>
                    <a:pt x="241102" y="400239"/>
                  </a:cubicBezTo>
                  <a:cubicBezTo>
                    <a:pt x="249851" y="399572"/>
                    <a:pt x="258601" y="399905"/>
                    <a:pt x="267350" y="398988"/>
                  </a:cubicBezTo>
                  <a:cubicBezTo>
                    <a:pt x="285432" y="397072"/>
                    <a:pt x="302930" y="392489"/>
                    <a:pt x="320512" y="387906"/>
                  </a:cubicBezTo>
                  <a:cubicBezTo>
                    <a:pt x="338677" y="383240"/>
                    <a:pt x="356675" y="379240"/>
                    <a:pt x="373340" y="370074"/>
                  </a:cubicBezTo>
                  <a:cubicBezTo>
                    <a:pt x="380840" y="365908"/>
                    <a:pt x="390505" y="360575"/>
                    <a:pt x="391838" y="351243"/>
                  </a:cubicBezTo>
                  <a:cubicBezTo>
                    <a:pt x="392589" y="346077"/>
                    <a:pt x="390089" y="341910"/>
                    <a:pt x="388256" y="337244"/>
                  </a:cubicBezTo>
                  <a:cubicBezTo>
                    <a:pt x="382923" y="323995"/>
                    <a:pt x="386756" y="317913"/>
                    <a:pt x="390839" y="305747"/>
                  </a:cubicBezTo>
                  <a:cubicBezTo>
                    <a:pt x="395672" y="291332"/>
                    <a:pt x="386923" y="287749"/>
                    <a:pt x="381173" y="275916"/>
                  </a:cubicBezTo>
                  <a:cubicBezTo>
                    <a:pt x="376840" y="266834"/>
                    <a:pt x="382506" y="260167"/>
                    <a:pt x="379590" y="251252"/>
                  </a:cubicBezTo>
                  <a:cubicBezTo>
                    <a:pt x="378673" y="248335"/>
                    <a:pt x="376840" y="245919"/>
                    <a:pt x="374340" y="244169"/>
                  </a:cubicBezTo>
                  <a:cubicBezTo>
                    <a:pt x="372174" y="242669"/>
                    <a:pt x="369424" y="242919"/>
                    <a:pt x="367424" y="241753"/>
                  </a:cubicBezTo>
                  <a:cubicBezTo>
                    <a:pt x="358008" y="236503"/>
                    <a:pt x="358342" y="231920"/>
                    <a:pt x="360591" y="223337"/>
                  </a:cubicBezTo>
                  <a:cubicBezTo>
                    <a:pt x="362592" y="215588"/>
                    <a:pt x="365341" y="208006"/>
                    <a:pt x="367424" y="200173"/>
                  </a:cubicBezTo>
                  <a:cubicBezTo>
                    <a:pt x="368674" y="195507"/>
                    <a:pt x="364924" y="191841"/>
                    <a:pt x="360342" y="193257"/>
                  </a:cubicBezTo>
                  <a:cubicBezTo>
                    <a:pt x="345593" y="197923"/>
                    <a:pt x="333344" y="213005"/>
                    <a:pt x="322678" y="223588"/>
                  </a:cubicBezTo>
                  <a:cubicBezTo>
                    <a:pt x="309179" y="237086"/>
                    <a:pt x="296014" y="250835"/>
                    <a:pt x="282932" y="264667"/>
                  </a:cubicBezTo>
                  <a:cubicBezTo>
                    <a:pt x="258767" y="290248"/>
                    <a:pt x="237269" y="316996"/>
                    <a:pt x="216021" y="344743"/>
                  </a:cubicBezTo>
                  <a:cubicBezTo>
                    <a:pt x="215521" y="343827"/>
                    <a:pt x="215105" y="342910"/>
                    <a:pt x="214605" y="342077"/>
                  </a:cubicBezTo>
                  <a:cubicBezTo>
                    <a:pt x="205189" y="326162"/>
                    <a:pt x="194523" y="310580"/>
                    <a:pt x="179275" y="299747"/>
                  </a:cubicBezTo>
                  <a:cubicBezTo>
                    <a:pt x="165276" y="289748"/>
                    <a:pt x="152360" y="288082"/>
                    <a:pt x="135945" y="285748"/>
                  </a:cubicBezTo>
                  <a:cubicBezTo>
                    <a:pt x="134612" y="285582"/>
                    <a:pt x="134195" y="287498"/>
                    <a:pt x="135362" y="287998"/>
                  </a:cubicBezTo>
                  <a:cubicBezTo>
                    <a:pt x="149277" y="293581"/>
                    <a:pt x="162610" y="296414"/>
                    <a:pt x="174525" y="306247"/>
                  </a:cubicBezTo>
                  <a:cubicBezTo>
                    <a:pt x="188940" y="318079"/>
                    <a:pt x="199773" y="335494"/>
                    <a:pt x="207022" y="352576"/>
                  </a:cubicBezTo>
                  <a:cubicBezTo>
                    <a:pt x="214105" y="369408"/>
                    <a:pt x="216771" y="389489"/>
                    <a:pt x="218521" y="407571"/>
                  </a:cubicBezTo>
                  <a:cubicBezTo>
                    <a:pt x="219521" y="417487"/>
                    <a:pt x="219021" y="427319"/>
                    <a:pt x="218104" y="437318"/>
                  </a:cubicBezTo>
                  <a:cubicBezTo>
                    <a:pt x="217604" y="443234"/>
                    <a:pt x="215438" y="448817"/>
                    <a:pt x="216021" y="454650"/>
                  </a:cubicBezTo>
                  <a:cubicBezTo>
                    <a:pt x="168442" y="465649"/>
                    <a:pt x="117113" y="471899"/>
                    <a:pt x="70034" y="463816"/>
                  </a:cubicBezTo>
                  <a:cubicBezTo>
                    <a:pt x="57369" y="461650"/>
                    <a:pt x="44620" y="458400"/>
                    <a:pt x="32538" y="454150"/>
                  </a:cubicBezTo>
                  <a:cubicBezTo>
                    <a:pt x="29455" y="453067"/>
                    <a:pt x="26455" y="451817"/>
                    <a:pt x="23455" y="450651"/>
                  </a:cubicBezTo>
                  <a:cubicBezTo>
                    <a:pt x="43120" y="454067"/>
                    <a:pt x="65451" y="451151"/>
                    <a:pt x="84366" y="448151"/>
                  </a:cubicBezTo>
                  <a:cubicBezTo>
                    <a:pt x="99282" y="445734"/>
                    <a:pt x="114697" y="444234"/>
                    <a:pt x="129196" y="440068"/>
                  </a:cubicBezTo>
                  <a:cubicBezTo>
                    <a:pt x="141195" y="436652"/>
                    <a:pt x="152527" y="431735"/>
                    <a:pt x="164193" y="427569"/>
                  </a:cubicBezTo>
                  <a:cubicBezTo>
                    <a:pt x="169859" y="425569"/>
                    <a:pt x="166109" y="417487"/>
                    <a:pt x="160526" y="419153"/>
                  </a:cubicBezTo>
                  <a:cubicBezTo>
                    <a:pt x="132862" y="427569"/>
                    <a:pt x="105948" y="433902"/>
                    <a:pt x="77201" y="437735"/>
                  </a:cubicBezTo>
                  <a:cubicBezTo>
                    <a:pt x="63618" y="439568"/>
                    <a:pt x="48870" y="441068"/>
                    <a:pt x="35204" y="441401"/>
                  </a:cubicBezTo>
                  <a:cubicBezTo>
                    <a:pt x="28788" y="441568"/>
                    <a:pt x="22372" y="441984"/>
                    <a:pt x="16623" y="444651"/>
                  </a:cubicBezTo>
                  <a:cubicBezTo>
                    <a:pt x="16789" y="444151"/>
                    <a:pt x="16956" y="443651"/>
                    <a:pt x="17122" y="443318"/>
                  </a:cubicBezTo>
                  <a:cubicBezTo>
                    <a:pt x="25538" y="415487"/>
                    <a:pt x="34538" y="387073"/>
                    <a:pt x="45536" y="360325"/>
                  </a:cubicBezTo>
                  <a:cubicBezTo>
                    <a:pt x="68118" y="305080"/>
                    <a:pt x="98615" y="255585"/>
                    <a:pt x="146027" y="218171"/>
                  </a:cubicBezTo>
                  <a:cubicBezTo>
                    <a:pt x="174525" y="195590"/>
                    <a:pt x="207022" y="176759"/>
                    <a:pt x="239686" y="160760"/>
                  </a:cubicBezTo>
                  <a:cubicBezTo>
                    <a:pt x="271183" y="145345"/>
                    <a:pt x="303764" y="130512"/>
                    <a:pt x="338260" y="122930"/>
                  </a:cubicBezTo>
                  <a:cubicBezTo>
                    <a:pt x="348259" y="120763"/>
                    <a:pt x="358425" y="120514"/>
                    <a:pt x="368258" y="118680"/>
                  </a:cubicBezTo>
                  <a:cubicBezTo>
                    <a:pt x="380423" y="116430"/>
                    <a:pt x="385506" y="117264"/>
                    <a:pt x="396922" y="119014"/>
                  </a:cubicBezTo>
                  <a:cubicBezTo>
                    <a:pt x="410837" y="121180"/>
                    <a:pt x="427586" y="117347"/>
                    <a:pt x="441834" y="117931"/>
                  </a:cubicBezTo>
                  <a:cubicBezTo>
                    <a:pt x="448750" y="118431"/>
                    <a:pt x="455666" y="118931"/>
                    <a:pt x="462583" y="119514"/>
                  </a:cubicBezTo>
                  <a:cubicBezTo>
                    <a:pt x="465749" y="119930"/>
                    <a:pt x="468998" y="120263"/>
                    <a:pt x="472165" y="120763"/>
                  </a:cubicBezTo>
                  <a:cubicBezTo>
                    <a:pt x="487997" y="123347"/>
                    <a:pt x="503662" y="126263"/>
                    <a:pt x="519244" y="130179"/>
                  </a:cubicBezTo>
                  <a:cubicBezTo>
                    <a:pt x="533076" y="133679"/>
                    <a:pt x="548907" y="139928"/>
                    <a:pt x="563324" y="136762"/>
                  </a:cubicBezTo>
                  <a:cubicBezTo>
                    <a:pt x="591737" y="130596"/>
                    <a:pt x="608652" y="107098"/>
                    <a:pt x="624735" y="85433"/>
                  </a:cubicBezTo>
                  <a:cubicBezTo>
                    <a:pt x="634316" y="72518"/>
                    <a:pt x="644650" y="60352"/>
                    <a:pt x="654065" y="47270"/>
                  </a:cubicBezTo>
                  <a:cubicBezTo>
                    <a:pt x="659898" y="39104"/>
                    <a:pt x="663981" y="29939"/>
                    <a:pt x="668564" y="21189"/>
                  </a:cubicBezTo>
                  <a:cubicBezTo>
                    <a:pt x="667980" y="31772"/>
                    <a:pt x="665981" y="48020"/>
                    <a:pt x="665647" y="51103"/>
                  </a:cubicBezTo>
                  <a:cubicBezTo>
                    <a:pt x="665314" y="54519"/>
                    <a:pt x="664897" y="57853"/>
                    <a:pt x="664480" y="61269"/>
                  </a:cubicBezTo>
                  <a:cubicBezTo>
                    <a:pt x="663814" y="61269"/>
                    <a:pt x="663064" y="61435"/>
                    <a:pt x="662397" y="61852"/>
                  </a:cubicBezTo>
                  <a:cubicBezTo>
                    <a:pt x="640649" y="75184"/>
                    <a:pt x="630400" y="101932"/>
                    <a:pt x="613652" y="120180"/>
                  </a:cubicBezTo>
                  <a:cubicBezTo>
                    <a:pt x="612986" y="120930"/>
                    <a:pt x="614152" y="121847"/>
                    <a:pt x="614818" y="121347"/>
                  </a:cubicBezTo>
                  <a:cubicBezTo>
                    <a:pt x="625651" y="113514"/>
                    <a:pt x="635650" y="102349"/>
                    <a:pt x="644149" y="92099"/>
                  </a:cubicBezTo>
                  <a:cubicBezTo>
                    <a:pt x="649315" y="85933"/>
                    <a:pt x="653815" y="78684"/>
                    <a:pt x="659898" y="73351"/>
                  </a:cubicBezTo>
                  <a:cubicBezTo>
                    <a:pt x="660981" y="72351"/>
                    <a:pt x="662065" y="71601"/>
                    <a:pt x="663064" y="70851"/>
                  </a:cubicBezTo>
                  <a:cubicBezTo>
                    <a:pt x="662148" y="77017"/>
                    <a:pt x="661148" y="83183"/>
                    <a:pt x="659898" y="89433"/>
                  </a:cubicBezTo>
                  <a:cubicBezTo>
                    <a:pt x="658898" y="94433"/>
                    <a:pt x="657898" y="99515"/>
                    <a:pt x="656982" y="104598"/>
                  </a:cubicBezTo>
                  <a:cubicBezTo>
                    <a:pt x="655982" y="104515"/>
                    <a:pt x="653315" y="106265"/>
                    <a:pt x="652065" y="107098"/>
                  </a:cubicBezTo>
                  <a:cubicBezTo>
                    <a:pt x="646483" y="110848"/>
                    <a:pt x="641733" y="116430"/>
                    <a:pt x="636983" y="121180"/>
                  </a:cubicBezTo>
                  <a:cubicBezTo>
                    <a:pt x="628651" y="129513"/>
                    <a:pt x="620485" y="137095"/>
                    <a:pt x="613902" y="146844"/>
                  </a:cubicBezTo>
                  <a:cubicBezTo>
                    <a:pt x="612152" y="149428"/>
                    <a:pt x="615818" y="152094"/>
                    <a:pt x="617818" y="149678"/>
                  </a:cubicBezTo>
                  <a:cubicBezTo>
                    <a:pt x="625234" y="140595"/>
                    <a:pt x="634234" y="133095"/>
                    <a:pt x="642983" y="125346"/>
                  </a:cubicBezTo>
                  <a:cubicBezTo>
                    <a:pt x="646815" y="121930"/>
                    <a:pt x="651148" y="118931"/>
                    <a:pt x="655065" y="115514"/>
                  </a:cubicBezTo>
                  <a:cubicBezTo>
                    <a:pt x="653982" y="121930"/>
                    <a:pt x="653065" y="128263"/>
                    <a:pt x="652565" y="134679"/>
                  </a:cubicBezTo>
                  <a:cubicBezTo>
                    <a:pt x="652232" y="137929"/>
                    <a:pt x="652399" y="140928"/>
                    <a:pt x="652899" y="143678"/>
                  </a:cubicBezTo>
                  <a:cubicBezTo>
                    <a:pt x="649315" y="144761"/>
                    <a:pt x="645732" y="146511"/>
                    <a:pt x="642567" y="148011"/>
                  </a:cubicBezTo>
                  <a:cubicBezTo>
                    <a:pt x="630651" y="153761"/>
                    <a:pt x="622068" y="158843"/>
                    <a:pt x="612569" y="168176"/>
                  </a:cubicBezTo>
                  <a:cubicBezTo>
                    <a:pt x="611236" y="169426"/>
                    <a:pt x="612819" y="171426"/>
                    <a:pt x="614319" y="170426"/>
                  </a:cubicBezTo>
                  <a:cubicBezTo>
                    <a:pt x="624401" y="163760"/>
                    <a:pt x="635483" y="158843"/>
                    <a:pt x="646982" y="155010"/>
                  </a:cubicBezTo>
                  <a:cubicBezTo>
                    <a:pt x="650065" y="154010"/>
                    <a:pt x="653398" y="153344"/>
                    <a:pt x="656565" y="152511"/>
                  </a:cubicBezTo>
                  <a:cubicBezTo>
                    <a:pt x="657815" y="154261"/>
                    <a:pt x="659398" y="155927"/>
                    <a:pt x="661315" y="157510"/>
                  </a:cubicBezTo>
                  <a:cubicBezTo>
                    <a:pt x="664814" y="160427"/>
                    <a:pt x="668730" y="162843"/>
                    <a:pt x="672731" y="165093"/>
                  </a:cubicBezTo>
                  <a:cubicBezTo>
                    <a:pt x="664731" y="166343"/>
                    <a:pt x="657149" y="169592"/>
                    <a:pt x="649315" y="172259"/>
                  </a:cubicBezTo>
                  <a:cubicBezTo>
                    <a:pt x="641233" y="175009"/>
                    <a:pt x="629150" y="175759"/>
                    <a:pt x="623151" y="182258"/>
                  </a:cubicBezTo>
                  <a:cubicBezTo>
                    <a:pt x="621652" y="183841"/>
                    <a:pt x="624318" y="186341"/>
                    <a:pt x="625901" y="184924"/>
                  </a:cubicBezTo>
                  <a:cubicBezTo>
                    <a:pt x="632400" y="179092"/>
                    <a:pt x="647982" y="180425"/>
                    <a:pt x="656065" y="178508"/>
                  </a:cubicBezTo>
                  <a:cubicBezTo>
                    <a:pt x="661397" y="177175"/>
                    <a:pt x="666481" y="175259"/>
                    <a:pt x="671896" y="174176"/>
                  </a:cubicBezTo>
                  <a:cubicBezTo>
                    <a:pt x="672980" y="174009"/>
                    <a:pt x="680813" y="171592"/>
                    <a:pt x="681312" y="171675"/>
                  </a:cubicBezTo>
                  <a:cubicBezTo>
                    <a:pt x="682229" y="171926"/>
                    <a:pt x="683312" y="171842"/>
                    <a:pt x="684146" y="171342"/>
                  </a:cubicBezTo>
                  <a:cubicBezTo>
                    <a:pt x="687478" y="173092"/>
                    <a:pt x="690728" y="174925"/>
                    <a:pt x="693811" y="177008"/>
                  </a:cubicBezTo>
                  <a:cubicBezTo>
                    <a:pt x="697478" y="179425"/>
                    <a:pt x="701227" y="181925"/>
                    <a:pt x="704978" y="184508"/>
                  </a:cubicBezTo>
                  <a:cubicBezTo>
                    <a:pt x="698645" y="185341"/>
                    <a:pt x="692312" y="186841"/>
                    <a:pt x="685896" y="188258"/>
                  </a:cubicBezTo>
                  <a:cubicBezTo>
                    <a:pt x="671314" y="191341"/>
                    <a:pt x="656148" y="191757"/>
                    <a:pt x="641899" y="196340"/>
                  </a:cubicBezTo>
                  <a:cubicBezTo>
                    <a:pt x="639150" y="197256"/>
                    <a:pt x="640483" y="201923"/>
                    <a:pt x="643316" y="201256"/>
                  </a:cubicBezTo>
                  <a:cubicBezTo>
                    <a:pt x="658481" y="197923"/>
                    <a:pt x="674230" y="200090"/>
                    <a:pt x="689561" y="197256"/>
                  </a:cubicBezTo>
                  <a:cubicBezTo>
                    <a:pt x="698144" y="195673"/>
                    <a:pt x="709144" y="196673"/>
                    <a:pt x="717976" y="194257"/>
                  </a:cubicBezTo>
                  <a:cubicBezTo>
                    <a:pt x="721643" y="197340"/>
                    <a:pt x="725058" y="200590"/>
                    <a:pt x="728141" y="204089"/>
                  </a:cubicBezTo>
                  <a:cubicBezTo>
                    <a:pt x="731141" y="207589"/>
                    <a:pt x="733558" y="213422"/>
                    <a:pt x="736724" y="217338"/>
                  </a:cubicBezTo>
                  <a:cubicBezTo>
                    <a:pt x="733725" y="217171"/>
                    <a:pt x="730391" y="217588"/>
                    <a:pt x="729558" y="217588"/>
                  </a:cubicBezTo>
                  <a:lnTo>
                    <a:pt x="729558" y="217588"/>
                  </a:lnTo>
                  <a:close/>
                  <a:moveTo>
                    <a:pt x="294848" y="364242"/>
                  </a:moveTo>
                  <a:cubicBezTo>
                    <a:pt x="285598" y="369574"/>
                    <a:pt x="270516" y="372741"/>
                    <a:pt x="260184" y="375241"/>
                  </a:cubicBezTo>
                  <a:cubicBezTo>
                    <a:pt x="251102" y="377407"/>
                    <a:pt x="236103" y="375407"/>
                    <a:pt x="228270" y="381073"/>
                  </a:cubicBezTo>
                  <a:cubicBezTo>
                    <a:pt x="227770" y="378740"/>
                    <a:pt x="227270" y="376324"/>
                    <a:pt x="226687" y="373991"/>
                  </a:cubicBezTo>
                  <a:cubicBezTo>
                    <a:pt x="240602" y="370991"/>
                    <a:pt x="253268" y="364325"/>
                    <a:pt x="266267" y="358576"/>
                  </a:cubicBezTo>
                  <a:cubicBezTo>
                    <a:pt x="282265" y="351493"/>
                    <a:pt x="297514" y="341910"/>
                    <a:pt x="313346" y="334328"/>
                  </a:cubicBezTo>
                  <a:cubicBezTo>
                    <a:pt x="316179" y="332995"/>
                    <a:pt x="314346" y="328745"/>
                    <a:pt x="311429" y="329912"/>
                  </a:cubicBezTo>
                  <a:cubicBezTo>
                    <a:pt x="296097" y="335911"/>
                    <a:pt x="281265" y="341577"/>
                    <a:pt x="266683" y="349243"/>
                  </a:cubicBezTo>
                  <a:cubicBezTo>
                    <a:pt x="260017" y="352743"/>
                    <a:pt x="252685" y="354326"/>
                    <a:pt x="246018" y="357742"/>
                  </a:cubicBezTo>
                  <a:cubicBezTo>
                    <a:pt x="238686" y="361408"/>
                    <a:pt x="232603" y="364408"/>
                    <a:pt x="224521" y="366158"/>
                  </a:cubicBezTo>
                  <a:cubicBezTo>
                    <a:pt x="224437" y="365825"/>
                    <a:pt x="224354" y="365491"/>
                    <a:pt x="224187" y="365158"/>
                  </a:cubicBezTo>
                  <a:cubicBezTo>
                    <a:pt x="227687" y="361325"/>
                    <a:pt x="237353" y="356659"/>
                    <a:pt x="240769" y="353743"/>
                  </a:cubicBezTo>
                  <a:cubicBezTo>
                    <a:pt x="247768" y="347743"/>
                    <a:pt x="254684" y="341577"/>
                    <a:pt x="261850" y="335744"/>
                  </a:cubicBezTo>
                  <a:cubicBezTo>
                    <a:pt x="276016" y="324162"/>
                    <a:pt x="289264" y="310330"/>
                    <a:pt x="301597" y="296748"/>
                  </a:cubicBezTo>
                  <a:cubicBezTo>
                    <a:pt x="302263" y="296081"/>
                    <a:pt x="301097" y="294998"/>
                    <a:pt x="300430" y="295581"/>
                  </a:cubicBezTo>
                  <a:cubicBezTo>
                    <a:pt x="286515" y="308580"/>
                    <a:pt x="271516" y="321496"/>
                    <a:pt x="256184" y="332828"/>
                  </a:cubicBezTo>
                  <a:cubicBezTo>
                    <a:pt x="244518" y="341493"/>
                    <a:pt x="234103" y="351326"/>
                    <a:pt x="222354" y="359909"/>
                  </a:cubicBezTo>
                  <a:cubicBezTo>
                    <a:pt x="221354" y="357159"/>
                    <a:pt x="220271" y="354409"/>
                    <a:pt x="219104" y="351826"/>
                  </a:cubicBezTo>
                  <a:cubicBezTo>
                    <a:pt x="229020" y="345493"/>
                    <a:pt x="237353" y="334411"/>
                    <a:pt x="244769" y="326078"/>
                  </a:cubicBezTo>
                  <a:cubicBezTo>
                    <a:pt x="256934" y="312496"/>
                    <a:pt x="269433" y="299247"/>
                    <a:pt x="281932" y="285999"/>
                  </a:cubicBezTo>
                  <a:cubicBezTo>
                    <a:pt x="295514" y="271583"/>
                    <a:pt x="309096" y="257168"/>
                    <a:pt x="323012" y="243086"/>
                  </a:cubicBezTo>
                  <a:cubicBezTo>
                    <a:pt x="329761" y="236253"/>
                    <a:pt x="336594" y="229587"/>
                    <a:pt x="343343" y="222838"/>
                  </a:cubicBezTo>
                  <a:cubicBezTo>
                    <a:pt x="346259" y="219838"/>
                    <a:pt x="349509" y="216172"/>
                    <a:pt x="352842" y="212589"/>
                  </a:cubicBezTo>
                  <a:cubicBezTo>
                    <a:pt x="350426" y="220254"/>
                    <a:pt x="348010" y="227920"/>
                    <a:pt x="348343" y="235587"/>
                  </a:cubicBezTo>
                  <a:cubicBezTo>
                    <a:pt x="348759" y="245836"/>
                    <a:pt x="353009" y="246002"/>
                    <a:pt x="360591" y="250502"/>
                  </a:cubicBezTo>
                  <a:cubicBezTo>
                    <a:pt x="365341" y="253335"/>
                    <a:pt x="369091" y="254918"/>
                    <a:pt x="369257" y="262417"/>
                  </a:cubicBezTo>
                  <a:cubicBezTo>
                    <a:pt x="369341" y="265167"/>
                    <a:pt x="368258" y="268167"/>
                    <a:pt x="368258" y="271000"/>
                  </a:cubicBezTo>
                  <a:cubicBezTo>
                    <a:pt x="368174" y="275666"/>
                    <a:pt x="368758" y="279916"/>
                    <a:pt x="371090" y="284082"/>
                  </a:cubicBezTo>
                  <a:cubicBezTo>
                    <a:pt x="374840" y="290832"/>
                    <a:pt x="380840" y="292665"/>
                    <a:pt x="379506" y="301664"/>
                  </a:cubicBezTo>
                  <a:cubicBezTo>
                    <a:pt x="378673" y="307330"/>
                    <a:pt x="374673" y="312496"/>
                    <a:pt x="373507" y="318162"/>
                  </a:cubicBezTo>
                  <a:cubicBezTo>
                    <a:pt x="370674" y="331661"/>
                    <a:pt x="383673" y="347077"/>
                    <a:pt x="372590" y="357575"/>
                  </a:cubicBezTo>
                  <a:cubicBezTo>
                    <a:pt x="359758" y="369741"/>
                    <a:pt x="338010" y="372741"/>
                    <a:pt x="321595" y="376907"/>
                  </a:cubicBezTo>
                  <a:cubicBezTo>
                    <a:pt x="304847" y="381157"/>
                    <a:pt x="288348" y="385240"/>
                    <a:pt x="271183" y="387740"/>
                  </a:cubicBezTo>
                  <a:cubicBezTo>
                    <a:pt x="262683" y="388989"/>
                    <a:pt x="254101" y="389156"/>
                    <a:pt x="245602" y="389823"/>
                  </a:cubicBezTo>
                  <a:cubicBezTo>
                    <a:pt x="240769" y="390239"/>
                    <a:pt x="235269" y="391656"/>
                    <a:pt x="230187" y="391656"/>
                  </a:cubicBezTo>
                  <a:cubicBezTo>
                    <a:pt x="229936" y="390073"/>
                    <a:pt x="229603" y="388573"/>
                    <a:pt x="229353" y="386990"/>
                  </a:cubicBezTo>
                  <a:cubicBezTo>
                    <a:pt x="240269" y="387573"/>
                    <a:pt x="252601" y="385073"/>
                    <a:pt x="262767" y="381573"/>
                  </a:cubicBezTo>
                  <a:cubicBezTo>
                    <a:pt x="273600" y="377907"/>
                    <a:pt x="286598" y="372991"/>
                    <a:pt x="295348" y="365408"/>
                  </a:cubicBezTo>
                  <a:cubicBezTo>
                    <a:pt x="295847" y="364825"/>
                    <a:pt x="295431" y="363908"/>
                    <a:pt x="294848" y="364242"/>
                  </a:cubicBezTo>
                  <a:lnTo>
                    <a:pt x="294848" y="364242"/>
                  </a:lnTo>
                  <a:close/>
                </a:path>
              </a:pathLst>
            </a:custGeom>
            <a:grpFill/>
            <a:ln w="8332" cap="flat">
              <a:noFill/>
              <a:prstDash val="solid"/>
              <a:miter/>
            </a:ln>
          </p:spPr>
          <p:txBody>
            <a:bodyPr rtlCol="0" anchor="ctr"/>
            <a:lstStyle/>
            <a:p>
              <a:endParaRPr lang="en-US"/>
            </a:p>
          </p:txBody>
        </p:sp>
        <p:sp>
          <p:nvSpPr>
            <p:cNvPr id="2614" name="Freeform: Shape 2613"/>
            <p:cNvSpPr/>
            <p:nvPr/>
          </p:nvSpPr>
          <p:spPr>
            <a:xfrm>
              <a:off x="7255547" y="6579498"/>
              <a:ext cx="30452" cy="33887"/>
            </a:xfrm>
            <a:custGeom>
              <a:avLst/>
              <a:gdLst>
                <a:gd name="connsiteX0" fmla="*/ 24818 w 30452"/>
                <a:gd name="connsiteY0" fmla="*/ 3168 h 33887"/>
                <a:gd name="connsiteX1" fmla="*/ 1070 w 30452"/>
                <a:gd name="connsiteY1" fmla="*/ 11834 h 33887"/>
                <a:gd name="connsiteX2" fmla="*/ 2736 w 30452"/>
                <a:gd name="connsiteY2" fmla="*/ 26916 h 33887"/>
                <a:gd name="connsiteX3" fmla="*/ 3487 w 30452"/>
                <a:gd name="connsiteY3" fmla="*/ 27749 h 33887"/>
                <a:gd name="connsiteX4" fmla="*/ 16819 w 30452"/>
                <a:gd name="connsiteY4" fmla="*/ 33749 h 33887"/>
                <a:gd name="connsiteX5" fmla="*/ 24818 w 30452"/>
                <a:gd name="connsiteY5" fmla="*/ 3168 h 33887"/>
                <a:gd name="connsiteX6" fmla="*/ 24818 w 30452"/>
                <a:gd name="connsiteY6" fmla="*/ 3168 h 33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452" h="33887">
                  <a:moveTo>
                    <a:pt x="24818" y="3168"/>
                  </a:moveTo>
                  <a:cubicBezTo>
                    <a:pt x="16068" y="-4081"/>
                    <a:pt x="4403" y="2085"/>
                    <a:pt x="1070" y="11834"/>
                  </a:cubicBezTo>
                  <a:cubicBezTo>
                    <a:pt x="-597" y="16834"/>
                    <a:pt x="-513" y="22583"/>
                    <a:pt x="2736" y="26916"/>
                  </a:cubicBezTo>
                  <a:cubicBezTo>
                    <a:pt x="2987" y="27249"/>
                    <a:pt x="3236" y="27416"/>
                    <a:pt x="3487" y="27749"/>
                  </a:cubicBezTo>
                  <a:cubicBezTo>
                    <a:pt x="6236" y="32166"/>
                    <a:pt x="11652" y="34499"/>
                    <a:pt x="16819" y="33749"/>
                  </a:cubicBezTo>
                  <a:cubicBezTo>
                    <a:pt x="30567" y="31832"/>
                    <a:pt x="35150" y="11668"/>
                    <a:pt x="24818" y="3168"/>
                  </a:cubicBezTo>
                  <a:lnTo>
                    <a:pt x="24818" y="3168"/>
                  </a:lnTo>
                  <a:close/>
                </a:path>
              </a:pathLst>
            </a:custGeom>
            <a:grpFill/>
            <a:ln w="8332" cap="flat">
              <a:noFill/>
              <a:prstDash val="solid"/>
              <a:miter/>
            </a:ln>
          </p:spPr>
          <p:txBody>
            <a:bodyPr rtlCol="0" anchor="ctr"/>
            <a:lstStyle/>
            <a:p>
              <a:endParaRPr lang="en-US"/>
            </a:p>
          </p:txBody>
        </p:sp>
        <p:sp>
          <p:nvSpPr>
            <p:cNvPr id="2615" name="Freeform: Shape 2614"/>
            <p:cNvSpPr/>
            <p:nvPr/>
          </p:nvSpPr>
          <p:spPr>
            <a:xfrm>
              <a:off x="7186522" y="5511833"/>
              <a:ext cx="389054" cy="752592"/>
            </a:xfrm>
            <a:custGeom>
              <a:avLst/>
              <a:gdLst>
                <a:gd name="connsiteX0" fmla="*/ 226748 w 389054"/>
                <a:gd name="connsiteY0" fmla="*/ 677119 h 752592"/>
                <a:gd name="connsiteX1" fmla="*/ 211916 w 389054"/>
                <a:gd name="connsiteY1" fmla="*/ 657038 h 752592"/>
                <a:gd name="connsiteX2" fmla="*/ 207416 w 389054"/>
                <a:gd name="connsiteY2" fmla="*/ 633040 h 752592"/>
                <a:gd name="connsiteX3" fmla="*/ 213083 w 389054"/>
                <a:gd name="connsiteY3" fmla="*/ 568879 h 752592"/>
                <a:gd name="connsiteX4" fmla="*/ 246663 w 389054"/>
                <a:gd name="connsiteY4" fmla="*/ 440807 h 752592"/>
                <a:gd name="connsiteX5" fmla="*/ 247246 w 389054"/>
                <a:gd name="connsiteY5" fmla="*/ 440724 h 752592"/>
                <a:gd name="connsiteX6" fmla="*/ 251162 w 389054"/>
                <a:gd name="connsiteY6" fmla="*/ 440141 h 752592"/>
                <a:gd name="connsiteX7" fmla="*/ 251412 w 389054"/>
                <a:gd name="connsiteY7" fmla="*/ 440058 h 752592"/>
                <a:gd name="connsiteX8" fmla="*/ 260828 w 389054"/>
                <a:gd name="connsiteY8" fmla="*/ 437308 h 752592"/>
                <a:gd name="connsiteX9" fmla="*/ 263495 w 389054"/>
                <a:gd name="connsiteY9" fmla="*/ 435225 h 752592"/>
                <a:gd name="connsiteX10" fmla="*/ 303158 w 389054"/>
                <a:gd name="connsiteY10" fmla="*/ 412643 h 752592"/>
                <a:gd name="connsiteX11" fmla="*/ 316740 w 389054"/>
                <a:gd name="connsiteY11" fmla="*/ 362564 h 752592"/>
                <a:gd name="connsiteX12" fmla="*/ 355236 w 389054"/>
                <a:gd name="connsiteY12" fmla="*/ 309402 h 752592"/>
                <a:gd name="connsiteX13" fmla="*/ 356736 w 389054"/>
                <a:gd name="connsiteY13" fmla="*/ 283155 h 752592"/>
                <a:gd name="connsiteX14" fmla="*/ 354986 w 389054"/>
                <a:gd name="connsiteY14" fmla="*/ 265740 h 752592"/>
                <a:gd name="connsiteX15" fmla="*/ 367319 w 389054"/>
                <a:gd name="connsiteY15" fmla="*/ 247242 h 752592"/>
                <a:gd name="connsiteX16" fmla="*/ 388983 w 389054"/>
                <a:gd name="connsiteY16" fmla="*/ 199579 h 752592"/>
                <a:gd name="connsiteX17" fmla="*/ 366485 w 389054"/>
                <a:gd name="connsiteY17" fmla="*/ 143584 h 752592"/>
                <a:gd name="connsiteX18" fmla="*/ 361569 w 389054"/>
                <a:gd name="connsiteY18" fmla="*/ 84090 h 752592"/>
                <a:gd name="connsiteX19" fmla="*/ 324322 w 389054"/>
                <a:gd name="connsiteY19" fmla="*/ 53759 h 752592"/>
                <a:gd name="connsiteX20" fmla="*/ 289492 w 389054"/>
                <a:gd name="connsiteY20" fmla="*/ 37427 h 752592"/>
                <a:gd name="connsiteX21" fmla="*/ 273660 w 389054"/>
                <a:gd name="connsiteY21" fmla="*/ 17512 h 752592"/>
                <a:gd name="connsiteX22" fmla="*/ 221081 w 389054"/>
                <a:gd name="connsiteY22" fmla="*/ 97 h 752592"/>
                <a:gd name="connsiteX23" fmla="*/ 162504 w 389054"/>
                <a:gd name="connsiteY23" fmla="*/ 12096 h 752592"/>
                <a:gd name="connsiteX24" fmla="*/ 106592 w 389054"/>
                <a:gd name="connsiteY24" fmla="*/ 23012 h 752592"/>
                <a:gd name="connsiteX25" fmla="*/ 65596 w 389054"/>
                <a:gd name="connsiteY25" fmla="*/ 60425 h 752592"/>
                <a:gd name="connsiteX26" fmla="*/ 23766 w 389054"/>
                <a:gd name="connsiteY26" fmla="*/ 88839 h 752592"/>
                <a:gd name="connsiteX27" fmla="*/ 9767 w 389054"/>
                <a:gd name="connsiteY27" fmla="*/ 137585 h 752592"/>
                <a:gd name="connsiteX28" fmla="*/ 11267 w 389054"/>
                <a:gd name="connsiteY28" fmla="*/ 152083 h 752592"/>
                <a:gd name="connsiteX29" fmla="*/ 5684 w 389054"/>
                <a:gd name="connsiteY29" fmla="*/ 169749 h 752592"/>
                <a:gd name="connsiteX30" fmla="*/ 18 w 389054"/>
                <a:gd name="connsiteY30" fmla="*/ 195246 h 752592"/>
                <a:gd name="connsiteX31" fmla="*/ 21933 w 389054"/>
                <a:gd name="connsiteY31" fmla="*/ 249741 h 752592"/>
                <a:gd name="connsiteX32" fmla="*/ 28516 w 389054"/>
                <a:gd name="connsiteY32" fmla="*/ 284655 h 752592"/>
                <a:gd name="connsiteX33" fmla="*/ 23849 w 389054"/>
                <a:gd name="connsiteY33" fmla="*/ 312402 h 752592"/>
                <a:gd name="connsiteX34" fmla="*/ 99593 w 389054"/>
                <a:gd name="connsiteY34" fmla="*/ 409060 h 752592"/>
                <a:gd name="connsiteX35" fmla="*/ 113008 w 389054"/>
                <a:gd name="connsiteY35" fmla="*/ 433475 h 752592"/>
                <a:gd name="connsiteX36" fmla="*/ 132256 w 389054"/>
                <a:gd name="connsiteY36" fmla="*/ 470305 h 752592"/>
                <a:gd name="connsiteX37" fmla="*/ 134423 w 389054"/>
                <a:gd name="connsiteY37" fmla="*/ 472221 h 752592"/>
                <a:gd name="connsiteX38" fmla="*/ 141172 w 389054"/>
                <a:gd name="connsiteY38" fmla="*/ 556464 h 752592"/>
                <a:gd name="connsiteX39" fmla="*/ 142756 w 389054"/>
                <a:gd name="connsiteY39" fmla="*/ 612292 h 752592"/>
                <a:gd name="connsiteX40" fmla="*/ 112508 w 389054"/>
                <a:gd name="connsiteY40" fmla="*/ 655288 h 752592"/>
                <a:gd name="connsiteX41" fmla="*/ 96260 w 389054"/>
                <a:gd name="connsiteY41" fmla="*/ 730115 h 752592"/>
                <a:gd name="connsiteX42" fmla="*/ 137922 w 389054"/>
                <a:gd name="connsiteY42" fmla="*/ 732531 h 752592"/>
                <a:gd name="connsiteX43" fmla="*/ 161254 w 389054"/>
                <a:gd name="connsiteY43" fmla="*/ 717616 h 752592"/>
                <a:gd name="connsiteX44" fmla="*/ 212999 w 389054"/>
                <a:gd name="connsiteY44" fmla="*/ 750780 h 752592"/>
                <a:gd name="connsiteX45" fmla="*/ 226748 w 389054"/>
                <a:gd name="connsiteY45" fmla="*/ 677119 h 752592"/>
                <a:gd name="connsiteX46" fmla="*/ 226748 w 389054"/>
                <a:gd name="connsiteY46" fmla="*/ 677119 h 752592"/>
                <a:gd name="connsiteX47" fmla="*/ 118341 w 389054"/>
                <a:gd name="connsiteY47" fmla="*/ 419809 h 752592"/>
                <a:gd name="connsiteX48" fmla="*/ 105092 w 389054"/>
                <a:gd name="connsiteY48" fmla="*/ 404644 h 752592"/>
                <a:gd name="connsiteX49" fmla="*/ 105092 w 389054"/>
                <a:gd name="connsiteY49" fmla="*/ 404644 h 752592"/>
                <a:gd name="connsiteX50" fmla="*/ 40848 w 389054"/>
                <a:gd name="connsiteY50" fmla="*/ 314152 h 752592"/>
                <a:gd name="connsiteX51" fmla="*/ 50514 w 389054"/>
                <a:gd name="connsiteY51" fmla="*/ 268157 h 752592"/>
                <a:gd name="connsiteX52" fmla="*/ 32015 w 389054"/>
                <a:gd name="connsiteY52" fmla="*/ 230743 h 752592"/>
                <a:gd name="connsiteX53" fmla="*/ 20850 w 389054"/>
                <a:gd name="connsiteY53" fmla="*/ 178581 h 752592"/>
                <a:gd name="connsiteX54" fmla="*/ 28432 w 389054"/>
                <a:gd name="connsiteY54" fmla="*/ 157500 h 752592"/>
                <a:gd name="connsiteX55" fmla="*/ 26432 w 389054"/>
                <a:gd name="connsiteY55" fmla="*/ 130835 h 752592"/>
                <a:gd name="connsiteX56" fmla="*/ 50681 w 389054"/>
                <a:gd name="connsiteY56" fmla="*/ 83090 h 752592"/>
                <a:gd name="connsiteX57" fmla="*/ 89343 w 389054"/>
                <a:gd name="connsiteY57" fmla="*/ 58759 h 752592"/>
                <a:gd name="connsiteX58" fmla="*/ 136256 w 389054"/>
                <a:gd name="connsiteY58" fmla="*/ 29928 h 752592"/>
                <a:gd name="connsiteX59" fmla="*/ 185502 w 389054"/>
                <a:gd name="connsiteY59" fmla="*/ 21012 h 752592"/>
                <a:gd name="connsiteX60" fmla="*/ 238913 w 389054"/>
                <a:gd name="connsiteY60" fmla="*/ 17845 h 752592"/>
                <a:gd name="connsiteX61" fmla="*/ 266578 w 389054"/>
                <a:gd name="connsiteY61" fmla="*/ 30844 h 752592"/>
                <a:gd name="connsiteX62" fmla="*/ 282576 w 389054"/>
                <a:gd name="connsiteY62" fmla="*/ 53759 h 752592"/>
                <a:gd name="connsiteX63" fmla="*/ 302241 w 389054"/>
                <a:gd name="connsiteY63" fmla="*/ 61175 h 752592"/>
                <a:gd name="connsiteX64" fmla="*/ 332155 w 389054"/>
                <a:gd name="connsiteY64" fmla="*/ 75757 h 752592"/>
                <a:gd name="connsiteX65" fmla="*/ 348070 w 389054"/>
                <a:gd name="connsiteY65" fmla="*/ 94922 h 752592"/>
                <a:gd name="connsiteX66" fmla="*/ 345737 w 389054"/>
                <a:gd name="connsiteY66" fmla="*/ 128336 h 752592"/>
                <a:gd name="connsiteX67" fmla="*/ 361986 w 389054"/>
                <a:gd name="connsiteY67" fmla="*/ 170249 h 752592"/>
                <a:gd name="connsiteX68" fmla="*/ 358569 w 389054"/>
                <a:gd name="connsiteY68" fmla="*/ 230243 h 752592"/>
                <a:gd name="connsiteX69" fmla="*/ 337738 w 389054"/>
                <a:gd name="connsiteY69" fmla="*/ 275322 h 752592"/>
                <a:gd name="connsiteX70" fmla="*/ 333322 w 389054"/>
                <a:gd name="connsiteY70" fmla="*/ 314735 h 752592"/>
                <a:gd name="connsiteX71" fmla="*/ 312740 w 389054"/>
                <a:gd name="connsiteY71" fmla="*/ 337817 h 752592"/>
                <a:gd name="connsiteX72" fmla="*/ 296658 w 389054"/>
                <a:gd name="connsiteY72" fmla="*/ 383063 h 752592"/>
                <a:gd name="connsiteX73" fmla="*/ 277826 w 389054"/>
                <a:gd name="connsiteY73" fmla="*/ 409644 h 752592"/>
                <a:gd name="connsiteX74" fmla="*/ 245413 w 389054"/>
                <a:gd name="connsiteY74" fmla="*/ 426059 h 752592"/>
                <a:gd name="connsiteX75" fmla="*/ 244913 w 389054"/>
                <a:gd name="connsiteY75" fmla="*/ 426392 h 752592"/>
                <a:gd name="connsiteX76" fmla="*/ 218998 w 389054"/>
                <a:gd name="connsiteY76" fmla="*/ 431808 h 752592"/>
                <a:gd name="connsiteX77" fmla="*/ 200167 w 389054"/>
                <a:gd name="connsiteY77" fmla="*/ 443974 h 752592"/>
                <a:gd name="connsiteX78" fmla="*/ 160754 w 389054"/>
                <a:gd name="connsiteY78" fmla="*/ 419559 h 752592"/>
                <a:gd name="connsiteX79" fmla="*/ 137922 w 389054"/>
                <a:gd name="connsiteY79" fmla="*/ 449473 h 752592"/>
                <a:gd name="connsiteX80" fmla="*/ 133423 w 389054"/>
                <a:gd name="connsiteY80" fmla="*/ 439974 h 752592"/>
                <a:gd name="connsiteX81" fmla="*/ 118341 w 389054"/>
                <a:gd name="connsiteY81" fmla="*/ 419809 h 752592"/>
                <a:gd name="connsiteX82" fmla="*/ 118341 w 389054"/>
                <a:gd name="connsiteY82" fmla="*/ 419809 h 752592"/>
                <a:gd name="connsiteX83" fmla="*/ 213332 w 389054"/>
                <a:gd name="connsiteY83" fmla="*/ 731031 h 752592"/>
                <a:gd name="connsiteX84" fmla="*/ 188918 w 389054"/>
                <a:gd name="connsiteY84" fmla="*/ 731281 h 752592"/>
                <a:gd name="connsiteX85" fmla="*/ 172836 w 389054"/>
                <a:gd name="connsiteY85" fmla="*/ 699950 h 752592"/>
                <a:gd name="connsiteX86" fmla="*/ 159921 w 389054"/>
                <a:gd name="connsiteY86" fmla="*/ 696534 h 752592"/>
                <a:gd name="connsiteX87" fmla="*/ 138339 w 389054"/>
                <a:gd name="connsiteY87" fmla="*/ 716199 h 752592"/>
                <a:gd name="connsiteX88" fmla="*/ 108425 w 389054"/>
                <a:gd name="connsiteY88" fmla="*/ 718116 h 752592"/>
                <a:gd name="connsiteX89" fmla="*/ 119591 w 389054"/>
                <a:gd name="connsiteY89" fmla="*/ 672203 h 752592"/>
                <a:gd name="connsiteX90" fmla="*/ 158254 w 389054"/>
                <a:gd name="connsiteY90" fmla="*/ 613959 h 752592"/>
                <a:gd name="connsiteX91" fmla="*/ 152588 w 389054"/>
                <a:gd name="connsiteY91" fmla="*/ 528883 h 752592"/>
                <a:gd name="connsiteX92" fmla="*/ 144839 w 389054"/>
                <a:gd name="connsiteY92" fmla="*/ 485386 h 752592"/>
                <a:gd name="connsiteX93" fmla="*/ 143089 w 389054"/>
                <a:gd name="connsiteY93" fmla="*/ 470555 h 752592"/>
                <a:gd name="connsiteX94" fmla="*/ 143589 w 389054"/>
                <a:gd name="connsiteY94" fmla="*/ 470055 h 752592"/>
                <a:gd name="connsiteX95" fmla="*/ 160587 w 389054"/>
                <a:gd name="connsiteY95" fmla="*/ 435641 h 752592"/>
                <a:gd name="connsiteX96" fmla="*/ 178669 w 389054"/>
                <a:gd name="connsiteY96" fmla="*/ 439724 h 752592"/>
                <a:gd name="connsiteX97" fmla="*/ 184752 w 389054"/>
                <a:gd name="connsiteY97" fmla="*/ 447057 h 752592"/>
                <a:gd name="connsiteX98" fmla="*/ 195000 w 389054"/>
                <a:gd name="connsiteY98" fmla="*/ 458223 h 752592"/>
                <a:gd name="connsiteX99" fmla="*/ 202250 w 389054"/>
                <a:gd name="connsiteY99" fmla="*/ 459223 h 752592"/>
                <a:gd name="connsiteX100" fmla="*/ 224498 w 389054"/>
                <a:gd name="connsiteY100" fmla="*/ 445140 h 752592"/>
                <a:gd name="connsiteX101" fmla="*/ 227831 w 389054"/>
                <a:gd name="connsiteY101" fmla="*/ 443974 h 752592"/>
                <a:gd name="connsiteX102" fmla="*/ 203000 w 389054"/>
                <a:gd name="connsiteY102" fmla="*/ 515217 h 752592"/>
                <a:gd name="connsiteX103" fmla="*/ 197584 w 389054"/>
                <a:gd name="connsiteY103" fmla="*/ 561797 h 752592"/>
                <a:gd name="connsiteX104" fmla="*/ 194251 w 389054"/>
                <a:gd name="connsiteY104" fmla="*/ 616875 h 752592"/>
                <a:gd name="connsiteX105" fmla="*/ 190085 w 389054"/>
                <a:gd name="connsiteY105" fmla="*/ 654788 h 752592"/>
                <a:gd name="connsiteX106" fmla="*/ 212665 w 389054"/>
                <a:gd name="connsiteY106" fmla="*/ 682536 h 752592"/>
                <a:gd name="connsiteX107" fmla="*/ 213332 w 389054"/>
                <a:gd name="connsiteY107" fmla="*/ 731031 h 752592"/>
                <a:gd name="connsiteX108" fmla="*/ 213332 w 389054"/>
                <a:gd name="connsiteY108" fmla="*/ 731031 h 752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389054" h="752592">
                  <a:moveTo>
                    <a:pt x="226748" y="677119"/>
                  </a:moveTo>
                  <a:cubicBezTo>
                    <a:pt x="222498" y="669870"/>
                    <a:pt x="217249" y="663454"/>
                    <a:pt x="211916" y="657038"/>
                  </a:cubicBezTo>
                  <a:cubicBezTo>
                    <a:pt x="205000" y="648705"/>
                    <a:pt x="205416" y="643372"/>
                    <a:pt x="207416" y="633040"/>
                  </a:cubicBezTo>
                  <a:cubicBezTo>
                    <a:pt x="211666" y="611376"/>
                    <a:pt x="211249" y="590627"/>
                    <a:pt x="213083" y="568879"/>
                  </a:cubicBezTo>
                  <a:cubicBezTo>
                    <a:pt x="216582" y="527466"/>
                    <a:pt x="218415" y="473971"/>
                    <a:pt x="246663" y="440807"/>
                  </a:cubicBezTo>
                  <a:cubicBezTo>
                    <a:pt x="246829" y="440807"/>
                    <a:pt x="247079" y="440724"/>
                    <a:pt x="247246" y="440724"/>
                  </a:cubicBezTo>
                  <a:cubicBezTo>
                    <a:pt x="248413" y="440891"/>
                    <a:pt x="249746" y="440724"/>
                    <a:pt x="251162" y="440141"/>
                  </a:cubicBezTo>
                  <a:cubicBezTo>
                    <a:pt x="251245" y="440141"/>
                    <a:pt x="251329" y="440058"/>
                    <a:pt x="251412" y="440058"/>
                  </a:cubicBezTo>
                  <a:cubicBezTo>
                    <a:pt x="254579" y="439474"/>
                    <a:pt x="257745" y="438641"/>
                    <a:pt x="260828" y="437308"/>
                  </a:cubicBezTo>
                  <a:cubicBezTo>
                    <a:pt x="261995" y="436808"/>
                    <a:pt x="262911" y="436058"/>
                    <a:pt x="263495" y="435225"/>
                  </a:cubicBezTo>
                  <a:cubicBezTo>
                    <a:pt x="277743" y="429559"/>
                    <a:pt x="292992" y="422976"/>
                    <a:pt x="303158" y="412643"/>
                  </a:cubicBezTo>
                  <a:cubicBezTo>
                    <a:pt x="317073" y="398645"/>
                    <a:pt x="309657" y="379063"/>
                    <a:pt x="316740" y="362564"/>
                  </a:cubicBezTo>
                  <a:cubicBezTo>
                    <a:pt x="325572" y="341983"/>
                    <a:pt x="348653" y="331900"/>
                    <a:pt x="355236" y="309402"/>
                  </a:cubicBezTo>
                  <a:cubicBezTo>
                    <a:pt x="357736" y="301070"/>
                    <a:pt x="357486" y="291737"/>
                    <a:pt x="356736" y="283155"/>
                  </a:cubicBezTo>
                  <a:cubicBezTo>
                    <a:pt x="356236" y="277655"/>
                    <a:pt x="354070" y="271240"/>
                    <a:pt x="354986" y="265740"/>
                  </a:cubicBezTo>
                  <a:cubicBezTo>
                    <a:pt x="356236" y="258324"/>
                    <a:pt x="362652" y="252658"/>
                    <a:pt x="367319" y="247242"/>
                  </a:cubicBezTo>
                  <a:cubicBezTo>
                    <a:pt x="378651" y="234076"/>
                    <a:pt x="390067" y="217827"/>
                    <a:pt x="388983" y="199579"/>
                  </a:cubicBezTo>
                  <a:cubicBezTo>
                    <a:pt x="387817" y="178664"/>
                    <a:pt x="375151" y="161833"/>
                    <a:pt x="366485" y="143584"/>
                  </a:cubicBezTo>
                  <a:cubicBezTo>
                    <a:pt x="357569" y="124669"/>
                    <a:pt x="370568" y="103671"/>
                    <a:pt x="361569" y="84090"/>
                  </a:cubicBezTo>
                  <a:cubicBezTo>
                    <a:pt x="354653" y="69091"/>
                    <a:pt x="338571" y="60508"/>
                    <a:pt x="324322" y="53759"/>
                  </a:cubicBezTo>
                  <a:cubicBezTo>
                    <a:pt x="313323" y="48593"/>
                    <a:pt x="297825" y="47093"/>
                    <a:pt x="289492" y="37427"/>
                  </a:cubicBezTo>
                  <a:cubicBezTo>
                    <a:pt x="283826" y="30678"/>
                    <a:pt x="281076" y="23178"/>
                    <a:pt x="273660" y="17512"/>
                  </a:cubicBezTo>
                  <a:cubicBezTo>
                    <a:pt x="258912" y="6180"/>
                    <a:pt x="239330" y="1014"/>
                    <a:pt x="221081" y="97"/>
                  </a:cubicBezTo>
                  <a:cubicBezTo>
                    <a:pt x="200417" y="-986"/>
                    <a:pt x="182168" y="7263"/>
                    <a:pt x="162504" y="12096"/>
                  </a:cubicBezTo>
                  <a:cubicBezTo>
                    <a:pt x="143755" y="16679"/>
                    <a:pt x="124007" y="13513"/>
                    <a:pt x="106592" y="23012"/>
                  </a:cubicBezTo>
                  <a:cubicBezTo>
                    <a:pt x="89677" y="32261"/>
                    <a:pt x="82677" y="52676"/>
                    <a:pt x="65596" y="60425"/>
                  </a:cubicBezTo>
                  <a:cubicBezTo>
                    <a:pt x="49347" y="67841"/>
                    <a:pt x="34098" y="72924"/>
                    <a:pt x="23766" y="88839"/>
                  </a:cubicBezTo>
                  <a:cubicBezTo>
                    <a:pt x="15600" y="101421"/>
                    <a:pt x="8684" y="122253"/>
                    <a:pt x="9767" y="137585"/>
                  </a:cubicBezTo>
                  <a:cubicBezTo>
                    <a:pt x="10100" y="142418"/>
                    <a:pt x="11517" y="147167"/>
                    <a:pt x="11267" y="152083"/>
                  </a:cubicBezTo>
                  <a:cubicBezTo>
                    <a:pt x="10934" y="158499"/>
                    <a:pt x="8268" y="163916"/>
                    <a:pt x="5684" y="169749"/>
                  </a:cubicBezTo>
                  <a:cubicBezTo>
                    <a:pt x="2101" y="178081"/>
                    <a:pt x="-232" y="185997"/>
                    <a:pt x="18" y="195246"/>
                  </a:cubicBezTo>
                  <a:cubicBezTo>
                    <a:pt x="602" y="215578"/>
                    <a:pt x="11767" y="232826"/>
                    <a:pt x="21933" y="249741"/>
                  </a:cubicBezTo>
                  <a:cubicBezTo>
                    <a:pt x="29932" y="263073"/>
                    <a:pt x="32765" y="269240"/>
                    <a:pt x="28516" y="284655"/>
                  </a:cubicBezTo>
                  <a:cubicBezTo>
                    <a:pt x="25933" y="293820"/>
                    <a:pt x="23433" y="302736"/>
                    <a:pt x="23849" y="312402"/>
                  </a:cubicBezTo>
                  <a:cubicBezTo>
                    <a:pt x="25683" y="357815"/>
                    <a:pt x="65345" y="386229"/>
                    <a:pt x="99593" y="409060"/>
                  </a:cubicBezTo>
                  <a:cubicBezTo>
                    <a:pt x="104176" y="417060"/>
                    <a:pt x="107592" y="425559"/>
                    <a:pt x="113008" y="433475"/>
                  </a:cubicBezTo>
                  <a:cubicBezTo>
                    <a:pt x="121007" y="445224"/>
                    <a:pt x="124924" y="458389"/>
                    <a:pt x="132256" y="470305"/>
                  </a:cubicBezTo>
                  <a:cubicBezTo>
                    <a:pt x="132756" y="471138"/>
                    <a:pt x="133506" y="471805"/>
                    <a:pt x="134423" y="472221"/>
                  </a:cubicBezTo>
                  <a:cubicBezTo>
                    <a:pt x="138089" y="500052"/>
                    <a:pt x="141172" y="528716"/>
                    <a:pt x="141172" y="556464"/>
                  </a:cubicBezTo>
                  <a:cubicBezTo>
                    <a:pt x="141172" y="575045"/>
                    <a:pt x="142839" y="593710"/>
                    <a:pt x="142756" y="612292"/>
                  </a:cubicBezTo>
                  <a:cubicBezTo>
                    <a:pt x="142672" y="631373"/>
                    <a:pt x="124424" y="642039"/>
                    <a:pt x="112508" y="655288"/>
                  </a:cubicBezTo>
                  <a:cubicBezTo>
                    <a:pt x="97259" y="672453"/>
                    <a:pt x="67762" y="711116"/>
                    <a:pt x="96260" y="730115"/>
                  </a:cubicBezTo>
                  <a:cubicBezTo>
                    <a:pt x="107925" y="737864"/>
                    <a:pt x="125090" y="736031"/>
                    <a:pt x="137922" y="732531"/>
                  </a:cubicBezTo>
                  <a:cubicBezTo>
                    <a:pt x="146838" y="730115"/>
                    <a:pt x="154838" y="724532"/>
                    <a:pt x="161254" y="717616"/>
                  </a:cubicBezTo>
                  <a:cubicBezTo>
                    <a:pt x="167670" y="739864"/>
                    <a:pt x="188001" y="758612"/>
                    <a:pt x="212999" y="750780"/>
                  </a:cubicBezTo>
                  <a:cubicBezTo>
                    <a:pt x="243080" y="741113"/>
                    <a:pt x="238913" y="698034"/>
                    <a:pt x="226748" y="677119"/>
                  </a:cubicBezTo>
                  <a:lnTo>
                    <a:pt x="226748" y="677119"/>
                  </a:lnTo>
                  <a:close/>
                  <a:moveTo>
                    <a:pt x="118341" y="419809"/>
                  </a:moveTo>
                  <a:cubicBezTo>
                    <a:pt x="114258" y="414477"/>
                    <a:pt x="110842" y="407727"/>
                    <a:pt x="105092" y="404644"/>
                  </a:cubicBezTo>
                  <a:lnTo>
                    <a:pt x="105092" y="404644"/>
                  </a:lnTo>
                  <a:cubicBezTo>
                    <a:pt x="77678" y="384646"/>
                    <a:pt x="42431" y="350399"/>
                    <a:pt x="40848" y="314152"/>
                  </a:cubicBezTo>
                  <a:cubicBezTo>
                    <a:pt x="40181" y="298154"/>
                    <a:pt x="51763" y="284072"/>
                    <a:pt x="50514" y="268157"/>
                  </a:cubicBezTo>
                  <a:cubicBezTo>
                    <a:pt x="49430" y="254491"/>
                    <a:pt x="38682" y="242159"/>
                    <a:pt x="32015" y="230743"/>
                  </a:cubicBezTo>
                  <a:cubicBezTo>
                    <a:pt x="22099" y="213911"/>
                    <a:pt x="13767" y="198246"/>
                    <a:pt x="20850" y="178581"/>
                  </a:cubicBezTo>
                  <a:cubicBezTo>
                    <a:pt x="23349" y="171582"/>
                    <a:pt x="27432" y="165082"/>
                    <a:pt x="28432" y="157500"/>
                  </a:cubicBezTo>
                  <a:cubicBezTo>
                    <a:pt x="29599" y="148417"/>
                    <a:pt x="25849" y="139835"/>
                    <a:pt x="26432" y="130835"/>
                  </a:cubicBezTo>
                  <a:cubicBezTo>
                    <a:pt x="27683" y="113254"/>
                    <a:pt x="36181" y="93255"/>
                    <a:pt x="50681" y="83090"/>
                  </a:cubicBezTo>
                  <a:cubicBezTo>
                    <a:pt x="64179" y="73590"/>
                    <a:pt x="78761" y="72341"/>
                    <a:pt x="89343" y="58759"/>
                  </a:cubicBezTo>
                  <a:cubicBezTo>
                    <a:pt x="102259" y="42177"/>
                    <a:pt x="113925" y="30428"/>
                    <a:pt x="136256" y="29928"/>
                  </a:cubicBezTo>
                  <a:cubicBezTo>
                    <a:pt x="153338" y="29595"/>
                    <a:pt x="169170" y="25761"/>
                    <a:pt x="185502" y="21012"/>
                  </a:cubicBezTo>
                  <a:cubicBezTo>
                    <a:pt x="203500" y="15762"/>
                    <a:pt x="220415" y="13346"/>
                    <a:pt x="238913" y="17845"/>
                  </a:cubicBezTo>
                  <a:cubicBezTo>
                    <a:pt x="248579" y="20262"/>
                    <a:pt x="258912" y="24262"/>
                    <a:pt x="266578" y="30844"/>
                  </a:cubicBezTo>
                  <a:cubicBezTo>
                    <a:pt x="274077" y="37344"/>
                    <a:pt x="275410" y="47426"/>
                    <a:pt x="282576" y="53759"/>
                  </a:cubicBezTo>
                  <a:cubicBezTo>
                    <a:pt x="287992" y="58508"/>
                    <a:pt x="295742" y="59092"/>
                    <a:pt x="302241" y="61175"/>
                  </a:cubicBezTo>
                  <a:cubicBezTo>
                    <a:pt x="312740" y="64508"/>
                    <a:pt x="322989" y="69674"/>
                    <a:pt x="332155" y="75757"/>
                  </a:cubicBezTo>
                  <a:cubicBezTo>
                    <a:pt x="339571" y="80673"/>
                    <a:pt x="345737" y="86006"/>
                    <a:pt x="348070" y="94922"/>
                  </a:cubicBezTo>
                  <a:cubicBezTo>
                    <a:pt x="350903" y="106088"/>
                    <a:pt x="346070" y="117170"/>
                    <a:pt x="345737" y="128336"/>
                  </a:cubicBezTo>
                  <a:cubicBezTo>
                    <a:pt x="345237" y="144001"/>
                    <a:pt x="354986" y="157000"/>
                    <a:pt x="361986" y="170249"/>
                  </a:cubicBezTo>
                  <a:cubicBezTo>
                    <a:pt x="373734" y="192580"/>
                    <a:pt x="374901" y="210162"/>
                    <a:pt x="358569" y="230243"/>
                  </a:cubicBezTo>
                  <a:cubicBezTo>
                    <a:pt x="346570" y="244992"/>
                    <a:pt x="335405" y="255074"/>
                    <a:pt x="337738" y="275322"/>
                  </a:cubicBezTo>
                  <a:cubicBezTo>
                    <a:pt x="339321" y="289321"/>
                    <a:pt x="341571" y="302070"/>
                    <a:pt x="333322" y="314735"/>
                  </a:cubicBezTo>
                  <a:cubicBezTo>
                    <a:pt x="327656" y="323402"/>
                    <a:pt x="319489" y="330068"/>
                    <a:pt x="312740" y="337817"/>
                  </a:cubicBezTo>
                  <a:cubicBezTo>
                    <a:pt x="300908" y="351399"/>
                    <a:pt x="297408" y="365481"/>
                    <a:pt x="296658" y="383063"/>
                  </a:cubicBezTo>
                  <a:cubicBezTo>
                    <a:pt x="295991" y="397394"/>
                    <a:pt x="289909" y="402978"/>
                    <a:pt x="277826" y="409644"/>
                  </a:cubicBezTo>
                  <a:cubicBezTo>
                    <a:pt x="267244" y="415476"/>
                    <a:pt x="256245" y="420726"/>
                    <a:pt x="245413" y="426059"/>
                  </a:cubicBezTo>
                  <a:cubicBezTo>
                    <a:pt x="245246" y="426142"/>
                    <a:pt x="245079" y="426309"/>
                    <a:pt x="244913" y="426392"/>
                  </a:cubicBezTo>
                  <a:cubicBezTo>
                    <a:pt x="236163" y="427142"/>
                    <a:pt x="227581" y="428392"/>
                    <a:pt x="218998" y="431808"/>
                  </a:cubicBezTo>
                  <a:cubicBezTo>
                    <a:pt x="211499" y="434808"/>
                    <a:pt x="206499" y="439974"/>
                    <a:pt x="200167" y="443974"/>
                  </a:cubicBezTo>
                  <a:cubicBezTo>
                    <a:pt x="187668" y="433308"/>
                    <a:pt x="180669" y="416310"/>
                    <a:pt x="160754" y="419559"/>
                  </a:cubicBezTo>
                  <a:cubicBezTo>
                    <a:pt x="143672" y="422392"/>
                    <a:pt x="142089" y="436391"/>
                    <a:pt x="137922" y="449473"/>
                  </a:cubicBezTo>
                  <a:cubicBezTo>
                    <a:pt x="136589" y="446224"/>
                    <a:pt x="135256" y="442974"/>
                    <a:pt x="133423" y="439974"/>
                  </a:cubicBezTo>
                  <a:cubicBezTo>
                    <a:pt x="129007" y="432725"/>
                    <a:pt x="123340" y="426392"/>
                    <a:pt x="118341" y="419809"/>
                  </a:cubicBezTo>
                  <a:lnTo>
                    <a:pt x="118341" y="419809"/>
                  </a:lnTo>
                  <a:close/>
                  <a:moveTo>
                    <a:pt x="213332" y="731031"/>
                  </a:moveTo>
                  <a:cubicBezTo>
                    <a:pt x="206250" y="738197"/>
                    <a:pt x="196667" y="735614"/>
                    <a:pt x="188918" y="731281"/>
                  </a:cubicBezTo>
                  <a:cubicBezTo>
                    <a:pt x="177335" y="724782"/>
                    <a:pt x="172336" y="713199"/>
                    <a:pt x="172836" y="699950"/>
                  </a:cubicBezTo>
                  <a:cubicBezTo>
                    <a:pt x="173169" y="692118"/>
                    <a:pt x="163587" y="689868"/>
                    <a:pt x="159921" y="696534"/>
                  </a:cubicBezTo>
                  <a:cubicBezTo>
                    <a:pt x="155171" y="705034"/>
                    <a:pt x="147338" y="712449"/>
                    <a:pt x="138339" y="716199"/>
                  </a:cubicBezTo>
                  <a:cubicBezTo>
                    <a:pt x="131173" y="719116"/>
                    <a:pt x="115675" y="722032"/>
                    <a:pt x="108425" y="718116"/>
                  </a:cubicBezTo>
                  <a:cubicBezTo>
                    <a:pt x="90094" y="708366"/>
                    <a:pt x="111508" y="681286"/>
                    <a:pt x="119591" y="672203"/>
                  </a:cubicBezTo>
                  <a:cubicBezTo>
                    <a:pt x="135923" y="653955"/>
                    <a:pt x="158754" y="640540"/>
                    <a:pt x="158254" y="613959"/>
                  </a:cubicBezTo>
                  <a:cubicBezTo>
                    <a:pt x="157671" y="586044"/>
                    <a:pt x="156754" y="556380"/>
                    <a:pt x="152588" y="528883"/>
                  </a:cubicBezTo>
                  <a:cubicBezTo>
                    <a:pt x="150421" y="514301"/>
                    <a:pt x="147671" y="499886"/>
                    <a:pt x="144839" y="485386"/>
                  </a:cubicBezTo>
                  <a:cubicBezTo>
                    <a:pt x="143922" y="480554"/>
                    <a:pt x="143672" y="475471"/>
                    <a:pt x="143089" y="470555"/>
                  </a:cubicBezTo>
                  <a:cubicBezTo>
                    <a:pt x="143255" y="470388"/>
                    <a:pt x="143422" y="470222"/>
                    <a:pt x="143589" y="470055"/>
                  </a:cubicBezTo>
                  <a:cubicBezTo>
                    <a:pt x="151588" y="459223"/>
                    <a:pt x="149171" y="443141"/>
                    <a:pt x="160587" y="435641"/>
                  </a:cubicBezTo>
                  <a:cubicBezTo>
                    <a:pt x="168503" y="430392"/>
                    <a:pt x="172086" y="433225"/>
                    <a:pt x="178669" y="439724"/>
                  </a:cubicBezTo>
                  <a:cubicBezTo>
                    <a:pt x="180835" y="441891"/>
                    <a:pt x="182752" y="444724"/>
                    <a:pt x="184752" y="447057"/>
                  </a:cubicBezTo>
                  <a:cubicBezTo>
                    <a:pt x="188001" y="450890"/>
                    <a:pt x="190918" y="455306"/>
                    <a:pt x="195000" y="458223"/>
                  </a:cubicBezTo>
                  <a:cubicBezTo>
                    <a:pt x="197084" y="459722"/>
                    <a:pt x="199917" y="460306"/>
                    <a:pt x="202250" y="459223"/>
                  </a:cubicBezTo>
                  <a:cubicBezTo>
                    <a:pt x="210333" y="455389"/>
                    <a:pt x="216082" y="448640"/>
                    <a:pt x="224498" y="445140"/>
                  </a:cubicBezTo>
                  <a:cubicBezTo>
                    <a:pt x="225581" y="444724"/>
                    <a:pt x="226665" y="444307"/>
                    <a:pt x="227831" y="443974"/>
                  </a:cubicBezTo>
                  <a:cubicBezTo>
                    <a:pt x="213332" y="464055"/>
                    <a:pt x="206166" y="492553"/>
                    <a:pt x="203000" y="515217"/>
                  </a:cubicBezTo>
                  <a:cubicBezTo>
                    <a:pt x="200833" y="530716"/>
                    <a:pt x="199334" y="546215"/>
                    <a:pt x="197584" y="561797"/>
                  </a:cubicBezTo>
                  <a:cubicBezTo>
                    <a:pt x="195584" y="580128"/>
                    <a:pt x="197167" y="598626"/>
                    <a:pt x="194251" y="616875"/>
                  </a:cubicBezTo>
                  <a:cubicBezTo>
                    <a:pt x="192501" y="628041"/>
                    <a:pt x="186085" y="643623"/>
                    <a:pt x="190085" y="654788"/>
                  </a:cubicBezTo>
                  <a:cubicBezTo>
                    <a:pt x="193917" y="665371"/>
                    <a:pt x="206750" y="672620"/>
                    <a:pt x="212665" y="682536"/>
                  </a:cubicBezTo>
                  <a:cubicBezTo>
                    <a:pt x="220832" y="696034"/>
                    <a:pt x="225915" y="718282"/>
                    <a:pt x="213332" y="731031"/>
                  </a:cubicBezTo>
                  <a:lnTo>
                    <a:pt x="213332" y="731031"/>
                  </a:lnTo>
                  <a:close/>
                </a:path>
              </a:pathLst>
            </a:custGeom>
            <a:grpFill/>
            <a:ln w="8332" cap="flat">
              <a:noFill/>
              <a:prstDash val="solid"/>
              <a:miter/>
            </a:ln>
          </p:spPr>
          <p:txBody>
            <a:bodyPr rtlCol="0" anchor="ctr"/>
            <a:lstStyle/>
            <a:p>
              <a:endParaRPr lang="en-US"/>
            </a:p>
          </p:txBody>
        </p:sp>
        <p:sp>
          <p:nvSpPr>
            <p:cNvPr id="2616" name="Freeform: Shape 2615"/>
            <p:cNvSpPr/>
            <p:nvPr/>
          </p:nvSpPr>
          <p:spPr>
            <a:xfrm>
              <a:off x="7255132" y="5607404"/>
              <a:ext cx="74983" cy="242579"/>
            </a:xfrm>
            <a:custGeom>
              <a:avLst/>
              <a:gdLst>
                <a:gd name="connsiteX0" fmla="*/ 61896 w 74983"/>
                <a:gd name="connsiteY0" fmla="*/ 234913 h 242579"/>
                <a:gd name="connsiteX1" fmla="*/ 31899 w 74983"/>
                <a:gd name="connsiteY1" fmla="*/ 209083 h 242579"/>
                <a:gd name="connsiteX2" fmla="*/ 43898 w 74983"/>
                <a:gd name="connsiteY2" fmla="*/ 176085 h 242579"/>
                <a:gd name="connsiteX3" fmla="*/ 18817 w 74983"/>
                <a:gd name="connsiteY3" fmla="*/ 127673 h 242579"/>
                <a:gd name="connsiteX4" fmla="*/ 24983 w 74983"/>
                <a:gd name="connsiteY4" fmla="*/ 89510 h 242579"/>
                <a:gd name="connsiteX5" fmla="*/ 17234 w 74983"/>
                <a:gd name="connsiteY5" fmla="*/ 67929 h 242579"/>
                <a:gd name="connsiteX6" fmla="*/ 25899 w 74983"/>
                <a:gd name="connsiteY6" fmla="*/ 19933 h 242579"/>
                <a:gd name="connsiteX7" fmla="*/ 73729 w 74983"/>
                <a:gd name="connsiteY7" fmla="*/ 4768 h 242579"/>
                <a:gd name="connsiteX8" fmla="*/ 74395 w 74983"/>
                <a:gd name="connsiteY8" fmla="*/ 3101 h 242579"/>
                <a:gd name="connsiteX9" fmla="*/ 5818 w 74983"/>
                <a:gd name="connsiteY9" fmla="*/ 28932 h 242579"/>
                <a:gd name="connsiteX10" fmla="*/ 3818 w 74983"/>
                <a:gd name="connsiteY10" fmla="*/ 65846 h 242579"/>
                <a:gd name="connsiteX11" fmla="*/ 9568 w 74983"/>
                <a:gd name="connsiteY11" fmla="*/ 94259 h 242579"/>
                <a:gd name="connsiteX12" fmla="*/ 1902 w 74983"/>
                <a:gd name="connsiteY12" fmla="*/ 116924 h 242579"/>
                <a:gd name="connsiteX13" fmla="*/ 14567 w 74983"/>
                <a:gd name="connsiteY13" fmla="*/ 153671 h 242579"/>
                <a:gd name="connsiteX14" fmla="*/ 29566 w 74983"/>
                <a:gd name="connsiteY14" fmla="*/ 170253 h 242579"/>
                <a:gd name="connsiteX15" fmla="*/ 21317 w 74983"/>
                <a:gd name="connsiteY15" fmla="*/ 188251 h 242579"/>
                <a:gd name="connsiteX16" fmla="*/ 23067 w 74983"/>
                <a:gd name="connsiteY16" fmla="*/ 226581 h 242579"/>
                <a:gd name="connsiteX17" fmla="*/ 58646 w 74983"/>
                <a:gd name="connsiteY17" fmla="*/ 242579 h 242579"/>
                <a:gd name="connsiteX18" fmla="*/ 61896 w 74983"/>
                <a:gd name="connsiteY18" fmla="*/ 234913 h 242579"/>
                <a:gd name="connsiteX19" fmla="*/ 61896 w 74983"/>
                <a:gd name="connsiteY19" fmla="*/ 234913 h 242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4983" h="242579">
                  <a:moveTo>
                    <a:pt x="61896" y="234913"/>
                  </a:moveTo>
                  <a:cubicBezTo>
                    <a:pt x="49897" y="227581"/>
                    <a:pt x="33982" y="226164"/>
                    <a:pt x="31899" y="209083"/>
                  </a:cubicBezTo>
                  <a:cubicBezTo>
                    <a:pt x="30233" y="195583"/>
                    <a:pt x="38649" y="187084"/>
                    <a:pt x="43898" y="176085"/>
                  </a:cubicBezTo>
                  <a:cubicBezTo>
                    <a:pt x="53147" y="156670"/>
                    <a:pt x="23983" y="145171"/>
                    <a:pt x="18817" y="127673"/>
                  </a:cubicBezTo>
                  <a:cubicBezTo>
                    <a:pt x="14651" y="113591"/>
                    <a:pt x="24233" y="103009"/>
                    <a:pt x="24983" y="89510"/>
                  </a:cubicBezTo>
                  <a:cubicBezTo>
                    <a:pt x="25483" y="80927"/>
                    <a:pt x="21650" y="74928"/>
                    <a:pt x="17234" y="67929"/>
                  </a:cubicBezTo>
                  <a:cubicBezTo>
                    <a:pt x="5651" y="49347"/>
                    <a:pt x="8401" y="33432"/>
                    <a:pt x="25899" y="19933"/>
                  </a:cubicBezTo>
                  <a:cubicBezTo>
                    <a:pt x="39565" y="9350"/>
                    <a:pt x="56147" y="-232"/>
                    <a:pt x="73729" y="4768"/>
                  </a:cubicBezTo>
                  <a:cubicBezTo>
                    <a:pt x="74812" y="5101"/>
                    <a:pt x="75562" y="3601"/>
                    <a:pt x="74395" y="3101"/>
                  </a:cubicBezTo>
                  <a:cubicBezTo>
                    <a:pt x="51647" y="-6898"/>
                    <a:pt x="18734" y="8767"/>
                    <a:pt x="5818" y="28932"/>
                  </a:cubicBezTo>
                  <a:cubicBezTo>
                    <a:pt x="-1431" y="40264"/>
                    <a:pt x="-1681" y="53847"/>
                    <a:pt x="3818" y="65846"/>
                  </a:cubicBezTo>
                  <a:cubicBezTo>
                    <a:pt x="8568" y="76094"/>
                    <a:pt x="13318" y="82594"/>
                    <a:pt x="9568" y="94259"/>
                  </a:cubicBezTo>
                  <a:cubicBezTo>
                    <a:pt x="6985" y="102092"/>
                    <a:pt x="2819" y="108425"/>
                    <a:pt x="1902" y="116924"/>
                  </a:cubicBezTo>
                  <a:cubicBezTo>
                    <a:pt x="318" y="131006"/>
                    <a:pt x="6068" y="142922"/>
                    <a:pt x="14567" y="153671"/>
                  </a:cubicBezTo>
                  <a:cubicBezTo>
                    <a:pt x="17650" y="157504"/>
                    <a:pt x="28733" y="166086"/>
                    <a:pt x="29566" y="170253"/>
                  </a:cubicBezTo>
                  <a:cubicBezTo>
                    <a:pt x="30316" y="174086"/>
                    <a:pt x="22650" y="184251"/>
                    <a:pt x="21317" y="188251"/>
                  </a:cubicBezTo>
                  <a:cubicBezTo>
                    <a:pt x="16817" y="201083"/>
                    <a:pt x="16067" y="214498"/>
                    <a:pt x="23067" y="226581"/>
                  </a:cubicBezTo>
                  <a:cubicBezTo>
                    <a:pt x="30899" y="240163"/>
                    <a:pt x="43815" y="242579"/>
                    <a:pt x="58646" y="242579"/>
                  </a:cubicBezTo>
                  <a:cubicBezTo>
                    <a:pt x="62313" y="242496"/>
                    <a:pt x="65896" y="237413"/>
                    <a:pt x="61896" y="234913"/>
                  </a:cubicBezTo>
                  <a:lnTo>
                    <a:pt x="61896" y="234913"/>
                  </a:lnTo>
                  <a:close/>
                </a:path>
              </a:pathLst>
            </a:custGeom>
            <a:grpFill/>
            <a:ln w="8332" cap="flat">
              <a:noFill/>
              <a:prstDash val="solid"/>
              <a:miter/>
            </a:ln>
          </p:spPr>
          <p:txBody>
            <a:bodyPr rtlCol="0" anchor="ctr"/>
            <a:lstStyle/>
            <a:p>
              <a:endParaRPr lang="en-US"/>
            </a:p>
          </p:txBody>
        </p:sp>
        <p:sp>
          <p:nvSpPr>
            <p:cNvPr id="2617" name="Freeform: Shape 2616"/>
            <p:cNvSpPr/>
            <p:nvPr/>
          </p:nvSpPr>
          <p:spPr>
            <a:xfrm>
              <a:off x="7322793" y="5812833"/>
              <a:ext cx="71008" cy="80183"/>
            </a:xfrm>
            <a:custGeom>
              <a:avLst/>
              <a:gdLst>
                <a:gd name="connsiteX0" fmla="*/ 66979 w 71008"/>
                <a:gd name="connsiteY0" fmla="*/ 66064 h 80183"/>
                <a:gd name="connsiteX1" fmla="*/ 24733 w 71008"/>
                <a:gd name="connsiteY1" fmla="*/ 51732 h 80183"/>
                <a:gd name="connsiteX2" fmla="*/ 16233 w 71008"/>
                <a:gd name="connsiteY2" fmla="*/ 37566 h 80183"/>
                <a:gd name="connsiteX3" fmla="*/ 17983 w 71008"/>
                <a:gd name="connsiteY3" fmla="*/ 5319 h 80183"/>
                <a:gd name="connsiteX4" fmla="*/ 11317 w 71008"/>
                <a:gd name="connsiteY4" fmla="*/ 1403 h 80183"/>
                <a:gd name="connsiteX5" fmla="*/ 151 w 71008"/>
                <a:gd name="connsiteY5" fmla="*/ 30233 h 80183"/>
                <a:gd name="connsiteX6" fmla="*/ 5734 w 71008"/>
                <a:gd name="connsiteY6" fmla="*/ 45482 h 80183"/>
                <a:gd name="connsiteX7" fmla="*/ 14567 w 71008"/>
                <a:gd name="connsiteY7" fmla="*/ 62647 h 80183"/>
                <a:gd name="connsiteX8" fmla="*/ 69228 w 71008"/>
                <a:gd name="connsiteY8" fmla="*/ 74396 h 80183"/>
                <a:gd name="connsiteX9" fmla="*/ 66979 w 71008"/>
                <a:gd name="connsiteY9" fmla="*/ 66064 h 80183"/>
                <a:gd name="connsiteX10" fmla="*/ 66979 w 71008"/>
                <a:gd name="connsiteY10" fmla="*/ 66064 h 80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1008" h="80183">
                  <a:moveTo>
                    <a:pt x="66979" y="66064"/>
                  </a:moveTo>
                  <a:cubicBezTo>
                    <a:pt x="51814" y="62064"/>
                    <a:pt x="34149" y="69230"/>
                    <a:pt x="24733" y="51732"/>
                  </a:cubicBezTo>
                  <a:cubicBezTo>
                    <a:pt x="22066" y="46732"/>
                    <a:pt x="19233" y="42399"/>
                    <a:pt x="16233" y="37566"/>
                  </a:cubicBezTo>
                  <a:cubicBezTo>
                    <a:pt x="9317" y="26317"/>
                    <a:pt x="11817" y="16235"/>
                    <a:pt x="17983" y="5319"/>
                  </a:cubicBezTo>
                  <a:cubicBezTo>
                    <a:pt x="20149" y="1403"/>
                    <a:pt x="13900" y="-2014"/>
                    <a:pt x="11317" y="1403"/>
                  </a:cubicBezTo>
                  <a:cubicBezTo>
                    <a:pt x="4734" y="10069"/>
                    <a:pt x="-1015" y="18901"/>
                    <a:pt x="151" y="30233"/>
                  </a:cubicBezTo>
                  <a:cubicBezTo>
                    <a:pt x="735" y="35983"/>
                    <a:pt x="2735" y="40649"/>
                    <a:pt x="5734" y="45482"/>
                  </a:cubicBezTo>
                  <a:cubicBezTo>
                    <a:pt x="9151" y="51065"/>
                    <a:pt x="11234" y="57148"/>
                    <a:pt x="14567" y="62647"/>
                  </a:cubicBezTo>
                  <a:cubicBezTo>
                    <a:pt x="24233" y="78563"/>
                    <a:pt x="54313" y="86312"/>
                    <a:pt x="69228" y="74396"/>
                  </a:cubicBezTo>
                  <a:cubicBezTo>
                    <a:pt x="72645" y="71563"/>
                    <a:pt x="70728" y="67064"/>
                    <a:pt x="66979" y="66064"/>
                  </a:cubicBezTo>
                  <a:lnTo>
                    <a:pt x="66979" y="66064"/>
                  </a:lnTo>
                  <a:close/>
                </a:path>
              </a:pathLst>
            </a:custGeom>
            <a:grpFill/>
            <a:ln w="8332" cap="flat">
              <a:noFill/>
              <a:prstDash val="solid"/>
              <a:miter/>
            </a:ln>
          </p:spPr>
          <p:txBody>
            <a:bodyPr rtlCol="0" anchor="ctr"/>
            <a:lstStyle/>
            <a:p>
              <a:endParaRPr lang="en-US"/>
            </a:p>
          </p:txBody>
        </p:sp>
        <p:sp>
          <p:nvSpPr>
            <p:cNvPr id="2618" name="Freeform: Shape 2617"/>
            <p:cNvSpPr/>
            <p:nvPr/>
          </p:nvSpPr>
          <p:spPr>
            <a:xfrm>
              <a:off x="7301173" y="5712806"/>
              <a:ext cx="81742" cy="95315"/>
            </a:xfrm>
            <a:custGeom>
              <a:avLst/>
              <a:gdLst>
                <a:gd name="connsiteX0" fmla="*/ 75434 w 81742"/>
                <a:gd name="connsiteY0" fmla="*/ 80515 h 95315"/>
                <a:gd name="connsiteX1" fmla="*/ 54519 w 81742"/>
                <a:gd name="connsiteY1" fmla="*/ 68349 h 95315"/>
                <a:gd name="connsiteX2" fmla="*/ 66768 w 81742"/>
                <a:gd name="connsiteY2" fmla="*/ 47935 h 95315"/>
                <a:gd name="connsiteX3" fmla="*/ 58352 w 81742"/>
                <a:gd name="connsiteY3" fmla="*/ 41352 h 95315"/>
                <a:gd name="connsiteX4" fmla="*/ 41354 w 81742"/>
                <a:gd name="connsiteY4" fmla="*/ 68433 h 95315"/>
                <a:gd name="connsiteX5" fmla="*/ 14273 w 81742"/>
                <a:gd name="connsiteY5" fmla="*/ 47851 h 95315"/>
                <a:gd name="connsiteX6" fmla="*/ 30771 w 81742"/>
                <a:gd name="connsiteY6" fmla="*/ 6355 h 95315"/>
                <a:gd name="connsiteX7" fmla="*/ 26438 w 81742"/>
                <a:gd name="connsiteY7" fmla="*/ 605 h 95315"/>
                <a:gd name="connsiteX8" fmla="*/ 1857 w 81742"/>
                <a:gd name="connsiteY8" fmla="*/ 53517 h 95315"/>
                <a:gd name="connsiteX9" fmla="*/ 43020 w 81742"/>
                <a:gd name="connsiteY9" fmla="*/ 79515 h 95315"/>
                <a:gd name="connsiteX10" fmla="*/ 57435 w 81742"/>
                <a:gd name="connsiteY10" fmla="*/ 93847 h 95315"/>
                <a:gd name="connsiteX11" fmla="*/ 79350 w 81742"/>
                <a:gd name="connsiteY11" fmla="*/ 90264 h 95315"/>
                <a:gd name="connsiteX12" fmla="*/ 75434 w 81742"/>
                <a:gd name="connsiteY12" fmla="*/ 80515 h 95315"/>
                <a:gd name="connsiteX13" fmla="*/ 75434 w 81742"/>
                <a:gd name="connsiteY13" fmla="*/ 80515 h 95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1742" h="95315">
                  <a:moveTo>
                    <a:pt x="75434" y="80515"/>
                  </a:moveTo>
                  <a:cubicBezTo>
                    <a:pt x="67268" y="81348"/>
                    <a:pt x="54186" y="79682"/>
                    <a:pt x="54519" y="68349"/>
                  </a:cubicBezTo>
                  <a:cubicBezTo>
                    <a:pt x="54769" y="60516"/>
                    <a:pt x="62352" y="53684"/>
                    <a:pt x="66768" y="47935"/>
                  </a:cubicBezTo>
                  <a:cubicBezTo>
                    <a:pt x="71018" y="42518"/>
                    <a:pt x="62602" y="35936"/>
                    <a:pt x="58352" y="41352"/>
                  </a:cubicBezTo>
                  <a:cubicBezTo>
                    <a:pt x="51936" y="49601"/>
                    <a:pt x="42687" y="58100"/>
                    <a:pt x="41354" y="68433"/>
                  </a:cubicBezTo>
                  <a:cubicBezTo>
                    <a:pt x="29688" y="65350"/>
                    <a:pt x="18106" y="60683"/>
                    <a:pt x="14273" y="47851"/>
                  </a:cubicBezTo>
                  <a:cubicBezTo>
                    <a:pt x="9106" y="30519"/>
                    <a:pt x="17023" y="16604"/>
                    <a:pt x="30771" y="6355"/>
                  </a:cubicBezTo>
                  <a:cubicBezTo>
                    <a:pt x="34521" y="3605"/>
                    <a:pt x="30272" y="-1811"/>
                    <a:pt x="26438" y="605"/>
                  </a:cubicBezTo>
                  <a:cubicBezTo>
                    <a:pt x="8273" y="12188"/>
                    <a:pt x="-5059" y="31103"/>
                    <a:pt x="1857" y="53517"/>
                  </a:cubicBezTo>
                  <a:cubicBezTo>
                    <a:pt x="7023" y="70099"/>
                    <a:pt x="25439" y="84181"/>
                    <a:pt x="43020" y="79515"/>
                  </a:cubicBezTo>
                  <a:cubicBezTo>
                    <a:pt x="45770" y="85681"/>
                    <a:pt x="51353" y="91181"/>
                    <a:pt x="57435" y="93847"/>
                  </a:cubicBezTo>
                  <a:cubicBezTo>
                    <a:pt x="65351" y="97180"/>
                    <a:pt x="72601" y="94347"/>
                    <a:pt x="79350" y="90264"/>
                  </a:cubicBezTo>
                  <a:cubicBezTo>
                    <a:pt x="84516" y="87264"/>
                    <a:pt x="80433" y="80015"/>
                    <a:pt x="75434" y="80515"/>
                  </a:cubicBezTo>
                  <a:lnTo>
                    <a:pt x="75434" y="80515"/>
                  </a:lnTo>
                  <a:close/>
                </a:path>
              </a:pathLst>
            </a:custGeom>
            <a:grpFill/>
            <a:ln w="8332" cap="flat">
              <a:noFill/>
              <a:prstDash val="solid"/>
              <a:miter/>
            </a:ln>
          </p:spPr>
          <p:txBody>
            <a:bodyPr rtlCol="0" anchor="ctr"/>
            <a:lstStyle/>
            <a:p>
              <a:endParaRPr lang="en-US"/>
            </a:p>
          </p:txBody>
        </p:sp>
        <p:sp>
          <p:nvSpPr>
            <p:cNvPr id="2619" name="Freeform: Shape 2618"/>
            <p:cNvSpPr/>
            <p:nvPr/>
          </p:nvSpPr>
          <p:spPr>
            <a:xfrm>
              <a:off x="7319301" y="5647340"/>
              <a:ext cx="32704" cy="47806"/>
            </a:xfrm>
            <a:custGeom>
              <a:avLst/>
              <a:gdLst>
                <a:gd name="connsiteX0" fmla="*/ 27725 w 32704"/>
                <a:gd name="connsiteY0" fmla="*/ 35491 h 47806"/>
                <a:gd name="connsiteX1" fmla="*/ 13476 w 32704"/>
                <a:gd name="connsiteY1" fmla="*/ 24826 h 47806"/>
                <a:gd name="connsiteX2" fmla="*/ 21142 w 32704"/>
                <a:gd name="connsiteY2" fmla="*/ 8161 h 47806"/>
                <a:gd name="connsiteX3" fmla="*/ 11142 w 32704"/>
                <a:gd name="connsiteY3" fmla="*/ 2328 h 47806"/>
                <a:gd name="connsiteX4" fmla="*/ 144 w 32704"/>
                <a:gd name="connsiteY4" fmla="*/ 30492 h 47806"/>
                <a:gd name="connsiteX5" fmla="*/ 27808 w 32704"/>
                <a:gd name="connsiteY5" fmla="*/ 47241 h 47806"/>
                <a:gd name="connsiteX6" fmla="*/ 27725 w 32704"/>
                <a:gd name="connsiteY6" fmla="*/ 35491 h 47806"/>
                <a:gd name="connsiteX7" fmla="*/ 27725 w 32704"/>
                <a:gd name="connsiteY7" fmla="*/ 35491 h 47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704" h="47806">
                  <a:moveTo>
                    <a:pt x="27725" y="35491"/>
                  </a:moveTo>
                  <a:cubicBezTo>
                    <a:pt x="21058" y="34908"/>
                    <a:pt x="12309" y="33492"/>
                    <a:pt x="13476" y="24826"/>
                  </a:cubicBezTo>
                  <a:cubicBezTo>
                    <a:pt x="14309" y="18826"/>
                    <a:pt x="18309" y="13327"/>
                    <a:pt x="21142" y="8161"/>
                  </a:cubicBezTo>
                  <a:cubicBezTo>
                    <a:pt x="24225" y="2411"/>
                    <a:pt x="14559" y="-3338"/>
                    <a:pt x="11142" y="2328"/>
                  </a:cubicBezTo>
                  <a:cubicBezTo>
                    <a:pt x="6060" y="10744"/>
                    <a:pt x="-1106" y="20076"/>
                    <a:pt x="144" y="30492"/>
                  </a:cubicBezTo>
                  <a:cubicBezTo>
                    <a:pt x="1727" y="44824"/>
                    <a:pt x="15226" y="49573"/>
                    <a:pt x="27808" y="47241"/>
                  </a:cubicBezTo>
                  <a:cubicBezTo>
                    <a:pt x="34057" y="45990"/>
                    <a:pt x="34640" y="36075"/>
                    <a:pt x="27725" y="35491"/>
                  </a:cubicBezTo>
                  <a:lnTo>
                    <a:pt x="27725" y="35491"/>
                  </a:lnTo>
                  <a:close/>
                </a:path>
              </a:pathLst>
            </a:custGeom>
            <a:grpFill/>
            <a:ln w="8332" cap="flat">
              <a:noFill/>
              <a:prstDash val="solid"/>
              <a:miter/>
            </a:ln>
          </p:spPr>
          <p:txBody>
            <a:bodyPr rtlCol="0" anchor="ctr"/>
            <a:lstStyle/>
            <a:p>
              <a:endParaRPr lang="en-US"/>
            </a:p>
          </p:txBody>
        </p:sp>
        <p:sp>
          <p:nvSpPr>
            <p:cNvPr id="2620" name="Freeform: Shape 2619"/>
            <p:cNvSpPr/>
            <p:nvPr/>
          </p:nvSpPr>
          <p:spPr>
            <a:xfrm>
              <a:off x="7354160" y="5562142"/>
              <a:ext cx="110100" cy="58638"/>
            </a:xfrm>
            <a:custGeom>
              <a:avLst/>
              <a:gdLst>
                <a:gd name="connsiteX0" fmla="*/ 109772 w 110100"/>
                <a:gd name="connsiteY0" fmla="*/ 36696 h 58638"/>
                <a:gd name="connsiteX1" fmla="*/ 77358 w 110100"/>
                <a:gd name="connsiteY1" fmla="*/ 2200 h 58638"/>
                <a:gd name="connsiteX2" fmla="*/ 35195 w 110100"/>
                <a:gd name="connsiteY2" fmla="*/ 10699 h 58638"/>
                <a:gd name="connsiteX3" fmla="*/ 32946 w 110100"/>
                <a:gd name="connsiteY3" fmla="*/ 12199 h 58638"/>
                <a:gd name="connsiteX4" fmla="*/ 27530 w 110100"/>
                <a:gd name="connsiteY4" fmla="*/ 11199 h 58638"/>
                <a:gd name="connsiteX5" fmla="*/ 9531 w 110100"/>
                <a:gd name="connsiteY5" fmla="*/ 20031 h 58638"/>
                <a:gd name="connsiteX6" fmla="*/ 3532 w 110100"/>
                <a:gd name="connsiteY6" fmla="*/ 55945 h 58638"/>
                <a:gd name="connsiteX7" fmla="*/ 12031 w 110100"/>
                <a:gd name="connsiteY7" fmla="*/ 52445 h 58638"/>
                <a:gd name="connsiteX8" fmla="*/ 33779 w 110100"/>
                <a:gd name="connsiteY8" fmla="*/ 23781 h 58638"/>
                <a:gd name="connsiteX9" fmla="*/ 39279 w 110100"/>
                <a:gd name="connsiteY9" fmla="*/ 23115 h 58638"/>
                <a:gd name="connsiteX10" fmla="*/ 50111 w 110100"/>
                <a:gd name="connsiteY10" fmla="*/ 16865 h 58638"/>
                <a:gd name="connsiteX11" fmla="*/ 83691 w 110100"/>
                <a:gd name="connsiteY11" fmla="*/ 24448 h 58638"/>
                <a:gd name="connsiteX12" fmla="*/ 105356 w 110100"/>
                <a:gd name="connsiteY12" fmla="*/ 42446 h 58638"/>
                <a:gd name="connsiteX13" fmla="*/ 109772 w 110100"/>
                <a:gd name="connsiteY13" fmla="*/ 36696 h 58638"/>
                <a:gd name="connsiteX14" fmla="*/ 109772 w 110100"/>
                <a:gd name="connsiteY14" fmla="*/ 36696 h 58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0100" h="58638">
                  <a:moveTo>
                    <a:pt x="109772" y="36696"/>
                  </a:moveTo>
                  <a:cubicBezTo>
                    <a:pt x="104439" y="24531"/>
                    <a:pt x="89524" y="7699"/>
                    <a:pt x="77358" y="2200"/>
                  </a:cubicBezTo>
                  <a:cubicBezTo>
                    <a:pt x="63943" y="-3883"/>
                    <a:pt x="46778" y="3866"/>
                    <a:pt x="35195" y="10699"/>
                  </a:cubicBezTo>
                  <a:cubicBezTo>
                    <a:pt x="33862" y="11449"/>
                    <a:pt x="33029" y="11949"/>
                    <a:pt x="32946" y="12199"/>
                  </a:cubicBezTo>
                  <a:cubicBezTo>
                    <a:pt x="31196" y="11949"/>
                    <a:pt x="29280" y="11199"/>
                    <a:pt x="27530" y="11199"/>
                  </a:cubicBezTo>
                  <a:cubicBezTo>
                    <a:pt x="20613" y="11282"/>
                    <a:pt x="14281" y="15282"/>
                    <a:pt x="9531" y="20031"/>
                  </a:cubicBezTo>
                  <a:cubicBezTo>
                    <a:pt x="-1051" y="30614"/>
                    <a:pt x="-2467" y="42863"/>
                    <a:pt x="3532" y="55945"/>
                  </a:cubicBezTo>
                  <a:cubicBezTo>
                    <a:pt x="6031" y="61278"/>
                    <a:pt x="14198" y="57945"/>
                    <a:pt x="12031" y="52445"/>
                  </a:cubicBezTo>
                  <a:cubicBezTo>
                    <a:pt x="6698" y="38863"/>
                    <a:pt x="16697" y="17948"/>
                    <a:pt x="33779" y="23781"/>
                  </a:cubicBezTo>
                  <a:cubicBezTo>
                    <a:pt x="35446" y="24364"/>
                    <a:pt x="37862" y="24448"/>
                    <a:pt x="39279" y="23115"/>
                  </a:cubicBezTo>
                  <a:cubicBezTo>
                    <a:pt x="42528" y="19948"/>
                    <a:pt x="45861" y="18531"/>
                    <a:pt x="50111" y="16865"/>
                  </a:cubicBezTo>
                  <a:cubicBezTo>
                    <a:pt x="63693" y="11782"/>
                    <a:pt x="73442" y="13365"/>
                    <a:pt x="83691" y="24448"/>
                  </a:cubicBezTo>
                  <a:cubicBezTo>
                    <a:pt x="90024" y="31280"/>
                    <a:pt x="95857" y="40363"/>
                    <a:pt x="105356" y="42446"/>
                  </a:cubicBezTo>
                  <a:cubicBezTo>
                    <a:pt x="108523" y="43279"/>
                    <a:pt x="111022" y="39446"/>
                    <a:pt x="109772" y="36696"/>
                  </a:cubicBezTo>
                  <a:lnTo>
                    <a:pt x="109772" y="36696"/>
                  </a:lnTo>
                  <a:close/>
                </a:path>
              </a:pathLst>
            </a:custGeom>
            <a:grpFill/>
            <a:ln w="8332" cap="flat">
              <a:noFill/>
              <a:prstDash val="solid"/>
              <a:miter/>
            </a:ln>
          </p:spPr>
          <p:txBody>
            <a:bodyPr rtlCol="0" anchor="ctr"/>
            <a:lstStyle/>
            <a:p>
              <a:endParaRPr lang="en-US"/>
            </a:p>
          </p:txBody>
        </p:sp>
        <p:sp>
          <p:nvSpPr>
            <p:cNvPr id="2621" name="Freeform: Shape 2620"/>
            <p:cNvSpPr/>
            <p:nvPr/>
          </p:nvSpPr>
          <p:spPr>
            <a:xfrm>
              <a:off x="7478547" y="5659568"/>
              <a:ext cx="40113" cy="116369"/>
            </a:xfrm>
            <a:custGeom>
              <a:avLst/>
              <a:gdLst>
                <a:gd name="connsiteX0" fmla="*/ 32964 w 40113"/>
                <a:gd name="connsiteY0" fmla="*/ 54094 h 116369"/>
                <a:gd name="connsiteX1" fmla="*/ 34380 w 40113"/>
                <a:gd name="connsiteY1" fmla="*/ 12264 h 116369"/>
                <a:gd name="connsiteX2" fmla="*/ 3800 w 40113"/>
                <a:gd name="connsiteY2" fmla="*/ 432 h 116369"/>
                <a:gd name="connsiteX3" fmla="*/ 3800 w 40113"/>
                <a:gd name="connsiteY3" fmla="*/ 7681 h 116369"/>
                <a:gd name="connsiteX4" fmla="*/ 20049 w 40113"/>
                <a:gd name="connsiteY4" fmla="*/ 55427 h 116369"/>
                <a:gd name="connsiteX5" fmla="*/ 21298 w 40113"/>
                <a:gd name="connsiteY5" fmla="*/ 88840 h 116369"/>
                <a:gd name="connsiteX6" fmla="*/ 1467 w 40113"/>
                <a:gd name="connsiteY6" fmla="*/ 107089 h 116369"/>
                <a:gd name="connsiteX7" fmla="*/ 8299 w 40113"/>
                <a:gd name="connsiteY7" fmla="*/ 116088 h 116369"/>
                <a:gd name="connsiteX8" fmla="*/ 37797 w 40113"/>
                <a:gd name="connsiteY8" fmla="*/ 87674 h 116369"/>
                <a:gd name="connsiteX9" fmla="*/ 32964 w 40113"/>
                <a:gd name="connsiteY9" fmla="*/ 54094 h 116369"/>
                <a:gd name="connsiteX10" fmla="*/ 32964 w 40113"/>
                <a:gd name="connsiteY10" fmla="*/ 54094 h 11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113" h="116369">
                  <a:moveTo>
                    <a:pt x="32964" y="54094"/>
                  </a:moveTo>
                  <a:cubicBezTo>
                    <a:pt x="27298" y="41511"/>
                    <a:pt x="40880" y="27013"/>
                    <a:pt x="34380" y="12264"/>
                  </a:cubicBezTo>
                  <a:cubicBezTo>
                    <a:pt x="28631" y="-651"/>
                    <a:pt x="15965" y="-651"/>
                    <a:pt x="3800" y="432"/>
                  </a:cubicBezTo>
                  <a:cubicBezTo>
                    <a:pt x="-283" y="848"/>
                    <a:pt x="-366" y="7598"/>
                    <a:pt x="3800" y="7681"/>
                  </a:cubicBezTo>
                  <a:cubicBezTo>
                    <a:pt x="37464" y="8514"/>
                    <a:pt x="12549" y="38679"/>
                    <a:pt x="20049" y="55427"/>
                  </a:cubicBezTo>
                  <a:cubicBezTo>
                    <a:pt x="25631" y="68009"/>
                    <a:pt x="31131" y="75592"/>
                    <a:pt x="21298" y="88840"/>
                  </a:cubicBezTo>
                  <a:cubicBezTo>
                    <a:pt x="15882" y="96090"/>
                    <a:pt x="7633" y="100590"/>
                    <a:pt x="1467" y="107089"/>
                  </a:cubicBezTo>
                  <a:cubicBezTo>
                    <a:pt x="-2866" y="111672"/>
                    <a:pt x="3300" y="117755"/>
                    <a:pt x="8299" y="116088"/>
                  </a:cubicBezTo>
                  <a:cubicBezTo>
                    <a:pt x="21882" y="111505"/>
                    <a:pt x="32548" y="101006"/>
                    <a:pt x="37797" y="87674"/>
                  </a:cubicBezTo>
                  <a:cubicBezTo>
                    <a:pt x="43130" y="74092"/>
                    <a:pt x="38297" y="66093"/>
                    <a:pt x="32964" y="54094"/>
                  </a:cubicBezTo>
                  <a:lnTo>
                    <a:pt x="32964" y="54094"/>
                  </a:lnTo>
                  <a:close/>
                </a:path>
              </a:pathLst>
            </a:custGeom>
            <a:grpFill/>
            <a:ln w="8332" cap="flat">
              <a:noFill/>
              <a:prstDash val="solid"/>
              <a:miter/>
            </a:ln>
          </p:spPr>
          <p:txBody>
            <a:bodyPr rtlCol="0" anchor="ctr"/>
            <a:lstStyle/>
            <a:p>
              <a:endParaRPr lang="en-US"/>
            </a:p>
          </p:txBody>
        </p:sp>
        <p:sp>
          <p:nvSpPr>
            <p:cNvPr id="2622" name="Freeform: Shape 2621"/>
            <p:cNvSpPr/>
            <p:nvPr/>
          </p:nvSpPr>
          <p:spPr>
            <a:xfrm>
              <a:off x="7444053" y="5771455"/>
              <a:ext cx="21162" cy="55822"/>
            </a:xfrm>
            <a:custGeom>
              <a:avLst/>
              <a:gdLst>
                <a:gd name="connsiteX0" fmla="*/ 16129 w 21162"/>
                <a:gd name="connsiteY0" fmla="*/ 2701 h 55822"/>
                <a:gd name="connsiteX1" fmla="*/ 8130 w 21162"/>
                <a:gd name="connsiteY1" fmla="*/ 6034 h 55822"/>
                <a:gd name="connsiteX2" fmla="*/ 10546 w 21162"/>
                <a:gd name="connsiteY2" fmla="*/ 29532 h 55822"/>
                <a:gd name="connsiteX3" fmla="*/ 297 w 21162"/>
                <a:gd name="connsiteY3" fmla="*/ 50447 h 55822"/>
                <a:gd name="connsiteX4" fmla="*/ 5297 w 21162"/>
                <a:gd name="connsiteY4" fmla="*/ 55447 h 55822"/>
                <a:gd name="connsiteX5" fmla="*/ 16129 w 21162"/>
                <a:gd name="connsiteY5" fmla="*/ 2701 h 55822"/>
                <a:gd name="connsiteX6" fmla="*/ 16129 w 21162"/>
                <a:gd name="connsiteY6" fmla="*/ 2701 h 55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162" h="55822">
                  <a:moveTo>
                    <a:pt x="16129" y="2701"/>
                  </a:moveTo>
                  <a:cubicBezTo>
                    <a:pt x="14379" y="-2632"/>
                    <a:pt x="6463" y="702"/>
                    <a:pt x="8130" y="6034"/>
                  </a:cubicBezTo>
                  <a:cubicBezTo>
                    <a:pt x="10546" y="13701"/>
                    <a:pt x="12796" y="21616"/>
                    <a:pt x="10546" y="29532"/>
                  </a:cubicBezTo>
                  <a:cubicBezTo>
                    <a:pt x="8546" y="36781"/>
                    <a:pt x="3547" y="43614"/>
                    <a:pt x="297" y="50447"/>
                  </a:cubicBezTo>
                  <a:cubicBezTo>
                    <a:pt x="-1036" y="53280"/>
                    <a:pt x="2380" y="57030"/>
                    <a:pt x="5297" y="55447"/>
                  </a:cubicBezTo>
                  <a:cubicBezTo>
                    <a:pt x="26378" y="44281"/>
                    <a:pt x="22462" y="21533"/>
                    <a:pt x="16129" y="2701"/>
                  </a:cubicBezTo>
                  <a:lnTo>
                    <a:pt x="16129" y="2701"/>
                  </a:lnTo>
                  <a:close/>
                </a:path>
              </a:pathLst>
            </a:custGeom>
            <a:grpFill/>
            <a:ln w="8332" cap="flat">
              <a:noFill/>
              <a:prstDash val="solid"/>
              <a:miter/>
            </a:ln>
          </p:spPr>
          <p:txBody>
            <a:bodyPr rtlCol="0" anchor="ctr"/>
            <a:lstStyle/>
            <a:p>
              <a:endParaRPr lang="en-US"/>
            </a:p>
          </p:txBody>
        </p:sp>
        <p:sp>
          <p:nvSpPr>
            <p:cNvPr id="2623" name="Freeform: Shape 2622"/>
            <p:cNvSpPr/>
            <p:nvPr/>
          </p:nvSpPr>
          <p:spPr>
            <a:xfrm>
              <a:off x="6809297" y="5442332"/>
              <a:ext cx="367038" cy="555813"/>
            </a:xfrm>
            <a:custGeom>
              <a:avLst/>
              <a:gdLst>
                <a:gd name="connsiteX0" fmla="*/ 344746 w 367038"/>
                <a:gd name="connsiteY0" fmla="*/ 126843 h 555813"/>
                <a:gd name="connsiteX1" fmla="*/ 337330 w 367038"/>
                <a:gd name="connsiteY1" fmla="*/ 125010 h 555813"/>
                <a:gd name="connsiteX2" fmla="*/ 321915 w 367038"/>
                <a:gd name="connsiteY2" fmla="*/ 131426 h 555813"/>
                <a:gd name="connsiteX3" fmla="*/ 322082 w 367038"/>
                <a:gd name="connsiteY3" fmla="*/ 123010 h 555813"/>
                <a:gd name="connsiteX4" fmla="*/ 334997 w 367038"/>
                <a:gd name="connsiteY4" fmla="*/ 87596 h 555813"/>
                <a:gd name="connsiteX5" fmla="*/ 305667 w 367038"/>
                <a:gd name="connsiteY5" fmla="*/ 77764 h 555813"/>
                <a:gd name="connsiteX6" fmla="*/ 294251 w 367038"/>
                <a:gd name="connsiteY6" fmla="*/ 56182 h 555813"/>
                <a:gd name="connsiteX7" fmla="*/ 291085 w 367038"/>
                <a:gd name="connsiteY7" fmla="*/ 28352 h 555813"/>
                <a:gd name="connsiteX8" fmla="*/ 260337 w 367038"/>
                <a:gd name="connsiteY8" fmla="*/ 30935 h 555813"/>
                <a:gd name="connsiteX9" fmla="*/ 254338 w 367038"/>
                <a:gd name="connsiteY9" fmla="*/ 23352 h 555813"/>
                <a:gd name="connsiteX10" fmla="*/ 247172 w 367038"/>
                <a:gd name="connsiteY10" fmla="*/ 21186 h 555813"/>
                <a:gd name="connsiteX11" fmla="*/ 246922 w 367038"/>
                <a:gd name="connsiteY11" fmla="*/ 17853 h 555813"/>
                <a:gd name="connsiteX12" fmla="*/ 237423 w 367038"/>
                <a:gd name="connsiteY12" fmla="*/ 10686 h 555813"/>
                <a:gd name="connsiteX13" fmla="*/ 225007 w 367038"/>
                <a:gd name="connsiteY13" fmla="*/ 12020 h 555813"/>
                <a:gd name="connsiteX14" fmla="*/ 218758 w 367038"/>
                <a:gd name="connsiteY14" fmla="*/ 17353 h 555813"/>
                <a:gd name="connsiteX15" fmla="*/ 216675 w 367038"/>
                <a:gd name="connsiteY15" fmla="*/ 10770 h 555813"/>
                <a:gd name="connsiteX16" fmla="*/ 196677 w 367038"/>
                <a:gd name="connsiteY16" fmla="*/ 104 h 555813"/>
                <a:gd name="connsiteX17" fmla="*/ 172262 w 367038"/>
                <a:gd name="connsiteY17" fmla="*/ 23102 h 555813"/>
                <a:gd name="connsiteX18" fmla="*/ 137682 w 367038"/>
                <a:gd name="connsiteY18" fmla="*/ 10270 h 555813"/>
                <a:gd name="connsiteX19" fmla="*/ 120683 w 367038"/>
                <a:gd name="connsiteY19" fmla="*/ 38267 h 555813"/>
                <a:gd name="connsiteX20" fmla="*/ 81520 w 367038"/>
                <a:gd name="connsiteY20" fmla="*/ 36351 h 555813"/>
                <a:gd name="connsiteX21" fmla="*/ 66688 w 367038"/>
                <a:gd name="connsiteY21" fmla="*/ 66931 h 555813"/>
                <a:gd name="connsiteX22" fmla="*/ 54106 w 367038"/>
                <a:gd name="connsiteY22" fmla="*/ 65182 h 555813"/>
                <a:gd name="connsiteX23" fmla="*/ 29775 w 367038"/>
                <a:gd name="connsiteY23" fmla="*/ 77681 h 555813"/>
                <a:gd name="connsiteX24" fmla="*/ 22275 w 367038"/>
                <a:gd name="connsiteY24" fmla="*/ 112594 h 555813"/>
                <a:gd name="connsiteX25" fmla="*/ 4527 w 367038"/>
                <a:gd name="connsiteY25" fmla="*/ 129509 h 555813"/>
                <a:gd name="connsiteX26" fmla="*/ 4610 w 367038"/>
                <a:gd name="connsiteY26" fmla="*/ 155174 h 555813"/>
                <a:gd name="connsiteX27" fmla="*/ 3861 w 367038"/>
                <a:gd name="connsiteY27" fmla="*/ 155340 h 555813"/>
                <a:gd name="connsiteX28" fmla="*/ 111 w 367038"/>
                <a:gd name="connsiteY28" fmla="*/ 160423 h 555813"/>
                <a:gd name="connsiteX29" fmla="*/ 11277 w 367038"/>
                <a:gd name="connsiteY29" fmla="*/ 201586 h 555813"/>
                <a:gd name="connsiteX30" fmla="*/ 28358 w 367038"/>
                <a:gd name="connsiteY30" fmla="*/ 255998 h 555813"/>
                <a:gd name="connsiteX31" fmla="*/ 58689 w 367038"/>
                <a:gd name="connsiteY31" fmla="*/ 360072 h 555813"/>
                <a:gd name="connsiteX32" fmla="*/ 90603 w 367038"/>
                <a:gd name="connsiteY32" fmla="*/ 470645 h 555813"/>
                <a:gd name="connsiteX33" fmla="*/ 101852 w 367038"/>
                <a:gd name="connsiteY33" fmla="*/ 506642 h 555813"/>
                <a:gd name="connsiteX34" fmla="*/ 142015 w 367038"/>
                <a:gd name="connsiteY34" fmla="*/ 525807 h 555813"/>
                <a:gd name="connsiteX35" fmla="*/ 149431 w 367038"/>
                <a:gd name="connsiteY35" fmla="*/ 528807 h 555813"/>
                <a:gd name="connsiteX36" fmla="*/ 150181 w 367038"/>
                <a:gd name="connsiteY36" fmla="*/ 529057 h 555813"/>
                <a:gd name="connsiteX37" fmla="*/ 187761 w 367038"/>
                <a:gd name="connsiteY37" fmla="*/ 543472 h 555813"/>
                <a:gd name="connsiteX38" fmla="*/ 230007 w 367038"/>
                <a:gd name="connsiteY38" fmla="*/ 555554 h 555813"/>
                <a:gd name="connsiteX39" fmla="*/ 268586 w 367038"/>
                <a:gd name="connsiteY39" fmla="*/ 539389 h 555813"/>
                <a:gd name="connsiteX40" fmla="*/ 321082 w 367038"/>
                <a:gd name="connsiteY40" fmla="*/ 517058 h 555813"/>
                <a:gd name="connsiteX41" fmla="*/ 343580 w 367038"/>
                <a:gd name="connsiteY41" fmla="*/ 508142 h 555813"/>
                <a:gd name="connsiteX42" fmla="*/ 362745 w 367038"/>
                <a:gd name="connsiteY42" fmla="*/ 499393 h 555813"/>
                <a:gd name="connsiteX43" fmla="*/ 363828 w 367038"/>
                <a:gd name="connsiteY43" fmla="*/ 467312 h 555813"/>
                <a:gd name="connsiteX44" fmla="*/ 349246 w 367038"/>
                <a:gd name="connsiteY44" fmla="*/ 355489 h 555813"/>
                <a:gd name="connsiteX45" fmla="*/ 345830 w 367038"/>
                <a:gd name="connsiteY45" fmla="*/ 229000 h 555813"/>
                <a:gd name="connsiteX46" fmla="*/ 348580 w 367038"/>
                <a:gd name="connsiteY46" fmla="*/ 165423 h 555813"/>
                <a:gd name="connsiteX47" fmla="*/ 344746 w 367038"/>
                <a:gd name="connsiteY47" fmla="*/ 126843 h 555813"/>
                <a:gd name="connsiteX48" fmla="*/ 344746 w 367038"/>
                <a:gd name="connsiteY48" fmla="*/ 126843 h 555813"/>
                <a:gd name="connsiteX49" fmla="*/ 304750 w 367038"/>
                <a:gd name="connsiteY49" fmla="*/ 82930 h 555813"/>
                <a:gd name="connsiteX50" fmla="*/ 324498 w 367038"/>
                <a:gd name="connsiteY50" fmla="*/ 86013 h 555813"/>
                <a:gd name="connsiteX51" fmla="*/ 320915 w 367038"/>
                <a:gd name="connsiteY51" fmla="*/ 108094 h 555813"/>
                <a:gd name="connsiteX52" fmla="*/ 315582 w 367038"/>
                <a:gd name="connsiteY52" fmla="*/ 113927 h 555813"/>
                <a:gd name="connsiteX53" fmla="*/ 309500 w 367038"/>
                <a:gd name="connsiteY53" fmla="*/ 111594 h 555813"/>
                <a:gd name="connsiteX54" fmla="*/ 300167 w 367038"/>
                <a:gd name="connsiteY54" fmla="*/ 111761 h 555813"/>
                <a:gd name="connsiteX55" fmla="*/ 299334 w 367038"/>
                <a:gd name="connsiteY55" fmla="*/ 112011 h 555813"/>
                <a:gd name="connsiteX56" fmla="*/ 301500 w 367038"/>
                <a:gd name="connsiteY56" fmla="*/ 101845 h 555813"/>
                <a:gd name="connsiteX57" fmla="*/ 298667 w 367038"/>
                <a:gd name="connsiteY57" fmla="*/ 93263 h 555813"/>
                <a:gd name="connsiteX58" fmla="*/ 304750 w 367038"/>
                <a:gd name="connsiteY58" fmla="*/ 82930 h 555813"/>
                <a:gd name="connsiteX59" fmla="*/ 304750 w 367038"/>
                <a:gd name="connsiteY59" fmla="*/ 82930 h 555813"/>
                <a:gd name="connsiteX60" fmla="*/ 177678 w 367038"/>
                <a:gd name="connsiteY60" fmla="*/ 205752 h 555813"/>
                <a:gd name="connsiteX61" fmla="*/ 165596 w 367038"/>
                <a:gd name="connsiteY61" fmla="*/ 211835 h 555813"/>
                <a:gd name="connsiteX62" fmla="*/ 142515 w 367038"/>
                <a:gd name="connsiteY62" fmla="*/ 207002 h 555813"/>
                <a:gd name="connsiteX63" fmla="*/ 119017 w 367038"/>
                <a:gd name="connsiteY63" fmla="*/ 200253 h 555813"/>
                <a:gd name="connsiteX64" fmla="*/ 123017 w 367038"/>
                <a:gd name="connsiteY64" fmla="*/ 182754 h 555813"/>
                <a:gd name="connsiteX65" fmla="*/ 130266 w 367038"/>
                <a:gd name="connsiteY65" fmla="*/ 176088 h 555813"/>
                <a:gd name="connsiteX66" fmla="*/ 145764 w 367038"/>
                <a:gd name="connsiteY66" fmla="*/ 181421 h 555813"/>
                <a:gd name="connsiteX67" fmla="*/ 149514 w 367038"/>
                <a:gd name="connsiteY67" fmla="*/ 183254 h 555813"/>
                <a:gd name="connsiteX68" fmla="*/ 153764 w 367038"/>
                <a:gd name="connsiteY68" fmla="*/ 181421 h 555813"/>
                <a:gd name="connsiteX69" fmla="*/ 177845 w 367038"/>
                <a:gd name="connsiteY69" fmla="*/ 182338 h 555813"/>
                <a:gd name="connsiteX70" fmla="*/ 176178 w 367038"/>
                <a:gd name="connsiteY70" fmla="*/ 202169 h 555813"/>
                <a:gd name="connsiteX71" fmla="*/ 177678 w 367038"/>
                <a:gd name="connsiteY71" fmla="*/ 205752 h 555813"/>
                <a:gd name="connsiteX72" fmla="*/ 177678 w 367038"/>
                <a:gd name="connsiteY72" fmla="*/ 205752 h 555813"/>
                <a:gd name="connsiteX73" fmla="*/ 76854 w 367038"/>
                <a:gd name="connsiteY73" fmla="*/ 183171 h 555813"/>
                <a:gd name="connsiteX74" fmla="*/ 55189 w 367038"/>
                <a:gd name="connsiteY74" fmla="*/ 172339 h 555813"/>
                <a:gd name="connsiteX75" fmla="*/ 51439 w 367038"/>
                <a:gd name="connsiteY75" fmla="*/ 170672 h 555813"/>
                <a:gd name="connsiteX76" fmla="*/ 69688 w 367038"/>
                <a:gd name="connsiteY76" fmla="*/ 141925 h 555813"/>
                <a:gd name="connsiteX77" fmla="*/ 75354 w 367038"/>
                <a:gd name="connsiteY77" fmla="*/ 137509 h 555813"/>
                <a:gd name="connsiteX78" fmla="*/ 109351 w 367038"/>
                <a:gd name="connsiteY78" fmla="*/ 130676 h 555813"/>
                <a:gd name="connsiteX79" fmla="*/ 105101 w 367038"/>
                <a:gd name="connsiteY79" fmla="*/ 148174 h 555813"/>
                <a:gd name="connsiteX80" fmla="*/ 93186 w 367038"/>
                <a:gd name="connsiteY80" fmla="*/ 145508 h 555813"/>
                <a:gd name="connsiteX81" fmla="*/ 78771 w 367038"/>
                <a:gd name="connsiteY81" fmla="*/ 155924 h 555813"/>
                <a:gd name="connsiteX82" fmla="*/ 76854 w 367038"/>
                <a:gd name="connsiteY82" fmla="*/ 183171 h 555813"/>
                <a:gd name="connsiteX83" fmla="*/ 76854 w 367038"/>
                <a:gd name="connsiteY83" fmla="*/ 183171 h 555813"/>
                <a:gd name="connsiteX84" fmla="*/ 81437 w 367038"/>
                <a:gd name="connsiteY84" fmla="*/ 168339 h 555813"/>
                <a:gd name="connsiteX85" fmla="*/ 91686 w 367038"/>
                <a:gd name="connsiteY85" fmla="*/ 153757 h 555813"/>
                <a:gd name="connsiteX86" fmla="*/ 107351 w 367038"/>
                <a:gd name="connsiteY86" fmla="*/ 157173 h 555813"/>
                <a:gd name="connsiteX87" fmla="*/ 112017 w 367038"/>
                <a:gd name="connsiteY87" fmla="*/ 154423 h 555813"/>
                <a:gd name="connsiteX88" fmla="*/ 111601 w 367038"/>
                <a:gd name="connsiteY88" fmla="*/ 144674 h 555813"/>
                <a:gd name="connsiteX89" fmla="*/ 122933 w 367038"/>
                <a:gd name="connsiteY89" fmla="*/ 132926 h 555813"/>
                <a:gd name="connsiteX90" fmla="*/ 139349 w 367038"/>
                <a:gd name="connsiteY90" fmla="*/ 144674 h 555813"/>
                <a:gd name="connsiteX91" fmla="*/ 136682 w 367038"/>
                <a:gd name="connsiteY91" fmla="*/ 167422 h 555813"/>
                <a:gd name="connsiteX92" fmla="*/ 112017 w 367038"/>
                <a:gd name="connsiteY92" fmla="*/ 180338 h 555813"/>
                <a:gd name="connsiteX93" fmla="*/ 108184 w 367038"/>
                <a:gd name="connsiteY93" fmla="*/ 197336 h 555813"/>
                <a:gd name="connsiteX94" fmla="*/ 103018 w 367038"/>
                <a:gd name="connsiteY94" fmla="*/ 195753 h 555813"/>
                <a:gd name="connsiteX95" fmla="*/ 97519 w 367038"/>
                <a:gd name="connsiteY95" fmla="*/ 193837 h 555813"/>
                <a:gd name="connsiteX96" fmla="*/ 87686 w 367038"/>
                <a:gd name="connsiteY96" fmla="*/ 188837 h 555813"/>
                <a:gd name="connsiteX97" fmla="*/ 81437 w 367038"/>
                <a:gd name="connsiteY97" fmla="*/ 168339 h 555813"/>
                <a:gd name="connsiteX98" fmla="*/ 81437 w 367038"/>
                <a:gd name="connsiteY98" fmla="*/ 168339 h 555813"/>
                <a:gd name="connsiteX99" fmla="*/ 108684 w 367038"/>
                <a:gd name="connsiteY99" fmla="*/ 114011 h 555813"/>
                <a:gd name="connsiteX100" fmla="*/ 138098 w 367038"/>
                <a:gd name="connsiteY100" fmla="*/ 96346 h 555813"/>
                <a:gd name="connsiteX101" fmla="*/ 146431 w 367038"/>
                <a:gd name="connsiteY101" fmla="*/ 99845 h 555813"/>
                <a:gd name="connsiteX102" fmla="*/ 161180 w 367038"/>
                <a:gd name="connsiteY102" fmla="*/ 87513 h 555813"/>
                <a:gd name="connsiteX103" fmla="*/ 181928 w 367038"/>
                <a:gd name="connsiteY103" fmla="*/ 105845 h 555813"/>
                <a:gd name="connsiteX104" fmla="*/ 181011 w 367038"/>
                <a:gd name="connsiteY104" fmla="*/ 113344 h 555813"/>
                <a:gd name="connsiteX105" fmla="*/ 170179 w 367038"/>
                <a:gd name="connsiteY105" fmla="*/ 122010 h 555813"/>
                <a:gd name="connsiteX106" fmla="*/ 163013 w 367038"/>
                <a:gd name="connsiteY106" fmla="*/ 117260 h 555813"/>
                <a:gd name="connsiteX107" fmla="*/ 149764 w 367038"/>
                <a:gd name="connsiteY107" fmla="*/ 122843 h 555813"/>
                <a:gd name="connsiteX108" fmla="*/ 142932 w 367038"/>
                <a:gd name="connsiteY108" fmla="*/ 132842 h 555813"/>
                <a:gd name="connsiteX109" fmla="*/ 131266 w 367038"/>
                <a:gd name="connsiteY109" fmla="*/ 125010 h 555813"/>
                <a:gd name="connsiteX110" fmla="*/ 116934 w 367038"/>
                <a:gd name="connsiteY110" fmla="*/ 125759 h 555813"/>
                <a:gd name="connsiteX111" fmla="*/ 108684 w 367038"/>
                <a:gd name="connsiteY111" fmla="*/ 114011 h 555813"/>
                <a:gd name="connsiteX112" fmla="*/ 108684 w 367038"/>
                <a:gd name="connsiteY112" fmla="*/ 114011 h 555813"/>
                <a:gd name="connsiteX113" fmla="*/ 149597 w 367038"/>
                <a:gd name="connsiteY113" fmla="*/ 174755 h 555813"/>
                <a:gd name="connsiteX114" fmla="*/ 145764 w 367038"/>
                <a:gd name="connsiteY114" fmla="*/ 171672 h 555813"/>
                <a:gd name="connsiteX115" fmla="*/ 146681 w 367038"/>
                <a:gd name="connsiteY115" fmla="*/ 139092 h 555813"/>
                <a:gd name="connsiteX116" fmla="*/ 154097 w 367038"/>
                <a:gd name="connsiteY116" fmla="*/ 128176 h 555813"/>
                <a:gd name="connsiteX117" fmla="*/ 167929 w 367038"/>
                <a:gd name="connsiteY117" fmla="*/ 130843 h 555813"/>
                <a:gd name="connsiteX118" fmla="*/ 173512 w 367038"/>
                <a:gd name="connsiteY118" fmla="*/ 130009 h 555813"/>
                <a:gd name="connsiteX119" fmla="*/ 181678 w 367038"/>
                <a:gd name="connsiteY119" fmla="*/ 121676 h 555813"/>
                <a:gd name="connsiteX120" fmla="*/ 195427 w 367038"/>
                <a:gd name="connsiteY120" fmla="*/ 133842 h 555813"/>
                <a:gd name="connsiteX121" fmla="*/ 192260 w 367038"/>
                <a:gd name="connsiteY121" fmla="*/ 144508 h 555813"/>
                <a:gd name="connsiteX122" fmla="*/ 186094 w 367038"/>
                <a:gd name="connsiteY122" fmla="*/ 147258 h 555813"/>
                <a:gd name="connsiteX123" fmla="*/ 175595 w 367038"/>
                <a:gd name="connsiteY123" fmla="*/ 165339 h 555813"/>
                <a:gd name="connsiteX124" fmla="*/ 149597 w 367038"/>
                <a:gd name="connsiteY124" fmla="*/ 174755 h 555813"/>
                <a:gd name="connsiteX125" fmla="*/ 149597 w 367038"/>
                <a:gd name="connsiteY125" fmla="*/ 174755 h 555813"/>
                <a:gd name="connsiteX126" fmla="*/ 182178 w 367038"/>
                <a:gd name="connsiteY126" fmla="*/ 169672 h 555813"/>
                <a:gd name="connsiteX127" fmla="*/ 200593 w 367038"/>
                <a:gd name="connsiteY127" fmla="*/ 157424 h 555813"/>
                <a:gd name="connsiteX128" fmla="*/ 204259 w 367038"/>
                <a:gd name="connsiteY128" fmla="*/ 158840 h 555813"/>
                <a:gd name="connsiteX129" fmla="*/ 220424 w 367038"/>
                <a:gd name="connsiteY129" fmla="*/ 143175 h 555813"/>
                <a:gd name="connsiteX130" fmla="*/ 239673 w 367038"/>
                <a:gd name="connsiteY130" fmla="*/ 150757 h 555813"/>
                <a:gd name="connsiteX131" fmla="*/ 232257 w 367038"/>
                <a:gd name="connsiteY131" fmla="*/ 172589 h 555813"/>
                <a:gd name="connsiteX132" fmla="*/ 231507 w 367038"/>
                <a:gd name="connsiteY132" fmla="*/ 176588 h 555813"/>
                <a:gd name="connsiteX133" fmla="*/ 185511 w 367038"/>
                <a:gd name="connsiteY133" fmla="*/ 201086 h 555813"/>
                <a:gd name="connsiteX134" fmla="*/ 182178 w 367038"/>
                <a:gd name="connsiteY134" fmla="*/ 169672 h 555813"/>
                <a:gd name="connsiteX135" fmla="*/ 182178 w 367038"/>
                <a:gd name="connsiteY135" fmla="*/ 169672 h 555813"/>
                <a:gd name="connsiteX136" fmla="*/ 212175 w 367038"/>
                <a:gd name="connsiteY136" fmla="*/ 138425 h 555813"/>
                <a:gd name="connsiteX137" fmla="*/ 205176 w 367038"/>
                <a:gd name="connsiteY137" fmla="*/ 147174 h 555813"/>
                <a:gd name="connsiteX138" fmla="*/ 204092 w 367038"/>
                <a:gd name="connsiteY138" fmla="*/ 148174 h 555813"/>
                <a:gd name="connsiteX139" fmla="*/ 203343 w 367038"/>
                <a:gd name="connsiteY139" fmla="*/ 148008 h 555813"/>
                <a:gd name="connsiteX140" fmla="*/ 200509 w 367038"/>
                <a:gd name="connsiteY140" fmla="*/ 146758 h 555813"/>
                <a:gd name="connsiteX141" fmla="*/ 202759 w 367038"/>
                <a:gd name="connsiteY141" fmla="*/ 119844 h 555813"/>
                <a:gd name="connsiteX142" fmla="*/ 207342 w 367038"/>
                <a:gd name="connsiteY142" fmla="*/ 112261 h 555813"/>
                <a:gd name="connsiteX143" fmla="*/ 218258 w 367038"/>
                <a:gd name="connsiteY143" fmla="*/ 106261 h 555813"/>
                <a:gd name="connsiteX144" fmla="*/ 224424 w 367038"/>
                <a:gd name="connsiteY144" fmla="*/ 109094 h 555813"/>
                <a:gd name="connsiteX145" fmla="*/ 232507 w 367038"/>
                <a:gd name="connsiteY145" fmla="*/ 106845 h 555813"/>
                <a:gd name="connsiteX146" fmla="*/ 244672 w 367038"/>
                <a:gd name="connsiteY146" fmla="*/ 100179 h 555813"/>
                <a:gd name="connsiteX147" fmla="*/ 246922 w 367038"/>
                <a:gd name="connsiteY147" fmla="*/ 100345 h 555813"/>
                <a:gd name="connsiteX148" fmla="*/ 253005 w 367038"/>
                <a:gd name="connsiteY148" fmla="*/ 104511 h 555813"/>
                <a:gd name="connsiteX149" fmla="*/ 256005 w 367038"/>
                <a:gd name="connsiteY149" fmla="*/ 118844 h 555813"/>
                <a:gd name="connsiteX150" fmla="*/ 246255 w 367038"/>
                <a:gd name="connsiteY150" fmla="*/ 137425 h 555813"/>
                <a:gd name="connsiteX151" fmla="*/ 245922 w 367038"/>
                <a:gd name="connsiteY151" fmla="*/ 136925 h 555813"/>
                <a:gd name="connsiteX152" fmla="*/ 212175 w 367038"/>
                <a:gd name="connsiteY152" fmla="*/ 138425 h 555813"/>
                <a:gd name="connsiteX153" fmla="*/ 212175 w 367038"/>
                <a:gd name="connsiteY153" fmla="*/ 138425 h 555813"/>
                <a:gd name="connsiteX154" fmla="*/ 249672 w 367038"/>
                <a:gd name="connsiteY154" fmla="*/ 142758 h 555813"/>
                <a:gd name="connsiteX155" fmla="*/ 251672 w 367038"/>
                <a:gd name="connsiteY155" fmla="*/ 141758 h 555813"/>
                <a:gd name="connsiteX156" fmla="*/ 257005 w 367038"/>
                <a:gd name="connsiteY156" fmla="*/ 135592 h 555813"/>
                <a:gd name="connsiteX157" fmla="*/ 263671 w 367038"/>
                <a:gd name="connsiteY157" fmla="*/ 131509 h 555813"/>
                <a:gd name="connsiteX158" fmla="*/ 277253 w 367038"/>
                <a:gd name="connsiteY158" fmla="*/ 135675 h 555813"/>
                <a:gd name="connsiteX159" fmla="*/ 277586 w 367038"/>
                <a:gd name="connsiteY159" fmla="*/ 141175 h 555813"/>
                <a:gd name="connsiteX160" fmla="*/ 282086 w 367038"/>
                <a:gd name="connsiteY160" fmla="*/ 145008 h 555813"/>
                <a:gd name="connsiteX161" fmla="*/ 287835 w 367038"/>
                <a:gd name="connsiteY161" fmla="*/ 146008 h 555813"/>
                <a:gd name="connsiteX162" fmla="*/ 288501 w 367038"/>
                <a:gd name="connsiteY162" fmla="*/ 148674 h 555813"/>
                <a:gd name="connsiteX163" fmla="*/ 261171 w 367038"/>
                <a:gd name="connsiteY163" fmla="*/ 162090 h 555813"/>
                <a:gd name="connsiteX164" fmla="*/ 248589 w 367038"/>
                <a:gd name="connsiteY164" fmla="*/ 168256 h 555813"/>
                <a:gd name="connsiteX165" fmla="*/ 249672 w 367038"/>
                <a:gd name="connsiteY165" fmla="*/ 142758 h 555813"/>
                <a:gd name="connsiteX166" fmla="*/ 249672 w 367038"/>
                <a:gd name="connsiteY166" fmla="*/ 142758 h 555813"/>
                <a:gd name="connsiteX167" fmla="*/ 284585 w 367038"/>
                <a:gd name="connsiteY167" fmla="*/ 137258 h 555813"/>
                <a:gd name="connsiteX168" fmla="*/ 282586 w 367038"/>
                <a:gd name="connsiteY168" fmla="*/ 127509 h 555813"/>
                <a:gd name="connsiteX169" fmla="*/ 272836 w 367038"/>
                <a:gd name="connsiteY169" fmla="*/ 123676 h 555813"/>
                <a:gd name="connsiteX170" fmla="*/ 262920 w 367038"/>
                <a:gd name="connsiteY170" fmla="*/ 126260 h 555813"/>
                <a:gd name="connsiteX171" fmla="*/ 264004 w 367038"/>
                <a:gd name="connsiteY171" fmla="*/ 107928 h 555813"/>
                <a:gd name="connsiteX172" fmla="*/ 290168 w 367038"/>
                <a:gd name="connsiteY172" fmla="*/ 100012 h 555813"/>
                <a:gd name="connsiteX173" fmla="*/ 288501 w 367038"/>
                <a:gd name="connsiteY173" fmla="*/ 117177 h 555813"/>
                <a:gd name="connsiteX174" fmla="*/ 291335 w 367038"/>
                <a:gd name="connsiteY174" fmla="*/ 121927 h 555813"/>
                <a:gd name="connsiteX175" fmla="*/ 300251 w 367038"/>
                <a:gd name="connsiteY175" fmla="*/ 121010 h 555813"/>
                <a:gd name="connsiteX176" fmla="*/ 310666 w 367038"/>
                <a:gd name="connsiteY176" fmla="*/ 125426 h 555813"/>
                <a:gd name="connsiteX177" fmla="*/ 306167 w 367038"/>
                <a:gd name="connsiteY177" fmla="*/ 139759 h 555813"/>
                <a:gd name="connsiteX178" fmla="*/ 305917 w 367038"/>
                <a:gd name="connsiteY178" fmla="*/ 140008 h 555813"/>
                <a:gd name="connsiteX179" fmla="*/ 298667 w 367038"/>
                <a:gd name="connsiteY179" fmla="*/ 143675 h 555813"/>
                <a:gd name="connsiteX180" fmla="*/ 298001 w 367038"/>
                <a:gd name="connsiteY180" fmla="*/ 141175 h 555813"/>
                <a:gd name="connsiteX181" fmla="*/ 284585 w 367038"/>
                <a:gd name="connsiteY181" fmla="*/ 137258 h 555813"/>
                <a:gd name="connsiteX182" fmla="*/ 284585 w 367038"/>
                <a:gd name="connsiteY182" fmla="*/ 137258 h 555813"/>
                <a:gd name="connsiteX183" fmla="*/ 294501 w 367038"/>
                <a:gd name="connsiteY183" fmla="*/ 69014 h 555813"/>
                <a:gd name="connsiteX184" fmla="*/ 291918 w 367038"/>
                <a:gd name="connsiteY184" fmla="*/ 88929 h 555813"/>
                <a:gd name="connsiteX185" fmla="*/ 261504 w 367038"/>
                <a:gd name="connsiteY185" fmla="*/ 101928 h 555813"/>
                <a:gd name="connsiteX186" fmla="*/ 251338 w 367038"/>
                <a:gd name="connsiteY186" fmla="*/ 93263 h 555813"/>
                <a:gd name="connsiteX187" fmla="*/ 250088 w 367038"/>
                <a:gd name="connsiteY187" fmla="*/ 77764 h 555813"/>
                <a:gd name="connsiteX188" fmla="*/ 267003 w 367038"/>
                <a:gd name="connsiteY188" fmla="*/ 66848 h 555813"/>
                <a:gd name="connsiteX189" fmla="*/ 273086 w 367038"/>
                <a:gd name="connsiteY189" fmla="*/ 68515 h 555813"/>
                <a:gd name="connsiteX190" fmla="*/ 285752 w 367038"/>
                <a:gd name="connsiteY190" fmla="*/ 63348 h 555813"/>
                <a:gd name="connsiteX191" fmla="*/ 288752 w 367038"/>
                <a:gd name="connsiteY191" fmla="*/ 63515 h 555813"/>
                <a:gd name="connsiteX192" fmla="*/ 294501 w 367038"/>
                <a:gd name="connsiteY192" fmla="*/ 69014 h 555813"/>
                <a:gd name="connsiteX193" fmla="*/ 294501 w 367038"/>
                <a:gd name="connsiteY193" fmla="*/ 69014 h 555813"/>
                <a:gd name="connsiteX194" fmla="*/ 257838 w 367038"/>
                <a:gd name="connsiteY194" fmla="*/ 39350 h 555813"/>
                <a:gd name="connsiteX195" fmla="*/ 262587 w 367038"/>
                <a:gd name="connsiteY195" fmla="*/ 39268 h 555813"/>
                <a:gd name="connsiteX196" fmla="*/ 284835 w 367038"/>
                <a:gd name="connsiteY196" fmla="*/ 34768 h 555813"/>
                <a:gd name="connsiteX197" fmla="*/ 283668 w 367038"/>
                <a:gd name="connsiteY197" fmla="*/ 55016 h 555813"/>
                <a:gd name="connsiteX198" fmla="*/ 280336 w 367038"/>
                <a:gd name="connsiteY198" fmla="*/ 55766 h 555813"/>
                <a:gd name="connsiteX199" fmla="*/ 270253 w 367038"/>
                <a:gd name="connsiteY199" fmla="*/ 60016 h 555813"/>
                <a:gd name="connsiteX200" fmla="*/ 260337 w 367038"/>
                <a:gd name="connsiteY200" fmla="*/ 56266 h 555813"/>
                <a:gd name="connsiteX201" fmla="*/ 246006 w 367038"/>
                <a:gd name="connsiteY201" fmla="*/ 71515 h 555813"/>
                <a:gd name="connsiteX202" fmla="*/ 223507 w 367038"/>
                <a:gd name="connsiteY202" fmla="*/ 65265 h 555813"/>
                <a:gd name="connsiteX203" fmla="*/ 225674 w 367038"/>
                <a:gd name="connsiteY203" fmla="*/ 48850 h 555813"/>
                <a:gd name="connsiteX204" fmla="*/ 240839 w 367038"/>
                <a:gd name="connsiteY204" fmla="*/ 30852 h 555813"/>
                <a:gd name="connsiteX205" fmla="*/ 257838 w 367038"/>
                <a:gd name="connsiteY205" fmla="*/ 39350 h 555813"/>
                <a:gd name="connsiteX206" fmla="*/ 257838 w 367038"/>
                <a:gd name="connsiteY206" fmla="*/ 39350 h 555813"/>
                <a:gd name="connsiteX207" fmla="*/ 236839 w 367038"/>
                <a:gd name="connsiteY207" fmla="*/ 18019 h 555813"/>
                <a:gd name="connsiteX208" fmla="*/ 242006 w 367038"/>
                <a:gd name="connsiteY208" fmla="*/ 21936 h 555813"/>
                <a:gd name="connsiteX209" fmla="*/ 239756 w 367038"/>
                <a:gd name="connsiteY209" fmla="*/ 22685 h 555813"/>
                <a:gd name="connsiteX210" fmla="*/ 222424 w 367038"/>
                <a:gd name="connsiteY210" fmla="*/ 39684 h 555813"/>
                <a:gd name="connsiteX211" fmla="*/ 217258 w 367038"/>
                <a:gd name="connsiteY211" fmla="*/ 34518 h 555813"/>
                <a:gd name="connsiteX212" fmla="*/ 217758 w 367038"/>
                <a:gd name="connsiteY212" fmla="*/ 31518 h 555813"/>
                <a:gd name="connsiteX213" fmla="*/ 236839 w 367038"/>
                <a:gd name="connsiteY213" fmla="*/ 18019 h 555813"/>
                <a:gd name="connsiteX214" fmla="*/ 236839 w 367038"/>
                <a:gd name="connsiteY214" fmla="*/ 18019 h 555813"/>
                <a:gd name="connsiteX215" fmla="*/ 231423 w 367038"/>
                <a:gd name="connsiteY215" fmla="*/ 72515 h 555813"/>
                <a:gd name="connsiteX216" fmla="*/ 237756 w 367038"/>
                <a:gd name="connsiteY216" fmla="*/ 75514 h 555813"/>
                <a:gd name="connsiteX217" fmla="*/ 242339 w 367038"/>
                <a:gd name="connsiteY217" fmla="*/ 92512 h 555813"/>
                <a:gd name="connsiteX218" fmla="*/ 242256 w 367038"/>
                <a:gd name="connsiteY218" fmla="*/ 93096 h 555813"/>
                <a:gd name="connsiteX219" fmla="*/ 236673 w 367038"/>
                <a:gd name="connsiteY219" fmla="*/ 94846 h 555813"/>
                <a:gd name="connsiteX220" fmla="*/ 230840 w 367038"/>
                <a:gd name="connsiteY220" fmla="*/ 98512 h 555813"/>
                <a:gd name="connsiteX221" fmla="*/ 221675 w 367038"/>
                <a:gd name="connsiteY221" fmla="*/ 99345 h 555813"/>
                <a:gd name="connsiteX222" fmla="*/ 207675 w 367038"/>
                <a:gd name="connsiteY222" fmla="*/ 100845 h 555813"/>
                <a:gd name="connsiteX223" fmla="*/ 197677 w 367038"/>
                <a:gd name="connsiteY223" fmla="*/ 114511 h 555813"/>
                <a:gd name="connsiteX224" fmla="*/ 189594 w 367038"/>
                <a:gd name="connsiteY224" fmla="*/ 111511 h 555813"/>
                <a:gd name="connsiteX225" fmla="*/ 190594 w 367038"/>
                <a:gd name="connsiteY225" fmla="*/ 96512 h 555813"/>
                <a:gd name="connsiteX226" fmla="*/ 191844 w 367038"/>
                <a:gd name="connsiteY226" fmla="*/ 93763 h 555813"/>
                <a:gd name="connsiteX227" fmla="*/ 193843 w 367038"/>
                <a:gd name="connsiteY227" fmla="*/ 75347 h 555813"/>
                <a:gd name="connsiteX228" fmla="*/ 209842 w 367038"/>
                <a:gd name="connsiteY228" fmla="*/ 79514 h 555813"/>
                <a:gd name="connsiteX229" fmla="*/ 215175 w 367038"/>
                <a:gd name="connsiteY229" fmla="*/ 81680 h 555813"/>
                <a:gd name="connsiteX230" fmla="*/ 231423 w 367038"/>
                <a:gd name="connsiteY230" fmla="*/ 72515 h 555813"/>
                <a:gd name="connsiteX231" fmla="*/ 231423 w 367038"/>
                <a:gd name="connsiteY231" fmla="*/ 72515 h 555813"/>
                <a:gd name="connsiteX232" fmla="*/ 177511 w 367038"/>
                <a:gd name="connsiteY232" fmla="*/ 32935 h 555813"/>
                <a:gd name="connsiteX233" fmla="*/ 206509 w 367038"/>
                <a:gd name="connsiteY233" fmla="*/ 10770 h 555813"/>
                <a:gd name="connsiteX234" fmla="*/ 209592 w 367038"/>
                <a:gd name="connsiteY234" fmla="*/ 30185 h 555813"/>
                <a:gd name="connsiteX235" fmla="*/ 209592 w 367038"/>
                <a:gd name="connsiteY235" fmla="*/ 30685 h 555813"/>
                <a:gd name="connsiteX236" fmla="*/ 201760 w 367038"/>
                <a:gd name="connsiteY236" fmla="*/ 31352 h 555813"/>
                <a:gd name="connsiteX237" fmla="*/ 193843 w 367038"/>
                <a:gd name="connsiteY237" fmla="*/ 35934 h 555813"/>
                <a:gd name="connsiteX238" fmla="*/ 189844 w 367038"/>
                <a:gd name="connsiteY238" fmla="*/ 41434 h 555813"/>
                <a:gd name="connsiteX239" fmla="*/ 177511 w 367038"/>
                <a:gd name="connsiteY239" fmla="*/ 33684 h 555813"/>
                <a:gd name="connsiteX240" fmla="*/ 177511 w 367038"/>
                <a:gd name="connsiteY240" fmla="*/ 32935 h 555813"/>
                <a:gd name="connsiteX241" fmla="*/ 177511 w 367038"/>
                <a:gd name="connsiteY241" fmla="*/ 32935 h 555813"/>
                <a:gd name="connsiteX242" fmla="*/ 186011 w 367038"/>
                <a:gd name="connsiteY242" fmla="*/ 49933 h 555813"/>
                <a:gd name="connsiteX243" fmla="*/ 191177 w 367038"/>
                <a:gd name="connsiteY243" fmla="*/ 51183 h 555813"/>
                <a:gd name="connsiteX244" fmla="*/ 198760 w 367038"/>
                <a:gd name="connsiteY244" fmla="*/ 44850 h 555813"/>
                <a:gd name="connsiteX245" fmla="*/ 215175 w 367038"/>
                <a:gd name="connsiteY245" fmla="*/ 46850 h 555813"/>
                <a:gd name="connsiteX246" fmla="*/ 215091 w 367038"/>
                <a:gd name="connsiteY246" fmla="*/ 64515 h 555813"/>
                <a:gd name="connsiteX247" fmla="*/ 217425 w 367038"/>
                <a:gd name="connsiteY247" fmla="*/ 68681 h 555813"/>
                <a:gd name="connsiteX248" fmla="*/ 217175 w 367038"/>
                <a:gd name="connsiteY248" fmla="*/ 68848 h 555813"/>
                <a:gd name="connsiteX249" fmla="*/ 213342 w 367038"/>
                <a:gd name="connsiteY249" fmla="*/ 72015 h 555813"/>
                <a:gd name="connsiteX250" fmla="*/ 207259 w 367038"/>
                <a:gd name="connsiteY250" fmla="*/ 66265 h 555813"/>
                <a:gd name="connsiteX251" fmla="*/ 195260 w 367038"/>
                <a:gd name="connsiteY251" fmla="*/ 65682 h 555813"/>
                <a:gd name="connsiteX252" fmla="*/ 184844 w 367038"/>
                <a:gd name="connsiteY252" fmla="*/ 87180 h 555813"/>
                <a:gd name="connsiteX253" fmla="*/ 158013 w 367038"/>
                <a:gd name="connsiteY253" fmla="*/ 79764 h 555813"/>
                <a:gd name="connsiteX254" fmla="*/ 154764 w 367038"/>
                <a:gd name="connsiteY254" fmla="*/ 61265 h 555813"/>
                <a:gd name="connsiteX255" fmla="*/ 186011 w 367038"/>
                <a:gd name="connsiteY255" fmla="*/ 49933 h 555813"/>
                <a:gd name="connsiteX256" fmla="*/ 186011 w 367038"/>
                <a:gd name="connsiteY256" fmla="*/ 49933 h 555813"/>
                <a:gd name="connsiteX257" fmla="*/ 141681 w 367038"/>
                <a:gd name="connsiteY257" fmla="*/ 17186 h 555813"/>
                <a:gd name="connsiteX258" fmla="*/ 169846 w 367038"/>
                <a:gd name="connsiteY258" fmla="*/ 33851 h 555813"/>
                <a:gd name="connsiteX259" fmla="*/ 161930 w 367038"/>
                <a:gd name="connsiteY259" fmla="*/ 37518 h 555813"/>
                <a:gd name="connsiteX260" fmla="*/ 149931 w 367038"/>
                <a:gd name="connsiteY260" fmla="*/ 54183 h 555813"/>
                <a:gd name="connsiteX261" fmla="*/ 135265 w 367038"/>
                <a:gd name="connsiteY261" fmla="*/ 45683 h 555813"/>
                <a:gd name="connsiteX262" fmla="*/ 128266 w 367038"/>
                <a:gd name="connsiteY262" fmla="*/ 45600 h 555813"/>
                <a:gd name="connsiteX263" fmla="*/ 141681 w 367038"/>
                <a:gd name="connsiteY263" fmla="*/ 17186 h 555813"/>
                <a:gd name="connsiteX264" fmla="*/ 141681 w 367038"/>
                <a:gd name="connsiteY264" fmla="*/ 17186 h 555813"/>
                <a:gd name="connsiteX265" fmla="*/ 129183 w 367038"/>
                <a:gd name="connsiteY265" fmla="*/ 60182 h 555813"/>
                <a:gd name="connsiteX266" fmla="*/ 145598 w 367038"/>
                <a:gd name="connsiteY266" fmla="*/ 64182 h 555813"/>
                <a:gd name="connsiteX267" fmla="*/ 149681 w 367038"/>
                <a:gd name="connsiteY267" fmla="*/ 83263 h 555813"/>
                <a:gd name="connsiteX268" fmla="*/ 149847 w 367038"/>
                <a:gd name="connsiteY268" fmla="*/ 84430 h 555813"/>
                <a:gd name="connsiteX269" fmla="*/ 149597 w 367038"/>
                <a:gd name="connsiteY269" fmla="*/ 84680 h 555813"/>
                <a:gd name="connsiteX270" fmla="*/ 144181 w 367038"/>
                <a:gd name="connsiteY270" fmla="*/ 92346 h 555813"/>
                <a:gd name="connsiteX271" fmla="*/ 134765 w 367038"/>
                <a:gd name="connsiteY271" fmla="*/ 85097 h 555813"/>
                <a:gd name="connsiteX272" fmla="*/ 120517 w 367038"/>
                <a:gd name="connsiteY272" fmla="*/ 83097 h 555813"/>
                <a:gd name="connsiteX273" fmla="*/ 102935 w 367038"/>
                <a:gd name="connsiteY273" fmla="*/ 110677 h 555813"/>
                <a:gd name="connsiteX274" fmla="*/ 86020 w 367038"/>
                <a:gd name="connsiteY274" fmla="*/ 109678 h 555813"/>
                <a:gd name="connsiteX275" fmla="*/ 79770 w 367038"/>
                <a:gd name="connsiteY275" fmla="*/ 99429 h 555813"/>
                <a:gd name="connsiteX276" fmla="*/ 102352 w 367038"/>
                <a:gd name="connsiteY276" fmla="*/ 72431 h 555813"/>
                <a:gd name="connsiteX277" fmla="*/ 111768 w 367038"/>
                <a:gd name="connsiteY277" fmla="*/ 77930 h 555813"/>
                <a:gd name="connsiteX278" fmla="*/ 115017 w 367038"/>
                <a:gd name="connsiteY278" fmla="*/ 76014 h 555813"/>
                <a:gd name="connsiteX279" fmla="*/ 117184 w 367038"/>
                <a:gd name="connsiteY279" fmla="*/ 70931 h 555813"/>
                <a:gd name="connsiteX280" fmla="*/ 129183 w 367038"/>
                <a:gd name="connsiteY280" fmla="*/ 60182 h 555813"/>
                <a:gd name="connsiteX281" fmla="*/ 129183 w 367038"/>
                <a:gd name="connsiteY281" fmla="*/ 60182 h 555813"/>
                <a:gd name="connsiteX282" fmla="*/ 90436 w 367038"/>
                <a:gd name="connsiteY282" fmla="*/ 42434 h 555813"/>
                <a:gd name="connsiteX283" fmla="*/ 106185 w 367038"/>
                <a:gd name="connsiteY283" fmla="*/ 42934 h 555813"/>
                <a:gd name="connsiteX284" fmla="*/ 120183 w 367038"/>
                <a:gd name="connsiteY284" fmla="*/ 49517 h 555813"/>
                <a:gd name="connsiteX285" fmla="*/ 109934 w 367038"/>
                <a:gd name="connsiteY285" fmla="*/ 71015 h 555813"/>
                <a:gd name="connsiteX286" fmla="*/ 96185 w 367038"/>
                <a:gd name="connsiteY286" fmla="*/ 62349 h 555813"/>
                <a:gd name="connsiteX287" fmla="*/ 81270 w 367038"/>
                <a:gd name="connsiteY287" fmla="*/ 67598 h 555813"/>
                <a:gd name="connsiteX288" fmla="*/ 76354 w 367038"/>
                <a:gd name="connsiteY288" fmla="*/ 73431 h 555813"/>
                <a:gd name="connsiteX289" fmla="*/ 74937 w 367038"/>
                <a:gd name="connsiteY289" fmla="*/ 72431 h 555813"/>
                <a:gd name="connsiteX290" fmla="*/ 90436 w 367038"/>
                <a:gd name="connsiteY290" fmla="*/ 42434 h 555813"/>
                <a:gd name="connsiteX291" fmla="*/ 90436 w 367038"/>
                <a:gd name="connsiteY291" fmla="*/ 42434 h 555813"/>
                <a:gd name="connsiteX292" fmla="*/ 29942 w 367038"/>
                <a:gd name="connsiteY292" fmla="*/ 94596 h 555813"/>
                <a:gd name="connsiteX293" fmla="*/ 41524 w 367038"/>
                <a:gd name="connsiteY293" fmla="*/ 77681 h 555813"/>
                <a:gd name="connsiteX294" fmla="*/ 60522 w 367038"/>
                <a:gd name="connsiteY294" fmla="*/ 71764 h 555813"/>
                <a:gd name="connsiteX295" fmla="*/ 73688 w 367038"/>
                <a:gd name="connsiteY295" fmla="*/ 79097 h 555813"/>
                <a:gd name="connsiteX296" fmla="*/ 73188 w 367038"/>
                <a:gd name="connsiteY296" fmla="*/ 92429 h 555813"/>
                <a:gd name="connsiteX297" fmla="*/ 60189 w 367038"/>
                <a:gd name="connsiteY297" fmla="*/ 89263 h 555813"/>
                <a:gd name="connsiteX298" fmla="*/ 44524 w 367038"/>
                <a:gd name="connsiteY298" fmla="*/ 98512 h 555813"/>
                <a:gd name="connsiteX299" fmla="*/ 40607 w 367038"/>
                <a:gd name="connsiteY299" fmla="*/ 112344 h 555813"/>
                <a:gd name="connsiteX300" fmla="*/ 29525 w 367038"/>
                <a:gd name="connsiteY300" fmla="*/ 111261 h 555813"/>
                <a:gd name="connsiteX301" fmla="*/ 29942 w 367038"/>
                <a:gd name="connsiteY301" fmla="*/ 94596 h 555813"/>
                <a:gd name="connsiteX302" fmla="*/ 29942 w 367038"/>
                <a:gd name="connsiteY302" fmla="*/ 94596 h 555813"/>
                <a:gd name="connsiteX303" fmla="*/ 15026 w 367038"/>
                <a:gd name="connsiteY303" fmla="*/ 131509 h 555813"/>
                <a:gd name="connsiteX304" fmla="*/ 42357 w 367038"/>
                <a:gd name="connsiteY304" fmla="*/ 122260 h 555813"/>
                <a:gd name="connsiteX305" fmla="*/ 46523 w 367038"/>
                <a:gd name="connsiteY305" fmla="*/ 120427 h 555813"/>
                <a:gd name="connsiteX306" fmla="*/ 54189 w 367038"/>
                <a:gd name="connsiteY306" fmla="*/ 100679 h 555813"/>
                <a:gd name="connsiteX307" fmla="*/ 70938 w 367038"/>
                <a:gd name="connsiteY307" fmla="*/ 101428 h 555813"/>
                <a:gd name="connsiteX308" fmla="*/ 78854 w 367038"/>
                <a:gd name="connsiteY308" fmla="*/ 112094 h 555813"/>
                <a:gd name="connsiteX309" fmla="*/ 65272 w 367038"/>
                <a:gd name="connsiteY309" fmla="*/ 130509 h 555813"/>
                <a:gd name="connsiteX310" fmla="*/ 51023 w 367038"/>
                <a:gd name="connsiteY310" fmla="*/ 129009 h 555813"/>
                <a:gd name="connsiteX311" fmla="*/ 38358 w 367038"/>
                <a:gd name="connsiteY311" fmla="*/ 141758 h 555813"/>
                <a:gd name="connsiteX312" fmla="*/ 38441 w 367038"/>
                <a:gd name="connsiteY312" fmla="*/ 165173 h 555813"/>
                <a:gd name="connsiteX313" fmla="*/ 23275 w 367038"/>
                <a:gd name="connsiteY313" fmla="*/ 159423 h 555813"/>
                <a:gd name="connsiteX314" fmla="*/ 16609 w 367038"/>
                <a:gd name="connsiteY314" fmla="*/ 156840 h 555813"/>
                <a:gd name="connsiteX315" fmla="*/ 15026 w 367038"/>
                <a:gd name="connsiteY315" fmla="*/ 131509 h 555813"/>
                <a:gd name="connsiteX316" fmla="*/ 15026 w 367038"/>
                <a:gd name="connsiteY316" fmla="*/ 131509 h 555813"/>
                <a:gd name="connsiteX317" fmla="*/ 127516 w 367038"/>
                <a:gd name="connsiteY317" fmla="*/ 503142 h 555813"/>
                <a:gd name="connsiteX318" fmla="*/ 110934 w 367038"/>
                <a:gd name="connsiteY318" fmla="*/ 490477 h 555813"/>
                <a:gd name="connsiteX319" fmla="*/ 102018 w 367038"/>
                <a:gd name="connsiteY319" fmla="*/ 462396 h 555813"/>
                <a:gd name="connsiteX320" fmla="*/ 74271 w 367038"/>
                <a:gd name="connsiteY320" fmla="*/ 375071 h 555813"/>
                <a:gd name="connsiteX321" fmla="*/ 43024 w 367038"/>
                <a:gd name="connsiteY321" fmla="*/ 266747 h 555813"/>
                <a:gd name="connsiteX322" fmla="*/ 29525 w 367038"/>
                <a:gd name="connsiteY322" fmla="*/ 218251 h 555813"/>
                <a:gd name="connsiteX323" fmla="*/ 19443 w 367038"/>
                <a:gd name="connsiteY323" fmla="*/ 186754 h 555813"/>
                <a:gd name="connsiteX324" fmla="*/ 12859 w 367038"/>
                <a:gd name="connsiteY324" fmla="*/ 167173 h 555813"/>
                <a:gd name="connsiteX325" fmla="*/ 23776 w 367038"/>
                <a:gd name="connsiteY325" fmla="*/ 171172 h 555813"/>
                <a:gd name="connsiteX326" fmla="*/ 44690 w 367038"/>
                <a:gd name="connsiteY326" fmla="*/ 184504 h 555813"/>
                <a:gd name="connsiteX327" fmla="*/ 52439 w 367038"/>
                <a:gd name="connsiteY327" fmla="*/ 216585 h 555813"/>
                <a:gd name="connsiteX328" fmla="*/ 65939 w 367038"/>
                <a:gd name="connsiteY328" fmla="*/ 267080 h 555813"/>
                <a:gd name="connsiteX329" fmla="*/ 92102 w 367038"/>
                <a:gd name="connsiteY329" fmla="*/ 351989 h 555813"/>
                <a:gd name="connsiteX330" fmla="*/ 120600 w 367038"/>
                <a:gd name="connsiteY330" fmla="*/ 444647 h 555813"/>
                <a:gd name="connsiteX331" fmla="*/ 136432 w 367038"/>
                <a:gd name="connsiteY331" fmla="*/ 494476 h 555813"/>
                <a:gd name="connsiteX332" fmla="*/ 139765 w 367038"/>
                <a:gd name="connsiteY332" fmla="*/ 508142 h 555813"/>
                <a:gd name="connsiteX333" fmla="*/ 127516 w 367038"/>
                <a:gd name="connsiteY333" fmla="*/ 503142 h 555813"/>
                <a:gd name="connsiteX334" fmla="*/ 127516 w 367038"/>
                <a:gd name="connsiteY334" fmla="*/ 503142 h 555813"/>
                <a:gd name="connsiteX335" fmla="*/ 167846 w 367038"/>
                <a:gd name="connsiteY335" fmla="*/ 518808 h 555813"/>
                <a:gd name="connsiteX336" fmla="*/ 148014 w 367038"/>
                <a:gd name="connsiteY336" fmla="*/ 511141 h 555813"/>
                <a:gd name="connsiteX337" fmla="*/ 125600 w 367038"/>
                <a:gd name="connsiteY337" fmla="*/ 436398 h 555813"/>
                <a:gd name="connsiteX338" fmla="*/ 94102 w 367038"/>
                <a:gd name="connsiteY338" fmla="*/ 339323 h 555813"/>
                <a:gd name="connsiteX339" fmla="*/ 67105 w 367038"/>
                <a:gd name="connsiteY339" fmla="*/ 243916 h 555813"/>
                <a:gd name="connsiteX340" fmla="*/ 53356 w 367038"/>
                <a:gd name="connsiteY340" fmla="*/ 194003 h 555813"/>
                <a:gd name="connsiteX341" fmla="*/ 51690 w 367038"/>
                <a:gd name="connsiteY341" fmla="*/ 188337 h 555813"/>
                <a:gd name="connsiteX342" fmla="*/ 97519 w 367038"/>
                <a:gd name="connsiteY342" fmla="*/ 209252 h 555813"/>
                <a:gd name="connsiteX343" fmla="*/ 99519 w 367038"/>
                <a:gd name="connsiteY343" fmla="*/ 210002 h 555813"/>
                <a:gd name="connsiteX344" fmla="*/ 114601 w 367038"/>
                <a:gd name="connsiteY344" fmla="*/ 285079 h 555813"/>
                <a:gd name="connsiteX345" fmla="*/ 138015 w 367038"/>
                <a:gd name="connsiteY345" fmla="*/ 375820 h 555813"/>
                <a:gd name="connsiteX346" fmla="*/ 159097 w 367038"/>
                <a:gd name="connsiteY346" fmla="*/ 461396 h 555813"/>
                <a:gd name="connsiteX347" fmla="*/ 174179 w 367038"/>
                <a:gd name="connsiteY347" fmla="*/ 521057 h 555813"/>
                <a:gd name="connsiteX348" fmla="*/ 167846 w 367038"/>
                <a:gd name="connsiteY348" fmla="*/ 518808 h 555813"/>
                <a:gd name="connsiteX349" fmla="*/ 167846 w 367038"/>
                <a:gd name="connsiteY349" fmla="*/ 518808 h 555813"/>
                <a:gd name="connsiteX350" fmla="*/ 212092 w 367038"/>
                <a:gd name="connsiteY350" fmla="*/ 534556 h 555813"/>
                <a:gd name="connsiteX351" fmla="*/ 183178 w 367038"/>
                <a:gd name="connsiteY351" fmla="*/ 524641 h 555813"/>
                <a:gd name="connsiteX352" fmla="*/ 167846 w 367038"/>
                <a:gd name="connsiteY352" fmla="*/ 458396 h 555813"/>
                <a:gd name="connsiteX353" fmla="*/ 145431 w 367038"/>
                <a:gd name="connsiteY353" fmla="*/ 369404 h 555813"/>
                <a:gd name="connsiteX354" fmla="*/ 121517 w 367038"/>
                <a:gd name="connsiteY354" fmla="*/ 281495 h 555813"/>
                <a:gd name="connsiteX355" fmla="*/ 105601 w 367038"/>
                <a:gd name="connsiteY355" fmla="*/ 212335 h 555813"/>
                <a:gd name="connsiteX356" fmla="*/ 141181 w 367038"/>
                <a:gd name="connsiteY356" fmla="*/ 223917 h 555813"/>
                <a:gd name="connsiteX357" fmla="*/ 157430 w 367038"/>
                <a:gd name="connsiteY357" fmla="*/ 228750 h 555813"/>
                <a:gd name="connsiteX358" fmla="*/ 182595 w 367038"/>
                <a:gd name="connsiteY358" fmla="*/ 392985 h 555813"/>
                <a:gd name="connsiteX359" fmla="*/ 201093 w 367038"/>
                <a:gd name="connsiteY359" fmla="*/ 471395 h 555813"/>
                <a:gd name="connsiteX360" fmla="*/ 213925 w 367038"/>
                <a:gd name="connsiteY360" fmla="*/ 519807 h 555813"/>
                <a:gd name="connsiteX361" fmla="*/ 217508 w 367038"/>
                <a:gd name="connsiteY361" fmla="*/ 536806 h 555813"/>
                <a:gd name="connsiteX362" fmla="*/ 212092 w 367038"/>
                <a:gd name="connsiteY362" fmla="*/ 534556 h 555813"/>
                <a:gd name="connsiteX363" fmla="*/ 212092 w 367038"/>
                <a:gd name="connsiteY363" fmla="*/ 534556 h 555813"/>
                <a:gd name="connsiteX364" fmla="*/ 248505 w 367038"/>
                <a:gd name="connsiteY364" fmla="*/ 498226 h 555813"/>
                <a:gd name="connsiteX365" fmla="*/ 252338 w 367038"/>
                <a:gd name="connsiteY365" fmla="*/ 528140 h 555813"/>
                <a:gd name="connsiteX366" fmla="*/ 248755 w 367038"/>
                <a:gd name="connsiteY366" fmla="*/ 529723 h 555813"/>
                <a:gd name="connsiteX367" fmla="*/ 230590 w 367038"/>
                <a:gd name="connsiteY367" fmla="*/ 537972 h 555813"/>
                <a:gd name="connsiteX368" fmla="*/ 229673 w 367038"/>
                <a:gd name="connsiteY368" fmla="*/ 538139 h 555813"/>
                <a:gd name="connsiteX369" fmla="*/ 222508 w 367038"/>
                <a:gd name="connsiteY369" fmla="*/ 507309 h 555813"/>
                <a:gd name="connsiteX370" fmla="*/ 210509 w 367038"/>
                <a:gd name="connsiteY370" fmla="*/ 461979 h 555813"/>
                <a:gd name="connsiteX371" fmla="*/ 193927 w 367038"/>
                <a:gd name="connsiteY371" fmla="*/ 383070 h 555813"/>
                <a:gd name="connsiteX372" fmla="*/ 163429 w 367038"/>
                <a:gd name="connsiteY372" fmla="*/ 228917 h 555813"/>
                <a:gd name="connsiteX373" fmla="*/ 174345 w 367038"/>
                <a:gd name="connsiteY373" fmla="*/ 226417 h 555813"/>
                <a:gd name="connsiteX374" fmla="*/ 199926 w 367038"/>
                <a:gd name="connsiteY374" fmla="*/ 212085 h 555813"/>
                <a:gd name="connsiteX375" fmla="*/ 211259 w 367038"/>
                <a:gd name="connsiteY375" fmla="*/ 279746 h 555813"/>
                <a:gd name="connsiteX376" fmla="*/ 226007 w 367038"/>
                <a:gd name="connsiteY376" fmla="*/ 364655 h 555813"/>
                <a:gd name="connsiteX377" fmla="*/ 235173 w 367038"/>
                <a:gd name="connsiteY377" fmla="*/ 409317 h 555813"/>
                <a:gd name="connsiteX378" fmla="*/ 242256 w 367038"/>
                <a:gd name="connsiteY378" fmla="*/ 456730 h 555813"/>
                <a:gd name="connsiteX379" fmla="*/ 248505 w 367038"/>
                <a:gd name="connsiteY379" fmla="*/ 498226 h 555813"/>
                <a:gd name="connsiteX380" fmla="*/ 248505 w 367038"/>
                <a:gd name="connsiteY380" fmla="*/ 498226 h 555813"/>
                <a:gd name="connsiteX381" fmla="*/ 293501 w 367038"/>
                <a:gd name="connsiteY381" fmla="*/ 430065 h 555813"/>
                <a:gd name="connsiteX382" fmla="*/ 297417 w 367038"/>
                <a:gd name="connsiteY382" fmla="*/ 473478 h 555813"/>
                <a:gd name="connsiteX383" fmla="*/ 301084 w 367038"/>
                <a:gd name="connsiteY383" fmla="*/ 507058 h 555813"/>
                <a:gd name="connsiteX384" fmla="*/ 262420 w 367038"/>
                <a:gd name="connsiteY384" fmla="*/ 523724 h 555813"/>
                <a:gd name="connsiteX385" fmla="*/ 257921 w 367038"/>
                <a:gd name="connsiteY385" fmla="*/ 499892 h 555813"/>
                <a:gd name="connsiteX386" fmla="*/ 249422 w 367038"/>
                <a:gd name="connsiteY386" fmla="*/ 458230 h 555813"/>
                <a:gd name="connsiteX387" fmla="*/ 242256 w 367038"/>
                <a:gd name="connsiteY387" fmla="*/ 411234 h 555813"/>
                <a:gd name="connsiteX388" fmla="*/ 233590 w 367038"/>
                <a:gd name="connsiteY388" fmla="*/ 363572 h 555813"/>
                <a:gd name="connsiteX389" fmla="*/ 220508 w 367038"/>
                <a:gd name="connsiteY389" fmla="*/ 280746 h 555813"/>
                <a:gd name="connsiteX390" fmla="*/ 212925 w 367038"/>
                <a:gd name="connsiteY390" fmla="*/ 242249 h 555813"/>
                <a:gd name="connsiteX391" fmla="*/ 206926 w 367038"/>
                <a:gd name="connsiteY391" fmla="*/ 207752 h 555813"/>
                <a:gd name="connsiteX392" fmla="*/ 213842 w 367038"/>
                <a:gd name="connsiteY392" fmla="*/ 203753 h 555813"/>
                <a:gd name="connsiteX393" fmla="*/ 257254 w 367038"/>
                <a:gd name="connsiteY393" fmla="*/ 182421 h 555813"/>
                <a:gd name="connsiteX394" fmla="*/ 267587 w 367038"/>
                <a:gd name="connsiteY394" fmla="*/ 177255 h 555813"/>
                <a:gd name="connsiteX395" fmla="*/ 282669 w 367038"/>
                <a:gd name="connsiteY395" fmla="*/ 348239 h 555813"/>
                <a:gd name="connsiteX396" fmla="*/ 293501 w 367038"/>
                <a:gd name="connsiteY396" fmla="*/ 430065 h 555813"/>
                <a:gd name="connsiteX397" fmla="*/ 293501 w 367038"/>
                <a:gd name="connsiteY397" fmla="*/ 430065 h 555813"/>
                <a:gd name="connsiteX398" fmla="*/ 335497 w 367038"/>
                <a:gd name="connsiteY398" fmla="*/ 181171 h 555813"/>
                <a:gd name="connsiteX399" fmla="*/ 333331 w 367038"/>
                <a:gd name="connsiteY399" fmla="*/ 230334 h 555813"/>
                <a:gd name="connsiteX400" fmla="*/ 335414 w 367038"/>
                <a:gd name="connsiteY400" fmla="*/ 324242 h 555813"/>
                <a:gd name="connsiteX401" fmla="*/ 342580 w 367038"/>
                <a:gd name="connsiteY401" fmla="*/ 419066 h 555813"/>
                <a:gd name="connsiteX402" fmla="*/ 348080 w 367038"/>
                <a:gd name="connsiteY402" fmla="*/ 467312 h 555813"/>
                <a:gd name="connsiteX403" fmla="*/ 349329 w 367038"/>
                <a:gd name="connsiteY403" fmla="*/ 485310 h 555813"/>
                <a:gd name="connsiteX404" fmla="*/ 349413 w 367038"/>
                <a:gd name="connsiteY404" fmla="*/ 486394 h 555813"/>
                <a:gd name="connsiteX405" fmla="*/ 348413 w 367038"/>
                <a:gd name="connsiteY405" fmla="*/ 487060 h 555813"/>
                <a:gd name="connsiteX406" fmla="*/ 336497 w 367038"/>
                <a:gd name="connsiteY406" fmla="*/ 492143 h 555813"/>
                <a:gd name="connsiteX407" fmla="*/ 309416 w 367038"/>
                <a:gd name="connsiteY407" fmla="*/ 503642 h 555813"/>
                <a:gd name="connsiteX408" fmla="*/ 307583 w 367038"/>
                <a:gd name="connsiteY408" fmla="*/ 477894 h 555813"/>
                <a:gd name="connsiteX409" fmla="*/ 305083 w 367038"/>
                <a:gd name="connsiteY409" fmla="*/ 437565 h 555813"/>
                <a:gd name="connsiteX410" fmla="*/ 294834 w 367038"/>
                <a:gd name="connsiteY410" fmla="*/ 350906 h 555813"/>
                <a:gd name="connsiteX411" fmla="*/ 274170 w 367038"/>
                <a:gd name="connsiteY411" fmla="*/ 174005 h 555813"/>
                <a:gd name="connsiteX412" fmla="*/ 337830 w 367038"/>
                <a:gd name="connsiteY412" fmla="*/ 139092 h 555813"/>
                <a:gd name="connsiteX413" fmla="*/ 335497 w 367038"/>
                <a:gd name="connsiteY413" fmla="*/ 181171 h 555813"/>
                <a:gd name="connsiteX414" fmla="*/ 335497 w 367038"/>
                <a:gd name="connsiteY414" fmla="*/ 181171 h 555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Lst>
              <a:rect l="l" t="t" r="r" b="b"/>
              <a:pathLst>
                <a:path w="367038" h="555813">
                  <a:moveTo>
                    <a:pt x="344746" y="126843"/>
                  </a:moveTo>
                  <a:cubicBezTo>
                    <a:pt x="342580" y="124593"/>
                    <a:pt x="340247" y="124177"/>
                    <a:pt x="337330" y="125010"/>
                  </a:cubicBezTo>
                  <a:cubicBezTo>
                    <a:pt x="331998" y="126593"/>
                    <a:pt x="326915" y="128926"/>
                    <a:pt x="321915" y="131426"/>
                  </a:cubicBezTo>
                  <a:cubicBezTo>
                    <a:pt x="322499" y="128593"/>
                    <a:pt x="322582" y="125759"/>
                    <a:pt x="322082" y="123010"/>
                  </a:cubicBezTo>
                  <a:cubicBezTo>
                    <a:pt x="331248" y="115344"/>
                    <a:pt x="338997" y="99012"/>
                    <a:pt x="334997" y="87596"/>
                  </a:cubicBezTo>
                  <a:cubicBezTo>
                    <a:pt x="330581" y="74847"/>
                    <a:pt x="316999" y="75431"/>
                    <a:pt x="305667" y="77764"/>
                  </a:cubicBezTo>
                  <a:cubicBezTo>
                    <a:pt x="306167" y="68765"/>
                    <a:pt x="301917" y="59682"/>
                    <a:pt x="294251" y="56182"/>
                  </a:cubicBezTo>
                  <a:cubicBezTo>
                    <a:pt x="299834" y="46600"/>
                    <a:pt x="301084" y="38267"/>
                    <a:pt x="291085" y="28352"/>
                  </a:cubicBezTo>
                  <a:cubicBezTo>
                    <a:pt x="280085" y="17269"/>
                    <a:pt x="270170" y="23019"/>
                    <a:pt x="260337" y="30935"/>
                  </a:cubicBezTo>
                  <a:cubicBezTo>
                    <a:pt x="258421" y="28518"/>
                    <a:pt x="257254" y="25102"/>
                    <a:pt x="254338" y="23352"/>
                  </a:cubicBezTo>
                  <a:cubicBezTo>
                    <a:pt x="252005" y="21936"/>
                    <a:pt x="249588" y="21269"/>
                    <a:pt x="247172" y="21186"/>
                  </a:cubicBezTo>
                  <a:cubicBezTo>
                    <a:pt x="247672" y="20102"/>
                    <a:pt x="247755" y="18853"/>
                    <a:pt x="246922" y="17853"/>
                  </a:cubicBezTo>
                  <a:cubicBezTo>
                    <a:pt x="243922" y="14353"/>
                    <a:pt x="242172" y="12187"/>
                    <a:pt x="237423" y="10686"/>
                  </a:cubicBezTo>
                  <a:cubicBezTo>
                    <a:pt x="233173" y="9437"/>
                    <a:pt x="228924" y="9937"/>
                    <a:pt x="225007" y="12020"/>
                  </a:cubicBezTo>
                  <a:cubicBezTo>
                    <a:pt x="222424" y="13353"/>
                    <a:pt x="220341" y="15186"/>
                    <a:pt x="218758" y="17353"/>
                  </a:cubicBezTo>
                  <a:cubicBezTo>
                    <a:pt x="218508" y="15019"/>
                    <a:pt x="217841" y="12770"/>
                    <a:pt x="216675" y="10770"/>
                  </a:cubicBezTo>
                  <a:cubicBezTo>
                    <a:pt x="212925" y="4437"/>
                    <a:pt x="204176" y="-812"/>
                    <a:pt x="196677" y="104"/>
                  </a:cubicBezTo>
                  <a:cubicBezTo>
                    <a:pt x="185511" y="1521"/>
                    <a:pt x="173012" y="11936"/>
                    <a:pt x="172262" y="23102"/>
                  </a:cubicBezTo>
                  <a:cubicBezTo>
                    <a:pt x="164763" y="11520"/>
                    <a:pt x="150347" y="2188"/>
                    <a:pt x="137682" y="10270"/>
                  </a:cubicBezTo>
                  <a:cubicBezTo>
                    <a:pt x="128849" y="15853"/>
                    <a:pt x="120017" y="27518"/>
                    <a:pt x="120683" y="38267"/>
                  </a:cubicBezTo>
                  <a:cubicBezTo>
                    <a:pt x="111101" y="30935"/>
                    <a:pt x="89270" y="32018"/>
                    <a:pt x="81520" y="36351"/>
                  </a:cubicBezTo>
                  <a:cubicBezTo>
                    <a:pt x="73354" y="40934"/>
                    <a:pt x="65272" y="55849"/>
                    <a:pt x="66688" y="66931"/>
                  </a:cubicBezTo>
                  <a:cubicBezTo>
                    <a:pt x="63022" y="65182"/>
                    <a:pt x="59106" y="64348"/>
                    <a:pt x="54106" y="65182"/>
                  </a:cubicBezTo>
                  <a:cubicBezTo>
                    <a:pt x="45524" y="66682"/>
                    <a:pt x="35524" y="70848"/>
                    <a:pt x="29775" y="77681"/>
                  </a:cubicBezTo>
                  <a:cubicBezTo>
                    <a:pt x="23692" y="84930"/>
                    <a:pt x="17693" y="102345"/>
                    <a:pt x="22275" y="112594"/>
                  </a:cubicBezTo>
                  <a:cubicBezTo>
                    <a:pt x="14526" y="114844"/>
                    <a:pt x="8110" y="120260"/>
                    <a:pt x="4527" y="129509"/>
                  </a:cubicBezTo>
                  <a:cubicBezTo>
                    <a:pt x="1527" y="137175"/>
                    <a:pt x="1194" y="147424"/>
                    <a:pt x="4610" y="155174"/>
                  </a:cubicBezTo>
                  <a:cubicBezTo>
                    <a:pt x="4361" y="155257"/>
                    <a:pt x="4110" y="155257"/>
                    <a:pt x="3861" y="155340"/>
                  </a:cubicBezTo>
                  <a:cubicBezTo>
                    <a:pt x="1861" y="156007"/>
                    <a:pt x="278" y="158423"/>
                    <a:pt x="111" y="160423"/>
                  </a:cubicBezTo>
                  <a:cubicBezTo>
                    <a:pt x="-1056" y="173589"/>
                    <a:pt x="7277" y="189420"/>
                    <a:pt x="11277" y="201586"/>
                  </a:cubicBezTo>
                  <a:cubicBezTo>
                    <a:pt x="17276" y="219668"/>
                    <a:pt x="22942" y="237749"/>
                    <a:pt x="28358" y="255998"/>
                  </a:cubicBezTo>
                  <a:cubicBezTo>
                    <a:pt x="38607" y="290661"/>
                    <a:pt x="47023" y="325825"/>
                    <a:pt x="58689" y="360072"/>
                  </a:cubicBezTo>
                  <a:cubicBezTo>
                    <a:pt x="71105" y="396735"/>
                    <a:pt x="81437" y="433065"/>
                    <a:pt x="90603" y="470645"/>
                  </a:cubicBezTo>
                  <a:cubicBezTo>
                    <a:pt x="93269" y="481477"/>
                    <a:pt x="94352" y="497893"/>
                    <a:pt x="101852" y="506642"/>
                  </a:cubicBezTo>
                  <a:cubicBezTo>
                    <a:pt x="110267" y="516474"/>
                    <a:pt x="130599" y="521307"/>
                    <a:pt x="142015" y="525807"/>
                  </a:cubicBezTo>
                  <a:cubicBezTo>
                    <a:pt x="144515" y="526807"/>
                    <a:pt x="147014" y="527806"/>
                    <a:pt x="149431" y="528807"/>
                  </a:cubicBezTo>
                  <a:cubicBezTo>
                    <a:pt x="149681" y="528973"/>
                    <a:pt x="149931" y="529057"/>
                    <a:pt x="150181" y="529057"/>
                  </a:cubicBezTo>
                  <a:cubicBezTo>
                    <a:pt x="162596" y="534056"/>
                    <a:pt x="175012" y="539305"/>
                    <a:pt x="187761" y="543472"/>
                  </a:cubicBezTo>
                  <a:cubicBezTo>
                    <a:pt x="199760" y="547472"/>
                    <a:pt x="217091" y="557554"/>
                    <a:pt x="230007" y="555554"/>
                  </a:cubicBezTo>
                  <a:cubicBezTo>
                    <a:pt x="242922" y="553554"/>
                    <a:pt x="256588" y="544138"/>
                    <a:pt x="268586" y="539389"/>
                  </a:cubicBezTo>
                  <a:cubicBezTo>
                    <a:pt x="286335" y="532390"/>
                    <a:pt x="303500" y="524223"/>
                    <a:pt x="321082" y="517058"/>
                  </a:cubicBezTo>
                  <a:cubicBezTo>
                    <a:pt x="328581" y="514058"/>
                    <a:pt x="336081" y="511225"/>
                    <a:pt x="343580" y="508142"/>
                  </a:cubicBezTo>
                  <a:cubicBezTo>
                    <a:pt x="349163" y="505809"/>
                    <a:pt x="358245" y="503892"/>
                    <a:pt x="362745" y="499393"/>
                  </a:cubicBezTo>
                  <a:cubicBezTo>
                    <a:pt x="370911" y="491310"/>
                    <a:pt x="365161" y="477145"/>
                    <a:pt x="363828" y="467312"/>
                  </a:cubicBezTo>
                  <a:cubicBezTo>
                    <a:pt x="358912" y="430232"/>
                    <a:pt x="351329" y="392819"/>
                    <a:pt x="349246" y="355489"/>
                  </a:cubicBezTo>
                  <a:cubicBezTo>
                    <a:pt x="346913" y="313493"/>
                    <a:pt x="344746" y="270997"/>
                    <a:pt x="345830" y="229000"/>
                  </a:cubicBezTo>
                  <a:cubicBezTo>
                    <a:pt x="346330" y="207752"/>
                    <a:pt x="347580" y="186588"/>
                    <a:pt x="348580" y="165423"/>
                  </a:cubicBezTo>
                  <a:cubicBezTo>
                    <a:pt x="348996" y="154674"/>
                    <a:pt x="353329" y="135675"/>
                    <a:pt x="344746" y="126843"/>
                  </a:cubicBezTo>
                  <a:lnTo>
                    <a:pt x="344746" y="126843"/>
                  </a:lnTo>
                  <a:close/>
                  <a:moveTo>
                    <a:pt x="304750" y="82930"/>
                  </a:moveTo>
                  <a:cubicBezTo>
                    <a:pt x="311499" y="81347"/>
                    <a:pt x="319082" y="81180"/>
                    <a:pt x="324498" y="86013"/>
                  </a:cubicBezTo>
                  <a:cubicBezTo>
                    <a:pt x="331414" y="92179"/>
                    <a:pt x="324915" y="102678"/>
                    <a:pt x="320915" y="108094"/>
                  </a:cubicBezTo>
                  <a:cubicBezTo>
                    <a:pt x="319749" y="109678"/>
                    <a:pt x="317499" y="111678"/>
                    <a:pt x="315582" y="113927"/>
                  </a:cubicBezTo>
                  <a:cubicBezTo>
                    <a:pt x="313749" y="112844"/>
                    <a:pt x="311666" y="112011"/>
                    <a:pt x="309500" y="111594"/>
                  </a:cubicBezTo>
                  <a:cubicBezTo>
                    <a:pt x="306500" y="111011"/>
                    <a:pt x="303167" y="111177"/>
                    <a:pt x="300167" y="111761"/>
                  </a:cubicBezTo>
                  <a:cubicBezTo>
                    <a:pt x="300167" y="111761"/>
                    <a:pt x="299834" y="111844"/>
                    <a:pt x="299334" y="112011"/>
                  </a:cubicBezTo>
                  <a:cubicBezTo>
                    <a:pt x="300584" y="108844"/>
                    <a:pt x="301751" y="105761"/>
                    <a:pt x="301500" y="101845"/>
                  </a:cubicBezTo>
                  <a:cubicBezTo>
                    <a:pt x="301251" y="98678"/>
                    <a:pt x="300417" y="95679"/>
                    <a:pt x="298667" y="93263"/>
                  </a:cubicBezTo>
                  <a:cubicBezTo>
                    <a:pt x="301751" y="90429"/>
                    <a:pt x="303667" y="86763"/>
                    <a:pt x="304750" y="82930"/>
                  </a:cubicBezTo>
                  <a:lnTo>
                    <a:pt x="304750" y="82930"/>
                  </a:lnTo>
                  <a:close/>
                  <a:moveTo>
                    <a:pt x="177678" y="205752"/>
                  </a:moveTo>
                  <a:cubicBezTo>
                    <a:pt x="173845" y="208169"/>
                    <a:pt x="169679" y="210752"/>
                    <a:pt x="165596" y="211835"/>
                  </a:cubicBezTo>
                  <a:cubicBezTo>
                    <a:pt x="157680" y="214002"/>
                    <a:pt x="149764" y="209502"/>
                    <a:pt x="142515" y="207002"/>
                  </a:cubicBezTo>
                  <a:cubicBezTo>
                    <a:pt x="134765" y="204419"/>
                    <a:pt x="126850" y="202419"/>
                    <a:pt x="119017" y="200253"/>
                  </a:cubicBezTo>
                  <a:cubicBezTo>
                    <a:pt x="118767" y="193587"/>
                    <a:pt x="121517" y="184921"/>
                    <a:pt x="123017" y="182754"/>
                  </a:cubicBezTo>
                  <a:cubicBezTo>
                    <a:pt x="125433" y="180504"/>
                    <a:pt x="127850" y="178255"/>
                    <a:pt x="130266" y="176088"/>
                  </a:cubicBezTo>
                  <a:cubicBezTo>
                    <a:pt x="136599" y="174338"/>
                    <a:pt x="141765" y="176172"/>
                    <a:pt x="145764" y="181421"/>
                  </a:cubicBezTo>
                  <a:cubicBezTo>
                    <a:pt x="147181" y="182088"/>
                    <a:pt x="147764" y="182754"/>
                    <a:pt x="149514" y="183254"/>
                  </a:cubicBezTo>
                  <a:cubicBezTo>
                    <a:pt x="151181" y="183754"/>
                    <a:pt x="153180" y="183171"/>
                    <a:pt x="153764" y="181421"/>
                  </a:cubicBezTo>
                  <a:cubicBezTo>
                    <a:pt x="158847" y="167089"/>
                    <a:pt x="175262" y="167839"/>
                    <a:pt x="177845" y="182338"/>
                  </a:cubicBezTo>
                  <a:cubicBezTo>
                    <a:pt x="179095" y="189504"/>
                    <a:pt x="177178" y="195086"/>
                    <a:pt x="176178" y="202169"/>
                  </a:cubicBezTo>
                  <a:cubicBezTo>
                    <a:pt x="175928" y="203669"/>
                    <a:pt x="176595" y="204919"/>
                    <a:pt x="177678" y="205752"/>
                  </a:cubicBezTo>
                  <a:lnTo>
                    <a:pt x="177678" y="205752"/>
                  </a:lnTo>
                  <a:close/>
                  <a:moveTo>
                    <a:pt x="76854" y="183171"/>
                  </a:moveTo>
                  <a:cubicBezTo>
                    <a:pt x="69688" y="179421"/>
                    <a:pt x="62438" y="175672"/>
                    <a:pt x="55189" y="172339"/>
                  </a:cubicBezTo>
                  <a:cubicBezTo>
                    <a:pt x="53940" y="171755"/>
                    <a:pt x="52689" y="171172"/>
                    <a:pt x="51439" y="170672"/>
                  </a:cubicBezTo>
                  <a:cubicBezTo>
                    <a:pt x="38941" y="155340"/>
                    <a:pt x="47107" y="136842"/>
                    <a:pt x="69688" y="141925"/>
                  </a:cubicBezTo>
                  <a:cubicBezTo>
                    <a:pt x="72105" y="142508"/>
                    <a:pt x="75437" y="140008"/>
                    <a:pt x="75354" y="137509"/>
                  </a:cubicBezTo>
                  <a:cubicBezTo>
                    <a:pt x="75104" y="117844"/>
                    <a:pt x="101102" y="111177"/>
                    <a:pt x="109351" y="130676"/>
                  </a:cubicBezTo>
                  <a:cubicBezTo>
                    <a:pt x="103852" y="136258"/>
                    <a:pt x="104685" y="141842"/>
                    <a:pt x="105101" y="148174"/>
                  </a:cubicBezTo>
                  <a:cubicBezTo>
                    <a:pt x="101518" y="146091"/>
                    <a:pt x="98352" y="144591"/>
                    <a:pt x="93186" y="145508"/>
                  </a:cubicBezTo>
                  <a:cubicBezTo>
                    <a:pt x="86936" y="146591"/>
                    <a:pt x="82104" y="150840"/>
                    <a:pt x="78771" y="155924"/>
                  </a:cubicBezTo>
                  <a:cubicBezTo>
                    <a:pt x="72604" y="165173"/>
                    <a:pt x="73354" y="174255"/>
                    <a:pt x="76854" y="183171"/>
                  </a:cubicBezTo>
                  <a:lnTo>
                    <a:pt x="76854" y="183171"/>
                  </a:lnTo>
                  <a:close/>
                  <a:moveTo>
                    <a:pt x="81437" y="168339"/>
                  </a:moveTo>
                  <a:cubicBezTo>
                    <a:pt x="82187" y="163090"/>
                    <a:pt x="87270" y="156340"/>
                    <a:pt x="91686" y="153757"/>
                  </a:cubicBezTo>
                  <a:cubicBezTo>
                    <a:pt x="96185" y="151174"/>
                    <a:pt x="102602" y="155340"/>
                    <a:pt x="107351" y="157173"/>
                  </a:cubicBezTo>
                  <a:cubicBezTo>
                    <a:pt x="109434" y="158007"/>
                    <a:pt x="111768" y="156590"/>
                    <a:pt x="112017" y="154423"/>
                  </a:cubicBezTo>
                  <a:cubicBezTo>
                    <a:pt x="112434" y="151340"/>
                    <a:pt x="110684" y="147424"/>
                    <a:pt x="111601" y="144674"/>
                  </a:cubicBezTo>
                  <a:cubicBezTo>
                    <a:pt x="115351" y="140758"/>
                    <a:pt x="119183" y="136842"/>
                    <a:pt x="122933" y="132926"/>
                  </a:cubicBezTo>
                  <a:cubicBezTo>
                    <a:pt x="131016" y="133842"/>
                    <a:pt x="136515" y="137758"/>
                    <a:pt x="139349" y="144674"/>
                  </a:cubicBezTo>
                  <a:cubicBezTo>
                    <a:pt x="142848" y="153507"/>
                    <a:pt x="138098" y="159923"/>
                    <a:pt x="136682" y="167422"/>
                  </a:cubicBezTo>
                  <a:cubicBezTo>
                    <a:pt x="127683" y="165089"/>
                    <a:pt x="118767" y="168589"/>
                    <a:pt x="112017" y="180338"/>
                  </a:cubicBezTo>
                  <a:cubicBezTo>
                    <a:pt x="109685" y="184504"/>
                    <a:pt x="108018" y="191170"/>
                    <a:pt x="108184" y="197336"/>
                  </a:cubicBezTo>
                  <a:cubicBezTo>
                    <a:pt x="106435" y="196837"/>
                    <a:pt x="104768" y="196337"/>
                    <a:pt x="103018" y="195753"/>
                  </a:cubicBezTo>
                  <a:cubicBezTo>
                    <a:pt x="101185" y="195170"/>
                    <a:pt x="99352" y="194503"/>
                    <a:pt x="97519" y="193837"/>
                  </a:cubicBezTo>
                  <a:cubicBezTo>
                    <a:pt x="94269" y="192254"/>
                    <a:pt x="91019" y="190587"/>
                    <a:pt x="87686" y="188837"/>
                  </a:cubicBezTo>
                  <a:cubicBezTo>
                    <a:pt x="84103" y="182505"/>
                    <a:pt x="80354" y="175505"/>
                    <a:pt x="81437" y="168339"/>
                  </a:cubicBezTo>
                  <a:lnTo>
                    <a:pt x="81437" y="168339"/>
                  </a:lnTo>
                  <a:close/>
                  <a:moveTo>
                    <a:pt x="108684" y="114011"/>
                  </a:moveTo>
                  <a:cubicBezTo>
                    <a:pt x="110351" y="98096"/>
                    <a:pt x="118100" y="86097"/>
                    <a:pt x="138098" y="96346"/>
                  </a:cubicBezTo>
                  <a:cubicBezTo>
                    <a:pt x="141098" y="97929"/>
                    <a:pt x="142515" y="101095"/>
                    <a:pt x="146431" y="99845"/>
                  </a:cubicBezTo>
                  <a:cubicBezTo>
                    <a:pt x="152430" y="98012"/>
                    <a:pt x="154513" y="89346"/>
                    <a:pt x="161180" y="87513"/>
                  </a:cubicBezTo>
                  <a:cubicBezTo>
                    <a:pt x="172512" y="84347"/>
                    <a:pt x="182428" y="92763"/>
                    <a:pt x="181928" y="105845"/>
                  </a:cubicBezTo>
                  <a:cubicBezTo>
                    <a:pt x="181761" y="110844"/>
                    <a:pt x="180678" y="111011"/>
                    <a:pt x="181011" y="113344"/>
                  </a:cubicBezTo>
                  <a:cubicBezTo>
                    <a:pt x="177095" y="115344"/>
                    <a:pt x="173512" y="118593"/>
                    <a:pt x="170179" y="122010"/>
                  </a:cubicBezTo>
                  <a:cubicBezTo>
                    <a:pt x="168346" y="119844"/>
                    <a:pt x="166929" y="117760"/>
                    <a:pt x="163013" y="117260"/>
                  </a:cubicBezTo>
                  <a:cubicBezTo>
                    <a:pt x="158013" y="116594"/>
                    <a:pt x="153180" y="119510"/>
                    <a:pt x="149764" y="122843"/>
                  </a:cubicBezTo>
                  <a:cubicBezTo>
                    <a:pt x="147098" y="125426"/>
                    <a:pt x="144431" y="129009"/>
                    <a:pt x="142932" y="132842"/>
                  </a:cubicBezTo>
                  <a:cubicBezTo>
                    <a:pt x="140098" y="129259"/>
                    <a:pt x="136266" y="126509"/>
                    <a:pt x="131266" y="125010"/>
                  </a:cubicBezTo>
                  <a:cubicBezTo>
                    <a:pt x="126850" y="123676"/>
                    <a:pt x="121600" y="124093"/>
                    <a:pt x="116934" y="125759"/>
                  </a:cubicBezTo>
                  <a:cubicBezTo>
                    <a:pt x="114851" y="120927"/>
                    <a:pt x="112101" y="116927"/>
                    <a:pt x="108684" y="114011"/>
                  </a:cubicBezTo>
                  <a:lnTo>
                    <a:pt x="108684" y="114011"/>
                  </a:lnTo>
                  <a:close/>
                  <a:moveTo>
                    <a:pt x="149597" y="174755"/>
                  </a:moveTo>
                  <a:cubicBezTo>
                    <a:pt x="148347" y="173589"/>
                    <a:pt x="147014" y="172589"/>
                    <a:pt x="145764" y="171672"/>
                  </a:cubicBezTo>
                  <a:cubicBezTo>
                    <a:pt x="150181" y="162006"/>
                    <a:pt x="150930" y="149091"/>
                    <a:pt x="146681" y="139092"/>
                  </a:cubicBezTo>
                  <a:cubicBezTo>
                    <a:pt x="147931" y="134675"/>
                    <a:pt x="151347" y="130009"/>
                    <a:pt x="154097" y="128176"/>
                  </a:cubicBezTo>
                  <a:cubicBezTo>
                    <a:pt x="163846" y="122010"/>
                    <a:pt x="163596" y="128009"/>
                    <a:pt x="167929" y="130843"/>
                  </a:cubicBezTo>
                  <a:cubicBezTo>
                    <a:pt x="169846" y="132092"/>
                    <a:pt x="172096" y="131759"/>
                    <a:pt x="173512" y="130009"/>
                  </a:cubicBezTo>
                  <a:cubicBezTo>
                    <a:pt x="175762" y="127343"/>
                    <a:pt x="178428" y="123176"/>
                    <a:pt x="181678" y="121676"/>
                  </a:cubicBezTo>
                  <a:cubicBezTo>
                    <a:pt x="193010" y="116510"/>
                    <a:pt x="198093" y="125010"/>
                    <a:pt x="195427" y="133842"/>
                  </a:cubicBezTo>
                  <a:cubicBezTo>
                    <a:pt x="194260" y="137758"/>
                    <a:pt x="192344" y="140758"/>
                    <a:pt x="192260" y="144508"/>
                  </a:cubicBezTo>
                  <a:cubicBezTo>
                    <a:pt x="190094" y="145008"/>
                    <a:pt x="187927" y="146008"/>
                    <a:pt x="186094" y="147258"/>
                  </a:cubicBezTo>
                  <a:cubicBezTo>
                    <a:pt x="181261" y="150507"/>
                    <a:pt x="175928" y="158423"/>
                    <a:pt x="175595" y="165339"/>
                  </a:cubicBezTo>
                  <a:cubicBezTo>
                    <a:pt x="163929" y="160173"/>
                    <a:pt x="155097" y="165173"/>
                    <a:pt x="149597" y="174755"/>
                  </a:cubicBezTo>
                  <a:lnTo>
                    <a:pt x="149597" y="174755"/>
                  </a:lnTo>
                  <a:close/>
                  <a:moveTo>
                    <a:pt x="182178" y="169672"/>
                  </a:moveTo>
                  <a:cubicBezTo>
                    <a:pt x="182761" y="160923"/>
                    <a:pt x="195094" y="150424"/>
                    <a:pt x="200593" y="157424"/>
                  </a:cubicBezTo>
                  <a:cubicBezTo>
                    <a:pt x="201426" y="158507"/>
                    <a:pt x="202926" y="159090"/>
                    <a:pt x="204259" y="158840"/>
                  </a:cubicBezTo>
                  <a:cubicBezTo>
                    <a:pt x="211759" y="157424"/>
                    <a:pt x="214092" y="147258"/>
                    <a:pt x="220424" y="143175"/>
                  </a:cubicBezTo>
                  <a:cubicBezTo>
                    <a:pt x="229007" y="137592"/>
                    <a:pt x="238173" y="140092"/>
                    <a:pt x="239673" y="150757"/>
                  </a:cubicBezTo>
                  <a:cubicBezTo>
                    <a:pt x="240839" y="158923"/>
                    <a:pt x="237006" y="166089"/>
                    <a:pt x="232257" y="172589"/>
                  </a:cubicBezTo>
                  <a:cubicBezTo>
                    <a:pt x="231340" y="173838"/>
                    <a:pt x="231173" y="175255"/>
                    <a:pt x="231507" y="176588"/>
                  </a:cubicBezTo>
                  <a:cubicBezTo>
                    <a:pt x="215925" y="184338"/>
                    <a:pt x="200593" y="192337"/>
                    <a:pt x="185511" y="201086"/>
                  </a:cubicBezTo>
                  <a:cubicBezTo>
                    <a:pt x="191010" y="190337"/>
                    <a:pt x="191177" y="177672"/>
                    <a:pt x="182178" y="169672"/>
                  </a:cubicBezTo>
                  <a:lnTo>
                    <a:pt x="182178" y="169672"/>
                  </a:lnTo>
                  <a:close/>
                  <a:moveTo>
                    <a:pt x="212175" y="138425"/>
                  </a:moveTo>
                  <a:cubicBezTo>
                    <a:pt x="209925" y="140508"/>
                    <a:pt x="207592" y="145674"/>
                    <a:pt x="205176" y="147174"/>
                  </a:cubicBezTo>
                  <a:cubicBezTo>
                    <a:pt x="204509" y="147591"/>
                    <a:pt x="204176" y="147924"/>
                    <a:pt x="204092" y="148174"/>
                  </a:cubicBezTo>
                  <a:cubicBezTo>
                    <a:pt x="203926" y="148091"/>
                    <a:pt x="203676" y="148091"/>
                    <a:pt x="203343" y="148008"/>
                  </a:cubicBezTo>
                  <a:cubicBezTo>
                    <a:pt x="201926" y="147674"/>
                    <a:pt x="201093" y="147258"/>
                    <a:pt x="200509" y="146758"/>
                  </a:cubicBezTo>
                  <a:cubicBezTo>
                    <a:pt x="205509" y="139008"/>
                    <a:pt x="207426" y="127676"/>
                    <a:pt x="202759" y="119844"/>
                  </a:cubicBezTo>
                  <a:cubicBezTo>
                    <a:pt x="203759" y="116927"/>
                    <a:pt x="205259" y="114094"/>
                    <a:pt x="207342" y="112261"/>
                  </a:cubicBezTo>
                  <a:cubicBezTo>
                    <a:pt x="211009" y="110261"/>
                    <a:pt x="214592" y="108261"/>
                    <a:pt x="218258" y="106261"/>
                  </a:cubicBezTo>
                  <a:cubicBezTo>
                    <a:pt x="220258" y="107345"/>
                    <a:pt x="222341" y="108261"/>
                    <a:pt x="224424" y="109094"/>
                  </a:cubicBezTo>
                  <a:cubicBezTo>
                    <a:pt x="228257" y="109844"/>
                    <a:pt x="229424" y="108844"/>
                    <a:pt x="232507" y="106845"/>
                  </a:cubicBezTo>
                  <a:cubicBezTo>
                    <a:pt x="236257" y="104428"/>
                    <a:pt x="240339" y="100512"/>
                    <a:pt x="244672" y="100179"/>
                  </a:cubicBezTo>
                  <a:cubicBezTo>
                    <a:pt x="245422" y="100428"/>
                    <a:pt x="246172" y="100512"/>
                    <a:pt x="246922" y="100345"/>
                  </a:cubicBezTo>
                  <a:cubicBezTo>
                    <a:pt x="248922" y="100762"/>
                    <a:pt x="250921" y="102012"/>
                    <a:pt x="253005" y="104511"/>
                  </a:cubicBezTo>
                  <a:cubicBezTo>
                    <a:pt x="255505" y="107511"/>
                    <a:pt x="256421" y="116344"/>
                    <a:pt x="256005" y="118844"/>
                  </a:cubicBezTo>
                  <a:cubicBezTo>
                    <a:pt x="254838" y="126176"/>
                    <a:pt x="248672" y="130759"/>
                    <a:pt x="246255" y="137425"/>
                  </a:cubicBezTo>
                  <a:cubicBezTo>
                    <a:pt x="246172" y="137258"/>
                    <a:pt x="246006" y="137092"/>
                    <a:pt x="245922" y="136925"/>
                  </a:cubicBezTo>
                  <a:cubicBezTo>
                    <a:pt x="236673" y="125176"/>
                    <a:pt x="222091" y="129093"/>
                    <a:pt x="212175" y="138425"/>
                  </a:cubicBezTo>
                  <a:lnTo>
                    <a:pt x="212175" y="138425"/>
                  </a:lnTo>
                  <a:close/>
                  <a:moveTo>
                    <a:pt x="249672" y="142758"/>
                  </a:moveTo>
                  <a:cubicBezTo>
                    <a:pt x="250422" y="142591"/>
                    <a:pt x="251172" y="142258"/>
                    <a:pt x="251672" y="141758"/>
                  </a:cubicBezTo>
                  <a:cubicBezTo>
                    <a:pt x="253588" y="139759"/>
                    <a:pt x="255338" y="137675"/>
                    <a:pt x="257005" y="135592"/>
                  </a:cubicBezTo>
                  <a:cubicBezTo>
                    <a:pt x="259171" y="134009"/>
                    <a:pt x="261337" y="132592"/>
                    <a:pt x="263671" y="131509"/>
                  </a:cubicBezTo>
                  <a:cubicBezTo>
                    <a:pt x="269337" y="128926"/>
                    <a:pt x="274419" y="129343"/>
                    <a:pt x="277253" y="135675"/>
                  </a:cubicBezTo>
                  <a:cubicBezTo>
                    <a:pt x="277919" y="137175"/>
                    <a:pt x="277002" y="139425"/>
                    <a:pt x="277586" y="141175"/>
                  </a:cubicBezTo>
                  <a:cubicBezTo>
                    <a:pt x="278502" y="143675"/>
                    <a:pt x="279586" y="144425"/>
                    <a:pt x="282086" y="145008"/>
                  </a:cubicBezTo>
                  <a:cubicBezTo>
                    <a:pt x="284335" y="145508"/>
                    <a:pt x="286169" y="143841"/>
                    <a:pt x="287835" y="146008"/>
                  </a:cubicBezTo>
                  <a:cubicBezTo>
                    <a:pt x="288501" y="146758"/>
                    <a:pt x="288585" y="147674"/>
                    <a:pt x="288501" y="148674"/>
                  </a:cubicBezTo>
                  <a:cubicBezTo>
                    <a:pt x="279419" y="153174"/>
                    <a:pt x="270253" y="157673"/>
                    <a:pt x="261171" y="162090"/>
                  </a:cubicBezTo>
                  <a:cubicBezTo>
                    <a:pt x="256921" y="164173"/>
                    <a:pt x="252755" y="166173"/>
                    <a:pt x="248589" y="168256"/>
                  </a:cubicBezTo>
                  <a:cubicBezTo>
                    <a:pt x="252505" y="160173"/>
                    <a:pt x="253588" y="151174"/>
                    <a:pt x="249672" y="142758"/>
                  </a:cubicBezTo>
                  <a:lnTo>
                    <a:pt x="249672" y="142758"/>
                  </a:lnTo>
                  <a:close/>
                  <a:moveTo>
                    <a:pt x="284585" y="137258"/>
                  </a:moveTo>
                  <a:cubicBezTo>
                    <a:pt x="284002" y="134092"/>
                    <a:pt x="284919" y="130426"/>
                    <a:pt x="282586" y="127509"/>
                  </a:cubicBezTo>
                  <a:cubicBezTo>
                    <a:pt x="280252" y="124593"/>
                    <a:pt x="276336" y="123676"/>
                    <a:pt x="272836" y="123676"/>
                  </a:cubicBezTo>
                  <a:cubicBezTo>
                    <a:pt x="269170" y="123593"/>
                    <a:pt x="265921" y="124677"/>
                    <a:pt x="262920" y="126260"/>
                  </a:cubicBezTo>
                  <a:cubicBezTo>
                    <a:pt x="265337" y="120760"/>
                    <a:pt x="266003" y="114844"/>
                    <a:pt x="264004" y="107928"/>
                  </a:cubicBezTo>
                  <a:cubicBezTo>
                    <a:pt x="270337" y="101595"/>
                    <a:pt x="283252" y="92596"/>
                    <a:pt x="290168" y="100012"/>
                  </a:cubicBezTo>
                  <a:cubicBezTo>
                    <a:pt x="295334" y="105595"/>
                    <a:pt x="289418" y="111011"/>
                    <a:pt x="288501" y="117177"/>
                  </a:cubicBezTo>
                  <a:cubicBezTo>
                    <a:pt x="288168" y="119260"/>
                    <a:pt x="289501" y="121010"/>
                    <a:pt x="291335" y="121927"/>
                  </a:cubicBezTo>
                  <a:cubicBezTo>
                    <a:pt x="294585" y="123510"/>
                    <a:pt x="297001" y="121676"/>
                    <a:pt x="300251" y="121010"/>
                  </a:cubicBezTo>
                  <a:cubicBezTo>
                    <a:pt x="306666" y="119677"/>
                    <a:pt x="307833" y="118593"/>
                    <a:pt x="310666" y="125426"/>
                  </a:cubicBezTo>
                  <a:cubicBezTo>
                    <a:pt x="313333" y="131842"/>
                    <a:pt x="311750" y="135675"/>
                    <a:pt x="306167" y="139759"/>
                  </a:cubicBezTo>
                  <a:cubicBezTo>
                    <a:pt x="306083" y="139841"/>
                    <a:pt x="306000" y="139925"/>
                    <a:pt x="305917" y="140008"/>
                  </a:cubicBezTo>
                  <a:cubicBezTo>
                    <a:pt x="303500" y="141258"/>
                    <a:pt x="301084" y="142424"/>
                    <a:pt x="298667" y="143675"/>
                  </a:cubicBezTo>
                  <a:cubicBezTo>
                    <a:pt x="298584" y="142842"/>
                    <a:pt x="298334" y="142008"/>
                    <a:pt x="298001" y="141175"/>
                  </a:cubicBezTo>
                  <a:cubicBezTo>
                    <a:pt x="294918" y="134509"/>
                    <a:pt x="289835" y="136842"/>
                    <a:pt x="284585" y="137258"/>
                  </a:cubicBezTo>
                  <a:lnTo>
                    <a:pt x="284585" y="137258"/>
                  </a:lnTo>
                  <a:close/>
                  <a:moveTo>
                    <a:pt x="294501" y="69014"/>
                  </a:moveTo>
                  <a:cubicBezTo>
                    <a:pt x="298417" y="76014"/>
                    <a:pt x="294084" y="82097"/>
                    <a:pt x="291918" y="88929"/>
                  </a:cubicBezTo>
                  <a:cubicBezTo>
                    <a:pt x="280169" y="85097"/>
                    <a:pt x="268504" y="92596"/>
                    <a:pt x="261504" y="101928"/>
                  </a:cubicBezTo>
                  <a:cubicBezTo>
                    <a:pt x="259004" y="97429"/>
                    <a:pt x="255505" y="94429"/>
                    <a:pt x="251338" y="93263"/>
                  </a:cubicBezTo>
                  <a:cubicBezTo>
                    <a:pt x="252838" y="87846"/>
                    <a:pt x="252172" y="82430"/>
                    <a:pt x="250088" y="77764"/>
                  </a:cubicBezTo>
                  <a:cubicBezTo>
                    <a:pt x="251838" y="69014"/>
                    <a:pt x="257588" y="61932"/>
                    <a:pt x="267003" y="66848"/>
                  </a:cubicBezTo>
                  <a:cubicBezTo>
                    <a:pt x="269753" y="68348"/>
                    <a:pt x="269670" y="69348"/>
                    <a:pt x="273086" y="68515"/>
                  </a:cubicBezTo>
                  <a:cubicBezTo>
                    <a:pt x="277586" y="67431"/>
                    <a:pt x="281752" y="64015"/>
                    <a:pt x="285752" y="63348"/>
                  </a:cubicBezTo>
                  <a:cubicBezTo>
                    <a:pt x="286669" y="63765"/>
                    <a:pt x="287752" y="63848"/>
                    <a:pt x="288752" y="63515"/>
                  </a:cubicBezTo>
                  <a:cubicBezTo>
                    <a:pt x="290668" y="64015"/>
                    <a:pt x="292584" y="65598"/>
                    <a:pt x="294501" y="69014"/>
                  </a:cubicBezTo>
                  <a:lnTo>
                    <a:pt x="294501" y="69014"/>
                  </a:lnTo>
                  <a:close/>
                  <a:moveTo>
                    <a:pt x="257838" y="39350"/>
                  </a:moveTo>
                  <a:cubicBezTo>
                    <a:pt x="259421" y="40267"/>
                    <a:pt x="261087" y="40434"/>
                    <a:pt x="262587" y="39268"/>
                  </a:cubicBezTo>
                  <a:cubicBezTo>
                    <a:pt x="268920" y="34601"/>
                    <a:pt x="277419" y="25602"/>
                    <a:pt x="284835" y="34768"/>
                  </a:cubicBezTo>
                  <a:cubicBezTo>
                    <a:pt x="290418" y="41684"/>
                    <a:pt x="286169" y="48350"/>
                    <a:pt x="283668" y="55016"/>
                  </a:cubicBezTo>
                  <a:cubicBezTo>
                    <a:pt x="282586" y="55183"/>
                    <a:pt x="281502" y="55433"/>
                    <a:pt x="280336" y="55766"/>
                  </a:cubicBezTo>
                  <a:cubicBezTo>
                    <a:pt x="277002" y="56849"/>
                    <a:pt x="273253" y="60682"/>
                    <a:pt x="270253" y="60016"/>
                  </a:cubicBezTo>
                  <a:cubicBezTo>
                    <a:pt x="266087" y="59099"/>
                    <a:pt x="265921" y="55599"/>
                    <a:pt x="260337" y="56266"/>
                  </a:cubicBezTo>
                  <a:cubicBezTo>
                    <a:pt x="253088" y="57266"/>
                    <a:pt x="248255" y="64348"/>
                    <a:pt x="246006" y="71515"/>
                  </a:cubicBezTo>
                  <a:cubicBezTo>
                    <a:pt x="240506" y="65348"/>
                    <a:pt x="232090" y="62182"/>
                    <a:pt x="223507" y="65265"/>
                  </a:cubicBezTo>
                  <a:cubicBezTo>
                    <a:pt x="225174" y="59516"/>
                    <a:pt x="226257" y="53933"/>
                    <a:pt x="225674" y="48850"/>
                  </a:cubicBezTo>
                  <a:cubicBezTo>
                    <a:pt x="227257" y="42017"/>
                    <a:pt x="234173" y="32768"/>
                    <a:pt x="240839" y="30852"/>
                  </a:cubicBezTo>
                  <a:cubicBezTo>
                    <a:pt x="251672" y="27935"/>
                    <a:pt x="252172" y="36184"/>
                    <a:pt x="257838" y="39350"/>
                  </a:cubicBezTo>
                  <a:lnTo>
                    <a:pt x="257838" y="39350"/>
                  </a:lnTo>
                  <a:close/>
                  <a:moveTo>
                    <a:pt x="236839" y="18019"/>
                  </a:moveTo>
                  <a:cubicBezTo>
                    <a:pt x="237756" y="18436"/>
                    <a:pt x="239922" y="20602"/>
                    <a:pt x="242006" y="21936"/>
                  </a:cubicBezTo>
                  <a:cubicBezTo>
                    <a:pt x="241256" y="22102"/>
                    <a:pt x="240506" y="22352"/>
                    <a:pt x="239756" y="22685"/>
                  </a:cubicBezTo>
                  <a:cubicBezTo>
                    <a:pt x="232340" y="25435"/>
                    <a:pt x="225257" y="32018"/>
                    <a:pt x="222424" y="39684"/>
                  </a:cubicBezTo>
                  <a:cubicBezTo>
                    <a:pt x="221091" y="37851"/>
                    <a:pt x="219425" y="36101"/>
                    <a:pt x="217258" y="34518"/>
                  </a:cubicBezTo>
                  <a:cubicBezTo>
                    <a:pt x="217425" y="33518"/>
                    <a:pt x="217591" y="32518"/>
                    <a:pt x="217758" y="31518"/>
                  </a:cubicBezTo>
                  <a:cubicBezTo>
                    <a:pt x="220174" y="23769"/>
                    <a:pt x="228340" y="14270"/>
                    <a:pt x="236839" y="18019"/>
                  </a:cubicBezTo>
                  <a:lnTo>
                    <a:pt x="236839" y="18019"/>
                  </a:lnTo>
                  <a:close/>
                  <a:moveTo>
                    <a:pt x="231423" y="72515"/>
                  </a:moveTo>
                  <a:cubicBezTo>
                    <a:pt x="233507" y="73514"/>
                    <a:pt x="235673" y="74514"/>
                    <a:pt x="237756" y="75514"/>
                  </a:cubicBezTo>
                  <a:cubicBezTo>
                    <a:pt x="243922" y="80764"/>
                    <a:pt x="245506" y="86430"/>
                    <a:pt x="242339" y="92512"/>
                  </a:cubicBezTo>
                  <a:cubicBezTo>
                    <a:pt x="242339" y="92763"/>
                    <a:pt x="242339" y="92929"/>
                    <a:pt x="242256" y="93096"/>
                  </a:cubicBezTo>
                  <a:cubicBezTo>
                    <a:pt x="240423" y="93512"/>
                    <a:pt x="238589" y="94012"/>
                    <a:pt x="236673" y="94846"/>
                  </a:cubicBezTo>
                  <a:cubicBezTo>
                    <a:pt x="234507" y="95762"/>
                    <a:pt x="232756" y="97345"/>
                    <a:pt x="230840" y="98512"/>
                  </a:cubicBezTo>
                  <a:cubicBezTo>
                    <a:pt x="226424" y="101095"/>
                    <a:pt x="226424" y="100428"/>
                    <a:pt x="221675" y="99345"/>
                  </a:cubicBezTo>
                  <a:cubicBezTo>
                    <a:pt x="216258" y="98096"/>
                    <a:pt x="212841" y="97179"/>
                    <a:pt x="207675" y="100845"/>
                  </a:cubicBezTo>
                  <a:cubicBezTo>
                    <a:pt x="203426" y="103845"/>
                    <a:pt x="199593" y="109011"/>
                    <a:pt x="197677" y="114511"/>
                  </a:cubicBezTo>
                  <a:cubicBezTo>
                    <a:pt x="194843" y="112594"/>
                    <a:pt x="192177" y="111678"/>
                    <a:pt x="189594" y="111511"/>
                  </a:cubicBezTo>
                  <a:cubicBezTo>
                    <a:pt x="192093" y="106345"/>
                    <a:pt x="192177" y="101179"/>
                    <a:pt x="190594" y="96512"/>
                  </a:cubicBezTo>
                  <a:cubicBezTo>
                    <a:pt x="191510" y="96012"/>
                    <a:pt x="192093" y="95095"/>
                    <a:pt x="191844" y="93763"/>
                  </a:cubicBezTo>
                  <a:cubicBezTo>
                    <a:pt x="191010" y="88013"/>
                    <a:pt x="189010" y="80180"/>
                    <a:pt x="193843" y="75347"/>
                  </a:cubicBezTo>
                  <a:cubicBezTo>
                    <a:pt x="201260" y="67848"/>
                    <a:pt x="204259" y="76014"/>
                    <a:pt x="209842" y="79514"/>
                  </a:cubicBezTo>
                  <a:cubicBezTo>
                    <a:pt x="212092" y="80931"/>
                    <a:pt x="212342" y="81930"/>
                    <a:pt x="215175" y="81680"/>
                  </a:cubicBezTo>
                  <a:cubicBezTo>
                    <a:pt x="222591" y="81013"/>
                    <a:pt x="221008" y="71598"/>
                    <a:pt x="231423" y="72515"/>
                  </a:cubicBezTo>
                  <a:lnTo>
                    <a:pt x="231423" y="72515"/>
                  </a:lnTo>
                  <a:close/>
                  <a:moveTo>
                    <a:pt x="177511" y="32935"/>
                  </a:moveTo>
                  <a:cubicBezTo>
                    <a:pt x="174512" y="18686"/>
                    <a:pt x="193344" y="1021"/>
                    <a:pt x="206509" y="10770"/>
                  </a:cubicBezTo>
                  <a:cubicBezTo>
                    <a:pt x="214258" y="16519"/>
                    <a:pt x="210176" y="22519"/>
                    <a:pt x="209592" y="30185"/>
                  </a:cubicBezTo>
                  <a:cubicBezTo>
                    <a:pt x="209592" y="30352"/>
                    <a:pt x="209592" y="30518"/>
                    <a:pt x="209592" y="30685"/>
                  </a:cubicBezTo>
                  <a:cubicBezTo>
                    <a:pt x="207175" y="30185"/>
                    <a:pt x="204676" y="30352"/>
                    <a:pt x="201760" y="31352"/>
                  </a:cubicBezTo>
                  <a:cubicBezTo>
                    <a:pt x="199426" y="32185"/>
                    <a:pt x="195843" y="34101"/>
                    <a:pt x="193843" y="35934"/>
                  </a:cubicBezTo>
                  <a:cubicBezTo>
                    <a:pt x="192510" y="37184"/>
                    <a:pt x="191260" y="39684"/>
                    <a:pt x="189844" y="41434"/>
                  </a:cubicBezTo>
                  <a:cubicBezTo>
                    <a:pt x="185927" y="37434"/>
                    <a:pt x="181928" y="34601"/>
                    <a:pt x="177511" y="33684"/>
                  </a:cubicBezTo>
                  <a:cubicBezTo>
                    <a:pt x="177511" y="33435"/>
                    <a:pt x="177595" y="33184"/>
                    <a:pt x="177511" y="32935"/>
                  </a:cubicBezTo>
                  <a:lnTo>
                    <a:pt x="177511" y="32935"/>
                  </a:lnTo>
                  <a:close/>
                  <a:moveTo>
                    <a:pt x="186011" y="49933"/>
                  </a:moveTo>
                  <a:cubicBezTo>
                    <a:pt x="187427" y="51516"/>
                    <a:pt x="189177" y="51766"/>
                    <a:pt x="191177" y="51183"/>
                  </a:cubicBezTo>
                  <a:cubicBezTo>
                    <a:pt x="194927" y="50016"/>
                    <a:pt x="195676" y="46350"/>
                    <a:pt x="198760" y="44850"/>
                  </a:cubicBezTo>
                  <a:cubicBezTo>
                    <a:pt x="202593" y="42934"/>
                    <a:pt x="212508" y="43184"/>
                    <a:pt x="215175" y="46850"/>
                  </a:cubicBezTo>
                  <a:cubicBezTo>
                    <a:pt x="218174" y="51016"/>
                    <a:pt x="215842" y="59849"/>
                    <a:pt x="215091" y="64515"/>
                  </a:cubicBezTo>
                  <a:cubicBezTo>
                    <a:pt x="214758" y="66431"/>
                    <a:pt x="215925" y="67932"/>
                    <a:pt x="217425" y="68681"/>
                  </a:cubicBezTo>
                  <a:cubicBezTo>
                    <a:pt x="217341" y="68765"/>
                    <a:pt x="217258" y="68765"/>
                    <a:pt x="217175" y="68848"/>
                  </a:cubicBezTo>
                  <a:cubicBezTo>
                    <a:pt x="215758" y="69931"/>
                    <a:pt x="215175" y="72015"/>
                    <a:pt x="213342" y="72015"/>
                  </a:cubicBezTo>
                  <a:cubicBezTo>
                    <a:pt x="213092" y="72015"/>
                    <a:pt x="208259" y="66765"/>
                    <a:pt x="207259" y="66265"/>
                  </a:cubicBezTo>
                  <a:cubicBezTo>
                    <a:pt x="203259" y="64015"/>
                    <a:pt x="199593" y="64099"/>
                    <a:pt x="195260" y="65682"/>
                  </a:cubicBezTo>
                  <a:cubicBezTo>
                    <a:pt x="184761" y="69514"/>
                    <a:pt x="183511" y="78181"/>
                    <a:pt x="184844" y="87180"/>
                  </a:cubicBezTo>
                  <a:cubicBezTo>
                    <a:pt x="178095" y="80264"/>
                    <a:pt x="167513" y="76597"/>
                    <a:pt x="158013" y="79764"/>
                  </a:cubicBezTo>
                  <a:cubicBezTo>
                    <a:pt x="158763" y="73598"/>
                    <a:pt x="157597" y="67015"/>
                    <a:pt x="154764" y="61265"/>
                  </a:cubicBezTo>
                  <a:cubicBezTo>
                    <a:pt x="159763" y="50100"/>
                    <a:pt x="170012" y="31935"/>
                    <a:pt x="186011" y="49933"/>
                  </a:cubicBezTo>
                  <a:lnTo>
                    <a:pt x="186011" y="49933"/>
                  </a:lnTo>
                  <a:close/>
                  <a:moveTo>
                    <a:pt x="141681" y="17186"/>
                  </a:moveTo>
                  <a:cubicBezTo>
                    <a:pt x="154847" y="10270"/>
                    <a:pt x="163513" y="24852"/>
                    <a:pt x="169846" y="33851"/>
                  </a:cubicBezTo>
                  <a:cubicBezTo>
                    <a:pt x="167429" y="34518"/>
                    <a:pt x="164763" y="35684"/>
                    <a:pt x="161930" y="37518"/>
                  </a:cubicBezTo>
                  <a:cubicBezTo>
                    <a:pt x="156763" y="40851"/>
                    <a:pt x="150597" y="47600"/>
                    <a:pt x="149931" y="54183"/>
                  </a:cubicBezTo>
                  <a:cubicBezTo>
                    <a:pt x="146181" y="49933"/>
                    <a:pt x="141265" y="46850"/>
                    <a:pt x="135265" y="45683"/>
                  </a:cubicBezTo>
                  <a:cubicBezTo>
                    <a:pt x="132682" y="45183"/>
                    <a:pt x="130349" y="45183"/>
                    <a:pt x="128266" y="45600"/>
                  </a:cubicBezTo>
                  <a:cubicBezTo>
                    <a:pt x="125183" y="35518"/>
                    <a:pt x="132599" y="21936"/>
                    <a:pt x="141681" y="17186"/>
                  </a:cubicBezTo>
                  <a:lnTo>
                    <a:pt x="141681" y="17186"/>
                  </a:lnTo>
                  <a:close/>
                  <a:moveTo>
                    <a:pt x="129183" y="60182"/>
                  </a:moveTo>
                  <a:cubicBezTo>
                    <a:pt x="139598" y="56433"/>
                    <a:pt x="139848" y="55599"/>
                    <a:pt x="145598" y="64182"/>
                  </a:cubicBezTo>
                  <a:cubicBezTo>
                    <a:pt x="149847" y="70515"/>
                    <a:pt x="150097" y="75514"/>
                    <a:pt x="149681" y="83263"/>
                  </a:cubicBezTo>
                  <a:cubicBezTo>
                    <a:pt x="149681" y="83680"/>
                    <a:pt x="149764" y="84014"/>
                    <a:pt x="149847" y="84430"/>
                  </a:cubicBezTo>
                  <a:cubicBezTo>
                    <a:pt x="149764" y="84513"/>
                    <a:pt x="149681" y="84597"/>
                    <a:pt x="149597" y="84680"/>
                  </a:cubicBezTo>
                  <a:cubicBezTo>
                    <a:pt x="150848" y="83596"/>
                    <a:pt x="142015" y="92846"/>
                    <a:pt x="144181" y="92346"/>
                  </a:cubicBezTo>
                  <a:cubicBezTo>
                    <a:pt x="140598" y="93263"/>
                    <a:pt x="138515" y="87430"/>
                    <a:pt x="134765" y="85097"/>
                  </a:cubicBezTo>
                  <a:cubicBezTo>
                    <a:pt x="129766" y="82013"/>
                    <a:pt x="126183" y="81013"/>
                    <a:pt x="120517" y="83097"/>
                  </a:cubicBezTo>
                  <a:cubicBezTo>
                    <a:pt x="108434" y="87680"/>
                    <a:pt x="103935" y="99012"/>
                    <a:pt x="102935" y="110677"/>
                  </a:cubicBezTo>
                  <a:cubicBezTo>
                    <a:pt x="98186" y="108678"/>
                    <a:pt x="92602" y="108261"/>
                    <a:pt x="86020" y="109678"/>
                  </a:cubicBezTo>
                  <a:cubicBezTo>
                    <a:pt x="84103" y="106178"/>
                    <a:pt x="82104" y="102678"/>
                    <a:pt x="79770" y="99429"/>
                  </a:cubicBezTo>
                  <a:cubicBezTo>
                    <a:pt x="76187" y="84096"/>
                    <a:pt x="81437" y="62015"/>
                    <a:pt x="102352" y="72431"/>
                  </a:cubicBezTo>
                  <a:cubicBezTo>
                    <a:pt x="105851" y="74181"/>
                    <a:pt x="107684" y="77347"/>
                    <a:pt x="111768" y="77930"/>
                  </a:cubicBezTo>
                  <a:cubicBezTo>
                    <a:pt x="113184" y="78181"/>
                    <a:pt x="114434" y="77181"/>
                    <a:pt x="115017" y="76014"/>
                  </a:cubicBezTo>
                  <a:cubicBezTo>
                    <a:pt x="115851" y="74347"/>
                    <a:pt x="116517" y="72681"/>
                    <a:pt x="117184" y="70931"/>
                  </a:cubicBezTo>
                  <a:cubicBezTo>
                    <a:pt x="120433" y="62765"/>
                    <a:pt x="117934" y="64265"/>
                    <a:pt x="129183" y="60182"/>
                  </a:cubicBezTo>
                  <a:lnTo>
                    <a:pt x="129183" y="60182"/>
                  </a:lnTo>
                  <a:close/>
                  <a:moveTo>
                    <a:pt x="90436" y="42434"/>
                  </a:moveTo>
                  <a:cubicBezTo>
                    <a:pt x="95519" y="41184"/>
                    <a:pt x="101102" y="42100"/>
                    <a:pt x="106185" y="42934"/>
                  </a:cubicBezTo>
                  <a:cubicBezTo>
                    <a:pt x="112184" y="43850"/>
                    <a:pt x="115767" y="45934"/>
                    <a:pt x="120183" y="49517"/>
                  </a:cubicBezTo>
                  <a:cubicBezTo>
                    <a:pt x="114601" y="54516"/>
                    <a:pt x="111851" y="63265"/>
                    <a:pt x="109934" y="71015"/>
                  </a:cubicBezTo>
                  <a:cubicBezTo>
                    <a:pt x="105351" y="68848"/>
                    <a:pt x="101602" y="63265"/>
                    <a:pt x="96185" y="62349"/>
                  </a:cubicBezTo>
                  <a:cubicBezTo>
                    <a:pt x="90436" y="61349"/>
                    <a:pt x="85436" y="63682"/>
                    <a:pt x="81270" y="67598"/>
                  </a:cubicBezTo>
                  <a:cubicBezTo>
                    <a:pt x="79270" y="69514"/>
                    <a:pt x="77604" y="71431"/>
                    <a:pt x="76354" y="73431"/>
                  </a:cubicBezTo>
                  <a:cubicBezTo>
                    <a:pt x="75854" y="73098"/>
                    <a:pt x="75437" y="72764"/>
                    <a:pt x="74937" y="72431"/>
                  </a:cubicBezTo>
                  <a:cubicBezTo>
                    <a:pt x="72604" y="61182"/>
                    <a:pt x="80021" y="44934"/>
                    <a:pt x="90436" y="42434"/>
                  </a:cubicBezTo>
                  <a:lnTo>
                    <a:pt x="90436" y="42434"/>
                  </a:lnTo>
                  <a:close/>
                  <a:moveTo>
                    <a:pt x="29942" y="94596"/>
                  </a:moveTo>
                  <a:cubicBezTo>
                    <a:pt x="32108" y="87263"/>
                    <a:pt x="34941" y="81847"/>
                    <a:pt x="41524" y="77681"/>
                  </a:cubicBezTo>
                  <a:cubicBezTo>
                    <a:pt x="46690" y="74431"/>
                    <a:pt x="54440" y="70848"/>
                    <a:pt x="60522" y="71764"/>
                  </a:cubicBezTo>
                  <a:cubicBezTo>
                    <a:pt x="65188" y="72431"/>
                    <a:pt x="69438" y="76764"/>
                    <a:pt x="73688" y="79097"/>
                  </a:cubicBezTo>
                  <a:cubicBezTo>
                    <a:pt x="72354" y="83430"/>
                    <a:pt x="72271" y="87846"/>
                    <a:pt x="73188" y="92429"/>
                  </a:cubicBezTo>
                  <a:cubicBezTo>
                    <a:pt x="69771" y="90096"/>
                    <a:pt x="65605" y="88763"/>
                    <a:pt x="60189" y="89263"/>
                  </a:cubicBezTo>
                  <a:cubicBezTo>
                    <a:pt x="53940" y="89846"/>
                    <a:pt x="48107" y="93429"/>
                    <a:pt x="44524" y="98512"/>
                  </a:cubicBezTo>
                  <a:cubicBezTo>
                    <a:pt x="42024" y="102095"/>
                    <a:pt x="42024" y="108261"/>
                    <a:pt x="40607" y="112344"/>
                  </a:cubicBezTo>
                  <a:cubicBezTo>
                    <a:pt x="36857" y="111428"/>
                    <a:pt x="33108" y="111094"/>
                    <a:pt x="29525" y="111261"/>
                  </a:cubicBezTo>
                  <a:cubicBezTo>
                    <a:pt x="27108" y="106594"/>
                    <a:pt x="28692" y="98678"/>
                    <a:pt x="29942" y="94596"/>
                  </a:cubicBezTo>
                  <a:lnTo>
                    <a:pt x="29942" y="94596"/>
                  </a:lnTo>
                  <a:close/>
                  <a:moveTo>
                    <a:pt x="15026" y="131509"/>
                  </a:moveTo>
                  <a:cubicBezTo>
                    <a:pt x="20692" y="120343"/>
                    <a:pt x="31691" y="120427"/>
                    <a:pt x="42357" y="122260"/>
                  </a:cubicBezTo>
                  <a:cubicBezTo>
                    <a:pt x="43940" y="122510"/>
                    <a:pt x="45607" y="121676"/>
                    <a:pt x="46523" y="120427"/>
                  </a:cubicBezTo>
                  <a:cubicBezTo>
                    <a:pt x="50773" y="114761"/>
                    <a:pt x="46940" y="104511"/>
                    <a:pt x="54189" y="100679"/>
                  </a:cubicBezTo>
                  <a:cubicBezTo>
                    <a:pt x="59772" y="100928"/>
                    <a:pt x="65355" y="101179"/>
                    <a:pt x="70938" y="101428"/>
                  </a:cubicBezTo>
                  <a:cubicBezTo>
                    <a:pt x="74771" y="104095"/>
                    <a:pt x="77354" y="107678"/>
                    <a:pt x="78854" y="112094"/>
                  </a:cubicBezTo>
                  <a:cubicBezTo>
                    <a:pt x="71521" y="115844"/>
                    <a:pt x="66521" y="122427"/>
                    <a:pt x="65272" y="130509"/>
                  </a:cubicBezTo>
                  <a:cubicBezTo>
                    <a:pt x="60689" y="129093"/>
                    <a:pt x="56439" y="127260"/>
                    <a:pt x="51023" y="129009"/>
                  </a:cubicBezTo>
                  <a:cubicBezTo>
                    <a:pt x="45024" y="130926"/>
                    <a:pt x="40857" y="136258"/>
                    <a:pt x="38358" y="141758"/>
                  </a:cubicBezTo>
                  <a:cubicBezTo>
                    <a:pt x="34358" y="150341"/>
                    <a:pt x="34691" y="158340"/>
                    <a:pt x="38441" y="165173"/>
                  </a:cubicBezTo>
                  <a:cubicBezTo>
                    <a:pt x="33441" y="163173"/>
                    <a:pt x="28442" y="161173"/>
                    <a:pt x="23275" y="159423"/>
                  </a:cubicBezTo>
                  <a:cubicBezTo>
                    <a:pt x="21109" y="158673"/>
                    <a:pt x="18859" y="157673"/>
                    <a:pt x="16609" y="156840"/>
                  </a:cubicBezTo>
                  <a:cubicBezTo>
                    <a:pt x="12026" y="149591"/>
                    <a:pt x="11360" y="138842"/>
                    <a:pt x="15026" y="131509"/>
                  </a:cubicBezTo>
                  <a:lnTo>
                    <a:pt x="15026" y="131509"/>
                  </a:lnTo>
                  <a:close/>
                  <a:moveTo>
                    <a:pt x="127516" y="503142"/>
                  </a:moveTo>
                  <a:cubicBezTo>
                    <a:pt x="119933" y="499892"/>
                    <a:pt x="114767" y="498226"/>
                    <a:pt x="110934" y="490477"/>
                  </a:cubicBezTo>
                  <a:cubicBezTo>
                    <a:pt x="106768" y="482061"/>
                    <a:pt x="104685" y="471395"/>
                    <a:pt x="102018" y="462396"/>
                  </a:cubicBezTo>
                  <a:cubicBezTo>
                    <a:pt x="93519" y="432982"/>
                    <a:pt x="84020" y="404068"/>
                    <a:pt x="74271" y="375071"/>
                  </a:cubicBezTo>
                  <a:cubicBezTo>
                    <a:pt x="62355" y="339323"/>
                    <a:pt x="52940" y="303077"/>
                    <a:pt x="43024" y="266747"/>
                  </a:cubicBezTo>
                  <a:cubicBezTo>
                    <a:pt x="38607" y="250582"/>
                    <a:pt x="34191" y="234333"/>
                    <a:pt x="29525" y="218251"/>
                  </a:cubicBezTo>
                  <a:cubicBezTo>
                    <a:pt x="26442" y="207669"/>
                    <a:pt x="22775" y="197253"/>
                    <a:pt x="19443" y="186754"/>
                  </a:cubicBezTo>
                  <a:cubicBezTo>
                    <a:pt x="17526" y="180838"/>
                    <a:pt x="13943" y="173838"/>
                    <a:pt x="12859" y="167173"/>
                  </a:cubicBezTo>
                  <a:cubicBezTo>
                    <a:pt x="15860" y="167923"/>
                    <a:pt x="19859" y="169505"/>
                    <a:pt x="23776" y="171172"/>
                  </a:cubicBezTo>
                  <a:cubicBezTo>
                    <a:pt x="30608" y="175922"/>
                    <a:pt x="37608" y="180338"/>
                    <a:pt x="44690" y="184504"/>
                  </a:cubicBezTo>
                  <a:cubicBezTo>
                    <a:pt x="48523" y="194753"/>
                    <a:pt x="50190" y="208252"/>
                    <a:pt x="52439" y="216585"/>
                  </a:cubicBezTo>
                  <a:cubicBezTo>
                    <a:pt x="56939" y="233417"/>
                    <a:pt x="61189" y="250332"/>
                    <a:pt x="65939" y="267080"/>
                  </a:cubicBezTo>
                  <a:cubicBezTo>
                    <a:pt x="74021" y="295577"/>
                    <a:pt x="82937" y="323908"/>
                    <a:pt x="92102" y="351989"/>
                  </a:cubicBezTo>
                  <a:cubicBezTo>
                    <a:pt x="102102" y="382736"/>
                    <a:pt x="110934" y="413817"/>
                    <a:pt x="120600" y="444647"/>
                  </a:cubicBezTo>
                  <a:cubicBezTo>
                    <a:pt x="125850" y="461313"/>
                    <a:pt x="131599" y="477645"/>
                    <a:pt x="136432" y="494476"/>
                  </a:cubicBezTo>
                  <a:cubicBezTo>
                    <a:pt x="137599" y="498476"/>
                    <a:pt x="138598" y="503309"/>
                    <a:pt x="139765" y="508142"/>
                  </a:cubicBezTo>
                  <a:cubicBezTo>
                    <a:pt x="135765" y="506558"/>
                    <a:pt x="131599" y="504892"/>
                    <a:pt x="127516" y="503142"/>
                  </a:cubicBezTo>
                  <a:lnTo>
                    <a:pt x="127516" y="503142"/>
                  </a:lnTo>
                  <a:close/>
                  <a:moveTo>
                    <a:pt x="167846" y="518808"/>
                  </a:moveTo>
                  <a:cubicBezTo>
                    <a:pt x="161263" y="516141"/>
                    <a:pt x="154597" y="513641"/>
                    <a:pt x="148014" y="511141"/>
                  </a:cubicBezTo>
                  <a:cubicBezTo>
                    <a:pt x="140182" y="486394"/>
                    <a:pt x="133932" y="460979"/>
                    <a:pt x="125600" y="436398"/>
                  </a:cubicBezTo>
                  <a:cubicBezTo>
                    <a:pt x="114684" y="404235"/>
                    <a:pt x="104101" y="371821"/>
                    <a:pt x="94102" y="339323"/>
                  </a:cubicBezTo>
                  <a:cubicBezTo>
                    <a:pt x="84437" y="307743"/>
                    <a:pt x="75188" y="275996"/>
                    <a:pt x="67105" y="243916"/>
                  </a:cubicBezTo>
                  <a:cubicBezTo>
                    <a:pt x="62855" y="227251"/>
                    <a:pt x="58189" y="210585"/>
                    <a:pt x="53356" y="194003"/>
                  </a:cubicBezTo>
                  <a:cubicBezTo>
                    <a:pt x="52856" y="192254"/>
                    <a:pt x="52273" y="190254"/>
                    <a:pt x="51690" y="188337"/>
                  </a:cubicBezTo>
                  <a:cubicBezTo>
                    <a:pt x="66272" y="196337"/>
                    <a:pt x="81520" y="203253"/>
                    <a:pt x="97519" y="209252"/>
                  </a:cubicBezTo>
                  <a:cubicBezTo>
                    <a:pt x="98186" y="209502"/>
                    <a:pt x="98852" y="209752"/>
                    <a:pt x="99519" y="210002"/>
                  </a:cubicBezTo>
                  <a:cubicBezTo>
                    <a:pt x="104518" y="235083"/>
                    <a:pt x="108434" y="260331"/>
                    <a:pt x="114601" y="285079"/>
                  </a:cubicBezTo>
                  <a:cubicBezTo>
                    <a:pt x="122100" y="315409"/>
                    <a:pt x="131266" y="345407"/>
                    <a:pt x="138015" y="375820"/>
                  </a:cubicBezTo>
                  <a:cubicBezTo>
                    <a:pt x="144431" y="404484"/>
                    <a:pt x="152764" y="432732"/>
                    <a:pt x="159097" y="461396"/>
                  </a:cubicBezTo>
                  <a:cubicBezTo>
                    <a:pt x="163513" y="481477"/>
                    <a:pt x="168346" y="501392"/>
                    <a:pt x="174179" y="521057"/>
                  </a:cubicBezTo>
                  <a:cubicBezTo>
                    <a:pt x="172096" y="520474"/>
                    <a:pt x="170012" y="519724"/>
                    <a:pt x="167846" y="518808"/>
                  </a:cubicBezTo>
                  <a:lnTo>
                    <a:pt x="167846" y="518808"/>
                  </a:lnTo>
                  <a:close/>
                  <a:moveTo>
                    <a:pt x="212092" y="534556"/>
                  </a:moveTo>
                  <a:cubicBezTo>
                    <a:pt x="202426" y="531140"/>
                    <a:pt x="192760" y="528057"/>
                    <a:pt x="183178" y="524641"/>
                  </a:cubicBezTo>
                  <a:cubicBezTo>
                    <a:pt x="177428" y="502726"/>
                    <a:pt x="172512" y="480477"/>
                    <a:pt x="167846" y="458396"/>
                  </a:cubicBezTo>
                  <a:cubicBezTo>
                    <a:pt x="161513" y="428399"/>
                    <a:pt x="152847" y="399068"/>
                    <a:pt x="145431" y="369404"/>
                  </a:cubicBezTo>
                  <a:cubicBezTo>
                    <a:pt x="138098" y="339907"/>
                    <a:pt x="128933" y="310910"/>
                    <a:pt x="121517" y="281495"/>
                  </a:cubicBezTo>
                  <a:cubicBezTo>
                    <a:pt x="115851" y="258998"/>
                    <a:pt x="114267" y="233917"/>
                    <a:pt x="105601" y="212335"/>
                  </a:cubicBezTo>
                  <a:cubicBezTo>
                    <a:pt x="117434" y="216252"/>
                    <a:pt x="129516" y="219335"/>
                    <a:pt x="141181" y="223917"/>
                  </a:cubicBezTo>
                  <a:cubicBezTo>
                    <a:pt x="146848" y="226084"/>
                    <a:pt x="152097" y="228000"/>
                    <a:pt x="157430" y="228750"/>
                  </a:cubicBezTo>
                  <a:cubicBezTo>
                    <a:pt x="159097" y="283745"/>
                    <a:pt x="174012" y="338824"/>
                    <a:pt x="182595" y="392985"/>
                  </a:cubicBezTo>
                  <a:cubicBezTo>
                    <a:pt x="186844" y="419650"/>
                    <a:pt x="193427" y="445564"/>
                    <a:pt x="201093" y="471395"/>
                  </a:cubicBezTo>
                  <a:cubicBezTo>
                    <a:pt x="205842" y="487477"/>
                    <a:pt x="210342" y="503392"/>
                    <a:pt x="213925" y="519807"/>
                  </a:cubicBezTo>
                  <a:cubicBezTo>
                    <a:pt x="215091" y="525140"/>
                    <a:pt x="215925" y="531140"/>
                    <a:pt x="217508" y="536806"/>
                  </a:cubicBezTo>
                  <a:cubicBezTo>
                    <a:pt x="215758" y="535973"/>
                    <a:pt x="214008" y="535223"/>
                    <a:pt x="212092" y="534556"/>
                  </a:cubicBezTo>
                  <a:lnTo>
                    <a:pt x="212092" y="534556"/>
                  </a:lnTo>
                  <a:close/>
                  <a:moveTo>
                    <a:pt x="248505" y="498226"/>
                  </a:moveTo>
                  <a:cubicBezTo>
                    <a:pt x="250088" y="507475"/>
                    <a:pt x="249255" y="518974"/>
                    <a:pt x="252338" y="528140"/>
                  </a:cubicBezTo>
                  <a:cubicBezTo>
                    <a:pt x="251172" y="528640"/>
                    <a:pt x="249922" y="529223"/>
                    <a:pt x="248755" y="529723"/>
                  </a:cubicBezTo>
                  <a:cubicBezTo>
                    <a:pt x="243006" y="532390"/>
                    <a:pt x="236756" y="536222"/>
                    <a:pt x="230590" y="537972"/>
                  </a:cubicBezTo>
                  <a:cubicBezTo>
                    <a:pt x="230257" y="538056"/>
                    <a:pt x="230007" y="538056"/>
                    <a:pt x="229673" y="538139"/>
                  </a:cubicBezTo>
                  <a:cubicBezTo>
                    <a:pt x="225007" y="529723"/>
                    <a:pt x="224507" y="516308"/>
                    <a:pt x="222508" y="507309"/>
                  </a:cubicBezTo>
                  <a:cubicBezTo>
                    <a:pt x="219091" y="492060"/>
                    <a:pt x="214592" y="477061"/>
                    <a:pt x="210509" y="461979"/>
                  </a:cubicBezTo>
                  <a:cubicBezTo>
                    <a:pt x="203592" y="435898"/>
                    <a:pt x="198676" y="409484"/>
                    <a:pt x="193927" y="383070"/>
                  </a:cubicBezTo>
                  <a:cubicBezTo>
                    <a:pt x="184761" y="331824"/>
                    <a:pt x="177345" y="279162"/>
                    <a:pt x="163429" y="228917"/>
                  </a:cubicBezTo>
                  <a:cubicBezTo>
                    <a:pt x="166929" y="228750"/>
                    <a:pt x="170512" y="228000"/>
                    <a:pt x="174345" y="226417"/>
                  </a:cubicBezTo>
                  <a:cubicBezTo>
                    <a:pt x="183261" y="222667"/>
                    <a:pt x="191593" y="217251"/>
                    <a:pt x="199926" y="212085"/>
                  </a:cubicBezTo>
                  <a:cubicBezTo>
                    <a:pt x="201009" y="234916"/>
                    <a:pt x="207175" y="257498"/>
                    <a:pt x="211259" y="279746"/>
                  </a:cubicBezTo>
                  <a:cubicBezTo>
                    <a:pt x="216425" y="308076"/>
                    <a:pt x="221174" y="336324"/>
                    <a:pt x="226007" y="364655"/>
                  </a:cubicBezTo>
                  <a:cubicBezTo>
                    <a:pt x="228507" y="379653"/>
                    <a:pt x="232590" y="394319"/>
                    <a:pt x="235173" y="409317"/>
                  </a:cubicBezTo>
                  <a:cubicBezTo>
                    <a:pt x="237839" y="425066"/>
                    <a:pt x="239256" y="441064"/>
                    <a:pt x="242256" y="456730"/>
                  </a:cubicBezTo>
                  <a:cubicBezTo>
                    <a:pt x="244839" y="470395"/>
                    <a:pt x="246089" y="484394"/>
                    <a:pt x="248505" y="498226"/>
                  </a:cubicBezTo>
                  <a:lnTo>
                    <a:pt x="248505" y="498226"/>
                  </a:lnTo>
                  <a:close/>
                  <a:moveTo>
                    <a:pt x="293501" y="430065"/>
                  </a:moveTo>
                  <a:cubicBezTo>
                    <a:pt x="295334" y="444564"/>
                    <a:pt x="296418" y="458980"/>
                    <a:pt x="297417" y="473478"/>
                  </a:cubicBezTo>
                  <a:cubicBezTo>
                    <a:pt x="298168" y="484477"/>
                    <a:pt x="300751" y="495893"/>
                    <a:pt x="301084" y="507058"/>
                  </a:cubicBezTo>
                  <a:cubicBezTo>
                    <a:pt x="288168" y="512558"/>
                    <a:pt x="275253" y="518057"/>
                    <a:pt x="262420" y="523724"/>
                  </a:cubicBezTo>
                  <a:cubicBezTo>
                    <a:pt x="261754" y="515725"/>
                    <a:pt x="259671" y="507475"/>
                    <a:pt x="257921" y="499892"/>
                  </a:cubicBezTo>
                  <a:cubicBezTo>
                    <a:pt x="254755" y="486061"/>
                    <a:pt x="252421" y="472062"/>
                    <a:pt x="249422" y="458230"/>
                  </a:cubicBezTo>
                  <a:cubicBezTo>
                    <a:pt x="246089" y="442731"/>
                    <a:pt x="244422" y="426899"/>
                    <a:pt x="242256" y="411234"/>
                  </a:cubicBezTo>
                  <a:cubicBezTo>
                    <a:pt x="240006" y="395235"/>
                    <a:pt x="235923" y="379487"/>
                    <a:pt x="233590" y="363572"/>
                  </a:cubicBezTo>
                  <a:cubicBezTo>
                    <a:pt x="229424" y="335907"/>
                    <a:pt x="225174" y="308327"/>
                    <a:pt x="220508" y="280746"/>
                  </a:cubicBezTo>
                  <a:cubicBezTo>
                    <a:pt x="218341" y="267830"/>
                    <a:pt x="214842" y="255248"/>
                    <a:pt x="212925" y="242249"/>
                  </a:cubicBezTo>
                  <a:cubicBezTo>
                    <a:pt x="211175" y="230750"/>
                    <a:pt x="209925" y="219001"/>
                    <a:pt x="206926" y="207752"/>
                  </a:cubicBezTo>
                  <a:cubicBezTo>
                    <a:pt x="209176" y="206419"/>
                    <a:pt x="211508" y="205002"/>
                    <a:pt x="213842" y="203753"/>
                  </a:cubicBezTo>
                  <a:cubicBezTo>
                    <a:pt x="228007" y="196086"/>
                    <a:pt x="242756" y="189504"/>
                    <a:pt x="257254" y="182421"/>
                  </a:cubicBezTo>
                  <a:cubicBezTo>
                    <a:pt x="260754" y="180755"/>
                    <a:pt x="264170" y="179005"/>
                    <a:pt x="267587" y="177255"/>
                  </a:cubicBezTo>
                  <a:cubicBezTo>
                    <a:pt x="274836" y="234000"/>
                    <a:pt x="276586" y="291411"/>
                    <a:pt x="282669" y="348239"/>
                  </a:cubicBezTo>
                  <a:cubicBezTo>
                    <a:pt x="285669" y="375654"/>
                    <a:pt x="290085" y="402735"/>
                    <a:pt x="293501" y="430065"/>
                  </a:cubicBezTo>
                  <a:lnTo>
                    <a:pt x="293501" y="430065"/>
                  </a:lnTo>
                  <a:close/>
                  <a:moveTo>
                    <a:pt x="335497" y="181171"/>
                  </a:moveTo>
                  <a:cubicBezTo>
                    <a:pt x="334581" y="197587"/>
                    <a:pt x="333747" y="213918"/>
                    <a:pt x="333331" y="230334"/>
                  </a:cubicBezTo>
                  <a:cubicBezTo>
                    <a:pt x="332498" y="261664"/>
                    <a:pt x="334247" y="292911"/>
                    <a:pt x="335414" y="324242"/>
                  </a:cubicBezTo>
                  <a:cubicBezTo>
                    <a:pt x="336581" y="356155"/>
                    <a:pt x="338747" y="387403"/>
                    <a:pt x="342580" y="419066"/>
                  </a:cubicBezTo>
                  <a:cubicBezTo>
                    <a:pt x="344497" y="435148"/>
                    <a:pt x="346496" y="451230"/>
                    <a:pt x="348080" y="467312"/>
                  </a:cubicBezTo>
                  <a:cubicBezTo>
                    <a:pt x="348663" y="472895"/>
                    <a:pt x="349663" y="479728"/>
                    <a:pt x="349329" y="485310"/>
                  </a:cubicBezTo>
                  <a:cubicBezTo>
                    <a:pt x="349329" y="485810"/>
                    <a:pt x="349329" y="486144"/>
                    <a:pt x="349413" y="486394"/>
                  </a:cubicBezTo>
                  <a:cubicBezTo>
                    <a:pt x="349163" y="486561"/>
                    <a:pt x="348829" y="486727"/>
                    <a:pt x="348413" y="487060"/>
                  </a:cubicBezTo>
                  <a:cubicBezTo>
                    <a:pt x="345080" y="489393"/>
                    <a:pt x="340330" y="490560"/>
                    <a:pt x="336497" y="492143"/>
                  </a:cubicBezTo>
                  <a:cubicBezTo>
                    <a:pt x="327498" y="495976"/>
                    <a:pt x="318416" y="499809"/>
                    <a:pt x="309416" y="503642"/>
                  </a:cubicBezTo>
                  <a:cubicBezTo>
                    <a:pt x="309583" y="495059"/>
                    <a:pt x="308250" y="486227"/>
                    <a:pt x="307583" y="477894"/>
                  </a:cubicBezTo>
                  <a:cubicBezTo>
                    <a:pt x="306583" y="464479"/>
                    <a:pt x="306083" y="450980"/>
                    <a:pt x="305083" y="437565"/>
                  </a:cubicBezTo>
                  <a:cubicBezTo>
                    <a:pt x="302917" y="408567"/>
                    <a:pt x="297834" y="379737"/>
                    <a:pt x="294834" y="350906"/>
                  </a:cubicBezTo>
                  <a:cubicBezTo>
                    <a:pt x="288668" y="292078"/>
                    <a:pt x="284335" y="232417"/>
                    <a:pt x="274170" y="174005"/>
                  </a:cubicBezTo>
                  <a:cubicBezTo>
                    <a:pt x="295667" y="162756"/>
                    <a:pt x="316499" y="150507"/>
                    <a:pt x="337830" y="139092"/>
                  </a:cubicBezTo>
                  <a:cubicBezTo>
                    <a:pt x="339830" y="148757"/>
                    <a:pt x="335747" y="175755"/>
                    <a:pt x="335497" y="181171"/>
                  </a:cubicBezTo>
                  <a:lnTo>
                    <a:pt x="335497" y="181171"/>
                  </a:lnTo>
                  <a:close/>
                </a:path>
              </a:pathLst>
            </a:custGeom>
            <a:grpFill/>
            <a:ln w="8332" cap="flat">
              <a:noFill/>
              <a:prstDash val="solid"/>
              <a:miter/>
            </a:ln>
          </p:spPr>
          <p:txBody>
            <a:bodyPr rtlCol="0" anchor="ctr"/>
            <a:lstStyle/>
            <a:p>
              <a:endParaRPr lang="en-US"/>
            </a:p>
          </p:txBody>
        </p:sp>
        <p:sp>
          <p:nvSpPr>
            <p:cNvPr id="2624" name="Freeform: Shape 2623"/>
            <p:cNvSpPr/>
            <p:nvPr/>
          </p:nvSpPr>
          <p:spPr>
            <a:xfrm>
              <a:off x="12123868" y="6258676"/>
              <a:ext cx="458023" cy="527044"/>
            </a:xfrm>
            <a:custGeom>
              <a:avLst/>
              <a:gdLst>
                <a:gd name="connsiteX0" fmla="*/ 35224 w 458023"/>
                <a:gd name="connsiteY0" fmla="*/ 297327 h 527044"/>
                <a:gd name="connsiteX1" fmla="*/ 66222 w 458023"/>
                <a:gd name="connsiteY1" fmla="*/ 398901 h 527044"/>
                <a:gd name="connsiteX2" fmla="*/ 52724 w 458023"/>
                <a:gd name="connsiteY2" fmla="*/ 412983 h 527044"/>
                <a:gd name="connsiteX3" fmla="*/ 18392 w 458023"/>
                <a:gd name="connsiteY3" fmla="*/ 449647 h 527044"/>
                <a:gd name="connsiteX4" fmla="*/ 61 w 458023"/>
                <a:gd name="connsiteY4" fmla="*/ 481227 h 527044"/>
                <a:gd name="connsiteX5" fmla="*/ 11727 w 458023"/>
                <a:gd name="connsiteY5" fmla="*/ 511891 h 527044"/>
                <a:gd name="connsiteX6" fmla="*/ 71305 w 458023"/>
                <a:gd name="connsiteY6" fmla="*/ 518807 h 527044"/>
                <a:gd name="connsiteX7" fmla="*/ 121550 w 458023"/>
                <a:gd name="connsiteY7" fmla="*/ 452646 h 527044"/>
                <a:gd name="connsiteX8" fmla="*/ 169629 w 458023"/>
                <a:gd name="connsiteY8" fmla="*/ 488143 h 527044"/>
                <a:gd name="connsiteX9" fmla="*/ 229791 w 458023"/>
                <a:gd name="connsiteY9" fmla="*/ 492309 h 527044"/>
                <a:gd name="connsiteX10" fmla="*/ 286869 w 458023"/>
                <a:gd name="connsiteY10" fmla="*/ 439064 h 527044"/>
                <a:gd name="connsiteX11" fmla="*/ 348530 w 458023"/>
                <a:gd name="connsiteY11" fmla="*/ 367404 h 527044"/>
                <a:gd name="connsiteX12" fmla="*/ 400442 w 458023"/>
                <a:gd name="connsiteY12" fmla="*/ 291494 h 527044"/>
                <a:gd name="connsiteX13" fmla="*/ 423440 w 458023"/>
                <a:gd name="connsiteY13" fmla="*/ 249998 h 527044"/>
                <a:gd name="connsiteX14" fmla="*/ 453853 w 458023"/>
                <a:gd name="connsiteY14" fmla="*/ 171755 h 527044"/>
                <a:gd name="connsiteX15" fmla="*/ 416191 w 458023"/>
                <a:gd name="connsiteY15" fmla="*/ 25435 h 527044"/>
                <a:gd name="connsiteX16" fmla="*/ 272870 w 458023"/>
                <a:gd name="connsiteY16" fmla="*/ 23018 h 527044"/>
                <a:gd name="connsiteX17" fmla="*/ 208042 w 458023"/>
                <a:gd name="connsiteY17" fmla="*/ 77514 h 527044"/>
                <a:gd name="connsiteX18" fmla="*/ 141882 w 458023"/>
                <a:gd name="connsiteY18" fmla="*/ 149174 h 527044"/>
                <a:gd name="connsiteX19" fmla="*/ 35224 w 458023"/>
                <a:gd name="connsiteY19" fmla="*/ 297327 h 527044"/>
                <a:gd name="connsiteX20" fmla="*/ 35224 w 458023"/>
                <a:gd name="connsiteY20" fmla="*/ 297327 h 527044"/>
                <a:gd name="connsiteX21" fmla="*/ 75887 w 458023"/>
                <a:gd name="connsiteY21" fmla="*/ 409734 h 527044"/>
                <a:gd name="connsiteX22" fmla="*/ 96386 w 458023"/>
                <a:gd name="connsiteY22" fmla="*/ 430148 h 527044"/>
                <a:gd name="connsiteX23" fmla="*/ 113885 w 458023"/>
                <a:gd name="connsiteY23" fmla="*/ 445980 h 527044"/>
                <a:gd name="connsiteX24" fmla="*/ 86303 w 458023"/>
                <a:gd name="connsiteY24" fmla="*/ 484893 h 527044"/>
                <a:gd name="connsiteX25" fmla="*/ 64472 w 458023"/>
                <a:gd name="connsiteY25" fmla="*/ 507142 h 527044"/>
                <a:gd name="connsiteX26" fmla="*/ 37141 w 458023"/>
                <a:gd name="connsiteY26" fmla="*/ 511641 h 527044"/>
                <a:gd name="connsiteX27" fmla="*/ 15060 w 458023"/>
                <a:gd name="connsiteY27" fmla="*/ 478727 h 527044"/>
                <a:gd name="connsiteX28" fmla="*/ 34141 w 458023"/>
                <a:gd name="connsiteY28" fmla="*/ 453146 h 527044"/>
                <a:gd name="connsiteX29" fmla="*/ 75887 w 458023"/>
                <a:gd name="connsiteY29" fmla="*/ 409734 h 527044"/>
                <a:gd name="connsiteX30" fmla="*/ 75887 w 458023"/>
                <a:gd name="connsiteY30" fmla="*/ 409734 h 527044"/>
                <a:gd name="connsiteX31" fmla="*/ 63639 w 458023"/>
                <a:gd name="connsiteY31" fmla="*/ 269163 h 527044"/>
                <a:gd name="connsiteX32" fmla="*/ 161630 w 458023"/>
                <a:gd name="connsiteY32" fmla="*/ 371570 h 527044"/>
                <a:gd name="connsiteX33" fmla="*/ 233457 w 458023"/>
                <a:gd name="connsiteY33" fmla="*/ 422899 h 527044"/>
                <a:gd name="connsiteX34" fmla="*/ 264954 w 458023"/>
                <a:gd name="connsiteY34" fmla="*/ 442981 h 527044"/>
                <a:gd name="connsiteX35" fmla="*/ 247872 w 458023"/>
                <a:gd name="connsiteY35" fmla="*/ 460062 h 527044"/>
                <a:gd name="connsiteX36" fmla="*/ 209542 w 458023"/>
                <a:gd name="connsiteY36" fmla="*/ 483644 h 527044"/>
                <a:gd name="connsiteX37" fmla="*/ 140799 w 458023"/>
                <a:gd name="connsiteY37" fmla="*/ 448396 h 527044"/>
                <a:gd name="connsiteX38" fmla="*/ 79221 w 458023"/>
                <a:gd name="connsiteY38" fmla="*/ 391318 h 527044"/>
                <a:gd name="connsiteX39" fmla="*/ 44807 w 458023"/>
                <a:gd name="connsiteY39" fmla="*/ 319492 h 527044"/>
                <a:gd name="connsiteX40" fmla="*/ 63639 w 458023"/>
                <a:gd name="connsiteY40" fmla="*/ 269163 h 527044"/>
                <a:gd name="connsiteX41" fmla="*/ 63639 w 458023"/>
                <a:gd name="connsiteY41" fmla="*/ 269163 h 527044"/>
                <a:gd name="connsiteX42" fmla="*/ 126716 w 458023"/>
                <a:gd name="connsiteY42" fmla="*/ 187254 h 527044"/>
                <a:gd name="connsiteX43" fmla="*/ 180878 w 458023"/>
                <a:gd name="connsiteY43" fmla="*/ 123176 h 527044"/>
                <a:gd name="connsiteX44" fmla="*/ 304451 w 458023"/>
                <a:gd name="connsiteY44" fmla="*/ 19019 h 527044"/>
                <a:gd name="connsiteX45" fmla="*/ 385276 w 458023"/>
                <a:gd name="connsiteY45" fmla="*/ 20019 h 527044"/>
                <a:gd name="connsiteX46" fmla="*/ 437438 w 458023"/>
                <a:gd name="connsiteY46" fmla="*/ 83180 h 527044"/>
                <a:gd name="connsiteX47" fmla="*/ 416941 w 458023"/>
                <a:gd name="connsiteY47" fmla="*/ 233916 h 527044"/>
                <a:gd name="connsiteX48" fmla="*/ 330864 w 458023"/>
                <a:gd name="connsiteY48" fmla="*/ 365154 h 527044"/>
                <a:gd name="connsiteX49" fmla="*/ 279952 w 458023"/>
                <a:gd name="connsiteY49" fmla="*/ 426065 h 527044"/>
                <a:gd name="connsiteX50" fmla="*/ 270870 w 458023"/>
                <a:gd name="connsiteY50" fmla="*/ 436564 h 527044"/>
                <a:gd name="connsiteX51" fmla="*/ 227124 w 458023"/>
                <a:gd name="connsiteY51" fmla="*/ 404984 h 527044"/>
                <a:gd name="connsiteX52" fmla="*/ 166047 w 458023"/>
                <a:gd name="connsiteY52" fmla="*/ 358405 h 527044"/>
                <a:gd name="connsiteX53" fmla="*/ 114217 w 458023"/>
                <a:gd name="connsiteY53" fmla="*/ 309992 h 527044"/>
                <a:gd name="connsiteX54" fmla="*/ 87887 w 458023"/>
                <a:gd name="connsiteY54" fmla="*/ 281079 h 527044"/>
                <a:gd name="connsiteX55" fmla="*/ 70888 w 458023"/>
                <a:gd name="connsiteY55" fmla="*/ 257830 h 527044"/>
                <a:gd name="connsiteX56" fmla="*/ 76555 w 458023"/>
                <a:gd name="connsiteY56" fmla="*/ 249581 h 527044"/>
                <a:gd name="connsiteX57" fmla="*/ 126716 w 458023"/>
                <a:gd name="connsiteY57" fmla="*/ 187254 h 527044"/>
                <a:gd name="connsiteX58" fmla="*/ 126716 w 458023"/>
                <a:gd name="connsiteY58" fmla="*/ 187254 h 527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458023" h="527044">
                  <a:moveTo>
                    <a:pt x="35224" y="297327"/>
                  </a:moveTo>
                  <a:cubicBezTo>
                    <a:pt x="22726" y="334323"/>
                    <a:pt x="41641" y="369654"/>
                    <a:pt x="66222" y="398901"/>
                  </a:cubicBezTo>
                  <a:cubicBezTo>
                    <a:pt x="60973" y="403317"/>
                    <a:pt x="56306" y="409567"/>
                    <a:pt x="52724" y="412983"/>
                  </a:cubicBezTo>
                  <a:cubicBezTo>
                    <a:pt x="40641" y="424649"/>
                    <a:pt x="29559" y="437148"/>
                    <a:pt x="18392" y="449647"/>
                  </a:cubicBezTo>
                  <a:cubicBezTo>
                    <a:pt x="9560" y="459646"/>
                    <a:pt x="894" y="467145"/>
                    <a:pt x="61" y="481227"/>
                  </a:cubicBezTo>
                  <a:cubicBezTo>
                    <a:pt x="-605" y="492476"/>
                    <a:pt x="4227" y="503641"/>
                    <a:pt x="11727" y="511891"/>
                  </a:cubicBezTo>
                  <a:cubicBezTo>
                    <a:pt x="25226" y="526806"/>
                    <a:pt x="55640" y="533556"/>
                    <a:pt x="71305" y="518807"/>
                  </a:cubicBezTo>
                  <a:cubicBezTo>
                    <a:pt x="92053" y="499225"/>
                    <a:pt x="106635" y="476227"/>
                    <a:pt x="121550" y="452646"/>
                  </a:cubicBezTo>
                  <a:cubicBezTo>
                    <a:pt x="136799" y="465562"/>
                    <a:pt x="152880" y="477727"/>
                    <a:pt x="169629" y="488143"/>
                  </a:cubicBezTo>
                  <a:cubicBezTo>
                    <a:pt x="188128" y="499642"/>
                    <a:pt x="209876" y="502558"/>
                    <a:pt x="229791" y="492309"/>
                  </a:cubicBezTo>
                  <a:cubicBezTo>
                    <a:pt x="251705" y="481061"/>
                    <a:pt x="271204" y="457396"/>
                    <a:pt x="286869" y="439064"/>
                  </a:cubicBezTo>
                  <a:cubicBezTo>
                    <a:pt x="307283" y="415150"/>
                    <a:pt x="329282" y="392151"/>
                    <a:pt x="348530" y="367404"/>
                  </a:cubicBezTo>
                  <a:cubicBezTo>
                    <a:pt x="367195" y="343323"/>
                    <a:pt x="384276" y="317242"/>
                    <a:pt x="400442" y="291494"/>
                  </a:cubicBezTo>
                  <a:cubicBezTo>
                    <a:pt x="408691" y="278245"/>
                    <a:pt x="416607" y="264413"/>
                    <a:pt x="423440" y="249998"/>
                  </a:cubicBezTo>
                  <a:cubicBezTo>
                    <a:pt x="436939" y="225083"/>
                    <a:pt x="447854" y="199002"/>
                    <a:pt x="453853" y="171755"/>
                  </a:cubicBezTo>
                  <a:cubicBezTo>
                    <a:pt x="464603" y="122593"/>
                    <a:pt x="455437" y="60682"/>
                    <a:pt x="416191" y="25435"/>
                  </a:cubicBezTo>
                  <a:cubicBezTo>
                    <a:pt x="374694" y="-11895"/>
                    <a:pt x="316866" y="-4146"/>
                    <a:pt x="272870" y="23018"/>
                  </a:cubicBezTo>
                  <a:cubicBezTo>
                    <a:pt x="248705" y="37934"/>
                    <a:pt x="227874" y="57432"/>
                    <a:pt x="208042" y="77514"/>
                  </a:cubicBezTo>
                  <a:cubicBezTo>
                    <a:pt x="185128" y="100678"/>
                    <a:pt x="162880" y="124259"/>
                    <a:pt x="141882" y="149174"/>
                  </a:cubicBezTo>
                  <a:cubicBezTo>
                    <a:pt x="103801" y="194170"/>
                    <a:pt x="54557" y="240165"/>
                    <a:pt x="35224" y="297327"/>
                  </a:cubicBezTo>
                  <a:lnTo>
                    <a:pt x="35224" y="297327"/>
                  </a:lnTo>
                  <a:close/>
                  <a:moveTo>
                    <a:pt x="75887" y="409734"/>
                  </a:moveTo>
                  <a:cubicBezTo>
                    <a:pt x="82721" y="417066"/>
                    <a:pt x="89720" y="423899"/>
                    <a:pt x="96386" y="430148"/>
                  </a:cubicBezTo>
                  <a:cubicBezTo>
                    <a:pt x="102052" y="435481"/>
                    <a:pt x="107968" y="440814"/>
                    <a:pt x="113885" y="445980"/>
                  </a:cubicBezTo>
                  <a:cubicBezTo>
                    <a:pt x="104302" y="458729"/>
                    <a:pt x="96886" y="473061"/>
                    <a:pt x="86303" y="484893"/>
                  </a:cubicBezTo>
                  <a:cubicBezTo>
                    <a:pt x="79471" y="492560"/>
                    <a:pt x="71971" y="500142"/>
                    <a:pt x="64472" y="507142"/>
                  </a:cubicBezTo>
                  <a:cubicBezTo>
                    <a:pt x="57056" y="514057"/>
                    <a:pt x="47224" y="514307"/>
                    <a:pt x="37141" y="511641"/>
                  </a:cubicBezTo>
                  <a:cubicBezTo>
                    <a:pt x="23725" y="508141"/>
                    <a:pt x="12393" y="492893"/>
                    <a:pt x="15060" y="478727"/>
                  </a:cubicBezTo>
                  <a:cubicBezTo>
                    <a:pt x="16977" y="468562"/>
                    <a:pt x="27476" y="460729"/>
                    <a:pt x="34141" y="453146"/>
                  </a:cubicBezTo>
                  <a:cubicBezTo>
                    <a:pt x="47140" y="438314"/>
                    <a:pt x="60723" y="422816"/>
                    <a:pt x="75887" y="409734"/>
                  </a:cubicBezTo>
                  <a:lnTo>
                    <a:pt x="75887" y="409734"/>
                  </a:lnTo>
                  <a:close/>
                  <a:moveTo>
                    <a:pt x="63639" y="269163"/>
                  </a:moveTo>
                  <a:cubicBezTo>
                    <a:pt x="87386" y="309076"/>
                    <a:pt x="125217" y="343906"/>
                    <a:pt x="161630" y="371570"/>
                  </a:cubicBezTo>
                  <a:cubicBezTo>
                    <a:pt x="185128" y="389486"/>
                    <a:pt x="208626" y="406734"/>
                    <a:pt x="233457" y="422899"/>
                  </a:cubicBezTo>
                  <a:cubicBezTo>
                    <a:pt x="241123" y="427899"/>
                    <a:pt x="253539" y="439147"/>
                    <a:pt x="264954" y="442981"/>
                  </a:cubicBezTo>
                  <a:cubicBezTo>
                    <a:pt x="259371" y="448813"/>
                    <a:pt x="253706" y="454396"/>
                    <a:pt x="247872" y="460062"/>
                  </a:cubicBezTo>
                  <a:cubicBezTo>
                    <a:pt x="236790" y="470895"/>
                    <a:pt x="225874" y="482060"/>
                    <a:pt x="209542" y="483644"/>
                  </a:cubicBezTo>
                  <a:cubicBezTo>
                    <a:pt x="182795" y="486227"/>
                    <a:pt x="160130" y="464062"/>
                    <a:pt x="140799" y="448396"/>
                  </a:cubicBezTo>
                  <a:cubicBezTo>
                    <a:pt x="119051" y="430815"/>
                    <a:pt x="97386" y="412733"/>
                    <a:pt x="79221" y="391318"/>
                  </a:cubicBezTo>
                  <a:cubicBezTo>
                    <a:pt x="63472" y="372737"/>
                    <a:pt x="42974" y="345073"/>
                    <a:pt x="44807" y="319492"/>
                  </a:cubicBezTo>
                  <a:cubicBezTo>
                    <a:pt x="45890" y="302327"/>
                    <a:pt x="54056" y="284828"/>
                    <a:pt x="63639" y="269163"/>
                  </a:cubicBezTo>
                  <a:lnTo>
                    <a:pt x="63639" y="269163"/>
                  </a:lnTo>
                  <a:close/>
                  <a:moveTo>
                    <a:pt x="126716" y="187254"/>
                  </a:moveTo>
                  <a:cubicBezTo>
                    <a:pt x="144548" y="165672"/>
                    <a:pt x="161964" y="143841"/>
                    <a:pt x="180878" y="123176"/>
                  </a:cubicBezTo>
                  <a:cubicBezTo>
                    <a:pt x="216625" y="84096"/>
                    <a:pt x="254539" y="40183"/>
                    <a:pt x="304451" y="19019"/>
                  </a:cubicBezTo>
                  <a:cubicBezTo>
                    <a:pt x="331115" y="7687"/>
                    <a:pt x="358863" y="8103"/>
                    <a:pt x="385276" y="20019"/>
                  </a:cubicBezTo>
                  <a:cubicBezTo>
                    <a:pt x="411691" y="32018"/>
                    <a:pt x="428273" y="56349"/>
                    <a:pt x="437438" y="83180"/>
                  </a:cubicBezTo>
                  <a:cubicBezTo>
                    <a:pt x="454687" y="133592"/>
                    <a:pt x="440105" y="187837"/>
                    <a:pt x="416941" y="233916"/>
                  </a:cubicBezTo>
                  <a:cubicBezTo>
                    <a:pt x="393692" y="279995"/>
                    <a:pt x="362195" y="324241"/>
                    <a:pt x="330864" y="365154"/>
                  </a:cubicBezTo>
                  <a:cubicBezTo>
                    <a:pt x="314783" y="386152"/>
                    <a:pt x="297285" y="406234"/>
                    <a:pt x="279952" y="426065"/>
                  </a:cubicBezTo>
                  <a:cubicBezTo>
                    <a:pt x="276953" y="429482"/>
                    <a:pt x="273953" y="433065"/>
                    <a:pt x="270870" y="436564"/>
                  </a:cubicBezTo>
                  <a:cubicBezTo>
                    <a:pt x="257121" y="425149"/>
                    <a:pt x="241623" y="415316"/>
                    <a:pt x="227124" y="404984"/>
                  </a:cubicBezTo>
                  <a:cubicBezTo>
                    <a:pt x="206126" y="390068"/>
                    <a:pt x="186127" y="374486"/>
                    <a:pt x="166047" y="358405"/>
                  </a:cubicBezTo>
                  <a:cubicBezTo>
                    <a:pt x="147798" y="343739"/>
                    <a:pt x="130550" y="326741"/>
                    <a:pt x="114217" y="309992"/>
                  </a:cubicBezTo>
                  <a:cubicBezTo>
                    <a:pt x="105052" y="300660"/>
                    <a:pt x="96303" y="291078"/>
                    <a:pt x="87887" y="281079"/>
                  </a:cubicBezTo>
                  <a:cubicBezTo>
                    <a:pt x="81637" y="273746"/>
                    <a:pt x="76887" y="265330"/>
                    <a:pt x="70888" y="257830"/>
                  </a:cubicBezTo>
                  <a:cubicBezTo>
                    <a:pt x="72804" y="254998"/>
                    <a:pt x="74721" y="252248"/>
                    <a:pt x="76555" y="249581"/>
                  </a:cubicBezTo>
                  <a:cubicBezTo>
                    <a:pt x="91886" y="228083"/>
                    <a:pt x="109635" y="207835"/>
                    <a:pt x="126716" y="187254"/>
                  </a:cubicBezTo>
                  <a:lnTo>
                    <a:pt x="126716" y="187254"/>
                  </a:lnTo>
                  <a:close/>
                </a:path>
              </a:pathLst>
            </a:custGeom>
            <a:grpFill/>
            <a:ln w="8332" cap="flat">
              <a:noFill/>
              <a:prstDash val="solid"/>
              <a:miter/>
            </a:ln>
          </p:spPr>
          <p:txBody>
            <a:bodyPr rtlCol="0" anchor="ctr"/>
            <a:lstStyle/>
            <a:p>
              <a:endParaRPr lang="en-US"/>
            </a:p>
          </p:txBody>
        </p:sp>
        <p:sp>
          <p:nvSpPr>
            <p:cNvPr id="2625" name="Freeform: Shape 2624"/>
            <p:cNvSpPr/>
            <p:nvPr/>
          </p:nvSpPr>
          <p:spPr>
            <a:xfrm>
              <a:off x="12259327" y="6299483"/>
              <a:ext cx="200757" cy="277917"/>
            </a:xfrm>
            <a:custGeom>
              <a:avLst/>
              <a:gdLst>
                <a:gd name="connsiteX0" fmla="*/ 94915 w 200757"/>
                <a:gd name="connsiteY0" fmla="*/ 99783 h 277917"/>
                <a:gd name="connsiteX1" fmla="*/ 32920 w 200757"/>
                <a:gd name="connsiteY1" fmla="*/ 185942 h 277917"/>
                <a:gd name="connsiteX2" fmla="*/ 923 w 200757"/>
                <a:gd name="connsiteY2" fmla="*/ 257102 h 277917"/>
                <a:gd name="connsiteX3" fmla="*/ 45170 w 200757"/>
                <a:gd name="connsiteY3" fmla="*/ 274934 h 277917"/>
                <a:gd name="connsiteX4" fmla="*/ 104581 w 200757"/>
                <a:gd name="connsiteY4" fmla="*/ 213190 h 277917"/>
                <a:gd name="connsiteX5" fmla="*/ 157576 w 200757"/>
                <a:gd name="connsiteY5" fmla="*/ 135030 h 277917"/>
                <a:gd name="connsiteX6" fmla="*/ 187240 w 200757"/>
                <a:gd name="connsiteY6" fmla="*/ 77619 h 277917"/>
                <a:gd name="connsiteX7" fmla="*/ 199072 w 200757"/>
                <a:gd name="connsiteY7" fmla="*/ 17458 h 277917"/>
                <a:gd name="connsiteX8" fmla="*/ 188406 w 200757"/>
                <a:gd name="connsiteY8" fmla="*/ 2876 h 277917"/>
                <a:gd name="connsiteX9" fmla="*/ 185156 w 200757"/>
                <a:gd name="connsiteY9" fmla="*/ 459 h 277917"/>
                <a:gd name="connsiteX10" fmla="*/ 181990 w 200757"/>
                <a:gd name="connsiteY10" fmla="*/ 626 h 277917"/>
                <a:gd name="connsiteX11" fmla="*/ 177824 w 200757"/>
                <a:gd name="connsiteY11" fmla="*/ 542 h 277917"/>
                <a:gd name="connsiteX12" fmla="*/ 156076 w 200757"/>
                <a:gd name="connsiteY12" fmla="*/ 18707 h 277917"/>
                <a:gd name="connsiteX13" fmla="*/ 94915 w 200757"/>
                <a:gd name="connsiteY13" fmla="*/ 99783 h 277917"/>
                <a:gd name="connsiteX14" fmla="*/ 94915 w 200757"/>
                <a:gd name="connsiteY14" fmla="*/ 99783 h 277917"/>
                <a:gd name="connsiteX15" fmla="*/ 145161 w 200757"/>
                <a:gd name="connsiteY15" fmla="*/ 45788 h 277917"/>
                <a:gd name="connsiteX16" fmla="*/ 159909 w 200757"/>
                <a:gd name="connsiteY16" fmla="*/ 28623 h 277917"/>
                <a:gd name="connsiteX17" fmla="*/ 172491 w 200757"/>
                <a:gd name="connsiteY17" fmla="*/ 13292 h 277917"/>
                <a:gd name="connsiteX18" fmla="*/ 191157 w 200757"/>
                <a:gd name="connsiteY18" fmla="*/ 18958 h 277917"/>
                <a:gd name="connsiteX19" fmla="*/ 175575 w 200757"/>
                <a:gd name="connsiteY19" fmla="*/ 81118 h 277917"/>
                <a:gd name="connsiteX20" fmla="*/ 131078 w 200757"/>
                <a:gd name="connsiteY20" fmla="*/ 160445 h 277917"/>
                <a:gd name="connsiteX21" fmla="*/ 77749 w 200757"/>
                <a:gd name="connsiteY21" fmla="*/ 230939 h 277917"/>
                <a:gd name="connsiteX22" fmla="*/ 44919 w 200757"/>
                <a:gd name="connsiteY22" fmla="*/ 261686 h 277917"/>
                <a:gd name="connsiteX23" fmla="*/ 21588 w 200757"/>
                <a:gd name="connsiteY23" fmla="*/ 264019 h 277917"/>
                <a:gd name="connsiteX24" fmla="*/ 15672 w 200757"/>
                <a:gd name="connsiteY24" fmla="*/ 237271 h 277917"/>
                <a:gd name="connsiteX25" fmla="*/ 64167 w 200757"/>
                <a:gd name="connsiteY25" fmla="*/ 160194 h 277917"/>
                <a:gd name="connsiteX26" fmla="*/ 118829 w 200757"/>
                <a:gd name="connsiteY26" fmla="*/ 83118 h 277917"/>
                <a:gd name="connsiteX27" fmla="*/ 145161 w 200757"/>
                <a:gd name="connsiteY27" fmla="*/ 45788 h 277917"/>
                <a:gd name="connsiteX28" fmla="*/ 145161 w 200757"/>
                <a:gd name="connsiteY28" fmla="*/ 45788 h 2779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00757" h="277917">
                  <a:moveTo>
                    <a:pt x="94915" y="99783"/>
                  </a:moveTo>
                  <a:cubicBezTo>
                    <a:pt x="74083" y="128447"/>
                    <a:pt x="53002" y="156778"/>
                    <a:pt x="32920" y="185942"/>
                  </a:cubicBezTo>
                  <a:cubicBezTo>
                    <a:pt x="20339" y="204358"/>
                    <a:pt x="-5160" y="232688"/>
                    <a:pt x="923" y="257102"/>
                  </a:cubicBezTo>
                  <a:cubicBezTo>
                    <a:pt x="5590" y="275768"/>
                    <a:pt x="29004" y="282350"/>
                    <a:pt x="45170" y="274934"/>
                  </a:cubicBezTo>
                  <a:cubicBezTo>
                    <a:pt x="70167" y="263519"/>
                    <a:pt x="88832" y="234355"/>
                    <a:pt x="104581" y="213190"/>
                  </a:cubicBezTo>
                  <a:cubicBezTo>
                    <a:pt x="123329" y="187859"/>
                    <a:pt x="141661" y="162195"/>
                    <a:pt x="157576" y="135030"/>
                  </a:cubicBezTo>
                  <a:cubicBezTo>
                    <a:pt x="168324" y="116699"/>
                    <a:pt x="178907" y="97534"/>
                    <a:pt x="187240" y="77619"/>
                  </a:cubicBezTo>
                  <a:cubicBezTo>
                    <a:pt x="196739" y="58537"/>
                    <a:pt x="204238" y="37872"/>
                    <a:pt x="199072" y="17458"/>
                  </a:cubicBezTo>
                  <a:cubicBezTo>
                    <a:pt x="197572" y="11458"/>
                    <a:pt x="193739" y="5959"/>
                    <a:pt x="188406" y="2876"/>
                  </a:cubicBezTo>
                  <a:cubicBezTo>
                    <a:pt x="187406" y="2042"/>
                    <a:pt x="186323" y="1209"/>
                    <a:pt x="185156" y="459"/>
                  </a:cubicBezTo>
                  <a:cubicBezTo>
                    <a:pt x="183990" y="-291"/>
                    <a:pt x="182824" y="-41"/>
                    <a:pt x="181990" y="626"/>
                  </a:cubicBezTo>
                  <a:cubicBezTo>
                    <a:pt x="180657" y="459"/>
                    <a:pt x="179241" y="376"/>
                    <a:pt x="177824" y="542"/>
                  </a:cubicBezTo>
                  <a:cubicBezTo>
                    <a:pt x="167992" y="1459"/>
                    <a:pt x="162075" y="12041"/>
                    <a:pt x="156076" y="18707"/>
                  </a:cubicBezTo>
                  <a:cubicBezTo>
                    <a:pt x="133078" y="44122"/>
                    <a:pt x="114997" y="72202"/>
                    <a:pt x="94915" y="99783"/>
                  </a:cubicBezTo>
                  <a:lnTo>
                    <a:pt x="94915" y="99783"/>
                  </a:lnTo>
                  <a:close/>
                  <a:moveTo>
                    <a:pt x="145161" y="45788"/>
                  </a:moveTo>
                  <a:cubicBezTo>
                    <a:pt x="149826" y="39872"/>
                    <a:pt x="154992" y="34373"/>
                    <a:pt x="159909" y="28623"/>
                  </a:cubicBezTo>
                  <a:cubicBezTo>
                    <a:pt x="163492" y="24540"/>
                    <a:pt x="167908" y="15957"/>
                    <a:pt x="172491" y="13292"/>
                  </a:cubicBezTo>
                  <a:cubicBezTo>
                    <a:pt x="181657" y="13041"/>
                    <a:pt x="187907" y="14958"/>
                    <a:pt x="191157" y="18958"/>
                  </a:cubicBezTo>
                  <a:cubicBezTo>
                    <a:pt x="196156" y="38539"/>
                    <a:pt x="182574" y="65453"/>
                    <a:pt x="175575" y="81118"/>
                  </a:cubicBezTo>
                  <a:cubicBezTo>
                    <a:pt x="163242" y="108783"/>
                    <a:pt x="147993" y="135447"/>
                    <a:pt x="131078" y="160445"/>
                  </a:cubicBezTo>
                  <a:cubicBezTo>
                    <a:pt x="114663" y="184859"/>
                    <a:pt x="96831" y="208607"/>
                    <a:pt x="77749" y="230939"/>
                  </a:cubicBezTo>
                  <a:cubicBezTo>
                    <a:pt x="68084" y="242271"/>
                    <a:pt x="57502" y="253603"/>
                    <a:pt x="44919" y="261686"/>
                  </a:cubicBezTo>
                  <a:cubicBezTo>
                    <a:pt x="38087" y="266102"/>
                    <a:pt x="29254" y="268102"/>
                    <a:pt x="21588" y="264019"/>
                  </a:cubicBezTo>
                  <a:cubicBezTo>
                    <a:pt x="10172" y="257936"/>
                    <a:pt x="11756" y="247604"/>
                    <a:pt x="15672" y="237271"/>
                  </a:cubicBezTo>
                  <a:cubicBezTo>
                    <a:pt x="26004" y="209690"/>
                    <a:pt x="47420" y="184109"/>
                    <a:pt x="64167" y="160194"/>
                  </a:cubicBezTo>
                  <a:cubicBezTo>
                    <a:pt x="82166" y="134280"/>
                    <a:pt x="101331" y="109283"/>
                    <a:pt x="118829" y="83118"/>
                  </a:cubicBezTo>
                  <a:cubicBezTo>
                    <a:pt x="127245" y="70453"/>
                    <a:pt x="135745" y="57704"/>
                    <a:pt x="145161" y="45788"/>
                  </a:cubicBezTo>
                  <a:lnTo>
                    <a:pt x="145161" y="45788"/>
                  </a:lnTo>
                  <a:close/>
                </a:path>
              </a:pathLst>
            </a:custGeom>
            <a:grpFill/>
            <a:ln w="8332" cap="flat">
              <a:noFill/>
              <a:prstDash val="solid"/>
              <a:miter/>
            </a:ln>
          </p:spPr>
          <p:txBody>
            <a:bodyPr rtlCol="0" anchor="ctr"/>
            <a:lstStyle/>
            <a:p>
              <a:endParaRPr lang="en-US"/>
            </a:p>
          </p:txBody>
        </p:sp>
        <p:sp>
          <p:nvSpPr>
            <p:cNvPr id="2626" name="Freeform: Shape 2625"/>
            <p:cNvSpPr/>
            <p:nvPr/>
          </p:nvSpPr>
          <p:spPr>
            <a:xfrm>
              <a:off x="11767660" y="6717142"/>
              <a:ext cx="663907" cy="628453"/>
            </a:xfrm>
            <a:custGeom>
              <a:avLst/>
              <a:gdLst>
                <a:gd name="connsiteX0" fmla="*/ 23215 w 663907"/>
                <a:gd name="connsiteY0" fmla="*/ 168331 h 628453"/>
                <a:gd name="connsiteX1" fmla="*/ 51 w 663907"/>
                <a:gd name="connsiteY1" fmla="*/ 191079 h 628453"/>
                <a:gd name="connsiteX2" fmla="*/ 20882 w 663907"/>
                <a:gd name="connsiteY2" fmla="*/ 206827 h 628453"/>
                <a:gd name="connsiteX3" fmla="*/ 70627 w 663907"/>
                <a:gd name="connsiteY3" fmla="*/ 219743 h 628453"/>
                <a:gd name="connsiteX4" fmla="*/ 121539 w 663907"/>
                <a:gd name="connsiteY4" fmla="*/ 233241 h 628453"/>
                <a:gd name="connsiteX5" fmla="*/ 165786 w 663907"/>
                <a:gd name="connsiteY5" fmla="*/ 255406 h 628453"/>
                <a:gd name="connsiteX6" fmla="*/ 173118 w 663907"/>
                <a:gd name="connsiteY6" fmla="*/ 278738 h 628453"/>
                <a:gd name="connsiteX7" fmla="*/ 149371 w 663907"/>
                <a:gd name="connsiteY7" fmla="*/ 324650 h 628453"/>
                <a:gd name="connsiteX8" fmla="*/ 203699 w 663907"/>
                <a:gd name="connsiteY8" fmla="*/ 350648 h 628453"/>
                <a:gd name="connsiteX9" fmla="*/ 316772 w 663907"/>
                <a:gd name="connsiteY9" fmla="*/ 487469 h 628453"/>
                <a:gd name="connsiteX10" fmla="*/ 319521 w 663907"/>
                <a:gd name="connsiteY10" fmla="*/ 489635 h 628453"/>
                <a:gd name="connsiteX11" fmla="*/ 296191 w 663907"/>
                <a:gd name="connsiteY11" fmla="*/ 502717 h 628453"/>
                <a:gd name="connsiteX12" fmla="*/ 299441 w 663907"/>
                <a:gd name="connsiteY12" fmla="*/ 520549 h 628453"/>
                <a:gd name="connsiteX13" fmla="*/ 303107 w 663907"/>
                <a:gd name="connsiteY13" fmla="*/ 541714 h 628453"/>
                <a:gd name="connsiteX14" fmla="*/ 338186 w 663907"/>
                <a:gd name="connsiteY14" fmla="*/ 551379 h 628453"/>
                <a:gd name="connsiteX15" fmla="*/ 344020 w 663907"/>
                <a:gd name="connsiteY15" fmla="*/ 575961 h 628453"/>
                <a:gd name="connsiteX16" fmla="*/ 363351 w 663907"/>
                <a:gd name="connsiteY16" fmla="*/ 580543 h 628453"/>
                <a:gd name="connsiteX17" fmla="*/ 392849 w 663907"/>
                <a:gd name="connsiteY17" fmla="*/ 570045 h 628453"/>
                <a:gd name="connsiteX18" fmla="*/ 409597 w 663907"/>
                <a:gd name="connsiteY18" fmla="*/ 562129 h 628453"/>
                <a:gd name="connsiteX19" fmla="*/ 416346 w 663907"/>
                <a:gd name="connsiteY19" fmla="*/ 558046 h 628453"/>
                <a:gd name="connsiteX20" fmla="*/ 488256 w 663907"/>
                <a:gd name="connsiteY20" fmla="*/ 595876 h 628453"/>
                <a:gd name="connsiteX21" fmla="*/ 577748 w 663907"/>
                <a:gd name="connsiteY21" fmla="*/ 625123 h 628453"/>
                <a:gd name="connsiteX22" fmla="*/ 618578 w 663907"/>
                <a:gd name="connsiteY22" fmla="*/ 628289 h 628453"/>
                <a:gd name="connsiteX23" fmla="*/ 654158 w 663907"/>
                <a:gd name="connsiteY23" fmla="*/ 626123 h 628453"/>
                <a:gd name="connsiteX24" fmla="*/ 663908 w 663907"/>
                <a:gd name="connsiteY24" fmla="*/ 612124 h 628453"/>
                <a:gd name="connsiteX25" fmla="*/ 662407 w 663907"/>
                <a:gd name="connsiteY25" fmla="*/ 572128 h 628453"/>
                <a:gd name="connsiteX26" fmla="*/ 653492 w 663907"/>
                <a:gd name="connsiteY26" fmla="*/ 475053 h 628453"/>
                <a:gd name="connsiteX27" fmla="*/ 623161 w 663907"/>
                <a:gd name="connsiteY27" fmla="*/ 386478 h 628453"/>
                <a:gd name="connsiteX28" fmla="*/ 615162 w 663907"/>
                <a:gd name="connsiteY28" fmla="*/ 354398 h 628453"/>
                <a:gd name="connsiteX29" fmla="*/ 589831 w 663907"/>
                <a:gd name="connsiteY29" fmla="*/ 284237 h 628453"/>
                <a:gd name="connsiteX30" fmla="*/ 563333 w 663907"/>
                <a:gd name="connsiteY30" fmla="*/ 225076 h 628453"/>
                <a:gd name="connsiteX31" fmla="*/ 548584 w 663907"/>
                <a:gd name="connsiteY31" fmla="*/ 206077 h 628453"/>
                <a:gd name="connsiteX32" fmla="*/ 534753 w 663907"/>
                <a:gd name="connsiteY32" fmla="*/ 209827 h 628453"/>
                <a:gd name="connsiteX33" fmla="*/ 507338 w 663907"/>
                <a:gd name="connsiteY33" fmla="*/ 188662 h 628453"/>
                <a:gd name="connsiteX34" fmla="*/ 485507 w 663907"/>
                <a:gd name="connsiteY34" fmla="*/ 170247 h 628453"/>
                <a:gd name="connsiteX35" fmla="*/ 463259 w 663907"/>
                <a:gd name="connsiteY35" fmla="*/ 164998 h 628453"/>
                <a:gd name="connsiteX36" fmla="*/ 429512 w 663907"/>
                <a:gd name="connsiteY36" fmla="*/ 155415 h 628453"/>
                <a:gd name="connsiteX37" fmla="*/ 392099 w 663907"/>
                <a:gd name="connsiteY37" fmla="*/ 141833 h 628453"/>
                <a:gd name="connsiteX38" fmla="*/ 359101 w 663907"/>
                <a:gd name="connsiteY38" fmla="*/ 141250 h 628453"/>
                <a:gd name="connsiteX39" fmla="*/ 339020 w 663907"/>
                <a:gd name="connsiteY39" fmla="*/ 137500 h 628453"/>
                <a:gd name="connsiteX40" fmla="*/ 312856 w 663907"/>
                <a:gd name="connsiteY40" fmla="*/ 146583 h 628453"/>
                <a:gd name="connsiteX41" fmla="*/ 294275 w 663907"/>
                <a:gd name="connsiteY41" fmla="*/ 146999 h 628453"/>
                <a:gd name="connsiteX42" fmla="*/ 285358 w 663907"/>
                <a:gd name="connsiteY42" fmla="*/ 157665 h 628453"/>
                <a:gd name="connsiteX43" fmla="*/ 256944 w 663907"/>
                <a:gd name="connsiteY43" fmla="*/ 155582 h 628453"/>
                <a:gd name="connsiteX44" fmla="*/ 231946 w 663907"/>
                <a:gd name="connsiteY44" fmla="*/ 153416 h 628453"/>
                <a:gd name="connsiteX45" fmla="*/ 171618 w 663907"/>
                <a:gd name="connsiteY45" fmla="*/ 81839 h 628453"/>
                <a:gd name="connsiteX46" fmla="*/ 155869 w 663907"/>
                <a:gd name="connsiteY46" fmla="*/ 41426 h 628453"/>
                <a:gd name="connsiteX47" fmla="*/ 148121 w 663907"/>
                <a:gd name="connsiteY47" fmla="*/ 4095 h 628453"/>
                <a:gd name="connsiteX48" fmla="*/ 141621 w 663907"/>
                <a:gd name="connsiteY48" fmla="*/ 13 h 628453"/>
                <a:gd name="connsiteX49" fmla="*/ 116957 w 663907"/>
                <a:gd name="connsiteY49" fmla="*/ 69423 h 628453"/>
                <a:gd name="connsiteX50" fmla="*/ 111207 w 663907"/>
                <a:gd name="connsiteY50" fmla="*/ 125168 h 628453"/>
                <a:gd name="connsiteX51" fmla="*/ 65294 w 663907"/>
                <a:gd name="connsiteY51" fmla="*/ 151499 h 628453"/>
                <a:gd name="connsiteX52" fmla="*/ 23215 w 663907"/>
                <a:gd name="connsiteY52" fmla="*/ 168331 h 628453"/>
                <a:gd name="connsiteX53" fmla="*/ 23215 w 663907"/>
                <a:gd name="connsiteY53" fmla="*/ 168331 h 628453"/>
                <a:gd name="connsiteX54" fmla="*/ 364768 w 663907"/>
                <a:gd name="connsiteY54" fmla="*/ 171747 h 628453"/>
                <a:gd name="connsiteX55" fmla="*/ 329021 w 663907"/>
                <a:gd name="connsiteY55" fmla="*/ 164248 h 628453"/>
                <a:gd name="connsiteX56" fmla="*/ 299107 w 663907"/>
                <a:gd name="connsiteY56" fmla="*/ 159248 h 628453"/>
                <a:gd name="connsiteX57" fmla="*/ 299690 w 663907"/>
                <a:gd name="connsiteY57" fmla="*/ 158248 h 628453"/>
                <a:gd name="connsiteX58" fmla="*/ 308940 w 663907"/>
                <a:gd name="connsiteY58" fmla="*/ 160498 h 628453"/>
                <a:gd name="connsiteX59" fmla="*/ 333104 w 663907"/>
                <a:gd name="connsiteY59" fmla="*/ 153832 h 628453"/>
                <a:gd name="connsiteX60" fmla="*/ 346353 w 663907"/>
                <a:gd name="connsiteY60" fmla="*/ 151666 h 628453"/>
                <a:gd name="connsiteX61" fmla="*/ 364768 w 663907"/>
                <a:gd name="connsiteY61" fmla="*/ 171747 h 628453"/>
                <a:gd name="connsiteX62" fmla="*/ 364768 w 663907"/>
                <a:gd name="connsiteY62" fmla="*/ 171747 h 628453"/>
                <a:gd name="connsiteX63" fmla="*/ 386182 w 663907"/>
                <a:gd name="connsiteY63" fmla="*/ 158248 h 628453"/>
                <a:gd name="connsiteX64" fmla="*/ 410180 w 663907"/>
                <a:gd name="connsiteY64" fmla="*/ 185996 h 628453"/>
                <a:gd name="connsiteX65" fmla="*/ 371434 w 663907"/>
                <a:gd name="connsiteY65" fmla="*/ 173414 h 628453"/>
                <a:gd name="connsiteX66" fmla="*/ 359518 w 663907"/>
                <a:gd name="connsiteY66" fmla="*/ 154916 h 628453"/>
                <a:gd name="connsiteX67" fmla="*/ 386182 w 663907"/>
                <a:gd name="connsiteY67" fmla="*/ 158248 h 628453"/>
                <a:gd name="connsiteX68" fmla="*/ 386182 w 663907"/>
                <a:gd name="connsiteY68" fmla="*/ 158248 h 628453"/>
                <a:gd name="connsiteX69" fmla="*/ 428762 w 663907"/>
                <a:gd name="connsiteY69" fmla="*/ 168247 h 628453"/>
                <a:gd name="connsiteX70" fmla="*/ 469175 w 663907"/>
                <a:gd name="connsiteY70" fmla="*/ 218910 h 628453"/>
                <a:gd name="connsiteX71" fmla="*/ 420846 w 663907"/>
                <a:gd name="connsiteY71" fmla="*/ 190662 h 628453"/>
                <a:gd name="connsiteX72" fmla="*/ 416346 w 663907"/>
                <a:gd name="connsiteY72" fmla="*/ 188662 h 628453"/>
                <a:gd name="connsiteX73" fmla="*/ 399515 w 663907"/>
                <a:gd name="connsiteY73" fmla="*/ 162165 h 628453"/>
                <a:gd name="connsiteX74" fmla="*/ 393099 w 663907"/>
                <a:gd name="connsiteY74" fmla="*/ 154498 h 628453"/>
                <a:gd name="connsiteX75" fmla="*/ 397182 w 663907"/>
                <a:gd name="connsiteY75" fmla="*/ 152249 h 628453"/>
                <a:gd name="connsiteX76" fmla="*/ 422346 w 663907"/>
                <a:gd name="connsiteY76" fmla="*/ 163748 h 628453"/>
                <a:gd name="connsiteX77" fmla="*/ 428762 w 663907"/>
                <a:gd name="connsiteY77" fmla="*/ 168247 h 628453"/>
                <a:gd name="connsiteX78" fmla="*/ 428762 w 663907"/>
                <a:gd name="connsiteY78" fmla="*/ 168247 h 628453"/>
                <a:gd name="connsiteX79" fmla="*/ 502755 w 663907"/>
                <a:gd name="connsiteY79" fmla="*/ 230325 h 628453"/>
                <a:gd name="connsiteX80" fmla="*/ 519254 w 663907"/>
                <a:gd name="connsiteY80" fmla="*/ 258739 h 628453"/>
                <a:gd name="connsiteX81" fmla="*/ 476924 w 663907"/>
                <a:gd name="connsiteY81" fmla="*/ 224326 h 628453"/>
                <a:gd name="connsiteX82" fmla="*/ 447677 w 663907"/>
                <a:gd name="connsiteY82" fmla="*/ 176413 h 628453"/>
                <a:gd name="connsiteX83" fmla="*/ 467508 w 663907"/>
                <a:gd name="connsiteY83" fmla="*/ 179163 h 628453"/>
                <a:gd name="connsiteX84" fmla="*/ 467925 w 663907"/>
                <a:gd name="connsiteY84" fmla="*/ 180746 h 628453"/>
                <a:gd name="connsiteX85" fmla="*/ 502755 w 663907"/>
                <a:gd name="connsiteY85" fmla="*/ 230325 h 628453"/>
                <a:gd name="connsiteX86" fmla="*/ 502755 w 663907"/>
                <a:gd name="connsiteY86" fmla="*/ 230325 h 628453"/>
                <a:gd name="connsiteX87" fmla="*/ 552334 w 663907"/>
                <a:gd name="connsiteY87" fmla="*/ 273488 h 628453"/>
                <a:gd name="connsiteX88" fmla="*/ 573665 w 663907"/>
                <a:gd name="connsiteY88" fmla="*/ 314651 h 628453"/>
                <a:gd name="connsiteX89" fmla="*/ 571749 w 663907"/>
                <a:gd name="connsiteY89" fmla="*/ 312318 h 628453"/>
                <a:gd name="connsiteX90" fmla="*/ 528086 w 663907"/>
                <a:gd name="connsiteY90" fmla="*/ 266822 h 628453"/>
                <a:gd name="connsiteX91" fmla="*/ 506505 w 663907"/>
                <a:gd name="connsiteY91" fmla="*/ 224243 h 628453"/>
                <a:gd name="connsiteX92" fmla="*/ 485423 w 663907"/>
                <a:gd name="connsiteY92" fmla="*/ 189162 h 628453"/>
                <a:gd name="connsiteX93" fmla="*/ 505589 w 663907"/>
                <a:gd name="connsiteY93" fmla="*/ 209244 h 628453"/>
                <a:gd name="connsiteX94" fmla="*/ 521670 w 663907"/>
                <a:gd name="connsiteY94" fmla="*/ 224076 h 628453"/>
                <a:gd name="connsiteX95" fmla="*/ 552334 w 663907"/>
                <a:gd name="connsiteY95" fmla="*/ 273488 h 628453"/>
                <a:gd name="connsiteX96" fmla="*/ 552334 w 663907"/>
                <a:gd name="connsiteY96" fmla="*/ 273488 h 628453"/>
                <a:gd name="connsiteX97" fmla="*/ 607162 w 663907"/>
                <a:gd name="connsiteY97" fmla="*/ 358980 h 628453"/>
                <a:gd name="connsiteX98" fmla="*/ 581665 w 663907"/>
                <a:gd name="connsiteY98" fmla="*/ 324150 h 628453"/>
                <a:gd name="connsiteX99" fmla="*/ 554501 w 663907"/>
                <a:gd name="connsiteY99" fmla="*/ 262572 h 628453"/>
                <a:gd name="connsiteX100" fmla="*/ 535419 w 663907"/>
                <a:gd name="connsiteY100" fmla="*/ 231325 h 628453"/>
                <a:gd name="connsiteX101" fmla="*/ 532586 w 663907"/>
                <a:gd name="connsiteY101" fmla="*/ 226742 h 628453"/>
                <a:gd name="connsiteX102" fmla="*/ 534669 w 663907"/>
                <a:gd name="connsiteY102" fmla="*/ 226492 h 628453"/>
                <a:gd name="connsiteX103" fmla="*/ 544585 w 663907"/>
                <a:gd name="connsiteY103" fmla="*/ 220409 h 628453"/>
                <a:gd name="connsiteX104" fmla="*/ 552001 w 663907"/>
                <a:gd name="connsiteY104" fmla="*/ 232658 h 628453"/>
                <a:gd name="connsiteX105" fmla="*/ 563333 w 663907"/>
                <a:gd name="connsiteY105" fmla="*/ 254989 h 628453"/>
                <a:gd name="connsiteX106" fmla="*/ 579582 w 663907"/>
                <a:gd name="connsiteY106" fmla="*/ 290653 h 628453"/>
                <a:gd name="connsiteX107" fmla="*/ 606580 w 663907"/>
                <a:gd name="connsiteY107" fmla="*/ 357230 h 628453"/>
                <a:gd name="connsiteX108" fmla="*/ 607162 w 663907"/>
                <a:gd name="connsiteY108" fmla="*/ 358980 h 628453"/>
                <a:gd name="connsiteX109" fmla="*/ 607162 w 663907"/>
                <a:gd name="connsiteY109" fmla="*/ 358980 h 628453"/>
                <a:gd name="connsiteX110" fmla="*/ 348353 w 663907"/>
                <a:gd name="connsiteY110" fmla="*/ 550879 h 628453"/>
                <a:gd name="connsiteX111" fmla="*/ 352436 w 663907"/>
                <a:gd name="connsiteY111" fmla="*/ 550713 h 628453"/>
                <a:gd name="connsiteX112" fmla="*/ 387599 w 663907"/>
                <a:gd name="connsiteY112" fmla="*/ 550796 h 628453"/>
                <a:gd name="connsiteX113" fmla="*/ 402264 w 663907"/>
                <a:gd name="connsiteY113" fmla="*/ 549130 h 628453"/>
                <a:gd name="connsiteX114" fmla="*/ 409180 w 663907"/>
                <a:gd name="connsiteY114" fmla="*/ 553463 h 628453"/>
                <a:gd name="connsiteX115" fmla="*/ 385599 w 663907"/>
                <a:gd name="connsiteY115" fmla="*/ 562295 h 628453"/>
                <a:gd name="connsiteX116" fmla="*/ 358101 w 663907"/>
                <a:gd name="connsiteY116" fmla="*/ 569628 h 628453"/>
                <a:gd name="connsiteX117" fmla="*/ 348353 w 663907"/>
                <a:gd name="connsiteY117" fmla="*/ 550879 h 628453"/>
                <a:gd name="connsiteX118" fmla="*/ 348353 w 663907"/>
                <a:gd name="connsiteY118" fmla="*/ 550879 h 628453"/>
                <a:gd name="connsiteX119" fmla="*/ 314188 w 663907"/>
                <a:gd name="connsiteY119" fmla="*/ 503384 h 628453"/>
                <a:gd name="connsiteX120" fmla="*/ 330854 w 663907"/>
                <a:gd name="connsiteY120" fmla="*/ 499468 h 628453"/>
                <a:gd name="connsiteX121" fmla="*/ 332020 w 663907"/>
                <a:gd name="connsiteY121" fmla="*/ 499301 h 628453"/>
                <a:gd name="connsiteX122" fmla="*/ 393598 w 663907"/>
                <a:gd name="connsiteY122" fmla="*/ 543547 h 628453"/>
                <a:gd name="connsiteX123" fmla="*/ 332688 w 663907"/>
                <a:gd name="connsiteY123" fmla="*/ 540881 h 628453"/>
                <a:gd name="connsiteX124" fmla="*/ 311189 w 663907"/>
                <a:gd name="connsiteY124" fmla="*/ 529132 h 628453"/>
                <a:gd name="connsiteX125" fmla="*/ 309022 w 663907"/>
                <a:gd name="connsiteY125" fmla="*/ 516799 h 628453"/>
                <a:gd name="connsiteX126" fmla="*/ 314188 w 663907"/>
                <a:gd name="connsiteY126" fmla="*/ 503384 h 628453"/>
                <a:gd name="connsiteX127" fmla="*/ 314188 w 663907"/>
                <a:gd name="connsiteY127" fmla="*/ 503384 h 628453"/>
                <a:gd name="connsiteX128" fmla="*/ 164953 w 663907"/>
                <a:gd name="connsiteY128" fmla="*/ 303069 h 628453"/>
                <a:gd name="connsiteX129" fmla="*/ 176618 w 663907"/>
                <a:gd name="connsiteY129" fmla="*/ 291903 h 628453"/>
                <a:gd name="connsiteX130" fmla="*/ 179785 w 663907"/>
                <a:gd name="connsiteY130" fmla="*/ 301402 h 628453"/>
                <a:gd name="connsiteX131" fmla="*/ 199116 w 663907"/>
                <a:gd name="connsiteY131" fmla="*/ 342232 h 628453"/>
                <a:gd name="connsiteX132" fmla="*/ 193700 w 663907"/>
                <a:gd name="connsiteY132" fmla="*/ 341232 h 628453"/>
                <a:gd name="connsiteX133" fmla="*/ 167036 w 663907"/>
                <a:gd name="connsiteY133" fmla="*/ 330649 h 628453"/>
                <a:gd name="connsiteX134" fmla="*/ 164953 w 663907"/>
                <a:gd name="connsiteY134" fmla="*/ 303069 h 628453"/>
                <a:gd name="connsiteX135" fmla="*/ 164953 w 663907"/>
                <a:gd name="connsiteY135" fmla="*/ 303069 h 628453"/>
                <a:gd name="connsiteX136" fmla="*/ 19715 w 663907"/>
                <a:gd name="connsiteY136" fmla="*/ 190662 h 628453"/>
                <a:gd name="connsiteX137" fmla="*/ 31631 w 663907"/>
                <a:gd name="connsiteY137" fmla="*/ 180330 h 628453"/>
                <a:gd name="connsiteX138" fmla="*/ 44047 w 663907"/>
                <a:gd name="connsiteY138" fmla="*/ 173664 h 628453"/>
                <a:gd name="connsiteX139" fmla="*/ 70544 w 663907"/>
                <a:gd name="connsiteY139" fmla="*/ 184329 h 628453"/>
                <a:gd name="connsiteX140" fmla="*/ 113874 w 663907"/>
                <a:gd name="connsiteY140" fmla="*/ 200911 h 628453"/>
                <a:gd name="connsiteX141" fmla="*/ 116540 w 663907"/>
                <a:gd name="connsiteY141" fmla="*/ 196578 h 628453"/>
                <a:gd name="connsiteX142" fmla="*/ 76544 w 663907"/>
                <a:gd name="connsiteY142" fmla="*/ 176663 h 628453"/>
                <a:gd name="connsiteX143" fmla="*/ 59212 w 663907"/>
                <a:gd name="connsiteY143" fmla="*/ 167831 h 628453"/>
                <a:gd name="connsiteX144" fmla="*/ 72044 w 663907"/>
                <a:gd name="connsiteY144" fmla="*/ 163748 h 628453"/>
                <a:gd name="connsiteX145" fmla="*/ 82877 w 663907"/>
                <a:gd name="connsiteY145" fmla="*/ 160998 h 628453"/>
                <a:gd name="connsiteX146" fmla="*/ 85459 w 663907"/>
                <a:gd name="connsiteY146" fmla="*/ 162081 h 628453"/>
                <a:gd name="connsiteX147" fmla="*/ 93792 w 663907"/>
                <a:gd name="connsiteY147" fmla="*/ 167081 h 628453"/>
                <a:gd name="connsiteX148" fmla="*/ 107791 w 663907"/>
                <a:gd name="connsiteY148" fmla="*/ 175580 h 628453"/>
                <a:gd name="connsiteX149" fmla="*/ 134956 w 663907"/>
                <a:gd name="connsiteY149" fmla="*/ 190079 h 628453"/>
                <a:gd name="connsiteX150" fmla="*/ 138288 w 663907"/>
                <a:gd name="connsiteY150" fmla="*/ 188329 h 628453"/>
                <a:gd name="connsiteX151" fmla="*/ 115874 w 663907"/>
                <a:gd name="connsiteY151" fmla="*/ 171581 h 628453"/>
                <a:gd name="connsiteX152" fmla="*/ 95376 w 663907"/>
                <a:gd name="connsiteY152" fmla="*/ 158248 h 628453"/>
                <a:gd name="connsiteX153" fmla="*/ 108458 w 663907"/>
                <a:gd name="connsiteY153" fmla="*/ 154082 h 628453"/>
                <a:gd name="connsiteX154" fmla="*/ 114457 w 663907"/>
                <a:gd name="connsiteY154" fmla="*/ 150582 h 628453"/>
                <a:gd name="connsiteX155" fmla="*/ 122956 w 663907"/>
                <a:gd name="connsiteY155" fmla="*/ 155665 h 628453"/>
                <a:gd name="connsiteX156" fmla="*/ 150037 w 663907"/>
                <a:gd name="connsiteY156" fmla="*/ 179496 h 628453"/>
                <a:gd name="connsiteX157" fmla="*/ 152370 w 663907"/>
                <a:gd name="connsiteY157" fmla="*/ 177830 h 628453"/>
                <a:gd name="connsiteX158" fmla="*/ 129122 w 663907"/>
                <a:gd name="connsiteY158" fmla="*/ 150166 h 628453"/>
                <a:gd name="connsiteX159" fmla="*/ 120374 w 663907"/>
                <a:gd name="connsiteY159" fmla="*/ 143166 h 628453"/>
                <a:gd name="connsiteX160" fmla="*/ 123123 w 663907"/>
                <a:gd name="connsiteY160" fmla="*/ 134667 h 628453"/>
                <a:gd name="connsiteX161" fmla="*/ 125956 w 663907"/>
                <a:gd name="connsiteY161" fmla="*/ 115585 h 628453"/>
                <a:gd name="connsiteX162" fmla="*/ 134872 w 663907"/>
                <a:gd name="connsiteY162" fmla="*/ 128335 h 628453"/>
                <a:gd name="connsiteX163" fmla="*/ 152370 w 663907"/>
                <a:gd name="connsiteY163" fmla="*/ 158665 h 628453"/>
                <a:gd name="connsiteX164" fmla="*/ 156870 w 663907"/>
                <a:gd name="connsiteY164" fmla="*/ 156999 h 628453"/>
                <a:gd name="connsiteX165" fmla="*/ 141704 w 663907"/>
                <a:gd name="connsiteY165" fmla="*/ 126001 h 628453"/>
                <a:gd name="connsiteX166" fmla="*/ 131038 w 663907"/>
                <a:gd name="connsiteY166" fmla="*/ 108336 h 628453"/>
                <a:gd name="connsiteX167" fmla="*/ 127039 w 663907"/>
                <a:gd name="connsiteY167" fmla="*/ 104586 h 628453"/>
                <a:gd name="connsiteX168" fmla="*/ 128373 w 663907"/>
                <a:gd name="connsiteY168" fmla="*/ 89171 h 628453"/>
                <a:gd name="connsiteX169" fmla="*/ 130456 w 663907"/>
                <a:gd name="connsiteY169" fmla="*/ 70423 h 628453"/>
                <a:gd name="connsiteX170" fmla="*/ 132872 w 663907"/>
                <a:gd name="connsiteY170" fmla="*/ 73673 h 628453"/>
                <a:gd name="connsiteX171" fmla="*/ 142871 w 663907"/>
                <a:gd name="connsiteY171" fmla="*/ 96004 h 628453"/>
                <a:gd name="connsiteX172" fmla="*/ 163036 w 663907"/>
                <a:gd name="connsiteY172" fmla="*/ 132167 h 628453"/>
                <a:gd name="connsiteX173" fmla="*/ 164536 w 663907"/>
                <a:gd name="connsiteY173" fmla="*/ 131418 h 628453"/>
                <a:gd name="connsiteX174" fmla="*/ 133789 w 663907"/>
                <a:gd name="connsiteY174" fmla="*/ 62007 h 628453"/>
                <a:gd name="connsiteX175" fmla="*/ 131955 w 663907"/>
                <a:gd name="connsiteY175" fmla="*/ 60840 h 628453"/>
                <a:gd name="connsiteX176" fmla="*/ 133622 w 663907"/>
                <a:gd name="connsiteY176" fmla="*/ 50758 h 628453"/>
                <a:gd name="connsiteX177" fmla="*/ 139122 w 663907"/>
                <a:gd name="connsiteY177" fmla="*/ 21261 h 628453"/>
                <a:gd name="connsiteX178" fmla="*/ 145871 w 663907"/>
                <a:gd name="connsiteY178" fmla="*/ 50341 h 628453"/>
                <a:gd name="connsiteX179" fmla="*/ 163536 w 663907"/>
                <a:gd name="connsiteY179" fmla="*/ 95088 h 628453"/>
                <a:gd name="connsiteX180" fmla="*/ 208365 w 663907"/>
                <a:gd name="connsiteY180" fmla="*/ 161331 h 628453"/>
                <a:gd name="connsiteX181" fmla="*/ 252528 w 663907"/>
                <a:gd name="connsiteY181" fmla="*/ 167164 h 628453"/>
                <a:gd name="connsiteX182" fmla="*/ 300357 w 663907"/>
                <a:gd name="connsiteY182" fmla="*/ 171081 h 628453"/>
                <a:gd name="connsiteX183" fmla="*/ 309940 w 663907"/>
                <a:gd name="connsiteY183" fmla="*/ 172497 h 628453"/>
                <a:gd name="connsiteX184" fmla="*/ 330271 w 663907"/>
                <a:gd name="connsiteY184" fmla="*/ 176663 h 628453"/>
                <a:gd name="connsiteX185" fmla="*/ 373184 w 663907"/>
                <a:gd name="connsiteY185" fmla="*/ 190162 h 628453"/>
                <a:gd name="connsiteX186" fmla="*/ 400848 w 663907"/>
                <a:gd name="connsiteY186" fmla="*/ 197745 h 628453"/>
                <a:gd name="connsiteX187" fmla="*/ 428512 w 663907"/>
                <a:gd name="connsiteY187" fmla="*/ 210161 h 628453"/>
                <a:gd name="connsiteX188" fmla="*/ 512755 w 663907"/>
                <a:gd name="connsiteY188" fmla="*/ 273571 h 628453"/>
                <a:gd name="connsiteX189" fmla="*/ 586915 w 663907"/>
                <a:gd name="connsiteY189" fmla="*/ 354480 h 628453"/>
                <a:gd name="connsiteX190" fmla="*/ 644160 w 663907"/>
                <a:gd name="connsiteY190" fmla="*/ 518799 h 628453"/>
                <a:gd name="connsiteX191" fmla="*/ 648575 w 663907"/>
                <a:gd name="connsiteY191" fmla="*/ 606458 h 628453"/>
                <a:gd name="connsiteX192" fmla="*/ 648658 w 663907"/>
                <a:gd name="connsiteY192" fmla="*/ 607875 h 628453"/>
                <a:gd name="connsiteX193" fmla="*/ 631661 w 663907"/>
                <a:gd name="connsiteY193" fmla="*/ 599625 h 628453"/>
                <a:gd name="connsiteX194" fmla="*/ 592248 w 663907"/>
                <a:gd name="connsiteY194" fmla="*/ 584543 h 628453"/>
                <a:gd name="connsiteX195" fmla="*/ 517255 w 663907"/>
                <a:gd name="connsiteY195" fmla="*/ 543630 h 628453"/>
                <a:gd name="connsiteX196" fmla="*/ 511421 w 663907"/>
                <a:gd name="connsiteY196" fmla="*/ 550713 h 628453"/>
                <a:gd name="connsiteX197" fmla="*/ 541668 w 663907"/>
                <a:gd name="connsiteY197" fmla="*/ 572378 h 628453"/>
                <a:gd name="connsiteX198" fmla="*/ 582498 w 663907"/>
                <a:gd name="connsiteY198" fmla="*/ 592459 h 628453"/>
                <a:gd name="connsiteX199" fmla="*/ 640326 w 663907"/>
                <a:gd name="connsiteY199" fmla="*/ 611708 h 628453"/>
                <a:gd name="connsiteX200" fmla="*/ 630577 w 663907"/>
                <a:gd name="connsiteY200" fmla="*/ 612541 h 628453"/>
                <a:gd name="connsiteX201" fmla="*/ 591831 w 663907"/>
                <a:gd name="connsiteY201" fmla="*/ 611541 h 628453"/>
                <a:gd name="connsiteX202" fmla="*/ 454009 w 663907"/>
                <a:gd name="connsiteY202" fmla="*/ 562462 h 628453"/>
                <a:gd name="connsiteX203" fmla="*/ 456843 w 663907"/>
                <a:gd name="connsiteY203" fmla="*/ 545297 h 628453"/>
                <a:gd name="connsiteX204" fmla="*/ 464675 w 663907"/>
                <a:gd name="connsiteY204" fmla="*/ 516633 h 628453"/>
                <a:gd name="connsiteX205" fmla="*/ 490923 w 663907"/>
                <a:gd name="connsiteY205" fmla="*/ 466970 h 628453"/>
                <a:gd name="connsiteX206" fmla="*/ 534920 w 663907"/>
                <a:gd name="connsiteY206" fmla="*/ 431391 h 628453"/>
                <a:gd name="connsiteX207" fmla="*/ 577582 w 663907"/>
                <a:gd name="connsiteY207" fmla="*/ 424641 h 628453"/>
                <a:gd name="connsiteX208" fmla="*/ 577666 w 663907"/>
                <a:gd name="connsiteY208" fmla="*/ 422308 h 628453"/>
                <a:gd name="connsiteX209" fmla="*/ 532086 w 663907"/>
                <a:gd name="connsiteY209" fmla="*/ 423808 h 628453"/>
                <a:gd name="connsiteX210" fmla="*/ 486423 w 663907"/>
                <a:gd name="connsiteY210" fmla="*/ 454805 h 628453"/>
                <a:gd name="connsiteX211" fmla="*/ 484257 w 663907"/>
                <a:gd name="connsiteY211" fmla="*/ 456972 h 628453"/>
                <a:gd name="connsiteX212" fmla="*/ 442011 w 663907"/>
                <a:gd name="connsiteY212" fmla="*/ 361563 h 628453"/>
                <a:gd name="connsiteX213" fmla="*/ 415180 w 663907"/>
                <a:gd name="connsiteY213" fmla="*/ 311068 h 628453"/>
                <a:gd name="connsiteX214" fmla="*/ 387349 w 663907"/>
                <a:gd name="connsiteY214" fmla="*/ 271488 h 628453"/>
                <a:gd name="connsiteX215" fmla="*/ 378600 w 663907"/>
                <a:gd name="connsiteY215" fmla="*/ 276154 h 628453"/>
                <a:gd name="connsiteX216" fmla="*/ 378849 w 663907"/>
                <a:gd name="connsiteY216" fmla="*/ 300236 h 628453"/>
                <a:gd name="connsiteX217" fmla="*/ 367185 w 663907"/>
                <a:gd name="connsiteY217" fmla="*/ 316067 h 628453"/>
                <a:gd name="connsiteX218" fmla="*/ 359852 w 663907"/>
                <a:gd name="connsiteY218" fmla="*/ 316484 h 628453"/>
                <a:gd name="connsiteX219" fmla="*/ 352852 w 663907"/>
                <a:gd name="connsiteY219" fmla="*/ 321900 h 628453"/>
                <a:gd name="connsiteX220" fmla="*/ 344519 w 663907"/>
                <a:gd name="connsiteY220" fmla="*/ 345231 h 628453"/>
                <a:gd name="connsiteX221" fmla="*/ 327021 w 663907"/>
                <a:gd name="connsiteY221" fmla="*/ 371312 h 628453"/>
                <a:gd name="connsiteX222" fmla="*/ 320772 w 663907"/>
                <a:gd name="connsiteY222" fmla="*/ 402310 h 628453"/>
                <a:gd name="connsiteX223" fmla="*/ 313439 w 663907"/>
                <a:gd name="connsiteY223" fmla="*/ 414725 h 628453"/>
                <a:gd name="connsiteX224" fmla="*/ 326105 w 663907"/>
                <a:gd name="connsiteY224" fmla="*/ 437890 h 628453"/>
                <a:gd name="connsiteX225" fmla="*/ 371934 w 663907"/>
                <a:gd name="connsiteY225" fmla="*/ 469553 h 628453"/>
                <a:gd name="connsiteX226" fmla="*/ 419929 w 663907"/>
                <a:gd name="connsiteY226" fmla="*/ 494885 h 628453"/>
                <a:gd name="connsiteX227" fmla="*/ 444760 w 663907"/>
                <a:gd name="connsiteY227" fmla="*/ 503301 h 628453"/>
                <a:gd name="connsiteX228" fmla="*/ 453427 w 663907"/>
                <a:gd name="connsiteY228" fmla="*/ 506717 h 628453"/>
                <a:gd name="connsiteX229" fmla="*/ 441011 w 663907"/>
                <a:gd name="connsiteY229" fmla="*/ 555213 h 628453"/>
                <a:gd name="connsiteX230" fmla="*/ 423929 w 663907"/>
                <a:gd name="connsiteY230" fmla="*/ 544964 h 628453"/>
                <a:gd name="connsiteX231" fmla="*/ 279776 w 663907"/>
                <a:gd name="connsiteY231" fmla="*/ 431307 h 628453"/>
                <a:gd name="connsiteX232" fmla="*/ 188534 w 663907"/>
                <a:gd name="connsiteY232" fmla="*/ 280737 h 628453"/>
                <a:gd name="connsiteX233" fmla="*/ 175619 w 663907"/>
                <a:gd name="connsiteY233" fmla="*/ 239491 h 628453"/>
                <a:gd name="connsiteX234" fmla="*/ 153370 w 663907"/>
                <a:gd name="connsiteY234" fmla="*/ 226659 h 628453"/>
                <a:gd name="connsiteX235" fmla="*/ 72627 w 663907"/>
                <a:gd name="connsiteY235" fmla="*/ 205077 h 628453"/>
                <a:gd name="connsiteX236" fmla="*/ 25632 w 663907"/>
                <a:gd name="connsiteY236" fmla="*/ 193078 h 628453"/>
                <a:gd name="connsiteX237" fmla="*/ 19715 w 663907"/>
                <a:gd name="connsiteY237" fmla="*/ 190662 h 628453"/>
                <a:gd name="connsiteX238" fmla="*/ 19715 w 663907"/>
                <a:gd name="connsiteY238" fmla="*/ 190662 h 628453"/>
                <a:gd name="connsiteX239" fmla="*/ 402598 w 663907"/>
                <a:gd name="connsiteY239" fmla="*/ 454555 h 628453"/>
                <a:gd name="connsiteX240" fmla="*/ 429429 w 663907"/>
                <a:gd name="connsiteY240" fmla="*/ 479053 h 628453"/>
                <a:gd name="connsiteX241" fmla="*/ 460092 w 663907"/>
                <a:gd name="connsiteY241" fmla="*/ 493468 h 628453"/>
                <a:gd name="connsiteX242" fmla="*/ 458009 w 663907"/>
                <a:gd name="connsiteY242" fmla="*/ 497718 h 628453"/>
                <a:gd name="connsiteX243" fmla="*/ 443761 w 663907"/>
                <a:gd name="connsiteY243" fmla="*/ 491718 h 628453"/>
                <a:gd name="connsiteX244" fmla="*/ 419763 w 663907"/>
                <a:gd name="connsiteY244" fmla="*/ 482719 h 628453"/>
                <a:gd name="connsiteX245" fmla="*/ 374267 w 663907"/>
                <a:gd name="connsiteY245" fmla="*/ 458388 h 628453"/>
                <a:gd name="connsiteX246" fmla="*/ 330604 w 663907"/>
                <a:gd name="connsiteY246" fmla="*/ 425807 h 628453"/>
                <a:gd name="connsiteX247" fmla="*/ 340603 w 663907"/>
                <a:gd name="connsiteY247" fmla="*/ 387728 h 628453"/>
                <a:gd name="connsiteX248" fmla="*/ 339353 w 663907"/>
                <a:gd name="connsiteY248" fmla="*/ 370229 h 628453"/>
                <a:gd name="connsiteX249" fmla="*/ 352352 w 663907"/>
                <a:gd name="connsiteY249" fmla="*/ 355647 h 628453"/>
                <a:gd name="connsiteX250" fmla="*/ 358685 w 663907"/>
                <a:gd name="connsiteY250" fmla="*/ 343898 h 628453"/>
                <a:gd name="connsiteX251" fmla="*/ 360101 w 663907"/>
                <a:gd name="connsiteY251" fmla="*/ 335399 h 628453"/>
                <a:gd name="connsiteX252" fmla="*/ 371684 w 663907"/>
                <a:gd name="connsiteY252" fmla="*/ 326317 h 628453"/>
                <a:gd name="connsiteX253" fmla="*/ 387516 w 663907"/>
                <a:gd name="connsiteY253" fmla="*/ 315318 h 628453"/>
                <a:gd name="connsiteX254" fmla="*/ 389515 w 663907"/>
                <a:gd name="connsiteY254" fmla="*/ 291986 h 628453"/>
                <a:gd name="connsiteX255" fmla="*/ 395848 w 663907"/>
                <a:gd name="connsiteY255" fmla="*/ 304402 h 628453"/>
                <a:gd name="connsiteX256" fmla="*/ 409764 w 663907"/>
                <a:gd name="connsiteY256" fmla="*/ 329483 h 628453"/>
                <a:gd name="connsiteX257" fmla="*/ 437428 w 663907"/>
                <a:gd name="connsiteY257" fmla="*/ 382061 h 628453"/>
                <a:gd name="connsiteX258" fmla="*/ 462092 w 663907"/>
                <a:gd name="connsiteY258" fmla="*/ 430891 h 628453"/>
                <a:gd name="connsiteX259" fmla="*/ 479674 w 663907"/>
                <a:gd name="connsiteY259" fmla="*/ 462721 h 628453"/>
                <a:gd name="connsiteX260" fmla="*/ 474342 w 663907"/>
                <a:gd name="connsiteY260" fmla="*/ 469637 h 628453"/>
                <a:gd name="connsiteX261" fmla="*/ 449260 w 663907"/>
                <a:gd name="connsiteY261" fmla="*/ 434307 h 628453"/>
                <a:gd name="connsiteX262" fmla="*/ 417013 w 663907"/>
                <a:gd name="connsiteY262" fmla="*/ 386311 h 628453"/>
                <a:gd name="connsiteX263" fmla="*/ 415513 w 663907"/>
                <a:gd name="connsiteY263" fmla="*/ 387061 h 628453"/>
                <a:gd name="connsiteX264" fmla="*/ 442928 w 663907"/>
                <a:gd name="connsiteY264" fmla="*/ 435473 h 628453"/>
                <a:gd name="connsiteX265" fmla="*/ 458259 w 663907"/>
                <a:gd name="connsiteY265" fmla="*/ 458638 h 628453"/>
                <a:gd name="connsiteX266" fmla="*/ 471092 w 663907"/>
                <a:gd name="connsiteY266" fmla="*/ 474220 h 628453"/>
                <a:gd name="connsiteX267" fmla="*/ 470508 w 663907"/>
                <a:gd name="connsiteY267" fmla="*/ 475137 h 628453"/>
                <a:gd name="connsiteX268" fmla="*/ 452177 w 663907"/>
                <a:gd name="connsiteY268" fmla="*/ 461138 h 628453"/>
                <a:gd name="connsiteX269" fmla="*/ 434595 w 663907"/>
                <a:gd name="connsiteY269" fmla="*/ 447222 h 628453"/>
                <a:gd name="connsiteX270" fmla="*/ 396931 w 663907"/>
                <a:gd name="connsiteY270" fmla="*/ 416309 h 628453"/>
                <a:gd name="connsiteX271" fmla="*/ 393848 w 663907"/>
                <a:gd name="connsiteY271" fmla="*/ 420058 h 628453"/>
                <a:gd name="connsiteX272" fmla="*/ 432345 w 663907"/>
                <a:gd name="connsiteY272" fmla="*/ 456305 h 628453"/>
                <a:gd name="connsiteX273" fmla="*/ 466176 w 663907"/>
                <a:gd name="connsiteY273" fmla="*/ 482052 h 628453"/>
                <a:gd name="connsiteX274" fmla="*/ 462676 w 663907"/>
                <a:gd name="connsiteY274" fmla="*/ 488385 h 628453"/>
                <a:gd name="connsiteX275" fmla="*/ 433678 w 663907"/>
                <a:gd name="connsiteY275" fmla="*/ 473970 h 628453"/>
                <a:gd name="connsiteX276" fmla="*/ 403348 w 663907"/>
                <a:gd name="connsiteY276" fmla="*/ 453889 h 628453"/>
                <a:gd name="connsiteX277" fmla="*/ 402598 w 663907"/>
                <a:gd name="connsiteY277" fmla="*/ 454555 h 628453"/>
                <a:gd name="connsiteX278" fmla="*/ 402598 w 663907"/>
                <a:gd name="connsiteY278" fmla="*/ 454555 h 628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Lst>
              <a:rect l="l" t="t" r="r" b="b"/>
              <a:pathLst>
                <a:path w="663907" h="628453">
                  <a:moveTo>
                    <a:pt x="23215" y="168331"/>
                  </a:moveTo>
                  <a:cubicBezTo>
                    <a:pt x="16883" y="172414"/>
                    <a:pt x="884" y="182163"/>
                    <a:pt x="51" y="191079"/>
                  </a:cubicBezTo>
                  <a:cubicBezTo>
                    <a:pt x="-949" y="202161"/>
                    <a:pt x="13133" y="204494"/>
                    <a:pt x="20882" y="206827"/>
                  </a:cubicBezTo>
                  <a:cubicBezTo>
                    <a:pt x="37297" y="211827"/>
                    <a:pt x="54129" y="215243"/>
                    <a:pt x="70627" y="219743"/>
                  </a:cubicBezTo>
                  <a:cubicBezTo>
                    <a:pt x="87543" y="224409"/>
                    <a:pt x="104625" y="228326"/>
                    <a:pt x="121539" y="233241"/>
                  </a:cubicBezTo>
                  <a:cubicBezTo>
                    <a:pt x="136872" y="237658"/>
                    <a:pt x="158703" y="239407"/>
                    <a:pt x="165786" y="255406"/>
                  </a:cubicBezTo>
                  <a:cubicBezTo>
                    <a:pt x="169036" y="262739"/>
                    <a:pt x="171119" y="270738"/>
                    <a:pt x="173118" y="278738"/>
                  </a:cubicBezTo>
                  <a:cubicBezTo>
                    <a:pt x="158620" y="289986"/>
                    <a:pt x="141371" y="305735"/>
                    <a:pt x="149371" y="324650"/>
                  </a:cubicBezTo>
                  <a:cubicBezTo>
                    <a:pt x="158870" y="347315"/>
                    <a:pt x="182201" y="349065"/>
                    <a:pt x="203699" y="350648"/>
                  </a:cubicBezTo>
                  <a:cubicBezTo>
                    <a:pt x="232113" y="402226"/>
                    <a:pt x="270609" y="450888"/>
                    <a:pt x="316772" y="487469"/>
                  </a:cubicBezTo>
                  <a:cubicBezTo>
                    <a:pt x="317689" y="488219"/>
                    <a:pt x="318605" y="488885"/>
                    <a:pt x="319521" y="489635"/>
                  </a:cubicBezTo>
                  <a:cubicBezTo>
                    <a:pt x="310106" y="491802"/>
                    <a:pt x="299441" y="496634"/>
                    <a:pt x="296191" y="502717"/>
                  </a:cubicBezTo>
                  <a:cubicBezTo>
                    <a:pt x="292524" y="509467"/>
                    <a:pt x="297523" y="514466"/>
                    <a:pt x="299441" y="520549"/>
                  </a:cubicBezTo>
                  <a:cubicBezTo>
                    <a:pt x="301440" y="527132"/>
                    <a:pt x="298773" y="535714"/>
                    <a:pt x="303107" y="541714"/>
                  </a:cubicBezTo>
                  <a:cubicBezTo>
                    <a:pt x="309523" y="550546"/>
                    <a:pt x="325021" y="551630"/>
                    <a:pt x="338186" y="551379"/>
                  </a:cubicBezTo>
                  <a:cubicBezTo>
                    <a:pt x="338520" y="559629"/>
                    <a:pt x="339020" y="569211"/>
                    <a:pt x="344020" y="575961"/>
                  </a:cubicBezTo>
                  <a:cubicBezTo>
                    <a:pt x="349019" y="582627"/>
                    <a:pt x="355935" y="581710"/>
                    <a:pt x="363351" y="580543"/>
                  </a:cubicBezTo>
                  <a:cubicBezTo>
                    <a:pt x="374600" y="578794"/>
                    <a:pt x="382767" y="575128"/>
                    <a:pt x="392849" y="570045"/>
                  </a:cubicBezTo>
                  <a:cubicBezTo>
                    <a:pt x="398348" y="567212"/>
                    <a:pt x="404014" y="564795"/>
                    <a:pt x="409597" y="562129"/>
                  </a:cubicBezTo>
                  <a:cubicBezTo>
                    <a:pt x="411347" y="561295"/>
                    <a:pt x="413847" y="559379"/>
                    <a:pt x="416346" y="558046"/>
                  </a:cubicBezTo>
                  <a:cubicBezTo>
                    <a:pt x="439427" y="572211"/>
                    <a:pt x="463342" y="584960"/>
                    <a:pt x="488256" y="595876"/>
                  </a:cubicBezTo>
                  <a:cubicBezTo>
                    <a:pt x="517004" y="608458"/>
                    <a:pt x="546668" y="619540"/>
                    <a:pt x="577748" y="625123"/>
                  </a:cubicBezTo>
                  <a:cubicBezTo>
                    <a:pt x="591247" y="627539"/>
                    <a:pt x="604912" y="628123"/>
                    <a:pt x="618578" y="628289"/>
                  </a:cubicBezTo>
                  <a:cubicBezTo>
                    <a:pt x="629494" y="628373"/>
                    <a:pt x="643659" y="629206"/>
                    <a:pt x="654158" y="626123"/>
                  </a:cubicBezTo>
                  <a:cubicBezTo>
                    <a:pt x="661991" y="623790"/>
                    <a:pt x="663824" y="619623"/>
                    <a:pt x="663908" y="612124"/>
                  </a:cubicBezTo>
                  <a:cubicBezTo>
                    <a:pt x="663908" y="598792"/>
                    <a:pt x="663075" y="585460"/>
                    <a:pt x="662407" y="572128"/>
                  </a:cubicBezTo>
                  <a:cubicBezTo>
                    <a:pt x="660741" y="539547"/>
                    <a:pt x="659241" y="507300"/>
                    <a:pt x="653492" y="475053"/>
                  </a:cubicBezTo>
                  <a:cubicBezTo>
                    <a:pt x="647909" y="443306"/>
                    <a:pt x="637493" y="413892"/>
                    <a:pt x="623161" y="386478"/>
                  </a:cubicBezTo>
                  <a:cubicBezTo>
                    <a:pt x="620911" y="375812"/>
                    <a:pt x="618411" y="365146"/>
                    <a:pt x="615162" y="354398"/>
                  </a:cubicBezTo>
                  <a:cubicBezTo>
                    <a:pt x="608079" y="330733"/>
                    <a:pt x="598247" y="307402"/>
                    <a:pt x="589831" y="284237"/>
                  </a:cubicBezTo>
                  <a:cubicBezTo>
                    <a:pt x="582582" y="264072"/>
                    <a:pt x="573915" y="243741"/>
                    <a:pt x="563333" y="225076"/>
                  </a:cubicBezTo>
                  <a:cubicBezTo>
                    <a:pt x="559834" y="218910"/>
                    <a:pt x="556000" y="208744"/>
                    <a:pt x="548584" y="206077"/>
                  </a:cubicBezTo>
                  <a:cubicBezTo>
                    <a:pt x="542085" y="203744"/>
                    <a:pt x="540086" y="207911"/>
                    <a:pt x="534753" y="209827"/>
                  </a:cubicBezTo>
                  <a:cubicBezTo>
                    <a:pt x="524670" y="213493"/>
                    <a:pt x="513504" y="195079"/>
                    <a:pt x="507338" y="188662"/>
                  </a:cubicBezTo>
                  <a:cubicBezTo>
                    <a:pt x="500755" y="181913"/>
                    <a:pt x="493839" y="174747"/>
                    <a:pt x="485507" y="170247"/>
                  </a:cubicBezTo>
                  <a:cubicBezTo>
                    <a:pt x="478591" y="166497"/>
                    <a:pt x="471092" y="164331"/>
                    <a:pt x="463259" y="164998"/>
                  </a:cubicBezTo>
                  <a:cubicBezTo>
                    <a:pt x="449260" y="166331"/>
                    <a:pt x="440761" y="164414"/>
                    <a:pt x="429512" y="155415"/>
                  </a:cubicBezTo>
                  <a:cubicBezTo>
                    <a:pt x="417097" y="145500"/>
                    <a:pt x="408264" y="134834"/>
                    <a:pt x="392099" y="141833"/>
                  </a:cubicBezTo>
                  <a:cubicBezTo>
                    <a:pt x="378600" y="147666"/>
                    <a:pt x="372267" y="146416"/>
                    <a:pt x="359101" y="141250"/>
                  </a:cubicBezTo>
                  <a:cubicBezTo>
                    <a:pt x="352519" y="138667"/>
                    <a:pt x="346186" y="136250"/>
                    <a:pt x="339020" y="137500"/>
                  </a:cubicBezTo>
                  <a:cubicBezTo>
                    <a:pt x="329771" y="139083"/>
                    <a:pt x="322355" y="145500"/>
                    <a:pt x="312856" y="146583"/>
                  </a:cubicBezTo>
                  <a:cubicBezTo>
                    <a:pt x="307023" y="147249"/>
                    <a:pt x="300024" y="145000"/>
                    <a:pt x="294275" y="146999"/>
                  </a:cubicBezTo>
                  <a:cubicBezTo>
                    <a:pt x="289441" y="148666"/>
                    <a:pt x="286025" y="152999"/>
                    <a:pt x="285358" y="157665"/>
                  </a:cubicBezTo>
                  <a:cubicBezTo>
                    <a:pt x="275942" y="156665"/>
                    <a:pt x="266443" y="155915"/>
                    <a:pt x="256944" y="155582"/>
                  </a:cubicBezTo>
                  <a:cubicBezTo>
                    <a:pt x="248611" y="154832"/>
                    <a:pt x="240279" y="154165"/>
                    <a:pt x="231946" y="153416"/>
                  </a:cubicBezTo>
                  <a:cubicBezTo>
                    <a:pt x="195200" y="150249"/>
                    <a:pt x="184034" y="110170"/>
                    <a:pt x="171618" y="81839"/>
                  </a:cubicBezTo>
                  <a:cubicBezTo>
                    <a:pt x="165786" y="68507"/>
                    <a:pt x="160286" y="55341"/>
                    <a:pt x="155869" y="41426"/>
                  </a:cubicBezTo>
                  <a:cubicBezTo>
                    <a:pt x="151953" y="29177"/>
                    <a:pt x="151953" y="16094"/>
                    <a:pt x="148121" y="4095"/>
                  </a:cubicBezTo>
                  <a:cubicBezTo>
                    <a:pt x="147204" y="1346"/>
                    <a:pt x="144288" y="-154"/>
                    <a:pt x="141621" y="13"/>
                  </a:cubicBezTo>
                  <a:cubicBezTo>
                    <a:pt x="122290" y="846"/>
                    <a:pt x="118706" y="55924"/>
                    <a:pt x="116957" y="69423"/>
                  </a:cubicBezTo>
                  <a:cubicBezTo>
                    <a:pt x="114624" y="87921"/>
                    <a:pt x="113790" y="106670"/>
                    <a:pt x="111207" y="125168"/>
                  </a:cubicBezTo>
                  <a:cubicBezTo>
                    <a:pt x="108291" y="146416"/>
                    <a:pt x="82210" y="146249"/>
                    <a:pt x="65294" y="151499"/>
                  </a:cubicBezTo>
                  <a:cubicBezTo>
                    <a:pt x="50796" y="155832"/>
                    <a:pt x="35631" y="160331"/>
                    <a:pt x="23215" y="168331"/>
                  </a:cubicBezTo>
                  <a:lnTo>
                    <a:pt x="23215" y="168331"/>
                  </a:lnTo>
                  <a:close/>
                  <a:moveTo>
                    <a:pt x="364768" y="171747"/>
                  </a:moveTo>
                  <a:cubicBezTo>
                    <a:pt x="352935" y="168914"/>
                    <a:pt x="341020" y="166581"/>
                    <a:pt x="329021" y="164248"/>
                  </a:cubicBezTo>
                  <a:cubicBezTo>
                    <a:pt x="319022" y="162331"/>
                    <a:pt x="309106" y="160665"/>
                    <a:pt x="299107" y="159248"/>
                  </a:cubicBezTo>
                  <a:cubicBezTo>
                    <a:pt x="299274" y="158748"/>
                    <a:pt x="299524" y="158415"/>
                    <a:pt x="299690" y="158248"/>
                  </a:cubicBezTo>
                  <a:cubicBezTo>
                    <a:pt x="299606" y="158748"/>
                    <a:pt x="307356" y="160582"/>
                    <a:pt x="308940" y="160498"/>
                  </a:cubicBezTo>
                  <a:cubicBezTo>
                    <a:pt x="317522" y="160165"/>
                    <a:pt x="325355" y="157499"/>
                    <a:pt x="333104" y="153832"/>
                  </a:cubicBezTo>
                  <a:cubicBezTo>
                    <a:pt x="337604" y="151666"/>
                    <a:pt x="342020" y="151166"/>
                    <a:pt x="346353" y="151666"/>
                  </a:cubicBezTo>
                  <a:cubicBezTo>
                    <a:pt x="353102" y="157582"/>
                    <a:pt x="358852" y="164748"/>
                    <a:pt x="364768" y="171747"/>
                  </a:cubicBezTo>
                  <a:lnTo>
                    <a:pt x="364768" y="171747"/>
                  </a:lnTo>
                  <a:close/>
                  <a:moveTo>
                    <a:pt x="386182" y="158248"/>
                  </a:moveTo>
                  <a:cubicBezTo>
                    <a:pt x="395431" y="166331"/>
                    <a:pt x="402931" y="176080"/>
                    <a:pt x="410180" y="185996"/>
                  </a:cubicBezTo>
                  <a:cubicBezTo>
                    <a:pt x="397514" y="180746"/>
                    <a:pt x="384599" y="176747"/>
                    <a:pt x="371434" y="173414"/>
                  </a:cubicBezTo>
                  <a:cubicBezTo>
                    <a:pt x="367434" y="167164"/>
                    <a:pt x="364102" y="160498"/>
                    <a:pt x="359518" y="154916"/>
                  </a:cubicBezTo>
                  <a:cubicBezTo>
                    <a:pt x="368268" y="157748"/>
                    <a:pt x="376933" y="160998"/>
                    <a:pt x="386182" y="158248"/>
                  </a:cubicBezTo>
                  <a:lnTo>
                    <a:pt x="386182" y="158248"/>
                  </a:lnTo>
                  <a:close/>
                  <a:moveTo>
                    <a:pt x="428762" y="168247"/>
                  </a:moveTo>
                  <a:cubicBezTo>
                    <a:pt x="443178" y="185079"/>
                    <a:pt x="456760" y="201161"/>
                    <a:pt x="469175" y="218910"/>
                  </a:cubicBezTo>
                  <a:cubicBezTo>
                    <a:pt x="453759" y="208244"/>
                    <a:pt x="437678" y="198744"/>
                    <a:pt x="420846" y="190662"/>
                  </a:cubicBezTo>
                  <a:cubicBezTo>
                    <a:pt x="419347" y="189912"/>
                    <a:pt x="417846" y="189329"/>
                    <a:pt x="416346" y="188662"/>
                  </a:cubicBezTo>
                  <a:cubicBezTo>
                    <a:pt x="411180" y="179580"/>
                    <a:pt x="406014" y="170497"/>
                    <a:pt x="399515" y="162165"/>
                  </a:cubicBezTo>
                  <a:cubicBezTo>
                    <a:pt x="397848" y="159998"/>
                    <a:pt x="395598" y="156999"/>
                    <a:pt x="393099" y="154498"/>
                  </a:cubicBezTo>
                  <a:cubicBezTo>
                    <a:pt x="394431" y="153582"/>
                    <a:pt x="395765" y="152666"/>
                    <a:pt x="397182" y="152249"/>
                  </a:cubicBezTo>
                  <a:cubicBezTo>
                    <a:pt x="408264" y="148749"/>
                    <a:pt x="415180" y="158248"/>
                    <a:pt x="422346" y="163748"/>
                  </a:cubicBezTo>
                  <a:cubicBezTo>
                    <a:pt x="424513" y="165248"/>
                    <a:pt x="426596" y="166831"/>
                    <a:pt x="428762" y="168247"/>
                  </a:cubicBezTo>
                  <a:lnTo>
                    <a:pt x="428762" y="168247"/>
                  </a:lnTo>
                  <a:close/>
                  <a:moveTo>
                    <a:pt x="502755" y="230325"/>
                  </a:moveTo>
                  <a:cubicBezTo>
                    <a:pt x="508421" y="239741"/>
                    <a:pt x="513838" y="249240"/>
                    <a:pt x="519254" y="258739"/>
                  </a:cubicBezTo>
                  <a:cubicBezTo>
                    <a:pt x="505756" y="246490"/>
                    <a:pt x="491673" y="234991"/>
                    <a:pt x="476924" y="224326"/>
                  </a:cubicBezTo>
                  <a:cubicBezTo>
                    <a:pt x="469009" y="207744"/>
                    <a:pt x="460009" y="190162"/>
                    <a:pt x="447677" y="176413"/>
                  </a:cubicBezTo>
                  <a:cubicBezTo>
                    <a:pt x="454677" y="177747"/>
                    <a:pt x="461092" y="177663"/>
                    <a:pt x="467508" y="179163"/>
                  </a:cubicBezTo>
                  <a:cubicBezTo>
                    <a:pt x="467508" y="179663"/>
                    <a:pt x="467592" y="180246"/>
                    <a:pt x="467925" y="180746"/>
                  </a:cubicBezTo>
                  <a:cubicBezTo>
                    <a:pt x="479591" y="197411"/>
                    <a:pt x="492090" y="212744"/>
                    <a:pt x="502755" y="230325"/>
                  </a:cubicBezTo>
                  <a:lnTo>
                    <a:pt x="502755" y="230325"/>
                  </a:lnTo>
                  <a:close/>
                  <a:moveTo>
                    <a:pt x="552334" y="273488"/>
                  </a:moveTo>
                  <a:cubicBezTo>
                    <a:pt x="559584" y="287237"/>
                    <a:pt x="566416" y="301069"/>
                    <a:pt x="573665" y="314651"/>
                  </a:cubicBezTo>
                  <a:cubicBezTo>
                    <a:pt x="572999" y="313901"/>
                    <a:pt x="572416" y="313151"/>
                    <a:pt x="571749" y="312318"/>
                  </a:cubicBezTo>
                  <a:cubicBezTo>
                    <a:pt x="558000" y="296736"/>
                    <a:pt x="543418" y="281404"/>
                    <a:pt x="528086" y="266822"/>
                  </a:cubicBezTo>
                  <a:cubicBezTo>
                    <a:pt x="521171" y="252490"/>
                    <a:pt x="514504" y="238158"/>
                    <a:pt x="506505" y="224243"/>
                  </a:cubicBezTo>
                  <a:cubicBezTo>
                    <a:pt x="500339" y="213493"/>
                    <a:pt x="494006" y="199828"/>
                    <a:pt x="485423" y="189162"/>
                  </a:cubicBezTo>
                  <a:cubicBezTo>
                    <a:pt x="492673" y="195328"/>
                    <a:pt x="499006" y="202411"/>
                    <a:pt x="505589" y="209244"/>
                  </a:cubicBezTo>
                  <a:cubicBezTo>
                    <a:pt x="510171" y="214077"/>
                    <a:pt x="515421" y="220493"/>
                    <a:pt x="521670" y="224076"/>
                  </a:cubicBezTo>
                  <a:cubicBezTo>
                    <a:pt x="532169" y="240491"/>
                    <a:pt x="543169" y="256323"/>
                    <a:pt x="552334" y="273488"/>
                  </a:cubicBezTo>
                  <a:lnTo>
                    <a:pt x="552334" y="273488"/>
                  </a:lnTo>
                  <a:close/>
                  <a:moveTo>
                    <a:pt x="607162" y="358980"/>
                  </a:moveTo>
                  <a:cubicBezTo>
                    <a:pt x="599414" y="346981"/>
                    <a:pt x="590914" y="335399"/>
                    <a:pt x="581665" y="324150"/>
                  </a:cubicBezTo>
                  <a:cubicBezTo>
                    <a:pt x="572665" y="303652"/>
                    <a:pt x="564917" y="282571"/>
                    <a:pt x="554501" y="262572"/>
                  </a:cubicBezTo>
                  <a:cubicBezTo>
                    <a:pt x="548834" y="251657"/>
                    <a:pt x="542335" y="241491"/>
                    <a:pt x="535419" y="231325"/>
                  </a:cubicBezTo>
                  <a:cubicBezTo>
                    <a:pt x="534419" y="229909"/>
                    <a:pt x="533503" y="228326"/>
                    <a:pt x="532586" y="226742"/>
                  </a:cubicBezTo>
                  <a:cubicBezTo>
                    <a:pt x="533252" y="226659"/>
                    <a:pt x="534002" y="226659"/>
                    <a:pt x="534669" y="226492"/>
                  </a:cubicBezTo>
                  <a:cubicBezTo>
                    <a:pt x="537836" y="225742"/>
                    <a:pt x="542335" y="220243"/>
                    <a:pt x="544585" y="220409"/>
                  </a:cubicBezTo>
                  <a:cubicBezTo>
                    <a:pt x="546168" y="220493"/>
                    <a:pt x="551251" y="231409"/>
                    <a:pt x="552001" y="232658"/>
                  </a:cubicBezTo>
                  <a:cubicBezTo>
                    <a:pt x="556167" y="239907"/>
                    <a:pt x="559584" y="247490"/>
                    <a:pt x="563333" y="254989"/>
                  </a:cubicBezTo>
                  <a:cubicBezTo>
                    <a:pt x="569166" y="266739"/>
                    <a:pt x="574665" y="278487"/>
                    <a:pt x="579582" y="290653"/>
                  </a:cubicBezTo>
                  <a:cubicBezTo>
                    <a:pt x="588581" y="312735"/>
                    <a:pt x="598913" y="334816"/>
                    <a:pt x="606580" y="357230"/>
                  </a:cubicBezTo>
                  <a:cubicBezTo>
                    <a:pt x="606830" y="357897"/>
                    <a:pt x="606996" y="358480"/>
                    <a:pt x="607162" y="358980"/>
                  </a:cubicBezTo>
                  <a:lnTo>
                    <a:pt x="607162" y="358980"/>
                  </a:lnTo>
                  <a:close/>
                  <a:moveTo>
                    <a:pt x="348353" y="550879"/>
                  </a:moveTo>
                  <a:cubicBezTo>
                    <a:pt x="349852" y="550796"/>
                    <a:pt x="351186" y="550796"/>
                    <a:pt x="352436" y="550713"/>
                  </a:cubicBezTo>
                  <a:cubicBezTo>
                    <a:pt x="364184" y="550546"/>
                    <a:pt x="375933" y="551130"/>
                    <a:pt x="387599" y="550796"/>
                  </a:cubicBezTo>
                  <a:cubicBezTo>
                    <a:pt x="392598" y="550630"/>
                    <a:pt x="397432" y="549963"/>
                    <a:pt x="402264" y="549130"/>
                  </a:cubicBezTo>
                  <a:cubicBezTo>
                    <a:pt x="404514" y="550630"/>
                    <a:pt x="406848" y="552046"/>
                    <a:pt x="409180" y="553463"/>
                  </a:cubicBezTo>
                  <a:cubicBezTo>
                    <a:pt x="400432" y="555296"/>
                    <a:pt x="389932" y="560462"/>
                    <a:pt x="385599" y="562295"/>
                  </a:cubicBezTo>
                  <a:cubicBezTo>
                    <a:pt x="378350" y="565295"/>
                    <a:pt x="366267" y="571461"/>
                    <a:pt x="358101" y="569628"/>
                  </a:cubicBezTo>
                  <a:cubicBezTo>
                    <a:pt x="350102" y="567795"/>
                    <a:pt x="350436" y="557962"/>
                    <a:pt x="348353" y="550879"/>
                  </a:cubicBezTo>
                  <a:lnTo>
                    <a:pt x="348353" y="550879"/>
                  </a:lnTo>
                  <a:close/>
                  <a:moveTo>
                    <a:pt x="314188" y="503384"/>
                  </a:moveTo>
                  <a:cubicBezTo>
                    <a:pt x="318522" y="501051"/>
                    <a:pt x="325854" y="499634"/>
                    <a:pt x="330854" y="499468"/>
                  </a:cubicBezTo>
                  <a:cubicBezTo>
                    <a:pt x="331271" y="499468"/>
                    <a:pt x="331604" y="499384"/>
                    <a:pt x="332020" y="499301"/>
                  </a:cubicBezTo>
                  <a:cubicBezTo>
                    <a:pt x="352019" y="514716"/>
                    <a:pt x="372517" y="529631"/>
                    <a:pt x="393598" y="543547"/>
                  </a:cubicBezTo>
                  <a:cubicBezTo>
                    <a:pt x="373267" y="542881"/>
                    <a:pt x="352852" y="543047"/>
                    <a:pt x="332688" y="540881"/>
                  </a:cubicBezTo>
                  <a:cubicBezTo>
                    <a:pt x="323688" y="539964"/>
                    <a:pt x="314023" y="539131"/>
                    <a:pt x="311189" y="529132"/>
                  </a:cubicBezTo>
                  <a:cubicBezTo>
                    <a:pt x="310106" y="525382"/>
                    <a:pt x="309856" y="520716"/>
                    <a:pt x="309022" y="516799"/>
                  </a:cubicBezTo>
                  <a:cubicBezTo>
                    <a:pt x="307273" y="509550"/>
                    <a:pt x="307023" y="507217"/>
                    <a:pt x="314188" y="503384"/>
                  </a:cubicBezTo>
                  <a:lnTo>
                    <a:pt x="314188" y="503384"/>
                  </a:lnTo>
                  <a:close/>
                  <a:moveTo>
                    <a:pt x="164953" y="303069"/>
                  </a:moveTo>
                  <a:cubicBezTo>
                    <a:pt x="168535" y="299236"/>
                    <a:pt x="172535" y="295486"/>
                    <a:pt x="176618" y="291903"/>
                  </a:cubicBezTo>
                  <a:cubicBezTo>
                    <a:pt x="177535" y="295152"/>
                    <a:pt x="178618" y="298319"/>
                    <a:pt x="179785" y="301402"/>
                  </a:cubicBezTo>
                  <a:cubicBezTo>
                    <a:pt x="185367" y="315401"/>
                    <a:pt x="192034" y="328983"/>
                    <a:pt x="199116" y="342232"/>
                  </a:cubicBezTo>
                  <a:cubicBezTo>
                    <a:pt x="197367" y="341815"/>
                    <a:pt x="195616" y="341565"/>
                    <a:pt x="193700" y="341232"/>
                  </a:cubicBezTo>
                  <a:cubicBezTo>
                    <a:pt x="184367" y="339482"/>
                    <a:pt x="174535" y="336982"/>
                    <a:pt x="167036" y="330649"/>
                  </a:cubicBezTo>
                  <a:cubicBezTo>
                    <a:pt x="157370" y="322400"/>
                    <a:pt x="156370" y="312318"/>
                    <a:pt x="164953" y="303069"/>
                  </a:cubicBezTo>
                  <a:lnTo>
                    <a:pt x="164953" y="303069"/>
                  </a:lnTo>
                  <a:close/>
                  <a:moveTo>
                    <a:pt x="19715" y="190662"/>
                  </a:moveTo>
                  <a:cubicBezTo>
                    <a:pt x="23882" y="187746"/>
                    <a:pt x="27798" y="182829"/>
                    <a:pt x="31631" y="180330"/>
                  </a:cubicBezTo>
                  <a:cubicBezTo>
                    <a:pt x="35464" y="177830"/>
                    <a:pt x="39714" y="175664"/>
                    <a:pt x="44047" y="173664"/>
                  </a:cubicBezTo>
                  <a:cubicBezTo>
                    <a:pt x="51962" y="178330"/>
                    <a:pt x="62712" y="180497"/>
                    <a:pt x="70544" y="184329"/>
                  </a:cubicBezTo>
                  <a:cubicBezTo>
                    <a:pt x="84460" y="191245"/>
                    <a:pt x="100208" y="193578"/>
                    <a:pt x="113874" y="200911"/>
                  </a:cubicBezTo>
                  <a:cubicBezTo>
                    <a:pt x="116456" y="202328"/>
                    <a:pt x="118957" y="198162"/>
                    <a:pt x="116540" y="196578"/>
                  </a:cubicBezTo>
                  <a:cubicBezTo>
                    <a:pt x="104124" y="188246"/>
                    <a:pt x="89709" y="183746"/>
                    <a:pt x="76544" y="176663"/>
                  </a:cubicBezTo>
                  <a:cubicBezTo>
                    <a:pt x="70711" y="173580"/>
                    <a:pt x="65045" y="170414"/>
                    <a:pt x="59212" y="167831"/>
                  </a:cubicBezTo>
                  <a:cubicBezTo>
                    <a:pt x="63545" y="166415"/>
                    <a:pt x="67878" y="164998"/>
                    <a:pt x="72044" y="163748"/>
                  </a:cubicBezTo>
                  <a:cubicBezTo>
                    <a:pt x="75544" y="162665"/>
                    <a:pt x="79210" y="161748"/>
                    <a:pt x="82877" y="160998"/>
                  </a:cubicBezTo>
                  <a:cubicBezTo>
                    <a:pt x="83543" y="161665"/>
                    <a:pt x="84460" y="162081"/>
                    <a:pt x="85459" y="162081"/>
                  </a:cubicBezTo>
                  <a:cubicBezTo>
                    <a:pt x="85877" y="162081"/>
                    <a:pt x="92792" y="166581"/>
                    <a:pt x="93792" y="167081"/>
                  </a:cubicBezTo>
                  <a:cubicBezTo>
                    <a:pt x="98708" y="169580"/>
                    <a:pt x="103041" y="172830"/>
                    <a:pt x="107791" y="175580"/>
                  </a:cubicBezTo>
                  <a:cubicBezTo>
                    <a:pt x="115041" y="179746"/>
                    <a:pt x="130372" y="182663"/>
                    <a:pt x="134956" y="190079"/>
                  </a:cubicBezTo>
                  <a:cubicBezTo>
                    <a:pt x="136121" y="191912"/>
                    <a:pt x="139288" y="190246"/>
                    <a:pt x="138288" y="188329"/>
                  </a:cubicBezTo>
                  <a:cubicBezTo>
                    <a:pt x="134372" y="180497"/>
                    <a:pt x="122873" y="176413"/>
                    <a:pt x="115874" y="171581"/>
                  </a:cubicBezTo>
                  <a:cubicBezTo>
                    <a:pt x="109124" y="166914"/>
                    <a:pt x="102709" y="161665"/>
                    <a:pt x="95376" y="158248"/>
                  </a:cubicBezTo>
                  <a:cubicBezTo>
                    <a:pt x="99875" y="157165"/>
                    <a:pt x="104291" y="155915"/>
                    <a:pt x="108458" y="154082"/>
                  </a:cubicBezTo>
                  <a:cubicBezTo>
                    <a:pt x="110791" y="153082"/>
                    <a:pt x="112707" y="151915"/>
                    <a:pt x="114457" y="150582"/>
                  </a:cubicBezTo>
                  <a:cubicBezTo>
                    <a:pt x="117291" y="152332"/>
                    <a:pt x="120290" y="153832"/>
                    <a:pt x="122956" y="155665"/>
                  </a:cubicBezTo>
                  <a:cubicBezTo>
                    <a:pt x="132872" y="162581"/>
                    <a:pt x="142205" y="170331"/>
                    <a:pt x="150037" y="179496"/>
                  </a:cubicBezTo>
                  <a:cubicBezTo>
                    <a:pt x="151204" y="180913"/>
                    <a:pt x="153287" y="179413"/>
                    <a:pt x="152370" y="177830"/>
                  </a:cubicBezTo>
                  <a:cubicBezTo>
                    <a:pt x="145787" y="166248"/>
                    <a:pt x="138955" y="158998"/>
                    <a:pt x="129122" y="150166"/>
                  </a:cubicBezTo>
                  <a:cubicBezTo>
                    <a:pt x="126456" y="147833"/>
                    <a:pt x="123540" y="145249"/>
                    <a:pt x="120374" y="143166"/>
                  </a:cubicBezTo>
                  <a:cubicBezTo>
                    <a:pt x="121623" y="140667"/>
                    <a:pt x="122539" y="137833"/>
                    <a:pt x="123123" y="134667"/>
                  </a:cubicBezTo>
                  <a:cubicBezTo>
                    <a:pt x="124290" y="128335"/>
                    <a:pt x="125206" y="122002"/>
                    <a:pt x="125956" y="115585"/>
                  </a:cubicBezTo>
                  <a:cubicBezTo>
                    <a:pt x="128789" y="119919"/>
                    <a:pt x="132122" y="124001"/>
                    <a:pt x="134872" y="128335"/>
                  </a:cubicBezTo>
                  <a:cubicBezTo>
                    <a:pt x="141122" y="138250"/>
                    <a:pt x="147704" y="147916"/>
                    <a:pt x="152370" y="158665"/>
                  </a:cubicBezTo>
                  <a:cubicBezTo>
                    <a:pt x="153620" y="161498"/>
                    <a:pt x="157870" y="159998"/>
                    <a:pt x="156870" y="156999"/>
                  </a:cubicBezTo>
                  <a:cubicBezTo>
                    <a:pt x="153203" y="145749"/>
                    <a:pt x="147454" y="136250"/>
                    <a:pt x="141704" y="126001"/>
                  </a:cubicBezTo>
                  <a:cubicBezTo>
                    <a:pt x="138455" y="120168"/>
                    <a:pt x="135372" y="113419"/>
                    <a:pt x="131038" y="108336"/>
                  </a:cubicBezTo>
                  <a:cubicBezTo>
                    <a:pt x="130122" y="107169"/>
                    <a:pt x="128039" y="104753"/>
                    <a:pt x="127039" y="104586"/>
                  </a:cubicBezTo>
                  <a:cubicBezTo>
                    <a:pt x="127539" y="99420"/>
                    <a:pt x="127955" y="94337"/>
                    <a:pt x="128373" y="89171"/>
                  </a:cubicBezTo>
                  <a:cubicBezTo>
                    <a:pt x="128872" y="82838"/>
                    <a:pt x="129623" y="76589"/>
                    <a:pt x="130456" y="70423"/>
                  </a:cubicBezTo>
                  <a:cubicBezTo>
                    <a:pt x="131205" y="71423"/>
                    <a:pt x="132038" y="72423"/>
                    <a:pt x="132872" y="73673"/>
                  </a:cubicBezTo>
                  <a:cubicBezTo>
                    <a:pt x="137205" y="80422"/>
                    <a:pt x="139621" y="88671"/>
                    <a:pt x="142871" y="96004"/>
                  </a:cubicBezTo>
                  <a:cubicBezTo>
                    <a:pt x="148204" y="108169"/>
                    <a:pt x="154787" y="121668"/>
                    <a:pt x="163036" y="132167"/>
                  </a:cubicBezTo>
                  <a:cubicBezTo>
                    <a:pt x="163619" y="132917"/>
                    <a:pt x="164953" y="132251"/>
                    <a:pt x="164536" y="131418"/>
                  </a:cubicBezTo>
                  <a:cubicBezTo>
                    <a:pt x="153454" y="109336"/>
                    <a:pt x="151037" y="80755"/>
                    <a:pt x="133789" y="62007"/>
                  </a:cubicBezTo>
                  <a:cubicBezTo>
                    <a:pt x="133205" y="61424"/>
                    <a:pt x="132622" y="61091"/>
                    <a:pt x="131955" y="60840"/>
                  </a:cubicBezTo>
                  <a:cubicBezTo>
                    <a:pt x="132455" y="57508"/>
                    <a:pt x="133038" y="54174"/>
                    <a:pt x="133622" y="50758"/>
                  </a:cubicBezTo>
                  <a:cubicBezTo>
                    <a:pt x="134121" y="47758"/>
                    <a:pt x="136705" y="31593"/>
                    <a:pt x="139122" y="21261"/>
                  </a:cubicBezTo>
                  <a:cubicBezTo>
                    <a:pt x="141122" y="30927"/>
                    <a:pt x="142537" y="40842"/>
                    <a:pt x="145871" y="50341"/>
                  </a:cubicBezTo>
                  <a:cubicBezTo>
                    <a:pt x="151287" y="65507"/>
                    <a:pt x="157870" y="80089"/>
                    <a:pt x="163536" y="95088"/>
                  </a:cubicBezTo>
                  <a:cubicBezTo>
                    <a:pt x="172952" y="120335"/>
                    <a:pt x="182785" y="147666"/>
                    <a:pt x="208365" y="161331"/>
                  </a:cubicBezTo>
                  <a:cubicBezTo>
                    <a:pt x="221364" y="168331"/>
                    <a:pt x="238279" y="166748"/>
                    <a:pt x="252528" y="167164"/>
                  </a:cubicBezTo>
                  <a:cubicBezTo>
                    <a:pt x="268610" y="167664"/>
                    <a:pt x="284358" y="169164"/>
                    <a:pt x="300357" y="171081"/>
                  </a:cubicBezTo>
                  <a:cubicBezTo>
                    <a:pt x="303524" y="171497"/>
                    <a:pt x="306773" y="171997"/>
                    <a:pt x="309940" y="172497"/>
                  </a:cubicBezTo>
                  <a:cubicBezTo>
                    <a:pt x="316772" y="173830"/>
                    <a:pt x="323522" y="175247"/>
                    <a:pt x="330271" y="176663"/>
                  </a:cubicBezTo>
                  <a:cubicBezTo>
                    <a:pt x="344187" y="180080"/>
                    <a:pt x="359185" y="188412"/>
                    <a:pt x="373184" y="190162"/>
                  </a:cubicBezTo>
                  <a:cubicBezTo>
                    <a:pt x="384683" y="191579"/>
                    <a:pt x="389766" y="192162"/>
                    <a:pt x="400848" y="197745"/>
                  </a:cubicBezTo>
                  <a:cubicBezTo>
                    <a:pt x="409847" y="202245"/>
                    <a:pt x="419512" y="205244"/>
                    <a:pt x="428512" y="210161"/>
                  </a:cubicBezTo>
                  <a:cubicBezTo>
                    <a:pt x="459509" y="226909"/>
                    <a:pt x="486674" y="250157"/>
                    <a:pt x="512755" y="273571"/>
                  </a:cubicBezTo>
                  <a:cubicBezTo>
                    <a:pt x="539752" y="297902"/>
                    <a:pt x="565666" y="324983"/>
                    <a:pt x="586915" y="354480"/>
                  </a:cubicBezTo>
                  <a:cubicBezTo>
                    <a:pt x="622078" y="403559"/>
                    <a:pt x="637660" y="459555"/>
                    <a:pt x="644160" y="518799"/>
                  </a:cubicBezTo>
                  <a:cubicBezTo>
                    <a:pt x="647326" y="547630"/>
                    <a:pt x="648076" y="577460"/>
                    <a:pt x="648575" y="606458"/>
                  </a:cubicBezTo>
                  <a:cubicBezTo>
                    <a:pt x="648575" y="606875"/>
                    <a:pt x="648658" y="607375"/>
                    <a:pt x="648658" y="607875"/>
                  </a:cubicBezTo>
                  <a:cubicBezTo>
                    <a:pt x="643826" y="603792"/>
                    <a:pt x="637827" y="601542"/>
                    <a:pt x="631661" y="599625"/>
                  </a:cubicBezTo>
                  <a:cubicBezTo>
                    <a:pt x="618578" y="595543"/>
                    <a:pt x="604829" y="590043"/>
                    <a:pt x="592248" y="584543"/>
                  </a:cubicBezTo>
                  <a:cubicBezTo>
                    <a:pt x="565666" y="572878"/>
                    <a:pt x="541585" y="559379"/>
                    <a:pt x="517255" y="543630"/>
                  </a:cubicBezTo>
                  <a:cubicBezTo>
                    <a:pt x="512421" y="540464"/>
                    <a:pt x="506589" y="547213"/>
                    <a:pt x="511421" y="550713"/>
                  </a:cubicBezTo>
                  <a:cubicBezTo>
                    <a:pt x="521503" y="557962"/>
                    <a:pt x="531002" y="565795"/>
                    <a:pt x="541668" y="572378"/>
                  </a:cubicBezTo>
                  <a:cubicBezTo>
                    <a:pt x="554418" y="580377"/>
                    <a:pt x="568833" y="586043"/>
                    <a:pt x="582498" y="592459"/>
                  </a:cubicBezTo>
                  <a:cubicBezTo>
                    <a:pt x="599830" y="600625"/>
                    <a:pt x="620494" y="609541"/>
                    <a:pt x="640326" y="611708"/>
                  </a:cubicBezTo>
                  <a:cubicBezTo>
                    <a:pt x="637076" y="612041"/>
                    <a:pt x="633827" y="612374"/>
                    <a:pt x="630577" y="612541"/>
                  </a:cubicBezTo>
                  <a:cubicBezTo>
                    <a:pt x="617745" y="613290"/>
                    <a:pt x="604580" y="612874"/>
                    <a:pt x="591831" y="611541"/>
                  </a:cubicBezTo>
                  <a:cubicBezTo>
                    <a:pt x="544335" y="606375"/>
                    <a:pt x="496756" y="586210"/>
                    <a:pt x="454009" y="562462"/>
                  </a:cubicBezTo>
                  <a:cubicBezTo>
                    <a:pt x="456176" y="557046"/>
                    <a:pt x="455677" y="551046"/>
                    <a:pt x="456843" y="545297"/>
                  </a:cubicBezTo>
                  <a:cubicBezTo>
                    <a:pt x="458760" y="535548"/>
                    <a:pt x="461010" y="525882"/>
                    <a:pt x="464675" y="516633"/>
                  </a:cubicBezTo>
                  <a:cubicBezTo>
                    <a:pt x="471342" y="499718"/>
                    <a:pt x="479424" y="481136"/>
                    <a:pt x="490923" y="466970"/>
                  </a:cubicBezTo>
                  <a:cubicBezTo>
                    <a:pt x="502589" y="452555"/>
                    <a:pt x="517754" y="438807"/>
                    <a:pt x="534920" y="431391"/>
                  </a:cubicBezTo>
                  <a:cubicBezTo>
                    <a:pt x="549168" y="425224"/>
                    <a:pt x="562750" y="426224"/>
                    <a:pt x="577582" y="424641"/>
                  </a:cubicBezTo>
                  <a:cubicBezTo>
                    <a:pt x="578915" y="424474"/>
                    <a:pt x="578998" y="422475"/>
                    <a:pt x="577666" y="422308"/>
                  </a:cubicBezTo>
                  <a:cubicBezTo>
                    <a:pt x="561166" y="420058"/>
                    <a:pt x="548335" y="418058"/>
                    <a:pt x="532086" y="423808"/>
                  </a:cubicBezTo>
                  <a:cubicBezTo>
                    <a:pt x="514421" y="430057"/>
                    <a:pt x="499839" y="442056"/>
                    <a:pt x="486423" y="454805"/>
                  </a:cubicBezTo>
                  <a:cubicBezTo>
                    <a:pt x="485674" y="455472"/>
                    <a:pt x="485006" y="456305"/>
                    <a:pt x="484257" y="456972"/>
                  </a:cubicBezTo>
                  <a:cubicBezTo>
                    <a:pt x="471425" y="424391"/>
                    <a:pt x="458176" y="392811"/>
                    <a:pt x="442011" y="361563"/>
                  </a:cubicBezTo>
                  <a:cubicBezTo>
                    <a:pt x="433261" y="344648"/>
                    <a:pt x="424429" y="327733"/>
                    <a:pt x="415180" y="311068"/>
                  </a:cubicBezTo>
                  <a:cubicBezTo>
                    <a:pt x="407930" y="297986"/>
                    <a:pt x="400265" y="280071"/>
                    <a:pt x="387349" y="271488"/>
                  </a:cubicBezTo>
                  <a:cubicBezTo>
                    <a:pt x="383349" y="268822"/>
                    <a:pt x="378684" y="271321"/>
                    <a:pt x="378600" y="276154"/>
                  </a:cubicBezTo>
                  <a:cubicBezTo>
                    <a:pt x="378517" y="284153"/>
                    <a:pt x="379016" y="292236"/>
                    <a:pt x="378849" y="300236"/>
                  </a:cubicBezTo>
                  <a:cubicBezTo>
                    <a:pt x="378684" y="309151"/>
                    <a:pt x="377684" y="313568"/>
                    <a:pt x="367185" y="316067"/>
                  </a:cubicBezTo>
                  <a:cubicBezTo>
                    <a:pt x="364935" y="316567"/>
                    <a:pt x="362351" y="315651"/>
                    <a:pt x="359852" y="316484"/>
                  </a:cubicBezTo>
                  <a:cubicBezTo>
                    <a:pt x="356935" y="317484"/>
                    <a:pt x="354519" y="319317"/>
                    <a:pt x="352852" y="321900"/>
                  </a:cubicBezTo>
                  <a:cubicBezTo>
                    <a:pt x="347602" y="329650"/>
                    <a:pt x="351186" y="337649"/>
                    <a:pt x="344519" y="345231"/>
                  </a:cubicBezTo>
                  <a:cubicBezTo>
                    <a:pt x="335771" y="355064"/>
                    <a:pt x="326355" y="356147"/>
                    <a:pt x="327021" y="371312"/>
                  </a:cubicBezTo>
                  <a:cubicBezTo>
                    <a:pt x="327605" y="384062"/>
                    <a:pt x="329605" y="390977"/>
                    <a:pt x="320772" y="402310"/>
                  </a:cubicBezTo>
                  <a:cubicBezTo>
                    <a:pt x="317689" y="406226"/>
                    <a:pt x="314188" y="409559"/>
                    <a:pt x="313439" y="414725"/>
                  </a:cubicBezTo>
                  <a:cubicBezTo>
                    <a:pt x="312189" y="424058"/>
                    <a:pt x="319939" y="431890"/>
                    <a:pt x="326105" y="437890"/>
                  </a:cubicBezTo>
                  <a:cubicBezTo>
                    <a:pt x="339520" y="451222"/>
                    <a:pt x="355769" y="460055"/>
                    <a:pt x="371934" y="469553"/>
                  </a:cubicBezTo>
                  <a:cubicBezTo>
                    <a:pt x="387516" y="478720"/>
                    <a:pt x="403098" y="488052"/>
                    <a:pt x="419929" y="494885"/>
                  </a:cubicBezTo>
                  <a:cubicBezTo>
                    <a:pt x="428012" y="498135"/>
                    <a:pt x="436595" y="500218"/>
                    <a:pt x="444760" y="503301"/>
                  </a:cubicBezTo>
                  <a:cubicBezTo>
                    <a:pt x="447760" y="504384"/>
                    <a:pt x="450510" y="505717"/>
                    <a:pt x="453427" y="506717"/>
                  </a:cubicBezTo>
                  <a:cubicBezTo>
                    <a:pt x="446344" y="522882"/>
                    <a:pt x="444261" y="538464"/>
                    <a:pt x="441011" y="555213"/>
                  </a:cubicBezTo>
                  <a:cubicBezTo>
                    <a:pt x="435178" y="551796"/>
                    <a:pt x="429512" y="548380"/>
                    <a:pt x="423929" y="544964"/>
                  </a:cubicBezTo>
                  <a:cubicBezTo>
                    <a:pt x="372517" y="513217"/>
                    <a:pt x="319855" y="477053"/>
                    <a:pt x="279776" y="431307"/>
                  </a:cubicBezTo>
                  <a:cubicBezTo>
                    <a:pt x="241445" y="387644"/>
                    <a:pt x="206365" y="336566"/>
                    <a:pt x="188534" y="280737"/>
                  </a:cubicBezTo>
                  <a:cubicBezTo>
                    <a:pt x="184200" y="267239"/>
                    <a:pt x="182785" y="251990"/>
                    <a:pt x="175619" y="239491"/>
                  </a:cubicBezTo>
                  <a:cubicBezTo>
                    <a:pt x="170286" y="230242"/>
                    <a:pt x="163202" y="229575"/>
                    <a:pt x="153370" y="226659"/>
                  </a:cubicBezTo>
                  <a:cubicBezTo>
                    <a:pt x="126623" y="218743"/>
                    <a:pt x="99542" y="212410"/>
                    <a:pt x="72627" y="205077"/>
                  </a:cubicBezTo>
                  <a:cubicBezTo>
                    <a:pt x="57045" y="200828"/>
                    <a:pt x="41131" y="197662"/>
                    <a:pt x="25632" y="193078"/>
                  </a:cubicBezTo>
                  <a:cubicBezTo>
                    <a:pt x="25298" y="192829"/>
                    <a:pt x="22215" y="191495"/>
                    <a:pt x="19715" y="190662"/>
                  </a:cubicBezTo>
                  <a:lnTo>
                    <a:pt x="19715" y="190662"/>
                  </a:lnTo>
                  <a:close/>
                  <a:moveTo>
                    <a:pt x="402598" y="454555"/>
                  </a:moveTo>
                  <a:cubicBezTo>
                    <a:pt x="408931" y="464221"/>
                    <a:pt x="420013" y="472470"/>
                    <a:pt x="429429" y="479053"/>
                  </a:cubicBezTo>
                  <a:cubicBezTo>
                    <a:pt x="438261" y="485219"/>
                    <a:pt x="449427" y="491052"/>
                    <a:pt x="460092" y="493468"/>
                  </a:cubicBezTo>
                  <a:cubicBezTo>
                    <a:pt x="459342" y="494885"/>
                    <a:pt x="458676" y="496301"/>
                    <a:pt x="458009" y="497718"/>
                  </a:cubicBezTo>
                  <a:cubicBezTo>
                    <a:pt x="453093" y="496301"/>
                    <a:pt x="448344" y="493468"/>
                    <a:pt x="443761" y="491718"/>
                  </a:cubicBezTo>
                  <a:cubicBezTo>
                    <a:pt x="435762" y="488719"/>
                    <a:pt x="427596" y="486136"/>
                    <a:pt x="419763" y="482719"/>
                  </a:cubicBezTo>
                  <a:cubicBezTo>
                    <a:pt x="403931" y="475637"/>
                    <a:pt x="389265" y="467137"/>
                    <a:pt x="374267" y="458388"/>
                  </a:cubicBezTo>
                  <a:cubicBezTo>
                    <a:pt x="359602" y="449889"/>
                    <a:pt x="339603" y="441056"/>
                    <a:pt x="330604" y="425807"/>
                  </a:cubicBezTo>
                  <a:cubicBezTo>
                    <a:pt x="322855" y="412642"/>
                    <a:pt x="339603" y="401393"/>
                    <a:pt x="340603" y="387728"/>
                  </a:cubicBezTo>
                  <a:cubicBezTo>
                    <a:pt x="341020" y="381978"/>
                    <a:pt x="338603" y="375895"/>
                    <a:pt x="339353" y="370229"/>
                  </a:cubicBezTo>
                  <a:cubicBezTo>
                    <a:pt x="340603" y="361147"/>
                    <a:pt x="346853" y="361064"/>
                    <a:pt x="352352" y="355647"/>
                  </a:cubicBezTo>
                  <a:cubicBezTo>
                    <a:pt x="355686" y="352314"/>
                    <a:pt x="357435" y="348398"/>
                    <a:pt x="358685" y="343898"/>
                  </a:cubicBezTo>
                  <a:cubicBezTo>
                    <a:pt x="359435" y="341149"/>
                    <a:pt x="359268" y="338066"/>
                    <a:pt x="360101" y="335399"/>
                  </a:cubicBezTo>
                  <a:cubicBezTo>
                    <a:pt x="362351" y="328233"/>
                    <a:pt x="366434" y="327733"/>
                    <a:pt x="371684" y="326317"/>
                  </a:cubicBezTo>
                  <a:cubicBezTo>
                    <a:pt x="380183" y="324067"/>
                    <a:pt x="384266" y="325067"/>
                    <a:pt x="387516" y="315318"/>
                  </a:cubicBezTo>
                  <a:cubicBezTo>
                    <a:pt x="389932" y="308068"/>
                    <a:pt x="389766" y="299986"/>
                    <a:pt x="389515" y="291986"/>
                  </a:cubicBezTo>
                  <a:cubicBezTo>
                    <a:pt x="391849" y="296319"/>
                    <a:pt x="393848" y="300736"/>
                    <a:pt x="395848" y="304402"/>
                  </a:cubicBezTo>
                  <a:cubicBezTo>
                    <a:pt x="400432" y="312818"/>
                    <a:pt x="405181" y="321067"/>
                    <a:pt x="409764" y="329483"/>
                  </a:cubicBezTo>
                  <a:cubicBezTo>
                    <a:pt x="419263" y="346815"/>
                    <a:pt x="428345" y="364480"/>
                    <a:pt x="437428" y="382061"/>
                  </a:cubicBezTo>
                  <a:cubicBezTo>
                    <a:pt x="445760" y="398310"/>
                    <a:pt x="454176" y="414392"/>
                    <a:pt x="462092" y="430891"/>
                  </a:cubicBezTo>
                  <a:cubicBezTo>
                    <a:pt x="466925" y="440973"/>
                    <a:pt x="471925" y="453889"/>
                    <a:pt x="479674" y="462721"/>
                  </a:cubicBezTo>
                  <a:cubicBezTo>
                    <a:pt x="477757" y="464971"/>
                    <a:pt x="476008" y="467221"/>
                    <a:pt x="474342" y="469637"/>
                  </a:cubicBezTo>
                  <a:cubicBezTo>
                    <a:pt x="465425" y="458221"/>
                    <a:pt x="458176" y="445806"/>
                    <a:pt x="449260" y="434307"/>
                  </a:cubicBezTo>
                  <a:cubicBezTo>
                    <a:pt x="437678" y="419225"/>
                    <a:pt x="426762" y="402726"/>
                    <a:pt x="417013" y="386311"/>
                  </a:cubicBezTo>
                  <a:cubicBezTo>
                    <a:pt x="416513" y="385478"/>
                    <a:pt x="415097" y="386228"/>
                    <a:pt x="415513" y="387061"/>
                  </a:cubicBezTo>
                  <a:cubicBezTo>
                    <a:pt x="423595" y="403559"/>
                    <a:pt x="432512" y="420391"/>
                    <a:pt x="442928" y="435473"/>
                  </a:cubicBezTo>
                  <a:cubicBezTo>
                    <a:pt x="448177" y="443139"/>
                    <a:pt x="453093" y="450888"/>
                    <a:pt x="458259" y="458638"/>
                  </a:cubicBezTo>
                  <a:cubicBezTo>
                    <a:pt x="460759" y="462387"/>
                    <a:pt x="468842" y="469553"/>
                    <a:pt x="471092" y="474220"/>
                  </a:cubicBezTo>
                  <a:cubicBezTo>
                    <a:pt x="470925" y="474553"/>
                    <a:pt x="470675" y="474803"/>
                    <a:pt x="470508" y="475137"/>
                  </a:cubicBezTo>
                  <a:cubicBezTo>
                    <a:pt x="463175" y="471220"/>
                    <a:pt x="458259" y="466721"/>
                    <a:pt x="452177" y="461138"/>
                  </a:cubicBezTo>
                  <a:cubicBezTo>
                    <a:pt x="446593" y="455972"/>
                    <a:pt x="440095" y="452472"/>
                    <a:pt x="434595" y="447222"/>
                  </a:cubicBezTo>
                  <a:cubicBezTo>
                    <a:pt x="422762" y="435807"/>
                    <a:pt x="410013" y="426308"/>
                    <a:pt x="396931" y="416309"/>
                  </a:cubicBezTo>
                  <a:cubicBezTo>
                    <a:pt x="394431" y="414392"/>
                    <a:pt x="391515" y="417975"/>
                    <a:pt x="393848" y="420058"/>
                  </a:cubicBezTo>
                  <a:cubicBezTo>
                    <a:pt x="406930" y="431724"/>
                    <a:pt x="418930" y="445139"/>
                    <a:pt x="432345" y="456305"/>
                  </a:cubicBezTo>
                  <a:cubicBezTo>
                    <a:pt x="443261" y="465387"/>
                    <a:pt x="453593" y="475303"/>
                    <a:pt x="466176" y="482052"/>
                  </a:cubicBezTo>
                  <a:cubicBezTo>
                    <a:pt x="464926" y="484135"/>
                    <a:pt x="463842" y="486302"/>
                    <a:pt x="462676" y="488385"/>
                  </a:cubicBezTo>
                  <a:cubicBezTo>
                    <a:pt x="456760" y="480719"/>
                    <a:pt x="441761" y="478553"/>
                    <a:pt x="433678" y="473970"/>
                  </a:cubicBezTo>
                  <a:cubicBezTo>
                    <a:pt x="424429" y="468804"/>
                    <a:pt x="410847" y="461554"/>
                    <a:pt x="403348" y="453889"/>
                  </a:cubicBezTo>
                  <a:cubicBezTo>
                    <a:pt x="403014" y="453222"/>
                    <a:pt x="402264" y="453971"/>
                    <a:pt x="402598" y="454555"/>
                  </a:cubicBezTo>
                  <a:lnTo>
                    <a:pt x="402598" y="454555"/>
                  </a:lnTo>
                  <a:close/>
                </a:path>
              </a:pathLst>
            </a:custGeom>
            <a:grpFill/>
            <a:ln w="8332" cap="flat">
              <a:noFill/>
              <a:prstDash val="solid"/>
              <a:miter/>
            </a:ln>
          </p:spPr>
          <p:txBody>
            <a:bodyPr rtlCol="0" anchor="ctr"/>
            <a:lstStyle/>
            <a:p>
              <a:endParaRPr lang="en-US"/>
            </a:p>
          </p:txBody>
        </p:sp>
        <p:sp>
          <p:nvSpPr>
            <p:cNvPr id="2627" name="Freeform: Shape 2626"/>
            <p:cNvSpPr/>
            <p:nvPr/>
          </p:nvSpPr>
          <p:spPr>
            <a:xfrm>
              <a:off x="8474429" y="5848267"/>
              <a:ext cx="409330" cy="323912"/>
            </a:xfrm>
            <a:custGeom>
              <a:avLst/>
              <a:gdLst>
                <a:gd name="connsiteX0" fmla="*/ 401959 w 409330"/>
                <a:gd name="connsiteY0" fmla="*/ 150119 h 323912"/>
                <a:gd name="connsiteX1" fmla="*/ 403209 w 409330"/>
                <a:gd name="connsiteY1" fmla="*/ 124872 h 323912"/>
                <a:gd name="connsiteX2" fmla="*/ 316800 w 409330"/>
                <a:gd name="connsiteY2" fmla="*/ 9632 h 323912"/>
                <a:gd name="connsiteX3" fmla="*/ 246306 w 409330"/>
                <a:gd name="connsiteY3" fmla="*/ 800 h 323912"/>
                <a:gd name="connsiteX4" fmla="*/ 142066 w 409330"/>
                <a:gd name="connsiteY4" fmla="*/ 19464 h 323912"/>
                <a:gd name="connsiteX5" fmla="*/ 26909 w 409330"/>
                <a:gd name="connsiteY5" fmla="*/ 93541 h 323912"/>
                <a:gd name="connsiteX6" fmla="*/ 995 w 409330"/>
                <a:gd name="connsiteY6" fmla="*/ 148036 h 323912"/>
                <a:gd name="connsiteX7" fmla="*/ 9745 w 409330"/>
                <a:gd name="connsiteY7" fmla="*/ 208031 h 323912"/>
                <a:gd name="connsiteX8" fmla="*/ 25659 w 409330"/>
                <a:gd name="connsiteY8" fmla="*/ 261276 h 323912"/>
                <a:gd name="connsiteX9" fmla="*/ 77489 w 409330"/>
                <a:gd name="connsiteY9" fmla="*/ 301856 h 323912"/>
                <a:gd name="connsiteX10" fmla="*/ 236140 w 409330"/>
                <a:gd name="connsiteY10" fmla="*/ 322354 h 323912"/>
                <a:gd name="connsiteX11" fmla="*/ 370712 w 409330"/>
                <a:gd name="connsiteY11" fmla="*/ 267526 h 323912"/>
                <a:gd name="connsiteX12" fmla="*/ 401959 w 409330"/>
                <a:gd name="connsiteY12" fmla="*/ 150119 h 323912"/>
                <a:gd name="connsiteX13" fmla="*/ 401959 w 409330"/>
                <a:gd name="connsiteY13" fmla="*/ 150119 h 323912"/>
                <a:gd name="connsiteX14" fmla="*/ 29659 w 409330"/>
                <a:gd name="connsiteY14" fmla="*/ 114456 h 323912"/>
                <a:gd name="connsiteX15" fmla="*/ 140482 w 409330"/>
                <a:gd name="connsiteY15" fmla="*/ 33213 h 323912"/>
                <a:gd name="connsiteX16" fmla="*/ 162147 w 409330"/>
                <a:gd name="connsiteY16" fmla="*/ 26130 h 323912"/>
                <a:gd name="connsiteX17" fmla="*/ 224058 w 409330"/>
                <a:gd name="connsiteY17" fmla="*/ 15882 h 323912"/>
                <a:gd name="connsiteX18" fmla="*/ 291636 w 409330"/>
                <a:gd name="connsiteY18" fmla="*/ 14298 h 323912"/>
                <a:gd name="connsiteX19" fmla="*/ 387627 w 409330"/>
                <a:gd name="connsiteY19" fmla="*/ 100124 h 323912"/>
                <a:gd name="connsiteX20" fmla="*/ 390877 w 409330"/>
                <a:gd name="connsiteY20" fmla="*/ 143287 h 323912"/>
                <a:gd name="connsiteX21" fmla="*/ 388794 w 409330"/>
                <a:gd name="connsiteY21" fmla="*/ 151036 h 323912"/>
                <a:gd name="connsiteX22" fmla="*/ 384127 w 409330"/>
                <a:gd name="connsiteY22" fmla="*/ 161202 h 323912"/>
                <a:gd name="connsiteX23" fmla="*/ 356046 w 409330"/>
                <a:gd name="connsiteY23" fmla="*/ 176117 h 323912"/>
                <a:gd name="connsiteX24" fmla="*/ 342548 w 409330"/>
                <a:gd name="connsiteY24" fmla="*/ 179950 h 323912"/>
                <a:gd name="connsiteX25" fmla="*/ 318299 w 409330"/>
                <a:gd name="connsiteY25" fmla="*/ 221113 h 323912"/>
                <a:gd name="connsiteX26" fmla="*/ 282719 w 409330"/>
                <a:gd name="connsiteY26" fmla="*/ 228112 h 323912"/>
                <a:gd name="connsiteX27" fmla="*/ 265304 w 409330"/>
                <a:gd name="connsiteY27" fmla="*/ 225029 h 323912"/>
                <a:gd name="connsiteX28" fmla="*/ 236724 w 409330"/>
                <a:gd name="connsiteY28" fmla="*/ 255527 h 323912"/>
                <a:gd name="connsiteX29" fmla="*/ 207143 w 409330"/>
                <a:gd name="connsiteY29" fmla="*/ 268859 h 323912"/>
                <a:gd name="connsiteX30" fmla="*/ 183145 w 409330"/>
                <a:gd name="connsiteY30" fmla="*/ 241611 h 323912"/>
                <a:gd name="connsiteX31" fmla="*/ 163647 w 409330"/>
                <a:gd name="connsiteY31" fmla="*/ 224279 h 323912"/>
                <a:gd name="connsiteX32" fmla="*/ 135650 w 409330"/>
                <a:gd name="connsiteY32" fmla="*/ 249361 h 323912"/>
                <a:gd name="connsiteX33" fmla="*/ 92236 w 409330"/>
                <a:gd name="connsiteY33" fmla="*/ 223280 h 323912"/>
                <a:gd name="connsiteX34" fmla="*/ 71488 w 409330"/>
                <a:gd name="connsiteY34" fmla="*/ 206698 h 323912"/>
                <a:gd name="connsiteX35" fmla="*/ 39158 w 409330"/>
                <a:gd name="connsiteY35" fmla="*/ 210781 h 323912"/>
                <a:gd name="connsiteX36" fmla="*/ 16660 w 409330"/>
                <a:gd name="connsiteY36" fmla="*/ 184283 h 323912"/>
                <a:gd name="connsiteX37" fmla="*/ 29659 w 409330"/>
                <a:gd name="connsiteY37" fmla="*/ 114456 h 323912"/>
                <a:gd name="connsiteX38" fmla="*/ 29659 w 409330"/>
                <a:gd name="connsiteY38" fmla="*/ 114456 h 323912"/>
                <a:gd name="connsiteX39" fmla="*/ 348047 w 409330"/>
                <a:gd name="connsiteY39" fmla="*/ 267692 h 323912"/>
                <a:gd name="connsiteX40" fmla="*/ 225392 w 409330"/>
                <a:gd name="connsiteY40" fmla="*/ 309522 h 323912"/>
                <a:gd name="connsiteX41" fmla="*/ 96903 w 409330"/>
                <a:gd name="connsiteY41" fmla="*/ 296523 h 323912"/>
                <a:gd name="connsiteX42" fmla="*/ 40158 w 409330"/>
                <a:gd name="connsiteY42" fmla="*/ 261026 h 323912"/>
                <a:gd name="connsiteX43" fmla="*/ 17410 w 409330"/>
                <a:gd name="connsiteY43" fmla="*/ 216447 h 323912"/>
                <a:gd name="connsiteX44" fmla="*/ 63823 w 409330"/>
                <a:gd name="connsiteY44" fmla="*/ 222613 h 323912"/>
                <a:gd name="connsiteX45" fmla="*/ 80155 w 409330"/>
                <a:gd name="connsiteY45" fmla="*/ 223780 h 323912"/>
                <a:gd name="connsiteX46" fmla="*/ 83738 w 409330"/>
                <a:gd name="connsiteY46" fmla="*/ 235279 h 323912"/>
                <a:gd name="connsiteX47" fmla="*/ 97486 w 409330"/>
                <a:gd name="connsiteY47" fmla="*/ 256776 h 323912"/>
                <a:gd name="connsiteX48" fmla="*/ 138483 w 409330"/>
                <a:gd name="connsiteY48" fmla="*/ 258526 h 323912"/>
                <a:gd name="connsiteX49" fmla="*/ 152815 w 409330"/>
                <a:gd name="connsiteY49" fmla="*/ 243777 h 323912"/>
                <a:gd name="connsiteX50" fmla="*/ 171813 w 409330"/>
                <a:gd name="connsiteY50" fmla="*/ 237278 h 323912"/>
                <a:gd name="connsiteX51" fmla="*/ 178313 w 409330"/>
                <a:gd name="connsiteY51" fmla="*/ 253360 h 323912"/>
                <a:gd name="connsiteX52" fmla="*/ 211560 w 409330"/>
                <a:gd name="connsiteY52" fmla="*/ 282274 h 323912"/>
                <a:gd name="connsiteX53" fmla="*/ 257721 w 409330"/>
                <a:gd name="connsiteY53" fmla="*/ 253943 h 323912"/>
                <a:gd name="connsiteX54" fmla="*/ 267221 w 409330"/>
                <a:gd name="connsiteY54" fmla="*/ 240945 h 323912"/>
                <a:gd name="connsiteX55" fmla="*/ 278887 w 409330"/>
                <a:gd name="connsiteY55" fmla="*/ 241361 h 323912"/>
                <a:gd name="connsiteX56" fmla="*/ 308551 w 409330"/>
                <a:gd name="connsiteY56" fmla="*/ 245028 h 323912"/>
                <a:gd name="connsiteX57" fmla="*/ 340965 w 409330"/>
                <a:gd name="connsiteY57" fmla="*/ 207114 h 323912"/>
                <a:gd name="connsiteX58" fmla="*/ 355796 w 409330"/>
                <a:gd name="connsiteY58" fmla="*/ 187283 h 323912"/>
                <a:gd name="connsiteX59" fmla="*/ 368378 w 409330"/>
                <a:gd name="connsiteY59" fmla="*/ 186283 h 323912"/>
                <a:gd name="connsiteX60" fmla="*/ 389710 w 409330"/>
                <a:gd name="connsiteY60" fmla="*/ 173784 h 323912"/>
                <a:gd name="connsiteX61" fmla="*/ 394127 w 409330"/>
                <a:gd name="connsiteY61" fmla="*/ 168035 h 323912"/>
                <a:gd name="connsiteX62" fmla="*/ 389710 w 409330"/>
                <a:gd name="connsiteY62" fmla="*/ 214697 h 323912"/>
                <a:gd name="connsiteX63" fmla="*/ 348047 w 409330"/>
                <a:gd name="connsiteY63" fmla="*/ 267692 h 323912"/>
                <a:gd name="connsiteX64" fmla="*/ 348047 w 409330"/>
                <a:gd name="connsiteY64" fmla="*/ 267692 h 323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409330" h="323912">
                  <a:moveTo>
                    <a:pt x="401959" y="150119"/>
                  </a:moveTo>
                  <a:cubicBezTo>
                    <a:pt x="403875" y="141870"/>
                    <a:pt x="404125" y="133121"/>
                    <a:pt x="403209" y="124872"/>
                  </a:cubicBezTo>
                  <a:cubicBezTo>
                    <a:pt x="397876" y="77876"/>
                    <a:pt x="360296" y="28130"/>
                    <a:pt x="316800" y="9632"/>
                  </a:cubicBezTo>
                  <a:cubicBezTo>
                    <a:pt x="295052" y="383"/>
                    <a:pt x="270804" y="-1284"/>
                    <a:pt x="246306" y="800"/>
                  </a:cubicBezTo>
                  <a:cubicBezTo>
                    <a:pt x="210976" y="1633"/>
                    <a:pt x="175063" y="9382"/>
                    <a:pt x="142066" y="19464"/>
                  </a:cubicBezTo>
                  <a:cubicBezTo>
                    <a:pt x="97736" y="33047"/>
                    <a:pt x="56574" y="57294"/>
                    <a:pt x="26909" y="93541"/>
                  </a:cubicBezTo>
                  <a:cubicBezTo>
                    <a:pt x="13993" y="109373"/>
                    <a:pt x="2995" y="127288"/>
                    <a:pt x="995" y="148036"/>
                  </a:cubicBezTo>
                  <a:cubicBezTo>
                    <a:pt x="-754" y="166368"/>
                    <a:pt x="-1422" y="191866"/>
                    <a:pt x="9745" y="208031"/>
                  </a:cubicBezTo>
                  <a:cubicBezTo>
                    <a:pt x="10328" y="226696"/>
                    <a:pt x="14244" y="247194"/>
                    <a:pt x="25659" y="261276"/>
                  </a:cubicBezTo>
                  <a:cubicBezTo>
                    <a:pt x="39158" y="278025"/>
                    <a:pt x="57823" y="293107"/>
                    <a:pt x="77489" y="301856"/>
                  </a:cubicBezTo>
                  <a:cubicBezTo>
                    <a:pt x="125401" y="323187"/>
                    <a:pt x="184479" y="326520"/>
                    <a:pt x="236140" y="322354"/>
                  </a:cubicBezTo>
                  <a:cubicBezTo>
                    <a:pt x="284720" y="318438"/>
                    <a:pt x="333549" y="299606"/>
                    <a:pt x="370712" y="267526"/>
                  </a:cubicBezTo>
                  <a:cubicBezTo>
                    <a:pt x="401959" y="240778"/>
                    <a:pt x="420457" y="189116"/>
                    <a:pt x="401959" y="150119"/>
                  </a:cubicBezTo>
                  <a:lnTo>
                    <a:pt x="401959" y="150119"/>
                  </a:lnTo>
                  <a:close/>
                  <a:moveTo>
                    <a:pt x="29659" y="114456"/>
                  </a:moveTo>
                  <a:cubicBezTo>
                    <a:pt x="55240" y="75626"/>
                    <a:pt x="97070" y="48212"/>
                    <a:pt x="140482" y="33213"/>
                  </a:cubicBezTo>
                  <a:cubicBezTo>
                    <a:pt x="147565" y="30797"/>
                    <a:pt x="154814" y="28380"/>
                    <a:pt x="162147" y="26130"/>
                  </a:cubicBezTo>
                  <a:cubicBezTo>
                    <a:pt x="182646" y="21881"/>
                    <a:pt x="203227" y="18048"/>
                    <a:pt x="224058" y="15882"/>
                  </a:cubicBezTo>
                  <a:cubicBezTo>
                    <a:pt x="245640" y="13632"/>
                    <a:pt x="270138" y="10049"/>
                    <a:pt x="291636" y="14298"/>
                  </a:cubicBezTo>
                  <a:cubicBezTo>
                    <a:pt x="333465" y="22631"/>
                    <a:pt x="374461" y="59878"/>
                    <a:pt x="387627" y="100124"/>
                  </a:cubicBezTo>
                  <a:cubicBezTo>
                    <a:pt x="391877" y="113289"/>
                    <a:pt x="393710" y="128955"/>
                    <a:pt x="390877" y="143287"/>
                  </a:cubicBezTo>
                  <a:cubicBezTo>
                    <a:pt x="388544" y="144870"/>
                    <a:pt x="387210" y="147870"/>
                    <a:pt x="388794" y="151036"/>
                  </a:cubicBezTo>
                  <a:cubicBezTo>
                    <a:pt x="387627" y="154619"/>
                    <a:pt x="386043" y="158035"/>
                    <a:pt x="384127" y="161202"/>
                  </a:cubicBezTo>
                  <a:cubicBezTo>
                    <a:pt x="377544" y="172201"/>
                    <a:pt x="368128" y="175200"/>
                    <a:pt x="356046" y="176117"/>
                  </a:cubicBezTo>
                  <a:cubicBezTo>
                    <a:pt x="350463" y="176534"/>
                    <a:pt x="347131" y="176033"/>
                    <a:pt x="342548" y="179950"/>
                  </a:cubicBezTo>
                  <a:cubicBezTo>
                    <a:pt x="330549" y="190199"/>
                    <a:pt x="327216" y="208447"/>
                    <a:pt x="318299" y="221113"/>
                  </a:cubicBezTo>
                  <a:cubicBezTo>
                    <a:pt x="309217" y="233945"/>
                    <a:pt x="296052" y="232695"/>
                    <a:pt x="282719" y="228112"/>
                  </a:cubicBezTo>
                  <a:cubicBezTo>
                    <a:pt x="276803" y="226112"/>
                    <a:pt x="271721" y="222863"/>
                    <a:pt x="265304" y="225029"/>
                  </a:cubicBezTo>
                  <a:cubicBezTo>
                    <a:pt x="252889" y="229195"/>
                    <a:pt x="245389" y="247027"/>
                    <a:pt x="236724" y="255527"/>
                  </a:cubicBezTo>
                  <a:cubicBezTo>
                    <a:pt x="229058" y="263026"/>
                    <a:pt x="218642" y="271608"/>
                    <a:pt x="207143" y="268859"/>
                  </a:cubicBezTo>
                  <a:cubicBezTo>
                    <a:pt x="193811" y="265692"/>
                    <a:pt x="188645" y="252444"/>
                    <a:pt x="183145" y="241611"/>
                  </a:cubicBezTo>
                  <a:cubicBezTo>
                    <a:pt x="179313" y="234112"/>
                    <a:pt x="173813" y="222946"/>
                    <a:pt x="163647" y="224279"/>
                  </a:cubicBezTo>
                  <a:cubicBezTo>
                    <a:pt x="151065" y="225946"/>
                    <a:pt x="145482" y="243028"/>
                    <a:pt x="135650" y="249361"/>
                  </a:cubicBezTo>
                  <a:cubicBezTo>
                    <a:pt x="112485" y="264526"/>
                    <a:pt x="98153" y="242944"/>
                    <a:pt x="92236" y="223280"/>
                  </a:cubicBezTo>
                  <a:cubicBezTo>
                    <a:pt x="88987" y="212530"/>
                    <a:pt x="83655" y="205281"/>
                    <a:pt x="71488" y="206698"/>
                  </a:cubicBezTo>
                  <a:cubicBezTo>
                    <a:pt x="59906" y="208114"/>
                    <a:pt x="51408" y="213780"/>
                    <a:pt x="39158" y="210781"/>
                  </a:cubicBezTo>
                  <a:cubicBezTo>
                    <a:pt x="25160" y="207447"/>
                    <a:pt x="18994" y="197782"/>
                    <a:pt x="16660" y="184283"/>
                  </a:cubicBezTo>
                  <a:cubicBezTo>
                    <a:pt x="12494" y="159619"/>
                    <a:pt x="15827" y="135371"/>
                    <a:pt x="29659" y="114456"/>
                  </a:cubicBezTo>
                  <a:lnTo>
                    <a:pt x="29659" y="114456"/>
                  </a:lnTo>
                  <a:close/>
                  <a:moveTo>
                    <a:pt x="348047" y="267692"/>
                  </a:moveTo>
                  <a:cubicBezTo>
                    <a:pt x="311883" y="292607"/>
                    <a:pt x="269637" y="308189"/>
                    <a:pt x="225392" y="309522"/>
                  </a:cubicBezTo>
                  <a:cubicBezTo>
                    <a:pt x="182062" y="310855"/>
                    <a:pt x="138566" y="309938"/>
                    <a:pt x="96903" y="296523"/>
                  </a:cubicBezTo>
                  <a:cubicBezTo>
                    <a:pt x="74655" y="289357"/>
                    <a:pt x="56740" y="277441"/>
                    <a:pt x="40158" y="261026"/>
                  </a:cubicBezTo>
                  <a:cubicBezTo>
                    <a:pt x="28076" y="249027"/>
                    <a:pt x="21160" y="233112"/>
                    <a:pt x="17410" y="216447"/>
                  </a:cubicBezTo>
                  <a:cubicBezTo>
                    <a:pt x="30326" y="226946"/>
                    <a:pt x="48074" y="228029"/>
                    <a:pt x="63823" y="222613"/>
                  </a:cubicBezTo>
                  <a:cubicBezTo>
                    <a:pt x="69739" y="220530"/>
                    <a:pt x="76155" y="218030"/>
                    <a:pt x="80155" y="223780"/>
                  </a:cubicBezTo>
                  <a:cubicBezTo>
                    <a:pt x="82238" y="226863"/>
                    <a:pt x="82321" y="231778"/>
                    <a:pt x="83738" y="235279"/>
                  </a:cubicBezTo>
                  <a:cubicBezTo>
                    <a:pt x="86738" y="242944"/>
                    <a:pt x="91487" y="251110"/>
                    <a:pt x="97486" y="256776"/>
                  </a:cubicBezTo>
                  <a:cubicBezTo>
                    <a:pt x="108818" y="267442"/>
                    <a:pt x="125984" y="266359"/>
                    <a:pt x="138483" y="258526"/>
                  </a:cubicBezTo>
                  <a:cubicBezTo>
                    <a:pt x="144482" y="254776"/>
                    <a:pt x="148648" y="249444"/>
                    <a:pt x="152815" y="243777"/>
                  </a:cubicBezTo>
                  <a:cubicBezTo>
                    <a:pt x="157565" y="237362"/>
                    <a:pt x="163980" y="230362"/>
                    <a:pt x="171813" y="237278"/>
                  </a:cubicBezTo>
                  <a:cubicBezTo>
                    <a:pt x="175313" y="240361"/>
                    <a:pt x="176479" y="249027"/>
                    <a:pt x="178313" y="253360"/>
                  </a:cubicBezTo>
                  <a:cubicBezTo>
                    <a:pt x="184395" y="267775"/>
                    <a:pt x="194811" y="280941"/>
                    <a:pt x="211560" y="282274"/>
                  </a:cubicBezTo>
                  <a:cubicBezTo>
                    <a:pt x="230058" y="283774"/>
                    <a:pt x="247306" y="267609"/>
                    <a:pt x="257721" y="253943"/>
                  </a:cubicBezTo>
                  <a:cubicBezTo>
                    <a:pt x="260722" y="249944"/>
                    <a:pt x="263138" y="243861"/>
                    <a:pt x="267221" y="240945"/>
                  </a:cubicBezTo>
                  <a:cubicBezTo>
                    <a:pt x="271971" y="237528"/>
                    <a:pt x="273804" y="239611"/>
                    <a:pt x="278887" y="241361"/>
                  </a:cubicBezTo>
                  <a:cubicBezTo>
                    <a:pt x="288219" y="244611"/>
                    <a:pt x="298718" y="247611"/>
                    <a:pt x="308551" y="245028"/>
                  </a:cubicBezTo>
                  <a:cubicBezTo>
                    <a:pt x="327133" y="240194"/>
                    <a:pt x="334048" y="223196"/>
                    <a:pt x="340965" y="207114"/>
                  </a:cubicBezTo>
                  <a:cubicBezTo>
                    <a:pt x="344131" y="199865"/>
                    <a:pt x="347214" y="189949"/>
                    <a:pt x="355796" y="187283"/>
                  </a:cubicBezTo>
                  <a:cubicBezTo>
                    <a:pt x="359546" y="186116"/>
                    <a:pt x="364462" y="187116"/>
                    <a:pt x="368378" y="186283"/>
                  </a:cubicBezTo>
                  <a:cubicBezTo>
                    <a:pt x="376711" y="184533"/>
                    <a:pt x="383960" y="180117"/>
                    <a:pt x="389710" y="173784"/>
                  </a:cubicBezTo>
                  <a:cubicBezTo>
                    <a:pt x="391376" y="171951"/>
                    <a:pt x="392793" y="170034"/>
                    <a:pt x="394127" y="168035"/>
                  </a:cubicBezTo>
                  <a:cubicBezTo>
                    <a:pt x="396709" y="183450"/>
                    <a:pt x="393710" y="199865"/>
                    <a:pt x="389710" y="214697"/>
                  </a:cubicBezTo>
                  <a:cubicBezTo>
                    <a:pt x="383877" y="237695"/>
                    <a:pt x="367295" y="254443"/>
                    <a:pt x="348047" y="267692"/>
                  </a:cubicBezTo>
                  <a:lnTo>
                    <a:pt x="348047" y="267692"/>
                  </a:lnTo>
                  <a:close/>
                </a:path>
              </a:pathLst>
            </a:custGeom>
            <a:grpFill/>
            <a:ln w="8332" cap="flat">
              <a:noFill/>
              <a:prstDash val="solid"/>
              <a:miter/>
            </a:ln>
          </p:spPr>
          <p:txBody>
            <a:bodyPr rtlCol="0" anchor="ctr"/>
            <a:lstStyle/>
            <a:p>
              <a:endParaRPr lang="en-US"/>
            </a:p>
          </p:txBody>
        </p:sp>
        <p:sp>
          <p:nvSpPr>
            <p:cNvPr id="2628" name="Freeform: Shape 2627"/>
            <p:cNvSpPr/>
            <p:nvPr/>
          </p:nvSpPr>
          <p:spPr>
            <a:xfrm>
              <a:off x="8598567" y="5921720"/>
              <a:ext cx="166787" cy="99988"/>
            </a:xfrm>
            <a:custGeom>
              <a:avLst/>
              <a:gdLst>
                <a:gd name="connsiteX0" fmla="*/ 166748 w 166787"/>
                <a:gd name="connsiteY0" fmla="*/ 38169 h 99988"/>
                <a:gd name="connsiteX1" fmla="*/ 144583 w 166787"/>
                <a:gd name="connsiteY1" fmla="*/ 16255 h 99988"/>
                <a:gd name="connsiteX2" fmla="*/ 142833 w 166787"/>
                <a:gd name="connsiteY2" fmla="*/ 22671 h 99988"/>
                <a:gd name="connsiteX3" fmla="*/ 154999 w 166787"/>
                <a:gd name="connsiteY3" fmla="*/ 50585 h 99988"/>
                <a:gd name="connsiteX4" fmla="*/ 151832 w 166787"/>
                <a:gd name="connsiteY4" fmla="*/ 49501 h 99988"/>
                <a:gd name="connsiteX5" fmla="*/ 112002 w 166787"/>
                <a:gd name="connsiteY5" fmla="*/ 33086 h 99988"/>
                <a:gd name="connsiteX6" fmla="*/ 94587 w 166787"/>
                <a:gd name="connsiteY6" fmla="*/ 39669 h 99988"/>
                <a:gd name="connsiteX7" fmla="*/ 66173 w 166787"/>
                <a:gd name="connsiteY7" fmla="*/ 46585 h 99988"/>
                <a:gd name="connsiteX8" fmla="*/ 13345 w 166787"/>
                <a:gd name="connsiteY8" fmla="*/ 69167 h 99988"/>
                <a:gd name="connsiteX9" fmla="*/ 15094 w 166787"/>
                <a:gd name="connsiteY9" fmla="*/ 54751 h 99988"/>
                <a:gd name="connsiteX10" fmla="*/ 41676 w 166787"/>
                <a:gd name="connsiteY10" fmla="*/ 30253 h 99988"/>
                <a:gd name="connsiteX11" fmla="*/ 118835 w 166787"/>
                <a:gd name="connsiteY11" fmla="*/ 3506 h 99988"/>
                <a:gd name="connsiteX12" fmla="*/ 118835 w 166787"/>
                <a:gd name="connsiteY12" fmla="*/ 6 h 99988"/>
                <a:gd name="connsiteX13" fmla="*/ 12678 w 166787"/>
                <a:gd name="connsiteY13" fmla="*/ 39419 h 99988"/>
                <a:gd name="connsiteX14" fmla="*/ 36343 w 166787"/>
                <a:gd name="connsiteY14" fmla="*/ 98414 h 99988"/>
                <a:gd name="connsiteX15" fmla="*/ 146332 w 166787"/>
                <a:gd name="connsiteY15" fmla="*/ 72166 h 99988"/>
                <a:gd name="connsiteX16" fmla="*/ 166748 w 166787"/>
                <a:gd name="connsiteY16" fmla="*/ 38169 h 99988"/>
                <a:gd name="connsiteX17" fmla="*/ 166748 w 166787"/>
                <a:gd name="connsiteY17" fmla="*/ 38169 h 99988"/>
                <a:gd name="connsiteX18" fmla="*/ 141416 w 166787"/>
                <a:gd name="connsiteY18" fmla="*/ 64167 h 99988"/>
                <a:gd name="connsiteX19" fmla="*/ 105337 w 166787"/>
                <a:gd name="connsiteY19" fmla="*/ 80832 h 99988"/>
                <a:gd name="connsiteX20" fmla="*/ 35176 w 166787"/>
                <a:gd name="connsiteY20" fmla="*/ 85665 h 99988"/>
                <a:gd name="connsiteX21" fmla="*/ 17094 w 166787"/>
                <a:gd name="connsiteY21" fmla="*/ 75833 h 99988"/>
                <a:gd name="connsiteX22" fmla="*/ 44925 w 166787"/>
                <a:gd name="connsiteY22" fmla="*/ 55668 h 99988"/>
                <a:gd name="connsiteX23" fmla="*/ 84255 w 166787"/>
                <a:gd name="connsiteY23" fmla="*/ 57584 h 99988"/>
                <a:gd name="connsiteX24" fmla="*/ 94754 w 166787"/>
                <a:gd name="connsiteY24" fmla="*/ 52502 h 99988"/>
                <a:gd name="connsiteX25" fmla="*/ 127501 w 166787"/>
                <a:gd name="connsiteY25" fmla="*/ 49168 h 99988"/>
                <a:gd name="connsiteX26" fmla="*/ 146749 w 166787"/>
                <a:gd name="connsiteY26" fmla="*/ 60084 h 99988"/>
                <a:gd name="connsiteX27" fmla="*/ 141416 w 166787"/>
                <a:gd name="connsiteY27" fmla="*/ 64167 h 99988"/>
                <a:gd name="connsiteX28" fmla="*/ 141416 w 166787"/>
                <a:gd name="connsiteY28" fmla="*/ 64167 h 99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66787" h="99988">
                  <a:moveTo>
                    <a:pt x="166748" y="38169"/>
                  </a:moveTo>
                  <a:cubicBezTo>
                    <a:pt x="165997" y="24087"/>
                    <a:pt x="156998" y="19588"/>
                    <a:pt x="144583" y="16255"/>
                  </a:cubicBezTo>
                  <a:cubicBezTo>
                    <a:pt x="140417" y="15171"/>
                    <a:pt x="138667" y="21587"/>
                    <a:pt x="142833" y="22671"/>
                  </a:cubicBezTo>
                  <a:cubicBezTo>
                    <a:pt x="161582" y="27754"/>
                    <a:pt x="161747" y="39919"/>
                    <a:pt x="154999" y="50585"/>
                  </a:cubicBezTo>
                  <a:cubicBezTo>
                    <a:pt x="154166" y="50001"/>
                    <a:pt x="153166" y="49585"/>
                    <a:pt x="151832" y="49501"/>
                  </a:cubicBezTo>
                  <a:cubicBezTo>
                    <a:pt x="136334" y="49002"/>
                    <a:pt x="127667" y="31920"/>
                    <a:pt x="112002" y="33086"/>
                  </a:cubicBezTo>
                  <a:cubicBezTo>
                    <a:pt x="105920" y="33503"/>
                    <a:pt x="99754" y="36753"/>
                    <a:pt x="94587" y="39669"/>
                  </a:cubicBezTo>
                  <a:cubicBezTo>
                    <a:pt x="84255" y="45502"/>
                    <a:pt x="79089" y="48585"/>
                    <a:pt x="66173" y="46585"/>
                  </a:cubicBezTo>
                  <a:cubicBezTo>
                    <a:pt x="45175" y="43335"/>
                    <a:pt x="23927" y="50835"/>
                    <a:pt x="13345" y="69167"/>
                  </a:cubicBezTo>
                  <a:cubicBezTo>
                    <a:pt x="11928" y="64917"/>
                    <a:pt x="12178" y="60084"/>
                    <a:pt x="15094" y="54751"/>
                  </a:cubicBezTo>
                  <a:cubicBezTo>
                    <a:pt x="20511" y="44919"/>
                    <a:pt x="32592" y="36503"/>
                    <a:pt x="41676" y="30253"/>
                  </a:cubicBezTo>
                  <a:cubicBezTo>
                    <a:pt x="64839" y="14505"/>
                    <a:pt x="91254" y="7005"/>
                    <a:pt x="118835" y="3506"/>
                  </a:cubicBezTo>
                  <a:cubicBezTo>
                    <a:pt x="121002" y="3256"/>
                    <a:pt x="121168" y="-160"/>
                    <a:pt x="118835" y="6"/>
                  </a:cubicBezTo>
                  <a:cubicBezTo>
                    <a:pt x="79421" y="2089"/>
                    <a:pt x="42509" y="12255"/>
                    <a:pt x="12678" y="39419"/>
                  </a:cubicBezTo>
                  <a:cubicBezTo>
                    <a:pt x="-13736" y="63417"/>
                    <a:pt x="4512" y="94164"/>
                    <a:pt x="36343" y="98414"/>
                  </a:cubicBezTo>
                  <a:cubicBezTo>
                    <a:pt x="75173" y="103747"/>
                    <a:pt x="114586" y="95664"/>
                    <a:pt x="146332" y="72166"/>
                  </a:cubicBezTo>
                  <a:cubicBezTo>
                    <a:pt x="157415" y="64083"/>
                    <a:pt x="167497" y="53001"/>
                    <a:pt x="166748" y="38169"/>
                  </a:cubicBezTo>
                  <a:lnTo>
                    <a:pt x="166748" y="38169"/>
                  </a:lnTo>
                  <a:close/>
                  <a:moveTo>
                    <a:pt x="141416" y="64167"/>
                  </a:moveTo>
                  <a:cubicBezTo>
                    <a:pt x="130334" y="71500"/>
                    <a:pt x="117919" y="76916"/>
                    <a:pt x="105337" y="80832"/>
                  </a:cubicBezTo>
                  <a:cubicBezTo>
                    <a:pt x="83588" y="87665"/>
                    <a:pt x="57757" y="90582"/>
                    <a:pt x="35176" y="85665"/>
                  </a:cubicBezTo>
                  <a:cubicBezTo>
                    <a:pt x="28426" y="84165"/>
                    <a:pt x="21510" y="80749"/>
                    <a:pt x="17094" y="75833"/>
                  </a:cubicBezTo>
                  <a:cubicBezTo>
                    <a:pt x="24427" y="67166"/>
                    <a:pt x="33926" y="58584"/>
                    <a:pt x="44925" y="55668"/>
                  </a:cubicBezTo>
                  <a:cubicBezTo>
                    <a:pt x="58257" y="52085"/>
                    <a:pt x="71007" y="60751"/>
                    <a:pt x="84255" y="57584"/>
                  </a:cubicBezTo>
                  <a:cubicBezTo>
                    <a:pt x="88421" y="56584"/>
                    <a:pt x="91171" y="54751"/>
                    <a:pt x="94754" y="52502"/>
                  </a:cubicBezTo>
                  <a:cubicBezTo>
                    <a:pt x="106337" y="45335"/>
                    <a:pt x="113835" y="41336"/>
                    <a:pt x="127501" y="49168"/>
                  </a:cubicBezTo>
                  <a:cubicBezTo>
                    <a:pt x="135833" y="53918"/>
                    <a:pt x="138584" y="59501"/>
                    <a:pt x="146749" y="60084"/>
                  </a:cubicBezTo>
                  <a:cubicBezTo>
                    <a:pt x="145082" y="61584"/>
                    <a:pt x="143249" y="62917"/>
                    <a:pt x="141416" y="64167"/>
                  </a:cubicBezTo>
                  <a:lnTo>
                    <a:pt x="141416" y="64167"/>
                  </a:lnTo>
                  <a:close/>
                </a:path>
              </a:pathLst>
            </a:custGeom>
            <a:grpFill/>
            <a:ln w="8332" cap="flat">
              <a:noFill/>
              <a:prstDash val="solid"/>
              <a:miter/>
            </a:ln>
          </p:spPr>
          <p:txBody>
            <a:bodyPr rtlCol="0" anchor="ctr"/>
            <a:lstStyle/>
            <a:p>
              <a:endParaRPr lang="en-US"/>
            </a:p>
          </p:txBody>
        </p:sp>
        <p:sp>
          <p:nvSpPr>
            <p:cNvPr id="2629" name="Freeform: Shape 2628"/>
            <p:cNvSpPr/>
            <p:nvPr/>
          </p:nvSpPr>
          <p:spPr>
            <a:xfrm>
              <a:off x="8769569" y="4316572"/>
              <a:ext cx="409331" cy="323912"/>
            </a:xfrm>
            <a:custGeom>
              <a:avLst/>
              <a:gdLst>
                <a:gd name="connsiteX0" fmla="*/ 401959 w 409331"/>
                <a:gd name="connsiteY0" fmla="*/ 150119 h 323912"/>
                <a:gd name="connsiteX1" fmla="*/ 403208 w 409331"/>
                <a:gd name="connsiteY1" fmla="*/ 124872 h 323912"/>
                <a:gd name="connsiteX2" fmla="*/ 316800 w 409331"/>
                <a:gd name="connsiteY2" fmla="*/ 9632 h 323912"/>
                <a:gd name="connsiteX3" fmla="*/ 246306 w 409331"/>
                <a:gd name="connsiteY3" fmla="*/ 800 h 323912"/>
                <a:gd name="connsiteX4" fmla="*/ 142066 w 409331"/>
                <a:gd name="connsiteY4" fmla="*/ 19464 h 323912"/>
                <a:gd name="connsiteX5" fmla="*/ 26910 w 409331"/>
                <a:gd name="connsiteY5" fmla="*/ 93541 h 323912"/>
                <a:gd name="connsiteX6" fmla="*/ 996 w 409331"/>
                <a:gd name="connsiteY6" fmla="*/ 148036 h 323912"/>
                <a:gd name="connsiteX7" fmla="*/ 9744 w 409331"/>
                <a:gd name="connsiteY7" fmla="*/ 208031 h 323912"/>
                <a:gd name="connsiteX8" fmla="*/ 25660 w 409331"/>
                <a:gd name="connsiteY8" fmla="*/ 261276 h 323912"/>
                <a:gd name="connsiteX9" fmla="*/ 77488 w 409331"/>
                <a:gd name="connsiteY9" fmla="*/ 301856 h 323912"/>
                <a:gd name="connsiteX10" fmla="*/ 236141 w 409331"/>
                <a:gd name="connsiteY10" fmla="*/ 322354 h 323912"/>
                <a:gd name="connsiteX11" fmla="*/ 370712 w 409331"/>
                <a:gd name="connsiteY11" fmla="*/ 267526 h 323912"/>
                <a:gd name="connsiteX12" fmla="*/ 401959 w 409331"/>
                <a:gd name="connsiteY12" fmla="*/ 150119 h 323912"/>
                <a:gd name="connsiteX13" fmla="*/ 401959 w 409331"/>
                <a:gd name="connsiteY13" fmla="*/ 150119 h 323912"/>
                <a:gd name="connsiteX14" fmla="*/ 29743 w 409331"/>
                <a:gd name="connsiteY14" fmla="*/ 114456 h 323912"/>
                <a:gd name="connsiteX15" fmla="*/ 140566 w 409331"/>
                <a:gd name="connsiteY15" fmla="*/ 33213 h 323912"/>
                <a:gd name="connsiteX16" fmla="*/ 162231 w 409331"/>
                <a:gd name="connsiteY16" fmla="*/ 26130 h 323912"/>
                <a:gd name="connsiteX17" fmla="*/ 224141 w 409331"/>
                <a:gd name="connsiteY17" fmla="*/ 15882 h 323912"/>
                <a:gd name="connsiteX18" fmla="*/ 291718 w 409331"/>
                <a:gd name="connsiteY18" fmla="*/ 14298 h 323912"/>
                <a:gd name="connsiteX19" fmla="*/ 387710 w 409331"/>
                <a:gd name="connsiteY19" fmla="*/ 100124 h 323912"/>
                <a:gd name="connsiteX20" fmla="*/ 390960 w 409331"/>
                <a:gd name="connsiteY20" fmla="*/ 143287 h 323912"/>
                <a:gd name="connsiteX21" fmla="*/ 388877 w 409331"/>
                <a:gd name="connsiteY21" fmla="*/ 151036 h 323912"/>
                <a:gd name="connsiteX22" fmla="*/ 384211 w 409331"/>
                <a:gd name="connsiteY22" fmla="*/ 161202 h 323912"/>
                <a:gd name="connsiteX23" fmla="*/ 356130 w 409331"/>
                <a:gd name="connsiteY23" fmla="*/ 176117 h 323912"/>
                <a:gd name="connsiteX24" fmla="*/ 342631 w 409331"/>
                <a:gd name="connsiteY24" fmla="*/ 179950 h 323912"/>
                <a:gd name="connsiteX25" fmla="*/ 318383 w 409331"/>
                <a:gd name="connsiteY25" fmla="*/ 221113 h 323912"/>
                <a:gd name="connsiteX26" fmla="*/ 282803 w 409331"/>
                <a:gd name="connsiteY26" fmla="*/ 228113 h 323912"/>
                <a:gd name="connsiteX27" fmla="*/ 265388 w 409331"/>
                <a:gd name="connsiteY27" fmla="*/ 225030 h 323912"/>
                <a:gd name="connsiteX28" fmla="*/ 236807 w 409331"/>
                <a:gd name="connsiteY28" fmla="*/ 255527 h 323912"/>
                <a:gd name="connsiteX29" fmla="*/ 207227 w 409331"/>
                <a:gd name="connsiteY29" fmla="*/ 268859 h 323912"/>
                <a:gd name="connsiteX30" fmla="*/ 183229 w 409331"/>
                <a:gd name="connsiteY30" fmla="*/ 241611 h 323912"/>
                <a:gd name="connsiteX31" fmla="*/ 163730 w 409331"/>
                <a:gd name="connsiteY31" fmla="*/ 224279 h 323912"/>
                <a:gd name="connsiteX32" fmla="*/ 135733 w 409331"/>
                <a:gd name="connsiteY32" fmla="*/ 249361 h 323912"/>
                <a:gd name="connsiteX33" fmla="*/ 92320 w 409331"/>
                <a:gd name="connsiteY33" fmla="*/ 223280 h 323912"/>
                <a:gd name="connsiteX34" fmla="*/ 71572 w 409331"/>
                <a:gd name="connsiteY34" fmla="*/ 206698 h 323912"/>
                <a:gd name="connsiteX35" fmla="*/ 39242 w 409331"/>
                <a:gd name="connsiteY35" fmla="*/ 210781 h 323912"/>
                <a:gd name="connsiteX36" fmla="*/ 16743 w 409331"/>
                <a:gd name="connsiteY36" fmla="*/ 184283 h 323912"/>
                <a:gd name="connsiteX37" fmla="*/ 29743 w 409331"/>
                <a:gd name="connsiteY37" fmla="*/ 114456 h 323912"/>
                <a:gd name="connsiteX38" fmla="*/ 29743 w 409331"/>
                <a:gd name="connsiteY38" fmla="*/ 114456 h 323912"/>
                <a:gd name="connsiteX39" fmla="*/ 348130 w 409331"/>
                <a:gd name="connsiteY39" fmla="*/ 267692 h 323912"/>
                <a:gd name="connsiteX40" fmla="*/ 225475 w 409331"/>
                <a:gd name="connsiteY40" fmla="*/ 309522 h 323912"/>
                <a:gd name="connsiteX41" fmla="*/ 96986 w 409331"/>
                <a:gd name="connsiteY41" fmla="*/ 296523 h 323912"/>
                <a:gd name="connsiteX42" fmla="*/ 40242 w 409331"/>
                <a:gd name="connsiteY42" fmla="*/ 261026 h 323912"/>
                <a:gd name="connsiteX43" fmla="*/ 17494 w 409331"/>
                <a:gd name="connsiteY43" fmla="*/ 216447 h 323912"/>
                <a:gd name="connsiteX44" fmla="*/ 63906 w 409331"/>
                <a:gd name="connsiteY44" fmla="*/ 222613 h 323912"/>
                <a:gd name="connsiteX45" fmla="*/ 80239 w 409331"/>
                <a:gd name="connsiteY45" fmla="*/ 223780 h 323912"/>
                <a:gd name="connsiteX46" fmla="*/ 83821 w 409331"/>
                <a:gd name="connsiteY46" fmla="*/ 235279 h 323912"/>
                <a:gd name="connsiteX47" fmla="*/ 97570 w 409331"/>
                <a:gd name="connsiteY47" fmla="*/ 256777 h 323912"/>
                <a:gd name="connsiteX48" fmla="*/ 138567 w 409331"/>
                <a:gd name="connsiteY48" fmla="*/ 258526 h 323912"/>
                <a:gd name="connsiteX49" fmla="*/ 152898 w 409331"/>
                <a:gd name="connsiteY49" fmla="*/ 243778 h 323912"/>
                <a:gd name="connsiteX50" fmla="*/ 171897 w 409331"/>
                <a:gd name="connsiteY50" fmla="*/ 237278 h 323912"/>
                <a:gd name="connsiteX51" fmla="*/ 178396 w 409331"/>
                <a:gd name="connsiteY51" fmla="*/ 253360 h 323912"/>
                <a:gd name="connsiteX52" fmla="*/ 211642 w 409331"/>
                <a:gd name="connsiteY52" fmla="*/ 282274 h 323912"/>
                <a:gd name="connsiteX53" fmla="*/ 257805 w 409331"/>
                <a:gd name="connsiteY53" fmla="*/ 253943 h 323912"/>
                <a:gd name="connsiteX54" fmla="*/ 267305 w 409331"/>
                <a:gd name="connsiteY54" fmla="*/ 240945 h 323912"/>
                <a:gd name="connsiteX55" fmla="*/ 278970 w 409331"/>
                <a:gd name="connsiteY55" fmla="*/ 241361 h 323912"/>
                <a:gd name="connsiteX56" fmla="*/ 308634 w 409331"/>
                <a:gd name="connsiteY56" fmla="*/ 245028 h 323912"/>
                <a:gd name="connsiteX57" fmla="*/ 341048 w 409331"/>
                <a:gd name="connsiteY57" fmla="*/ 207114 h 323912"/>
                <a:gd name="connsiteX58" fmla="*/ 355880 w 409331"/>
                <a:gd name="connsiteY58" fmla="*/ 187283 h 323912"/>
                <a:gd name="connsiteX59" fmla="*/ 368462 w 409331"/>
                <a:gd name="connsiteY59" fmla="*/ 186283 h 323912"/>
                <a:gd name="connsiteX60" fmla="*/ 389793 w 409331"/>
                <a:gd name="connsiteY60" fmla="*/ 173784 h 323912"/>
                <a:gd name="connsiteX61" fmla="*/ 394210 w 409331"/>
                <a:gd name="connsiteY61" fmla="*/ 168035 h 323912"/>
                <a:gd name="connsiteX62" fmla="*/ 389793 w 409331"/>
                <a:gd name="connsiteY62" fmla="*/ 214697 h 323912"/>
                <a:gd name="connsiteX63" fmla="*/ 348130 w 409331"/>
                <a:gd name="connsiteY63" fmla="*/ 267692 h 323912"/>
                <a:gd name="connsiteX64" fmla="*/ 348130 w 409331"/>
                <a:gd name="connsiteY64" fmla="*/ 267692 h 323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409331" h="323912">
                  <a:moveTo>
                    <a:pt x="401959" y="150119"/>
                  </a:moveTo>
                  <a:cubicBezTo>
                    <a:pt x="403876" y="141870"/>
                    <a:pt x="404126" y="133121"/>
                    <a:pt x="403208" y="124872"/>
                  </a:cubicBezTo>
                  <a:cubicBezTo>
                    <a:pt x="397877" y="77876"/>
                    <a:pt x="360297" y="28131"/>
                    <a:pt x="316800" y="9632"/>
                  </a:cubicBezTo>
                  <a:cubicBezTo>
                    <a:pt x="295052" y="383"/>
                    <a:pt x="270805" y="-1284"/>
                    <a:pt x="246306" y="800"/>
                  </a:cubicBezTo>
                  <a:cubicBezTo>
                    <a:pt x="210976" y="1633"/>
                    <a:pt x="175062" y="9382"/>
                    <a:pt x="142066" y="19464"/>
                  </a:cubicBezTo>
                  <a:cubicBezTo>
                    <a:pt x="97737" y="33047"/>
                    <a:pt x="56573" y="57295"/>
                    <a:pt x="26910" y="93541"/>
                  </a:cubicBezTo>
                  <a:cubicBezTo>
                    <a:pt x="13994" y="109373"/>
                    <a:pt x="2995" y="127288"/>
                    <a:pt x="996" y="148036"/>
                  </a:cubicBezTo>
                  <a:cubicBezTo>
                    <a:pt x="-755" y="166368"/>
                    <a:pt x="-1421" y="191866"/>
                    <a:pt x="9744" y="208031"/>
                  </a:cubicBezTo>
                  <a:cubicBezTo>
                    <a:pt x="10328" y="226696"/>
                    <a:pt x="14244" y="247194"/>
                    <a:pt x="25660" y="261276"/>
                  </a:cubicBezTo>
                  <a:cubicBezTo>
                    <a:pt x="39158" y="278025"/>
                    <a:pt x="57823" y="293107"/>
                    <a:pt x="77488" y="301856"/>
                  </a:cubicBezTo>
                  <a:cubicBezTo>
                    <a:pt x="125400" y="323187"/>
                    <a:pt x="184478" y="326520"/>
                    <a:pt x="236141" y="322354"/>
                  </a:cubicBezTo>
                  <a:cubicBezTo>
                    <a:pt x="284719" y="318438"/>
                    <a:pt x="333548" y="299606"/>
                    <a:pt x="370712" y="267526"/>
                  </a:cubicBezTo>
                  <a:cubicBezTo>
                    <a:pt x="401959" y="240778"/>
                    <a:pt x="420458" y="189199"/>
                    <a:pt x="401959" y="150119"/>
                  </a:cubicBezTo>
                  <a:lnTo>
                    <a:pt x="401959" y="150119"/>
                  </a:lnTo>
                  <a:close/>
                  <a:moveTo>
                    <a:pt x="29743" y="114456"/>
                  </a:moveTo>
                  <a:cubicBezTo>
                    <a:pt x="55323" y="75626"/>
                    <a:pt x="97153" y="48212"/>
                    <a:pt x="140566" y="33213"/>
                  </a:cubicBezTo>
                  <a:cubicBezTo>
                    <a:pt x="147649" y="30797"/>
                    <a:pt x="154898" y="28380"/>
                    <a:pt x="162231" y="26130"/>
                  </a:cubicBezTo>
                  <a:cubicBezTo>
                    <a:pt x="182729" y="21881"/>
                    <a:pt x="203310" y="18048"/>
                    <a:pt x="224141" y="15882"/>
                  </a:cubicBezTo>
                  <a:cubicBezTo>
                    <a:pt x="245723" y="13632"/>
                    <a:pt x="270221" y="10049"/>
                    <a:pt x="291718" y="14298"/>
                  </a:cubicBezTo>
                  <a:cubicBezTo>
                    <a:pt x="333548" y="22631"/>
                    <a:pt x="374545" y="59878"/>
                    <a:pt x="387710" y="100124"/>
                  </a:cubicBezTo>
                  <a:cubicBezTo>
                    <a:pt x="391960" y="113289"/>
                    <a:pt x="393793" y="128955"/>
                    <a:pt x="390960" y="143287"/>
                  </a:cubicBezTo>
                  <a:cubicBezTo>
                    <a:pt x="388626" y="144870"/>
                    <a:pt x="387294" y="147870"/>
                    <a:pt x="388877" y="151036"/>
                  </a:cubicBezTo>
                  <a:cubicBezTo>
                    <a:pt x="387710" y="154619"/>
                    <a:pt x="386127" y="158035"/>
                    <a:pt x="384211" y="161202"/>
                  </a:cubicBezTo>
                  <a:cubicBezTo>
                    <a:pt x="377628" y="172201"/>
                    <a:pt x="368212" y="175200"/>
                    <a:pt x="356130" y="176117"/>
                  </a:cubicBezTo>
                  <a:cubicBezTo>
                    <a:pt x="350547" y="176534"/>
                    <a:pt x="347214" y="176034"/>
                    <a:pt x="342631" y="179950"/>
                  </a:cubicBezTo>
                  <a:cubicBezTo>
                    <a:pt x="330632" y="190199"/>
                    <a:pt x="327299" y="208447"/>
                    <a:pt x="318383" y="221113"/>
                  </a:cubicBezTo>
                  <a:cubicBezTo>
                    <a:pt x="309301" y="233945"/>
                    <a:pt x="296135" y="232695"/>
                    <a:pt x="282803" y="228113"/>
                  </a:cubicBezTo>
                  <a:cubicBezTo>
                    <a:pt x="276887" y="226112"/>
                    <a:pt x="271805" y="222863"/>
                    <a:pt x="265388" y="225030"/>
                  </a:cubicBezTo>
                  <a:cubicBezTo>
                    <a:pt x="252973" y="229196"/>
                    <a:pt x="245473" y="247027"/>
                    <a:pt x="236807" y="255527"/>
                  </a:cubicBezTo>
                  <a:cubicBezTo>
                    <a:pt x="229142" y="263026"/>
                    <a:pt x="218726" y="271608"/>
                    <a:pt x="207227" y="268859"/>
                  </a:cubicBezTo>
                  <a:cubicBezTo>
                    <a:pt x="193894" y="265692"/>
                    <a:pt x="188728" y="252444"/>
                    <a:pt x="183229" y="241611"/>
                  </a:cubicBezTo>
                  <a:cubicBezTo>
                    <a:pt x="179395" y="234112"/>
                    <a:pt x="173897" y="222946"/>
                    <a:pt x="163730" y="224279"/>
                  </a:cubicBezTo>
                  <a:cubicBezTo>
                    <a:pt x="151148" y="225946"/>
                    <a:pt x="145566" y="243028"/>
                    <a:pt x="135733" y="249361"/>
                  </a:cubicBezTo>
                  <a:cubicBezTo>
                    <a:pt x="112568" y="264526"/>
                    <a:pt x="98236" y="242944"/>
                    <a:pt x="92320" y="223280"/>
                  </a:cubicBezTo>
                  <a:cubicBezTo>
                    <a:pt x="89071" y="212531"/>
                    <a:pt x="83738" y="205281"/>
                    <a:pt x="71572" y="206698"/>
                  </a:cubicBezTo>
                  <a:cubicBezTo>
                    <a:pt x="59990" y="208114"/>
                    <a:pt x="51490" y="213780"/>
                    <a:pt x="39242" y="210781"/>
                  </a:cubicBezTo>
                  <a:cubicBezTo>
                    <a:pt x="25243" y="207447"/>
                    <a:pt x="19077" y="197782"/>
                    <a:pt x="16743" y="184283"/>
                  </a:cubicBezTo>
                  <a:cubicBezTo>
                    <a:pt x="12577" y="159702"/>
                    <a:pt x="15910" y="135371"/>
                    <a:pt x="29743" y="114456"/>
                  </a:cubicBezTo>
                  <a:lnTo>
                    <a:pt x="29743" y="114456"/>
                  </a:lnTo>
                  <a:close/>
                  <a:moveTo>
                    <a:pt x="348130" y="267692"/>
                  </a:moveTo>
                  <a:cubicBezTo>
                    <a:pt x="311967" y="292607"/>
                    <a:pt x="269721" y="308189"/>
                    <a:pt x="225475" y="309522"/>
                  </a:cubicBezTo>
                  <a:cubicBezTo>
                    <a:pt x="182146" y="310855"/>
                    <a:pt x="138649" y="309938"/>
                    <a:pt x="96986" y="296523"/>
                  </a:cubicBezTo>
                  <a:cubicBezTo>
                    <a:pt x="74739" y="289357"/>
                    <a:pt x="56823" y="277441"/>
                    <a:pt x="40242" y="261026"/>
                  </a:cubicBezTo>
                  <a:cubicBezTo>
                    <a:pt x="28160" y="249027"/>
                    <a:pt x="21243" y="233112"/>
                    <a:pt x="17494" y="216447"/>
                  </a:cubicBezTo>
                  <a:cubicBezTo>
                    <a:pt x="30409" y="226946"/>
                    <a:pt x="48157" y="228029"/>
                    <a:pt x="63906" y="222613"/>
                  </a:cubicBezTo>
                  <a:cubicBezTo>
                    <a:pt x="69823" y="220530"/>
                    <a:pt x="76238" y="218030"/>
                    <a:pt x="80239" y="223780"/>
                  </a:cubicBezTo>
                  <a:cubicBezTo>
                    <a:pt x="82322" y="226863"/>
                    <a:pt x="82404" y="231779"/>
                    <a:pt x="83821" y="235279"/>
                  </a:cubicBezTo>
                  <a:cubicBezTo>
                    <a:pt x="86821" y="242944"/>
                    <a:pt x="91571" y="251110"/>
                    <a:pt x="97570" y="256777"/>
                  </a:cubicBezTo>
                  <a:cubicBezTo>
                    <a:pt x="108902" y="267442"/>
                    <a:pt x="126068" y="266359"/>
                    <a:pt x="138567" y="258526"/>
                  </a:cubicBezTo>
                  <a:cubicBezTo>
                    <a:pt x="144566" y="254776"/>
                    <a:pt x="148732" y="249444"/>
                    <a:pt x="152898" y="243778"/>
                  </a:cubicBezTo>
                  <a:cubicBezTo>
                    <a:pt x="157648" y="237362"/>
                    <a:pt x="164064" y="230362"/>
                    <a:pt x="171897" y="237278"/>
                  </a:cubicBezTo>
                  <a:cubicBezTo>
                    <a:pt x="175396" y="240361"/>
                    <a:pt x="176563" y="249027"/>
                    <a:pt x="178396" y="253360"/>
                  </a:cubicBezTo>
                  <a:cubicBezTo>
                    <a:pt x="184478" y="267775"/>
                    <a:pt x="194894" y="280941"/>
                    <a:pt x="211642" y="282274"/>
                  </a:cubicBezTo>
                  <a:cubicBezTo>
                    <a:pt x="230142" y="283774"/>
                    <a:pt x="247390" y="267609"/>
                    <a:pt x="257805" y="253943"/>
                  </a:cubicBezTo>
                  <a:cubicBezTo>
                    <a:pt x="260805" y="249944"/>
                    <a:pt x="263222" y="243861"/>
                    <a:pt x="267305" y="240945"/>
                  </a:cubicBezTo>
                  <a:cubicBezTo>
                    <a:pt x="272054" y="237528"/>
                    <a:pt x="273888" y="239612"/>
                    <a:pt x="278970" y="241361"/>
                  </a:cubicBezTo>
                  <a:cubicBezTo>
                    <a:pt x="288303" y="244611"/>
                    <a:pt x="298802" y="247611"/>
                    <a:pt x="308634" y="245028"/>
                  </a:cubicBezTo>
                  <a:cubicBezTo>
                    <a:pt x="327215" y="240194"/>
                    <a:pt x="334132" y="223196"/>
                    <a:pt x="341048" y="207114"/>
                  </a:cubicBezTo>
                  <a:cubicBezTo>
                    <a:pt x="344214" y="199865"/>
                    <a:pt x="347297" y="189949"/>
                    <a:pt x="355880" y="187283"/>
                  </a:cubicBezTo>
                  <a:cubicBezTo>
                    <a:pt x="359629" y="186116"/>
                    <a:pt x="364546" y="187116"/>
                    <a:pt x="368462" y="186283"/>
                  </a:cubicBezTo>
                  <a:cubicBezTo>
                    <a:pt x="376795" y="184533"/>
                    <a:pt x="384044" y="180117"/>
                    <a:pt x="389793" y="173784"/>
                  </a:cubicBezTo>
                  <a:cubicBezTo>
                    <a:pt x="391460" y="171951"/>
                    <a:pt x="392876" y="170034"/>
                    <a:pt x="394210" y="168035"/>
                  </a:cubicBezTo>
                  <a:cubicBezTo>
                    <a:pt x="396793" y="183450"/>
                    <a:pt x="393793" y="199865"/>
                    <a:pt x="389793" y="214697"/>
                  </a:cubicBezTo>
                  <a:cubicBezTo>
                    <a:pt x="383961" y="237695"/>
                    <a:pt x="367379" y="254443"/>
                    <a:pt x="348130" y="267692"/>
                  </a:cubicBezTo>
                  <a:lnTo>
                    <a:pt x="348130" y="267692"/>
                  </a:lnTo>
                  <a:close/>
                </a:path>
              </a:pathLst>
            </a:custGeom>
            <a:grpFill/>
            <a:ln w="8332" cap="flat">
              <a:noFill/>
              <a:prstDash val="solid"/>
              <a:miter/>
            </a:ln>
          </p:spPr>
          <p:txBody>
            <a:bodyPr rtlCol="0" anchor="ctr"/>
            <a:lstStyle/>
            <a:p>
              <a:endParaRPr lang="en-US"/>
            </a:p>
          </p:txBody>
        </p:sp>
        <p:sp>
          <p:nvSpPr>
            <p:cNvPr id="2630" name="Freeform: Shape 2629"/>
            <p:cNvSpPr/>
            <p:nvPr/>
          </p:nvSpPr>
          <p:spPr>
            <a:xfrm>
              <a:off x="8893790" y="4390026"/>
              <a:ext cx="166786" cy="99988"/>
            </a:xfrm>
            <a:custGeom>
              <a:avLst/>
              <a:gdLst>
                <a:gd name="connsiteX0" fmla="*/ 166748 w 166786"/>
                <a:gd name="connsiteY0" fmla="*/ 38169 h 99988"/>
                <a:gd name="connsiteX1" fmla="*/ 144583 w 166786"/>
                <a:gd name="connsiteY1" fmla="*/ 16254 h 99988"/>
                <a:gd name="connsiteX2" fmla="*/ 142833 w 166786"/>
                <a:gd name="connsiteY2" fmla="*/ 22670 h 99988"/>
                <a:gd name="connsiteX3" fmla="*/ 154998 w 166786"/>
                <a:gd name="connsiteY3" fmla="*/ 50584 h 99988"/>
                <a:gd name="connsiteX4" fmla="*/ 151833 w 166786"/>
                <a:gd name="connsiteY4" fmla="*/ 49501 h 99988"/>
                <a:gd name="connsiteX5" fmla="*/ 112003 w 166786"/>
                <a:gd name="connsiteY5" fmla="*/ 33086 h 99988"/>
                <a:gd name="connsiteX6" fmla="*/ 94587 w 166786"/>
                <a:gd name="connsiteY6" fmla="*/ 39669 h 99988"/>
                <a:gd name="connsiteX7" fmla="*/ 66174 w 166786"/>
                <a:gd name="connsiteY7" fmla="*/ 46585 h 99988"/>
                <a:gd name="connsiteX8" fmla="*/ 13344 w 166786"/>
                <a:gd name="connsiteY8" fmla="*/ 69166 h 99988"/>
                <a:gd name="connsiteX9" fmla="*/ 15095 w 166786"/>
                <a:gd name="connsiteY9" fmla="*/ 54751 h 99988"/>
                <a:gd name="connsiteX10" fmla="*/ 41675 w 166786"/>
                <a:gd name="connsiteY10" fmla="*/ 30253 h 99988"/>
                <a:gd name="connsiteX11" fmla="*/ 118835 w 166786"/>
                <a:gd name="connsiteY11" fmla="*/ 3505 h 99988"/>
                <a:gd name="connsiteX12" fmla="*/ 118835 w 166786"/>
                <a:gd name="connsiteY12" fmla="*/ 6 h 99988"/>
                <a:gd name="connsiteX13" fmla="*/ 12678 w 166786"/>
                <a:gd name="connsiteY13" fmla="*/ 39419 h 99988"/>
                <a:gd name="connsiteX14" fmla="*/ 36342 w 166786"/>
                <a:gd name="connsiteY14" fmla="*/ 98414 h 99988"/>
                <a:gd name="connsiteX15" fmla="*/ 146333 w 166786"/>
                <a:gd name="connsiteY15" fmla="*/ 72166 h 99988"/>
                <a:gd name="connsiteX16" fmla="*/ 166748 w 166786"/>
                <a:gd name="connsiteY16" fmla="*/ 38169 h 99988"/>
                <a:gd name="connsiteX17" fmla="*/ 166748 w 166786"/>
                <a:gd name="connsiteY17" fmla="*/ 38169 h 99988"/>
                <a:gd name="connsiteX18" fmla="*/ 141334 w 166786"/>
                <a:gd name="connsiteY18" fmla="*/ 64166 h 99988"/>
                <a:gd name="connsiteX19" fmla="*/ 105253 w 166786"/>
                <a:gd name="connsiteY19" fmla="*/ 80832 h 99988"/>
                <a:gd name="connsiteX20" fmla="*/ 35093 w 166786"/>
                <a:gd name="connsiteY20" fmla="*/ 85665 h 99988"/>
                <a:gd name="connsiteX21" fmla="*/ 17011 w 166786"/>
                <a:gd name="connsiteY21" fmla="*/ 75832 h 99988"/>
                <a:gd name="connsiteX22" fmla="*/ 44842 w 166786"/>
                <a:gd name="connsiteY22" fmla="*/ 55668 h 99988"/>
                <a:gd name="connsiteX23" fmla="*/ 84171 w 166786"/>
                <a:gd name="connsiteY23" fmla="*/ 57584 h 99988"/>
                <a:gd name="connsiteX24" fmla="*/ 94671 w 166786"/>
                <a:gd name="connsiteY24" fmla="*/ 52501 h 99988"/>
                <a:gd name="connsiteX25" fmla="*/ 127418 w 166786"/>
                <a:gd name="connsiteY25" fmla="*/ 49168 h 99988"/>
                <a:gd name="connsiteX26" fmla="*/ 146666 w 166786"/>
                <a:gd name="connsiteY26" fmla="*/ 60084 h 99988"/>
                <a:gd name="connsiteX27" fmla="*/ 141334 w 166786"/>
                <a:gd name="connsiteY27" fmla="*/ 64166 h 99988"/>
                <a:gd name="connsiteX28" fmla="*/ 141334 w 166786"/>
                <a:gd name="connsiteY28" fmla="*/ 64166 h 99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66786" h="99988">
                  <a:moveTo>
                    <a:pt x="166748" y="38169"/>
                  </a:moveTo>
                  <a:cubicBezTo>
                    <a:pt x="165998" y="24087"/>
                    <a:pt x="156999" y="19587"/>
                    <a:pt x="144583" y="16254"/>
                  </a:cubicBezTo>
                  <a:cubicBezTo>
                    <a:pt x="140416" y="15171"/>
                    <a:pt x="138667" y="21587"/>
                    <a:pt x="142833" y="22670"/>
                  </a:cubicBezTo>
                  <a:cubicBezTo>
                    <a:pt x="161581" y="27753"/>
                    <a:pt x="161748" y="39919"/>
                    <a:pt x="154998" y="50584"/>
                  </a:cubicBezTo>
                  <a:cubicBezTo>
                    <a:pt x="154165" y="50001"/>
                    <a:pt x="153165" y="49584"/>
                    <a:pt x="151833" y="49501"/>
                  </a:cubicBezTo>
                  <a:cubicBezTo>
                    <a:pt x="136333" y="49001"/>
                    <a:pt x="127668" y="31919"/>
                    <a:pt x="112003" y="33086"/>
                  </a:cubicBezTo>
                  <a:cubicBezTo>
                    <a:pt x="105920" y="33503"/>
                    <a:pt x="99754" y="36752"/>
                    <a:pt x="94587" y="39669"/>
                  </a:cubicBezTo>
                  <a:cubicBezTo>
                    <a:pt x="84255" y="45501"/>
                    <a:pt x="79089" y="48585"/>
                    <a:pt x="66174" y="46585"/>
                  </a:cubicBezTo>
                  <a:cubicBezTo>
                    <a:pt x="45175" y="43335"/>
                    <a:pt x="23927" y="50834"/>
                    <a:pt x="13344" y="69166"/>
                  </a:cubicBezTo>
                  <a:cubicBezTo>
                    <a:pt x="11929" y="64917"/>
                    <a:pt x="12179" y="60084"/>
                    <a:pt x="15095" y="54751"/>
                  </a:cubicBezTo>
                  <a:cubicBezTo>
                    <a:pt x="20511" y="44918"/>
                    <a:pt x="32593" y="36502"/>
                    <a:pt x="41675" y="30253"/>
                  </a:cubicBezTo>
                  <a:cubicBezTo>
                    <a:pt x="64840" y="14505"/>
                    <a:pt x="91255" y="7005"/>
                    <a:pt x="118835" y="3505"/>
                  </a:cubicBezTo>
                  <a:cubicBezTo>
                    <a:pt x="121002" y="3255"/>
                    <a:pt x="121169" y="-161"/>
                    <a:pt x="118835" y="6"/>
                  </a:cubicBezTo>
                  <a:cubicBezTo>
                    <a:pt x="79422" y="2089"/>
                    <a:pt x="42508" y="12255"/>
                    <a:pt x="12678" y="39419"/>
                  </a:cubicBezTo>
                  <a:cubicBezTo>
                    <a:pt x="-13736" y="63417"/>
                    <a:pt x="4512" y="94164"/>
                    <a:pt x="36342" y="98414"/>
                  </a:cubicBezTo>
                  <a:cubicBezTo>
                    <a:pt x="75173" y="103746"/>
                    <a:pt x="114586" y="95664"/>
                    <a:pt x="146333" y="72166"/>
                  </a:cubicBezTo>
                  <a:cubicBezTo>
                    <a:pt x="157332" y="64083"/>
                    <a:pt x="167497" y="53001"/>
                    <a:pt x="166748" y="38169"/>
                  </a:cubicBezTo>
                  <a:lnTo>
                    <a:pt x="166748" y="38169"/>
                  </a:lnTo>
                  <a:close/>
                  <a:moveTo>
                    <a:pt x="141334" y="64166"/>
                  </a:moveTo>
                  <a:cubicBezTo>
                    <a:pt x="130251" y="71499"/>
                    <a:pt x="117835" y="76915"/>
                    <a:pt x="105253" y="80832"/>
                  </a:cubicBezTo>
                  <a:cubicBezTo>
                    <a:pt x="83505" y="87664"/>
                    <a:pt x="57674" y="90581"/>
                    <a:pt x="35093" y="85665"/>
                  </a:cubicBezTo>
                  <a:cubicBezTo>
                    <a:pt x="28343" y="84165"/>
                    <a:pt x="21428" y="80749"/>
                    <a:pt x="17011" y="75832"/>
                  </a:cubicBezTo>
                  <a:cubicBezTo>
                    <a:pt x="24344" y="67167"/>
                    <a:pt x="33843" y="58584"/>
                    <a:pt x="44842" y="55668"/>
                  </a:cubicBezTo>
                  <a:cubicBezTo>
                    <a:pt x="58174" y="52085"/>
                    <a:pt x="70923" y="60750"/>
                    <a:pt x="84171" y="57584"/>
                  </a:cubicBezTo>
                  <a:cubicBezTo>
                    <a:pt x="88338" y="56584"/>
                    <a:pt x="91088" y="54751"/>
                    <a:pt x="94671" y="52501"/>
                  </a:cubicBezTo>
                  <a:cubicBezTo>
                    <a:pt x="106253" y="45335"/>
                    <a:pt x="113752" y="41335"/>
                    <a:pt x="127418" y="49168"/>
                  </a:cubicBezTo>
                  <a:cubicBezTo>
                    <a:pt x="135751" y="53917"/>
                    <a:pt x="138500" y="59500"/>
                    <a:pt x="146666" y="60084"/>
                  </a:cubicBezTo>
                  <a:cubicBezTo>
                    <a:pt x="145000" y="61583"/>
                    <a:pt x="143167" y="62917"/>
                    <a:pt x="141334" y="64166"/>
                  </a:cubicBezTo>
                  <a:lnTo>
                    <a:pt x="141334" y="64166"/>
                  </a:lnTo>
                  <a:close/>
                </a:path>
              </a:pathLst>
            </a:custGeom>
            <a:grpFill/>
            <a:ln w="8332" cap="flat">
              <a:noFill/>
              <a:prstDash val="solid"/>
              <a:miter/>
            </a:ln>
          </p:spPr>
          <p:txBody>
            <a:bodyPr rtlCol="0" anchor="ctr"/>
            <a:lstStyle/>
            <a:p>
              <a:endParaRPr lang="en-US"/>
            </a:p>
          </p:txBody>
        </p:sp>
        <p:sp>
          <p:nvSpPr>
            <p:cNvPr id="2631" name="Freeform: Shape 2630"/>
            <p:cNvSpPr/>
            <p:nvPr/>
          </p:nvSpPr>
          <p:spPr>
            <a:xfrm>
              <a:off x="11471444" y="5769285"/>
              <a:ext cx="404678" cy="344349"/>
            </a:xfrm>
            <a:custGeom>
              <a:avLst/>
              <a:gdLst>
                <a:gd name="connsiteX0" fmla="*/ 376926 w 404678"/>
                <a:gd name="connsiteY0" fmla="*/ 260265 h 344349"/>
                <a:gd name="connsiteX1" fmla="*/ 391592 w 404678"/>
                <a:gd name="connsiteY1" fmla="*/ 239683 h 344349"/>
                <a:gd name="connsiteX2" fmla="*/ 381259 w 404678"/>
                <a:gd name="connsiteY2" fmla="*/ 96113 h 344349"/>
                <a:gd name="connsiteX3" fmla="*/ 326764 w 404678"/>
                <a:gd name="connsiteY3" fmla="*/ 50617 h 344349"/>
                <a:gd name="connsiteX4" fmla="*/ 229023 w 404678"/>
                <a:gd name="connsiteY4" fmla="*/ 10037 h 344349"/>
                <a:gd name="connsiteX5" fmla="*/ 92035 w 404678"/>
                <a:gd name="connsiteY5" fmla="*/ 10287 h 344349"/>
                <a:gd name="connsiteX6" fmla="*/ 40789 w 404678"/>
                <a:gd name="connsiteY6" fmla="*/ 42118 h 344349"/>
                <a:gd name="connsiteX7" fmla="*/ 15708 w 404678"/>
                <a:gd name="connsiteY7" fmla="*/ 97363 h 344349"/>
                <a:gd name="connsiteX8" fmla="*/ 293 w 404678"/>
                <a:gd name="connsiteY8" fmla="*/ 150775 h 344349"/>
                <a:gd name="connsiteX9" fmla="*/ 21958 w 404678"/>
                <a:gd name="connsiteY9" fmla="*/ 212852 h 344349"/>
                <a:gd name="connsiteX10" fmla="*/ 144447 w 404678"/>
                <a:gd name="connsiteY10" fmla="*/ 315676 h 344349"/>
                <a:gd name="connsiteX11" fmla="*/ 287268 w 404678"/>
                <a:gd name="connsiteY11" fmla="*/ 342257 h 344349"/>
                <a:gd name="connsiteX12" fmla="*/ 376926 w 404678"/>
                <a:gd name="connsiteY12" fmla="*/ 260265 h 344349"/>
                <a:gd name="connsiteX13" fmla="*/ 376926 w 404678"/>
                <a:gd name="connsiteY13" fmla="*/ 260265 h 344349"/>
                <a:gd name="connsiteX14" fmla="*/ 82953 w 404678"/>
                <a:gd name="connsiteY14" fmla="*/ 29286 h 344349"/>
                <a:gd name="connsiteX15" fmla="*/ 220190 w 404678"/>
                <a:gd name="connsiteY15" fmla="*/ 20703 h 344349"/>
                <a:gd name="connsiteX16" fmla="*/ 242272 w 404678"/>
                <a:gd name="connsiteY16" fmla="*/ 26452 h 344349"/>
                <a:gd name="connsiteX17" fmla="*/ 299850 w 404678"/>
                <a:gd name="connsiteY17" fmla="*/ 51200 h 344349"/>
                <a:gd name="connsiteX18" fmla="*/ 357594 w 404678"/>
                <a:gd name="connsiteY18" fmla="*/ 86447 h 344349"/>
                <a:gd name="connsiteX19" fmla="*/ 391924 w 404678"/>
                <a:gd name="connsiteY19" fmla="*/ 210519 h 344349"/>
                <a:gd name="connsiteX20" fmla="*/ 371343 w 404678"/>
                <a:gd name="connsiteY20" fmla="*/ 248599 h 344349"/>
                <a:gd name="connsiteX21" fmla="*/ 365427 w 404678"/>
                <a:gd name="connsiteY21" fmla="*/ 254015 h 344349"/>
                <a:gd name="connsiteX22" fmla="*/ 356012 w 404678"/>
                <a:gd name="connsiteY22" fmla="*/ 260098 h 344349"/>
                <a:gd name="connsiteX23" fmla="*/ 324347 w 404678"/>
                <a:gd name="connsiteY23" fmla="*/ 257515 h 344349"/>
                <a:gd name="connsiteX24" fmla="*/ 310849 w 404678"/>
                <a:gd name="connsiteY24" fmla="*/ 253432 h 344349"/>
                <a:gd name="connsiteX25" fmla="*/ 268186 w 404678"/>
                <a:gd name="connsiteY25" fmla="*/ 274930 h 344349"/>
                <a:gd name="connsiteX26" fmla="*/ 234438 w 404678"/>
                <a:gd name="connsiteY26" fmla="*/ 261598 h 344349"/>
                <a:gd name="connsiteX27" fmla="*/ 221524 w 404678"/>
                <a:gd name="connsiteY27" fmla="*/ 249599 h 344349"/>
                <a:gd name="connsiteX28" fmla="*/ 180944 w 404678"/>
                <a:gd name="connsiteY28" fmla="*/ 259765 h 344349"/>
                <a:gd name="connsiteX29" fmla="*/ 148864 w 404678"/>
                <a:gd name="connsiteY29" fmla="*/ 255015 h 344349"/>
                <a:gd name="connsiteX30" fmla="*/ 143364 w 404678"/>
                <a:gd name="connsiteY30" fmla="*/ 219185 h 344349"/>
                <a:gd name="connsiteX31" fmla="*/ 136365 w 404678"/>
                <a:gd name="connsiteY31" fmla="*/ 194104 h 344349"/>
                <a:gd name="connsiteX32" fmla="*/ 99284 w 404678"/>
                <a:gd name="connsiteY32" fmla="*/ 200104 h 344349"/>
                <a:gd name="connsiteX33" fmla="*/ 76870 w 404678"/>
                <a:gd name="connsiteY33" fmla="*/ 154691 h 344349"/>
                <a:gd name="connsiteX34" fmla="*/ 68371 w 404678"/>
                <a:gd name="connsiteY34" fmla="*/ 129610 h 344349"/>
                <a:gd name="connsiteX35" fmla="*/ 38956 w 404678"/>
                <a:gd name="connsiteY35" fmla="*/ 115611 h 344349"/>
                <a:gd name="connsiteX36" fmla="*/ 34374 w 404678"/>
                <a:gd name="connsiteY36" fmla="*/ 81197 h 344349"/>
                <a:gd name="connsiteX37" fmla="*/ 82953 w 404678"/>
                <a:gd name="connsiteY37" fmla="*/ 29286 h 344349"/>
                <a:gd name="connsiteX38" fmla="*/ 82953 w 404678"/>
                <a:gd name="connsiteY38" fmla="*/ 29286 h 344349"/>
                <a:gd name="connsiteX39" fmla="*/ 267936 w 404678"/>
                <a:gd name="connsiteY39" fmla="*/ 330175 h 344349"/>
                <a:gd name="connsiteX40" fmla="*/ 142114 w 404678"/>
                <a:gd name="connsiteY40" fmla="*/ 299095 h 344349"/>
                <a:gd name="connsiteX41" fmla="*/ 41040 w 404678"/>
                <a:gd name="connsiteY41" fmla="*/ 218852 h 344349"/>
                <a:gd name="connsiteX42" fmla="*/ 12459 w 404678"/>
                <a:gd name="connsiteY42" fmla="*/ 158357 h 344349"/>
                <a:gd name="connsiteX43" fmla="*/ 17459 w 404678"/>
                <a:gd name="connsiteY43" fmla="*/ 108612 h 344349"/>
                <a:gd name="connsiteX44" fmla="*/ 53205 w 404678"/>
                <a:gd name="connsiteY44" fmla="*/ 138859 h 344349"/>
                <a:gd name="connsiteX45" fmla="*/ 66287 w 404678"/>
                <a:gd name="connsiteY45" fmla="*/ 148608 h 344349"/>
                <a:gd name="connsiteX46" fmla="*/ 63038 w 404678"/>
                <a:gd name="connsiteY46" fmla="*/ 160191 h 344349"/>
                <a:gd name="connsiteX47" fmla="*/ 62954 w 404678"/>
                <a:gd name="connsiteY47" fmla="*/ 185771 h 344349"/>
                <a:gd name="connsiteX48" fmla="*/ 96535 w 404678"/>
                <a:gd name="connsiteY48" fmla="*/ 209353 h 344349"/>
                <a:gd name="connsiteX49" fmla="*/ 116533 w 404678"/>
                <a:gd name="connsiteY49" fmla="*/ 204686 h 344349"/>
                <a:gd name="connsiteX50" fmla="*/ 136031 w 404678"/>
                <a:gd name="connsiteY50" fmla="*/ 209436 h 344349"/>
                <a:gd name="connsiteX51" fmla="*/ 132781 w 404678"/>
                <a:gd name="connsiteY51" fmla="*/ 226518 h 344349"/>
                <a:gd name="connsiteX52" fmla="*/ 145197 w 404678"/>
                <a:gd name="connsiteY52" fmla="*/ 268764 h 344349"/>
                <a:gd name="connsiteX53" fmla="*/ 199359 w 404678"/>
                <a:gd name="connsiteY53" fmla="*/ 269847 h 344349"/>
                <a:gd name="connsiteX54" fmla="*/ 214358 w 404678"/>
                <a:gd name="connsiteY54" fmla="*/ 264014 h 344349"/>
                <a:gd name="connsiteX55" fmla="*/ 224023 w 404678"/>
                <a:gd name="connsiteY55" fmla="*/ 270680 h 344349"/>
                <a:gd name="connsiteX56" fmla="*/ 247021 w 404678"/>
                <a:gd name="connsiteY56" fmla="*/ 289762 h 344349"/>
                <a:gd name="connsiteX57" fmla="*/ 294850 w 404678"/>
                <a:gd name="connsiteY57" fmla="*/ 275430 h 344349"/>
                <a:gd name="connsiteX58" fmla="*/ 318098 w 404678"/>
                <a:gd name="connsiteY58" fmla="*/ 266764 h 344349"/>
                <a:gd name="connsiteX59" fmla="*/ 329263 w 404678"/>
                <a:gd name="connsiteY59" fmla="*/ 272763 h 344349"/>
                <a:gd name="connsiteX60" fmla="*/ 353928 w 404678"/>
                <a:gd name="connsiteY60" fmla="*/ 273763 h 344349"/>
                <a:gd name="connsiteX61" fmla="*/ 360677 w 404678"/>
                <a:gd name="connsiteY61" fmla="*/ 271347 h 344349"/>
                <a:gd name="connsiteX62" fmla="*/ 331763 w 404678"/>
                <a:gd name="connsiteY62" fmla="*/ 308260 h 344349"/>
                <a:gd name="connsiteX63" fmla="*/ 267936 w 404678"/>
                <a:gd name="connsiteY63" fmla="*/ 330175 h 344349"/>
                <a:gd name="connsiteX64" fmla="*/ 267936 w 404678"/>
                <a:gd name="connsiteY64" fmla="*/ 330175 h 344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404678" h="344349">
                  <a:moveTo>
                    <a:pt x="376926" y="260265"/>
                  </a:moveTo>
                  <a:cubicBezTo>
                    <a:pt x="383009" y="254349"/>
                    <a:pt x="387925" y="247099"/>
                    <a:pt x="391592" y="239683"/>
                  </a:cubicBezTo>
                  <a:cubicBezTo>
                    <a:pt x="412506" y="197270"/>
                    <a:pt x="407840" y="135110"/>
                    <a:pt x="381259" y="96113"/>
                  </a:cubicBezTo>
                  <a:cubicBezTo>
                    <a:pt x="367927" y="76531"/>
                    <a:pt x="348512" y="62033"/>
                    <a:pt x="326764" y="50617"/>
                  </a:cubicBezTo>
                  <a:cubicBezTo>
                    <a:pt x="296600" y="32202"/>
                    <a:pt x="262187" y="19286"/>
                    <a:pt x="229023" y="10037"/>
                  </a:cubicBezTo>
                  <a:cubicBezTo>
                    <a:pt x="184361" y="-2545"/>
                    <a:pt x="136614" y="-4211"/>
                    <a:pt x="92035" y="10287"/>
                  </a:cubicBezTo>
                  <a:cubicBezTo>
                    <a:pt x="72620" y="16620"/>
                    <a:pt x="53622" y="25786"/>
                    <a:pt x="40789" y="42118"/>
                  </a:cubicBezTo>
                  <a:cubicBezTo>
                    <a:pt x="29457" y="56533"/>
                    <a:pt x="15125" y="77698"/>
                    <a:pt x="15708" y="97363"/>
                  </a:cubicBezTo>
                  <a:cubicBezTo>
                    <a:pt x="6126" y="113361"/>
                    <a:pt x="-1623" y="132776"/>
                    <a:pt x="293" y="150775"/>
                  </a:cubicBezTo>
                  <a:cubicBezTo>
                    <a:pt x="2626" y="172190"/>
                    <a:pt x="10126" y="194937"/>
                    <a:pt x="21958" y="212852"/>
                  </a:cubicBezTo>
                  <a:cubicBezTo>
                    <a:pt x="50789" y="256682"/>
                    <a:pt x="98618" y="291345"/>
                    <a:pt x="144447" y="315676"/>
                  </a:cubicBezTo>
                  <a:cubicBezTo>
                    <a:pt x="187444" y="338591"/>
                    <a:pt x="238772" y="349174"/>
                    <a:pt x="287268" y="342257"/>
                  </a:cubicBezTo>
                  <a:cubicBezTo>
                    <a:pt x="327847" y="336591"/>
                    <a:pt x="371260" y="303094"/>
                    <a:pt x="376926" y="260265"/>
                  </a:cubicBezTo>
                  <a:lnTo>
                    <a:pt x="376926" y="260265"/>
                  </a:lnTo>
                  <a:close/>
                  <a:moveTo>
                    <a:pt x="82953" y="29286"/>
                  </a:moveTo>
                  <a:cubicBezTo>
                    <a:pt x="125449" y="10454"/>
                    <a:pt x="175528" y="9954"/>
                    <a:pt x="220190" y="20703"/>
                  </a:cubicBezTo>
                  <a:cubicBezTo>
                    <a:pt x="227439" y="22453"/>
                    <a:pt x="234855" y="24369"/>
                    <a:pt x="242272" y="26452"/>
                  </a:cubicBezTo>
                  <a:cubicBezTo>
                    <a:pt x="261770" y="33952"/>
                    <a:pt x="281185" y="41868"/>
                    <a:pt x="299850" y="51200"/>
                  </a:cubicBezTo>
                  <a:cubicBezTo>
                    <a:pt x="319265" y="60949"/>
                    <a:pt x="341846" y="71198"/>
                    <a:pt x="357594" y="86447"/>
                  </a:cubicBezTo>
                  <a:cubicBezTo>
                    <a:pt x="388259" y="116028"/>
                    <a:pt x="402674" y="169440"/>
                    <a:pt x="391924" y="210519"/>
                  </a:cubicBezTo>
                  <a:cubicBezTo>
                    <a:pt x="388425" y="223935"/>
                    <a:pt x="381425" y="238017"/>
                    <a:pt x="371343" y="248599"/>
                  </a:cubicBezTo>
                  <a:cubicBezTo>
                    <a:pt x="368594" y="248683"/>
                    <a:pt x="365760" y="250432"/>
                    <a:pt x="365427" y="254015"/>
                  </a:cubicBezTo>
                  <a:cubicBezTo>
                    <a:pt x="362510" y="256349"/>
                    <a:pt x="359345" y="258432"/>
                    <a:pt x="356012" y="260098"/>
                  </a:cubicBezTo>
                  <a:cubicBezTo>
                    <a:pt x="344596" y="265848"/>
                    <a:pt x="335013" y="263265"/>
                    <a:pt x="324347" y="257515"/>
                  </a:cubicBezTo>
                  <a:cubicBezTo>
                    <a:pt x="319431" y="254849"/>
                    <a:pt x="316848" y="252599"/>
                    <a:pt x="310849" y="253432"/>
                  </a:cubicBezTo>
                  <a:cubicBezTo>
                    <a:pt x="295267" y="255598"/>
                    <a:pt x="282601" y="269097"/>
                    <a:pt x="268186" y="274930"/>
                  </a:cubicBezTo>
                  <a:cubicBezTo>
                    <a:pt x="253687" y="280846"/>
                    <a:pt x="243188" y="272681"/>
                    <a:pt x="234438" y="261598"/>
                  </a:cubicBezTo>
                  <a:cubicBezTo>
                    <a:pt x="230606" y="256682"/>
                    <a:pt x="228023" y="251266"/>
                    <a:pt x="221524" y="249599"/>
                  </a:cubicBezTo>
                  <a:cubicBezTo>
                    <a:pt x="208858" y="246433"/>
                    <a:pt x="192859" y="257348"/>
                    <a:pt x="180944" y="259765"/>
                  </a:cubicBezTo>
                  <a:cubicBezTo>
                    <a:pt x="170445" y="261931"/>
                    <a:pt x="157113" y="263514"/>
                    <a:pt x="148864" y="255015"/>
                  </a:cubicBezTo>
                  <a:cubicBezTo>
                    <a:pt x="139364" y="245183"/>
                    <a:pt x="142197" y="231267"/>
                    <a:pt x="143364" y="219185"/>
                  </a:cubicBezTo>
                  <a:cubicBezTo>
                    <a:pt x="144197" y="210852"/>
                    <a:pt x="145614" y="198437"/>
                    <a:pt x="136365" y="194104"/>
                  </a:cubicBezTo>
                  <a:cubicBezTo>
                    <a:pt x="124949" y="188688"/>
                    <a:pt x="110950" y="200020"/>
                    <a:pt x="99284" y="200104"/>
                  </a:cubicBezTo>
                  <a:cubicBezTo>
                    <a:pt x="71620" y="200353"/>
                    <a:pt x="71203" y="174439"/>
                    <a:pt x="76870" y="154691"/>
                  </a:cubicBezTo>
                  <a:cubicBezTo>
                    <a:pt x="79953" y="143859"/>
                    <a:pt x="79369" y="134859"/>
                    <a:pt x="68371" y="129610"/>
                  </a:cubicBezTo>
                  <a:cubicBezTo>
                    <a:pt x="57872" y="124527"/>
                    <a:pt x="47706" y="124694"/>
                    <a:pt x="38956" y="115611"/>
                  </a:cubicBezTo>
                  <a:cubicBezTo>
                    <a:pt x="29041" y="105195"/>
                    <a:pt x="29041" y="93780"/>
                    <a:pt x="34374" y="81197"/>
                  </a:cubicBezTo>
                  <a:cubicBezTo>
                    <a:pt x="44039" y="58199"/>
                    <a:pt x="59955" y="39451"/>
                    <a:pt x="82953" y="29286"/>
                  </a:cubicBezTo>
                  <a:lnTo>
                    <a:pt x="82953" y="29286"/>
                  </a:lnTo>
                  <a:close/>
                  <a:moveTo>
                    <a:pt x="267936" y="330175"/>
                  </a:moveTo>
                  <a:cubicBezTo>
                    <a:pt x="224023" y="331509"/>
                    <a:pt x="180027" y="321843"/>
                    <a:pt x="142114" y="299095"/>
                  </a:cubicBezTo>
                  <a:cubicBezTo>
                    <a:pt x="104951" y="276763"/>
                    <a:pt x="68870" y="252515"/>
                    <a:pt x="41040" y="218852"/>
                  </a:cubicBezTo>
                  <a:cubicBezTo>
                    <a:pt x="26207" y="200770"/>
                    <a:pt x="17542" y="181105"/>
                    <a:pt x="12459" y="158357"/>
                  </a:cubicBezTo>
                  <a:cubicBezTo>
                    <a:pt x="8792" y="141692"/>
                    <a:pt x="11625" y="124610"/>
                    <a:pt x="17459" y="108612"/>
                  </a:cubicBezTo>
                  <a:cubicBezTo>
                    <a:pt x="22625" y="124444"/>
                    <a:pt x="36957" y="134943"/>
                    <a:pt x="53205" y="138859"/>
                  </a:cubicBezTo>
                  <a:cubicBezTo>
                    <a:pt x="59288" y="140359"/>
                    <a:pt x="66037" y="141609"/>
                    <a:pt x="66287" y="148608"/>
                  </a:cubicBezTo>
                  <a:cubicBezTo>
                    <a:pt x="66454" y="152358"/>
                    <a:pt x="63787" y="156524"/>
                    <a:pt x="63038" y="160191"/>
                  </a:cubicBezTo>
                  <a:cubicBezTo>
                    <a:pt x="61372" y="168190"/>
                    <a:pt x="60955" y="177689"/>
                    <a:pt x="62954" y="185771"/>
                  </a:cubicBezTo>
                  <a:cubicBezTo>
                    <a:pt x="66704" y="200853"/>
                    <a:pt x="81703" y="209269"/>
                    <a:pt x="96535" y="209353"/>
                  </a:cubicBezTo>
                  <a:cubicBezTo>
                    <a:pt x="103617" y="209436"/>
                    <a:pt x="110034" y="207186"/>
                    <a:pt x="116533" y="204686"/>
                  </a:cubicBezTo>
                  <a:cubicBezTo>
                    <a:pt x="124032" y="201854"/>
                    <a:pt x="133115" y="199437"/>
                    <a:pt x="136031" y="209436"/>
                  </a:cubicBezTo>
                  <a:cubicBezTo>
                    <a:pt x="137281" y="213935"/>
                    <a:pt x="133614" y="221852"/>
                    <a:pt x="132781" y="226518"/>
                  </a:cubicBezTo>
                  <a:cubicBezTo>
                    <a:pt x="130115" y="241933"/>
                    <a:pt x="131781" y="258681"/>
                    <a:pt x="145197" y="268764"/>
                  </a:cubicBezTo>
                  <a:cubicBezTo>
                    <a:pt x="160029" y="280013"/>
                    <a:pt x="183194" y="275764"/>
                    <a:pt x="199359" y="269847"/>
                  </a:cubicBezTo>
                  <a:cubicBezTo>
                    <a:pt x="204025" y="268097"/>
                    <a:pt x="209358" y="264265"/>
                    <a:pt x="214358" y="264014"/>
                  </a:cubicBezTo>
                  <a:cubicBezTo>
                    <a:pt x="220190" y="263681"/>
                    <a:pt x="220607" y="266431"/>
                    <a:pt x="224023" y="270680"/>
                  </a:cubicBezTo>
                  <a:cubicBezTo>
                    <a:pt x="230190" y="278430"/>
                    <a:pt x="237356" y="286679"/>
                    <a:pt x="247021" y="289762"/>
                  </a:cubicBezTo>
                  <a:cubicBezTo>
                    <a:pt x="265270" y="295761"/>
                    <a:pt x="280268" y="285179"/>
                    <a:pt x="294850" y="275430"/>
                  </a:cubicBezTo>
                  <a:cubicBezTo>
                    <a:pt x="301433" y="271014"/>
                    <a:pt x="309349" y="264348"/>
                    <a:pt x="318098" y="266764"/>
                  </a:cubicBezTo>
                  <a:cubicBezTo>
                    <a:pt x="321848" y="267764"/>
                    <a:pt x="325431" y="271264"/>
                    <a:pt x="329263" y="272763"/>
                  </a:cubicBezTo>
                  <a:cubicBezTo>
                    <a:pt x="337263" y="275846"/>
                    <a:pt x="345763" y="276013"/>
                    <a:pt x="353928" y="273763"/>
                  </a:cubicBezTo>
                  <a:cubicBezTo>
                    <a:pt x="356261" y="273097"/>
                    <a:pt x="358511" y="272264"/>
                    <a:pt x="360677" y="271347"/>
                  </a:cubicBezTo>
                  <a:cubicBezTo>
                    <a:pt x="354511" y="285762"/>
                    <a:pt x="343179" y="297928"/>
                    <a:pt x="331763" y="308260"/>
                  </a:cubicBezTo>
                  <a:cubicBezTo>
                    <a:pt x="314349" y="324259"/>
                    <a:pt x="291267" y="329425"/>
                    <a:pt x="267936" y="330175"/>
                  </a:cubicBezTo>
                  <a:lnTo>
                    <a:pt x="267936" y="330175"/>
                  </a:lnTo>
                  <a:close/>
                </a:path>
              </a:pathLst>
            </a:custGeom>
            <a:grpFill/>
            <a:ln w="8332" cap="flat">
              <a:noFill/>
              <a:prstDash val="solid"/>
              <a:miter/>
            </a:ln>
          </p:spPr>
          <p:txBody>
            <a:bodyPr rtlCol="0" anchor="ctr"/>
            <a:lstStyle/>
            <a:p>
              <a:endParaRPr lang="en-US"/>
            </a:p>
          </p:txBody>
        </p:sp>
        <p:sp>
          <p:nvSpPr>
            <p:cNvPr id="2632" name="Freeform: Shape 2631"/>
            <p:cNvSpPr/>
            <p:nvPr/>
          </p:nvSpPr>
          <p:spPr>
            <a:xfrm>
              <a:off x="11616486" y="5853198"/>
              <a:ext cx="162408" cy="102089"/>
            </a:xfrm>
            <a:custGeom>
              <a:avLst/>
              <a:gdLst>
                <a:gd name="connsiteX0" fmla="*/ 159141 w 162408"/>
                <a:gd name="connsiteY0" fmla="*/ 84027 h 102089"/>
                <a:gd name="connsiteX1" fmla="*/ 152308 w 162408"/>
                <a:gd name="connsiteY1" fmla="*/ 53613 h 102089"/>
                <a:gd name="connsiteX2" fmla="*/ 147309 w 162408"/>
                <a:gd name="connsiteY2" fmla="*/ 58030 h 102089"/>
                <a:gd name="connsiteX3" fmla="*/ 142476 w 162408"/>
                <a:gd name="connsiteY3" fmla="*/ 88110 h 102089"/>
                <a:gd name="connsiteX4" fmla="*/ 140392 w 162408"/>
                <a:gd name="connsiteY4" fmla="*/ 85527 h 102089"/>
                <a:gd name="connsiteX5" fmla="*/ 115728 w 162408"/>
                <a:gd name="connsiteY5" fmla="*/ 50197 h 102089"/>
                <a:gd name="connsiteX6" fmla="*/ 97480 w 162408"/>
                <a:gd name="connsiteY6" fmla="*/ 46364 h 102089"/>
                <a:gd name="connsiteX7" fmla="*/ 69816 w 162408"/>
                <a:gd name="connsiteY7" fmla="*/ 36781 h 102089"/>
                <a:gd name="connsiteX8" fmla="*/ 13155 w 162408"/>
                <a:gd name="connsiteY8" fmla="*/ 27199 h 102089"/>
                <a:gd name="connsiteX9" fmla="*/ 22404 w 162408"/>
                <a:gd name="connsiteY9" fmla="*/ 16033 h 102089"/>
                <a:gd name="connsiteX10" fmla="*/ 57984 w 162408"/>
                <a:gd name="connsiteY10" fmla="*/ 9867 h 102089"/>
                <a:gd name="connsiteX11" fmla="*/ 137393 w 162408"/>
                <a:gd name="connsiteY11" fmla="*/ 29032 h 102089"/>
                <a:gd name="connsiteX12" fmla="*/ 139310 w 162408"/>
                <a:gd name="connsiteY12" fmla="*/ 26116 h 102089"/>
                <a:gd name="connsiteX13" fmla="*/ 28653 w 162408"/>
                <a:gd name="connsiteY13" fmla="*/ 1951 h 102089"/>
                <a:gd name="connsiteX14" fmla="*/ 16654 w 162408"/>
                <a:gd name="connsiteY14" fmla="*/ 64445 h 102089"/>
                <a:gd name="connsiteX15" fmla="*/ 123478 w 162408"/>
                <a:gd name="connsiteY15" fmla="*/ 101776 h 102089"/>
                <a:gd name="connsiteX16" fmla="*/ 159141 w 162408"/>
                <a:gd name="connsiteY16" fmla="*/ 84027 h 102089"/>
                <a:gd name="connsiteX17" fmla="*/ 159141 w 162408"/>
                <a:gd name="connsiteY17" fmla="*/ 84027 h 102089"/>
                <a:gd name="connsiteX18" fmla="*/ 123811 w 162408"/>
                <a:gd name="connsiteY18" fmla="*/ 92193 h 102089"/>
                <a:gd name="connsiteX19" fmla="*/ 84398 w 162408"/>
                <a:gd name="connsiteY19" fmla="*/ 86694 h 102089"/>
                <a:gd name="connsiteX20" fmla="*/ 22736 w 162408"/>
                <a:gd name="connsiteY20" fmla="*/ 52864 h 102089"/>
                <a:gd name="connsiteX21" fmla="*/ 12904 w 162408"/>
                <a:gd name="connsiteY21" fmla="*/ 34781 h 102089"/>
                <a:gd name="connsiteX22" fmla="*/ 47235 w 162408"/>
                <a:gd name="connsiteY22" fmla="*/ 32782 h 102089"/>
                <a:gd name="connsiteX23" fmla="*/ 79315 w 162408"/>
                <a:gd name="connsiteY23" fmla="*/ 55613 h 102089"/>
                <a:gd name="connsiteX24" fmla="*/ 90897 w 162408"/>
                <a:gd name="connsiteY24" fmla="*/ 56946 h 102089"/>
                <a:gd name="connsiteX25" fmla="*/ 120228 w 162408"/>
                <a:gd name="connsiteY25" fmla="*/ 71862 h 102089"/>
                <a:gd name="connsiteX26" fmla="*/ 130561 w 162408"/>
                <a:gd name="connsiteY26" fmla="*/ 91443 h 102089"/>
                <a:gd name="connsiteX27" fmla="*/ 123811 w 162408"/>
                <a:gd name="connsiteY27" fmla="*/ 92193 h 102089"/>
                <a:gd name="connsiteX28" fmla="*/ 123811 w 162408"/>
                <a:gd name="connsiteY28" fmla="*/ 92193 h 102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62408" h="102089">
                  <a:moveTo>
                    <a:pt x="159141" y="84027"/>
                  </a:moveTo>
                  <a:cubicBezTo>
                    <a:pt x="166141" y="71778"/>
                    <a:pt x="160975" y="63112"/>
                    <a:pt x="152308" y="53613"/>
                  </a:cubicBezTo>
                  <a:cubicBezTo>
                    <a:pt x="149392" y="50447"/>
                    <a:pt x="144476" y="54863"/>
                    <a:pt x="147309" y="58030"/>
                  </a:cubicBezTo>
                  <a:cubicBezTo>
                    <a:pt x="160307" y="72445"/>
                    <a:pt x="153892" y="82777"/>
                    <a:pt x="142476" y="88110"/>
                  </a:cubicBezTo>
                  <a:cubicBezTo>
                    <a:pt x="142143" y="87194"/>
                    <a:pt x="141476" y="86277"/>
                    <a:pt x="140392" y="85527"/>
                  </a:cubicBezTo>
                  <a:cubicBezTo>
                    <a:pt x="127561" y="76778"/>
                    <a:pt x="129561" y="57696"/>
                    <a:pt x="115728" y="50197"/>
                  </a:cubicBezTo>
                  <a:cubicBezTo>
                    <a:pt x="110395" y="47280"/>
                    <a:pt x="103480" y="46697"/>
                    <a:pt x="97480" y="46364"/>
                  </a:cubicBezTo>
                  <a:cubicBezTo>
                    <a:pt x="85648" y="45697"/>
                    <a:pt x="79565" y="45531"/>
                    <a:pt x="69816" y="36781"/>
                  </a:cubicBezTo>
                  <a:cubicBezTo>
                    <a:pt x="53901" y="22699"/>
                    <a:pt x="31986" y="17533"/>
                    <a:pt x="13155" y="27199"/>
                  </a:cubicBezTo>
                  <a:cubicBezTo>
                    <a:pt x="14238" y="22866"/>
                    <a:pt x="17071" y="18950"/>
                    <a:pt x="22404" y="16033"/>
                  </a:cubicBezTo>
                  <a:cubicBezTo>
                    <a:pt x="32236" y="10700"/>
                    <a:pt x="46984" y="10117"/>
                    <a:pt x="57984" y="9867"/>
                  </a:cubicBezTo>
                  <a:cubicBezTo>
                    <a:pt x="85981" y="9200"/>
                    <a:pt x="112312" y="17116"/>
                    <a:pt x="137393" y="29032"/>
                  </a:cubicBezTo>
                  <a:cubicBezTo>
                    <a:pt x="139393" y="29949"/>
                    <a:pt x="141310" y="27199"/>
                    <a:pt x="139310" y="26116"/>
                  </a:cubicBezTo>
                  <a:cubicBezTo>
                    <a:pt x="105062" y="6617"/>
                    <a:pt x="68483" y="-4798"/>
                    <a:pt x="28653" y="1951"/>
                  </a:cubicBezTo>
                  <a:cubicBezTo>
                    <a:pt x="-6510" y="7951"/>
                    <a:pt x="-7844" y="43614"/>
                    <a:pt x="16654" y="64445"/>
                  </a:cubicBezTo>
                  <a:cubicBezTo>
                    <a:pt x="46485" y="89943"/>
                    <a:pt x="83982" y="104442"/>
                    <a:pt x="123478" y="101776"/>
                  </a:cubicBezTo>
                  <a:cubicBezTo>
                    <a:pt x="137309" y="100859"/>
                    <a:pt x="151809" y="96943"/>
                    <a:pt x="159141" y="84027"/>
                  </a:cubicBezTo>
                  <a:lnTo>
                    <a:pt x="159141" y="84027"/>
                  </a:lnTo>
                  <a:close/>
                  <a:moveTo>
                    <a:pt x="123811" y="92193"/>
                  </a:moveTo>
                  <a:cubicBezTo>
                    <a:pt x="110479" y="92360"/>
                    <a:pt x="97230" y="90193"/>
                    <a:pt x="84398" y="86694"/>
                  </a:cubicBezTo>
                  <a:cubicBezTo>
                    <a:pt x="62400" y="80694"/>
                    <a:pt x="39152" y="69195"/>
                    <a:pt x="22736" y="52864"/>
                  </a:cubicBezTo>
                  <a:cubicBezTo>
                    <a:pt x="17820" y="47947"/>
                    <a:pt x="13904" y="41365"/>
                    <a:pt x="12904" y="34781"/>
                  </a:cubicBezTo>
                  <a:cubicBezTo>
                    <a:pt x="23736" y="31449"/>
                    <a:pt x="36402" y="29366"/>
                    <a:pt x="47235" y="32782"/>
                  </a:cubicBezTo>
                  <a:cubicBezTo>
                    <a:pt x="60400" y="37031"/>
                    <a:pt x="66400" y="51197"/>
                    <a:pt x="79315" y="55613"/>
                  </a:cubicBezTo>
                  <a:cubicBezTo>
                    <a:pt x="83398" y="57030"/>
                    <a:pt x="86648" y="56946"/>
                    <a:pt x="90897" y="56946"/>
                  </a:cubicBezTo>
                  <a:cubicBezTo>
                    <a:pt x="104479" y="57196"/>
                    <a:pt x="112979" y="57863"/>
                    <a:pt x="120228" y="71862"/>
                  </a:cubicBezTo>
                  <a:cubicBezTo>
                    <a:pt x="124645" y="80361"/>
                    <a:pt x="123977" y="86527"/>
                    <a:pt x="130561" y="91443"/>
                  </a:cubicBezTo>
                  <a:cubicBezTo>
                    <a:pt x="128227" y="92026"/>
                    <a:pt x="125977" y="92193"/>
                    <a:pt x="123811" y="92193"/>
                  </a:cubicBezTo>
                  <a:lnTo>
                    <a:pt x="123811" y="92193"/>
                  </a:lnTo>
                  <a:close/>
                </a:path>
              </a:pathLst>
            </a:custGeom>
            <a:grpFill/>
            <a:ln w="8332" cap="flat">
              <a:noFill/>
              <a:prstDash val="solid"/>
              <a:miter/>
            </a:ln>
          </p:spPr>
          <p:txBody>
            <a:bodyPr rtlCol="0" anchor="ctr"/>
            <a:lstStyle/>
            <a:p>
              <a:endParaRPr lang="en-US"/>
            </a:p>
          </p:txBody>
        </p:sp>
        <p:sp>
          <p:nvSpPr>
            <p:cNvPr id="2633" name="Freeform: Shape 2632"/>
            <p:cNvSpPr/>
            <p:nvPr/>
          </p:nvSpPr>
          <p:spPr>
            <a:xfrm>
              <a:off x="9903297" y="5109872"/>
              <a:ext cx="422103" cy="444963"/>
            </a:xfrm>
            <a:custGeom>
              <a:avLst/>
              <a:gdLst>
                <a:gd name="connsiteX0" fmla="*/ 396879 w 422103"/>
                <a:gd name="connsiteY0" fmla="*/ 125417 h 444963"/>
                <a:gd name="connsiteX1" fmla="*/ 292139 w 422103"/>
                <a:gd name="connsiteY1" fmla="*/ 26509 h 444963"/>
                <a:gd name="connsiteX2" fmla="*/ 245809 w 422103"/>
                <a:gd name="connsiteY2" fmla="*/ 11093 h 444963"/>
                <a:gd name="connsiteX3" fmla="*/ 207647 w 422103"/>
                <a:gd name="connsiteY3" fmla="*/ 1761 h 444963"/>
                <a:gd name="connsiteX4" fmla="*/ 139319 w 422103"/>
                <a:gd name="connsiteY4" fmla="*/ 3177 h 444963"/>
                <a:gd name="connsiteX5" fmla="*/ 30995 w 422103"/>
                <a:gd name="connsiteY5" fmla="*/ 68005 h 444963"/>
                <a:gd name="connsiteX6" fmla="*/ 5914 w 422103"/>
                <a:gd name="connsiteY6" fmla="*/ 191660 h 444963"/>
                <a:gd name="connsiteX7" fmla="*/ 104406 w 422103"/>
                <a:gd name="connsiteY7" fmla="*/ 253822 h 444963"/>
                <a:gd name="connsiteX8" fmla="*/ 65076 w 422103"/>
                <a:gd name="connsiteY8" fmla="*/ 300817 h 444963"/>
                <a:gd name="connsiteX9" fmla="*/ 32245 w 422103"/>
                <a:gd name="connsiteY9" fmla="*/ 350146 h 444963"/>
                <a:gd name="connsiteX10" fmla="*/ 39828 w 422103"/>
                <a:gd name="connsiteY10" fmla="*/ 392142 h 444963"/>
                <a:gd name="connsiteX11" fmla="*/ 88907 w 422103"/>
                <a:gd name="connsiteY11" fmla="*/ 427973 h 444963"/>
                <a:gd name="connsiteX12" fmla="*/ 143318 w 422103"/>
                <a:gd name="connsiteY12" fmla="*/ 444555 h 444963"/>
                <a:gd name="connsiteX13" fmla="*/ 180649 w 422103"/>
                <a:gd name="connsiteY13" fmla="*/ 416390 h 444963"/>
                <a:gd name="connsiteX14" fmla="*/ 209062 w 422103"/>
                <a:gd name="connsiteY14" fmla="*/ 361478 h 444963"/>
                <a:gd name="connsiteX15" fmla="*/ 223561 w 422103"/>
                <a:gd name="connsiteY15" fmla="*/ 316733 h 444963"/>
                <a:gd name="connsiteX16" fmla="*/ 232227 w 422103"/>
                <a:gd name="connsiteY16" fmla="*/ 323065 h 444963"/>
                <a:gd name="connsiteX17" fmla="*/ 347717 w 422103"/>
                <a:gd name="connsiteY17" fmla="*/ 335064 h 444963"/>
                <a:gd name="connsiteX18" fmla="*/ 417627 w 422103"/>
                <a:gd name="connsiteY18" fmla="*/ 246489 h 444963"/>
                <a:gd name="connsiteX19" fmla="*/ 396879 w 422103"/>
                <a:gd name="connsiteY19" fmla="*/ 125417 h 444963"/>
                <a:gd name="connsiteX20" fmla="*/ 396879 w 422103"/>
                <a:gd name="connsiteY20" fmla="*/ 125417 h 444963"/>
                <a:gd name="connsiteX21" fmla="*/ 198730 w 422103"/>
                <a:gd name="connsiteY21" fmla="*/ 347980 h 444963"/>
                <a:gd name="connsiteX22" fmla="*/ 178732 w 422103"/>
                <a:gd name="connsiteY22" fmla="*/ 394309 h 444963"/>
                <a:gd name="connsiteX23" fmla="*/ 138402 w 422103"/>
                <a:gd name="connsiteY23" fmla="*/ 433639 h 444963"/>
                <a:gd name="connsiteX24" fmla="*/ 84241 w 422103"/>
                <a:gd name="connsiteY24" fmla="*/ 413974 h 444963"/>
                <a:gd name="connsiteX25" fmla="*/ 44577 w 422103"/>
                <a:gd name="connsiteY25" fmla="*/ 377477 h 444963"/>
                <a:gd name="connsiteX26" fmla="*/ 60993 w 422103"/>
                <a:gd name="connsiteY26" fmla="*/ 329065 h 444963"/>
                <a:gd name="connsiteX27" fmla="*/ 94740 w 422103"/>
                <a:gd name="connsiteY27" fmla="*/ 284985 h 444963"/>
                <a:gd name="connsiteX28" fmla="*/ 113988 w 422103"/>
                <a:gd name="connsiteY28" fmla="*/ 255988 h 444963"/>
                <a:gd name="connsiteX29" fmla="*/ 179399 w 422103"/>
                <a:gd name="connsiteY29" fmla="*/ 279486 h 444963"/>
                <a:gd name="connsiteX30" fmla="*/ 210730 w 422103"/>
                <a:gd name="connsiteY30" fmla="*/ 306067 h 444963"/>
                <a:gd name="connsiteX31" fmla="*/ 210896 w 422103"/>
                <a:gd name="connsiteY31" fmla="*/ 308067 h 444963"/>
                <a:gd name="connsiteX32" fmla="*/ 198730 w 422103"/>
                <a:gd name="connsiteY32" fmla="*/ 347980 h 444963"/>
                <a:gd name="connsiteX33" fmla="*/ 198730 w 422103"/>
                <a:gd name="connsiteY33" fmla="*/ 347980 h 444963"/>
                <a:gd name="connsiteX34" fmla="*/ 363966 w 422103"/>
                <a:gd name="connsiteY34" fmla="*/ 308400 h 444963"/>
                <a:gd name="connsiteX35" fmla="*/ 248559 w 422103"/>
                <a:gd name="connsiteY35" fmla="*/ 319649 h 444963"/>
                <a:gd name="connsiteX36" fmla="*/ 225395 w 422103"/>
                <a:gd name="connsiteY36" fmla="*/ 305067 h 444963"/>
                <a:gd name="connsiteX37" fmla="*/ 218478 w 422103"/>
                <a:gd name="connsiteY37" fmla="*/ 299484 h 444963"/>
                <a:gd name="connsiteX38" fmla="*/ 159734 w 422103"/>
                <a:gd name="connsiteY38" fmla="*/ 255738 h 444963"/>
                <a:gd name="connsiteX39" fmla="*/ 47577 w 422103"/>
                <a:gd name="connsiteY39" fmla="*/ 217825 h 444963"/>
                <a:gd name="connsiteX40" fmla="*/ 14914 w 422103"/>
                <a:gd name="connsiteY40" fmla="*/ 168413 h 444963"/>
                <a:gd name="connsiteX41" fmla="*/ 26329 w 422103"/>
                <a:gd name="connsiteY41" fmla="*/ 103085 h 444963"/>
                <a:gd name="connsiteX42" fmla="*/ 175400 w 422103"/>
                <a:gd name="connsiteY42" fmla="*/ 12677 h 444963"/>
                <a:gd name="connsiteX43" fmla="*/ 268390 w 422103"/>
                <a:gd name="connsiteY43" fmla="*/ 29675 h 444963"/>
                <a:gd name="connsiteX44" fmla="*/ 358049 w 422103"/>
                <a:gd name="connsiteY44" fmla="*/ 96836 h 444963"/>
                <a:gd name="connsiteX45" fmla="*/ 407378 w 422103"/>
                <a:gd name="connsiteY45" fmla="*/ 205159 h 444963"/>
                <a:gd name="connsiteX46" fmla="*/ 363966 w 422103"/>
                <a:gd name="connsiteY46" fmla="*/ 308400 h 444963"/>
                <a:gd name="connsiteX47" fmla="*/ 363966 w 422103"/>
                <a:gd name="connsiteY47" fmla="*/ 308400 h 444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422103" h="444963">
                  <a:moveTo>
                    <a:pt x="396879" y="125417"/>
                  </a:moveTo>
                  <a:cubicBezTo>
                    <a:pt x="372798" y="84254"/>
                    <a:pt x="336385" y="45590"/>
                    <a:pt x="292139" y="26509"/>
                  </a:cubicBezTo>
                  <a:cubicBezTo>
                    <a:pt x="277057" y="20009"/>
                    <a:pt x="261558" y="14843"/>
                    <a:pt x="245809" y="11093"/>
                  </a:cubicBezTo>
                  <a:cubicBezTo>
                    <a:pt x="233477" y="6844"/>
                    <a:pt x="220812" y="3428"/>
                    <a:pt x="207647" y="1761"/>
                  </a:cubicBezTo>
                  <a:cubicBezTo>
                    <a:pt x="184815" y="-1072"/>
                    <a:pt x="161984" y="-406"/>
                    <a:pt x="139319" y="3177"/>
                  </a:cubicBezTo>
                  <a:cubicBezTo>
                    <a:pt x="96323" y="10094"/>
                    <a:pt x="56744" y="32758"/>
                    <a:pt x="30995" y="68005"/>
                  </a:cubicBezTo>
                  <a:cubicBezTo>
                    <a:pt x="6331" y="102002"/>
                    <a:pt x="-9084" y="150497"/>
                    <a:pt x="5914" y="191660"/>
                  </a:cubicBezTo>
                  <a:cubicBezTo>
                    <a:pt x="19830" y="229991"/>
                    <a:pt x="68076" y="245739"/>
                    <a:pt x="104406" y="253822"/>
                  </a:cubicBezTo>
                  <a:cubicBezTo>
                    <a:pt x="92157" y="269987"/>
                    <a:pt x="77575" y="284985"/>
                    <a:pt x="65076" y="300817"/>
                  </a:cubicBezTo>
                  <a:cubicBezTo>
                    <a:pt x="52993" y="316066"/>
                    <a:pt x="38995" y="331565"/>
                    <a:pt x="32245" y="350146"/>
                  </a:cubicBezTo>
                  <a:cubicBezTo>
                    <a:pt x="26246" y="366895"/>
                    <a:pt x="27996" y="379060"/>
                    <a:pt x="39828" y="392142"/>
                  </a:cubicBezTo>
                  <a:cubicBezTo>
                    <a:pt x="54243" y="408058"/>
                    <a:pt x="69492" y="419223"/>
                    <a:pt x="88907" y="427973"/>
                  </a:cubicBezTo>
                  <a:cubicBezTo>
                    <a:pt x="105905" y="435555"/>
                    <a:pt x="123737" y="447304"/>
                    <a:pt x="143318" y="444555"/>
                  </a:cubicBezTo>
                  <a:cubicBezTo>
                    <a:pt x="160234" y="442221"/>
                    <a:pt x="171983" y="430222"/>
                    <a:pt x="180649" y="416390"/>
                  </a:cubicBezTo>
                  <a:cubicBezTo>
                    <a:pt x="191648" y="398975"/>
                    <a:pt x="201980" y="380893"/>
                    <a:pt x="209062" y="361478"/>
                  </a:cubicBezTo>
                  <a:cubicBezTo>
                    <a:pt x="214145" y="347563"/>
                    <a:pt x="220395" y="331814"/>
                    <a:pt x="223561" y="316733"/>
                  </a:cubicBezTo>
                  <a:cubicBezTo>
                    <a:pt x="226395" y="318899"/>
                    <a:pt x="229228" y="321066"/>
                    <a:pt x="232227" y="323065"/>
                  </a:cubicBezTo>
                  <a:cubicBezTo>
                    <a:pt x="265058" y="345063"/>
                    <a:pt x="311053" y="350146"/>
                    <a:pt x="347717" y="335064"/>
                  </a:cubicBezTo>
                  <a:cubicBezTo>
                    <a:pt x="385297" y="319482"/>
                    <a:pt x="407712" y="284485"/>
                    <a:pt x="417627" y="246489"/>
                  </a:cubicBezTo>
                  <a:cubicBezTo>
                    <a:pt x="428627" y="204576"/>
                    <a:pt x="418460" y="162413"/>
                    <a:pt x="396879" y="125417"/>
                  </a:cubicBezTo>
                  <a:lnTo>
                    <a:pt x="396879" y="125417"/>
                  </a:lnTo>
                  <a:close/>
                  <a:moveTo>
                    <a:pt x="198730" y="347980"/>
                  </a:moveTo>
                  <a:cubicBezTo>
                    <a:pt x="193814" y="364145"/>
                    <a:pt x="186648" y="379477"/>
                    <a:pt x="178732" y="394309"/>
                  </a:cubicBezTo>
                  <a:cubicBezTo>
                    <a:pt x="169983" y="410724"/>
                    <a:pt x="159901" y="432889"/>
                    <a:pt x="138402" y="433639"/>
                  </a:cubicBezTo>
                  <a:cubicBezTo>
                    <a:pt x="120154" y="434305"/>
                    <a:pt x="100239" y="421890"/>
                    <a:pt x="84241" y="413974"/>
                  </a:cubicBezTo>
                  <a:cubicBezTo>
                    <a:pt x="70909" y="407308"/>
                    <a:pt x="50994" y="391726"/>
                    <a:pt x="44577" y="377477"/>
                  </a:cubicBezTo>
                  <a:cubicBezTo>
                    <a:pt x="37245" y="361229"/>
                    <a:pt x="51743" y="341814"/>
                    <a:pt x="60993" y="329065"/>
                  </a:cubicBezTo>
                  <a:cubicBezTo>
                    <a:pt x="71908" y="314066"/>
                    <a:pt x="83825" y="299901"/>
                    <a:pt x="94740" y="284985"/>
                  </a:cubicBezTo>
                  <a:cubicBezTo>
                    <a:pt x="101239" y="276069"/>
                    <a:pt x="110155" y="266737"/>
                    <a:pt x="113988" y="255988"/>
                  </a:cubicBezTo>
                  <a:cubicBezTo>
                    <a:pt x="136986" y="260904"/>
                    <a:pt x="159734" y="265321"/>
                    <a:pt x="179399" y="279486"/>
                  </a:cubicBezTo>
                  <a:cubicBezTo>
                    <a:pt x="190564" y="287485"/>
                    <a:pt x="200481" y="296984"/>
                    <a:pt x="210730" y="306067"/>
                  </a:cubicBezTo>
                  <a:cubicBezTo>
                    <a:pt x="210730" y="306733"/>
                    <a:pt x="210730" y="307400"/>
                    <a:pt x="210896" y="308067"/>
                  </a:cubicBezTo>
                  <a:cubicBezTo>
                    <a:pt x="208396" y="321482"/>
                    <a:pt x="202647" y="335064"/>
                    <a:pt x="198730" y="347980"/>
                  </a:cubicBezTo>
                  <a:lnTo>
                    <a:pt x="198730" y="347980"/>
                  </a:lnTo>
                  <a:close/>
                  <a:moveTo>
                    <a:pt x="363966" y="308400"/>
                  </a:moveTo>
                  <a:cubicBezTo>
                    <a:pt x="332968" y="334814"/>
                    <a:pt x="284640" y="336897"/>
                    <a:pt x="248559" y="319649"/>
                  </a:cubicBezTo>
                  <a:cubicBezTo>
                    <a:pt x="240226" y="315649"/>
                    <a:pt x="232644" y="310566"/>
                    <a:pt x="225395" y="305067"/>
                  </a:cubicBezTo>
                  <a:cubicBezTo>
                    <a:pt x="224978" y="301817"/>
                    <a:pt x="221728" y="299651"/>
                    <a:pt x="218478" y="299484"/>
                  </a:cubicBezTo>
                  <a:cubicBezTo>
                    <a:pt x="199647" y="283819"/>
                    <a:pt x="182649" y="265821"/>
                    <a:pt x="159734" y="255738"/>
                  </a:cubicBezTo>
                  <a:cubicBezTo>
                    <a:pt x="123071" y="239656"/>
                    <a:pt x="82324" y="239489"/>
                    <a:pt x="47577" y="217825"/>
                  </a:cubicBezTo>
                  <a:cubicBezTo>
                    <a:pt x="28579" y="205993"/>
                    <a:pt x="17164" y="191160"/>
                    <a:pt x="14914" y="168413"/>
                  </a:cubicBezTo>
                  <a:cubicBezTo>
                    <a:pt x="12747" y="146581"/>
                    <a:pt x="17080" y="122833"/>
                    <a:pt x="26329" y="103085"/>
                  </a:cubicBezTo>
                  <a:cubicBezTo>
                    <a:pt x="54993" y="41257"/>
                    <a:pt x="113571" y="15176"/>
                    <a:pt x="175400" y="12677"/>
                  </a:cubicBezTo>
                  <a:cubicBezTo>
                    <a:pt x="206896" y="14343"/>
                    <a:pt x="238061" y="18843"/>
                    <a:pt x="268390" y="29675"/>
                  </a:cubicBezTo>
                  <a:cubicBezTo>
                    <a:pt x="305554" y="43007"/>
                    <a:pt x="332719" y="67338"/>
                    <a:pt x="358049" y="96836"/>
                  </a:cubicBezTo>
                  <a:cubicBezTo>
                    <a:pt x="384631" y="127916"/>
                    <a:pt x="404629" y="163663"/>
                    <a:pt x="407378" y="205159"/>
                  </a:cubicBezTo>
                  <a:cubicBezTo>
                    <a:pt x="409795" y="242489"/>
                    <a:pt x="392379" y="284152"/>
                    <a:pt x="363966" y="308400"/>
                  </a:cubicBezTo>
                  <a:lnTo>
                    <a:pt x="363966" y="308400"/>
                  </a:lnTo>
                  <a:close/>
                </a:path>
              </a:pathLst>
            </a:custGeom>
            <a:grpFill/>
            <a:ln w="8332" cap="flat">
              <a:noFill/>
              <a:prstDash val="solid"/>
              <a:miter/>
            </a:ln>
          </p:spPr>
          <p:txBody>
            <a:bodyPr rtlCol="0" anchor="ctr"/>
            <a:lstStyle/>
            <a:p>
              <a:endParaRPr lang="en-US"/>
            </a:p>
          </p:txBody>
        </p:sp>
        <p:sp>
          <p:nvSpPr>
            <p:cNvPr id="2634" name="Freeform: Shape 2633"/>
            <p:cNvSpPr/>
            <p:nvPr/>
          </p:nvSpPr>
          <p:spPr>
            <a:xfrm>
              <a:off x="8425510" y="5580446"/>
              <a:ext cx="1011071" cy="330280"/>
            </a:xfrm>
            <a:custGeom>
              <a:avLst/>
              <a:gdLst>
                <a:gd name="connsiteX0" fmla="*/ 1010412 w 1011071"/>
                <a:gd name="connsiteY0" fmla="*/ 250455 h 330280"/>
                <a:gd name="connsiteX1" fmla="*/ 929919 w 1011071"/>
                <a:gd name="connsiteY1" fmla="*/ 173712 h 330280"/>
                <a:gd name="connsiteX2" fmla="*/ 794931 w 1011071"/>
                <a:gd name="connsiteY2" fmla="*/ 121800 h 330280"/>
                <a:gd name="connsiteX3" fmla="*/ 663860 w 1011071"/>
                <a:gd name="connsiteY3" fmla="*/ 82554 h 330280"/>
                <a:gd name="connsiteX4" fmla="*/ 554036 w 1011071"/>
                <a:gd name="connsiteY4" fmla="*/ 52640 h 330280"/>
                <a:gd name="connsiteX5" fmla="*/ 552370 w 1011071"/>
                <a:gd name="connsiteY5" fmla="*/ 52223 h 330280"/>
                <a:gd name="connsiteX6" fmla="*/ 427964 w 1011071"/>
                <a:gd name="connsiteY6" fmla="*/ 26225 h 330280"/>
                <a:gd name="connsiteX7" fmla="*/ 302892 w 1011071"/>
                <a:gd name="connsiteY7" fmla="*/ 7311 h 330280"/>
                <a:gd name="connsiteX8" fmla="*/ 59164 w 1011071"/>
                <a:gd name="connsiteY8" fmla="*/ 20809 h 330280"/>
                <a:gd name="connsiteX9" fmla="*/ 3 w 1011071"/>
                <a:gd name="connsiteY9" fmla="*/ 76721 h 330280"/>
                <a:gd name="connsiteX10" fmla="*/ 11418 w 1011071"/>
                <a:gd name="connsiteY10" fmla="*/ 114801 h 330280"/>
                <a:gd name="connsiteX11" fmla="*/ 55498 w 1011071"/>
                <a:gd name="connsiteY11" fmla="*/ 148964 h 330280"/>
                <a:gd name="connsiteX12" fmla="*/ 302475 w 1011071"/>
                <a:gd name="connsiteY12" fmla="*/ 221291 h 330280"/>
                <a:gd name="connsiteX13" fmla="*/ 571701 w 1011071"/>
                <a:gd name="connsiteY13" fmla="*/ 277620 h 330280"/>
                <a:gd name="connsiteX14" fmla="*/ 837010 w 1011071"/>
                <a:gd name="connsiteY14" fmla="*/ 326448 h 330280"/>
                <a:gd name="connsiteX15" fmla="*/ 955500 w 1011071"/>
                <a:gd name="connsiteY15" fmla="*/ 321949 h 330280"/>
                <a:gd name="connsiteX16" fmla="*/ 1010412 w 1011071"/>
                <a:gd name="connsiteY16" fmla="*/ 250455 h 330280"/>
                <a:gd name="connsiteX17" fmla="*/ 1010412 w 1011071"/>
                <a:gd name="connsiteY17" fmla="*/ 250455 h 330280"/>
                <a:gd name="connsiteX18" fmla="*/ 964666 w 1011071"/>
                <a:gd name="connsiteY18" fmla="*/ 302117 h 330280"/>
                <a:gd name="connsiteX19" fmla="*/ 851759 w 1011071"/>
                <a:gd name="connsiteY19" fmla="*/ 313783 h 330280"/>
                <a:gd name="connsiteX20" fmla="*/ 613197 w 1011071"/>
                <a:gd name="connsiteY20" fmla="*/ 272703 h 330280"/>
                <a:gd name="connsiteX21" fmla="*/ 373136 w 1011071"/>
                <a:gd name="connsiteY21" fmla="*/ 222541 h 330280"/>
                <a:gd name="connsiteX22" fmla="*/ 139573 w 1011071"/>
                <a:gd name="connsiteY22" fmla="*/ 167129 h 330280"/>
                <a:gd name="connsiteX23" fmla="*/ 33333 w 1011071"/>
                <a:gd name="connsiteY23" fmla="*/ 115384 h 330280"/>
                <a:gd name="connsiteX24" fmla="*/ 17001 w 1011071"/>
                <a:gd name="connsiteY24" fmla="*/ 71554 h 330280"/>
                <a:gd name="connsiteX25" fmla="*/ 59830 w 1011071"/>
                <a:gd name="connsiteY25" fmla="*/ 37558 h 330280"/>
                <a:gd name="connsiteX26" fmla="*/ 288976 w 1011071"/>
                <a:gd name="connsiteY26" fmla="*/ 20809 h 330280"/>
                <a:gd name="connsiteX27" fmla="*/ 539204 w 1011071"/>
                <a:gd name="connsiteY27" fmla="*/ 61139 h 330280"/>
                <a:gd name="connsiteX28" fmla="*/ 670358 w 1011071"/>
                <a:gd name="connsiteY28" fmla="*/ 96386 h 330280"/>
                <a:gd name="connsiteX29" fmla="*/ 679275 w 1011071"/>
                <a:gd name="connsiteY29" fmla="*/ 98969 h 330280"/>
                <a:gd name="connsiteX30" fmla="*/ 743769 w 1011071"/>
                <a:gd name="connsiteY30" fmla="*/ 118801 h 330280"/>
                <a:gd name="connsiteX31" fmla="*/ 848759 w 1011071"/>
                <a:gd name="connsiteY31" fmla="*/ 156714 h 330280"/>
                <a:gd name="connsiteX32" fmla="*/ 951084 w 1011071"/>
                <a:gd name="connsiteY32" fmla="*/ 203959 h 330280"/>
                <a:gd name="connsiteX33" fmla="*/ 990914 w 1011071"/>
                <a:gd name="connsiteY33" fmla="*/ 242289 h 330280"/>
                <a:gd name="connsiteX34" fmla="*/ 964666 w 1011071"/>
                <a:gd name="connsiteY34" fmla="*/ 302117 h 330280"/>
                <a:gd name="connsiteX35" fmla="*/ 964666 w 1011071"/>
                <a:gd name="connsiteY35" fmla="*/ 302117 h 330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11071" h="330280">
                  <a:moveTo>
                    <a:pt x="1010412" y="250455"/>
                  </a:moveTo>
                  <a:cubicBezTo>
                    <a:pt x="1004745" y="213625"/>
                    <a:pt x="959416" y="189044"/>
                    <a:pt x="929919" y="173712"/>
                  </a:cubicBezTo>
                  <a:cubicBezTo>
                    <a:pt x="887423" y="151548"/>
                    <a:pt x="839677" y="138632"/>
                    <a:pt x="794931" y="121800"/>
                  </a:cubicBezTo>
                  <a:cubicBezTo>
                    <a:pt x="752268" y="105802"/>
                    <a:pt x="707272" y="96386"/>
                    <a:pt x="663860" y="82554"/>
                  </a:cubicBezTo>
                  <a:cubicBezTo>
                    <a:pt x="628113" y="71138"/>
                    <a:pt x="591116" y="60806"/>
                    <a:pt x="554036" y="52640"/>
                  </a:cubicBezTo>
                  <a:cubicBezTo>
                    <a:pt x="553453" y="52473"/>
                    <a:pt x="552953" y="52306"/>
                    <a:pt x="552370" y="52223"/>
                  </a:cubicBezTo>
                  <a:cubicBezTo>
                    <a:pt x="511373" y="41641"/>
                    <a:pt x="469627" y="34225"/>
                    <a:pt x="427964" y="26225"/>
                  </a:cubicBezTo>
                  <a:cubicBezTo>
                    <a:pt x="386301" y="18226"/>
                    <a:pt x="345304" y="10977"/>
                    <a:pt x="302892" y="7311"/>
                  </a:cubicBezTo>
                  <a:cubicBezTo>
                    <a:pt x="222150" y="394"/>
                    <a:pt x="136657" y="-9688"/>
                    <a:pt x="59164" y="20809"/>
                  </a:cubicBezTo>
                  <a:cubicBezTo>
                    <a:pt x="35666" y="30058"/>
                    <a:pt x="169" y="47223"/>
                    <a:pt x="3" y="76721"/>
                  </a:cubicBezTo>
                  <a:cubicBezTo>
                    <a:pt x="-81" y="91469"/>
                    <a:pt x="1835" y="103302"/>
                    <a:pt x="11418" y="114801"/>
                  </a:cubicBezTo>
                  <a:cubicBezTo>
                    <a:pt x="23084" y="128799"/>
                    <a:pt x="39332" y="140548"/>
                    <a:pt x="55498" y="148964"/>
                  </a:cubicBezTo>
                  <a:cubicBezTo>
                    <a:pt x="131491" y="188544"/>
                    <a:pt x="219566" y="203376"/>
                    <a:pt x="302475" y="221291"/>
                  </a:cubicBezTo>
                  <a:cubicBezTo>
                    <a:pt x="392133" y="240706"/>
                    <a:pt x="481959" y="258704"/>
                    <a:pt x="571701" y="277620"/>
                  </a:cubicBezTo>
                  <a:cubicBezTo>
                    <a:pt x="659276" y="296034"/>
                    <a:pt x="748019" y="316033"/>
                    <a:pt x="837010" y="326448"/>
                  </a:cubicBezTo>
                  <a:cubicBezTo>
                    <a:pt x="876007" y="330948"/>
                    <a:pt x="917420" y="333614"/>
                    <a:pt x="955500" y="321949"/>
                  </a:cubicBezTo>
                  <a:cubicBezTo>
                    <a:pt x="986080" y="312366"/>
                    <a:pt x="1015911" y="286118"/>
                    <a:pt x="1010412" y="250455"/>
                  </a:cubicBezTo>
                  <a:lnTo>
                    <a:pt x="1010412" y="250455"/>
                  </a:lnTo>
                  <a:close/>
                  <a:moveTo>
                    <a:pt x="964666" y="302117"/>
                  </a:moveTo>
                  <a:cubicBezTo>
                    <a:pt x="929835" y="317949"/>
                    <a:pt x="889089" y="316866"/>
                    <a:pt x="851759" y="313783"/>
                  </a:cubicBezTo>
                  <a:cubicBezTo>
                    <a:pt x="771683" y="307033"/>
                    <a:pt x="691857" y="288452"/>
                    <a:pt x="613197" y="272703"/>
                  </a:cubicBezTo>
                  <a:cubicBezTo>
                    <a:pt x="533121" y="256621"/>
                    <a:pt x="452962" y="239706"/>
                    <a:pt x="373136" y="222541"/>
                  </a:cubicBezTo>
                  <a:cubicBezTo>
                    <a:pt x="295143" y="205793"/>
                    <a:pt x="215733" y="191127"/>
                    <a:pt x="139573" y="167129"/>
                  </a:cubicBezTo>
                  <a:cubicBezTo>
                    <a:pt x="102660" y="155464"/>
                    <a:pt x="62747" y="141548"/>
                    <a:pt x="33333" y="115384"/>
                  </a:cubicBezTo>
                  <a:cubicBezTo>
                    <a:pt x="20667" y="104135"/>
                    <a:pt x="11001" y="89137"/>
                    <a:pt x="17001" y="71554"/>
                  </a:cubicBezTo>
                  <a:cubicBezTo>
                    <a:pt x="22834" y="54306"/>
                    <a:pt x="44165" y="43974"/>
                    <a:pt x="59830" y="37558"/>
                  </a:cubicBezTo>
                  <a:cubicBezTo>
                    <a:pt x="131740" y="7977"/>
                    <a:pt x="213316" y="14393"/>
                    <a:pt x="288976" y="20809"/>
                  </a:cubicBezTo>
                  <a:cubicBezTo>
                    <a:pt x="373136" y="27975"/>
                    <a:pt x="456711" y="42974"/>
                    <a:pt x="539204" y="61139"/>
                  </a:cubicBezTo>
                  <a:cubicBezTo>
                    <a:pt x="583450" y="70888"/>
                    <a:pt x="626863" y="83804"/>
                    <a:pt x="670358" y="96386"/>
                  </a:cubicBezTo>
                  <a:cubicBezTo>
                    <a:pt x="673358" y="97219"/>
                    <a:pt x="676275" y="98135"/>
                    <a:pt x="679275" y="98969"/>
                  </a:cubicBezTo>
                  <a:cubicBezTo>
                    <a:pt x="700773" y="105635"/>
                    <a:pt x="722188" y="112384"/>
                    <a:pt x="743769" y="118801"/>
                  </a:cubicBezTo>
                  <a:cubicBezTo>
                    <a:pt x="779433" y="129466"/>
                    <a:pt x="813679" y="144215"/>
                    <a:pt x="848759" y="156714"/>
                  </a:cubicBezTo>
                  <a:cubicBezTo>
                    <a:pt x="884590" y="169462"/>
                    <a:pt x="919336" y="182545"/>
                    <a:pt x="951084" y="203959"/>
                  </a:cubicBezTo>
                  <a:cubicBezTo>
                    <a:pt x="966165" y="214125"/>
                    <a:pt x="982581" y="225624"/>
                    <a:pt x="990914" y="242289"/>
                  </a:cubicBezTo>
                  <a:cubicBezTo>
                    <a:pt x="1002246" y="264870"/>
                    <a:pt x="986164" y="292368"/>
                    <a:pt x="964666" y="302117"/>
                  </a:cubicBezTo>
                  <a:lnTo>
                    <a:pt x="964666" y="302117"/>
                  </a:lnTo>
                  <a:close/>
                </a:path>
              </a:pathLst>
            </a:custGeom>
            <a:grpFill/>
            <a:ln w="8332" cap="flat">
              <a:noFill/>
              <a:prstDash val="solid"/>
              <a:miter/>
            </a:ln>
          </p:spPr>
          <p:txBody>
            <a:bodyPr rtlCol="0" anchor="ctr"/>
            <a:lstStyle/>
            <a:p>
              <a:endParaRPr lang="en-US"/>
            </a:p>
          </p:txBody>
        </p:sp>
        <p:sp>
          <p:nvSpPr>
            <p:cNvPr id="2635" name="Freeform: Shape 2634"/>
            <p:cNvSpPr/>
            <p:nvPr/>
          </p:nvSpPr>
          <p:spPr>
            <a:xfrm>
              <a:off x="8609969" y="5625715"/>
              <a:ext cx="144227" cy="70632"/>
            </a:xfrm>
            <a:custGeom>
              <a:avLst/>
              <a:gdLst>
                <a:gd name="connsiteX0" fmla="*/ 139681 w 144227"/>
                <a:gd name="connsiteY0" fmla="*/ 38 h 70632"/>
                <a:gd name="connsiteX1" fmla="*/ 110 w 144227"/>
                <a:gd name="connsiteY1" fmla="*/ 65865 h 70632"/>
                <a:gd name="connsiteX2" fmla="*/ 1609 w 144227"/>
                <a:gd name="connsiteY2" fmla="*/ 66865 h 70632"/>
                <a:gd name="connsiteX3" fmla="*/ 124848 w 144227"/>
                <a:gd name="connsiteY3" fmla="*/ 11120 h 70632"/>
                <a:gd name="connsiteX4" fmla="*/ 87018 w 144227"/>
                <a:gd name="connsiteY4" fmla="*/ 40284 h 70632"/>
                <a:gd name="connsiteX5" fmla="*/ 14941 w 144227"/>
                <a:gd name="connsiteY5" fmla="*/ 64532 h 70632"/>
                <a:gd name="connsiteX6" fmla="*/ 16942 w 144227"/>
                <a:gd name="connsiteY6" fmla="*/ 70531 h 70632"/>
                <a:gd name="connsiteX7" fmla="*/ 93601 w 144227"/>
                <a:gd name="connsiteY7" fmla="*/ 46950 h 70632"/>
                <a:gd name="connsiteX8" fmla="*/ 142347 w 144227"/>
                <a:gd name="connsiteY8" fmla="*/ 7954 h 70632"/>
                <a:gd name="connsiteX9" fmla="*/ 139681 w 144227"/>
                <a:gd name="connsiteY9" fmla="*/ 38 h 70632"/>
                <a:gd name="connsiteX10" fmla="*/ 139681 w 144227"/>
                <a:gd name="connsiteY10" fmla="*/ 38 h 70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4227" h="70632">
                  <a:moveTo>
                    <a:pt x="139681" y="38"/>
                  </a:moveTo>
                  <a:cubicBezTo>
                    <a:pt x="86935" y="7204"/>
                    <a:pt x="28857" y="15953"/>
                    <a:pt x="110" y="65865"/>
                  </a:cubicBezTo>
                  <a:cubicBezTo>
                    <a:pt x="-391" y="66782"/>
                    <a:pt x="943" y="67782"/>
                    <a:pt x="1609" y="66865"/>
                  </a:cubicBezTo>
                  <a:cubicBezTo>
                    <a:pt x="30441" y="27535"/>
                    <a:pt x="79019" y="18370"/>
                    <a:pt x="124848" y="11120"/>
                  </a:cubicBezTo>
                  <a:cubicBezTo>
                    <a:pt x="113266" y="22036"/>
                    <a:pt x="103351" y="34034"/>
                    <a:pt x="87018" y="40284"/>
                  </a:cubicBezTo>
                  <a:cubicBezTo>
                    <a:pt x="63521" y="49367"/>
                    <a:pt x="38773" y="56116"/>
                    <a:pt x="14941" y="64532"/>
                  </a:cubicBezTo>
                  <a:cubicBezTo>
                    <a:pt x="11025" y="65865"/>
                    <a:pt x="13025" y="71448"/>
                    <a:pt x="16942" y="70531"/>
                  </a:cubicBezTo>
                  <a:cubicBezTo>
                    <a:pt x="42439" y="64699"/>
                    <a:pt x="69603" y="57366"/>
                    <a:pt x="93601" y="46950"/>
                  </a:cubicBezTo>
                  <a:cubicBezTo>
                    <a:pt x="114099" y="38034"/>
                    <a:pt x="124348" y="19536"/>
                    <a:pt x="142347" y="7954"/>
                  </a:cubicBezTo>
                  <a:cubicBezTo>
                    <a:pt x="145847" y="5787"/>
                    <a:pt x="144180" y="-546"/>
                    <a:pt x="139681" y="38"/>
                  </a:cubicBezTo>
                  <a:lnTo>
                    <a:pt x="139681" y="38"/>
                  </a:lnTo>
                  <a:close/>
                </a:path>
              </a:pathLst>
            </a:custGeom>
            <a:grpFill/>
            <a:ln w="8332" cap="flat">
              <a:noFill/>
              <a:prstDash val="solid"/>
              <a:miter/>
            </a:ln>
          </p:spPr>
          <p:txBody>
            <a:bodyPr rtlCol="0" anchor="ctr"/>
            <a:lstStyle/>
            <a:p>
              <a:endParaRPr lang="en-US"/>
            </a:p>
          </p:txBody>
        </p:sp>
        <p:sp>
          <p:nvSpPr>
            <p:cNvPr id="2636" name="Freeform: Shape 2635"/>
            <p:cNvSpPr/>
            <p:nvPr/>
          </p:nvSpPr>
          <p:spPr>
            <a:xfrm>
              <a:off x="8738738" y="5656320"/>
              <a:ext cx="180929" cy="82119"/>
            </a:xfrm>
            <a:custGeom>
              <a:avLst/>
              <a:gdLst>
                <a:gd name="connsiteX0" fmla="*/ 173813 w 180929"/>
                <a:gd name="connsiteY0" fmla="*/ 347 h 82119"/>
                <a:gd name="connsiteX1" fmla="*/ 145233 w 180929"/>
                <a:gd name="connsiteY1" fmla="*/ 2930 h 82119"/>
                <a:gd name="connsiteX2" fmla="*/ 115402 w 180929"/>
                <a:gd name="connsiteY2" fmla="*/ 6680 h 82119"/>
                <a:gd name="connsiteX3" fmla="*/ 68990 w 180929"/>
                <a:gd name="connsiteY3" fmla="*/ 20679 h 82119"/>
                <a:gd name="connsiteX4" fmla="*/ 27410 w 180929"/>
                <a:gd name="connsiteY4" fmla="*/ 46343 h 82119"/>
                <a:gd name="connsiteX5" fmla="*/ 3496 w 180929"/>
                <a:gd name="connsiteY5" fmla="*/ 74924 h 82119"/>
                <a:gd name="connsiteX6" fmla="*/ 3496 w 180929"/>
                <a:gd name="connsiteY6" fmla="*/ 75007 h 82119"/>
                <a:gd name="connsiteX7" fmla="*/ 2245 w 180929"/>
                <a:gd name="connsiteY7" fmla="*/ 75424 h 82119"/>
                <a:gd name="connsiteX8" fmla="*/ 3496 w 180929"/>
                <a:gd name="connsiteY8" fmla="*/ 82090 h 82119"/>
                <a:gd name="connsiteX9" fmla="*/ 100903 w 180929"/>
                <a:gd name="connsiteY9" fmla="*/ 61009 h 82119"/>
                <a:gd name="connsiteX10" fmla="*/ 138983 w 180929"/>
                <a:gd name="connsiteY10" fmla="*/ 42177 h 82119"/>
                <a:gd name="connsiteX11" fmla="*/ 156815 w 180929"/>
                <a:gd name="connsiteY11" fmla="*/ 28595 h 82119"/>
                <a:gd name="connsiteX12" fmla="*/ 177397 w 180929"/>
                <a:gd name="connsiteY12" fmla="*/ 10930 h 82119"/>
                <a:gd name="connsiteX13" fmla="*/ 173813 w 180929"/>
                <a:gd name="connsiteY13" fmla="*/ 347 h 82119"/>
                <a:gd name="connsiteX14" fmla="*/ 173813 w 180929"/>
                <a:gd name="connsiteY14" fmla="*/ 347 h 82119"/>
                <a:gd name="connsiteX15" fmla="*/ 141150 w 180929"/>
                <a:gd name="connsiteY15" fmla="*/ 28678 h 82119"/>
                <a:gd name="connsiteX16" fmla="*/ 97903 w 180929"/>
                <a:gd name="connsiteY16" fmla="*/ 51926 h 82119"/>
                <a:gd name="connsiteX17" fmla="*/ 52408 w 180929"/>
                <a:gd name="connsiteY17" fmla="*/ 65758 h 82119"/>
                <a:gd name="connsiteX18" fmla="*/ 10745 w 180929"/>
                <a:gd name="connsiteY18" fmla="*/ 73174 h 82119"/>
                <a:gd name="connsiteX19" fmla="*/ 45075 w 180929"/>
                <a:gd name="connsiteY19" fmla="*/ 45676 h 82119"/>
                <a:gd name="connsiteX20" fmla="*/ 88988 w 180929"/>
                <a:gd name="connsiteY20" fmla="*/ 24928 h 82119"/>
                <a:gd name="connsiteX21" fmla="*/ 134901 w 180929"/>
                <a:gd name="connsiteY21" fmla="*/ 15429 h 82119"/>
                <a:gd name="connsiteX22" fmla="*/ 156398 w 180929"/>
                <a:gd name="connsiteY22" fmla="*/ 14180 h 82119"/>
                <a:gd name="connsiteX23" fmla="*/ 141150 w 180929"/>
                <a:gd name="connsiteY23" fmla="*/ 28678 h 82119"/>
                <a:gd name="connsiteX24" fmla="*/ 141150 w 180929"/>
                <a:gd name="connsiteY24" fmla="*/ 28678 h 82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80929" h="82119">
                  <a:moveTo>
                    <a:pt x="173813" y="347"/>
                  </a:moveTo>
                  <a:cubicBezTo>
                    <a:pt x="165148" y="3264"/>
                    <a:pt x="154315" y="2014"/>
                    <a:pt x="145233" y="2930"/>
                  </a:cubicBezTo>
                  <a:cubicBezTo>
                    <a:pt x="135317" y="4014"/>
                    <a:pt x="125318" y="5097"/>
                    <a:pt x="115402" y="6680"/>
                  </a:cubicBezTo>
                  <a:cubicBezTo>
                    <a:pt x="99404" y="9180"/>
                    <a:pt x="83905" y="14263"/>
                    <a:pt x="68990" y="20679"/>
                  </a:cubicBezTo>
                  <a:cubicBezTo>
                    <a:pt x="53824" y="27262"/>
                    <a:pt x="40076" y="35678"/>
                    <a:pt x="27410" y="46343"/>
                  </a:cubicBezTo>
                  <a:cubicBezTo>
                    <a:pt x="18911" y="53426"/>
                    <a:pt x="5911" y="63592"/>
                    <a:pt x="3496" y="74924"/>
                  </a:cubicBezTo>
                  <a:cubicBezTo>
                    <a:pt x="3496" y="75007"/>
                    <a:pt x="3496" y="75007"/>
                    <a:pt x="3496" y="75007"/>
                  </a:cubicBezTo>
                  <a:cubicBezTo>
                    <a:pt x="3079" y="75174"/>
                    <a:pt x="2662" y="75258"/>
                    <a:pt x="2245" y="75424"/>
                  </a:cubicBezTo>
                  <a:cubicBezTo>
                    <a:pt x="-1338" y="76591"/>
                    <a:pt x="-421" y="82590"/>
                    <a:pt x="3496" y="82090"/>
                  </a:cubicBezTo>
                  <a:cubicBezTo>
                    <a:pt x="36993" y="77757"/>
                    <a:pt x="68906" y="72924"/>
                    <a:pt x="100903" y="61009"/>
                  </a:cubicBezTo>
                  <a:cubicBezTo>
                    <a:pt x="114235" y="56009"/>
                    <a:pt x="126984" y="49926"/>
                    <a:pt x="138983" y="42177"/>
                  </a:cubicBezTo>
                  <a:cubicBezTo>
                    <a:pt x="145316" y="38094"/>
                    <a:pt x="151149" y="33428"/>
                    <a:pt x="156815" y="28595"/>
                  </a:cubicBezTo>
                  <a:cubicBezTo>
                    <a:pt x="162981" y="23345"/>
                    <a:pt x="170064" y="14180"/>
                    <a:pt x="177397" y="10930"/>
                  </a:cubicBezTo>
                  <a:cubicBezTo>
                    <a:pt x="183813" y="8097"/>
                    <a:pt x="180813" y="-1986"/>
                    <a:pt x="173813" y="347"/>
                  </a:cubicBezTo>
                  <a:lnTo>
                    <a:pt x="173813" y="347"/>
                  </a:lnTo>
                  <a:close/>
                  <a:moveTo>
                    <a:pt x="141150" y="28678"/>
                  </a:moveTo>
                  <a:cubicBezTo>
                    <a:pt x="128067" y="38677"/>
                    <a:pt x="113153" y="46094"/>
                    <a:pt x="97903" y="51926"/>
                  </a:cubicBezTo>
                  <a:cubicBezTo>
                    <a:pt x="83071" y="57509"/>
                    <a:pt x="67823" y="62009"/>
                    <a:pt x="52408" y="65758"/>
                  </a:cubicBezTo>
                  <a:cubicBezTo>
                    <a:pt x="38742" y="69091"/>
                    <a:pt x="24410" y="69925"/>
                    <a:pt x="10745" y="73174"/>
                  </a:cubicBezTo>
                  <a:cubicBezTo>
                    <a:pt x="19660" y="62342"/>
                    <a:pt x="33743" y="52843"/>
                    <a:pt x="45075" y="45676"/>
                  </a:cubicBezTo>
                  <a:cubicBezTo>
                    <a:pt x="58824" y="37011"/>
                    <a:pt x="73655" y="30178"/>
                    <a:pt x="88988" y="24928"/>
                  </a:cubicBezTo>
                  <a:cubicBezTo>
                    <a:pt x="103986" y="19762"/>
                    <a:pt x="119235" y="17429"/>
                    <a:pt x="134901" y="15429"/>
                  </a:cubicBezTo>
                  <a:cubicBezTo>
                    <a:pt x="141649" y="14596"/>
                    <a:pt x="149066" y="14596"/>
                    <a:pt x="156398" y="14180"/>
                  </a:cubicBezTo>
                  <a:cubicBezTo>
                    <a:pt x="151232" y="19262"/>
                    <a:pt x="146400" y="24679"/>
                    <a:pt x="141150" y="28678"/>
                  </a:cubicBezTo>
                  <a:lnTo>
                    <a:pt x="141150" y="28678"/>
                  </a:lnTo>
                  <a:close/>
                </a:path>
              </a:pathLst>
            </a:custGeom>
            <a:grpFill/>
            <a:ln w="8332" cap="flat">
              <a:noFill/>
              <a:prstDash val="solid"/>
              <a:miter/>
            </a:ln>
          </p:spPr>
          <p:txBody>
            <a:bodyPr rtlCol="0" anchor="ctr"/>
            <a:lstStyle/>
            <a:p>
              <a:endParaRPr lang="en-US"/>
            </a:p>
          </p:txBody>
        </p:sp>
        <p:sp>
          <p:nvSpPr>
            <p:cNvPr id="2637" name="Freeform: Shape 2636"/>
            <p:cNvSpPr/>
            <p:nvPr/>
          </p:nvSpPr>
          <p:spPr>
            <a:xfrm>
              <a:off x="8898127" y="5693648"/>
              <a:ext cx="166060" cy="80272"/>
            </a:xfrm>
            <a:custGeom>
              <a:avLst/>
              <a:gdLst>
                <a:gd name="connsiteX0" fmla="*/ 161078 w 166060"/>
                <a:gd name="connsiteY0" fmla="*/ 15 h 80272"/>
                <a:gd name="connsiteX1" fmla="*/ 111583 w 166060"/>
                <a:gd name="connsiteY1" fmla="*/ 8431 h 80272"/>
                <a:gd name="connsiteX2" fmla="*/ 63670 w 166060"/>
                <a:gd name="connsiteY2" fmla="*/ 18847 h 80272"/>
                <a:gd name="connsiteX3" fmla="*/ 9 w 166060"/>
                <a:gd name="connsiteY3" fmla="*/ 73675 h 80272"/>
                <a:gd name="connsiteX4" fmla="*/ 3176 w 166060"/>
                <a:gd name="connsiteY4" fmla="*/ 75259 h 80272"/>
                <a:gd name="connsiteX5" fmla="*/ 78753 w 166060"/>
                <a:gd name="connsiteY5" fmla="*/ 25180 h 80272"/>
                <a:gd name="connsiteX6" fmla="*/ 125582 w 166060"/>
                <a:gd name="connsiteY6" fmla="*/ 18514 h 80272"/>
                <a:gd name="connsiteX7" fmla="*/ 144330 w 166060"/>
                <a:gd name="connsiteY7" fmla="*/ 14347 h 80272"/>
                <a:gd name="connsiteX8" fmla="*/ 130248 w 166060"/>
                <a:gd name="connsiteY8" fmla="*/ 23680 h 80272"/>
                <a:gd name="connsiteX9" fmla="*/ 90918 w 166060"/>
                <a:gd name="connsiteY9" fmla="*/ 48844 h 80272"/>
                <a:gd name="connsiteX10" fmla="*/ 6676 w 166060"/>
                <a:gd name="connsiteY10" fmla="*/ 72509 h 80272"/>
                <a:gd name="connsiteX11" fmla="*/ 9175 w 166060"/>
                <a:gd name="connsiteY11" fmla="*/ 80092 h 80272"/>
                <a:gd name="connsiteX12" fmla="*/ 97584 w 166060"/>
                <a:gd name="connsiteY12" fmla="*/ 55177 h 80272"/>
                <a:gd name="connsiteX13" fmla="*/ 137247 w 166060"/>
                <a:gd name="connsiteY13" fmla="*/ 29346 h 80272"/>
                <a:gd name="connsiteX14" fmla="*/ 164995 w 166060"/>
                <a:gd name="connsiteY14" fmla="*/ 8181 h 80272"/>
                <a:gd name="connsiteX15" fmla="*/ 161078 w 166060"/>
                <a:gd name="connsiteY15" fmla="*/ 15 h 80272"/>
                <a:gd name="connsiteX16" fmla="*/ 161078 w 166060"/>
                <a:gd name="connsiteY16" fmla="*/ 15 h 80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060" h="80272">
                  <a:moveTo>
                    <a:pt x="161078" y="15"/>
                  </a:moveTo>
                  <a:cubicBezTo>
                    <a:pt x="144496" y="1182"/>
                    <a:pt x="128498" y="7348"/>
                    <a:pt x="111583" y="8431"/>
                  </a:cubicBezTo>
                  <a:cubicBezTo>
                    <a:pt x="94667" y="9514"/>
                    <a:pt x="79336" y="12097"/>
                    <a:pt x="63670" y="18847"/>
                  </a:cubicBezTo>
                  <a:cubicBezTo>
                    <a:pt x="41090" y="28596"/>
                    <a:pt x="3426" y="45428"/>
                    <a:pt x="9" y="73675"/>
                  </a:cubicBezTo>
                  <a:cubicBezTo>
                    <a:pt x="-157" y="75259"/>
                    <a:pt x="1926" y="76925"/>
                    <a:pt x="3176" y="75259"/>
                  </a:cubicBezTo>
                  <a:cubicBezTo>
                    <a:pt x="21008" y="51428"/>
                    <a:pt x="50755" y="34429"/>
                    <a:pt x="78753" y="25180"/>
                  </a:cubicBezTo>
                  <a:cubicBezTo>
                    <a:pt x="94085" y="20097"/>
                    <a:pt x="109833" y="20764"/>
                    <a:pt x="125582" y="18514"/>
                  </a:cubicBezTo>
                  <a:cubicBezTo>
                    <a:pt x="131997" y="17597"/>
                    <a:pt x="138163" y="16014"/>
                    <a:pt x="144330" y="14347"/>
                  </a:cubicBezTo>
                  <a:cubicBezTo>
                    <a:pt x="139330" y="17847"/>
                    <a:pt x="134080" y="21013"/>
                    <a:pt x="130248" y="23680"/>
                  </a:cubicBezTo>
                  <a:cubicBezTo>
                    <a:pt x="117582" y="32512"/>
                    <a:pt x="104833" y="42095"/>
                    <a:pt x="90918" y="48844"/>
                  </a:cubicBezTo>
                  <a:cubicBezTo>
                    <a:pt x="63921" y="62010"/>
                    <a:pt x="34590" y="63093"/>
                    <a:pt x="6676" y="72509"/>
                  </a:cubicBezTo>
                  <a:cubicBezTo>
                    <a:pt x="1759" y="74175"/>
                    <a:pt x="4259" y="81508"/>
                    <a:pt x="9175" y="80092"/>
                  </a:cubicBezTo>
                  <a:cubicBezTo>
                    <a:pt x="39090" y="71509"/>
                    <a:pt x="69254" y="69509"/>
                    <a:pt x="97584" y="55177"/>
                  </a:cubicBezTo>
                  <a:cubicBezTo>
                    <a:pt x="111499" y="48094"/>
                    <a:pt x="124499" y="38345"/>
                    <a:pt x="137247" y="29346"/>
                  </a:cubicBezTo>
                  <a:cubicBezTo>
                    <a:pt x="145746" y="23347"/>
                    <a:pt x="158912" y="16764"/>
                    <a:pt x="164995" y="8181"/>
                  </a:cubicBezTo>
                  <a:cubicBezTo>
                    <a:pt x="167327" y="4932"/>
                    <a:pt x="165745" y="-318"/>
                    <a:pt x="161078" y="15"/>
                  </a:cubicBezTo>
                  <a:lnTo>
                    <a:pt x="161078" y="15"/>
                  </a:lnTo>
                  <a:close/>
                </a:path>
              </a:pathLst>
            </a:custGeom>
            <a:grpFill/>
            <a:ln w="8332" cap="flat">
              <a:noFill/>
              <a:prstDash val="solid"/>
              <a:miter/>
            </a:ln>
          </p:spPr>
          <p:txBody>
            <a:bodyPr rtlCol="0" anchor="ctr"/>
            <a:lstStyle/>
            <a:p>
              <a:endParaRPr lang="en-US"/>
            </a:p>
          </p:txBody>
        </p:sp>
        <p:sp>
          <p:nvSpPr>
            <p:cNvPr id="2638" name="Freeform: Shape 2637"/>
            <p:cNvSpPr/>
            <p:nvPr/>
          </p:nvSpPr>
          <p:spPr>
            <a:xfrm>
              <a:off x="9055308" y="5729068"/>
              <a:ext cx="161182" cy="81931"/>
            </a:xfrm>
            <a:custGeom>
              <a:avLst/>
              <a:gdLst>
                <a:gd name="connsiteX0" fmla="*/ 158800 w 161182"/>
                <a:gd name="connsiteY0" fmla="*/ 843 h 81931"/>
                <a:gd name="connsiteX1" fmla="*/ 145218 w 161182"/>
                <a:gd name="connsiteY1" fmla="*/ 1592 h 81931"/>
                <a:gd name="connsiteX2" fmla="*/ 110054 w 161182"/>
                <a:gd name="connsiteY2" fmla="*/ 7509 h 81931"/>
                <a:gd name="connsiteX3" fmla="*/ 38894 w 161182"/>
                <a:gd name="connsiteY3" fmla="*/ 24090 h 81931"/>
                <a:gd name="connsiteX4" fmla="*/ 4397 w 161182"/>
                <a:gd name="connsiteY4" fmla="*/ 75336 h 81931"/>
                <a:gd name="connsiteX5" fmla="*/ 8897 w 161182"/>
                <a:gd name="connsiteY5" fmla="*/ 81835 h 81931"/>
                <a:gd name="connsiteX6" fmla="*/ 102054 w 161182"/>
                <a:gd name="connsiteY6" fmla="*/ 57837 h 81931"/>
                <a:gd name="connsiteX7" fmla="*/ 160716 w 161182"/>
                <a:gd name="connsiteY7" fmla="*/ 7009 h 81931"/>
                <a:gd name="connsiteX8" fmla="*/ 158800 w 161182"/>
                <a:gd name="connsiteY8" fmla="*/ 843 h 81931"/>
                <a:gd name="connsiteX9" fmla="*/ 158800 w 161182"/>
                <a:gd name="connsiteY9" fmla="*/ 843 h 81931"/>
                <a:gd name="connsiteX10" fmla="*/ 83306 w 161182"/>
                <a:gd name="connsiteY10" fmla="*/ 55671 h 81931"/>
                <a:gd name="connsiteX11" fmla="*/ 7063 w 161182"/>
                <a:gd name="connsiteY11" fmla="*/ 73836 h 81931"/>
                <a:gd name="connsiteX12" fmla="*/ 19479 w 161182"/>
                <a:gd name="connsiteY12" fmla="*/ 52005 h 81931"/>
                <a:gd name="connsiteX13" fmla="*/ 65808 w 161182"/>
                <a:gd name="connsiteY13" fmla="*/ 25507 h 81931"/>
                <a:gd name="connsiteX14" fmla="*/ 113470 w 161182"/>
                <a:gd name="connsiteY14" fmla="*/ 17841 h 81931"/>
                <a:gd name="connsiteX15" fmla="*/ 138718 w 161182"/>
                <a:gd name="connsiteY15" fmla="*/ 13591 h 81931"/>
                <a:gd name="connsiteX16" fmla="*/ 149883 w 161182"/>
                <a:gd name="connsiteY16" fmla="*/ 9842 h 81931"/>
                <a:gd name="connsiteX17" fmla="*/ 83306 w 161182"/>
                <a:gd name="connsiteY17" fmla="*/ 55671 h 81931"/>
                <a:gd name="connsiteX18" fmla="*/ 83306 w 161182"/>
                <a:gd name="connsiteY18" fmla="*/ 55671 h 81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1182" h="81931">
                  <a:moveTo>
                    <a:pt x="158800" y="843"/>
                  </a:moveTo>
                  <a:cubicBezTo>
                    <a:pt x="154133" y="-991"/>
                    <a:pt x="149883" y="592"/>
                    <a:pt x="145218" y="1592"/>
                  </a:cubicBezTo>
                  <a:cubicBezTo>
                    <a:pt x="133552" y="4009"/>
                    <a:pt x="121719" y="5259"/>
                    <a:pt x="110054" y="7509"/>
                  </a:cubicBezTo>
                  <a:cubicBezTo>
                    <a:pt x="86056" y="12175"/>
                    <a:pt x="60892" y="12342"/>
                    <a:pt x="38894" y="24090"/>
                  </a:cubicBezTo>
                  <a:cubicBezTo>
                    <a:pt x="33811" y="26840"/>
                    <a:pt x="-14602" y="66503"/>
                    <a:pt x="4397" y="75336"/>
                  </a:cubicBezTo>
                  <a:cubicBezTo>
                    <a:pt x="2230" y="77919"/>
                    <a:pt x="4730" y="82669"/>
                    <a:pt x="8897" y="81835"/>
                  </a:cubicBezTo>
                  <a:cubicBezTo>
                    <a:pt x="39977" y="75669"/>
                    <a:pt x="72474" y="69503"/>
                    <a:pt x="102054" y="57837"/>
                  </a:cubicBezTo>
                  <a:cubicBezTo>
                    <a:pt x="125885" y="48421"/>
                    <a:pt x="150634" y="31756"/>
                    <a:pt x="160716" y="7009"/>
                  </a:cubicBezTo>
                  <a:cubicBezTo>
                    <a:pt x="161633" y="4926"/>
                    <a:pt x="161299" y="1843"/>
                    <a:pt x="158800" y="843"/>
                  </a:cubicBezTo>
                  <a:lnTo>
                    <a:pt x="158800" y="843"/>
                  </a:lnTo>
                  <a:close/>
                  <a:moveTo>
                    <a:pt x="83306" y="55671"/>
                  </a:moveTo>
                  <a:cubicBezTo>
                    <a:pt x="58308" y="63254"/>
                    <a:pt x="32060" y="66337"/>
                    <a:pt x="7063" y="73836"/>
                  </a:cubicBezTo>
                  <a:cubicBezTo>
                    <a:pt x="2230" y="69170"/>
                    <a:pt x="16313" y="55338"/>
                    <a:pt x="19479" y="52005"/>
                  </a:cubicBezTo>
                  <a:cubicBezTo>
                    <a:pt x="32060" y="38672"/>
                    <a:pt x="48059" y="29757"/>
                    <a:pt x="65808" y="25507"/>
                  </a:cubicBezTo>
                  <a:cubicBezTo>
                    <a:pt x="81390" y="21758"/>
                    <a:pt x="97638" y="20841"/>
                    <a:pt x="113470" y="17841"/>
                  </a:cubicBezTo>
                  <a:cubicBezTo>
                    <a:pt x="121886" y="16258"/>
                    <a:pt x="130385" y="15341"/>
                    <a:pt x="138718" y="13591"/>
                  </a:cubicBezTo>
                  <a:cubicBezTo>
                    <a:pt x="141302" y="13008"/>
                    <a:pt x="145884" y="10925"/>
                    <a:pt x="149883" y="9842"/>
                  </a:cubicBezTo>
                  <a:cubicBezTo>
                    <a:pt x="138968" y="34839"/>
                    <a:pt x="107221" y="48421"/>
                    <a:pt x="83306" y="55671"/>
                  </a:cubicBezTo>
                  <a:lnTo>
                    <a:pt x="83306" y="55671"/>
                  </a:lnTo>
                  <a:close/>
                </a:path>
              </a:pathLst>
            </a:custGeom>
            <a:grpFill/>
            <a:ln w="8332" cap="flat">
              <a:noFill/>
              <a:prstDash val="solid"/>
              <a:miter/>
            </a:ln>
          </p:spPr>
          <p:txBody>
            <a:bodyPr rtlCol="0" anchor="ctr"/>
            <a:lstStyle/>
            <a:p>
              <a:endParaRPr lang="en-US"/>
            </a:p>
          </p:txBody>
        </p:sp>
        <p:sp>
          <p:nvSpPr>
            <p:cNvPr id="2639" name="Freeform: Shape 2638"/>
            <p:cNvSpPr/>
            <p:nvPr/>
          </p:nvSpPr>
          <p:spPr>
            <a:xfrm>
              <a:off x="9484141" y="5536968"/>
              <a:ext cx="542911" cy="392866"/>
            </a:xfrm>
            <a:custGeom>
              <a:avLst/>
              <a:gdLst>
                <a:gd name="connsiteX0" fmla="*/ 542893 w 542911"/>
                <a:gd name="connsiteY0" fmla="*/ 197025 h 392866"/>
                <a:gd name="connsiteX1" fmla="*/ 515146 w 542911"/>
                <a:gd name="connsiteY1" fmla="*/ 93701 h 392866"/>
                <a:gd name="connsiteX2" fmla="*/ 441569 w 542911"/>
                <a:gd name="connsiteY2" fmla="*/ 20708 h 392866"/>
                <a:gd name="connsiteX3" fmla="*/ 417071 w 542911"/>
                <a:gd name="connsiteY3" fmla="*/ 7292 h 392866"/>
                <a:gd name="connsiteX4" fmla="*/ 416488 w 542911"/>
                <a:gd name="connsiteY4" fmla="*/ 6959 h 392866"/>
                <a:gd name="connsiteX5" fmla="*/ 415488 w 542911"/>
                <a:gd name="connsiteY5" fmla="*/ 6626 h 392866"/>
                <a:gd name="connsiteX6" fmla="*/ 365076 w 542911"/>
                <a:gd name="connsiteY6" fmla="*/ 2709 h 392866"/>
                <a:gd name="connsiteX7" fmla="*/ 334995 w 542911"/>
                <a:gd name="connsiteY7" fmla="*/ 17708 h 392866"/>
                <a:gd name="connsiteX8" fmla="*/ 323330 w 542911"/>
                <a:gd name="connsiteY8" fmla="*/ 52205 h 392866"/>
                <a:gd name="connsiteX9" fmla="*/ 311747 w 542911"/>
                <a:gd name="connsiteY9" fmla="*/ 52955 h 392866"/>
                <a:gd name="connsiteX10" fmla="*/ 271751 w 542911"/>
                <a:gd name="connsiteY10" fmla="*/ 67787 h 392866"/>
                <a:gd name="connsiteX11" fmla="*/ 182342 w 542911"/>
                <a:gd name="connsiteY11" fmla="*/ 112533 h 392866"/>
                <a:gd name="connsiteX12" fmla="*/ 140929 w 542911"/>
                <a:gd name="connsiteY12" fmla="*/ 131781 h 392866"/>
                <a:gd name="connsiteX13" fmla="*/ 98850 w 542911"/>
                <a:gd name="connsiteY13" fmla="*/ 160945 h 392866"/>
                <a:gd name="connsiteX14" fmla="*/ 48771 w 542911"/>
                <a:gd name="connsiteY14" fmla="*/ 185110 h 392866"/>
                <a:gd name="connsiteX15" fmla="*/ 18773 w 542911"/>
                <a:gd name="connsiteY15" fmla="*/ 204191 h 392866"/>
                <a:gd name="connsiteX16" fmla="*/ 17940 w 542911"/>
                <a:gd name="connsiteY16" fmla="*/ 206608 h 392866"/>
                <a:gd name="connsiteX17" fmla="*/ 1525 w 542911"/>
                <a:gd name="connsiteY17" fmla="*/ 237105 h 392866"/>
                <a:gd name="connsiteX18" fmla="*/ 1525 w 542911"/>
                <a:gd name="connsiteY18" fmla="*/ 284017 h 392866"/>
                <a:gd name="connsiteX19" fmla="*/ 525 w 542911"/>
                <a:gd name="connsiteY19" fmla="*/ 334846 h 392866"/>
                <a:gd name="connsiteX20" fmla="*/ 11191 w 542911"/>
                <a:gd name="connsiteY20" fmla="*/ 367676 h 392866"/>
                <a:gd name="connsiteX21" fmla="*/ 51688 w 542911"/>
                <a:gd name="connsiteY21" fmla="*/ 386175 h 392866"/>
                <a:gd name="connsiteX22" fmla="*/ 157262 w 542911"/>
                <a:gd name="connsiteY22" fmla="*/ 392841 h 392866"/>
                <a:gd name="connsiteX23" fmla="*/ 276334 w 542911"/>
                <a:gd name="connsiteY23" fmla="*/ 392008 h 392866"/>
                <a:gd name="connsiteX24" fmla="*/ 388573 w 542911"/>
                <a:gd name="connsiteY24" fmla="*/ 385841 h 392866"/>
                <a:gd name="connsiteX25" fmla="*/ 495064 w 542911"/>
                <a:gd name="connsiteY25" fmla="*/ 371510 h 392866"/>
                <a:gd name="connsiteX26" fmla="*/ 538227 w 542911"/>
                <a:gd name="connsiteY26" fmla="*/ 305932 h 392866"/>
                <a:gd name="connsiteX27" fmla="*/ 542893 w 542911"/>
                <a:gd name="connsiteY27" fmla="*/ 197025 h 392866"/>
                <a:gd name="connsiteX28" fmla="*/ 542893 w 542911"/>
                <a:gd name="connsiteY28" fmla="*/ 197025 h 392866"/>
                <a:gd name="connsiteX29" fmla="*/ 352911 w 542911"/>
                <a:gd name="connsiteY29" fmla="*/ 21291 h 392866"/>
                <a:gd name="connsiteX30" fmla="*/ 398406 w 542911"/>
                <a:gd name="connsiteY30" fmla="*/ 15792 h 392866"/>
                <a:gd name="connsiteX31" fmla="*/ 470150 w 542911"/>
                <a:gd name="connsiteY31" fmla="*/ 63454 h 392866"/>
                <a:gd name="connsiteX32" fmla="*/ 514812 w 542911"/>
                <a:gd name="connsiteY32" fmla="*/ 121449 h 392866"/>
                <a:gd name="connsiteX33" fmla="*/ 513729 w 542911"/>
                <a:gd name="connsiteY33" fmla="*/ 120865 h 392866"/>
                <a:gd name="connsiteX34" fmla="*/ 482982 w 542911"/>
                <a:gd name="connsiteY34" fmla="*/ 117533 h 392866"/>
                <a:gd name="connsiteX35" fmla="*/ 464067 w 542911"/>
                <a:gd name="connsiteY35" fmla="*/ 134864 h 392866"/>
                <a:gd name="connsiteX36" fmla="*/ 461483 w 542911"/>
                <a:gd name="connsiteY36" fmla="*/ 141030 h 392866"/>
                <a:gd name="connsiteX37" fmla="*/ 425404 w 542911"/>
                <a:gd name="connsiteY37" fmla="*/ 108366 h 392866"/>
                <a:gd name="connsiteX38" fmla="*/ 344495 w 542911"/>
                <a:gd name="connsiteY38" fmla="*/ 64287 h 392866"/>
                <a:gd name="connsiteX39" fmla="*/ 334162 w 542911"/>
                <a:gd name="connsiteY39" fmla="*/ 46455 h 392866"/>
                <a:gd name="connsiteX40" fmla="*/ 352911 w 542911"/>
                <a:gd name="connsiteY40" fmla="*/ 21291 h 392866"/>
                <a:gd name="connsiteX41" fmla="*/ 352911 w 542911"/>
                <a:gd name="connsiteY41" fmla="*/ 21291 h 392866"/>
                <a:gd name="connsiteX42" fmla="*/ 95267 w 542911"/>
                <a:gd name="connsiteY42" fmla="*/ 176610 h 392866"/>
                <a:gd name="connsiteX43" fmla="*/ 174343 w 542911"/>
                <a:gd name="connsiteY43" fmla="*/ 130698 h 392866"/>
                <a:gd name="connsiteX44" fmla="*/ 244504 w 542911"/>
                <a:gd name="connsiteY44" fmla="*/ 97701 h 392866"/>
                <a:gd name="connsiteX45" fmla="*/ 281500 w 542911"/>
                <a:gd name="connsiteY45" fmla="*/ 74620 h 392866"/>
                <a:gd name="connsiteX46" fmla="*/ 325746 w 542911"/>
                <a:gd name="connsiteY46" fmla="*/ 59205 h 392866"/>
                <a:gd name="connsiteX47" fmla="*/ 337329 w 542911"/>
                <a:gd name="connsiteY47" fmla="*/ 74786 h 392866"/>
                <a:gd name="connsiteX48" fmla="*/ 373492 w 542911"/>
                <a:gd name="connsiteY48" fmla="*/ 99034 h 392866"/>
                <a:gd name="connsiteX49" fmla="*/ 418737 w 542911"/>
                <a:gd name="connsiteY49" fmla="*/ 119699 h 392866"/>
                <a:gd name="connsiteX50" fmla="*/ 448819 w 542911"/>
                <a:gd name="connsiteY50" fmla="*/ 161528 h 392866"/>
                <a:gd name="connsiteX51" fmla="*/ 427904 w 542911"/>
                <a:gd name="connsiteY51" fmla="*/ 169861 h 392866"/>
                <a:gd name="connsiteX52" fmla="*/ 390574 w 542911"/>
                <a:gd name="connsiteY52" fmla="*/ 174111 h 392866"/>
                <a:gd name="connsiteX53" fmla="*/ 276083 w 542911"/>
                <a:gd name="connsiteY53" fmla="*/ 183276 h 392866"/>
                <a:gd name="connsiteX54" fmla="*/ 161178 w 542911"/>
                <a:gd name="connsiteY54" fmla="*/ 192442 h 392866"/>
                <a:gd name="connsiteX55" fmla="*/ 58187 w 542911"/>
                <a:gd name="connsiteY55" fmla="*/ 195192 h 392866"/>
                <a:gd name="connsiteX56" fmla="*/ 95267 w 542911"/>
                <a:gd name="connsiteY56" fmla="*/ 176610 h 392866"/>
                <a:gd name="connsiteX57" fmla="*/ 95267 w 542911"/>
                <a:gd name="connsiteY57" fmla="*/ 176610 h 392866"/>
                <a:gd name="connsiteX58" fmla="*/ 27523 w 542911"/>
                <a:gd name="connsiteY58" fmla="*/ 218190 h 392866"/>
                <a:gd name="connsiteX59" fmla="*/ 68353 w 542911"/>
                <a:gd name="connsiteY59" fmla="*/ 211191 h 392866"/>
                <a:gd name="connsiteX60" fmla="*/ 117182 w 542911"/>
                <a:gd name="connsiteY60" fmla="*/ 209608 h 392866"/>
                <a:gd name="connsiteX61" fmla="*/ 214672 w 542911"/>
                <a:gd name="connsiteY61" fmla="*/ 202775 h 392866"/>
                <a:gd name="connsiteX62" fmla="*/ 308664 w 542911"/>
                <a:gd name="connsiteY62" fmla="*/ 192192 h 392866"/>
                <a:gd name="connsiteX63" fmla="*/ 405489 w 542911"/>
                <a:gd name="connsiteY63" fmla="*/ 184026 h 392866"/>
                <a:gd name="connsiteX64" fmla="*/ 460151 w 542911"/>
                <a:gd name="connsiteY64" fmla="*/ 165611 h 392866"/>
                <a:gd name="connsiteX65" fmla="*/ 467983 w 542911"/>
                <a:gd name="connsiteY65" fmla="*/ 221773 h 392866"/>
                <a:gd name="connsiteX66" fmla="*/ 468066 w 542911"/>
                <a:gd name="connsiteY66" fmla="*/ 223273 h 392866"/>
                <a:gd name="connsiteX67" fmla="*/ 434070 w 542911"/>
                <a:gd name="connsiteY67" fmla="*/ 223523 h 392866"/>
                <a:gd name="connsiteX68" fmla="*/ 383657 w 542911"/>
                <a:gd name="connsiteY68" fmla="*/ 227106 h 392866"/>
                <a:gd name="connsiteX69" fmla="*/ 254419 w 542911"/>
                <a:gd name="connsiteY69" fmla="*/ 247770 h 392866"/>
                <a:gd name="connsiteX70" fmla="*/ 123848 w 542911"/>
                <a:gd name="connsiteY70" fmla="*/ 235938 h 392866"/>
                <a:gd name="connsiteX71" fmla="*/ 14441 w 542911"/>
                <a:gd name="connsiteY71" fmla="*/ 257686 h 392866"/>
                <a:gd name="connsiteX72" fmla="*/ 27523 w 542911"/>
                <a:gd name="connsiteY72" fmla="*/ 218190 h 392866"/>
                <a:gd name="connsiteX73" fmla="*/ 27523 w 542911"/>
                <a:gd name="connsiteY73" fmla="*/ 218190 h 392866"/>
                <a:gd name="connsiteX74" fmla="*/ 132513 w 542911"/>
                <a:gd name="connsiteY74" fmla="*/ 245521 h 392866"/>
                <a:gd name="connsiteX75" fmla="*/ 257253 w 542911"/>
                <a:gd name="connsiteY75" fmla="*/ 256770 h 392866"/>
                <a:gd name="connsiteX76" fmla="*/ 375325 w 542911"/>
                <a:gd name="connsiteY76" fmla="*/ 234605 h 392866"/>
                <a:gd name="connsiteX77" fmla="*/ 425237 w 542911"/>
                <a:gd name="connsiteY77" fmla="*/ 231105 h 392866"/>
                <a:gd name="connsiteX78" fmla="*/ 468484 w 542911"/>
                <a:gd name="connsiteY78" fmla="*/ 232688 h 392866"/>
                <a:gd name="connsiteX79" fmla="*/ 469233 w 542911"/>
                <a:gd name="connsiteY79" fmla="*/ 260686 h 392866"/>
                <a:gd name="connsiteX80" fmla="*/ 470733 w 542911"/>
                <a:gd name="connsiteY80" fmla="*/ 276435 h 392866"/>
                <a:gd name="connsiteX81" fmla="*/ 357743 w 542911"/>
                <a:gd name="connsiteY81" fmla="*/ 274185 h 392866"/>
                <a:gd name="connsiteX82" fmla="*/ 233587 w 542911"/>
                <a:gd name="connsiteY82" fmla="*/ 302016 h 392866"/>
                <a:gd name="connsiteX83" fmla="*/ 98433 w 542911"/>
                <a:gd name="connsiteY83" fmla="*/ 288517 h 392866"/>
                <a:gd name="connsiteX84" fmla="*/ 49604 w 542911"/>
                <a:gd name="connsiteY84" fmla="*/ 283184 h 392866"/>
                <a:gd name="connsiteX85" fmla="*/ 12275 w 542911"/>
                <a:gd name="connsiteY85" fmla="*/ 298599 h 392866"/>
                <a:gd name="connsiteX86" fmla="*/ 14525 w 542911"/>
                <a:gd name="connsiteY86" fmla="*/ 261270 h 392866"/>
                <a:gd name="connsiteX87" fmla="*/ 132513 w 542911"/>
                <a:gd name="connsiteY87" fmla="*/ 245521 h 392866"/>
                <a:gd name="connsiteX88" fmla="*/ 132513 w 542911"/>
                <a:gd name="connsiteY88" fmla="*/ 245521 h 392866"/>
                <a:gd name="connsiteX89" fmla="*/ 12441 w 542911"/>
                <a:gd name="connsiteY89" fmla="*/ 344845 h 392866"/>
                <a:gd name="connsiteX90" fmla="*/ 11858 w 542911"/>
                <a:gd name="connsiteY90" fmla="*/ 302849 h 392866"/>
                <a:gd name="connsiteX91" fmla="*/ 30606 w 542911"/>
                <a:gd name="connsiteY91" fmla="*/ 296100 h 392866"/>
                <a:gd name="connsiteX92" fmla="*/ 61354 w 542911"/>
                <a:gd name="connsiteY92" fmla="*/ 291516 h 392866"/>
                <a:gd name="connsiteX93" fmla="*/ 122765 w 542911"/>
                <a:gd name="connsiteY93" fmla="*/ 302099 h 392866"/>
                <a:gd name="connsiteX94" fmla="*/ 244420 w 542911"/>
                <a:gd name="connsiteY94" fmla="*/ 310265 h 392866"/>
                <a:gd name="connsiteX95" fmla="*/ 363160 w 542911"/>
                <a:gd name="connsiteY95" fmla="*/ 281601 h 392866"/>
                <a:gd name="connsiteX96" fmla="*/ 471483 w 542911"/>
                <a:gd name="connsiteY96" fmla="*/ 286767 h 392866"/>
                <a:gd name="connsiteX97" fmla="*/ 471233 w 542911"/>
                <a:gd name="connsiteY97" fmla="*/ 294100 h 392866"/>
                <a:gd name="connsiteX98" fmla="*/ 406655 w 542911"/>
                <a:gd name="connsiteY98" fmla="*/ 338012 h 392866"/>
                <a:gd name="connsiteX99" fmla="*/ 325246 w 542911"/>
                <a:gd name="connsiteY99" fmla="*/ 345762 h 392866"/>
                <a:gd name="connsiteX100" fmla="*/ 240254 w 542911"/>
                <a:gd name="connsiteY100" fmla="*/ 348095 h 392866"/>
                <a:gd name="connsiteX101" fmla="*/ 158594 w 542911"/>
                <a:gd name="connsiteY101" fmla="*/ 343595 h 392866"/>
                <a:gd name="connsiteX102" fmla="*/ 80268 w 542911"/>
                <a:gd name="connsiteY102" fmla="*/ 343179 h 392866"/>
                <a:gd name="connsiteX103" fmla="*/ 12441 w 542911"/>
                <a:gd name="connsiteY103" fmla="*/ 344845 h 392866"/>
                <a:gd name="connsiteX104" fmla="*/ 12441 w 542911"/>
                <a:gd name="connsiteY104" fmla="*/ 344845 h 392866"/>
                <a:gd name="connsiteX105" fmla="*/ 527311 w 542911"/>
                <a:gd name="connsiteY105" fmla="*/ 231272 h 392866"/>
                <a:gd name="connsiteX106" fmla="*/ 517312 w 542911"/>
                <a:gd name="connsiteY106" fmla="*/ 325514 h 392866"/>
                <a:gd name="connsiteX107" fmla="*/ 488148 w 542911"/>
                <a:gd name="connsiteY107" fmla="*/ 357761 h 392866"/>
                <a:gd name="connsiteX108" fmla="*/ 436819 w 542911"/>
                <a:gd name="connsiteY108" fmla="*/ 366843 h 392866"/>
                <a:gd name="connsiteX109" fmla="*/ 246503 w 542911"/>
                <a:gd name="connsiteY109" fmla="*/ 380342 h 392866"/>
                <a:gd name="connsiteX110" fmla="*/ 150929 w 542911"/>
                <a:gd name="connsiteY110" fmla="*/ 381425 h 392866"/>
                <a:gd name="connsiteX111" fmla="*/ 51688 w 542911"/>
                <a:gd name="connsiteY111" fmla="*/ 375259 h 392866"/>
                <a:gd name="connsiteX112" fmla="*/ 15024 w 542911"/>
                <a:gd name="connsiteY112" fmla="*/ 353178 h 392866"/>
                <a:gd name="connsiteX113" fmla="*/ 139013 w 542911"/>
                <a:gd name="connsiteY113" fmla="*/ 353178 h 392866"/>
                <a:gd name="connsiteX114" fmla="*/ 283167 w 542911"/>
                <a:gd name="connsiteY114" fmla="*/ 357761 h 392866"/>
                <a:gd name="connsiteX115" fmla="*/ 422904 w 542911"/>
                <a:gd name="connsiteY115" fmla="*/ 344929 h 392866"/>
                <a:gd name="connsiteX116" fmla="*/ 470400 w 542911"/>
                <a:gd name="connsiteY116" fmla="*/ 324847 h 392866"/>
                <a:gd name="connsiteX117" fmla="*/ 481732 w 542911"/>
                <a:gd name="connsiteY117" fmla="*/ 280768 h 392866"/>
                <a:gd name="connsiteX118" fmla="*/ 477983 w 542911"/>
                <a:gd name="connsiteY118" fmla="*/ 232855 h 392866"/>
                <a:gd name="connsiteX119" fmla="*/ 477399 w 542911"/>
                <a:gd name="connsiteY119" fmla="*/ 226856 h 392866"/>
                <a:gd name="connsiteX120" fmla="*/ 475483 w 542911"/>
                <a:gd name="connsiteY120" fmla="*/ 211607 h 392866"/>
                <a:gd name="connsiteX121" fmla="*/ 465067 w 542911"/>
                <a:gd name="connsiteY121" fmla="*/ 165695 h 392866"/>
                <a:gd name="connsiteX122" fmla="*/ 479148 w 542911"/>
                <a:gd name="connsiteY122" fmla="*/ 128365 h 392866"/>
                <a:gd name="connsiteX123" fmla="*/ 510813 w 542911"/>
                <a:gd name="connsiteY123" fmla="*/ 125698 h 392866"/>
                <a:gd name="connsiteX124" fmla="*/ 522645 w 542911"/>
                <a:gd name="connsiteY124" fmla="*/ 143780 h 392866"/>
                <a:gd name="connsiteX125" fmla="*/ 527311 w 542911"/>
                <a:gd name="connsiteY125" fmla="*/ 231272 h 392866"/>
                <a:gd name="connsiteX126" fmla="*/ 527311 w 542911"/>
                <a:gd name="connsiteY126" fmla="*/ 231272 h 392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Lst>
              <a:rect l="l" t="t" r="r" b="b"/>
              <a:pathLst>
                <a:path w="542911" h="392866">
                  <a:moveTo>
                    <a:pt x="542893" y="197025"/>
                  </a:moveTo>
                  <a:cubicBezTo>
                    <a:pt x="542810" y="160695"/>
                    <a:pt x="537810" y="123448"/>
                    <a:pt x="515146" y="93701"/>
                  </a:cubicBezTo>
                  <a:cubicBezTo>
                    <a:pt x="493814" y="65787"/>
                    <a:pt x="470650" y="40373"/>
                    <a:pt x="441569" y="20708"/>
                  </a:cubicBezTo>
                  <a:cubicBezTo>
                    <a:pt x="433987" y="15541"/>
                    <a:pt x="425737" y="10875"/>
                    <a:pt x="417071" y="7292"/>
                  </a:cubicBezTo>
                  <a:cubicBezTo>
                    <a:pt x="416904" y="7209"/>
                    <a:pt x="416737" y="7042"/>
                    <a:pt x="416488" y="6959"/>
                  </a:cubicBezTo>
                  <a:cubicBezTo>
                    <a:pt x="416155" y="6876"/>
                    <a:pt x="415821" y="6709"/>
                    <a:pt x="415488" y="6626"/>
                  </a:cubicBezTo>
                  <a:cubicBezTo>
                    <a:pt x="399239" y="126"/>
                    <a:pt x="381741" y="-2373"/>
                    <a:pt x="365076" y="2709"/>
                  </a:cubicBezTo>
                  <a:cubicBezTo>
                    <a:pt x="354744" y="5209"/>
                    <a:pt x="344745" y="10126"/>
                    <a:pt x="334995" y="17708"/>
                  </a:cubicBezTo>
                  <a:cubicBezTo>
                    <a:pt x="323079" y="27040"/>
                    <a:pt x="320163" y="39956"/>
                    <a:pt x="323330" y="52205"/>
                  </a:cubicBezTo>
                  <a:cubicBezTo>
                    <a:pt x="319497" y="52038"/>
                    <a:pt x="315414" y="52538"/>
                    <a:pt x="311747" y="52955"/>
                  </a:cubicBezTo>
                  <a:cubicBezTo>
                    <a:pt x="296833" y="54538"/>
                    <a:pt x="284666" y="60788"/>
                    <a:pt x="271751" y="67787"/>
                  </a:cubicBezTo>
                  <a:cubicBezTo>
                    <a:pt x="242254" y="83536"/>
                    <a:pt x="213923" y="101201"/>
                    <a:pt x="182342" y="112533"/>
                  </a:cubicBezTo>
                  <a:cubicBezTo>
                    <a:pt x="167927" y="117782"/>
                    <a:pt x="153511" y="122865"/>
                    <a:pt x="140929" y="131781"/>
                  </a:cubicBezTo>
                  <a:cubicBezTo>
                    <a:pt x="126931" y="141780"/>
                    <a:pt x="113765" y="152279"/>
                    <a:pt x="98850" y="160945"/>
                  </a:cubicBezTo>
                  <a:cubicBezTo>
                    <a:pt x="82601" y="170444"/>
                    <a:pt x="66603" y="178860"/>
                    <a:pt x="48771" y="185110"/>
                  </a:cubicBezTo>
                  <a:cubicBezTo>
                    <a:pt x="36106" y="189526"/>
                    <a:pt x="27690" y="193859"/>
                    <a:pt x="18773" y="204191"/>
                  </a:cubicBezTo>
                  <a:cubicBezTo>
                    <a:pt x="18107" y="204941"/>
                    <a:pt x="17940" y="205774"/>
                    <a:pt x="17940" y="206608"/>
                  </a:cubicBezTo>
                  <a:cubicBezTo>
                    <a:pt x="8608" y="213190"/>
                    <a:pt x="2358" y="223023"/>
                    <a:pt x="1525" y="237105"/>
                  </a:cubicBezTo>
                  <a:cubicBezTo>
                    <a:pt x="609" y="252687"/>
                    <a:pt x="2026" y="268352"/>
                    <a:pt x="1525" y="284017"/>
                  </a:cubicBezTo>
                  <a:cubicBezTo>
                    <a:pt x="942" y="301016"/>
                    <a:pt x="-892" y="317848"/>
                    <a:pt x="525" y="334846"/>
                  </a:cubicBezTo>
                  <a:cubicBezTo>
                    <a:pt x="1525" y="346679"/>
                    <a:pt x="3026" y="358344"/>
                    <a:pt x="11191" y="367676"/>
                  </a:cubicBezTo>
                  <a:cubicBezTo>
                    <a:pt x="20774" y="378592"/>
                    <a:pt x="37855" y="383509"/>
                    <a:pt x="51688" y="386175"/>
                  </a:cubicBezTo>
                  <a:cubicBezTo>
                    <a:pt x="85934" y="392674"/>
                    <a:pt x="122431" y="392841"/>
                    <a:pt x="157262" y="392841"/>
                  </a:cubicBezTo>
                  <a:cubicBezTo>
                    <a:pt x="196924" y="392924"/>
                    <a:pt x="236587" y="392841"/>
                    <a:pt x="276334" y="392008"/>
                  </a:cubicBezTo>
                  <a:cubicBezTo>
                    <a:pt x="313914" y="391258"/>
                    <a:pt x="351160" y="389591"/>
                    <a:pt x="388573" y="385841"/>
                  </a:cubicBezTo>
                  <a:cubicBezTo>
                    <a:pt x="423654" y="382258"/>
                    <a:pt x="461067" y="381592"/>
                    <a:pt x="495064" y="371510"/>
                  </a:cubicBezTo>
                  <a:cubicBezTo>
                    <a:pt x="525311" y="362594"/>
                    <a:pt x="534228" y="334846"/>
                    <a:pt x="538227" y="305932"/>
                  </a:cubicBezTo>
                  <a:cubicBezTo>
                    <a:pt x="542976" y="269685"/>
                    <a:pt x="542976" y="233105"/>
                    <a:pt x="542893" y="197025"/>
                  </a:cubicBezTo>
                  <a:lnTo>
                    <a:pt x="542893" y="197025"/>
                  </a:lnTo>
                  <a:close/>
                  <a:moveTo>
                    <a:pt x="352911" y="21291"/>
                  </a:moveTo>
                  <a:cubicBezTo>
                    <a:pt x="366076" y="13125"/>
                    <a:pt x="383657" y="12709"/>
                    <a:pt x="398406" y="15792"/>
                  </a:cubicBezTo>
                  <a:cubicBezTo>
                    <a:pt x="426487" y="21625"/>
                    <a:pt x="450401" y="44039"/>
                    <a:pt x="470150" y="63454"/>
                  </a:cubicBezTo>
                  <a:cubicBezTo>
                    <a:pt x="486731" y="79786"/>
                    <a:pt x="504480" y="99617"/>
                    <a:pt x="514812" y="121449"/>
                  </a:cubicBezTo>
                  <a:cubicBezTo>
                    <a:pt x="514480" y="121282"/>
                    <a:pt x="514146" y="121032"/>
                    <a:pt x="513729" y="120865"/>
                  </a:cubicBezTo>
                  <a:cubicBezTo>
                    <a:pt x="502647" y="115366"/>
                    <a:pt x="494814" y="113116"/>
                    <a:pt x="482982" y="117533"/>
                  </a:cubicBezTo>
                  <a:cubicBezTo>
                    <a:pt x="474316" y="120782"/>
                    <a:pt x="468150" y="126615"/>
                    <a:pt x="464067" y="134864"/>
                  </a:cubicBezTo>
                  <a:cubicBezTo>
                    <a:pt x="463151" y="136697"/>
                    <a:pt x="462317" y="138781"/>
                    <a:pt x="461483" y="141030"/>
                  </a:cubicBezTo>
                  <a:cubicBezTo>
                    <a:pt x="454985" y="126782"/>
                    <a:pt x="437236" y="115699"/>
                    <a:pt x="425404" y="108366"/>
                  </a:cubicBezTo>
                  <a:cubicBezTo>
                    <a:pt x="399239" y="91952"/>
                    <a:pt x="366992" y="87285"/>
                    <a:pt x="344495" y="64287"/>
                  </a:cubicBezTo>
                  <a:cubicBezTo>
                    <a:pt x="339911" y="59538"/>
                    <a:pt x="335662" y="53205"/>
                    <a:pt x="334162" y="46455"/>
                  </a:cubicBezTo>
                  <a:cubicBezTo>
                    <a:pt x="335912" y="36456"/>
                    <a:pt x="344161" y="26791"/>
                    <a:pt x="352911" y="21291"/>
                  </a:cubicBezTo>
                  <a:lnTo>
                    <a:pt x="352911" y="21291"/>
                  </a:lnTo>
                  <a:close/>
                  <a:moveTo>
                    <a:pt x="95267" y="176610"/>
                  </a:moveTo>
                  <a:cubicBezTo>
                    <a:pt x="121598" y="160445"/>
                    <a:pt x="144429" y="139614"/>
                    <a:pt x="174343" y="130698"/>
                  </a:cubicBezTo>
                  <a:cubicBezTo>
                    <a:pt x="200591" y="122865"/>
                    <a:pt x="221506" y="112533"/>
                    <a:pt x="244504" y="97701"/>
                  </a:cubicBezTo>
                  <a:cubicBezTo>
                    <a:pt x="256752" y="89785"/>
                    <a:pt x="269168" y="82369"/>
                    <a:pt x="281500" y="74620"/>
                  </a:cubicBezTo>
                  <a:cubicBezTo>
                    <a:pt x="292249" y="67870"/>
                    <a:pt x="310914" y="57455"/>
                    <a:pt x="325746" y="59205"/>
                  </a:cubicBezTo>
                  <a:cubicBezTo>
                    <a:pt x="328412" y="64954"/>
                    <a:pt x="332328" y="70287"/>
                    <a:pt x="337329" y="74786"/>
                  </a:cubicBezTo>
                  <a:cubicBezTo>
                    <a:pt x="348161" y="84535"/>
                    <a:pt x="360576" y="92451"/>
                    <a:pt x="373492" y="99034"/>
                  </a:cubicBezTo>
                  <a:cubicBezTo>
                    <a:pt x="388241" y="106450"/>
                    <a:pt x="404822" y="110950"/>
                    <a:pt x="418737" y="119699"/>
                  </a:cubicBezTo>
                  <a:cubicBezTo>
                    <a:pt x="429820" y="126615"/>
                    <a:pt x="460817" y="145613"/>
                    <a:pt x="448819" y="161528"/>
                  </a:cubicBezTo>
                  <a:cubicBezTo>
                    <a:pt x="444152" y="167778"/>
                    <a:pt x="434986" y="168694"/>
                    <a:pt x="427904" y="169861"/>
                  </a:cubicBezTo>
                  <a:cubicBezTo>
                    <a:pt x="415572" y="171944"/>
                    <a:pt x="402990" y="173027"/>
                    <a:pt x="390574" y="174111"/>
                  </a:cubicBezTo>
                  <a:cubicBezTo>
                    <a:pt x="352410" y="177444"/>
                    <a:pt x="314247" y="179027"/>
                    <a:pt x="276083" y="183276"/>
                  </a:cubicBezTo>
                  <a:cubicBezTo>
                    <a:pt x="237837" y="187526"/>
                    <a:pt x="199674" y="190609"/>
                    <a:pt x="161178" y="192442"/>
                  </a:cubicBezTo>
                  <a:cubicBezTo>
                    <a:pt x="127180" y="194109"/>
                    <a:pt x="92267" y="192276"/>
                    <a:pt x="58187" y="195192"/>
                  </a:cubicBezTo>
                  <a:cubicBezTo>
                    <a:pt x="71603" y="190859"/>
                    <a:pt x="83601" y="183693"/>
                    <a:pt x="95267" y="176610"/>
                  </a:cubicBezTo>
                  <a:lnTo>
                    <a:pt x="95267" y="176610"/>
                  </a:lnTo>
                  <a:close/>
                  <a:moveTo>
                    <a:pt x="27523" y="218190"/>
                  </a:moveTo>
                  <a:cubicBezTo>
                    <a:pt x="39272" y="211024"/>
                    <a:pt x="55188" y="211691"/>
                    <a:pt x="68353" y="211191"/>
                  </a:cubicBezTo>
                  <a:cubicBezTo>
                    <a:pt x="84601" y="210607"/>
                    <a:pt x="100933" y="210441"/>
                    <a:pt x="117182" y="209608"/>
                  </a:cubicBezTo>
                  <a:cubicBezTo>
                    <a:pt x="149679" y="207858"/>
                    <a:pt x="182176" y="205858"/>
                    <a:pt x="214672" y="202775"/>
                  </a:cubicBezTo>
                  <a:cubicBezTo>
                    <a:pt x="246003" y="199775"/>
                    <a:pt x="277250" y="195192"/>
                    <a:pt x="308664" y="192192"/>
                  </a:cubicBezTo>
                  <a:cubicBezTo>
                    <a:pt x="340911" y="189109"/>
                    <a:pt x="373242" y="187776"/>
                    <a:pt x="405489" y="184026"/>
                  </a:cubicBezTo>
                  <a:cubicBezTo>
                    <a:pt x="422821" y="182027"/>
                    <a:pt x="449902" y="181943"/>
                    <a:pt x="460151" y="165611"/>
                  </a:cubicBezTo>
                  <a:cubicBezTo>
                    <a:pt x="464484" y="184026"/>
                    <a:pt x="466816" y="203524"/>
                    <a:pt x="467983" y="221773"/>
                  </a:cubicBezTo>
                  <a:cubicBezTo>
                    <a:pt x="467983" y="222273"/>
                    <a:pt x="468066" y="222773"/>
                    <a:pt x="468066" y="223273"/>
                  </a:cubicBezTo>
                  <a:cubicBezTo>
                    <a:pt x="457317" y="221023"/>
                    <a:pt x="444736" y="223273"/>
                    <a:pt x="434070" y="223523"/>
                  </a:cubicBezTo>
                  <a:cubicBezTo>
                    <a:pt x="417238" y="223856"/>
                    <a:pt x="400239" y="224856"/>
                    <a:pt x="383657" y="227106"/>
                  </a:cubicBezTo>
                  <a:cubicBezTo>
                    <a:pt x="340245" y="232855"/>
                    <a:pt x="298499" y="246188"/>
                    <a:pt x="254419" y="247770"/>
                  </a:cubicBezTo>
                  <a:cubicBezTo>
                    <a:pt x="210173" y="249354"/>
                    <a:pt x="167677" y="238355"/>
                    <a:pt x="123848" y="235938"/>
                  </a:cubicBezTo>
                  <a:cubicBezTo>
                    <a:pt x="85018" y="233772"/>
                    <a:pt x="48688" y="239355"/>
                    <a:pt x="14441" y="257686"/>
                  </a:cubicBezTo>
                  <a:cubicBezTo>
                    <a:pt x="14690" y="243438"/>
                    <a:pt x="14191" y="226273"/>
                    <a:pt x="27523" y="218190"/>
                  </a:cubicBezTo>
                  <a:lnTo>
                    <a:pt x="27523" y="218190"/>
                  </a:lnTo>
                  <a:close/>
                  <a:moveTo>
                    <a:pt x="132513" y="245521"/>
                  </a:moveTo>
                  <a:cubicBezTo>
                    <a:pt x="174343" y="249854"/>
                    <a:pt x="214756" y="258603"/>
                    <a:pt x="257253" y="256770"/>
                  </a:cubicBezTo>
                  <a:cubicBezTo>
                    <a:pt x="297915" y="254937"/>
                    <a:pt x="335246" y="239105"/>
                    <a:pt x="375325" y="234605"/>
                  </a:cubicBezTo>
                  <a:cubicBezTo>
                    <a:pt x="391823" y="232772"/>
                    <a:pt x="408655" y="230772"/>
                    <a:pt x="425237" y="231105"/>
                  </a:cubicBezTo>
                  <a:cubicBezTo>
                    <a:pt x="438819" y="231355"/>
                    <a:pt x="454901" y="229356"/>
                    <a:pt x="468484" y="232688"/>
                  </a:cubicBezTo>
                  <a:cubicBezTo>
                    <a:pt x="468733" y="242021"/>
                    <a:pt x="468733" y="251354"/>
                    <a:pt x="469233" y="260686"/>
                  </a:cubicBezTo>
                  <a:cubicBezTo>
                    <a:pt x="469483" y="265852"/>
                    <a:pt x="470150" y="271185"/>
                    <a:pt x="470733" y="276435"/>
                  </a:cubicBezTo>
                  <a:cubicBezTo>
                    <a:pt x="433237" y="279851"/>
                    <a:pt x="395407" y="270519"/>
                    <a:pt x="357743" y="274185"/>
                  </a:cubicBezTo>
                  <a:cubicBezTo>
                    <a:pt x="315414" y="278351"/>
                    <a:pt x="276500" y="300516"/>
                    <a:pt x="233587" y="302016"/>
                  </a:cubicBezTo>
                  <a:cubicBezTo>
                    <a:pt x="188009" y="303599"/>
                    <a:pt x="143263" y="295766"/>
                    <a:pt x="98433" y="288517"/>
                  </a:cubicBezTo>
                  <a:cubicBezTo>
                    <a:pt x="82351" y="285934"/>
                    <a:pt x="65936" y="280934"/>
                    <a:pt x="49604" y="283184"/>
                  </a:cubicBezTo>
                  <a:cubicBezTo>
                    <a:pt x="34939" y="285267"/>
                    <a:pt x="23440" y="290183"/>
                    <a:pt x="12275" y="298599"/>
                  </a:cubicBezTo>
                  <a:cubicBezTo>
                    <a:pt x="13274" y="286101"/>
                    <a:pt x="14108" y="273769"/>
                    <a:pt x="14525" y="261270"/>
                  </a:cubicBezTo>
                  <a:cubicBezTo>
                    <a:pt x="52437" y="246688"/>
                    <a:pt x="91850" y="241355"/>
                    <a:pt x="132513" y="245521"/>
                  </a:cubicBezTo>
                  <a:lnTo>
                    <a:pt x="132513" y="245521"/>
                  </a:lnTo>
                  <a:close/>
                  <a:moveTo>
                    <a:pt x="12441" y="344845"/>
                  </a:moveTo>
                  <a:cubicBezTo>
                    <a:pt x="9608" y="331346"/>
                    <a:pt x="10691" y="316598"/>
                    <a:pt x="11858" y="302849"/>
                  </a:cubicBezTo>
                  <a:cubicBezTo>
                    <a:pt x="18357" y="301349"/>
                    <a:pt x="24023" y="297933"/>
                    <a:pt x="30606" y="296100"/>
                  </a:cubicBezTo>
                  <a:cubicBezTo>
                    <a:pt x="40522" y="293266"/>
                    <a:pt x="51104" y="291183"/>
                    <a:pt x="61354" y="291516"/>
                  </a:cubicBezTo>
                  <a:cubicBezTo>
                    <a:pt x="81518" y="292183"/>
                    <a:pt x="102850" y="298683"/>
                    <a:pt x="122765" y="302099"/>
                  </a:cubicBezTo>
                  <a:cubicBezTo>
                    <a:pt x="162094" y="308765"/>
                    <a:pt x="204340" y="315014"/>
                    <a:pt x="244420" y="310265"/>
                  </a:cubicBezTo>
                  <a:cubicBezTo>
                    <a:pt x="285083" y="305432"/>
                    <a:pt x="321996" y="284101"/>
                    <a:pt x="363160" y="281601"/>
                  </a:cubicBezTo>
                  <a:cubicBezTo>
                    <a:pt x="399323" y="279351"/>
                    <a:pt x="435320" y="289517"/>
                    <a:pt x="471483" y="286767"/>
                  </a:cubicBezTo>
                  <a:cubicBezTo>
                    <a:pt x="471483" y="289184"/>
                    <a:pt x="471483" y="291683"/>
                    <a:pt x="471233" y="294100"/>
                  </a:cubicBezTo>
                  <a:cubicBezTo>
                    <a:pt x="467567" y="328430"/>
                    <a:pt x="434903" y="333930"/>
                    <a:pt x="406655" y="338012"/>
                  </a:cubicBezTo>
                  <a:cubicBezTo>
                    <a:pt x="379408" y="341929"/>
                    <a:pt x="352577" y="343845"/>
                    <a:pt x="325246" y="345762"/>
                  </a:cubicBezTo>
                  <a:cubicBezTo>
                    <a:pt x="296666" y="347761"/>
                    <a:pt x="269001" y="349762"/>
                    <a:pt x="240254" y="348095"/>
                  </a:cubicBezTo>
                  <a:cubicBezTo>
                    <a:pt x="213006" y="346512"/>
                    <a:pt x="185842" y="345345"/>
                    <a:pt x="158594" y="343595"/>
                  </a:cubicBezTo>
                  <a:cubicBezTo>
                    <a:pt x="132763" y="342012"/>
                    <a:pt x="106100" y="341179"/>
                    <a:pt x="80268" y="343179"/>
                  </a:cubicBezTo>
                  <a:cubicBezTo>
                    <a:pt x="57271" y="344929"/>
                    <a:pt x="35106" y="346345"/>
                    <a:pt x="12441" y="344845"/>
                  </a:cubicBezTo>
                  <a:lnTo>
                    <a:pt x="12441" y="344845"/>
                  </a:lnTo>
                  <a:close/>
                  <a:moveTo>
                    <a:pt x="527311" y="231272"/>
                  </a:moveTo>
                  <a:cubicBezTo>
                    <a:pt x="526812" y="262436"/>
                    <a:pt x="525979" y="295433"/>
                    <a:pt x="517312" y="325514"/>
                  </a:cubicBezTo>
                  <a:cubicBezTo>
                    <a:pt x="512313" y="342845"/>
                    <a:pt x="506064" y="352511"/>
                    <a:pt x="488148" y="357761"/>
                  </a:cubicBezTo>
                  <a:cubicBezTo>
                    <a:pt x="471483" y="362677"/>
                    <a:pt x="454068" y="364927"/>
                    <a:pt x="436819" y="366843"/>
                  </a:cubicBezTo>
                  <a:cubicBezTo>
                    <a:pt x="373325" y="373926"/>
                    <a:pt x="310414" y="378926"/>
                    <a:pt x="246503" y="380342"/>
                  </a:cubicBezTo>
                  <a:cubicBezTo>
                    <a:pt x="214672" y="381092"/>
                    <a:pt x="182842" y="381342"/>
                    <a:pt x="150929" y="381425"/>
                  </a:cubicBezTo>
                  <a:cubicBezTo>
                    <a:pt x="118682" y="381509"/>
                    <a:pt x="83351" y="382342"/>
                    <a:pt x="51688" y="375259"/>
                  </a:cubicBezTo>
                  <a:cubicBezTo>
                    <a:pt x="37022" y="371926"/>
                    <a:pt x="21607" y="366927"/>
                    <a:pt x="15024" y="353178"/>
                  </a:cubicBezTo>
                  <a:cubicBezTo>
                    <a:pt x="56104" y="357011"/>
                    <a:pt x="97684" y="352678"/>
                    <a:pt x="139013" y="353178"/>
                  </a:cubicBezTo>
                  <a:cubicBezTo>
                    <a:pt x="186925" y="353761"/>
                    <a:pt x="235171" y="359927"/>
                    <a:pt x="283167" y="357761"/>
                  </a:cubicBezTo>
                  <a:cubicBezTo>
                    <a:pt x="329913" y="355594"/>
                    <a:pt x="376491" y="351345"/>
                    <a:pt x="422904" y="344929"/>
                  </a:cubicBezTo>
                  <a:cubicBezTo>
                    <a:pt x="439986" y="342595"/>
                    <a:pt x="458567" y="338512"/>
                    <a:pt x="470400" y="324847"/>
                  </a:cubicBezTo>
                  <a:cubicBezTo>
                    <a:pt x="480982" y="312682"/>
                    <a:pt x="483315" y="296266"/>
                    <a:pt x="481732" y="280768"/>
                  </a:cubicBezTo>
                  <a:cubicBezTo>
                    <a:pt x="480149" y="264853"/>
                    <a:pt x="479399" y="248771"/>
                    <a:pt x="477983" y="232855"/>
                  </a:cubicBezTo>
                  <a:cubicBezTo>
                    <a:pt x="479232" y="231105"/>
                    <a:pt x="479315" y="228356"/>
                    <a:pt x="477399" y="226856"/>
                  </a:cubicBezTo>
                  <a:cubicBezTo>
                    <a:pt x="476900" y="221773"/>
                    <a:pt x="476232" y="216690"/>
                    <a:pt x="475483" y="211607"/>
                  </a:cubicBezTo>
                  <a:cubicBezTo>
                    <a:pt x="473149" y="196692"/>
                    <a:pt x="470650" y="180360"/>
                    <a:pt x="465067" y="165695"/>
                  </a:cubicBezTo>
                  <a:cubicBezTo>
                    <a:pt x="473066" y="154362"/>
                    <a:pt x="469734" y="139197"/>
                    <a:pt x="479148" y="128365"/>
                  </a:cubicBezTo>
                  <a:cubicBezTo>
                    <a:pt x="487481" y="118866"/>
                    <a:pt x="500647" y="119282"/>
                    <a:pt x="510813" y="125698"/>
                  </a:cubicBezTo>
                  <a:cubicBezTo>
                    <a:pt x="518229" y="130448"/>
                    <a:pt x="517812" y="137114"/>
                    <a:pt x="522645" y="143780"/>
                  </a:cubicBezTo>
                  <a:cubicBezTo>
                    <a:pt x="529478" y="172361"/>
                    <a:pt x="527811" y="202358"/>
                    <a:pt x="527311" y="231272"/>
                  </a:cubicBezTo>
                  <a:lnTo>
                    <a:pt x="527311" y="231272"/>
                  </a:lnTo>
                  <a:close/>
                </a:path>
              </a:pathLst>
            </a:custGeom>
            <a:grpFill/>
            <a:ln w="8332" cap="flat">
              <a:noFill/>
              <a:prstDash val="solid"/>
              <a:miter/>
            </a:ln>
          </p:spPr>
          <p:txBody>
            <a:bodyPr rtlCol="0" anchor="ctr"/>
            <a:lstStyle/>
            <a:p>
              <a:endParaRPr lang="en-US"/>
            </a:p>
          </p:txBody>
        </p:sp>
        <p:sp>
          <p:nvSpPr>
            <p:cNvPr id="2640" name="Freeform: Shape 2639"/>
            <p:cNvSpPr/>
            <p:nvPr/>
          </p:nvSpPr>
          <p:spPr>
            <a:xfrm>
              <a:off x="8947215" y="6257779"/>
              <a:ext cx="166" cy="499"/>
            </a:xfrm>
            <a:custGeom>
              <a:avLst/>
              <a:gdLst>
                <a:gd name="connsiteX0" fmla="*/ 0 w 166"/>
                <a:gd name="connsiteY0" fmla="*/ 0 h 499"/>
                <a:gd name="connsiteX1" fmla="*/ 167 w 166"/>
                <a:gd name="connsiteY1" fmla="*/ 500 h 499"/>
                <a:gd name="connsiteX2" fmla="*/ 0 w 166"/>
                <a:gd name="connsiteY2" fmla="*/ 0 h 499"/>
                <a:gd name="connsiteX3" fmla="*/ 0 w 166"/>
                <a:gd name="connsiteY3" fmla="*/ 0 h 499"/>
              </a:gdLst>
              <a:ahLst/>
              <a:cxnLst>
                <a:cxn ang="0">
                  <a:pos x="connsiteX0" y="connsiteY0"/>
                </a:cxn>
                <a:cxn ang="0">
                  <a:pos x="connsiteX1" y="connsiteY1"/>
                </a:cxn>
                <a:cxn ang="0">
                  <a:pos x="connsiteX2" y="connsiteY2"/>
                </a:cxn>
                <a:cxn ang="0">
                  <a:pos x="connsiteX3" y="connsiteY3"/>
                </a:cxn>
              </a:cxnLst>
              <a:rect l="l" t="t" r="r" b="b"/>
              <a:pathLst>
                <a:path w="166" h="499">
                  <a:moveTo>
                    <a:pt x="0" y="0"/>
                  </a:moveTo>
                  <a:cubicBezTo>
                    <a:pt x="0" y="83"/>
                    <a:pt x="83" y="167"/>
                    <a:pt x="167" y="500"/>
                  </a:cubicBezTo>
                  <a:cubicBezTo>
                    <a:pt x="167" y="334"/>
                    <a:pt x="83" y="167"/>
                    <a:pt x="0" y="0"/>
                  </a:cubicBezTo>
                  <a:lnTo>
                    <a:pt x="0" y="0"/>
                  </a:lnTo>
                  <a:close/>
                </a:path>
              </a:pathLst>
            </a:custGeom>
            <a:grpFill/>
            <a:ln w="8332" cap="flat">
              <a:noFill/>
              <a:prstDash val="solid"/>
              <a:miter/>
            </a:ln>
          </p:spPr>
          <p:txBody>
            <a:bodyPr rtlCol="0" anchor="ctr"/>
            <a:lstStyle/>
            <a:p>
              <a:endParaRPr lang="en-US"/>
            </a:p>
          </p:txBody>
        </p:sp>
        <p:sp>
          <p:nvSpPr>
            <p:cNvPr id="2641" name="Freeform: Shape 2640"/>
            <p:cNvSpPr/>
            <p:nvPr/>
          </p:nvSpPr>
          <p:spPr>
            <a:xfrm>
              <a:off x="8915797" y="5982269"/>
              <a:ext cx="569137" cy="398697"/>
            </a:xfrm>
            <a:custGeom>
              <a:avLst/>
              <a:gdLst>
                <a:gd name="connsiteX0" fmla="*/ 532039 w 569137"/>
                <a:gd name="connsiteY0" fmla="*/ 107443 h 398697"/>
                <a:gd name="connsiteX1" fmla="*/ 449547 w 569137"/>
                <a:gd name="connsiteY1" fmla="*/ 48032 h 398697"/>
                <a:gd name="connsiteX2" fmla="*/ 398051 w 569137"/>
                <a:gd name="connsiteY2" fmla="*/ 36616 h 398697"/>
                <a:gd name="connsiteX3" fmla="*/ 385719 w 569137"/>
                <a:gd name="connsiteY3" fmla="*/ 36366 h 398697"/>
                <a:gd name="connsiteX4" fmla="*/ 382886 w 569137"/>
                <a:gd name="connsiteY4" fmla="*/ 33199 h 398697"/>
                <a:gd name="connsiteX5" fmla="*/ 143657 w 569137"/>
                <a:gd name="connsiteY5" fmla="*/ 21867 h 398697"/>
                <a:gd name="connsiteX6" fmla="*/ 49916 w 569137"/>
                <a:gd name="connsiteY6" fmla="*/ 91278 h 398697"/>
                <a:gd name="connsiteX7" fmla="*/ 2754 w 569137"/>
                <a:gd name="connsiteY7" fmla="*/ 212683 h 398697"/>
                <a:gd name="connsiteX8" fmla="*/ 1170 w 569137"/>
                <a:gd name="connsiteY8" fmla="*/ 269261 h 398697"/>
                <a:gd name="connsiteX9" fmla="*/ 11003 w 569137"/>
                <a:gd name="connsiteY9" fmla="*/ 334339 h 398697"/>
                <a:gd name="connsiteX10" fmla="*/ 34167 w 569137"/>
                <a:gd name="connsiteY10" fmla="*/ 367919 h 398697"/>
                <a:gd name="connsiteX11" fmla="*/ 43416 w 569137"/>
                <a:gd name="connsiteY11" fmla="*/ 375752 h 398697"/>
                <a:gd name="connsiteX12" fmla="*/ 86246 w 569137"/>
                <a:gd name="connsiteY12" fmla="*/ 394167 h 398697"/>
                <a:gd name="connsiteX13" fmla="*/ 189903 w 569137"/>
                <a:gd name="connsiteY13" fmla="*/ 396417 h 398697"/>
                <a:gd name="connsiteX14" fmla="*/ 394718 w 569137"/>
                <a:gd name="connsiteY14" fmla="*/ 363420 h 398697"/>
                <a:gd name="connsiteX15" fmla="*/ 552371 w 569137"/>
                <a:gd name="connsiteY15" fmla="*/ 274594 h 398697"/>
                <a:gd name="connsiteX16" fmla="*/ 532039 w 569137"/>
                <a:gd name="connsiteY16" fmla="*/ 107443 h 398697"/>
                <a:gd name="connsiteX17" fmla="*/ 532039 w 569137"/>
                <a:gd name="connsiteY17" fmla="*/ 107443 h 398697"/>
                <a:gd name="connsiteX18" fmla="*/ 9586 w 569137"/>
                <a:gd name="connsiteY18" fmla="*/ 272761 h 398697"/>
                <a:gd name="connsiteX19" fmla="*/ 112160 w 569137"/>
                <a:gd name="connsiteY19" fmla="*/ 50698 h 398697"/>
                <a:gd name="connsiteX20" fmla="*/ 243232 w 569137"/>
                <a:gd name="connsiteY20" fmla="*/ 15034 h 398697"/>
                <a:gd name="connsiteX21" fmla="*/ 362971 w 569137"/>
                <a:gd name="connsiteY21" fmla="*/ 39199 h 398697"/>
                <a:gd name="connsiteX22" fmla="*/ 352888 w 569137"/>
                <a:gd name="connsiteY22" fmla="*/ 41366 h 398697"/>
                <a:gd name="connsiteX23" fmla="*/ 311726 w 569137"/>
                <a:gd name="connsiteY23" fmla="*/ 50031 h 398697"/>
                <a:gd name="connsiteX24" fmla="*/ 290728 w 569137"/>
                <a:gd name="connsiteY24" fmla="*/ 43615 h 398697"/>
                <a:gd name="connsiteX25" fmla="*/ 271230 w 569137"/>
                <a:gd name="connsiteY25" fmla="*/ 32033 h 398697"/>
                <a:gd name="connsiteX26" fmla="*/ 250481 w 569137"/>
                <a:gd name="connsiteY26" fmla="*/ 32950 h 398697"/>
                <a:gd name="connsiteX27" fmla="*/ 228816 w 569137"/>
                <a:gd name="connsiteY27" fmla="*/ 44948 h 398697"/>
                <a:gd name="connsiteX28" fmla="*/ 205235 w 569137"/>
                <a:gd name="connsiteY28" fmla="*/ 48032 h 398697"/>
                <a:gd name="connsiteX29" fmla="*/ 187987 w 569137"/>
                <a:gd name="connsiteY29" fmla="*/ 63364 h 398697"/>
                <a:gd name="connsiteX30" fmla="*/ 184988 w 569137"/>
                <a:gd name="connsiteY30" fmla="*/ 61114 h 398697"/>
                <a:gd name="connsiteX31" fmla="*/ 164572 w 569137"/>
                <a:gd name="connsiteY31" fmla="*/ 56781 h 398697"/>
                <a:gd name="connsiteX32" fmla="*/ 150740 w 569137"/>
                <a:gd name="connsiteY32" fmla="*/ 76445 h 398697"/>
                <a:gd name="connsiteX33" fmla="*/ 150073 w 569137"/>
                <a:gd name="connsiteY33" fmla="*/ 76279 h 398697"/>
                <a:gd name="connsiteX34" fmla="*/ 131909 w 569137"/>
                <a:gd name="connsiteY34" fmla="*/ 89528 h 398697"/>
                <a:gd name="connsiteX35" fmla="*/ 131909 w 569137"/>
                <a:gd name="connsiteY35" fmla="*/ 105109 h 398697"/>
                <a:gd name="connsiteX36" fmla="*/ 126992 w 569137"/>
                <a:gd name="connsiteY36" fmla="*/ 102026 h 398697"/>
                <a:gd name="connsiteX37" fmla="*/ 99328 w 569137"/>
                <a:gd name="connsiteY37" fmla="*/ 106193 h 398697"/>
                <a:gd name="connsiteX38" fmla="*/ 95412 w 569137"/>
                <a:gd name="connsiteY38" fmla="*/ 143189 h 398697"/>
                <a:gd name="connsiteX39" fmla="*/ 62415 w 569137"/>
                <a:gd name="connsiteY39" fmla="*/ 212017 h 398697"/>
                <a:gd name="connsiteX40" fmla="*/ 63414 w 569137"/>
                <a:gd name="connsiteY40" fmla="*/ 213017 h 398697"/>
                <a:gd name="connsiteX41" fmla="*/ 47416 w 569137"/>
                <a:gd name="connsiteY41" fmla="*/ 223265 h 398697"/>
                <a:gd name="connsiteX42" fmla="*/ 28917 w 569137"/>
                <a:gd name="connsiteY42" fmla="*/ 255763 h 398697"/>
                <a:gd name="connsiteX43" fmla="*/ 31751 w 569137"/>
                <a:gd name="connsiteY43" fmla="*/ 275344 h 398697"/>
                <a:gd name="connsiteX44" fmla="*/ 36751 w 569137"/>
                <a:gd name="connsiteY44" fmla="*/ 283177 h 398697"/>
                <a:gd name="connsiteX45" fmla="*/ 30167 w 569137"/>
                <a:gd name="connsiteY45" fmla="*/ 289426 h 398697"/>
                <a:gd name="connsiteX46" fmla="*/ 17418 w 569137"/>
                <a:gd name="connsiteY46" fmla="*/ 316007 h 398697"/>
                <a:gd name="connsiteX47" fmla="*/ 9586 w 569137"/>
                <a:gd name="connsiteY47" fmla="*/ 272761 h 398697"/>
                <a:gd name="connsiteX48" fmla="*/ 9586 w 569137"/>
                <a:gd name="connsiteY48" fmla="*/ 272761 h 398697"/>
                <a:gd name="connsiteX49" fmla="*/ 69580 w 569137"/>
                <a:gd name="connsiteY49" fmla="*/ 171437 h 398697"/>
                <a:gd name="connsiteX50" fmla="*/ 97329 w 569137"/>
                <a:gd name="connsiteY50" fmla="*/ 149189 h 398697"/>
                <a:gd name="connsiteX51" fmla="*/ 123826 w 569137"/>
                <a:gd name="connsiteY51" fmla="*/ 169187 h 398697"/>
                <a:gd name="connsiteX52" fmla="*/ 193986 w 569137"/>
                <a:gd name="connsiteY52" fmla="*/ 201351 h 398697"/>
                <a:gd name="connsiteX53" fmla="*/ 191070 w 569137"/>
                <a:gd name="connsiteY53" fmla="*/ 223932 h 398697"/>
                <a:gd name="connsiteX54" fmla="*/ 181487 w 569137"/>
                <a:gd name="connsiteY54" fmla="*/ 211433 h 398697"/>
                <a:gd name="connsiteX55" fmla="*/ 162239 w 569137"/>
                <a:gd name="connsiteY55" fmla="*/ 204934 h 398697"/>
                <a:gd name="connsiteX56" fmla="*/ 126742 w 569137"/>
                <a:gd name="connsiteY56" fmla="*/ 203268 h 398697"/>
                <a:gd name="connsiteX57" fmla="*/ 86246 w 569137"/>
                <a:gd name="connsiteY57" fmla="*/ 196768 h 398697"/>
                <a:gd name="connsiteX58" fmla="*/ 69248 w 569137"/>
                <a:gd name="connsiteY58" fmla="*/ 207684 h 398697"/>
                <a:gd name="connsiteX59" fmla="*/ 69580 w 569137"/>
                <a:gd name="connsiteY59" fmla="*/ 171437 h 398697"/>
                <a:gd name="connsiteX60" fmla="*/ 69580 w 569137"/>
                <a:gd name="connsiteY60" fmla="*/ 171437 h 398697"/>
                <a:gd name="connsiteX61" fmla="*/ 133992 w 569137"/>
                <a:gd name="connsiteY61" fmla="*/ 168437 h 398697"/>
                <a:gd name="connsiteX62" fmla="*/ 104828 w 569137"/>
                <a:gd name="connsiteY62" fmla="*/ 145439 h 398697"/>
                <a:gd name="connsiteX63" fmla="*/ 104745 w 569137"/>
                <a:gd name="connsiteY63" fmla="*/ 145273 h 398697"/>
                <a:gd name="connsiteX64" fmla="*/ 97495 w 569137"/>
                <a:gd name="connsiteY64" fmla="*/ 132607 h 398697"/>
                <a:gd name="connsiteX65" fmla="*/ 107744 w 569137"/>
                <a:gd name="connsiteY65" fmla="*/ 110276 h 398697"/>
                <a:gd name="connsiteX66" fmla="*/ 123493 w 569137"/>
                <a:gd name="connsiteY66" fmla="*/ 109526 h 398697"/>
                <a:gd name="connsiteX67" fmla="*/ 130492 w 569137"/>
                <a:gd name="connsiteY67" fmla="*/ 116859 h 398697"/>
                <a:gd name="connsiteX68" fmla="*/ 136325 w 569137"/>
                <a:gd name="connsiteY68" fmla="*/ 122608 h 398697"/>
                <a:gd name="connsiteX69" fmla="*/ 126409 w 569137"/>
                <a:gd name="connsiteY69" fmla="*/ 131441 h 398697"/>
                <a:gd name="connsiteX70" fmla="*/ 133992 w 569137"/>
                <a:gd name="connsiteY70" fmla="*/ 168437 h 398697"/>
                <a:gd name="connsiteX71" fmla="*/ 133992 w 569137"/>
                <a:gd name="connsiteY71" fmla="*/ 168437 h 398697"/>
                <a:gd name="connsiteX72" fmla="*/ 178655 w 569137"/>
                <a:gd name="connsiteY72" fmla="*/ 187935 h 398697"/>
                <a:gd name="connsiteX73" fmla="*/ 155989 w 569137"/>
                <a:gd name="connsiteY73" fmla="*/ 174687 h 398697"/>
                <a:gd name="connsiteX74" fmla="*/ 134742 w 569137"/>
                <a:gd name="connsiteY74" fmla="*/ 149773 h 398697"/>
                <a:gd name="connsiteX75" fmla="*/ 141657 w 569137"/>
                <a:gd name="connsiteY75" fmla="*/ 131607 h 398697"/>
                <a:gd name="connsiteX76" fmla="*/ 160906 w 569137"/>
                <a:gd name="connsiteY76" fmla="*/ 136440 h 398697"/>
                <a:gd name="connsiteX77" fmla="*/ 194736 w 569137"/>
                <a:gd name="connsiteY77" fmla="*/ 164521 h 398697"/>
                <a:gd name="connsiteX78" fmla="*/ 200985 w 569137"/>
                <a:gd name="connsiteY78" fmla="*/ 168187 h 398697"/>
                <a:gd name="connsiteX79" fmla="*/ 196819 w 569137"/>
                <a:gd name="connsiteY79" fmla="*/ 185686 h 398697"/>
                <a:gd name="connsiteX80" fmla="*/ 195736 w 569137"/>
                <a:gd name="connsiteY80" fmla="*/ 191935 h 398697"/>
                <a:gd name="connsiteX81" fmla="*/ 178655 w 569137"/>
                <a:gd name="connsiteY81" fmla="*/ 187935 h 398697"/>
                <a:gd name="connsiteX82" fmla="*/ 178655 w 569137"/>
                <a:gd name="connsiteY82" fmla="*/ 187935 h 398697"/>
                <a:gd name="connsiteX83" fmla="*/ 146573 w 569137"/>
                <a:gd name="connsiteY83" fmla="*/ 121191 h 398697"/>
                <a:gd name="connsiteX84" fmla="*/ 146241 w 569137"/>
                <a:gd name="connsiteY84" fmla="*/ 120608 h 398697"/>
                <a:gd name="connsiteX85" fmla="*/ 142407 w 569137"/>
                <a:gd name="connsiteY85" fmla="*/ 115859 h 398697"/>
                <a:gd name="connsiteX86" fmla="*/ 138574 w 569137"/>
                <a:gd name="connsiteY86" fmla="*/ 100110 h 398697"/>
                <a:gd name="connsiteX87" fmla="*/ 153407 w 569137"/>
                <a:gd name="connsiteY87" fmla="*/ 86445 h 398697"/>
                <a:gd name="connsiteX88" fmla="*/ 158239 w 569137"/>
                <a:gd name="connsiteY88" fmla="*/ 92444 h 398697"/>
                <a:gd name="connsiteX89" fmla="*/ 174238 w 569137"/>
                <a:gd name="connsiteY89" fmla="*/ 117108 h 398697"/>
                <a:gd name="connsiteX90" fmla="*/ 211318 w 569137"/>
                <a:gd name="connsiteY90" fmla="*/ 140440 h 398697"/>
                <a:gd name="connsiteX91" fmla="*/ 204319 w 569137"/>
                <a:gd name="connsiteY91" fmla="*/ 157605 h 398697"/>
                <a:gd name="connsiteX92" fmla="*/ 146573 w 569137"/>
                <a:gd name="connsiteY92" fmla="*/ 121191 h 398697"/>
                <a:gd name="connsiteX93" fmla="*/ 146573 w 569137"/>
                <a:gd name="connsiteY93" fmla="*/ 121191 h 398697"/>
                <a:gd name="connsiteX94" fmla="*/ 195903 w 569137"/>
                <a:gd name="connsiteY94" fmla="*/ 124108 h 398697"/>
                <a:gd name="connsiteX95" fmla="*/ 176655 w 569137"/>
                <a:gd name="connsiteY95" fmla="*/ 107526 h 398697"/>
                <a:gd name="connsiteX96" fmla="*/ 158406 w 569137"/>
                <a:gd name="connsiteY96" fmla="*/ 81278 h 398697"/>
                <a:gd name="connsiteX97" fmla="*/ 166655 w 569137"/>
                <a:gd name="connsiteY97" fmla="*/ 67113 h 398697"/>
                <a:gd name="connsiteX98" fmla="*/ 182404 w 569137"/>
                <a:gd name="connsiteY98" fmla="*/ 70530 h 398697"/>
                <a:gd name="connsiteX99" fmla="*/ 179655 w 569137"/>
                <a:gd name="connsiteY99" fmla="*/ 72363 h 398697"/>
                <a:gd name="connsiteX100" fmla="*/ 195903 w 569137"/>
                <a:gd name="connsiteY100" fmla="*/ 124108 h 398697"/>
                <a:gd name="connsiteX101" fmla="*/ 195903 w 569137"/>
                <a:gd name="connsiteY101" fmla="*/ 124108 h 398697"/>
                <a:gd name="connsiteX102" fmla="*/ 211069 w 569137"/>
                <a:gd name="connsiteY102" fmla="*/ 130274 h 398697"/>
                <a:gd name="connsiteX103" fmla="*/ 191486 w 569137"/>
                <a:gd name="connsiteY103" fmla="*/ 106609 h 398697"/>
                <a:gd name="connsiteX104" fmla="*/ 185404 w 569137"/>
                <a:gd name="connsiteY104" fmla="*/ 96277 h 398697"/>
                <a:gd name="connsiteX105" fmla="*/ 192736 w 569137"/>
                <a:gd name="connsiteY105" fmla="*/ 77196 h 398697"/>
                <a:gd name="connsiteX106" fmla="*/ 204652 w 569137"/>
                <a:gd name="connsiteY106" fmla="*/ 85028 h 398697"/>
                <a:gd name="connsiteX107" fmla="*/ 221567 w 569137"/>
                <a:gd name="connsiteY107" fmla="*/ 109859 h 398697"/>
                <a:gd name="connsiteX108" fmla="*/ 225317 w 569137"/>
                <a:gd name="connsiteY108" fmla="*/ 115609 h 398697"/>
                <a:gd name="connsiteX109" fmla="*/ 215567 w 569137"/>
                <a:gd name="connsiteY109" fmla="*/ 131941 h 398697"/>
                <a:gd name="connsiteX110" fmla="*/ 211069 w 569137"/>
                <a:gd name="connsiteY110" fmla="*/ 130274 h 398697"/>
                <a:gd name="connsiteX111" fmla="*/ 211069 w 569137"/>
                <a:gd name="connsiteY111" fmla="*/ 130274 h 398697"/>
                <a:gd name="connsiteX112" fmla="*/ 222317 w 569137"/>
                <a:gd name="connsiteY112" fmla="*/ 93944 h 398697"/>
                <a:gd name="connsiteX113" fmla="*/ 206985 w 569137"/>
                <a:gd name="connsiteY113" fmla="*/ 77695 h 398697"/>
                <a:gd name="connsiteX114" fmla="*/ 193820 w 569137"/>
                <a:gd name="connsiteY114" fmla="*/ 70113 h 398697"/>
                <a:gd name="connsiteX115" fmla="*/ 217318 w 569137"/>
                <a:gd name="connsiteY115" fmla="*/ 55197 h 398697"/>
                <a:gd name="connsiteX116" fmla="*/ 234316 w 569137"/>
                <a:gd name="connsiteY116" fmla="*/ 56447 h 398697"/>
                <a:gd name="connsiteX117" fmla="*/ 252231 w 569137"/>
                <a:gd name="connsiteY117" fmla="*/ 48365 h 398697"/>
                <a:gd name="connsiteX118" fmla="*/ 279562 w 569137"/>
                <a:gd name="connsiteY118" fmla="*/ 55531 h 398697"/>
                <a:gd name="connsiteX119" fmla="*/ 297810 w 569137"/>
                <a:gd name="connsiteY119" fmla="*/ 55364 h 398697"/>
                <a:gd name="connsiteX120" fmla="*/ 239315 w 569137"/>
                <a:gd name="connsiteY120" fmla="*/ 97527 h 398697"/>
                <a:gd name="connsiteX121" fmla="*/ 231400 w 569137"/>
                <a:gd name="connsiteY121" fmla="*/ 107276 h 398697"/>
                <a:gd name="connsiteX122" fmla="*/ 222317 w 569137"/>
                <a:gd name="connsiteY122" fmla="*/ 93944 h 398697"/>
                <a:gd name="connsiteX123" fmla="*/ 222317 w 569137"/>
                <a:gd name="connsiteY123" fmla="*/ 93944 h 398697"/>
                <a:gd name="connsiteX124" fmla="*/ 68747 w 569137"/>
                <a:gd name="connsiteY124" fmla="*/ 364753 h 398697"/>
                <a:gd name="connsiteX125" fmla="*/ 37417 w 569137"/>
                <a:gd name="connsiteY125" fmla="*/ 353254 h 398697"/>
                <a:gd name="connsiteX126" fmla="*/ 27501 w 569137"/>
                <a:gd name="connsiteY126" fmla="*/ 333006 h 398697"/>
                <a:gd name="connsiteX127" fmla="*/ 29418 w 569137"/>
                <a:gd name="connsiteY127" fmla="*/ 305758 h 398697"/>
                <a:gd name="connsiteX128" fmla="*/ 43583 w 569137"/>
                <a:gd name="connsiteY128" fmla="*/ 289093 h 398697"/>
                <a:gd name="connsiteX129" fmla="*/ 44499 w 569137"/>
                <a:gd name="connsiteY129" fmla="*/ 276927 h 398697"/>
                <a:gd name="connsiteX130" fmla="*/ 55332 w 569137"/>
                <a:gd name="connsiteY130" fmla="*/ 237098 h 398697"/>
                <a:gd name="connsiteX131" fmla="*/ 75330 w 569137"/>
                <a:gd name="connsiteY131" fmla="*/ 225015 h 398697"/>
                <a:gd name="connsiteX132" fmla="*/ 92745 w 569137"/>
                <a:gd name="connsiteY132" fmla="*/ 209350 h 398697"/>
                <a:gd name="connsiteX133" fmla="*/ 118826 w 569137"/>
                <a:gd name="connsiteY133" fmla="*/ 211433 h 398697"/>
                <a:gd name="connsiteX134" fmla="*/ 134825 w 569137"/>
                <a:gd name="connsiteY134" fmla="*/ 214767 h 398697"/>
                <a:gd name="connsiteX135" fmla="*/ 159906 w 569137"/>
                <a:gd name="connsiteY135" fmla="*/ 213850 h 398697"/>
                <a:gd name="connsiteX136" fmla="*/ 181321 w 569137"/>
                <a:gd name="connsiteY136" fmla="*/ 239514 h 398697"/>
                <a:gd name="connsiteX137" fmla="*/ 188403 w 569137"/>
                <a:gd name="connsiteY137" fmla="*/ 245764 h 398697"/>
                <a:gd name="connsiteX138" fmla="*/ 171655 w 569137"/>
                <a:gd name="connsiteY138" fmla="*/ 305675 h 398697"/>
                <a:gd name="connsiteX139" fmla="*/ 68747 w 569137"/>
                <a:gd name="connsiteY139" fmla="*/ 364753 h 398697"/>
                <a:gd name="connsiteX140" fmla="*/ 68747 w 569137"/>
                <a:gd name="connsiteY140" fmla="*/ 364753 h 398697"/>
                <a:gd name="connsiteX141" fmla="*/ 533623 w 569137"/>
                <a:gd name="connsiteY141" fmla="*/ 269178 h 398697"/>
                <a:gd name="connsiteX142" fmla="*/ 382386 w 569137"/>
                <a:gd name="connsiteY142" fmla="*/ 348671 h 398697"/>
                <a:gd name="connsiteX143" fmla="*/ 203902 w 569137"/>
                <a:gd name="connsiteY143" fmla="*/ 379252 h 398697"/>
                <a:gd name="connsiteX144" fmla="*/ 101078 w 569137"/>
                <a:gd name="connsiteY144" fmla="*/ 382002 h 398697"/>
                <a:gd name="connsiteX145" fmla="*/ 87663 w 569137"/>
                <a:gd name="connsiteY145" fmla="*/ 380252 h 398697"/>
                <a:gd name="connsiteX146" fmla="*/ 89662 w 569137"/>
                <a:gd name="connsiteY146" fmla="*/ 380085 h 398697"/>
                <a:gd name="connsiteX147" fmla="*/ 183654 w 569137"/>
                <a:gd name="connsiteY147" fmla="*/ 319507 h 398697"/>
                <a:gd name="connsiteX148" fmla="*/ 202902 w 569137"/>
                <a:gd name="connsiteY148" fmla="*/ 264762 h 398697"/>
                <a:gd name="connsiteX149" fmla="*/ 211318 w 569137"/>
                <a:gd name="connsiteY149" fmla="*/ 192768 h 398697"/>
                <a:gd name="connsiteX150" fmla="*/ 285561 w 569137"/>
                <a:gd name="connsiteY150" fmla="*/ 76779 h 398697"/>
                <a:gd name="connsiteX151" fmla="*/ 367887 w 569137"/>
                <a:gd name="connsiteY151" fmla="*/ 48782 h 398697"/>
                <a:gd name="connsiteX152" fmla="*/ 505792 w 569137"/>
                <a:gd name="connsiteY152" fmla="*/ 104526 h 398697"/>
                <a:gd name="connsiteX153" fmla="*/ 533623 w 569137"/>
                <a:gd name="connsiteY153" fmla="*/ 269178 h 398697"/>
                <a:gd name="connsiteX154" fmla="*/ 533623 w 569137"/>
                <a:gd name="connsiteY154" fmla="*/ 269178 h 39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Lst>
              <a:rect l="l" t="t" r="r" b="b"/>
              <a:pathLst>
                <a:path w="569137" h="398697">
                  <a:moveTo>
                    <a:pt x="532039" y="107443"/>
                  </a:moveTo>
                  <a:cubicBezTo>
                    <a:pt x="511291" y="80695"/>
                    <a:pt x="481127" y="59864"/>
                    <a:pt x="449547" y="48032"/>
                  </a:cubicBezTo>
                  <a:cubicBezTo>
                    <a:pt x="433214" y="41865"/>
                    <a:pt x="415466" y="38366"/>
                    <a:pt x="398051" y="36616"/>
                  </a:cubicBezTo>
                  <a:cubicBezTo>
                    <a:pt x="393885" y="36199"/>
                    <a:pt x="389802" y="36199"/>
                    <a:pt x="385719" y="36366"/>
                  </a:cubicBezTo>
                  <a:cubicBezTo>
                    <a:pt x="385135" y="35200"/>
                    <a:pt x="384219" y="34116"/>
                    <a:pt x="382886" y="33199"/>
                  </a:cubicBezTo>
                  <a:cubicBezTo>
                    <a:pt x="316391" y="-9046"/>
                    <a:pt x="214651" y="-8880"/>
                    <a:pt x="143657" y="21867"/>
                  </a:cubicBezTo>
                  <a:cubicBezTo>
                    <a:pt x="106911" y="37783"/>
                    <a:pt x="74164" y="58864"/>
                    <a:pt x="49916" y="91278"/>
                  </a:cubicBezTo>
                  <a:cubicBezTo>
                    <a:pt x="22585" y="127941"/>
                    <a:pt x="8920" y="167771"/>
                    <a:pt x="2754" y="212683"/>
                  </a:cubicBezTo>
                  <a:cubicBezTo>
                    <a:pt x="170" y="231598"/>
                    <a:pt x="-1080" y="250346"/>
                    <a:pt x="1170" y="269261"/>
                  </a:cubicBezTo>
                  <a:cubicBezTo>
                    <a:pt x="3670" y="290427"/>
                    <a:pt x="4503" y="313924"/>
                    <a:pt x="11003" y="334339"/>
                  </a:cubicBezTo>
                  <a:cubicBezTo>
                    <a:pt x="15752" y="349255"/>
                    <a:pt x="23835" y="360253"/>
                    <a:pt x="34167" y="367919"/>
                  </a:cubicBezTo>
                  <a:cubicBezTo>
                    <a:pt x="37084" y="370669"/>
                    <a:pt x="40167" y="373335"/>
                    <a:pt x="43416" y="375752"/>
                  </a:cubicBezTo>
                  <a:cubicBezTo>
                    <a:pt x="55998" y="385001"/>
                    <a:pt x="70997" y="391000"/>
                    <a:pt x="86246" y="394167"/>
                  </a:cubicBezTo>
                  <a:cubicBezTo>
                    <a:pt x="119327" y="401000"/>
                    <a:pt x="156323" y="398667"/>
                    <a:pt x="189903" y="396417"/>
                  </a:cubicBezTo>
                  <a:cubicBezTo>
                    <a:pt x="258647" y="391917"/>
                    <a:pt x="327891" y="379752"/>
                    <a:pt x="394718" y="363420"/>
                  </a:cubicBezTo>
                  <a:cubicBezTo>
                    <a:pt x="454380" y="348838"/>
                    <a:pt x="517790" y="330256"/>
                    <a:pt x="552371" y="274594"/>
                  </a:cubicBezTo>
                  <a:cubicBezTo>
                    <a:pt x="584201" y="223432"/>
                    <a:pt x="566953" y="152272"/>
                    <a:pt x="532039" y="107443"/>
                  </a:cubicBezTo>
                  <a:lnTo>
                    <a:pt x="532039" y="107443"/>
                  </a:lnTo>
                  <a:close/>
                  <a:moveTo>
                    <a:pt x="9586" y="272761"/>
                  </a:moveTo>
                  <a:cubicBezTo>
                    <a:pt x="-1746" y="191018"/>
                    <a:pt x="37584" y="91278"/>
                    <a:pt x="112160" y="50698"/>
                  </a:cubicBezTo>
                  <a:cubicBezTo>
                    <a:pt x="153490" y="28200"/>
                    <a:pt x="196069" y="16618"/>
                    <a:pt x="243232" y="15034"/>
                  </a:cubicBezTo>
                  <a:cubicBezTo>
                    <a:pt x="282812" y="13701"/>
                    <a:pt x="326974" y="20200"/>
                    <a:pt x="362971" y="39199"/>
                  </a:cubicBezTo>
                  <a:cubicBezTo>
                    <a:pt x="359638" y="39866"/>
                    <a:pt x="356305" y="40615"/>
                    <a:pt x="352888" y="41366"/>
                  </a:cubicBezTo>
                  <a:cubicBezTo>
                    <a:pt x="338807" y="42865"/>
                    <a:pt x="324974" y="45698"/>
                    <a:pt x="311726" y="50031"/>
                  </a:cubicBezTo>
                  <a:cubicBezTo>
                    <a:pt x="307726" y="43449"/>
                    <a:pt x="298643" y="44365"/>
                    <a:pt x="290728" y="43615"/>
                  </a:cubicBezTo>
                  <a:cubicBezTo>
                    <a:pt x="282562" y="42865"/>
                    <a:pt x="278895" y="34949"/>
                    <a:pt x="271230" y="32033"/>
                  </a:cubicBezTo>
                  <a:cubicBezTo>
                    <a:pt x="264229" y="29367"/>
                    <a:pt x="257314" y="29867"/>
                    <a:pt x="250481" y="32950"/>
                  </a:cubicBezTo>
                  <a:cubicBezTo>
                    <a:pt x="242732" y="36449"/>
                    <a:pt x="237899" y="44115"/>
                    <a:pt x="228816" y="44948"/>
                  </a:cubicBezTo>
                  <a:cubicBezTo>
                    <a:pt x="220401" y="45698"/>
                    <a:pt x="213484" y="44449"/>
                    <a:pt x="205235" y="48032"/>
                  </a:cubicBezTo>
                  <a:cubicBezTo>
                    <a:pt x="198319" y="51031"/>
                    <a:pt x="190237" y="56531"/>
                    <a:pt x="187987" y="63364"/>
                  </a:cubicBezTo>
                  <a:cubicBezTo>
                    <a:pt x="186987" y="62614"/>
                    <a:pt x="185987" y="61863"/>
                    <a:pt x="184988" y="61114"/>
                  </a:cubicBezTo>
                  <a:cubicBezTo>
                    <a:pt x="178655" y="56281"/>
                    <a:pt x="172489" y="53281"/>
                    <a:pt x="164572" y="56781"/>
                  </a:cubicBezTo>
                  <a:cubicBezTo>
                    <a:pt x="159823" y="58864"/>
                    <a:pt x="151990" y="68613"/>
                    <a:pt x="150740" y="76445"/>
                  </a:cubicBezTo>
                  <a:cubicBezTo>
                    <a:pt x="150491" y="76362"/>
                    <a:pt x="150240" y="76279"/>
                    <a:pt x="150073" y="76279"/>
                  </a:cubicBezTo>
                  <a:cubicBezTo>
                    <a:pt x="141158" y="74612"/>
                    <a:pt x="133992" y="81529"/>
                    <a:pt x="131909" y="89528"/>
                  </a:cubicBezTo>
                  <a:cubicBezTo>
                    <a:pt x="130492" y="94944"/>
                    <a:pt x="130659" y="100194"/>
                    <a:pt x="131909" y="105109"/>
                  </a:cubicBezTo>
                  <a:cubicBezTo>
                    <a:pt x="130242" y="103860"/>
                    <a:pt x="128576" y="102777"/>
                    <a:pt x="126992" y="102026"/>
                  </a:cubicBezTo>
                  <a:cubicBezTo>
                    <a:pt x="117826" y="97860"/>
                    <a:pt x="107160" y="100527"/>
                    <a:pt x="99328" y="106193"/>
                  </a:cubicBezTo>
                  <a:cubicBezTo>
                    <a:pt x="86329" y="115692"/>
                    <a:pt x="85913" y="132441"/>
                    <a:pt x="95412" y="143189"/>
                  </a:cubicBezTo>
                  <a:cubicBezTo>
                    <a:pt x="59081" y="141773"/>
                    <a:pt x="47749" y="184686"/>
                    <a:pt x="62415" y="212017"/>
                  </a:cubicBezTo>
                  <a:cubicBezTo>
                    <a:pt x="62665" y="212433"/>
                    <a:pt x="62998" y="212767"/>
                    <a:pt x="63414" y="213017"/>
                  </a:cubicBezTo>
                  <a:cubicBezTo>
                    <a:pt x="58165" y="217433"/>
                    <a:pt x="53583" y="219349"/>
                    <a:pt x="47416" y="223265"/>
                  </a:cubicBezTo>
                  <a:cubicBezTo>
                    <a:pt x="36584" y="230015"/>
                    <a:pt x="29751" y="243180"/>
                    <a:pt x="28917" y="255763"/>
                  </a:cubicBezTo>
                  <a:cubicBezTo>
                    <a:pt x="28501" y="262096"/>
                    <a:pt x="29251" y="269428"/>
                    <a:pt x="31751" y="275344"/>
                  </a:cubicBezTo>
                  <a:cubicBezTo>
                    <a:pt x="31584" y="274678"/>
                    <a:pt x="36167" y="283177"/>
                    <a:pt x="36751" y="283177"/>
                  </a:cubicBezTo>
                  <a:cubicBezTo>
                    <a:pt x="36334" y="284177"/>
                    <a:pt x="32000" y="287593"/>
                    <a:pt x="30167" y="289426"/>
                  </a:cubicBezTo>
                  <a:cubicBezTo>
                    <a:pt x="22085" y="297509"/>
                    <a:pt x="18252" y="306675"/>
                    <a:pt x="17418" y="316007"/>
                  </a:cubicBezTo>
                  <a:cubicBezTo>
                    <a:pt x="13335" y="301759"/>
                    <a:pt x="11419" y="286260"/>
                    <a:pt x="9586" y="272761"/>
                  </a:cubicBezTo>
                  <a:lnTo>
                    <a:pt x="9586" y="272761"/>
                  </a:lnTo>
                  <a:close/>
                  <a:moveTo>
                    <a:pt x="69580" y="171437"/>
                  </a:moveTo>
                  <a:cubicBezTo>
                    <a:pt x="73247" y="159438"/>
                    <a:pt x="83997" y="148522"/>
                    <a:pt x="97329" y="149189"/>
                  </a:cubicBezTo>
                  <a:cubicBezTo>
                    <a:pt x="110243" y="149855"/>
                    <a:pt x="115326" y="162021"/>
                    <a:pt x="123826" y="169187"/>
                  </a:cubicBezTo>
                  <a:cubicBezTo>
                    <a:pt x="141741" y="184436"/>
                    <a:pt x="169571" y="200434"/>
                    <a:pt x="193986" y="201351"/>
                  </a:cubicBezTo>
                  <a:cubicBezTo>
                    <a:pt x="192903" y="208850"/>
                    <a:pt x="191987" y="216433"/>
                    <a:pt x="191070" y="223932"/>
                  </a:cubicBezTo>
                  <a:cubicBezTo>
                    <a:pt x="188403" y="218599"/>
                    <a:pt x="184821" y="213850"/>
                    <a:pt x="181487" y="211433"/>
                  </a:cubicBezTo>
                  <a:cubicBezTo>
                    <a:pt x="176071" y="207517"/>
                    <a:pt x="168655" y="206100"/>
                    <a:pt x="162239" y="204934"/>
                  </a:cubicBezTo>
                  <a:cubicBezTo>
                    <a:pt x="150990" y="202851"/>
                    <a:pt x="136992" y="207101"/>
                    <a:pt x="126742" y="203268"/>
                  </a:cubicBezTo>
                  <a:cubicBezTo>
                    <a:pt x="112577" y="197935"/>
                    <a:pt x="101994" y="190436"/>
                    <a:pt x="86246" y="196768"/>
                  </a:cubicBezTo>
                  <a:cubicBezTo>
                    <a:pt x="79996" y="199268"/>
                    <a:pt x="74331" y="203268"/>
                    <a:pt x="69248" y="207684"/>
                  </a:cubicBezTo>
                  <a:cubicBezTo>
                    <a:pt x="71498" y="195851"/>
                    <a:pt x="65915" y="183603"/>
                    <a:pt x="69580" y="171437"/>
                  </a:cubicBezTo>
                  <a:lnTo>
                    <a:pt x="69580" y="171437"/>
                  </a:lnTo>
                  <a:close/>
                  <a:moveTo>
                    <a:pt x="133992" y="168437"/>
                  </a:moveTo>
                  <a:cubicBezTo>
                    <a:pt x="123243" y="161521"/>
                    <a:pt x="116077" y="150106"/>
                    <a:pt x="104828" y="145439"/>
                  </a:cubicBezTo>
                  <a:cubicBezTo>
                    <a:pt x="104828" y="145356"/>
                    <a:pt x="104828" y="145356"/>
                    <a:pt x="104745" y="145273"/>
                  </a:cubicBezTo>
                  <a:cubicBezTo>
                    <a:pt x="102078" y="141023"/>
                    <a:pt x="98828" y="137690"/>
                    <a:pt x="97495" y="132607"/>
                  </a:cubicBezTo>
                  <a:cubicBezTo>
                    <a:pt x="94828" y="122858"/>
                    <a:pt x="98911" y="114609"/>
                    <a:pt x="107744" y="110276"/>
                  </a:cubicBezTo>
                  <a:cubicBezTo>
                    <a:pt x="112410" y="108026"/>
                    <a:pt x="118826" y="106860"/>
                    <a:pt x="123493" y="109526"/>
                  </a:cubicBezTo>
                  <a:cubicBezTo>
                    <a:pt x="126159" y="111026"/>
                    <a:pt x="128326" y="114692"/>
                    <a:pt x="130492" y="116859"/>
                  </a:cubicBezTo>
                  <a:cubicBezTo>
                    <a:pt x="132408" y="118858"/>
                    <a:pt x="134325" y="120858"/>
                    <a:pt x="136325" y="122608"/>
                  </a:cubicBezTo>
                  <a:cubicBezTo>
                    <a:pt x="132825" y="124191"/>
                    <a:pt x="129492" y="127024"/>
                    <a:pt x="126409" y="131441"/>
                  </a:cubicBezTo>
                  <a:cubicBezTo>
                    <a:pt x="118409" y="143273"/>
                    <a:pt x="125660" y="158271"/>
                    <a:pt x="133992" y="168437"/>
                  </a:cubicBezTo>
                  <a:lnTo>
                    <a:pt x="133992" y="168437"/>
                  </a:lnTo>
                  <a:close/>
                  <a:moveTo>
                    <a:pt x="178655" y="187935"/>
                  </a:moveTo>
                  <a:cubicBezTo>
                    <a:pt x="170988" y="183686"/>
                    <a:pt x="163239" y="179603"/>
                    <a:pt x="155989" y="174687"/>
                  </a:cubicBezTo>
                  <a:cubicBezTo>
                    <a:pt x="148074" y="169354"/>
                    <a:pt x="136908" y="159771"/>
                    <a:pt x="134742" y="149773"/>
                  </a:cubicBezTo>
                  <a:cubicBezTo>
                    <a:pt x="133492" y="144106"/>
                    <a:pt x="136075" y="135024"/>
                    <a:pt x="141657" y="131607"/>
                  </a:cubicBezTo>
                  <a:cubicBezTo>
                    <a:pt x="146990" y="128274"/>
                    <a:pt x="156823" y="133857"/>
                    <a:pt x="160906" y="136440"/>
                  </a:cubicBezTo>
                  <a:cubicBezTo>
                    <a:pt x="173489" y="144440"/>
                    <a:pt x="183237" y="155355"/>
                    <a:pt x="194736" y="164521"/>
                  </a:cubicBezTo>
                  <a:cubicBezTo>
                    <a:pt x="196903" y="166271"/>
                    <a:pt x="198986" y="167521"/>
                    <a:pt x="200985" y="168187"/>
                  </a:cubicBezTo>
                  <a:cubicBezTo>
                    <a:pt x="199319" y="173937"/>
                    <a:pt x="197902" y="179853"/>
                    <a:pt x="196819" y="185686"/>
                  </a:cubicBezTo>
                  <a:cubicBezTo>
                    <a:pt x="196403" y="187769"/>
                    <a:pt x="196069" y="189852"/>
                    <a:pt x="195736" y="191935"/>
                  </a:cubicBezTo>
                  <a:cubicBezTo>
                    <a:pt x="189903" y="191018"/>
                    <a:pt x="184237" y="189602"/>
                    <a:pt x="178655" y="187935"/>
                  </a:cubicBezTo>
                  <a:lnTo>
                    <a:pt x="178655" y="187935"/>
                  </a:lnTo>
                  <a:close/>
                  <a:moveTo>
                    <a:pt x="146573" y="121191"/>
                  </a:moveTo>
                  <a:cubicBezTo>
                    <a:pt x="146491" y="121025"/>
                    <a:pt x="146408" y="120775"/>
                    <a:pt x="146241" y="120608"/>
                  </a:cubicBezTo>
                  <a:cubicBezTo>
                    <a:pt x="145158" y="119192"/>
                    <a:pt x="143824" y="117525"/>
                    <a:pt x="142407" y="115859"/>
                  </a:cubicBezTo>
                  <a:cubicBezTo>
                    <a:pt x="140075" y="111026"/>
                    <a:pt x="138324" y="105360"/>
                    <a:pt x="138574" y="100110"/>
                  </a:cubicBezTo>
                  <a:cubicBezTo>
                    <a:pt x="136825" y="92361"/>
                    <a:pt x="141824" y="87861"/>
                    <a:pt x="153407" y="86445"/>
                  </a:cubicBezTo>
                  <a:cubicBezTo>
                    <a:pt x="155323" y="88195"/>
                    <a:pt x="156907" y="90194"/>
                    <a:pt x="158239" y="92444"/>
                  </a:cubicBezTo>
                  <a:cubicBezTo>
                    <a:pt x="164073" y="100443"/>
                    <a:pt x="167572" y="109609"/>
                    <a:pt x="174238" y="117108"/>
                  </a:cubicBezTo>
                  <a:cubicBezTo>
                    <a:pt x="184404" y="128607"/>
                    <a:pt x="196487" y="137357"/>
                    <a:pt x="211318" y="140440"/>
                  </a:cubicBezTo>
                  <a:cubicBezTo>
                    <a:pt x="208735" y="146023"/>
                    <a:pt x="206318" y="151772"/>
                    <a:pt x="204319" y="157605"/>
                  </a:cubicBezTo>
                  <a:cubicBezTo>
                    <a:pt x="187904" y="148689"/>
                    <a:pt x="165572" y="123274"/>
                    <a:pt x="146573" y="121191"/>
                  </a:cubicBezTo>
                  <a:lnTo>
                    <a:pt x="146573" y="121191"/>
                  </a:lnTo>
                  <a:close/>
                  <a:moveTo>
                    <a:pt x="195903" y="124108"/>
                  </a:moveTo>
                  <a:cubicBezTo>
                    <a:pt x="188570" y="119858"/>
                    <a:pt x="181821" y="113776"/>
                    <a:pt x="176655" y="107526"/>
                  </a:cubicBezTo>
                  <a:cubicBezTo>
                    <a:pt x="171571" y="101277"/>
                    <a:pt x="166072" y="88444"/>
                    <a:pt x="158406" y="81278"/>
                  </a:cubicBezTo>
                  <a:cubicBezTo>
                    <a:pt x="160489" y="76279"/>
                    <a:pt x="162739" y="70863"/>
                    <a:pt x="166655" y="67113"/>
                  </a:cubicBezTo>
                  <a:cubicBezTo>
                    <a:pt x="172322" y="61697"/>
                    <a:pt x="177405" y="66280"/>
                    <a:pt x="182404" y="70530"/>
                  </a:cubicBezTo>
                  <a:cubicBezTo>
                    <a:pt x="181487" y="71030"/>
                    <a:pt x="180571" y="71613"/>
                    <a:pt x="179655" y="72363"/>
                  </a:cubicBezTo>
                  <a:cubicBezTo>
                    <a:pt x="163906" y="86028"/>
                    <a:pt x="180154" y="108859"/>
                    <a:pt x="195903" y="124108"/>
                  </a:cubicBezTo>
                  <a:lnTo>
                    <a:pt x="195903" y="124108"/>
                  </a:lnTo>
                  <a:close/>
                  <a:moveTo>
                    <a:pt x="211069" y="130274"/>
                  </a:moveTo>
                  <a:cubicBezTo>
                    <a:pt x="203818" y="123108"/>
                    <a:pt x="197153" y="114942"/>
                    <a:pt x="191486" y="106609"/>
                  </a:cubicBezTo>
                  <a:cubicBezTo>
                    <a:pt x="189236" y="103360"/>
                    <a:pt x="187071" y="99860"/>
                    <a:pt x="185404" y="96277"/>
                  </a:cubicBezTo>
                  <a:cubicBezTo>
                    <a:pt x="180404" y="88778"/>
                    <a:pt x="182821" y="82445"/>
                    <a:pt x="192736" y="77196"/>
                  </a:cubicBezTo>
                  <a:cubicBezTo>
                    <a:pt x="197320" y="78862"/>
                    <a:pt x="201319" y="81445"/>
                    <a:pt x="204652" y="85028"/>
                  </a:cubicBezTo>
                  <a:cubicBezTo>
                    <a:pt x="211651" y="91944"/>
                    <a:pt x="216651" y="101443"/>
                    <a:pt x="221567" y="109859"/>
                  </a:cubicBezTo>
                  <a:cubicBezTo>
                    <a:pt x="222817" y="112026"/>
                    <a:pt x="223983" y="113942"/>
                    <a:pt x="225317" y="115609"/>
                  </a:cubicBezTo>
                  <a:cubicBezTo>
                    <a:pt x="221817" y="120858"/>
                    <a:pt x="218484" y="126358"/>
                    <a:pt x="215567" y="131941"/>
                  </a:cubicBezTo>
                  <a:cubicBezTo>
                    <a:pt x="214068" y="131357"/>
                    <a:pt x="212568" y="130857"/>
                    <a:pt x="211069" y="130274"/>
                  </a:cubicBezTo>
                  <a:lnTo>
                    <a:pt x="211069" y="130274"/>
                  </a:lnTo>
                  <a:close/>
                  <a:moveTo>
                    <a:pt x="222317" y="93944"/>
                  </a:moveTo>
                  <a:cubicBezTo>
                    <a:pt x="217651" y="87861"/>
                    <a:pt x="212985" y="82362"/>
                    <a:pt x="206985" y="77695"/>
                  </a:cubicBezTo>
                  <a:cubicBezTo>
                    <a:pt x="203235" y="74779"/>
                    <a:pt x="198570" y="71613"/>
                    <a:pt x="193820" y="70113"/>
                  </a:cubicBezTo>
                  <a:cubicBezTo>
                    <a:pt x="195320" y="60697"/>
                    <a:pt x="210068" y="56031"/>
                    <a:pt x="217318" y="55197"/>
                  </a:cubicBezTo>
                  <a:cubicBezTo>
                    <a:pt x="223234" y="54531"/>
                    <a:pt x="228650" y="56781"/>
                    <a:pt x="234316" y="56447"/>
                  </a:cubicBezTo>
                  <a:cubicBezTo>
                    <a:pt x="241982" y="56031"/>
                    <a:pt x="245648" y="51865"/>
                    <a:pt x="252231" y="48365"/>
                  </a:cubicBezTo>
                  <a:cubicBezTo>
                    <a:pt x="263396" y="42449"/>
                    <a:pt x="270063" y="51781"/>
                    <a:pt x="279562" y="55531"/>
                  </a:cubicBezTo>
                  <a:cubicBezTo>
                    <a:pt x="285061" y="57697"/>
                    <a:pt x="291978" y="55031"/>
                    <a:pt x="297810" y="55364"/>
                  </a:cubicBezTo>
                  <a:cubicBezTo>
                    <a:pt x="276312" y="64530"/>
                    <a:pt x="256397" y="78195"/>
                    <a:pt x="239315" y="97527"/>
                  </a:cubicBezTo>
                  <a:cubicBezTo>
                    <a:pt x="236566" y="100610"/>
                    <a:pt x="233983" y="103943"/>
                    <a:pt x="231400" y="107276"/>
                  </a:cubicBezTo>
                  <a:cubicBezTo>
                    <a:pt x="227983" y="103026"/>
                    <a:pt x="224983" y="97444"/>
                    <a:pt x="222317" y="93944"/>
                  </a:cubicBezTo>
                  <a:lnTo>
                    <a:pt x="222317" y="93944"/>
                  </a:lnTo>
                  <a:close/>
                  <a:moveTo>
                    <a:pt x="68747" y="364753"/>
                  </a:moveTo>
                  <a:cubicBezTo>
                    <a:pt x="55249" y="364503"/>
                    <a:pt x="45167" y="360170"/>
                    <a:pt x="37417" y="353254"/>
                  </a:cubicBezTo>
                  <a:cubicBezTo>
                    <a:pt x="33668" y="346754"/>
                    <a:pt x="29585" y="340422"/>
                    <a:pt x="27501" y="333006"/>
                  </a:cubicBezTo>
                  <a:cubicBezTo>
                    <a:pt x="24918" y="323673"/>
                    <a:pt x="25001" y="314591"/>
                    <a:pt x="29418" y="305758"/>
                  </a:cubicBezTo>
                  <a:cubicBezTo>
                    <a:pt x="32918" y="298759"/>
                    <a:pt x="39750" y="295259"/>
                    <a:pt x="43583" y="289093"/>
                  </a:cubicBezTo>
                  <a:cubicBezTo>
                    <a:pt x="47083" y="283594"/>
                    <a:pt x="45833" y="282677"/>
                    <a:pt x="44499" y="276927"/>
                  </a:cubicBezTo>
                  <a:cubicBezTo>
                    <a:pt x="41000" y="262429"/>
                    <a:pt x="39834" y="245597"/>
                    <a:pt x="55332" y="237098"/>
                  </a:cubicBezTo>
                  <a:cubicBezTo>
                    <a:pt x="63248" y="232765"/>
                    <a:pt x="68998" y="231932"/>
                    <a:pt x="75330" y="225015"/>
                  </a:cubicBezTo>
                  <a:cubicBezTo>
                    <a:pt x="80580" y="219349"/>
                    <a:pt x="85246" y="212433"/>
                    <a:pt x="92745" y="209350"/>
                  </a:cubicBezTo>
                  <a:cubicBezTo>
                    <a:pt x="102495" y="205351"/>
                    <a:pt x="109827" y="208434"/>
                    <a:pt x="118826" y="211433"/>
                  </a:cubicBezTo>
                  <a:cubicBezTo>
                    <a:pt x="123826" y="213100"/>
                    <a:pt x="129409" y="214850"/>
                    <a:pt x="134825" y="214767"/>
                  </a:cubicBezTo>
                  <a:cubicBezTo>
                    <a:pt x="144074" y="214516"/>
                    <a:pt x="150407" y="211017"/>
                    <a:pt x="159906" y="213850"/>
                  </a:cubicBezTo>
                  <a:cubicBezTo>
                    <a:pt x="170655" y="217016"/>
                    <a:pt x="180821" y="227515"/>
                    <a:pt x="181321" y="239514"/>
                  </a:cubicBezTo>
                  <a:cubicBezTo>
                    <a:pt x="181487" y="244014"/>
                    <a:pt x="184988" y="246097"/>
                    <a:pt x="188403" y="245764"/>
                  </a:cubicBezTo>
                  <a:cubicBezTo>
                    <a:pt x="185487" y="266178"/>
                    <a:pt x="181154" y="286177"/>
                    <a:pt x="171655" y="305675"/>
                  </a:cubicBezTo>
                  <a:cubicBezTo>
                    <a:pt x="152323" y="345338"/>
                    <a:pt x="112160" y="365670"/>
                    <a:pt x="68747" y="364753"/>
                  </a:cubicBezTo>
                  <a:lnTo>
                    <a:pt x="68747" y="364753"/>
                  </a:lnTo>
                  <a:close/>
                  <a:moveTo>
                    <a:pt x="533623" y="269178"/>
                  </a:moveTo>
                  <a:cubicBezTo>
                    <a:pt x="499376" y="320257"/>
                    <a:pt x="438381" y="335172"/>
                    <a:pt x="382386" y="348671"/>
                  </a:cubicBezTo>
                  <a:cubicBezTo>
                    <a:pt x="323724" y="362836"/>
                    <a:pt x="263980" y="373335"/>
                    <a:pt x="203902" y="379252"/>
                  </a:cubicBezTo>
                  <a:cubicBezTo>
                    <a:pt x="170322" y="382585"/>
                    <a:pt x="134825" y="384834"/>
                    <a:pt x="101078" y="382002"/>
                  </a:cubicBezTo>
                  <a:cubicBezTo>
                    <a:pt x="96661" y="381668"/>
                    <a:pt x="92162" y="381085"/>
                    <a:pt x="87663" y="380252"/>
                  </a:cubicBezTo>
                  <a:cubicBezTo>
                    <a:pt x="88329" y="380168"/>
                    <a:pt x="88996" y="380168"/>
                    <a:pt x="89662" y="380085"/>
                  </a:cubicBezTo>
                  <a:cubicBezTo>
                    <a:pt x="128992" y="375252"/>
                    <a:pt x="164906" y="355170"/>
                    <a:pt x="183654" y="319507"/>
                  </a:cubicBezTo>
                  <a:cubicBezTo>
                    <a:pt x="192486" y="302592"/>
                    <a:pt x="199819" y="283677"/>
                    <a:pt x="202902" y="264762"/>
                  </a:cubicBezTo>
                  <a:cubicBezTo>
                    <a:pt x="206735" y="240931"/>
                    <a:pt x="207485" y="216599"/>
                    <a:pt x="211318" y="192768"/>
                  </a:cubicBezTo>
                  <a:cubicBezTo>
                    <a:pt x="219151" y="144523"/>
                    <a:pt x="245648" y="104360"/>
                    <a:pt x="285561" y="76779"/>
                  </a:cubicBezTo>
                  <a:cubicBezTo>
                    <a:pt x="309643" y="60114"/>
                    <a:pt x="338390" y="51781"/>
                    <a:pt x="367887" y="48782"/>
                  </a:cubicBezTo>
                  <a:cubicBezTo>
                    <a:pt x="418549" y="49448"/>
                    <a:pt x="469795" y="68280"/>
                    <a:pt x="505792" y="104526"/>
                  </a:cubicBezTo>
                  <a:cubicBezTo>
                    <a:pt x="545454" y="144606"/>
                    <a:pt x="567203" y="219183"/>
                    <a:pt x="533623" y="269178"/>
                  </a:cubicBezTo>
                  <a:lnTo>
                    <a:pt x="533623" y="269178"/>
                  </a:lnTo>
                  <a:close/>
                </a:path>
              </a:pathLst>
            </a:custGeom>
            <a:grpFill/>
            <a:ln w="8332" cap="flat">
              <a:noFill/>
              <a:prstDash val="solid"/>
              <a:miter/>
            </a:ln>
          </p:spPr>
          <p:txBody>
            <a:bodyPr rtlCol="0" anchor="ctr"/>
            <a:lstStyle/>
            <a:p>
              <a:endParaRPr lang="en-US"/>
            </a:p>
          </p:txBody>
        </p:sp>
        <p:sp>
          <p:nvSpPr>
            <p:cNvPr id="2642" name="Freeform: Shape 2641"/>
            <p:cNvSpPr/>
            <p:nvPr/>
          </p:nvSpPr>
          <p:spPr>
            <a:xfrm>
              <a:off x="9101762" y="6066349"/>
              <a:ext cx="119679" cy="261517"/>
            </a:xfrm>
            <a:custGeom>
              <a:avLst/>
              <a:gdLst>
                <a:gd name="connsiteX0" fmla="*/ 115845 w 119679"/>
                <a:gd name="connsiteY0" fmla="*/ 448 h 261517"/>
                <a:gd name="connsiteX1" fmla="*/ 45101 w 119679"/>
                <a:gd name="connsiteY1" fmla="*/ 117271 h 261517"/>
                <a:gd name="connsiteX2" fmla="*/ 32853 w 119679"/>
                <a:gd name="connsiteY2" fmla="*/ 189097 h 261517"/>
                <a:gd name="connsiteX3" fmla="*/ 106 w 119679"/>
                <a:gd name="connsiteY3" fmla="*/ 260674 h 261517"/>
                <a:gd name="connsiteX4" fmla="*/ 1023 w 119679"/>
                <a:gd name="connsiteY4" fmla="*/ 261341 h 261517"/>
                <a:gd name="connsiteX5" fmla="*/ 53351 w 119679"/>
                <a:gd name="connsiteY5" fmla="*/ 144601 h 261517"/>
                <a:gd name="connsiteX6" fmla="*/ 119011 w 119679"/>
                <a:gd name="connsiteY6" fmla="*/ 4197 h 261517"/>
                <a:gd name="connsiteX7" fmla="*/ 115845 w 119679"/>
                <a:gd name="connsiteY7" fmla="*/ 448 h 261517"/>
                <a:gd name="connsiteX8" fmla="*/ 115845 w 119679"/>
                <a:gd name="connsiteY8" fmla="*/ 448 h 261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679" h="261517">
                  <a:moveTo>
                    <a:pt x="115845" y="448"/>
                  </a:moveTo>
                  <a:cubicBezTo>
                    <a:pt x="77265" y="29861"/>
                    <a:pt x="52018" y="68941"/>
                    <a:pt x="45101" y="117271"/>
                  </a:cubicBezTo>
                  <a:cubicBezTo>
                    <a:pt x="41602" y="141685"/>
                    <a:pt x="38852" y="165266"/>
                    <a:pt x="32853" y="189097"/>
                  </a:cubicBezTo>
                  <a:cubicBezTo>
                    <a:pt x="26186" y="215428"/>
                    <a:pt x="16188" y="238759"/>
                    <a:pt x="106" y="260674"/>
                  </a:cubicBezTo>
                  <a:cubicBezTo>
                    <a:pt x="-311" y="261174"/>
                    <a:pt x="606" y="261841"/>
                    <a:pt x="1023" y="261341"/>
                  </a:cubicBezTo>
                  <a:cubicBezTo>
                    <a:pt x="30353" y="229010"/>
                    <a:pt x="49101" y="188347"/>
                    <a:pt x="53351" y="144601"/>
                  </a:cubicBezTo>
                  <a:cubicBezTo>
                    <a:pt x="58767" y="89023"/>
                    <a:pt x="75100" y="40860"/>
                    <a:pt x="119011" y="4197"/>
                  </a:cubicBezTo>
                  <a:cubicBezTo>
                    <a:pt x="121011" y="2531"/>
                    <a:pt x="118095" y="-1302"/>
                    <a:pt x="115845" y="448"/>
                  </a:cubicBezTo>
                  <a:lnTo>
                    <a:pt x="115845" y="448"/>
                  </a:lnTo>
                  <a:close/>
                </a:path>
              </a:pathLst>
            </a:custGeom>
            <a:grpFill/>
            <a:ln w="8332" cap="flat">
              <a:noFill/>
              <a:prstDash val="solid"/>
              <a:miter/>
            </a:ln>
          </p:spPr>
          <p:txBody>
            <a:bodyPr rtlCol="0" anchor="ctr"/>
            <a:lstStyle/>
            <a:p>
              <a:endParaRPr lang="en-US"/>
            </a:p>
          </p:txBody>
        </p:sp>
        <p:sp>
          <p:nvSpPr>
            <p:cNvPr id="2643" name="Freeform: Shape 2642"/>
            <p:cNvSpPr/>
            <p:nvPr/>
          </p:nvSpPr>
          <p:spPr>
            <a:xfrm>
              <a:off x="8939714" y="6006459"/>
              <a:ext cx="193950" cy="197106"/>
            </a:xfrm>
            <a:custGeom>
              <a:avLst/>
              <a:gdLst>
                <a:gd name="connsiteX0" fmla="*/ 191401 w 193950"/>
                <a:gd name="connsiteY0" fmla="*/ 10 h 197106"/>
                <a:gd name="connsiteX1" fmla="*/ 64663 w 193950"/>
                <a:gd name="connsiteY1" fmla="*/ 60754 h 197106"/>
                <a:gd name="connsiteX2" fmla="*/ 19917 w 193950"/>
                <a:gd name="connsiteY2" fmla="*/ 123248 h 197106"/>
                <a:gd name="connsiteX3" fmla="*/ 3752 w 193950"/>
                <a:gd name="connsiteY3" fmla="*/ 159662 h 197106"/>
                <a:gd name="connsiteX4" fmla="*/ 2 w 193950"/>
                <a:gd name="connsiteY4" fmla="*/ 195575 h 197106"/>
                <a:gd name="connsiteX5" fmla="*/ 3168 w 193950"/>
                <a:gd name="connsiteY5" fmla="*/ 195575 h 197106"/>
                <a:gd name="connsiteX6" fmla="*/ 192068 w 193950"/>
                <a:gd name="connsiteY6" fmla="*/ 5092 h 197106"/>
                <a:gd name="connsiteX7" fmla="*/ 191401 w 193950"/>
                <a:gd name="connsiteY7" fmla="*/ 10 h 197106"/>
                <a:gd name="connsiteX8" fmla="*/ 191401 w 193950"/>
                <a:gd name="connsiteY8" fmla="*/ 10 h 197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3950" h="197106">
                  <a:moveTo>
                    <a:pt x="191401" y="10"/>
                  </a:moveTo>
                  <a:cubicBezTo>
                    <a:pt x="143822" y="3759"/>
                    <a:pt x="98577" y="27424"/>
                    <a:pt x="64663" y="60754"/>
                  </a:cubicBezTo>
                  <a:cubicBezTo>
                    <a:pt x="46498" y="78669"/>
                    <a:pt x="31999" y="100917"/>
                    <a:pt x="19917" y="123248"/>
                  </a:cubicBezTo>
                  <a:cubicBezTo>
                    <a:pt x="13584" y="134998"/>
                    <a:pt x="7585" y="146830"/>
                    <a:pt x="3752" y="159662"/>
                  </a:cubicBezTo>
                  <a:cubicBezTo>
                    <a:pt x="85" y="171744"/>
                    <a:pt x="419" y="183076"/>
                    <a:pt x="2" y="195575"/>
                  </a:cubicBezTo>
                  <a:cubicBezTo>
                    <a:pt x="-82" y="197658"/>
                    <a:pt x="2918" y="197575"/>
                    <a:pt x="3168" y="195575"/>
                  </a:cubicBezTo>
                  <a:cubicBezTo>
                    <a:pt x="14084" y="103750"/>
                    <a:pt x="102825" y="21174"/>
                    <a:pt x="192068" y="5092"/>
                  </a:cubicBezTo>
                  <a:cubicBezTo>
                    <a:pt x="194984" y="4426"/>
                    <a:pt x="194318" y="-241"/>
                    <a:pt x="191401" y="10"/>
                  </a:cubicBezTo>
                  <a:lnTo>
                    <a:pt x="191401" y="10"/>
                  </a:lnTo>
                  <a:close/>
                </a:path>
              </a:pathLst>
            </a:custGeom>
            <a:grpFill/>
            <a:ln w="8332" cap="flat">
              <a:noFill/>
              <a:prstDash val="solid"/>
              <a:miter/>
            </a:ln>
          </p:spPr>
          <p:txBody>
            <a:bodyPr rtlCol="0" anchor="ctr"/>
            <a:lstStyle/>
            <a:p>
              <a:endParaRPr lang="en-US"/>
            </a:p>
          </p:txBody>
        </p:sp>
        <p:sp>
          <p:nvSpPr>
            <p:cNvPr id="2644" name="Freeform: Shape 2643"/>
            <p:cNvSpPr/>
            <p:nvPr/>
          </p:nvSpPr>
          <p:spPr>
            <a:xfrm>
              <a:off x="8968385" y="6216939"/>
              <a:ext cx="74406" cy="114275"/>
            </a:xfrm>
            <a:custGeom>
              <a:avLst/>
              <a:gdLst>
                <a:gd name="connsiteX0" fmla="*/ 72988 w 74406"/>
                <a:gd name="connsiteY0" fmla="*/ 2344 h 114275"/>
                <a:gd name="connsiteX1" fmla="*/ 29159 w 74406"/>
                <a:gd name="connsiteY1" fmla="*/ 17759 h 114275"/>
                <a:gd name="connsiteX2" fmla="*/ 21659 w 74406"/>
                <a:gd name="connsiteY2" fmla="*/ 38925 h 114275"/>
                <a:gd name="connsiteX3" fmla="*/ 23743 w 74406"/>
                <a:gd name="connsiteY3" fmla="*/ 48674 h 114275"/>
                <a:gd name="connsiteX4" fmla="*/ 26909 w 74406"/>
                <a:gd name="connsiteY4" fmla="*/ 54340 h 114275"/>
                <a:gd name="connsiteX5" fmla="*/ 24909 w 74406"/>
                <a:gd name="connsiteY5" fmla="*/ 55757 h 114275"/>
                <a:gd name="connsiteX6" fmla="*/ 3411 w 74406"/>
                <a:gd name="connsiteY6" fmla="*/ 74921 h 114275"/>
                <a:gd name="connsiteX7" fmla="*/ 911 w 74406"/>
                <a:gd name="connsiteY7" fmla="*/ 96836 h 114275"/>
                <a:gd name="connsiteX8" fmla="*/ 36325 w 74406"/>
                <a:gd name="connsiteY8" fmla="*/ 109501 h 114275"/>
                <a:gd name="connsiteX9" fmla="*/ 33574 w 74406"/>
                <a:gd name="connsiteY9" fmla="*/ 102919 h 114275"/>
                <a:gd name="connsiteX10" fmla="*/ 10077 w 74406"/>
                <a:gd name="connsiteY10" fmla="*/ 82254 h 114275"/>
                <a:gd name="connsiteX11" fmla="*/ 26826 w 74406"/>
                <a:gd name="connsiteY11" fmla="*/ 64006 h 114275"/>
                <a:gd name="connsiteX12" fmla="*/ 37408 w 74406"/>
                <a:gd name="connsiteY12" fmla="*/ 55006 h 114275"/>
                <a:gd name="connsiteX13" fmla="*/ 35741 w 74406"/>
                <a:gd name="connsiteY13" fmla="*/ 51173 h 114275"/>
                <a:gd name="connsiteX14" fmla="*/ 32075 w 74406"/>
                <a:gd name="connsiteY14" fmla="*/ 28509 h 114275"/>
                <a:gd name="connsiteX15" fmla="*/ 71905 w 74406"/>
                <a:gd name="connsiteY15" fmla="*/ 6344 h 114275"/>
                <a:gd name="connsiteX16" fmla="*/ 72988 w 74406"/>
                <a:gd name="connsiteY16" fmla="*/ 2344 h 114275"/>
                <a:gd name="connsiteX17" fmla="*/ 72988 w 74406"/>
                <a:gd name="connsiteY17" fmla="*/ 2344 h 114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4406" h="114275">
                  <a:moveTo>
                    <a:pt x="72988" y="2344"/>
                  </a:moveTo>
                  <a:cubicBezTo>
                    <a:pt x="54573" y="-3572"/>
                    <a:pt x="40575" y="1761"/>
                    <a:pt x="29159" y="17759"/>
                  </a:cubicBezTo>
                  <a:cubicBezTo>
                    <a:pt x="24742" y="23926"/>
                    <a:pt x="21493" y="31175"/>
                    <a:pt x="21659" y="38925"/>
                  </a:cubicBezTo>
                  <a:cubicBezTo>
                    <a:pt x="21743" y="42424"/>
                    <a:pt x="22409" y="45424"/>
                    <a:pt x="23743" y="48674"/>
                  </a:cubicBezTo>
                  <a:cubicBezTo>
                    <a:pt x="24659" y="50673"/>
                    <a:pt x="25742" y="52507"/>
                    <a:pt x="26909" y="54340"/>
                  </a:cubicBezTo>
                  <a:cubicBezTo>
                    <a:pt x="26409" y="54173"/>
                    <a:pt x="25742" y="54590"/>
                    <a:pt x="24909" y="55757"/>
                  </a:cubicBezTo>
                  <a:cubicBezTo>
                    <a:pt x="17827" y="62589"/>
                    <a:pt x="8411" y="65672"/>
                    <a:pt x="3411" y="74921"/>
                  </a:cubicBezTo>
                  <a:cubicBezTo>
                    <a:pt x="-255" y="81671"/>
                    <a:pt x="-756" y="89420"/>
                    <a:pt x="911" y="96836"/>
                  </a:cubicBezTo>
                  <a:cubicBezTo>
                    <a:pt x="5244" y="116668"/>
                    <a:pt x="20743" y="117584"/>
                    <a:pt x="36325" y="109501"/>
                  </a:cubicBezTo>
                  <a:cubicBezTo>
                    <a:pt x="39907" y="107668"/>
                    <a:pt x="37408" y="101669"/>
                    <a:pt x="33574" y="102919"/>
                  </a:cubicBezTo>
                  <a:cubicBezTo>
                    <a:pt x="18493" y="107918"/>
                    <a:pt x="5911" y="96919"/>
                    <a:pt x="10077" y="82254"/>
                  </a:cubicBezTo>
                  <a:cubicBezTo>
                    <a:pt x="12077" y="75421"/>
                    <a:pt x="20826" y="67505"/>
                    <a:pt x="26826" y="64006"/>
                  </a:cubicBezTo>
                  <a:cubicBezTo>
                    <a:pt x="31658" y="61172"/>
                    <a:pt x="37158" y="61339"/>
                    <a:pt x="37408" y="55006"/>
                  </a:cubicBezTo>
                  <a:cubicBezTo>
                    <a:pt x="37492" y="53256"/>
                    <a:pt x="36075" y="52590"/>
                    <a:pt x="35741" y="51173"/>
                  </a:cubicBezTo>
                  <a:cubicBezTo>
                    <a:pt x="33409" y="42757"/>
                    <a:pt x="28742" y="38258"/>
                    <a:pt x="32075" y="28509"/>
                  </a:cubicBezTo>
                  <a:cubicBezTo>
                    <a:pt x="38074" y="10927"/>
                    <a:pt x="54157" y="1511"/>
                    <a:pt x="71905" y="6344"/>
                  </a:cubicBezTo>
                  <a:cubicBezTo>
                    <a:pt x="74404" y="7094"/>
                    <a:pt x="75488" y="3177"/>
                    <a:pt x="72988" y="2344"/>
                  </a:cubicBezTo>
                  <a:lnTo>
                    <a:pt x="72988" y="2344"/>
                  </a:lnTo>
                  <a:close/>
                </a:path>
              </a:pathLst>
            </a:custGeom>
            <a:grpFill/>
            <a:ln w="8332" cap="flat">
              <a:noFill/>
              <a:prstDash val="solid"/>
              <a:miter/>
            </a:ln>
          </p:spPr>
          <p:txBody>
            <a:bodyPr rtlCol="0" anchor="ctr"/>
            <a:lstStyle/>
            <a:p>
              <a:endParaRPr lang="en-US"/>
            </a:p>
          </p:txBody>
        </p:sp>
        <p:sp>
          <p:nvSpPr>
            <p:cNvPr id="2645" name="Freeform: Shape 2644"/>
            <p:cNvSpPr/>
            <p:nvPr/>
          </p:nvSpPr>
          <p:spPr>
            <a:xfrm>
              <a:off x="9014263" y="6261395"/>
              <a:ext cx="29906" cy="39012"/>
            </a:xfrm>
            <a:custGeom>
              <a:avLst/>
              <a:gdLst>
                <a:gd name="connsiteX0" fmla="*/ 25860 w 29906"/>
                <a:gd name="connsiteY0" fmla="*/ 28132 h 39012"/>
                <a:gd name="connsiteX1" fmla="*/ 9945 w 29906"/>
                <a:gd name="connsiteY1" fmla="*/ 26549 h 39012"/>
                <a:gd name="connsiteX2" fmla="*/ 11945 w 29906"/>
                <a:gd name="connsiteY2" fmla="*/ 13800 h 39012"/>
                <a:gd name="connsiteX3" fmla="*/ 19194 w 29906"/>
                <a:gd name="connsiteY3" fmla="*/ 2801 h 39012"/>
                <a:gd name="connsiteX4" fmla="*/ 16278 w 29906"/>
                <a:gd name="connsiteY4" fmla="*/ 551 h 39012"/>
                <a:gd name="connsiteX5" fmla="*/ 1529 w 29906"/>
                <a:gd name="connsiteY5" fmla="*/ 32298 h 39012"/>
                <a:gd name="connsiteX6" fmla="*/ 27944 w 29906"/>
                <a:gd name="connsiteY6" fmla="*/ 35715 h 39012"/>
                <a:gd name="connsiteX7" fmla="*/ 25860 w 29906"/>
                <a:gd name="connsiteY7" fmla="*/ 28132 h 39012"/>
                <a:gd name="connsiteX8" fmla="*/ 25860 w 29906"/>
                <a:gd name="connsiteY8" fmla="*/ 28132 h 39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906" h="39012">
                  <a:moveTo>
                    <a:pt x="25860" y="28132"/>
                  </a:moveTo>
                  <a:cubicBezTo>
                    <a:pt x="21944" y="28382"/>
                    <a:pt x="12861" y="29798"/>
                    <a:pt x="9945" y="26549"/>
                  </a:cubicBezTo>
                  <a:cubicBezTo>
                    <a:pt x="7279" y="23549"/>
                    <a:pt x="10445" y="16800"/>
                    <a:pt x="11945" y="13800"/>
                  </a:cubicBezTo>
                  <a:cubicBezTo>
                    <a:pt x="13861" y="9800"/>
                    <a:pt x="16611" y="6384"/>
                    <a:pt x="19194" y="2801"/>
                  </a:cubicBezTo>
                  <a:cubicBezTo>
                    <a:pt x="20361" y="1134"/>
                    <a:pt x="17611" y="-1032"/>
                    <a:pt x="16278" y="551"/>
                  </a:cubicBezTo>
                  <a:cubicBezTo>
                    <a:pt x="10195" y="7967"/>
                    <a:pt x="-4804" y="21549"/>
                    <a:pt x="1529" y="32298"/>
                  </a:cubicBezTo>
                  <a:cubicBezTo>
                    <a:pt x="7112" y="41881"/>
                    <a:pt x="19611" y="39464"/>
                    <a:pt x="27944" y="35715"/>
                  </a:cubicBezTo>
                  <a:cubicBezTo>
                    <a:pt x="31609" y="34131"/>
                    <a:pt x="29693" y="27965"/>
                    <a:pt x="25860" y="28132"/>
                  </a:cubicBezTo>
                  <a:lnTo>
                    <a:pt x="25860" y="28132"/>
                  </a:lnTo>
                  <a:close/>
                </a:path>
              </a:pathLst>
            </a:custGeom>
            <a:grpFill/>
            <a:ln w="8332" cap="flat">
              <a:noFill/>
              <a:prstDash val="solid"/>
              <a:miter/>
            </a:ln>
          </p:spPr>
          <p:txBody>
            <a:bodyPr rtlCol="0" anchor="ctr"/>
            <a:lstStyle/>
            <a:p>
              <a:endParaRPr lang="en-US"/>
            </a:p>
          </p:txBody>
        </p:sp>
        <p:sp>
          <p:nvSpPr>
            <p:cNvPr id="2646" name="Freeform: Shape 2645"/>
            <p:cNvSpPr/>
            <p:nvPr/>
          </p:nvSpPr>
          <p:spPr>
            <a:xfrm>
              <a:off x="9047051" y="6225081"/>
              <a:ext cx="23869" cy="35287"/>
            </a:xfrm>
            <a:custGeom>
              <a:avLst/>
              <a:gdLst>
                <a:gd name="connsiteX0" fmla="*/ 20987 w 23869"/>
                <a:gd name="connsiteY0" fmla="*/ 27365 h 35287"/>
                <a:gd name="connsiteX1" fmla="*/ 9404 w 23869"/>
                <a:gd name="connsiteY1" fmla="*/ 21033 h 35287"/>
                <a:gd name="connsiteX2" fmla="*/ 13071 w 23869"/>
                <a:gd name="connsiteY2" fmla="*/ 3784 h 35287"/>
                <a:gd name="connsiteX3" fmla="*/ 7571 w 23869"/>
                <a:gd name="connsiteY3" fmla="*/ 1451 h 35287"/>
                <a:gd name="connsiteX4" fmla="*/ 988 w 23869"/>
                <a:gd name="connsiteY4" fmla="*/ 26532 h 35287"/>
                <a:gd name="connsiteX5" fmla="*/ 19820 w 23869"/>
                <a:gd name="connsiteY5" fmla="*/ 35281 h 35287"/>
                <a:gd name="connsiteX6" fmla="*/ 20987 w 23869"/>
                <a:gd name="connsiteY6" fmla="*/ 27365 h 35287"/>
                <a:gd name="connsiteX7" fmla="*/ 20987 w 23869"/>
                <a:gd name="connsiteY7" fmla="*/ 27365 h 35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69" h="35287">
                  <a:moveTo>
                    <a:pt x="20987" y="27365"/>
                  </a:moveTo>
                  <a:cubicBezTo>
                    <a:pt x="16987" y="25865"/>
                    <a:pt x="11072" y="25532"/>
                    <a:pt x="9404" y="21033"/>
                  </a:cubicBezTo>
                  <a:cubicBezTo>
                    <a:pt x="7405" y="15700"/>
                    <a:pt x="11404" y="8784"/>
                    <a:pt x="13071" y="3784"/>
                  </a:cubicBezTo>
                  <a:cubicBezTo>
                    <a:pt x="14155" y="534"/>
                    <a:pt x="9154" y="-1549"/>
                    <a:pt x="7571" y="1451"/>
                  </a:cubicBezTo>
                  <a:cubicBezTo>
                    <a:pt x="3489" y="9117"/>
                    <a:pt x="-2345" y="17533"/>
                    <a:pt x="988" y="26532"/>
                  </a:cubicBezTo>
                  <a:cubicBezTo>
                    <a:pt x="3988" y="34698"/>
                    <a:pt x="12404" y="35364"/>
                    <a:pt x="19820" y="35281"/>
                  </a:cubicBezTo>
                  <a:cubicBezTo>
                    <a:pt x="24736" y="35364"/>
                    <a:pt x="25237" y="28948"/>
                    <a:pt x="20987" y="27365"/>
                  </a:cubicBezTo>
                  <a:lnTo>
                    <a:pt x="20987" y="27365"/>
                  </a:lnTo>
                  <a:close/>
                </a:path>
              </a:pathLst>
            </a:custGeom>
            <a:grpFill/>
            <a:ln w="8332" cap="flat">
              <a:noFill/>
              <a:prstDash val="solid"/>
              <a:miter/>
            </a:ln>
          </p:spPr>
          <p:txBody>
            <a:bodyPr rtlCol="0" anchor="ctr"/>
            <a:lstStyle/>
            <a:p>
              <a:endParaRPr lang="en-US"/>
            </a:p>
          </p:txBody>
        </p:sp>
        <p:sp>
          <p:nvSpPr>
            <p:cNvPr id="2647" name="Freeform: Shape 2646"/>
            <p:cNvSpPr/>
            <p:nvPr/>
          </p:nvSpPr>
          <p:spPr>
            <a:xfrm>
              <a:off x="8907385" y="6257279"/>
              <a:ext cx="166" cy="499"/>
            </a:xfrm>
            <a:custGeom>
              <a:avLst/>
              <a:gdLst>
                <a:gd name="connsiteX0" fmla="*/ 0 w 166"/>
                <a:gd name="connsiteY0" fmla="*/ 0 h 499"/>
                <a:gd name="connsiteX1" fmla="*/ 167 w 166"/>
                <a:gd name="connsiteY1" fmla="*/ 500 h 499"/>
                <a:gd name="connsiteX2" fmla="*/ 0 w 166"/>
                <a:gd name="connsiteY2" fmla="*/ 0 h 499"/>
                <a:gd name="connsiteX3" fmla="*/ 0 w 166"/>
                <a:gd name="connsiteY3" fmla="*/ 0 h 499"/>
              </a:gdLst>
              <a:ahLst/>
              <a:cxnLst>
                <a:cxn ang="0">
                  <a:pos x="connsiteX0" y="connsiteY0"/>
                </a:cxn>
                <a:cxn ang="0">
                  <a:pos x="connsiteX1" y="connsiteY1"/>
                </a:cxn>
                <a:cxn ang="0">
                  <a:pos x="connsiteX2" y="connsiteY2"/>
                </a:cxn>
                <a:cxn ang="0">
                  <a:pos x="connsiteX3" y="connsiteY3"/>
                </a:cxn>
              </a:cxnLst>
              <a:rect l="l" t="t" r="r" b="b"/>
              <a:pathLst>
                <a:path w="166" h="499">
                  <a:moveTo>
                    <a:pt x="0" y="0"/>
                  </a:moveTo>
                  <a:cubicBezTo>
                    <a:pt x="0" y="83"/>
                    <a:pt x="83" y="167"/>
                    <a:pt x="167" y="500"/>
                  </a:cubicBezTo>
                  <a:cubicBezTo>
                    <a:pt x="83" y="250"/>
                    <a:pt x="83" y="83"/>
                    <a:pt x="0" y="0"/>
                  </a:cubicBezTo>
                  <a:lnTo>
                    <a:pt x="0" y="0"/>
                  </a:lnTo>
                  <a:close/>
                </a:path>
              </a:pathLst>
            </a:custGeom>
            <a:grpFill/>
            <a:ln w="8332" cap="flat">
              <a:noFill/>
              <a:prstDash val="solid"/>
              <a:miter/>
            </a:ln>
          </p:spPr>
          <p:txBody>
            <a:bodyPr rtlCol="0" anchor="ctr"/>
            <a:lstStyle/>
            <a:p>
              <a:endParaRPr lang="en-US"/>
            </a:p>
          </p:txBody>
        </p:sp>
        <p:sp>
          <p:nvSpPr>
            <p:cNvPr id="2648" name="Freeform: Shape 2647"/>
            <p:cNvSpPr/>
            <p:nvPr/>
          </p:nvSpPr>
          <p:spPr>
            <a:xfrm>
              <a:off x="8875884" y="5981685"/>
              <a:ext cx="569137" cy="398781"/>
            </a:xfrm>
            <a:custGeom>
              <a:avLst/>
              <a:gdLst>
                <a:gd name="connsiteX0" fmla="*/ 532039 w 569137"/>
                <a:gd name="connsiteY0" fmla="*/ 107443 h 398781"/>
                <a:gd name="connsiteX1" fmla="*/ 449547 w 569137"/>
                <a:gd name="connsiteY1" fmla="*/ 48031 h 398781"/>
                <a:gd name="connsiteX2" fmla="*/ 398051 w 569137"/>
                <a:gd name="connsiteY2" fmla="*/ 36616 h 398781"/>
                <a:gd name="connsiteX3" fmla="*/ 385719 w 569137"/>
                <a:gd name="connsiteY3" fmla="*/ 36366 h 398781"/>
                <a:gd name="connsiteX4" fmla="*/ 382886 w 569137"/>
                <a:gd name="connsiteY4" fmla="*/ 33200 h 398781"/>
                <a:gd name="connsiteX5" fmla="*/ 143658 w 569137"/>
                <a:gd name="connsiteY5" fmla="*/ 21867 h 398781"/>
                <a:gd name="connsiteX6" fmla="*/ 49916 w 569137"/>
                <a:gd name="connsiteY6" fmla="*/ 91278 h 398781"/>
                <a:gd name="connsiteX7" fmla="*/ 2754 w 569137"/>
                <a:gd name="connsiteY7" fmla="*/ 212683 h 398781"/>
                <a:gd name="connsiteX8" fmla="*/ 1170 w 569137"/>
                <a:gd name="connsiteY8" fmla="*/ 269345 h 398781"/>
                <a:gd name="connsiteX9" fmla="*/ 11003 w 569137"/>
                <a:gd name="connsiteY9" fmla="*/ 334422 h 398781"/>
                <a:gd name="connsiteX10" fmla="*/ 34168 w 569137"/>
                <a:gd name="connsiteY10" fmla="*/ 368003 h 398781"/>
                <a:gd name="connsiteX11" fmla="*/ 43417 w 569137"/>
                <a:gd name="connsiteY11" fmla="*/ 375835 h 398781"/>
                <a:gd name="connsiteX12" fmla="*/ 86246 w 569137"/>
                <a:gd name="connsiteY12" fmla="*/ 394250 h 398781"/>
                <a:gd name="connsiteX13" fmla="*/ 189903 w 569137"/>
                <a:gd name="connsiteY13" fmla="*/ 396500 h 398781"/>
                <a:gd name="connsiteX14" fmla="*/ 394719 w 569137"/>
                <a:gd name="connsiteY14" fmla="*/ 363503 h 398781"/>
                <a:gd name="connsiteX15" fmla="*/ 552370 w 569137"/>
                <a:gd name="connsiteY15" fmla="*/ 274678 h 398781"/>
                <a:gd name="connsiteX16" fmla="*/ 532039 w 569137"/>
                <a:gd name="connsiteY16" fmla="*/ 107443 h 398781"/>
                <a:gd name="connsiteX17" fmla="*/ 532039 w 569137"/>
                <a:gd name="connsiteY17" fmla="*/ 107443 h 398781"/>
                <a:gd name="connsiteX18" fmla="*/ 9586 w 569137"/>
                <a:gd name="connsiteY18" fmla="*/ 272844 h 398781"/>
                <a:gd name="connsiteX19" fmla="*/ 112160 w 569137"/>
                <a:gd name="connsiteY19" fmla="*/ 50781 h 398781"/>
                <a:gd name="connsiteX20" fmla="*/ 243232 w 569137"/>
                <a:gd name="connsiteY20" fmla="*/ 15118 h 398781"/>
                <a:gd name="connsiteX21" fmla="*/ 362971 w 569137"/>
                <a:gd name="connsiteY21" fmla="*/ 39282 h 398781"/>
                <a:gd name="connsiteX22" fmla="*/ 352889 w 569137"/>
                <a:gd name="connsiteY22" fmla="*/ 41449 h 398781"/>
                <a:gd name="connsiteX23" fmla="*/ 311725 w 569137"/>
                <a:gd name="connsiteY23" fmla="*/ 50115 h 398781"/>
                <a:gd name="connsiteX24" fmla="*/ 290727 w 569137"/>
                <a:gd name="connsiteY24" fmla="*/ 43698 h 398781"/>
                <a:gd name="connsiteX25" fmla="*/ 271229 w 569137"/>
                <a:gd name="connsiteY25" fmla="*/ 32116 h 398781"/>
                <a:gd name="connsiteX26" fmla="*/ 250481 w 569137"/>
                <a:gd name="connsiteY26" fmla="*/ 33033 h 398781"/>
                <a:gd name="connsiteX27" fmla="*/ 228817 w 569137"/>
                <a:gd name="connsiteY27" fmla="*/ 45032 h 398781"/>
                <a:gd name="connsiteX28" fmla="*/ 205235 w 569137"/>
                <a:gd name="connsiteY28" fmla="*/ 48115 h 398781"/>
                <a:gd name="connsiteX29" fmla="*/ 187987 w 569137"/>
                <a:gd name="connsiteY29" fmla="*/ 63447 h 398781"/>
                <a:gd name="connsiteX30" fmla="*/ 184987 w 569137"/>
                <a:gd name="connsiteY30" fmla="*/ 61197 h 398781"/>
                <a:gd name="connsiteX31" fmla="*/ 164572 w 569137"/>
                <a:gd name="connsiteY31" fmla="*/ 56864 h 398781"/>
                <a:gd name="connsiteX32" fmla="*/ 150740 w 569137"/>
                <a:gd name="connsiteY32" fmla="*/ 76529 h 398781"/>
                <a:gd name="connsiteX33" fmla="*/ 150073 w 569137"/>
                <a:gd name="connsiteY33" fmla="*/ 76362 h 398781"/>
                <a:gd name="connsiteX34" fmla="*/ 131909 w 569137"/>
                <a:gd name="connsiteY34" fmla="*/ 89611 h 398781"/>
                <a:gd name="connsiteX35" fmla="*/ 131909 w 569137"/>
                <a:gd name="connsiteY35" fmla="*/ 105193 h 398781"/>
                <a:gd name="connsiteX36" fmla="*/ 126993 w 569137"/>
                <a:gd name="connsiteY36" fmla="*/ 102110 h 398781"/>
                <a:gd name="connsiteX37" fmla="*/ 99328 w 569137"/>
                <a:gd name="connsiteY37" fmla="*/ 106276 h 398781"/>
                <a:gd name="connsiteX38" fmla="*/ 95412 w 569137"/>
                <a:gd name="connsiteY38" fmla="*/ 143273 h 398781"/>
                <a:gd name="connsiteX39" fmla="*/ 62497 w 569137"/>
                <a:gd name="connsiteY39" fmla="*/ 212100 h 398781"/>
                <a:gd name="connsiteX40" fmla="*/ 63498 w 569137"/>
                <a:gd name="connsiteY40" fmla="*/ 213100 h 398781"/>
                <a:gd name="connsiteX41" fmla="*/ 47499 w 569137"/>
                <a:gd name="connsiteY41" fmla="*/ 223349 h 398781"/>
                <a:gd name="connsiteX42" fmla="*/ 29001 w 569137"/>
                <a:gd name="connsiteY42" fmla="*/ 255846 h 398781"/>
                <a:gd name="connsiteX43" fmla="*/ 31834 w 569137"/>
                <a:gd name="connsiteY43" fmla="*/ 275427 h 398781"/>
                <a:gd name="connsiteX44" fmla="*/ 36834 w 569137"/>
                <a:gd name="connsiteY44" fmla="*/ 283260 h 398781"/>
                <a:gd name="connsiteX45" fmla="*/ 30250 w 569137"/>
                <a:gd name="connsiteY45" fmla="*/ 289510 h 398781"/>
                <a:gd name="connsiteX46" fmla="*/ 17502 w 569137"/>
                <a:gd name="connsiteY46" fmla="*/ 316090 h 398781"/>
                <a:gd name="connsiteX47" fmla="*/ 9586 w 569137"/>
                <a:gd name="connsiteY47" fmla="*/ 272844 h 398781"/>
                <a:gd name="connsiteX48" fmla="*/ 9586 w 569137"/>
                <a:gd name="connsiteY48" fmla="*/ 272844 h 398781"/>
                <a:gd name="connsiteX49" fmla="*/ 69664 w 569137"/>
                <a:gd name="connsiteY49" fmla="*/ 171437 h 398781"/>
                <a:gd name="connsiteX50" fmla="*/ 97412 w 569137"/>
                <a:gd name="connsiteY50" fmla="*/ 149189 h 398781"/>
                <a:gd name="connsiteX51" fmla="*/ 123910 w 569137"/>
                <a:gd name="connsiteY51" fmla="*/ 169187 h 398781"/>
                <a:gd name="connsiteX52" fmla="*/ 194069 w 569137"/>
                <a:gd name="connsiteY52" fmla="*/ 201351 h 398781"/>
                <a:gd name="connsiteX53" fmla="*/ 191153 w 569137"/>
                <a:gd name="connsiteY53" fmla="*/ 223932 h 398781"/>
                <a:gd name="connsiteX54" fmla="*/ 181570 w 569137"/>
                <a:gd name="connsiteY54" fmla="*/ 211433 h 398781"/>
                <a:gd name="connsiteX55" fmla="*/ 162323 w 569137"/>
                <a:gd name="connsiteY55" fmla="*/ 204934 h 398781"/>
                <a:gd name="connsiteX56" fmla="*/ 126826 w 569137"/>
                <a:gd name="connsiteY56" fmla="*/ 203268 h 398781"/>
                <a:gd name="connsiteX57" fmla="*/ 86330 w 569137"/>
                <a:gd name="connsiteY57" fmla="*/ 196768 h 398781"/>
                <a:gd name="connsiteX58" fmla="*/ 69331 w 569137"/>
                <a:gd name="connsiteY58" fmla="*/ 207684 h 398781"/>
                <a:gd name="connsiteX59" fmla="*/ 69664 w 569137"/>
                <a:gd name="connsiteY59" fmla="*/ 171437 h 398781"/>
                <a:gd name="connsiteX60" fmla="*/ 69664 w 569137"/>
                <a:gd name="connsiteY60" fmla="*/ 171437 h 398781"/>
                <a:gd name="connsiteX61" fmla="*/ 133908 w 569137"/>
                <a:gd name="connsiteY61" fmla="*/ 168521 h 398781"/>
                <a:gd name="connsiteX62" fmla="*/ 104744 w 569137"/>
                <a:gd name="connsiteY62" fmla="*/ 145523 h 398781"/>
                <a:gd name="connsiteX63" fmla="*/ 104661 w 569137"/>
                <a:gd name="connsiteY63" fmla="*/ 145356 h 398781"/>
                <a:gd name="connsiteX64" fmla="*/ 97412 w 569137"/>
                <a:gd name="connsiteY64" fmla="*/ 132691 h 398781"/>
                <a:gd name="connsiteX65" fmla="*/ 107660 w 569137"/>
                <a:gd name="connsiteY65" fmla="*/ 110359 h 398781"/>
                <a:gd name="connsiteX66" fmla="*/ 123409 w 569137"/>
                <a:gd name="connsiteY66" fmla="*/ 109609 h 398781"/>
                <a:gd name="connsiteX67" fmla="*/ 130408 w 569137"/>
                <a:gd name="connsiteY67" fmla="*/ 116942 h 398781"/>
                <a:gd name="connsiteX68" fmla="*/ 136242 w 569137"/>
                <a:gd name="connsiteY68" fmla="*/ 122692 h 398781"/>
                <a:gd name="connsiteX69" fmla="*/ 126325 w 569137"/>
                <a:gd name="connsiteY69" fmla="*/ 131524 h 398781"/>
                <a:gd name="connsiteX70" fmla="*/ 133908 w 569137"/>
                <a:gd name="connsiteY70" fmla="*/ 168521 h 398781"/>
                <a:gd name="connsiteX71" fmla="*/ 133908 w 569137"/>
                <a:gd name="connsiteY71" fmla="*/ 168521 h 398781"/>
                <a:gd name="connsiteX72" fmla="*/ 178654 w 569137"/>
                <a:gd name="connsiteY72" fmla="*/ 188019 h 398781"/>
                <a:gd name="connsiteX73" fmla="*/ 155990 w 569137"/>
                <a:gd name="connsiteY73" fmla="*/ 174770 h 398781"/>
                <a:gd name="connsiteX74" fmla="*/ 134741 w 569137"/>
                <a:gd name="connsiteY74" fmla="*/ 149856 h 398781"/>
                <a:gd name="connsiteX75" fmla="*/ 141657 w 569137"/>
                <a:gd name="connsiteY75" fmla="*/ 131690 h 398781"/>
                <a:gd name="connsiteX76" fmla="*/ 160906 w 569137"/>
                <a:gd name="connsiteY76" fmla="*/ 136523 h 398781"/>
                <a:gd name="connsiteX77" fmla="*/ 194737 w 569137"/>
                <a:gd name="connsiteY77" fmla="*/ 164604 h 398781"/>
                <a:gd name="connsiteX78" fmla="*/ 200986 w 569137"/>
                <a:gd name="connsiteY78" fmla="*/ 168271 h 398781"/>
                <a:gd name="connsiteX79" fmla="*/ 196820 w 569137"/>
                <a:gd name="connsiteY79" fmla="*/ 185769 h 398781"/>
                <a:gd name="connsiteX80" fmla="*/ 195736 w 569137"/>
                <a:gd name="connsiteY80" fmla="*/ 192019 h 398781"/>
                <a:gd name="connsiteX81" fmla="*/ 178654 w 569137"/>
                <a:gd name="connsiteY81" fmla="*/ 188019 h 398781"/>
                <a:gd name="connsiteX82" fmla="*/ 178654 w 569137"/>
                <a:gd name="connsiteY82" fmla="*/ 188019 h 398781"/>
                <a:gd name="connsiteX83" fmla="*/ 146491 w 569137"/>
                <a:gd name="connsiteY83" fmla="*/ 121275 h 398781"/>
                <a:gd name="connsiteX84" fmla="*/ 146157 w 569137"/>
                <a:gd name="connsiteY84" fmla="*/ 120692 h 398781"/>
                <a:gd name="connsiteX85" fmla="*/ 142324 w 569137"/>
                <a:gd name="connsiteY85" fmla="*/ 115942 h 398781"/>
                <a:gd name="connsiteX86" fmla="*/ 138492 w 569137"/>
                <a:gd name="connsiteY86" fmla="*/ 100194 h 398781"/>
                <a:gd name="connsiteX87" fmla="*/ 153323 w 569137"/>
                <a:gd name="connsiteY87" fmla="*/ 86528 h 398781"/>
                <a:gd name="connsiteX88" fmla="*/ 158156 w 569137"/>
                <a:gd name="connsiteY88" fmla="*/ 92528 h 398781"/>
                <a:gd name="connsiteX89" fmla="*/ 174154 w 569137"/>
                <a:gd name="connsiteY89" fmla="*/ 117192 h 398781"/>
                <a:gd name="connsiteX90" fmla="*/ 211235 w 569137"/>
                <a:gd name="connsiteY90" fmla="*/ 140523 h 398781"/>
                <a:gd name="connsiteX91" fmla="*/ 204235 w 569137"/>
                <a:gd name="connsiteY91" fmla="*/ 157689 h 398781"/>
                <a:gd name="connsiteX92" fmla="*/ 146491 w 569137"/>
                <a:gd name="connsiteY92" fmla="*/ 121275 h 398781"/>
                <a:gd name="connsiteX93" fmla="*/ 146491 w 569137"/>
                <a:gd name="connsiteY93" fmla="*/ 121275 h 398781"/>
                <a:gd name="connsiteX94" fmla="*/ 195986 w 569137"/>
                <a:gd name="connsiteY94" fmla="*/ 124191 h 398781"/>
                <a:gd name="connsiteX95" fmla="*/ 176738 w 569137"/>
                <a:gd name="connsiteY95" fmla="*/ 107610 h 398781"/>
                <a:gd name="connsiteX96" fmla="*/ 158489 w 569137"/>
                <a:gd name="connsiteY96" fmla="*/ 81362 h 398781"/>
                <a:gd name="connsiteX97" fmla="*/ 166738 w 569137"/>
                <a:gd name="connsiteY97" fmla="*/ 67196 h 398781"/>
                <a:gd name="connsiteX98" fmla="*/ 182487 w 569137"/>
                <a:gd name="connsiteY98" fmla="*/ 70613 h 398781"/>
                <a:gd name="connsiteX99" fmla="*/ 179738 w 569137"/>
                <a:gd name="connsiteY99" fmla="*/ 72446 h 398781"/>
                <a:gd name="connsiteX100" fmla="*/ 195986 w 569137"/>
                <a:gd name="connsiteY100" fmla="*/ 124191 h 398781"/>
                <a:gd name="connsiteX101" fmla="*/ 195986 w 569137"/>
                <a:gd name="connsiteY101" fmla="*/ 124191 h 398781"/>
                <a:gd name="connsiteX102" fmla="*/ 211068 w 569137"/>
                <a:gd name="connsiteY102" fmla="*/ 130357 h 398781"/>
                <a:gd name="connsiteX103" fmla="*/ 191487 w 569137"/>
                <a:gd name="connsiteY103" fmla="*/ 106693 h 398781"/>
                <a:gd name="connsiteX104" fmla="*/ 185403 w 569137"/>
                <a:gd name="connsiteY104" fmla="*/ 96360 h 398781"/>
                <a:gd name="connsiteX105" fmla="*/ 192736 w 569137"/>
                <a:gd name="connsiteY105" fmla="*/ 77279 h 398781"/>
                <a:gd name="connsiteX106" fmla="*/ 204652 w 569137"/>
                <a:gd name="connsiteY106" fmla="*/ 85112 h 398781"/>
                <a:gd name="connsiteX107" fmla="*/ 221567 w 569137"/>
                <a:gd name="connsiteY107" fmla="*/ 109942 h 398781"/>
                <a:gd name="connsiteX108" fmla="*/ 225316 w 569137"/>
                <a:gd name="connsiteY108" fmla="*/ 115692 h 398781"/>
                <a:gd name="connsiteX109" fmla="*/ 215568 w 569137"/>
                <a:gd name="connsiteY109" fmla="*/ 132024 h 398781"/>
                <a:gd name="connsiteX110" fmla="*/ 211068 w 569137"/>
                <a:gd name="connsiteY110" fmla="*/ 130357 h 398781"/>
                <a:gd name="connsiteX111" fmla="*/ 211068 w 569137"/>
                <a:gd name="connsiteY111" fmla="*/ 130357 h 398781"/>
                <a:gd name="connsiteX112" fmla="*/ 222317 w 569137"/>
                <a:gd name="connsiteY112" fmla="*/ 94027 h 398781"/>
                <a:gd name="connsiteX113" fmla="*/ 206985 w 569137"/>
                <a:gd name="connsiteY113" fmla="*/ 77779 h 398781"/>
                <a:gd name="connsiteX114" fmla="*/ 193819 w 569137"/>
                <a:gd name="connsiteY114" fmla="*/ 70196 h 398781"/>
                <a:gd name="connsiteX115" fmla="*/ 217318 w 569137"/>
                <a:gd name="connsiteY115" fmla="*/ 55281 h 398781"/>
                <a:gd name="connsiteX116" fmla="*/ 234316 w 569137"/>
                <a:gd name="connsiteY116" fmla="*/ 56531 h 398781"/>
                <a:gd name="connsiteX117" fmla="*/ 252231 w 569137"/>
                <a:gd name="connsiteY117" fmla="*/ 48448 h 398781"/>
                <a:gd name="connsiteX118" fmla="*/ 279562 w 569137"/>
                <a:gd name="connsiteY118" fmla="*/ 55614 h 398781"/>
                <a:gd name="connsiteX119" fmla="*/ 297811 w 569137"/>
                <a:gd name="connsiteY119" fmla="*/ 55448 h 398781"/>
                <a:gd name="connsiteX120" fmla="*/ 239316 w 569137"/>
                <a:gd name="connsiteY120" fmla="*/ 97610 h 398781"/>
                <a:gd name="connsiteX121" fmla="*/ 231399 w 569137"/>
                <a:gd name="connsiteY121" fmla="*/ 107359 h 398781"/>
                <a:gd name="connsiteX122" fmla="*/ 222317 w 569137"/>
                <a:gd name="connsiteY122" fmla="*/ 94027 h 398781"/>
                <a:gd name="connsiteX123" fmla="*/ 222317 w 569137"/>
                <a:gd name="connsiteY123" fmla="*/ 94027 h 398781"/>
                <a:gd name="connsiteX124" fmla="*/ 68747 w 569137"/>
                <a:gd name="connsiteY124" fmla="*/ 364836 h 398781"/>
                <a:gd name="connsiteX125" fmla="*/ 37417 w 569137"/>
                <a:gd name="connsiteY125" fmla="*/ 353337 h 398781"/>
                <a:gd name="connsiteX126" fmla="*/ 27501 w 569137"/>
                <a:gd name="connsiteY126" fmla="*/ 333089 h 398781"/>
                <a:gd name="connsiteX127" fmla="*/ 29417 w 569137"/>
                <a:gd name="connsiteY127" fmla="*/ 305842 h 398781"/>
                <a:gd name="connsiteX128" fmla="*/ 43583 w 569137"/>
                <a:gd name="connsiteY128" fmla="*/ 289176 h 398781"/>
                <a:gd name="connsiteX129" fmla="*/ 44500 w 569137"/>
                <a:gd name="connsiteY129" fmla="*/ 277011 h 398781"/>
                <a:gd name="connsiteX130" fmla="*/ 55332 w 569137"/>
                <a:gd name="connsiteY130" fmla="*/ 237181 h 398781"/>
                <a:gd name="connsiteX131" fmla="*/ 75330 w 569137"/>
                <a:gd name="connsiteY131" fmla="*/ 225099 h 398781"/>
                <a:gd name="connsiteX132" fmla="*/ 92745 w 569137"/>
                <a:gd name="connsiteY132" fmla="*/ 209434 h 398781"/>
                <a:gd name="connsiteX133" fmla="*/ 118826 w 569137"/>
                <a:gd name="connsiteY133" fmla="*/ 211517 h 398781"/>
                <a:gd name="connsiteX134" fmla="*/ 134825 w 569137"/>
                <a:gd name="connsiteY134" fmla="*/ 214850 h 398781"/>
                <a:gd name="connsiteX135" fmla="*/ 159906 w 569137"/>
                <a:gd name="connsiteY135" fmla="*/ 213933 h 398781"/>
                <a:gd name="connsiteX136" fmla="*/ 181320 w 569137"/>
                <a:gd name="connsiteY136" fmla="*/ 239597 h 398781"/>
                <a:gd name="connsiteX137" fmla="*/ 188404 w 569137"/>
                <a:gd name="connsiteY137" fmla="*/ 245847 h 398781"/>
                <a:gd name="connsiteX138" fmla="*/ 171655 w 569137"/>
                <a:gd name="connsiteY138" fmla="*/ 305758 h 398781"/>
                <a:gd name="connsiteX139" fmla="*/ 68747 w 569137"/>
                <a:gd name="connsiteY139" fmla="*/ 364836 h 398781"/>
                <a:gd name="connsiteX140" fmla="*/ 68747 w 569137"/>
                <a:gd name="connsiteY140" fmla="*/ 364836 h 398781"/>
                <a:gd name="connsiteX141" fmla="*/ 533705 w 569137"/>
                <a:gd name="connsiteY141" fmla="*/ 269178 h 398781"/>
                <a:gd name="connsiteX142" fmla="*/ 382469 w 569137"/>
                <a:gd name="connsiteY142" fmla="*/ 348671 h 398781"/>
                <a:gd name="connsiteX143" fmla="*/ 203986 w 569137"/>
                <a:gd name="connsiteY143" fmla="*/ 379252 h 398781"/>
                <a:gd name="connsiteX144" fmla="*/ 101161 w 569137"/>
                <a:gd name="connsiteY144" fmla="*/ 382002 h 398781"/>
                <a:gd name="connsiteX145" fmla="*/ 87745 w 569137"/>
                <a:gd name="connsiteY145" fmla="*/ 380251 h 398781"/>
                <a:gd name="connsiteX146" fmla="*/ 89745 w 569137"/>
                <a:gd name="connsiteY146" fmla="*/ 380085 h 398781"/>
                <a:gd name="connsiteX147" fmla="*/ 183737 w 569137"/>
                <a:gd name="connsiteY147" fmla="*/ 319507 h 398781"/>
                <a:gd name="connsiteX148" fmla="*/ 202986 w 569137"/>
                <a:gd name="connsiteY148" fmla="*/ 264762 h 398781"/>
                <a:gd name="connsiteX149" fmla="*/ 211402 w 569137"/>
                <a:gd name="connsiteY149" fmla="*/ 192768 h 398781"/>
                <a:gd name="connsiteX150" fmla="*/ 285644 w 569137"/>
                <a:gd name="connsiteY150" fmla="*/ 76779 h 398781"/>
                <a:gd name="connsiteX151" fmla="*/ 367970 w 569137"/>
                <a:gd name="connsiteY151" fmla="*/ 48782 h 398781"/>
                <a:gd name="connsiteX152" fmla="*/ 505875 w 569137"/>
                <a:gd name="connsiteY152" fmla="*/ 104527 h 398781"/>
                <a:gd name="connsiteX153" fmla="*/ 533705 w 569137"/>
                <a:gd name="connsiteY153" fmla="*/ 269178 h 398781"/>
                <a:gd name="connsiteX154" fmla="*/ 533705 w 569137"/>
                <a:gd name="connsiteY154" fmla="*/ 269178 h 3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Lst>
              <a:rect l="l" t="t" r="r" b="b"/>
              <a:pathLst>
                <a:path w="569137" h="398781">
                  <a:moveTo>
                    <a:pt x="532039" y="107443"/>
                  </a:moveTo>
                  <a:cubicBezTo>
                    <a:pt x="511291" y="80695"/>
                    <a:pt x="481127" y="59864"/>
                    <a:pt x="449547" y="48031"/>
                  </a:cubicBezTo>
                  <a:cubicBezTo>
                    <a:pt x="433215" y="41865"/>
                    <a:pt x="415467" y="38366"/>
                    <a:pt x="398051" y="36616"/>
                  </a:cubicBezTo>
                  <a:cubicBezTo>
                    <a:pt x="393884" y="36199"/>
                    <a:pt x="389802" y="36199"/>
                    <a:pt x="385719" y="36366"/>
                  </a:cubicBezTo>
                  <a:cubicBezTo>
                    <a:pt x="385136" y="35199"/>
                    <a:pt x="384219" y="34116"/>
                    <a:pt x="382886" y="33200"/>
                  </a:cubicBezTo>
                  <a:cubicBezTo>
                    <a:pt x="316392" y="-9047"/>
                    <a:pt x="214651" y="-8880"/>
                    <a:pt x="143658" y="21867"/>
                  </a:cubicBezTo>
                  <a:cubicBezTo>
                    <a:pt x="106911" y="37783"/>
                    <a:pt x="74163" y="58864"/>
                    <a:pt x="49916" y="91278"/>
                  </a:cubicBezTo>
                  <a:cubicBezTo>
                    <a:pt x="22585" y="127941"/>
                    <a:pt x="8920" y="167771"/>
                    <a:pt x="2754" y="212683"/>
                  </a:cubicBezTo>
                  <a:cubicBezTo>
                    <a:pt x="170" y="231598"/>
                    <a:pt x="-1079" y="250347"/>
                    <a:pt x="1170" y="269345"/>
                  </a:cubicBezTo>
                  <a:cubicBezTo>
                    <a:pt x="3670" y="290509"/>
                    <a:pt x="4503" y="314007"/>
                    <a:pt x="11003" y="334422"/>
                  </a:cubicBezTo>
                  <a:cubicBezTo>
                    <a:pt x="15752" y="349338"/>
                    <a:pt x="23835" y="360336"/>
                    <a:pt x="34168" y="368003"/>
                  </a:cubicBezTo>
                  <a:cubicBezTo>
                    <a:pt x="37084" y="370752"/>
                    <a:pt x="40167" y="373419"/>
                    <a:pt x="43417" y="375835"/>
                  </a:cubicBezTo>
                  <a:cubicBezTo>
                    <a:pt x="55999" y="385085"/>
                    <a:pt x="70997" y="391084"/>
                    <a:pt x="86246" y="394250"/>
                  </a:cubicBezTo>
                  <a:cubicBezTo>
                    <a:pt x="119326" y="401083"/>
                    <a:pt x="156322" y="398750"/>
                    <a:pt x="189903" y="396500"/>
                  </a:cubicBezTo>
                  <a:cubicBezTo>
                    <a:pt x="258647" y="392001"/>
                    <a:pt x="327891" y="379835"/>
                    <a:pt x="394719" y="363503"/>
                  </a:cubicBezTo>
                  <a:cubicBezTo>
                    <a:pt x="454379" y="348921"/>
                    <a:pt x="517790" y="330339"/>
                    <a:pt x="552370" y="274678"/>
                  </a:cubicBezTo>
                  <a:cubicBezTo>
                    <a:pt x="584201" y="223432"/>
                    <a:pt x="566952" y="152356"/>
                    <a:pt x="532039" y="107443"/>
                  </a:cubicBezTo>
                  <a:lnTo>
                    <a:pt x="532039" y="107443"/>
                  </a:lnTo>
                  <a:close/>
                  <a:moveTo>
                    <a:pt x="9586" y="272844"/>
                  </a:moveTo>
                  <a:cubicBezTo>
                    <a:pt x="-1746" y="191102"/>
                    <a:pt x="37583" y="91361"/>
                    <a:pt x="112160" y="50781"/>
                  </a:cubicBezTo>
                  <a:cubicBezTo>
                    <a:pt x="153490" y="28283"/>
                    <a:pt x="196069" y="16701"/>
                    <a:pt x="243232" y="15118"/>
                  </a:cubicBezTo>
                  <a:cubicBezTo>
                    <a:pt x="282812" y="13785"/>
                    <a:pt x="326975" y="20284"/>
                    <a:pt x="362971" y="39282"/>
                  </a:cubicBezTo>
                  <a:cubicBezTo>
                    <a:pt x="359638" y="39949"/>
                    <a:pt x="356304" y="40699"/>
                    <a:pt x="352889" y="41449"/>
                  </a:cubicBezTo>
                  <a:cubicBezTo>
                    <a:pt x="338806" y="42949"/>
                    <a:pt x="324974" y="45781"/>
                    <a:pt x="311725" y="50115"/>
                  </a:cubicBezTo>
                  <a:cubicBezTo>
                    <a:pt x="307726" y="43532"/>
                    <a:pt x="298644" y="44449"/>
                    <a:pt x="290727" y="43698"/>
                  </a:cubicBezTo>
                  <a:cubicBezTo>
                    <a:pt x="282561" y="42949"/>
                    <a:pt x="278895" y="35033"/>
                    <a:pt x="271229" y="32116"/>
                  </a:cubicBezTo>
                  <a:cubicBezTo>
                    <a:pt x="264230" y="29450"/>
                    <a:pt x="257313" y="29950"/>
                    <a:pt x="250481" y="33033"/>
                  </a:cubicBezTo>
                  <a:cubicBezTo>
                    <a:pt x="242731" y="36532"/>
                    <a:pt x="237899" y="44198"/>
                    <a:pt x="228817" y="45032"/>
                  </a:cubicBezTo>
                  <a:cubicBezTo>
                    <a:pt x="220401" y="45781"/>
                    <a:pt x="213485" y="44532"/>
                    <a:pt x="205235" y="48115"/>
                  </a:cubicBezTo>
                  <a:cubicBezTo>
                    <a:pt x="198319" y="51114"/>
                    <a:pt x="190237" y="56614"/>
                    <a:pt x="187987" y="63447"/>
                  </a:cubicBezTo>
                  <a:cubicBezTo>
                    <a:pt x="186987" y="62697"/>
                    <a:pt x="185987" y="61947"/>
                    <a:pt x="184987" y="61197"/>
                  </a:cubicBezTo>
                  <a:cubicBezTo>
                    <a:pt x="178654" y="56364"/>
                    <a:pt x="172488" y="53364"/>
                    <a:pt x="164572" y="56864"/>
                  </a:cubicBezTo>
                  <a:cubicBezTo>
                    <a:pt x="159823" y="58947"/>
                    <a:pt x="151990" y="68696"/>
                    <a:pt x="150740" y="76529"/>
                  </a:cubicBezTo>
                  <a:cubicBezTo>
                    <a:pt x="150490" y="76446"/>
                    <a:pt x="150240" y="76362"/>
                    <a:pt x="150073" y="76362"/>
                  </a:cubicBezTo>
                  <a:cubicBezTo>
                    <a:pt x="141158" y="74696"/>
                    <a:pt x="133992" y="81612"/>
                    <a:pt x="131909" y="89611"/>
                  </a:cubicBezTo>
                  <a:cubicBezTo>
                    <a:pt x="130492" y="95027"/>
                    <a:pt x="130658" y="100277"/>
                    <a:pt x="131909" y="105193"/>
                  </a:cubicBezTo>
                  <a:cubicBezTo>
                    <a:pt x="130241" y="103943"/>
                    <a:pt x="128575" y="102860"/>
                    <a:pt x="126993" y="102110"/>
                  </a:cubicBezTo>
                  <a:cubicBezTo>
                    <a:pt x="117826" y="97944"/>
                    <a:pt x="107161" y="100610"/>
                    <a:pt x="99328" y="106276"/>
                  </a:cubicBezTo>
                  <a:cubicBezTo>
                    <a:pt x="86330" y="115775"/>
                    <a:pt x="85913" y="132524"/>
                    <a:pt x="95412" y="143273"/>
                  </a:cubicBezTo>
                  <a:cubicBezTo>
                    <a:pt x="59082" y="141856"/>
                    <a:pt x="47750" y="184769"/>
                    <a:pt x="62497" y="212100"/>
                  </a:cubicBezTo>
                  <a:cubicBezTo>
                    <a:pt x="62748" y="212517"/>
                    <a:pt x="63081" y="212850"/>
                    <a:pt x="63498" y="213100"/>
                  </a:cubicBezTo>
                  <a:cubicBezTo>
                    <a:pt x="58249" y="217516"/>
                    <a:pt x="53665" y="219433"/>
                    <a:pt x="47499" y="223349"/>
                  </a:cubicBezTo>
                  <a:cubicBezTo>
                    <a:pt x="36667" y="230098"/>
                    <a:pt x="29834" y="243264"/>
                    <a:pt x="29001" y="255846"/>
                  </a:cubicBezTo>
                  <a:cubicBezTo>
                    <a:pt x="28584" y="262179"/>
                    <a:pt x="29334" y="269512"/>
                    <a:pt x="31834" y="275427"/>
                  </a:cubicBezTo>
                  <a:cubicBezTo>
                    <a:pt x="31667" y="274761"/>
                    <a:pt x="36251" y="283260"/>
                    <a:pt x="36834" y="283260"/>
                  </a:cubicBezTo>
                  <a:cubicBezTo>
                    <a:pt x="36417" y="284260"/>
                    <a:pt x="32084" y="287677"/>
                    <a:pt x="30250" y="289510"/>
                  </a:cubicBezTo>
                  <a:cubicBezTo>
                    <a:pt x="22168" y="297592"/>
                    <a:pt x="18335" y="306758"/>
                    <a:pt x="17502" y="316090"/>
                  </a:cubicBezTo>
                  <a:cubicBezTo>
                    <a:pt x="13336" y="301759"/>
                    <a:pt x="11502" y="286343"/>
                    <a:pt x="9586" y="272844"/>
                  </a:cubicBezTo>
                  <a:lnTo>
                    <a:pt x="9586" y="272844"/>
                  </a:lnTo>
                  <a:close/>
                  <a:moveTo>
                    <a:pt x="69664" y="171437"/>
                  </a:moveTo>
                  <a:cubicBezTo>
                    <a:pt x="73330" y="159438"/>
                    <a:pt x="84080" y="148522"/>
                    <a:pt x="97412" y="149189"/>
                  </a:cubicBezTo>
                  <a:cubicBezTo>
                    <a:pt x="110327" y="149856"/>
                    <a:pt x="115410" y="162021"/>
                    <a:pt x="123910" y="169187"/>
                  </a:cubicBezTo>
                  <a:cubicBezTo>
                    <a:pt x="141824" y="184436"/>
                    <a:pt x="169655" y="200434"/>
                    <a:pt x="194069" y="201351"/>
                  </a:cubicBezTo>
                  <a:cubicBezTo>
                    <a:pt x="192986" y="208850"/>
                    <a:pt x="192070" y="216433"/>
                    <a:pt x="191153" y="223932"/>
                  </a:cubicBezTo>
                  <a:cubicBezTo>
                    <a:pt x="188487" y="218600"/>
                    <a:pt x="184904" y="213850"/>
                    <a:pt x="181570" y="211433"/>
                  </a:cubicBezTo>
                  <a:cubicBezTo>
                    <a:pt x="176154" y="207517"/>
                    <a:pt x="168738" y="206101"/>
                    <a:pt x="162323" y="204934"/>
                  </a:cubicBezTo>
                  <a:cubicBezTo>
                    <a:pt x="151073" y="202851"/>
                    <a:pt x="137075" y="207101"/>
                    <a:pt x="126826" y="203268"/>
                  </a:cubicBezTo>
                  <a:cubicBezTo>
                    <a:pt x="112660" y="197935"/>
                    <a:pt x="102077" y="190436"/>
                    <a:pt x="86330" y="196768"/>
                  </a:cubicBezTo>
                  <a:cubicBezTo>
                    <a:pt x="80080" y="199268"/>
                    <a:pt x="74414" y="203268"/>
                    <a:pt x="69331" y="207684"/>
                  </a:cubicBezTo>
                  <a:cubicBezTo>
                    <a:pt x="71497" y="195935"/>
                    <a:pt x="65914" y="183686"/>
                    <a:pt x="69664" y="171437"/>
                  </a:cubicBezTo>
                  <a:lnTo>
                    <a:pt x="69664" y="171437"/>
                  </a:lnTo>
                  <a:close/>
                  <a:moveTo>
                    <a:pt x="133908" y="168521"/>
                  </a:moveTo>
                  <a:cubicBezTo>
                    <a:pt x="123159" y="161605"/>
                    <a:pt x="115993" y="150189"/>
                    <a:pt x="104744" y="145523"/>
                  </a:cubicBezTo>
                  <a:cubicBezTo>
                    <a:pt x="104744" y="145439"/>
                    <a:pt x="104744" y="145439"/>
                    <a:pt x="104661" y="145356"/>
                  </a:cubicBezTo>
                  <a:cubicBezTo>
                    <a:pt x="101995" y="141106"/>
                    <a:pt x="98745" y="137774"/>
                    <a:pt x="97412" y="132691"/>
                  </a:cubicBezTo>
                  <a:cubicBezTo>
                    <a:pt x="94746" y="122941"/>
                    <a:pt x="98828" y="114692"/>
                    <a:pt x="107660" y="110359"/>
                  </a:cubicBezTo>
                  <a:cubicBezTo>
                    <a:pt x="112327" y="108110"/>
                    <a:pt x="118742" y="106943"/>
                    <a:pt x="123409" y="109609"/>
                  </a:cubicBezTo>
                  <a:cubicBezTo>
                    <a:pt x="126075" y="111109"/>
                    <a:pt x="128242" y="114776"/>
                    <a:pt x="130408" y="116942"/>
                  </a:cubicBezTo>
                  <a:cubicBezTo>
                    <a:pt x="132325" y="118942"/>
                    <a:pt x="134242" y="120942"/>
                    <a:pt x="136242" y="122692"/>
                  </a:cubicBezTo>
                  <a:cubicBezTo>
                    <a:pt x="132742" y="124275"/>
                    <a:pt x="129408" y="127108"/>
                    <a:pt x="126325" y="131524"/>
                  </a:cubicBezTo>
                  <a:cubicBezTo>
                    <a:pt x="118410" y="143273"/>
                    <a:pt x="125576" y="158355"/>
                    <a:pt x="133908" y="168521"/>
                  </a:cubicBezTo>
                  <a:lnTo>
                    <a:pt x="133908" y="168521"/>
                  </a:lnTo>
                  <a:close/>
                  <a:moveTo>
                    <a:pt x="178654" y="188019"/>
                  </a:moveTo>
                  <a:cubicBezTo>
                    <a:pt x="170988" y="183769"/>
                    <a:pt x="163239" y="179686"/>
                    <a:pt x="155990" y="174770"/>
                  </a:cubicBezTo>
                  <a:cubicBezTo>
                    <a:pt x="148073" y="169437"/>
                    <a:pt x="136908" y="159855"/>
                    <a:pt x="134741" y="149856"/>
                  </a:cubicBezTo>
                  <a:cubicBezTo>
                    <a:pt x="133491" y="144189"/>
                    <a:pt x="136075" y="135107"/>
                    <a:pt x="141657" y="131690"/>
                  </a:cubicBezTo>
                  <a:cubicBezTo>
                    <a:pt x="146990" y="128358"/>
                    <a:pt x="156823" y="133940"/>
                    <a:pt x="160906" y="136523"/>
                  </a:cubicBezTo>
                  <a:cubicBezTo>
                    <a:pt x="173488" y="144523"/>
                    <a:pt x="183238" y="155439"/>
                    <a:pt x="194737" y="164604"/>
                  </a:cubicBezTo>
                  <a:cubicBezTo>
                    <a:pt x="196902" y="166354"/>
                    <a:pt x="198985" y="167604"/>
                    <a:pt x="200986" y="168271"/>
                  </a:cubicBezTo>
                  <a:cubicBezTo>
                    <a:pt x="199319" y="174020"/>
                    <a:pt x="197902" y="179936"/>
                    <a:pt x="196820" y="185769"/>
                  </a:cubicBezTo>
                  <a:cubicBezTo>
                    <a:pt x="196403" y="187852"/>
                    <a:pt x="196069" y="189936"/>
                    <a:pt x="195736" y="192019"/>
                  </a:cubicBezTo>
                  <a:cubicBezTo>
                    <a:pt x="189986" y="191102"/>
                    <a:pt x="184321" y="189685"/>
                    <a:pt x="178654" y="188019"/>
                  </a:cubicBezTo>
                  <a:lnTo>
                    <a:pt x="178654" y="188019"/>
                  </a:lnTo>
                  <a:close/>
                  <a:moveTo>
                    <a:pt x="146491" y="121275"/>
                  </a:moveTo>
                  <a:cubicBezTo>
                    <a:pt x="146407" y="121108"/>
                    <a:pt x="146324" y="120858"/>
                    <a:pt x="146157" y="120692"/>
                  </a:cubicBezTo>
                  <a:cubicBezTo>
                    <a:pt x="145074" y="119275"/>
                    <a:pt x="143740" y="117608"/>
                    <a:pt x="142324" y="115942"/>
                  </a:cubicBezTo>
                  <a:cubicBezTo>
                    <a:pt x="139991" y="111109"/>
                    <a:pt x="138241" y="105443"/>
                    <a:pt x="138492" y="100194"/>
                  </a:cubicBezTo>
                  <a:cubicBezTo>
                    <a:pt x="136741" y="92444"/>
                    <a:pt x="141740" y="87944"/>
                    <a:pt x="153323" y="86528"/>
                  </a:cubicBezTo>
                  <a:cubicBezTo>
                    <a:pt x="155239" y="88278"/>
                    <a:pt x="156823" y="90278"/>
                    <a:pt x="158156" y="92528"/>
                  </a:cubicBezTo>
                  <a:cubicBezTo>
                    <a:pt x="163989" y="100527"/>
                    <a:pt x="167489" y="109693"/>
                    <a:pt x="174154" y="117192"/>
                  </a:cubicBezTo>
                  <a:cubicBezTo>
                    <a:pt x="184321" y="128691"/>
                    <a:pt x="196403" y="137440"/>
                    <a:pt x="211235" y="140523"/>
                  </a:cubicBezTo>
                  <a:cubicBezTo>
                    <a:pt x="208651" y="146106"/>
                    <a:pt x="206235" y="151856"/>
                    <a:pt x="204235" y="157689"/>
                  </a:cubicBezTo>
                  <a:cubicBezTo>
                    <a:pt x="187903" y="148773"/>
                    <a:pt x="165655" y="123275"/>
                    <a:pt x="146491" y="121275"/>
                  </a:cubicBezTo>
                  <a:lnTo>
                    <a:pt x="146491" y="121275"/>
                  </a:lnTo>
                  <a:close/>
                  <a:moveTo>
                    <a:pt x="195986" y="124191"/>
                  </a:moveTo>
                  <a:cubicBezTo>
                    <a:pt x="188653" y="119942"/>
                    <a:pt x="181904" y="113859"/>
                    <a:pt x="176738" y="107610"/>
                  </a:cubicBezTo>
                  <a:cubicBezTo>
                    <a:pt x="171655" y="101360"/>
                    <a:pt x="166155" y="88528"/>
                    <a:pt x="158489" y="81362"/>
                  </a:cubicBezTo>
                  <a:cubicBezTo>
                    <a:pt x="160572" y="76362"/>
                    <a:pt x="162822" y="70946"/>
                    <a:pt x="166738" y="67196"/>
                  </a:cubicBezTo>
                  <a:cubicBezTo>
                    <a:pt x="172405" y="61780"/>
                    <a:pt x="177488" y="66363"/>
                    <a:pt x="182487" y="70613"/>
                  </a:cubicBezTo>
                  <a:cubicBezTo>
                    <a:pt x="181570" y="71113"/>
                    <a:pt x="180654" y="71696"/>
                    <a:pt x="179738" y="72446"/>
                  </a:cubicBezTo>
                  <a:cubicBezTo>
                    <a:pt x="163989" y="86111"/>
                    <a:pt x="180237" y="108859"/>
                    <a:pt x="195986" y="124191"/>
                  </a:cubicBezTo>
                  <a:lnTo>
                    <a:pt x="195986" y="124191"/>
                  </a:lnTo>
                  <a:close/>
                  <a:moveTo>
                    <a:pt x="211068" y="130357"/>
                  </a:moveTo>
                  <a:cubicBezTo>
                    <a:pt x="203819" y="123192"/>
                    <a:pt x="197152" y="115025"/>
                    <a:pt x="191487" y="106693"/>
                  </a:cubicBezTo>
                  <a:cubicBezTo>
                    <a:pt x="189237" y="103443"/>
                    <a:pt x="187070" y="99943"/>
                    <a:pt x="185403" y="96360"/>
                  </a:cubicBezTo>
                  <a:cubicBezTo>
                    <a:pt x="180404" y="88861"/>
                    <a:pt x="182821" y="82528"/>
                    <a:pt x="192736" y="77279"/>
                  </a:cubicBezTo>
                  <a:cubicBezTo>
                    <a:pt x="197319" y="78946"/>
                    <a:pt x="201319" y="81529"/>
                    <a:pt x="204652" y="85112"/>
                  </a:cubicBezTo>
                  <a:cubicBezTo>
                    <a:pt x="211651" y="92028"/>
                    <a:pt x="216650" y="101526"/>
                    <a:pt x="221567" y="109942"/>
                  </a:cubicBezTo>
                  <a:cubicBezTo>
                    <a:pt x="222817" y="112109"/>
                    <a:pt x="223983" y="114025"/>
                    <a:pt x="225316" y="115692"/>
                  </a:cubicBezTo>
                  <a:cubicBezTo>
                    <a:pt x="221817" y="120942"/>
                    <a:pt x="218484" y="126441"/>
                    <a:pt x="215568" y="132024"/>
                  </a:cubicBezTo>
                  <a:cubicBezTo>
                    <a:pt x="214151" y="131441"/>
                    <a:pt x="212567" y="130857"/>
                    <a:pt x="211068" y="130357"/>
                  </a:cubicBezTo>
                  <a:lnTo>
                    <a:pt x="211068" y="130357"/>
                  </a:lnTo>
                  <a:close/>
                  <a:moveTo>
                    <a:pt x="222317" y="94027"/>
                  </a:moveTo>
                  <a:cubicBezTo>
                    <a:pt x="217651" y="87944"/>
                    <a:pt x="212984" y="82445"/>
                    <a:pt x="206985" y="77779"/>
                  </a:cubicBezTo>
                  <a:cubicBezTo>
                    <a:pt x="203235" y="74863"/>
                    <a:pt x="198569" y="71696"/>
                    <a:pt x="193819" y="70196"/>
                  </a:cubicBezTo>
                  <a:cubicBezTo>
                    <a:pt x="195319" y="60781"/>
                    <a:pt x="210068" y="56114"/>
                    <a:pt x="217318" y="55281"/>
                  </a:cubicBezTo>
                  <a:cubicBezTo>
                    <a:pt x="223233" y="54614"/>
                    <a:pt x="228650" y="56864"/>
                    <a:pt x="234316" y="56531"/>
                  </a:cubicBezTo>
                  <a:cubicBezTo>
                    <a:pt x="241982" y="56114"/>
                    <a:pt x="245649" y="51948"/>
                    <a:pt x="252231" y="48448"/>
                  </a:cubicBezTo>
                  <a:cubicBezTo>
                    <a:pt x="263397" y="42532"/>
                    <a:pt x="270062" y="51865"/>
                    <a:pt x="279562" y="55614"/>
                  </a:cubicBezTo>
                  <a:cubicBezTo>
                    <a:pt x="285061" y="57780"/>
                    <a:pt x="291977" y="55114"/>
                    <a:pt x="297811" y="55448"/>
                  </a:cubicBezTo>
                  <a:cubicBezTo>
                    <a:pt x="276312" y="64613"/>
                    <a:pt x="256397" y="78279"/>
                    <a:pt x="239316" y="97610"/>
                  </a:cubicBezTo>
                  <a:cubicBezTo>
                    <a:pt x="236565" y="100693"/>
                    <a:pt x="233983" y="104027"/>
                    <a:pt x="231399" y="107359"/>
                  </a:cubicBezTo>
                  <a:cubicBezTo>
                    <a:pt x="227983" y="103110"/>
                    <a:pt x="225066" y="97527"/>
                    <a:pt x="222317" y="94027"/>
                  </a:cubicBezTo>
                  <a:lnTo>
                    <a:pt x="222317" y="94027"/>
                  </a:lnTo>
                  <a:close/>
                  <a:moveTo>
                    <a:pt x="68747" y="364836"/>
                  </a:moveTo>
                  <a:cubicBezTo>
                    <a:pt x="55248" y="364586"/>
                    <a:pt x="45166" y="360254"/>
                    <a:pt x="37417" y="353337"/>
                  </a:cubicBezTo>
                  <a:cubicBezTo>
                    <a:pt x="33667" y="346838"/>
                    <a:pt x="29584" y="340505"/>
                    <a:pt x="27501" y="333089"/>
                  </a:cubicBezTo>
                  <a:cubicBezTo>
                    <a:pt x="24918" y="323757"/>
                    <a:pt x="25001" y="314674"/>
                    <a:pt x="29417" y="305842"/>
                  </a:cubicBezTo>
                  <a:cubicBezTo>
                    <a:pt x="32917" y="298842"/>
                    <a:pt x="39750" y="295342"/>
                    <a:pt x="43583" y="289176"/>
                  </a:cubicBezTo>
                  <a:cubicBezTo>
                    <a:pt x="47082" y="283677"/>
                    <a:pt x="45832" y="282760"/>
                    <a:pt x="44500" y="277011"/>
                  </a:cubicBezTo>
                  <a:cubicBezTo>
                    <a:pt x="41000" y="262512"/>
                    <a:pt x="39833" y="245681"/>
                    <a:pt x="55332" y="237181"/>
                  </a:cubicBezTo>
                  <a:cubicBezTo>
                    <a:pt x="63248" y="232848"/>
                    <a:pt x="68997" y="232015"/>
                    <a:pt x="75330" y="225099"/>
                  </a:cubicBezTo>
                  <a:cubicBezTo>
                    <a:pt x="80580" y="219433"/>
                    <a:pt x="85246" y="212517"/>
                    <a:pt x="92745" y="209434"/>
                  </a:cubicBezTo>
                  <a:cubicBezTo>
                    <a:pt x="102494" y="205434"/>
                    <a:pt x="109827" y="208517"/>
                    <a:pt x="118826" y="211517"/>
                  </a:cubicBezTo>
                  <a:cubicBezTo>
                    <a:pt x="123826" y="213183"/>
                    <a:pt x="129408" y="214933"/>
                    <a:pt x="134825" y="214850"/>
                  </a:cubicBezTo>
                  <a:cubicBezTo>
                    <a:pt x="144074" y="214600"/>
                    <a:pt x="150407" y="211100"/>
                    <a:pt x="159906" y="213933"/>
                  </a:cubicBezTo>
                  <a:cubicBezTo>
                    <a:pt x="170655" y="217099"/>
                    <a:pt x="180821" y="227599"/>
                    <a:pt x="181320" y="239597"/>
                  </a:cubicBezTo>
                  <a:cubicBezTo>
                    <a:pt x="181487" y="244097"/>
                    <a:pt x="184987" y="246181"/>
                    <a:pt x="188404" y="245847"/>
                  </a:cubicBezTo>
                  <a:cubicBezTo>
                    <a:pt x="185486" y="266262"/>
                    <a:pt x="181154" y="286260"/>
                    <a:pt x="171655" y="305758"/>
                  </a:cubicBezTo>
                  <a:cubicBezTo>
                    <a:pt x="152240" y="345421"/>
                    <a:pt x="112244" y="365669"/>
                    <a:pt x="68747" y="364836"/>
                  </a:cubicBezTo>
                  <a:lnTo>
                    <a:pt x="68747" y="364836"/>
                  </a:lnTo>
                  <a:close/>
                  <a:moveTo>
                    <a:pt x="533705" y="269178"/>
                  </a:moveTo>
                  <a:cubicBezTo>
                    <a:pt x="499459" y="320257"/>
                    <a:pt x="438465" y="335172"/>
                    <a:pt x="382469" y="348671"/>
                  </a:cubicBezTo>
                  <a:cubicBezTo>
                    <a:pt x="323808" y="362837"/>
                    <a:pt x="264063" y="373335"/>
                    <a:pt x="203986" y="379252"/>
                  </a:cubicBezTo>
                  <a:cubicBezTo>
                    <a:pt x="170405" y="382585"/>
                    <a:pt x="134908" y="384834"/>
                    <a:pt x="101161" y="382002"/>
                  </a:cubicBezTo>
                  <a:cubicBezTo>
                    <a:pt x="96745" y="381668"/>
                    <a:pt x="92245" y="381085"/>
                    <a:pt x="87745" y="380251"/>
                  </a:cubicBezTo>
                  <a:cubicBezTo>
                    <a:pt x="88413" y="380168"/>
                    <a:pt x="89079" y="380168"/>
                    <a:pt x="89745" y="380085"/>
                  </a:cubicBezTo>
                  <a:cubicBezTo>
                    <a:pt x="129076" y="375252"/>
                    <a:pt x="164989" y="355170"/>
                    <a:pt x="183737" y="319507"/>
                  </a:cubicBezTo>
                  <a:cubicBezTo>
                    <a:pt x="192570" y="302592"/>
                    <a:pt x="199903" y="283677"/>
                    <a:pt x="202986" y="264762"/>
                  </a:cubicBezTo>
                  <a:cubicBezTo>
                    <a:pt x="206818" y="240931"/>
                    <a:pt x="207485" y="216599"/>
                    <a:pt x="211402" y="192768"/>
                  </a:cubicBezTo>
                  <a:cubicBezTo>
                    <a:pt x="219234" y="144523"/>
                    <a:pt x="245732" y="104360"/>
                    <a:pt x="285644" y="76779"/>
                  </a:cubicBezTo>
                  <a:cubicBezTo>
                    <a:pt x="309726" y="60114"/>
                    <a:pt x="338474" y="51781"/>
                    <a:pt x="367970" y="48782"/>
                  </a:cubicBezTo>
                  <a:cubicBezTo>
                    <a:pt x="418633" y="49448"/>
                    <a:pt x="469878" y="68280"/>
                    <a:pt x="505875" y="104527"/>
                  </a:cubicBezTo>
                  <a:cubicBezTo>
                    <a:pt x="545455" y="144689"/>
                    <a:pt x="567203" y="219183"/>
                    <a:pt x="533705" y="269178"/>
                  </a:cubicBezTo>
                  <a:lnTo>
                    <a:pt x="533705" y="269178"/>
                  </a:lnTo>
                  <a:close/>
                </a:path>
              </a:pathLst>
            </a:custGeom>
            <a:grpFill/>
            <a:ln w="8332" cap="flat">
              <a:noFill/>
              <a:prstDash val="solid"/>
              <a:miter/>
            </a:ln>
          </p:spPr>
          <p:txBody>
            <a:bodyPr rtlCol="0" anchor="ctr"/>
            <a:lstStyle/>
            <a:p>
              <a:endParaRPr lang="en-US"/>
            </a:p>
          </p:txBody>
        </p:sp>
        <p:sp>
          <p:nvSpPr>
            <p:cNvPr id="2649" name="Freeform: Shape 2648"/>
            <p:cNvSpPr/>
            <p:nvPr/>
          </p:nvSpPr>
          <p:spPr>
            <a:xfrm>
              <a:off x="9061765" y="6065849"/>
              <a:ext cx="119680" cy="261517"/>
            </a:xfrm>
            <a:custGeom>
              <a:avLst/>
              <a:gdLst>
                <a:gd name="connsiteX0" fmla="*/ 115846 w 119680"/>
                <a:gd name="connsiteY0" fmla="*/ 448 h 261517"/>
                <a:gd name="connsiteX1" fmla="*/ 45102 w 119680"/>
                <a:gd name="connsiteY1" fmla="*/ 117271 h 261517"/>
                <a:gd name="connsiteX2" fmla="*/ 32853 w 119680"/>
                <a:gd name="connsiteY2" fmla="*/ 189097 h 261517"/>
                <a:gd name="connsiteX3" fmla="*/ 106 w 119680"/>
                <a:gd name="connsiteY3" fmla="*/ 260674 h 261517"/>
                <a:gd name="connsiteX4" fmla="*/ 1023 w 119680"/>
                <a:gd name="connsiteY4" fmla="*/ 261341 h 261517"/>
                <a:gd name="connsiteX5" fmla="*/ 53352 w 119680"/>
                <a:gd name="connsiteY5" fmla="*/ 144601 h 261517"/>
                <a:gd name="connsiteX6" fmla="*/ 119012 w 119680"/>
                <a:gd name="connsiteY6" fmla="*/ 4197 h 261517"/>
                <a:gd name="connsiteX7" fmla="*/ 115846 w 119680"/>
                <a:gd name="connsiteY7" fmla="*/ 448 h 261517"/>
                <a:gd name="connsiteX8" fmla="*/ 115846 w 119680"/>
                <a:gd name="connsiteY8" fmla="*/ 448 h 261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680" h="261517">
                  <a:moveTo>
                    <a:pt x="115846" y="448"/>
                  </a:moveTo>
                  <a:cubicBezTo>
                    <a:pt x="77266" y="29861"/>
                    <a:pt x="52018" y="68941"/>
                    <a:pt x="45102" y="117271"/>
                  </a:cubicBezTo>
                  <a:cubicBezTo>
                    <a:pt x="41602" y="141685"/>
                    <a:pt x="38853" y="165266"/>
                    <a:pt x="32853" y="189097"/>
                  </a:cubicBezTo>
                  <a:cubicBezTo>
                    <a:pt x="26187" y="215428"/>
                    <a:pt x="16188" y="238759"/>
                    <a:pt x="106" y="260674"/>
                  </a:cubicBezTo>
                  <a:cubicBezTo>
                    <a:pt x="-311" y="261174"/>
                    <a:pt x="606" y="261841"/>
                    <a:pt x="1023" y="261341"/>
                  </a:cubicBezTo>
                  <a:cubicBezTo>
                    <a:pt x="30354" y="229010"/>
                    <a:pt x="49102" y="188347"/>
                    <a:pt x="53352" y="144601"/>
                  </a:cubicBezTo>
                  <a:cubicBezTo>
                    <a:pt x="58768" y="89023"/>
                    <a:pt x="75100" y="40860"/>
                    <a:pt x="119012" y="4197"/>
                  </a:cubicBezTo>
                  <a:cubicBezTo>
                    <a:pt x="121012" y="2531"/>
                    <a:pt x="118096" y="-1302"/>
                    <a:pt x="115846" y="448"/>
                  </a:cubicBezTo>
                  <a:lnTo>
                    <a:pt x="115846" y="448"/>
                  </a:lnTo>
                  <a:close/>
                </a:path>
              </a:pathLst>
            </a:custGeom>
            <a:grpFill/>
            <a:ln w="8332" cap="flat">
              <a:noFill/>
              <a:prstDash val="solid"/>
              <a:miter/>
            </a:ln>
          </p:spPr>
          <p:txBody>
            <a:bodyPr rtlCol="0" anchor="ctr"/>
            <a:lstStyle/>
            <a:p>
              <a:endParaRPr lang="en-US"/>
            </a:p>
          </p:txBody>
        </p:sp>
        <p:sp>
          <p:nvSpPr>
            <p:cNvPr id="2650" name="Freeform: Shape 2649"/>
            <p:cNvSpPr/>
            <p:nvPr/>
          </p:nvSpPr>
          <p:spPr>
            <a:xfrm>
              <a:off x="8899884" y="6005881"/>
              <a:ext cx="193916" cy="197101"/>
            </a:xfrm>
            <a:custGeom>
              <a:avLst/>
              <a:gdLst>
                <a:gd name="connsiteX0" fmla="*/ 191402 w 193916"/>
                <a:gd name="connsiteY0" fmla="*/ 4 h 197101"/>
                <a:gd name="connsiteX1" fmla="*/ 64663 w 193916"/>
                <a:gd name="connsiteY1" fmla="*/ 60749 h 197101"/>
                <a:gd name="connsiteX2" fmla="*/ 19917 w 193916"/>
                <a:gd name="connsiteY2" fmla="*/ 123243 h 197101"/>
                <a:gd name="connsiteX3" fmla="*/ 3752 w 193916"/>
                <a:gd name="connsiteY3" fmla="*/ 159656 h 197101"/>
                <a:gd name="connsiteX4" fmla="*/ 2 w 193916"/>
                <a:gd name="connsiteY4" fmla="*/ 195570 h 197101"/>
                <a:gd name="connsiteX5" fmla="*/ 3168 w 193916"/>
                <a:gd name="connsiteY5" fmla="*/ 195570 h 197101"/>
                <a:gd name="connsiteX6" fmla="*/ 192068 w 193916"/>
                <a:gd name="connsiteY6" fmla="*/ 5087 h 197101"/>
                <a:gd name="connsiteX7" fmla="*/ 191402 w 193916"/>
                <a:gd name="connsiteY7" fmla="*/ 4 h 197101"/>
                <a:gd name="connsiteX8" fmla="*/ 191402 w 193916"/>
                <a:gd name="connsiteY8" fmla="*/ 4 h 197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3916" h="197101">
                  <a:moveTo>
                    <a:pt x="191402" y="4"/>
                  </a:moveTo>
                  <a:cubicBezTo>
                    <a:pt x="143822" y="3754"/>
                    <a:pt x="98577" y="27418"/>
                    <a:pt x="64663" y="60749"/>
                  </a:cubicBezTo>
                  <a:cubicBezTo>
                    <a:pt x="46498" y="78664"/>
                    <a:pt x="32000" y="100912"/>
                    <a:pt x="19917" y="123243"/>
                  </a:cubicBezTo>
                  <a:cubicBezTo>
                    <a:pt x="13584" y="134992"/>
                    <a:pt x="7585" y="146824"/>
                    <a:pt x="3752" y="159656"/>
                  </a:cubicBezTo>
                  <a:cubicBezTo>
                    <a:pt x="85" y="171739"/>
                    <a:pt x="419" y="183071"/>
                    <a:pt x="2" y="195570"/>
                  </a:cubicBezTo>
                  <a:cubicBezTo>
                    <a:pt x="-81" y="197653"/>
                    <a:pt x="2919" y="197570"/>
                    <a:pt x="3168" y="195570"/>
                  </a:cubicBezTo>
                  <a:cubicBezTo>
                    <a:pt x="14084" y="103745"/>
                    <a:pt x="102826" y="21169"/>
                    <a:pt x="192068" y="5087"/>
                  </a:cubicBezTo>
                  <a:cubicBezTo>
                    <a:pt x="194901" y="4504"/>
                    <a:pt x="194318" y="-162"/>
                    <a:pt x="191402" y="4"/>
                  </a:cubicBezTo>
                  <a:lnTo>
                    <a:pt x="191402" y="4"/>
                  </a:lnTo>
                  <a:close/>
                </a:path>
              </a:pathLst>
            </a:custGeom>
            <a:grpFill/>
            <a:ln w="8332" cap="flat">
              <a:noFill/>
              <a:prstDash val="solid"/>
              <a:miter/>
            </a:ln>
          </p:spPr>
          <p:txBody>
            <a:bodyPr rtlCol="0" anchor="ctr"/>
            <a:lstStyle/>
            <a:p>
              <a:endParaRPr lang="en-US"/>
            </a:p>
          </p:txBody>
        </p:sp>
        <p:sp>
          <p:nvSpPr>
            <p:cNvPr id="2651" name="Freeform: Shape 2650"/>
            <p:cNvSpPr/>
            <p:nvPr/>
          </p:nvSpPr>
          <p:spPr>
            <a:xfrm>
              <a:off x="8928389" y="6216439"/>
              <a:ext cx="74466" cy="114275"/>
            </a:xfrm>
            <a:custGeom>
              <a:avLst/>
              <a:gdLst>
                <a:gd name="connsiteX0" fmla="*/ 72988 w 74466"/>
                <a:gd name="connsiteY0" fmla="*/ 2344 h 114275"/>
                <a:gd name="connsiteX1" fmla="*/ 29158 w 74466"/>
                <a:gd name="connsiteY1" fmla="*/ 17759 h 114275"/>
                <a:gd name="connsiteX2" fmla="*/ 21659 w 74466"/>
                <a:gd name="connsiteY2" fmla="*/ 38925 h 114275"/>
                <a:gd name="connsiteX3" fmla="*/ 23742 w 74466"/>
                <a:gd name="connsiteY3" fmla="*/ 48674 h 114275"/>
                <a:gd name="connsiteX4" fmla="*/ 26908 w 74466"/>
                <a:gd name="connsiteY4" fmla="*/ 54340 h 114275"/>
                <a:gd name="connsiteX5" fmla="*/ 24909 w 74466"/>
                <a:gd name="connsiteY5" fmla="*/ 55756 h 114275"/>
                <a:gd name="connsiteX6" fmla="*/ 3411 w 74466"/>
                <a:gd name="connsiteY6" fmla="*/ 74921 h 114275"/>
                <a:gd name="connsiteX7" fmla="*/ 911 w 74466"/>
                <a:gd name="connsiteY7" fmla="*/ 96836 h 114275"/>
                <a:gd name="connsiteX8" fmla="*/ 36324 w 74466"/>
                <a:gd name="connsiteY8" fmla="*/ 109501 h 114275"/>
                <a:gd name="connsiteX9" fmla="*/ 33575 w 74466"/>
                <a:gd name="connsiteY9" fmla="*/ 102919 h 114275"/>
                <a:gd name="connsiteX10" fmla="*/ 10076 w 74466"/>
                <a:gd name="connsiteY10" fmla="*/ 82254 h 114275"/>
                <a:gd name="connsiteX11" fmla="*/ 26825 w 74466"/>
                <a:gd name="connsiteY11" fmla="*/ 64006 h 114275"/>
                <a:gd name="connsiteX12" fmla="*/ 37408 w 74466"/>
                <a:gd name="connsiteY12" fmla="*/ 55006 h 114275"/>
                <a:gd name="connsiteX13" fmla="*/ 35741 w 74466"/>
                <a:gd name="connsiteY13" fmla="*/ 51173 h 114275"/>
                <a:gd name="connsiteX14" fmla="*/ 32075 w 74466"/>
                <a:gd name="connsiteY14" fmla="*/ 28509 h 114275"/>
                <a:gd name="connsiteX15" fmla="*/ 71905 w 74466"/>
                <a:gd name="connsiteY15" fmla="*/ 6344 h 114275"/>
                <a:gd name="connsiteX16" fmla="*/ 72988 w 74466"/>
                <a:gd name="connsiteY16" fmla="*/ 2344 h 114275"/>
                <a:gd name="connsiteX17" fmla="*/ 72988 w 74466"/>
                <a:gd name="connsiteY17" fmla="*/ 2344 h 114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4466" h="114275">
                  <a:moveTo>
                    <a:pt x="72988" y="2344"/>
                  </a:moveTo>
                  <a:cubicBezTo>
                    <a:pt x="54573" y="-3572"/>
                    <a:pt x="40574" y="1761"/>
                    <a:pt x="29158" y="17759"/>
                  </a:cubicBezTo>
                  <a:cubicBezTo>
                    <a:pt x="24742" y="23926"/>
                    <a:pt x="21492" y="31175"/>
                    <a:pt x="21659" y="38925"/>
                  </a:cubicBezTo>
                  <a:cubicBezTo>
                    <a:pt x="21742" y="42424"/>
                    <a:pt x="22410" y="45424"/>
                    <a:pt x="23742" y="48674"/>
                  </a:cubicBezTo>
                  <a:cubicBezTo>
                    <a:pt x="24659" y="50673"/>
                    <a:pt x="25742" y="52507"/>
                    <a:pt x="26908" y="54340"/>
                  </a:cubicBezTo>
                  <a:cubicBezTo>
                    <a:pt x="26409" y="54173"/>
                    <a:pt x="25742" y="54590"/>
                    <a:pt x="24909" y="55756"/>
                  </a:cubicBezTo>
                  <a:cubicBezTo>
                    <a:pt x="17826" y="62589"/>
                    <a:pt x="8410" y="65672"/>
                    <a:pt x="3411" y="74921"/>
                  </a:cubicBezTo>
                  <a:cubicBezTo>
                    <a:pt x="-256" y="81671"/>
                    <a:pt x="-755" y="89420"/>
                    <a:pt x="911" y="96836"/>
                  </a:cubicBezTo>
                  <a:cubicBezTo>
                    <a:pt x="5244" y="116668"/>
                    <a:pt x="20742" y="117584"/>
                    <a:pt x="36324" y="109501"/>
                  </a:cubicBezTo>
                  <a:cubicBezTo>
                    <a:pt x="39908" y="107668"/>
                    <a:pt x="37408" y="101669"/>
                    <a:pt x="33575" y="102919"/>
                  </a:cubicBezTo>
                  <a:cubicBezTo>
                    <a:pt x="18492" y="107918"/>
                    <a:pt x="5910" y="96919"/>
                    <a:pt x="10076" y="82254"/>
                  </a:cubicBezTo>
                  <a:cubicBezTo>
                    <a:pt x="12076" y="75421"/>
                    <a:pt x="20826" y="67505"/>
                    <a:pt x="26825" y="64006"/>
                  </a:cubicBezTo>
                  <a:cubicBezTo>
                    <a:pt x="31659" y="61172"/>
                    <a:pt x="37157" y="61339"/>
                    <a:pt x="37408" y="55006"/>
                  </a:cubicBezTo>
                  <a:cubicBezTo>
                    <a:pt x="37491" y="53256"/>
                    <a:pt x="36074" y="52590"/>
                    <a:pt x="35741" y="51173"/>
                  </a:cubicBezTo>
                  <a:cubicBezTo>
                    <a:pt x="33408" y="42757"/>
                    <a:pt x="28741" y="38258"/>
                    <a:pt x="32075" y="28509"/>
                  </a:cubicBezTo>
                  <a:cubicBezTo>
                    <a:pt x="38075" y="10927"/>
                    <a:pt x="54156" y="1511"/>
                    <a:pt x="71905" y="6344"/>
                  </a:cubicBezTo>
                  <a:cubicBezTo>
                    <a:pt x="74488" y="7094"/>
                    <a:pt x="75571" y="3177"/>
                    <a:pt x="72988" y="2344"/>
                  </a:cubicBezTo>
                  <a:lnTo>
                    <a:pt x="72988" y="2344"/>
                  </a:lnTo>
                  <a:close/>
                </a:path>
              </a:pathLst>
            </a:custGeom>
            <a:grpFill/>
            <a:ln w="8332" cap="flat">
              <a:noFill/>
              <a:prstDash val="solid"/>
              <a:miter/>
            </a:ln>
          </p:spPr>
          <p:txBody>
            <a:bodyPr rtlCol="0" anchor="ctr"/>
            <a:lstStyle/>
            <a:p>
              <a:endParaRPr lang="en-US"/>
            </a:p>
          </p:txBody>
        </p:sp>
        <p:sp>
          <p:nvSpPr>
            <p:cNvPr id="2652" name="Freeform: Shape 2651"/>
            <p:cNvSpPr/>
            <p:nvPr/>
          </p:nvSpPr>
          <p:spPr>
            <a:xfrm>
              <a:off x="8974267" y="6260895"/>
              <a:ext cx="29964" cy="39012"/>
            </a:xfrm>
            <a:custGeom>
              <a:avLst/>
              <a:gdLst>
                <a:gd name="connsiteX0" fmla="*/ 25860 w 29964"/>
                <a:gd name="connsiteY0" fmla="*/ 28132 h 39012"/>
                <a:gd name="connsiteX1" fmla="*/ 9944 w 29964"/>
                <a:gd name="connsiteY1" fmla="*/ 26549 h 39012"/>
                <a:gd name="connsiteX2" fmla="*/ 11945 w 29964"/>
                <a:gd name="connsiteY2" fmla="*/ 13800 h 39012"/>
                <a:gd name="connsiteX3" fmla="*/ 19194 w 29964"/>
                <a:gd name="connsiteY3" fmla="*/ 2801 h 39012"/>
                <a:gd name="connsiteX4" fmla="*/ 16277 w 29964"/>
                <a:gd name="connsiteY4" fmla="*/ 551 h 39012"/>
                <a:gd name="connsiteX5" fmla="*/ 1529 w 29964"/>
                <a:gd name="connsiteY5" fmla="*/ 32298 h 39012"/>
                <a:gd name="connsiteX6" fmla="*/ 27943 w 29964"/>
                <a:gd name="connsiteY6" fmla="*/ 35715 h 39012"/>
                <a:gd name="connsiteX7" fmla="*/ 25860 w 29964"/>
                <a:gd name="connsiteY7" fmla="*/ 28132 h 39012"/>
                <a:gd name="connsiteX8" fmla="*/ 25860 w 29964"/>
                <a:gd name="connsiteY8" fmla="*/ 28132 h 39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964" h="39012">
                  <a:moveTo>
                    <a:pt x="25860" y="28132"/>
                  </a:moveTo>
                  <a:cubicBezTo>
                    <a:pt x="21943" y="28382"/>
                    <a:pt x="12861" y="29798"/>
                    <a:pt x="9944" y="26549"/>
                  </a:cubicBezTo>
                  <a:cubicBezTo>
                    <a:pt x="7278" y="23549"/>
                    <a:pt x="10444" y="16800"/>
                    <a:pt x="11945" y="13800"/>
                  </a:cubicBezTo>
                  <a:cubicBezTo>
                    <a:pt x="13861" y="9800"/>
                    <a:pt x="16611" y="6384"/>
                    <a:pt x="19194" y="2801"/>
                  </a:cubicBezTo>
                  <a:cubicBezTo>
                    <a:pt x="20360" y="1134"/>
                    <a:pt x="17610" y="-1032"/>
                    <a:pt x="16277" y="551"/>
                  </a:cubicBezTo>
                  <a:cubicBezTo>
                    <a:pt x="10194" y="7967"/>
                    <a:pt x="-4804" y="21549"/>
                    <a:pt x="1529" y="32298"/>
                  </a:cubicBezTo>
                  <a:cubicBezTo>
                    <a:pt x="7111" y="41881"/>
                    <a:pt x="19610" y="39464"/>
                    <a:pt x="27943" y="35715"/>
                  </a:cubicBezTo>
                  <a:cubicBezTo>
                    <a:pt x="31693" y="34131"/>
                    <a:pt x="29776" y="27965"/>
                    <a:pt x="25860" y="28132"/>
                  </a:cubicBezTo>
                  <a:lnTo>
                    <a:pt x="25860" y="28132"/>
                  </a:lnTo>
                  <a:close/>
                </a:path>
              </a:pathLst>
            </a:custGeom>
            <a:grpFill/>
            <a:ln w="8332" cap="flat">
              <a:noFill/>
              <a:prstDash val="solid"/>
              <a:miter/>
            </a:ln>
          </p:spPr>
          <p:txBody>
            <a:bodyPr rtlCol="0" anchor="ctr"/>
            <a:lstStyle/>
            <a:p>
              <a:endParaRPr lang="en-US"/>
            </a:p>
          </p:txBody>
        </p:sp>
        <p:sp>
          <p:nvSpPr>
            <p:cNvPr id="2653" name="Freeform: Shape 2652"/>
            <p:cNvSpPr/>
            <p:nvPr/>
          </p:nvSpPr>
          <p:spPr>
            <a:xfrm>
              <a:off x="9007138" y="6224581"/>
              <a:ext cx="23834" cy="35287"/>
            </a:xfrm>
            <a:custGeom>
              <a:avLst/>
              <a:gdLst>
                <a:gd name="connsiteX0" fmla="*/ 20986 w 23834"/>
                <a:gd name="connsiteY0" fmla="*/ 27365 h 35287"/>
                <a:gd name="connsiteX1" fmla="*/ 9404 w 23834"/>
                <a:gd name="connsiteY1" fmla="*/ 21033 h 35287"/>
                <a:gd name="connsiteX2" fmla="*/ 13070 w 23834"/>
                <a:gd name="connsiteY2" fmla="*/ 3784 h 35287"/>
                <a:gd name="connsiteX3" fmla="*/ 7571 w 23834"/>
                <a:gd name="connsiteY3" fmla="*/ 1451 h 35287"/>
                <a:gd name="connsiteX4" fmla="*/ 989 w 23834"/>
                <a:gd name="connsiteY4" fmla="*/ 26532 h 35287"/>
                <a:gd name="connsiteX5" fmla="*/ 19819 w 23834"/>
                <a:gd name="connsiteY5" fmla="*/ 35281 h 35287"/>
                <a:gd name="connsiteX6" fmla="*/ 20986 w 23834"/>
                <a:gd name="connsiteY6" fmla="*/ 27365 h 35287"/>
                <a:gd name="connsiteX7" fmla="*/ 20986 w 23834"/>
                <a:gd name="connsiteY7" fmla="*/ 27365 h 35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34" h="35287">
                  <a:moveTo>
                    <a:pt x="20986" y="27365"/>
                  </a:moveTo>
                  <a:cubicBezTo>
                    <a:pt x="16986" y="25865"/>
                    <a:pt x="11071" y="25532"/>
                    <a:pt x="9404" y="21033"/>
                  </a:cubicBezTo>
                  <a:cubicBezTo>
                    <a:pt x="7404" y="15700"/>
                    <a:pt x="11404" y="8784"/>
                    <a:pt x="13070" y="3784"/>
                  </a:cubicBezTo>
                  <a:cubicBezTo>
                    <a:pt x="14154" y="534"/>
                    <a:pt x="9154" y="-1549"/>
                    <a:pt x="7571" y="1451"/>
                  </a:cubicBezTo>
                  <a:cubicBezTo>
                    <a:pt x="3488" y="9117"/>
                    <a:pt x="-2345" y="17533"/>
                    <a:pt x="989" y="26532"/>
                  </a:cubicBezTo>
                  <a:cubicBezTo>
                    <a:pt x="3988" y="34698"/>
                    <a:pt x="12404" y="35364"/>
                    <a:pt x="19819" y="35281"/>
                  </a:cubicBezTo>
                  <a:cubicBezTo>
                    <a:pt x="24736" y="35364"/>
                    <a:pt x="25152" y="28948"/>
                    <a:pt x="20986" y="27365"/>
                  </a:cubicBezTo>
                  <a:lnTo>
                    <a:pt x="20986" y="27365"/>
                  </a:lnTo>
                  <a:close/>
                </a:path>
              </a:pathLst>
            </a:custGeom>
            <a:grpFill/>
            <a:ln w="8332" cap="flat">
              <a:noFill/>
              <a:prstDash val="solid"/>
              <a:miter/>
            </a:ln>
          </p:spPr>
          <p:txBody>
            <a:bodyPr rtlCol="0" anchor="ctr"/>
            <a:lstStyle/>
            <a:p>
              <a:endParaRPr lang="en-US"/>
            </a:p>
          </p:txBody>
        </p:sp>
        <p:sp>
          <p:nvSpPr>
            <p:cNvPr id="2654" name="Freeform: Shape 2653"/>
            <p:cNvSpPr/>
            <p:nvPr/>
          </p:nvSpPr>
          <p:spPr>
            <a:xfrm>
              <a:off x="6109138" y="5144547"/>
              <a:ext cx="166" cy="499"/>
            </a:xfrm>
            <a:custGeom>
              <a:avLst/>
              <a:gdLst>
                <a:gd name="connsiteX0" fmla="*/ 0 w 166"/>
                <a:gd name="connsiteY0" fmla="*/ 0 h 499"/>
                <a:gd name="connsiteX1" fmla="*/ 166 w 166"/>
                <a:gd name="connsiteY1" fmla="*/ 500 h 499"/>
                <a:gd name="connsiteX2" fmla="*/ 0 w 166"/>
                <a:gd name="connsiteY2" fmla="*/ 0 h 499"/>
                <a:gd name="connsiteX3" fmla="*/ 0 w 166"/>
                <a:gd name="connsiteY3" fmla="*/ 0 h 499"/>
              </a:gdLst>
              <a:ahLst/>
              <a:cxnLst>
                <a:cxn ang="0">
                  <a:pos x="connsiteX0" y="connsiteY0"/>
                </a:cxn>
                <a:cxn ang="0">
                  <a:pos x="connsiteX1" y="connsiteY1"/>
                </a:cxn>
                <a:cxn ang="0">
                  <a:pos x="connsiteX2" y="connsiteY2"/>
                </a:cxn>
                <a:cxn ang="0">
                  <a:pos x="connsiteX3" y="connsiteY3"/>
                </a:cxn>
              </a:cxnLst>
              <a:rect l="l" t="t" r="r" b="b"/>
              <a:pathLst>
                <a:path w="166" h="499">
                  <a:moveTo>
                    <a:pt x="0" y="0"/>
                  </a:moveTo>
                  <a:cubicBezTo>
                    <a:pt x="0" y="83"/>
                    <a:pt x="83" y="166"/>
                    <a:pt x="166" y="500"/>
                  </a:cubicBezTo>
                  <a:cubicBezTo>
                    <a:pt x="83" y="333"/>
                    <a:pt x="83" y="166"/>
                    <a:pt x="0" y="0"/>
                  </a:cubicBezTo>
                  <a:lnTo>
                    <a:pt x="0" y="0"/>
                  </a:lnTo>
                  <a:close/>
                </a:path>
              </a:pathLst>
            </a:custGeom>
            <a:grpFill/>
            <a:ln w="8332" cap="flat">
              <a:noFill/>
              <a:prstDash val="solid"/>
              <a:miter/>
            </a:ln>
          </p:spPr>
          <p:txBody>
            <a:bodyPr rtlCol="0" anchor="ctr"/>
            <a:lstStyle/>
            <a:p>
              <a:endParaRPr lang="en-US"/>
            </a:p>
          </p:txBody>
        </p:sp>
        <p:sp>
          <p:nvSpPr>
            <p:cNvPr id="2655" name="Freeform: Shape 2654"/>
            <p:cNvSpPr/>
            <p:nvPr/>
          </p:nvSpPr>
          <p:spPr>
            <a:xfrm>
              <a:off x="6077720" y="4868952"/>
              <a:ext cx="569195" cy="398781"/>
            </a:xfrm>
            <a:custGeom>
              <a:avLst/>
              <a:gdLst>
                <a:gd name="connsiteX0" fmla="*/ 532039 w 569195"/>
                <a:gd name="connsiteY0" fmla="*/ 107443 h 398781"/>
                <a:gd name="connsiteX1" fmla="*/ 449547 w 569195"/>
                <a:gd name="connsiteY1" fmla="*/ 48032 h 398781"/>
                <a:gd name="connsiteX2" fmla="*/ 398051 w 569195"/>
                <a:gd name="connsiteY2" fmla="*/ 36616 h 398781"/>
                <a:gd name="connsiteX3" fmla="*/ 385719 w 569195"/>
                <a:gd name="connsiteY3" fmla="*/ 36366 h 398781"/>
                <a:gd name="connsiteX4" fmla="*/ 382886 w 569195"/>
                <a:gd name="connsiteY4" fmla="*/ 33199 h 398781"/>
                <a:gd name="connsiteX5" fmla="*/ 143657 w 569195"/>
                <a:gd name="connsiteY5" fmla="*/ 21867 h 398781"/>
                <a:gd name="connsiteX6" fmla="*/ 49916 w 569195"/>
                <a:gd name="connsiteY6" fmla="*/ 91278 h 398781"/>
                <a:gd name="connsiteX7" fmla="*/ 2753 w 569195"/>
                <a:gd name="connsiteY7" fmla="*/ 212684 h 398781"/>
                <a:gd name="connsiteX8" fmla="*/ 1170 w 569195"/>
                <a:gd name="connsiteY8" fmla="*/ 269345 h 398781"/>
                <a:gd name="connsiteX9" fmla="*/ 11003 w 569195"/>
                <a:gd name="connsiteY9" fmla="*/ 334422 h 398781"/>
                <a:gd name="connsiteX10" fmla="*/ 34167 w 569195"/>
                <a:gd name="connsiteY10" fmla="*/ 368003 h 398781"/>
                <a:gd name="connsiteX11" fmla="*/ 43417 w 569195"/>
                <a:gd name="connsiteY11" fmla="*/ 375835 h 398781"/>
                <a:gd name="connsiteX12" fmla="*/ 86246 w 569195"/>
                <a:gd name="connsiteY12" fmla="*/ 394250 h 398781"/>
                <a:gd name="connsiteX13" fmla="*/ 189903 w 569195"/>
                <a:gd name="connsiteY13" fmla="*/ 396500 h 398781"/>
                <a:gd name="connsiteX14" fmla="*/ 394718 w 569195"/>
                <a:gd name="connsiteY14" fmla="*/ 363503 h 398781"/>
                <a:gd name="connsiteX15" fmla="*/ 552370 w 569195"/>
                <a:gd name="connsiteY15" fmla="*/ 274678 h 398781"/>
                <a:gd name="connsiteX16" fmla="*/ 532039 w 569195"/>
                <a:gd name="connsiteY16" fmla="*/ 107443 h 398781"/>
                <a:gd name="connsiteX17" fmla="*/ 532039 w 569195"/>
                <a:gd name="connsiteY17" fmla="*/ 107443 h 398781"/>
                <a:gd name="connsiteX18" fmla="*/ 9586 w 569195"/>
                <a:gd name="connsiteY18" fmla="*/ 272928 h 398781"/>
                <a:gd name="connsiteX19" fmla="*/ 112160 w 569195"/>
                <a:gd name="connsiteY19" fmla="*/ 50864 h 398781"/>
                <a:gd name="connsiteX20" fmla="*/ 243232 w 569195"/>
                <a:gd name="connsiteY20" fmla="*/ 15201 h 398781"/>
                <a:gd name="connsiteX21" fmla="*/ 362971 w 569195"/>
                <a:gd name="connsiteY21" fmla="*/ 39365 h 398781"/>
                <a:gd name="connsiteX22" fmla="*/ 352888 w 569195"/>
                <a:gd name="connsiteY22" fmla="*/ 41532 h 398781"/>
                <a:gd name="connsiteX23" fmla="*/ 311725 w 569195"/>
                <a:gd name="connsiteY23" fmla="*/ 50198 h 398781"/>
                <a:gd name="connsiteX24" fmla="*/ 290728 w 569195"/>
                <a:gd name="connsiteY24" fmla="*/ 43782 h 398781"/>
                <a:gd name="connsiteX25" fmla="*/ 271229 w 569195"/>
                <a:gd name="connsiteY25" fmla="*/ 32200 h 398781"/>
                <a:gd name="connsiteX26" fmla="*/ 250481 w 569195"/>
                <a:gd name="connsiteY26" fmla="*/ 33116 h 398781"/>
                <a:gd name="connsiteX27" fmla="*/ 228816 w 569195"/>
                <a:gd name="connsiteY27" fmla="*/ 45115 h 398781"/>
                <a:gd name="connsiteX28" fmla="*/ 205235 w 569195"/>
                <a:gd name="connsiteY28" fmla="*/ 48198 h 398781"/>
                <a:gd name="connsiteX29" fmla="*/ 187987 w 569195"/>
                <a:gd name="connsiteY29" fmla="*/ 63530 h 398781"/>
                <a:gd name="connsiteX30" fmla="*/ 184987 w 569195"/>
                <a:gd name="connsiteY30" fmla="*/ 61280 h 398781"/>
                <a:gd name="connsiteX31" fmla="*/ 164572 w 569195"/>
                <a:gd name="connsiteY31" fmla="*/ 56948 h 398781"/>
                <a:gd name="connsiteX32" fmla="*/ 150740 w 569195"/>
                <a:gd name="connsiteY32" fmla="*/ 76612 h 398781"/>
                <a:gd name="connsiteX33" fmla="*/ 150073 w 569195"/>
                <a:gd name="connsiteY33" fmla="*/ 76446 h 398781"/>
                <a:gd name="connsiteX34" fmla="*/ 131909 w 569195"/>
                <a:gd name="connsiteY34" fmla="*/ 89695 h 398781"/>
                <a:gd name="connsiteX35" fmla="*/ 131909 w 569195"/>
                <a:gd name="connsiteY35" fmla="*/ 105276 h 398781"/>
                <a:gd name="connsiteX36" fmla="*/ 126992 w 569195"/>
                <a:gd name="connsiteY36" fmla="*/ 102193 h 398781"/>
                <a:gd name="connsiteX37" fmla="*/ 99328 w 569195"/>
                <a:gd name="connsiteY37" fmla="*/ 106360 h 398781"/>
                <a:gd name="connsiteX38" fmla="*/ 95412 w 569195"/>
                <a:gd name="connsiteY38" fmla="*/ 143356 h 398781"/>
                <a:gd name="connsiteX39" fmla="*/ 62415 w 569195"/>
                <a:gd name="connsiteY39" fmla="*/ 212184 h 398781"/>
                <a:gd name="connsiteX40" fmla="*/ 63414 w 569195"/>
                <a:gd name="connsiteY40" fmla="*/ 213184 h 398781"/>
                <a:gd name="connsiteX41" fmla="*/ 47416 w 569195"/>
                <a:gd name="connsiteY41" fmla="*/ 223432 h 398781"/>
                <a:gd name="connsiteX42" fmla="*/ 28917 w 569195"/>
                <a:gd name="connsiteY42" fmla="*/ 255930 h 398781"/>
                <a:gd name="connsiteX43" fmla="*/ 31751 w 569195"/>
                <a:gd name="connsiteY43" fmla="*/ 275511 h 398781"/>
                <a:gd name="connsiteX44" fmla="*/ 36750 w 569195"/>
                <a:gd name="connsiteY44" fmla="*/ 283344 h 398781"/>
                <a:gd name="connsiteX45" fmla="*/ 30168 w 569195"/>
                <a:gd name="connsiteY45" fmla="*/ 289593 h 398781"/>
                <a:gd name="connsiteX46" fmla="*/ 17418 w 569195"/>
                <a:gd name="connsiteY46" fmla="*/ 316174 h 398781"/>
                <a:gd name="connsiteX47" fmla="*/ 9586 w 569195"/>
                <a:gd name="connsiteY47" fmla="*/ 272928 h 398781"/>
                <a:gd name="connsiteX48" fmla="*/ 9586 w 569195"/>
                <a:gd name="connsiteY48" fmla="*/ 272928 h 398781"/>
                <a:gd name="connsiteX49" fmla="*/ 69664 w 569195"/>
                <a:gd name="connsiteY49" fmla="*/ 171437 h 398781"/>
                <a:gd name="connsiteX50" fmla="*/ 97412 w 569195"/>
                <a:gd name="connsiteY50" fmla="*/ 149189 h 398781"/>
                <a:gd name="connsiteX51" fmla="*/ 123909 w 569195"/>
                <a:gd name="connsiteY51" fmla="*/ 169187 h 398781"/>
                <a:gd name="connsiteX52" fmla="*/ 194069 w 569195"/>
                <a:gd name="connsiteY52" fmla="*/ 201351 h 398781"/>
                <a:gd name="connsiteX53" fmla="*/ 191153 w 569195"/>
                <a:gd name="connsiteY53" fmla="*/ 223932 h 398781"/>
                <a:gd name="connsiteX54" fmla="*/ 181570 w 569195"/>
                <a:gd name="connsiteY54" fmla="*/ 211433 h 398781"/>
                <a:gd name="connsiteX55" fmla="*/ 162322 w 569195"/>
                <a:gd name="connsiteY55" fmla="*/ 204934 h 398781"/>
                <a:gd name="connsiteX56" fmla="*/ 126825 w 569195"/>
                <a:gd name="connsiteY56" fmla="*/ 203268 h 398781"/>
                <a:gd name="connsiteX57" fmla="*/ 86329 w 569195"/>
                <a:gd name="connsiteY57" fmla="*/ 196768 h 398781"/>
                <a:gd name="connsiteX58" fmla="*/ 69331 w 569195"/>
                <a:gd name="connsiteY58" fmla="*/ 207684 h 398781"/>
                <a:gd name="connsiteX59" fmla="*/ 69664 w 569195"/>
                <a:gd name="connsiteY59" fmla="*/ 171437 h 398781"/>
                <a:gd name="connsiteX60" fmla="*/ 69664 w 569195"/>
                <a:gd name="connsiteY60" fmla="*/ 171437 h 398781"/>
                <a:gd name="connsiteX61" fmla="*/ 133992 w 569195"/>
                <a:gd name="connsiteY61" fmla="*/ 168520 h 398781"/>
                <a:gd name="connsiteX62" fmla="*/ 104828 w 569195"/>
                <a:gd name="connsiteY62" fmla="*/ 145523 h 398781"/>
                <a:gd name="connsiteX63" fmla="*/ 104744 w 569195"/>
                <a:gd name="connsiteY63" fmla="*/ 145356 h 398781"/>
                <a:gd name="connsiteX64" fmla="*/ 97495 w 569195"/>
                <a:gd name="connsiteY64" fmla="*/ 132690 h 398781"/>
                <a:gd name="connsiteX65" fmla="*/ 107744 w 569195"/>
                <a:gd name="connsiteY65" fmla="*/ 110359 h 398781"/>
                <a:gd name="connsiteX66" fmla="*/ 123493 w 569195"/>
                <a:gd name="connsiteY66" fmla="*/ 109609 h 398781"/>
                <a:gd name="connsiteX67" fmla="*/ 130492 w 569195"/>
                <a:gd name="connsiteY67" fmla="*/ 116942 h 398781"/>
                <a:gd name="connsiteX68" fmla="*/ 136408 w 569195"/>
                <a:gd name="connsiteY68" fmla="*/ 122691 h 398781"/>
                <a:gd name="connsiteX69" fmla="*/ 126492 w 569195"/>
                <a:gd name="connsiteY69" fmla="*/ 131524 h 398781"/>
                <a:gd name="connsiteX70" fmla="*/ 133992 w 569195"/>
                <a:gd name="connsiteY70" fmla="*/ 168520 h 398781"/>
                <a:gd name="connsiteX71" fmla="*/ 133992 w 569195"/>
                <a:gd name="connsiteY71" fmla="*/ 168520 h 398781"/>
                <a:gd name="connsiteX72" fmla="*/ 178654 w 569195"/>
                <a:gd name="connsiteY72" fmla="*/ 187936 h 398781"/>
                <a:gd name="connsiteX73" fmla="*/ 155989 w 569195"/>
                <a:gd name="connsiteY73" fmla="*/ 174687 h 398781"/>
                <a:gd name="connsiteX74" fmla="*/ 134741 w 569195"/>
                <a:gd name="connsiteY74" fmla="*/ 149772 h 398781"/>
                <a:gd name="connsiteX75" fmla="*/ 141658 w 569195"/>
                <a:gd name="connsiteY75" fmla="*/ 131607 h 398781"/>
                <a:gd name="connsiteX76" fmla="*/ 160906 w 569195"/>
                <a:gd name="connsiteY76" fmla="*/ 136440 h 398781"/>
                <a:gd name="connsiteX77" fmla="*/ 194736 w 569195"/>
                <a:gd name="connsiteY77" fmla="*/ 164521 h 398781"/>
                <a:gd name="connsiteX78" fmla="*/ 200985 w 569195"/>
                <a:gd name="connsiteY78" fmla="*/ 168187 h 398781"/>
                <a:gd name="connsiteX79" fmla="*/ 196819 w 569195"/>
                <a:gd name="connsiteY79" fmla="*/ 185686 h 398781"/>
                <a:gd name="connsiteX80" fmla="*/ 195736 w 569195"/>
                <a:gd name="connsiteY80" fmla="*/ 191935 h 398781"/>
                <a:gd name="connsiteX81" fmla="*/ 178654 w 569195"/>
                <a:gd name="connsiteY81" fmla="*/ 187936 h 398781"/>
                <a:gd name="connsiteX82" fmla="*/ 178654 w 569195"/>
                <a:gd name="connsiteY82" fmla="*/ 187936 h 398781"/>
                <a:gd name="connsiteX83" fmla="*/ 146573 w 569195"/>
                <a:gd name="connsiteY83" fmla="*/ 121275 h 398781"/>
                <a:gd name="connsiteX84" fmla="*/ 146240 w 569195"/>
                <a:gd name="connsiteY84" fmla="*/ 120692 h 398781"/>
                <a:gd name="connsiteX85" fmla="*/ 142407 w 569195"/>
                <a:gd name="connsiteY85" fmla="*/ 115942 h 398781"/>
                <a:gd name="connsiteX86" fmla="*/ 138574 w 569195"/>
                <a:gd name="connsiteY86" fmla="*/ 100194 h 398781"/>
                <a:gd name="connsiteX87" fmla="*/ 153406 w 569195"/>
                <a:gd name="connsiteY87" fmla="*/ 86528 h 398781"/>
                <a:gd name="connsiteX88" fmla="*/ 158239 w 569195"/>
                <a:gd name="connsiteY88" fmla="*/ 92527 h 398781"/>
                <a:gd name="connsiteX89" fmla="*/ 174238 w 569195"/>
                <a:gd name="connsiteY89" fmla="*/ 117192 h 398781"/>
                <a:gd name="connsiteX90" fmla="*/ 211318 w 569195"/>
                <a:gd name="connsiteY90" fmla="*/ 140523 h 398781"/>
                <a:gd name="connsiteX91" fmla="*/ 204319 w 569195"/>
                <a:gd name="connsiteY91" fmla="*/ 157688 h 398781"/>
                <a:gd name="connsiteX92" fmla="*/ 146573 w 569195"/>
                <a:gd name="connsiteY92" fmla="*/ 121275 h 398781"/>
                <a:gd name="connsiteX93" fmla="*/ 146573 w 569195"/>
                <a:gd name="connsiteY93" fmla="*/ 121275 h 398781"/>
                <a:gd name="connsiteX94" fmla="*/ 195903 w 569195"/>
                <a:gd name="connsiteY94" fmla="*/ 124191 h 398781"/>
                <a:gd name="connsiteX95" fmla="*/ 176654 w 569195"/>
                <a:gd name="connsiteY95" fmla="*/ 107609 h 398781"/>
                <a:gd name="connsiteX96" fmla="*/ 158406 w 569195"/>
                <a:gd name="connsiteY96" fmla="*/ 81362 h 398781"/>
                <a:gd name="connsiteX97" fmla="*/ 166655 w 569195"/>
                <a:gd name="connsiteY97" fmla="*/ 67197 h 398781"/>
                <a:gd name="connsiteX98" fmla="*/ 182404 w 569195"/>
                <a:gd name="connsiteY98" fmla="*/ 70613 h 398781"/>
                <a:gd name="connsiteX99" fmla="*/ 179654 w 569195"/>
                <a:gd name="connsiteY99" fmla="*/ 72446 h 398781"/>
                <a:gd name="connsiteX100" fmla="*/ 195903 w 569195"/>
                <a:gd name="connsiteY100" fmla="*/ 124191 h 398781"/>
                <a:gd name="connsiteX101" fmla="*/ 195903 w 569195"/>
                <a:gd name="connsiteY101" fmla="*/ 124191 h 398781"/>
                <a:gd name="connsiteX102" fmla="*/ 211068 w 569195"/>
                <a:gd name="connsiteY102" fmla="*/ 130358 h 398781"/>
                <a:gd name="connsiteX103" fmla="*/ 191486 w 569195"/>
                <a:gd name="connsiteY103" fmla="*/ 106693 h 398781"/>
                <a:gd name="connsiteX104" fmla="*/ 185404 w 569195"/>
                <a:gd name="connsiteY104" fmla="*/ 96361 h 398781"/>
                <a:gd name="connsiteX105" fmla="*/ 192736 w 569195"/>
                <a:gd name="connsiteY105" fmla="*/ 77279 h 398781"/>
                <a:gd name="connsiteX106" fmla="*/ 204652 w 569195"/>
                <a:gd name="connsiteY106" fmla="*/ 85112 h 398781"/>
                <a:gd name="connsiteX107" fmla="*/ 221567 w 569195"/>
                <a:gd name="connsiteY107" fmla="*/ 109943 h 398781"/>
                <a:gd name="connsiteX108" fmla="*/ 225316 w 569195"/>
                <a:gd name="connsiteY108" fmla="*/ 115692 h 398781"/>
                <a:gd name="connsiteX109" fmla="*/ 215567 w 569195"/>
                <a:gd name="connsiteY109" fmla="*/ 132024 h 398781"/>
                <a:gd name="connsiteX110" fmla="*/ 211068 w 569195"/>
                <a:gd name="connsiteY110" fmla="*/ 130358 h 398781"/>
                <a:gd name="connsiteX111" fmla="*/ 211068 w 569195"/>
                <a:gd name="connsiteY111" fmla="*/ 130358 h 398781"/>
                <a:gd name="connsiteX112" fmla="*/ 222400 w 569195"/>
                <a:gd name="connsiteY112" fmla="*/ 93944 h 398781"/>
                <a:gd name="connsiteX113" fmla="*/ 207068 w 569195"/>
                <a:gd name="connsiteY113" fmla="*/ 77696 h 398781"/>
                <a:gd name="connsiteX114" fmla="*/ 193903 w 569195"/>
                <a:gd name="connsiteY114" fmla="*/ 70113 h 398781"/>
                <a:gd name="connsiteX115" fmla="*/ 217400 w 569195"/>
                <a:gd name="connsiteY115" fmla="*/ 55198 h 398781"/>
                <a:gd name="connsiteX116" fmla="*/ 234399 w 569195"/>
                <a:gd name="connsiteY116" fmla="*/ 56448 h 398781"/>
                <a:gd name="connsiteX117" fmla="*/ 252314 w 569195"/>
                <a:gd name="connsiteY117" fmla="*/ 48365 h 398781"/>
                <a:gd name="connsiteX118" fmla="*/ 279645 w 569195"/>
                <a:gd name="connsiteY118" fmla="*/ 55531 h 398781"/>
                <a:gd name="connsiteX119" fmla="*/ 297893 w 569195"/>
                <a:gd name="connsiteY119" fmla="*/ 55364 h 398781"/>
                <a:gd name="connsiteX120" fmla="*/ 239399 w 569195"/>
                <a:gd name="connsiteY120" fmla="*/ 97527 h 398781"/>
                <a:gd name="connsiteX121" fmla="*/ 231482 w 569195"/>
                <a:gd name="connsiteY121" fmla="*/ 107276 h 398781"/>
                <a:gd name="connsiteX122" fmla="*/ 222400 w 569195"/>
                <a:gd name="connsiteY122" fmla="*/ 93944 h 398781"/>
                <a:gd name="connsiteX123" fmla="*/ 222400 w 569195"/>
                <a:gd name="connsiteY123" fmla="*/ 93944 h 398781"/>
                <a:gd name="connsiteX124" fmla="*/ 68831 w 569195"/>
                <a:gd name="connsiteY124" fmla="*/ 364836 h 398781"/>
                <a:gd name="connsiteX125" fmla="*/ 37500 w 569195"/>
                <a:gd name="connsiteY125" fmla="*/ 353337 h 398781"/>
                <a:gd name="connsiteX126" fmla="*/ 27584 w 569195"/>
                <a:gd name="connsiteY126" fmla="*/ 333089 h 398781"/>
                <a:gd name="connsiteX127" fmla="*/ 29501 w 569195"/>
                <a:gd name="connsiteY127" fmla="*/ 305842 h 398781"/>
                <a:gd name="connsiteX128" fmla="*/ 43666 w 569195"/>
                <a:gd name="connsiteY128" fmla="*/ 289177 h 398781"/>
                <a:gd name="connsiteX129" fmla="*/ 44583 w 569195"/>
                <a:gd name="connsiteY129" fmla="*/ 277011 h 398781"/>
                <a:gd name="connsiteX130" fmla="*/ 55415 w 569195"/>
                <a:gd name="connsiteY130" fmla="*/ 237181 h 398781"/>
                <a:gd name="connsiteX131" fmla="*/ 75413 w 569195"/>
                <a:gd name="connsiteY131" fmla="*/ 225099 h 398781"/>
                <a:gd name="connsiteX132" fmla="*/ 92829 w 569195"/>
                <a:gd name="connsiteY132" fmla="*/ 209434 h 398781"/>
                <a:gd name="connsiteX133" fmla="*/ 118910 w 569195"/>
                <a:gd name="connsiteY133" fmla="*/ 211517 h 398781"/>
                <a:gd name="connsiteX134" fmla="*/ 134908 w 569195"/>
                <a:gd name="connsiteY134" fmla="*/ 214850 h 398781"/>
                <a:gd name="connsiteX135" fmla="*/ 159989 w 569195"/>
                <a:gd name="connsiteY135" fmla="*/ 213933 h 398781"/>
                <a:gd name="connsiteX136" fmla="*/ 181404 w 569195"/>
                <a:gd name="connsiteY136" fmla="*/ 239598 h 398781"/>
                <a:gd name="connsiteX137" fmla="*/ 188487 w 569195"/>
                <a:gd name="connsiteY137" fmla="*/ 245847 h 398781"/>
                <a:gd name="connsiteX138" fmla="*/ 171738 w 569195"/>
                <a:gd name="connsiteY138" fmla="*/ 305758 h 398781"/>
                <a:gd name="connsiteX139" fmla="*/ 68831 w 569195"/>
                <a:gd name="connsiteY139" fmla="*/ 364836 h 398781"/>
                <a:gd name="connsiteX140" fmla="*/ 68831 w 569195"/>
                <a:gd name="connsiteY140" fmla="*/ 364836 h 398781"/>
                <a:gd name="connsiteX141" fmla="*/ 533622 w 569195"/>
                <a:gd name="connsiteY141" fmla="*/ 269262 h 398781"/>
                <a:gd name="connsiteX142" fmla="*/ 382386 w 569195"/>
                <a:gd name="connsiteY142" fmla="*/ 348754 h 398781"/>
                <a:gd name="connsiteX143" fmla="*/ 203902 w 569195"/>
                <a:gd name="connsiteY143" fmla="*/ 379335 h 398781"/>
                <a:gd name="connsiteX144" fmla="*/ 101078 w 569195"/>
                <a:gd name="connsiteY144" fmla="*/ 382085 h 398781"/>
                <a:gd name="connsiteX145" fmla="*/ 87663 w 569195"/>
                <a:gd name="connsiteY145" fmla="*/ 380335 h 398781"/>
                <a:gd name="connsiteX146" fmla="*/ 89662 w 569195"/>
                <a:gd name="connsiteY146" fmla="*/ 380168 h 398781"/>
                <a:gd name="connsiteX147" fmla="*/ 183654 w 569195"/>
                <a:gd name="connsiteY147" fmla="*/ 319507 h 398781"/>
                <a:gd name="connsiteX148" fmla="*/ 202902 w 569195"/>
                <a:gd name="connsiteY148" fmla="*/ 264762 h 398781"/>
                <a:gd name="connsiteX149" fmla="*/ 211318 w 569195"/>
                <a:gd name="connsiteY149" fmla="*/ 192769 h 398781"/>
                <a:gd name="connsiteX150" fmla="*/ 285561 w 569195"/>
                <a:gd name="connsiteY150" fmla="*/ 76779 h 398781"/>
                <a:gd name="connsiteX151" fmla="*/ 367887 w 569195"/>
                <a:gd name="connsiteY151" fmla="*/ 48781 h 398781"/>
                <a:gd name="connsiteX152" fmla="*/ 505791 w 569195"/>
                <a:gd name="connsiteY152" fmla="*/ 104526 h 398781"/>
                <a:gd name="connsiteX153" fmla="*/ 533622 w 569195"/>
                <a:gd name="connsiteY153" fmla="*/ 269262 h 398781"/>
                <a:gd name="connsiteX154" fmla="*/ 533622 w 569195"/>
                <a:gd name="connsiteY154" fmla="*/ 269262 h 3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Lst>
              <a:rect l="l" t="t" r="r" b="b"/>
              <a:pathLst>
                <a:path w="569195" h="398781">
                  <a:moveTo>
                    <a:pt x="532039" y="107443"/>
                  </a:moveTo>
                  <a:cubicBezTo>
                    <a:pt x="511291" y="80695"/>
                    <a:pt x="481127" y="59864"/>
                    <a:pt x="449547" y="48032"/>
                  </a:cubicBezTo>
                  <a:cubicBezTo>
                    <a:pt x="433214" y="41866"/>
                    <a:pt x="415466" y="38366"/>
                    <a:pt x="398051" y="36616"/>
                  </a:cubicBezTo>
                  <a:cubicBezTo>
                    <a:pt x="393885" y="36199"/>
                    <a:pt x="389802" y="36199"/>
                    <a:pt x="385719" y="36366"/>
                  </a:cubicBezTo>
                  <a:cubicBezTo>
                    <a:pt x="385135" y="35199"/>
                    <a:pt x="384219" y="34116"/>
                    <a:pt x="382886" y="33199"/>
                  </a:cubicBezTo>
                  <a:cubicBezTo>
                    <a:pt x="316392" y="-9047"/>
                    <a:pt x="214651" y="-8880"/>
                    <a:pt x="143657" y="21867"/>
                  </a:cubicBezTo>
                  <a:cubicBezTo>
                    <a:pt x="106911" y="37782"/>
                    <a:pt x="74164" y="58864"/>
                    <a:pt x="49916" y="91278"/>
                  </a:cubicBezTo>
                  <a:cubicBezTo>
                    <a:pt x="22585" y="127941"/>
                    <a:pt x="8920" y="167771"/>
                    <a:pt x="2753" y="212684"/>
                  </a:cubicBezTo>
                  <a:cubicBezTo>
                    <a:pt x="170" y="231598"/>
                    <a:pt x="-1080" y="250347"/>
                    <a:pt x="1170" y="269345"/>
                  </a:cubicBezTo>
                  <a:cubicBezTo>
                    <a:pt x="3670" y="290510"/>
                    <a:pt x="4503" y="314008"/>
                    <a:pt x="11003" y="334422"/>
                  </a:cubicBezTo>
                  <a:cubicBezTo>
                    <a:pt x="15752" y="349338"/>
                    <a:pt x="23835" y="360337"/>
                    <a:pt x="34167" y="368003"/>
                  </a:cubicBezTo>
                  <a:cubicBezTo>
                    <a:pt x="37084" y="370752"/>
                    <a:pt x="40167" y="373419"/>
                    <a:pt x="43417" y="375835"/>
                  </a:cubicBezTo>
                  <a:cubicBezTo>
                    <a:pt x="55998" y="385085"/>
                    <a:pt x="70997" y="391084"/>
                    <a:pt x="86246" y="394250"/>
                  </a:cubicBezTo>
                  <a:cubicBezTo>
                    <a:pt x="119326" y="401083"/>
                    <a:pt x="156323" y="398750"/>
                    <a:pt x="189903" y="396500"/>
                  </a:cubicBezTo>
                  <a:cubicBezTo>
                    <a:pt x="258647" y="392000"/>
                    <a:pt x="327891" y="379835"/>
                    <a:pt x="394718" y="363503"/>
                  </a:cubicBezTo>
                  <a:cubicBezTo>
                    <a:pt x="454379" y="348921"/>
                    <a:pt x="517790" y="330340"/>
                    <a:pt x="552370" y="274678"/>
                  </a:cubicBezTo>
                  <a:cubicBezTo>
                    <a:pt x="584284" y="223432"/>
                    <a:pt x="567036" y="152355"/>
                    <a:pt x="532039" y="107443"/>
                  </a:cubicBezTo>
                  <a:lnTo>
                    <a:pt x="532039" y="107443"/>
                  </a:lnTo>
                  <a:close/>
                  <a:moveTo>
                    <a:pt x="9586" y="272928"/>
                  </a:moveTo>
                  <a:cubicBezTo>
                    <a:pt x="-1746" y="191185"/>
                    <a:pt x="37584" y="91528"/>
                    <a:pt x="112160" y="50864"/>
                  </a:cubicBezTo>
                  <a:cubicBezTo>
                    <a:pt x="153490" y="28366"/>
                    <a:pt x="196069" y="16784"/>
                    <a:pt x="243232" y="15201"/>
                  </a:cubicBezTo>
                  <a:cubicBezTo>
                    <a:pt x="282811" y="13868"/>
                    <a:pt x="326974" y="20367"/>
                    <a:pt x="362971" y="39365"/>
                  </a:cubicBezTo>
                  <a:cubicBezTo>
                    <a:pt x="359638" y="40032"/>
                    <a:pt x="356305" y="40782"/>
                    <a:pt x="352888" y="41532"/>
                  </a:cubicBezTo>
                  <a:cubicBezTo>
                    <a:pt x="338806" y="43032"/>
                    <a:pt x="324974" y="45865"/>
                    <a:pt x="311725" y="50198"/>
                  </a:cubicBezTo>
                  <a:cubicBezTo>
                    <a:pt x="307726" y="43615"/>
                    <a:pt x="298643" y="44532"/>
                    <a:pt x="290728" y="43782"/>
                  </a:cubicBezTo>
                  <a:cubicBezTo>
                    <a:pt x="282561" y="43032"/>
                    <a:pt x="278895" y="35116"/>
                    <a:pt x="271229" y="32200"/>
                  </a:cubicBezTo>
                  <a:cubicBezTo>
                    <a:pt x="264230" y="29533"/>
                    <a:pt x="257314" y="30033"/>
                    <a:pt x="250481" y="33116"/>
                  </a:cubicBezTo>
                  <a:cubicBezTo>
                    <a:pt x="242732" y="36616"/>
                    <a:pt x="237899" y="44282"/>
                    <a:pt x="228816" y="45115"/>
                  </a:cubicBezTo>
                  <a:cubicBezTo>
                    <a:pt x="220401" y="45865"/>
                    <a:pt x="213484" y="44615"/>
                    <a:pt x="205235" y="48198"/>
                  </a:cubicBezTo>
                  <a:cubicBezTo>
                    <a:pt x="198319" y="51198"/>
                    <a:pt x="190237" y="56697"/>
                    <a:pt x="187987" y="63530"/>
                  </a:cubicBezTo>
                  <a:cubicBezTo>
                    <a:pt x="186987" y="62780"/>
                    <a:pt x="185987" y="62030"/>
                    <a:pt x="184987" y="61280"/>
                  </a:cubicBezTo>
                  <a:cubicBezTo>
                    <a:pt x="178654" y="56448"/>
                    <a:pt x="172488" y="53448"/>
                    <a:pt x="164572" y="56948"/>
                  </a:cubicBezTo>
                  <a:cubicBezTo>
                    <a:pt x="159822" y="59031"/>
                    <a:pt x="151990" y="68780"/>
                    <a:pt x="150740" y="76612"/>
                  </a:cubicBezTo>
                  <a:cubicBezTo>
                    <a:pt x="150490" y="76529"/>
                    <a:pt x="150240" y="76446"/>
                    <a:pt x="150073" y="76446"/>
                  </a:cubicBezTo>
                  <a:cubicBezTo>
                    <a:pt x="141158" y="74779"/>
                    <a:pt x="133992" y="81695"/>
                    <a:pt x="131909" y="89695"/>
                  </a:cubicBezTo>
                  <a:cubicBezTo>
                    <a:pt x="130492" y="95110"/>
                    <a:pt x="130658" y="100360"/>
                    <a:pt x="131909" y="105276"/>
                  </a:cubicBezTo>
                  <a:cubicBezTo>
                    <a:pt x="130242" y="104026"/>
                    <a:pt x="128575" y="102943"/>
                    <a:pt x="126992" y="102193"/>
                  </a:cubicBezTo>
                  <a:cubicBezTo>
                    <a:pt x="117826" y="98027"/>
                    <a:pt x="107160" y="100694"/>
                    <a:pt x="99328" y="106360"/>
                  </a:cubicBezTo>
                  <a:cubicBezTo>
                    <a:pt x="86329" y="115859"/>
                    <a:pt x="85913" y="132607"/>
                    <a:pt x="95412" y="143356"/>
                  </a:cubicBezTo>
                  <a:cubicBezTo>
                    <a:pt x="59081" y="141940"/>
                    <a:pt x="47749" y="184853"/>
                    <a:pt x="62415" y="212184"/>
                  </a:cubicBezTo>
                  <a:cubicBezTo>
                    <a:pt x="62665" y="212600"/>
                    <a:pt x="62998" y="212933"/>
                    <a:pt x="63414" y="213184"/>
                  </a:cubicBezTo>
                  <a:cubicBezTo>
                    <a:pt x="58165" y="217600"/>
                    <a:pt x="53582" y="219516"/>
                    <a:pt x="47416" y="223432"/>
                  </a:cubicBezTo>
                  <a:cubicBezTo>
                    <a:pt x="36584" y="230182"/>
                    <a:pt x="29751" y="243347"/>
                    <a:pt x="28917" y="255930"/>
                  </a:cubicBezTo>
                  <a:cubicBezTo>
                    <a:pt x="28501" y="262262"/>
                    <a:pt x="29251" y="269595"/>
                    <a:pt x="31751" y="275511"/>
                  </a:cubicBezTo>
                  <a:cubicBezTo>
                    <a:pt x="31584" y="274844"/>
                    <a:pt x="36167" y="283344"/>
                    <a:pt x="36750" y="283344"/>
                  </a:cubicBezTo>
                  <a:cubicBezTo>
                    <a:pt x="36334" y="284344"/>
                    <a:pt x="32000" y="287760"/>
                    <a:pt x="30168" y="289593"/>
                  </a:cubicBezTo>
                  <a:cubicBezTo>
                    <a:pt x="22085" y="297676"/>
                    <a:pt x="18252" y="306842"/>
                    <a:pt x="17418" y="316174"/>
                  </a:cubicBezTo>
                  <a:cubicBezTo>
                    <a:pt x="13336" y="301759"/>
                    <a:pt x="11419" y="286260"/>
                    <a:pt x="9586" y="272928"/>
                  </a:cubicBezTo>
                  <a:lnTo>
                    <a:pt x="9586" y="272928"/>
                  </a:lnTo>
                  <a:close/>
                  <a:moveTo>
                    <a:pt x="69664" y="171437"/>
                  </a:moveTo>
                  <a:cubicBezTo>
                    <a:pt x="73330" y="159438"/>
                    <a:pt x="84079" y="148523"/>
                    <a:pt x="97412" y="149189"/>
                  </a:cubicBezTo>
                  <a:cubicBezTo>
                    <a:pt x="110327" y="149856"/>
                    <a:pt x="115410" y="162021"/>
                    <a:pt x="123909" y="169187"/>
                  </a:cubicBezTo>
                  <a:cubicBezTo>
                    <a:pt x="141824" y="184436"/>
                    <a:pt x="169655" y="200434"/>
                    <a:pt x="194069" y="201351"/>
                  </a:cubicBezTo>
                  <a:cubicBezTo>
                    <a:pt x="192986" y="208850"/>
                    <a:pt x="192070" y="216433"/>
                    <a:pt x="191153" y="223932"/>
                  </a:cubicBezTo>
                  <a:cubicBezTo>
                    <a:pt x="188487" y="218599"/>
                    <a:pt x="184904" y="213850"/>
                    <a:pt x="181570" y="211433"/>
                  </a:cubicBezTo>
                  <a:cubicBezTo>
                    <a:pt x="176155" y="207517"/>
                    <a:pt x="168738" y="206101"/>
                    <a:pt x="162322" y="204934"/>
                  </a:cubicBezTo>
                  <a:cubicBezTo>
                    <a:pt x="151073" y="202851"/>
                    <a:pt x="137075" y="207100"/>
                    <a:pt x="126825" y="203268"/>
                  </a:cubicBezTo>
                  <a:cubicBezTo>
                    <a:pt x="112660" y="197935"/>
                    <a:pt x="102078" y="190435"/>
                    <a:pt x="86329" y="196768"/>
                  </a:cubicBezTo>
                  <a:cubicBezTo>
                    <a:pt x="80080" y="199268"/>
                    <a:pt x="74413" y="203268"/>
                    <a:pt x="69331" y="207684"/>
                  </a:cubicBezTo>
                  <a:cubicBezTo>
                    <a:pt x="71497" y="195935"/>
                    <a:pt x="65998" y="183686"/>
                    <a:pt x="69664" y="171437"/>
                  </a:cubicBezTo>
                  <a:lnTo>
                    <a:pt x="69664" y="171437"/>
                  </a:lnTo>
                  <a:close/>
                  <a:moveTo>
                    <a:pt x="133992" y="168520"/>
                  </a:moveTo>
                  <a:cubicBezTo>
                    <a:pt x="123242" y="161605"/>
                    <a:pt x="116076" y="150189"/>
                    <a:pt x="104828" y="145523"/>
                  </a:cubicBezTo>
                  <a:cubicBezTo>
                    <a:pt x="104828" y="145440"/>
                    <a:pt x="104828" y="145440"/>
                    <a:pt x="104744" y="145356"/>
                  </a:cubicBezTo>
                  <a:cubicBezTo>
                    <a:pt x="102078" y="141106"/>
                    <a:pt x="98828" y="137773"/>
                    <a:pt x="97495" y="132690"/>
                  </a:cubicBezTo>
                  <a:cubicBezTo>
                    <a:pt x="94828" y="122942"/>
                    <a:pt x="98911" y="114692"/>
                    <a:pt x="107744" y="110359"/>
                  </a:cubicBezTo>
                  <a:cubicBezTo>
                    <a:pt x="112410" y="108109"/>
                    <a:pt x="118826" y="106943"/>
                    <a:pt x="123493" y="109609"/>
                  </a:cubicBezTo>
                  <a:cubicBezTo>
                    <a:pt x="126159" y="111109"/>
                    <a:pt x="128326" y="114776"/>
                    <a:pt x="130492" y="116942"/>
                  </a:cubicBezTo>
                  <a:cubicBezTo>
                    <a:pt x="132408" y="118942"/>
                    <a:pt x="134325" y="120942"/>
                    <a:pt x="136408" y="122691"/>
                  </a:cubicBezTo>
                  <a:cubicBezTo>
                    <a:pt x="132908" y="124275"/>
                    <a:pt x="129575" y="127108"/>
                    <a:pt x="126492" y="131524"/>
                  </a:cubicBezTo>
                  <a:cubicBezTo>
                    <a:pt x="118493" y="143273"/>
                    <a:pt x="125576" y="158438"/>
                    <a:pt x="133992" y="168520"/>
                  </a:cubicBezTo>
                  <a:lnTo>
                    <a:pt x="133992" y="168520"/>
                  </a:lnTo>
                  <a:close/>
                  <a:moveTo>
                    <a:pt x="178654" y="187936"/>
                  </a:moveTo>
                  <a:cubicBezTo>
                    <a:pt x="170988" y="183686"/>
                    <a:pt x="163239" y="179603"/>
                    <a:pt x="155989" y="174687"/>
                  </a:cubicBezTo>
                  <a:cubicBezTo>
                    <a:pt x="148074" y="169354"/>
                    <a:pt x="136908" y="159771"/>
                    <a:pt x="134741" y="149772"/>
                  </a:cubicBezTo>
                  <a:cubicBezTo>
                    <a:pt x="133492" y="144106"/>
                    <a:pt x="136075" y="135024"/>
                    <a:pt x="141658" y="131607"/>
                  </a:cubicBezTo>
                  <a:cubicBezTo>
                    <a:pt x="146990" y="128274"/>
                    <a:pt x="156823" y="133857"/>
                    <a:pt x="160906" y="136440"/>
                  </a:cubicBezTo>
                  <a:cubicBezTo>
                    <a:pt x="173488" y="144440"/>
                    <a:pt x="183237" y="155355"/>
                    <a:pt x="194736" y="164521"/>
                  </a:cubicBezTo>
                  <a:cubicBezTo>
                    <a:pt x="196903" y="166271"/>
                    <a:pt x="198986" y="167521"/>
                    <a:pt x="200985" y="168187"/>
                  </a:cubicBezTo>
                  <a:cubicBezTo>
                    <a:pt x="199319" y="173937"/>
                    <a:pt x="197902" y="179853"/>
                    <a:pt x="196819" y="185686"/>
                  </a:cubicBezTo>
                  <a:cubicBezTo>
                    <a:pt x="196403" y="187769"/>
                    <a:pt x="196069" y="189852"/>
                    <a:pt x="195736" y="191935"/>
                  </a:cubicBezTo>
                  <a:cubicBezTo>
                    <a:pt x="189903" y="191019"/>
                    <a:pt x="184237" y="189686"/>
                    <a:pt x="178654" y="187936"/>
                  </a:cubicBezTo>
                  <a:lnTo>
                    <a:pt x="178654" y="187936"/>
                  </a:lnTo>
                  <a:close/>
                  <a:moveTo>
                    <a:pt x="146573" y="121275"/>
                  </a:moveTo>
                  <a:cubicBezTo>
                    <a:pt x="146491" y="121108"/>
                    <a:pt x="146407" y="120858"/>
                    <a:pt x="146240" y="120692"/>
                  </a:cubicBezTo>
                  <a:cubicBezTo>
                    <a:pt x="145157" y="119275"/>
                    <a:pt x="143824" y="117609"/>
                    <a:pt x="142407" y="115942"/>
                  </a:cubicBezTo>
                  <a:cubicBezTo>
                    <a:pt x="140074" y="111109"/>
                    <a:pt x="138324" y="105443"/>
                    <a:pt x="138574" y="100194"/>
                  </a:cubicBezTo>
                  <a:cubicBezTo>
                    <a:pt x="136824" y="92444"/>
                    <a:pt x="141824" y="87945"/>
                    <a:pt x="153406" y="86528"/>
                  </a:cubicBezTo>
                  <a:cubicBezTo>
                    <a:pt x="155323" y="88278"/>
                    <a:pt x="156906" y="90278"/>
                    <a:pt x="158239" y="92527"/>
                  </a:cubicBezTo>
                  <a:cubicBezTo>
                    <a:pt x="164072" y="100527"/>
                    <a:pt x="167572" y="109692"/>
                    <a:pt x="174238" y="117192"/>
                  </a:cubicBezTo>
                  <a:cubicBezTo>
                    <a:pt x="184404" y="128691"/>
                    <a:pt x="196486" y="137440"/>
                    <a:pt x="211318" y="140523"/>
                  </a:cubicBezTo>
                  <a:cubicBezTo>
                    <a:pt x="208735" y="146106"/>
                    <a:pt x="206318" y="151855"/>
                    <a:pt x="204319" y="157688"/>
                  </a:cubicBezTo>
                  <a:cubicBezTo>
                    <a:pt x="187820" y="148772"/>
                    <a:pt x="165572" y="123275"/>
                    <a:pt x="146573" y="121275"/>
                  </a:cubicBezTo>
                  <a:lnTo>
                    <a:pt x="146573" y="121275"/>
                  </a:lnTo>
                  <a:close/>
                  <a:moveTo>
                    <a:pt x="195903" y="124191"/>
                  </a:moveTo>
                  <a:cubicBezTo>
                    <a:pt x="188570" y="119942"/>
                    <a:pt x="181821" y="113859"/>
                    <a:pt x="176654" y="107609"/>
                  </a:cubicBezTo>
                  <a:cubicBezTo>
                    <a:pt x="171571" y="101360"/>
                    <a:pt x="166072" y="88528"/>
                    <a:pt x="158406" y="81362"/>
                  </a:cubicBezTo>
                  <a:cubicBezTo>
                    <a:pt x="160489" y="76362"/>
                    <a:pt x="162739" y="70946"/>
                    <a:pt x="166655" y="67197"/>
                  </a:cubicBezTo>
                  <a:cubicBezTo>
                    <a:pt x="172321" y="61780"/>
                    <a:pt x="177404" y="66363"/>
                    <a:pt x="182404" y="70613"/>
                  </a:cubicBezTo>
                  <a:cubicBezTo>
                    <a:pt x="181487" y="71113"/>
                    <a:pt x="180571" y="71696"/>
                    <a:pt x="179654" y="72446"/>
                  </a:cubicBezTo>
                  <a:cubicBezTo>
                    <a:pt x="163905" y="86112"/>
                    <a:pt x="180154" y="108859"/>
                    <a:pt x="195903" y="124191"/>
                  </a:cubicBezTo>
                  <a:lnTo>
                    <a:pt x="195903" y="124191"/>
                  </a:lnTo>
                  <a:close/>
                  <a:moveTo>
                    <a:pt x="211068" y="130358"/>
                  </a:moveTo>
                  <a:cubicBezTo>
                    <a:pt x="203819" y="123191"/>
                    <a:pt x="197152" y="115025"/>
                    <a:pt x="191486" y="106693"/>
                  </a:cubicBezTo>
                  <a:cubicBezTo>
                    <a:pt x="189237" y="103443"/>
                    <a:pt x="187070" y="99944"/>
                    <a:pt x="185404" y="96361"/>
                  </a:cubicBezTo>
                  <a:cubicBezTo>
                    <a:pt x="180404" y="88861"/>
                    <a:pt x="182820" y="82528"/>
                    <a:pt x="192736" y="77279"/>
                  </a:cubicBezTo>
                  <a:cubicBezTo>
                    <a:pt x="197319" y="78945"/>
                    <a:pt x="201319" y="81528"/>
                    <a:pt x="204652" y="85112"/>
                  </a:cubicBezTo>
                  <a:cubicBezTo>
                    <a:pt x="211651" y="92027"/>
                    <a:pt x="216651" y="101527"/>
                    <a:pt x="221567" y="109943"/>
                  </a:cubicBezTo>
                  <a:cubicBezTo>
                    <a:pt x="222817" y="112109"/>
                    <a:pt x="223983" y="114026"/>
                    <a:pt x="225316" y="115692"/>
                  </a:cubicBezTo>
                  <a:cubicBezTo>
                    <a:pt x="221817" y="120942"/>
                    <a:pt x="218484" y="126441"/>
                    <a:pt x="215567" y="132024"/>
                  </a:cubicBezTo>
                  <a:cubicBezTo>
                    <a:pt x="214068" y="131358"/>
                    <a:pt x="212568" y="130858"/>
                    <a:pt x="211068" y="130358"/>
                  </a:cubicBezTo>
                  <a:lnTo>
                    <a:pt x="211068" y="130358"/>
                  </a:lnTo>
                  <a:close/>
                  <a:moveTo>
                    <a:pt x="222400" y="93944"/>
                  </a:moveTo>
                  <a:cubicBezTo>
                    <a:pt x="217734" y="87861"/>
                    <a:pt x="213068" y="82362"/>
                    <a:pt x="207068" y="77696"/>
                  </a:cubicBezTo>
                  <a:cubicBezTo>
                    <a:pt x="203319" y="74779"/>
                    <a:pt x="198652" y="71613"/>
                    <a:pt x="193903" y="70113"/>
                  </a:cubicBezTo>
                  <a:cubicBezTo>
                    <a:pt x="195403" y="60697"/>
                    <a:pt x="210151" y="56031"/>
                    <a:pt x="217400" y="55198"/>
                  </a:cubicBezTo>
                  <a:cubicBezTo>
                    <a:pt x="223317" y="54531"/>
                    <a:pt x="228733" y="56781"/>
                    <a:pt x="234399" y="56448"/>
                  </a:cubicBezTo>
                  <a:cubicBezTo>
                    <a:pt x="242065" y="56031"/>
                    <a:pt x="245731" y="51864"/>
                    <a:pt x="252314" y="48365"/>
                  </a:cubicBezTo>
                  <a:cubicBezTo>
                    <a:pt x="263480" y="42448"/>
                    <a:pt x="270146" y="51781"/>
                    <a:pt x="279645" y="55531"/>
                  </a:cubicBezTo>
                  <a:cubicBezTo>
                    <a:pt x="285144" y="57697"/>
                    <a:pt x="292061" y="55031"/>
                    <a:pt x="297893" y="55364"/>
                  </a:cubicBezTo>
                  <a:cubicBezTo>
                    <a:pt x="276395" y="64530"/>
                    <a:pt x="256480" y="78196"/>
                    <a:pt x="239399" y="97527"/>
                  </a:cubicBezTo>
                  <a:cubicBezTo>
                    <a:pt x="236649" y="100610"/>
                    <a:pt x="234066" y="103943"/>
                    <a:pt x="231482" y="107276"/>
                  </a:cubicBezTo>
                  <a:cubicBezTo>
                    <a:pt x="227983" y="103027"/>
                    <a:pt x="225067" y="97527"/>
                    <a:pt x="222400" y="93944"/>
                  </a:cubicBezTo>
                  <a:lnTo>
                    <a:pt x="222400" y="93944"/>
                  </a:lnTo>
                  <a:close/>
                  <a:moveTo>
                    <a:pt x="68831" y="364836"/>
                  </a:moveTo>
                  <a:cubicBezTo>
                    <a:pt x="55332" y="364586"/>
                    <a:pt x="45249" y="360253"/>
                    <a:pt x="37500" y="353337"/>
                  </a:cubicBezTo>
                  <a:cubicBezTo>
                    <a:pt x="33750" y="346838"/>
                    <a:pt x="29668" y="340505"/>
                    <a:pt x="27584" y="333089"/>
                  </a:cubicBezTo>
                  <a:cubicBezTo>
                    <a:pt x="25001" y="323757"/>
                    <a:pt x="25085" y="314674"/>
                    <a:pt x="29501" y="305842"/>
                  </a:cubicBezTo>
                  <a:cubicBezTo>
                    <a:pt x="33001" y="298842"/>
                    <a:pt x="39833" y="295343"/>
                    <a:pt x="43666" y="289177"/>
                  </a:cubicBezTo>
                  <a:cubicBezTo>
                    <a:pt x="47166" y="283677"/>
                    <a:pt x="45916" y="282760"/>
                    <a:pt x="44583" y="277011"/>
                  </a:cubicBezTo>
                  <a:cubicBezTo>
                    <a:pt x="41083" y="262512"/>
                    <a:pt x="39916" y="245680"/>
                    <a:pt x="55415" y="237181"/>
                  </a:cubicBezTo>
                  <a:cubicBezTo>
                    <a:pt x="63331" y="232848"/>
                    <a:pt x="69081" y="232015"/>
                    <a:pt x="75413" y="225099"/>
                  </a:cubicBezTo>
                  <a:cubicBezTo>
                    <a:pt x="80663" y="219433"/>
                    <a:pt x="85329" y="212517"/>
                    <a:pt x="92829" y="209434"/>
                  </a:cubicBezTo>
                  <a:cubicBezTo>
                    <a:pt x="102578" y="205434"/>
                    <a:pt x="109910" y="208517"/>
                    <a:pt x="118910" y="211517"/>
                  </a:cubicBezTo>
                  <a:cubicBezTo>
                    <a:pt x="123909" y="213184"/>
                    <a:pt x="129492" y="214933"/>
                    <a:pt x="134908" y="214850"/>
                  </a:cubicBezTo>
                  <a:cubicBezTo>
                    <a:pt x="144157" y="214600"/>
                    <a:pt x="150490" y="211100"/>
                    <a:pt x="159989" y="213933"/>
                  </a:cubicBezTo>
                  <a:cubicBezTo>
                    <a:pt x="170738" y="217100"/>
                    <a:pt x="180904" y="227599"/>
                    <a:pt x="181404" y="239598"/>
                  </a:cubicBezTo>
                  <a:cubicBezTo>
                    <a:pt x="181570" y="244097"/>
                    <a:pt x="185070" y="246180"/>
                    <a:pt x="188487" y="245847"/>
                  </a:cubicBezTo>
                  <a:cubicBezTo>
                    <a:pt x="185487" y="266262"/>
                    <a:pt x="181237" y="286260"/>
                    <a:pt x="171738" y="305758"/>
                  </a:cubicBezTo>
                  <a:cubicBezTo>
                    <a:pt x="152323" y="345422"/>
                    <a:pt x="112243" y="365670"/>
                    <a:pt x="68831" y="364836"/>
                  </a:cubicBezTo>
                  <a:lnTo>
                    <a:pt x="68831" y="364836"/>
                  </a:lnTo>
                  <a:close/>
                  <a:moveTo>
                    <a:pt x="533622" y="269262"/>
                  </a:moveTo>
                  <a:cubicBezTo>
                    <a:pt x="499375" y="320340"/>
                    <a:pt x="438381" y="335256"/>
                    <a:pt x="382386" y="348754"/>
                  </a:cubicBezTo>
                  <a:cubicBezTo>
                    <a:pt x="323724" y="362920"/>
                    <a:pt x="263980" y="373419"/>
                    <a:pt x="203902" y="379335"/>
                  </a:cubicBezTo>
                  <a:cubicBezTo>
                    <a:pt x="170322" y="382585"/>
                    <a:pt x="134825" y="384918"/>
                    <a:pt x="101078" y="382085"/>
                  </a:cubicBezTo>
                  <a:cubicBezTo>
                    <a:pt x="96661" y="381752"/>
                    <a:pt x="92162" y="381168"/>
                    <a:pt x="87663" y="380335"/>
                  </a:cubicBezTo>
                  <a:cubicBezTo>
                    <a:pt x="88329" y="380252"/>
                    <a:pt x="88996" y="380252"/>
                    <a:pt x="89662" y="380168"/>
                  </a:cubicBezTo>
                  <a:cubicBezTo>
                    <a:pt x="128992" y="375335"/>
                    <a:pt x="164905" y="355254"/>
                    <a:pt x="183654" y="319507"/>
                  </a:cubicBezTo>
                  <a:cubicBezTo>
                    <a:pt x="192486" y="302592"/>
                    <a:pt x="199819" y="283677"/>
                    <a:pt x="202902" y="264762"/>
                  </a:cubicBezTo>
                  <a:cubicBezTo>
                    <a:pt x="206735" y="240931"/>
                    <a:pt x="207402" y="216600"/>
                    <a:pt x="211318" y="192769"/>
                  </a:cubicBezTo>
                  <a:cubicBezTo>
                    <a:pt x="219150" y="144523"/>
                    <a:pt x="245648" y="104360"/>
                    <a:pt x="285561" y="76779"/>
                  </a:cubicBezTo>
                  <a:cubicBezTo>
                    <a:pt x="309642" y="60114"/>
                    <a:pt x="338390" y="51781"/>
                    <a:pt x="367887" y="48781"/>
                  </a:cubicBezTo>
                  <a:cubicBezTo>
                    <a:pt x="418549" y="49448"/>
                    <a:pt x="469795" y="68280"/>
                    <a:pt x="505791" y="104526"/>
                  </a:cubicBezTo>
                  <a:cubicBezTo>
                    <a:pt x="545455" y="144606"/>
                    <a:pt x="567286" y="219183"/>
                    <a:pt x="533622" y="269262"/>
                  </a:cubicBezTo>
                  <a:lnTo>
                    <a:pt x="533622" y="269262"/>
                  </a:lnTo>
                  <a:close/>
                </a:path>
              </a:pathLst>
            </a:custGeom>
            <a:grpFill/>
            <a:ln w="8332" cap="flat">
              <a:noFill/>
              <a:prstDash val="solid"/>
              <a:miter/>
            </a:ln>
          </p:spPr>
          <p:txBody>
            <a:bodyPr rtlCol="0" anchor="ctr"/>
            <a:lstStyle/>
            <a:p>
              <a:endParaRPr lang="en-US"/>
            </a:p>
          </p:txBody>
        </p:sp>
        <p:sp>
          <p:nvSpPr>
            <p:cNvPr id="2656" name="Freeform: Shape 2655"/>
            <p:cNvSpPr/>
            <p:nvPr/>
          </p:nvSpPr>
          <p:spPr>
            <a:xfrm>
              <a:off x="6263601" y="4953069"/>
              <a:ext cx="119724" cy="261481"/>
            </a:xfrm>
            <a:custGeom>
              <a:avLst/>
              <a:gdLst>
                <a:gd name="connsiteX0" fmla="*/ 115846 w 119724"/>
                <a:gd name="connsiteY0" fmla="*/ 411 h 261481"/>
                <a:gd name="connsiteX1" fmla="*/ 45102 w 119724"/>
                <a:gd name="connsiteY1" fmla="*/ 117234 h 261481"/>
                <a:gd name="connsiteX2" fmla="*/ 32853 w 119724"/>
                <a:gd name="connsiteY2" fmla="*/ 189061 h 261481"/>
                <a:gd name="connsiteX3" fmla="*/ 106 w 119724"/>
                <a:gd name="connsiteY3" fmla="*/ 260638 h 261481"/>
                <a:gd name="connsiteX4" fmla="*/ 1023 w 119724"/>
                <a:gd name="connsiteY4" fmla="*/ 261304 h 261481"/>
                <a:gd name="connsiteX5" fmla="*/ 53351 w 119724"/>
                <a:gd name="connsiteY5" fmla="*/ 144565 h 261481"/>
                <a:gd name="connsiteX6" fmla="*/ 119012 w 119724"/>
                <a:gd name="connsiteY6" fmla="*/ 4161 h 261481"/>
                <a:gd name="connsiteX7" fmla="*/ 115846 w 119724"/>
                <a:gd name="connsiteY7" fmla="*/ 411 h 261481"/>
                <a:gd name="connsiteX8" fmla="*/ 115846 w 119724"/>
                <a:gd name="connsiteY8" fmla="*/ 411 h 261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724" h="261481">
                  <a:moveTo>
                    <a:pt x="115846" y="411"/>
                  </a:moveTo>
                  <a:cubicBezTo>
                    <a:pt x="77266" y="29825"/>
                    <a:pt x="52018" y="68905"/>
                    <a:pt x="45102" y="117234"/>
                  </a:cubicBezTo>
                  <a:cubicBezTo>
                    <a:pt x="41602" y="141648"/>
                    <a:pt x="38852" y="165230"/>
                    <a:pt x="32853" y="189061"/>
                  </a:cubicBezTo>
                  <a:cubicBezTo>
                    <a:pt x="26187" y="215392"/>
                    <a:pt x="16188" y="238723"/>
                    <a:pt x="106" y="260638"/>
                  </a:cubicBezTo>
                  <a:cubicBezTo>
                    <a:pt x="-310" y="261138"/>
                    <a:pt x="606" y="261804"/>
                    <a:pt x="1023" y="261304"/>
                  </a:cubicBezTo>
                  <a:cubicBezTo>
                    <a:pt x="30353" y="228974"/>
                    <a:pt x="49102" y="188311"/>
                    <a:pt x="53351" y="144565"/>
                  </a:cubicBezTo>
                  <a:cubicBezTo>
                    <a:pt x="58767" y="88987"/>
                    <a:pt x="75099" y="40824"/>
                    <a:pt x="119012" y="4161"/>
                  </a:cubicBezTo>
                  <a:cubicBezTo>
                    <a:pt x="121095" y="2577"/>
                    <a:pt x="118179" y="-1255"/>
                    <a:pt x="115846" y="411"/>
                  </a:cubicBezTo>
                  <a:lnTo>
                    <a:pt x="115846" y="411"/>
                  </a:lnTo>
                  <a:close/>
                </a:path>
              </a:pathLst>
            </a:custGeom>
            <a:grpFill/>
            <a:ln w="8332" cap="flat">
              <a:noFill/>
              <a:prstDash val="solid"/>
              <a:miter/>
            </a:ln>
          </p:spPr>
          <p:txBody>
            <a:bodyPr rtlCol="0" anchor="ctr"/>
            <a:lstStyle/>
            <a:p>
              <a:endParaRPr lang="en-US"/>
            </a:p>
          </p:txBody>
        </p:sp>
        <p:sp>
          <p:nvSpPr>
            <p:cNvPr id="2657" name="Freeform: Shape 2656"/>
            <p:cNvSpPr/>
            <p:nvPr/>
          </p:nvSpPr>
          <p:spPr>
            <a:xfrm>
              <a:off x="6101720" y="4893143"/>
              <a:ext cx="193949" cy="197106"/>
            </a:xfrm>
            <a:custGeom>
              <a:avLst/>
              <a:gdLst>
                <a:gd name="connsiteX0" fmla="*/ 191401 w 193949"/>
                <a:gd name="connsiteY0" fmla="*/ 9 h 197106"/>
                <a:gd name="connsiteX1" fmla="*/ 64663 w 193949"/>
                <a:gd name="connsiteY1" fmla="*/ 60754 h 197106"/>
                <a:gd name="connsiteX2" fmla="*/ 19917 w 193949"/>
                <a:gd name="connsiteY2" fmla="*/ 123249 h 197106"/>
                <a:gd name="connsiteX3" fmla="*/ 3751 w 193949"/>
                <a:gd name="connsiteY3" fmla="*/ 159662 h 197106"/>
                <a:gd name="connsiteX4" fmla="*/ 2 w 193949"/>
                <a:gd name="connsiteY4" fmla="*/ 195575 h 197106"/>
                <a:gd name="connsiteX5" fmla="*/ 3168 w 193949"/>
                <a:gd name="connsiteY5" fmla="*/ 195575 h 197106"/>
                <a:gd name="connsiteX6" fmla="*/ 192068 w 193949"/>
                <a:gd name="connsiteY6" fmla="*/ 5093 h 197106"/>
                <a:gd name="connsiteX7" fmla="*/ 191401 w 193949"/>
                <a:gd name="connsiteY7" fmla="*/ 9 h 197106"/>
                <a:gd name="connsiteX8" fmla="*/ 191401 w 193949"/>
                <a:gd name="connsiteY8" fmla="*/ 9 h 197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3949" h="197106">
                  <a:moveTo>
                    <a:pt x="191401" y="9"/>
                  </a:moveTo>
                  <a:cubicBezTo>
                    <a:pt x="143822" y="3759"/>
                    <a:pt x="98576" y="27424"/>
                    <a:pt x="64663" y="60754"/>
                  </a:cubicBezTo>
                  <a:cubicBezTo>
                    <a:pt x="46498" y="78669"/>
                    <a:pt x="31999" y="100917"/>
                    <a:pt x="19917" y="123249"/>
                  </a:cubicBezTo>
                  <a:cubicBezTo>
                    <a:pt x="13584" y="134997"/>
                    <a:pt x="7584" y="146830"/>
                    <a:pt x="3751" y="159662"/>
                  </a:cubicBezTo>
                  <a:cubicBezTo>
                    <a:pt x="85" y="171744"/>
                    <a:pt x="418" y="183076"/>
                    <a:pt x="2" y="195575"/>
                  </a:cubicBezTo>
                  <a:cubicBezTo>
                    <a:pt x="-82" y="197658"/>
                    <a:pt x="2918" y="197575"/>
                    <a:pt x="3168" y="195575"/>
                  </a:cubicBezTo>
                  <a:cubicBezTo>
                    <a:pt x="14084" y="103750"/>
                    <a:pt x="102825" y="21174"/>
                    <a:pt x="192068" y="5093"/>
                  </a:cubicBezTo>
                  <a:cubicBezTo>
                    <a:pt x="194984" y="4593"/>
                    <a:pt x="194318" y="-240"/>
                    <a:pt x="191401" y="9"/>
                  </a:cubicBezTo>
                  <a:lnTo>
                    <a:pt x="191401" y="9"/>
                  </a:lnTo>
                  <a:close/>
                </a:path>
              </a:pathLst>
            </a:custGeom>
            <a:grpFill/>
            <a:ln w="8332" cap="flat">
              <a:noFill/>
              <a:prstDash val="solid"/>
              <a:miter/>
            </a:ln>
          </p:spPr>
          <p:txBody>
            <a:bodyPr rtlCol="0" anchor="ctr"/>
            <a:lstStyle/>
            <a:p>
              <a:endParaRPr lang="en-US"/>
            </a:p>
          </p:txBody>
        </p:sp>
        <p:sp>
          <p:nvSpPr>
            <p:cNvPr id="2658" name="Freeform: Shape 2657"/>
            <p:cNvSpPr/>
            <p:nvPr/>
          </p:nvSpPr>
          <p:spPr>
            <a:xfrm>
              <a:off x="6130225" y="5103706"/>
              <a:ext cx="74466" cy="114274"/>
            </a:xfrm>
            <a:custGeom>
              <a:avLst/>
              <a:gdLst>
                <a:gd name="connsiteX0" fmla="*/ 72988 w 74466"/>
                <a:gd name="connsiteY0" fmla="*/ 2344 h 114274"/>
                <a:gd name="connsiteX1" fmla="*/ 29158 w 74466"/>
                <a:gd name="connsiteY1" fmla="*/ 17759 h 114274"/>
                <a:gd name="connsiteX2" fmla="*/ 21659 w 74466"/>
                <a:gd name="connsiteY2" fmla="*/ 38924 h 114274"/>
                <a:gd name="connsiteX3" fmla="*/ 23742 w 74466"/>
                <a:gd name="connsiteY3" fmla="*/ 48674 h 114274"/>
                <a:gd name="connsiteX4" fmla="*/ 26908 w 74466"/>
                <a:gd name="connsiteY4" fmla="*/ 54340 h 114274"/>
                <a:gd name="connsiteX5" fmla="*/ 24909 w 74466"/>
                <a:gd name="connsiteY5" fmla="*/ 55756 h 114274"/>
                <a:gd name="connsiteX6" fmla="*/ 3411 w 74466"/>
                <a:gd name="connsiteY6" fmla="*/ 74921 h 114274"/>
                <a:gd name="connsiteX7" fmla="*/ 911 w 74466"/>
                <a:gd name="connsiteY7" fmla="*/ 96836 h 114274"/>
                <a:gd name="connsiteX8" fmla="*/ 36324 w 74466"/>
                <a:gd name="connsiteY8" fmla="*/ 109501 h 114274"/>
                <a:gd name="connsiteX9" fmla="*/ 33575 w 74466"/>
                <a:gd name="connsiteY9" fmla="*/ 102919 h 114274"/>
                <a:gd name="connsiteX10" fmla="*/ 10077 w 74466"/>
                <a:gd name="connsiteY10" fmla="*/ 82254 h 114274"/>
                <a:gd name="connsiteX11" fmla="*/ 26825 w 74466"/>
                <a:gd name="connsiteY11" fmla="*/ 64005 h 114274"/>
                <a:gd name="connsiteX12" fmla="*/ 37407 w 74466"/>
                <a:gd name="connsiteY12" fmla="*/ 55006 h 114274"/>
                <a:gd name="connsiteX13" fmla="*/ 35741 w 74466"/>
                <a:gd name="connsiteY13" fmla="*/ 51173 h 114274"/>
                <a:gd name="connsiteX14" fmla="*/ 32075 w 74466"/>
                <a:gd name="connsiteY14" fmla="*/ 28508 h 114274"/>
                <a:gd name="connsiteX15" fmla="*/ 71904 w 74466"/>
                <a:gd name="connsiteY15" fmla="*/ 6344 h 114274"/>
                <a:gd name="connsiteX16" fmla="*/ 72988 w 74466"/>
                <a:gd name="connsiteY16" fmla="*/ 2344 h 114274"/>
                <a:gd name="connsiteX17" fmla="*/ 72988 w 74466"/>
                <a:gd name="connsiteY17" fmla="*/ 2344 h 114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4466" h="114274">
                  <a:moveTo>
                    <a:pt x="72988" y="2344"/>
                  </a:moveTo>
                  <a:cubicBezTo>
                    <a:pt x="54573" y="-3572"/>
                    <a:pt x="40574" y="1761"/>
                    <a:pt x="29158" y="17759"/>
                  </a:cubicBezTo>
                  <a:cubicBezTo>
                    <a:pt x="24742" y="23925"/>
                    <a:pt x="21492" y="31175"/>
                    <a:pt x="21659" y="38924"/>
                  </a:cubicBezTo>
                  <a:cubicBezTo>
                    <a:pt x="21742" y="42424"/>
                    <a:pt x="22409" y="45424"/>
                    <a:pt x="23742" y="48674"/>
                  </a:cubicBezTo>
                  <a:cubicBezTo>
                    <a:pt x="24659" y="50673"/>
                    <a:pt x="25742" y="52506"/>
                    <a:pt x="26908" y="54340"/>
                  </a:cubicBezTo>
                  <a:cubicBezTo>
                    <a:pt x="26408" y="54173"/>
                    <a:pt x="25742" y="54589"/>
                    <a:pt x="24909" y="55756"/>
                  </a:cubicBezTo>
                  <a:cubicBezTo>
                    <a:pt x="17826" y="62589"/>
                    <a:pt x="8410" y="65672"/>
                    <a:pt x="3411" y="74921"/>
                  </a:cubicBezTo>
                  <a:cubicBezTo>
                    <a:pt x="-255" y="81670"/>
                    <a:pt x="-755" y="89419"/>
                    <a:pt x="911" y="96836"/>
                  </a:cubicBezTo>
                  <a:cubicBezTo>
                    <a:pt x="5244" y="116667"/>
                    <a:pt x="20742" y="117584"/>
                    <a:pt x="36324" y="109501"/>
                  </a:cubicBezTo>
                  <a:cubicBezTo>
                    <a:pt x="39907" y="107668"/>
                    <a:pt x="37407" y="101669"/>
                    <a:pt x="33575" y="102919"/>
                  </a:cubicBezTo>
                  <a:cubicBezTo>
                    <a:pt x="18493" y="107918"/>
                    <a:pt x="5911" y="96919"/>
                    <a:pt x="10077" y="82254"/>
                  </a:cubicBezTo>
                  <a:cubicBezTo>
                    <a:pt x="12077" y="75421"/>
                    <a:pt x="20826" y="67505"/>
                    <a:pt x="26825" y="64005"/>
                  </a:cubicBezTo>
                  <a:cubicBezTo>
                    <a:pt x="31658" y="61172"/>
                    <a:pt x="37158" y="61339"/>
                    <a:pt x="37407" y="55006"/>
                  </a:cubicBezTo>
                  <a:cubicBezTo>
                    <a:pt x="37491" y="53256"/>
                    <a:pt x="36074" y="52590"/>
                    <a:pt x="35741" y="51173"/>
                  </a:cubicBezTo>
                  <a:cubicBezTo>
                    <a:pt x="33408" y="42757"/>
                    <a:pt x="28742" y="38258"/>
                    <a:pt x="32075" y="28508"/>
                  </a:cubicBezTo>
                  <a:cubicBezTo>
                    <a:pt x="38074" y="10927"/>
                    <a:pt x="54156" y="1511"/>
                    <a:pt x="71904" y="6344"/>
                  </a:cubicBezTo>
                  <a:cubicBezTo>
                    <a:pt x="74488" y="7011"/>
                    <a:pt x="75571" y="3094"/>
                    <a:pt x="72988" y="2344"/>
                  </a:cubicBezTo>
                  <a:lnTo>
                    <a:pt x="72988" y="2344"/>
                  </a:lnTo>
                  <a:close/>
                </a:path>
              </a:pathLst>
            </a:custGeom>
            <a:grpFill/>
            <a:ln w="8332" cap="flat">
              <a:noFill/>
              <a:prstDash val="solid"/>
              <a:miter/>
            </a:ln>
          </p:spPr>
          <p:txBody>
            <a:bodyPr rtlCol="0" anchor="ctr"/>
            <a:lstStyle/>
            <a:p>
              <a:endParaRPr lang="en-US"/>
            </a:p>
          </p:txBody>
        </p:sp>
        <p:sp>
          <p:nvSpPr>
            <p:cNvPr id="2659" name="Freeform: Shape 2658"/>
            <p:cNvSpPr/>
            <p:nvPr/>
          </p:nvSpPr>
          <p:spPr>
            <a:xfrm>
              <a:off x="6176102" y="5148162"/>
              <a:ext cx="29964" cy="39012"/>
            </a:xfrm>
            <a:custGeom>
              <a:avLst/>
              <a:gdLst>
                <a:gd name="connsiteX0" fmla="*/ 25860 w 29964"/>
                <a:gd name="connsiteY0" fmla="*/ 28132 h 39012"/>
                <a:gd name="connsiteX1" fmla="*/ 9945 w 29964"/>
                <a:gd name="connsiteY1" fmla="*/ 26549 h 39012"/>
                <a:gd name="connsiteX2" fmla="*/ 11945 w 29964"/>
                <a:gd name="connsiteY2" fmla="*/ 13799 h 39012"/>
                <a:gd name="connsiteX3" fmla="*/ 19194 w 29964"/>
                <a:gd name="connsiteY3" fmla="*/ 2800 h 39012"/>
                <a:gd name="connsiteX4" fmla="*/ 16278 w 29964"/>
                <a:gd name="connsiteY4" fmla="*/ 551 h 39012"/>
                <a:gd name="connsiteX5" fmla="*/ 1529 w 29964"/>
                <a:gd name="connsiteY5" fmla="*/ 32298 h 39012"/>
                <a:gd name="connsiteX6" fmla="*/ 27943 w 29964"/>
                <a:gd name="connsiteY6" fmla="*/ 35714 h 39012"/>
                <a:gd name="connsiteX7" fmla="*/ 25860 w 29964"/>
                <a:gd name="connsiteY7" fmla="*/ 28132 h 39012"/>
                <a:gd name="connsiteX8" fmla="*/ 25860 w 29964"/>
                <a:gd name="connsiteY8" fmla="*/ 28132 h 39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964" h="39012">
                  <a:moveTo>
                    <a:pt x="25860" y="28132"/>
                  </a:moveTo>
                  <a:cubicBezTo>
                    <a:pt x="21944" y="28381"/>
                    <a:pt x="12861" y="29798"/>
                    <a:pt x="9945" y="26549"/>
                  </a:cubicBezTo>
                  <a:cubicBezTo>
                    <a:pt x="7279" y="23549"/>
                    <a:pt x="10445" y="16800"/>
                    <a:pt x="11945" y="13799"/>
                  </a:cubicBezTo>
                  <a:cubicBezTo>
                    <a:pt x="13861" y="9800"/>
                    <a:pt x="16611" y="6384"/>
                    <a:pt x="19194" y="2800"/>
                  </a:cubicBezTo>
                  <a:cubicBezTo>
                    <a:pt x="20361" y="1134"/>
                    <a:pt x="17611" y="-1032"/>
                    <a:pt x="16278" y="551"/>
                  </a:cubicBezTo>
                  <a:cubicBezTo>
                    <a:pt x="10195" y="7967"/>
                    <a:pt x="-4804" y="21549"/>
                    <a:pt x="1529" y="32298"/>
                  </a:cubicBezTo>
                  <a:cubicBezTo>
                    <a:pt x="7112" y="41880"/>
                    <a:pt x="19611" y="39464"/>
                    <a:pt x="27943" y="35714"/>
                  </a:cubicBezTo>
                  <a:cubicBezTo>
                    <a:pt x="31693" y="34048"/>
                    <a:pt x="29777" y="27882"/>
                    <a:pt x="25860" y="28132"/>
                  </a:cubicBezTo>
                  <a:lnTo>
                    <a:pt x="25860" y="28132"/>
                  </a:lnTo>
                  <a:close/>
                </a:path>
              </a:pathLst>
            </a:custGeom>
            <a:grpFill/>
            <a:ln w="8332" cap="flat">
              <a:noFill/>
              <a:prstDash val="solid"/>
              <a:miter/>
            </a:ln>
          </p:spPr>
          <p:txBody>
            <a:bodyPr rtlCol="0" anchor="ctr"/>
            <a:lstStyle/>
            <a:p>
              <a:endParaRPr lang="en-US"/>
            </a:p>
          </p:txBody>
        </p:sp>
        <p:sp>
          <p:nvSpPr>
            <p:cNvPr id="2660" name="Freeform: Shape 2659"/>
            <p:cNvSpPr/>
            <p:nvPr/>
          </p:nvSpPr>
          <p:spPr>
            <a:xfrm>
              <a:off x="6208973" y="5111932"/>
              <a:ext cx="23835" cy="35287"/>
            </a:xfrm>
            <a:custGeom>
              <a:avLst/>
              <a:gdLst>
                <a:gd name="connsiteX0" fmla="*/ 20987 w 23835"/>
                <a:gd name="connsiteY0" fmla="*/ 27365 h 35287"/>
                <a:gd name="connsiteX1" fmla="*/ 9404 w 23835"/>
                <a:gd name="connsiteY1" fmla="*/ 21033 h 35287"/>
                <a:gd name="connsiteX2" fmla="*/ 13071 w 23835"/>
                <a:gd name="connsiteY2" fmla="*/ 3784 h 35287"/>
                <a:gd name="connsiteX3" fmla="*/ 7571 w 23835"/>
                <a:gd name="connsiteY3" fmla="*/ 1451 h 35287"/>
                <a:gd name="connsiteX4" fmla="*/ 988 w 23835"/>
                <a:gd name="connsiteY4" fmla="*/ 26532 h 35287"/>
                <a:gd name="connsiteX5" fmla="*/ 19820 w 23835"/>
                <a:gd name="connsiteY5" fmla="*/ 35281 h 35287"/>
                <a:gd name="connsiteX6" fmla="*/ 20987 w 23835"/>
                <a:gd name="connsiteY6" fmla="*/ 27365 h 35287"/>
                <a:gd name="connsiteX7" fmla="*/ 20987 w 23835"/>
                <a:gd name="connsiteY7" fmla="*/ 27365 h 35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35" h="35287">
                  <a:moveTo>
                    <a:pt x="20987" y="27365"/>
                  </a:moveTo>
                  <a:cubicBezTo>
                    <a:pt x="16987" y="25866"/>
                    <a:pt x="11071" y="25532"/>
                    <a:pt x="9404" y="21033"/>
                  </a:cubicBezTo>
                  <a:cubicBezTo>
                    <a:pt x="7405" y="15700"/>
                    <a:pt x="11404" y="8784"/>
                    <a:pt x="13071" y="3784"/>
                  </a:cubicBezTo>
                  <a:cubicBezTo>
                    <a:pt x="14154" y="534"/>
                    <a:pt x="9154" y="-1549"/>
                    <a:pt x="7571" y="1451"/>
                  </a:cubicBezTo>
                  <a:cubicBezTo>
                    <a:pt x="3488" y="9117"/>
                    <a:pt x="-2345" y="17533"/>
                    <a:pt x="988" y="26532"/>
                  </a:cubicBezTo>
                  <a:cubicBezTo>
                    <a:pt x="3988" y="34698"/>
                    <a:pt x="12404" y="35364"/>
                    <a:pt x="19820" y="35281"/>
                  </a:cubicBezTo>
                  <a:cubicBezTo>
                    <a:pt x="24736" y="35364"/>
                    <a:pt x="25153" y="28865"/>
                    <a:pt x="20987" y="27365"/>
                  </a:cubicBezTo>
                  <a:lnTo>
                    <a:pt x="20987" y="27365"/>
                  </a:lnTo>
                  <a:close/>
                </a:path>
              </a:pathLst>
            </a:custGeom>
            <a:grpFill/>
            <a:ln w="8332" cap="flat">
              <a:noFill/>
              <a:prstDash val="solid"/>
              <a:miter/>
            </a:ln>
          </p:spPr>
          <p:txBody>
            <a:bodyPr rtlCol="0" anchor="ctr"/>
            <a:lstStyle/>
            <a:p>
              <a:endParaRPr lang="en-US"/>
            </a:p>
          </p:txBody>
        </p:sp>
        <p:sp>
          <p:nvSpPr>
            <p:cNvPr id="2661" name="Freeform: Shape 2660"/>
            <p:cNvSpPr/>
            <p:nvPr/>
          </p:nvSpPr>
          <p:spPr>
            <a:xfrm>
              <a:off x="9300731" y="6382752"/>
              <a:ext cx="440326" cy="566532"/>
            </a:xfrm>
            <a:custGeom>
              <a:avLst/>
              <a:gdLst>
                <a:gd name="connsiteX0" fmla="*/ 422331 w 440326"/>
                <a:gd name="connsiteY0" fmla="*/ 375649 h 566532"/>
                <a:gd name="connsiteX1" fmla="*/ 423247 w 440326"/>
                <a:gd name="connsiteY1" fmla="*/ 374983 h 566532"/>
                <a:gd name="connsiteX2" fmla="*/ 422414 w 440326"/>
                <a:gd name="connsiteY2" fmla="*/ 271659 h 566532"/>
                <a:gd name="connsiteX3" fmla="*/ 383667 w 440326"/>
                <a:gd name="connsiteY3" fmla="*/ 227163 h 566532"/>
                <a:gd name="connsiteX4" fmla="*/ 317257 w 440326"/>
                <a:gd name="connsiteY4" fmla="*/ 194916 h 566532"/>
                <a:gd name="connsiteX5" fmla="*/ 212933 w 440326"/>
                <a:gd name="connsiteY5" fmla="*/ 81842 h 566532"/>
                <a:gd name="connsiteX6" fmla="*/ 155354 w 440326"/>
                <a:gd name="connsiteY6" fmla="*/ 433 h 566532"/>
                <a:gd name="connsiteX7" fmla="*/ 107026 w 440326"/>
                <a:gd name="connsiteY7" fmla="*/ 28431 h 566532"/>
                <a:gd name="connsiteX8" fmla="*/ 123024 w 440326"/>
                <a:gd name="connsiteY8" fmla="*/ 67011 h 566532"/>
                <a:gd name="connsiteX9" fmla="*/ 140356 w 440326"/>
                <a:gd name="connsiteY9" fmla="*/ 181917 h 566532"/>
                <a:gd name="connsiteX10" fmla="*/ 47865 w 440326"/>
                <a:gd name="connsiteY10" fmla="*/ 276158 h 566532"/>
                <a:gd name="connsiteX11" fmla="*/ 43031 w 440326"/>
                <a:gd name="connsiteY11" fmla="*/ 478140 h 566532"/>
                <a:gd name="connsiteX12" fmla="*/ 45115 w 440326"/>
                <a:gd name="connsiteY12" fmla="*/ 479057 h 566532"/>
                <a:gd name="connsiteX13" fmla="*/ 48114 w 440326"/>
                <a:gd name="connsiteY13" fmla="*/ 493305 h 566532"/>
                <a:gd name="connsiteX14" fmla="*/ 196351 w 440326"/>
                <a:gd name="connsiteY14" fmla="*/ 551217 h 566532"/>
                <a:gd name="connsiteX15" fmla="*/ 199851 w 440326"/>
                <a:gd name="connsiteY15" fmla="*/ 545134 h 566532"/>
                <a:gd name="connsiteX16" fmla="*/ 264262 w 440326"/>
                <a:gd name="connsiteY16" fmla="*/ 566216 h 566532"/>
                <a:gd name="connsiteX17" fmla="*/ 341838 w 440326"/>
                <a:gd name="connsiteY17" fmla="*/ 519720 h 566532"/>
                <a:gd name="connsiteX18" fmla="*/ 349421 w 440326"/>
                <a:gd name="connsiteY18" fmla="*/ 501471 h 566532"/>
                <a:gd name="connsiteX19" fmla="*/ 350170 w 440326"/>
                <a:gd name="connsiteY19" fmla="*/ 501471 h 566532"/>
                <a:gd name="connsiteX20" fmla="*/ 411665 w 440326"/>
                <a:gd name="connsiteY20" fmla="*/ 463308 h 566532"/>
                <a:gd name="connsiteX21" fmla="*/ 424748 w 440326"/>
                <a:gd name="connsiteY21" fmla="*/ 385065 h 566532"/>
                <a:gd name="connsiteX22" fmla="*/ 422331 w 440326"/>
                <a:gd name="connsiteY22" fmla="*/ 375649 h 566532"/>
                <a:gd name="connsiteX23" fmla="*/ 422331 w 440326"/>
                <a:gd name="connsiteY23" fmla="*/ 375649 h 566532"/>
                <a:gd name="connsiteX24" fmla="*/ 118941 w 440326"/>
                <a:gd name="connsiteY24" fmla="*/ 38596 h 566532"/>
                <a:gd name="connsiteX25" fmla="*/ 149439 w 440326"/>
                <a:gd name="connsiteY25" fmla="*/ 15265 h 566532"/>
                <a:gd name="connsiteX26" fmla="*/ 188102 w 440326"/>
                <a:gd name="connsiteY26" fmla="*/ 34430 h 566532"/>
                <a:gd name="connsiteX27" fmla="*/ 195852 w 440326"/>
                <a:gd name="connsiteY27" fmla="*/ 62011 h 566532"/>
                <a:gd name="connsiteX28" fmla="*/ 208433 w 440326"/>
                <a:gd name="connsiteY28" fmla="*/ 98758 h 566532"/>
                <a:gd name="connsiteX29" fmla="*/ 178020 w 440326"/>
                <a:gd name="connsiteY29" fmla="*/ 75676 h 566532"/>
                <a:gd name="connsiteX30" fmla="*/ 152939 w 440326"/>
                <a:gd name="connsiteY30" fmla="*/ 50762 h 566532"/>
                <a:gd name="connsiteX31" fmla="*/ 138357 w 440326"/>
                <a:gd name="connsiteY31" fmla="*/ 23598 h 566532"/>
                <a:gd name="connsiteX32" fmla="*/ 136524 w 440326"/>
                <a:gd name="connsiteY32" fmla="*/ 23848 h 566532"/>
                <a:gd name="connsiteX33" fmla="*/ 160938 w 440326"/>
                <a:gd name="connsiteY33" fmla="*/ 71427 h 566532"/>
                <a:gd name="connsiteX34" fmla="*/ 208433 w 440326"/>
                <a:gd name="connsiteY34" fmla="*/ 113506 h 566532"/>
                <a:gd name="connsiteX35" fmla="*/ 186352 w 440326"/>
                <a:gd name="connsiteY35" fmla="*/ 96008 h 566532"/>
                <a:gd name="connsiteX36" fmla="*/ 154271 w 440326"/>
                <a:gd name="connsiteY36" fmla="*/ 75177 h 566532"/>
                <a:gd name="connsiteX37" fmla="*/ 127357 w 440326"/>
                <a:gd name="connsiteY37" fmla="*/ 55428 h 566532"/>
                <a:gd name="connsiteX38" fmla="*/ 118941 w 440326"/>
                <a:gd name="connsiteY38" fmla="*/ 38596 h 566532"/>
                <a:gd name="connsiteX39" fmla="*/ 118941 w 440326"/>
                <a:gd name="connsiteY39" fmla="*/ 38596 h 566532"/>
                <a:gd name="connsiteX40" fmla="*/ 315757 w 440326"/>
                <a:gd name="connsiteY40" fmla="*/ 275742 h 566532"/>
                <a:gd name="connsiteX41" fmla="*/ 406665 w 440326"/>
                <a:gd name="connsiteY41" fmla="*/ 369400 h 566532"/>
                <a:gd name="connsiteX42" fmla="*/ 408832 w 440326"/>
                <a:gd name="connsiteY42" fmla="*/ 437394 h 566532"/>
                <a:gd name="connsiteX43" fmla="*/ 353171 w 440326"/>
                <a:gd name="connsiteY43" fmla="*/ 486723 h 566532"/>
                <a:gd name="connsiteX44" fmla="*/ 352837 w 440326"/>
                <a:gd name="connsiteY44" fmla="*/ 413979 h 566532"/>
                <a:gd name="connsiteX45" fmla="*/ 347588 w 440326"/>
                <a:gd name="connsiteY45" fmla="*/ 414729 h 566532"/>
                <a:gd name="connsiteX46" fmla="*/ 331089 w 440326"/>
                <a:gd name="connsiteY46" fmla="*/ 507471 h 566532"/>
                <a:gd name="connsiteX47" fmla="*/ 264429 w 440326"/>
                <a:gd name="connsiteY47" fmla="*/ 550634 h 566532"/>
                <a:gd name="connsiteX48" fmla="*/ 221015 w 440326"/>
                <a:gd name="connsiteY48" fmla="*/ 543051 h 566532"/>
                <a:gd name="connsiteX49" fmla="*/ 197601 w 440326"/>
                <a:gd name="connsiteY49" fmla="*/ 501055 h 566532"/>
                <a:gd name="connsiteX50" fmla="*/ 201018 w 440326"/>
                <a:gd name="connsiteY50" fmla="*/ 411896 h 566532"/>
                <a:gd name="connsiteX51" fmla="*/ 199684 w 440326"/>
                <a:gd name="connsiteY51" fmla="*/ 411730 h 566532"/>
                <a:gd name="connsiteX52" fmla="*/ 187852 w 440326"/>
                <a:gd name="connsiteY52" fmla="*/ 524886 h 566532"/>
                <a:gd name="connsiteX53" fmla="*/ 194018 w 440326"/>
                <a:gd name="connsiteY53" fmla="*/ 537135 h 566532"/>
                <a:gd name="connsiteX54" fmla="*/ 188935 w 440326"/>
                <a:gd name="connsiteY54" fmla="*/ 538051 h 566532"/>
                <a:gd name="connsiteX55" fmla="*/ 104110 w 440326"/>
                <a:gd name="connsiteY55" fmla="*/ 537551 h 566532"/>
                <a:gd name="connsiteX56" fmla="*/ 59780 w 440326"/>
                <a:gd name="connsiteY56" fmla="*/ 467641 h 566532"/>
                <a:gd name="connsiteX57" fmla="*/ 69696 w 440326"/>
                <a:gd name="connsiteY57" fmla="*/ 400980 h 566532"/>
                <a:gd name="connsiteX58" fmla="*/ 105693 w 440326"/>
                <a:gd name="connsiteY58" fmla="*/ 323487 h 566532"/>
                <a:gd name="connsiteX59" fmla="*/ 103609 w 440326"/>
                <a:gd name="connsiteY59" fmla="*/ 321904 h 566532"/>
                <a:gd name="connsiteX60" fmla="*/ 55864 w 440326"/>
                <a:gd name="connsiteY60" fmla="*/ 407230 h 566532"/>
                <a:gd name="connsiteX61" fmla="*/ 44448 w 440326"/>
                <a:gd name="connsiteY61" fmla="*/ 461475 h 566532"/>
                <a:gd name="connsiteX62" fmla="*/ 20534 w 440326"/>
                <a:gd name="connsiteY62" fmla="*/ 345735 h 566532"/>
                <a:gd name="connsiteX63" fmla="*/ 58780 w 440326"/>
                <a:gd name="connsiteY63" fmla="*/ 289824 h 566532"/>
                <a:gd name="connsiteX64" fmla="*/ 111192 w 440326"/>
                <a:gd name="connsiteY64" fmla="*/ 253077 h 566532"/>
                <a:gd name="connsiteX65" fmla="*/ 158938 w 440326"/>
                <a:gd name="connsiteY65" fmla="*/ 162002 h 566532"/>
                <a:gd name="connsiteX66" fmla="*/ 142440 w 440326"/>
                <a:gd name="connsiteY66" fmla="*/ 92925 h 566532"/>
                <a:gd name="connsiteX67" fmla="*/ 173437 w 440326"/>
                <a:gd name="connsiteY67" fmla="*/ 126922 h 566532"/>
                <a:gd name="connsiteX68" fmla="*/ 174770 w 440326"/>
                <a:gd name="connsiteY68" fmla="*/ 181667 h 566532"/>
                <a:gd name="connsiteX69" fmla="*/ 148189 w 440326"/>
                <a:gd name="connsiteY69" fmla="*/ 235662 h 566532"/>
                <a:gd name="connsiteX70" fmla="*/ 137606 w 440326"/>
                <a:gd name="connsiteY70" fmla="*/ 283324 h 566532"/>
                <a:gd name="connsiteX71" fmla="*/ 141607 w 440326"/>
                <a:gd name="connsiteY71" fmla="*/ 283324 h 566532"/>
                <a:gd name="connsiteX72" fmla="*/ 149856 w 440326"/>
                <a:gd name="connsiteY72" fmla="*/ 242911 h 566532"/>
                <a:gd name="connsiteX73" fmla="*/ 168020 w 440326"/>
                <a:gd name="connsiteY73" fmla="*/ 213831 h 566532"/>
                <a:gd name="connsiteX74" fmla="*/ 190352 w 440326"/>
                <a:gd name="connsiteY74" fmla="*/ 162502 h 566532"/>
                <a:gd name="connsiteX75" fmla="*/ 140023 w 440326"/>
                <a:gd name="connsiteY75" fmla="*/ 86759 h 566532"/>
                <a:gd name="connsiteX76" fmla="*/ 132440 w 440326"/>
                <a:gd name="connsiteY76" fmla="*/ 68511 h 566532"/>
                <a:gd name="connsiteX77" fmla="*/ 145189 w 440326"/>
                <a:gd name="connsiteY77" fmla="*/ 79426 h 566532"/>
                <a:gd name="connsiteX78" fmla="*/ 180936 w 440326"/>
                <a:gd name="connsiteY78" fmla="*/ 105257 h 566532"/>
                <a:gd name="connsiteX79" fmla="*/ 215016 w 440326"/>
                <a:gd name="connsiteY79" fmla="*/ 133088 h 566532"/>
                <a:gd name="connsiteX80" fmla="*/ 248180 w 440326"/>
                <a:gd name="connsiteY80" fmla="*/ 167335 h 566532"/>
                <a:gd name="connsiteX81" fmla="*/ 252846 w 440326"/>
                <a:gd name="connsiteY81" fmla="*/ 167502 h 566532"/>
                <a:gd name="connsiteX82" fmla="*/ 261095 w 440326"/>
                <a:gd name="connsiteY82" fmla="*/ 175417 h 566532"/>
                <a:gd name="connsiteX83" fmla="*/ 318257 w 440326"/>
                <a:gd name="connsiteY83" fmla="*/ 210414 h 566532"/>
                <a:gd name="connsiteX84" fmla="*/ 380751 w 440326"/>
                <a:gd name="connsiteY84" fmla="*/ 243495 h 566532"/>
                <a:gd name="connsiteX85" fmla="*/ 421915 w 440326"/>
                <a:gd name="connsiteY85" fmla="*/ 298490 h 566532"/>
                <a:gd name="connsiteX86" fmla="*/ 417248 w 440326"/>
                <a:gd name="connsiteY86" fmla="*/ 361817 h 566532"/>
                <a:gd name="connsiteX87" fmla="*/ 316257 w 440326"/>
                <a:gd name="connsiteY87" fmla="*/ 275408 h 566532"/>
                <a:gd name="connsiteX88" fmla="*/ 315757 w 440326"/>
                <a:gd name="connsiteY88" fmla="*/ 275742 h 566532"/>
                <a:gd name="connsiteX89" fmla="*/ 315757 w 440326"/>
                <a:gd name="connsiteY89" fmla="*/ 275742 h 56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440326" h="566532">
                  <a:moveTo>
                    <a:pt x="422331" y="375649"/>
                  </a:moveTo>
                  <a:cubicBezTo>
                    <a:pt x="422664" y="375399"/>
                    <a:pt x="422997" y="375233"/>
                    <a:pt x="423247" y="374983"/>
                  </a:cubicBezTo>
                  <a:cubicBezTo>
                    <a:pt x="451578" y="349485"/>
                    <a:pt x="439912" y="299906"/>
                    <a:pt x="422414" y="271659"/>
                  </a:cubicBezTo>
                  <a:cubicBezTo>
                    <a:pt x="412082" y="254910"/>
                    <a:pt x="399416" y="239162"/>
                    <a:pt x="383667" y="227163"/>
                  </a:cubicBezTo>
                  <a:cubicBezTo>
                    <a:pt x="364003" y="212248"/>
                    <a:pt x="339505" y="205165"/>
                    <a:pt x="317257" y="194916"/>
                  </a:cubicBezTo>
                  <a:cubicBezTo>
                    <a:pt x="266011" y="171418"/>
                    <a:pt x="231348" y="135338"/>
                    <a:pt x="212933" y="81842"/>
                  </a:cubicBezTo>
                  <a:cubicBezTo>
                    <a:pt x="202684" y="52262"/>
                    <a:pt x="199184" y="-5566"/>
                    <a:pt x="155354" y="433"/>
                  </a:cubicBezTo>
                  <a:cubicBezTo>
                    <a:pt x="139273" y="2600"/>
                    <a:pt x="113276" y="11432"/>
                    <a:pt x="107026" y="28431"/>
                  </a:cubicBezTo>
                  <a:cubicBezTo>
                    <a:pt x="102860" y="39930"/>
                    <a:pt x="112276" y="58761"/>
                    <a:pt x="123024" y="67011"/>
                  </a:cubicBezTo>
                  <a:cubicBezTo>
                    <a:pt x="131191" y="105424"/>
                    <a:pt x="149439" y="141087"/>
                    <a:pt x="140356" y="181917"/>
                  </a:cubicBezTo>
                  <a:cubicBezTo>
                    <a:pt x="130024" y="228413"/>
                    <a:pt x="81611" y="248161"/>
                    <a:pt x="47865" y="276158"/>
                  </a:cubicBezTo>
                  <a:cubicBezTo>
                    <a:pt x="-9214" y="323654"/>
                    <a:pt x="-20546" y="431728"/>
                    <a:pt x="43031" y="478140"/>
                  </a:cubicBezTo>
                  <a:cubicBezTo>
                    <a:pt x="43699" y="478640"/>
                    <a:pt x="44448" y="478890"/>
                    <a:pt x="45115" y="479057"/>
                  </a:cubicBezTo>
                  <a:cubicBezTo>
                    <a:pt x="45782" y="483890"/>
                    <a:pt x="46698" y="488639"/>
                    <a:pt x="48114" y="493305"/>
                  </a:cubicBezTo>
                  <a:cubicBezTo>
                    <a:pt x="64946" y="552217"/>
                    <a:pt x="143773" y="587214"/>
                    <a:pt x="196351" y="551217"/>
                  </a:cubicBezTo>
                  <a:cubicBezTo>
                    <a:pt x="198768" y="549550"/>
                    <a:pt x="199768" y="547300"/>
                    <a:pt x="199851" y="545134"/>
                  </a:cubicBezTo>
                  <a:cubicBezTo>
                    <a:pt x="215350" y="562049"/>
                    <a:pt x="239431" y="568048"/>
                    <a:pt x="264262" y="566216"/>
                  </a:cubicBezTo>
                  <a:cubicBezTo>
                    <a:pt x="294092" y="563966"/>
                    <a:pt x="327423" y="547051"/>
                    <a:pt x="341838" y="519720"/>
                  </a:cubicBezTo>
                  <a:cubicBezTo>
                    <a:pt x="344921" y="513887"/>
                    <a:pt x="347421" y="507721"/>
                    <a:pt x="349421" y="501471"/>
                  </a:cubicBezTo>
                  <a:cubicBezTo>
                    <a:pt x="349671" y="501471"/>
                    <a:pt x="349921" y="501471"/>
                    <a:pt x="350170" y="501471"/>
                  </a:cubicBezTo>
                  <a:cubicBezTo>
                    <a:pt x="373585" y="499971"/>
                    <a:pt x="397917" y="481557"/>
                    <a:pt x="411665" y="463308"/>
                  </a:cubicBezTo>
                  <a:cubicBezTo>
                    <a:pt x="428164" y="441477"/>
                    <a:pt x="430413" y="411146"/>
                    <a:pt x="424748" y="385065"/>
                  </a:cubicBezTo>
                  <a:cubicBezTo>
                    <a:pt x="424164" y="381815"/>
                    <a:pt x="423331" y="378732"/>
                    <a:pt x="422331" y="375649"/>
                  </a:cubicBezTo>
                  <a:lnTo>
                    <a:pt x="422331" y="375649"/>
                  </a:lnTo>
                  <a:close/>
                  <a:moveTo>
                    <a:pt x="118941" y="38596"/>
                  </a:moveTo>
                  <a:cubicBezTo>
                    <a:pt x="117692" y="25014"/>
                    <a:pt x="139773" y="17848"/>
                    <a:pt x="149439" y="15265"/>
                  </a:cubicBezTo>
                  <a:cubicBezTo>
                    <a:pt x="168437" y="10099"/>
                    <a:pt x="181020" y="16098"/>
                    <a:pt x="188102" y="34430"/>
                  </a:cubicBezTo>
                  <a:cubicBezTo>
                    <a:pt x="191519" y="43346"/>
                    <a:pt x="193352" y="52762"/>
                    <a:pt x="195852" y="62011"/>
                  </a:cubicBezTo>
                  <a:cubicBezTo>
                    <a:pt x="199351" y="74593"/>
                    <a:pt x="203517" y="86925"/>
                    <a:pt x="208433" y="98758"/>
                  </a:cubicBezTo>
                  <a:cubicBezTo>
                    <a:pt x="198351" y="91008"/>
                    <a:pt x="187852" y="83842"/>
                    <a:pt x="178020" y="75676"/>
                  </a:cubicBezTo>
                  <a:cubicBezTo>
                    <a:pt x="168687" y="67927"/>
                    <a:pt x="159771" y="60678"/>
                    <a:pt x="152939" y="50762"/>
                  </a:cubicBezTo>
                  <a:cubicBezTo>
                    <a:pt x="147022" y="42096"/>
                    <a:pt x="143356" y="32763"/>
                    <a:pt x="138357" y="23598"/>
                  </a:cubicBezTo>
                  <a:cubicBezTo>
                    <a:pt x="137940" y="22848"/>
                    <a:pt x="136773" y="23014"/>
                    <a:pt x="136524" y="23848"/>
                  </a:cubicBezTo>
                  <a:cubicBezTo>
                    <a:pt x="131774" y="40763"/>
                    <a:pt x="149689" y="61178"/>
                    <a:pt x="160938" y="71427"/>
                  </a:cubicBezTo>
                  <a:cubicBezTo>
                    <a:pt x="176520" y="85592"/>
                    <a:pt x="193518" y="98674"/>
                    <a:pt x="208433" y="113506"/>
                  </a:cubicBezTo>
                  <a:cubicBezTo>
                    <a:pt x="201184" y="107590"/>
                    <a:pt x="193518" y="102007"/>
                    <a:pt x="186352" y="96008"/>
                  </a:cubicBezTo>
                  <a:cubicBezTo>
                    <a:pt x="176186" y="87592"/>
                    <a:pt x="165438" y="81926"/>
                    <a:pt x="154271" y="75177"/>
                  </a:cubicBezTo>
                  <a:cubicBezTo>
                    <a:pt x="144690" y="69344"/>
                    <a:pt x="136274" y="62011"/>
                    <a:pt x="127357" y="55428"/>
                  </a:cubicBezTo>
                  <a:cubicBezTo>
                    <a:pt x="125107" y="50012"/>
                    <a:pt x="119525" y="44096"/>
                    <a:pt x="118941" y="38596"/>
                  </a:cubicBezTo>
                  <a:lnTo>
                    <a:pt x="118941" y="38596"/>
                  </a:lnTo>
                  <a:close/>
                  <a:moveTo>
                    <a:pt x="315757" y="275742"/>
                  </a:moveTo>
                  <a:cubicBezTo>
                    <a:pt x="353837" y="297157"/>
                    <a:pt x="392917" y="326321"/>
                    <a:pt x="406665" y="369400"/>
                  </a:cubicBezTo>
                  <a:cubicBezTo>
                    <a:pt x="413415" y="390898"/>
                    <a:pt x="415915" y="415729"/>
                    <a:pt x="408832" y="437394"/>
                  </a:cubicBezTo>
                  <a:cubicBezTo>
                    <a:pt x="402083" y="458225"/>
                    <a:pt x="375669" y="482306"/>
                    <a:pt x="353171" y="486723"/>
                  </a:cubicBezTo>
                  <a:cubicBezTo>
                    <a:pt x="357753" y="462808"/>
                    <a:pt x="356254" y="437394"/>
                    <a:pt x="352837" y="413979"/>
                  </a:cubicBezTo>
                  <a:cubicBezTo>
                    <a:pt x="352420" y="410896"/>
                    <a:pt x="347671" y="411813"/>
                    <a:pt x="347588" y="414729"/>
                  </a:cubicBezTo>
                  <a:cubicBezTo>
                    <a:pt x="346755" y="447309"/>
                    <a:pt x="345254" y="477390"/>
                    <a:pt x="331089" y="507471"/>
                  </a:cubicBezTo>
                  <a:cubicBezTo>
                    <a:pt x="319424" y="532302"/>
                    <a:pt x="291176" y="548300"/>
                    <a:pt x="264429" y="550634"/>
                  </a:cubicBezTo>
                  <a:cubicBezTo>
                    <a:pt x="249430" y="551967"/>
                    <a:pt x="234432" y="549883"/>
                    <a:pt x="221015" y="543051"/>
                  </a:cubicBezTo>
                  <a:cubicBezTo>
                    <a:pt x="204934" y="534885"/>
                    <a:pt x="198601" y="518553"/>
                    <a:pt x="197601" y="501055"/>
                  </a:cubicBezTo>
                  <a:cubicBezTo>
                    <a:pt x="195934" y="471974"/>
                    <a:pt x="197518" y="440810"/>
                    <a:pt x="201018" y="411896"/>
                  </a:cubicBezTo>
                  <a:cubicBezTo>
                    <a:pt x="201101" y="411146"/>
                    <a:pt x="199851" y="410979"/>
                    <a:pt x="199684" y="411730"/>
                  </a:cubicBezTo>
                  <a:cubicBezTo>
                    <a:pt x="193018" y="446976"/>
                    <a:pt x="174603" y="489056"/>
                    <a:pt x="187852" y="524886"/>
                  </a:cubicBezTo>
                  <a:cubicBezTo>
                    <a:pt x="189519" y="529386"/>
                    <a:pt x="191602" y="533469"/>
                    <a:pt x="194018" y="537135"/>
                  </a:cubicBezTo>
                  <a:cubicBezTo>
                    <a:pt x="192435" y="536885"/>
                    <a:pt x="190768" y="537051"/>
                    <a:pt x="188935" y="538051"/>
                  </a:cubicBezTo>
                  <a:cubicBezTo>
                    <a:pt x="161771" y="553133"/>
                    <a:pt x="131690" y="550717"/>
                    <a:pt x="104110" y="537551"/>
                  </a:cubicBezTo>
                  <a:cubicBezTo>
                    <a:pt x="75779" y="524053"/>
                    <a:pt x="63280" y="497472"/>
                    <a:pt x="59780" y="467641"/>
                  </a:cubicBezTo>
                  <a:cubicBezTo>
                    <a:pt x="57031" y="444393"/>
                    <a:pt x="62030" y="422728"/>
                    <a:pt x="69696" y="400980"/>
                  </a:cubicBezTo>
                  <a:cubicBezTo>
                    <a:pt x="79029" y="374483"/>
                    <a:pt x="90528" y="347152"/>
                    <a:pt x="105693" y="323487"/>
                  </a:cubicBezTo>
                  <a:cubicBezTo>
                    <a:pt x="106526" y="322237"/>
                    <a:pt x="104526" y="320654"/>
                    <a:pt x="103609" y="321904"/>
                  </a:cubicBezTo>
                  <a:cubicBezTo>
                    <a:pt x="82945" y="347318"/>
                    <a:pt x="68113" y="377066"/>
                    <a:pt x="55864" y="407230"/>
                  </a:cubicBezTo>
                  <a:cubicBezTo>
                    <a:pt x="49032" y="424145"/>
                    <a:pt x="44699" y="442810"/>
                    <a:pt x="44448" y="461475"/>
                  </a:cubicBezTo>
                  <a:cubicBezTo>
                    <a:pt x="15535" y="430728"/>
                    <a:pt x="5952" y="386482"/>
                    <a:pt x="20534" y="345735"/>
                  </a:cubicBezTo>
                  <a:cubicBezTo>
                    <a:pt x="28449" y="323571"/>
                    <a:pt x="39865" y="304239"/>
                    <a:pt x="58780" y="289824"/>
                  </a:cubicBezTo>
                  <a:cubicBezTo>
                    <a:pt x="75779" y="276908"/>
                    <a:pt x="94277" y="266076"/>
                    <a:pt x="111192" y="253077"/>
                  </a:cubicBezTo>
                  <a:cubicBezTo>
                    <a:pt x="141190" y="229996"/>
                    <a:pt x="161188" y="201415"/>
                    <a:pt x="158938" y="162002"/>
                  </a:cubicBezTo>
                  <a:cubicBezTo>
                    <a:pt x="157521" y="137671"/>
                    <a:pt x="150939" y="115006"/>
                    <a:pt x="142440" y="92925"/>
                  </a:cubicBezTo>
                  <a:cubicBezTo>
                    <a:pt x="152689" y="104341"/>
                    <a:pt x="165688" y="113173"/>
                    <a:pt x="173437" y="126922"/>
                  </a:cubicBezTo>
                  <a:cubicBezTo>
                    <a:pt x="183519" y="144753"/>
                    <a:pt x="180769" y="163002"/>
                    <a:pt x="174770" y="181667"/>
                  </a:cubicBezTo>
                  <a:cubicBezTo>
                    <a:pt x="168604" y="200832"/>
                    <a:pt x="156605" y="217497"/>
                    <a:pt x="148189" y="235662"/>
                  </a:cubicBezTo>
                  <a:cubicBezTo>
                    <a:pt x="141023" y="251077"/>
                    <a:pt x="139023" y="266576"/>
                    <a:pt x="137606" y="283324"/>
                  </a:cubicBezTo>
                  <a:cubicBezTo>
                    <a:pt x="137357" y="285907"/>
                    <a:pt x="141356" y="285824"/>
                    <a:pt x="141607" y="283324"/>
                  </a:cubicBezTo>
                  <a:cubicBezTo>
                    <a:pt x="142856" y="269659"/>
                    <a:pt x="143939" y="255494"/>
                    <a:pt x="149856" y="242911"/>
                  </a:cubicBezTo>
                  <a:cubicBezTo>
                    <a:pt x="154605" y="232745"/>
                    <a:pt x="161938" y="223247"/>
                    <a:pt x="168020" y="213831"/>
                  </a:cubicBezTo>
                  <a:cubicBezTo>
                    <a:pt x="178353" y="197832"/>
                    <a:pt x="187519" y="181750"/>
                    <a:pt x="190352" y="162502"/>
                  </a:cubicBezTo>
                  <a:cubicBezTo>
                    <a:pt x="195602" y="127005"/>
                    <a:pt x="165854" y="104674"/>
                    <a:pt x="140023" y="86759"/>
                  </a:cubicBezTo>
                  <a:cubicBezTo>
                    <a:pt x="137606" y="80676"/>
                    <a:pt x="135023" y="74593"/>
                    <a:pt x="132440" y="68511"/>
                  </a:cubicBezTo>
                  <a:cubicBezTo>
                    <a:pt x="136440" y="72343"/>
                    <a:pt x="141023" y="75843"/>
                    <a:pt x="145189" y="79426"/>
                  </a:cubicBezTo>
                  <a:cubicBezTo>
                    <a:pt x="156272" y="89008"/>
                    <a:pt x="169520" y="95841"/>
                    <a:pt x="180936" y="105257"/>
                  </a:cubicBezTo>
                  <a:cubicBezTo>
                    <a:pt x="192185" y="114589"/>
                    <a:pt x="204267" y="123172"/>
                    <a:pt x="215016" y="133088"/>
                  </a:cubicBezTo>
                  <a:cubicBezTo>
                    <a:pt x="226765" y="143837"/>
                    <a:pt x="236181" y="156836"/>
                    <a:pt x="248180" y="167335"/>
                  </a:cubicBezTo>
                  <a:cubicBezTo>
                    <a:pt x="249763" y="168668"/>
                    <a:pt x="251596" y="168418"/>
                    <a:pt x="252846" y="167502"/>
                  </a:cubicBezTo>
                  <a:cubicBezTo>
                    <a:pt x="255512" y="170168"/>
                    <a:pt x="258263" y="172834"/>
                    <a:pt x="261095" y="175417"/>
                  </a:cubicBezTo>
                  <a:cubicBezTo>
                    <a:pt x="277761" y="190333"/>
                    <a:pt x="298092" y="200832"/>
                    <a:pt x="318257" y="210414"/>
                  </a:cubicBezTo>
                  <a:cubicBezTo>
                    <a:pt x="339422" y="220497"/>
                    <a:pt x="362586" y="228329"/>
                    <a:pt x="380751" y="243495"/>
                  </a:cubicBezTo>
                  <a:cubicBezTo>
                    <a:pt x="397917" y="257743"/>
                    <a:pt x="414415" y="277242"/>
                    <a:pt x="421915" y="298490"/>
                  </a:cubicBezTo>
                  <a:cubicBezTo>
                    <a:pt x="428914" y="318321"/>
                    <a:pt x="430747" y="344402"/>
                    <a:pt x="417248" y="361817"/>
                  </a:cubicBezTo>
                  <a:cubicBezTo>
                    <a:pt x="398833" y="319654"/>
                    <a:pt x="359003" y="293490"/>
                    <a:pt x="316257" y="275408"/>
                  </a:cubicBezTo>
                  <a:cubicBezTo>
                    <a:pt x="315757" y="274825"/>
                    <a:pt x="315257" y="275408"/>
                    <a:pt x="315757" y="275742"/>
                  </a:cubicBezTo>
                  <a:lnTo>
                    <a:pt x="315757" y="275742"/>
                  </a:lnTo>
                  <a:close/>
                </a:path>
              </a:pathLst>
            </a:custGeom>
            <a:grpFill/>
            <a:ln w="8332" cap="flat">
              <a:noFill/>
              <a:prstDash val="solid"/>
              <a:miter/>
            </a:ln>
          </p:spPr>
          <p:txBody>
            <a:bodyPr rtlCol="0" anchor="ctr"/>
            <a:lstStyle/>
            <a:p>
              <a:endParaRPr lang="en-US"/>
            </a:p>
          </p:txBody>
        </p:sp>
        <p:sp>
          <p:nvSpPr>
            <p:cNvPr id="2662" name="Freeform: Shape 2661"/>
            <p:cNvSpPr/>
            <p:nvPr/>
          </p:nvSpPr>
          <p:spPr>
            <a:xfrm>
              <a:off x="9469242" y="6527624"/>
              <a:ext cx="40825" cy="131597"/>
            </a:xfrm>
            <a:custGeom>
              <a:avLst/>
              <a:gdLst>
                <a:gd name="connsiteX0" fmla="*/ 33923 w 40825"/>
                <a:gd name="connsiteY0" fmla="*/ 714 h 131597"/>
                <a:gd name="connsiteX1" fmla="*/ 31006 w 40825"/>
                <a:gd name="connsiteY1" fmla="*/ 1964 h 131597"/>
                <a:gd name="connsiteX2" fmla="*/ 20841 w 40825"/>
                <a:gd name="connsiteY2" fmla="*/ 65208 h 131597"/>
                <a:gd name="connsiteX3" fmla="*/ 9 w 40825"/>
                <a:gd name="connsiteY3" fmla="*/ 131286 h 131597"/>
                <a:gd name="connsiteX4" fmla="*/ 509 w 40825"/>
                <a:gd name="connsiteY4" fmla="*/ 131453 h 131597"/>
                <a:gd name="connsiteX5" fmla="*/ 33173 w 40825"/>
                <a:gd name="connsiteY5" fmla="*/ 58542 h 131597"/>
                <a:gd name="connsiteX6" fmla="*/ 33923 w 40825"/>
                <a:gd name="connsiteY6" fmla="*/ 714 h 131597"/>
                <a:gd name="connsiteX7" fmla="*/ 33923 w 40825"/>
                <a:gd name="connsiteY7" fmla="*/ 714 h 131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825" h="131597">
                  <a:moveTo>
                    <a:pt x="33923" y="714"/>
                  </a:moveTo>
                  <a:cubicBezTo>
                    <a:pt x="32923" y="-703"/>
                    <a:pt x="30589" y="131"/>
                    <a:pt x="31006" y="1964"/>
                  </a:cubicBezTo>
                  <a:cubicBezTo>
                    <a:pt x="35839" y="23129"/>
                    <a:pt x="27007" y="45627"/>
                    <a:pt x="20841" y="65208"/>
                  </a:cubicBezTo>
                  <a:cubicBezTo>
                    <a:pt x="13842" y="87456"/>
                    <a:pt x="3925" y="108204"/>
                    <a:pt x="9" y="131286"/>
                  </a:cubicBezTo>
                  <a:cubicBezTo>
                    <a:pt x="-74" y="131619"/>
                    <a:pt x="425" y="131702"/>
                    <a:pt x="509" y="131453"/>
                  </a:cubicBezTo>
                  <a:cubicBezTo>
                    <a:pt x="6591" y="105372"/>
                    <a:pt x="22340" y="82707"/>
                    <a:pt x="33173" y="58542"/>
                  </a:cubicBezTo>
                  <a:cubicBezTo>
                    <a:pt x="40589" y="42210"/>
                    <a:pt x="45505" y="16546"/>
                    <a:pt x="33923" y="714"/>
                  </a:cubicBezTo>
                  <a:lnTo>
                    <a:pt x="33923" y="714"/>
                  </a:lnTo>
                  <a:close/>
                </a:path>
              </a:pathLst>
            </a:custGeom>
            <a:grpFill/>
            <a:ln w="8332" cap="flat">
              <a:noFill/>
              <a:prstDash val="solid"/>
              <a:miter/>
            </a:ln>
          </p:spPr>
          <p:txBody>
            <a:bodyPr rtlCol="0" anchor="ctr"/>
            <a:lstStyle/>
            <a:p>
              <a:endParaRPr lang="en-US"/>
            </a:p>
          </p:txBody>
        </p:sp>
        <p:sp>
          <p:nvSpPr>
            <p:cNvPr id="2663" name="Freeform: Shape 2662"/>
            <p:cNvSpPr/>
            <p:nvPr/>
          </p:nvSpPr>
          <p:spPr>
            <a:xfrm>
              <a:off x="9516335" y="6657336"/>
              <a:ext cx="103214" cy="67078"/>
            </a:xfrm>
            <a:custGeom>
              <a:avLst/>
              <a:gdLst>
                <a:gd name="connsiteX0" fmla="*/ 102820 w 103214"/>
                <a:gd name="connsiteY0" fmla="*/ 62901 h 67078"/>
                <a:gd name="connsiteX1" fmla="*/ 57657 w 103214"/>
                <a:gd name="connsiteY1" fmla="*/ 12323 h 67078"/>
                <a:gd name="connsiteX2" fmla="*/ 495 w 103214"/>
                <a:gd name="connsiteY2" fmla="*/ 7156 h 67078"/>
                <a:gd name="connsiteX3" fmla="*/ 2079 w 103214"/>
                <a:gd name="connsiteY3" fmla="*/ 9906 h 67078"/>
                <a:gd name="connsiteX4" fmla="*/ 60407 w 103214"/>
                <a:gd name="connsiteY4" fmla="*/ 25821 h 67078"/>
                <a:gd name="connsiteX5" fmla="*/ 97821 w 103214"/>
                <a:gd name="connsiteY5" fmla="*/ 65735 h 67078"/>
                <a:gd name="connsiteX6" fmla="*/ 102820 w 103214"/>
                <a:gd name="connsiteY6" fmla="*/ 62901 h 67078"/>
                <a:gd name="connsiteX7" fmla="*/ 102820 w 103214"/>
                <a:gd name="connsiteY7" fmla="*/ 62901 h 67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214" h="67078">
                  <a:moveTo>
                    <a:pt x="102820" y="62901"/>
                  </a:moveTo>
                  <a:cubicBezTo>
                    <a:pt x="91237" y="41153"/>
                    <a:pt x="79822" y="24321"/>
                    <a:pt x="57657" y="12323"/>
                  </a:cubicBezTo>
                  <a:cubicBezTo>
                    <a:pt x="40325" y="2907"/>
                    <a:pt x="17827" y="-7175"/>
                    <a:pt x="495" y="7156"/>
                  </a:cubicBezTo>
                  <a:cubicBezTo>
                    <a:pt x="-755" y="8240"/>
                    <a:pt x="579" y="10490"/>
                    <a:pt x="2079" y="9906"/>
                  </a:cubicBezTo>
                  <a:cubicBezTo>
                    <a:pt x="22077" y="2824"/>
                    <a:pt x="43908" y="15739"/>
                    <a:pt x="60407" y="25821"/>
                  </a:cubicBezTo>
                  <a:cubicBezTo>
                    <a:pt x="76073" y="35404"/>
                    <a:pt x="87321" y="51069"/>
                    <a:pt x="97821" y="65735"/>
                  </a:cubicBezTo>
                  <a:cubicBezTo>
                    <a:pt x="100070" y="68734"/>
                    <a:pt x="104569" y="66235"/>
                    <a:pt x="102820" y="62901"/>
                  </a:cubicBezTo>
                  <a:lnTo>
                    <a:pt x="102820" y="62901"/>
                  </a:lnTo>
                  <a:close/>
                </a:path>
              </a:pathLst>
            </a:custGeom>
            <a:grpFill/>
            <a:ln w="8332" cap="flat">
              <a:noFill/>
              <a:prstDash val="solid"/>
              <a:miter/>
            </a:ln>
          </p:spPr>
          <p:txBody>
            <a:bodyPr rtlCol="0" anchor="ctr"/>
            <a:lstStyle/>
            <a:p>
              <a:endParaRPr lang="en-US"/>
            </a:p>
          </p:txBody>
        </p:sp>
        <p:sp>
          <p:nvSpPr>
            <p:cNvPr id="2664" name="Freeform: Shape 2663"/>
            <p:cNvSpPr/>
            <p:nvPr/>
          </p:nvSpPr>
          <p:spPr>
            <a:xfrm>
              <a:off x="9786702" y="6473268"/>
              <a:ext cx="638055" cy="484662"/>
            </a:xfrm>
            <a:custGeom>
              <a:avLst/>
              <a:gdLst>
                <a:gd name="connsiteX0" fmla="*/ 615965 w 638055"/>
                <a:gd name="connsiteY0" fmla="*/ 100233 h 484662"/>
                <a:gd name="connsiteX1" fmla="*/ 593800 w 638055"/>
                <a:gd name="connsiteY1" fmla="*/ 46571 h 484662"/>
                <a:gd name="connsiteX2" fmla="*/ 580884 w 638055"/>
                <a:gd name="connsiteY2" fmla="*/ 17740 h 484662"/>
                <a:gd name="connsiteX3" fmla="*/ 573802 w 638055"/>
                <a:gd name="connsiteY3" fmla="*/ 3408 h 484662"/>
                <a:gd name="connsiteX4" fmla="*/ 536055 w 638055"/>
                <a:gd name="connsiteY4" fmla="*/ 8574 h 484662"/>
                <a:gd name="connsiteX5" fmla="*/ 478478 w 638055"/>
                <a:gd name="connsiteY5" fmla="*/ 28323 h 484662"/>
                <a:gd name="connsiteX6" fmla="*/ 393318 w 638055"/>
                <a:gd name="connsiteY6" fmla="*/ 57570 h 484662"/>
                <a:gd name="connsiteX7" fmla="*/ 344322 w 638055"/>
                <a:gd name="connsiteY7" fmla="*/ 73735 h 484662"/>
                <a:gd name="connsiteX8" fmla="*/ 128842 w 638055"/>
                <a:gd name="connsiteY8" fmla="*/ 154811 h 484662"/>
                <a:gd name="connsiteX9" fmla="*/ 31685 w 638055"/>
                <a:gd name="connsiteY9" fmla="*/ 196807 h 484662"/>
                <a:gd name="connsiteX10" fmla="*/ 3020 w 638055"/>
                <a:gd name="connsiteY10" fmla="*/ 220389 h 484662"/>
                <a:gd name="connsiteX11" fmla="*/ 3270 w 638055"/>
                <a:gd name="connsiteY11" fmla="*/ 259635 h 484662"/>
                <a:gd name="connsiteX12" fmla="*/ 107927 w 638055"/>
                <a:gd name="connsiteY12" fmla="*/ 411621 h 484662"/>
                <a:gd name="connsiteX13" fmla="*/ 309743 w 638055"/>
                <a:gd name="connsiteY13" fmla="*/ 482032 h 484662"/>
                <a:gd name="connsiteX14" fmla="*/ 508974 w 638055"/>
                <a:gd name="connsiteY14" fmla="*/ 443535 h 484662"/>
                <a:gd name="connsiteX15" fmla="*/ 622964 w 638055"/>
                <a:gd name="connsiteY15" fmla="*/ 295715 h 484662"/>
                <a:gd name="connsiteX16" fmla="*/ 615965 w 638055"/>
                <a:gd name="connsiteY16" fmla="*/ 100233 h 484662"/>
                <a:gd name="connsiteX17" fmla="*/ 615965 w 638055"/>
                <a:gd name="connsiteY17" fmla="*/ 100233 h 484662"/>
                <a:gd name="connsiteX18" fmla="*/ 138424 w 638055"/>
                <a:gd name="connsiteY18" fmla="*/ 167977 h 484662"/>
                <a:gd name="connsiteX19" fmla="*/ 347906 w 638055"/>
                <a:gd name="connsiteY19" fmla="*/ 86318 h 484662"/>
                <a:gd name="connsiteX20" fmla="*/ 373404 w 638055"/>
                <a:gd name="connsiteY20" fmla="*/ 77318 h 484662"/>
                <a:gd name="connsiteX21" fmla="*/ 437731 w 638055"/>
                <a:gd name="connsiteY21" fmla="*/ 55654 h 484662"/>
                <a:gd name="connsiteX22" fmla="*/ 518307 w 638055"/>
                <a:gd name="connsiteY22" fmla="*/ 29906 h 484662"/>
                <a:gd name="connsiteX23" fmla="*/ 551137 w 638055"/>
                <a:gd name="connsiteY23" fmla="*/ 97317 h 484662"/>
                <a:gd name="connsiteX24" fmla="*/ 568552 w 638055"/>
                <a:gd name="connsiteY24" fmla="*/ 181475 h 484662"/>
                <a:gd name="connsiteX25" fmla="*/ 501892 w 638055"/>
                <a:gd name="connsiteY25" fmla="*/ 334045 h 484662"/>
                <a:gd name="connsiteX26" fmla="*/ 336156 w 638055"/>
                <a:gd name="connsiteY26" fmla="*/ 383290 h 484662"/>
                <a:gd name="connsiteX27" fmla="*/ 187587 w 638055"/>
                <a:gd name="connsiteY27" fmla="*/ 320963 h 484662"/>
                <a:gd name="connsiteX28" fmla="*/ 118093 w 638055"/>
                <a:gd name="connsiteY28" fmla="*/ 254469 h 484662"/>
                <a:gd name="connsiteX29" fmla="*/ 75431 w 638055"/>
                <a:gd name="connsiteY29" fmla="*/ 194058 h 484662"/>
                <a:gd name="connsiteX30" fmla="*/ 138424 w 638055"/>
                <a:gd name="connsiteY30" fmla="*/ 167977 h 484662"/>
                <a:gd name="connsiteX31" fmla="*/ 138424 w 638055"/>
                <a:gd name="connsiteY31" fmla="*/ 167977 h 484662"/>
                <a:gd name="connsiteX32" fmla="*/ 350072 w 638055"/>
                <a:gd name="connsiteY32" fmla="*/ 470949 h 484662"/>
                <a:gd name="connsiteX33" fmla="*/ 250664 w 638055"/>
                <a:gd name="connsiteY33" fmla="*/ 456534 h 484662"/>
                <a:gd name="connsiteX34" fmla="*/ 153423 w 638055"/>
                <a:gd name="connsiteY34" fmla="*/ 422537 h 484662"/>
                <a:gd name="connsiteX35" fmla="*/ 27351 w 638055"/>
                <a:gd name="connsiteY35" fmla="*/ 288716 h 484662"/>
                <a:gd name="connsiteX36" fmla="*/ 18352 w 638055"/>
                <a:gd name="connsiteY36" fmla="*/ 248303 h 484662"/>
                <a:gd name="connsiteX37" fmla="*/ 19685 w 638055"/>
                <a:gd name="connsiteY37" fmla="*/ 226972 h 484662"/>
                <a:gd name="connsiteX38" fmla="*/ 48516 w 638055"/>
                <a:gd name="connsiteY38" fmla="*/ 269717 h 484662"/>
                <a:gd name="connsiteX39" fmla="*/ 93096 w 638055"/>
                <a:gd name="connsiteY39" fmla="*/ 325879 h 484662"/>
                <a:gd name="connsiteX40" fmla="*/ 155923 w 638055"/>
                <a:gd name="connsiteY40" fmla="*/ 373792 h 484662"/>
                <a:gd name="connsiteX41" fmla="*/ 217667 w 638055"/>
                <a:gd name="connsiteY41" fmla="*/ 413788 h 484662"/>
                <a:gd name="connsiteX42" fmla="*/ 349905 w 638055"/>
                <a:gd name="connsiteY42" fmla="*/ 461284 h 484662"/>
                <a:gd name="connsiteX43" fmla="*/ 430232 w 638055"/>
                <a:gd name="connsiteY43" fmla="*/ 460784 h 484662"/>
                <a:gd name="connsiteX44" fmla="*/ 435314 w 638055"/>
                <a:gd name="connsiteY44" fmla="*/ 460200 h 484662"/>
                <a:gd name="connsiteX45" fmla="*/ 350072 w 638055"/>
                <a:gd name="connsiteY45" fmla="*/ 470949 h 484662"/>
                <a:gd name="connsiteX46" fmla="*/ 350072 w 638055"/>
                <a:gd name="connsiteY46" fmla="*/ 470949 h 484662"/>
                <a:gd name="connsiteX47" fmla="*/ 619297 w 638055"/>
                <a:gd name="connsiteY47" fmla="*/ 247136 h 484662"/>
                <a:gd name="connsiteX48" fmla="*/ 532972 w 638055"/>
                <a:gd name="connsiteY48" fmla="*/ 407788 h 484662"/>
                <a:gd name="connsiteX49" fmla="*/ 489143 w 638055"/>
                <a:gd name="connsiteY49" fmla="*/ 438535 h 484662"/>
                <a:gd name="connsiteX50" fmla="*/ 341239 w 638055"/>
                <a:gd name="connsiteY50" fmla="*/ 445868 h 484662"/>
                <a:gd name="connsiteX51" fmla="*/ 215834 w 638055"/>
                <a:gd name="connsiteY51" fmla="*/ 396123 h 484662"/>
                <a:gd name="connsiteX52" fmla="*/ 98594 w 638055"/>
                <a:gd name="connsiteY52" fmla="*/ 312963 h 484662"/>
                <a:gd name="connsiteX53" fmla="*/ 25018 w 638055"/>
                <a:gd name="connsiteY53" fmla="*/ 220639 h 484662"/>
                <a:gd name="connsiteX54" fmla="*/ 45016 w 638055"/>
                <a:gd name="connsiteY54" fmla="*/ 208973 h 484662"/>
                <a:gd name="connsiteX55" fmla="*/ 71764 w 638055"/>
                <a:gd name="connsiteY55" fmla="*/ 195807 h 484662"/>
                <a:gd name="connsiteX56" fmla="*/ 108010 w 638055"/>
                <a:gd name="connsiteY56" fmla="*/ 254135 h 484662"/>
                <a:gd name="connsiteX57" fmla="*/ 171339 w 638055"/>
                <a:gd name="connsiteY57" fmla="*/ 320630 h 484662"/>
                <a:gd name="connsiteX58" fmla="*/ 325325 w 638055"/>
                <a:gd name="connsiteY58" fmla="*/ 393873 h 484662"/>
                <a:gd name="connsiteX59" fmla="*/ 503225 w 638055"/>
                <a:gd name="connsiteY59" fmla="*/ 348294 h 484662"/>
                <a:gd name="connsiteX60" fmla="*/ 579635 w 638055"/>
                <a:gd name="connsiteY60" fmla="*/ 198474 h 484662"/>
                <a:gd name="connsiteX61" fmla="*/ 562970 w 638055"/>
                <a:gd name="connsiteY61" fmla="*/ 97150 h 484662"/>
                <a:gd name="connsiteX62" fmla="*/ 530223 w 638055"/>
                <a:gd name="connsiteY62" fmla="*/ 26073 h 484662"/>
                <a:gd name="connsiteX63" fmla="*/ 564553 w 638055"/>
                <a:gd name="connsiteY63" fmla="*/ 19740 h 484662"/>
                <a:gd name="connsiteX64" fmla="*/ 571635 w 638055"/>
                <a:gd name="connsiteY64" fmla="*/ 38405 h 484662"/>
                <a:gd name="connsiteX65" fmla="*/ 583218 w 638055"/>
                <a:gd name="connsiteY65" fmla="*/ 62736 h 484662"/>
                <a:gd name="connsiteX66" fmla="*/ 619297 w 638055"/>
                <a:gd name="connsiteY66" fmla="*/ 247136 h 484662"/>
                <a:gd name="connsiteX67" fmla="*/ 619297 w 638055"/>
                <a:gd name="connsiteY67" fmla="*/ 247136 h 484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638055" h="484662">
                  <a:moveTo>
                    <a:pt x="615965" y="100233"/>
                  </a:moveTo>
                  <a:cubicBezTo>
                    <a:pt x="608633" y="82401"/>
                    <a:pt x="602049" y="63986"/>
                    <a:pt x="593800" y="46571"/>
                  </a:cubicBezTo>
                  <a:cubicBezTo>
                    <a:pt x="589217" y="36905"/>
                    <a:pt x="584635" y="27823"/>
                    <a:pt x="580884" y="17740"/>
                  </a:cubicBezTo>
                  <a:cubicBezTo>
                    <a:pt x="579218" y="13157"/>
                    <a:pt x="577552" y="6824"/>
                    <a:pt x="573802" y="3408"/>
                  </a:cubicBezTo>
                  <a:cubicBezTo>
                    <a:pt x="564303" y="-5424"/>
                    <a:pt x="545888" y="5325"/>
                    <a:pt x="536055" y="8574"/>
                  </a:cubicBezTo>
                  <a:cubicBezTo>
                    <a:pt x="516807" y="14991"/>
                    <a:pt x="497642" y="21823"/>
                    <a:pt x="478478" y="28323"/>
                  </a:cubicBezTo>
                  <a:cubicBezTo>
                    <a:pt x="450147" y="37905"/>
                    <a:pt x="421732" y="47571"/>
                    <a:pt x="393318" y="57570"/>
                  </a:cubicBezTo>
                  <a:cubicBezTo>
                    <a:pt x="376986" y="62820"/>
                    <a:pt x="360655" y="68235"/>
                    <a:pt x="344322" y="73735"/>
                  </a:cubicBezTo>
                  <a:cubicBezTo>
                    <a:pt x="271496" y="98233"/>
                    <a:pt x="200503" y="127397"/>
                    <a:pt x="128842" y="154811"/>
                  </a:cubicBezTo>
                  <a:cubicBezTo>
                    <a:pt x="96012" y="167393"/>
                    <a:pt x="62848" y="180225"/>
                    <a:pt x="31685" y="196807"/>
                  </a:cubicBezTo>
                  <a:cubicBezTo>
                    <a:pt x="20102" y="202974"/>
                    <a:pt x="8353" y="207806"/>
                    <a:pt x="3020" y="220389"/>
                  </a:cubicBezTo>
                  <a:cubicBezTo>
                    <a:pt x="-2563" y="233471"/>
                    <a:pt x="853" y="246220"/>
                    <a:pt x="3270" y="259635"/>
                  </a:cubicBezTo>
                  <a:cubicBezTo>
                    <a:pt x="14686" y="321796"/>
                    <a:pt x="54932" y="377958"/>
                    <a:pt x="107927" y="411621"/>
                  </a:cubicBezTo>
                  <a:cubicBezTo>
                    <a:pt x="168839" y="450368"/>
                    <a:pt x="237999" y="473449"/>
                    <a:pt x="309743" y="482032"/>
                  </a:cubicBezTo>
                  <a:cubicBezTo>
                    <a:pt x="379986" y="490448"/>
                    <a:pt x="447480" y="478949"/>
                    <a:pt x="508974" y="443535"/>
                  </a:cubicBezTo>
                  <a:cubicBezTo>
                    <a:pt x="563636" y="412038"/>
                    <a:pt x="602550" y="354293"/>
                    <a:pt x="622964" y="295715"/>
                  </a:cubicBezTo>
                  <a:cubicBezTo>
                    <a:pt x="645796" y="230888"/>
                    <a:pt x="642130" y="163394"/>
                    <a:pt x="615965" y="100233"/>
                  </a:cubicBezTo>
                  <a:lnTo>
                    <a:pt x="615965" y="100233"/>
                  </a:lnTo>
                  <a:close/>
                  <a:moveTo>
                    <a:pt x="138424" y="167977"/>
                  </a:moveTo>
                  <a:cubicBezTo>
                    <a:pt x="208168" y="140396"/>
                    <a:pt x="277162" y="110982"/>
                    <a:pt x="347906" y="86318"/>
                  </a:cubicBezTo>
                  <a:cubicBezTo>
                    <a:pt x="356405" y="83317"/>
                    <a:pt x="364904" y="80318"/>
                    <a:pt x="373404" y="77318"/>
                  </a:cubicBezTo>
                  <a:cubicBezTo>
                    <a:pt x="394818" y="69902"/>
                    <a:pt x="416232" y="62569"/>
                    <a:pt x="437731" y="55654"/>
                  </a:cubicBezTo>
                  <a:cubicBezTo>
                    <a:pt x="464562" y="46987"/>
                    <a:pt x="491392" y="38238"/>
                    <a:pt x="518307" y="29906"/>
                  </a:cubicBezTo>
                  <a:cubicBezTo>
                    <a:pt x="537222" y="46238"/>
                    <a:pt x="544805" y="74235"/>
                    <a:pt x="551137" y="97317"/>
                  </a:cubicBezTo>
                  <a:cubicBezTo>
                    <a:pt x="558720" y="125064"/>
                    <a:pt x="568886" y="152395"/>
                    <a:pt x="568552" y="181475"/>
                  </a:cubicBezTo>
                  <a:cubicBezTo>
                    <a:pt x="568053" y="237804"/>
                    <a:pt x="545888" y="297299"/>
                    <a:pt x="501892" y="334045"/>
                  </a:cubicBezTo>
                  <a:cubicBezTo>
                    <a:pt x="457313" y="371209"/>
                    <a:pt x="392902" y="385791"/>
                    <a:pt x="336156" y="383290"/>
                  </a:cubicBezTo>
                  <a:cubicBezTo>
                    <a:pt x="281495" y="380874"/>
                    <a:pt x="230166" y="353877"/>
                    <a:pt x="187587" y="320963"/>
                  </a:cubicBezTo>
                  <a:cubicBezTo>
                    <a:pt x="161923" y="301048"/>
                    <a:pt x="137591" y="280633"/>
                    <a:pt x="118093" y="254469"/>
                  </a:cubicBezTo>
                  <a:cubicBezTo>
                    <a:pt x="103428" y="234637"/>
                    <a:pt x="89095" y="214556"/>
                    <a:pt x="75431" y="194058"/>
                  </a:cubicBezTo>
                  <a:cubicBezTo>
                    <a:pt x="96179" y="184642"/>
                    <a:pt x="117426" y="176226"/>
                    <a:pt x="138424" y="167977"/>
                  </a:cubicBezTo>
                  <a:lnTo>
                    <a:pt x="138424" y="167977"/>
                  </a:lnTo>
                  <a:close/>
                  <a:moveTo>
                    <a:pt x="350072" y="470949"/>
                  </a:moveTo>
                  <a:cubicBezTo>
                    <a:pt x="316241" y="470366"/>
                    <a:pt x="283578" y="463950"/>
                    <a:pt x="250664" y="456534"/>
                  </a:cubicBezTo>
                  <a:cubicBezTo>
                    <a:pt x="217334" y="449035"/>
                    <a:pt x="183838" y="438452"/>
                    <a:pt x="153423" y="422537"/>
                  </a:cubicBezTo>
                  <a:cubicBezTo>
                    <a:pt x="96428" y="392706"/>
                    <a:pt x="49266" y="350794"/>
                    <a:pt x="27351" y="288716"/>
                  </a:cubicBezTo>
                  <a:cubicBezTo>
                    <a:pt x="22685" y="275550"/>
                    <a:pt x="20269" y="262135"/>
                    <a:pt x="18352" y="248303"/>
                  </a:cubicBezTo>
                  <a:cubicBezTo>
                    <a:pt x="17268" y="240470"/>
                    <a:pt x="16185" y="233471"/>
                    <a:pt x="19685" y="226972"/>
                  </a:cubicBezTo>
                  <a:cubicBezTo>
                    <a:pt x="28268" y="241887"/>
                    <a:pt x="38517" y="255552"/>
                    <a:pt x="48516" y="269717"/>
                  </a:cubicBezTo>
                  <a:cubicBezTo>
                    <a:pt x="62264" y="289216"/>
                    <a:pt x="75680" y="309297"/>
                    <a:pt x="93096" y="325879"/>
                  </a:cubicBezTo>
                  <a:cubicBezTo>
                    <a:pt x="112093" y="343961"/>
                    <a:pt x="134342" y="359126"/>
                    <a:pt x="155923" y="373792"/>
                  </a:cubicBezTo>
                  <a:cubicBezTo>
                    <a:pt x="176255" y="387540"/>
                    <a:pt x="196253" y="401622"/>
                    <a:pt x="217667" y="413788"/>
                  </a:cubicBezTo>
                  <a:cubicBezTo>
                    <a:pt x="258164" y="436786"/>
                    <a:pt x="303243" y="455951"/>
                    <a:pt x="349905" y="461284"/>
                  </a:cubicBezTo>
                  <a:cubicBezTo>
                    <a:pt x="376487" y="464367"/>
                    <a:pt x="403734" y="463867"/>
                    <a:pt x="430232" y="460784"/>
                  </a:cubicBezTo>
                  <a:cubicBezTo>
                    <a:pt x="431898" y="460617"/>
                    <a:pt x="433648" y="460367"/>
                    <a:pt x="435314" y="460200"/>
                  </a:cubicBezTo>
                  <a:cubicBezTo>
                    <a:pt x="407651" y="467950"/>
                    <a:pt x="378570" y="471449"/>
                    <a:pt x="350072" y="470949"/>
                  </a:cubicBezTo>
                  <a:lnTo>
                    <a:pt x="350072" y="470949"/>
                  </a:lnTo>
                  <a:close/>
                  <a:moveTo>
                    <a:pt x="619297" y="247136"/>
                  </a:moveTo>
                  <a:cubicBezTo>
                    <a:pt x="609299" y="307548"/>
                    <a:pt x="578552" y="366459"/>
                    <a:pt x="532972" y="407788"/>
                  </a:cubicBezTo>
                  <a:cubicBezTo>
                    <a:pt x="519640" y="419871"/>
                    <a:pt x="504891" y="430037"/>
                    <a:pt x="489143" y="438535"/>
                  </a:cubicBezTo>
                  <a:cubicBezTo>
                    <a:pt x="440230" y="448868"/>
                    <a:pt x="391318" y="455701"/>
                    <a:pt x="341239" y="445868"/>
                  </a:cubicBezTo>
                  <a:cubicBezTo>
                    <a:pt x="296743" y="437119"/>
                    <a:pt x="254581" y="419371"/>
                    <a:pt x="215834" y="396123"/>
                  </a:cubicBezTo>
                  <a:cubicBezTo>
                    <a:pt x="175838" y="372125"/>
                    <a:pt x="131841" y="345961"/>
                    <a:pt x="98594" y="312963"/>
                  </a:cubicBezTo>
                  <a:cubicBezTo>
                    <a:pt x="70764" y="285133"/>
                    <a:pt x="51849" y="248886"/>
                    <a:pt x="25018" y="220639"/>
                  </a:cubicBezTo>
                  <a:cubicBezTo>
                    <a:pt x="30767" y="215722"/>
                    <a:pt x="38684" y="212390"/>
                    <a:pt x="45016" y="208973"/>
                  </a:cubicBezTo>
                  <a:cubicBezTo>
                    <a:pt x="53765" y="204307"/>
                    <a:pt x="62765" y="199974"/>
                    <a:pt x="71764" y="195807"/>
                  </a:cubicBezTo>
                  <a:cubicBezTo>
                    <a:pt x="80680" y="217056"/>
                    <a:pt x="94845" y="235137"/>
                    <a:pt x="108010" y="254135"/>
                  </a:cubicBezTo>
                  <a:cubicBezTo>
                    <a:pt x="125926" y="280050"/>
                    <a:pt x="147257" y="300548"/>
                    <a:pt x="171339" y="320630"/>
                  </a:cubicBezTo>
                  <a:cubicBezTo>
                    <a:pt x="214918" y="357043"/>
                    <a:pt x="267746" y="388290"/>
                    <a:pt x="325325" y="393873"/>
                  </a:cubicBezTo>
                  <a:cubicBezTo>
                    <a:pt x="385736" y="399706"/>
                    <a:pt x="454063" y="385124"/>
                    <a:pt x="503225" y="348294"/>
                  </a:cubicBezTo>
                  <a:cubicBezTo>
                    <a:pt x="550554" y="312797"/>
                    <a:pt x="574386" y="256052"/>
                    <a:pt x="579635" y="198474"/>
                  </a:cubicBezTo>
                  <a:cubicBezTo>
                    <a:pt x="582968" y="162727"/>
                    <a:pt x="572802" y="130980"/>
                    <a:pt x="562970" y="97150"/>
                  </a:cubicBezTo>
                  <a:cubicBezTo>
                    <a:pt x="555887" y="72735"/>
                    <a:pt x="548554" y="44655"/>
                    <a:pt x="530223" y="26073"/>
                  </a:cubicBezTo>
                  <a:cubicBezTo>
                    <a:pt x="540638" y="22073"/>
                    <a:pt x="559470" y="13574"/>
                    <a:pt x="564553" y="19740"/>
                  </a:cubicBezTo>
                  <a:cubicBezTo>
                    <a:pt x="567803" y="23740"/>
                    <a:pt x="569302" y="33405"/>
                    <a:pt x="571635" y="38405"/>
                  </a:cubicBezTo>
                  <a:cubicBezTo>
                    <a:pt x="575469" y="46571"/>
                    <a:pt x="579801" y="54320"/>
                    <a:pt x="583218" y="62736"/>
                  </a:cubicBezTo>
                  <a:cubicBezTo>
                    <a:pt x="608132" y="122647"/>
                    <a:pt x="630380" y="181059"/>
                    <a:pt x="619297" y="247136"/>
                  </a:cubicBezTo>
                  <a:lnTo>
                    <a:pt x="619297" y="247136"/>
                  </a:lnTo>
                  <a:close/>
                </a:path>
              </a:pathLst>
            </a:custGeom>
            <a:grpFill/>
            <a:ln w="8332" cap="flat">
              <a:noFill/>
              <a:prstDash val="solid"/>
              <a:miter/>
            </a:ln>
          </p:spPr>
          <p:txBody>
            <a:bodyPr rtlCol="0" anchor="ctr"/>
            <a:lstStyle/>
            <a:p>
              <a:endParaRPr lang="en-US"/>
            </a:p>
          </p:txBody>
        </p:sp>
        <p:sp>
          <p:nvSpPr>
            <p:cNvPr id="2665" name="Freeform: Shape 2664"/>
            <p:cNvSpPr/>
            <p:nvPr/>
          </p:nvSpPr>
          <p:spPr>
            <a:xfrm>
              <a:off x="9999583" y="6637704"/>
              <a:ext cx="30933" cy="38079"/>
            </a:xfrm>
            <a:custGeom>
              <a:avLst/>
              <a:gdLst>
                <a:gd name="connsiteX0" fmla="*/ 21368 w 30933"/>
                <a:gd name="connsiteY0" fmla="*/ 1541 h 38079"/>
                <a:gd name="connsiteX1" fmla="*/ 8536 w 30933"/>
                <a:gd name="connsiteY1" fmla="*/ 15789 h 38079"/>
                <a:gd name="connsiteX2" fmla="*/ 370 w 30933"/>
                <a:gd name="connsiteY2" fmla="*/ 29538 h 38079"/>
                <a:gd name="connsiteX3" fmla="*/ 10619 w 30933"/>
                <a:gd name="connsiteY3" fmla="*/ 37454 h 38079"/>
                <a:gd name="connsiteX4" fmla="*/ 16702 w 30933"/>
                <a:gd name="connsiteY4" fmla="*/ 31538 h 38079"/>
                <a:gd name="connsiteX5" fmla="*/ 22034 w 30933"/>
                <a:gd name="connsiteY5" fmla="*/ 25039 h 38079"/>
                <a:gd name="connsiteX6" fmla="*/ 27118 w 30933"/>
                <a:gd name="connsiteY6" fmla="*/ 15539 h 38079"/>
                <a:gd name="connsiteX7" fmla="*/ 30867 w 30933"/>
                <a:gd name="connsiteY7" fmla="*/ 7040 h 38079"/>
                <a:gd name="connsiteX8" fmla="*/ 21368 w 30933"/>
                <a:gd name="connsiteY8" fmla="*/ 1541 h 38079"/>
                <a:gd name="connsiteX9" fmla="*/ 21368 w 30933"/>
                <a:gd name="connsiteY9" fmla="*/ 1541 h 38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933" h="38079">
                  <a:moveTo>
                    <a:pt x="21368" y="1541"/>
                  </a:moveTo>
                  <a:cubicBezTo>
                    <a:pt x="16202" y="5873"/>
                    <a:pt x="12869" y="10790"/>
                    <a:pt x="8536" y="15789"/>
                  </a:cubicBezTo>
                  <a:cubicBezTo>
                    <a:pt x="4870" y="20039"/>
                    <a:pt x="2120" y="24122"/>
                    <a:pt x="370" y="29538"/>
                  </a:cubicBezTo>
                  <a:cubicBezTo>
                    <a:pt x="-1713" y="35954"/>
                    <a:pt x="5453" y="39621"/>
                    <a:pt x="10619" y="37454"/>
                  </a:cubicBezTo>
                  <a:cubicBezTo>
                    <a:pt x="13453" y="36288"/>
                    <a:pt x="14785" y="33788"/>
                    <a:pt x="16702" y="31538"/>
                  </a:cubicBezTo>
                  <a:cubicBezTo>
                    <a:pt x="18035" y="29955"/>
                    <a:pt x="20452" y="27372"/>
                    <a:pt x="22034" y="25039"/>
                  </a:cubicBezTo>
                  <a:cubicBezTo>
                    <a:pt x="24035" y="22039"/>
                    <a:pt x="25534" y="18789"/>
                    <a:pt x="27118" y="15539"/>
                  </a:cubicBezTo>
                  <a:cubicBezTo>
                    <a:pt x="28367" y="12790"/>
                    <a:pt x="30367" y="10123"/>
                    <a:pt x="30867" y="7040"/>
                  </a:cubicBezTo>
                  <a:cubicBezTo>
                    <a:pt x="31617" y="1374"/>
                    <a:pt x="25868" y="-2209"/>
                    <a:pt x="21368" y="1541"/>
                  </a:cubicBezTo>
                  <a:lnTo>
                    <a:pt x="21368" y="1541"/>
                  </a:lnTo>
                  <a:close/>
                </a:path>
              </a:pathLst>
            </a:custGeom>
            <a:grpFill/>
            <a:ln w="8332" cap="flat">
              <a:noFill/>
              <a:prstDash val="solid"/>
              <a:miter/>
            </a:ln>
          </p:spPr>
          <p:txBody>
            <a:bodyPr rtlCol="0" anchor="ctr"/>
            <a:lstStyle/>
            <a:p>
              <a:endParaRPr lang="en-US"/>
            </a:p>
          </p:txBody>
        </p:sp>
        <p:sp>
          <p:nvSpPr>
            <p:cNvPr id="2666" name="Freeform: Shape 2665"/>
            <p:cNvSpPr/>
            <p:nvPr/>
          </p:nvSpPr>
          <p:spPr>
            <a:xfrm>
              <a:off x="10046636" y="6660049"/>
              <a:ext cx="24263" cy="45664"/>
            </a:xfrm>
            <a:custGeom>
              <a:avLst/>
              <a:gdLst>
                <a:gd name="connsiteX0" fmla="*/ 14062 w 24263"/>
                <a:gd name="connsiteY0" fmla="*/ 3527 h 45664"/>
                <a:gd name="connsiteX1" fmla="*/ 1063 w 24263"/>
                <a:gd name="connsiteY1" fmla="*/ 28692 h 45664"/>
                <a:gd name="connsiteX2" fmla="*/ 8479 w 24263"/>
                <a:gd name="connsiteY2" fmla="*/ 45606 h 45664"/>
                <a:gd name="connsiteX3" fmla="*/ 15728 w 24263"/>
                <a:gd name="connsiteY3" fmla="*/ 38441 h 45664"/>
                <a:gd name="connsiteX4" fmla="*/ 15895 w 24263"/>
                <a:gd name="connsiteY4" fmla="*/ 37524 h 45664"/>
                <a:gd name="connsiteX5" fmla="*/ 16562 w 24263"/>
                <a:gd name="connsiteY5" fmla="*/ 33691 h 45664"/>
                <a:gd name="connsiteX6" fmla="*/ 17978 w 24263"/>
                <a:gd name="connsiteY6" fmla="*/ 27525 h 45664"/>
                <a:gd name="connsiteX7" fmla="*/ 24228 w 24263"/>
                <a:gd name="connsiteY7" fmla="*/ 4943 h 45664"/>
                <a:gd name="connsiteX8" fmla="*/ 14062 w 24263"/>
                <a:gd name="connsiteY8" fmla="*/ 3527 h 45664"/>
                <a:gd name="connsiteX9" fmla="*/ 14062 w 24263"/>
                <a:gd name="connsiteY9" fmla="*/ 3527 h 45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263" h="45664">
                  <a:moveTo>
                    <a:pt x="14062" y="3527"/>
                  </a:moveTo>
                  <a:cubicBezTo>
                    <a:pt x="10479" y="12360"/>
                    <a:pt x="4229" y="19609"/>
                    <a:pt x="1063" y="28692"/>
                  </a:cubicBezTo>
                  <a:cubicBezTo>
                    <a:pt x="-937" y="34441"/>
                    <a:pt x="-937" y="46606"/>
                    <a:pt x="8479" y="45606"/>
                  </a:cubicBezTo>
                  <a:cubicBezTo>
                    <a:pt x="11979" y="45190"/>
                    <a:pt x="15728" y="42024"/>
                    <a:pt x="15728" y="38441"/>
                  </a:cubicBezTo>
                  <a:cubicBezTo>
                    <a:pt x="15812" y="38107"/>
                    <a:pt x="15895" y="37857"/>
                    <a:pt x="15895" y="37524"/>
                  </a:cubicBezTo>
                  <a:cubicBezTo>
                    <a:pt x="16229" y="36274"/>
                    <a:pt x="16312" y="34941"/>
                    <a:pt x="16562" y="33691"/>
                  </a:cubicBezTo>
                  <a:cubicBezTo>
                    <a:pt x="16978" y="31608"/>
                    <a:pt x="17395" y="29525"/>
                    <a:pt x="17978" y="27525"/>
                  </a:cubicBezTo>
                  <a:cubicBezTo>
                    <a:pt x="20228" y="19859"/>
                    <a:pt x="23478" y="13026"/>
                    <a:pt x="24228" y="4943"/>
                  </a:cubicBezTo>
                  <a:cubicBezTo>
                    <a:pt x="24895" y="-1389"/>
                    <a:pt x="16062" y="-1389"/>
                    <a:pt x="14062" y="3527"/>
                  </a:cubicBezTo>
                  <a:lnTo>
                    <a:pt x="14062" y="3527"/>
                  </a:lnTo>
                  <a:close/>
                </a:path>
              </a:pathLst>
            </a:custGeom>
            <a:grpFill/>
            <a:ln w="8332" cap="flat">
              <a:noFill/>
              <a:prstDash val="solid"/>
              <a:miter/>
            </a:ln>
          </p:spPr>
          <p:txBody>
            <a:bodyPr rtlCol="0" anchor="ctr"/>
            <a:lstStyle/>
            <a:p>
              <a:endParaRPr lang="en-US"/>
            </a:p>
          </p:txBody>
        </p:sp>
        <p:sp>
          <p:nvSpPr>
            <p:cNvPr id="2667" name="Freeform: Shape 2666"/>
            <p:cNvSpPr/>
            <p:nvPr/>
          </p:nvSpPr>
          <p:spPr>
            <a:xfrm>
              <a:off x="10112840" y="6671095"/>
              <a:ext cx="18144" cy="43787"/>
            </a:xfrm>
            <a:custGeom>
              <a:avLst/>
              <a:gdLst>
                <a:gd name="connsiteX0" fmla="*/ 17268 w 18144"/>
                <a:gd name="connsiteY0" fmla="*/ 32310 h 43787"/>
                <a:gd name="connsiteX1" fmla="*/ 16685 w 18144"/>
                <a:gd name="connsiteY1" fmla="*/ 20812 h 43787"/>
                <a:gd name="connsiteX2" fmla="*/ 15185 w 18144"/>
                <a:gd name="connsiteY2" fmla="*/ 5396 h 43787"/>
                <a:gd name="connsiteX3" fmla="*/ 4353 w 18144"/>
                <a:gd name="connsiteY3" fmla="*/ 3896 h 43787"/>
                <a:gd name="connsiteX4" fmla="*/ 1353 w 18144"/>
                <a:gd name="connsiteY4" fmla="*/ 14729 h 43787"/>
                <a:gd name="connsiteX5" fmla="*/ 270 w 18144"/>
                <a:gd name="connsiteY5" fmla="*/ 25728 h 43787"/>
                <a:gd name="connsiteX6" fmla="*/ 6769 w 18144"/>
                <a:gd name="connsiteY6" fmla="*/ 42809 h 43787"/>
                <a:gd name="connsiteX7" fmla="*/ 17268 w 18144"/>
                <a:gd name="connsiteY7" fmla="*/ 32310 h 43787"/>
                <a:gd name="connsiteX8" fmla="*/ 17268 w 18144"/>
                <a:gd name="connsiteY8" fmla="*/ 32310 h 43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144" h="43787">
                  <a:moveTo>
                    <a:pt x="17268" y="32310"/>
                  </a:moveTo>
                  <a:cubicBezTo>
                    <a:pt x="16518" y="30728"/>
                    <a:pt x="16935" y="23561"/>
                    <a:pt x="16685" y="20812"/>
                  </a:cubicBezTo>
                  <a:cubicBezTo>
                    <a:pt x="16185" y="15645"/>
                    <a:pt x="15685" y="10562"/>
                    <a:pt x="15185" y="5396"/>
                  </a:cubicBezTo>
                  <a:cubicBezTo>
                    <a:pt x="14685" y="-520"/>
                    <a:pt x="6103" y="-2353"/>
                    <a:pt x="4353" y="3896"/>
                  </a:cubicBezTo>
                  <a:cubicBezTo>
                    <a:pt x="3353" y="7563"/>
                    <a:pt x="1936" y="10896"/>
                    <a:pt x="1353" y="14729"/>
                  </a:cubicBezTo>
                  <a:cubicBezTo>
                    <a:pt x="853" y="18395"/>
                    <a:pt x="603" y="22061"/>
                    <a:pt x="270" y="25728"/>
                  </a:cubicBezTo>
                  <a:cubicBezTo>
                    <a:pt x="-481" y="32561"/>
                    <a:pt x="-64" y="39143"/>
                    <a:pt x="6769" y="42809"/>
                  </a:cubicBezTo>
                  <a:cubicBezTo>
                    <a:pt x="13852" y="46476"/>
                    <a:pt x="20601" y="39143"/>
                    <a:pt x="17268" y="32310"/>
                  </a:cubicBezTo>
                  <a:lnTo>
                    <a:pt x="17268" y="32310"/>
                  </a:lnTo>
                  <a:close/>
                </a:path>
              </a:pathLst>
            </a:custGeom>
            <a:grpFill/>
            <a:ln w="8332" cap="flat">
              <a:noFill/>
              <a:prstDash val="solid"/>
              <a:miter/>
            </a:ln>
          </p:spPr>
          <p:txBody>
            <a:bodyPr rtlCol="0" anchor="ctr"/>
            <a:lstStyle/>
            <a:p>
              <a:endParaRPr lang="en-US"/>
            </a:p>
          </p:txBody>
        </p:sp>
        <p:sp>
          <p:nvSpPr>
            <p:cNvPr id="2668" name="Freeform: Shape 2667"/>
            <p:cNvSpPr/>
            <p:nvPr/>
          </p:nvSpPr>
          <p:spPr>
            <a:xfrm>
              <a:off x="10166945" y="6666046"/>
              <a:ext cx="33721" cy="35149"/>
            </a:xfrm>
            <a:custGeom>
              <a:avLst/>
              <a:gdLst>
                <a:gd name="connsiteX0" fmla="*/ 31574 w 33721"/>
                <a:gd name="connsiteY0" fmla="*/ 21112 h 35149"/>
                <a:gd name="connsiteX1" fmla="*/ 20908 w 33721"/>
                <a:gd name="connsiteY1" fmla="*/ 8696 h 35149"/>
                <a:gd name="connsiteX2" fmla="*/ 14909 w 33721"/>
                <a:gd name="connsiteY2" fmla="*/ 3530 h 35149"/>
                <a:gd name="connsiteX3" fmla="*/ 7160 w 33721"/>
                <a:gd name="connsiteY3" fmla="*/ 613 h 35149"/>
                <a:gd name="connsiteX4" fmla="*/ 1411 w 33721"/>
                <a:gd name="connsiteY4" fmla="*/ 8113 h 35149"/>
                <a:gd name="connsiteX5" fmla="*/ 7076 w 33721"/>
                <a:gd name="connsiteY5" fmla="*/ 12529 h 35149"/>
                <a:gd name="connsiteX6" fmla="*/ 11326 w 33721"/>
                <a:gd name="connsiteY6" fmla="*/ 18945 h 35149"/>
                <a:gd name="connsiteX7" fmla="*/ 20242 w 33721"/>
                <a:gd name="connsiteY7" fmla="*/ 32611 h 35149"/>
                <a:gd name="connsiteX8" fmla="*/ 31574 w 33721"/>
                <a:gd name="connsiteY8" fmla="*/ 21112 h 35149"/>
                <a:gd name="connsiteX9" fmla="*/ 31574 w 33721"/>
                <a:gd name="connsiteY9" fmla="*/ 21112 h 35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3721" h="35149">
                  <a:moveTo>
                    <a:pt x="31574" y="21112"/>
                  </a:moveTo>
                  <a:cubicBezTo>
                    <a:pt x="27908" y="17029"/>
                    <a:pt x="24574" y="12779"/>
                    <a:pt x="20908" y="8696"/>
                  </a:cubicBezTo>
                  <a:cubicBezTo>
                    <a:pt x="19159" y="6779"/>
                    <a:pt x="17158" y="4863"/>
                    <a:pt x="14909" y="3530"/>
                  </a:cubicBezTo>
                  <a:cubicBezTo>
                    <a:pt x="12492" y="2030"/>
                    <a:pt x="9576" y="1946"/>
                    <a:pt x="7160" y="613"/>
                  </a:cubicBezTo>
                  <a:cubicBezTo>
                    <a:pt x="2494" y="-1970"/>
                    <a:pt x="-2507" y="4196"/>
                    <a:pt x="1411" y="8113"/>
                  </a:cubicBezTo>
                  <a:cubicBezTo>
                    <a:pt x="3160" y="9779"/>
                    <a:pt x="5410" y="10862"/>
                    <a:pt x="7076" y="12529"/>
                  </a:cubicBezTo>
                  <a:cubicBezTo>
                    <a:pt x="8743" y="14362"/>
                    <a:pt x="10076" y="16779"/>
                    <a:pt x="11326" y="18945"/>
                  </a:cubicBezTo>
                  <a:cubicBezTo>
                    <a:pt x="14159" y="23695"/>
                    <a:pt x="16575" y="28444"/>
                    <a:pt x="20242" y="32611"/>
                  </a:cubicBezTo>
                  <a:cubicBezTo>
                    <a:pt x="27074" y="40277"/>
                    <a:pt x="38490" y="28861"/>
                    <a:pt x="31574" y="21112"/>
                  </a:cubicBezTo>
                  <a:lnTo>
                    <a:pt x="31574" y="21112"/>
                  </a:lnTo>
                  <a:close/>
                </a:path>
              </a:pathLst>
            </a:custGeom>
            <a:grpFill/>
            <a:ln w="8332" cap="flat">
              <a:noFill/>
              <a:prstDash val="solid"/>
              <a:miter/>
            </a:ln>
          </p:spPr>
          <p:txBody>
            <a:bodyPr rtlCol="0" anchor="ctr"/>
            <a:lstStyle/>
            <a:p>
              <a:endParaRPr lang="en-US"/>
            </a:p>
          </p:txBody>
        </p:sp>
        <p:sp>
          <p:nvSpPr>
            <p:cNvPr id="2669" name="Freeform: Shape 2668"/>
            <p:cNvSpPr/>
            <p:nvPr/>
          </p:nvSpPr>
          <p:spPr>
            <a:xfrm>
              <a:off x="10202982" y="6629816"/>
              <a:ext cx="46696" cy="19304"/>
            </a:xfrm>
            <a:custGeom>
              <a:avLst/>
              <a:gdLst>
                <a:gd name="connsiteX0" fmla="*/ 43366 w 46696"/>
                <a:gd name="connsiteY0" fmla="*/ 6096 h 19304"/>
                <a:gd name="connsiteX1" fmla="*/ 24451 w 46696"/>
                <a:gd name="connsiteY1" fmla="*/ 2763 h 19304"/>
                <a:gd name="connsiteX2" fmla="*/ 6786 w 46696"/>
                <a:gd name="connsiteY2" fmla="*/ 97 h 19304"/>
                <a:gd name="connsiteX3" fmla="*/ 3870 w 46696"/>
                <a:gd name="connsiteY3" fmla="*/ 10512 h 19304"/>
                <a:gd name="connsiteX4" fmla="*/ 41782 w 46696"/>
                <a:gd name="connsiteY4" fmla="*/ 18595 h 19304"/>
                <a:gd name="connsiteX5" fmla="*/ 43366 w 46696"/>
                <a:gd name="connsiteY5" fmla="*/ 6096 h 19304"/>
                <a:gd name="connsiteX6" fmla="*/ 43366 w 46696"/>
                <a:gd name="connsiteY6" fmla="*/ 6096 h 19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696" h="19304">
                  <a:moveTo>
                    <a:pt x="43366" y="6096"/>
                  </a:moveTo>
                  <a:cubicBezTo>
                    <a:pt x="37117" y="3263"/>
                    <a:pt x="31200" y="3263"/>
                    <a:pt x="24451" y="2763"/>
                  </a:cubicBezTo>
                  <a:cubicBezTo>
                    <a:pt x="18368" y="2263"/>
                    <a:pt x="12702" y="1096"/>
                    <a:pt x="6786" y="97"/>
                  </a:cubicBezTo>
                  <a:cubicBezTo>
                    <a:pt x="36" y="-1070"/>
                    <a:pt x="-2963" y="8679"/>
                    <a:pt x="3870" y="10512"/>
                  </a:cubicBezTo>
                  <a:cubicBezTo>
                    <a:pt x="16618" y="13928"/>
                    <a:pt x="27951" y="21678"/>
                    <a:pt x="41782" y="18595"/>
                  </a:cubicBezTo>
                  <a:cubicBezTo>
                    <a:pt x="47115" y="17428"/>
                    <a:pt x="48783" y="8512"/>
                    <a:pt x="43366" y="6096"/>
                  </a:cubicBezTo>
                  <a:lnTo>
                    <a:pt x="43366" y="6096"/>
                  </a:lnTo>
                  <a:close/>
                </a:path>
              </a:pathLst>
            </a:custGeom>
            <a:grpFill/>
            <a:ln w="8332" cap="flat">
              <a:noFill/>
              <a:prstDash val="solid"/>
              <a:miter/>
            </a:ln>
          </p:spPr>
          <p:txBody>
            <a:bodyPr rtlCol="0" anchor="ctr"/>
            <a:lstStyle/>
            <a:p>
              <a:endParaRPr lang="en-US"/>
            </a:p>
          </p:txBody>
        </p:sp>
        <p:sp>
          <p:nvSpPr>
            <p:cNvPr id="2670" name="Freeform: Shape 2669"/>
            <p:cNvSpPr/>
            <p:nvPr/>
          </p:nvSpPr>
          <p:spPr>
            <a:xfrm>
              <a:off x="10210330" y="6580331"/>
              <a:ext cx="47763" cy="16326"/>
            </a:xfrm>
            <a:custGeom>
              <a:avLst/>
              <a:gdLst>
                <a:gd name="connsiteX0" fmla="*/ 42184 w 47763"/>
                <a:gd name="connsiteY0" fmla="*/ 3 h 16326"/>
                <a:gd name="connsiteX1" fmla="*/ 26102 w 47763"/>
                <a:gd name="connsiteY1" fmla="*/ 3169 h 16326"/>
                <a:gd name="connsiteX2" fmla="*/ 2688 w 47763"/>
                <a:gd name="connsiteY2" fmla="*/ 7919 h 16326"/>
                <a:gd name="connsiteX3" fmla="*/ 2688 w 47763"/>
                <a:gd name="connsiteY3" fmla="*/ 15168 h 16326"/>
                <a:gd name="connsiteX4" fmla="*/ 30351 w 47763"/>
                <a:gd name="connsiteY4" fmla="*/ 15752 h 16326"/>
                <a:gd name="connsiteX5" fmla="*/ 47183 w 47763"/>
                <a:gd name="connsiteY5" fmla="*/ 8669 h 16326"/>
                <a:gd name="connsiteX6" fmla="*/ 42184 w 47763"/>
                <a:gd name="connsiteY6" fmla="*/ 3 h 16326"/>
                <a:gd name="connsiteX7" fmla="*/ 42184 w 47763"/>
                <a:gd name="connsiteY7" fmla="*/ 3 h 16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763" h="16326">
                  <a:moveTo>
                    <a:pt x="42184" y="3"/>
                  </a:moveTo>
                  <a:cubicBezTo>
                    <a:pt x="36517" y="-81"/>
                    <a:pt x="31601" y="1669"/>
                    <a:pt x="26102" y="3169"/>
                  </a:cubicBezTo>
                  <a:cubicBezTo>
                    <a:pt x="18436" y="5252"/>
                    <a:pt x="10520" y="6752"/>
                    <a:pt x="2688" y="7919"/>
                  </a:cubicBezTo>
                  <a:cubicBezTo>
                    <a:pt x="-896" y="8502"/>
                    <a:pt x="-896" y="14668"/>
                    <a:pt x="2688" y="15168"/>
                  </a:cubicBezTo>
                  <a:cubicBezTo>
                    <a:pt x="11853" y="16501"/>
                    <a:pt x="21102" y="16668"/>
                    <a:pt x="30351" y="15752"/>
                  </a:cubicBezTo>
                  <a:cubicBezTo>
                    <a:pt x="36351" y="15168"/>
                    <a:pt x="44267" y="15001"/>
                    <a:pt x="47183" y="8669"/>
                  </a:cubicBezTo>
                  <a:cubicBezTo>
                    <a:pt x="48849" y="4836"/>
                    <a:pt x="46850" y="86"/>
                    <a:pt x="42184" y="3"/>
                  </a:cubicBezTo>
                  <a:lnTo>
                    <a:pt x="42184" y="3"/>
                  </a:lnTo>
                  <a:close/>
                </a:path>
              </a:pathLst>
            </a:custGeom>
            <a:grpFill/>
            <a:ln w="8332" cap="flat">
              <a:noFill/>
              <a:prstDash val="solid"/>
              <a:miter/>
            </a:ln>
          </p:spPr>
          <p:txBody>
            <a:bodyPr rtlCol="0" anchor="ctr"/>
            <a:lstStyle/>
            <a:p>
              <a:endParaRPr lang="en-US"/>
            </a:p>
          </p:txBody>
        </p:sp>
        <p:sp>
          <p:nvSpPr>
            <p:cNvPr id="2671" name="Freeform: Shape 2670"/>
            <p:cNvSpPr/>
            <p:nvPr/>
          </p:nvSpPr>
          <p:spPr>
            <a:xfrm>
              <a:off x="10211548" y="6548679"/>
              <a:ext cx="33411" cy="19689"/>
            </a:xfrm>
            <a:custGeom>
              <a:avLst/>
              <a:gdLst>
                <a:gd name="connsiteX0" fmla="*/ 24634 w 33411"/>
                <a:gd name="connsiteY0" fmla="*/ 74 h 19689"/>
                <a:gd name="connsiteX1" fmla="*/ 8385 w 33411"/>
                <a:gd name="connsiteY1" fmla="*/ 6907 h 19689"/>
                <a:gd name="connsiteX2" fmla="*/ 2386 w 33411"/>
                <a:gd name="connsiteY2" fmla="*/ 11407 h 19689"/>
                <a:gd name="connsiteX3" fmla="*/ 719 w 33411"/>
                <a:gd name="connsiteY3" fmla="*/ 13490 h 19689"/>
                <a:gd name="connsiteX4" fmla="*/ 303 w 33411"/>
                <a:gd name="connsiteY4" fmla="*/ 14990 h 19689"/>
                <a:gd name="connsiteX5" fmla="*/ 1136 w 33411"/>
                <a:gd name="connsiteY5" fmla="*/ 18323 h 19689"/>
                <a:gd name="connsiteX6" fmla="*/ 13468 w 33411"/>
                <a:gd name="connsiteY6" fmla="*/ 18740 h 19689"/>
                <a:gd name="connsiteX7" fmla="*/ 29883 w 33411"/>
                <a:gd name="connsiteY7" fmla="*/ 12490 h 19689"/>
                <a:gd name="connsiteX8" fmla="*/ 24634 w 33411"/>
                <a:gd name="connsiteY8" fmla="*/ 74 h 19689"/>
                <a:gd name="connsiteX9" fmla="*/ 24634 w 33411"/>
                <a:gd name="connsiteY9" fmla="*/ 74 h 19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3411" h="19689">
                  <a:moveTo>
                    <a:pt x="24634" y="74"/>
                  </a:moveTo>
                  <a:cubicBezTo>
                    <a:pt x="18551" y="908"/>
                    <a:pt x="13218" y="3158"/>
                    <a:pt x="8385" y="6907"/>
                  </a:cubicBezTo>
                  <a:cubicBezTo>
                    <a:pt x="6469" y="8407"/>
                    <a:pt x="4136" y="9657"/>
                    <a:pt x="2386" y="11407"/>
                  </a:cubicBezTo>
                  <a:cubicBezTo>
                    <a:pt x="1719" y="12073"/>
                    <a:pt x="1136" y="12740"/>
                    <a:pt x="719" y="13490"/>
                  </a:cubicBezTo>
                  <a:cubicBezTo>
                    <a:pt x="553" y="13740"/>
                    <a:pt x="-197" y="16240"/>
                    <a:pt x="303" y="14990"/>
                  </a:cubicBezTo>
                  <a:cubicBezTo>
                    <a:pt x="-281" y="16240"/>
                    <a:pt x="-31" y="17490"/>
                    <a:pt x="1136" y="18323"/>
                  </a:cubicBezTo>
                  <a:cubicBezTo>
                    <a:pt x="4052" y="20406"/>
                    <a:pt x="10218" y="19740"/>
                    <a:pt x="13468" y="18740"/>
                  </a:cubicBezTo>
                  <a:cubicBezTo>
                    <a:pt x="19051" y="17073"/>
                    <a:pt x="24800" y="15407"/>
                    <a:pt x="29883" y="12490"/>
                  </a:cubicBezTo>
                  <a:cubicBezTo>
                    <a:pt x="37216" y="8407"/>
                    <a:pt x="31966" y="-925"/>
                    <a:pt x="24634" y="74"/>
                  </a:cubicBezTo>
                  <a:lnTo>
                    <a:pt x="24634" y="74"/>
                  </a:lnTo>
                  <a:close/>
                </a:path>
              </a:pathLst>
            </a:custGeom>
            <a:grpFill/>
            <a:ln w="8332" cap="flat">
              <a:noFill/>
              <a:prstDash val="solid"/>
              <a:miter/>
            </a:ln>
          </p:spPr>
          <p:txBody>
            <a:bodyPr rtlCol="0" anchor="ctr"/>
            <a:lstStyle/>
            <a:p>
              <a:endParaRPr lang="en-US"/>
            </a:p>
          </p:txBody>
        </p:sp>
        <p:sp>
          <p:nvSpPr>
            <p:cNvPr id="2672" name="Freeform: Shape 2671"/>
            <p:cNvSpPr/>
            <p:nvPr/>
          </p:nvSpPr>
          <p:spPr>
            <a:xfrm>
              <a:off x="9985364" y="6696353"/>
              <a:ext cx="29891" cy="42619"/>
            </a:xfrm>
            <a:custGeom>
              <a:avLst/>
              <a:gdLst>
                <a:gd name="connsiteX0" fmla="*/ 18172 w 29891"/>
                <a:gd name="connsiteY0" fmla="*/ 2970 h 42619"/>
                <a:gd name="connsiteX1" fmla="*/ 3006 w 29891"/>
                <a:gd name="connsiteY1" fmla="*/ 24384 h 42619"/>
                <a:gd name="connsiteX2" fmla="*/ 5673 w 29891"/>
                <a:gd name="connsiteY2" fmla="*/ 41883 h 42619"/>
                <a:gd name="connsiteX3" fmla="*/ 15173 w 29891"/>
                <a:gd name="connsiteY3" fmla="*/ 32717 h 42619"/>
                <a:gd name="connsiteX4" fmla="*/ 15339 w 29891"/>
                <a:gd name="connsiteY4" fmla="*/ 32384 h 42619"/>
                <a:gd name="connsiteX5" fmla="*/ 16755 w 29891"/>
                <a:gd name="connsiteY5" fmla="*/ 29884 h 42619"/>
                <a:gd name="connsiteX6" fmla="*/ 20589 w 29891"/>
                <a:gd name="connsiteY6" fmla="*/ 23301 h 42619"/>
                <a:gd name="connsiteX7" fmla="*/ 29004 w 29891"/>
                <a:gd name="connsiteY7" fmla="*/ 9302 h 42619"/>
                <a:gd name="connsiteX8" fmla="*/ 18172 w 29891"/>
                <a:gd name="connsiteY8" fmla="*/ 2970 h 42619"/>
                <a:gd name="connsiteX9" fmla="*/ 18172 w 29891"/>
                <a:gd name="connsiteY9" fmla="*/ 2970 h 42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891" h="42619">
                  <a:moveTo>
                    <a:pt x="18172" y="2970"/>
                  </a:moveTo>
                  <a:cubicBezTo>
                    <a:pt x="13506" y="10469"/>
                    <a:pt x="7923" y="17052"/>
                    <a:pt x="3006" y="24384"/>
                  </a:cubicBezTo>
                  <a:cubicBezTo>
                    <a:pt x="-993" y="30384"/>
                    <a:pt x="-1826" y="38217"/>
                    <a:pt x="5673" y="41883"/>
                  </a:cubicBezTo>
                  <a:cubicBezTo>
                    <a:pt x="11339" y="44716"/>
                    <a:pt x="18755" y="38883"/>
                    <a:pt x="15173" y="32717"/>
                  </a:cubicBezTo>
                  <a:cubicBezTo>
                    <a:pt x="15256" y="32633"/>
                    <a:pt x="15256" y="32551"/>
                    <a:pt x="15339" y="32384"/>
                  </a:cubicBezTo>
                  <a:cubicBezTo>
                    <a:pt x="15839" y="31550"/>
                    <a:pt x="16256" y="30717"/>
                    <a:pt x="16755" y="29884"/>
                  </a:cubicBezTo>
                  <a:cubicBezTo>
                    <a:pt x="18005" y="27718"/>
                    <a:pt x="19339" y="25468"/>
                    <a:pt x="20589" y="23301"/>
                  </a:cubicBezTo>
                  <a:cubicBezTo>
                    <a:pt x="23338" y="18635"/>
                    <a:pt x="26255" y="13969"/>
                    <a:pt x="29004" y="9302"/>
                  </a:cubicBezTo>
                  <a:cubicBezTo>
                    <a:pt x="33004" y="2303"/>
                    <a:pt x="22422" y="-3863"/>
                    <a:pt x="18172" y="2970"/>
                  </a:cubicBezTo>
                  <a:lnTo>
                    <a:pt x="18172" y="2970"/>
                  </a:lnTo>
                  <a:close/>
                </a:path>
              </a:pathLst>
            </a:custGeom>
            <a:grpFill/>
            <a:ln w="8332" cap="flat">
              <a:noFill/>
              <a:prstDash val="solid"/>
              <a:miter/>
            </a:ln>
          </p:spPr>
          <p:txBody>
            <a:bodyPr rtlCol="0" anchor="ctr"/>
            <a:lstStyle/>
            <a:p>
              <a:endParaRPr lang="en-US"/>
            </a:p>
          </p:txBody>
        </p:sp>
        <p:sp>
          <p:nvSpPr>
            <p:cNvPr id="2673" name="Freeform: Shape 2672"/>
            <p:cNvSpPr/>
            <p:nvPr/>
          </p:nvSpPr>
          <p:spPr>
            <a:xfrm>
              <a:off x="10055217" y="6728425"/>
              <a:ext cx="22482" cy="44858"/>
            </a:xfrm>
            <a:custGeom>
              <a:avLst/>
              <a:gdLst>
                <a:gd name="connsiteX0" fmla="*/ 9313 w 22482"/>
                <a:gd name="connsiteY0" fmla="*/ 3228 h 44858"/>
                <a:gd name="connsiteX1" fmla="*/ 2897 w 22482"/>
                <a:gd name="connsiteY1" fmla="*/ 41808 h 44858"/>
                <a:gd name="connsiteX2" fmla="*/ 15147 w 22482"/>
                <a:gd name="connsiteY2" fmla="*/ 38475 h 44858"/>
                <a:gd name="connsiteX3" fmla="*/ 18063 w 22482"/>
                <a:gd name="connsiteY3" fmla="*/ 24643 h 44858"/>
                <a:gd name="connsiteX4" fmla="*/ 21979 w 22482"/>
                <a:gd name="connsiteY4" fmla="*/ 8561 h 44858"/>
                <a:gd name="connsiteX5" fmla="*/ 9313 w 22482"/>
                <a:gd name="connsiteY5" fmla="*/ 3228 h 44858"/>
                <a:gd name="connsiteX6" fmla="*/ 9313 w 22482"/>
                <a:gd name="connsiteY6" fmla="*/ 3228 h 44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482" h="44858">
                  <a:moveTo>
                    <a:pt x="9313" y="3228"/>
                  </a:moveTo>
                  <a:cubicBezTo>
                    <a:pt x="3814" y="13227"/>
                    <a:pt x="-4436" y="31143"/>
                    <a:pt x="2897" y="41808"/>
                  </a:cubicBezTo>
                  <a:cubicBezTo>
                    <a:pt x="6397" y="46974"/>
                    <a:pt x="15230" y="45391"/>
                    <a:pt x="15147" y="38475"/>
                  </a:cubicBezTo>
                  <a:cubicBezTo>
                    <a:pt x="15147" y="33892"/>
                    <a:pt x="17146" y="29142"/>
                    <a:pt x="18063" y="24643"/>
                  </a:cubicBezTo>
                  <a:cubicBezTo>
                    <a:pt x="19063" y="19144"/>
                    <a:pt x="19812" y="13811"/>
                    <a:pt x="21979" y="8561"/>
                  </a:cubicBezTo>
                  <a:cubicBezTo>
                    <a:pt x="25062" y="1312"/>
                    <a:pt x="13147" y="-3521"/>
                    <a:pt x="9313" y="3228"/>
                  </a:cubicBezTo>
                  <a:lnTo>
                    <a:pt x="9313" y="3228"/>
                  </a:lnTo>
                  <a:close/>
                </a:path>
              </a:pathLst>
            </a:custGeom>
            <a:grpFill/>
            <a:ln w="8332" cap="flat">
              <a:noFill/>
              <a:prstDash val="solid"/>
              <a:miter/>
            </a:ln>
          </p:spPr>
          <p:txBody>
            <a:bodyPr rtlCol="0" anchor="ctr"/>
            <a:lstStyle/>
            <a:p>
              <a:endParaRPr lang="en-US"/>
            </a:p>
          </p:txBody>
        </p:sp>
        <p:sp>
          <p:nvSpPr>
            <p:cNvPr id="2674" name="Freeform: Shape 2673"/>
            <p:cNvSpPr/>
            <p:nvPr/>
          </p:nvSpPr>
          <p:spPr>
            <a:xfrm>
              <a:off x="10126034" y="6735597"/>
              <a:ext cx="19512" cy="39093"/>
            </a:xfrm>
            <a:custGeom>
              <a:avLst/>
              <a:gdLst>
                <a:gd name="connsiteX0" fmla="*/ 19407 w 19512"/>
                <a:gd name="connsiteY0" fmla="*/ 31636 h 39093"/>
                <a:gd name="connsiteX1" fmla="*/ 11407 w 19512"/>
                <a:gd name="connsiteY1" fmla="*/ 3139 h 39093"/>
                <a:gd name="connsiteX2" fmla="*/ 158 w 19512"/>
                <a:gd name="connsiteY2" fmla="*/ 7889 h 39093"/>
                <a:gd name="connsiteX3" fmla="*/ 12240 w 19512"/>
                <a:gd name="connsiteY3" fmla="*/ 38802 h 39093"/>
                <a:gd name="connsiteX4" fmla="*/ 19407 w 19512"/>
                <a:gd name="connsiteY4" fmla="*/ 31636 h 39093"/>
                <a:gd name="connsiteX5" fmla="*/ 19407 w 19512"/>
                <a:gd name="connsiteY5" fmla="*/ 31636 h 39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512" h="39093">
                  <a:moveTo>
                    <a:pt x="19407" y="31636"/>
                  </a:moveTo>
                  <a:cubicBezTo>
                    <a:pt x="17740" y="22221"/>
                    <a:pt x="15573" y="11721"/>
                    <a:pt x="11407" y="3139"/>
                  </a:cubicBezTo>
                  <a:cubicBezTo>
                    <a:pt x="8240" y="-3444"/>
                    <a:pt x="-1341" y="1389"/>
                    <a:pt x="158" y="7889"/>
                  </a:cubicBezTo>
                  <a:cubicBezTo>
                    <a:pt x="2575" y="19054"/>
                    <a:pt x="-2175" y="34219"/>
                    <a:pt x="12240" y="38802"/>
                  </a:cubicBezTo>
                  <a:cubicBezTo>
                    <a:pt x="16823" y="40302"/>
                    <a:pt x="20156" y="35719"/>
                    <a:pt x="19407" y="31636"/>
                  </a:cubicBezTo>
                  <a:lnTo>
                    <a:pt x="19407" y="31636"/>
                  </a:lnTo>
                  <a:close/>
                </a:path>
              </a:pathLst>
            </a:custGeom>
            <a:grpFill/>
            <a:ln w="8332" cap="flat">
              <a:noFill/>
              <a:prstDash val="solid"/>
              <a:miter/>
            </a:ln>
          </p:spPr>
          <p:txBody>
            <a:bodyPr rtlCol="0" anchor="ctr"/>
            <a:lstStyle/>
            <a:p>
              <a:endParaRPr lang="en-US"/>
            </a:p>
          </p:txBody>
        </p:sp>
        <p:sp>
          <p:nvSpPr>
            <p:cNvPr id="2675" name="Freeform: Shape 2674"/>
            <p:cNvSpPr/>
            <p:nvPr/>
          </p:nvSpPr>
          <p:spPr>
            <a:xfrm>
              <a:off x="10182031" y="6728140"/>
              <a:ext cx="33928" cy="33117"/>
            </a:xfrm>
            <a:custGeom>
              <a:avLst/>
              <a:gdLst>
                <a:gd name="connsiteX0" fmla="*/ 33737 w 33928"/>
                <a:gd name="connsiteY0" fmla="*/ 24344 h 33117"/>
                <a:gd name="connsiteX1" fmla="*/ 20988 w 33928"/>
                <a:gd name="connsiteY1" fmla="*/ 10596 h 33117"/>
                <a:gd name="connsiteX2" fmla="*/ 7405 w 33928"/>
                <a:gd name="connsiteY2" fmla="*/ 764 h 33117"/>
                <a:gd name="connsiteX3" fmla="*/ 1406 w 33928"/>
                <a:gd name="connsiteY3" fmla="*/ 8513 h 33117"/>
                <a:gd name="connsiteX4" fmla="*/ 26988 w 33928"/>
                <a:gd name="connsiteY4" fmla="*/ 33094 h 33117"/>
                <a:gd name="connsiteX5" fmla="*/ 33737 w 33928"/>
                <a:gd name="connsiteY5" fmla="*/ 24344 h 33117"/>
                <a:gd name="connsiteX6" fmla="*/ 33737 w 33928"/>
                <a:gd name="connsiteY6" fmla="*/ 24344 h 33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928" h="33117">
                  <a:moveTo>
                    <a:pt x="33737" y="24344"/>
                  </a:moveTo>
                  <a:cubicBezTo>
                    <a:pt x="32237" y="18095"/>
                    <a:pt x="25905" y="14179"/>
                    <a:pt x="20988" y="10596"/>
                  </a:cubicBezTo>
                  <a:cubicBezTo>
                    <a:pt x="16489" y="7263"/>
                    <a:pt x="12072" y="3847"/>
                    <a:pt x="7405" y="764"/>
                  </a:cubicBezTo>
                  <a:cubicBezTo>
                    <a:pt x="2740" y="-2320"/>
                    <a:pt x="-2593" y="4680"/>
                    <a:pt x="1406" y="8513"/>
                  </a:cubicBezTo>
                  <a:cubicBezTo>
                    <a:pt x="10072" y="16679"/>
                    <a:pt x="13155" y="31844"/>
                    <a:pt x="26988" y="33094"/>
                  </a:cubicBezTo>
                  <a:cubicBezTo>
                    <a:pt x="31737" y="33511"/>
                    <a:pt x="34737" y="28344"/>
                    <a:pt x="33737" y="24344"/>
                  </a:cubicBezTo>
                  <a:lnTo>
                    <a:pt x="33737" y="24344"/>
                  </a:lnTo>
                  <a:close/>
                </a:path>
              </a:pathLst>
            </a:custGeom>
            <a:grpFill/>
            <a:ln w="8332" cap="flat">
              <a:noFill/>
              <a:prstDash val="solid"/>
              <a:miter/>
            </a:ln>
          </p:spPr>
          <p:txBody>
            <a:bodyPr rtlCol="0" anchor="ctr"/>
            <a:lstStyle/>
            <a:p>
              <a:endParaRPr lang="en-US"/>
            </a:p>
          </p:txBody>
        </p:sp>
        <p:sp>
          <p:nvSpPr>
            <p:cNvPr id="2676" name="Freeform: Shape 2675"/>
            <p:cNvSpPr/>
            <p:nvPr/>
          </p:nvSpPr>
          <p:spPr>
            <a:xfrm>
              <a:off x="10236412" y="6683484"/>
              <a:ext cx="46065" cy="18057"/>
            </a:xfrm>
            <a:custGeom>
              <a:avLst/>
              <a:gdLst>
                <a:gd name="connsiteX0" fmla="*/ 36184 w 46065"/>
                <a:gd name="connsiteY0" fmla="*/ 1923 h 18057"/>
                <a:gd name="connsiteX1" fmla="*/ 7020 w 46065"/>
                <a:gd name="connsiteY1" fmla="*/ 90 h 18057"/>
                <a:gd name="connsiteX2" fmla="*/ 4020 w 46065"/>
                <a:gd name="connsiteY2" fmla="*/ 10839 h 18057"/>
                <a:gd name="connsiteX3" fmla="*/ 42100 w 46065"/>
                <a:gd name="connsiteY3" fmla="*/ 15922 h 18057"/>
                <a:gd name="connsiteX4" fmla="*/ 36184 w 46065"/>
                <a:gd name="connsiteY4" fmla="*/ 1923 h 18057"/>
                <a:gd name="connsiteX5" fmla="*/ 36184 w 46065"/>
                <a:gd name="connsiteY5" fmla="*/ 1923 h 18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065" h="18057">
                  <a:moveTo>
                    <a:pt x="36184" y="1923"/>
                  </a:moveTo>
                  <a:cubicBezTo>
                    <a:pt x="26518" y="3506"/>
                    <a:pt x="16519" y="1756"/>
                    <a:pt x="7020" y="90"/>
                  </a:cubicBezTo>
                  <a:cubicBezTo>
                    <a:pt x="20" y="-1076"/>
                    <a:pt x="-3063" y="9423"/>
                    <a:pt x="4020" y="10839"/>
                  </a:cubicBezTo>
                  <a:cubicBezTo>
                    <a:pt x="16769" y="13422"/>
                    <a:pt x="29268" y="22005"/>
                    <a:pt x="42100" y="15922"/>
                  </a:cubicBezTo>
                  <a:cubicBezTo>
                    <a:pt x="50516" y="12006"/>
                    <a:pt x="44100" y="673"/>
                    <a:pt x="36184" y="1923"/>
                  </a:cubicBezTo>
                  <a:lnTo>
                    <a:pt x="36184" y="1923"/>
                  </a:lnTo>
                  <a:close/>
                </a:path>
              </a:pathLst>
            </a:custGeom>
            <a:grpFill/>
            <a:ln w="8332" cap="flat">
              <a:noFill/>
              <a:prstDash val="solid"/>
              <a:miter/>
            </a:ln>
          </p:spPr>
          <p:txBody>
            <a:bodyPr rtlCol="0" anchor="ctr"/>
            <a:lstStyle/>
            <a:p>
              <a:endParaRPr lang="en-US"/>
            </a:p>
          </p:txBody>
        </p:sp>
        <p:sp>
          <p:nvSpPr>
            <p:cNvPr id="2677" name="Freeform: Shape 2676"/>
            <p:cNvSpPr/>
            <p:nvPr/>
          </p:nvSpPr>
          <p:spPr>
            <a:xfrm>
              <a:off x="10268710" y="6621674"/>
              <a:ext cx="34132" cy="12244"/>
            </a:xfrm>
            <a:custGeom>
              <a:avLst/>
              <a:gdLst>
                <a:gd name="connsiteX0" fmla="*/ 30383 w 34132"/>
                <a:gd name="connsiteY0" fmla="*/ 656 h 12244"/>
                <a:gd name="connsiteX1" fmla="*/ 4968 w 34132"/>
                <a:gd name="connsiteY1" fmla="*/ 1490 h 12244"/>
                <a:gd name="connsiteX2" fmla="*/ 4968 w 34132"/>
                <a:gd name="connsiteY2" fmla="*/ 11822 h 12244"/>
                <a:gd name="connsiteX3" fmla="*/ 30383 w 34132"/>
                <a:gd name="connsiteY3" fmla="*/ 10739 h 12244"/>
                <a:gd name="connsiteX4" fmla="*/ 30383 w 34132"/>
                <a:gd name="connsiteY4" fmla="*/ 656 h 12244"/>
                <a:gd name="connsiteX5" fmla="*/ 30383 w 34132"/>
                <a:gd name="connsiteY5" fmla="*/ 656 h 12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132" h="12244">
                  <a:moveTo>
                    <a:pt x="30383" y="656"/>
                  </a:moveTo>
                  <a:cubicBezTo>
                    <a:pt x="21633" y="-844"/>
                    <a:pt x="13634" y="573"/>
                    <a:pt x="4968" y="1490"/>
                  </a:cubicBezTo>
                  <a:cubicBezTo>
                    <a:pt x="-1614" y="2156"/>
                    <a:pt x="-1698" y="11155"/>
                    <a:pt x="4968" y="11822"/>
                  </a:cubicBezTo>
                  <a:cubicBezTo>
                    <a:pt x="13634" y="12655"/>
                    <a:pt x="21883" y="12238"/>
                    <a:pt x="30383" y="10739"/>
                  </a:cubicBezTo>
                  <a:cubicBezTo>
                    <a:pt x="35382" y="9905"/>
                    <a:pt x="35382" y="1572"/>
                    <a:pt x="30383" y="656"/>
                  </a:cubicBezTo>
                  <a:lnTo>
                    <a:pt x="30383" y="656"/>
                  </a:lnTo>
                  <a:close/>
                </a:path>
              </a:pathLst>
            </a:custGeom>
            <a:grpFill/>
            <a:ln w="8332" cap="flat">
              <a:noFill/>
              <a:prstDash val="solid"/>
              <a:miter/>
            </a:ln>
          </p:spPr>
          <p:txBody>
            <a:bodyPr rtlCol="0" anchor="ctr"/>
            <a:lstStyle/>
            <a:p>
              <a:endParaRPr lang="en-US"/>
            </a:p>
          </p:txBody>
        </p:sp>
        <p:sp>
          <p:nvSpPr>
            <p:cNvPr id="2678" name="Freeform: Shape 2677"/>
            <p:cNvSpPr/>
            <p:nvPr/>
          </p:nvSpPr>
          <p:spPr>
            <a:xfrm>
              <a:off x="9627094" y="6020456"/>
              <a:ext cx="369137" cy="558127"/>
            </a:xfrm>
            <a:custGeom>
              <a:avLst/>
              <a:gdLst>
                <a:gd name="connsiteX0" fmla="*/ 313698 w 369137"/>
                <a:gd name="connsiteY0" fmla="*/ 121751 h 558127"/>
                <a:gd name="connsiteX1" fmla="*/ 262037 w 369137"/>
                <a:gd name="connsiteY1" fmla="*/ 98336 h 558127"/>
                <a:gd name="connsiteX2" fmla="*/ 199042 w 369137"/>
                <a:gd name="connsiteY2" fmla="*/ 98669 h 558127"/>
                <a:gd name="connsiteX3" fmla="*/ 180127 w 369137"/>
                <a:gd name="connsiteY3" fmla="*/ 102003 h 558127"/>
                <a:gd name="connsiteX4" fmla="*/ 171711 w 369137"/>
                <a:gd name="connsiteY4" fmla="*/ 90671 h 558127"/>
                <a:gd name="connsiteX5" fmla="*/ 162295 w 369137"/>
                <a:gd name="connsiteY5" fmla="*/ 50757 h 558127"/>
                <a:gd name="connsiteX6" fmla="*/ 157212 w 369137"/>
                <a:gd name="connsiteY6" fmla="*/ 16927 h 558127"/>
                <a:gd name="connsiteX7" fmla="*/ 150879 w 369137"/>
                <a:gd name="connsiteY7" fmla="*/ 1512 h 558127"/>
                <a:gd name="connsiteX8" fmla="*/ 115633 w 369137"/>
                <a:gd name="connsiteY8" fmla="*/ 19427 h 558127"/>
                <a:gd name="connsiteX9" fmla="*/ 107467 w 369137"/>
                <a:gd name="connsiteY9" fmla="*/ 59756 h 558127"/>
                <a:gd name="connsiteX10" fmla="*/ 118216 w 369137"/>
                <a:gd name="connsiteY10" fmla="*/ 91504 h 558127"/>
                <a:gd name="connsiteX11" fmla="*/ 127298 w 369137"/>
                <a:gd name="connsiteY11" fmla="*/ 115918 h 558127"/>
                <a:gd name="connsiteX12" fmla="*/ 117966 w 369137"/>
                <a:gd name="connsiteY12" fmla="*/ 116085 h 558127"/>
                <a:gd name="connsiteX13" fmla="*/ 106300 w 369137"/>
                <a:gd name="connsiteY13" fmla="*/ 121418 h 558127"/>
                <a:gd name="connsiteX14" fmla="*/ 93551 w 369137"/>
                <a:gd name="connsiteY14" fmla="*/ 129334 h 558127"/>
                <a:gd name="connsiteX15" fmla="*/ 76136 w 369137"/>
                <a:gd name="connsiteY15" fmla="*/ 142416 h 558127"/>
                <a:gd name="connsiteX16" fmla="*/ 69471 w 369137"/>
                <a:gd name="connsiteY16" fmla="*/ 147915 h 558127"/>
                <a:gd name="connsiteX17" fmla="*/ 53055 w 369137"/>
                <a:gd name="connsiteY17" fmla="*/ 163497 h 558127"/>
                <a:gd name="connsiteX18" fmla="*/ 2310 w 369137"/>
                <a:gd name="connsiteY18" fmla="*/ 254072 h 558127"/>
                <a:gd name="connsiteX19" fmla="*/ 5142 w 369137"/>
                <a:gd name="connsiteY19" fmla="*/ 275320 h 558127"/>
                <a:gd name="connsiteX20" fmla="*/ 16808 w 369137"/>
                <a:gd name="connsiteY20" fmla="*/ 272237 h 558127"/>
                <a:gd name="connsiteX21" fmla="*/ 18142 w 369137"/>
                <a:gd name="connsiteY21" fmla="*/ 323483 h 558127"/>
                <a:gd name="connsiteX22" fmla="*/ 49972 w 369137"/>
                <a:gd name="connsiteY22" fmla="*/ 401392 h 558127"/>
                <a:gd name="connsiteX23" fmla="*/ 181627 w 369137"/>
                <a:gd name="connsiteY23" fmla="*/ 529214 h 558127"/>
                <a:gd name="connsiteX24" fmla="*/ 260536 w 369137"/>
                <a:gd name="connsiteY24" fmla="*/ 557961 h 558127"/>
                <a:gd name="connsiteX25" fmla="*/ 323448 w 369137"/>
                <a:gd name="connsiteY25" fmla="*/ 515382 h 558127"/>
                <a:gd name="connsiteX26" fmla="*/ 369110 w 369137"/>
                <a:gd name="connsiteY26" fmla="*/ 349314 h 558127"/>
                <a:gd name="connsiteX27" fmla="*/ 359110 w 369137"/>
                <a:gd name="connsiteY27" fmla="*/ 244240 h 558127"/>
                <a:gd name="connsiteX28" fmla="*/ 328530 w 369137"/>
                <a:gd name="connsiteY28" fmla="*/ 161997 h 558127"/>
                <a:gd name="connsiteX29" fmla="*/ 337113 w 369137"/>
                <a:gd name="connsiteY29" fmla="*/ 163330 h 558127"/>
                <a:gd name="connsiteX30" fmla="*/ 342029 w 369137"/>
                <a:gd name="connsiteY30" fmla="*/ 156998 h 558127"/>
                <a:gd name="connsiteX31" fmla="*/ 313698 w 369137"/>
                <a:gd name="connsiteY31" fmla="*/ 121751 h 558127"/>
                <a:gd name="connsiteX32" fmla="*/ 313698 w 369137"/>
                <a:gd name="connsiteY32" fmla="*/ 121751 h 558127"/>
                <a:gd name="connsiteX33" fmla="*/ 352528 w 369137"/>
                <a:gd name="connsiteY33" fmla="*/ 309651 h 558127"/>
                <a:gd name="connsiteX34" fmla="*/ 332530 w 369137"/>
                <a:gd name="connsiteY34" fmla="*/ 464387 h 558127"/>
                <a:gd name="connsiteX35" fmla="*/ 285701 w 369137"/>
                <a:gd name="connsiteY35" fmla="*/ 530547 h 558127"/>
                <a:gd name="connsiteX36" fmla="*/ 243372 w 369137"/>
                <a:gd name="connsiteY36" fmla="*/ 540130 h 558127"/>
                <a:gd name="connsiteX37" fmla="*/ 208207 w 369137"/>
                <a:gd name="connsiteY37" fmla="*/ 525965 h 558127"/>
                <a:gd name="connsiteX38" fmla="*/ 140047 w 369137"/>
                <a:gd name="connsiteY38" fmla="*/ 484385 h 558127"/>
                <a:gd name="connsiteX39" fmla="*/ 82052 w 369137"/>
                <a:gd name="connsiteY39" fmla="*/ 425557 h 558127"/>
                <a:gd name="connsiteX40" fmla="*/ 35807 w 369137"/>
                <a:gd name="connsiteY40" fmla="*/ 343148 h 558127"/>
                <a:gd name="connsiteX41" fmla="*/ 26474 w 369137"/>
                <a:gd name="connsiteY41" fmla="*/ 298818 h 558127"/>
                <a:gd name="connsiteX42" fmla="*/ 25057 w 369137"/>
                <a:gd name="connsiteY42" fmla="*/ 264072 h 558127"/>
                <a:gd name="connsiteX43" fmla="*/ 66388 w 369137"/>
                <a:gd name="connsiteY43" fmla="*/ 220075 h 558127"/>
                <a:gd name="connsiteX44" fmla="*/ 88301 w 369137"/>
                <a:gd name="connsiteY44" fmla="*/ 202994 h 558127"/>
                <a:gd name="connsiteX45" fmla="*/ 82636 w 369137"/>
                <a:gd name="connsiteY45" fmla="*/ 223409 h 558127"/>
                <a:gd name="connsiteX46" fmla="*/ 80553 w 369137"/>
                <a:gd name="connsiteY46" fmla="*/ 276820 h 558127"/>
                <a:gd name="connsiteX47" fmla="*/ 90635 w 369137"/>
                <a:gd name="connsiteY47" fmla="*/ 278154 h 558127"/>
                <a:gd name="connsiteX48" fmla="*/ 122882 w 369137"/>
                <a:gd name="connsiteY48" fmla="*/ 229991 h 558127"/>
                <a:gd name="connsiteX49" fmla="*/ 137964 w 369137"/>
                <a:gd name="connsiteY49" fmla="*/ 200994 h 558127"/>
                <a:gd name="connsiteX50" fmla="*/ 143297 w 369137"/>
                <a:gd name="connsiteY50" fmla="*/ 190745 h 558127"/>
                <a:gd name="connsiteX51" fmla="*/ 146713 w 369137"/>
                <a:gd name="connsiteY51" fmla="*/ 220992 h 558127"/>
                <a:gd name="connsiteX52" fmla="*/ 156879 w 369137"/>
                <a:gd name="connsiteY52" fmla="*/ 261155 h 558127"/>
                <a:gd name="connsiteX53" fmla="*/ 167961 w 369137"/>
                <a:gd name="connsiteY53" fmla="*/ 261155 h 558127"/>
                <a:gd name="connsiteX54" fmla="*/ 176960 w 369137"/>
                <a:gd name="connsiteY54" fmla="*/ 221825 h 558127"/>
                <a:gd name="connsiteX55" fmla="*/ 176877 w 369137"/>
                <a:gd name="connsiteY55" fmla="*/ 174580 h 558127"/>
                <a:gd name="connsiteX56" fmla="*/ 194209 w 369137"/>
                <a:gd name="connsiteY56" fmla="*/ 189662 h 558127"/>
                <a:gd name="connsiteX57" fmla="*/ 213874 w 369137"/>
                <a:gd name="connsiteY57" fmla="*/ 210159 h 558127"/>
                <a:gd name="connsiteX58" fmla="*/ 241038 w 369137"/>
                <a:gd name="connsiteY58" fmla="*/ 238157 h 558127"/>
                <a:gd name="connsiteX59" fmla="*/ 249705 w 369137"/>
                <a:gd name="connsiteY59" fmla="*/ 231491 h 558127"/>
                <a:gd name="connsiteX60" fmla="*/ 234539 w 369137"/>
                <a:gd name="connsiteY60" fmla="*/ 187328 h 558127"/>
                <a:gd name="connsiteX61" fmla="*/ 224789 w 369137"/>
                <a:gd name="connsiteY61" fmla="*/ 163581 h 558127"/>
                <a:gd name="connsiteX62" fmla="*/ 219873 w 369137"/>
                <a:gd name="connsiteY62" fmla="*/ 153081 h 558127"/>
                <a:gd name="connsiteX63" fmla="*/ 257120 w 369137"/>
                <a:gd name="connsiteY63" fmla="*/ 172579 h 558127"/>
                <a:gd name="connsiteX64" fmla="*/ 300450 w 369137"/>
                <a:gd name="connsiteY64" fmla="*/ 199494 h 558127"/>
                <a:gd name="connsiteX65" fmla="*/ 308449 w 369137"/>
                <a:gd name="connsiteY65" fmla="*/ 191495 h 558127"/>
                <a:gd name="connsiteX66" fmla="*/ 283868 w 369137"/>
                <a:gd name="connsiteY66" fmla="*/ 155165 h 558127"/>
                <a:gd name="connsiteX67" fmla="*/ 262619 w 369137"/>
                <a:gd name="connsiteY67" fmla="*/ 131500 h 558127"/>
                <a:gd name="connsiteX68" fmla="*/ 300949 w 369137"/>
                <a:gd name="connsiteY68" fmla="*/ 147582 h 558127"/>
                <a:gd name="connsiteX69" fmla="*/ 312365 w 369137"/>
                <a:gd name="connsiteY69" fmla="*/ 154081 h 558127"/>
                <a:gd name="connsiteX70" fmla="*/ 352528 w 369137"/>
                <a:gd name="connsiteY70" fmla="*/ 309651 h 558127"/>
                <a:gd name="connsiteX71" fmla="*/ 352528 w 369137"/>
                <a:gd name="connsiteY71" fmla="*/ 309651 h 558127"/>
                <a:gd name="connsiteX72" fmla="*/ 314115 w 369137"/>
                <a:gd name="connsiteY72" fmla="*/ 142999 h 558127"/>
                <a:gd name="connsiteX73" fmla="*/ 287450 w 369137"/>
                <a:gd name="connsiteY73" fmla="*/ 130250 h 558127"/>
                <a:gd name="connsiteX74" fmla="*/ 251788 w 369137"/>
                <a:gd name="connsiteY74" fmla="*/ 120918 h 558127"/>
                <a:gd name="connsiteX75" fmla="*/ 247455 w 369137"/>
                <a:gd name="connsiteY75" fmla="*/ 128333 h 558127"/>
                <a:gd name="connsiteX76" fmla="*/ 268869 w 369137"/>
                <a:gd name="connsiteY76" fmla="*/ 155748 h 558127"/>
                <a:gd name="connsiteX77" fmla="*/ 284618 w 369137"/>
                <a:gd name="connsiteY77" fmla="*/ 177163 h 558127"/>
                <a:gd name="connsiteX78" fmla="*/ 261120 w 369137"/>
                <a:gd name="connsiteY78" fmla="*/ 162581 h 558127"/>
                <a:gd name="connsiteX79" fmla="*/ 212958 w 369137"/>
                <a:gd name="connsiteY79" fmla="*/ 138416 h 558127"/>
                <a:gd name="connsiteX80" fmla="*/ 205458 w 369137"/>
                <a:gd name="connsiteY80" fmla="*/ 144166 h 558127"/>
                <a:gd name="connsiteX81" fmla="*/ 218873 w 369137"/>
                <a:gd name="connsiteY81" fmla="*/ 181246 h 558127"/>
                <a:gd name="connsiteX82" fmla="*/ 231122 w 369137"/>
                <a:gd name="connsiteY82" fmla="*/ 211659 h 558127"/>
                <a:gd name="connsiteX83" fmla="*/ 226956 w 369137"/>
                <a:gd name="connsiteY83" fmla="*/ 206910 h 558127"/>
                <a:gd name="connsiteX84" fmla="*/ 204625 w 369137"/>
                <a:gd name="connsiteY84" fmla="*/ 184745 h 558127"/>
                <a:gd name="connsiteX85" fmla="*/ 169212 w 369137"/>
                <a:gd name="connsiteY85" fmla="*/ 162747 h 558127"/>
                <a:gd name="connsiteX86" fmla="*/ 165962 w 369137"/>
                <a:gd name="connsiteY86" fmla="*/ 166913 h 558127"/>
                <a:gd name="connsiteX87" fmla="*/ 164545 w 369137"/>
                <a:gd name="connsiteY87" fmla="*/ 209076 h 558127"/>
                <a:gd name="connsiteX88" fmla="*/ 162295 w 369137"/>
                <a:gd name="connsiteY88" fmla="*/ 240074 h 558127"/>
                <a:gd name="connsiteX89" fmla="*/ 158963 w 369137"/>
                <a:gd name="connsiteY89" fmla="*/ 214076 h 558127"/>
                <a:gd name="connsiteX90" fmla="*/ 154880 w 369137"/>
                <a:gd name="connsiteY90" fmla="*/ 173080 h 558127"/>
                <a:gd name="connsiteX91" fmla="*/ 147796 w 369137"/>
                <a:gd name="connsiteY91" fmla="*/ 165997 h 558127"/>
                <a:gd name="connsiteX92" fmla="*/ 138464 w 369137"/>
                <a:gd name="connsiteY92" fmla="*/ 173246 h 558127"/>
                <a:gd name="connsiteX93" fmla="*/ 122798 w 369137"/>
                <a:gd name="connsiteY93" fmla="*/ 201494 h 558127"/>
                <a:gd name="connsiteX94" fmla="*/ 89385 w 369137"/>
                <a:gd name="connsiteY94" fmla="*/ 260572 h 558127"/>
                <a:gd name="connsiteX95" fmla="*/ 96634 w 369137"/>
                <a:gd name="connsiteY95" fmla="*/ 222242 h 558127"/>
                <a:gd name="connsiteX96" fmla="*/ 113633 w 369137"/>
                <a:gd name="connsiteY96" fmla="*/ 184162 h 558127"/>
                <a:gd name="connsiteX97" fmla="*/ 106050 w 369137"/>
                <a:gd name="connsiteY97" fmla="*/ 174329 h 558127"/>
                <a:gd name="connsiteX98" fmla="*/ 44056 w 369137"/>
                <a:gd name="connsiteY98" fmla="*/ 224825 h 558127"/>
                <a:gd name="connsiteX99" fmla="*/ 20308 w 369137"/>
                <a:gd name="connsiteY99" fmla="*/ 251656 h 558127"/>
                <a:gd name="connsiteX100" fmla="*/ 15309 w 369137"/>
                <a:gd name="connsiteY100" fmla="*/ 258655 h 558127"/>
                <a:gd name="connsiteX101" fmla="*/ 13308 w 369137"/>
                <a:gd name="connsiteY101" fmla="*/ 258822 h 558127"/>
                <a:gd name="connsiteX102" fmla="*/ 18309 w 369137"/>
                <a:gd name="connsiteY102" fmla="*/ 242157 h 558127"/>
                <a:gd name="connsiteX103" fmla="*/ 58221 w 369137"/>
                <a:gd name="connsiteY103" fmla="*/ 174413 h 558127"/>
                <a:gd name="connsiteX104" fmla="*/ 78386 w 369137"/>
                <a:gd name="connsiteY104" fmla="*/ 153331 h 558127"/>
                <a:gd name="connsiteX105" fmla="*/ 101301 w 369137"/>
                <a:gd name="connsiteY105" fmla="*/ 139916 h 558127"/>
                <a:gd name="connsiteX106" fmla="*/ 128964 w 369137"/>
                <a:gd name="connsiteY106" fmla="*/ 129334 h 558127"/>
                <a:gd name="connsiteX107" fmla="*/ 139048 w 369137"/>
                <a:gd name="connsiteY107" fmla="*/ 127000 h 558127"/>
                <a:gd name="connsiteX108" fmla="*/ 141714 w 369137"/>
                <a:gd name="connsiteY108" fmla="*/ 120668 h 558127"/>
                <a:gd name="connsiteX109" fmla="*/ 125465 w 369137"/>
                <a:gd name="connsiteY109" fmla="*/ 77255 h 558127"/>
                <a:gd name="connsiteX110" fmla="*/ 115966 w 369137"/>
                <a:gd name="connsiteY110" fmla="*/ 48257 h 558127"/>
                <a:gd name="connsiteX111" fmla="*/ 128382 w 369137"/>
                <a:gd name="connsiteY111" fmla="*/ 21927 h 558127"/>
                <a:gd name="connsiteX112" fmla="*/ 146963 w 369137"/>
                <a:gd name="connsiteY112" fmla="*/ 16510 h 558127"/>
                <a:gd name="connsiteX113" fmla="*/ 150380 w 369137"/>
                <a:gd name="connsiteY113" fmla="*/ 44008 h 558127"/>
                <a:gd name="connsiteX114" fmla="*/ 161879 w 369137"/>
                <a:gd name="connsiteY114" fmla="*/ 101086 h 558127"/>
                <a:gd name="connsiteX115" fmla="*/ 178711 w 369137"/>
                <a:gd name="connsiteY115" fmla="*/ 115085 h 558127"/>
                <a:gd name="connsiteX116" fmla="*/ 238788 w 369137"/>
                <a:gd name="connsiteY116" fmla="*/ 108169 h 558127"/>
                <a:gd name="connsiteX117" fmla="*/ 290950 w 369137"/>
                <a:gd name="connsiteY117" fmla="*/ 122334 h 558127"/>
                <a:gd name="connsiteX118" fmla="*/ 313615 w 369137"/>
                <a:gd name="connsiteY118" fmla="*/ 138249 h 558127"/>
                <a:gd name="connsiteX119" fmla="*/ 324780 w 369137"/>
                <a:gd name="connsiteY119" fmla="*/ 149248 h 558127"/>
                <a:gd name="connsiteX120" fmla="*/ 314115 w 369137"/>
                <a:gd name="connsiteY120" fmla="*/ 142999 h 558127"/>
                <a:gd name="connsiteX121" fmla="*/ 314115 w 369137"/>
                <a:gd name="connsiteY121" fmla="*/ 142999 h 558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369137" h="558127">
                  <a:moveTo>
                    <a:pt x="313698" y="121751"/>
                  </a:moveTo>
                  <a:cubicBezTo>
                    <a:pt x="298783" y="110002"/>
                    <a:pt x="280702" y="101670"/>
                    <a:pt x="262037" y="98336"/>
                  </a:cubicBezTo>
                  <a:cubicBezTo>
                    <a:pt x="240538" y="94503"/>
                    <a:pt x="220623" y="94587"/>
                    <a:pt x="199042" y="98669"/>
                  </a:cubicBezTo>
                  <a:cubicBezTo>
                    <a:pt x="193709" y="99669"/>
                    <a:pt x="185543" y="103086"/>
                    <a:pt x="180127" y="102003"/>
                  </a:cubicBezTo>
                  <a:cubicBezTo>
                    <a:pt x="173794" y="100753"/>
                    <a:pt x="173378" y="96670"/>
                    <a:pt x="171711" y="90671"/>
                  </a:cubicBezTo>
                  <a:cubicBezTo>
                    <a:pt x="168128" y="77505"/>
                    <a:pt x="164795" y="64256"/>
                    <a:pt x="162295" y="50757"/>
                  </a:cubicBezTo>
                  <a:cubicBezTo>
                    <a:pt x="160295" y="39508"/>
                    <a:pt x="159128" y="28176"/>
                    <a:pt x="157212" y="16927"/>
                  </a:cubicBezTo>
                  <a:cubicBezTo>
                    <a:pt x="156296" y="11428"/>
                    <a:pt x="156129" y="4928"/>
                    <a:pt x="150879" y="1512"/>
                  </a:cubicBezTo>
                  <a:cubicBezTo>
                    <a:pt x="140380" y="-5321"/>
                    <a:pt x="122299" y="12844"/>
                    <a:pt x="115633" y="19427"/>
                  </a:cubicBezTo>
                  <a:cubicBezTo>
                    <a:pt x="103884" y="31009"/>
                    <a:pt x="103718" y="44508"/>
                    <a:pt x="107467" y="59756"/>
                  </a:cubicBezTo>
                  <a:cubicBezTo>
                    <a:pt x="110134" y="70589"/>
                    <a:pt x="114382" y="81004"/>
                    <a:pt x="118216" y="91504"/>
                  </a:cubicBezTo>
                  <a:cubicBezTo>
                    <a:pt x="120882" y="98669"/>
                    <a:pt x="125382" y="107752"/>
                    <a:pt x="127298" y="115918"/>
                  </a:cubicBezTo>
                  <a:cubicBezTo>
                    <a:pt x="124132" y="115835"/>
                    <a:pt x="119882" y="115585"/>
                    <a:pt x="117966" y="116085"/>
                  </a:cubicBezTo>
                  <a:cubicBezTo>
                    <a:pt x="113716" y="117168"/>
                    <a:pt x="109884" y="119084"/>
                    <a:pt x="106300" y="121418"/>
                  </a:cubicBezTo>
                  <a:cubicBezTo>
                    <a:pt x="102134" y="123418"/>
                    <a:pt x="98051" y="126084"/>
                    <a:pt x="93551" y="129334"/>
                  </a:cubicBezTo>
                  <a:cubicBezTo>
                    <a:pt x="87635" y="133583"/>
                    <a:pt x="81803" y="137916"/>
                    <a:pt x="76136" y="142416"/>
                  </a:cubicBezTo>
                  <a:cubicBezTo>
                    <a:pt x="73803" y="144166"/>
                    <a:pt x="71636" y="145999"/>
                    <a:pt x="69471" y="147915"/>
                  </a:cubicBezTo>
                  <a:cubicBezTo>
                    <a:pt x="63721" y="152831"/>
                    <a:pt x="58221" y="157915"/>
                    <a:pt x="53055" y="163497"/>
                  </a:cubicBezTo>
                  <a:cubicBezTo>
                    <a:pt x="29391" y="188995"/>
                    <a:pt x="11559" y="220742"/>
                    <a:pt x="2310" y="254072"/>
                  </a:cubicBezTo>
                  <a:cubicBezTo>
                    <a:pt x="644" y="260155"/>
                    <a:pt x="-3107" y="271904"/>
                    <a:pt x="5142" y="275320"/>
                  </a:cubicBezTo>
                  <a:cubicBezTo>
                    <a:pt x="8893" y="276904"/>
                    <a:pt x="13142" y="274987"/>
                    <a:pt x="16808" y="272237"/>
                  </a:cubicBezTo>
                  <a:cubicBezTo>
                    <a:pt x="13975" y="289319"/>
                    <a:pt x="15892" y="308901"/>
                    <a:pt x="18142" y="323483"/>
                  </a:cubicBezTo>
                  <a:cubicBezTo>
                    <a:pt x="22558" y="351397"/>
                    <a:pt x="35974" y="377228"/>
                    <a:pt x="49972" y="401392"/>
                  </a:cubicBezTo>
                  <a:cubicBezTo>
                    <a:pt x="81469" y="456054"/>
                    <a:pt x="126465" y="498967"/>
                    <a:pt x="181627" y="529214"/>
                  </a:cubicBezTo>
                  <a:cubicBezTo>
                    <a:pt x="205041" y="542046"/>
                    <a:pt x="232706" y="560045"/>
                    <a:pt x="260536" y="557961"/>
                  </a:cubicBezTo>
                  <a:cubicBezTo>
                    <a:pt x="286200" y="555962"/>
                    <a:pt x="308949" y="535214"/>
                    <a:pt x="323448" y="515382"/>
                  </a:cubicBezTo>
                  <a:cubicBezTo>
                    <a:pt x="357861" y="468470"/>
                    <a:pt x="368610" y="406142"/>
                    <a:pt x="369110" y="349314"/>
                  </a:cubicBezTo>
                  <a:cubicBezTo>
                    <a:pt x="369444" y="313651"/>
                    <a:pt x="366777" y="279070"/>
                    <a:pt x="359110" y="244240"/>
                  </a:cubicBezTo>
                  <a:cubicBezTo>
                    <a:pt x="352861" y="215576"/>
                    <a:pt x="343946" y="186828"/>
                    <a:pt x="328530" y="161997"/>
                  </a:cubicBezTo>
                  <a:cubicBezTo>
                    <a:pt x="331363" y="162830"/>
                    <a:pt x="334196" y="163330"/>
                    <a:pt x="337113" y="163330"/>
                  </a:cubicBezTo>
                  <a:cubicBezTo>
                    <a:pt x="340196" y="163330"/>
                    <a:pt x="342363" y="159747"/>
                    <a:pt x="342029" y="156998"/>
                  </a:cubicBezTo>
                  <a:cubicBezTo>
                    <a:pt x="340612" y="143749"/>
                    <a:pt x="323364" y="129417"/>
                    <a:pt x="313698" y="121751"/>
                  </a:cubicBezTo>
                  <a:lnTo>
                    <a:pt x="313698" y="121751"/>
                  </a:lnTo>
                  <a:close/>
                  <a:moveTo>
                    <a:pt x="352528" y="309651"/>
                  </a:moveTo>
                  <a:cubicBezTo>
                    <a:pt x="355445" y="361396"/>
                    <a:pt x="353028" y="416225"/>
                    <a:pt x="332530" y="464387"/>
                  </a:cubicBezTo>
                  <a:cubicBezTo>
                    <a:pt x="321614" y="490051"/>
                    <a:pt x="309115" y="514132"/>
                    <a:pt x="285701" y="530547"/>
                  </a:cubicBezTo>
                  <a:cubicBezTo>
                    <a:pt x="272369" y="539963"/>
                    <a:pt x="259703" y="544629"/>
                    <a:pt x="243372" y="540130"/>
                  </a:cubicBezTo>
                  <a:cubicBezTo>
                    <a:pt x="231289" y="536797"/>
                    <a:pt x="219374" y="531631"/>
                    <a:pt x="208207" y="525965"/>
                  </a:cubicBezTo>
                  <a:cubicBezTo>
                    <a:pt x="184460" y="513882"/>
                    <a:pt x="160712" y="501383"/>
                    <a:pt x="140047" y="484385"/>
                  </a:cubicBezTo>
                  <a:cubicBezTo>
                    <a:pt x="118549" y="466637"/>
                    <a:pt x="99051" y="447888"/>
                    <a:pt x="82052" y="425557"/>
                  </a:cubicBezTo>
                  <a:cubicBezTo>
                    <a:pt x="63221" y="400976"/>
                    <a:pt x="46473" y="372145"/>
                    <a:pt x="35807" y="343148"/>
                  </a:cubicBezTo>
                  <a:cubicBezTo>
                    <a:pt x="30557" y="328732"/>
                    <a:pt x="27558" y="314150"/>
                    <a:pt x="26474" y="298818"/>
                  </a:cubicBezTo>
                  <a:cubicBezTo>
                    <a:pt x="25725" y="288486"/>
                    <a:pt x="24141" y="275571"/>
                    <a:pt x="25057" y="264072"/>
                  </a:cubicBezTo>
                  <a:cubicBezTo>
                    <a:pt x="38306" y="248573"/>
                    <a:pt x="50389" y="233157"/>
                    <a:pt x="66388" y="220075"/>
                  </a:cubicBezTo>
                  <a:cubicBezTo>
                    <a:pt x="73554" y="214242"/>
                    <a:pt x="80886" y="208576"/>
                    <a:pt x="88301" y="202994"/>
                  </a:cubicBezTo>
                  <a:cubicBezTo>
                    <a:pt x="86052" y="209910"/>
                    <a:pt x="84302" y="216992"/>
                    <a:pt x="82636" y="223409"/>
                  </a:cubicBezTo>
                  <a:cubicBezTo>
                    <a:pt x="78803" y="238240"/>
                    <a:pt x="69803" y="263155"/>
                    <a:pt x="80553" y="276820"/>
                  </a:cubicBezTo>
                  <a:cubicBezTo>
                    <a:pt x="83053" y="280070"/>
                    <a:pt x="87385" y="280320"/>
                    <a:pt x="90635" y="278154"/>
                  </a:cubicBezTo>
                  <a:cubicBezTo>
                    <a:pt x="106550" y="267655"/>
                    <a:pt x="114549" y="246407"/>
                    <a:pt x="122882" y="229991"/>
                  </a:cubicBezTo>
                  <a:cubicBezTo>
                    <a:pt x="127799" y="220242"/>
                    <a:pt x="132715" y="210577"/>
                    <a:pt x="137964" y="200994"/>
                  </a:cubicBezTo>
                  <a:cubicBezTo>
                    <a:pt x="138881" y="199411"/>
                    <a:pt x="141047" y="195161"/>
                    <a:pt x="143297" y="190745"/>
                  </a:cubicBezTo>
                  <a:cubicBezTo>
                    <a:pt x="144130" y="200827"/>
                    <a:pt x="145547" y="210993"/>
                    <a:pt x="146713" y="220992"/>
                  </a:cubicBezTo>
                  <a:cubicBezTo>
                    <a:pt x="148213" y="234657"/>
                    <a:pt x="148213" y="249906"/>
                    <a:pt x="156879" y="261155"/>
                  </a:cubicBezTo>
                  <a:cubicBezTo>
                    <a:pt x="159796" y="264988"/>
                    <a:pt x="164962" y="264405"/>
                    <a:pt x="167961" y="261155"/>
                  </a:cubicBezTo>
                  <a:cubicBezTo>
                    <a:pt x="176711" y="251573"/>
                    <a:pt x="176127" y="233908"/>
                    <a:pt x="176960" y="221825"/>
                  </a:cubicBezTo>
                  <a:cubicBezTo>
                    <a:pt x="177377" y="216159"/>
                    <a:pt x="174628" y="175496"/>
                    <a:pt x="176877" y="174580"/>
                  </a:cubicBezTo>
                  <a:cubicBezTo>
                    <a:pt x="179544" y="173496"/>
                    <a:pt x="192210" y="187745"/>
                    <a:pt x="194209" y="189662"/>
                  </a:cubicBezTo>
                  <a:cubicBezTo>
                    <a:pt x="200958" y="196328"/>
                    <a:pt x="207458" y="203244"/>
                    <a:pt x="213874" y="210159"/>
                  </a:cubicBezTo>
                  <a:cubicBezTo>
                    <a:pt x="221873" y="218742"/>
                    <a:pt x="230539" y="232658"/>
                    <a:pt x="241038" y="238157"/>
                  </a:cubicBezTo>
                  <a:cubicBezTo>
                    <a:pt x="245205" y="240323"/>
                    <a:pt x="250454" y="235907"/>
                    <a:pt x="249705" y="231491"/>
                  </a:cubicBezTo>
                  <a:cubicBezTo>
                    <a:pt x="246954" y="216076"/>
                    <a:pt x="240371" y="201743"/>
                    <a:pt x="234539" y="187328"/>
                  </a:cubicBezTo>
                  <a:cubicBezTo>
                    <a:pt x="231372" y="179412"/>
                    <a:pt x="227956" y="171497"/>
                    <a:pt x="224789" y="163581"/>
                  </a:cubicBezTo>
                  <a:cubicBezTo>
                    <a:pt x="223457" y="160247"/>
                    <a:pt x="221540" y="156664"/>
                    <a:pt x="219873" y="153081"/>
                  </a:cubicBezTo>
                  <a:cubicBezTo>
                    <a:pt x="232622" y="158831"/>
                    <a:pt x="244871" y="165913"/>
                    <a:pt x="257120" y="172579"/>
                  </a:cubicBezTo>
                  <a:cubicBezTo>
                    <a:pt x="271952" y="180662"/>
                    <a:pt x="285035" y="192911"/>
                    <a:pt x="300450" y="199494"/>
                  </a:cubicBezTo>
                  <a:cubicBezTo>
                    <a:pt x="305032" y="201410"/>
                    <a:pt x="310865" y="196328"/>
                    <a:pt x="308449" y="191495"/>
                  </a:cubicBezTo>
                  <a:cubicBezTo>
                    <a:pt x="301949" y="178579"/>
                    <a:pt x="292367" y="166830"/>
                    <a:pt x="283868" y="155165"/>
                  </a:cubicBezTo>
                  <a:cubicBezTo>
                    <a:pt x="278035" y="147082"/>
                    <a:pt x="269119" y="139666"/>
                    <a:pt x="262619" y="131500"/>
                  </a:cubicBezTo>
                  <a:cubicBezTo>
                    <a:pt x="275619" y="133500"/>
                    <a:pt x="291533" y="142915"/>
                    <a:pt x="300949" y="147582"/>
                  </a:cubicBezTo>
                  <a:cubicBezTo>
                    <a:pt x="304699" y="149415"/>
                    <a:pt x="308449" y="151748"/>
                    <a:pt x="312365" y="154081"/>
                  </a:cubicBezTo>
                  <a:cubicBezTo>
                    <a:pt x="334780" y="202410"/>
                    <a:pt x="349612" y="256572"/>
                    <a:pt x="352528" y="309651"/>
                  </a:cubicBezTo>
                  <a:lnTo>
                    <a:pt x="352528" y="309651"/>
                  </a:lnTo>
                  <a:close/>
                  <a:moveTo>
                    <a:pt x="314115" y="142999"/>
                  </a:moveTo>
                  <a:cubicBezTo>
                    <a:pt x="305282" y="138583"/>
                    <a:pt x="296534" y="134083"/>
                    <a:pt x="287450" y="130250"/>
                  </a:cubicBezTo>
                  <a:cubicBezTo>
                    <a:pt x="277035" y="125834"/>
                    <a:pt x="263369" y="118668"/>
                    <a:pt x="251788" y="120918"/>
                  </a:cubicBezTo>
                  <a:cubicBezTo>
                    <a:pt x="248538" y="121584"/>
                    <a:pt x="245787" y="125001"/>
                    <a:pt x="247455" y="128333"/>
                  </a:cubicBezTo>
                  <a:cubicBezTo>
                    <a:pt x="252287" y="138416"/>
                    <a:pt x="262286" y="146665"/>
                    <a:pt x="268869" y="155748"/>
                  </a:cubicBezTo>
                  <a:cubicBezTo>
                    <a:pt x="273868" y="162664"/>
                    <a:pt x="279368" y="169830"/>
                    <a:pt x="284618" y="177163"/>
                  </a:cubicBezTo>
                  <a:cubicBezTo>
                    <a:pt x="276785" y="172080"/>
                    <a:pt x="269119" y="166747"/>
                    <a:pt x="261120" y="162581"/>
                  </a:cubicBezTo>
                  <a:cubicBezTo>
                    <a:pt x="245288" y="154414"/>
                    <a:pt x="229373" y="145249"/>
                    <a:pt x="212958" y="138416"/>
                  </a:cubicBezTo>
                  <a:cubicBezTo>
                    <a:pt x="209041" y="136833"/>
                    <a:pt x="205041" y="140166"/>
                    <a:pt x="205458" y="144166"/>
                  </a:cubicBezTo>
                  <a:cubicBezTo>
                    <a:pt x="206708" y="156331"/>
                    <a:pt x="214373" y="169913"/>
                    <a:pt x="218873" y="181246"/>
                  </a:cubicBezTo>
                  <a:cubicBezTo>
                    <a:pt x="222789" y="191161"/>
                    <a:pt x="227456" y="201327"/>
                    <a:pt x="231122" y="211659"/>
                  </a:cubicBezTo>
                  <a:cubicBezTo>
                    <a:pt x="229623" y="209826"/>
                    <a:pt x="228206" y="208160"/>
                    <a:pt x="226956" y="206910"/>
                  </a:cubicBezTo>
                  <a:cubicBezTo>
                    <a:pt x="219623" y="199411"/>
                    <a:pt x="212290" y="191911"/>
                    <a:pt x="204625" y="184745"/>
                  </a:cubicBezTo>
                  <a:cubicBezTo>
                    <a:pt x="196625" y="177163"/>
                    <a:pt x="181794" y="158998"/>
                    <a:pt x="169212" y="162747"/>
                  </a:cubicBezTo>
                  <a:cubicBezTo>
                    <a:pt x="167379" y="163330"/>
                    <a:pt x="166379" y="165164"/>
                    <a:pt x="165962" y="166913"/>
                  </a:cubicBezTo>
                  <a:cubicBezTo>
                    <a:pt x="162879" y="180162"/>
                    <a:pt x="165212" y="195494"/>
                    <a:pt x="164545" y="209076"/>
                  </a:cubicBezTo>
                  <a:cubicBezTo>
                    <a:pt x="164212" y="216743"/>
                    <a:pt x="164461" y="229658"/>
                    <a:pt x="162295" y="240074"/>
                  </a:cubicBezTo>
                  <a:cubicBezTo>
                    <a:pt x="160295" y="231491"/>
                    <a:pt x="160046" y="221825"/>
                    <a:pt x="158963" y="214076"/>
                  </a:cubicBezTo>
                  <a:cubicBezTo>
                    <a:pt x="157129" y="200577"/>
                    <a:pt x="154463" y="186828"/>
                    <a:pt x="154880" y="173080"/>
                  </a:cubicBezTo>
                  <a:cubicBezTo>
                    <a:pt x="155046" y="168830"/>
                    <a:pt x="152129" y="165747"/>
                    <a:pt x="147796" y="165997"/>
                  </a:cubicBezTo>
                  <a:cubicBezTo>
                    <a:pt x="142797" y="166247"/>
                    <a:pt x="141047" y="169247"/>
                    <a:pt x="138464" y="173246"/>
                  </a:cubicBezTo>
                  <a:cubicBezTo>
                    <a:pt x="132715" y="182079"/>
                    <a:pt x="127965" y="192161"/>
                    <a:pt x="122798" y="201494"/>
                  </a:cubicBezTo>
                  <a:cubicBezTo>
                    <a:pt x="113217" y="218826"/>
                    <a:pt x="104384" y="245407"/>
                    <a:pt x="89385" y="260572"/>
                  </a:cubicBezTo>
                  <a:cubicBezTo>
                    <a:pt x="88552" y="248573"/>
                    <a:pt x="94801" y="229658"/>
                    <a:pt x="96634" y="222242"/>
                  </a:cubicBezTo>
                  <a:cubicBezTo>
                    <a:pt x="99718" y="209910"/>
                    <a:pt x="103134" y="192328"/>
                    <a:pt x="113633" y="184162"/>
                  </a:cubicBezTo>
                  <a:cubicBezTo>
                    <a:pt x="119966" y="179246"/>
                    <a:pt x="112383" y="169414"/>
                    <a:pt x="106050" y="174329"/>
                  </a:cubicBezTo>
                  <a:cubicBezTo>
                    <a:pt x="85053" y="190411"/>
                    <a:pt x="62804" y="205993"/>
                    <a:pt x="44056" y="224825"/>
                  </a:cubicBezTo>
                  <a:cubicBezTo>
                    <a:pt x="35640" y="233324"/>
                    <a:pt x="27474" y="242157"/>
                    <a:pt x="20308" y="251656"/>
                  </a:cubicBezTo>
                  <a:cubicBezTo>
                    <a:pt x="18725" y="254072"/>
                    <a:pt x="17058" y="256406"/>
                    <a:pt x="15309" y="258655"/>
                  </a:cubicBezTo>
                  <a:cubicBezTo>
                    <a:pt x="8976" y="265238"/>
                    <a:pt x="8309" y="265238"/>
                    <a:pt x="13308" y="258822"/>
                  </a:cubicBezTo>
                  <a:cubicBezTo>
                    <a:pt x="14558" y="253239"/>
                    <a:pt x="16392" y="247573"/>
                    <a:pt x="18309" y="242157"/>
                  </a:cubicBezTo>
                  <a:cubicBezTo>
                    <a:pt x="26974" y="217659"/>
                    <a:pt x="42056" y="194578"/>
                    <a:pt x="58221" y="174413"/>
                  </a:cubicBezTo>
                  <a:cubicBezTo>
                    <a:pt x="64387" y="166747"/>
                    <a:pt x="71220" y="159914"/>
                    <a:pt x="78386" y="153331"/>
                  </a:cubicBezTo>
                  <a:cubicBezTo>
                    <a:pt x="85802" y="148582"/>
                    <a:pt x="93551" y="144332"/>
                    <a:pt x="101301" y="139916"/>
                  </a:cubicBezTo>
                  <a:cubicBezTo>
                    <a:pt x="110967" y="134417"/>
                    <a:pt x="117632" y="130167"/>
                    <a:pt x="128964" y="129334"/>
                  </a:cubicBezTo>
                  <a:cubicBezTo>
                    <a:pt x="133548" y="129000"/>
                    <a:pt x="134965" y="129417"/>
                    <a:pt x="139048" y="127000"/>
                  </a:cubicBezTo>
                  <a:cubicBezTo>
                    <a:pt x="141131" y="125834"/>
                    <a:pt x="141880" y="122834"/>
                    <a:pt x="141714" y="120668"/>
                  </a:cubicBezTo>
                  <a:cubicBezTo>
                    <a:pt x="140298" y="106419"/>
                    <a:pt x="130882" y="90420"/>
                    <a:pt x="125465" y="77255"/>
                  </a:cubicBezTo>
                  <a:cubicBezTo>
                    <a:pt x="121715" y="68089"/>
                    <a:pt x="117133" y="58173"/>
                    <a:pt x="115966" y="48257"/>
                  </a:cubicBezTo>
                  <a:cubicBezTo>
                    <a:pt x="114466" y="35759"/>
                    <a:pt x="119383" y="29676"/>
                    <a:pt x="128382" y="21927"/>
                  </a:cubicBezTo>
                  <a:cubicBezTo>
                    <a:pt x="133965" y="17094"/>
                    <a:pt x="142713" y="6428"/>
                    <a:pt x="146963" y="16510"/>
                  </a:cubicBezTo>
                  <a:cubicBezTo>
                    <a:pt x="150213" y="24176"/>
                    <a:pt x="149297" y="35759"/>
                    <a:pt x="150380" y="44008"/>
                  </a:cubicBezTo>
                  <a:cubicBezTo>
                    <a:pt x="152962" y="63256"/>
                    <a:pt x="157379" y="82255"/>
                    <a:pt x="161879" y="101086"/>
                  </a:cubicBezTo>
                  <a:cubicBezTo>
                    <a:pt x="164378" y="111752"/>
                    <a:pt x="167628" y="115252"/>
                    <a:pt x="178711" y="115085"/>
                  </a:cubicBezTo>
                  <a:cubicBezTo>
                    <a:pt x="198958" y="114752"/>
                    <a:pt x="218207" y="106419"/>
                    <a:pt x="238788" y="108169"/>
                  </a:cubicBezTo>
                  <a:cubicBezTo>
                    <a:pt x="256954" y="109752"/>
                    <a:pt x="274702" y="113918"/>
                    <a:pt x="290950" y="122334"/>
                  </a:cubicBezTo>
                  <a:cubicBezTo>
                    <a:pt x="299116" y="126584"/>
                    <a:pt x="306866" y="131917"/>
                    <a:pt x="313615" y="138249"/>
                  </a:cubicBezTo>
                  <a:cubicBezTo>
                    <a:pt x="315781" y="140250"/>
                    <a:pt x="320781" y="144749"/>
                    <a:pt x="324780" y="149248"/>
                  </a:cubicBezTo>
                  <a:cubicBezTo>
                    <a:pt x="321198" y="147082"/>
                    <a:pt x="317365" y="144582"/>
                    <a:pt x="314115" y="142999"/>
                  </a:cubicBezTo>
                  <a:lnTo>
                    <a:pt x="314115" y="142999"/>
                  </a:lnTo>
                  <a:close/>
                </a:path>
              </a:pathLst>
            </a:custGeom>
            <a:grpFill/>
            <a:ln w="8332" cap="flat">
              <a:noFill/>
              <a:prstDash val="solid"/>
              <a:miter/>
            </a:ln>
          </p:spPr>
          <p:txBody>
            <a:bodyPr rtlCol="0" anchor="ctr"/>
            <a:lstStyle/>
            <a:p>
              <a:endParaRPr lang="en-US"/>
            </a:p>
          </p:txBody>
        </p:sp>
        <p:sp>
          <p:nvSpPr>
            <p:cNvPr id="2679" name="Freeform: Shape 2678"/>
            <p:cNvSpPr/>
            <p:nvPr/>
          </p:nvSpPr>
          <p:spPr>
            <a:xfrm>
              <a:off x="9714738" y="6336748"/>
              <a:ext cx="20591" cy="26449"/>
            </a:xfrm>
            <a:custGeom>
              <a:avLst/>
              <a:gdLst>
                <a:gd name="connsiteX0" fmla="*/ 15990 w 20591"/>
                <a:gd name="connsiteY0" fmla="*/ 1941 h 26449"/>
                <a:gd name="connsiteX1" fmla="*/ 8989 w 20591"/>
                <a:gd name="connsiteY1" fmla="*/ 107 h 26449"/>
                <a:gd name="connsiteX2" fmla="*/ 2574 w 20591"/>
                <a:gd name="connsiteY2" fmla="*/ 3857 h 26449"/>
                <a:gd name="connsiteX3" fmla="*/ 575 w 20591"/>
                <a:gd name="connsiteY3" fmla="*/ 14106 h 26449"/>
                <a:gd name="connsiteX4" fmla="*/ 2823 w 20591"/>
                <a:gd name="connsiteY4" fmla="*/ 22856 h 26449"/>
                <a:gd name="connsiteX5" fmla="*/ 17572 w 20591"/>
                <a:gd name="connsiteY5" fmla="*/ 22856 h 26449"/>
                <a:gd name="connsiteX6" fmla="*/ 20572 w 20591"/>
                <a:gd name="connsiteY6" fmla="*/ 14273 h 26449"/>
                <a:gd name="connsiteX7" fmla="*/ 15990 w 20591"/>
                <a:gd name="connsiteY7" fmla="*/ 1941 h 26449"/>
                <a:gd name="connsiteX8" fmla="*/ 15990 w 20591"/>
                <a:gd name="connsiteY8" fmla="*/ 1941 h 26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591" h="26449">
                  <a:moveTo>
                    <a:pt x="15990" y="1941"/>
                  </a:moveTo>
                  <a:cubicBezTo>
                    <a:pt x="14239" y="524"/>
                    <a:pt x="11239" y="-309"/>
                    <a:pt x="8989" y="107"/>
                  </a:cubicBezTo>
                  <a:cubicBezTo>
                    <a:pt x="6324" y="524"/>
                    <a:pt x="4407" y="1857"/>
                    <a:pt x="2574" y="3857"/>
                  </a:cubicBezTo>
                  <a:cubicBezTo>
                    <a:pt x="-9" y="6607"/>
                    <a:pt x="-592" y="10690"/>
                    <a:pt x="575" y="14106"/>
                  </a:cubicBezTo>
                  <a:cubicBezTo>
                    <a:pt x="157" y="17190"/>
                    <a:pt x="907" y="20522"/>
                    <a:pt x="2823" y="22856"/>
                  </a:cubicBezTo>
                  <a:cubicBezTo>
                    <a:pt x="6657" y="27605"/>
                    <a:pt x="13823" y="27688"/>
                    <a:pt x="17572" y="22856"/>
                  </a:cubicBezTo>
                  <a:cubicBezTo>
                    <a:pt x="19489" y="20439"/>
                    <a:pt x="20488" y="17356"/>
                    <a:pt x="20572" y="14273"/>
                  </a:cubicBezTo>
                  <a:cubicBezTo>
                    <a:pt x="20739" y="9523"/>
                    <a:pt x="19906" y="5024"/>
                    <a:pt x="15990" y="1941"/>
                  </a:cubicBezTo>
                  <a:lnTo>
                    <a:pt x="15990" y="1941"/>
                  </a:lnTo>
                  <a:close/>
                </a:path>
              </a:pathLst>
            </a:custGeom>
            <a:grpFill/>
            <a:ln w="8332" cap="flat">
              <a:noFill/>
              <a:prstDash val="solid"/>
              <a:miter/>
            </a:ln>
          </p:spPr>
          <p:txBody>
            <a:bodyPr rtlCol="0" anchor="ctr"/>
            <a:lstStyle/>
            <a:p>
              <a:endParaRPr lang="en-US"/>
            </a:p>
          </p:txBody>
        </p:sp>
        <p:sp>
          <p:nvSpPr>
            <p:cNvPr id="2680" name="Freeform: Shape 2679"/>
            <p:cNvSpPr/>
            <p:nvPr/>
          </p:nvSpPr>
          <p:spPr>
            <a:xfrm>
              <a:off x="9769921" y="6336821"/>
              <a:ext cx="21642" cy="25586"/>
            </a:xfrm>
            <a:custGeom>
              <a:avLst/>
              <a:gdLst>
                <a:gd name="connsiteX0" fmla="*/ 11302 w 21642"/>
                <a:gd name="connsiteY0" fmla="*/ 35 h 25586"/>
                <a:gd name="connsiteX1" fmla="*/ 1053 w 21642"/>
                <a:gd name="connsiteY1" fmla="*/ 5951 h 25586"/>
                <a:gd name="connsiteX2" fmla="*/ 2886 w 21642"/>
                <a:gd name="connsiteY2" fmla="*/ 19950 h 25586"/>
                <a:gd name="connsiteX3" fmla="*/ 14635 w 21642"/>
                <a:gd name="connsiteY3" fmla="*/ 25366 h 25586"/>
                <a:gd name="connsiteX4" fmla="*/ 21469 w 21642"/>
                <a:gd name="connsiteY4" fmla="*/ 18533 h 25586"/>
                <a:gd name="connsiteX5" fmla="*/ 21551 w 21642"/>
                <a:gd name="connsiteY5" fmla="*/ 15616 h 25586"/>
                <a:gd name="connsiteX6" fmla="*/ 21135 w 21642"/>
                <a:gd name="connsiteY6" fmla="*/ 13950 h 25586"/>
                <a:gd name="connsiteX7" fmla="*/ 21385 w 21642"/>
                <a:gd name="connsiteY7" fmla="*/ 10201 h 25586"/>
                <a:gd name="connsiteX8" fmla="*/ 11302 w 21642"/>
                <a:gd name="connsiteY8" fmla="*/ 35 h 25586"/>
                <a:gd name="connsiteX9" fmla="*/ 11302 w 21642"/>
                <a:gd name="connsiteY9" fmla="*/ 35 h 25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642" h="25586">
                  <a:moveTo>
                    <a:pt x="11302" y="35"/>
                  </a:moveTo>
                  <a:cubicBezTo>
                    <a:pt x="7052" y="-299"/>
                    <a:pt x="2720" y="1785"/>
                    <a:pt x="1053" y="5951"/>
                  </a:cubicBezTo>
                  <a:cubicBezTo>
                    <a:pt x="-863" y="10784"/>
                    <a:pt x="-113" y="15783"/>
                    <a:pt x="2886" y="19950"/>
                  </a:cubicBezTo>
                  <a:cubicBezTo>
                    <a:pt x="5303" y="23366"/>
                    <a:pt x="10302" y="26449"/>
                    <a:pt x="14635" y="25366"/>
                  </a:cubicBezTo>
                  <a:cubicBezTo>
                    <a:pt x="18302" y="24449"/>
                    <a:pt x="20718" y="22366"/>
                    <a:pt x="21469" y="18533"/>
                  </a:cubicBezTo>
                  <a:cubicBezTo>
                    <a:pt x="21635" y="17533"/>
                    <a:pt x="21718" y="16783"/>
                    <a:pt x="21551" y="15616"/>
                  </a:cubicBezTo>
                  <a:cubicBezTo>
                    <a:pt x="21469" y="15034"/>
                    <a:pt x="21302" y="14450"/>
                    <a:pt x="21135" y="13950"/>
                  </a:cubicBezTo>
                  <a:cubicBezTo>
                    <a:pt x="21385" y="12700"/>
                    <a:pt x="21469" y="11367"/>
                    <a:pt x="21385" y="10201"/>
                  </a:cubicBezTo>
                  <a:cubicBezTo>
                    <a:pt x="20718" y="5034"/>
                    <a:pt x="16635" y="452"/>
                    <a:pt x="11302" y="35"/>
                  </a:cubicBezTo>
                  <a:lnTo>
                    <a:pt x="11302" y="35"/>
                  </a:lnTo>
                  <a:close/>
                </a:path>
              </a:pathLst>
            </a:custGeom>
            <a:grpFill/>
            <a:ln w="8332" cap="flat">
              <a:noFill/>
              <a:prstDash val="solid"/>
              <a:miter/>
            </a:ln>
          </p:spPr>
          <p:txBody>
            <a:bodyPr rtlCol="0" anchor="ctr"/>
            <a:lstStyle/>
            <a:p>
              <a:endParaRPr lang="en-US"/>
            </a:p>
          </p:txBody>
        </p:sp>
        <p:sp>
          <p:nvSpPr>
            <p:cNvPr id="2681" name="Freeform: Shape 2680"/>
            <p:cNvSpPr/>
            <p:nvPr/>
          </p:nvSpPr>
          <p:spPr>
            <a:xfrm>
              <a:off x="9831546" y="6327154"/>
              <a:ext cx="21513" cy="24290"/>
            </a:xfrm>
            <a:custGeom>
              <a:avLst/>
              <a:gdLst>
                <a:gd name="connsiteX0" fmla="*/ 14505 w 21513"/>
                <a:gd name="connsiteY0" fmla="*/ 703 h 24290"/>
                <a:gd name="connsiteX1" fmla="*/ 1839 w 21513"/>
                <a:gd name="connsiteY1" fmla="*/ 10452 h 24290"/>
                <a:gd name="connsiteX2" fmla="*/ 2006 w 21513"/>
                <a:gd name="connsiteY2" fmla="*/ 11285 h 24290"/>
                <a:gd name="connsiteX3" fmla="*/ 1589 w 21513"/>
                <a:gd name="connsiteY3" fmla="*/ 20617 h 24290"/>
                <a:gd name="connsiteX4" fmla="*/ 12088 w 21513"/>
                <a:gd name="connsiteY4" fmla="*/ 24200 h 24290"/>
                <a:gd name="connsiteX5" fmla="*/ 21504 w 21513"/>
                <a:gd name="connsiteY5" fmla="*/ 13535 h 24290"/>
                <a:gd name="connsiteX6" fmla="*/ 14505 w 21513"/>
                <a:gd name="connsiteY6" fmla="*/ 703 h 24290"/>
                <a:gd name="connsiteX7" fmla="*/ 14505 w 21513"/>
                <a:gd name="connsiteY7" fmla="*/ 703 h 24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513" h="24290">
                  <a:moveTo>
                    <a:pt x="14505" y="703"/>
                  </a:moveTo>
                  <a:cubicBezTo>
                    <a:pt x="8506" y="-2047"/>
                    <a:pt x="423" y="3703"/>
                    <a:pt x="1839" y="10452"/>
                  </a:cubicBezTo>
                  <a:cubicBezTo>
                    <a:pt x="1922" y="10702"/>
                    <a:pt x="2006" y="10952"/>
                    <a:pt x="2006" y="11285"/>
                  </a:cubicBezTo>
                  <a:cubicBezTo>
                    <a:pt x="-327" y="13868"/>
                    <a:pt x="-827" y="17618"/>
                    <a:pt x="1589" y="20617"/>
                  </a:cubicBezTo>
                  <a:cubicBezTo>
                    <a:pt x="4006" y="23618"/>
                    <a:pt x="8422" y="24617"/>
                    <a:pt x="12088" y="24200"/>
                  </a:cubicBezTo>
                  <a:cubicBezTo>
                    <a:pt x="17504" y="23534"/>
                    <a:pt x="21255" y="18868"/>
                    <a:pt x="21504" y="13535"/>
                  </a:cubicBezTo>
                  <a:cubicBezTo>
                    <a:pt x="21671" y="8119"/>
                    <a:pt x="19588" y="3036"/>
                    <a:pt x="14505" y="703"/>
                  </a:cubicBezTo>
                  <a:lnTo>
                    <a:pt x="14505" y="703"/>
                  </a:lnTo>
                  <a:close/>
                </a:path>
              </a:pathLst>
            </a:custGeom>
            <a:grpFill/>
            <a:ln w="8332" cap="flat">
              <a:noFill/>
              <a:prstDash val="solid"/>
              <a:miter/>
            </a:ln>
          </p:spPr>
          <p:txBody>
            <a:bodyPr rtlCol="0" anchor="ctr"/>
            <a:lstStyle/>
            <a:p>
              <a:endParaRPr lang="en-US"/>
            </a:p>
          </p:txBody>
        </p:sp>
        <p:sp>
          <p:nvSpPr>
            <p:cNvPr id="2682" name="Freeform: Shape 2681"/>
            <p:cNvSpPr/>
            <p:nvPr/>
          </p:nvSpPr>
          <p:spPr>
            <a:xfrm>
              <a:off x="9896131" y="6292181"/>
              <a:ext cx="22176" cy="22905"/>
            </a:xfrm>
            <a:custGeom>
              <a:avLst/>
              <a:gdLst>
                <a:gd name="connsiteX0" fmla="*/ 16914 w 22176"/>
                <a:gd name="connsiteY0" fmla="*/ 2012 h 22905"/>
                <a:gd name="connsiteX1" fmla="*/ 12164 w 22176"/>
                <a:gd name="connsiteY1" fmla="*/ 95 h 22905"/>
                <a:gd name="connsiteX2" fmla="*/ 7081 w 22176"/>
                <a:gd name="connsiteY2" fmla="*/ 762 h 22905"/>
                <a:gd name="connsiteX3" fmla="*/ 915 w 22176"/>
                <a:gd name="connsiteY3" fmla="*/ 8761 h 22905"/>
                <a:gd name="connsiteX4" fmla="*/ 999 w 22176"/>
                <a:gd name="connsiteY4" fmla="*/ 11011 h 22905"/>
                <a:gd name="connsiteX5" fmla="*/ 82 w 22176"/>
                <a:gd name="connsiteY5" fmla="*/ 13344 h 22905"/>
                <a:gd name="connsiteX6" fmla="*/ 11748 w 22176"/>
                <a:gd name="connsiteY6" fmla="*/ 22843 h 22905"/>
                <a:gd name="connsiteX7" fmla="*/ 21413 w 22176"/>
                <a:gd name="connsiteY7" fmla="*/ 15927 h 22905"/>
                <a:gd name="connsiteX8" fmla="*/ 21247 w 22176"/>
                <a:gd name="connsiteY8" fmla="*/ 7344 h 22905"/>
                <a:gd name="connsiteX9" fmla="*/ 16914 w 22176"/>
                <a:gd name="connsiteY9" fmla="*/ 2012 h 22905"/>
                <a:gd name="connsiteX10" fmla="*/ 16914 w 22176"/>
                <a:gd name="connsiteY10" fmla="*/ 2012 h 229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176" h="22905">
                  <a:moveTo>
                    <a:pt x="16914" y="2012"/>
                  </a:moveTo>
                  <a:cubicBezTo>
                    <a:pt x="15497" y="928"/>
                    <a:pt x="13915" y="345"/>
                    <a:pt x="12164" y="95"/>
                  </a:cubicBezTo>
                  <a:cubicBezTo>
                    <a:pt x="10415" y="-155"/>
                    <a:pt x="8749" y="95"/>
                    <a:pt x="7081" y="762"/>
                  </a:cubicBezTo>
                  <a:cubicBezTo>
                    <a:pt x="3998" y="2012"/>
                    <a:pt x="1166" y="5261"/>
                    <a:pt x="915" y="8761"/>
                  </a:cubicBezTo>
                  <a:cubicBezTo>
                    <a:pt x="832" y="9511"/>
                    <a:pt x="915" y="10261"/>
                    <a:pt x="999" y="11011"/>
                  </a:cubicBezTo>
                  <a:cubicBezTo>
                    <a:pt x="582" y="11678"/>
                    <a:pt x="249" y="12427"/>
                    <a:pt x="82" y="13344"/>
                  </a:cubicBezTo>
                  <a:cubicBezTo>
                    <a:pt x="-834" y="19927"/>
                    <a:pt x="6082" y="23426"/>
                    <a:pt x="11748" y="22843"/>
                  </a:cubicBezTo>
                  <a:cubicBezTo>
                    <a:pt x="15831" y="22426"/>
                    <a:pt x="19831" y="19843"/>
                    <a:pt x="21413" y="15927"/>
                  </a:cubicBezTo>
                  <a:cubicBezTo>
                    <a:pt x="22497" y="13261"/>
                    <a:pt x="22413" y="10011"/>
                    <a:pt x="21247" y="7344"/>
                  </a:cubicBezTo>
                  <a:cubicBezTo>
                    <a:pt x="20413" y="5261"/>
                    <a:pt x="18831" y="3095"/>
                    <a:pt x="16914" y="2012"/>
                  </a:cubicBezTo>
                  <a:lnTo>
                    <a:pt x="16914" y="2012"/>
                  </a:lnTo>
                  <a:close/>
                </a:path>
              </a:pathLst>
            </a:custGeom>
            <a:grpFill/>
            <a:ln w="8332" cap="flat">
              <a:noFill/>
              <a:prstDash val="solid"/>
              <a:miter/>
            </a:ln>
          </p:spPr>
          <p:txBody>
            <a:bodyPr rtlCol="0" anchor="ctr"/>
            <a:lstStyle/>
            <a:p>
              <a:endParaRPr lang="en-US"/>
            </a:p>
          </p:txBody>
        </p:sp>
        <p:sp>
          <p:nvSpPr>
            <p:cNvPr id="2683" name="Freeform: Shape 2682"/>
            <p:cNvSpPr/>
            <p:nvPr/>
          </p:nvSpPr>
          <p:spPr>
            <a:xfrm>
              <a:off x="9881684" y="6350948"/>
              <a:ext cx="23596" cy="27153"/>
            </a:xfrm>
            <a:custGeom>
              <a:avLst/>
              <a:gdLst>
                <a:gd name="connsiteX0" fmla="*/ 18612 w 23596"/>
                <a:gd name="connsiteY0" fmla="*/ 4655 h 27153"/>
                <a:gd name="connsiteX1" fmla="*/ 14779 w 23596"/>
                <a:gd name="connsiteY1" fmla="*/ 1323 h 27153"/>
                <a:gd name="connsiteX2" fmla="*/ 5946 w 23596"/>
                <a:gd name="connsiteY2" fmla="*/ 656 h 27153"/>
                <a:gd name="connsiteX3" fmla="*/ 30 w 23596"/>
                <a:gd name="connsiteY3" fmla="*/ 8322 h 27153"/>
                <a:gd name="connsiteX4" fmla="*/ 696 w 23596"/>
                <a:gd name="connsiteY4" fmla="*/ 5905 h 27153"/>
                <a:gd name="connsiteX5" fmla="*/ 30 w 23596"/>
                <a:gd name="connsiteY5" fmla="*/ 8322 h 27153"/>
                <a:gd name="connsiteX6" fmla="*/ 363 w 23596"/>
                <a:gd name="connsiteY6" fmla="*/ 12155 h 27153"/>
                <a:gd name="connsiteX7" fmla="*/ 4030 w 23596"/>
                <a:gd name="connsiteY7" fmla="*/ 17821 h 27153"/>
                <a:gd name="connsiteX8" fmla="*/ 4030 w 23596"/>
                <a:gd name="connsiteY8" fmla="*/ 17821 h 27153"/>
                <a:gd name="connsiteX9" fmla="*/ 4030 w 23596"/>
                <a:gd name="connsiteY9" fmla="*/ 18237 h 27153"/>
                <a:gd name="connsiteX10" fmla="*/ 4529 w 23596"/>
                <a:gd name="connsiteY10" fmla="*/ 20737 h 27153"/>
                <a:gd name="connsiteX11" fmla="*/ 19528 w 23596"/>
                <a:gd name="connsiteY11" fmla="*/ 25070 h 27153"/>
                <a:gd name="connsiteX12" fmla="*/ 22195 w 23596"/>
                <a:gd name="connsiteY12" fmla="*/ 9655 h 27153"/>
                <a:gd name="connsiteX13" fmla="*/ 18612 w 23596"/>
                <a:gd name="connsiteY13" fmla="*/ 4655 h 27153"/>
                <a:gd name="connsiteX14" fmla="*/ 18612 w 23596"/>
                <a:gd name="connsiteY14" fmla="*/ 4655 h 27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3596" h="27153">
                  <a:moveTo>
                    <a:pt x="18612" y="4655"/>
                  </a:moveTo>
                  <a:cubicBezTo>
                    <a:pt x="17362" y="3322"/>
                    <a:pt x="16278" y="2239"/>
                    <a:pt x="14779" y="1323"/>
                  </a:cubicBezTo>
                  <a:cubicBezTo>
                    <a:pt x="11945" y="-261"/>
                    <a:pt x="9029" y="-344"/>
                    <a:pt x="5946" y="656"/>
                  </a:cubicBezTo>
                  <a:cubicBezTo>
                    <a:pt x="2863" y="1656"/>
                    <a:pt x="363" y="5072"/>
                    <a:pt x="30" y="8322"/>
                  </a:cubicBezTo>
                  <a:cubicBezTo>
                    <a:pt x="280" y="7489"/>
                    <a:pt x="446" y="6738"/>
                    <a:pt x="696" y="5905"/>
                  </a:cubicBezTo>
                  <a:cubicBezTo>
                    <a:pt x="363" y="6655"/>
                    <a:pt x="114" y="7489"/>
                    <a:pt x="30" y="8322"/>
                  </a:cubicBezTo>
                  <a:cubicBezTo>
                    <a:pt x="-53" y="9655"/>
                    <a:pt x="30" y="10821"/>
                    <a:pt x="363" y="12155"/>
                  </a:cubicBezTo>
                  <a:cubicBezTo>
                    <a:pt x="947" y="14571"/>
                    <a:pt x="2280" y="16071"/>
                    <a:pt x="4030" y="17821"/>
                  </a:cubicBezTo>
                  <a:lnTo>
                    <a:pt x="4030" y="17821"/>
                  </a:lnTo>
                  <a:cubicBezTo>
                    <a:pt x="1696" y="15488"/>
                    <a:pt x="3030" y="17071"/>
                    <a:pt x="4030" y="18237"/>
                  </a:cubicBezTo>
                  <a:cubicBezTo>
                    <a:pt x="4113" y="19071"/>
                    <a:pt x="4196" y="19904"/>
                    <a:pt x="4529" y="20737"/>
                  </a:cubicBezTo>
                  <a:cubicBezTo>
                    <a:pt x="6530" y="26987"/>
                    <a:pt x="14445" y="29153"/>
                    <a:pt x="19528" y="25070"/>
                  </a:cubicBezTo>
                  <a:cubicBezTo>
                    <a:pt x="24278" y="21237"/>
                    <a:pt x="24444" y="14905"/>
                    <a:pt x="22195" y="9655"/>
                  </a:cubicBezTo>
                  <a:cubicBezTo>
                    <a:pt x="21278" y="7738"/>
                    <a:pt x="19945" y="6072"/>
                    <a:pt x="18612" y="4655"/>
                  </a:cubicBezTo>
                  <a:lnTo>
                    <a:pt x="18612" y="4655"/>
                  </a:lnTo>
                  <a:close/>
                </a:path>
              </a:pathLst>
            </a:custGeom>
            <a:grpFill/>
            <a:ln w="8332" cap="flat">
              <a:noFill/>
              <a:prstDash val="solid"/>
              <a:miter/>
            </a:ln>
          </p:spPr>
          <p:txBody>
            <a:bodyPr rtlCol="0" anchor="ctr"/>
            <a:lstStyle/>
            <a:p>
              <a:endParaRPr lang="en-US"/>
            </a:p>
          </p:txBody>
        </p:sp>
        <p:sp>
          <p:nvSpPr>
            <p:cNvPr id="2684" name="Freeform: Shape 2683"/>
            <p:cNvSpPr/>
            <p:nvPr/>
          </p:nvSpPr>
          <p:spPr>
            <a:xfrm>
              <a:off x="9812362" y="6389029"/>
              <a:ext cx="26738" cy="26884"/>
            </a:xfrm>
            <a:custGeom>
              <a:avLst/>
              <a:gdLst>
                <a:gd name="connsiteX0" fmla="*/ 22273 w 26738"/>
                <a:gd name="connsiteY0" fmla="*/ 5905 h 26884"/>
                <a:gd name="connsiteX1" fmla="*/ 2441 w 26738"/>
                <a:gd name="connsiteY1" fmla="*/ 4071 h 26884"/>
                <a:gd name="connsiteX2" fmla="*/ 8524 w 26738"/>
                <a:gd name="connsiteY2" fmla="*/ 24819 h 26884"/>
                <a:gd name="connsiteX3" fmla="*/ 13774 w 26738"/>
                <a:gd name="connsiteY3" fmla="*/ 25070 h 26884"/>
                <a:gd name="connsiteX4" fmla="*/ 21190 w 26738"/>
                <a:gd name="connsiteY4" fmla="*/ 26320 h 26884"/>
                <a:gd name="connsiteX5" fmla="*/ 26606 w 26738"/>
                <a:gd name="connsiteY5" fmla="*/ 18820 h 26884"/>
                <a:gd name="connsiteX6" fmla="*/ 22273 w 26738"/>
                <a:gd name="connsiteY6" fmla="*/ 5905 h 26884"/>
                <a:gd name="connsiteX7" fmla="*/ 22273 w 26738"/>
                <a:gd name="connsiteY7" fmla="*/ 5905 h 26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738" h="26884">
                  <a:moveTo>
                    <a:pt x="22273" y="5905"/>
                  </a:moveTo>
                  <a:cubicBezTo>
                    <a:pt x="17190" y="155"/>
                    <a:pt x="8108" y="-3011"/>
                    <a:pt x="2441" y="4071"/>
                  </a:cubicBezTo>
                  <a:cubicBezTo>
                    <a:pt x="-2641" y="10404"/>
                    <a:pt x="609" y="22320"/>
                    <a:pt x="8524" y="24819"/>
                  </a:cubicBezTo>
                  <a:cubicBezTo>
                    <a:pt x="10357" y="25403"/>
                    <a:pt x="12191" y="25403"/>
                    <a:pt x="13774" y="25070"/>
                  </a:cubicBezTo>
                  <a:cubicBezTo>
                    <a:pt x="15857" y="26736"/>
                    <a:pt x="18274" y="27486"/>
                    <a:pt x="21190" y="26320"/>
                  </a:cubicBezTo>
                  <a:cubicBezTo>
                    <a:pt x="24356" y="25070"/>
                    <a:pt x="26189" y="22153"/>
                    <a:pt x="26606" y="18820"/>
                  </a:cubicBezTo>
                  <a:cubicBezTo>
                    <a:pt x="27272" y="14237"/>
                    <a:pt x="25356" y="9404"/>
                    <a:pt x="22273" y="5905"/>
                  </a:cubicBezTo>
                  <a:lnTo>
                    <a:pt x="22273" y="5905"/>
                  </a:lnTo>
                  <a:close/>
                </a:path>
              </a:pathLst>
            </a:custGeom>
            <a:grpFill/>
            <a:ln w="8332" cap="flat">
              <a:noFill/>
              <a:prstDash val="solid"/>
              <a:miter/>
            </a:ln>
          </p:spPr>
          <p:txBody>
            <a:bodyPr rtlCol="0" anchor="ctr"/>
            <a:lstStyle/>
            <a:p>
              <a:endParaRPr lang="en-US"/>
            </a:p>
          </p:txBody>
        </p:sp>
        <p:sp>
          <p:nvSpPr>
            <p:cNvPr id="2685" name="Freeform: Shape 2684"/>
            <p:cNvSpPr/>
            <p:nvPr/>
          </p:nvSpPr>
          <p:spPr>
            <a:xfrm>
              <a:off x="9738321" y="6397822"/>
              <a:ext cx="23581" cy="22411"/>
            </a:xfrm>
            <a:custGeom>
              <a:avLst/>
              <a:gdLst>
                <a:gd name="connsiteX0" fmla="*/ 8655 w 23581"/>
                <a:gd name="connsiteY0" fmla="*/ 195 h 22411"/>
                <a:gd name="connsiteX1" fmla="*/ 656 w 23581"/>
                <a:gd name="connsiteY1" fmla="*/ 13861 h 22411"/>
                <a:gd name="connsiteX2" fmla="*/ 1823 w 23581"/>
                <a:gd name="connsiteY2" fmla="*/ 15944 h 22411"/>
                <a:gd name="connsiteX3" fmla="*/ 7905 w 23581"/>
                <a:gd name="connsiteY3" fmla="*/ 21443 h 22411"/>
                <a:gd name="connsiteX4" fmla="*/ 10988 w 23581"/>
                <a:gd name="connsiteY4" fmla="*/ 22026 h 22411"/>
                <a:gd name="connsiteX5" fmla="*/ 12405 w 23581"/>
                <a:gd name="connsiteY5" fmla="*/ 22276 h 22411"/>
                <a:gd name="connsiteX6" fmla="*/ 21237 w 23581"/>
                <a:gd name="connsiteY6" fmla="*/ 18860 h 22411"/>
                <a:gd name="connsiteX7" fmla="*/ 21237 w 23581"/>
                <a:gd name="connsiteY7" fmla="*/ 5278 h 22411"/>
                <a:gd name="connsiteX8" fmla="*/ 8655 w 23581"/>
                <a:gd name="connsiteY8" fmla="*/ 195 h 22411"/>
                <a:gd name="connsiteX9" fmla="*/ 8655 w 23581"/>
                <a:gd name="connsiteY9" fmla="*/ 195 h 22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581" h="22411">
                  <a:moveTo>
                    <a:pt x="8655" y="195"/>
                  </a:moveTo>
                  <a:cubicBezTo>
                    <a:pt x="2155" y="1445"/>
                    <a:pt x="-1594" y="7528"/>
                    <a:pt x="656" y="13861"/>
                  </a:cubicBezTo>
                  <a:cubicBezTo>
                    <a:pt x="906" y="14610"/>
                    <a:pt x="1322" y="15277"/>
                    <a:pt x="1823" y="15944"/>
                  </a:cubicBezTo>
                  <a:cubicBezTo>
                    <a:pt x="3239" y="18360"/>
                    <a:pt x="5322" y="20110"/>
                    <a:pt x="7905" y="21443"/>
                  </a:cubicBezTo>
                  <a:cubicBezTo>
                    <a:pt x="8822" y="21943"/>
                    <a:pt x="9905" y="22110"/>
                    <a:pt x="10988" y="22026"/>
                  </a:cubicBezTo>
                  <a:cubicBezTo>
                    <a:pt x="11239" y="22110"/>
                    <a:pt x="11655" y="22193"/>
                    <a:pt x="12405" y="22276"/>
                  </a:cubicBezTo>
                  <a:cubicBezTo>
                    <a:pt x="15654" y="22859"/>
                    <a:pt x="19238" y="21526"/>
                    <a:pt x="21237" y="18860"/>
                  </a:cubicBezTo>
                  <a:cubicBezTo>
                    <a:pt x="24237" y="14944"/>
                    <a:pt x="24487" y="9111"/>
                    <a:pt x="21237" y="5278"/>
                  </a:cubicBezTo>
                  <a:cubicBezTo>
                    <a:pt x="18321" y="1695"/>
                    <a:pt x="13489" y="-721"/>
                    <a:pt x="8655" y="195"/>
                  </a:cubicBezTo>
                  <a:lnTo>
                    <a:pt x="8655" y="195"/>
                  </a:lnTo>
                  <a:close/>
                </a:path>
              </a:pathLst>
            </a:custGeom>
            <a:grpFill/>
            <a:ln w="8332" cap="flat">
              <a:noFill/>
              <a:prstDash val="solid"/>
              <a:miter/>
            </a:ln>
          </p:spPr>
          <p:txBody>
            <a:bodyPr rtlCol="0" anchor="ctr"/>
            <a:lstStyle/>
            <a:p>
              <a:endParaRPr lang="en-US"/>
            </a:p>
          </p:txBody>
        </p:sp>
        <p:sp>
          <p:nvSpPr>
            <p:cNvPr id="2686" name="Freeform: Shape 2685"/>
            <p:cNvSpPr/>
            <p:nvPr/>
          </p:nvSpPr>
          <p:spPr>
            <a:xfrm>
              <a:off x="9788033" y="6443865"/>
              <a:ext cx="24974" cy="26704"/>
            </a:xfrm>
            <a:custGeom>
              <a:avLst/>
              <a:gdLst>
                <a:gd name="connsiteX0" fmla="*/ 18938 w 24974"/>
                <a:gd name="connsiteY0" fmla="*/ 2147 h 26704"/>
                <a:gd name="connsiteX1" fmla="*/ 3106 w 24974"/>
                <a:gd name="connsiteY1" fmla="*/ 6314 h 26704"/>
                <a:gd name="connsiteX2" fmla="*/ 2439 w 24974"/>
                <a:gd name="connsiteY2" fmla="*/ 9646 h 26704"/>
                <a:gd name="connsiteX3" fmla="*/ 2439 w 24974"/>
                <a:gd name="connsiteY3" fmla="*/ 9646 h 26704"/>
                <a:gd name="connsiteX4" fmla="*/ 1273 w 24974"/>
                <a:gd name="connsiteY4" fmla="*/ 18646 h 26704"/>
                <a:gd name="connsiteX5" fmla="*/ 4023 w 24974"/>
                <a:gd name="connsiteY5" fmla="*/ 22312 h 26704"/>
                <a:gd name="connsiteX6" fmla="*/ 5189 w 24974"/>
                <a:gd name="connsiteY6" fmla="*/ 23479 h 26704"/>
                <a:gd name="connsiteX7" fmla="*/ 5356 w 24974"/>
                <a:gd name="connsiteY7" fmla="*/ 23562 h 26704"/>
                <a:gd name="connsiteX8" fmla="*/ 8605 w 24974"/>
                <a:gd name="connsiteY8" fmla="*/ 25812 h 26704"/>
                <a:gd name="connsiteX9" fmla="*/ 24021 w 24974"/>
                <a:gd name="connsiteY9" fmla="*/ 18979 h 26704"/>
                <a:gd name="connsiteX10" fmla="*/ 18938 w 24974"/>
                <a:gd name="connsiteY10" fmla="*/ 2147 h 26704"/>
                <a:gd name="connsiteX11" fmla="*/ 18938 w 24974"/>
                <a:gd name="connsiteY11" fmla="*/ 2147 h 26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974" h="26704">
                  <a:moveTo>
                    <a:pt x="18938" y="2147"/>
                  </a:moveTo>
                  <a:cubicBezTo>
                    <a:pt x="13772" y="-2019"/>
                    <a:pt x="5606" y="148"/>
                    <a:pt x="3106" y="6314"/>
                  </a:cubicBezTo>
                  <a:cubicBezTo>
                    <a:pt x="2689" y="7397"/>
                    <a:pt x="2522" y="8480"/>
                    <a:pt x="2439" y="9646"/>
                  </a:cubicBezTo>
                  <a:lnTo>
                    <a:pt x="2439" y="9646"/>
                  </a:lnTo>
                  <a:cubicBezTo>
                    <a:pt x="-394" y="12063"/>
                    <a:pt x="-727" y="15646"/>
                    <a:pt x="1273" y="18646"/>
                  </a:cubicBezTo>
                  <a:cubicBezTo>
                    <a:pt x="2106" y="19979"/>
                    <a:pt x="2856" y="21229"/>
                    <a:pt x="4023" y="22312"/>
                  </a:cubicBezTo>
                  <a:cubicBezTo>
                    <a:pt x="4439" y="22645"/>
                    <a:pt x="4772" y="23145"/>
                    <a:pt x="5189" y="23479"/>
                  </a:cubicBezTo>
                  <a:cubicBezTo>
                    <a:pt x="5522" y="23728"/>
                    <a:pt x="5522" y="23645"/>
                    <a:pt x="5356" y="23562"/>
                  </a:cubicBezTo>
                  <a:cubicBezTo>
                    <a:pt x="6356" y="24479"/>
                    <a:pt x="7189" y="25228"/>
                    <a:pt x="8605" y="25812"/>
                  </a:cubicBezTo>
                  <a:cubicBezTo>
                    <a:pt x="14855" y="28395"/>
                    <a:pt x="21521" y="25145"/>
                    <a:pt x="24021" y="18979"/>
                  </a:cubicBezTo>
                  <a:cubicBezTo>
                    <a:pt x="26520" y="12896"/>
                    <a:pt x="23854" y="6147"/>
                    <a:pt x="18938" y="2147"/>
                  </a:cubicBezTo>
                  <a:lnTo>
                    <a:pt x="18938" y="2147"/>
                  </a:lnTo>
                  <a:close/>
                </a:path>
              </a:pathLst>
            </a:custGeom>
            <a:grpFill/>
            <a:ln w="8332" cap="flat">
              <a:noFill/>
              <a:prstDash val="solid"/>
              <a:miter/>
            </a:ln>
          </p:spPr>
          <p:txBody>
            <a:bodyPr rtlCol="0" anchor="ctr"/>
            <a:lstStyle/>
            <a:p>
              <a:endParaRPr lang="en-US"/>
            </a:p>
          </p:txBody>
        </p:sp>
        <p:sp>
          <p:nvSpPr>
            <p:cNvPr id="2687" name="Freeform: Shape 2686"/>
            <p:cNvSpPr/>
            <p:nvPr/>
          </p:nvSpPr>
          <p:spPr>
            <a:xfrm>
              <a:off x="9861451" y="6440400"/>
              <a:ext cx="21031" cy="23171"/>
            </a:xfrm>
            <a:custGeom>
              <a:avLst/>
              <a:gdLst>
                <a:gd name="connsiteX0" fmla="*/ 8764 w 21031"/>
                <a:gd name="connsiteY0" fmla="*/ 280 h 23171"/>
                <a:gd name="connsiteX1" fmla="*/ 1598 w 21031"/>
                <a:gd name="connsiteY1" fmla="*/ 8280 h 23171"/>
                <a:gd name="connsiteX2" fmla="*/ 1515 w 21031"/>
                <a:gd name="connsiteY2" fmla="*/ 11363 h 23171"/>
                <a:gd name="connsiteX3" fmla="*/ 1598 w 21031"/>
                <a:gd name="connsiteY3" fmla="*/ 11779 h 23171"/>
                <a:gd name="connsiteX4" fmla="*/ 598 w 21031"/>
                <a:gd name="connsiteY4" fmla="*/ 12946 h 23171"/>
                <a:gd name="connsiteX5" fmla="*/ 1765 w 21031"/>
                <a:gd name="connsiteY5" fmla="*/ 18945 h 23171"/>
                <a:gd name="connsiteX6" fmla="*/ 3931 w 21031"/>
                <a:gd name="connsiteY6" fmla="*/ 20279 h 23171"/>
                <a:gd name="connsiteX7" fmla="*/ 13014 w 21031"/>
                <a:gd name="connsiteY7" fmla="*/ 22528 h 23171"/>
                <a:gd name="connsiteX8" fmla="*/ 19679 w 21031"/>
                <a:gd name="connsiteY8" fmla="*/ 14612 h 23171"/>
                <a:gd name="connsiteX9" fmla="*/ 20929 w 21031"/>
                <a:gd name="connsiteY9" fmla="*/ 8946 h 23171"/>
                <a:gd name="connsiteX10" fmla="*/ 18679 w 21031"/>
                <a:gd name="connsiteY10" fmla="*/ 3613 h 23171"/>
                <a:gd name="connsiteX11" fmla="*/ 8764 w 21031"/>
                <a:gd name="connsiteY11" fmla="*/ 280 h 23171"/>
                <a:gd name="connsiteX12" fmla="*/ 8764 w 21031"/>
                <a:gd name="connsiteY12" fmla="*/ 280 h 23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031" h="23171">
                  <a:moveTo>
                    <a:pt x="8764" y="280"/>
                  </a:moveTo>
                  <a:cubicBezTo>
                    <a:pt x="5264" y="1197"/>
                    <a:pt x="1765" y="4446"/>
                    <a:pt x="1598" y="8280"/>
                  </a:cubicBezTo>
                  <a:cubicBezTo>
                    <a:pt x="1515" y="9279"/>
                    <a:pt x="1515" y="10363"/>
                    <a:pt x="1515" y="11363"/>
                  </a:cubicBezTo>
                  <a:cubicBezTo>
                    <a:pt x="1515" y="11529"/>
                    <a:pt x="1598" y="11612"/>
                    <a:pt x="1598" y="11779"/>
                  </a:cubicBezTo>
                  <a:cubicBezTo>
                    <a:pt x="1265" y="12112"/>
                    <a:pt x="931" y="12529"/>
                    <a:pt x="598" y="12946"/>
                  </a:cubicBezTo>
                  <a:cubicBezTo>
                    <a:pt x="-402" y="14779"/>
                    <a:pt x="-236" y="17778"/>
                    <a:pt x="1765" y="18945"/>
                  </a:cubicBezTo>
                  <a:cubicBezTo>
                    <a:pt x="2515" y="19362"/>
                    <a:pt x="3264" y="19779"/>
                    <a:pt x="3931" y="20279"/>
                  </a:cubicBezTo>
                  <a:cubicBezTo>
                    <a:pt x="6014" y="22945"/>
                    <a:pt x="9597" y="23945"/>
                    <a:pt x="13014" y="22528"/>
                  </a:cubicBezTo>
                  <a:cubicBezTo>
                    <a:pt x="16180" y="21278"/>
                    <a:pt x="18430" y="18029"/>
                    <a:pt x="19679" y="14612"/>
                  </a:cubicBezTo>
                  <a:cubicBezTo>
                    <a:pt x="20763" y="12946"/>
                    <a:pt x="21263" y="10863"/>
                    <a:pt x="20929" y="8946"/>
                  </a:cubicBezTo>
                  <a:cubicBezTo>
                    <a:pt x="20513" y="6779"/>
                    <a:pt x="19846" y="5446"/>
                    <a:pt x="18679" y="3613"/>
                  </a:cubicBezTo>
                  <a:cubicBezTo>
                    <a:pt x="16930" y="447"/>
                    <a:pt x="12097" y="-553"/>
                    <a:pt x="8764" y="280"/>
                  </a:cubicBezTo>
                  <a:lnTo>
                    <a:pt x="8764" y="280"/>
                  </a:lnTo>
                  <a:close/>
                </a:path>
              </a:pathLst>
            </a:custGeom>
            <a:grpFill/>
            <a:ln w="8332" cap="flat">
              <a:noFill/>
              <a:prstDash val="solid"/>
              <a:miter/>
            </a:ln>
          </p:spPr>
          <p:txBody>
            <a:bodyPr rtlCol="0" anchor="ctr"/>
            <a:lstStyle/>
            <a:p>
              <a:endParaRPr lang="en-US"/>
            </a:p>
          </p:txBody>
        </p:sp>
        <p:sp>
          <p:nvSpPr>
            <p:cNvPr id="2688" name="Freeform: Shape 2687"/>
            <p:cNvSpPr/>
            <p:nvPr/>
          </p:nvSpPr>
          <p:spPr>
            <a:xfrm>
              <a:off x="9917401" y="6393222"/>
              <a:ext cx="24277" cy="25533"/>
            </a:xfrm>
            <a:custGeom>
              <a:avLst/>
              <a:gdLst>
                <a:gd name="connsiteX0" fmla="*/ 12058 w 24277"/>
                <a:gd name="connsiteY0" fmla="*/ 46 h 25533"/>
                <a:gd name="connsiteX1" fmla="*/ 643 w 24277"/>
                <a:gd name="connsiteY1" fmla="*/ 8045 h 25533"/>
                <a:gd name="connsiteX2" fmla="*/ 4559 w 24277"/>
                <a:gd name="connsiteY2" fmla="*/ 19294 h 25533"/>
                <a:gd name="connsiteX3" fmla="*/ 5309 w 24277"/>
                <a:gd name="connsiteY3" fmla="*/ 19627 h 25533"/>
                <a:gd name="connsiteX4" fmla="*/ 6308 w 24277"/>
                <a:gd name="connsiteY4" fmla="*/ 22044 h 25533"/>
                <a:gd name="connsiteX5" fmla="*/ 13475 w 24277"/>
                <a:gd name="connsiteY5" fmla="*/ 25460 h 25533"/>
                <a:gd name="connsiteX6" fmla="*/ 18475 w 24277"/>
                <a:gd name="connsiteY6" fmla="*/ 24877 h 25533"/>
                <a:gd name="connsiteX7" fmla="*/ 24140 w 24277"/>
                <a:gd name="connsiteY7" fmla="*/ 17544 h 25533"/>
                <a:gd name="connsiteX8" fmla="*/ 23140 w 24277"/>
                <a:gd name="connsiteY8" fmla="*/ 10045 h 25533"/>
                <a:gd name="connsiteX9" fmla="*/ 20224 w 24277"/>
                <a:gd name="connsiteY9" fmla="*/ 4712 h 25533"/>
                <a:gd name="connsiteX10" fmla="*/ 12058 w 24277"/>
                <a:gd name="connsiteY10" fmla="*/ 46 h 25533"/>
                <a:gd name="connsiteX11" fmla="*/ 12058 w 24277"/>
                <a:gd name="connsiteY11" fmla="*/ 46 h 25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277" h="25533">
                  <a:moveTo>
                    <a:pt x="12058" y="46"/>
                  </a:moveTo>
                  <a:cubicBezTo>
                    <a:pt x="6559" y="-454"/>
                    <a:pt x="2559" y="3212"/>
                    <a:pt x="643" y="8045"/>
                  </a:cubicBezTo>
                  <a:cubicBezTo>
                    <a:pt x="-1023" y="12294"/>
                    <a:pt x="643" y="17127"/>
                    <a:pt x="4559" y="19294"/>
                  </a:cubicBezTo>
                  <a:cubicBezTo>
                    <a:pt x="4809" y="19461"/>
                    <a:pt x="5059" y="19544"/>
                    <a:pt x="5309" y="19627"/>
                  </a:cubicBezTo>
                  <a:cubicBezTo>
                    <a:pt x="5559" y="20461"/>
                    <a:pt x="5809" y="21210"/>
                    <a:pt x="6308" y="22044"/>
                  </a:cubicBezTo>
                  <a:cubicBezTo>
                    <a:pt x="7892" y="24710"/>
                    <a:pt x="10725" y="25627"/>
                    <a:pt x="13475" y="25460"/>
                  </a:cubicBezTo>
                  <a:cubicBezTo>
                    <a:pt x="15058" y="25627"/>
                    <a:pt x="16642" y="25543"/>
                    <a:pt x="18475" y="24877"/>
                  </a:cubicBezTo>
                  <a:cubicBezTo>
                    <a:pt x="21474" y="23877"/>
                    <a:pt x="23808" y="20627"/>
                    <a:pt x="24140" y="17544"/>
                  </a:cubicBezTo>
                  <a:cubicBezTo>
                    <a:pt x="24474" y="14878"/>
                    <a:pt x="24224" y="12545"/>
                    <a:pt x="23140" y="10045"/>
                  </a:cubicBezTo>
                  <a:cubicBezTo>
                    <a:pt x="22391" y="8211"/>
                    <a:pt x="21391" y="6295"/>
                    <a:pt x="20224" y="4712"/>
                  </a:cubicBezTo>
                  <a:cubicBezTo>
                    <a:pt x="18391" y="2296"/>
                    <a:pt x="15225" y="296"/>
                    <a:pt x="12058" y="46"/>
                  </a:cubicBezTo>
                  <a:lnTo>
                    <a:pt x="12058" y="46"/>
                  </a:lnTo>
                  <a:close/>
                </a:path>
              </a:pathLst>
            </a:custGeom>
            <a:grpFill/>
            <a:ln w="8332" cap="flat">
              <a:noFill/>
              <a:prstDash val="solid"/>
              <a:miter/>
            </a:ln>
          </p:spPr>
          <p:txBody>
            <a:bodyPr rtlCol="0" anchor="ctr"/>
            <a:lstStyle/>
            <a:p>
              <a:endParaRPr lang="en-US"/>
            </a:p>
          </p:txBody>
        </p:sp>
        <p:sp>
          <p:nvSpPr>
            <p:cNvPr id="2689" name="Freeform: Shape 2688"/>
            <p:cNvSpPr/>
            <p:nvPr/>
          </p:nvSpPr>
          <p:spPr>
            <a:xfrm>
              <a:off x="9845491" y="6496725"/>
              <a:ext cx="21258" cy="21810"/>
            </a:xfrm>
            <a:custGeom>
              <a:avLst/>
              <a:gdLst>
                <a:gd name="connsiteX0" fmla="*/ 17058 w 21258"/>
                <a:gd name="connsiteY0" fmla="*/ 1782 h 21810"/>
                <a:gd name="connsiteX1" fmla="*/ 6226 w 21258"/>
                <a:gd name="connsiteY1" fmla="*/ 1782 h 21810"/>
                <a:gd name="connsiteX2" fmla="*/ 3559 w 21258"/>
                <a:gd name="connsiteY2" fmla="*/ 5365 h 21810"/>
                <a:gd name="connsiteX3" fmla="*/ 1643 w 21258"/>
                <a:gd name="connsiteY3" fmla="*/ 6615 h 21810"/>
                <a:gd name="connsiteX4" fmla="*/ 1142 w 21258"/>
                <a:gd name="connsiteY4" fmla="*/ 13948 h 21810"/>
                <a:gd name="connsiteX5" fmla="*/ 4809 w 21258"/>
                <a:gd name="connsiteY5" fmla="*/ 17781 h 21810"/>
                <a:gd name="connsiteX6" fmla="*/ 5059 w 21258"/>
                <a:gd name="connsiteY6" fmla="*/ 17948 h 21810"/>
                <a:gd name="connsiteX7" fmla="*/ 5308 w 21258"/>
                <a:gd name="connsiteY7" fmla="*/ 18197 h 21810"/>
                <a:gd name="connsiteX8" fmla="*/ 7892 w 21258"/>
                <a:gd name="connsiteY8" fmla="*/ 20447 h 21810"/>
                <a:gd name="connsiteX9" fmla="*/ 18725 w 21258"/>
                <a:gd name="connsiteY9" fmla="*/ 17948 h 21810"/>
                <a:gd name="connsiteX10" fmla="*/ 18891 w 21258"/>
                <a:gd name="connsiteY10" fmla="*/ 17781 h 21810"/>
                <a:gd name="connsiteX11" fmla="*/ 20141 w 21258"/>
                <a:gd name="connsiteY11" fmla="*/ 15698 h 21810"/>
                <a:gd name="connsiteX12" fmla="*/ 21141 w 21258"/>
                <a:gd name="connsiteY12" fmla="*/ 12281 h 21810"/>
                <a:gd name="connsiteX13" fmla="*/ 20808 w 21258"/>
                <a:gd name="connsiteY13" fmla="*/ 7782 h 21810"/>
                <a:gd name="connsiteX14" fmla="*/ 17058 w 21258"/>
                <a:gd name="connsiteY14" fmla="*/ 1782 h 21810"/>
                <a:gd name="connsiteX15" fmla="*/ 17058 w 21258"/>
                <a:gd name="connsiteY15" fmla="*/ 1782 h 21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1258" h="21810">
                  <a:moveTo>
                    <a:pt x="17058" y="1782"/>
                  </a:moveTo>
                  <a:cubicBezTo>
                    <a:pt x="14308" y="-717"/>
                    <a:pt x="9059" y="-468"/>
                    <a:pt x="6226" y="1782"/>
                  </a:cubicBezTo>
                  <a:cubicBezTo>
                    <a:pt x="5059" y="2782"/>
                    <a:pt x="4143" y="4032"/>
                    <a:pt x="3559" y="5365"/>
                  </a:cubicBezTo>
                  <a:cubicBezTo>
                    <a:pt x="2809" y="5616"/>
                    <a:pt x="2225" y="6032"/>
                    <a:pt x="1643" y="6615"/>
                  </a:cubicBezTo>
                  <a:cubicBezTo>
                    <a:pt x="-274" y="8532"/>
                    <a:pt x="-607" y="11782"/>
                    <a:pt x="1142" y="13948"/>
                  </a:cubicBezTo>
                  <a:cubicBezTo>
                    <a:pt x="2225" y="15281"/>
                    <a:pt x="3476" y="16614"/>
                    <a:pt x="4809" y="17781"/>
                  </a:cubicBezTo>
                  <a:cubicBezTo>
                    <a:pt x="5059" y="17948"/>
                    <a:pt x="5559" y="18614"/>
                    <a:pt x="5059" y="17948"/>
                  </a:cubicBezTo>
                  <a:cubicBezTo>
                    <a:pt x="4475" y="17197"/>
                    <a:pt x="5143" y="18031"/>
                    <a:pt x="5308" y="18197"/>
                  </a:cubicBezTo>
                  <a:cubicBezTo>
                    <a:pt x="6143" y="19031"/>
                    <a:pt x="6892" y="19864"/>
                    <a:pt x="7892" y="20447"/>
                  </a:cubicBezTo>
                  <a:cubicBezTo>
                    <a:pt x="11975" y="22947"/>
                    <a:pt x="16308" y="21947"/>
                    <a:pt x="18725" y="17948"/>
                  </a:cubicBezTo>
                  <a:cubicBezTo>
                    <a:pt x="18725" y="17948"/>
                    <a:pt x="18808" y="17864"/>
                    <a:pt x="18891" y="17781"/>
                  </a:cubicBezTo>
                  <a:cubicBezTo>
                    <a:pt x="19391" y="17281"/>
                    <a:pt x="19808" y="16364"/>
                    <a:pt x="20141" y="15698"/>
                  </a:cubicBezTo>
                  <a:cubicBezTo>
                    <a:pt x="20641" y="14614"/>
                    <a:pt x="20974" y="13448"/>
                    <a:pt x="21141" y="12281"/>
                  </a:cubicBezTo>
                  <a:cubicBezTo>
                    <a:pt x="21391" y="10782"/>
                    <a:pt x="21224" y="9282"/>
                    <a:pt x="20808" y="7782"/>
                  </a:cubicBezTo>
                  <a:cubicBezTo>
                    <a:pt x="20308" y="5198"/>
                    <a:pt x="18891" y="3532"/>
                    <a:pt x="17058" y="1782"/>
                  </a:cubicBezTo>
                  <a:lnTo>
                    <a:pt x="17058" y="1782"/>
                  </a:lnTo>
                  <a:close/>
                </a:path>
              </a:pathLst>
            </a:custGeom>
            <a:grpFill/>
            <a:ln w="8332" cap="flat">
              <a:noFill/>
              <a:prstDash val="solid"/>
              <a:miter/>
            </a:ln>
          </p:spPr>
          <p:txBody>
            <a:bodyPr rtlCol="0" anchor="ctr"/>
            <a:lstStyle/>
            <a:p>
              <a:endParaRPr lang="en-US"/>
            </a:p>
          </p:txBody>
        </p:sp>
        <p:sp>
          <p:nvSpPr>
            <p:cNvPr id="2690" name="Freeform: Shape 2689"/>
            <p:cNvSpPr/>
            <p:nvPr/>
          </p:nvSpPr>
          <p:spPr>
            <a:xfrm>
              <a:off x="9904606" y="6465584"/>
              <a:ext cx="26263" cy="25572"/>
            </a:xfrm>
            <a:custGeom>
              <a:avLst/>
              <a:gdLst>
                <a:gd name="connsiteX0" fmla="*/ 18938 w 26263"/>
                <a:gd name="connsiteY0" fmla="*/ 761 h 25572"/>
                <a:gd name="connsiteX1" fmla="*/ 8688 w 26263"/>
                <a:gd name="connsiteY1" fmla="*/ 2927 h 25572"/>
                <a:gd name="connsiteX2" fmla="*/ 5855 w 26263"/>
                <a:gd name="connsiteY2" fmla="*/ 9426 h 25572"/>
                <a:gd name="connsiteX3" fmla="*/ 522 w 26263"/>
                <a:gd name="connsiteY3" fmla="*/ 13843 h 25572"/>
                <a:gd name="connsiteX4" fmla="*/ 4689 w 26263"/>
                <a:gd name="connsiteY4" fmla="*/ 23759 h 25572"/>
                <a:gd name="connsiteX5" fmla="*/ 20354 w 26263"/>
                <a:gd name="connsiteY5" fmla="*/ 22675 h 25572"/>
                <a:gd name="connsiteX6" fmla="*/ 25520 w 26263"/>
                <a:gd name="connsiteY6" fmla="*/ 15509 h 25572"/>
                <a:gd name="connsiteX7" fmla="*/ 24854 w 26263"/>
                <a:gd name="connsiteY7" fmla="*/ 5927 h 25572"/>
                <a:gd name="connsiteX8" fmla="*/ 18938 w 26263"/>
                <a:gd name="connsiteY8" fmla="*/ 761 h 25572"/>
                <a:gd name="connsiteX9" fmla="*/ 18938 w 26263"/>
                <a:gd name="connsiteY9" fmla="*/ 761 h 25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263" h="25572">
                  <a:moveTo>
                    <a:pt x="18938" y="761"/>
                  </a:moveTo>
                  <a:cubicBezTo>
                    <a:pt x="15605" y="-989"/>
                    <a:pt x="11105" y="510"/>
                    <a:pt x="8688" y="2927"/>
                  </a:cubicBezTo>
                  <a:cubicBezTo>
                    <a:pt x="7105" y="4510"/>
                    <a:pt x="5939" y="7010"/>
                    <a:pt x="5855" y="9426"/>
                  </a:cubicBezTo>
                  <a:cubicBezTo>
                    <a:pt x="3522" y="9926"/>
                    <a:pt x="1439" y="11509"/>
                    <a:pt x="522" y="13843"/>
                  </a:cubicBezTo>
                  <a:cubicBezTo>
                    <a:pt x="-977" y="17926"/>
                    <a:pt x="856" y="21842"/>
                    <a:pt x="4689" y="23759"/>
                  </a:cubicBezTo>
                  <a:cubicBezTo>
                    <a:pt x="9855" y="26258"/>
                    <a:pt x="15688" y="26425"/>
                    <a:pt x="20354" y="22675"/>
                  </a:cubicBezTo>
                  <a:cubicBezTo>
                    <a:pt x="22687" y="20758"/>
                    <a:pt x="24604" y="18342"/>
                    <a:pt x="25520" y="15509"/>
                  </a:cubicBezTo>
                  <a:cubicBezTo>
                    <a:pt x="26603" y="12260"/>
                    <a:pt x="26603" y="8926"/>
                    <a:pt x="24854" y="5927"/>
                  </a:cubicBezTo>
                  <a:cubicBezTo>
                    <a:pt x="23437" y="3510"/>
                    <a:pt x="21437" y="2094"/>
                    <a:pt x="18938" y="761"/>
                  </a:cubicBezTo>
                  <a:lnTo>
                    <a:pt x="18938" y="761"/>
                  </a:lnTo>
                  <a:close/>
                </a:path>
              </a:pathLst>
            </a:custGeom>
            <a:grpFill/>
            <a:ln w="8332" cap="flat">
              <a:noFill/>
              <a:prstDash val="solid"/>
              <a:miter/>
            </a:ln>
          </p:spPr>
          <p:txBody>
            <a:bodyPr rtlCol="0" anchor="ctr"/>
            <a:lstStyle/>
            <a:p>
              <a:endParaRPr lang="en-US"/>
            </a:p>
          </p:txBody>
        </p:sp>
        <p:sp>
          <p:nvSpPr>
            <p:cNvPr id="2691" name="Freeform: Shape 2690"/>
            <p:cNvSpPr/>
            <p:nvPr/>
          </p:nvSpPr>
          <p:spPr>
            <a:xfrm>
              <a:off x="9847800" y="6278355"/>
              <a:ext cx="20342" cy="21060"/>
            </a:xfrm>
            <a:custGeom>
              <a:avLst/>
              <a:gdLst>
                <a:gd name="connsiteX0" fmla="*/ 2917 w 20342"/>
                <a:gd name="connsiteY0" fmla="*/ 3006 h 21060"/>
                <a:gd name="connsiteX1" fmla="*/ 0 w 20342"/>
                <a:gd name="connsiteY1" fmla="*/ 10005 h 21060"/>
                <a:gd name="connsiteX2" fmla="*/ 3917 w 20342"/>
                <a:gd name="connsiteY2" fmla="*/ 18088 h 21060"/>
                <a:gd name="connsiteX3" fmla="*/ 6084 w 20342"/>
                <a:gd name="connsiteY3" fmla="*/ 19338 h 21060"/>
                <a:gd name="connsiteX4" fmla="*/ 18249 w 20342"/>
                <a:gd name="connsiteY4" fmla="*/ 17671 h 21060"/>
                <a:gd name="connsiteX5" fmla="*/ 17999 w 20342"/>
                <a:gd name="connsiteY5" fmla="*/ 3839 h 21060"/>
                <a:gd name="connsiteX6" fmla="*/ 2917 w 20342"/>
                <a:gd name="connsiteY6" fmla="*/ 3006 h 21060"/>
                <a:gd name="connsiteX7" fmla="*/ 2917 w 20342"/>
                <a:gd name="connsiteY7" fmla="*/ 3006 h 21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342" h="21060">
                  <a:moveTo>
                    <a:pt x="2917" y="3006"/>
                  </a:moveTo>
                  <a:cubicBezTo>
                    <a:pt x="1000" y="5005"/>
                    <a:pt x="0" y="7255"/>
                    <a:pt x="0" y="10005"/>
                  </a:cubicBezTo>
                  <a:cubicBezTo>
                    <a:pt x="0" y="13505"/>
                    <a:pt x="1500" y="15754"/>
                    <a:pt x="3917" y="18088"/>
                  </a:cubicBezTo>
                  <a:cubicBezTo>
                    <a:pt x="4583" y="18754"/>
                    <a:pt x="5333" y="19087"/>
                    <a:pt x="6084" y="19338"/>
                  </a:cubicBezTo>
                  <a:cubicBezTo>
                    <a:pt x="9749" y="22004"/>
                    <a:pt x="15832" y="21671"/>
                    <a:pt x="18249" y="17671"/>
                  </a:cubicBezTo>
                  <a:cubicBezTo>
                    <a:pt x="20915" y="13338"/>
                    <a:pt x="21248" y="8005"/>
                    <a:pt x="17999" y="3839"/>
                  </a:cubicBezTo>
                  <a:cubicBezTo>
                    <a:pt x="14249" y="-911"/>
                    <a:pt x="7166" y="-1328"/>
                    <a:pt x="2917" y="3006"/>
                  </a:cubicBezTo>
                  <a:lnTo>
                    <a:pt x="2917" y="3006"/>
                  </a:lnTo>
                  <a:close/>
                </a:path>
              </a:pathLst>
            </a:custGeom>
            <a:grpFill/>
            <a:ln w="8332" cap="flat">
              <a:noFill/>
              <a:prstDash val="solid"/>
              <a:miter/>
            </a:ln>
          </p:spPr>
          <p:txBody>
            <a:bodyPr rtlCol="0" anchor="ctr"/>
            <a:lstStyle/>
            <a:p>
              <a:endParaRPr lang="en-US"/>
            </a:p>
          </p:txBody>
        </p:sp>
        <p:sp>
          <p:nvSpPr>
            <p:cNvPr id="2692" name="Freeform: Shape 2691"/>
            <p:cNvSpPr/>
            <p:nvPr/>
          </p:nvSpPr>
          <p:spPr>
            <a:xfrm>
              <a:off x="9760607" y="6294682"/>
              <a:ext cx="21853" cy="25316"/>
            </a:xfrm>
            <a:custGeom>
              <a:avLst/>
              <a:gdLst>
                <a:gd name="connsiteX0" fmla="*/ 5368 w 21853"/>
                <a:gd name="connsiteY0" fmla="*/ 1428 h 25316"/>
                <a:gd name="connsiteX1" fmla="*/ 868 w 21853"/>
                <a:gd name="connsiteY1" fmla="*/ 14260 h 25316"/>
                <a:gd name="connsiteX2" fmla="*/ 2535 w 21853"/>
                <a:gd name="connsiteY2" fmla="*/ 17510 h 25316"/>
                <a:gd name="connsiteX3" fmla="*/ 2535 w 21853"/>
                <a:gd name="connsiteY3" fmla="*/ 17593 h 25316"/>
                <a:gd name="connsiteX4" fmla="*/ 1784 w 21853"/>
                <a:gd name="connsiteY4" fmla="*/ 16343 h 25316"/>
                <a:gd name="connsiteX5" fmla="*/ 2784 w 21853"/>
                <a:gd name="connsiteY5" fmla="*/ 18676 h 25316"/>
                <a:gd name="connsiteX6" fmla="*/ 2618 w 21853"/>
                <a:gd name="connsiteY6" fmla="*/ 17926 h 25316"/>
                <a:gd name="connsiteX7" fmla="*/ 4284 w 21853"/>
                <a:gd name="connsiteY7" fmla="*/ 21509 h 25316"/>
                <a:gd name="connsiteX8" fmla="*/ 4784 w 21853"/>
                <a:gd name="connsiteY8" fmla="*/ 22093 h 25316"/>
                <a:gd name="connsiteX9" fmla="*/ 4368 w 21853"/>
                <a:gd name="connsiteY9" fmla="*/ 21342 h 25316"/>
                <a:gd name="connsiteX10" fmla="*/ 14700 w 21853"/>
                <a:gd name="connsiteY10" fmla="*/ 24843 h 25316"/>
                <a:gd name="connsiteX11" fmla="*/ 18700 w 21853"/>
                <a:gd name="connsiteY11" fmla="*/ 4011 h 25316"/>
                <a:gd name="connsiteX12" fmla="*/ 5368 w 21853"/>
                <a:gd name="connsiteY12" fmla="*/ 1428 h 25316"/>
                <a:gd name="connsiteX13" fmla="*/ 5368 w 21853"/>
                <a:gd name="connsiteY13" fmla="*/ 1428 h 25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853" h="25316">
                  <a:moveTo>
                    <a:pt x="5368" y="1428"/>
                  </a:moveTo>
                  <a:cubicBezTo>
                    <a:pt x="1201" y="3844"/>
                    <a:pt x="-1466" y="9677"/>
                    <a:pt x="868" y="14260"/>
                  </a:cubicBezTo>
                  <a:cubicBezTo>
                    <a:pt x="1452" y="15343"/>
                    <a:pt x="1951" y="16427"/>
                    <a:pt x="2535" y="17510"/>
                  </a:cubicBezTo>
                  <a:cubicBezTo>
                    <a:pt x="2535" y="17510"/>
                    <a:pt x="2535" y="17510"/>
                    <a:pt x="2535" y="17593"/>
                  </a:cubicBezTo>
                  <a:cubicBezTo>
                    <a:pt x="2285" y="17176"/>
                    <a:pt x="2034" y="16760"/>
                    <a:pt x="1784" y="16343"/>
                  </a:cubicBezTo>
                  <a:cubicBezTo>
                    <a:pt x="2201" y="17093"/>
                    <a:pt x="2535" y="17843"/>
                    <a:pt x="2784" y="18676"/>
                  </a:cubicBezTo>
                  <a:cubicBezTo>
                    <a:pt x="2701" y="18426"/>
                    <a:pt x="2618" y="18176"/>
                    <a:pt x="2618" y="17926"/>
                  </a:cubicBezTo>
                  <a:cubicBezTo>
                    <a:pt x="2951" y="19176"/>
                    <a:pt x="3368" y="20259"/>
                    <a:pt x="4284" y="21509"/>
                  </a:cubicBezTo>
                  <a:cubicBezTo>
                    <a:pt x="4451" y="21760"/>
                    <a:pt x="4618" y="21926"/>
                    <a:pt x="4784" y="22093"/>
                  </a:cubicBezTo>
                  <a:cubicBezTo>
                    <a:pt x="4618" y="21842"/>
                    <a:pt x="4535" y="21593"/>
                    <a:pt x="4368" y="21342"/>
                  </a:cubicBezTo>
                  <a:cubicBezTo>
                    <a:pt x="6618" y="25092"/>
                    <a:pt x="10617" y="26009"/>
                    <a:pt x="14700" y="24843"/>
                  </a:cubicBezTo>
                  <a:cubicBezTo>
                    <a:pt x="23033" y="22509"/>
                    <a:pt x="23699" y="9677"/>
                    <a:pt x="18700" y="4011"/>
                  </a:cubicBezTo>
                  <a:cubicBezTo>
                    <a:pt x="15366" y="95"/>
                    <a:pt x="10033" y="-1322"/>
                    <a:pt x="5368" y="1428"/>
                  </a:cubicBezTo>
                  <a:lnTo>
                    <a:pt x="5368" y="1428"/>
                  </a:lnTo>
                  <a:close/>
                </a:path>
              </a:pathLst>
            </a:custGeom>
            <a:grpFill/>
            <a:ln w="8332" cap="flat">
              <a:noFill/>
              <a:prstDash val="solid"/>
              <a:miter/>
            </a:ln>
          </p:spPr>
          <p:txBody>
            <a:bodyPr rtlCol="0" anchor="ctr"/>
            <a:lstStyle/>
            <a:p>
              <a:endParaRPr lang="en-US"/>
            </a:p>
          </p:txBody>
        </p:sp>
        <p:sp>
          <p:nvSpPr>
            <p:cNvPr id="2693" name="Freeform: Shape 2692"/>
            <p:cNvSpPr/>
            <p:nvPr/>
          </p:nvSpPr>
          <p:spPr>
            <a:xfrm>
              <a:off x="5779885" y="5522020"/>
              <a:ext cx="384948" cy="743864"/>
            </a:xfrm>
            <a:custGeom>
              <a:avLst/>
              <a:gdLst>
                <a:gd name="connsiteX0" fmla="*/ 156268 w 384948"/>
                <a:gd name="connsiteY0" fmla="*/ 672598 h 743864"/>
                <a:gd name="connsiteX1" fmla="*/ 144435 w 384948"/>
                <a:gd name="connsiteY1" fmla="*/ 650601 h 743864"/>
                <a:gd name="connsiteX2" fmla="*/ 143435 w 384948"/>
                <a:gd name="connsiteY2" fmla="*/ 626186 h 743864"/>
                <a:gd name="connsiteX3" fmla="*/ 158184 w 384948"/>
                <a:gd name="connsiteY3" fmla="*/ 563358 h 743864"/>
                <a:gd name="connsiteX4" fmla="*/ 209596 w 384948"/>
                <a:gd name="connsiteY4" fmla="*/ 441369 h 743864"/>
                <a:gd name="connsiteX5" fmla="*/ 210179 w 384948"/>
                <a:gd name="connsiteY5" fmla="*/ 441369 h 743864"/>
                <a:gd name="connsiteX6" fmla="*/ 214179 w 384948"/>
                <a:gd name="connsiteY6" fmla="*/ 441369 h 743864"/>
                <a:gd name="connsiteX7" fmla="*/ 214429 w 384948"/>
                <a:gd name="connsiteY7" fmla="*/ 441286 h 743864"/>
                <a:gd name="connsiteX8" fmla="*/ 224178 w 384948"/>
                <a:gd name="connsiteY8" fmla="*/ 439869 h 743864"/>
                <a:gd name="connsiteX9" fmla="*/ 227095 w 384948"/>
                <a:gd name="connsiteY9" fmla="*/ 438203 h 743864"/>
                <a:gd name="connsiteX10" fmla="*/ 269591 w 384948"/>
                <a:gd name="connsiteY10" fmla="*/ 421455 h 743864"/>
                <a:gd name="connsiteX11" fmla="*/ 290172 w 384948"/>
                <a:gd name="connsiteY11" fmla="*/ 373792 h 743864"/>
                <a:gd name="connsiteX12" fmla="*/ 335835 w 384948"/>
                <a:gd name="connsiteY12" fmla="*/ 326630 h 743864"/>
                <a:gd name="connsiteX13" fmla="*/ 341001 w 384948"/>
                <a:gd name="connsiteY13" fmla="*/ 300882 h 743864"/>
                <a:gd name="connsiteX14" fmla="*/ 341751 w 384948"/>
                <a:gd name="connsiteY14" fmla="*/ 283384 h 743864"/>
                <a:gd name="connsiteX15" fmla="*/ 356583 w 384948"/>
                <a:gd name="connsiteY15" fmla="*/ 266802 h 743864"/>
                <a:gd name="connsiteX16" fmla="*/ 384747 w 384948"/>
                <a:gd name="connsiteY16" fmla="*/ 222722 h 743864"/>
                <a:gd name="connsiteX17" fmla="*/ 370415 w 384948"/>
                <a:gd name="connsiteY17" fmla="*/ 164061 h 743864"/>
                <a:gd name="connsiteX18" fmla="*/ 373915 w 384948"/>
                <a:gd name="connsiteY18" fmla="*/ 104483 h 743864"/>
                <a:gd name="connsiteX19" fmla="*/ 341334 w 384948"/>
                <a:gd name="connsiteY19" fmla="*/ 69236 h 743864"/>
                <a:gd name="connsiteX20" fmla="*/ 309170 w 384948"/>
                <a:gd name="connsiteY20" fmla="*/ 48072 h 743864"/>
                <a:gd name="connsiteX21" fmla="*/ 296338 w 384948"/>
                <a:gd name="connsiteY21" fmla="*/ 26073 h 743864"/>
                <a:gd name="connsiteX22" fmla="*/ 246759 w 384948"/>
                <a:gd name="connsiteY22" fmla="*/ 1409 h 743864"/>
                <a:gd name="connsiteX23" fmla="*/ 187098 w 384948"/>
                <a:gd name="connsiteY23" fmla="*/ 4992 h 743864"/>
                <a:gd name="connsiteX24" fmla="*/ 130187 w 384948"/>
                <a:gd name="connsiteY24" fmla="*/ 7908 h 743864"/>
                <a:gd name="connsiteX25" fmla="*/ 84357 w 384948"/>
                <a:gd name="connsiteY25" fmla="*/ 39156 h 743864"/>
                <a:gd name="connsiteX26" fmla="*/ 38945 w 384948"/>
                <a:gd name="connsiteY26" fmla="*/ 61403 h 743864"/>
                <a:gd name="connsiteX27" fmla="*/ 18197 w 384948"/>
                <a:gd name="connsiteY27" fmla="*/ 107649 h 743864"/>
                <a:gd name="connsiteX28" fmla="*/ 17613 w 384948"/>
                <a:gd name="connsiteY28" fmla="*/ 122231 h 743864"/>
                <a:gd name="connsiteX29" fmla="*/ 9614 w 384948"/>
                <a:gd name="connsiteY29" fmla="*/ 138896 h 743864"/>
                <a:gd name="connsiteX30" fmla="*/ 365 w 384948"/>
                <a:gd name="connsiteY30" fmla="*/ 163311 h 743864"/>
                <a:gd name="connsiteX31" fmla="*/ 14364 w 384948"/>
                <a:gd name="connsiteY31" fmla="*/ 220389 h 743864"/>
                <a:gd name="connsiteX32" fmla="*/ 15947 w 384948"/>
                <a:gd name="connsiteY32" fmla="*/ 255886 h 743864"/>
                <a:gd name="connsiteX33" fmla="*/ 7364 w 384948"/>
                <a:gd name="connsiteY33" fmla="*/ 282633 h 743864"/>
                <a:gd name="connsiteX34" fmla="*/ 68609 w 384948"/>
                <a:gd name="connsiteY34" fmla="*/ 389041 h 743864"/>
                <a:gd name="connsiteX35" fmla="*/ 78441 w 384948"/>
                <a:gd name="connsiteY35" fmla="*/ 415038 h 743864"/>
                <a:gd name="connsiteX36" fmla="*/ 92274 w 384948"/>
                <a:gd name="connsiteY36" fmla="*/ 454202 h 743864"/>
                <a:gd name="connsiteX37" fmla="*/ 94106 w 384948"/>
                <a:gd name="connsiteY37" fmla="*/ 456451 h 743864"/>
                <a:gd name="connsiteX38" fmla="*/ 88857 w 384948"/>
                <a:gd name="connsiteY38" fmla="*/ 540777 h 743864"/>
                <a:gd name="connsiteX39" fmla="*/ 82524 w 384948"/>
                <a:gd name="connsiteY39" fmla="*/ 596272 h 743864"/>
                <a:gd name="connsiteX40" fmla="*/ 46527 w 384948"/>
                <a:gd name="connsiteY40" fmla="*/ 634602 h 743864"/>
                <a:gd name="connsiteX41" fmla="*/ 19863 w 384948"/>
                <a:gd name="connsiteY41" fmla="*/ 706346 h 743864"/>
                <a:gd name="connsiteX42" fmla="*/ 60693 w 384948"/>
                <a:gd name="connsiteY42" fmla="*/ 714595 h 743864"/>
                <a:gd name="connsiteX43" fmla="*/ 85941 w 384948"/>
                <a:gd name="connsiteY43" fmla="*/ 703179 h 743864"/>
                <a:gd name="connsiteX44" fmla="*/ 132520 w 384948"/>
                <a:gd name="connsiteY44" fmla="*/ 743342 h 743864"/>
                <a:gd name="connsiteX45" fmla="*/ 156268 w 384948"/>
                <a:gd name="connsiteY45" fmla="*/ 672598 h 743864"/>
                <a:gd name="connsiteX46" fmla="*/ 156268 w 384948"/>
                <a:gd name="connsiteY46" fmla="*/ 672598 h 743864"/>
                <a:gd name="connsiteX47" fmla="*/ 85524 w 384948"/>
                <a:gd name="connsiteY47" fmla="*/ 402456 h 743864"/>
                <a:gd name="connsiteX48" fmla="*/ 74525 w 384948"/>
                <a:gd name="connsiteY48" fmla="*/ 385541 h 743864"/>
                <a:gd name="connsiteX49" fmla="*/ 74525 w 384948"/>
                <a:gd name="connsiteY49" fmla="*/ 385541 h 743864"/>
                <a:gd name="connsiteX50" fmla="*/ 23779 w 384948"/>
                <a:gd name="connsiteY50" fmla="*/ 286883 h 743864"/>
                <a:gd name="connsiteX51" fmla="*/ 39861 w 384948"/>
                <a:gd name="connsiteY51" fmla="*/ 242721 h 743864"/>
                <a:gd name="connsiteX52" fmla="*/ 26862 w 384948"/>
                <a:gd name="connsiteY52" fmla="*/ 203057 h 743864"/>
                <a:gd name="connsiteX53" fmla="*/ 23196 w 384948"/>
                <a:gd name="connsiteY53" fmla="*/ 149895 h 743864"/>
                <a:gd name="connsiteX54" fmla="*/ 33695 w 384948"/>
                <a:gd name="connsiteY54" fmla="*/ 130064 h 743864"/>
                <a:gd name="connsiteX55" fmla="*/ 35529 w 384948"/>
                <a:gd name="connsiteY55" fmla="*/ 103399 h 743864"/>
                <a:gd name="connsiteX56" fmla="*/ 66276 w 384948"/>
                <a:gd name="connsiteY56" fmla="*/ 59571 h 743864"/>
                <a:gd name="connsiteX57" fmla="*/ 107939 w 384948"/>
                <a:gd name="connsiteY57" fmla="*/ 40905 h 743864"/>
                <a:gd name="connsiteX58" fmla="*/ 158434 w 384948"/>
                <a:gd name="connsiteY58" fmla="*/ 18990 h 743864"/>
                <a:gd name="connsiteX59" fmla="*/ 208430 w 384948"/>
                <a:gd name="connsiteY59" fmla="*/ 17074 h 743864"/>
                <a:gd name="connsiteX60" fmla="*/ 261758 w 384948"/>
                <a:gd name="connsiteY60" fmla="*/ 21574 h 743864"/>
                <a:gd name="connsiteX61" fmla="*/ 287256 w 384948"/>
                <a:gd name="connsiteY61" fmla="*/ 38405 h 743864"/>
                <a:gd name="connsiteX62" fmla="*/ 299838 w 384948"/>
                <a:gd name="connsiteY62" fmla="*/ 63403 h 743864"/>
                <a:gd name="connsiteX63" fmla="*/ 318253 w 384948"/>
                <a:gd name="connsiteY63" fmla="*/ 73486 h 743864"/>
                <a:gd name="connsiteX64" fmla="*/ 345834 w 384948"/>
                <a:gd name="connsiteY64" fmla="*/ 92151 h 743864"/>
                <a:gd name="connsiteX65" fmla="*/ 358833 w 384948"/>
                <a:gd name="connsiteY65" fmla="*/ 113399 h 743864"/>
                <a:gd name="connsiteX66" fmla="*/ 351750 w 384948"/>
                <a:gd name="connsiteY66" fmla="*/ 146146 h 743864"/>
                <a:gd name="connsiteX67" fmla="*/ 361916 w 384948"/>
                <a:gd name="connsiteY67" fmla="*/ 189975 h 743864"/>
                <a:gd name="connsiteX68" fmla="*/ 350084 w 384948"/>
                <a:gd name="connsiteY68" fmla="*/ 248803 h 743864"/>
                <a:gd name="connsiteX69" fmla="*/ 323086 w 384948"/>
                <a:gd name="connsiteY69" fmla="*/ 290466 h 743864"/>
                <a:gd name="connsiteX70" fmla="*/ 313170 w 384948"/>
                <a:gd name="connsiteY70" fmla="*/ 328796 h 743864"/>
                <a:gd name="connsiteX71" fmla="*/ 289506 w 384948"/>
                <a:gd name="connsiteY71" fmla="*/ 348711 h 743864"/>
                <a:gd name="connsiteX72" fmla="*/ 267174 w 384948"/>
                <a:gd name="connsiteY72" fmla="*/ 391207 h 743864"/>
                <a:gd name="connsiteX73" fmla="*/ 244843 w 384948"/>
                <a:gd name="connsiteY73" fmla="*/ 414871 h 743864"/>
                <a:gd name="connsiteX74" fmla="*/ 210429 w 384948"/>
                <a:gd name="connsiteY74" fmla="*/ 426454 h 743864"/>
                <a:gd name="connsiteX75" fmla="*/ 209846 w 384948"/>
                <a:gd name="connsiteY75" fmla="*/ 426704 h 743864"/>
                <a:gd name="connsiteX76" fmla="*/ 183432 w 384948"/>
                <a:gd name="connsiteY76" fmla="*/ 428370 h 743864"/>
                <a:gd name="connsiteX77" fmla="*/ 163100 w 384948"/>
                <a:gd name="connsiteY77" fmla="*/ 437786 h 743864"/>
                <a:gd name="connsiteX78" fmla="*/ 127520 w 384948"/>
                <a:gd name="connsiteY78" fmla="*/ 408039 h 743864"/>
                <a:gd name="connsiteX79" fmla="*/ 100689 w 384948"/>
                <a:gd name="connsiteY79" fmla="*/ 434453 h 743864"/>
                <a:gd name="connsiteX80" fmla="*/ 97606 w 384948"/>
                <a:gd name="connsiteY80" fmla="*/ 424371 h 743864"/>
                <a:gd name="connsiteX81" fmla="*/ 85524 w 384948"/>
                <a:gd name="connsiteY81" fmla="*/ 402456 h 743864"/>
                <a:gd name="connsiteX82" fmla="*/ 85524 w 384948"/>
                <a:gd name="connsiteY82" fmla="*/ 402456 h 743864"/>
                <a:gd name="connsiteX83" fmla="*/ 135353 w 384948"/>
                <a:gd name="connsiteY83" fmla="*/ 724094 h 743864"/>
                <a:gd name="connsiteX84" fmla="*/ 111188 w 384948"/>
                <a:gd name="connsiteY84" fmla="*/ 720928 h 743864"/>
                <a:gd name="connsiteX85" fmla="*/ 99773 w 384948"/>
                <a:gd name="connsiteY85" fmla="*/ 687597 h 743864"/>
                <a:gd name="connsiteX86" fmla="*/ 87440 w 384948"/>
                <a:gd name="connsiteY86" fmla="*/ 682348 h 743864"/>
                <a:gd name="connsiteX87" fmla="*/ 63276 w 384948"/>
                <a:gd name="connsiteY87" fmla="*/ 698763 h 743864"/>
                <a:gd name="connsiteX88" fmla="*/ 33362 w 384948"/>
                <a:gd name="connsiteY88" fmla="*/ 696430 h 743864"/>
                <a:gd name="connsiteX89" fmla="*/ 50944 w 384948"/>
                <a:gd name="connsiteY89" fmla="*/ 652517 h 743864"/>
                <a:gd name="connsiteX90" fmla="*/ 97440 w 384948"/>
                <a:gd name="connsiteY90" fmla="*/ 600355 h 743864"/>
                <a:gd name="connsiteX91" fmla="*/ 103939 w 384948"/>
                <a:gd name="connsiteY91" fmla="*/ 515362 h 743864"/>
                <a:gd name="connsiteX92" fmla="*/ 102439 w 384948"/>
                <a:gd name="connsiteY92" fmla="*/ 471200 h 743864"/>
                <a:gd name="connsiteX93" fmla="*/ 102772 w 384948"/>
                <a:gd name="connsiteY93" fmla="*/ 456285 h 743864"/>
                <a:gd name="connsiteX94" fmla="*/ 103356 w 384948"/>
                <a:gd name="connsiteY94" fmla="*/ 455868 h 743864"/>
                <a:gd name="connsiteX95" fmla="*/ 125021 w 384948"/>
                <a:gd name="connsiteY95" fmla="*/ 424204 h 743864"/>
                <a:gd name="connsiteX96" fmla="*/ 142352 w 384948"/>
                <a:gd name="connsiteY96" fmla="*/ 430787 h 743864"/>
                <a:gd name="connsiteX97" fmla="*/ 147352 w 384948"/>
                <a:gd name="connsiteY97" fmla="*/ 438953 h 743864"/>
                <a:gd name="connsiteX98" fmla="*/ 155934 w 384948"/>
                <a:gd name="connsiteY98" fmla="*/ 451452 h 743864"/>
                <a:gd name="connsiteX99" fmla="*/ 163017 w 384948"/>
                <a:gd name="connsiteY99" fmla="*/ 453451 h 743864"/>
                <a:gd name="connsiteX100" fmla="*/ 187015 w 384948"/>
                <a:gd name="connsiteY100" fmla="*/ 442703 h 743864"/>
                <a:gd name="connsiteX101" fmla="*/ 190431 w 384948"/>
                <a:gd name="connsiteY101" fmla="*/ 441952 h 743864"/>
                <a:gd name="connsiteX102" fmla="*/ 155768 w 384948"/>
                <a:gd name="connsiteY102" fmla="*/ 508947 h 743864"/>
                <a:gd name="connsiteX103" fmla="*/ 143852 w 384948"/>
                <a:gd name="connsiteY103" fmla="*/ 554276 h 743864"/>
                <a:gd name="connsiteX104" fmla="*/ 132770 w 384948"/>
                <a:gd name="connsiteY104" fmla="*/ 608354 h 743864"/>
                <a:gd name="connsiteX105" fmla="*/ 123270 w 384948"/>
                <a:gd name="connsiteY105" fmla="*/ 645268 h 743864"/>
                <a:gd name="connsiteX106" fmla="*/ 141686 w 384948"/>
                <a:gd name="connsiteY106" fmla="*/ 675931 h 743864"/>
                <a:gd name="connsiteX107" fmla="*/ 135353 w 384948"/>
                <a:gd name="connsiteY107" fmla="*/ 724094 h 743864"/>
                <a:gd name="connsiteX108" fmla="*/ 135353 w 384948"/>
                <a:gd name="connsiteY108" fmla="*/ 724094 h 743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384948" h="743864">
                  <a:moveTo>
                    <a:pt x="156268" y="672598"/>
                  </a:moveTo>
                  <a:cubicBezTo>
                    <a:pt x="153101" y="664849"/>
                    <a:pt x="148768" y="657683"/>
                    <a:pt x="144435" y="650601"/>
                  </a:cubicBezTo>
                  <a:cubicBezTo>
                    <a:pt x="138769" y="641351"/>
                    <a:pt x="139936" y="636185"/>
                    <a:pt x="143435" y="626186"/>
                  </a:cubicBezTo>
                  <a:cubicBezTo>
                    <a:pt x="150685" y="605271"/>
                    <a:pt x="153185" y="584773"/>
                    <a:pt x="158184" y="563358"/>
                  </a:cubicBezTo>
                  <a:cubicBezTo>
                    <a:pt x="167516" y="522862"/>
                    <a:pt x="176932" y="470117"/>
                    <a:pt x="209596" y="441369"/>
                  </a:cubicBezTo>
                  <a:cubicBezTo>
                    <a:pt x="209763" y="441369"/>
                    <a:pt x="210013" y="441369"/>
                    <a:pt x="210179" y="441369"/>
                  </a:cubicBezTo>
                  <a:cubicBezTo>
                    <a:pt x="211346" y="441703"/>
                    <a:pt x="212679" y="441703"/>
                    <a:pt x="214179" y="441369"/>
                  </a:cubicBezTo>
                  <a:cubicBezTo>
                    <a:pt x="214262" y="441369"/>
                    <a:pt x="214346" y="441286"/>
                    <a:pt x="214429" y="441286"/>
                  </a:cubicBezTo>
                  <a:cubicBezTo>
                    <a:pt x="217679" y="441119"/>
                    <a:pt x="220929" y="440786"/>
                    <a:pt x="224178" y="439869"/>
                  </a:cubicBezTo>
                  <a:cubicBezTo>
                    <a:pt x="225428" y="439536"/>
                    <a:pt x="226345" y="438953"/>
                    <a:pt x="227095" y="438203"/>
                  </a:cubicBezTo>
                  <a:cubicBezTo>
                    <a:pt x="242010" y="434537"/>
                    <a:pt x="258008" y="430204"/>
                    <a:pt x="269591" y="421455"/>
                  </a:cubicBezTo>
                  <a:cubicBezTo>
                    <a:pt x="285339" y="409539"/>
                    <a:pt x="280757" y="389124"/>
                    <a:pt x="290172" y="373792"/>
                  </a:cubicBezTo>
                  <a:cubicBezTo>
                    <a:pt x="301838" y="354627"/>
                    <a:pt x="326086" y="347961"/>
                    <a:pt x="335835" y="326630"/>
                  </a:cubicBezTo>
                  <a:cubicBezTo>
                    <a:pt x="339418" y="318714"/>
                    <a:pt x="340584" y="309465"/>
                    <a:pt x="341001" y="300882"/>
                  </a:cubicBezTo>
                  <a:cubicBezTo>
                    <a:pt x="341334" y="295383"/>
                    <a:pt x="340084" y="288717"/>
                    <a:pt x="341751" y="283384"/>
                  </a:cubicBezTo>
                  <a:cubicBezTo>
                    <a:pt x="344001" y="276218"/>
                    <a:pt x="351167" y="271468"/>
                    <a:pt x="356583" y="266802"/>
                  </a:cubicBezTo>
                  <a:cubicBezTo>
                    <a:pt x="369665" y="255386"/>
                    <a:pt x="383247" y="240887"/>
                    <a:pt x="384747" y="222722"/>
                  </a:cubicBezTo>
                  <a:cubicBezTo>
                    <a:pt x="386497" y="201807"/>
                    <a:pt x="376414" y="183393"/>
                    <a:pt x="370415" y="164061"/>
                  </a:cubicBezTo>
                  <a:cubicBezTo>
                    <a:pt x="364249" y="144063"/>
                    <a:pt x="380081" y="125148"/>
                    <a:pt x="373915" y="104483"/>
                  </a:cubicBezTo>
                  <a:cubicBezTo>
                    <a:pt x="369165" y="88651"/>
                    <a:pt x="354500" y="77902"/>
                    <a:pt x="341334" y="69236"/>
                  </a:cubicBezTo>
                  <a:cubicBezTo>
                    <a:pt x="331169" y="62570"/>
                    <a:pt x="316003" y="58904"/>
                    <a:pt x="309170" y="48072"/>
                  </a:cubicBezTo>
                  <a:cubicBezTo>
                    <a:pt x="304504" y="40572"/>
                    <a:pt x="302838" y="32823"/>
                    <a:pt x="296338" y="26073"/>
                  </a:cubicBezTo>
                  <a:cubicBezTo>
                    <a:pt x="283423" y="12741"/>
                    <a:pt x="264675" y="4909"/>
                    <a:pt x="246759" y="1409"/>
                  </a:cubicBezTo>
                  <a:cubicBezTo>
                    <a:pt x="226428" y="-2591"/>
                    <a:pt x="207180" y="2992"/>
                    <a:pt x="187098" y="4992"/>
                  </a:cubicBezTo>
                  <a:cubicBezTo>
                    <a:pt x="167850" y="6909"/>
                    <a:pt x="148768" y="909"/>
                    <a:pt x="130187" y="7908"/>
                  </a:cubicBezTo>
                  <a:cubicBezTo>
                    <a:pt x="112105" y="14658"/>
                    <a:pt x="102356" y="33823"/>
                    <a:pt x="84357" y="39156"/>
                  </a:cubicBezTo>
                  <a:cubicBezTo>
                    <a:pt x="67192" y="44155"/>
                    <a:pt x="51444" y="47072"/>
                    <a:pt x="38945" y="61403"/>
                  </a:cubicBezTo>
                  <a:cubicBezTo>
                    <a:pt x="29029" y="72736"/>
                    <a:pt x="19280" y="92318"/>
                    <a:pt x="18197" y="107649"/>
                  </a:cubicBezTo>
                  <a:cubicBezTo>
                    <a:pt x="17864" y="112482"/>
                    <a:pt x="18530" y="117399"/>
                    <a:pt x="17613" y="122231"/>
                  </a:cubicBezTo>
                  <a:cubicBezTo>
                    <a:pt x="16363" y="128564"/>
                    <a:pt x="12947" y="133481"/>
                    <a:pt x="9614" y="138896"/>
                  </a:cubicBezTo>
                  <a:cubicBezTo>
                    <a:pt x="4864" y="146646"/>
                    <a:pt x="1448" y="154145"/>
                    <a:pt x="365" y="163311"/>
                  </a:cubicBezTo>
                  <a:cubicBezTo>
                    <a:pt x="-1885" y="183476"/>
                    <a:pt x="6698" y="202141"/>
                    <a:pt x="14364" y="220389"/>
                  </a:cubicBezTo>
                  <a:cubicBezTo>
                    <a:pt x="20363" y="234638"/>
                    <a:pt x="22363" y="241221"/>
                    <a:pt x="15947" y="255886"/>
                  </a:cubicBezTo>
                  <a:cubicBezTo>
                    <a:pt x="12114" y="264552"/>
                    <a:pt x="8364" y="273051"/>
                    <a:pt x="7364" y="282633"/>
                  </a:cubicBezTo>
                  <a:cubicBezTo>
                    <a:pt x="2781" y="327796"/>
                    <a:pt x="38028" y="361627"/>
                    <a:pt x="68609" y="389041"/>
                  </a:cubicBezTo>
                  <a:cubicBezTo>
                    <a:pt x="72025" y="397623"/>
                    <a:pt x="74191" y="406539"/>
                    <a:pt x="78441" y="415038"/>
                  </a:cubicBezTo>
                  <a:cubicBezTo>
                    <a:pt x="84691" y="427870"/>
                    <a:pt x="86690" y="441452"/>
                    <a:pt x="92274" y="454202"/>
                  </a:cubicBezTo>
                  <a:cubicBezTo>
                    <a:pt x="92690" y="455118"/>
                    <a:pt x="93357" y="455868"/>
                    <a:pt x="94106" y="456451"/>
                  </a:cubicBezTo>
                  <a:cubicBezTo>
                    <a:pt x="93773" y="484532"/>
                    <a:pt x="92773" y="513363"/>
                    <a:pt x="88857" y="540777"/>
                  </a:cubicBezTo>
                  <a:cubicBezTo>
                    <a:pt x="86274" y="559192"/>
                    <a:pt x="85274" y="577857"/>
                    <a:pt x="82524" y="596272"/>
                  </a:cubicBezTo>
                  <a:cubicBezTo>
                    <a:pt x="79691" y="615104"/>
                    <a:pt x="60109" y="623103"/>
                    <a:pt x="46527" y="634602"/>
                  </a:cubicBezTo>
                  <a:cubicBezTo>
                    <a:pt x="28946" y="649434"/>
                    <a:pt x="-5634" y="683514"/>
                    <a:pt x="19863" y="706346"/>
                  </a:cubicBezTo>
                  <a:cubicBezTo>
                    <a:pt x="30279" y="715678"/>
                    <a:pt x="47611" y="716261"/>
                    <a:pt x="60693" y="714595"/>
                  </a:cubicBezTo>
                  <a:cubicBezTo>
                    <a:pt x="69859" y="713428"/>
                    <a:pt x="78525" y="709095"/>
                    <a:pt x="85941" y="703179"/>
                  </a:cubicBezTo>
                  <a:cubicBezTo>
                    <a:pt x="89107" y="726094"/>
                    <a:pt x="106605" y="747509"/>
                    <a:pt x="132520" y="743342"/>
                  </a:cubicBezTo>
                  <a:cubicBezTo>
                    <a:pt x="163350" y="738259"/>
                    <a:pt x="165433" y="695013"/>
                    <a:pt x="156268" y="672598"/>
                  </a:cubicBezTo>
                  <a:lnTo>
                    <a:pt x="156268" y="672598"/>
                  </a:lnTo>
                  <a:close/>
                  <a:moveTo>
                    <a:pt x="85524" y="402456"/>
                  </a:moveTo>
                  <a:cubicBezTo>
                    <a:pt x="82274" y="396540"/>
                    <a:pt x="79858" y="389457"/>
                    <a:pt x="74525" y="385541"/>
                  </a:cubicBezTo>
                  <a:lnTo>
                    <a:pt x="74525" y="385541"/>
                  </a:lnTo>
                  <a:cubicBezTo>
                    <a:pt x="50194" y="361876"/>
                    <a:pt x="20196" y="323047"/>
                    <a:pt x="23779" y="286883"/>
                  </a:cubicBezTo>
                  <a:cubicBezTo>
                    <a:pt x="25363" y="270885"/>
                    <a:pt x="38861" y="258636"/>
                    <a:pt x="39861" y="242721"/>
                  </a:cubicBezTo>
                  <a:cubicBezTo>
                    <a:pt x="40695" y="229055"/>
                    <a:pt x="31862" y="215307"/>
                    <a:pt x="26862" y="203057"/>
                  </a:cubicBezTo>
                  <a:cubicBezTo>
                    <a:pt x="19446" y="185059"/>
                    <a:pt x="13447" y="168311"/>
                    <a:pt x="23196" y="149895"/>
                  </a:cubicBezTo>
                  <a:cubicBezTo>
                    <a:pt x="26696" y="143313"/>
                    <a:pt x="31695" y="137397"/>
                    <a:pt x="33695" y="130064"/>
                  </a:cubicBezTo>
                  <a:cubicBezTo>
                    <a:pt x="36112" y="121231"/>
                    <a:pt x="33612" y="112149"/>
                    <a:pt x="35529" y="103399"/>
                  </a:cubicBezTo>
                  <a:cubicBezTo>
                    <a:pt x="39195" y="86152"/>
                    <a:pt x="50527" y="67569"/>
                    <a:pt x="66276" y="59571"/>
                  </a:cubicBezTo>
                  <a:cubicBezTo>
                    <a:pt x="81024" y="52154"/>
                    <a:pt x="95606" y="52904"/>
                    <a:pt x="107939" y="40905"/>
                  </a:cubicBezTo>
                  <a:cubicBezTo>
                    <a:pt x="123104" y="26323"/>
                    <a:pt x="136269" y="16324"/>
                    <a:pt x="158434" y="18990"/>
                  </a:cubicBezTo>
                  <a:cubicBezTo>
                    <a:pt x="175433" y="21074"/>
                    <a:pt x="191598" y="19491"/>
                    <a:pt x="208430" y="17074"/>
                  </a:cubicBezTo>
                  <a:cubicBezTo>
                    <a:pt x="226928" y="14408"/>
                    <a:pt x="244093" y="14408"/>
                    <a:pt x="261758" y="21574"/>
                  </a:cubicBezTo>
                  <a:cubicBezTo>
                    <a:pt x="271007" y="25323"/>
                    <a:pt x="280590" y="30740"/>
                    <a:pt x="287256" y="38405"/>
                  </a:cubicBezTo>
                  <a:cubicBezTo>
                    <a:pt x="293755" y="45905"/>
                    <a:pt x="293589" y="56070"/>
                    <a:pt x="299838" y="63403"/>
                  </a:cubicBezTo>
                  <a:cubicBezTo>
                    <a:pt x="304504" y="68903"/>
                    <a:pt x="312087" y="70486"/>
                    <a:pt x="318253" y="73486"/>
                  </a:cubicBezTo>
                  <a:cubicBezTo>
                    <a:pt x="328169" y="78319"/>
                    <a:pt x="337585" y="84818"/>
                    <a:pt x="345834" y="92151"/>
                  </a:cubicBezTo>
                  <a:cubicBezTo>
                    <a:pt x="352500" y="98067"/>
                    <a:pt x="357833" y="104233"/>
                    <a:pt x="358833" y="113399"/>
                  </a:cubicBezTo>
                  <a:cubicBezTo>
                    <a:pt x="360082" y="124898"/>
                    <a:pt x="353750" y="135147"/>
                    <a:pt x="351750" y="146146"/>
                  </a:cubicBezTo>
                  <a:cubicBezTo>
                    <a:pt x="349000" y="161561"/>
                    <a:pt x="356833" y="175810"/>
                    <a:pt x="361916" y="189975"/>
                  </a:cubicBezTo>
                  <a:cubicBezTo>
                    <a:pt x="370415" y="213723"/>
                    <a:pt x="368998" y="231305"/>
                    <a:pt x="350084" y="248803"/>
                  </a:cubicBezTo>
                  <a:cubicBezTo>
                    <a:pt x="336084" y="261719"/>
                    <a:pt x="323586" y="270051"/>
                    <a:pt x="323086" y="290466"/>
                  </a:cubicBezTo>
                  <a:cubicBezTo>
                    <a:pt x="322669" y="304548"/>
                    <a:pt x="323169" y="317464"/>
                    <a:pt x="313170" y="328796"/>
                  </a:cubicBezTo>
                  <a:cubicBezTo>
                    <a:pt x="306338" y="336629"/>
                    <a:pt x="297338" y="341961"/>
                    <a:pt x="289506" y="348711"/>
                  </a:cubicBezTo>
                  <a:cubicBezTo>
                    <a:pt x="275840" y="360460"/>
                    <a:pt x="270424" y="373959"/>
                    <a:pt x="267174" y="391207"/>
                  </a:cubicBezTo>
                  <a:cubicBezTo>
                    <a:pt x="264508" y="405289"/>
                    <a:pt x="257675" y="410039"/>
                    <a:pt x="244843" y="414871"/>
                  </a:cubicBezTo>
                  <a:cubicBezTo>
                    <a:pt x="233510" y="419121"/>
                    <a:pt x="221929" y="422788"/>
                    <a:pt x="210429" y="426454"/>
                  </a:cubicBezTo>
                  <a:cubicBezTo>
                    <a:pt x="210179" y="426537"/>
                    <a:pt x="210013" y="426621"/>
                    <a:pt x="209846" y="426704"/>
                  </a:cubicBezTo>
                  <a:cubicBezTo>
                    <a:pt x="201014" y="426204"/>
                    <a:pt x="192347" y="426204"/>
                    <a:pt x="183432" y="428370"/>
                  </a:cubicBezTo>
                  <a:cubicBezTo>
                    <a:pt x="175599" y="430287"/>
                    <a:pt x="169850" y="434703"/>
                    <a:pt x="163100" y="437786"/>
                  </a:cubicBezTo>
                  <a:cubicBezTo>
                    <a:pt x="152268" y="425454"/>
                    <a:pt x="147685" y="407622"/>
                    <a:pt x="127520" y="408039"/>
                  </a:cubicBezTo>
                  <a:cubicBezTo>
                    <a:pt x="110272" y="408372"/>
                    <a:pt x="106689" y="422038"/>
                    <a:pt x="100689" y="434453"/>
                  </a:cubicBezTo>
                  <a:cubicBezTo>
                    <a:pt x="99856" y="431037"/>
                    <a:pt x="98940" y="427621"/>
                    <a:pt x="97606" y="424371"/>
                  </a:cubicBezTo>
                  <a:cubicBezTo>
                    <a:pt x="94273" y="416871"/>
                    <a:pt x="89524" y="409705"/>
                    <a:pt x="85524" y="402456"/>
                  </a:cubicBezTo>
                  <a:lnTo>
                    <a:pt x="85524" y="402456"/>
                  </a:lnTo>
                  <a:close/>
                  <a:moveTo>
                    <a:pt x="135353" y="724094"/>
                  </a:moveTo>
                  <a:cubicBezTo>
                    <a:pt x="127353" y="730177"/>
                    <a:pt x="118188" y="726260"/>
                    <a:pt x="111188" y="720928"/>
                  </a:cubicBezTo>
                  <a:cubicBezTo>
                    <a:pt x="100606" y="712845"/>
                    <a:pt x="97273" y="700679"/>
                    <a:pt x="99773" y="687597"/>
                  </a:cubicBezTo>
                  <a:cubicBezTo>
                    <a:pt x="101189" y="679848"/>
                    <a:pt x="92107" y="676265"/>
                    <a:pt x="87440" y="682348"/>
                  </a:cubicBezTo>
                  <a:cubicBezTo>
                    <a:pt x="81524" y="690097"/>
                    <a:pt x="72775" y="696346"/>
                    <a:pt x="63276" y="698763"/>
                  </a:cubicBezTo>
                  <a:cubicBezTo>
                    <a:pt x="55777" y="700679"/>
                    <a:pt x="40028" y="701346"/>
                    <a:pt x="33362" y="696430"/>
                  </a:cubicBezTo>
                  <a:cubicBezTo>
                    <a:pt x="16614" y="684181"/>
                    <a:pt x="41611" y="660350"/>
                    <a:pt x="50944" y="652517"/>
                  </a:cubicBezTo>
                  <a:cubicBezTo>
                    <a:pt x="69692" y="636768"/>
                    <a:pt x="94190" y="626769"/>
                    <a:pt x="97440" y="600355"/>
                  </a:cubicBezTo>
                  <a:cubicBezTo>
                    <a:pt x="100856" y="572691"/>
                    <a:pt x="104106" y="543277"/>
                    <a:pt x="103939" y="515362"/>
                  </a:cubicBezTo>
                  <a:cubicBezTo>
                    <a:pt x="103855" y="500614"/>
                    <a:pt x="103189" y="485949"/>
                    <a:pt x="102439" y="471200"/>
                  </a:cubicBezTo>
                  <a:cubicBezTo>
                    <a:pt x="102189" y="466284"/>
                    <a:pt x="102689" y="461201"/>
                    <a:pt x="102772" y="456285"/>
                  </a:cubicBezTo>
                  <a:cubicBezTo>
                    <a:pt x="102939" y="456118"/>
                    <a:pt x="103189" y="456034"/>
                    <a:pt x="103356" y="455868"/>
                  </a:cubicBezTo>
                  <a:cubicBezTo>
                    <a:pt x="112771" y="446285"/>
                    <a:pt x="112688" y="430037"/>
                    <a:pt x="125021" y="424204"/>
                  </a:cubicBezTo>
                  <a:cubicBezTo>
                    <a:pt x="133603" y="420121"/>
                    <a:pt x="136769" y="423454"/>
                    <a:pt x="142352" y="430787"/>
                  </a:cubicBezTo>
                  <a:cubicBezTo>
                    <a:pt x="144185" y="433287"/>
                    <a:pt x="145685" y="436286"/>
                    <a:pt x="147352" y="438953"/>
                  </a:cubicBezTo>
                  <a:cubicBezTo>
                    <a:pt x="150102" y="443202"/>
                    <a:pt x="152268" y="447952"/>
                    <a:pt x="155934" y="451452"/>
                  </a:cubicBezTo>
                  <a:cubicBezTo>
                    <a:pt x="157768" y="453202"/>
                    <a:pt x="160434" y="454202"/>
                    <a:pt x="163017" y="453451"/>
                  </a:cubicBezTo>
                  <a:cubicBezTo>
                    <a:pt x="171599" y="450868"/>
                    <a:pt x="178182" y="444952"/>
                    <a:pt x="187015" y="442703"/>
                  </a:cubicBezTo>
                  <a:cubicBezTo>
                    <a:pt x="188181" y="442369"/>
                    <a:pt x="189348" y="442203"/>
                    <a:pt x="190431" y="441952"/>
                  </a:cubicBezTo>
                  <a:cubicBezTo>
                    <a:pt x="173183" y="459784"/>
                    <a:pt x="162101" y="486949"/>
                    <a:pt x="155768" y="508947"/>
                  </a:cubicBezTo>
                  <a:cubicBezTo>
                    <a:pt x="151435" y="524029"/>
                    <a:pt x="147685" y="539111"/>
                    <a:pt x="143852" y="554276"/>
                  </a:cubicBezTo>
                  <a:cubicBezTo>
                    <a:pt x="139269" y="572191"/>
                    <a:pt x="138186" y="590689"/>
                    <a:pt x="132770" y="608354"/>
                  </a:cubicBezTo>
                  <a:cubicBezTo>
                    <a:pt x="129437" y="619187"/>
                    <a:pt x="120854" y="633685"/>
                    <a:pt x="123270" y="645268"/>
                  </a:cubicBezTo>
                  <a:cubicBezTo>
                    <a:pt x="125520" y="656267"/>
                    <a:pt x="137269" y="665266"/>
                    <a:pt x="141686" y="675931"/>
                  </a:cubicBezTo>
                  <a:cubicBezTo>
                    <a:pt x="147685" y="690430"/>
                    <a:pt x="149602" y="713178"/>
                    <a:pt x="135353" y="724094"/>
                  </a:cubicBezTo>
                  <a:lnTo>
                    <a:pt x="135353" y="724094"/>
                  </a:lnTo>
                  <a:close/>
                </a:path>
              </a:pathLst>
            </a:custGeom>
            <a:grpFill/>
            <a:ln w="8332" cap="flat">
              <a:noFill/>
              <a:prstDash val="solid"/>
              <a:miter/>
            </a:ln>
          </p:spPr>
          <p:txBody>
            <a:bodyPr rtlCol="0" anchor="ctr"/>
            <a:lstStyle/>
            <a:p>
              <a:endParaRPr lang="en-US"/>
            </a:p>
          </p:txBody>
        </p:sp>
        <p:sp>
          <p:nvSpPr>
            <p:cNvPr id="2694" name="Freeform: Shape 2693"/>
            <p:cNvSpPr/>
            <p:nvPr/>
          </p:nvSpPr>
          <p:spPr>
            <a:xfrm>
              <a:off x="5846191" y="5604305"/>
              <a:ext cx="89698" cy="240510"/>
            </a:xfrm>
            <a:custGeom>
              <a:avLst/>
              <a:gdLst>
                <a:gd name="connsiteX0" fmla="*/ 43883 w 89698"/>
                <a:gd name="connsiteY0" fmla="*/ 233596 h 240510"/>
                <a:gd name="connsiteX1" fmla="*/ 17802 w 89698"/>
                <a:gd name="connsiteY1" fmla="*/ 203765 h 240510"/>
                <a:gd name="connsiteX2" fmla="*/ 34384 w 89698"/>
                <a:gd name="connsiteY2" fmla="*/ 172851 h 240510"/>
                <a:gd name="connsiteX3" fmla="*/ 16469 w 89698"/>
                <a:gd name="connsiteY3" fmla="*/ 121356 h 240510"/>
                <a:gd name="connsiteX4" fmla="*/ 27968 w 89698"/>
                <a:gd name="connsiteY4" fmla="*/ 84443 h 240510"/>
                <a:gd name="connsiteX5" fmla="*/ 23385 w 89698"/>
                <a:gd name="connsiteY5" fmla="*/ 61945 h 240510"/>
                <a:gd name="connsiteX6" fmla="*/ 38800 w 89698"/>
                <a:gd name="connsiteY6" fmla="*/ 15615 h 240510"/>
                <a:gd name="connsiteX7" fmla="*/ 88296 w 89698"/>
                <a:gd name="connsiteY7" fmla="*/ 7366 h 240510"/>
                <a:gd name="connsiteX8" fmla="*/ 89212 w 89698"/>
                <a:gd name="connsiteY8" fmla="*/ 5783 h 240510"/>
                <a:gd name="connsiteX9" fmla="*/ 17636 w 89698"/>
                <a:gd name="connsiteY9" fmla="*/ 21698 h 240510"/>
                <a:gd name="connsiteX10" fmla="*/ 10469 w 89698"/>
                <a:gd name="connsiteY10" fmla="*/ 57945 h 240510"/>
                <a:gd name="connsiteX11" fmla="*/ 12136 w 89698"/>
                <a:gd name="connsiteY11" fmla="*/ 86859 h 240510"/>
                <a:gd name="connsiteX12" fmla="*/ 1304 w 89698"/>
                <a:gd name="connsiteY12" fmla="*/ 108190 h 240510"/>
                <a:gd name="connsiteX13" fmla="*/ 8636 w 89698"/>
                <a:gd name="connsiteY13" fmla="*/ 146354 h 240510"/>
                <a:gd name="connsiteX14" fmla="*/ 21135 w 89698"/>
                <a:gd name="connsiteY14" fmla="*/ 164852 h 240510"/>
                <a:gd name="connsiteX15" fmla="*/ 10387 w 89698"/>
                <a:gd name="connsiteY15" fmla="*/ 181434 h 240510"/>
                <a:gd name="connsiteX16" fmla="*/ 6720 w 89698"/>
                <a:gd name="connsiteY16" fmla="*/ 219597 h 240510"/>
                <a:gd name="connsiteX17" fmla="*/ 39633 w 89698"/>
                <a:gd name="connsiteY17" fmla="*/ 240428 h 240510"/>
                <a:gd name="connsiteX18" fmla="*/ 43883 w 89698"/>
                <a:gd name="connsiteY18" fmla="*/ 233596 h 240510"/>
                <a:gd name="connsiteX19" fmla="*/ 43883 w 89698"/>
                <a:gd name="connsiteY19" fmla="*/ 233596 h 240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9698" h="240510">
                  <a:moveTo>
                    <a:pt x="43883" y="233596"/>
                  </a:moveTo>
                  <a:cubicBezTo>
                    <a:pt x="33051" y="224597"/>
                    <a:pt x="17469" y="221014"/>
                    <a:pt x="17802" y="203765"/>
                  </a:cubicBezTo>
                  <a:cubicBezTo>
                    <a:pt x="18136" y="190183"/>
                    <a:pt x="27635" y="182934"/>
                    <a:pt x="34384" y="172851"/>
                  </a:cubicBezTo>
                  <a:cubicBezTo>
                    <a:pt x="46300" y="154936"/>
                    <a:pt x="19052" y="139354"/>
                    <a:pt x="16469" y="121356"/>
                  </a:cubicBezTo>
                  <a:cubicBezTo>
                    <a:pt x="14386" y="106857"/>
                    <a:pt x="25302" y="97691"/>
                    <a:pt x="27968" y="84443"/>
                  </a:cubicBezTo>
                  <a:cubicBezTo>
                    <a:pt x="29635" y="76027"/>
                    <a:pt x="26718" y="69527"/>
                    <a:pt x="23385" y="61945"/>
                  </a:cubicBezTo>
                  <a:cubicBezTo>
                    <a:pt x="14553" y="41863"/>
                    <a:pt x="19552" y="26531"/>
                    <a:pt x="38800" y="15615"/>
                  </a:cubicBezTo>
                  <a:cubicBezTo>
                    <a:pt x="53799" y="7116"/>
                    <a:pt x="71547" y="-50"/>
                    <a:pt x="88296" y="7366"/>
                  </a:cubicBezTo>
                  <a:cubicBezTo>
                    <a:pt x="89379" y="7866"/>
                    <a:pt x="90296" y="6450"/>
                    <a:pt x="89212" y="5783"/>
                  </a:cubicBezTo>
                  <a:cubicBezTo>
                    <a:pt x="68131" y="-7299"/>
                    <a:pt x="33301" y="3450"/>
                    <a:pt x="17636" y="21698"/>
                  </a:cubicBezTo>
                  <a:cubicBezTo>
                    <a:pt x="8886" y="31864"/>
                    <a:pt x="6637" y="45279"/>
                    <a:pt x="10469" y="57945"/>
                  </a:cubicBezTo>
                  <a:cubicBezTo>
                    <a:pt x="13719" y="68777"/>
                    <a:pt x="17552" y="75860"/>
                    <a:pt x="12136" y="86859"/>
                  </a:cubicBezTo>
                  <a:cubicBezTo>
                    <a:pt x="8470" y="94275"/>
                    <a:pt x="3470" y="99858"/>
                    <a:pt x="1304" y="108190"/>
                  </a:cubicBezTo>
                  <a:cubicBezTo>
                    <a:pt x="-2196" y="121939"/>
                    <a:pt x="1720" y="134522"/>
                    <a:pt x="8636" y="146354"/>
                  </a:cubicBezTo>
                  <a:cubicBezTo>
                    <a:pt x="11136" y="150603"/>
                    <a:pt x="20885" y="160686"/>
                    <a:pt x="21135" y="164852"/>
                  </a:cubicBezTo>
                  <a:cubicBezTo>
                    <a:pt x="21385" y="168768"/>
                    <a:pt x="12303" y="177768"/>
                    <a:pt x="10387" y="181434"/>
                  </a:cubicBezTo>
                  <a:cubicBezTo>
                    <a:pt x="4137" y="193516"/>
                    <a:pt x="1471" y="206682"/>
                    <a:pt x="6720" y="219597"/>
                  </a:cubicBezTo>
                  <a:cubicBezTo>
                    <a:pt x="12553" y="234096"/>
                    <a:pt x="24969" y="238345"/>
                    <a:pt x="39633" y="240428"/>
                  </a:cubicBezTo>
                  <a:cubicBezTo>
                    <a:pt x="43217" y="241179"/>
                    <a:pt x="47550" y="236596"/>
                    <a:pt x="43883" y="233596"/>
                  </a:cubicBezTo>
                  <a:lnTo>
                    <a:pt x="43883" y="233596"/>
                  </a:lnTo>
                  <a:close/>
                </a:path>
              </a:pathLst>
            </a:custGeom>
            <a:grpFill/>
            <a:ln w="8332" cap="flat">
              <a:noFill/>
              <a:prstDash val="solid"/>
              <a:miter/>
            </a:ln>
          </p:spPr>
          <p:txBody>
            <a:bodyPr rtlCol="0" anchor="ctr"/>
            <a:lstStyle/>
            <a:p>
              <a:endParaRPr lang="en-US"/>
            </a:p>
          </p:txBody>
        </p:sp>
        <p:sp>
          <p:nvSpPr>
            <p:cNvPr id="2695" name="Freeform: Shape 2694"/>
            <p:cNvSpPr/>
            <p:nvPr/>
          </p:nvSpPr>
          <p:spPr>
            <a:xfrm>
              <a:off x="5895710" y="5811470"/>
              <a:ext cx="64561" cy="85015"/>
            </a:xfrm>
            <a:custGeom>
              <a:avLst/>
              <a:gdLst>
                <a:gd name="connsiteX0" fmla="*/ 61191 w 64561"/>
                <a:gd name="connsiteY0" fmla="*/ 72927 h 85015"/>
                <a:gd name="connsiteX1" fmla="*/ 21445 w 64561"/>
                <a:gd name="connsiteY1" fmla="*/ 52762 h 85015"/>
                <a:gd name="connsiteX2" fmla="*/ 15029 w 64561"/>
                <a:gd name="connsiteY2" fmla="*/ 37513 h 85015"/>
                <a:gd name="connsiteX3" fmla="*/ 21278 w 64561"/>
                <a:gd name="connsiteY3" fmla="*/ 5850 h 85015"/>
                <a:gd name="connsiteX4" fmla="*/ 15195 w 64561"/>
                <a:gd name="connsiteY4" fmla="*/ 1017 h 85015"/>
                <a:gd name="connsiteX5" fmla="*/ 30 w 64561"/>
                <a:gd name="connsiteY5" fmla="*/ 28014 h 85015"/>
                <a:gd name="connsiteX6" fmla="*/ 3446 w 64561"/>
                <a:gd name="connsiteY6" fmla="*/ 43930 h 85015"/>
                <a:gd name="connsiteX7" fmla="*/ 9696 w 64561"/>
                <a:gd name="connsiteY7" fmla="*/ 62178 h 85015"/>
                <a:gd name="connsiteX8" fmla="*/ 62191 w 64561"/>
                <a:gd name="connsiteY8" fmla="*/ 81510 h 85015"/>
                <a:gd name="connsiteX9" fmla="*/ 61191 w 64561"/>
                <a:gd name="connsiteY9" fmla="*/ 72927 h 85015"/>
                <a:gd name="connsiteX10" fmla="*/ 61191 w 64561"/>
                <a:gd name="connsiteY10" fmla="*/ 72927 h 85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4561" h="85015">
                  <a:moveTo>
                    <a:pt x="61191" y="72927"/>
                  </a:moveTo>
                  <a:cubicBezTo>
                    <a:pt x="46693" y="66844"/>
                    <a:pt x="28277" y="71427"/>
                    <a:pt x="21445" y="52762"/>
                  </a:cubicBezTo>
                  <a:cubicBezTo>
                    <a:pt x="19528" y="47429"/>
                    <a:pt x="17362" y="42763"/>
                    <a:pt x="15029" y="37513"/>
                  </a:cubicBezTo>
                  <a:cubicBezTo>
                    <a:pt x="9779" y="25431"/>
                    <a:pt x="13612" y="15765"/>
                    <a:pt x="21278" y="5850"/>
                  </a:cubicBezTo>
                  <a:cubicBezTo>
                    <a:pt x="24028" y="2267"/>
                    <a:pt x="18278" y="-1983"/>
                    <a:pt x="15195" y="1017"/>
                  </a:cubicBezTo>
                  <a:cubicBezTo>
                    <a:pt x="7446" y="8682"/>
                    <a:pt x="530" y="16598"/>
                    <a:pt x="30" y="28014"/>
                  </a:cubicBezTo>
                  <a:cubicBezTo>
                    <a:pt x="-220" y="33764"/>
                    <a:pt x="1113" y="38680"/>
                    <a:pt x="3446" y="43930"/>
                  </a:cubicBezTo>
                  <a:cubicBezTo>
                    <a:pt x="6030" y="49929"/>
                    <a:pt x="7196" y="56262"/>
                    <a:pt x="9696" y="62178"/>
                  </a:cubicBezTo>
                  <a:cubicBezTo>
                    <a:pt x="17029" y="79343"/>
                    <a:pt x="45693" y="91259"/>
                    <a:pt x="62191" y="81510"/>
                  </a:cubicBezTo>
                  <a:cubicBezTo>
                    <a:pt x="66024" y="79176"/>
                    <a:pt x="64858" y="74343"/>
                    <a:pt x="61191" y="72927"/>
                  </a:cubicBezTo>
                  <a:lnTo>
                    <a:pt x="61191" y="72927"/>
                  </a:lnTo>
                  <a:close/>
                </a:path>
              </a:pathLst>
            </a:custGeom>
            <a:grpFill/>
            <a:ln w="8332" cap="flat">
              <a:noFill/>
              <a:prstDash val="solid"/>
              <a:miter/>
            </a:ln>
          </p:spPr>
          <p:txBody>
            <a:bodyPr rtlCol="0" anchor="ctr"/>
            <a:lstStyle/>
            <a:p>
              <a:endParaRPr lang="en-US"/>
            </a:p>
          </p:txBody>
        </p:sp>
        <p:sp>
          <p:nvSpPr>
            <p:cNvPr id="2696" name="Freeform: Shape 2695"/>
            <p:cNvSpPr/>
            <p:nvPr/>
          </p:nvSpPr>
          <p:spPr>
            <a:xfrm>
              <a:off x="5886440" y="5711619"/>
              <a:ext cx="75031" cy="99688"/>
            </a:xfrm>
            <a:custGeom>
              <a:avLst/>
              <a:gdLst>
                <a:gd name="connsiteX0" fmla="*/ 69545 w 75031"/>
                <a:gd name="connsiteY0" fmla="*/ 86119 h 99688"/>
                <a:gd name="connsiteX1" fmla="*/ 50546 w 75031"/>
                <a:gd name="connsiteY1" fmla="*/ 71120 h 99688"/>
                <a:gd name="connsiteX2" fmla="*/ 65545 w 75031"/>
                <a:gd name="connsiteY2" fmla="*/ 52705 h 99688"/>
                <a:gd name="connsiteX3" fmla="*/ 58129 w 75031"/>
                <a:gd name="connsiteY3" fmla="*/ 45039 h 99688"/>
                <a:gd name="connsiteX4" fmla="*/ 37464 w 75031"/>
                <a:gd name="connsiteY4" fmla="*/ 69454 h 99688"/>
                <a:gd name="connsiteX5" fmla="*/ 13550 w 75031"/>
                <a:gd name="connsiteY5" fmla="*/ 45289 h 99688"/>
                <a:gd name="connsiteX6" fmla="*/ 35798 w 75031"/>
                <a:gd name="connsiteY6" fmla="*/ 6626 h 99688"/>
                <a:gd name="connsiteX7" fmla="*/ 32298 w 75031"/>
                <a:gd name="connsiteY7" fmla="*/ 376 h 99688"/>
                <a:gd name="connsiteX8" fmla="*/ 551 w 75031"/>
                <a:gd name="connsiteY8" fmla="*/ 49288 h 99688"/>
                <a:gd name="connsiteX9" fmla="*/ 37631 w 75031"/>
                <a:gd name="connsiteY9" fmla="*/ 80869 h 99688"/>
                <a:gd name="connsiteX10" fmla="*/ 49880 w 75031"/>
                <a:gd name="connsiteY10" fmla="*/ 97034 h 99688"/>
                <a:gd name="connsiteX11" fmla="*/ 72128 w 75031"/>
                <a:gd name="connsiteY11" fmla="*/ 96535 h 99688"/>
                <a:gd name="connsiteX12" fmla="*/ 69545 w 75031"/>
                <a:gd name="connsiteY12" fmla="*/ 86119 h 99688"/>
                <a:gd name="connsiteX13" fmla="*/ 69545 w 75031"/>
                <a:gd name="connsiteY13" fmla="*/ 86119 h 99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5031" h="99688">
                  <a:moveTo>
                    <a:pt x="69545" y="86119"/>
                  </a:moveTo>
                  <a:cubicBezTo>
                    <a:pt x="61296" y="85785"/>
                    <a:pt x="48630" y="82286"/>
                    <a:pt x="50546" y="71120"/>
                  </a:cubicBezTo>
                  <a:cubicBezTo>
                    <a:pt x="51880" y="63370"/>
                    <a:pt x="60295" y="57704"/>
                    <a:pt x="65545" y="52705"/>
                  </a:cubicBezTo>
                  <a:cubicBezTo>
                    <a:pt x="70461" y="47955"/>
                    <a:pt x="63129" y="40206"/>
                    <a:pt x="58129" y="45039"/>
                  </a:cubicBezTo>
                  <a:cubicBezTo>
                    <a:pt x="50630" y="52288"/>
                    <a:pt x="40298" y="59371"/>
                    <a:pt x="37464" y="69454"/>
                  </a:cubicBezTo>
                  <a:cubicBezTo>
                    <a:pt x="26382" y="64704"/>
                    <a:pt x="15550" y="58455"/>
                    <a:pt x="13550" y="45289"/>
                  </a:cubicBezTo>
                  <a:cubicBezTo>
                    <a:pt x="10883" y="27374"/>
                    <a:pt x="20633" y="14709"/>
                    <a:pt x="35798" y="6626"/>
                  </a:cubicBezTo>
                  <a:cubicBezTo>
                    <a:pt x="39881" y="4376"/>
                    <a:pt x="36464" y="-1540"/>
                    <a:pt x="32298" y="376"/>
                  </a:cubicBezTo>
                  <a:cubicBezTo>
                    <a:pt x="12717" y="9209"/>
                    <a:pt x="-3199" y="26124"/>
                    <a:pt x="551" y="49288"/>
                  </a:cubicBezTo>
                  <a:cubicBezTo>
                    <a:pt x="3301" y="66454"/>
                    <a:pt x="19550" y="82952"/>
                    <a:pt x="37631" y="80869"/>
                  </a:cubicBezTo>
                  <a:cubicBezTo>
                    <a:pt x="39464" y="87368"/>
                    <a:pt x="44214" y="93618"/>
                    <a:pt x="49880" y="97034"/>
                  </a:cubicBezTo>
                  <a:cubicBezTo>
                    <a:pt x="57212" y="101450"/>
                    <a:pt x="64795" y="99700"/>
                    <a:pt x="72128" y="96535"/>
                  </a:cubicBezTo>
                  <a:cubicBezTo>
                    <a:pt x="77544" y="94118"/>
                    <a:pt x="74628" y="86369"/>
                    <a:pt x="69545" y="86119"/>
                  </a:cubicBezTo>
                  <a:lnTo>
                    <a:pt x="69545" y="86119"/>
                  </a:lnTo>
                  <a:close/>
                </a:path>
              </a:pathLst>
            </a:custGeom>
            <a:grpFill/>
            <a:ln w="8332" cap="flat">
              <a:noFill/>
              <a:prstDash val="solid"/>
              <a:miter/>
            </a:ln>
          </p:spPr>
          <p:txBody>
            <a:bodyPr rtlCol="0" anchor="ctr"/>
            <a:lstStyle/>
            <a:p>
              <a:endParaRPr lang="en-US"/>
            </a:p>
          </p:txBody>
        </p:sp>
        <p:sp>
          <p:nvSpPr>
            <p:cNvPr id="2697" name="Freeform: Shape 2696"/>
            <p:cNvSpPr/>
            <p:nvPr/>
          </p:nvSpPr>
          <p:spPr>
            <a:xfrm>
              <a:off x="5915645" y="5647202"/>
              <a:ext cx="30892" cy="48654"/>
            </a:xfrm>
            <a:custGeom>
              <a:avLst/>
              <a:gdLst>
                <a:gd name="connsiteX0" fmla="*/ 26591 w 30892"/>
                <a:gd name="connsiteY0" fmla="*/ 36962 h 48654"/>
                <a:gd name="connsiteX1" fmla="*/ 14009 w 30892"/>
                <a:gd name="connsiteY1" fmla="*/ 24380 h 48654"/>
                <a:gd name="connsiteX2" fmla="*/ 24008 w 30892"/>
                <a:gd name="connsiteY2" fmla="*/ 8964 h 48654"/>
                <a:gd name="connsiteX3" fmla="*/ 14925 w 30892"/>
                <a:gd name="connsiteY3" fmla="*/ 1799 h 48654"/>
                <a:gd name="connsiteX4" fmla="*/ 10 w 30892"/>
                <a:gd name="connsiteY4" fmla="*/ 28130 h 48654"/>
                <a:gd name="connsiteX5" fmla="*/ 25008 w 30892"/>
                <a:gd name="connsiteY5" fmla="*/ 48628 h 48654"/>
                <a:gd name="connsiteX6" fmla="*/ 26591 w 30892"/>
                <a:gd name="connsiteY6" fmla="*/ 36962 h 48654"/>
                <a:gd name="connsiteX7" fmla="*/ 26591 w 30892"/>
                <a:gd name="connsiteY7" fmla="*/ 36962 h 486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892" h="48654">
                  <a:moveTo>
                    <a:pt x="26591" y="36962"/>
                  </a:moveTo>
                  <a:cubicBezTo>
                    <a:pt x="20092" y="35379"/>
                    <a:pt x="11592" y="32796"/>
                    <a:pt x="14009" y="24380"/>
                  </a:cubicBezTo>
                  <a:cubicBezTo>
                    <a:pt x="15675" y="18547"/>
                    <a:pt x="20425" y="13714"/>
                    <a:pt x="24008" y="8964"/>
                  </a:cubicBezTo>
                  <a:cubicBezTo>
                    <a:pt x="27924" y="3715"/>
                    <a:pt x="19091" y="-3368"/>
                    <a:pt x="14925" y="1799"/>
                  </a:cubicBezTo>
                  <a:cubicBezTo>
                    <a:pt x="8676" y="9381"/>
                    <a:pt x="343" y="17631"/>
                    <a:pt x="10" y="28130"/>
                  </a:cubicBezTo>
                  <a:cubicBezTo>
                    <a:pt x="-407" y="42628"/>
                    <a:pt x="12259" y="49128"/>
                    <a:pt x="25008" y="48628"/>
                  </a:cubicBezTo>
                  <a:cubicBezTo>
                    <a:pt x="31424" y="48294"/>
                    <a:pt x="33507" y="38546"/>
                    <a:pt x="26591" y="36962"/>
                  </a:cubicBezTo>
                  <a:lnTo>
                    <a:pt x="26591" y="36962"/>
                  </a:lnTo>
                  <a:close/>
                </a:path>
              </a:pathLst>
            </a:custGeom>
            <a:grpFill/>
            <a:ln w="8332" cap="flat">
              <a:noFill/>
              <a:prstDash val="solid"/>
              <a:miter/>
            </a:ln>
          </p:spPr>
          <p:txBody>
            <a:bodyPr rtlCol="0" anchor="ctr"/>
            <a:lstStyle/>
            <a:p>
              <a:endParaRPr lang="en-US"/>
            </a:p>
          </p:txBody>
        </p:sp>
        <p:sp>
          <p:nvSpPr>
            <p:cNvPr id="2698" name="Freeform: Shape 2697"/>
            <p:cNvSpPr/>
            <p:nvPr/>
          </p:nvSpPr>
          <p:spPr>
            <a:xfrm>
              <a:off x="5960408" y="5574790"/>
              <a:ext cx="109765" cy="50276"/>
            </a:xfrm>
            <a:custGeom>
              <a:avLst/>
              <a:gdLst>
                <a:gd name="connsiteX0" fmla="*/ 109649 w 109765"/>
                <a:gd name="connsiteY0" fmla="*/ 42797 h 50276"/>
                <a:gd name="connsiteX1" fmla="*/ 82402 w 109765"/>
                <a:gd name="connsiteY1" fmla="*/ 4051 h 50276"/>
                <a:gd name="connsiteX2" fmla="*/ 39489 w 109765"/>
                <a:gd name="connsiteY2" fmla="*/ 6550 h 50276"/>
                <a:gd name="connsiteX3" fmla="*/ 37072 w 109765"/>
                <a:gd name="connsiteY3" fmla="*/ 7717 h 50276"/>
                <a:gd name="connsiteX4" fmla="*/ 31823 w 109765"/>
                <a:gd name="connsiteY4" fmla="*/ 5967 h 50276"/>
                <a:gd name="connsiteX5" fmla="*/ 12741 w 109765"/>
                <a:gd name="connsiteY5" fmla="*/ 12217 h 50276"/>
                <a:gd name="connsiteX6" fmla="*/ 1742 w 109765"/>
                <a:gd name="connsiteY6" fmla="*/ 46963 h 50276"/>
                <a:gd name="connsiteX7" fmla="*/ 10658 w 109765"/>
                <a:gd name="connsiteY7" fmla="*/ 44714 h 50276"/>
                <a:gd name="connsiteX8" fmla="*/ 36239 w 109765"/>
                <a:gd name="connsiteY8" fmla="*/ 19466 h 50276"/>
                <a:gd name="connsiteX9" fmla="*/ 41739 w 109765"/>
                <a:gd name="connsiteY9" fmla="*/ 19549 h 50276"/>
                <a:gd name="connsiteX10" fmla="*/ 53321 w 109765"/>
                <a:gd name="connsiteY10" fmla="*/ 14966 h 50276"/>
                <a:gd name="connsiteX11" fmla="*/ 85485 w 109765"/>
                <a:gd name="connsiteY11" fmla="*/ 27215 h 50276"/>
                <a:gd name="connsiteX12" fmla="*/ 104400 w 109765"/>
                <a:gd name="connsiteY12" fmla="*/ 48130 h 50276"/>
                <a:gd name="connsiteX13" fmla="*/ 109649 w 109765"/>
                <a:gd name="connsiteY13" fmla="*/ 42797 h 50276"/>
                <a:gd name="connsiteX14" fmla="*/ 109649 w 109765"/>
                <a:gd name="connsiteY14" fmla="*/ 42797 h 50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9765" h="50276">
                  <a:moveTo>
                    <a:pt x="109649" y="42797"/>
                  </a:moveTo>
                  <a:cubicBezTo>
                    <a:pt x="106149" y="30048"/>
                    <a:pt x="93651" y="11217"/>
                    <a:pt x="82402" y="4051"/>
                  </a:cubicBezTo>
                  <a:cubicBezTo>
                    <a:pt x="69986" y="-3865"/>
                    <a:pt x="51905" y="1384"/>
                    <a:pt x="39489" y="6550"/>
                  </a:cubicBezTo>
                  <a:cubicBezTo>
                    <a:pt x="38072" y="7134"/>
                    <a:pt x="37156" y="7467"/>
                    <a:pt x="37072" y="7717"/>
                  </a:cubicBezTo>
                  <a:cubicBezTo>
                    <a:pt x="35406" y="7301"/>
                    <a:pt x="33573" y="6217"/>
                    <a:pt x="31823" y="5967"/>
                  </a:cubicBezTo>
                  <a:cubicBezTo>
                    <a:pt x="24990" y="5051"/>
                    <a:pt x="18074" y="8134"/>
                    <a:pt x="12741" y="12217"/>
                  </a:cubicBezTo>
                  <a:cubicBezTo>
                    <a:pt x="743" y="21216"/>
                    <a:pt x="-2424" y="33131"/>
                    <a:pt x="1742" y="46963"/>
                  </a:cubicBezTo>
                  <a:cubicBezTo>
                    <a:pt x="3409" y="52630"/>
                    <a:pt x="11991" y="50463"/>
                    <a:pt x="10658" y="44714"/>
                  </a:cubicBezTo>
                  <a:cubicBezTo>
                    <a:pt x="7325" y="30465"/>
                    <a:pt x="20157" y="11217"/>
                    <a:pt x="36239" y="19466"/>
                  </a:cubicBezTo>
                  <a:cubicBezTo>
                    <a:pt x="37823" y="20299"/>
                    <a:pt x="40156" y="20716"/>
                    <a:pt x="41739" y="19549"/>
                  </a:cubicBezTo>
                  <a:cubicBezTo>
                    <a:pt x="45405" y="16883"/>
                    <a:pt x="48905" y="15883"/>
                    <a:pt x="53321" y="14966"/>
                  </a:cubicBezTo>
                  <a:cubicBezTo>
                    <a:pt x="67487" y="11883"/>
                    <a:pt x="76902" y="14800"/>
                    <a:pt x="85485" y="27215"/>
                  </a:cubicBezTo>
                  <a:cubicBezTo>
                    <a:pt x="90734" y="34881"/>
                    <a:pt x="95317" y="44630"/>
                    <a:pt x="104400" y="48130"/>
                  </a:cubicBezTo>
                  <a:cubicBezTo>
                    <a:pt x="107400" y="49130"/>
                    <a:pt x="110399" y="45714"/>
                    <a:pt x="109649" y="42797"/>
                  </a:cubicBezTo>
                  <a:lnTo>
                    <a:pt x="109649" y="42797"/>
                  </a:lnTo>
                  <a:close/>
                </a:path>
              </a:pathLst>
            </a:custGeom>
            <a:grpFill/>
            <a:ln w="8332" cap="flat">
              <a:noFill/>
              <a:prstDash val="solid"/>
              <a:miter/>
            </a:ln>
          </p:spPr>
          <p:txBody>
            <a:bodyPr rtlCol="0" anchor="ctr"/>
            <a:lstStyle/>
            <a:p>
              <a:endParaRPr lang="en-US"/>
            </a:p>
          </p:txBody>
        </p:sp>
        <p:sp>
          <p:nvSpPr>
            <p:cNvPr id="2699" name="Freeform: Shape 2698"/>
            <p:cNvSpPr/>
            <p:nvPr/>
          </p:nvSpPr>
          <p:spPr>
            <a:xfrm>
              <a:off x="6060058" y="5680828"/>
              <a:ext cx="48767" cy="115257"/>
            </a:xfrm>
            <a:custGeom>
              <a:avLst/>
              <a:gdLst>
                <a:gd name="connsiteX0" fmla="*/ 40663 w 48767"/>
                <a:gd name="connsiteY0" fmla="*/ 57164 h 115257"/>
                <a:gd name="connsiteX1" fmla="*/ 47996 w 48767"/>
                <a:gd name="connsiteY1" fmla="*/ 16001 h 115257"/>
                <a:gd name="connsiteX2" fmla="*/ 19415 w 48767"/>
                <a:gd name="connsiteY2" fmla="*/ 3 h 115257"/>
                <a:gd name="connsiteX3" fmla="*/ 18415 w 48767"/>
                <a:gd name="connsiteY3" fmla="*/ 7252 h 115257"/>
                <a:gd name="connsiteX4" fmla="*/ 27748 w 48767"/>
                <a:gd name="connsiteY4" fmla="*/ 56831 h 115257"/>
                <a:gd name="connsiteX5" fmla="*/ 24248 w 48767"/>
                <a:gd name="connsiteY5" fmla="*/ 90078 h 115257"/>
                <a:gd name="connsiteX6" fmla="*/ 2000 w 48767"/>
                <a:gd name="connsiteY6" fmla="*/ 105327 h 115257"/>
                <a:gd name="connsiteX7" fmla="*/ 7499 w 48767"/>
                <a:gd name="connsiteY7" fmla="*/ 115159 h 115257"/>
                <a:gd name="connsiteX8" fmla="*/ 40747 w 48767"/>
                <a:gd name="connsiteY8" fmla="*/ 91162 h 115257"/>
                <a:gd name="connsiteX9" fmla="*/ 40663 w 48767"/>
                <a:gd name="connsiteY9" fmla="*/ 57164 h 115257"/>
                <a:gd name="connsiteX10" fmla="*/ 40663 w 48767"/>
                <a:gd name="connsiteY10" fmla="*/ 57164 h 115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8767" h="115257">
                  <a:moveTo>
                    <a:pt x="40663" y="57164"/>
                  </a:moveTo>
                  <a:cubicBezTo>
                    <a:pt x="36830" y="43916"/>
                    <a:pt x="52329" y="31417"/>
                    <a:pt x="47996" y="16001"/>
                  </a:cubicBezTo>
                  <a:cubicBezTo>
                    <a:pt x="44163" y="2336"/>
                    <a:pt x="31581" y="586"/>
                    <a:pt x="19415" y="3"/>
                  </a:cubicBezTo>
                  <a:cubicBezTo>
                    <a:pt x="15332" y="-164"/>
                    <a:pt x="14249" y="6503"/>
                    <a:pt x="18415" y="7252"/>
                  </a:cubicBezTo>
                  <a:cubicBezTo>
                    <a:pt x="51662" y="12918"/>
                    <a:pt x="22748" y="39166"/>
                    <a:pt x="27748" y="56831"/>
                  </a:cubicBezTo>
                  <a:cubicBezTo>
                    <a:pt x="31497" y="70080"/>
                    <a:pt x="35830" y="78412"/>
                    <a:pt x="24248" y="90078"/>
                  </a:cubicBezTo>
                  <a:cubicBezTo>
                    <a:pt x="17915" y="96495"/>
                    <a:pt x="9082" y="99744"/>
                    <a:pt x="2000" y="105327"/>
                  </a:cubicBezTo>
                  <a:cubicBezTo>
                    <a:pt x="-2999" y="109243"/>
                    <a:pt x="2333" y="116159"/>
                    <a:pt x="7499" y="115159"/>
                  </a:cubicBezTo>
                  <a:cubicBezTo>
                    <a:pt x="21581" y="112576"/>
                    <a:pt x="33664" y="103660"/>
                    <a:pt x="40747" y="91162"/>
                  </a:cubicBezTo>
                  <a:cubicBezTo>
                    <a:pt x="47913" y="78412"/>
                    <a:pt x="44330" y="69830"/>
                    <a:pt x="40663" y="57164"/>
                  </a:cubicBezTo>
                  <a:lnTo>
                    <a:pt x="40663" y="57164"/>
                  </a:lnTo>
                  <a:close/>
                </a:path>
              </a:pathLst>
            </a:custGeom>
            <a:grpFill/>
            <a:ln w="8332" cap="flat">
              <a:noFill/>
              <a:prstDash val="solid"/>
              <a:miter/>
            </a:ln>
          </p:spPr>
          <p:txBody>
            <a:bodyPr rtlCol="0" anchor="ctr"/>
            <a:lstStyle/>
            <a:p>
              <a:endParaRPr lang="en-US"/>
            </a:p>
          </p:txBody>
        </p:sp>
        <p:sp>
          <p:nvSpPr>
            <p:cNvPr id="2700" name="Freeform: Shape 2699"/>
            <p:cNvSpPr/>
            <p:nvPr/>
          </p:nvSpPr>
          <p:spPr>
            <a:xfrm>
              <a:off x="6018527" y="5787374"/>
              <a:ext cx="24842" cy="54144"/>
            </a:xfrm>
            <a:custGeom>
              <a:avLst/>
              <a:gdLst>
                <a:gd name="connsiteX0" fmla="*/ 22950 w 24842"/>
                <a:gd name="connsiteY0" fmla="*/ 3197 h 54144"/>
                <a:gd name="connsiteX1" fmla="*/ 14534 w 24842"/>
                <a:gd name="connsiteY1" fmla="*/ 5364 h 54144"/>
                <a:gd name="connsiteX2" fmla="*/ 13617 w 24842"/>
                <a:gd name="connsiteY2" fmla="*/ 29029 h 54144"/>
                <a:gd name="connsiteX3" fmla="*/ 536 w 24842"/>
                <a:gd name="connsiteY3" fmla="*/ 48277 h 54144"/>
                <a:gd name="connsiteX4" fmla="*/ 4785 w 24842"/>
                <a:gd name="connsiteY4" fmla="*/ 53943 h 54144"/>
                <a:gd name="connsiteX5" fmla="*/ 22950 w 24842"/>
                <a:gd name="connsiteY5" fmla="*/ 3197 h 54144"/>
                <a:gd name="connsiteX6" fmla="*/ 22950 w 24842"/>
                <a:gd name="connsiteY6" fmla="*/ 3197 h 54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842" h="54144">
                  <a:moveTo>
                    <a:pt x="22950" y="3197"/>
                  </a:moveTo>
                  <a:cubicBezTo>
                    <a:pt x="21950" y="-2302"/>
                    <a:pt x="13617" y="-135"/>
                    <a:pt x="14534" y="5364"/>
                  </a:cubicBezTo>
                  <a:cubicBezTo>
                    <a:pt x="15784" y="13280"/>
                    <a:pt x="16951" y="21446"/>
                    <a:pt x="13617" y="29029"/>
                  </a:cubicBezTo>
                  <a:cubicBezTo>
                    <a:pt x="10618" y="35944"/>
                    <a:pt x="4702" y="41944"/>
                    <a:pt x="536" y="48277"/>
                  </a:cubicBezTo>
                  <a:cubicBezTo>
                    <a:pt x="-1214" y="50943"/>
                    <a:pt x="1618" y="55110"/>
                    <a:pt x="4785" y="53943"/>
                  </a:cubicBezTo>
                  <a:cubicBezTo>
                    <a:pt x="27199" y="45860"/>
                    <a:pt x="26533" y="22779"/>
                    <a:pt x="22950" y="3197"/>
                  </a:cubicBezTo>
                  <a:lnTo>
                    <a:pt x="22950" y="3197"/>
                  </a:lnTo>
                  <a:close/>
                </a:path>
              </a:pathLst>
            </a:custGeom>
            <a:grpFill/>
            <a:ln w="8332" cap="flat">
              <a:noFill/>
              <a:prstDash val="solid"/>
              <a:miter/>
            </a:ln>
          </p:spPr>
          <p:txBody>
            <a:bodyPr rtlCol="0" anchor="ctr"/>
            <a:lstStyle/>
            <a:p>
              <a:endParaRPr lang="en-US"/>
            </a:p>
          </p:txBody>
        </p:sp>
        <p:sp>
          <p:nvSpPr>
            <p:cNvPr id="2701" name="Freeform: Shape 2700"/>
            <p:cNvSpPr/>
            <p:nvPr/>
          </p:nvSpPr>
          <p:spPr>
            <a:xfrm>
              <a:off x="8679130" y="6519380"/>
              <a:ext cx="542911" cy="392866"/>
            </a:xfrm>
            <a:custGeom>
              <a:avLst/>
              <a:gdLst>
                <a:gd name="connsiteX0" fmla="*/ 542893 w 542911"/>
                <a:gd name="connsiteY0" fmla="*/ 197026 h 392866"/>
                <a:gd name="connsiteX1" fmla="*/ 515146 w 542911"/>
                <a:gd name="connsiteY1" fmla="*/ 93701 h 392866"/>
                <a:gd name="connsiteX2" fmla="*/ 441569 w 542911"/>
                <a:gd name="connsiteY2" fmla="*/ 20708 h 392866"/>
                <a:gd name="connsiteX3" fmla="*/ 417071 w 542911"/>
                <a:gd name="connsiteY3" fmla="*/ 7292 h 392866"/>
                <a:gd name="connsiteX4" fmla="*/ 416488 w 542911"/>
                <a:gd name="connsiteY4" fmla="*/ 6959 h 392866"/>
                <a:gd name="connsiteX5" fmla="*/ 415488 w 542911"/>
                <a:gd name="connsiteY5" fmla="*/ 6626 h 392866"/>
                <a:gd name="connsiteX6" fmla="*/ 365076 w 542911"/>
                <a:gd name="connsiteY6" fmla="*/ 2710 h 392866"/>
                <a:gd name="connsiteX7" fmla="*/ 334996 w 542911"/>
                <a:gd name="connsiteY7" fmla="*/ 17708 h 392866"/>
                <a:gd name="connsiteX8" fmla="*/ 323330 w 542911"/>
                <a:gd name="connsiteY8" fmla="*/ 52205 h 392866"/>
                <a:gd name="connsiteX9" fmla="*/ 311747 w 542911"/>
                <a:gd name="connsiteY9" fmla="*/ 52955 h 392866"/>
                <a:gd name="connsiteX10" fmla="*/ 271751 w 542911"/>
                <a:gd name="connsiteY10" fmla="*/ 67787 h 392866"/>
                <a:gd name="connsiteX11" fmla="*/ 182342 w 542911"/>
                <a:gd name="connsiteY11" fmla="*/ 112533 h 392866"/>
                <a:gd name="connsiteX12" fmla="*/ 140929 w 542911"/>
                <a:gd name="connsiteY12" fmla="*/ 131781 h 392866"/>
                <a:gd name="connsiteX13" fmla="*/ 98849 w 542911"/>
                <a:gd name="connsiteY13" fmla="*/ 160945 h 392866"/>
                <a:gd name="connsiteX14" fmla="*/ 48772 w 542911"/>
                <a:gd name="connsiteY14" fmla="*/ 185109 h 392866"/>
                <a:gd name="connsiteX15" fmla="*/ 18773 w 542911"/>
                <a:gd name="connsiteY15" fmla="*/ 204191 h 392866"/>
                <a:gd name="connsiteX16" fmla="*/ 17940 w 542911"/>
                <a:gd name="connsiteY16" fmla="*/ 206608 h 392866"/>
                <a:gd name="connsiteX17" fmla="*/ 1525 w 542911"/>
                <a:gd name="connsiteY17" fmla="*/ 237105 h 392866"/>
                <a:gd name="connsiteX18" fmla="*/ 1525 w 542911"/>
                <a:gd name="connsiteY18" fmla="*/ 284017 h 392866"/>
                <a:gd name="connsiteX19" fmla="*/ 526 w 542911"/>
                <a:gd name="connsiteY19" fmla="*/ 334846 h 392866"/>
                <a:gd name="connsiteX20" fmla="*/ 11191 w 542911"/>
                <a:gd name="connsiteY20" fmla="*/ 367677 h 392866"/>
                <a:gd name="connsiteX21" fmla="*/ 51688 w 542911"/>
                <a:gd name="connsiteY21" fmla="*/ 386175 h 392866"/>
                <a:gd name="connsiteX22" fmla="*/ 157261 w 542911"/>
                <a:gd name="connsiteY22" fmla="*/ 392841 h 392866"/>
                <a:gd name="connsiteX23" fmla="*/ 276334 w 542911"/>
                <a:gd name="connsiteY23" fmla="*/ 392008 h 392866"/>
                <a:gd name="connsiteX24" fmla="*/ 388573 w 542911"/>
                <a:gd name="connsiteY24" fmla="*/ 385842 h 392866"/>
                <a:gd name="connsiteX25" fmla="*/ 495064 w 542911"/>
                <a:gd name="connsiteY25" fmla="*/ 371509 h 392866"/>
                <a:gd name="connsiteX26" fmla="*/ 538227 w 542911"/>
                <a:gd name="connsiteY26" fmla="*/ 305932 h 392866"/>
                <a:gd name="connsiteX27" fmla="*/ 542893 w 542911"/>
                <a:gd name="connsiteY27" fmla="*/ 197026 h 392866"/>
                <a:gd name="connsiteX28" fmla="*/ 542893 w 542911"/>
                <a:gd name="connsiteY28" fmla="*/ 197026 h 392866"/>
                <a:gd name="connsiteX29" fmla="*/ 352827 w 542911"/>
                <a:gd name="connsiteY29" fmla="*/ 21375 h 392866"/>
                <a:gd name="connsiteX30" fmla="*/ 398323 w 542911"/>
                <a:gd name="connsiteY30" fmla="*/ 15875 h 392866"/>
                <a:gd name="connsiteX31" fmla="*/ 470066 w 542911"/>
                <a:gd name="connsiteY31" fmla="*/ 63537 h 392866"/>
                <a:gd name="connsiteX32" fmla="*/ 514729 w 542911"/>
                <a:gd name="connsiteY32" fmla="*/ 121532 h 392866"/>
                <a:gd name="connsiteX33" fmla="*/ 513646 w 542911"/>
                <a:gd name="connsiteY33" fmla="*/ 120949 h 392866"/>
                <a:gd name="connsiteX34" fmla="*/ 482899 w 542911"/>
                <a:gd name="connsiteY34" fmla="*/ 117616 h 392866"/>
                <a:gd name="connsiteX35" fmla="*/ 463984 w 542911"/>
                <a:gd name="connsiteY35" fmla="*/ 134948 h 392866"/>
                <a:gd name="connsiteX36" fmla="*/ 461400 w 542911"/>
                <a:gd name="connsiteY36" fmla="*/ 141114 h 392866"/>
                <a:gd name="connsiteX37" fmla="*/ 425404 w 542911"/>
                <a:gd name="connsiteY37" fmla="*/ 108450 h 392866"/>
                <a:gd name="connsiteX38" fmla="*/ 344495 w 542911"/>
                <a:gd name="connsiteY38" fmla="*/ 64370 h 392866"/>
                <a:gd name="connsiteX39" fmla="*/ 334162 w 542911"/>
                <a:gd name="connsiteY39" fmla="*/ 46539 h 392866"/>
                <a:gd name="connsiteX40" fmla="*/ 352827 w 542911"/>
                <a:gd name="connsiteY40" fmla="*/ 21375 h 392866"/>
                <a:gd name="connsiteX41" fmla="*/ 352827 w 542911"/>
                <a:gd name="connsiteY41" fmla="*/ 21375 h 392866"/>
                <a:gd name="connsiteX42" fmla="*/ 95184 w 542911"/>
                <a:gd name="connsiteY42" fmla="*/ 176611 h 392866"/>
                <a:gd name="connsiteX43" fmla="*/ 174260 w 542911"/>
                <a:gd name="connsiteY43" fmla="*/ 130698 h 392866"/>
                <a:gd name="connsiteX44" fmla="*/ 244420 w 542911"/>
                <a:gd name="connsiteY44" fmla="*/ 97701 h 392866"/>
                <a:gd name="connsiteX45" fmla="*/ 281417 w 542911"/>
                <a:gd name="connsiteY45" fmla="*/ 74620 h 392866"/>
                <a:gd name="connsiteX46" fmla="*/ 325663 w 542911"/>
                <a:gd name="connsiteY46" fmla="*/ 59204 h 392866"/>
                <a:gd name="connsiteX47" fmla="*/ 337246 w 542911"/>
                <a:gd name="connsiteY47" fmla="*/ 74786 h 392866"/>
                <a:gd name="connsiteX48" fmla="*/ 373492 w 542911"/>
                <a:gd name="connsiteY48" fmla="*/ 99034 h 392866"/>
                <a:gd name="connsiteX49" fmla="*/ 418737 w 542911"/>
                <a:gd name="connsiteY49" fmla="*/ 119699 h 392866"/>
                <a:gd name="connsiteX50" fmla="*/ 448818 w 542911"/>
                <a:gd name="connsiteY50" fmla="*/ 161529 h 392866"/>
                <a:gd name="connsiteX51" fmla="*/ 427904 w 542911"/>
                <a:gd name="connsiteY51" fmla="*/ 169861 h 392866"/>
                <a:gd name="connsiteX52" fmla="*/ 390573 w 542911"/>
                <a:gd name="connsiteY52" fmla="*/ 174111 h 392866"/>
                <a:gd name="connsiteX53" fmla="*/ 276084 w 542911"/>
                <a:gd name="connsiteY53" fmla="*/ 183277 h 392866"/>
                <a:gd name="connsiteX54" fmla="*/ 161261 w 542911"/>
                <a:gd name="connsiteY54" fmla="*/ 192442 h 392866"/>
                <a:gd name="connsiteX55" fmla="*/ 58270 w 542911"/>
                <a:gd name="connsiteY55" fmla="*/ 195192 h 392866"/>
                <a:gd name="connsiteX56" fmla="*/ 95184 w 542911"/>
                <a:gd name="connsiteY56" fmla="*/ 176611 h 392866"/>
                <a:gd name="connsiteX57" fmla="*/ 95184 w 542911"/>
                <a:gd name="connsiteY57" fmla="*/ 176611 h 392866"/>
                <a:gd name="connsiteX58" fmla="*/ 27523 w 542911"/>
                <a:gd name="connsiteY58" fmla="*/ 218273 h 392866"/>
                <a:gd name="connsiteX59" fmla="*/ 68353 w 542911"/>
                <a:gd name="connsiteY59" fmla="*/ 211274 h 392866"/>
                <a:gd name="connsiteX60" fmla="*/ 117182 w 542911"/>
                <a:gd name="connsiteY60" fmla="*/ 209691 h 392866"/>
                <a:gd name="connsiteX61" fmla="*/ 214673 w 542911"/>
                <a:gd name="connsiteY61" fmla="*/ 202858 h 392866"/>
                <a:gd name="connsiteX62" fmla="*/ 308664 w 542911"/>
                <a:gd name="connsiteY62" fmla="*/ 192276 h 392866"/>
                <a:gd name="connsiteX63" fmla="*/ 405489 w 542911"/>
                <a:gd name="connsiteY63" fmla="*/ 184110 h 392866"/>
                <a:gd name="connsiteX64" fmla="*/ 460151 w 542911"/>
                <a:gd name="connsiteY64" fmla="*/ 165695 h 392866"/>
                <a:gd name="connsiteX65" fmla="*/ 467983 w 542911"/>
                <a:gd name="connsiteY65" fmla="*/ 221856 h 392866"/>
                <a:gd name="connsiteX66" fmla="*/ 468067 w 542911"/>
                <a:gd name="connsiteY66" fmla="*/ 223356 h 392866"/>
                <a:gd name="connsiteX67" fmla="*/ 434070 w 542911"/>
                <a:gd name="connsiteY67" fmla="*/ 223606 h 392866"/>
                <a:gd name="connsiteX68" fmla="*/ 383658 w 542911"/>
                <a:gd name="connsiteY68" fmla="*/ 227189 h 392866"/>
                <a:gd name="connsiteX69" fmla="*/ 254419 w 542911"/>
                <a:gd name="connsiteY69" fmla="*/ 247854 h 392866"/>
                <a:gd name="connsiteX70" fmla="*/ 123847 w 542911"/>
                <a:gd name="connsiteY70" fmla="*/ 236022 h 392866"/>
                <a:gd name="connsiteX71" fmla="*/ 14441 w 542911"/>
                <a:gd name="connsiteY71" fmla="*/ 257770 h 392866"/>
                <a:gd name="connsiteX72" fmla="*/ 27523 w 542911"/>
                <a:gd name="connsiteY72" fmla="*/ 218273 h 392866"/>
                <a:gd name="connsiteX73" fmla="*/ 27523 w 542911"/>
                <a:gd name="connsiteY73" fmla="*/ 218273 h 392866"/>
                <a:gd name="connsiteX74" fmla="*/ 132430 w 542911"/>
                <a:gd name="connsiteY74" fmla="*/ 245521 h 392866"/>
                <a:gd name="connsiteX75" fmla="*/ 257168 w 542911"/>
                <a:gd name="connsiteY75" fmla="*/ 256770 h 392866"/>
                <a:gd name="connsiteX76" fmla="*/ 375242 w 542911"/>
                <a:gd name="connsiteY76" fmla="*/ 234605 h 392866"/>
                <a:gd name="connsiteX77" fmla="*/ 425154 w 542911"/>
                <a:gd name="connsiteY77" fmla="*/ 231105 h 392866"/>
                <a:gd name="connsiteX78" fmla="*/ 468400 w 542911"/>
                <a:gd name="connsiteY78" fmla="*/ 232689 h 392866"/>
                <a:gd name="connsiteX79" fmla="*/ 469150 w 542911"/>
                <a:gd name="connsiteY79" fmla="*/ 260686 h 392866"/>
                <a:gd name="connsiteX80" fmla="*/ 470650 w 542911"/>
                <a:gd name="connsiteY80" fmla="*/ 276435 h 392866"/>
                <a:gd name="connsiteX81" fmla="*/ 357660 w 542911"/>
                <a:gd name="connsiteY81" fmla="*/ 274185 h 392866"/>
                <a:gd name="connsiteX82" fmla="*/ 233504 w 542911"/>
                <a:gd name="connsiteY82" fmla="*/ 302016 h 392866"/>
                <a:gd name="connsiteX83" fmla="*/ 98350 w 542911"/>
                <a:gd name="connsiteY83" fmla="*/ 288517 h 392866"/>
                <a:gd name="connsiteX84" fmla="*/ 49521 w 542911"/>
                <a:gd name="connsiteY84" fmla="*/ 283184 h 392866"/>
                <a:gd name="connsiteX85" fmla="*/ 12191 w 542911"/>
                <a:gd name="connsiteY85" fmla="*/ 298599 h 392866"/>
                <a:gd name="connsiteX86" fmla="*/ 14441 w 542911"/>
                <a:gd name="connsiteY86" fmla="*/ 261269 h 392866"/>
                <a:gd name="connsiteX87" fmla="*/ 132430 w 542911"/>
                <a:gd name="connsiteY87" fmla="*/ 245521 h 392866"/>
                <a:gd name="connsiteX88" fmla="*/ 132430 w 542911"/>
                <a:gd name="connsiteY88" fmla="*/ 245521 h 392866"/>
                <a:gd name="connsiteX89" fmla="*/ 12358 w 542911"/>
                <a:gd name="connsiteY89" fmla="*/ 344845 h 392866"/>
                <a:gd name="connsiteX90" fmla="*/ 11774 w 542911"/>
                <a:gd name="connsiteY90" fmla="*/ 302849 h 392866"/>
                <a:gd name="connsiteX91" fmla="*/ 30523 w 542911"/>
                <a:gd name="connsiteY91" fmla="*/ 296100 h 392866"/>
                <a:gd name="connsiteX92" fmla="*/ 61270 w 542911"/>
                <a:gd name="connsiteY92" fmla="*/ 291517 h 392866"/>
                <a:gd name="connsiteX93" fmla="*/ 122681 w 542911"/>
                <a:gd name="connsiteY93" fmla="*/ 302099 h 392866"/>
                <a:gd name="connsiteX94" fmla="*/ 244337 w 542911"/>
                <a:gd name="connsiteY94" fmla="*/ 310265 h 392866"/>
                <a:gd name="connsiteX95" fmla="*/ 363076 w 542911"/>
                <a:gd name="connsiteY95" fmla="*/ 281601 h 392866"/>
                <a:gd name="connsiteX96" fmla="*/ 471400 w 542911"/>
                <a:gd name="connsiteY96" fmla="*/ 286767 h 392866"/>
                <a:gd name="connsiteX97" fmla="*/ 471150 w 542911"/>
                <a:gd name="connsiteY97" fmla="*/ 294100 h 392866"/>
                <a:gd name="connsiteX98" fmla="*/ 406572 w 542911"/>
                <a:gd name="connsiteY98" fmla="*/ 338013 h 392866"/>
                <a:gd name="connsiteX99" fmla="*/ 325163 w 542911"/>
                <a:gd name="connsiteY99" fmla="*/ 345762 h 392866"/>
                <a:gd name="connsiteX100" fmla="*/ 240087 w 542911"/>
                <a:gd name="connsiteY100" fmla="*/ 348095 h 392866"/>
                <a:gd name="connsiteX101" fmla="*/ 158428 w 542911"/>
                <a:gd name="connsiteY101" fmla="*/ 343595 h 392866"/>
                <a:gd name="connsiteX102" fmla="*/ 80101 w 542911"/>
                <a:gd name="connsiteY102" fmla="*/ 343179 h 392866"/>
                <a:gd name="connsiteX103" fmla="*/ 12358 w 542911"/>
                <a:gd name="connsiteY103" fmla="*/ 344845 h 392866"/>
                <a:gd name="connsiteX104" fmla="*/ 12358 w 542911"/>
                <a:gd name="connsiteY104" fmla="*/ 344845 h 392866"/>
                <a:gd name="connsiteX105" fmla="*/ 527228 w 542911"/>
                <a:gd name="connsiteY105" fmla="*/ 231272 h 392866"/>
                <a:gd name="connsiteX106" fmla="*/ 517229 w 542911"/>
                <a:gd name="connsiteY106" fmla="*/ 325514 h 392866"/>
                <a:gd name="connsiteX107" fmla="*/ 488065 w 542911"/>
                <a:gd name="connsiteY107" fmla="*/ 357761 h 392866"/>
                <a:gd name="connsiteX108" fmla="*/ 436736 w 542911"/>
                <a:gd name="connsiteY108" fmla="*/ 366843 h 392866"/>
                <a:gd name="connsiteX109" fmla="*/ 246420 w 542911"/>
                <a:gd name="connsiteY109" fmla="*/ 380342 h 392866"/>
                <a:gd name="connsiteX110" fmla="*/ 150846 w 542911"/>
                <a:gd name="connsiteY110" fmla="*/ 381425 h 392866"/>
                <a:gd name="connsiteX111" fmla="*/ 51604 w 542911"/>
                <a:gd name="connsiteY111" fmla="*/ 375259 h 392866"/>
                <a:gd name="connsiteX112" fmla="*/ 14941 w 542911"/>
                <a:gd name="connsiteY112" fmla="*/ 353178 h 392866"/>
                <a:gd name="connsiteX113" fmla="*/ 138930 w 542911"/>
                <a:gd name="connsiteY113" fmla="*/ 353178 h 392866"/>
                <a:gd name="connsiteX114" fmla="*/ 283084 w 542911"/>
                <a:gd name="connsiteY114" fmla="*/ 357761 h 392866"/>
                <a:gd name="connsiteX115" fmla="*/ 422820 w 542911"/>
                <a:gd name="connsiteY115" fmla="*/ 344929 h 392866"/>
                <a:gd name="connsiteX116" fmla="*/ 470317 w 542911"/>
                <a:gd name="connsiteY116" fmla="*/ 324847 h 392866"/>
                <a:gd name="connsiteX117" fmla="*/ 481649 w 542911"/>
                <a:gd name="connsiteY117" fmla="*/ 280768 h 392866"/>
                <a:gd name="connsiteX118" fmla="*/ 477900 w 542911"/>
                <a:gd name="connsiteY118" fmla="*/ 232856 h 392866"/>
                <a:gd name="connsiteX119" fmla="*/ 477316 w 542911"/>
                <a:gd name="connsiteY119" fmla="*/ 226856 h 392866"/>
                <a:gd name="connsiteX120" fmla="*/ 475399 w 542911"/>
                <a:gd name="connsiteY120" fmla="*/ 211608 h 392866"/>
                <a:gd name="connsiteX121" fmla="*/ 464984 w 542911"/>
                <a:gd name="connsiteY121" fmla="*/ 165695 h 392866"/>
                <a:gd name="connsiteX122" fmla="*/ 479065 w 542911"/>
                <a:gd name="connsiteY122" fmla="*/ 128365 h 392866"/>
                <a:gd name="connsiteX123" fmla="*/ 510729 w 542911"/>
                <a:gd name="connsiteY123" fmla="*/ 125698 h 392866"/>
                <a:gd name="connsiteX124" fmla="*/ 522562 w 542911"/>
                <a:gd name="connsiteY124" fmla="*/ 143780 h 392866"/>
                <a:gd name="connsiteX125" fmla="*/ 527228 w 542911"/>
                <a:gd name="connsiteY125" fmla="*/ 231272 h 392866"/>
                <a:gd name="connsiteX126" fmla="*/ 527228 w 542911"/>
                <a:gd name="connsiteY126" fmla="*/ 231272 h 392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Lst>
              <a:rect l="l" t="t" r="r" b="b"/>
              <a:pathLst>
                <a:path w="542911" h="392866">
                  <a:moveTo>
                    <a:pt x="542893" y="197026"/>
                  </a:moveTo>
                  <a:cubicBezTo>
                    <a:pt x="542810" y="160695"/>
                    <a:pt x="537810" y="123449"/>
                    <a:pt x="515146" y="93701"/>
                  </a:cubicBezTo>
                  <a:cubicBezTo>
                    <a:pt x="493814" y="65787"/>
                    <a:pt x="470650" y="40373"/>
                    <a:pt x="441569" y="20708"/>
                  </a:cubicBezTo>
                  <a:cubicBezTo>
                    <a:pt x="433987" y="15542"/>
                    <a:pt x="425737" y="10875"/>
                    <a:pt x="417071" y="7292"/>
                  </a:cubicBezTo>
                  <a:cubicBezTo>
                    <a:pt x="416904" y="7209"/>
                    <a:pt x="416738" y="7042"/>
                    <a:pt x="416488" y="6959"/>
                  </a:cubicBezTo>
                  <a:cubicBezTo>
                    <a:pt x="416155" y="6876"/>
                    <a:pt x="415821" y="6709"/>
                    <a:pt x="415488" y="6626"/>
                  </a:cubicBezTo>
                  <a:cubicBezTo>
                    <a:pt x="399239" y="127"/>
                    <a:pt x="381741" y="-2374"/>
                    <a:pt x="365076" y="2710"/>
                  </a:cubicBezTo>
                  <a:cubicBezTo>
                    <a:pt x="354744" y="5209"/>
                    <a:pt x="344744" y="10125"/>
                    <a:pt x="334996" y="17708"/>
                  </a:cubicBezTo>
                  <a:cubicBezTo>
                    <a:pt x="323080" y="27041"/>
                    <a:pt x="320163" y="39956"/>
                    <a:pt x="323330" y="52205"/>
                  </a:cubicBezTo>
                  <a:cubicBezTo>
                    <a:pt x="319497" y="52038"/>
                    <a:pt x="315414" y="52538"/>
                    <a:pt x="311747" y="52955"/>
                  </a:cubicBezTo>
                  <a:cubicBezTo>
                    <a:pt x="296832" y="54538"/>
                    <a:pt x="284666" y="60871"/>
                    <a:pt x="271751" y="67787"/>
                  </a:cubicBezTo>
                  <a:cubicBezTo>
                    <a:pt x="242254" y="83535"/>
                    <a:pt x="213923" y="101201"/>
                    <a:pt x="182342" y="112533"/>
                  </a:cubicBezTo>
                  <a:cubicBezTo>
                    <a:pt x="167927" y="117783"/>
                    <a:pt x="153512" y="122865"/>
                    <a:pt x="140929" y="131781"/>
                  </a:cubicBezTo>
                  <a:cubicBezTo>
                    <a:pt x="126931" y="141780"/>
                    <a:pt x="113765" y="152279"/>
                    <a:pt x="98849" y="160945"/>
                  </a:cubicBezTo>
                  <a:cubicBezTo>
                    <a:pt x="82601" y="170445"/>
                    <a:pt x="66602" y="178860"/>
                    <a:pt x="48772" y="185109"/>
                  </a:cubicBezTo>
                  <a:cubicBezTo>
                    <a:pt x="36106" y="189526"/>
                    <a:pt x="27690" y="193859"/>
                    <a:pt x="18773" y="204191"/>
                  </a:cubicBezTo>
                  <a:cubicBezTo>
                    <a:pt x="18107" y="204941"/>
                    <a:pt x="17940" y="205775"/>
                    <a:pt x="17940" y="206608"/>
                  </a:cubicBezTo>
                  <a:cubicBezTo>
                    <a:pt x="8608" y="213190"/>
                    <a:pt x="2358" y="223023"/>
                    <a:pt x="1525" y="237105"/>
                  </a:cubicBezTo>
                  <a:cubicBezTo>
                    <a:pt x="609" y="252687"/>
                    <a:pt x="2025" y="268352"/>
                    <a:pt x="1525" y="284017"/>
                  </a:cubicBezTo>
                  <a:cubicBezTo>
                    <a:pt x="942" y="301016"/>
                    <a:pt x="-891" y="317848"/>
                    <a:pt x="526" y="334846"/>
                  </a:cubicBezTo>
                  <a:cubicBezTo>
                    <a:pt x="1525" y="346678"/>
                    <a:pt x="3025" y="358344"/>
                    <a:pt x="11191" y="367677"/>
                  </a:cubicBezTo>
                  <a:cubicBezTo>
                    <a:pt x="20773" y="378592"/>
                    <a:pt x="37855" y="383508"/>
                    <a:pt x="51688" y="386175"/>
                  </a:cubicBezTo>
                  <a:cubicBezTo>
                    <a:pt x="85935" y="392674"/>
                    <a:pt x="122431" y="392841"/>
                    <a:pt x="157261" y="392841"/>
                  </a:cubicBezTo>
                  <a:cubicBezTo>
                    <a:pt x="196924" y="392924"/>
                    <a:pt x="236587" y="392841"/>
                    <a:pt x="276334" y="392008"/>
                  </a:cubicBezTo>
                  <a:cubicBezTo>
                    <a:pt x="313914" y="391258"/>
                    <a:pt x="351160" y="389591"/>
                    <a:pt x="388573" y="385842"/>
                  </a:cubicBezTo>
                  <a:cubicBezTo>
                    <a:pt x="423654" y="382259"/>
                    <a:pt x="461068" y="381592"/>
                    <a:pt x="495064" y="371509"/>
                  </a:cubicBezTo>
                  <a:cubicBezTo>
                    <a:pt x="525311" y="362594"/>
                    <a:pt x="534227" y="334846"/>
                    <a:pt x="538227" y="305932"/>
                  </a:cubicBezTo>
                  <a:cubicBezTo>
                    <a:pt x="542976" y="269685"/>
                    <a:pt x="542976" y="233105"/>
                    <a:pt x="542893" y="197026"/>
                  </a:cubicBezTo>
                  <a:lnTo>
                    <a:pt x="542893" y="197026"/>
                  </a:lnTo>
                  <a:close/>
                  <a:moveTo>
                    <a:pt x="352827" y="21375"/>
                  </a:moveTo>
                  <a:cubicBezTo>
                    <a:pt x="365993" y="13208"/>
                    <a:pt x="383574" y="12792"/>
                    <a:pt x="398323" y="15875"/>
                  </a:cubicBezTo>
                  <a:cubicBezTo>
                    <a:pt x="426404" y="21708"/>
                    <a:pt x="450318" y="44122"/>
                    <a:pt x="470066" y="63537"/>
                  </a:cubicBezTo>
                  <a:cubicBezTo>
                    <a:pt x="486648" y="79869"/>
                    <a:pt x="504397" y="99701"/>
                    <a:pt x="514729" y="121532"/>
                  </a:cubicBezTo>
                  <a:cubicBezTo>
                    <a:pt x="514396" y="121366"/>
                    <a:pt x="514063" y="121115"/>
                    <a:pt x="513646" y="120949"/>
                  </a:cubicBezTo>
                  <a:cubicBezTo>
                    <a:pt x="502564" y="115449"/>
                    <a:pt x="494731" y="113199"/>
                    <a:pt x="482899" y="117616"/>
                  </a:cubicBezTo>
                  <a:cubicBezTo>
                    <a:pt x="474233" y="120866"/>
                    <a:pt x="468067" y="126699"/>
                    <a:pt x="463984" y="134948"/>
                  </a:cubicBezTo>
                  <a:cubicBezTo>
                    <a:pt x="463067" y="136781"/>
                    <a:pt x="462234" y="138864"/>
                    <a:pt x="461400" y="141114"/>
                  </a:cubicBezTo>
                  <a:cubicBezTo>
                    <a:pt x="454902" y="126865"/>
                    <a:pt x="437153" y="115783"/>
                    <a:pt x="425404" y="108450"/>
                  </a:cubicBezTo>
                  <a:cubicBezTo>
                    <a:pt x="399239" y="92035"/>
                    <a:pt x="366992" y="87368"/>
                    <a:pt x="344495" y="64370"/>
                  </a:cubicBezTo>
                  <a:cubicBezTo>
                    <a:pt x="339911" y="59621"/>
                    <a:pt x="335662" y="53288"/>
                    <a:pt x="334162" y="46539"/>
                  </a:cubicBezTo>
                  <a:cubicBezTo>
                    <a:pt x="335829" y="36456"/>
                    <a:pt x="344078" y="26790"/>
                    <a:pt x="352827" y="21375"/>
                  </a:cubicBezTo>
                  <a:lnTo>
                    <a:pt x="352827" y="21375"/>
                  </a:lnTo>
                  <a:close/>
                  <a:moveTo>
                    <a:pt x="95184" y="176611"/>
                  </a:moveTo>
                  <a:cubicBezTo>
                    <a:pt x="121515" y="160445"/>
                    <a:pt x="144346" y="139614"/>
                    <a:pt x="174260" y="130698"/>
                  </a:cubicBezTo>
                  <a:cubicBezTo>
                    <a:pt x="200508" y="122865"/>
                    <a:pt x="221422" y="112533"/>
                    <a:pt x="244420" y="97701"/>
                  </a:cubicBezTo>
                  <a:cubicBezTo>
                    <a:pt x="256669" y="89785"/>
                    <a:pt x="269085" y="82369"/>
                    <a:pt x="281417" y="74620"/>
                  </a:cubicBezTo>
                  <a:cubicBezTo>
                    <a:pt x="292166" y="67870"/>
                    <a:pt x="310831" y="57455"/>
                    <a:pt x="325663" y="59204"/>
                  </a:cubicBezTo>
                  <a:cubicBezTo>
                    <a:pt x="328329" y="64954"/>
                    <a:pt x="332245" y="70287"/>
                    <a:pt x="337246" y="74786"/>
                  </a:cubicBezTo>
                  <a:cubicBezTo>
                    <a:pt x="348077" y="84536"/>
                    <a:pt x="360493" y="92451"/>
                    <a:pt x="373492" y="99034"/>
                  </a:cubicBezTo>
                  <a:cubicBezTo>
                    <a:pt x="388241" y="106450"/>
                    <a:pt x="404823" y="110950"/>
                    <a:pt x="418737" y="119699"/>
                  </a:cubicBezTo>
                  <a:cubicBezTo>
                    <a:pt x="429820" y="126615"/>
                    <a:pt x="460817" y="145613"/>
                    <a:pt x="448818" y="161529"/>
                  </a:cubicBezTo>
                  <a:cubicBezTo>
                    <a:pt x="444152" y="167778"/>
                    <a:pt x="434987" y="168695"/>
                    <a:pt x="427904" y="169861"/>
                  </a:cubicBezTo>
                  <a:cubicBezTo>
                    <a:pt x="415571" y="171944"/>
                    <a:pt x="402989" y="173028"/>
                    <a:pt x="390573" y="174111"/>
                  </a:cubicBezTo>
                  <a:cubicBezTo>
                    <a:pt x="352410" y="177444"/>
                    <a:pt x="314247" y="179027"/>
                    <a:pt x="276084" y="183277"/>
                  </a:cubicBezTo>
                  <a:cubicBezTo>
                    <a:pt x="237837" y="187526"/>
                    <a:pt x="199674" y="190609"/>
                    <a:pt x="161261" y="192442"/>
                  </a:cubicBezTo>
                  <a:cubicBezTo>
                    <a:pt x="127264" y="194109"/>
                    <a:pt x="92351" y="192276"/>
                    <a:pt x="58270" y="195192"/>
                  </a:cubicBezTo>
                  <a:cubicBezTo>
                    <a:pt x="71519" y="190859"/>
                    <a:pt x="83518" y="183776"/>
                    <a:pt x="95184" y="176611"/>
                  </a:cubicBezTo>
                  <a:lnTo>
                    <a:pt x="95184" y="176611"/>
                  </a:lnTo>
                  <a:close/>
                  <a:moveTo>
                    <a:pt x="27523" y="218273"/>
                  </a:moveTo>
                  <a:cubicBezTo>
                    <a:pt x="39272" y="211107"/>
                    <a:pt x="55187" y="211774"/>
                    <a:pt x="68353" y="211274"/>
                  </a:cubicBezTo>
                  <a:cubicBezTo>
                    <a:pt x="84601" y="210691"/>
                    <a:pt x="100933" y="210524"/>
                    <a:pt x="117182" y="209691"/>
                  </a:cubicBezTo>
                  <a:cubicBezTo>
                    <a:pt x="149679" y="207941"/>
                    <a:pt x="182175" y="205941"/>
                    <a:pt x="214673" y="202858"/>
                  </a:cubicBezTo>
                  <a:cubicBezTo>
                    <a:pt x="246003" y="199858"/>
                    <a:pt x="277250" y="195275"/>
                    <a:pt x="308664" y="192276"/>
                  </a:cubicBezTo>
                  <a:cubicBezTo>
                    <a:pt x="340911" y="189193"/>
                    <a:pt x="373242" y="187859"/>
                    <a:pt x="405489" y="184110"/>
                  </a:cubicBezTo>
                  <a:cubicBezTo>
                    <a:pt x="422820" y="182110"/>
                    <a:pt x="449901" y="182026"/>
                    <a:pt x="460151" y="165695"/>
                  </a:cubicBezTo>
                  <a:cubicBezTo>
                    <a:pt x="464483" y="184110"/>
                    <a:pt x="466817" y="203608"/>
                    <a:pt x="467983" y="221856"/>
                  </a:cubicBezTo>
                  <a:cubicBezTo>
                    <a:pt x="467983" y="222356"/>
                    <a:pt x="468067" y="222856"/>
                    <a:pt x="468067" y="223356"/>
                  </a:cubicBezTo>
                  <a:cubicBezTo>
                    <a:pt x="457317" y="221106"/>
                    <a:pt x="444735" y="223356"/>
                    <a:pt x="434070" y="223606"/>
                  </a:cubicBezTo>
                  <a:cubicBezTo>
                    <a:pt x="417238" y="223940"/>
                    <a:pt x="400239" y="224939"/>
                    <a:pt x="383658" y="227189"/>
                  </a:cubicBezTo>
                  <a:cubicBezTo>
                    <a:pt x="340245" y="232939"/>
                    <a:pt x="298499" y="246271"/>
                    <a:pt x="254419" y="247854"/>
                  </a:cubicBezTo>
                  <a:cubicBezTo>
                    <a:pt x="210174" y="249437"/>
                    <a:pt x="167677" y="238438"/>
                    <a:pt x="123847" y="236022"/>
                  </a:cubicBezTo>
                  <a:cubicBezTo>
                    <a:pt x="85018" y="233855"/>
                    <a:pt x="48688" y="239438"/>
                    <a:pt x="14441" y="257770"/>
                  </a:cubicBezTo>
                  <a:cubicBezTo>
                    <a:pt x="14691" y="243438"/>
                    <a:pt x="14275" y="226272"/>
                    <a:pt x="27523" y="218273"/>
                  </a:cubicBezTo>
                  <a:lnTo>
                    <a:pt x="27523" y="218273"/>
                  </a:lnTo>
                  <a:close/>
                  <a:moveTo>
                    <a:pt x="132430" y="245521"/>
                  </a:moveTo>
                  <a:cubicBezTo>
                    <a:pt x="174260" y="249854"/>
                    <a:pt x="214673" y="258603"/>
                    <a:pt x="257168" y="256770"/>
                  </a:cubicBezTo>
                  <a:cubicBezTo>
                    <a:pt x="297832" y="254937"/>
                    <a:pt x="335162" y="239105"/>
                    <a:pt x="375242" y="234605"/>
                  </a:cubicBezTo>
                  <a:cubicBezTo>
                    <a:pt x="391740" y="232772"/>
                    <a:pt x="408572" y="230772"/>
                    <a:pt x="425154" y="231105"/>
                  </a:cubicBezTo>
                  <a:cubicBezTo>
                    <a:pt x="438736" y="231356"/>
                    <a:pt x="454818" y="229355"/>
                    <a:pt x="468400" y="232689"/>
                  </a:cubicBezTo>
                  <a:cubicBezTo>
                    <a:pt x="468649" y="242021"/>
                    <a:pt x="468649" y="251354"/>
                    <a:pt x="469150" y="260686"/>
                  </a:cubicBezTo>
                  <a:cubicBezTo>
                    <a:pt x="469400" y="265852"/>
                    <a:pt x="470066" y="271185"/>
                    <a:pt x="470650" y="276435"/>
                  </a:cubicBezTo>
                  <a:cubicBezTo>
                    <a:pt x="433154" y="279851"/>
                    <a:pt x="395323" y="270518"/>
                    <a:pt x="357660" y="274185"/>
                  </a:cubicBezTo>
                  <a:cubicBezTo>
                    <a:pt x="315331" y="278351"/>
                    <a:pt x="276417" y="300516"/>
                    <a:pt x="233504" y="302016"/>
                  </a:cubicBezTo>
                  <a:cubicBezTo>
                    <a:pt x="187925" y="303599"/>
                    <a:pt x="143179" y="295766"/>
                    <a:pt x="98350" y="288517"/>
                  </a:cubicBezTo>
                  <a:cubicBezTo>
                    <a:pt x="82268" y="285934"/>
                    <a:pt x="65853" y="280934"/>
                    <a:pt x="49521" y="283184"/>
                  </a:cubicBezTo>
                  <a:cubicBezTo>
                    <a:pt x="34856" y="285267"/>
                    <a:pt x="23357" y="290184"/>
                    <a:pt x="12191" y="298599"/>
                  </a:cubicBezTo>
                  <a:cubicBezTo>
                    <a:pt x="13191" y="286100"/>
                    <a:pt x="14024" y="273768"/>
                    <a:pt x="14441" y="261269"/>
                  </a:cubicBezTo>
                  <a:cubicBezTo>
                    <a:pt x="52437" y="246771"/>
                    <a:pt x="91767" y="241354"/>
                    <a:pt x="132430" y="245521"/>
                  </a:cubicBezTo>
                  <a:lnTo>
                    <a:pt x="132430" y="245521"/>
                  </a:lnTo>
                  <a:close/>
                  <a:moveTo>
                    <a:pt x="12358" y="344845"/>
                  </a:moveTo>
                  <a:cubicBezTo>
                    <a:pt x="9524" y="331347"/>
                    <a:pt x="10608" y="316598"/>
                    <a:pt x="11774" y="302849"/>
                  </a:cubicBezTo>
                  <a:cubicBezTo>
                    <a:pt x="18274" y="301349"/>
                    <a:pt x="23940" y="297933"/>
                    <a:pt x="30523" y="296100"/>
                  </a:cubicBezTo>
                  <a:cubicBezTo>
                    <a:pt x="40439" y="293267"/>
                    <a:pt x="51020" y="291184"/>
                    <a:pt x="61270" y="291517"/>
                  </a:cubicBezTo>
                  <a:cubicBezTo>
                    <a:pt x="81435" y="292183"/>
                    <a:pt x="102766" y="298683"/>
                    <a:pt x="122681" y="302099"/>
                  </a:cubicBezTo>
                  <a:cubicBezTo>
                    <a:pt x="162011" y="308765"/>
                    <a:pt x="204257" y="315015"/>
                    <a:pt x="244337" y="310265"/>
                  </a:cubicBezTo>
                  <a:cubicBezTo>
                    <a:pt x="285000" y="305432"/>
                    <a:pt x="321913" y="284101"/>
                    <a:pt x="363076" y="281601"/>
                  </a:cubicBezTo>
                  <a:cubicBezTo>
                    <a:pt x="399239" y="279351"/>
                    <a:pt x="435237" y="289517"/>
                    <a:pt x="471400" y="286767"/>
                  </a:cubicBezTo>
                  <a:cubicBezTo>
                    <a:pt x="471400" y="289184"/>
                    <a:pt x="471400" y="291684"/>
                    <a:pt x="471150" y="294100"/>
                  </a:cubicBezTo>
                  <a:cubicBezTo>
                    <a:pt x="467484" y="328430"/>
                    <a:pt x="434820" y="333930"/>
                    <a:pt x="406572" y="338013"/>
                  </a:cubicBezTo>
                  <a:cubicBezTo>
                    <a:pt x="379324" y="341929"/>
                    <a:pt x="352494" y="343846"/>
                    <a:pt x="325163" y="345762"/>
                  </a:cubicBezTo>
                  <a:cubicBezTo>
                    <a:pt x="296582" y="347762"/>
                    <a:pt x="268918" y="349761"/>
                    <a:pt x="240087" y="348095"/>
                  </a:cubicBezTo>
                  <a:cubicBezTo>
                    <a:pt x="212840" y="346512"/>
                    <a:pt x="185675" y="345345"/>
                    <a:pt x="158428" y="343595"/>
                  </a:cubicBezTo>
                  <a:cubicBezTo>
                    <a:pt x="132597" y="342012"/>
                    <a:pt x="105933" y="341179"/>
                    <a:pt x="80101" y="343179"/>
                  </a:cubicBezTo>
                  <a:cubicBezTo>
                    <a:pt x="57353" y="345012"/>
                    <a:pt x="35106" y="346262"/>
                    <a:pt x="12358" y="344845"/>
                  </a:cubicBezTo>
                  <a:lnTo>
                    <a:pt x="12358" y="344845"/>
                  </a:lnTo>
                  <a:close/>
                  <a:moveTo>
                    <a:pt x="527228" y="231272"/>
                  </a:moveTo>
                  <a:cubicBezTo>
                    <a:pt x="526728" y="262436"/>
                    <a:pt x="525894" y="295516"/>
                    <a:pt x="517229" y="325514"/>
                  </a:cubicBezTo>
                  <a:cubicBezTo>
                    <a:pt x="512230" y="342846"/>
                    <a:pt x="505980" y="352511"/>
                    <a:pt x="488065" y="357761"/>
                  </a:cubicBezTo>
                  <a:cubicBezTo>
                    <a:pt x="471400" y="362677"/>
                    <a:pt x="453985" y="364927"/>
                    <a:pt x="436736" y="366843"/>
                  </a:cubicBezTo>
                  <a:cubicBezTo>
                    <a:pt x="373242" y="373926"/>
                    <a:pt x="310330" y="378925"/>
                    <a:pt x="246420" y="380342"/>
                  </a:cubicBezTo>
                  <a:cubicBezTo>
                    <a:pt x="214589" y="381092"/>
                    <a:pt x="182759" y="381342"/>
                    <a:pt x="150846" y="381425"/>
                  </a:cubicBezTo>
                  <a:cubicBezTo>
                    <a:pt x="118599" y="381509"/>
                    <a:pt x="83268" y="382342"/>
                    <a:pt x="51604" y="375259"/>
                  </a:cubicBezTo>
                  <a:cubicBezTo>
                    <a:pt x="36939" y="371926"/>
                    <a:pt x="21524" y="366926"/>
                    <a:pt x="14941" y="353178"/>
                  </a:cubicBezTo>
                  <a:cubicBezTo>
                    <a:pt x="56021" y="357011"/>
                    <a:pt x="97600" y="352678"/>
                    <a:pt x="138930" y="353178"/>
                  </a:cubicBezTo>
                  <a:cubicBezTo>
                    <a:pt x="186842" y="353844"/>
                    <a:pt x="235088" y="359927"/>
                    <a:pt x="283084" y="357761"/>
                  </a:cubicBezTo>
                  <a:cubicBezTo>
                    <a:pt x="329829" y="355594"/>
                    <a:pt x="376408" y="351345"/>
                    <a:pt x="422820" y="344929"/>
                  </a:cubicBezTo>
                  <a:cubicBezTo>
                    <a:pt x="439902" y="342595"/>
                    <a:pt x="458484" y="338513"/>
                    <a:pt x="470317" y="324847"/>
                  </a:cubicBezTo>
                  <a:cubicBezTo>
                    <a:pt x="480899" y="312681"/>
                    <a:pt x="483231" y="296266"/>
                    <a:pt x="481649" y="280768"/>
                  </a:cubicBezTo>
                  <a:cubicBezTo>
                    <a:pt x="480065" y="264852"/>
                    <a:pt x="479315" y="248771"/>
                    <a:pt x="477900" y="232856"/>
                  </a:cubicBezTo>
                  <a:cubicBezTo>
                    <a:pt x="479149" y="231105"/>
                    <a:pt x="479232" y="228356"/>
                    <a:pt x="477316" y="226856"/>
                  </a:cubicBezTo>
                  <a:cubicBezTo>
                    <a:pt x="476816" y="221773"/>
                    <a:pt x="476149" y="216690"/>
                    <a:pt x="475399" y="211608"/>
                  </a:cubicBezTo>
                  <a:cubicBezTo>
                    <a:pt x="473066" y="196692"/>
                    <a:pt x="470567" y="180360"/>
                    <a:pt x="464984" y="165695"/>
                  </a:cubicBezTo>
                  <a:cubicBezTo>
                    <a:pt x="472983" y="154362"/>
                    <a:pt x="469649" y="139197"/>
                    <a:pt x="479065" y="128365"/>
                  </a:cubicBezTo>
                  <a:cubicBezTo>
                    <a:pt x="487398" y="118866"/>
                    <a:pt x="500564" y="119282"/>
                    <a:pt x="510729" y="125698"/>
                  </a:cubicBezTo>
                  <a:cubicBezTo>
                    <a:pt x="518146" y="130448"/>
                    <a:pt x="517729" y="137114"/>
                    <a:pt x="522562" y="143780"/>
                  </a:cubicBezTo>
                  <a:cubicBezTo>
                    <a:pt x="529478" y="172361"/>
                    <a:pt x="527728" y="202358"/>
                    <a:pt x="527228" y="231272"/>
                  </a:cubicBezTo>
                  <a:lnTo>
                    <a:pt x="527228" y="231272"/>
                  </a:lnTo>
                  <a:close/>
                </a:path>
              </a:pathLst>
            </a:custGeom>
            <a:grpFill/>
            <a:ln w="8332" cap="flat">
              <a:noFill/>
              <a:prstDash val="solid"/>
              <a:miter/>
            </a:ln>
          </p:spPr>
          <p:txBody>
            <a:bodyPr rtlCol="0" anchor="ctr"/>
            <a:lstStyle/>
            <a:p>
              <a:endParaRPr lang="en-US"/>
            </a:p>
          </p:txBody>
        </p:sp>
        <p:sp>
          <p:nvSpPr>
            <p:cNvPr id="2702" name="Freeform: Shape 2701"/>
            <p:cNvSpPr/>
            <p:nvPr/>
          </p:nvSpPr>
          <p:spPr>
            <a:xfrm>
              <a:off x="5829807" y="6220743"/>
              <a:ext cx="490174" cy="421976"/>
            </a:xfrm>
            <a:custGeom>
              <a:avLst/>
              <a:gdLst>
                <a:gd name="connsiteX0" fmla="*/ 487395 w 490174"/>
                <a:gd name="connsiteY0" fmla="*/ 140527 h 421976"/>
                <a:gd name="connsiteX1" fmla="*/ 381154 w 490174"/>
                <a:gd name="connsiteY1" fmla="*/ 10290 h 421976"/>
                <a:gd name="connsiteX2" fmla="*/ 296162 w 490174"/>
                <a:gd name="connsiteY2" fmla="*/ 2123 h 421976"/>
                <a:gd name="connsiteX3" fmla="*/ 250666 w 490174"/>
                <a:gd name="connsiteY3" fmla="*/ 19372 h 421976"/>
                <a:gd name="connsiteX4" fmla="*/ 152425 w 490174"/>
                <a:gd name="connsiteY4" fmla="*/ 91782 h 421976"/>
                <a:gd name="connsiteX5" fmla="*/ 91930 w 490174"/>
                <a:gd name="connsiteY5" fmla="*/ 155860 h 421976"/>
                <a:gd name="connsiteX6" fmla="*/ 31769 w 490174"/>
                <a:gd name="connsiteY6" fmla="*/ 215938 h 421976"/>
                <a:gd name="connsiteX7" fmla="*/ 13688 w 490174"/>
                <a:gd name="connsiteY7" fmla="*/ 354258 h 421976"/>
                <a:gd name="connsiteX8" fmla="*/ 154758 w 490174"/>
                <a:gd name="connsiteY8" fmla="*/ 421752 h 421976"/>
                <a:gd name="connsiteX9" fmla="*/ 323576 w 490174"/>
                <a:gd name="connsiteY9" fmla="*/ 385839 h 421976"/>
                <a:gd name="connsiteX10" fmla="*/ 487395 w 490174"/>
                <a:gd name="connsiteY10" fmla="*/ 140527 h 421976"/>
                <a:gd name="connsiteX11" fmla="*/ 487395 w 490174"/>
                <a:gd name="connsiteY11" fmla="*/ 140527 h 421976"/>
                <a:gd name="connsiteX12" fmla="*/ 340825 w 490174"/>
                <a:gd name="connsiteY12" fmla="*/ 362341 h 421976"/>
                <a:gd name="connsiteX13" fmla="*/ 267581 w 490174"/>
                <a:gd name="connsiteY13" fmla="*/ 391338 h 421976"/>
                <a:gd name="connsiteX14" fmla="*/ 193171 w 490174"/>
                <a:gd name="connsiteY14" fmla="*/ 406920 h 421976"/>
                <a:gd name="connsiteX15" fmla="*/ 44935 w 490174"/>
                <a:gd name="connsiteY15" fmla="*/ 370423 h 421976"/>
                <a:gd name="connsiteX16" fmla="*/ 40351 w 490174"/>
                <a:gd name="connsiteY16" fmla="*/ 230269 h 421976"/>
                <a:gd name="connsiteX17" fmla="*/ 90847 w 490174"/>
                <a:gd name="connsiteY17" fmla="*/ 179357 h 421976"/>
                <a:gd name="connsiteX18" fmla="*/ 140509 w 490174"/>
                <a:gd name="connsiteY18" fmla="*/ 126279 h 421976"/>
                <a:gd name="connsiteX19" fmla="*/ 192088 w 490174"/>
                <a:gd name="connsiteY19" fmla="*/ 71034 h 421976"/>
                <a:gd name="connsiteX20" fmla="*/ 227668 w 490174"/>
                <a:gd name="connsiteY20" fmla="*/ 44786 h 421976"/>
                <a:gd name="connsiteX21" fmla="*/ 227918 w 490174"/>
                <a:gd name="connsiteY21" fmla="*/ 44620 h 421976"/>
                <a:gd name="connsiteX22" fmla="*/ 228085 w 490174"/>
                <a:gd name="connsiteY22" fmla="*/ 44536 h 421976"/>
                <a:gd name="connsiteX23" fmla="*/ 256499 w 490174"/>
                <a:gd name="connsiteY23" fmla="*/ 29954 h 421976"/>
                <a:gd name="connsiteX24" fmla="*/ 351907 w 490174"/>
                <a:gd name="connsiteY24" fmla="*/ 14039 h 421976"/>
                <a:gd name="connsiteX25" fmla="*/ 367156 w 490174"/>
                <a:gd name="connsiteY25" fmla="*/ 18122 h 421976"/>
                <a:gd name="connsiteX26" fmla="*/ 468313 w 490174"/>
                <a:gd name="connsiteY26" fmla="*/ 125196 h 421976"/>
                <a:gd name="connsiteX27" fmla="*/ 445482 w 490174"/>
                <a:gd name="connsiteY27" fmla="*/ 269849 h 421976"/>
                <a:gd name="connsiteX28" fmla="*/ 340825 w 490174"/>
                <a:gd name="connsiteY28" fmla="*/ 362341 h 421976"/>
                <a:gd name="connsiteX29" fmla="*/ 340825 w 490174"/>
                <a:gd name="connsiteY29" fmla="*/ 362341 h 421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90174" h="421976">
                  <a:moveTo>
                    <a:pt x="487395" y="140527"/>
                  </a:moveTo>
                  <a:cubicBezTo>
                    <a:pt x="477062" y="82449"/>
                    <a:pt x="435983" y="32121"/>
                    <a:pt x="381154" y="10290"/>
                  </a:cubicBezTo>
                  <a:cubicBezTo>
                    <a:pt x="353657" y="-627"/>
                    <a:pt x="325326" y="-1960"/>
                    <a:pt x="296162" y="2123"/>
                  </a:cubicBezTo>
                  <a:cubicBezTo>
                    <a:pt x="278830" y="4540"/>
                    <a:pt x="264082" y="10623"/>
                    <a:pt x="250666" y="19372"/>
                  </a:cubicBezTo>
                  <a:cubicBezTo>
                    <a:pt x="212670" y="35287"/>
                    <a:pt x="180423" y="60868"/>
                    <a:pt x="152425" y="91782"/>
                  </a:cubicBezTo>
                  <a:cubicBezTo>
                    <a:pt x="132843" y="113613"/>
                    <a:pt x="112428" y="134861"/>
                    <a:pt x="91930" y="155860"/>
                  </a:cubicBezTo>
                  <a:cubicBezTo>
                    <a:pt x="72099" y="176108"/>
                    <a:pt x="50101" y="194273"/>
                    <a:pt x="31769" y="215938"/>
                  </a:cubicBezTo>
                  <a:cubicBezTo>
                    <a:pt x="522" y="252851"/>
                    <a:pt x="-11727" y="311345"/>
                    <a:pt x="13688" y="354258"/>
                  </a:cubicBezTo>
                  <a:cubicBezTo>
                    <a:pt x="42352" y="402504"/>
                    <a:pt x="101596" y="419586"/>
                    <a:pt x="154758" y="421752"/>
                  </a:cubicBezTo>
                  <a:cubicBezTo>
                    <a:pt x="213503" y="424085"/>
                    <a:pt x="269664" y="408004"/>
                    <a:pt x="323576" y="385839"/>
                  </a:cubicBezTo>
                  <a:cubicBezTo>
                    <a:pt x="419234" y="346592"/>
                    <a:pt x="507059" y="250851"/>
                    <a:pt x="487395" y="140527"/>
                  </a:cubicBezTo>
                  <a:lnTo>
                    <a:pt x="487395" y="140527"/>
                  </a:lnTo>
                  <a:close/>
                  <a:moveTo>
                    <a:pt x="340825" y="362341"/>
                  </a:moveTo>
                  <a:cubicBezTo>
                    <a:pt x="317743" y="374840"/>
                    <a:pt x="292329" y="382756"/>
                    <a:pt x="267581" y="391338"/>
                  </a:cubicBezTo>
                  <a:cubicBezTo>
                    <a:pt x="243667" y="399671"/>
                    <a:pt x="218502" y="405087"/>
                    <a:pt x="193171" y="406920"/>
                  </a:cubicBezTo>
                  <a:cubicBezTo>
                    <a:pt x="145175" y="410503"/>
                    <a:pt x="81348" y="406087"/>
                    <a:pt x="44935" y="370423"/>
                  </a:cubicBezTo>
                  <a:cubicBezTo>
                    <a:pt x="6188" y="332427"/>
                    <a:pt x="7938" y="272265"/>
                    <a:pt x="40351" y="230269"/>
                  </a:cubicBezTo>
                  <a:cubicBezTo>
                    <a:pt x="55017" y="211271"/>
                    <a:pt x="73849" y="196189"/>
                    <a:pt x="90847" y="179357"/>
                  </a:cubicBezTo>
                  <a:cubicBezTo>
                    <a:pt x="108095" y="162276"/>
                    <a:pt x="123761" y="143777"/>
                    <a:pt x="140509" y="126279"/>
                  </a:cubicBezTo>
                  <a:cubicBezTo>
                    <a:pt x="157925" y="108114"/>
                    <a:pt x="173506" y="88116"/>
                    <a:pt x="192088" y="71034"/>
                  </a:cubicBezTo>
                  <a:cubicBezTo>
                    <a:pt x="202837" y="61118"/>
                    <a:pt x="214919" y="52369"/>
                    <a:pt x="227668" y="44786"/>
                  </a:cubicBezTo>
                  <a:cubicBezTo>
                    <a:pt x="227752" y="44703"/>
                    <a:pt x="227835" y="44703"/>
                    <a:pt x="227918" y="44620"/>
                  </a:cubicBezTo>
                  <a:cubicBezTo>
                    <a:pt x="228001" y="44620"/>
                    <a:pt x="228001" y="44536"/>
                    <a:pt x="228085" y="44536"/>
                  </a:cubicBezTo>
                  <a:cubicBezTo>
                    <a:pt x="237334" y="39037"/>
                    <a:pt x="246833" y="34121"/>
                    <a:pt x="256499" y="29954"/>
                  </a:cubicBezTo>
                  <a:cubicBezTo>
                    <a:pt x="286663" y="16705"/>
                    <a:pt x="319993" y="10206"/>
                    <a:pt x="351907" y="14039"/>
                  </a:cubicBezTo>
                  <a:cubicBezTo>
                    <a:pt x="356990" y="15039"/>
                    <a:pt x="362156" y="16372"/>
                    <a:pt x="367156" y="18122"/>
                  </a:cubicBezTo>
                  <a:cubicBezTo>
                    <a:pt x="414151" y="34204"/>
                    <a:pt x="456314" y="76117"/>
                    <a:pt x="468313" y="125196"/>
                  </a:cubicBezTo>
                  <a:cubicBezTo>
                    <a:pt x="480645" y="175524"/>
                    <a:pt x="471229" y="225187"/>
                    <a:pt x="445482" y="269849"/>
                  </a:cubicBezTo>
                  <a:cubicBezTo>
                    <a:pt x="422150" y="310429"/>
                    <a:pt x="381487" y="340343"/>
                    <a:pt x="340825" y="362341"/>
                  </a:cubicBezTo>
                  <a:lnTo>
                    <a:pt x="340825" y="362341"/>
                  </a:lnTo>
                  <a:close/>
                </a:path>
              </a:pathLst>
            </a:custGeom>
            <a:grpFill/>
            <a:ln w="8332" cap="flat">
              <a:noFill/>
              <a:prstDash val="solid"/>
              <a:miter/>
            </a:ln>
          </p:spPr>
          <p:txBody>
            <a:bodyPr rtlCol="0" anchor="ctr"/>
            <a:lstStyle/>
            <a:p>
              <a:endParaRPr lang="en-US"/>
            </a:p>
          </p:txBody>
        </p:sp>
        <p:sp>
          <p:nvSpPr>
            <p:cNvPr id="2703" name="Freeform: Shape 2702"/>
            <p:cNvSpPr/>
            <p:nvPr/>
          </p:nvSpPr>
          <p:spPr>
            <a:xfrm>
              <a:off x="5866141" y="6256278"/>
              <a:ext cx="261714" cy="241320"/>
            </a:xfrm>
            <a:custGeom>
              <a:avLst/>
              <a:gdLst>
                <a:gd name="connsiteX0" fmla="*/ 259912 w 261714"/>
                <a:gd name="connsiteY0" fmla="*/ 85 h 241320"/>
                <a:gd name="connsiteX1" fmla="*/ 183419 w 261714"/>
                <a:gd name="connsiteY1" fmla="*/ 42665 h 241320"/>
                <a:gd name="connsiteX2" fmla="*/ 114342 w 261714"/>
                <a:gd name="connsiteY2" fmla="*/ 103243 h 241320"/>
                <a:gd name="connsiteX3" fmla="*/ 58263 w 261714"/>
                <a:gd name="connsiteY3" fmla="*/ 168153 h 241320"/>
                <a:gd name="connsiteX4" fmla="*/ 185 w 261714"/>
                <a:gd name="connsiteY4" fmla="*/ 237980 h 241320"/>
                <a:gd name="connsiteX5" fmla="*/ 5185 w 261714"/>
                <a:gd name="connsiteY5" fmla="*/ 240064 h 241320"/>
                <a:gd name="connsiteX6" fmla="*/ 34349 w 261714"/>
                <a:gd name="connsiteY6" fmla="*/ 201234 h 241320"/>
                <a:gd name="connsiteX7" fmla="*/ 69262 w 261714"/>
                <a:gd name="connsiteY7" fmla="*/ 171487 h 241320"/>
                <a:gd name="connsiteX8" fmla="*/ 118674 w 261714"/>
                <a:gd name="connsiteY8" fmla="*/ 112242 h 241320"/>
                <a:gd name="connsiteX9" fmla="*/ 179669 w 261714"/>
                <a:gd name="connsiteY9" fmla="*/ 53747 h 241320"/>
                <a:gd name="connsiteX10" fmla="*/ 260995 w 261714"/>
                <a:gd name="connsiteY10" fmla="*/ 2585 h 241320"/>
                <a:gd name="connsiteX11" fmla="*/ 259912 w 261714"/>
                <a:gd name="connsiteY11" fmla="*/ 85 h 241320"/>
                <a:gd name="connsiteX12" fmla="*/ 259912 w 261714"/>
                <a:gd name="connsiteY12" fmla="*/ 85 h 241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1714" h="241320">
                  <a:moveTo>
                    <a:pt x="259912" y="85"/>
                  </a:moveTo>
                  <a:cubicBezTo>
                    <a:pt x="231831" y="10584"/>
                    <a:pt x="207333" y="24416"/>
                    <a:pt x="183419" y="42665"/>
                  </a:cubicBezTo>
                  <a:cubicBezTo>
                    <a:pt x="158921" y="61330"/>
                    <a:pt x="134506" y="79578"/>
                    <a:pt x="114342" y="103243"/>
                  </a:cubicBezTo>
                  <a:cubicBezTo>
                    <a:pt x="95593" y="125241"/>
                    <a:pt x="80012" y="148655"/>
                    <a:pt x="58263" y="168153"/>
                  </a:cubicBezTo>
                  <a:cubicBezTo>
                    <a:pt x="34765" y="189318"/>
                    <a:pt x="12434" y="208150"/>
                    <a:pt x="185" y="237980"/>
                  </a:cubicBezTo>
                  <a:cubicBezTo>
                    <a:pt x="-981" y="240897"/>
                    <a:pt x="3685" y="242647"/>
                    <a:pt x="5185" y="240064"/>
                  </a:cubicBezTo>
                  <a:cubicBezTo>
                    <a:pt x="13767" y="225981"/>
                    <a:pt x="22017" y="212483"/>
                    <a:pt x="34349" y="201234"/>
                  </a:cubicBezTo>
                  <a:cubicBezTo>
                    <a:pt x="45598" y="190901"/>
                    <a:pt x="58013" y="181819"/>
                    <a:pt x="69262" y="171487"/>
                  </a:cubicBezTo>
                  <a:cubicBezTo>
                    <a:pt x="88594" y="153738"/>
                    <a:pt x="103009" y="132990"/>
                    <a:pt x="118674" y="112242"/>
                  </a:cubicBezTo>
                  <a:cubicBezTo>
                    <a:pt x="135506" y="89827"/>
                    <a:pt x="157921" y="71079"/>
                    <a:pt x="179669" y="53747"/>
                  </a:cubicBezTo>
                  <a:cubicBezTo>
                    <a:pt x="205667" y="32916"/>
                    <a:pt x="230164" y="15500"/>
                    <a:pt x="260995" y="2585"/>
                  </a:cubicBezTo>
                  <a:cubicBezTo>
                    <a:pt x="262495" y="2085"/>
                    <a:pt x="261412" y="-498"/>
                    <a:pt x="259912" y="85"/>
                  </a:cubicBezTo>
                  <a:lnTo>
                    <a:pt x="259912" y="85"/>
                  </a:lnTo>
                  <a:close/>
                </a:path>
              </a:pathLst>
            </a:custGeom>
            <a:grpFill/>
            <a:ln w="8332" cap="flat">
              <a:noFill/>
              <a:prstDash val="solid"/>
              <a:miter/>
            </a:ln>
          </p:spPr>
          <p:txBody>
            <a:bodyPr rtlCol="0" anchor="ctr"/>
            <a:lstStyle/>
            <a:p>
              <a:endParaRPr lang="en-US"/>
            </a:p>
          </p:txBody>
        </p:sp>
        <p:sp>
          <p:nvSpPr>
            <p:cNvPr id="2704" name="Freeform: Shape 2703"/>
            <p:cNvSpPr/>
            <p:nvPr/>
          </p:nvSpPr>
          <p:spPr>
            <a:xfrm>
              <a:off x="5995981" y="6575668"/>
              <a:ext cx="129988" cy="31997"/>
            </a:xfrm>
            <a:custGeom>
              <a:avLst/>
              <a:gdLst>
                <a:gd name="connsiteX0" fmla="*/ 129988 w 129988"/>
                <a:gd name="connsiteY0" fmla="*/ 0 h 31997"/>
                <a:gd name="connsiteX1" fmla="*/ 0 w 129988"/>
                <a:gd name="connsiteY1" fmla="*/ 31997 h 31997"/>
              </a:gdLst>
              <a:ahLst/>
              <a:cxnLst>
                <a:cxn ang="0">
                  <a:pos x="connsiteX0" y="connsiteY0"/>
                </a:cxn>
                <a:cxn ang="0">
                  <a:pos x="connsiteX1" y="connsiteY1"/>
                </a:cxn>
              </a:cxnLst>
              <a:rect l="l" t="t" r="r" b="b"/>
              <a:pathLst>
                <a:path w="129988" h="31997">
                  <a:moveTo>
                    <a:pt x="129988" y="0"/>
                  </a:moveTo>
                  <a:cubicBezTo>
                    <a:pt x="88992" y="17915"/>
                    <a:pt x="45162" y="32080"/>
                    <a:pt x="0" y="31997"/>
                  </a:cubicBezTo>
                </a:path>
              </a:pathLst>
            </a:custGeom>
            <a:grpFill/>
            <a:ln w="8332" cap="flat">
              <a:noFill/>
              <a:prstDash val="solid"/>
              <a:miter/>
            </a:ln>
          </p:spPr>
          <p:txBody>
            <a:bodyPr rtlCol="0" anchor="ctr"/>
            <a:lstStyle/>
            <a:p>
              <a:endParaRPr lang="en-US"/>
            </a:p>
          </p:txBody>
        </p:sp>
        <p:sp>
          <p:nvSpPr>
            <p:cNvPr id="2705" name="Freeform: Shape 2704"/>
            <p:cNvSpPr/>
            <p:nvPr/>
          </p:nvSpPr>
          <p:spPr>
            <a:xfrm>
              <a:off x="5994980" y="6326015"/>
              <a:ext cx="225797" cy="201097"/>
            </a:xfrm>
            <a:custGeom>
              <a:avLst/>
              <a:gdLst>
                <a:gd name="connsiteX0" fmla="*/ 222815 w 225797"/>
                <a:gd name="connsiteY0" fmla="*/ 55754 h 201097"/>
                <a:gd name="connsiteX1" fmla="*/ 167653 w 225797"/>
                <a:gd name="connsiteY1" fmla="*/ 5092 h 201097"/>
                <a:gd name="connsiteX2" fmla="*/ 77745 w 225797"/>
                <a:gd name="connsiteY2" fmla="*/ 14924 h 201097"/>
                <a:gd name="connsiteX3" fmla="*/ 12500 w 225797"/>
                <a:gd name="connsiteY3" fmla="*/ 74669 h 201097"/>
                <a:gd name="connsiteX4" fmla="*/ 8751 w 225797"/>
                <a:gd name="connsiteY4" fmla="*/ 81668 h 201097"/>
                <a:gd name="connsiteX5" fmla="*/ 57746 w 225797"/>
                <a:gd name="connsiteY5" fmla="*/ 197491 h 201097"/>
                <a:gd name="connsiteX6" fmla="*/ 136073 w 225797"/>
                <a:gd name="connsiteY6" fmla="*/ 187408 h 201097"/>
                <a:gd name="connsiteX7" fmla="*/ 207566 w 225797"/>
                <a:gd name="connsiteY7" fmla="*/ 130914 h 201097"/>
                <a:gd name="connsiteX8" fmla="*/ 222815 w 225797"/>
                <a:gd name="connsiteY8" fmla="*/ 55754 h 201097"/>
                <a:gd name="connsiteX9" fmla="*/ 222815 w 225797"/>
                <a:gd name="connsiteY9" fmla="*/ 55754 h 201097"/>
                <a:gd name="connsiteX10" fmla="*/ 199567 w 225797"/>
                <a:gd name="connsiteY10" fmla="*/ 117665 h 201097"/>
                <a:gd name="connsiteX11" fmla="*/ 145738 w 225797"/>
                <a:gd name="connsiteY11" fmla="*/ 166411 h 201097"/>
                <a:gd name="connsiteX12" fmla="*/ 74161 w 225797"/>
                <a:gd name="connsiteY12" fmla="*/ 187992 h 201097"/>
                <a:gd name="connsiteX13" fmla="*/ 21166 w 225797"/>
                <a:gd name="connsiteY13" fmla="*/ 83251 h 201097"/>
                <a:gd name="connsiteX14" fmla="*/ 72745 w 225797"/>
                <a:gd name="connsiteY14" fmla="*/ 29756 h 201097"/>
                <a:gd name="connsiteX15" fmla="*/ 105575 w 225797"/>
                <a:gd name="connsiteY15" fmla="*/ 14758 h 201097"/>
                <a:gd name="connsiteX16" fmla="*/ 138906 w 225797"/>
                <a:gd name="connsiteY16" fmla="*/ 11091 h 201097"/>
                <a:gd name="connsiteX17" fmla="*/ 203400 w 225797"/>
                <a:gd name="connsiteY17" fmla="*/ 47505 h 201097"/>
                <a:gd name="connsiteX18" fmla="*/ 199567 w 225797"/>
                <a:gd name="connsiteY18" fmla="*/ 117665 h 201097"/>
                <a:gd name="connsiteX19" fmla="*/ 199567 w 225797"/>
                <a:gd name="connsiteY19" fmla="*/ 117665 h 201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25797" h="201097">
                  <a:moveTo>
                    <a:pt x="222815" y="55754"/>
                  </a:moveTo>
                  <a:cubicBezTo>
                    <a:pt x="215066" y="29589"/>
                    <a:pt x="191734" y="14591"/>
                    <a:pt x="167653" y="5092"/>
                  </a:cubicBezTo>
                  <a:cubicBezTo>
                    <a:pt x="139156" y="-6241"/>
                    <a:pt x="104742" y="3259"/>
                    <a:pt x="77745" y="14924"/>
                  </a:cubicBezTo>
                  <a:cubicBezTo>
                    <a:pt x="49914" y="26923"/>
                    <a:pt x="26083" y="47671"/>
                    <a:pt x="12500" y="74669"/>
                  </a:cubicBezTo>
                  <a:cubicBezTo>
                    <a:pt x="11167" y="77002"/>
                    <a:pt x="9917" y="79335"/>
                    <a:pt x="8751" y="81668"/>
                  </a:cubicBezTo>
                  <a:cubicBezTo>
                    <a:pt x="-13747" y="127247"/>
                    <a:pt x="8751" y="182742"/>
                    <a:pt x="57746" y="197491"/>
                  </a:cubicBezTo>
                  <a:cubicBezTo>
                    <a:pt x="84327" y="205491"/>
                    <a:pt x="111575" y="199324"/>
                    <a:pt x="136073" y="187408"/>
                  </a:cubicBezTo>
                  <a:cubicBezTo>
                    <a:pt x="162653" y="174493"/>
                    <a:pt x="190318" y="155245"/>
                    <a:pt x="207566" y="130914"/>
                  </a:cubicBezTo>
                  <a:cubicBezTo>
                    <a:pt x="222648" y="109582"/>
                    <a:pt x="230481" y="81502"/>
                    <a:pt x="222815" y="55754"/>
                  </a:cubicBezTo>
                  <a:lnTo>
                    <a:pt x="222815" y="55754"/>
                  </a:lnTo>
                  <a:close/>
                  <a:moveTo>
                    <a:pt x="199567" y="117665"/>
                  </a:moveTo>
                  <a:cubicBezTo>
                    <a:pt x="186985" y="138580"/>
                    <a:pt x="166237" y="153828"/>
                    <a:pt x="145738" y="166411"/>
                  </a:cubicBezTo>
                  <a:cubicBezTo>
                    <a:pt x="124907" y="179243"/>
                    <a:pt x="99326" y="190908"/>
                    <a:pt x="74161" y="187992"/>
                  </a:cubicBezTo>
                  <a:cubicBezTo>
                    <a:pt x="23333" y="181993"/>
                    <a:pt x="-3498" y="127747"/>
                    <a:pt x="21166" y="83251"/>
                  </a:cubicBezTo>
                  <a:cubicBezTo>
                    <a:pt x="33165" y="61670"/>
                    <a:pt x="51913" y="42755"/>
                    <a:pt x="72745" y="29756"/>
                  </a:cubicBezTo>
                  <a:cubicBezTo>
                    <a:pt x="83411" y="23090"/>
                    <a:pt x="94326" y="18424"/>
                    <a:pt x="105575" y="14758"/>
                  </a:cubicBezTo>
                  <a:cubicBezTo>
                    <a:pt x="116491" y="12424"/>
                    <a:pt x="127740" y="11175"/>
                    <a:pt x="138906" y="11091"/>
                  </a:cubicBezTo>
                  <a:cubicBezTo>
                    <a:pt x="162070" y="11008"/>
                    <a:pt x="191401" y="27840"/>
                    <a:pt x="203400" y="47505"/>
                  </a:cubicBezTo>
                  <a:cubicBezTo>
                    <a:pt x="216732" y="69336"/>
                    <a:pt x="212232" y="96667"/>
                    <a:pt x="199567" y="117665"/>
                  </a:cubicBezTo>
                  <a:lnTo>
                    <a:pt x="199567" y="117665"/>
                  </a:lnTo>
                  <a:close/>
                </a:path>
              </a:pathLst>
            </a:custGeom>
            <a:grpFill/>
            <a:ln w="8332" cap="flat">
              <a:noFill/>
              <a:prstDash val="solid"/>
              <a:miter/>
            </a:ln>
          </p:spPr>
          <p:txBody>
            <a:bodyPr rtlCol="0" anchor="ctr"/>
            <a:lstStyle/>
            <a:p>
              <a:endParaRPr lang="en-US"/>
            </a:p>
          </p:txBody>
        </p:sp>
        <p:sp>
          <p:nvSpPr>
            <p:cNvPr id="2706" name="Freeform: Shape 2705"/>
            <p:cNvSpPr/>
            <p:nvPr/>
          </p:nvSpPr>
          <p:spPr>
            <a:xfrm>
              <a:off x="1833482" y="4292684"/>
              <a:ext cx="582663" cy="567958"/>
            </a:xfrm>
            <a:custGeom>
              <a:avLst/>
              <a:gdLst>
                <a:gd name="connsiteX0" fmla="*/ 462332 w 582663"/>
                <a:gd name="connsiteY0" fmla="*/ 39019 h 567958"/>
                <a:gd name="connsiteX1" fmla="*/ 462332 w 582663"/>
                <a:gd name="connsiteY1" fmla="*/ 38519 h 567958"/>
                <a:gd name="connsiteX2" fmla="*/ 429335 w 582663"/>
                <a:gd name="connsiteY2" fmla="*/ 2772 h 567958"/>
                <a:gd name="connsiteX3" fmla="*/ 388172 w 582663"/>
                <a:gd name="connsiteY3" fmla="*/ 6605 h 567958"/>
                <a:gd name="connsiteX4" fmla="*/ 370757 w 582663"/>
                <a:gd name="connsiteY4" fmla="*/ 47852 h 567958"/>
                <a:gd name="connsiteX5" fmla="*/ 378840 w 582663"/>
                <a:gd name="connsiteY5" fmla="*/ 71099 h 567958"/>
                <a:gd name="connsiteX6" fmla="*/ 390589 w 582663"/>
                <a:gd name="connsiteY6" fmla="*/ 82015 h 567958"/>
                <a:gd name="connsiteX7" fmla="*/ 387589 w 582663"/>
                <a:gd name="connsiteY7" fmla="*/ 121845 h 567958"/>
                <a:gd name="connsiteX8" fmla="*/ 359842 w 582663"/>
                <a:gd name="connsiteY8" fmla="*/ 153758 h 567958"/>
                <a:gd name="connsiteX9" fmla="*/ 359342 w 582663"/>
                <a:gd name="connsiteY9" fmla="*/ 193505 h 567958"/>
                <a:gd name="connsiteX10" fmla="*/ 316345 w 582663"/>
                <a:gd name="connsiteY10" fmla="*/ 216753 h 567958"/>
                <a:gd name="connsiteX11" fmla="*/ 260434 w 582663"/>
                <a:gd name="connsiteY11" fmla="*/ 205004 h 567958"/>
                <a:gd name="connsiteX12" fmla="*/ 223521 w 582663"/>
                <a:gd name="connsiteY12" fmla="*/ 230085 h 567958"/>
                <a:gd name="connsiteX13" fmla="*/ 190774 w 582663"/>
                <a:gd name="connsiteY13" fmla="*/ 221002 h 567958"/>
                <a:gd name="connsiteX14" fmla="*/ 190690 w 582663"/>
                <a:gd name="connsiteY14" fmla="*/ 204754 h 567958"/>
                <a:gd name="connsiteX15" fmla="*/ 184191 w 582663"/>
                <a:gd name="connsiteY15" fmla="*/ 179506 h 567958"/>
                <a:gd name="connsiteX16" fmla="*/ 152777 w 582663"/>
                <a:gd name="connsiteY16" fmla="*/ 136010 h 567958"/>
                <a:gd name="connsiteX17" fmla="*/ 138528 w 582663"/>
                <a:gd name="connsiteY17" fmla="*/ 127928 h 567958"/>
                <a:gd name="connsiteX18" fmla="*/ 119780 w 582663"/>
                <a:gd name="connsiteY18" fmla="*/ 89931 h 567958"/>
                <a:gd name="connsiteX19" fmla="*/ 68784 w 582663"/>
                <a:gd name="connsiteY19" fmla="*/ 85098 h 567958"/>
                <a:gd name="connsiteX20" fmla="*/ 18206 w 582663"/>
                <a:gd name="connsiteY20" fmla="*/ 179673 h 567958"/>
                <a:gd name="connsiteX21" fmla="*/ 541 w 582663"/>
                <a:gd name="connsiteY21" fmla="*/ 229252 h 567958"/>
                <a:gd name="connsiteX22" fmla="*/ 38621 w 582663"/>
                <a:gd name="connsiteY22" fmla="*/ 314327 h 567958"/>
                <a:gd name="connsiteX23" fmla="*/ 21622 w 582663"/>
                <a:gd name="connsiteY23" fmla="*/ 370072 h 567958"/>
                <a:gd name="connsiteX24" fmla="*/ 102531 w 582663"/>
                <a:gd name="connsiteY24" fmla="*/ 478979 h 567958"/>
                <a:gd name="connsiteX25" fmla="*/ 158110 w 582663"/>
                <a:gd name="connsiteY25" fmla="*/ 500311 h 567958"/>
                <a:gd name="connsiteX26" fmla="*/ 185941 w 582663"/>
                <a:gd name="connsiteY26" fmla="*/ 493645 h 567958"/>
                <a:gd name="connsiteX27" fmla="*/ 185607 w 582663"/>
                <a:gd name="connsiteY27" fmla="*/ 498644 h 567958"/>
                <a:gd name="connsiteX28" fmla="*/ 249018 w 582663"/>
                <a:gd name="connsiteY28" fmla="*/ 565221 h 567958"/>
                <a:gd name="connsiteX29" fmla="*/ 351842 w 582663"/>
                <a:gd name="connsiteY29" fmla="*/ 544473 h 567958"/>
                <a:gd name="connsiteX30" fmla="*/ 396005 w 582663"/>
                <a:gd name="connsiteY30" fmla="*/ 501060 h 567958"/>
                <a:gd name="connsiteX31" fmla="*/ 399588 w 582663"/>
                <a:gd name="connsiteY31" fmla="*/ 501477 h 567958"/>
                <a:gd name="connsiteX32" fmla="*/ 414837 w 582663"/>
                <a:gd name="connsiteY32" fmla="*/ 496228 h 567958"/>
                <a:gd name="connsiteX33" fmla="*/ 434252 w 582663"/>
                <a:gd name="connsiteY33" fmla="*/ 487645 h 567958"/>
                <a:gd name="connsiteX34" fmla="*/ 463749 w 582663"/>
                <a:gd name="connsiteY34" fmla="*/ 470230 h 567958"/>
                <a:gd name="connsiteX35" fmla="*/ 511578 w 582663"/>
                <a:gd name="connsiteY35" fmla="*/ 422401 h 567958"/>
                <a:gd name="connsiteX36" fmla="*/ 535909 w 582663"/>
                <a:gd name="connsiteY36" fmla="*/ 331992 h 567958"/>
                <a:gd name="connsiteX37" fmla="*/ 566156 w 582663"/>
                <a:gd name="connsiteY37" fmla="*/ 300996 h 567958"/>
                <a:gd name="connsiteX38" fmla="*/ 582655 w 582663"/>
                <a:gd name="connsiteY38" fmla="*/ 245584 h 567958"/>
                <a:gd name="connsiteX39" fmla="*/ 526577 w 582663"/>
                <a:gd name="connsiteY39" fmla="*/ 146259 h 567958"/>
                <a:gd name="connsiteX40" fmla="*/ 520911 w 582663"/>
                <a:gd name="connsiteY40" fmla="*/ 82182 h 567958"/>
                <a:gd name="connsiteX41" fmla="*/ 468582 w 582663"/>
                <a:gd name="connsiteY41" fmla="*/ 39519 h 567958"/>
                <a:gd name="connsiteX42" fmla="*/ 462332 w 582663"/>
                <a:gd name="connsiteY42" fmla="*/ 39019 h 567958"/>
                <a:gd name="connsiteX43" fmla="*/ 462332 w 582663"/>
                <a:gd name="connsiteY43" fmla="*/ 39019 h 567958"/>
                <a:gd name="connsiteX44" fmla="*/ 124280 w 582663"/>
                <a:gd name="connsiteY44" fmla="*/ 124428 h 567958"/>
                <a:gd name="connsiteX45" fmla="*/ 61118 w 582663"/>
                <a:gd name="connsiteY45" fmla="*/ 140676 h 567958"/>
                <a:gd name="connsiteX46" fmla="*/ 23122 w 582663"/>
                <a:gd name="connsiteY46" fmla="*/ 172423 h 567958"/>
                <a:gd name="connsiteX47" fmla="*/ 66035 w 582663"/>
                <a:gd name="connsiteY47" fmla="*/ 101930 h 567958"/>
                <a:gd name="connsiteX48" fmla="*/ 106948 w 582663"/>
                <a:gd name="connsiteY48" fmla="*/ 97764 h 567958"/>
                <a:gd name="connsiteX49" fmla="*/ 124280 w 582663"/>
                <a:gd name="connsiteY49" fmla="*/ 124428 h 567958"/>
                <a:gd name="connsiteX50" fmla="*/ 124280 w 582663"/>
                <a:gd name="connsiteY50" fmla="*/ 124428 h 567958"/>
                <a:gd name="connsiteX51" fmla="*/ 174608 w 582663"/>
                <a:gd name="connsiteY51" fmla="*/ 222502 h 567958"/>
                <a:gd name="connsiteX52" fmla="*/ 97699 w 582663"/>
                <a:gd name="connsiteY52" fmla="*/ 256332 h 567958"/>
                <a:gd name="connsiteX53" fmla="*/ 44537 w 582663"/>
                <a:gd name="connsiteY53" fmla="*/ 304995 h 567958"/>
                <a:gd name="connsiteX54" fmla="*/ 20789 w 582663"/>
                <a:gd name="connsiteY54" fmla="*/ 269331 h 567958"/>
                <a:gd name="connsiteX55" fmla="*/ 17206 w 582663"/>
                <a:gd name="connsiteY55" fmla="*/ 221169 h 567958"/>
                <a:gd name="connsiteX56" fmla="*/ 72367 w 582663"/>
                <a:gd name="connsiteY56" fmla="*/ 149342 h 567958"/>
                <a:gd name="connsiteX57" fmla="*/ 115447 w 582663"/>
                <a:gd name="connsiteY57" fmla="*/ 135260 h 567958"/>
                <a:gd name="connsiteX58" fmla="*/ 126279 w 582663"/>
                <a:gd name="connsiteY58" fmla="*/ 135593 h 567958"/>
                <a:gd name="connsiteX59" fmla="*/ 130945 w 582663"/>
                <a:gd name="connsiteY59" fmla="*/ 136677 h 567958"/>
                <a:gd name="connsiteX60" fmla="*/ 154443 w 582663"/>
                <a:gd name="connsiteY60" fmla="*/ 155175 h 567958"/>
                <a:gd name="connsiteX61" fmla="*/ 174108 w 582663"/>
                <a:gd name="connsiteY61" fmla="*/ 199754 h 567958"/>
                <a:gd name="connsiteX62" fmla="*/ 174608 w 582663"/>
                <a:gd name="connsiteY62" fmla="*/ 222502 h 567958"/>
                <a:gd name="connsiteX63" fmla="*/ 174608 w 582663"/>
                <a:gd name="connsiteY63" fmla="*/ 222502 h 567958"/>
                <a:gd name="connsiteX64" fmla="*/ 222187 w 582663"/>
                <a:gd name="connsiteY64" fmla="*/ 248833 h 567958"/>
                <a:gd name="connsiteX65" fmla="*/ 227687 w 582663"/>
                <a:gd name="connsiteY65" fmla="*/ 280914 h 567958"/>
                <a:gd name="connsiteX66" fmla="*/ 231603 w 582663"/>
                <a:gd name="connsiteY66" fmla="*/ 346324 h 567958"/>
                <a:gd name="connsiteX67" fmla="*/ 230687 w 582663"/>
                <a:gd name="connsiteY67" fmla="*/ 360823 h 567958"/>
                <a:gd name="connsiteX68" fmla="*/ 226770 w 582663"/>
                <a:gd name="connsiteY68" fmla="*/ 376989 h 567958"/>
                <a:gd name="connsiteX69" fmla="*/ 187607 w 582663"/>
                <a:gd name="connsiteY69" fmla="*/ 480063 h 567958"/>
                <a:gd name="connsiteX70" fmla="*/ 142361 w 582663"/>
                <a:gd name="connsiteY70" fmla="*/ 484062 h 567958"/>
                <a:gd name="connsiteX71" fmla="*/ 96949 w 582663"/>
                <a:gd name="connsiteY71" fmla="*/ 457398 h 567958"/>
                <a:gd name="connsiteX72" fmla="*/ 36454 w 582663"/>
                <a:gd name="connsiteY72" fmla="*/ 362323 h 567958"/>
                <a:gd name="connsiteX73" fmla="*/ 108448 w 582663"/>
                <a:gd name="connsiteY73" fmla="*/ 266832 h 567958"/>
                <a:gd name="connsiteX74" fmla="*/ 178525 w 582663"/>
                <a:gd name="connsiteY74" fmla="*/ 237334 h 567958"/>
                <a:gd name="connsiteX75" fmla="*/ 185607 w 582663"/>
                <a:gd name="connsiteY75" fmla="*/ 236751 h 567958"/>
                <a:gd name="connsiteX76" fmla="*/ 221937 w 582663"/>
                <a:gd name="connsiteY76" fmla="*/ 248917 h 567958"/>
                <a:gd name="connsiteX77" fmla="*/ 222187 w 582663"/>
                <a:gd name="connsiteY77" fmla="*/ 248833 h 567958"/>
                <a:gd name="connsiteX78" fmla="*/ 222187 w 582663"/>
                <a:gd name="connsiteY78" fmla="*/ 248833 h 567958"/>
                <a:gd name="connsiteX79" fmla="*/ 381256 w 582663"/>
                <a:gd name="connsiteY79" fmla="*/ 285497 h 567958"/>
                <a:gd name="connsiteX80" fmla="*/ 419086 w 582663"/>
                <a:gd name="connsiteY80" fmla="*/ 385904 h 567958"/>
                <a:gd name="connsiteX81" fmla="*/ 294681 w 582663"/>
                <a:gd name="connsiteY81" fmla="*/ 551723 h 567958"/>
                <a:gd name="connsiteX82" fmla="*/ 206106 w 582663"/>
                <a:gd name="connsiteY82" fmla="*/ 511976 h 567958"/>
                <a:gd name="connsiteX83" fmla="*/ 215771 w 582663"/>
                <a:gd name="connsiteY83" fmla="*/ 455398 h 567958"/>
                <a:gd name="connsiteX84" fmla="*/ 234520 w 582663"/>
                <a:gd name="connsiteY84" fmla="*/ 410069 h 567958"/>
                <a:gd name="connsiteX85" fmla="*/ 253435 w 582663"/>
                <a:gd name="connsiteY85" fmla="*/ 317160 h 567958"/>
                <a:gd name="connsiteX86" fmla="*/ 246769 w 582663"/>
                <a:gd name="connsiteY86" fmla="*/ 272165 h 567958"/>
                <a:gd name="connsiteX87" fmla="*/ 237019 w 582663"/>
                <a:gd name="connsiteY87" fmla="*/ 252916 h 567958"/>
                <a:gd name="connsiteX88" fmla="*/ 236769 w 582663"/>
                <a:gd name="connsiteY88" fmla="*/ 248083 h 567958"/>
                <a:gd name="connsiteX89" fmla="*/ 295181 w 582663"/>
                <a:gd name="connsiteY89" fmla="*/ 223669 h 567958"/>
                <a:gd name="connsiteX90" fmla="*/ 340343 w 582663"/>
                <a:gd name="connsiteY90" fmla="*/ 248917 h 567958"/>
                <a:gd name="connsiteX91" fmla="*/ 381256 w 582663"/>
                <a:gd name="connsiteY91" fmla="*/ 285497 h 567958"/>
                <a:gd name="connsiteX92" fmla="*/ 381256 w 582663"/>
                <a:gd name="connsiteY92" fmla="*/ 285497 h 567958"/>
                <a:gd name="connsiteX93" fmla="*/ 375423 w 582663"/>
                <a:gd name="connsiteY93" fmla="*/ 205421 h 567958"/>
                <a:gd name="connsiteX94" fmla="*/ 441001 w 582663"/>
                <a:gd name="connsiteY94" fmla="*/ 218836 h 567958"/>
                <a:gd name="connsiteX95" fmla="*/ 522660 w 582663"/>
                <a:gd name="connsiteY95" fmla="*/ 321493 h 567958"/>
                <a:gd name="connsiteX96" fmla="*/ 480664 w 582663"/>
                <a:gd name="connsiteY96" fmla="*/ 436566 h 567958"/>
                <a:gd name="connsiteX97" fmla="*/ 431168 w 582663"/>
                <a:gd name="connsiteY97" fmla="*/ 474479 h 567958"/>
                <a:gd name="connsiteX98" fmla="*/ 403421 w 582663"/>
                <a:gd name="connsiteY98" fmla="*/ 488728 h 567958"/>
                <a:gd name="connsiteX99" fmla="*/ 419336 w 582663"/>
                <a:gd name="connsiteY99" fmla="*/ 452398 h 567958"/>
                <a:gd name="connsiteX100" fmla="*/ 421503 w 582663"/>
                <a:gd name="connsiteY100" fmla="*/ 340992 h 567958"/>
                <a:gd name="connsiteX101" fmla="*/ 356925 w 582663"/>
                <a:gd name="connsiteY101" fmla="*/ 243334 h 567958"/>
                <a:gd name="connsiteX102" fmla="*/ 331344 w 582663"/>
                <a:gd name="connsiteY102" fmla="*/ 225085 h 567958"/>
                <a:gd name="connsiteX103" fmla="*/ 375423 w 582663"/>
                <a:gd name="connsiteY103" fmla="*/ 205421 h 567958"/>
                <a:gd name="connsiteX104" fmla="*/ 375423 w 582663"/>
                <a:gd name="connsiteY104" fmla="*/ 205421 h 567958"/>
                <a:gd name="connsiteX105" fmla="*/ 426252 w 582663"/>
                <a:gd name="connsiteY105" fmla="*/ 121762 h 567958"/>
                <a:gd name="connsiteX106" fmla="*/ 514661 w 582663"/>
                <a:gd name="connsiteY106" fmla="*/ 155175 h 567958"/>
                <a:gd name="connsiteX107" fmla="*/ 568490 w 582663"/>
                <a:gd name="connsiteY107" fmla="*/ 245167 h 567958"/>
                <a:gd name="connsiteX108" fmla="*/ 557240 w 582663"/>
                <a:gd name="connsiteY108" fmla="*/ 288830 h 567958"/>
                <a:gd name="connsiteX109" fmla="*/ 533409 w 582663"/>
                <a:gd name="connsiteY109" fmla="*/ 318410 h 567958"/>
                <a:gd name="connsiteX110" fmla="*/ 527910 w 582663"/>
                <a:gd name="connsiteY110" fmla="*/ 301578 h 567958"/>
                <a:gd name="connsiteX111" fmla="*/ 432502 w 582663"/>
                <a:gd name="connsiteY111" fmla="*/ 200254 h 567958"/>
                <a:gd name="connsiteX112" fmla="*/ 367841 w 582663"/>
                <a:gd name="connsiteY112" fmla="*/ 191505 h 567958"/>
                <a:gd name="connsiteX113" fmla="*/ 381340 w 582663"/>
                <a:gd name="connsiteY113" fmla="*/ 144259 h 567958"/>
                <a:gd name="connsiteX114" fmla="*/ 426252 w 582663"/>
                <a:gd name="connsiteY114" fmla="*/ 121762 h 567958"/>
                <a:gd name="connsiteX115" fmla="*/ 426252 w 582663"/>
                <a:gd name="connsiteY115" fmla="*/ 121762 h 567958"/>
                <a:gd name="connsiteX116" fmla="*/ 479998 w 582663"/>
                <a:gd name="connsiteY116" fmla="*/ 58017 h 567958"/>
                <a:gd name="connsiteX117" fmla="*/ 514744 w 582663"/>
                <a:gd name="connsiteY117" fmla="*/ 137093 h 567958"/>
                <a:gd name="connsiteX118" fmla="*/ 402088 w 582663"/>
                <a:gd name="connsiteY118" fmla="*/ 114095 h 567958"/>
                <a:gd name="connsiteX119" fmla="*/ 394422 w 582663"/>
                <a:gd name="connsiteY119" fmla="*/ 117762 h 567958"/>
                <a:gd name="connsiteX120" fmla="*/ 479998 w 582663"/>
                <a:gd name="connsiteY120" fmla="*/ 58017 h 567958"/>
                <a:gd name="connsiteX121" fmla="*/ 479998 w 582663"/>
                <a:gd name="connsiteY121" fmla="*/ 58017 h 567958"/>
                <a:gd name="connsiteX122" fmla="*/ 449584 w 582663"/>
                <a:gd name="connsiteY122" fmla="*/ 39519 h 567958"/>
                <a:gd name="connsiteX123" fmla="*/ 399505 w 582663"/>
                <a:gd name="connsiteY123" fmla="*/ 68100 h 567958"/>
                <a:gd name="connsiteX124" fmla="*/ 393672 w 582663"/>
                <a:gd name="connsiteY124" fmla="*/ 76516 h 567958"/>
                <a:gd name="connsiteX125" fmla="*/ 398338 w 582663"/>
                <a:gd name="connsiteY125" fmla="*/ 18854 h 567958"/>
                <a:gd name="connsiteX126" fmla="*/ 424086 w 582663"/>
                <a:gd name="connsiteY126" fmla="*/ 17104 h 567958"/>
                <a:gd name="connsiteX127" fmla="*/ 449584 w 582663"/>
                <a:gd name="connsiteY127" fmla="*/ 39519 h 567958"/>
                <a:gd name="connsiteX128" fmla="*/ 449584 w 582663"/>
                <a:gd name="connsiteY128" fmla="*/ 39519 h 56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582663" h="567958">
                  <a:moveTo>
                    <a:pt x="462332" y="39019"/>
                  </a:moveTo>
                  <a:cubicBezTo>
                    <a:pt x="462332" y="38852"/>
                    <a:pt x="462332" y="38685"/>
                    <a:pt x="462332" y="38519"/>
                  </a:cubicBezTo>
                  <a:cubicBezTo>
                    <a:pt x="460499" y="24687"/>
                    <a:pt x="441584" y="7772"/>
                    <a:pt x="429335" y="2772"/>
                  </a:cubicBezTo>
                  <a:cubicBezTo>
                    <a:pt x="417253" y="-2144"/>
                    <a:pt x="399088" y="-311"/>
                    <a:pt x="388172" y="6605"/>
                  </a:cubicBezTo>
                  <a:cubicBezTo>
                    <a:pt x="375007" y="14854"/>
                    <a:pt x="369507" y="33019"/>
                    <a:pt x="370757" y="47852"/>
                  </a:cubicBezTo>
                  <a:cubicBezTo>
                    <a:pt x="371424" y="56101"/>
                    <a:pt x="374590" y="64100"/>
                    <a:pt x="378840" y="71099"/>
                  </a:cubicBezTo>
                  <a:cubicBezTo>
                    <a:pt x="382673" y="77349"/>
                    <a:pt x="385839" y="79349"/>
                    <a:pt x="390589" y="82015"/>
                  </a:cubicBezTo>
                  <a:cubicBezTo>
                    <a:pt x="384089" y="94764"/>
                    <a:pt x="381090" y="109346"/>
                    <a:pt x="387589" y="121845"/>
                  </a:cubicBezTo>
                  <a:cubicBezTo>
                    <a:pt x="375340" y="129594"/>
                    <a:pt x="364508" y="140260"/>
                    <a:pt x="359842" y="153758"/>
                  </a:cubicBezTo>
                  <a:cubicBezTo>
                    <a:pt x="356009" y="164924"/>
                    <a:pt x="354509" y="181423"/>
                    <a:pt x="359342" y="193505"/>
                  </a:cubicBezTo>
                  <a:cubicBezTo>
                    <a:pt x="343426" y="197588"/>
                    <a:pt x="328511" y="205337"/>
                    <a:pt x="316345" y="216753"/>
                  </a:cubicBezTo>
                  <a:cubicBezTo>
                    <a:pt x="299597" y="208420"/>
                    <a:pt x="281515" y="203588"/>
                    <a:pt x="260434" y="205004"/>
                  </a:cubicBezTo>
                  <a:cubicBezTo>
                    <a:pt x="245102" y="206087"/>
                    <a:pt x="228270" y="214670"/>
                    <a:pt x="223521" y="230085"/>
                  </a:cubicBezTo>
                  <a:cubicBezTo>
                    <a:pt x="213938" y="223419"/>
                    <a:pt x="202689" y="220836"/>
                    <a:pt x="190774" y="221002"/>
                  </a:cubicBezTo>
                  <a:cubicBezTo>
                    <a:pt x="191024" y="215753"/>
                    <a:pt x="191524" y="210670"/>
                    <a:pt x="190690" y="204754"/>
                  </a:cubicBezTo>
                  <a:cubicBezTo>
                    <a:pt x="189524" y="195838"/>
                    <a:pt x="187690" y="187839"/>
                    <a:pt x="184191" y="179506"/>
                  </a:cubicBezTo>
                  <a:cubicBezTo>
                    <a:pt x="177108" y="162591"/>
                    <a:pt x="167109" y="147592"/>
                    <a:pt x="152777" y="136010"/>
                  </a:cubicBezTo>
                  <a:cubicBezTo>
                    <a:pt x="148277" y="132427"/>
                    <a:pt x="143528" y="129761"/>
                    <a:pt x="138528" y="127928"/>
                  </a:cubicBezTo>
                  <a:cubicBezTo>
                    <a:pt x="140945" y="114679"/>
                    <a:pt x="128029" y="97847"/>
                    <a:pt x="119780" y="89931"/>
                  </a:cubicBezTo>
                  <a:cubicBezTo>
                    <a:pt x="104281" y="75182"/>
                    <a:pt x="87949" y="79515"/>
                    <a:pt x="68784" y="85098"/>
                  </a:cubicBezTo>
                  <a:cubicBezTo>
                    <a:pt x="35538" y="94847"/>
                    <a:pt x="-2209" y="144842"/>
                    <a:pt x="18206" y="179673"/>
                  </a:cubicBezTo>
                  <a:cubicBezTo>
                    <a:pt x="8707" y="194005"/>
                    <a:pt x="2707" y="210587"/>
                    <a:pt x="541" y="229252"/>
                  </a:cubicBezTo>
                  <a:cubicBezTo>
                    <a:pt x="-2959" y="259749"/>
                    <a:pt x="10623" y="298079"/>
                    <a:pt x="38621" y="314327"/>
                  </a:cubicBezTo>
                  <a:cubicBezTo>
                    <a:pt x="28455" y="331159"/>
                    <a:pt x="22039" y="349824"/>
                    <a:pt x="21622" y="370072"/>
                  </a:cubicBezTo>
                  <a:cubicBezTo>
                    <a:pt x="20539" y="420235"/>
                    <a:pt x="64618" y="453482"/>
                    <a:pt x="102531" y="478979"/>
                  </a:cubicBezTo>
                  <a:cubicBezTo>
                    <a:pt x="118947" y="489978"/>
                    <a:pt x="137695" y="500811"/>
                    <a:pt x="158110" y="500311"/>
                  </a:cubicBezTo>
                  <a:cubicBezTo>
                    <a:pt x="167692" y="500060"/>
                    <a:pt x="177525" y="498394"/>
                    <a:pt x="185941" y="493645"/>
                  </a:cubicBezTo>
                  <a:cubicBezTo>
                    <a:pt x="185774" y="495311"/>
                    <a:pt x="185607" y="496977"/>
                    <a:pt x="185607" y="498644"/>
                  </a:cubicBezTo>
                  <a:cubicBezTo>
                    <a:pt x="184524" y="533141"/>
                    <a:pt x="218438" y="558722"/>
                    <a:pt x="249018" y="565221"/>
                  </a:cubicBezTo>
                  <a:cubicBezTo>
                    <a:pt x="284598" y="572887"/>
                    <a:pt x="321595" y="563972"/>
                    <a:pt x="351842" y="544473"/>
                  </a:cubicBezTo>
                  <a:cubicBezTo>
                    <a:pt x="369674" y="532974"/>
                    <a:pt x="384339" y="518059"/>
                    <a:pt x="396005" y="501060"/>
                  </a:cubicBezTo>
                  <a:cubicBezTo>
                    <a:pt x="396838" y="502060"/>
                    <a:pt x="398421" y="502394"/>
                    <a:pt x="399588" y="501477"/>
                  </a:cubicBezTo>
                  <a:cubicBezTo>
                    <a:pt x="402754" y="498811"/>
                    <a:pt x="410837" y="497811"/>
                    <a:pt x="414837" y="496228"/>
                  </a:cubicBezTo>
                  <a:cubicBezTo>
                    <a:pt x="421419" y="493645"/>
                    <a:pt x="427919" y="490811"/>
                    <a:pt x="434252" y="487645"/>
                  </a:cubicBezTo>
                  <a:cubicBezTo>
                    <a:pt x="444417" y="482562"/>
                    <a:pt x="454500" y="476729"/>
                    <a:pt x="463749" y="470230"/>
                  </a:cubicBezTo>
                  <a:cubicBezTo>
                    <a:pt x="481914" y="457481"/>
                    <a:pt x="499162" y="440816"/>
                    <a:pt x="511578" y="422401"/>
                  </a:cubicBezTo>
                  <a:cubicBezTo>
                    <a:pt x="529410" y="395903"/>
                    <a:pt x="539325" y="363406"/>
                    <a:pt x="535909" y="331992"/>
                  </a:cubicBezTo>
                  <a:cubicBezTo>
                    <a:pt x="549408" y="328493"/>
                    <a:pt x="559407" y="311661"/>
                    <a:pt x="566156" y="300996"/>
                  </a:cubicBezTo>
                  <a:cubicBezTo>
                    <a:pt x="577739" y="282747"/>
                    <a:pt x="582905" y="267415"/>
                    <a:pt x="582655" y="245584"/>
                  </a:cubicBezTo>
                  <a:cubicBezTo>
                    <a:pt x="582238" y="206087"/>
                    <a:pt x="556741" y="171090"/>
                    <a:pt x="526577" y="146259"/>
                  </a:cubicBezTo>
                  <a:cubicBezTo>
                    <a:pt x="537409" y="128844"/>
                    <a:pt x="528660" y="98930"/>
                    <a:pt x="520911" y="82182"/>
                  </a:cubicBezTo>
                  <a:cubicBezTo>
                    <a:pt x="511495" y="61767"/>
                    <a:pt x="491330" y="42935"/>
                    <a:pt x="468582" y="39519"/>
                  </a:cubicBezTo>
                  <a:cubicBezTo>
                    <a:pt x="466499" y="39269"/>
                    <a:pt x="464416" y="39102"/>
                    <a:pt x="462332" y="39019"/>
                  </a:cubicBezTo>
                  <a:lnTo>
                    <a:pt x="462332" y="39019"/>
                  </a:lnTo>
                  <a:close/>
                  <a:moveTo>
                    <a:pt x="124280" y="124428"/>
                  </a:moveTo>
                  <a:cubicBezTo>
                    <a:pt x="102781" y="122095"/>
                    <a:pt x="79284" y="130594"/>
                    <a:pt x="61118" y="140676"/>
                  </a:cubicBezTo>
                  <a:cubicBezTo>
                    <a:pt x="45786" y="149176"/>
                    <a:pt x="32954" y="159758"/>
                    <a:pt x="23122" y="172423"/>
                  </a:cubicBezTo>
                  <a:cubicBezTo>
                    <a:pt x="18956" y="145926"/>
                    <a:pt x="44120" y="111346"/>
                    <a:pt x="66035" y="101930"/>
                  </a:cubicBezTo>
                  <a:cubicBezTo>
                    <a:pt x="76951" y="97264"/>
                    <a:pt x="96365" y="91098"/>
                    <a:pt x="106948" y="97764"/>
                  </a:cubicBezTo>
                  <a:cubicBezTo>
                    <a:pt x="113197" y="101596"/>
                    <a:pt x="124613" y="115345"/>
                    <a:pt x="124280" y="124428"/>
                  </a:cubicBezTo>
                  <a:lnTo>
                    <a:pt x="124280" y="124428"/>
                  </a:lnTo>
                  <a:close/>
                  <a:moveTo>
                    <a:pt x="174608" y="222502"/>
                  </a:moveTo>
                  <a:cubicBezTo>
                    <a:pt x="146277" y="227835"/>
                    <a:pt x="116697" y="244584"/>
                    <a:pt x="97699" y="256332"/>
                  </a:cubicBezTo>
                  <a:cubicBezTo>
                    <a:pt x="77617" y="268831"/>
                    <a:pt x="58535" y="285413"/>
                    <a:pt x="44537" y="304995"/>
                  </a:cubicBezTo>
                  <a:cubicBezTo>
                    <a:pt x="34371" y="294996"/>
                    <a:pt x="26372" y="282330"/>
                    <a:pt x="20789" y="269331"/>
                  </a:cubicBezTo>
                  <a:cubicBezTo>
                    <a:pt x="13956" y="253583"/>
                    <a:pt x="14539" y="237751"/>
                    <a:pt x="17206" y="221169"/>
                  </a:cubicBezTo>
                  <a:cubicBezTo>
                    <a:pt x="22205" y="190339"/>
                    <a:pt x="45370" y="164091"/>
                    <a:pt x="72367" y="149342"/>
                  </a:cubicBezTo>
                  <a:cubicBezTo>
                    <a:pt x="86200" y="141759"/>
                    <a:pt x="99615" y="136677"/>
                    <a:pt x="115447" y="135260"/>
                  </a:cubicBezTo>
                  <a:cubicBezTo>
                    <a:pt x="119363" y="134927"/>
                    <a:pt x="122946" y="135093"/>
                    <a:pt x="126279" y="135593"/>
                  </a:cubicBezTo>
                  <a:cubicBezTo>
                    <a:pt x="127696" y="136427"/>
                    <a:pt x="129362" y="136844"/>
                    <a:pt x="130945" y="136677"/>
                  </a:cubicBezTo>
                  <a:cubicBezTo>
                    <a:pt x="140278" y="139593"/>
                    <a:pt x="147611" y="146176"/>
                    <a:pt x="154443" y="155175"/>
                  </a:cubicBezTo>
                  <a:cubicBezTo>
                    <a:pt x="163859" y="167757"/>
                    <a:pt x="171609" y="184256"/>
                    <a:pt x="174108" y="199754"/>
                  </a:cubicBezTo>
                  <a:cubicBezTo>
                    <a:pt x="175358" y="207670"/>
                    <a:pt x="174858" y="215003"/>
                    <a:pt x="174608" y="222502"/>
                  </a:cubicBezTo>
                  <a:lnTo>
                    <a:pt x="174608" y="222502"/>
                  </a:lnTo>
                  <a:close/>
                  <a:moveTo>
                    <a:pt x="222187" y="248833"/>
                  </a:moveTo>
                  <a:cubicBezTo>
                    <a:pt x="223271" y="259749"/>
                    <a:pt x="226270" y="271331"/>
                    <a:pt x="227687" y="280914"/>
                  </a:cubicBezTo>
                  <a:cubicBezTo>
                    <a:pt x="230936" y="303412"/>
                    <a:pt x="232270" y="323743"/>
                    <a:pt x="231603" y="346324"/>
                  </a:cubicBezTo>
                  <a:cubicBezTo>
                    <a:pt x="231436" y="351241"/>
                    <a:pt x="231103" y="355990"/>
                    <a:pt x="230687" y="360823"/>
                  </a:cubicBezTo>
                  <a:cubicBezTo>
                    <a:pt x="229437" y="366239"/>
                    <a:pt x="228103" y="371572"/>
                    <a:pt x="226770" y="376989"/>
                  </a:cubicBezTo>
                  <a:cubicBezTo>
                    <a:pt x="218188" y="412068"/>
                    <a:pt x="195023" y="444566"/>
                    <a:pt x="187607" y="480063"/>
                  </a:cubicBezTo>
                  <a:cubicBezTo>
                    <a:pt x="174525" y="487895"/>
                    <a:pt x="157027" y="488645"/>
                    <a:pt x="142361" y="484062"/>
                  </a:cubicBezTo>
                  <a:cubicBezTo>
                    <a:pt x="125613" y="478813"/>
                    <a:pt x="110697" y="467980"/>
                    <a:pt x="96949" y="457398"/>
                  </a:cubicBezTo>
                  <a:cubicBezTo>
                    <a:pt x="65202" y="432816"/>
                    <a:pt x="31454" y="406569"/>
                    <a:pt x="36454" y="362323"/>
                  </a:cubicBezTo>
                  <a:cubicBezTo>
                    <a:pt x="41120" y="320993"/>
                    <a:pt x="73951" y="287163"/>
                    <a:pt x="108448" y="266832"/>
                  </a:cubicBezTo>
                  <a:cubicBezTo>
                    <a:pt x="127529" y="255583"/>
                    <a:pt x="153610" y="240584"/>
                    <a:pt x="178525" y="237334"/>
                  </a:cubicBezTo>
                  <a:cubicBezTo>
                    <a:pt x="180691" y="238167"/>
                    <a:pt x="183358" y="237918"/>
                    <a:pt x="185607" y="236751"/>
                  </a:cubicBezTo>
                  <a:cubicBezTo>
                    <a:pt x="198689" y="236251"/>
                    <a:pt x="211188" y="239501"/>
                    <a:pt x="221937" y="248917"/>
                  </a:cubicBezTo>
                  <a:cubicBezTo>
                    <a:pt x="222104" y="248833"/>
                    <a:pt x="222187" y="248833"/>
                    <a:pt x="222187" y="248833"/>
                  </a:cubicBezTo>
                  <a:lnTo>
                    <a:pt x="222187" y="248833"/>
                  </a:lnTo>
                  <a:close/>
                  <a:moveTo>
                    <a:pt x="381256" y="285497"/>
                  </a:moveTo>
                  <a:cubicBezTo>
                    <a:pt x="402588" y="313161"/>
                    <a:pt x="417170" y="350908"/>
                    <a:pt x="419086" y="385904"/>
                  </a:cubicBezTo>
                  <a:cubicBezTo>
                    <a:pt x="423253" y="460148"/>
                    <a:pt x="374174" y="544140"/>
                    <a:pt x="294681" y="551723"/>
                  </a:cubicBezTo>
                  <a:cubicBezTo>
                    <a:pt x="260850" y="554972"/>
                    <a:pt x="220688" y="546807"/>
                    <a:pt x="206106" y="511976"/>
                  </a:cubicBezTo>
                  <a:cubicBezTo>
                    <a:pt x="198689" y="494228"/>
                    <a:pt x="208939" y="471980"/>
                    <a:pt x="215771" y="455398"/>
                  </a:cubicBezTo>
                  <a:cubicBezTo>
                    <a:pt x="222021" y="440233"/>
                    <a:pt x="229187" y="425651"/>
                    <a:pt x="234520" y="410069"/>
                  </a:cubicBezTo>
                  <a:cubicBezTo>
                    <a:pt x="244519" y="380738"/>
                    <a:pt x="253768" y="348241"/>
                    <a:pt x="253435" y="317160"/>
                  </a:cubicBezTo>
                  <a:cubicBezTo>
                    <a:pt x="253268" y="302162"/>
                    <a:pt x="251601" y="286496"/>
                    <a:pt x="246769" y="272165"/>
                  </a:cubicBezTo>
                  <a:cubicBezTo>
                    <a:pt x="244435" y="265165"/>
                    <a:pt x="241436" y="258749"/>
                    <a:pt x="237019" y="252916"/>
                  </a:cubicBezTo>
                  <a:cubicBezTo>
                    <a:pt x="236936" y="251333"/>
                    <a:pt x="236853" y="249750"/>
                    <a:pt x="236769" y="248083"/>
                  </a:cubicBezTo>
                  <a:cubicBezTo>
                    <a:pt x="235853" y="214086"/>
                    <a:pt x="271683" y="217586"/>
                    <a:pt x="295181" y="223669"/>
                  </a:cubicBezTo>
                  <a:cubicBezTo>
                    <a:pt x="312679" y="228252"/>
                    <a:pt x="326178" y="238251"/>
                    <a:pt x="340343" y="248917"/>
                  </a:cubicBezTo>
                  <a:cubicBezTo>
                    <a:pt x="355342" y="260332"/>
                    <a:pt x="369841" y="270665"/>
                    <a:pt x="381256" y="285497"/>
                  </a:cubicBezTo>
                  <a:lnTo>
                    <a:pt x="381256" y="285497"/>
                  </a:lnTo>
                  <a:close/>
                  <a:moveTo>
                    <a:pt x="375423" y="205421"/>
                  </a:moveTo>
                  <a:cubicBezTo>
                    <a:pt x="398921" y="202254"/>
                    <a:pt x="420420" y="207504"/>
                    <a:pt x="441001" y="218836"/>
                  </a:cubicBezTo>
                  <a:cubicBezTo>
                    <a:pt x="479581" y="240001"/>
                    <a:pt x="513494" y="277331"/>
                    <a:pt x="522660" y="321493"/>
                  </a:cubicBezTo>
                  <a:cubicBezTo>
                    <a:pt x="531076" y="361907"/>
                    <a:pt x="509245" y="408819"/>
                    <a:pt x="480664" y="436566"/>
                  </a:cubicBezTo>
                  <a:cubicBezTo>
                    <a:pt x="465665" y="451065"/>
                    <a:pt x="449334" y="464064"/>
                    <a:pt x="431168" y="474479"/>
                  </a:cubicBezTo>
                  <a:cubicBezTo>
                    <a:pt x="424003" y="478563"/>
                    <a:pt x="411837" y="482562"/>
                    <a:pt x="403421" y="488728"/>
                  </a:cubicBezTo>
                  <a:cubicBezTo>
                    <a:pt x="409920" y="477313"/>
                    <a:pt x="415253" y="465064"/>
                    <a:pt x="419336" y="452398"/>
                  </a:cubicBezTo>
                  <a:cubicBezTo>
                    <a:pt x="431418" y="414735"/>
                    <a:pt x="431835" y="378905"/>
                    <a:pt x="421503" y="340992"/>
                  </a:cubicBezTo>
                  <a:cubicBezTo>
                    <a:pt x="410754" y="301578"/>
                    <a:pt x="389339" y="268331"/>
                    <a:pt x="356925" y="243334"/>
                  </a:cubicBezTo>
                  <a:cubicBezTo>
                    <a:pt x="348426" y="236751"/>
                    <a:pt x="339927" y="230585"/>
                    <a:pt x="331344" y="225085"/>
                  </a:cubicBezTo>
                  <a:cubicBezTo>
                    <a:pt x="344843" y="215086"/>
                    <a:pt x="357092" y="207920"/>
                    <a:pt x="375423" y="205421"/>
                  </a:cubicBezTo>
                  <a:lnTo>
                    <a:pt x="375423" y="205421"/>
                  </a:lnTo>
                  <a:close/>
                  <a:moveTo>
                    <a:pt x="426252" y="121762"/>
                  </a:moveTo>
                  <a:cubicBezTo>
                    <a:pt x="455250" y="117345"/>
                    <a:pt x="493080" y="137010"/>
                    <a:pt x="514661" y="155175"/>
                  </a:cubicBezTo>
                  <a:cubicBezTo>
                    <a:pt x="541909" y="178256"/>
                    <a:pt x="567990" y="207920"/>
                    <a:pt x="568490" y="245167"/>
                  </a:cubicBezTo>
                  <a:cubicBezTo>
                    <a:pt x="568739" y="261582"/>
                    <a:pt x="565906" y="274748"/>
                    <a:pt x="557240" y="288830"/>
                  </a:cubicBezTo>
                  <a:cubicBezTo>
                    <a:pt x="550824" y="299245"/>
                    <a:pt x="543908" y="311328"/>
                    <a:pt x="533409" y="318410"/>
                  </a:cubicBezTo>
                  <a:cubicBezTo>
                    <a:pt x="532076" y="312744"/>
                    <a:pt x="530243" y="307078"/>
                    <a:pt x="527910" y="301578"/>
                  </a:cubicBezTo>
                  <a:cubicBezTo>
                    <a:pt x="508912" y="257083"/>
                    <a:pt x="476415" y="221502"/>
                    <a:pt x="432502" y="200254"/>
                  </a:cubicBezTo>
                  <a:cubicBezTo>
                    <a:pt x="412420" y="190505"/>
                    <a:pt x="389506" y="187755"/>
                    <a:pt x="367841" y="191505"/>
                  </a:cubicBezTo>
                  <a:cubicBezTo>
                    <a:pt x="364758" y="176173"/>
                    <a:pt x="372174" y="153842"/>
                    <a:pt x="381340" y="144259"/>
                  </a:cubicBezTo>
                  <a:cubicBezTo>
                    <a:pt x="393005" y="132094"/>
                    <a:pt x="409754" y="124261"/>
                    <a:pt x="426252" y="121762"/>
                  </a:cubicBezTo>
                  <a:lnTo>
                    <a:pt x="426252" y="121762"/>
                  </a:lnTo>
                  <a:close/>
                  <a:moveTo>
                    <a:pt x="479998" y="58017"/>
                  </a:moveTo>
                  <a:cubicBezTo>
                    <a:pt x="508995" y="74932"/>
                    <a:pt x="516911" y="106346"/>
                    <a:pt x="514744" y="137093"/>
                  </a:cubicBezTo>
                  <a:cubicBezTo>
                    <a:pt x="482581" y="114262"/>
                    <a:pt x="440168" y="98013"/>
                    <a:pt x="402088" y="114095"/>
                  </a:cubicBezTo>
                  <a:cubicBezTo>
                    <a:pt x="399505" y="115179"/>
                    <a:pt x="396922" y="116429"/>
                    <a:pt x="394422" y="117762"/>
                  </a:cubicBezTo>
                  <a:cubicBezTo>
                    <a:pt x="386756" y="77765"/>
                    <a:pt x="445251" y="37936"/>
                    <a:pt x="479998" y="58017"/>
                  </a:cubicBezTo>
                  <a:lnTo>
                    <a:pt x="479998" y="58017"/>
                  </a:lnTo>
                  <a:close/>
                  <a:moveTo>
                    <a:pt x="449584" y="39519"/>
                  </a:moveTo>
                  <a:cubicBezTo>
                    <a:pt x="430002" y="42102"/>
                    <a:pt x="411587" y="52684"/>
                    <a:pt x="399505" y="68100"/>
                  </a:cubicBezTo>
                  <a:cubicBezTo>
                    <a:pt x="397505" y="70683"/>
                    <a:pt x="395505" y="73516"/>
                    <a:pt x="393672" y="76516"/>
                  </a:cubicBezTo>
                  <a:cubicBezTo>
                    <a:pt x="381423" y="59684"/>
                    <a:pt x="376924" y="28437"/>
                    <a:pt x="398338" y="18854"/>
                  </a:cubicBezTo>
                  <a:cubicBezTo>
                    <a:pt x="405754" y="15521"/>
                    <a:pt x="416170" y="14188"/>
                    <a:pt x="424086" y="17104"/>
                  </a:cubicBezTo>
                  <a:cubicBezTo>
                    <a:pt x="431418" y="19604"/>
                    <a:pt x="446500" y="30769"/>
                    <a:pt x="449584" y="39519"/>
                  </a:cubicBezTo>
                  <a:lnTo>
                    <a:pt x="449584" y="39519"/>
                  </a:lnTo>
                  <a:close/>
                </a:path>
              </a:pathLst>
            </a:custGeom>
            <a:grpFill/>
            <a:ln w="8332" cap="flat">
              <a:noFill/>
              <a:prstDash val="solid"/>
              <a:miter/>
            </a:ln>
          </p:spPr>
          <p:txBody>
            <a:bodyPr rtlCol="0" anchor="ctr"/>
            <a:lstStyle/>
            <a:p>
              <a:endParaRPr lang="en-US"/>
            </a:p>
          </p:txBody>
        </p:sp>
        <p:sp>
          <p:nvSpPr>
            <p:cNvPr id="2707" name="Freeform: Shape 2706"/>
            <p:cNvSpPr/>
            <p:nvPr/>
          </p:nvSpPr>
          <p:spPr>
            <a:xfrm>
              <a:off x="2052102" y="4591446"/>
              <a:ext cx="56722" cy="201889"/>
            </a:xfrm>
            <a:custGeom>
              <a:avLst/>
              <a:gdLst>
                <a:gd name="connsiteX0" fmla="*/ 50396 w 56722"/>
                <a:gd name="connsiteY0" fmla="*/ 1150 h 201889"/>
                <a:gd name="connsiteX1" fmla="*/ 49063 w 56722"/>
                <a:gd name="connsiteY1" fmla="*/ 95392 h 201889"/>
                <a:gd name="connsiteX2" fmla="*/ 29065 w 56722"/>
                <a:gd name="connsiteY2" fmla="*/ 149803 h 201889"/>
                <a:gd name="connsiteX3" fmla="*/ 1484 w 56722"/>
                <a:gd name="connsiteY3" fmla="*/ 201549 h 201889"/>
                <a:gd name="connsiteX4" fmla="*/ 151 w 56722"/>
                <a:gd name="connsiteY4" fmla="*/ 200549 h 201889"/>
                <a:gd name="connsiteX5" fmla="*/ 21566 w 56722"/>
                <a:gd name="connsiteY5" fmla="*/ 146970 h 201889"/>
                <a:gd name="connsiteX6" fmla="*/ 37814 w 56722"/>
                <a:gd name="connsiteY6" fmla="*/ 98891 h 201889"/>
                <a:gd name="connsiteX7" fmla="*/ 45897 w 56722"/>
                <a:gd name="connsiteY7" fmla="*/ 52062 h 201889"/>
                <a:gd name="connsiteX8" fmla="*/ 46813 w 56722"/>
                <a:gd name="connsiteY8" fmla="*/ 1983 h 201889"/>
                <a:gd name="connsiteX9" fmla="*/ 50396 w 56722"/>
                <a:gd name="connsiteY9" fmla="*/ 1150 h 201889"/>
                <a:gd name="connsiteX10" fmla="*/ 50396 w 56722"/>
                <a:gd name="connsiteY10" fmla="*/ 1150 h 201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6722" h="201889">
                  <a:moveTo>
                    <a:pt x="50396" y="1150"/>
                  </a:moveTo>
                  <a:cubicBezTo>
                    <a:pt x="59979" y="29480"/>
                    <a:pt x="57979" y="67227"/>
                    <a:pt x="49063" y="95392"/>
                  </a:cubicBezTo>
                  <a:cubicBezTo>
                    <a:pt x="43230" y="113723"/>
                    <a:pt x="35981" y="131805"/>
                    <a:pt x="29065" y="149803"/>
                  </a:cubicBezTo>
                  <a:cubicBezTo>
                    <a:pt x="21649" y="169051"/>
                    <a:pt x="15233" y="185883"/>
                    <a:pt x="1484" y="201549"/>
                  </a:cubicBezTo>
                  <a:cubicBezTo>
                    <a:pt x="817" y="202382"/>
                    <a:pt x="-432" y="201549"/>
                    <a:pt x="151" y="200549"/>
                  </a:cubicBezTo>
                  <a:cubicBezTo>
                    <a:pt x="9733" y="183717"/>
                    <a:pt x="15149" y="165219"/>
                    <a:pt x="21566" y="146970"/>
                  </a:cubicBezTo>
                  <a:cubicBezTo>
                    <a:pt x="27148" y="131138"/>
                    <a:pt x="33148" y="115140"/>
                    <a:pt x="37814" y="98891"/>
                  </a:cubicBezTo>
                  <a:cubicBezTo>
                    <a:pt x="42314" y="83309"/>
                    <a:pt x="43564" y="67977"/>
                    <a:pt x="45897" y="52062"/>
                  </a:cubicBezTo>
                  <a:cubicBezTo>
                    <a:pt x="48313" y="35230"/>
                    <a:pt x="48813" y="18981"/>
                    <a:pt x="46813" y="1983"/>
                  </a:cubicBezTo>
                  <a:cubicBezTo>
                    <a:pt x="46480" y="233"/>
                    <a:pt x="49646" y="-1017"/>
                    <a:pt x="50396" y="1150"/>
                  </a:cubicBezTo>
                  <a:lnTo>
                    <a:pt x="50396" y="1150"/>
                  </a:lnTo>
                  <a:close/>
                </a:path>
              </a:pathLst>
            </a:custGeom>
            <a:grpFill/>
            <a:ln w="8332" cap="flat">
              <a:noFill/>
              <a:prstDash val="solid"/>
              <a:miter/>
            </a:ln>
          </p:spPr>
          <p:txBody>
            <a:bodyPr rtlCol="0" anchor="ctr"/>
            <a:lstStyle/>
            <a:p>
              <a:endParaRPr lang="en-US"/>
            </a:p>
          </p:txBody>
        </p:sp>
        <p:sp>
          <p:nvSpPr>
            <p:cNvPr id="2708" name="Freeform: Shape 2707"/>
            <p:cNvSpPr/>
            <p:nvPr/>
          </p:nvSpPr>
          <p:spPr>
            <a:xfrm>
              <a:off x="1883791" y="4542074"/>
              <a:ext cx="128339" cy="101566"/>
            </a:xfrm>
            <a:custGeom>
              <a:avLst/>
              <a:gdLst>
                <a:gd name="connsiteX0" fmla="*/ 126715 w 128339"/>
                <a:gd name="connsiteY0" fmla="*/ 5276 h 101566"/>
                <a:gd name="connsiteX1" fmla="*/ 93302 w 128339"/>
                <a:gd name="connsiteY1" fmla="*/ 21941 h 101566"/>
                <a:gd name="connsiteX2" fmla="*/ 56138 w 128339"/>
                <a:gd name="connsiteY2" fmla="*/ 45856 h 101566"/>
                <a:gd name="connsiteX3" fmla="*/ 810 w 128339"/>
                <a:gd name="connsiteY3" fmla="*/ 101435 h 101566"/>
                <a:gd name="connsiteX4" fmla="*/ 60 w 128339"/>
                <a:gd name="connsiteY4" fmla="*/ 100768 h 101566"/>
                <a:gd name="connsiteX5" fmla="*/ 124466 w 128339"/>
                <a:gd name="connsiteY5" fmla="*/ 193 h 101566"/>
                <a:gd name="connsiteX6" fmla="*/ 126715 w 128339"/>
                <a:gd name="connsiteY6" fmla="*/ 5276 h 101566"/>
                <a:gd name="connsiteX7" fmla="*/ 126715 w 128339"/>
                <a:gd name="connsiteY7" fmla="*/ 5276 h 101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8339" h="101566">
                  <a:moveTo>
                    <a:pt x="126715" y="5276"/>
                  </a:moveTo>
                  <a:cubicBezTo>
                    <a:pt x="115883" y="11526"/>
                    <a:pt x="104384" y="16109"/>
                    <a:pt x="93302" y="21941"/>
                  </a:cubicBezTo>
                  <a:cubicBezTo>
                    <a:pt x="80220" y="28774"/>
                    <a:pt x="68304" y="37607"/>
                    <a:pt x="56138" y="45856"/>
                  </a:cubicBezTo>
                  <a:cubicBezTo>
                    <a:pt x="34724" y="60521"/>
                    <a:pt x="18475" y="82603"/>
                    <a:pt x="810" y="101435"/>
                  </a:cubicBezTo>
                  <a:cubicBezTo>
                    <a:pt x="393" y="101851"/>
                    <a:pt x="-190" y="101184"/>
                    <a:pt x="60" y="100768"/>
                  </a:cubicBezTo>
                  <a:cubicBezTo>
                    <a:pt x="27224" y="51022"/>
                    <a:pt x="70137" y="16775"/>
                    <a:pt x="124466" y="193"/>
                  </a:cubicBezTo>
                  <a:cubicBezTo>
                    <a:pt x="127882" y="-973"/>
                    <a:pt x="129965" y="3443"/>
                    <a:pt x="126715" y="5276"/>
                  </a:cubicBezTo>
                  <a:lnTo>
                    <a:pt x="126715" y="5276"/>
                  </a:lnTo>
                  <a:close/>
                </a:path>
              </a:pathLst>
            </a:custGeom>
            <a:grpFill/>
            <a:ln w="8332" cap="flat">
              <a:noFill/>
              <a:prstDash val="solid"/>
              <a:miter/>
            </a:ln>
          </p:spPr>
          <p:txBody>
            <a:bodyPr rtlCol="0" anchor="ctr"/>
            <a:lstStyle/>
            <a:p>
              <a:endParaRPr lang="en-US"/>
            </a:p>
          </p:txBody>
        </p:sp>
        <p:sp>
          <p:nvSpPr>
            <p:cNvPr id="2709" name="Freeform: Shape 2708"/>
            <p:cNvSpPr/>
            <p:nvPr/>
          </p:nvSpPr>
          <p:spPr>
            <a:xfrm>
              <a:off x="1858436" y="4438994"/>
              <a:ext cx="100511" cy="76461"/>
            </a:xfrm>
            <a:custGeom>
              <a:avLst/>
              <a:gdLst>
                <a:gd name="connsiteX0" fmla="*/ 98658 w 100511"/>
                <a:gd name="connsiteY0" fmla="*/ 6365 h 76461"/>
                <a:gd name="connsiteX1" fmla="*/ 43997 w 100511"/>
                <a:gd name="connsiteY1" fmla="*/ 35947 h 76461"/>
                <a:gd name="connsiteX2" fmla="*/ 1251 w 100511"/>
                <a:gd name="connsiteY2" fmla="*/ 76276 h 76461"/>
                <a:gd name="connsiteX3" fmla="*/ 167 w 100511"/>
                <a:gd name="connsiteY3" fmla="*/ 75276 h 76461"/>
                <a:gd name="connsiteX4" fmla="*/ 96825 w 100511"/>
                <a:gd name="connsiteY4" fmla="*/ 116 h 76461"/>
                <a:gd name="connsiteX5" fmla="*/ 98658 w 100511"/>
                <a:gd name="connsiteY5" fmla="*/ 6365 h 76461"/>
                <a:gd name="connsiteX6" fmla="*/ 98658 w 100511"/>
                <a:gd name="connsiteY6" fmla="*/ 6365 h 76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511" h="76461">
                  <a:moveTo>
                    <a:pt x="98658" y="6365"/>
                  </a:moveTo>
                  <a:cubicBezTo>
                    <a:pt x="79410" y="15281"/>
                    <a:pt x="60995" y="23031"/>
                    <a:pt x="43997" y="35947"/>
                  </a:cubicBezTo>
                  <a:cubicBezTo>
                    <a:pt x="28082" y="48028"/>
                    <a:pt x="15332" y="62194"/>
                    <a:pt x="1251" y="76276"/>
                  </a:cubicBezTo>
                  <a:cubicBezTo>
                    <a:pt x="667" y="76859"/>
                    <a:pt x="-416" y="75943"/>
                    <a:pt x="167" y="75276"/>
                  </a:cubicBezTo>
                  <a:cubicBezTo>
                    <a:pt x="28082" y="42946"/>
                    <a:pt x="53079" y="11032"/>
                    <a:pt x="96825" y="116"/>
                  </a:cubicBezTo>
                  <a:cubicBezTo>
                    <a:pt x="100491" y="-884"/>
                    <a:pt x="101992" y="4866"/>
                    <a:pt x="98658" y="6365"/>
                  </a:cubicBezTo>
                  <a:lnTo>
                    <a:pt x="98658" y="6365"/>
                  </a:lnTo>
                  <a:close/>
                </a:path>
              </a:pathLst>
            </a:custGeom>
            <a:grpFill/>
            <a:ln w="8332" cap="flat">
              <a:noFill/>
              <a:prstDash val="solid"/>
              <a:miter/>
            </a:ln>
          </p:spPr>
          <p:txBody>
            <a:bodyPr rtlCol="0" anchor="ctr"/>
            <a:lstStyle/>
            <a:p>
              <a:endParaRPr lang="en-US"/>
            </a:p>
          </p:txBody>
        </p:sp>
        <p:sp>
          <p:nvSpPr>
            <p:cNvPr id="2710" name="Freeform: Shape 2709"/>
            <p:cNvSpPr/>
            <p:nvPr/>
          </p:nvSpPr>
          <p:spPr>
            <a:xfrm>
              <a:off x="2229663" y="4561395"/>
              <a:ext cx="59413" cy="184613"/>
            </a:xfrm>
            <a:custGeom>
              <a:avLst/>
              <a:gdLst>
                <a:gd name="connsiteX0" fmla="*/ 57402 w 59413"/>
                <a:gd name="connsiteY0" fmla="*/ 90362 h 184613"/>
                <a:gd name="connsiteX1" fmla="*/ 41237 w 59413"/>
                <a:gd name="connsiteY1" fmla="*/ 184354 h 184613"/>
                <a:gd name="connsiteX2" fmla="*/ 40237 w 59413"/>
                <a:gd name="connsiteY2" fmla="*/ 183853 h 184613"/>
                <a:gd name="connsiteX3" fmla="*/ 47736 w 59413"/>
                <a:gd name="connsiteY3" fmla="*/ 87029 h 184613"/>
                <a:gd name="connsiteX4" fmla="*/ 490 w 59413"/>
                <a:gd name="connsiteY4" fmla="*/ 4203 h 184613"/>
                <a:gd name="connsiteX5" fmla="*/ 5823 w 59413"/>
                <a:gd name="connsiteY5" fmla="*/ 870 h 184613"/>
                <a:gd name="connsiteX6" fmla="*/ 57402 w 59413"/>
                <a:gd name="connsiteY6" fmla="*/ 90362 h 184613"/>
                <a:gd name="connsiteX7" fmla="*/ 57402 w 59413"/>
                <a:gd name="connsiteY7" fmla="*/ 90362 h 184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413" h="184613">
                  <a:moveTo>
                    <a:pt x="57402" y="90362"/>
                  </a:moveTo>
                  <a:cubicBezTo>
                    <a:pt x="62152" y="120776"/>
                    <a:pt x="59152" y="158356"/>
                    <a:pt x="41237" y="184354"/>
                  </a:cubicBezTo>
                  <a:cubicBezTo>
                    <a:pt x="40904" y="184937"/>
                    <a:pt x="39987" y="184437"/>
                    <a:pt x="40237" y="183853"/>
                  </a:cubicBezTo>
                  <a:cubicBezTo>
                    <a:pt x="51569" y="154107"/>
                    <a:pt x="54652" y="118026"/>
                    <a:pt x="47736" y="87029"/>
                  </a:cubicBezTo>
                  <a:cubicBezTo>
                    <a:pt x="40404" y="54282"/>
                    <a:pt x="17489" y="31867"/>
                    <a:pt x="490" y="4203"/>
                  </a:cubicBezTo>
                  <a:cubicBezTo>
                    <a:pt x="-1593" y="870"/>
                    <a:pt x="3490" y="-1296"/>
                    <a:pt x="5823" y="870"/>
                  </a:cubicBezTo>
                  <a:cubicBezTo>
                    <a:pt x="30988" y="24452"/>
                    <a:pt x="51986" y="55782"/>
                    <a:pt x="57402" y="90362"/>
                  </a:cubicBezTo>
                  <a:lnTo>
                    <a:pt x="57402" y="90362"/>
                  </a:lnTo>
                  <a:close/>
                </a:path>
              </a:pathLst>
            </a:custGeom>
            <a:grpFill/>
            <a:ln w="8332" cap="flat">
              <a:noFill/>
              <a:prstDash val="solid"/>
              <a:miter/>
            </a:ln>
          </p:spPr>
          <p:txBody>
            <a:bodyPr rtlCol="0" anchor="ctr"/>
            <a:lstStyle/>
            <a:p>
              <a:endParaRPr lang="en-US"/>
            </a:p>
          </p:txBody>
        </p:sp>
        <p:sp>
          <p:nvSpPr>
            <p:cNvPr id="2711" name="Freeform: Shape 2710"/>
            <p:cNvSpPr/>
            <p:nvPr/>
          </p:nvSpPr>
          <p:spPr>
            <a:xfrm>
              <a:off x="2245840" y="4466661"/>
              <a:ext cx="125133" cy="104471"/>
            </a:xfrm>
            <a:custGeom>
              <a:avLst/>
              <a:gdLst>
                <a:gd name="connsiteX0" fmla="*/ 125134 w 125133"/>
                <a:gd name="connsiteY0" fmla="*/ 104354 h 104471"/>
                <a:gd name="connsiteX1" fmla="*/ 124967 w 125133"/>
                <a:gd name="connsiteY1" fmla="*/ 104437 h 104471"/>
                <a:gd name="connsiteX2" fmla="*/ 74389 w 125133"/>
                <a:gd name="connsiteY2" fmla="*/ 37777 h 104471"/>
                <a:gd name="connsiteX3" fmla="*/ 2228 w 125133"/>
                <a:gd name="connsiteY3" fmla="*/ 6529 h 104471"/>
                <a:gd name="connsiteX4" fmla="*/ 4562 w 125133"/>
                <a:gd name="connsiteY4" fmla="*/ 113 h 104471"/>
                <a:gd name="connsiteX5" fmla="*/ 82471 w 125133"/>
                <a:gd name="connsiteY5" fmla="*/ 35110 h 104471"/>
                <a:gd name="connsiteX6" fmla="*/ 125134 w 125133"/>
                <a:gd name="connsiteY6" fmla="*/ 104354 h 104471"/>
                <a:gd name="connsiteX7" fmla="*/ 125134 w 125133"/>
                <a:gd name="connsiteY7" fmla="*/ 104354 h 104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5133" h="104471">
                  <a:moveTo>
                    <a:pt x="125134" y="104354"/>
                  </a:moveTo>
                  <a:cubicBezTo>
                    <a:pt x="125134" y="104437"/>
                    <a:pt x="125051" y="104521"/>
                    <a:pt x="124967" y="104437"/>
                  </a:cubicBezTo>
                  <a:cubicBezTo>
                    <a:pt x="112968" y="77940"/>
                    <a:pt x="99136" y="54275"/>
                    <a:pt x="74389" y="37777"/>
                  </a:cubicBezTo>
                  <a:cubicBezTo>
                    <a:pt x="52307" y="22944"/>
                    <a:pt x="27143" y="15112"/>
                    <a:pt x="2228" y="6529"/>
                  </a:cubicBezTo>
                  <a:cubicBezTo>
                    <a:pt x="-2021" y="5030"/>
                    <a:pt x="395" y="-887"/>
                    <a:pt x="4562" y="113"/>
                  </a:cubicBezTo>
                  <a:cubicBezTo>
                    <a:pt x="32142" y="6696"/>
                    <a:pt x="59973" y="17528"/>
                    <a:pt x="82471" y="35110"/>
                  </a:cubicBezTo>
                  <a:cubicBezTo>
                    <a:pt x="105386" y="52859"/>
                    <a:pt x="116052" y="77440"/>
                    <a:pt x="125134" y="104354"/>
                  </a:cubicBezTo>
                  <a:lnTo>
                    <a:pt x="125134" y="104354"/>
                  </a:lnTo>
                  <a:close/>
                </a:path>
              </a:pathLst>
            </a:custGeom>
            <a:grpFill/>
            <a:ln w="8332" cap="flat">
              <a:noFill/>
              <a:prstDash val="solid"/>
              <a:miter/>
            </a:ln>
          </p:spPr>
          <p:txBody>
            <a:bodyPr rtlCol="0" anchor="ctr"/>
            <a:lstStyle/>
            <a:p>
              <a:endParaRPr lang="en-US"/>
            </a:p>
          </p:txBody>
        </p:sp>
        <p:sp>
          <p:nvSpPr>
            <p:cNvPr id="2712" name="Freeform: Shape 2711"/>
            <p:cNvSpPr/>
            <p:nvPr/>
          </p:nvSpPr>
          <p:spPr>
            <a:xfrm>
              <a:off x="2254656" y="4374095"/>
              <a:ext cx="82809" cy="39137"/>
            </a:xfrm>
            <a:custGeom>
              <a:avLst/>
              <a:gdLst>
                <a:gd name="connsiteX0" fmla="*/ 80405 w 82809"/>
                <a:gd name="connsiteY0" fmla="*/ 38767 h 39137"/>
                <a:gd name="connsiteX1" fmla="*/ 2662 w 82809"/>
                <a:gd name="connsiteY1" fmla="*/ 6186 h 39137"/>
                <a:gd name="connsiteX2" fmla="*/ 3245 w 82809"/>
                <a:gd name="connsiteY2" fmla="*/ 20 h 39137"/>
                <a:gd name="connsiteX3" fmla="*/ 82238 w 82809"/>
                <a:gd name="connsiteY3" fmla="*/ 36101 h 39137"/>
                <a:gd name="connsiteX4" fmla="*/ 80405 w 82809"/>
                <a:gd name="connsiteY4" fmla="*/ 38767 h 39137"/>
                <a:gd name="connsiteX5" fmla="*/ 80405 w 82809"/>
                <a:gd name="connsiteY5" fmla="*/ 38767 h 39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809" h="39137">
                  <a:moveTo>
                    <a:pt x="80405" y="38767"/>
                  </a:moveTo>
                  <a:cubicBezTo>
                    <a:pt x="55990" y="19852"/>
                    <a:pt x="33576" y="9853"/>
                    <a:pt x="2662" y="6186"/>
                  </a:cubicBezTo>
                  <a:cubicBezTo>
                    <a:pt x="-1254" y="5687"/>
                    <a:pt x="-671" y="-396"/>
                    <a:pt x="3245" y="20"/>
                  </a:cubicBezTo>
                  <a:cubicBezTo>
                    <a:pt x="35076" y="3770"/>
                    <a:pt x="57907" y="15519"/>
                    <a:pt x="82238" y="36101"/>
                  </a:cubicBezTo>
                  <a:cubicBezTo>
                    <a:pt x="83738" y="37517"/>
                    <a:pt x="81988" y="40100"/>
                    <a:pt x="80405" y="38767"/>
                  </a:cubicBezTo>
                  <a:lnTo>
                    <a:pt x="80405" y="38767"/>
                  </a:lnTo>
                  <a:close/>
                </a:path>
              </a:pathLst>
            </a:custGeom>
            <a:grpFill/>
            <a:ln w="8332" cap="flat">
              <a:noFill/>
              <a:prstDash val="solid"/>
              <a:miter/>
            </a:ln>
          </p:spPr>
          <p:txBody>
            <a:bodyPr rtlCol="0" anchor="ctr"/>
            <a:lstStyle/>
            <a:p>
              <a:endParaRPr lang="en-US"/>
            </a:p>
          </p:txBody>
        </p:sp>
      </p:grpSp>
      <p:sp>
        <p:nvSpPr>
          <p:cNvPr id="2716" name="Google Shape;6;p1"/>
          <p:cNvSpPr/>
          <p:nvPr userDrawn="1"/>
        </p:nvSpPr>
        <p:spPr>
          <a:xfrm>
            <a:off x="11464354" y="6450819"/>
            <a:ext cx="270446" cy="270446"/>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91DAE1B-196F-4C9F-B380-CF4EC06462EC}" type="slidenum">
              <a:rPr lang="en-IN" smtClean="0"/>
              <a:t>‹#›</a:t>
            </a:fld>
            <a:endParaRPr lang="en-IN"/>
          </a:p>
        </p:txBody>
      </p:sp>
      <p:pic>
        <p:nvPicPr>
          <p:cNvPr id="2713" name="Google Shape;10;p1"/>
          <p:cNvPicPr preferRelativeResize="0"/>
          <p:nvPr userDrawn="1"/>
        </p:nvPicPr>
        <p:blipFill>
          <a:blip r:embed="rId2"/>
          <a:stretch>
            <a:fillRect/>
          </a:stretch>
        </p:blipFill>
        <p:spPr>
          <a:xfrm>
            <a:off x="419143" y="6450730"/>
            <a:ext cx="926773" cy="270625"/>
          </a:xfrm>
          <a:prstGeom prst="rect">
            <a:avLst/>
          </a:prstGeom>
          <a:noFill/>
          <a:ln>
            <a:noFill/>
          </a:ln>
        </p:spPr>
      </p:pic>
      <p:pic>
        <p:nvPicPr>
          <p:cNvPr id="2714" name="Google Shape;11;p1"/>
          <p:cNvPicPr preferRelativeResize="0"/>
          <p:nvPr userDrawn="1"/>
        </p:nvPicPr>
        <p:blipFill rotWithShape="1">
          <a:blip r:embed="rId3"/>
          <a:srcRect t="3183" b="3183"/>
          <a:stretch>
            <a:fillRect/>
          </a:stretch>
        </p:blipFill>
        <p:spPr>
          <a:xfrm>
            <a:off x="1449550" y="6450725"/>
            <a:ext cx="689473" cy="270634"/>
          </a:xfrm>
          <a:prstGeom prst="rect">
            <a:avLst/>
          </a:prstGeom>
          <a:noFill/>
          <a:ln>
            <a:noFill/>
          </a:ln>
        </p:spPr>
      </p:pic>
      <p:cxnSp>
        <p:nvCxnSpPr>
          <p:cNvPr id="2715" name="Google Shape;12;p1"/>
          <p:cNvCxnSpPr/>
          <p:nvPr userDrawn="1"/>
        </p:nvCxnSpPr>
        <p:spPr>
          <a:xfrm>
            <a:off x="1397732" y="6450610"/>
            <a:ext cx="0" cy="270865"/>
          </a:xfrm>
          <a:prstGeom prst="straightConnector1">
            <a:avLst/>
          </a:prstGeom>
          <a:noFill/>
          <a:ln w="9525" cap="flat" cmpd="sng">
            <a:solidFill>
              <a:srgbClr val="D9D9D9"/>
            </a:solidFill>
            <a:prstDash val="solid"/>
            <a:round/>
            <a:headEnd type="none" w="med" len="med"/>
            <a:tailEnd type="none" w="med" len="med"/>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91DAE1B-196F-4C9F-B380-CF4EC06462EC}" type="slidenum">
              <a:rPr lang="en-IN" smtClean="0"/>
              <a:t>‹#›</a:t>
            </a:fld>
            <a:endParaRPr lang="en-IN"/>
          </a:p>
        </p:txBody>
      </p:sp>
      <p:pic>
        <p:nvPicPr>
          <p:cNvPr id="1026"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
            <a:ext cx="12192000" cy="613461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987424"/>
            <a:ext cx="4314825" cy="2286000"/>
          </a:xfrm>
        </p:spPr>
        <p:txBody>
          <a:bodyPr anchor="b"/>
          <a:lstStyle>
            <a:lvl1pPr algn="l">
              <a:defRPr sz="3200"/>
            </a:lvl1pPr>
          </a:lstStyle>
          <a:p>
            <a:r>
              <a:rPr lang="en-US"/>
              <a:t>Click to edit Master title style</a:t>
            </a:r>
            <a:endParaRPr lang="en-IN"/>
          </a:p>
        </p:txBody>
      </p:sp>
      <p:sp>
        <p:nvSpPr>
          <p:cNvPr id="3" name="Content Placeholder 2"/>
          <p:cNvSpPr>
            <a:spLocks noGrp="1"/>
          </p:cNvSpPr>
          <p:nvPr>
            <p:ph idx="1"/>
          </p:nvPr>
        </p:nvSpPr>
        <p:spPr>
          <a:xfrm>
            <a:off x="6096001" y="987425"/>
            <a:ext cx="5638798" cy="5231765"/>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3410584"/>
            <a:ext cx="4314825" cy="2808606"/>
          </a:xfrm>
        </p:spPr>
        <p:txBody>
          <a:bodyPr/>
          <a:lstStyle>
            <a:lvl1pPr marL="0" indent="0" algn="l">
              <a:buNone/>
              <a:defRPr sz="1600">
                <a:solidFill>
                  <a:schemeClr val="accent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91DAE1B-196F-4C9F-B380-CF4EC06462EC}" type="slidenum">
              <a:rPr lang="en-IN" smtClean="0"/>
              <a:t>‹#›</a:t>
            </a:fld>
            <a:endParaRPr lang="en-I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2_Content with Caption">
    <p:spTree>
      <p:nvGrpSpPr>
        <p:cNvPr id="1" name=""/>
        <p:cNvGrpSpPr/>
        <p:nvPr/>
      </p:nvGrpSpPr>
      <p:grpSpPr>
        <a:xfrm>
          <a:off x="0" y="0"/>
          <a:ext cx="0" cy="0"/>
          <a:chOff x="0" y="0"/>
          <a:chExt cx="0" cy="0"/>
        </a:xfrm>
      </p:grpSpPr>
      <p:sp>
        <p:nvSpPr>
          <p:cNvPr id="8" name="Google Shape;81;p14"/>
          <p:cNvSpPr/>
          <p:nvPr userDrawn="1"/>
        </p:nvSpPr>
        <p:spPr>
          <a:xfrm>
            <a:off x="0" y="0"/>
            <a:ext cx="5638798" cy="5754305"/>
          </a:xfrm>
          <a:custGeom>
            <a:avLst/>
            <a:gdLst/>
            <a:ahLst/>
            <a:cxnLst/>
            <a:rect l="l" t="t" r="r" b="b"/>
            <a:pathLst>
              <a:path w="6090360" h="5904361" extrusionOk="0">
                <a:moveTo>
                  <a:pt x="0" y="0"/>
                </a:moveTo>
                <a:lnTo>
                  <a:pt x="4644772" y="0"/>
                </a:lnTo>
                <a:lnTo>
                  <a:pt x="4801322" y="221907"/>
                </a:lnTo>
                <a:cubicBezTo>
                  <a:pt x="5571097" y="1375564"/>
                  <a:pt x="6191780" y="2991282"/>
                  <a:pt x="6076528" y="3766617"/>
                </a:cubicBezTo>
                <a:cubicBezTo>
                  <a:pt x="5908887" y="4894377"/>
                  <a:pt x="3821007" y="5636057"/>
                  <a:pt x="2708488" y="5824017"/>
                </a:cubicBezTo>
                <a:cubicBezTo>
                  <a:pt x="1874097" y="5964987"/>
                  <a:pt x="759672" y="5955938"/>
                  <a:pt x="8150" y="5504335"/>
                </a:cubicBezTo>
                <a:lnTo>
                  <a:pt x="0" y="5498796"/>
                </a:lnTo>
                <a:close/>
              </a:path>
            </a:pathLst>
          </a:cu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2" name="Title 1"/>
          <p:cNvSpPr>
            <a:spLocks noGrp="1"/>
          </p:cNvSpPr>
          <p:nvPr>
            <p:ph type="title"/>
          </p:nvPr>
        </p:nvSpPr>
        <p:spPr>
          <a:xfrm>
            <a:off x="457200" y="987424"/>
            <a:ext cx="4314825" cy="2286000"/>
          </a:xfrm>
        </p:spPr>
        <p:txBody>
          <a:bodyPr anchor="b"/>
          <a:lstStyle>
            <a:lvl1pPr algn="l">
              <a:defRPr sz="3200"/>
            </a:lvl1pPr>
          </a:lstStyle>
          <a:p>
            <a:r>
              <a:rPr lang="en-US"/>
              <a:t>Click to edit Master title style</a:t>
            </a:r>
            <a:endParaRPr lang="en-IN"/>
          </a:p>
        </p:txBody>
      </p:sp>
      <p:sp>
        <p:nvSpPr>
          <p:cNvPr id="3" name="Content Placeholder 2"/>
          <p:cNvSpPr>
            <a:spLocks noGrp="1"/>
          </p:cNvSpPr>
          <p:nvPr>
            <p:ph idx="1"/>
          </p:nvPr>
        </p:nvSpPr>
        <p:spPr>
          <a:xfrm>
            <a:off x="6096001" y="987425"/>
            <a:ext cx="5638798" cy="5231765"/>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3410584"/>
            <a:ext cx="4314825" cy="2808606"/>
          </a:xfrm>
        </p:spPr>
        <p:txBody>
          <a:bodyPr/>
          <a:lstStyle>
            <a:lvl1pPr marL="0" indent="0" algn="l">
              <a:buNone/>
              <a:defRPr sz="1600">
                <a:solidFill>
                  <a:schemeClr val="accent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91DAE1B-196F-4C9F-B380-CF4EC06462EC}" type="slidenum">
              <a:rPr lang="en-IN" smtClean="0"/>
              <a:t>‹#›</a:t>
            </a:fld>
            <a:endParaRPr lang="en-I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_Content with Caption">
    <p:spTree>
      <p:nvGrpSpPr>
        <p:cNvPr id="1" name=""/>
        <p:cNvGrpSpPr/>
        <p:nvPr/>
      </p:nvGrpSpPr>
      <p:grpSpPr>
        <a:xfrm>
          <a:off x="0" y="0"/>
          <a:ext cx="0" cy="0"/>
          <a:chOff x="0" y="0"/>
          <a:chExt cx="0" cy="0"/>
        </a:xfrm>
      </p:grpSpPr>
      <p:sp>
        <p:nvSpPr>
          <p:cNvPr id="9" name="Google Shape;87;p15"/>
          <p:cNvSpPr/>
          <p:nvPr userDrawn="1"/>
        </p:nvSpPr>
        <p:spPr>
          <a:xfrm>
            <a:off x="-5498" y="0"/>
            <a:ext cx="12202996" cy="3803626"/>
          </a:xfrm>
          <a:custGeom>
            <a:avLst/>
            <a:gdLst/>
            <a:ahLst/>
            <a:cxnLst/>
            <a:rect l="l" t="t" r="r" b="b"/>
            <a:pathLst>
              <a:path w="12180720" h="3796683" extrusionOk="0">
                <a:moveTo>
                  <a:pt x="0" y="0"/>
                </a:moveTo>
                <a:lnTo>
                  <a:pt x="12180720" y="0"/>
                </a:lnTo>
                <a:lnTo>
                  <a:pt x="12180720" y="2448401"/>
                </a:lnTo>
                <a:cubicBezTo>
                  <a:pt x="8196680" y="2471108"/>
                  <a:pt x="4441240" y="2189016"/>
                  <a:pt x="0" y="3796683"/>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2" name="Title 1"/>
          <p:cNvSpPr>
            <a:spLocks noGrp="1"/>
          </p:cNvSpPr>
          <p:nvPr>
            <p:ph type="title"/>
          </p:nvPr>
        </p:nvSpPr>
        <p:spPr>
          <a:xfrm>
            <a:off x="457200" y="987424"/>
            <a:ext cx="4314825" cy="1600200"/>
          </a:xfrm>
        </p:spPr>
        <p:txBody>
          <a:bodyPr anchor="b"/>
          <a:lstStyle>
            <a:lvl1pPr algn="l">
              <a:defRPr sz="3200"/>
            </a:lvl1pPr>
          </a:lstStyle>
          <a:p>
            <a:r>
              <a:rPr lang="en-US"/>
              <a:t>Click to edit Master title style</a:t>
            </a:r>
            <a:endParaRPr lang="en-IN"/>
          </a:p>
        </p:txBody>
      </p:sp>
      <p:sp>
        <p:nvSpPr>
          <p:cNvPr id="3" name="Content Placeholder 2"/>
          <p:cNvSpPr>
            <a:spLocks noGrp="1"/>
          </p:cNvSpPr>
          <p:nvPr>
            <p:ph idx="1"/>
          </p:nvPr>
        </p:nvSpPr>
        <p:spPr>
          <a:xfrm>
            <a:off x="6096001" y="987425"/>
            <a:ext cx="5638798" cy="1371600"/>
          </a:xfrm>
        </p:spPr>
        <p:txBody>
          <a:bodyPr>
            <a:normAutofit/>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a:defRPr sz="2000"/>
            </a:lvl6pPr>
            <a:lvl7pPr>
              <a:defRPr sz="2000"/>
            </a:lvl7pPr>
            <a:lvl8pPr>
              <a:defRPr sz="2000"/>
            </a:lvl8pPr>
            <a:lvl9pPr>
              <a:defRPr sz="2000"/>
            </a:lvl9pPr>
          </a:lstStyle>
          <a:p>
            <a:pPr lvl="0"/>
            <a:r>
              <a:rPr lang="en-US"/>
              <a:t>Click to edit Master text styles</a:t>
            </a:r>
          </a:p>
        </p:txBody>
      </p:sp>
      <p:sp>
        <p:nvSpPr>
          <p:cNvPr id="4" name="Text Placeholder 3"/>
          <p:cNvSpPr>
            <a:spLocks noGrp="1"/>
          </p:cNvSpPr>
          <p:nvPr>
            <p:ph type="body" sz="half" idx="2"/>
          </p:nvPr>
        </p:nvSpPr>
        <p:spPr>
          <a:xfrm>
            <a:off x="457200" y="3698240"/>
            <a:ext cx="4314825" cy="2520950"/>
          </a:xfrm>
        </p:spPr>
        <p:txBody>
          <a:bodyPr/>
          <a:lstStyle>
            <a:lvl1pPr marL="0" indent="0" algn="l">
              <a:buNone/>
              <a:defRPr sz="1600">
                <a:solidFill>
                  <a:schemeClr val="accent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91DAE1B-196F-4C9F-B380-CF4EC06462EC}" type="slidenum">
              <a:rPr lang="en-IN" smtClean="0"/>
              <a:t>‹#›</a:t>
            </a:fld>
            <a:endParaRPr lang="en-IN"/>
          </a:p>
        </p:txBody>
      </p:sp>
      <p:sp>
        <p:nvSpPr>
          <p:cNvPr id="10" name="Content Placeholder 2"/>
          <p:cNvSpPr>
            <a:spLocks noGrp="1"/>
          </p:cNvSpPr>
          <p:nvPr>
            <p:ph idx="13"/>
          </p:nvPr>
        </p:nvSpPr>
        <p:spPr>
          <a:xfrm>
            <a:off x="6096001" y="2722880"/>
            <a:ext cx="5638798" cy="3496310"/>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1_Content with Caption">
    <p:spTree>
      <p:nvGrpSpPr>
        <p:cNvPr id="1" name=""/>
        <p:cNvGrpSpPr/>
        <p:nvPr/>
      </p:nvGrpSpPr>
      <p:grpSpPr>
        <a:xfrm>
          <a:off x="0" y="0"/>
          <a:ext cx="0" cy="0"/>
          <a:chOff x="0" y="0"/>
          <a:chExt cx="0" cy="0"/>
        </a:xfrm>
      </p:grpSpPr>
      <p:sp>
        <p:nvSpPr>
          <p:cNvPr id="8" name="Google Shape;79;p13"/>
          <p:cNvSpPr/>
          <p:nvPr userDrawn="1"/>
        </p:nvSpPr>
        <p:spPr>
          <a:xfrm>
            <a:off x="3938588" y="-1"/>
            <a:ext cx="4314825" cy="6844532"/>
          </a:xfrm>
          <a:custGeom>
            <a:avLst/>
            <a:gdLst/>
            <a:ahLst/>
            <a:cxnLst/>
            <a:rect l="l" t="t" r="r" b="b"/>
            <a:pathLst>
              <a:path w="5255209" h="6394575" extrusionOk="0">
                <a:moveTo>
                  <a:pt x="2625732" y="226091"/>
                </a:moveTo>
                <a:cubicBezTo>
                  <a:pt x="1738828" y="643841"/>
                  <a:pt x="2554897" y="1984739"/>
                  <a:pt x="2117732" y="2842291"/>
                </a:cubicBezTo>
                <a:cubicBezTo>
                  <a:pt x="1680567" y="3699843"/>
                  <a:pt x="-78736" y="4268320"/>
                  <a:pt x="2740" y="5371405"/>
                </a:cubicBezTo>
                <a:cubicBezTo>
                  <a:pt x="84216" y="6474490"/>
                  <a:pt x="3229241" y="6572866"/>
                  <a:pt x="3717932" y="6195091"/>
                </a:cubicBezTo>
                <a:cubicBezTo>
                  <a:pt x="4206623" y="5817316"/>
                  <a:pt x="3125265" y="5148046"/>
                  <a:pt x="3362332" y="4476357"/>
                </a:cubicBezTo>
                <a:cubicBezTo>
                  <a:pt x="3599399" y="3804668"/>
                  <a:pt x="4899033" y="2850757"/>
                  <a:pt x="5140333" y="2164957"/>
                </a:cubicBezTo>
                <a:cubicBezTo>
                  <a:pt x="5381633" y="1479157"/>
                  <a:pt x="5229232" y="684701"/>
                  <a:pt x="4810132" y="361557"/>
                </a:cubicBezTo>
                <a:cubicBezTo>
                  <a:pt x="4391032" y="38413"/>
                  <a:pt x="3512636" y="-191659"/>
                  <a:pt x="2625732" y="226091"/>
                </a:cubicBezTo>
                <a:close/>
              </a:path>
            </a:pathLst>
          </a:custGeom>
          <a:solidFill>
            <a:srgbClr val="F3F3F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2" name="Title 1"/>
          <p:cNvSpPr>
            <a:spLocks noGrp="1"/>
          </p:cNvSpPr>
          <p:nvPr>
            <p:ph type="title"/>
          </p:nvPr>
        </p:nvSpPr>
        <p:spPr>
          <a:xfrm>
            <a:off x="457201" y="987424"/>
            <a:ext cx="3657600" cy="2286000"/>
          </a:xfrm>
        </p:spPr>
        <p:txBody>
          <a:bodyPr anchor="b"/>
          <a:lstStyle>
            <a:lvl1pPr algn="l">
              <a:defRPr sz="3200"/>
            </a:lvl1pPr>
          </a:lstStyle>
          <a:p>
            <a:r>
              <a:rPr lang="en-US"/>
              <a:t>Click to edit Master title style</a:t>
            </a:r>
            <a:endParaRPr lang="en-IN"/>
          </a:p>
        </p:txBody>
      </p:sp>
      <p:sp>
        <p:nvSpPr>
          <p:cNvPr id="3" name="Content Placeholder 2"/>
          <p:cNvSpPr>
            <a:spLocks noGrp="1"/>
          </p:cNvSpPr>
          <p:nvPr>
            <p:ph idx="1"/>
          </p:nvPr>
        </p:nvSpPr>
        <p:spPr>
          <a:xfrm>
            <a:off x="7848599" y="987425"/>
            <a:ext cx="3886200" cy="5231765"/>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1" y="3410584"/>
            <a:ext cx="3657600" cy="2808606"/>
          </a:xfrm>
        </p:spPr>
        <p:txBody>
          <a:bodyPr/>
          <a:lstStyle>
            <a:lvl1pPr marL="0" indent="0" algn="l">
              <a:buNone/>
              <a:defRPr sz="1600">
                <a:solidFill>
                  <a:schemeClr val="accent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a:xfrm>
            <a:off x="11464352" y="6450819"/>
            <a:ext cx="270447" cy="270446"/>
          </a:xfrm>
        </p:spPr>
        <p:txBody>
          <a:bodyPr/>
          <a:lstStyle/>
          <a:p>
            <a:fld id="{A91DAE1B-196F-4C9F-B380-CF4EC06462EC}" type="slidenum">
              <a:rPr lang="en-IN" smtClean="0"/>
              <a:t>‹#›</a:t>
            </a:fld>
            <a:endParaRPr lang="en-I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4_Content with Caption">
    <p:spTree>
      <p:nvGrpSpPr>
        <p:cNvPr id="1" name=""/>
        <p:cNvGrpSpPr/>
        <p:nvPr/>
      </p:nvGrpSpPr>
      <p:grpSpPr>
        <a:xfrm>
          <a:off x="0" y="0"/>
          <a:ext cx="0" cy="0"/>
          <a:chOff x="0" y="0"/>
          <a:chExt cx="0" cy="0"/>
        </a:xfrm>
      </p:grpSpPr>
      <p:sp>
        <p:nvSpPr>
          <p:cNvPr id="8" name="Google Shape;106;p18"/>
          <p:cNvSpPr/>
          <p:nvPr userDrawn="1"/>
        </p:nvSpPr>
        <p:spPr>
          <a:xfrm>
            <a:off x="0" y="0"/>
            <a:ext cx="6068896" cy="6858000"/>
          </a:xfrm>
          <a:custGeom>
            <a:avLst/>
            <a:gdLst/>
            <a:ahLst/>
            <a:cxnLst/>
            <a:rect l="l" t="t" r="r" b="b"/>
            <a:pathLst>
              <a:path w="4235623" h="5158230" extrusionOk="0">
                <a:moveTo>
                  <a:pt x="0" y="0"/>
                </a:moveTo>
                <a:lnTo>
                  <a:pt x="3607998" y="0"/>
                </a:lnTo>
                <a:lnTo>
                  <a:pt x="3629869" y="17131"/>
                </a:lnTo>
                <a:cubicBezTo>
                  <a:pt x="3914262" y="254150"/>
                  <a:pt x="4165335" y="596901"/>
                  <a:pt x="4224866" y="1016001"/>
                </a:cubicBezTo>
                <a:cubicBezTo>
                  <a:pt x="4330699" y="1761068"/>
                  <a:pt x="3620911" y="3395134"/>
                  <a:pt x="3615266" y="4140201"/>
                </a:cubicBezTo>
                <a:cubicBezTo>
                  <a:pt x="3611739" y="4605868"/>
                  <a:pt x="3822082" y="4911682"/>
                  <a:pt x="3989982" y="5140326"/>
                </a:cubicBezTo>
                <a:lnTo>
                  <a:pt x="4003014" y="5158230"/>
                </a:lnTo>
                <a:lnTo>
                  <a:pt x="0" y="5158230"/>
                </a:lnTo>
                <a:close/>
              </a:path>
            </a:pathLst>
          </a:custGeom>
          <a:solidFill>
            <a:srgbClr val="F3F3F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2" name="Title 1"/>
          <p:cNvSpPr>
            <a:spLocks noGrp="1"/>
          </p:cNvSpPr>
          <p:nvPr>
            <p:ph type="title"/>
          </p:nvPr>
        </p:nvSpPr>
        <p:spPr>
          <a:xfrm>
            <a:off x="457200" y="987424"/>
            <a:ext cx="4314825" cy="2286000"/>
          </a:xfrm>
        </p:spPr>
        <p:txBody>
          <a:bodyPr anchor="b"/>
          <a:lstStyle>
            <a:lvl1pPr algn="l">
              <a:defRPr sz="3200"/>
            </a:lvl1pPr>
          </a:lstStyle>
          <a:p>
            <a:r>
              <a:rPr lang="en-US"/>
              <a:t>Click to edit Master title style</a:t>
            </a:r>
            <a:endParaRPr lang="en-IN"/>
          </a:p>
        </p:txBody>
      </p:sp>
      <p:sp>
        <p:nvSpPr>
          <p:cNvPr id="3" name="Content Placeholder 2"/>
          <p:cNvSpPr>
            <a:spLocks noGrp="1"/>
          </p:cNvSpPr>
          <p:nvPr>
            <p:ph idx="1"/>
          </p:nvPr>
        </p:nvSpPr>
        <p:spPr>
          <a:xfrm>
            <a:off x="6096001" y="987425"/>
            <a:ext cx="5638798" cy="5231765"/>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3410584"/>
            <a:ext cx="4314825" cy="2808606"/>
          </a:xfrm>
        </p:spPr>
        <p:txBody>
          <a:bodyPr/>
          <a:lstStyle>
            <a:lvl1pPr marL="0" indent="0" algn="l">
              <a:buNone/>
              <a:defRPr sz="1600">
                <a:solidFill>
                  <a:schemeClr val="accent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91DAE1B-196F-4C9F-B380-CF4EC06462EC}" type="slidenum">
              <a:rPr lang="en-IN" smtClean="0"/>
              <a:t>‹#›</a:t>
            </a:fld>
            <a:endParaRPr lang="en-IN"/>
          </a:p>
        </p:txBody>
      </p:sp>
      <p:pic>
        <p:nvPicPr>
          <p:cNvPr id="9" name="Google Shape;10;p1"/>
          <p:cNvPicPr preferRelativeResize="0"/>
          <p:nvPr userDrawn="1"/>
        </p:nvPicPr>
        <p:blipFill>
          <a:blip r:embed="rId2"/>
          <a:stretch>
            <a:fillRect/>
          </a:stretch>
        </p:blipFill>
        <p:spPr>
          <a:xfrm>
            <a:off x="419143" y="6450730"/>
            <a:ext cx="926773" cy="270625"/>
          </a:xfrm>
          <a:prstGeom prst="rect">
            <a:avLst/>
          </a:prstGeom>
          <a:noFill/>
          <a:ln>
            <a:noFill/>
          </a:ln>
        </p:spPr>
      </p:pic>
      <p:pic>
        <p:nvPicPr>
          <p:cNvPr id="10" name="Google Shape;11;p1"/>
          <p:cNvPicPr preferRelativeResize="0"/>
          <p:nvPr userDrawn="1"/>
        </p:nvPicPr>
        <p:blipFill rotWithShape="1">
          <a:blip r:embed="rId3"/>
          <a:srcRect t="3183" b="3183"/>
          <a:stretch>
            <a:fillRect/>
          </a:stretch>
        </p:blipFill>
        <p:spPr>
          <a:xfrm>
            <a:off x="1449550" y="6450725"/>
            <a:ext cx="689473" cy="270634"/>
          </a:xfrm>
          <a:prstGeom prst="rect">
            <a:avLst/>
          </a:prstGeom>
          <a:noFill/>
          <a:ln>
            <a:noFill/>
          </a:ln>
        </p:spPr>
      </p:pic>
      <p:cxnSp>
        <p:nvCxnSpPr>
          <p:cNvPr id="11" name="Google Shape;12;p1"/>
          <p:cNvCxnSpPr/>
          <p:nvPr userDrawn="1"/>
        </p:nvCxnSpPr>
        <p:spPr>
          <a:xfrm>
            <a:off x="1397732" y="6450610"/>
            <a:ext cx="0" cy="270865"/>
          </a:xfrm>
          <a:prstGeom prst="straightConnector1">
            <a:avLst/>
          </a:prstGeom>
          <a:noFill/>
          <a:ln w="9525" cap="flat" cmpd="sng">
            <a:solidFill>
              <a:srgbClr val="D9D9D9"/>
            </a:solidFill>
            <a:prstDash val="solid"/>
            <a:round/>
            <a:headEnd type="none" w="med" len="med"/>
            <a:tailEnd type="none" w="med" len="med"/>
          </a:ln>
        </p:spPr>
      </p:cxn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5_Content with Caption">
    <p:spTree>
      <p:nvGrpSpPr>
        <p:cNvPr id="1" name=""/>
        <p:cNvGrpSpPr/>
        <p:nvPr/>
      </p:nvGrpSpPr>
      <p:grpSpPr>
        <a:xfrm>
          <a:off x="0" y="0"/>
          <a:ext cx="0" cy="0"/>
          <a:chOff x="0" y="0"/>
          <a:chExt cx="0" cy="0"/>
        </a:xfrm>
      </p:grpSpPr>
      <p:sp>
        <p:nvSpPr>
          <p:cNvPr id="12" name="Google Shape;115;p19"/>
          <p:cNvSpPr/>
          <p:nvPr userDrawn="1"/>
        </p:nvSpPr>
        <p:spPr>
          <a:xfrm>
            <a:off x="-1" y="0"/>
            <a:ext cx="6078591" cy="6858000"/>
          </a:xfrm>
          <a:custGeom>
            <a:avLst/>
            <a:gdLst/>
            <a:ahLst/>
            <a:cxnLst/>
            <a:rect l="l" t="t" r="r" b="b"/>
            <a:pathLst>
              <a:path w="6090360" h="6871278" extrusionOk="0">
                <a:moveTo>
                  <a:pt x="0" y="0"/>
                </a:moveTo>
                <a:lnTo>
                  <a:pt x="5080841" y="0"/>
                </a:lnTo>
                <a:lnTo>
                  <a:pt x="5128305" y="65630"/>
                </a:lnTo>
                <a:cubicBezTo>
                  <a:pt x="5726046" y="932635"/>
                  <a:pt x="6090360" y="2084364"/>
                  <a:pt x="6090360" y="3348269"/>
                </a:cubicBezTo>
                <a:cubicBezTo>
                  <a:pt x="6090360" y="4696434"/>
                  <a:pt x="5675852" y="5916969"/>
                  <a:pt x="5005683" y="6800462"/>
                </a:cubicBezTo>
                <a:lnTo>
                  <a:pt x="4949341" y="6871278"/>
                </a:lnTo>
                <a:lnTo>
                  <a:pt x="0" y="6871278"/>
                </a:lnTo>
                <a:close/>
              </a:path>
            </a:pathLst>
          </a:custGeom>
          <a:solidFill>
            <a:srgbClr val="F3F3F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2" name="Title 1"/>
          <p:cNvSpPr>
            <a:spLocks noGrp="1"/>
          </p:cNvSpPr>
          <p:nvPr>
            <p:ph type="title"/>
          </p:nvPr>
        </p:nvSpPr>
        <p:spPr>
          <a:xfrm>
            <a:off x="457200" y="987424"/>
            <a:ext cx="4314825" cy="2286000"/>
          </a:xfrm>
        </p:spPr>
        <p:txBody>
          <a:bodyPr anchor="b"/>
          <a:lstStyle>
            <a:lvl1pPr algn="l">
              <a:defRPr sz="3200"/>
            </a:lvl1pPr>
          </a:lstStyle>
          <a:p>
            <a:r>
              <a:rPr lang="en-US"/>
              <a:t>Click to edit Master title style</a:t>
            </a:r>
            <a:endParaRPr lang="en-IN"/>
          </a:p>
        </p:txBody>
      </p:sp>
      <p:sp>
        <p:nvSpPr>
          <p:cNvPr id="3" name="Content Placeholder 2"/>
          <p:cNvSpPr>
            <a:spLocks noGrp="1"/>
          </p:cNvSpPr>
          <p:nvPr>
            <p:ph idx="1"/>
          </p:nvPr>
        </p:nvSpPr>
        <p:spPr>
          <a:xfrm>
            <a:off x="6096001" y="987425"/>
            <a:ext cx="5638798" cy="5231765"/>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3410584"/>
            <a:ext cx="4314825" cy="2808606"/>
          </a:xfrm>
        </p:spPr>
        <p:txBody>
          <a:bodyPr/>
          <a:lstStyle>
            <a:lvl1pPr marL="0" indent="0" algn="l">
              <a:buNone/>
              <a:defRPr sz="1600">
                <a:solidFill>
                  <a:schemeClr val="accent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91DAE1B-196F-4C9F-B380-CF4EC06462EC}" type="slidenum">
              <a:rPr lang="en-IN" smtClean="0"/>
              <a:t>‹#›</a:t>
            </a:fld>
            <a:endParaRPr lang="en-IN"/>
          </a:p>
        </p:txBody>
      </p:sp>
      <p:pic>
        <p:nvPicPr>
          <p:cNvPr id="9" name="Google Shape;10;p1"/>
          <p:cNvPicPr preferRelativeResize="0"/>
          <p:nvPr userDrawn="1"/>
        </p:nvPicPr>
        <p:blipFill>
          <a:blip r:embed="rId2"/>
          <a:stretch>
            <a:fillRect/>
          </a:stretch>
        </p:blipFill>
        <p:spPr>
          <a:xfrm>
            <a:off x="419143" y="6450730"/>
            <a:ext cx="926773" cy="270625"/>
          </a:xfrm>
          <a:prstGeom prst="rect">
            <a:avLst/>
          </a:prstGeom>
          <a:noFill/>
          <a:ln>
            <a:noFill/>
          </a:ln>
        </p:spPr>
      </p:pic>
      <p:pic>
        <p:nvPicPr>
          <p:cNvPr id="10" name="Google Shape;11;p1"/>
          <p:cNvPicPr preferRelativeResize="0"/>
          <p:nvPr userDrawn="1"/>
        </p:nvPicPr>
        <p:blipFill rotWithShape="1">
          <a:blip r:embed="rId3"/>
          <a:srcRect t="3183" b="3183"/>
          <a:stretch>
            <a:fillRect/>
          </a:stretch>
        </p:blipFill>
        <p:spPr>
          <a:xfrm>
            <a:off x="1449550" y="6450725"/>
            <a:ext cx="689473" cy="270634"/>
          </a:xfrm>
          <a:prstGeom prst="rect">
            <a:avLst/>
          </a:prstGeom>
          <a:noFill/>
          <a:ln>
            <a:noFill/>
          </a:ln>
        </p:spPr>
      </p:pic>
      <p:cxnSp>
        <p:nvCxnSpPr>
          <p:cNvPr id="11" name="Google Shape;12;p1"/>
          <p:cNvCxnSpPr/>
          <p:nvPr userDrawn="1"/>
        </p:nvCxnSpPr>
        <p:spPr>
          <a:xfrm>
            <a:off x="1397732" y="6450610"/>
            <a:ext cx="0" cy="270865"/>
          </a:xfrm>
          <a:prstGeom prst="straightConnector1">
            <a:avLst/>
          </a:prstGeom>
          <a:noFill/>
          <a:ln w="9525" cap="flat" cmpd="sng">
            <a:solidFill>
              <a:srgbClr val="D9D9D9"/>
            </a:solidFill>
            <a:prstDash val="solid"/>
            <a:round/>
            <a:headEnd type="none" w="med" len="med"/>
            <a:tailEnd type="none" w="med" len="med"/>
          </a:ln>
        </p:spPr>
      </p:cxn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6_Content with Caption">
    <p:spTree>
      <p:nvGrpSpPr>
        <p:cNvPr id="1" name=""/>
        <p:cNvGrpSpPr/>
        <p:nvPr/>
      </p:nvGrpSpPr>
      <p:grpSpPr>
        <a:xfrm>
          <a:off x="0" y="0"/>
          <a:ext cx="0" cy="0"/>
          <a:chOff x="0" y="0"/>
          <a:chExt cx="0" cy="0"/>
        </a:xfrm>
      </p:grpSpPr>
      <p:sp>
        <p:nvSpPr>
          <p:cNvPr id="13" name="Google Shape;161;p25"/>
          <p:cNvSpPr/>
          <p:nvPr userDrawn="1"/>
        </p:nvSpPr>
        <p:spPr>
          <a:xfrm>
            <a:off x="0" y="0"/>
            <a:ext cx="5121933" cy="6858000"/>
          </a:xfrm>
          <a:custGeom>
            <a:avLst/>
            <a:gdLst/>
            <a:ahLst/>
            <a:cxnLst/>
            <a:rect l="l" t="t" r="r" b="b"/>
            <a:pathLst>
              <a:path w="3852451" h="5158230" extrusionOk="0">
                <a:moveTo>
                  <a:pt x="2599716" y="0"/>
                </a:moveTo>
                <a:lnTo>
                  <a:pt x="0" y="0"/>
                </a:lnTo>
                <a:lnTo>
                  <a:pt x="0" y="5158230"/>
                </a:lnTo>
                <a:lnTo>
                  <a:pt x="3728748" y="5158230"/>
                </a:lnTo>
                <a:lnTo>
                  <a:pt x="3761848" y="5078897"/>
                </a:lnTo>
                <a:cubicBezTo>
                  <a:pt x="4131237" y="4019390"/>
                  <a:pt x="3296742" y="1052508"/>
                  <a:pt x="2599795" y="113"/>
                </a:cubicBezTo>
                <a:close/>
              </a:path>
            </a:pathLst>
          </a:cu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2" name="Title 1"/>
          <p:cNvSpPr>
            <a:spLocks noGrp="1"/>
          </p:cNvSpPr>
          <p:nvPr>
            <p:ph type="title"/>
          </p:nvPr>
        </p:nvSpPr>
        <p:spPr>
          <a:xfrm>
            <a:off x="457200" y="987424"/>
            <a:ext cx="4314825" cy="2286000"/>
          </a:xfrm>
        </p:spPr>
        <p:txBody>
          <a:bodyPr anchor="b"/>
          <a:lstStyle>
            <a:lvl1pPr algn="l">
              <a:defRPr sz="3200"/>
            </a:lvl1pPr>
          </a:lstStyle>
          <a:p>
            <a:r>
              <a:rPr lang="en-US"/>
              <a:t>Click to edit Master title style</a:t>
            </a:r>
            <a:endParaRPr lang="en-IN"/>
          </a:p>
        </p:txBody>
      </p:sp>
      <p:sp>
        <p:nvSpPr>
          <p:cNvPr id="3" name="Content Placeholder 2"/>
          <p:cNvSpPr>
            <a:spLocks noGrp="1"/>
          </p:cNvSpPr>
          <p:nvPr>
            <p:ph idx="1"/>
          </p:nvPr>
        </p:nvSpPr>
        <p:spPr>
          <a:xfrm>
            <a:off x="6096001" y="987425"/>
            <a:ext cx="5638798" cy="5231765"/>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3410584"/>
            <a:ext cx="4314825" cy="2808606"/>
          </a:xfrm>
        </p:spPr>
        <p:txBody>
          <a:bodyPr/>
          <a:lstStyle>
            <a:lvl1pPr marL="0" indent="0" algn="l">
              <a:buNone/>
              <a:defRPr sz="1600">
                <a:solidFill>
                  <a:schemeClr val="accent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91DAE1B-196F-4C9F-B380-CF4EC06462EC}" type="slidenum">
              <a:rPr lang="en-IN" smtClean="0"/>
              <a:t>‹#›</a:t>
            </a:fld>
            <a:endParaRPr lang="en-IN"/>
          </a:p>
        </p:txBody>
      </p:sp>
      <p:pic>
        <p:nvPicPr>
          <p:cNvPr id="9" name="Google Shape;10;p1"/>
          <p:cNvPicPr preferRelativeResize="0"/>
          <p:nvPr userDrawn="1"/>
        </p:nvPicPr>
        <p:blipFill>
          <a:blip r:embed="rId2"/>
          <a:stretch>
            <a:fillRect/>
          </a:stretch>
        </p:blipFill>
        <p:spPr>
          <a:xfrm>
            <a:off x="419143" y="6450730"/>
            <a:ext cx="926773" cy="270625"/>
          </a:xfrm>
          <a:prstGeom prst="rect">
            <a:avLst/>
          </a:prstGeom>
          <a:noFill/>
          <a:ln>
            <a:noFill/>
          </a:ln>
        </p:spPr>
      </p:pic>
      <p:pic>
        <p:nvPicPr>
          <p:cNvPr id="10" name="Google Shape;11;p1"/>
          <p:cNvPicPr preferRelativeResize="0"/>
          <p:nvPr userDrawn="1"/>
        </p:nvPicPr>
        <p:blipFill rotWithShape="1">
          <a:blip r:embed="rId3"/>
          <a:srcRect t="3183" b="3183"/>
          <a:stretch>
            <a:fillRect/>
          </a:stretch>
        </p:blipFill>
        <p:spPr>
          <a:xfrm>
            <a:off x="1449550" y="6450725"/>
            <a:ext cx="689473" cy="270634"/>
          </a:xfrm>
          <a:prstGeom prst="rect">
            <a:avLst/>
          </a:prstGeom>
          <a:noFill/>
          <a:ln>
            <a:noFill/>
          </a:ln>
        </p:spPr>
      </p:pic>
      <p:cxnSp>
        <p:nvCxnSpPr>
          <p:cNvPr id="11" name="Google Shape;12;p1"/>
          <p:cNvCxnSpPr/>
          <p:nvPr userDrawn="1"/>
        </p:nvCxnSpPr>
        <p:spPr>
          <a:xfrm>
            <a:off x="1397732" y="6450610"/>
            <a:ext cx="0" cy="270865"/>
          </a:xfrm>
          <a:prstGeom prst="straightConnector1">
            <a:avLst/>
          </a:prstGeom>
          <a:noFill/>
          <a:ln w="9525" cap="flat" cmpd="sng">
            <a:solidFill>
              <a:srgbClr val="D9D9D9"/>
            </a:solidFill>
            <a:prstDash val="solid"/>
            <a:round/>
            <a:headEnd type="none" w="med" len="med"/>
            <a:tailEnd type="none" w="med" len="med"/>
          </a:ln>
        </p:spPr>
      </p:cxn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7_Content with Caption">
    <p:spTree>
      <p:nvGrpSpPr>
        <p:cNvPr id="1" name=""/>
        <p:cNvGrpSpPr/>
        <p:nvPr/>
      </p:nvGrpSpPr>
      <p:grpSpPr>
        <a:xfrm>
          <a:off x="0" y="0"/>
          <a:ext cx="0" cy="0"/>
          <a:chOff x="0" y="0"/>
          <a:chExt cx="0" cy="0"/>
        </a:xfrm>
      </p:grpSpPr>
      <p:sp>
        <p:nvSpPr>
          <p:cNvPr id="12" name="Google Shape;124;p20"/>
          <p:cNvSpPr/>
          <p:nvPr userDrawn="1"/>
        </p:nvSpPr>
        <p:spPr>
          <a:xfrm>
            <a:off x="5595431" y="0"/>
            <a:ext cx="6596569" cy="6858000"/>
          </a:xfrm>
          <a:custGeom>
            <a:avLst/>
            <a:gdLst/>
            <a:ahLst/>
            <a:cxnLst/>
            <a:rect l="l" t="t" r="r" b="b"/>
            <a:pathLst>
              <a:path w="4572001" h="5158230" extrusionOk="0">
                <a:moveTo>
                  <a:pt x="89293" y="0"/>
                </a:moveTo>
                <a:lnTo>
                  <a:pt x="4572001" y="0"/>
                </a:lnTo>
                <a:lnTo>
                  <a:pt x="4572001" y="5158230"/>
                </a:lnTo>
                <a:lnTo>
                  <a:pt x="229030" y="5158230"/>
                </a:lnTo>
                <a:lnTo>
                  <a:pt x="227027" y="5155881"/>
                </a:lnTo>
                <a:cubicBezTo>
                  <a:pt x="-243841" y="4549698"/>
                  <a:pt x="383739" y="3690652"/>
                  <a:pt x="427219" y="2711076"/>
                </a:cubicBezTo>
                <a:cubicBezTo>
                  <a:pt x="463203" y="1900393"/>
                  <a:pt x="-202489" y="1196072"/>
                  <a:pt x="62491" y="98051"/>
                </a:cubicBezTo>
                <a:lnTo>
                  <a:pt x="89293" y="0"/>
                </a:lnTo>
                <a:close/>
              </a:path>
            </a:pathLst>
          </a:custGeom>
          <a:solidFill>
            <a:srgbClr val="F3F3F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14" name="Google Shape;6;p1"/>
          <p:cNvSpPr/>
          <p:nvPr userDrawn="1"/>
        </p:nvSpPr>
        <p:spPr>
          <a:xfrm>
            <a:off x="11464354" y="6450819"/>
            <a:ext cx="270446" cy="270446"/>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Title 1"/>
          <p:cNvSpPr>
            <a:spLocks noGrp="1"/>
          </p:cNvSpPr>
          <p:nvPr>
            <p:ph type="title"/>
          </p:nvPr>
        </p:nvSpPr>
        <p:spPr>
          <a:xfrm>
            <a:off x="457200" y="987424"/>
            <a:ext cx="4314825" cy="2286000"/>
          </a:xfrm>
        </p:spPr>
        <p:txBody>
          <a:bodyPr anchor="b"/>
          <a:lstStyle>
            <a:lvl1pPr algn="l">
              <a:defRPr sz="3200"/>
            </a:lvl1pPr>
          </a:lstStyle>
          <a:p>
            <a:r>
              <a:rPr lang="en-US"/>
              <a:t>Click to edit Master title style</a:t>
            </a:r>
            <a:endParaRPr lang="en-IN"/>
          </a:p>
        </p:txBody>
      </p:sp>
      <p:sp>
        <p:nvSpPr>
          <p:cNvPr id="3" name="Content Placeholder 2"/>
          <p:cNvSpPr>
            <a:spLocks noGrp="1"/>
          </p:cNvSpPr>
          <p:nvPr>
            <p:ph idx="1"/>
          </p:nvPr>
        </p:nvSpPr>
        <p:spPr>
          <a:xfrm>
            <a:off x="6096001" y="987425"/>
            <a:ext cx="5638798" cy="5231765"/>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3410584"/>
            <a:ext cx="4314825" cy="2808606"/>
          </a:xfrm>
        </p:spPr>
        <p:txBody>
          <a:bodyPr/>
          <a:lstStyle>
            <a:lvl1pPr marL="0" indent="0" algn="l">
              <a:buNone/>
              <a:defRPr sz="1600">
                <a:solidFill>
                  <a:schemeClr val="accent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91DAE1B-196F-4C9F-B380-CF4EC06462EC}" type="slidenum">
              <a:rPr lang="en-IN" smtClean="0"/>
              <a:t>‹#›</a:t>
            </a:fld>
            <a:endParaRPr lang="en-IN"/>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Tx" preserve="1">
  <p:cSld name="8_Content with Caption">
    <p:spTree>
      <p:nvGrpSpPr>
        <p:cNvPr id="1" name=""/>
        <p:cNvGrpSpPr/>
        <p:nvPr/>
      </p:nvGrpSpPr>
      <p:grpSpPr>
        <a:xfrm>
          <a:off x="0" y="0"/>
          <a:ext cx="0" cy="0"/>
          <a:chOff x="0" y="0"/>
          <a:chExt cx="0" cy="0"/>
        </a:xfrm>
      </p:grpSpPr>
      <p:sp>
        <p:nvSpPr>
          <p:cNvPr id="8" name="Google Shape;131;p21"/>
          <p:cNvSpPr/>
          <p:nvPr userDrawn="1"/>
        </p:nvSpPr>
        <p:spPr>
          <a:xfrm flipH="1">
            <a:off x="4220269" y="0"/>
            <a:ext cx="7971731" cy="6858000"/>
          </a:xfrm>
          <a:custGeom>
            <a:avLst/>
            <a:gdLst/>
            <a:ahLst/>
            <a:cxnLst/>
            <a:rect l="l" t="t" r="r" b="b"/>
            <a:pathLst>
              <a:path w="3852451" h="5158230" extrusionOk="0">
                <a:moveTo>
                  <a:pt x="2599716" y="0"/>
                </a:moveTo>
                <a:lnTo>
                  <a:pt x="0" y="0"/>
                </a:lnTo>
                <a:lnTo>
                  <a:pt x="0" y="5158230"/>
                </a:lnTo>
                <a:lnTo>
                  <a:pt x="3728748" y="5158230"/>
                </a:lnTo>
                <a:lnTo>
                  <a:pt x="3761848" y="5078897"/>
                </a:lnTo>
                <a:cubicBezTo>
                  <a:pt x="4131237" y="4019390"/>
                  <a:pt x="3296742" y="1052508"/>
                  <a:pt x="2599795" y="113"/>
                </a:cubicBezTo>
                <a:close/>
              </a:path>
            </a:pathLst>
          </a:custGeom>
          <a:solidFill>
            <a:srgbClr val="F3F3F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9" name="Google Shape;6;p1"/>
          <p:cNvSpPr/>
          <p:nvPr userDrawn="1"/>
        </p:nvSpPr>
        <p:spPr>
          <a:xfrm>
            <a:off x="11464354" y="6450819"/>
            <a:ext cx="270446" cy="270446"/>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Title 1"/>
          <p:cNvSpPr>
            <a:spLocks noGrp="1"/>
          </p:cNvSpPr>
          <p:nvPr>
            <p:ph type="title"/>
          </p:nvPr>
        </p:nvSpPr>
        <p:spPr>
          <a:xfrm>
            <a:off x="457200" y="987424"/>
            <a:ext cx="4314825" cy="2286000"/>
          </a:xfrm>
        </p:spPr>
        <p:txBody>
          <a:bodyPr anchor="b"/>
          <a:lstStyle>
            <a:lvl1pPr algn="l">
              <a:defRPr sz="3200"/>
            </a:lvl1pPr>
          </a:lstStyle>
          <a:p>
            <a:r>
              <a:rPr lang="en-US"/>
              <a:t>Click to edit Master title style</a:t>
            </a:r>
            <a:endParaRPr lang="en-IN"/>
          </a:p>
        </p:txBody>
      </p:sp>
      <p:sp>
        <p:nvSpPr>
          <p:cNvPr id="3" name="Content Placeholder 2"/>
          <p:cNvSpPr>
            <a:spLocks noGrp="1"/>
          </p:cNvSpPr>
          <p:nvPr>
            <p:ph idx="1"/>
          </p:nvPr>
        </p:nvSpPr>
        <p:spPr>
          <a:xfrm>
            <a:off x="6096001" y="987425"/>
            <a:ext cx="5638798" cy="5231765"/>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3410584"/>
            <a:ext cx="4314825" cy="2808606"/>
          </a:xfrm>
        </p:spPr>
        <p:txBody>
          <a:bodyPr/>
          <a:lstStyle>
            <a:lvl1pPr marL="0" indent="0" algn="l">
              <a:buNone/>
              <a:defRPr sz="1600">
                <a:solidFill>
                  <a:schemeClr val="accent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91DAE1B-196F-4C9F-B380-CF4EC06462EC}" type="slidenum">
              <a:rPr lang="en-IN" smtClean="0"/>
              <a:t>‹#›</a:t>
            </a:fld>
            <a:endParaRPr lang="en-IN"/>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Tx" preserve="1">
  <p:cSld name="12_Content with Caption">
    <p:spTree>
      <p:nvGrpSpPr>
        <p:cNvPr id="1" name=""/>
        <p:cNvGrpSpPr/>
        <p:nvPr/>
      </p:nvGrpSpPr>
      <p:grpSpPr>
        <a:xfrm>
          <a:off x="0" y="0"/>
          <a:ext cx="0" cy="0"/>
          <a:chOff x="0" y="0"/>
          <a:chExt cx="0" cy="0"/>
        </a:xfrm>
      </p:grpSpPr>
      <p:sp>
        <p:nvSpPr>
          <p:cNvPr id="10" name="Google Shape;94;p16"/>
          <p:cNvSpPr/>
          <p:nvPr userDrawn="1"/>
        </p:nvSpPr>
        <p:spPr>
          <a:xfrm>
            <a:off x="6485567" y="0"/>
            <a:ext cx="5706434" cy="6858000"/>
          </a:xfrm>
          <a:custGeom>
            <a:avLst/>
            <a:gdLst/>
            <a:ahLst/>
            <a:cxnLst/>
            <a:rect l="l" t="t" r="r" b="b"/>
            <a:pathLst>
              <a:path w="5703007" h="6853881" extrusionOk="0">
                <a:moveTo>
                  <a:pt x="1785561" y="378"/>
                </a:moveTo>
                <a:lnTo>
                  <a:pt x="5703007" y="0"/>
                </a:lnTo>
                <a:lnTo>
                  <a:pt x="5703007" y="6853881"/>
                </a:lnTo>
                <a:lnTo>
                  <a:pt x="718503" y="6853881"/>
                </a:lnTo>
                <a:lnTo>
                  <a:pt x="594521" y="6725674"/>
                </a:lnTo>
                <a:cubicBezTo>
                  <a:pt x="154599" y="6226242"/>
                  <a:pt x="-12387" y="5528470"/>
                  <a:pt x="710" y="4838701"/>
                </a:cubicBezTo>
                <a:cubicBezTo>
                  <a:pt x="19760" y="3835401"/>
                  <a:pt x="641002" y="3461148"/>
                  <a:pt x="1191335" y="2473326"/>
                </a:cubicBezTo>
                <a:cubicBezTo>
                  <a:pt x="1741668" y="1485504"/>
                  <a:pt x="1143404" y="685404"/>
                  <a:pt x="1785561" y="378"/>
                </a:cubicBezTo>
                <a:close/>
              </a:path>
            </a:pathLst>
          </a:cu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9" name="Google Shape;6;p1"/>
          <p:cNvSpPr/>
          <p:nvPr userDrawn="1"/>
        </p:nvSpPr>
        <p:spPr>
          <a:xfrm>
            <a:off x="11464354" y="6450819"/>
            <a:ext cx="270446" cy="270446"/>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Title 1"/>
          <p:cNvSpPr>
            <a:spLocks noGrp="1"/>
          </p:cNvSpPr>
          <p:nvPr>
            <p:ph type="title"/>
          </p:nvPr>
        </p:nvSpPr>
        <p:spPr>
          <a:xfrm>
            <a:off x="457200" y="987424"/>
            <a:ext cx="4314825" cy="2286000"/>
          </a:xfrm>
        </p:spPr>
        <p:txBody>
          <a:bodyPr anchor="b"/>
          <a:lstStyle>
            <a:lvl1pPr algn="l">
              <a:defRPr sz="3200"/>
            </a:lvl1pPr>
          </a:lstStyle>
          <a:p>
            <a:r>
              <a:rPr lang="en-US"/>
              <a:t>Click to edit Master title style</a:t>
            </a:r>
            <a:endParaRPr lang="en-IN"/>
          </a:p>
        </p:txBody>
      </p:sp>
      <p:sp>
        <p:nvSpPr>
          <p:cNvPr id="3" name="Content Placeholder 2"/>
          <p:cNvSpPr>
            <a:spLocks noGrp="1"/>
          </p:cNvSpPr>
          <p:nvPr>
            <p:ph idx="1"/>
          </p:nvPr>
        </p:nvSpPr>
        <p:spPr>
          <a:xfrm>
            <a:off x="6096001" y="987425"/>
            <a:ext cx="5638798" cy="5231765"/>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3410584"/>
            <a:ext cx="4314825" cy="2808606"/>
          </a:xfrm>
        </p:spPr>
        <p:txBody>
          <a:bodyPr/>
          <a:lstStyle>
            <a:lvl1pPr marL="0" indent="0" algn="l">
              <a:buNone/>
              <a:defRPr sz="1600">
                <a:solidFill>
                  <a:schemeClr val="accent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91DAE1B-196F-4C9F-B380-CF4EC06462EC}" type="slidenum">
              <a:rPr lang="en-IN" smtClean="0"/>
              <a:t>‹#›</a:t>
            </a:fld>
            <a:endParaRPr lang="en-IN"/>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Tx" preserve="1">
  <p:cSld name="13_Content with Caption">
    <p:spTree>
      <p:nvGrpSpPr>
        <p:cNvPr id="1" name=""/>
        <p:cNvGrpSpPr/>
        <p:nvPr/>
      </p:nvGrpSpPr>
      <p:grpSpPr>
        <a:xfrm>
          <a:off x="0" y="0"/>
          <a:ext cx="0" cy="0"/>
          <a:chOff x="0" y="0"/>
          <a:chExt cx="0" cy="0"/>
        </a:xfrm>
      </p:grpSpPr>
      <p:sp>
        <p:nvSpPr>
          <p:cNvPr id="11" name="Google Shape;100;p17"/>
          <p:cNvSpPr/>
          <p:nvPr userDrawn="1"/>
        </p:nvSpPr>
        <p:spPr>
          <a:xfrm flipH="1">
            <a:off x="7070066" y="0"/>
            <a:ext cx="5121934" cy="6858000"/>
          </a:xfrm>
          <a:custGeom>
            <a:avLst/>
            <a:gdLst/>
            <a:ahLst/>
            <a:cxnLst/>
            <a:rect l="l" t="t" r="r" b="b"/>
            <a:pathLst>
              <a:path w="3852451" h="5158230" extrusionOk="0">
                <a:moveTo>
                  <a:pt x="2599716" y="0"/>
                </a:moveTo>
                <a:lnTo>
                  <a:pt x="0" y="0"/>
                </a:lnTo>
                <a:lnTo>
                  <a:pt x="0" y="5158230"/>
                </a:lnTo>
                <a:lnTo>
                  <a:pt x="3728748" y="5158230"/>
                </a:lnTo>
                <a:lnTo>
                  <a:pt x="3761848" y="5078897"/>
                </a:lnTo>
                <a:cubicBezTo>
                  <a:pt x="4131237" y="4019390"/>
                  <a:pt x="3296742" y="1052508"/>
                  <a:pt x="2599795" y="113"/>
                </a:cubicBezTo>
                <a:close/>
              </a:path>
            </a:pathLst>
          </a:cu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9" name="Google Shape;6;p1"/>
          <p:cNvSpPr/>
          <p:nvPr userDrawn="1"/>
        </p:nvSpPr>
        <p:spPr>
          <a:xfrm>
            <a:off x="11464354" y="6450819"/>
            <a:ext cx="270446" cy="270446"/>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Title 1"/>
          <p:cNvSpPr>
            <a:spLocks noGrp="1"/>
          </p:cNvSpPr>
          <p:nvPr>
            <p:ph type="title"/>
          </p:nvPr>
        </p:nvSpPr>
        <p:spPr>
          <a:xfrm>
            <a:off x="457200" y="987424"/>
            <a:ext cx="4314825" cy="2286000"/>
          </a:xfrm>
        </p:spPr>
        <p:txBody>
          <a:bodyPr anchor="b"/>
          <a:lstStyle>
            <a:lvl1pPr algn="l">
              <a:defRPr sz="3200"/>
            </a:lvl1pPr>
          </a:lstStyle>
          <a:p>
            <a:r>
              <a:rPr lang="en-US"/>
              <a:t>Click to edit Master title style</a:t>
            </a:r>
            <a:endParaRPr lang="en-IN"/>
          </a:p>
        </p:txBody>
      </p:sp>
      <p:sp>
        <p:nvSpPr>
          <p:cNvPr id="3" name="Content Placeholder 2"/>
          <p:cNvSpPr>
            <a:spLocks noGrp="1"/>
          </p:cNvSpPr>
          <p:nvPr>
            <p:ph idx="1"/>
          </p:nvPr>
        </p:nvSpPr>
        <p:spPr>
          <a:xfrm>
            <a:off x="6096001" y="987425"/>
            <a:ext cx="5638798" cy="5231765"/>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3410584"/>
            <a:ext cx="4314825" cy="2808606"/>
          </a:xfrm>
        </p:spPr>
        <p:txBody>
          <a:bodyPr/>
          <a:lstStyle>
            <a:lvl1pPr marL="0" indent="0" algn="l">
              <a:buNone/>
              <a:defRPr sz="1600">
                <a:solidFill>
                  <a:schemeClr val="accent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91DAE1B-196F-4C9F-B380-CF4EC06462EC}" type="slidenum">
              <a:rPr lang="en-IN" smtClean="0"/>
              <a:t>‹#›</a:t>
            </a:fld>
            <a:endParaRPr lang="en-IN"/>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Tx" preserve="1">
  <p:cSld name="9_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419974" y="987424"/>
            <a:ext cx="4314825" cy="2286000"/>
          </a:xfrm>
        </p:spPr>
        <p:txBody>
          <a:bodyPr anchor="b"/>
          <a:lstStyle>
            <a:lvl1pPr algn="l">
              <a:defRPr sz="3200"/>
            </a:lvl1pPr>
          </a:lstStyle>
          <a:p>
            <a:r>
              <a:rPr lang="en-US"/>
              <a:t>Click to edit Master title style</a:t>
            </a:r>
            <a:endParaRPr lang="en-IN"/>
          </a:p>
        </p:txBody>
      </p:sp>
      <p:sp>
        <p:nvSpPr>
          <p:cNvPr id="3" name="Content Placeholder 2"/>
          <p:cNvSpPr>
            <a:spLocks noGrp="1"/>
          </p:cNvSpPr>
          <p:nvPr>
            <p:ph idx="1"/>
          </p:nvPr>
        </p:nvSpPr>
        <p:spPr>
          <a:xfrm>
            <a:off x="457200" y="987425"/>
            <a:ext cx="5638798" cy="5231765"/>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7419974" y="3410584"/>
            <a:ext cx="4314825" cy="2808606"/>
          </a:xfrm>
        </p:spPr>
        <p:txBody>
          <a:bodyPr/>
          <a:lstStyle>
            <a:lvl1pPr marL="0" indent="0" algn="l">
              <a:buNone/>
              <a:defRPr sz="1600">
                <a:solidFill>
                  <a:schemeClr val="accent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91DAE1B-196F-4C9F-B380-CF4EC06462EC}" type="slidenum">
              <a:rPr lang="en-IN" smtClean="0"/>
              <a:t>‹#›</a:t>
            </a:fld>
            <a:endParaRPr lang="en-IN"/>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11_Content with Caption">
    <p:spTree>
      <p:nvGrpSpPr>
        <p:cNvPr id="1" name=""/>
        <p:cNvGrpSpPr/>
        <p:nvPr/>
      </p:nvGrpSpPr>
      <p:grpSpPr>
        <a:xfrm>
          <a:off x="0" y="0"/>
          <a:ext cx="0" cy="0"/>
          <a:chOff x="0" y="0"/>
          <a:chExt cx="0" cy="0"/>
        </a:xfrm>
      </p:grpSpPr>
      <p:sp>
        <p:nvSpPr>
          <p:cNvPr id="8" name="Google Shape;143;p23"/>
          <p:cNvSpPr/>
          <p:nvPr userDrawn="1"/>
        </p:nvSpPr>
        <p:spPr>
          <a:xfrm>
            <a:off x="0" y="2468010"/>
            <a:ext cx="12192000" cy="4389990"/>
          </a:xfrm>
          <a:custGeom>
            <a:avLst/>
            <a:gdLst/>
            <a:ahLst/>
            <a:cxnLst/>
            <a:rect l="l" t="t" r="r" b="b"/>
            <a:pathLst>
              <a:path w="12180720" h="4151461" extrusionOk="0">
                <a:moveTo>
                  <a:pt x="0" y="0"/>
                </a:moveTo>
                <a:cubicBezTo>
                  <a:pt x="4288840" y="1152322"/>
                  <a:pt x="8272880" y="1314045"/>
                  <a:pt x="12180720" y="1353847"/>
                </a:cubicBezTo>
                <a:lnTo>
                  <a:pt x="12180720" y="4151461"/>
                </a:lnTo>
                <a:lnTo>
                  <a:pt x="0" y="4151461"/>
                </a:lnTo>
                <a:lnTo>
                  <a:pt x="0" y="0"/>
                </a:lnTo>
                <a:close/>
              </a:path>
            </a:pathLst>
          </a:custGeom>
          <a:solidFill>
            <a:srgbClr val="F3F3F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12" name="Google Shape;6;p1"/>
          <p:cNvSpPr/>
          <p:nvPr userDrawn="1"/>
        </p:nvSpPr>
        <p:spPr>
          <a:xfrm>
            <a:off x="11464354" y="6450819"/>
            <a:ext cx="270446" cy="270446"/>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Title 1"/>
          <p:cNvSpPr>
            <a:spLocks noGrp="1"/>
          </p:cNvSpPr>
          <p:nvPr>
            <p:ph type="title"/>
          </p:nvPr>
        </p:nvSpPr>
        <p:spPr>
          <a:xfrm>
            <a:off x="7419974" y="987424"/>
            <a:ext cx="4314825" cy="2286000"/>
          </a:xfrm>
        </p:spPr>
        <p:txBody>
          <a:bodyPr anchor="b"/>
          <a:lstStyle>
            <a:lvl1pPr algn="l">
              <a:defRPr sz="3200"/>
            </a:lvl1pPr>
          </a:lstStyle>
          <a:p>
            <a:r>
              <a:rPr lang="en-US"/>
              <a:t>Click to edit Master title style</a:t>
            </a:r>
            <a:endParaRPr lang="en-IN"/>
          </a:p>
        </p:txBody>
      </p:sp>
      <p:sp>
        <p:nvSpPr>
          <p:cNvPr id="3" name="Content Placeholder 2"/>
          <p:cNvSpPr>
            <a:spLocks noGrp="1"/>
          </p:cNvSpPr>
          <p:nvPr>
            <p:ph idx="1"/>
          </p:nvPr>
        </p:nvSpPr>
        <p:spPr>
          <a:xfrm>
            <a:off x="457200" y="987425"/>
            <a:ext cx="5638798" cy="5231765"/>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7419974" y="3410584"/>
            <a:ext cx="4314825" cy="2808606"/>
          </a:xfrm>
        </p:spPr>
        <p:txBody>
          <a:bodyPr/>
          <a:lstStyle>
            <a:lvl1pPr marL="0" indent="0" algn="l">
              <a:buNone/>
              <a:defRPr sz="1600">
                <a:solidFill>
                  <a:schemeClr val="accent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91DAE1B-196F-4C9F-B380-CF4EC06462EC}" type="slidenum">
              <a:rPr lang="en-IN" smtClean="0"/>
              <a:t>‹#›</a:t>
            </a:fld>
            <a:endParaRPr lang="en-IN"/>
          </a:p>
        </p:txBody>
      </p:sp>
      <p:pic>
        <p:nvPicPr>
          <p:cNvPr id="9" name="Google Shape;10;p1"/>
          <p:cNvPicPr preferRelativeResize="0"/>
          <p:nvPr userDrawn="1"/>
        </p:nvPicPr>
        <p:blipFill>
          <a:blip r:embed="rId2"/>
          <a:stretch>
            <a:fillRect/>
          </a:stretch>
        </p:blipFill>
        <p:spPr>
          <a:xfrm>
            <a:off x="419143" y="6450730"/>
            <a:ext cx="926773" cy="270625"/>
          </a:xfrm>
          <a:prstGeom prst="rect">
            <a:avLst/>
          </a:prstGeom>
          <a:noFill/>
          <a:ln>
            <a:noFill/>
          </a:ln>
        </p:spPr>
      </p:pic>
      <p:pic>
        <p:nvPicPr>
          <p:cNvPr id="10" name="Google Shape;11;p1"/>
          <p:cNvPicPr preferRelativeResize="0"/>
          <p:nvPr userDrawn="1"/>
        </p:nvPicPr>
        <p:blipFill rotWithShape="1">
          <a:blip r:embed="rId3"/>
          <a:srcRect t="3183" b="3183"/>
          <a:stretch>
            <a:fillRect/>
          </a:stretch>
        </p:blipFill>
        <p:spPr>
          <a:xfrm>
            <a:off x="1449550" y="6450725"/>
            <a:ext cx="689473" cy="270634"/>
          </a:xfrm>
          <a:prstGeom prst="rect">
            <a:avLst/>
          </a:prstGeom>
          <a:noFill/>
          <a:ln>
            <a:noFill/>
          </a:ln>
        </p:spPr>
      </p:pic>
      <p:cxnSp>
        <p:nvCxnSpPr>
          <p:cNvPr id="11" name="Google Shape;12;p1"/>
          <p:cNvCxnSpPr/>
          <p:nvPr userDrawn="1"/>
        </p:nvCxnSpPr>
        <p:spPr>
          <a:xfrm>
            <a:off x="1397732" y="6450610"/>
            <a:ext cx="0" cy="270865"/>
          </a:xfrm>
          <a:prstGeom prst="straightConnector1">
            <a:avLst/>
          </a:prstGeom>
          <a:noFill/>
          <a:ln w="9525" cap="flat" cmpd="sng">
            <a:solidFill>
              <a:srgbClr val="D9D9D9"/>
            </a:solidFill>
            <a:prstDash val="solid"/>
            <a:round/>
            <a:headEnd type="none" w="med" len="med"/>
            <a:tailEnd type="none" w="med" len="med"/>
          </a:ln>
        </p:spPr>
      </p:cxn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10_Content with Caption">
    <p:spTree>
      <p:nvGrpSpPr>
        <p:cNvPr id="1" name=""/>
        <p:cNvGrpSpPr/>
        <p:nvPr/>
      </p:nvGrpSpPr>
      <p:grpSpPr>
        <a:xfrm>
          <a:off x="0" y="0"/>
          <a:ext cx="0" cy="0"/>
          <a:chOff x="0" y="0"/>
          <a:chExt cx="0" cy="0"/>
        </a:xfrm>
      </p:grpSpPr>
      <p:sp>
        <p:nvSpPr>
          <p:cNvPr id="8" name="Google Shape;156;p24"/>
          <p:cNvSpPr/>
          <p:nvPr userDrawn="1"/>
        </p:nvSpPr>
        <p:spPr>
          <a:xfrm>
            <a:off x="-1" y="0"/>
            <a:ext cx="6078591" cy="6858000"/>
          </a:xfrm>
          <a:custGeom>
            <a:avLst/>
            <a:gdLst/>
            <a:ahLst/>
            <a:cxnLst/>
            <a:rect l="l" t="t" r="r" b="b"/>
            <a:pathLst>
              <a:path w="6090360" h="6871278" extrusionOk="0">
                <a:moveTo>
                  <a:pt x="0" y="0"/>
                </a:moveTo>
                <a:lnTo>
                  <a:pt x="5080841" y="0"/>
                </a:lnTo>
                <a:lnTo>
                  <a:pt x="5128305" y="65630"/>
                </a:lnTo>
                <a:cubicBezTo>
                  <a:pt x="5726046" y="932635"/>
                  <a:pt x="6090360" y="2084364"/>
                  <a:pt x="6090360" y="3348269"/>
                </a:cubicBezTo>
                <a:cubicBezTo>
                  <a:pt x="6090360" y="4696434"/>
                  <a:pt x="5675852" y="5916969"/>
                  <a:pt x="5005683" y="6800462"/>
                </a:cubicBezTo>
                <a:lnTo>
                  <a:pt x="4949341" y="6871278"/>
                </a:lnTo>
                <a:lnTo>
                  <a:pt x="0" y="6871278"/>
                </a:lnTo>
                <a:close/>
              </a:path>
            </a:pathLst>
          </a:custGeom>
          <a:solidFill>
            <a:srgbClr val="F3F3F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2" name="Title 1"/>
          <p:cNvSpPr>
            <a:spLocks noGrp="1"/>
          </p:cNvSpPr>
          <p:nvPr>
            <p:ph type="title"/>
          </p:nvPr>
        </p:nvSpPr>
        <p:spPr>
          <a:xfrm>
            <a:off x="7419974" y="987424"/>
            <a:ext cx="4314825" cy="2286000"/>
          </a:xfrm>
        </p:spPr>
        <p:txBody>
          <a:bodyPr anchor="b"/>
          <a:lstStyle>
            <a:lvl1pPr algn="l">
              <a:defRPr sz="3200"/>
            </a:lvl1pPr>
          </a:lstStyle>
          <a:p>
            <a:r>
              <a:rPr lang="en-US"/>
              <a:t>Click to edit Master title style</a:t>
            </a:r>
            <a:endParaRPr lang="en-IN"/>
          </a:p>
        </p:txBody>
      </p:sp>
      <p:sp>
        <p:nvSpPr>
          <p:cNvPr id="3" name="Content Placeholder 2"/>
          <p:cNvSpPr>
            <a:spLocks noGrp="1"/>
          </p:cNvSpPr>
          <p:nvPr>
            <p:ph idx="1"/>
          </p:nvPr>
        </p:nvSpPr>
        <p:spPr>
          <a:xfrm>
            <a:off x="457200" y="987425"/>
            <a:ext cx="5638798" cy="5231765"/>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7419974" y="3410584"/>
            <a:ext cx="4314825" cy="2808606"/>
          </a:xfrm>
        </p:spPr>
        <p:txBody>
          <a:bodyPr/>
          <a:lstStyle>
            <a:lvl1pPr marL="0" indent="0" algn="l">
              <a:buNone/>
              <a:defRPr sz="1600">
                <a:solidFill>
                  <a:schemeClr val="accent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91DAE1B-196F-4C9F-B380-CF4EC06462EC}" type="slidenum">
              <a:rPr lang="en-IN" smtClean="0"/>
              <a:t>‹#›</a:t>
            </a:fld>
            <a:endParaRPr lang="en-IN"/>
          </a:p>
        </p:txBody>
      </p:sp>
      <p:pic>
        <p:nvPicPr>
          <p:cNvPr id="9" name="Google Shape;10;p1"/>
          <p:cNvPicPr preferRelativeResize="0"/>
          <p:nvPr userDrawn="1"/>
        </p:nvPicPr>
        <p:blipFill>
          <a:blip r:embed="rId2"/>
          <a:stretch>
            <a:fillRect/>
          </a:stretch>
        </p:blipFill>
        <p:spPr>
          <a:xfrm>
            <a:off x="419143" y="6450730"/>
            <a:ext cx="926773" cy="270625"/>
          </a:xfrm>
          <a:prstGeom prst="rect">
            <a:avLst/>
          </a:prstGeom>
          <a:noFill/>
          <a:ln>
            <a:noFill/>
          </a:ln>
        </p:spPr>
      </p:pic>
      <p:pic>
        <p:nvPicPr>
          <p:cNvPr id="10" name="Google Shape;11;p1"/>
          <p:cNvPicPr preferRelativeResize="0"/>
          <p:nvPr userDrawn="1"/>
        </p:nvPicPr>
        <p:blipFill rotWithShape="1">
          <a:blip r:embed="rId3"/>
          <a:srcRect t="3183" b="3183"/>
          <a:stretch>
            <a:fillRect/>
          </a:stretch>
        </p:blipFill>
        <p:spPr>
          <a:xfrm>
            <a:off x="1449550" y="6450725"/>
            <a:ext cx="689473" cy="270634"/>
          </a:xfrm>
          <a:prstGeom prst="rect">
            <a:avLst/>
          </a:prstGeom>
          <a:noFill/>
          <a:ln>
            <a:noFill/>
          </a:ln>
        </p:spPr>
      </p:pic>
      <p:cxnSp>
        <p:nvCxnSpPr>
          <p:cNvPr id="11" name="Google Shape;12;p1"/>
          <p:cNvCxnSpPr/>
          <p:nvPr userDrawn="1"/>
        </p:nvCxnSpPr>
        <p:spPr>
          <a:xfrm>
            <a:off x="1397732" y="6450610"/>
            <a:ext cx="0" cy="270865"/>
          </a:xfrm>
          <a:prstGeom prst="straightConnector1">
            <a:avLst/>
          </a:prstGeom>
          <a:noFill/>
          <a:ln w="9525" cap="flat" cmpd="sng">
            <a:solidFill>
              <a:srgbClr val="D9D9D9"/>
            </a:solidFill>
            <a:prstDash val="solid"/>
            <a:round/>
            <a:headEnd type="none" w="med" len="med"/>
            <a:tailEnd type="none" w="med" len="med"/>
          </a:ln>
        </p:spPr>
      </p:cxn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12" name="Google Shape;188;p28"/>
          <p:cNvSpPr/>
          <p:nvPr userDrawn="1"/>
        </p:nvSpPr>
        <p:spPr>
          <a:xfrm rot="-5400000">
            <a:off x="2667001" y="1014012"/>
            <a:ext cx="6858000" cy="4829974"/>
          </a:xfrm>
          <a:custGeom>
            <a:avLst/>
            <a:gdLst/>
            <a:ahLst/>
            <a:cxnLst/>
            <a:rect l="l" t="t" r="r" b="b"/>
            <a:pathLst>
              <a:path w="5148269" h="3625839" extrusionOk="0">
                <a:moveTo>
                  <a:pt x="5148269" y="773723"/>
                </a:moveTo>
                <a:cubicBezTo>
                  <a:pt x="5148269" y="1760468"/>
                  <a:pt x="5148268" y="2094069"/>
                  <a:pt x="5148268" y="3080814"/>
                </a:cubicBezTo>
                <a:cubicBezTo>
                  <a:pt x="4503513" y="3808229"/>
                  <a:pt x="3482760" y="3030016"/>
                  <a:pt x="2624716" y="3102587"/>
                </a:cubicBezTo>
                <a:cubicBezTo>
                  <a:pt x="1766672" y="3175158"/>
                  <a:pt x="800842" y="3895315"/>
                  <a:pt x="1" y="3516243"/>
                </a:cubicBezTo>
                <a:lnTo>
                  <a:pt x="2" y="2852117"/>
                </a:lnTo>
                <a:lnTo>
                  <a:pt x="0" y="2852117"/>
                </a:lnTo>
                <a:cubicBezTo>
                  <a:pt x="0" y="1865372"/>
                  <a:pt x="1" y="1531771"/>
                  <a:pt x="1" y="545026"/>
                </a:cubicBezTo>
                <a:cubicBezTo>
                  <a:pt x="644756" y="-182389"/>
                  <a:pt x="1665509" y="595824"/>
                  <a:pt x="2523553" y="523253"/>
                </a:cubicBezTo>
                <a:cubicBezTo>
                  <a:pt x="3381597" y="450682"/>
                  <a:pt x="4347427" y="-269475"/>
                  <a:pt x="5148268" y="109597"/>
                </a:cubicBezTo>
                <a:lnTo>
                  <a:pt x="5148267" y="773723"/>
                </a:lnTo>
                <a:close/>
              </a:path>
            </a:pathLst>
          </a:custGeom>
          <a:solidFill>
            <a:srgbClr val="F3F3F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Poppins"/>
              <a:ea typeface="Poppins"/>
              <a:cs typeface="Poppins"/>
              <a:sym typeface="Poppins"/>
            </a:endParaRPr>
          </a:p>
        </p:txBody>
      </p:sp>
      <p:sp>
        <p:nvSpPr>
          <p:cNvPr id="2" name="Title 1"/>
          <p:cNvSpPr>
            <a:spLocks noGrp="1"/>
          </p:cNvSpPr>
          <p:nvPr>
            <p:ph type="title"/>
          </p:nvPr>
        </p:nvSpPr>
        <p:spPr>
          <a:xfrm>
            <a:off x="457200" y="3244359"/>
            <a:ext cx="3657600" cy="914400"/>
          </a:xfrm>
        </p:spPr>
        <p:txBody>
          <a:bodyPr anchor="ctr" anchorCtr="0"/>
          <a:lstStyle/>
          <a:p>
            <a:r>
              <a:rPr lang="en-US"/>
              <a:t>Click to edit Master title style</a:t>
            </a:r>
            <a:endParaRPr lang="en-IN"/>
          </a:p>
        </p:txBody>
      </p:sp>
      <p:sp>
        <p:nvSpPr>
          <p:cNvPr id="3" name="Content Placeholder 2"/>
          <p:cNvSpPr>
            <a:spLocks noGrp="1"/>
          </p:cNvSpPr>
          <p:nvPr>
            <p:ph idx="1"/>
          </p:nvPr>
        </p:nvSpPr>
        <p:spPr>
          <a:xfrm>
            <a:off x="457200" y="4390389"/>
            <a:ext cx="3657600" cy="1828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1464352" y="6450819"/>
            <a:ext cx="270447" cy="270446"/>
          </a:xfrm>
        </p:spPr>
        <p:txBody>
          <a:bodyPr/>
          <a:lstStyle/>
          <a:p>
            <a:fld id="{A91DAE1B-196F-4C9F-B380-CF4EC06462EC}" type="slidenum">
              <a:rPr lang="en-IN" smtClean="0"/>
              <a:t>‹#›</a:t>
            </a:fld>
            <a:endParaRPr lang="en-IN"/>
          </a:p>
        </p:txBody>
      </p:sp>
      <p:sp>
        <p:nvSpPr>
          <p:cNvPr id="7" name="Title 1"/>
          <p:cNvSpPr txBox="1"/>
          <p:nvPr userDrawn="1"/>
        </p:nvSpPr>
        <p:spPr>
          <a:xfrm>
            <a:off x="8077199" y="3244359"/>
            <a:ext cx="3657600" cy="914400"/>
          </a:xfrm>
          <a:prstGeom prst="rect">
            <a:avLst/>
          </a:prstGeom>
        </p:spPr>
        <p:txBody>
          <a:bodyPr vert="horz" lIns="91440" tIns="45720" rIns="91440" bIns="45720" rtlCol="0" anchor="ctr" anchorCtr="0">
            <a:normAutofit/>
          </a:bodyPr>
          <a:lstStyle>
            <a:lvl1pPr algn="ctr" defTabSz="914400" rtl="0" eaLnBrk="1" latinLnBrk="0" hangingPunct="1">
              <a:lnSpc>
                <a:spcPct val="90000"/>
              </a:lnSpc>
              <a:spcBef>
                <a:spcPct val="0"/>
              </a:spcBef>
              <a:buNone/>
              <a:defRPr sz="2800" kern="1200">
                <a:solidFill>
                  <a:schemeClr val="tx1"/>
                </a:solidFill>
                <a:latin typeface="Poppins Black" panose="00000A00000000000000" pitchFamily="2" charset="0"/>
                <a:ea typeface="+mj-ea"/>
                <a:cs typeface="Poppins Black" panose="00000A00000000000000" pitchFamily="2" charset="0"/>
              </a:defRPr>
            </a:lvl1pPr>
          </a:lstStyle>
          <a:p>
            <a:r>
              <a:rPr lang="en-US"/>
              <a:t>Click to edit Master title style</a:t>
            </a:r>
            <a:endParaRPr lang="en-IN"/>
          </a:p>
        </p:txBody>
      </p:sp>
      <p:sp>
        <p:nvSpPr>
          <p:cNvPr id="8" name="Content Placeholder 2"/>
          <p:cNvSpPr>
            <a:spLocks noGrp="1"/>
          </p:cNvSpPr>
          <p:nvPr>
            <p:ph idx="13"/>
          </p:nvPr>
        </p:nvSpPr>
        <p:spPr>
          <a:xfrm>
            <a:off x="8077199" y="4390389"/>
            <a:ext cx="3657600" cy="1828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9" name="Title 1"/>
          <p:cNvSpPr txBox="1"/>
          <p:nvPr userDrawn="1"/>
        </p:nvSpPr>
        <p:spPr>
          <a:xfrm>
            <a:off x="4267200" y="274319"/>
            <a:ext cx="3657600" cy="914400"/>
          </a:xfrm>
          <a:prstGeom prst="rect">
            <a:avLst/>
          </a:prstGeom>
        </p:spPr>
        <p:txBody>
          <a:bodyPr vert="horz" lIns="91440" tIns="45720" rIns="91440" bIns="45720" rtlCol="0" anchor="ctr" anchorCtr="0">
            <a:normAutofit/>
          </a:bodyPr>
          <a:lstStyle>
            <a:lvl1pPr algn="ctr" defTabSz="914400" rtl="0" eaLnBrk="1" latinLnBrk="0" hangingPunct="1">
              <a:lnSpc>
                <a:spcPct val="90000"/>
              </a:lnSpc>
              <a:spcBef>
                <a:spcPct val="0"/>
              </a:spcBef>
              <a:buNone/>
              <a:defRPr sz="2800" kern="1200">
                <a:solidFill>
                  <a:schemeClr val="tx1"/>
                </a:solidFill>
                <a:latin typeface="Poppins Black" panose="00000A00000000000000" pitchFamily="2" charset="0"/>
                <a:ea typeface="+mj-ea"/>
                <a:cs typeface="Poppins Black" panose="00000A00000000000000" pitchFamily="2" charset="0"/>
              </a:defRPr>
            </a:lvl1pPr>
          </a:lstStyle>
          <a:p>
            <a:r>
              <a:rPr lang="en-US"/>
              <a:t>Click to edit Master title style</a:t>
            </a:r>
            <a:endParaRPr lang="en-IN"/>
          </a:p>
        </p:txBody>
      </p:sp>
      <p:sp>
        <p:nvSpPr>
          <p:cNvPr id="10" name="Content Placeholder 2"/>
          <p:cNvSpPr>
            <a:spLocks noGrp="1"/>
          </p:cNvSpPr>
          <p:nvPr>
            <p:ph idx="14"/>
          </p:nvPr>
        </p:nvSpPr>
        <p:spPr>
          <a:xfrm>
            <a:off x="4267200" y="1420349"/>
            <a:ext cx="3657600" cy="1828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image" Target="../media/image2.png"/><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319"/>
            <a:ext cx="11277600" cy="914400"/>
          </a:xfrm>
          <a:prstGeom prst="rect">
            <a:avLst/>
          </a:prstGeom>
        </p:spPr>
        <p:txBody>
          <a:bodyPr vert="horz" lIns="91440" tIns="45720" rIns="91440" bIns="45720" rtlCol="0" anchor="ctr" anchorCtr="0">
            <a:normAutofit/>
          </a:bodyPr>
          <a:lstStyle/>
          <a:p>
            <a:r>
              <a:rPr lang="en-US"/>
              <a:t>Click to edit Master title style</a:t>
            </a:r>
            <a:endParaRPr lang="en-IN"/>
          </a:p>
        </p:txBody>
      </p:sp>
      <p:sp>
        <p:nvSpPr>
          <p:cNvPr id="3" name="Text Placeholder 2"/>
          <p:cNvSpPr>
            <a:spLocks noGrp="1"/>
          </p:cNvSpPr>
          <p:nvPr>
            <p:ph type="body" idx="1"/>
          </p:nvPr>
        </p:nvSpPr>
        <p:spPr>
          <a:xfrm>
            <a:off x="457200" y="1420349"/>
            <a:ext cx="11277600" cy="47988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Footer Placeholder 4"/>
          <p:cNvSpPr>
            <a:spLocks noGrp="1"/>
          </p:cNvSpPr>
          <p:nvPr>
            <p:ph type="ftr" sz="quarter" idx="3"/>
          </p:nvPr>
        </p:nvSpPr>
        <p:spPr>
          <a:xfrm>
            <a:off x="4038600" y="6450819"/>
            <a:ext cx="4114800" cy="270447"/>
          </a:xfrm>
          <a:prstGeom prst="rect">
            <a:avLst/>
          </a:prstGeom>
        </p:spPr>
        <p:txBody>
          <a:bodyPr vert="horz" lIns="91440" tIns="45720" rIns="91440" bIns="45720" rtlCol="0" anchor="ctr"/>
          <a:lstStyle>
            <a:lvl1pPr algn="ctr">
              <a:defRPr sz="1000">
                <a:solidFill>
                  <a:schemeClr val="tx1">
                    <a:tint val="75000"/>
                  </a:schemeClr>
                </a:solidFill>
                <a:latin typeface="Poppins" panose="00000500000000000000" pitchFamily="2" charset="0"/>
                <a:cs typeface="Poppins" panose="00000500000000000000" pitchFamily="2" charset="0"/>
              </a:defRPr>
            </a:lvl1pPr>
          </a:lstStyle>
          <a:p>
            <a:endParaRPr lang="en-IN"/>
          </a:p>
        </p:txBody>
      </p:sp>
      <p:sp>
        <p:nvSpPr>
          <p:cNvPr id="7" name="Google Shape;6;p1"/>
          <p:cNvSpPr/>
          <p:nvPr userDrawn="1"/>
        </p:nvSpPr>
        <p:spPr>
          <a:xfrm>
            <a:off x="11464354" y="6450819"/>
            <a:ext cx="270446" cy="270446"/>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 name="Google Shape;10;p1"/>
          <p:cNvPicPr preferRelativeResize="0"/>
          <p:nvPr userDrawn="1"/>
        </p:nvPicPr>
        <p:blipFill>
          <a:blip r:embed="rId34"/>
          <a:stretch>
            <a:fillRect/>
          </a:stretch>
        </p:blipFill>
        <p:spPr>
          <a:xfrm>
            <a:off x="419143" y="6450730"/>
            <a:ext cx="926773" cy="270625"/>
          </a:xfrm>
          <a:prstGeom prst="rect">
            <a:avLst/>
          </a:prstGeom>
          <a:noFill/>
          <a:ln>
            <a:noFill/>
          </a:ln>
        </p:spPr>
      </p:pic>
      <p:pic>
        <p:nvPicPr>
          <p:cNvPr id="9" name="Google Shape;11;p1"/>
          <p:cNvPicPr preferRelativeResize="0"/>
          <p:nvPr userDrawn="1"/>
        </p:nvPicPr>
        <p:blipFill rotWithShape="1">
          <a:blip r:embed="rId35"/>
          <a:srcRect t="3183" b="3183"/>
          <a:stretch>
            <a:fillRect/>
          </a:stretch>
        </p:blipFill>
        <p:spPr>
          <a:xfrm>
            <a:off x="1449550" y="6450725"/>
            <a:ext cx="689473" cy="270634"/>
          </a:xfrm>
          <a:prstGeom prst="rect">
            <a:avLst/>
          </a:prstGeom>
          <a:noFill/>
          <a:ln>
            <a:noFill/>
          </a:ln>
        </p:spPr>
      </p:pic>
      <p:cxnSp>
        <p:nvCxnSpPr>
          <p:cNvPr id="10" name="Google Shape;12;p1"/>
          <p:cNvCxnSpPr/>
          <p:nvPr userDrawn="1"/>
        </p:nvCxnSpPr>
        <p:spPr>
          <a:xfrm>
            <a:off x="1397732" y="6450610"/>
            <a:ext cx="0" cy="270865"/>
          </a:xfrm>
          <a:prstGeom prst="straightConnector1">
            <a:avLst/>
          </a:prstGeom>
          <a:noFill/>
          <a:ln w="9525" cap="flat" cmpd="sng">
            <a:solidFill>
              <a:srgbClr val="D9D9D9"/>
            </a:solidFill>
            <a:prstDash val="solid"/>
            <a:round/>
            <a:headEnd type="none" w="med" len="med"/>
            <a:tailEnd type="none" w="med" len="med"/>
          </a:ln>
        </p:spPr>
      </p:cxnSp>
      <p:sp>
        <p:nvSpPr>
          <p:cNvPr id="6" name="Slide Number Placeholder 5"/>
          <p:cNvSpPr>
            <a:spLocks noGrp="1"/>
          </p:cNvSpPr>
          <p:nvPr>
            <p:ph type="sldNum" sz="quarter" idx="4"/>
          </p:nvPr>
        </p:nvSpPr>
        <p:spPr>
          <a:xfrm>
            <a:off x="11464352" y="6450819"/>
            <a:ext cx="270447" cy="270446"/>
          </a:xfrm>
          <a:prstGeom prst="rect">
            <a:avLst/>
          </a:prstGeom>
        </p:spPr>
        <p:txBody>
          <a:bodyPr vert="horz" lIns="0" tIns="0" rIns="0" bIns="0" rtlCol="0" anchor="ctr"/>
          <a:lstStyle>
            <a:lvl1pPr algn="ctr">
              <a:defRPr sz="800" b="1">
                <a:solidFill>
                  <a:schemeClr val="accent2"/>
                </a:solidFill>
                <a:latin typeface="Poppins" panose="00000500000000000000" pitchFamily="2" charset="0"/>
                <a:cs typeface="Poppins" panose="00000500000000000000" pitchFamily="2" charset="0"/>
              </a:defRPr>
            </a:lvl1pPr>
          </a:lstStyle>
          <a:p>
            <a:fld id="{A91DAE1B-196F-4C9F-B380-CF4EC06462EC}" type="slidenum">
              <a:rPr lang="en-IN" smtClean="0"/>
              <a:t>‹#›</a:t>
            </a:fld>
            <a:endParaRPr lang="en-IN"/>
          </a:p>
        </p:txBody>
      </p:sp>
      <p:sp>
        <p:nvSpPr>
          <p:cNvPr id="11" name="TextBox 10"/>
          <p:cNvSpPr txBox="1"/>
          <p:nvPr userDrawn="1"/>
        </p:nvSpPr>
        <p:spPr>
          <a:xfrm>
            <a:off x="5913438" y="6720840"/>
            <a:ext cx="390525" cy="137160"/>
          </a:xfrm>
          <a:prstGeom prst="rect">
            <a:avLst/>
          </a:prstGeom>
        </p:spPr>
        <p:txBody>
          <a:bodyPr horzOverflow="overflow" lIns="0" tIns="0" rIns="0" bIns="0">
            <a:spAutoFit/>
          </a:bodyPr>
          <a:lstStyle/>
          <a:p>
            <a:pPr algn="l"/>
            <a:r>
              <a:rPr lang="en-IN" sz="900">
                <a:solidFill>
                  <a:srgbClr val="000000"/>
                </a:solidFill>
                <a:latin typeface="Calibri" panose="020F0502020204030204" pitchFamily="34" charset="0"/>
                <a:cs typeface="Calibri" panose="020F0502020204030204" pitchFamily="34" charset="0"/>
              </a:rPr>
              <a:t>Internal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Lst>
  <p:txStyles>
    <p:titleStyle>
      <a:lvl1pPr algn="ctr" defTabSz="914400" rtl="0" eaLnBrk="1" latinLnBrk="0" hangingPunct="1">
        <a:lnSpc>
          <a:spcPct val="100000"/>
        </a:lnSpc>
        <a:spcBef>
          <a:spcPts val="0"/>
        </a:spcBef>
        <a:buNone/>
        <a:defRPr sz="2800" kern="1200">
          <a:solidFill>
            <a:schemeClr val="tx1"/>
          </a:solidFill>
          <a:latin typeface="Poppins Black" panose="00000A00000000000000" pitchFamily="2" charset="0"/>
          <a:ea typeface="+mj-ea"/>
          <a:cs typeface="Poppins Black" panose="00000A00000000000000" pitchFamily="2" charset="0"/>
        </a:defRPr>
      </a:lvl1pPr>
    </p:titleStyle>
    <p:bodyStyle>
      <a:lvl1pPr marL="228600" indent="-228600" algn="l" defTabSz="914400" rtl="0" eaLnBrk="1" latinLnBrk="0" hangingPunct="1">
        <a:lnSpc>
          <a:spcPct val="100000"/>
        </a:lnSpc>
        <a:spcBef>
          <a:spcPts val="0"/>
        </a:spcBef>
        <a:buFont typeface="Arial" panose="020B0604020202020204" pitchFamily="34" charset="0"/>
        <a:buChar char="•"/>
        <a:defRPr sz="2000" kern="1200">
          <a:solidFill>
            <a:schemeClr val="tx1"/>
          </a:solidFill>
          <a:latin typeface="Poppins" panose="00000500000000000000" pitchFamily="2" charset="0"/>
          <a:ea typeface="+mn-ea"/>
          <a:cs typeface="Poppins" panose="00000500000000000000" pitchFamily="2" charset="0"/>
        </a:defRPr>
      </a:lvl1pPr>
      <a:lvl2pPr marL="685800" indent="-228600" algn="l" defTabSz="914400" rtl="0" eaLnBrk="1" latinLnBrk="0" hangingPunct="1">
        <a:lnSpc>
          <a:spcPct val="100000"/>
        </a:lnSpc>
        <a:spcBef>
          <a:spcPts val="0"/>
        </a:spcBef>
        <a:buFont typeface="Arial" panose="020B0604020202020204" pitchFamily="34" charset="0"/>
        <a:buChar char="•"/>
        <a:defRPr sz="1800" kern="1200">
          <a:solidFill>
            <a:schemeClr val="tx1"/>
          </a:solidFill>
          <a:latin typeface="Poppins" panose="00000500000000000000" pitchFamily="2" charset="0"/>
          <a:ea typeface="+mn-ea"/>
          <a:cs typeface="Poppins" panose="00000500000000000000" pitchFamily="2" charset="0"/>
        </a:defRPr>
      </a:lvl2pPr>
      <a:lvl3pPr marL="1143000" indent="-228600" algn="l" defTabSz="914400" rtl="0" eaLnBrk="1" latinLnBrk="0" hangingPunct="1">
        <a:lnSpc>
          <a:spcPct val="100000"/>
        </a:lnSpc>
        <a:spcBef>
          <a:spcPts val="0"/>
        </a:spcBef>
        <a:buFont typeface="Arial" panose="020B0604020202020204" pitchFamily="34" charset="0"/>
        <a:buChar char="•"/>
        <a:defRPr sz="1600" kern="1200">
          <a:solidFill>
            <a:schemeClr val="tx1"/>
          </a:solidFill>
          <a:latin typeface="Poppins" panose="00000500000000000000" pitchFamily="2" charset="0"/>
          <a:ea typeface="+mn-ea"/>
          <a:cs typeface="Poppins" panose="00000500000000000000" pitchFamily="2" charset="0"/>
        </a:defRPr>
      </a:lvl3pPr>
      <a:lvl4pPr marL="1600200" indent="-228600" algn="l" defTabSz="914400" rtl="0" eaLnBrk="1" latinLnBrk="0" hangingPunct="1">
        <a:lnSpc>
          <a:spcPct val="100000"/>
        </a:lnSpc>
        <a:spcBef>
          <a:spcPts val="0"/>
        </a:spcBef>
        <a:buFont typeface="Arial" panose="020B0604020202020204" pitchFamily="34" charset="0"/>
        <a:buChar char="•"/>
        <a:defRPr sz="1400" kern="1200">
          <a:solidFill>
            <a:schemeClr val="tx1"/>
          </a:solidFill>
          <a:latin typeface="Poppins" panose="00000500000000000000" pitchFamily="2" charset="0"/>
          <a:ea typeface="+mn-ea"/>
          <a:cs typeface="Poppins" panose="00000500000000000000" pitchFamily="2" charset="0"/>
        </a:defRPr>
      </a:lvl4pPr>
      <a:lvl5pPr marL="2057400" indent="-228600" algn="l" defTabSz="914400" rtl="0" eaLnBrk="1" latinLnBrk="0" hangingPunct="1">
        <a:lnSpc>
          <a:spcPct val="100000"/>
        </a:lnSpc>
        <a:spcBef>
          <a:spcPts val="0"/>
        </a:spcBef>
        <a:buFont typeface="Arial" panose="020B0604020202020204" pitchFamily="34" charset="0"/>
        <a:buChar char="•"/>
        <a:defRPr sz="1400" kern="1200">
          <a:solidFill>
            <a:schemeClr val="tx1"/>
          </a:solidFill>
          <a:latin typeface="Poppins" panose="00000500000000000000" pitchFamily="2" charset="0"/>
          <a:ea typeface="+mn-ea"/>
          <a:cs typeface="Poppins" panose="000005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10.xml"/><Relationship Id="rId5" Type="http://schemas.openxmlformats.org/officeDocument/2006/relationships/chart" Target="../charts/chart3.xml"/><Relationship Id="rId4" Type="http://schemas.openxmlformats.org/officeDocument/2006/relationships/chart" Target="../charts/chart2.xml"/></Relationships>
</file>

<file path=ppt/slides/_rels/slide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2.xml"/><Relationship Id="rId1" Type="http://schemas.openxmlformats.org/officeDocument/2006/relationships/slideLayout" Target="../slideLayouts/slideLayout10.xml"/><Relationship Id="rId4" Type="http://schemas.openxmlformats.org/officeDocument/2006/relationships/image" Target="../media/image6.emf"/></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p:cNvSpPr>
            <a:spLocks noGrp="1"/>
          </p:cNvSpPr>
          <p:nvPr>
            <p:ph type="ctrTitle"/>
          </p:nvPr>
        </p:nvSpPr>
        <p:spPr>
          <a:xfrm>
            <a:off x="457199" y="1375489"/>
            <a:ext cx="5638801" cy="2387600"/>
          </a:xfrm>
        </p:spPr>
        <p:txBody>
          <a:bodyPr>
            <a:normAutofit/>
          </a:bodyPr>
          <a:lstStyle/>
          <a:p>
            <a:r>
              <a:rPr lang="en-IN" dirty="0">
                <a:solidFill>
                  <a:schemeClr val="accent2"/>
                </a:solidFill>
              </a:rPr>
              <a:t>Monthly Business </a:t>
            </a:r>
            <a:br>
              <a:rPr lang="en-IN" dirty="0">
                <a:solidFill>
                  <a:schemeClr val="accent2"/>
                </a:solidFill>
              </a:rPr>
            </a:br>
            <a:r>
              <a:rPr lang="en-IN" dirty="0">
                <a:solidFill>
                  <a:schemeClr val="accent2"/>
                </a:solidFill>
              </a:rPr>
              <a:t>Review</a:t>
            </a:r>
          </a:p>
        </p:txBody>
      </p:sp>
      <p:sp>
        <p:nvSpPr>
          <p:cNvPr id="18" name="Subtitle 17"/>
          <p:cNvSpPr>
            <a:spLocks noGrp="1"/>
          </p:cNvSpPr>
          <p:nvPr>
            <p:ph type="subTitle" idx="1"/>
          </p:nvPr>
        </p:nvSpPr>
        <p:spPr>
          <a:xfrm>
            <a:off x="457199" y="3985573"/>
            <a:ext cx="5638801" cy="1188185"/>
          </a:xfrm>
        </p:spPr>
        <p:txBody>
          <a:bodyPr>
            <a:normAutofit fontScale="90000" lnSpcReduction="10000"/>
          </a:bodyPr>
          <a:lstStyle/>
          <a:p>
            <a:r>
              <a:rPr lang="en-IN" sz="3200" b="1" dirty="0">
                <a:solidFill>
                  <a:schemeClr val="tx1"/>
                </a:solidFill>
                <a:latin typeface="+mn-lt"/>
              </a:rPr>
              <a:t>Telstra</a:t>
            </a:r>
            <a:endParaRPr lang="en-IN" b="1" dirty="0">
              <a:solidFill>
                <a:schemeClr val="tx1"/>
              </a:solidFill>
              <a:latin typeface="+mn-lt"/>
            </a:endParaRPr>
          </a:p>
          <a:p>
            <a:r>
              <a:rPr lang="en-GB" b="1" dirty="0">
                <a:solidFill>
                  <a:schemeClr val="tx1"/>
                </a:solidFill>
                <a:latin typeface="+mn-lt"/>
              </a:rPr>
              <a:t>Bangalore</a:t>
            </a:r>
            <a:endParaRPr lang="en-IN" b="1" dirty="0">
              <a:solidFill>
                <a:schemeClr val="tx1"/>
              </a:solidFill>
              <a:latin typeface="+mn-lt"/>
            </a:endParaRPr>
          </a:p>
          <a:p>
            <a:endParaRPr lang="en-IN" b="1" dirty="0">
              <a:solidFill>
                <a:schemeClr val="tx1"/>
              </a:solidFill>
              <a:latin typeface="+mn-lt"/>
            </a:endParaRPr>
          </a:p>
          <a:p>
            <a:r>
              <a:rPr lang="en-US" b="1" dirty="0">
                <a:solidFill>
                  <a:schemeClr val="tx1"/>
                </a:solidFill>
                <a:latin typeface="+mn-lt"/>
              </a:rPr>
              <a:t>June</a:t>
            </a:r>
            <a:r>
              <a:rPr lang="en-IN" b="1" dirty="0">
                <a:solidFill>
                  <a:schemeClr val="tx1"/>
                </a:solidFill>
                <a:latin typeface="+mn-lt"/>
              </a:rPr>
              <a:t> 2026</a:t>
            </a:r>
          </a:p>
          <a:p>
            <a:endParaRPr lang="en-IN" b="1" dirty="0">
              <a:solidFill>
                <a:schemeClr val="tx1"/>
              </a:solidFill>
              <a:latin typeface="+mn-lt"/>
            </a:endParaRPr>
          </a:p>
          <a:p>
            <a:endParaRPr lang="en-IN" b="1" dirty="0">
              <a:solidFill>
                <a:schemeClr val="tx1"/>
              </a:solidFill>
              <a:latin typeface="+mn-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11277600" cy="914400"/>
          </a:xfrm>
        </p:spPr>
        <p:txBody>
          <a:bodyPr>
            <a:normAutofit/>
          </a:bodyPr>
          <a:lstStyle/>
          <a:p>
            <a:pPr algn="l"/>
            <a:r>
              <a:rPr lang="en-IN" sz="2200" b="1" dirty="0"/>
              <a:t>The Counter Sales stood at </a:t>
            </a:r>
            <a:r>
              <a:rPr lang="en-IN" sz="2200" b="1" dirty="0">
                <a:solidFill>
                  <a:srgbClr val="FFC000"/>
                </a:solidFill>
              </a:rPr>
              <a:t>2.80</a:t>
            </a:r>
            <a:r>
              <a:rPr lang="en-IN" altLang="en-US" sz="2200" b="1" dirty="0">
                <a:solidFill>
                  <a:srgbClr val="FFC000"/>
                </a:solidFill>
              </a:rPr>
              <a:t>L</a:t>
            </a:r>
            <a:r>
              <a:rPr lang="en-IN" sz="2200" b="1" dirty="0">
                <a:solidFill>
                  <a:srgbClr val="FFC000"/>
                </a:solidFill>
              </a:rPr>
              <a:t> with around 6.9K</a:t>
            </a:r>
            <a:r>
              <a:rPr lang="en-US" altLang="en-IN" sz="2200" b="1" dirty="0">
                <a:solidFill>
                  <a:srgbClr val="FFC000"/>
                </a:solidFill>
              </a:rPr>
              <a:t> </a:t>
            </a:r>
            <a:r>
              <a:rPr lang="en-IN" sz="2200" b="1" dirty="0">
                <a:solidFill>
                  <a:srgbClr val="FFC000"/>
                </a:solidFill>
              </a:rPr>
              <a:t>of orders </a:t>
            </a:r>
            <a:r>
              <a:rPr lang="en-IN" sz="2200" b="1" dirty="0"/>
              <a:t>in June’26</a:t>
            </a:r>
            <a:endParaRPr lang="en-IN" sz="2200" dirty="0"/>
          </a:p>
        </p:txBody>
      </p:sp>
      <p:graphicFrame>
        <p:nvGraphicFramePr>
          <p:cNvPr id="5" name="Chart 4"/>
          <p:cNvGraphicFramePr/>
          <p:nvPr>
            <p:extLst>
              <p:ext uri="{D42A27DB-BD31-4B8C-83A1-F6EECF244321}">
                <p14:modId xmlns:p14="http://schemas.microsoft.com/office/powerpoint/2010/main" val="128536402"/>
              </p:ext>
            </p:extLst>
          </p:nvPr>
        </p:nvGraphicFramePr>
        <p:xfrm>
          <a:off x="673768" y="1211528"/>
          <a:ext cx="5105181" cy="221747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5"/>
          <p:cNvGraphicFramePr/>
          <p:nvPr>
            <p:extLst>
              <p:ext uri="{D42A27DB-BD31-4B8C-83A1-F6EECF244321}">
                <p14:modId xmlns:p14="http://schemas.microsoft.com/office/powerpoint/2010/main" val="1773529809"/>
              </p:ext>
            </p:extLst>
          </p:nvPr>
        </p:nvGraphicFramePr>
        <p:xfrm>
          <a:off x="6413050" y="1211528"/>
          <a:ext cx="5105181" cy="2217472"/>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8" name="Chart 7"/>
          <p:cNvGraphicFramePr/>
          <p:nvPr>
            <p:extLst>
              <p:ext uri="{D42A27DB-BD31-4B8C-83A1-F6EECF244321}">
                <p14:modId xmlns:p14="http://schemas.microsoft.com/office/powerpoint/2010/main" val="1880785688"/>
              </p:ext>
            </p:extLst>
          </p:nvPr>
        </p:nvGraphicFramePr>
        <p:xfrm>
          <a:off x="673768" y="3914274"/>
          <a:ext cx="5105181" cy="2217472"/>
        </p:xfrm>
        <a:graphic>
          <a:graphicData uri="http://schemas.openxmlformats.org/drawingml/2006/chart">
            <c:chart xmlns:c="http://schemas.openxmlformats.org/drawingml/2006/chart" xmlns:r="http://schemas.openxmlformats.org/officeDocument/2006/relationships" r:id="rId5"/>
          </a:graphicData>
        </a:graphic>
      </p:graphicFrame>
      <p:sp>
        <p:nvSpPr>
          <p:cNvPr id="3" name="Rectangle 2">
            <a:extLst>
              <a:ext uri="{FF2B5EF4-FFF2-40B4-BE49-F238E27FC236}">
                <a16:creationId xmlns:a16="http://schemas.microsoft.com/office/drawing/2014/main" id="{C4E02AB6-6936-20F6-153A-1918BACF72C5}"/>
              </a:ext>
            </a:extLst>
          </p:cNvPr>
          <p:cNvSpPr/>
          <p:nvPr/>
        </p:nvSpPr>
        <p:spPr>
          <a:xfrm>
            <a:off x="6413050" y="3914274"/>
            <a:ext cx="5105181" cy="2217472"/>
          </a:xfrm>
          <a:prstGeom prst="rect">
            <a:avLst/>
          </a:prstGeom>
          <a:solidFill>
            <a:srgbClr val="E8EEF4"/>
          </a:solid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171450" indent="-171450">
              <a:buFont typeface="Arial" panose="020B0604020202020204"/>
              <a:buChar char="•"/>
            </a:pPr>
            <a:r>
              <a:rPr lang="en-US" sz="1300" b="1" dirty="0">
                <a:solidFill>
                  <a:schemeClr val="tx1"/>
                </a:solidFill>
                <a:cs typeface="Calibri" panose="020F0502020204030204"/>
              </a:rPr>
              <a:t>The Total Counter Sales stood at INR ~2.80L which is a ~5.64% Equal from INR 2.8L in May’26,</a:t>
            </a:r>
          </a:p>
          <a:p>
            <a:pPr marL="171450" indent="-171450">
              <a:buFont typeface="Arial" panose="020B0604020202020204"/>
              <a:buChar char="•"/>
            </a:pPr>
            <a:endParaRPr lang="en-US" sz="1300" b="1" dirty="0">
              <a:solidFill>
                <a:schemeClr val="tx1"/>
              </a:solidFill>
              <a:cs typeface="Calibri" panose="020F0502020204030204"/>
            </a:endParaRPr>
          </a:p>
          <a:p>
            <a:pPr marL="171450" indent="-171450">
              <a:buFont typeface="Arial" panose="020B0604020202020204"/>
              <a:buChar char="•"/>
            </a:pPr>
            <a:r>
              <a:rPr lang="en-US" sz="1300" b="1" dirty="0">
                <a:solidFill>
                  <a:schemeClr val="tx1"/>
                </a:solidFill>
                <a:cs typeface="Calibri" panose="020F0502020204030204"/>
              </a:rPr>
              <a:t>6927 orders </a:t>
            </a:r>
            <a:r>
              <a:rPr lang="en-US" sz="1300" dirty="0">
                <a:solidFill>
                  <a:schemeClr val="tx1"/>
                </a:solidFill>
                <a:cs typeface="Calibri" panose="020F0502020204030204"/>
              </a:rPr>
              <a:t>were served in June’26 which is ~2% less orders ~</a:t>
            </a:r>
            <a:r>
              <a:rPr lang="en-US" sz="1300" b="1" dirty="0">
                <a:solidFill>
                  <a:schemeClr val="tx1"/>
                </a:solidFill>
                <a:cs typeface="Calibri" panose="020F0502020204030204"/>
              </a:rPr>
              <a:t>7173 orders </a:t>
            </a:r>
            <a:r>
              <a:rPr lang="en-US" sz="1300" dirty="0">
                <a:solidFill>
                  <a:schemeClr val="tx1"/>
                </a:solidFill>
                <a:cs typeface="Calibri" panose="020F0502020204030204"/>
              </a:rPr>
              <a:t>were served in May’26 </a:t>
            </a:r>
            <a:endParaRPr lang="en-US" sz="1300" b="1" dirty="0">
              <a:solidFill>
                <a:schemeClr val="tx1"/>
              </a:solidFill>
              <a:cs typeface="Calibri" panose="020F0502020204030204"/>
            </a:endParaRPr>
          </a:p>
          <a:p>
            <a:pPr marL="171450" indent="-171450">
              <a:buFont typeface="Arial" panose="020B0604020202020204"/>
              <a:buChar char="•"/>
            </a:pPr>
            <a:endParaRPr lang="en-US" sz="1300" b="1" dirty="0">
              <a:solidFill>
                <a:schemeClr val="tx1"/>
              </a:solidFill>
              <a:cs typeface="Calibri" panose="020F0502020204030204"/>
            </a:endParaRPr>
          </a:p>
          <a:p>
            <a:pPr marL="171450" indent="-171450">
              <a:buFont typeface="Arial" panose="020B0604020202020204"/>
              <a:buChar char="•"/>
            </a:pPr>
            <a:r>
              <a:rPr lang="en-US" sz="1300" dirty="0">
                <a:solidFill>
                  <a:schemeClr val="tx1"/>
                </a:solidFill>
                <a:cs typeface="Calibri" panose="020F0502020204030204"/>
              </a:rPr>
              <a:t>The </a:t>
            </a:r>
            <a:r>
              <a:rPr lang="en-US" sz="1300" b="1" dirty="0">
                <a:solidFill>
                  <a:schemeClr val="tx1"/>
                </a:solidFill>
                <a:cs typeface="Calibri" panose="020F0502020204030204"/>
              </a:rPr>
              <a:t>Total Feedback rating</a:t>
            </a:r>
            <a:r>
              <a:rPr lang="en-US" sz="1300" dirty="0">
                <a:solidFill>
                  <a:schemeClr val="tx1"/>
                </a:solidFill>
                <a:cs typeface="Calibri" panose="020F0502020204030204"/>
              </a:rPr>
              <a:t> received were 166 in which ~95</a:t>
            </a:r>
            <a:r>
              <a:rPr lang="en-US" sz="1300" b="1" dirty="0">
                <a:solidFill>
                  <a:schemeClr val="tx1"/>
                </a:solidFill>
                <a:cs typeface="Calibri" panose="020F0502020204030204"/>
              </a:rPr>
              <a:t>%</a:t>
            </a:r>
            <a:r>
              <a:rPr lang="en-US" sz="1300" dirty="0">
                <a:solidFill>
                  <a:schemeClr val="tx1"/>
                </a:solidFill>
                <a:cs typeface="Calibri" panose="020F0502020204030204"/>
              </a:rPr>
              <a:t> customers were </a:t>
            </a:r>
            <a:r>
              <a:rPr lang="en-US" sz="1300" b="1" dirty="0">
                <a:solidFill>
                  <a:schemeClr val="tx1"/>
                </a:solidFill>
                <a:cs typeface="Calibri" panose="020F0502020204030204"/>
              </a:rPr>
              <a:t>satisfied</a:t>
            </a:r>
            <a:r>
              <a:rPr lang="en-US" sz="1300" dirty="0">
                <a:solidFill>
                  <a:schemeClr val="tx1"/>
                </a:solidFill>
                <a:cs typeface="Calibri" panose="020F0502020204030204"/>
              </a:rPr>
              <a:t> with the food and cafeteria services.</a:t>
            </a:r>
            <a:endParaRPr lang="en-US" sz="1300" b="1" dirty="0">
              <a:solidFill>
                <a:schemeClr val="tx1"/>
              </a:solidFill>
              <a:cs typeface="Calibri" panose="020F050202020403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277" y="95249"/>
            <a:ext cx="3609243" cy="914400"/>
          </a:xfrm>
        </p:spPr>
        <p:txBody>
          <a:bodyPr>
            <a:normAutofit/>
          </a:bodyPr>
          <a:lstStyle/>
          <a:p>
            <a:r>
              <a:rPr lang="en-IN" sz="2200" u="sng" dirty="0">
                <a:solidFill>
                  <a:schemeClr val="tx1">
                    <a:lumMod val="50000"/>
                  </a:schemeClr>
                </a:solidFill>
                <a:effectLst>
                  <a:outerShdw blurRad="38100" dist="38100" dir="2700000" algn="tl">
                    <a:srgbClr val="000000">
                      <a:alpha val="43137"/>
                    </a:srgbClr>
                  </a:outerShdw>
                </a:effectLst>
              </a:rPr>
              <a:t>Weekday wise Orders</a:t>
            </a:r>
          </a:p>
        </p:txBody>
      </p:sp>
      <p:graphicFrame>
        <p:nvGraphicFramePr>
          <p:cNvPr id="7" name="Chart 6"/>
          <p:cNvGraphicFramePr/>
          <p:nvPr>
            <p:extLst>
              <p:ext uri="{D42A27DB-BD31-4B8C-83A1-F6EECF244321}">
                <p14:modId xmlns:p14="http://schemas.microsoft.com/office/powerpoint/2010/main" val="737320625"/>
              </p:ext>
            </p:extLst>
          </p:nvPr>
        </p:nvGraphicFramePr>
        <p:xfrm>
          <a:off x="97277" y="1009649"/>
          <a:ext cx="5998723" cy="3257549"/>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Chart 3">
            <a:extLst>
              <a:ext uri="{FF2B5EF4-FFF2-40B4-BE49-F238E27FC236}">
                <a16:creationId xmlns:a16="http://schemas.microsoft.com/office/drawing/2014/main" id="{B193D047-92BD-4739-B652-8AB721466A56}"/>
              </a:ext>
            </a:extLst>
          </p:cNvPr>
          <p:cNvGraphicFramePr/>
          <p:nvPr>
            <p:extLst>
              <p:ext uri="{D42A27DB-BD31-4B8C-83A1-F6EECF244321}">
                <p14:modId xmlns:p14="http://schemas.microsoft.com/office/powerpoint/2010/main" val="1247016928"/>
              </p:ext>
            </p:extLst>
          </p:nvPr>
        </p:nvGraphicFramePr>
        <p:xfrm>
          <a:off x="6379066" y="1009649"/>
          <a:ext cx="5478637" cy="3257549"/>
        </p:xfrm>
        <a:graphic>
          <a:graphicData uri="http://schemas.openxmlformats.org/drawingml/2006/chart">
            <c:chart xmlns:c="http://schemas.openxmlformats.org/drawingml/2006/chart" xmlns:r="http://schemas.openxmlformats.org/officeDocument/2006/relationships" r:id="rId3"/>
          </a:graphicData>
        </a:graphic>
      </p:graphicFrame>
      <p:sp>
        <p:nvSpPr>
          <p:cNvPr id="3" name="Rectangle 2">
            <a:extLst>
              <a:ext uri="{FF2B5EF4-FFF2-40B4-BE49-F238E27FC236}">
                <a16:creationId xmlns:a16="http://schemas.microsoft.com/office/drawing/2014/main" id="{B408F62A-2937-CC25-F02A-A64B71C78576}"/>
              </a:ext>
            </a:extLst>
          </p:cNvPr>
          <p:cNvSpPr/>
          <p:nvPr/>
        </p:nvSpPr>
        <p:spPr>
          <a:xfrm>
            <a:off x="463402" y="4525864"/>
            <a:ext cx="11014184" cy="1786602"/>
          </a:xfrm>
          <a:prstGeom prst="rect">
            <a:avLst/>
          </a:prstGeom>
          <a:solidFill>
            <a:srgbClr val="E8EEF4"/>
          </a:solid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171450" indent="-171450">
              <a:buFont typeface="Arial" panose="020B0604020202020204"/>
              <a:buChar char="•"/>
            </a:pPr>
            <a:r>
              <a:rPr lang="en-US" sz="1300" dirty="0">
                <a:solidFill>
                  <a:schemeClr val="tx1"/>
                </a:solidFill>
                <a:cs typeface="Calibri" panose="020F0502020204030204"/>
              </a:rPr>
              <a:t>Tuck Shop Outperformed Meal Counter: The Tuck Shop recorded a higher total </a:t>
            </a:r>
            <a:r>
              <a:rPr lang="en-US" sz="1300">
                <a:solidFill>
                  <a:schemeClr val="tx1"/>
                </a:solidFill>
                <a:cs typeface="Calibri" panose="020F0502020204030204"/>
              </a:rPr>
              <a:t>of ~3707 </a:t>
            </a:r>
            <a:r>
              <a:rPr lang="en-US" sz="1300" dirty="0">
                <a:solidFill>
                  <a:schemeClr val="tx1"/>
                </a:solidFill>
                <a:cs typeface="Calibri" panose="020F0502020204030204"/>
              </a:rPr>
              <a:t>orders, compared to </a:t>
            </a:r>
            <a:r>
              <a:rPr lang="en-US" sz="1300">
                <a:solidFill>
                  <a:schemeClr val="tx1"/>
                </a:solidFill>
                <a:cs typeface="Calibri" panose="020F0502020204030204"/>
              </a:rPr>
              <a:t>~3220 </a:t>
            </a:r>
            <a:r>
              <a:rPr lang="en-US" sz="1300" dirty="0">
                <a:solidFill>
                  <a:schemeClr val="tx1"/>
                </a:solidFill>
                <a:cs typeface="Calibri" panose="020F0502020204030204"/>
              </a:rPr>
              <a:t>orders from the Meal Counter</a:t>
            </a:r>
            <a:r>
              <a:rPr lang="en-US" sz="1300">
                <a:solidFill>
                  <a:schemeClr val="tx1"/>
                </a:solidFill>
                <a:cs typeface="Calibri" panose="020F0502020204030204"/>
              </a:rPr>
              <a:t>— ~20% </a:t>
            </a:r>
            <a:r>
              <a:rPr lang="en-US" sz="1300" dirty="0">
                <a:solidFill>
                  <a:schemeClr val="tx1"/>
                </a:solidFill>
                <a:cs typeface="Calibri" panose="020F0502020204030204"/>
              </a:rPr>
              <a:t>more overall.</a:t>
            </a:r>
          </a:p>
          <a:p>
            <a:pPr marL="171450" indent="-171450">
              <a:buFont typeface="Arial" panose="020B0604020202020204"/>
              <a:buChar char="•"/>
            </a:pPr>
            <a:endParaRPr lang="en-US" sz="1300" dirty="0">
              <a:solidFill>
                <a:schemeClr val="tx1"/>
              </a:solidFill>
              <a:cs typeface="Calibri" panose="020F0502020204030204"/>
            </a:endParaRPr>
          </a:p>
          <a:p>
            <a:pPr marL="171450" indent="-171450">
              <a:buFont typeface="Arial" panose="020B0604020202020204"/>
              <a:buChar char="•"/>
            </a:pPr>
            <a:r>
              <a:rPr lang="en-US" sz="1300" dirty="0">
                <a:solidFill>
                  <a:schemeClr val="tx1"/>
                </a:solidFill>
                <a:cs typeface="Calibri" panose="020F0502020204030204"/>
              </a:rPr>
              <a:t>Change in Midweek Demand: Tuck Shop saw stable and higher footfall from Tuesday to Thursday, indicating peak midweek engagement. However, the meal counter saw highest demand on Tuesday with steady decline as the week progresses. </a:t>
            </a:r>
          </a:p>
          <a:p>
            <a:pPr marL="171450" indent="-171450">
              <a:buFont typeface="Arial" panose="020B0604020202020204"/>
              <a:buChar char="•"/>
            </a:pPr>
            <a:endParaRPr lang="en-US" sz="1300" dirty="0">
              <a:solidFill>
                <a:schemeClr val="tx1"/>
              </a:solidFill>
              <a:cs typeface="Calibri" panose="020F0502020204030204"/>
            </a:endParaRPr>
          </a:p>
          <a:p>
            <a:pPr marL="171450" indent="-171450">
              <a:buFont typeface="Arial" panose="020B0604020202020204"/>
              <a:buChar char="•"/>
            </a:pPr>
            <a:r>
              <a:rPr lang="en-US" sz="1300" dirty="0">
                <a:solidFill>
                  <a:schemeClr val="tx1"/>
                </a:solidFill>
                <a:cs typeface="Calibri" panose="020F0502020204030204"/>
              </a:rPr>
              <a:t>Weekend Dip in Orders: Saturday and Sunday recorded the lowest orders for both Meal Counter and Tuck Shop, suggesting reduced footfall or early logoffs.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4367" y="150258"/>
            <a:ext cx="2749420" cy="769226"/>
          </a:xfrm>
        </p:spPr>
        <p:txBody>
          <a:bodyPr>
            <a:normAutofit/>
          </a:bodyPr>
          <a:lstStyle/>
          <a:p>
            <a:r>
              <a:rPr lang="en-IN" sz="2200" dirty="0">
                <a:solidFill>
                  <a:schemeClr val="tx1">
                    <a:lumMod val="50000"/>
                  </a:schemeClr>
                </a:solidFill>
                <a:effectLst>
                  <a:outerShdw blurRad="38100" dist="38100" dir="2700000" algn="tl">
                    <a:srgbClr val="000000">
                      <a:alpha val="43137"/>
                    </a:srgbClr>
                  </a:outerShdw>
                </a:effectLst>
              </a:rPr>
              <a:t>HSEQ - Site Audit </a:t>
            </a:r>
          </a:p>
        </p:txBody>
      </p:sp>
      <p:sp>
        <p:nvSpPr>
          <p:cNvPr id="8" name="Rectangle 7"/>
          <p:cNvSpPr/>
          <p:nvPr/>
        </p:nvSpPr>
        <p:spPr>
          <a:xfrm>
            <a:off x="8412831" y="4641261"/>
            <a:ext cx="3637280" cy="1190576"/>
          </a:xfrm>
          <a:prstGeom prst="rect">
            <a:avLst/>
          </a:prstGeom>
          <a:solidFill>
            <a:srgbClr val="E8EEF4"/>
          </a:solid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171450" indent="-171450">
              <a:buFont typeface="Arial" panose="020B0604020202020204"/>
              <a:buChar char="•"/>
            </a:pPr>
            <a:endParaRPr lang="en-US" sz="1400" b="1" dirty="0">
              <a:solidFill>
                <a:schemeClr val="tx1"/>
              </a:solidFill>
              <a:cs typeface="Calibri" panose="020F0502020204030204"/>
            </a:endParaRPr>
          </a:p>
          <a:p>
            <a:pPr marL="171450" indent="-171450">
              <a:buFont typeface="Arial" panose="020B0604020202020204"/>
              <a:buChar char="•"/>
            </a:pPr>
            <a:r>
              <a:rPr lang="en-US" sz="1400" b="1" dirty="0">
                <a:solidFill>
                  <a:schemeClr val="tx1"/>
                </a:solidFill>
                <a:cs typeface="Calibri" panose="020F0502020204030204"/>
              </a:rPr>
              <a:t>The </a:t>
            </a:r>
            <a:r>
              <a:rPr lang="en-US" sz="1400" b="1" i="1" dirty="0">
                <a:solidFill>
                  <a:schemeClr val="tx1"/>
                </a:solidFill>
                <a:cs typeface="Calibri" panose="020F0502020204030204"/>
              </a:rPr>
              <a:t>Overall Site HSEQ Audit score is 76% in May -2026</a:t>
            </a:r>
          </a:p>
          <a:p>
            <a:pPr marL="171450" indent="-171450">
              <a:buFont typeface="Arial" panose="020B0604020202020204"/>
              <a:buChar char="•"/>
            </a:pPr>
            <a:endParaRPr lang="en-US" sz="1400" b="1" i="1" dirty="0">
              <a:solidFill>
                <a:schemeClr val="tx1"/>
              </a:solidFill>
              <a:cs typeface="Calibri" panose="020F0502020204030204"/>
            </a:endParaRPr>
          </a:p>
        </p:txBody>
      </p:sp>
      <p:pic>
        <p:nvPicPr>
          <p:cNvPr id="6" name="Picture 5">
            <a:extLst>
              <a:ext uri="{FF2B5EF4-FFF2-40B4-BE49-F238E27FC236}">
                <a16:creationId xmlns:a16="http://schemas.microsoft.com/office/drawing/2014/main" id="{F2C7F916-189E-F25C-BB9A-6B59FFC06220}"/>
              </a:ext>
            </a:extLst>
          </p:cNvPr>
          <p:cNvPicPr>
            <a:picLocks noChangeAspect="1"/>
          </p:cNvPicPr>
          <p:nvPr/>
        </p:nvPicPr>
        <p:blipFill>
          <a:blip r:embed="rId3"/>
          <a:stretch>
            <a:fillRect/>
          </a:stretch>
        </p:blipFill>
        <p:spPr>
          <a:xfrm>
            <a:off x="717754" y="919484"/>
            <a:ext cx="10638503" cy="2148180"/>
          </a:xfrm>
          <a:prstGeom prst="rect">
            <a:avLst/>
          </a:prstGeom>
        </p:spPr>
      </p:pic>
      <p:pic>
        <p:nvPicPr>
          <p:cNvPr id="7" name="Picture 6">
            <a:extLst>
              <a:ext uri="{FF2B5EF4-FFF2-40B4-BE49-F238E27FC236}">
                <a16:creationId xmlns:a16="http://schemas.microsoft.com/office/drawing/2014/main" id="{38D9281A-7F27-CCEE-15D0-DFF2A349E82E}"/>
              </a:ext>
            </a:extLst>
          </p:cNvPr>
          <p:cNvPicPr>
            <a:picLocks noChangeAspect="1"/>
          </p:cNvPicPr>
          <p:nvPr/>
        </p:nvPicPr>
        <p:blipFill>
          <a:blip r:embed="rId4"/>
          <a:stretch>
            <a:fillRect/>
          </a:stretch>
        </p:blipFill>
        <p:spPr>
          <a:xfrm>
            <a:off x="717754" y="3473133"/>
            <a:ext cx="6184491" cy="233625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457200" y="0"/>
            <a:ext cx="11277600" cy="914400"/>
          </a:xfrm>
        </p:spPr>
        <p:txBody>
          <a:bodyPr>
            <a:normAutofit/>
          </a:bodyPr>
          <a:lstStyle/>
          <a:p>
            <a:pPr algn="l"/>
            <a:r>
              <a:rPr lang="en-IN" altLang="en-IN" sz="2400" b="1" u="sng" dirty="0">
                <a:effectLst>
                  <a:outerShdw blurRad="38100" dist="38100" dir="2700000" algn="tl">
                    <a:srgbClr val="000000">
                      <a:alpha val="43137"/>
                    </a:srgbClr>
                  </a:outerShdw>
                </a:effectLst>
              </a:rPr>
              <a:t>Compliance </a:t>
            </a:r>
            <a:r>
              <a:rPr lang="en-IN" altLang="en-US" sz="2400" b="1" u="sng" dirty="0">
                <a:effectLst>
                  <a:outerShdw blurRad="38100" dist="38100" dir="2700000" algn="tl">
                    <a:srgbClr val="000000">
                      <a:alpha val="43137"/>
                    </a:srgbClr>
                  </a:outerShdw>
                </a:effectLst>
              </a:rPr>
              <a:t>Tracker Status</a:t>
            </a:r>
            <a:endParaRPr lang="en-IN" sz="2400" u="sng" dirty="0">
              <a:effectLst>
                <a:outerShdw blurRad="38100" dist="38100" dir="2700000" algn="tl">
                  <a:srgbClr val="000000">
                    <a:alpha val="43137"/>
                  </a:srgbClr>
                </a:outerShdw>
              </a:effectLst>
            </a:endParaRPr>
          </a:p>
        </p:txBody>
      </p:sp>
      <p:pic>
        <p:nvPicPr>
          <p:cNvPr id="6" name="Picture 5">
            <a:extLst>
              <a:ext uri="{FF2B5EF4-FFF2-40B4-BE49-F238E27FC236}">
                <a16:creationId xmlns:a16="http://schemas.microsoft.com/office/drawing/2014/main" id="{5D18AD05-0BC0-69D0-C9D8-678381F6C19C}"/>
              </a:ext>
            </a:extLst>
          </p:cNvPr>
          <p:cNvPicPr>
            <a:picLocks noChangeAspect="1"/>
          </p:cNvPicPr>
          <p:nvPr/>
        </p:nvPicPr>
        <p:blipFill>
          <a:blip r:embed="rId2"/>
          <a:stretch>
            <a:fillRect/>
          </a:stretch>
        </p:blipFill>
        <p:spPr>
          <a:xfrm>
            <a:off x="569167" y="1101213"/>
            <a:ext cx="10860833" cy="4581832"/>
          </a:xfrm>
          <a:prstGeom prst="rect">
            <a:avLst/>
          </a:prstGeom>
        </p:spPr>
      </p:pic>
    </p:spTree>
    <p:extLst>
      <p:ext uri="{BB962C8B-B14F-4D97-AF65-F5344CB8AC3E}">
        <p14:creationId xmlns:p14="http://schemas.microsoft.com/office/powerpoint/2010/main" val="30268304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11277600" cy="914400"/>
          </a:xfrm>
        </p:spPr>
        <p:txBody>
          <a:bodyPr>
            <a:normAutofit/>
          </a:bodyPr>
          <a:lstStyle/>
          <a:p>
            <a:pPr algn="l"/>
            <a:r>
              <a:rPr lang="en-US" altLang="en-IN" sz="2200" b="1" u="sng" dirty="0">
                <a:effectLst>
                  <a:outerShdw blurRad="38100" dist="38100" dir="2700000" algn="tl">
                    <a:srgbClr val="000000">
                      <a:alpha val="43137"/>
                    </a:srgbClr>
                  </a:outerShdw>
                </a:effectLst>
              </a:rPr>
              <a:t>Vendor Staff </a:t>
            </a:r>
            <a:r>
              <a:rPr lang="en-IN" altLang="en-US" sz="2200" b="1" u="sng" dirty="0">
                <a:effectLst>
                  <a:outerShdw blurRad="38100" dist="38100" dir="2700000" algn="tl">
                    <a:srgbClr val="000000">
                      <a:alpha val="43137"/>
                    </a:srgbClr>
                  </a:outerShdw>
                </a:effectLst>
              </a:rPr>
              <a:t>Medical</a:t>
            </a:r>
            <a:r>
              <a:rPr lang="en-US" altLang="en-IN" sz="2200" b="1" u="sng" dirty="0">
                <a:effectLst>
                  <a:outerShdw blurRad="38100" dist="38100" dir="2700000" algn="tl">
                    <a:srgbClr val="000000">
                      <a:alpha val="43137"/>
                    </a:srgbClr>
                  </a:outerShdw>
                </a:effectLst>
              </a:rPr>
              <a:t> Examination</a:t>
            </a:r>
            <a:r>
              <a:rPr lang="en-IN" altLang="en-US" sz="2200" b="1" u="sng" dirty="0">
                <a:effectLst>
                  <a:outerShdw blurRad="38100" dist="38100" dir="2700000" algn="tl">
                    <a:srgbClr val="000000">
                      <a:alpha val="43137"/>
                    </a:srgbClr>
                  </a:outerShdw>
                </a:effectLst>
              </a:rPr>
              <a:t> Tracker</a:t>
            </a:r>
            <a:endParaRPr lang="en-IN" sz="2200" u="sng" dirty="0">
              <a:effectLst>
                <a:outerShdw blurRad="38100" dist="38100" dir="2700000" algn="tl">
                  <a:srgbClr val="000000">
                    <a:alpha val="43137"/>
                  </a:srgbClr>
                </a:outerShdw>
              </a:effectLst>
            </a:endParaRPr>
          </a:p>
        </p:txBody>
      </p:sp>
      <p:pic>
        <p:nvPicPr>
          <p:cNvPr id="3" name="Picture 2">
            <a:extLst>
              <a:ext uri="{FF2B5EF4-FFF2-40B4-BE49-F238E27FC236}">
                <a16:creationId xmlns:a16="http://schemas.microsoft.com/office/drawing/2014/main" id="{4CB7FCAD-951C-FE82-00ED-02018BEB8E7A}"/>
              </a:ext>
            </a:extLst>
          </p:cNvPr>
          <p:cNvPicPr>
            <a:picLocks noChangeAspect="1"/>
          </p:cNvPicPr>
          <p:nvPr/>
        </p:nvPicPr>
        <p:blipFill>
          <a:blip r:embed="rId2"/>
          <a:stretch>
            <a:fillRect/>
          </a:stretch>
        </p:blipFill>
        <p:spPr>
          <a:xfrm>
            <a:off x="674914" y="1424940"/>
            <a:ext cx="10560776" cy="346274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B6D77-D3EE-5C12-F4BA-BC9751F483D9}"/>
              </a:ext>
            </a:extLst>
          </p:cNvPr>
          <p:cNvSpPr>
            <a:spLocks noGrp="1"/>
          </p:cNvSpPr>
          <p:nvPr>
            <p:ph type="title"/>
          </p:nvPr>
        </p:nvSpPr>
        <p:spPr/>
        <p:txBody>
          <a:bodyPr>
            <a:normAutofit fontScale="90000"/>
          </a:bodyPr>
          <a:lstStyle/>
          <a:p>
            <a:pPr algn="l"/>
            <a:r>
              <a:rPr lang="en-US" u="sng" dirty="0">
                <a:effectLst>
                  <a:outerShdw blurRad="38100" dist="38100" dir="2700000" algn="tl">
                    <a:srgbClr val="000000">
                      <a:alpha val="43137"/>
                    </a:srgbClr>
                  </a:outerShdw>
                </a:effectLst>
              </a:rPr>
              <a:t>Events in June 2026</a:t>
            </a:r>
            <a:br>
              <a:rPr lang="en-US" dirty="0">
                <a:effectLst>
                  <a:outerShdw blurRad="38100" dist="38100" dir="2700000" algn="tl">
                    <a:srgbClr val="000000">
                      <a:alpha val="43137"/>
                    </a:srgbClr>
                  </a:outerShdw>
                </a:effectLst>
              </a:rPr>
            </a:br>
            <a:endParaRPr lang="en-IN" dirty="0">
              <a:effectLst>
                <a:outerShdw blurRad="38100" dist="38100" dir="2700000" algn="tl">
                  <a:srgbClr val="000000">
                    <a:alpha val="43137"/>
                  </a:srgbClr>
                </a:outerShdw>
              </a:effectLst>
            </a:endParaRPr>
          </a:p>
        </p:txBody>
      </p:sp>
      <p:pic>
        <p:nvPicPr>
          <p:cNvPr id="7" name="Content Placeholder 6">
            <a:extLst>
              <a:ext uri="{FF2B5EF4-FFF2-40B4-BE49-F238E27FC236}">
                <a16:creationId xmlns:a16="http://schemas.microsoft.com/office/drawing/2014/main" id="{4B3C3447-0B04-678E-5B42-98F9565C4B21}"/>
              </a:ext>
            </a:extLst>
          </p:cNvPr>
          <p:cNvPicPr>
            <a:picLocks noGrp="1" noChangeAspect="1"/>
          </p:cNvPicPr>
          <p:nvPr>
            <p:ph idx="1"/>
          </p:nvPr>
        </p:nvPicPr>
        <p:blipFill>
          <a:blip r:embed="rId2"/>
          <a:stretch>
            <a:fillRect/>
          </a:stretch>
        </p:blipFill>
        <p:spPr>
          <a:xfrm>
            <a:off x="1262742" y="1029494"/>
            <a:ext cx="9416143" cy="5077392"/>
          </a:xfrm>
          <a:prstGeom prst="rect">
            <a:avLst/>
          </a:prstGeom>
        </p:spPr>
      </p:pic>
    </p:spTree>
    <p:extLst>
      <p:ext uri="{BB962C8B-B14F-4D97-AF65-F5344CB8AC3E}">
        <p14:creationId xmlns:p14="http://schemas.microsoft.com/office/powerpoint/2010/main" val="42126498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1A8FE8-9140-BC08-5C9E-D0763793CA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F26698-B15B-F827-3276-473102C17B80}"/>
              </a:ext>
            </a:extLst>
          </p:cNvPr>
          <p:cNvSpPr>
            <a:spLocks noGrp="1"/>
          </p:cNvSpPr>
          <p:nvPr>
            <p:ph type="title"/>
          </p:nvPr>
        </p:nvSpPr>
        <p:spPr/>
        <p:txBody>
          <a:bodyPr>
            <a:normAutofit fontScale="90000"/>
          </a:bodyPr>
          <a:lstStyle/>
          <a:p>
            <a:pPr algn="l"/>
            <a:r>
              <a:rPr lang="en-US" u="sng" dirty="0">
                <a:effectLst>
                  <a:outerShdw blurRad="38100" dist="38100" dir="2700000" algn="tl">
                    <a:srgbClr val="000000">
                      <a:alpha val="43137"/>
                    </a:srgbClr>
                  </a:outerShdw>
                </a:effectLst>
              </a:rPr>
              <a:t> 02 JUNE 2026  </a:t>
            </a:r>
            <a:r>
              <a:rPr lang="en-US" u="sng" dirty="0">
                <a:effectLst>
                  <a:outerShdw blurRad="38100" dist="38100" dir="2700000" algn="tl">
                    <a:srgbClr val="000000">
                      <a:alpha val="43137"/>
                    </a:srgbClr>
                  </a:outerShdw>
                </a:effectLst>
                <a:latin typeface="Amasis MT Pro Black" panose="02040A04050005020304" pitchFamily="18" charset="0"/>
              </a:rPr>
              <a:t>BLR MITE EVENT :-</a:t>
            </a:r>
            <a:br>
              <a:rPr lang="en-IN" u="sng" dirty="0">
                <a:effectLst>
                  <a:outerShdw blurRad="38100" dist="38100" dir="2700000" algn="tl">
                    <a:srgbClr val="000000">
                      <a:alpha val="43137"/>
                    </a:srgbClr>
                  </a:outerShdw>
                </a:effectLst>
                <a:latin typeface="Amasis MT Pro Black" panose="02040A04050005020304" pitchFamily="18" charset="0"/>
              </a:rPr>
            </a:br>
            <a:br>
              <a:rPr lang="en-US" dirty="0">
                <a:effectLst>
                  <a:outerShdw blurRad="38100" dist="38100" dir="2700000" algn="tl">
                    <a:srgbClr val="000000">
                      <a:alpha val="43137"/>
                    </a:srgbClr>
                  </a:outerShdw>
                </a:effectLst>
              </a:rPr>
            </a:br>
            <a:endParaRPr lang="en-IN" dirty="0">
              <a:effectLst>
                <a:outerShdw blurRad="38100" dist="38100" dir="2700000" algn="tl">
                  <a:srgbClr val="000000">
                    <a:alpha val="43137"/>
                  </a:srgbClr>
                </a:outerShdw>
              </a:effectLst>
            </a:endParaRPr>
          </a:p>
        </p:txBody>
      </p:sp>
      <p:sp>
        <p:nvSpPr>
          <p:cNvPr id="8" name="Content Placeholder 7">
            <a:extLst>
              <a:ext uri="{FF2B5EF4-FFF2-40B4-BE49-F238E27FC236}">
                <a16:creationId xmlns:a16="http://schemas.microsoft.com/office/drawing/2014/main" id="{A365B489-5D4F-4FD6-C519-C7DC2C32166D}"/>
              </a:ext>
            </a:extLst>
          </p:cNvPr>
          <p:cNvSpPr>
            <a:spLocks noGrp="1"/>
          </p:cNvSpPr>
          <p:nvPr>
            <p:ph idx="1"/>
          </p:nvPr>
        </p:nvSpPr>
        <p:spPr/>
        <p:txBody>
          <a:bodyPr>
            <a:normAutofit/>
          </a:bodyPr>
          <a:lstStyle/>
          <a:p>
            <a:pPr marL="0" indent="0">
              <a:buNone/>
            </a:pPr>
            <a:endParaRPr lang="en-US" sz="1800" u="sng" dirty="0">
              <a:effectLst>
                <a:outerShdw blurRad="38100" dist="38100" dir="2700000" algn="tl">
                  <a:srgbClr val="000000">
                    <a:alpha val="43137"/>
                  </a:srgbClr>
                </a:outerShdw>
              </a:effectLst>
              <a:latin typeface="Amasis MT Pro Black" panose="02040A04050005020304" pitchFamily="18" charset="0"/>
              <a:cs typeface="Poppins Black" panose="00000A00000000000000" pitchFamily="2" charset="0"/>
            </a:endParaRPr>
          </a:p>
          <a:p>
            <a:pPr marL="0" indent="0">
              <a:buNone/>
            </a:pPr>
            <a:endParaRPr lang="en-IN" sz="1800" u="sng" dirty="0">
              <a:effectLst>
                <a:outerShdw blurRad="38100" dist="38100" dir="2700000" algn="tl">
                  <a:srgbClr val="000000">
                    <a:alpha val="43137"/>
                  </a:srgbClr>
                </a:outerShdw>
              </a:effectLst>
              <a:latin typeface="Amasis MT Pro Black" panose="02040A04050005020304" pitchFamily="18" charset="0"/>
              <a:cs typeface="Poppins Black" panose="00000A00000000000000" pitchFamily="2" charset="0"/>
            </a:endParaRPr>
          </a:p>
          <a:p>
            <a:pPr marL="0" indent="0">
              <a:buNone/>
            </a:pPr>
            <a:endParaRPr lang="en-IN" sz="1800" u="sng" dirty="0">
              <a:effectLst>
                <a:outerShdw blurRad="38100" dist="38100" dir="2700000" algn="tl">
                  <a:srgbClr val="000000">
                    <a:alpha val="43137"/>
                  </a:srgbClr>
                </a:outerShdw>
              </a:effectLst>
              <a:latin typeface="Amasis MT Pro Black" panose="02040A04050005020304" pitchFamily="18" charset="0"/>
              <a:cs typeface="Poppins Black" panose="00000A00000000000000" pitchFamily="2" charset="0"/>
            </a:endParaRPr>
          </a:p>
          <a:p>
            <a:pPr marL="0" indent="0">
              <a:buNone/>
            </a:pPr>
            <a:endParaRPr lang="en-IN" sz="1800" u="sng" dirty="0">
              <a:effectLst>
                <a:outerShdw blurRad="38100" dist="38100" dir="2700000" algn="tl">
                  <a:srgbClr val="000000">
                    <a:alpha val="43137"/>
                  </a:srgbClr>
                </a:outerShdw>
              </a:effectLst>
              <a:latin typeface="Amasis MT Pro Black" panose="02040A04050005020304" pitchFamily="18" charset="0"/>
              <a:cs typeface="Poppins Black" panose="00000A00000000000000" pitchFamily="2" charset="0"/>
            </a:endParaRPr>
          </a:p>
          <a:p>
            <a:pPr marL="0" indent="0">
              <a:buNone/>
            </a:pPr>
            <a:endParaRPr lang="en-IN" sz="1800" u="sng" dirty="0">
              <a:effectLst>
                <a:outerShdw blurRad="38100" dist="38100" dir="2700000" algn="tl">
                  <a:srgbClr val="000000">
                    <a:alpha val="43137"/>
                  </a:srgbClr>
                </a:outerShdw>
              </a:effectLst>
              <a:latin typeface="Amasis MT Pro Black" panose="02040A04050005020304" pitchFamily="18" charset="0"/>
              <a:cs typeface="Poppins Black" panose="00000A00000000000000" pitchFamily="2" charset="0"/>
            </a:endParaRPr>
          </a:p>
          <a:p>
            <a:pPr marL="0" indent="0">
              <a:buNone/>
            </a:pPr>
            <a:endParaRPr lang="en-IN" sz="1800" u="sng" dirty="0">
              <a:effectLst>
                <a:outerShdw blurRad="38100" dist="38100" dir="2700000" algn="tl">
                  <a:srgbClr val="000000">
                    <a:alpha val="43137"/>
                  </a:srgbClr>
                </a:outerShdw>
              </a:effectLst>
              <a:latin typeface="Amasis MT Pro Black" panose="02040A04050005020304" pitchFamily="18" charset="0"/>
              <a:cs typeface="Poppins Black" panose="00000A00000000000000" pitchFamily="2" charset="0"/>
            </a:endParaRPr>
          </a:p>
          <a:p>
            <a:pPr marL="0" indent="0">
              <a:buNone/>
            </a:pPr>
            <a:endParaRPr lang="en-IN" sz="1800" u="sng" dirty="0">
              <a:effectLst>
                <a:outerShdw blurRad="38100" dist="38100" dir="2700000" algn="tl">
                  <a:srgbClr val="000000">
                    <a:alpha val="43137"/>
                  </a:srgbClr>
                </a:outerShdw>
              </a:effectLst>
              <a:latin typeface="Amasis MT Pro Black" panose="02040A04050005020304" pitchFamily="18" charset="0"/>
              <a:cs typeface="Poppins Black" panose="00000A00000000000000" pitchFamily="2" charset="0"/>
            </a:endParaRPr>
          </a:p>
          <a:p>
            <a:pPr marL="0" indent="0">
              <a:buNone/>
            </a:pPr>
            <a:endParaRPr lang="en-IN" sz="1800" u="sng" dirty="0">
              <a:effectLst>
                <a:outerShdw blurRad="38100" dist="38100" dir="2700000" algn="tl">
                  <a:srgbClr val="000000">
                    <a:alpha val="43137"/>
                  </a:srgbClr>
                </a:outerShdw>
              </a:effectLst>
              <a:latin typeface="Amasis MT Pro Black" panose="02040A04050005020304" pitchFamily="18" charset="0"/>
              <a:cs typeface="Poppins Black" panose="00000A00000000000000" pitchFamily="2" charset="0"/>
            </a:endParaRPr>
          </a:p>
          <a:p>
            <a:pPr marL="0" indent="0">
              <a:buNone/>
            </a:pPr>
            <a:endParaRPr lang="en-IN" sz="1800" u="sng" dirty="0">
              <a:effectLst>
                <a:outerShdw blurRad="38100" dist="38100" dir="2700000" algn="tl">
                  <a:srgbClr val="000000">
                    <a:alpha val="43137"/>
                  </a:srgbClr>
                </a:outerShdw>
              </a:effectLst>
              <a:latin typeface="Amasis MT Pro Black" panose="02040A04050005020304" pitchFamily="18" charset="0"/>
              <a:cs typeface="Poppins Black" panose="00000A00000000000000" pitchFamily="2" charset="0"/>
            </a:endParaRPr>
          </a:p>
          <a:p>
            <a:pPr marL="0" indent="0">
              <a:buNone/>
            </a:pPr>
            <a:endParaRPr lang="en-IN" sz="1800" u="sng" dirty="0">
              <a:effectLst>
                <a:outerShdw blurRad="38100" dist="38100" dir="2700000" algn="tl">
                  <a:srgbClr val="000000">
                    <a:alpha val="43137"/>
                  </a:srgbClr>
                </a:outerShdw>
              </a:effectLst>
              <a:latin typeface="Amasis MT Pro Black" panose="02040A04050005020304" pitchFamily="18" charset="0"/>
              <a:cs typeface="Poppins Black" panose="00000A00000000000000" pitchFamily="2" charset="0"/>
            </a:endParaRPr>
          </a:p>
          <a:p>
            <a:pPr marL="0" indent="0">
              <a:buNone/>
            </a:pPr>
            <a:endParaRPr lang="en-IN" sz="1800" u="sng" dirty="0">
              <a:effectLst>
                <a:outerShdw blurRad="38100" dist="38100" dir="2700000" algn="tl">
                  <a:srgbClr val="000000">
                    <a:alpha val="43137"/>
                  </a:srgbClr>
                </a:outerShdw>
              </a:effectLst>
              <a:latin typeface="Amasis MT Pro Black" panose="02040A04050005020304" pitchFamily="18" charset="0"/>
              <a:cs typeface="Poppins Black" panose="00000A00000000000000" pitchFamily="2" charset="0"/>
            </a:endParaRPr>
          </a:p>
          <a:p>
            <a:pPr marL="0" indent="0">
              <a:buNone/>
            </a:pPr>
            <a:endParaRPr lang="en-IN" sz="1800" u="sng" dirty="0">
              <a:effectLst>
                <a:outerShdw blurRad="38100" dist="38100" dir="2700000" algn="tl">
                  <a:srgbClr val="000000">
                    <a:alpha val="43137"/>
                  </a:srgbClr>
                </a:outerShdw>
              </a:effectLst>
              <a:latin typeface="Amasis MT Pro Black" panose="02040A04050005020304" pitchFamily="18" charset="0"/>
              <a:cs typeface="Poppins Black" panose="00000A00000000000000" pitchFamily="2" charset="0"/>
            </a:endParaRPr>
          </a:p>
          <a:p>
            <a:pPr marL="0" indent="0">
              <a:buNone/>
            </a:pPr>
            <a:endParaRPr lang="en-IN" sz="1800" u="sng" dirty="0">
              <a:effectLst>
                <a:outerShdw blurRad="38100" dist="38100" dir="2700000" algn="tl">
                  <a:srgbClr val="000000">
                    <a:alpha val="43137"/>
                  </a:srgbClr>
                </a:outerShdw>
              </a:effectLst>
              <a:latin typeface="Amasis MT Pro Black" panose="02040A04050005020304" pitchFamily="18" charset="0"/>
              <a:cs typeface="Poppins Black" panose="00000A00000000000000" pitchFamily="2" charset="0"/>
            </a:endParaRPr>
          </a:p>
          <a:p>
            <a:pPr marL="0" indent="0">
              <a:buNone/>
            </a:pPr>
            <a:endParaRPr lang="en-IN" sz="1800" u="sng" dirty="0">
              <a:effectLst>
                <a:outerShdw blurRad="38100" dist="38100" dir="2700000" algn="tl">
                  <a:srgbClr val="000000">
                    <a:alpha val="43137"/>
                  </a:srgbClr>
                </a:outerShdw>
              </a:effectLst>
              <a:latin typeface="Amasis MT Pro Black" panose="02040A04050005020304" pitchFamily="18" charset="0"/>
              <a:cs typeface="Poppins Black" panose="00000A00000000000000" pitchFamily="2" charset="0"/>
            </a:endParaRPr>
          </a:p>
          <a:p>
            <a:pPr marL="0" indent="0">
              <a:buNone/>
            </a:pPr>
            <a:endParaRPr lang="en-IN" sz="1800" u="sng" dirty="0">
              <a:effectLst>
                <a:outerShdw blurRad="38100" dist="38100" dir="2700000" algn="tl">
                  <a:srgbClr val="000000">
                    <a:alpha val="43137"/>
                  </a:srgbClr>
                </a:outerShdw>
              </a:effectLst>
              <a:latin typeface="Amasis MT Pro Black" panose="02040A04050005020304" pitchFamily="18" charset="0"/>
              <a:cs typeface="Poppins Black" panose="00000A00000000000000" pitchFamily="2" charset="0"/>
            </a:endParaRPr>
          </a:p>
          <a:p>
            <a:pPr marL="0" indent="0">
              <a:buNone/>
            </a:pPr>
            <a:endParaRPr lang="en-IN" sz="1800" u="sng" dirty="0">
              <a:effectLst>
                <a:outerShdw blurRad="38100" dist="38100" dir="2700000" algn="tl">
                  <a:srgbClr val="000000">
                    <a:alpha val="43137"/>
                  </a:srgbClr>
                </a:outerShdw>
              </a:effectLst>
              <a:latin typeface="Amasis MT Pro Black" panose="02040A04050005020304" pitchFamily="18" charset="0"/>
              <a:cs typeface="Poppins Black" panose="00000A00000000000000" pitchFamily="2" charset="0"/>
            </a:endParaRPr>
          </a:p>
          <a:p>
            <a:pPr marL="0" indent="0">
              <a:buNone/>
            </a:pPr>
            <a:r>
              <a:rPr lang="en-US" sz="1800" u="sng" dirty="0">
                <a:effectLst>
                  <a:outerShdw blurRad="38100" dist="38100" dir="2700000" algn="tl">
                    <a:srgbClr val="000000">
                      <a:alpha val="43137"/>
                    </a:srgbClr>
                  </a:outerShdw>
                </a:effectLst>
                <a:latin typeface="Amasis MT Pro Black" panose="02040A04050005020304" pitchFamily="18" charset="0"/>
                <a:cs typeface="Poppins Black" panose="00000A00000000000000" pitchFamily="2" charset="0"/>
              </a:rPr>
              <a:t>Successfully Completed the entire Event.</a:t>
            </a:r>
            <a:endParaRPr lang="en-IN" sz="1800" u="sng" dirty="0">
              <a:effectLst>
                <a:outerShdw blurRad="38100" dist="38100" dir="2700000" algn="tl">
                  <a:srgbClr val="000000">
                    <a:alpha val="43137"/>
                  </a:srgbClr>
                </a:outerShdw>
              </a:effectLst>
              <a:latin typeface="Amasis MT Pro Black" panose="02040A04050005020304" pitchFamily="18" charset="0"/>
              <a:cs typeface="Poppins Black" panose="00000A00000000000000" pitchFamily="2" charset="0"/>
            </a:endParaRPr>
          </a:p>
          <a:p>
            <a:pPr marL="0" indent="0">
              <a:buNone/>
            </a:pPr>
            <a:endParaRPr lang="en-IN" sz="1800" u="sng" dirty="0">
              <a:effectLst>
                <a:outerShdw blurRad="38100" dist="38100" dir="2700000" algn="tl">
                  <a:srgbClr val="000000">
                    <a:alpha val="43137"/>
                  </a:srgbClr>
                </a:outerShdw>
              </a:effectLst>
              <a:latin typeface="Amasis MT Pro Black" panose="02040A04050005020304" pitchFamily="18" charset="0"/>
              <a:cs typeface="Poppins Black" panose="00000A00000000000000" pitchFamily="2" charset="0"/>
            </a:endParaRPr>
          </a:p>
        </p:txBody>
      </p:sp>
      <p:pic>
        <p:nvPicPr>
          <p:cNvPr id="15" name="Picture 14" descr="A room with a blue rope and a table with a blue ribbon&#10;&#10;AI-generated content may be incorrect.">
            <a:extLst>
              <a:ext uri="{FF2B5EF4-FFF2-40B4-BE49-F238E27FC236}">
                <a16:creationId xmlns:a16="http://schemas.microsoft.com/office/drawing/2014/main" id="{DF6F5486-7D95-EE61-10A5-4FD8D2309C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7571" y="1420348"/>
            <a:ext cx="5638800" cy="3428999"/>
          </a:xfrm>
          <a:prstGeom prst="rect">
            <a:avLst/>
          </a:prstGeom>
        </p:spPr>
      </p:pic>
      <p:pic>
        <p:nvPicPr>
          <p:cNvPr id="17" name="Picture 16" descr="A group of people standing around a table full of food&#10;&#10;AI-generated content may be incorrect.">
            <a:extLst>
              <a:ext uri="{FF2B5EF4-FFF2-40B4-BE49-F238E27FC236}">
                <a16:creationId xmlns:a16="http://schemas.microsoft.com/office/drawing/2014/main" id="{D3E25997-17E2-B35E-3028-DF39236AFF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26073" y="1420347"/>
            <a:ext cx="3857625" cy="3429000"/>
          </a:xfrm>
          <a:prstGeom prst="rect">
            <a:avLst/>
          </a:prstGeom>
        </p:spPr>
      </p:pic>
    </p:spTree>
    <p:extLst>
      <p:ext uri="{BB962C8B-B14F-4D97-AF65-F5344CB8AC3E}">
        <p14:creationId xmlns:p14="http://schemas.microsoft.com/office/powerpoint/2010/main" val="23459825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93DC9F-2FF4-D4D5-51D1-F386FEE267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A9FC78-3BA0-A04B-726C-6DD30BDD130E}"/>
              </a:ext>
            </a:extLst>
          </p:cNvPr>
          <p:cNvSpPr>
            <a:spLocks noGrp="1"/>
          </p:cNvSpPr>
          <p:nvPr>
            <p:ph type="title"/>
          </p:nvPr>
        </p:nvSpPr>
        <p:spPr/>
        <p:txBody>
          <a:bodyPr>
            <a:normAutofit fontScale="90000"/>
          </a:bodyPr>
          <a:lstStyle/>
          <a:p>
            <a:pPr algn="l"/>
            <a:r>
              <a:rPr lang="en-US" u="sng" dirty="0">
                <a:effectLst>
                  <a:outerShdw blurRad="38100" dist="38100" dir="2700000" algn="tl">
                    <a:srgbClr val="000000">
                      <a:alpha val="43137"/>
                    </a:srgbClr>
                  </a:outerShdw>
                </a:effectLst>
              </a:rPr>
              <a:t> 02 JUNE 2026  </a:t>
            </a:r>
            <a:r>
              <a:rPr lang="en-US" u="sng" dirty="0">
                <a:effectLst>
                  <a:outerShdw blurRad="38100" dist="38100" dir="2700000" algn="tl">
                    <a:srgbClr val="000000">
                      <a:alpha val="43137"/>
                    </a:srgbClr>
                  </a:outerShdw>
                </a:effectLst>
                <a:latin typeface="Amasis MT Pro Black" panose="02040A04050005020304" pitchFamily="18" charset="0"/>
              </a:rPr>
              <a:t>BLR MITE EVENT :-</a:t>
            </a:r>
            <a:br>
              <a:rPr lang="en-IN" u="sng" dirty="0">
                <a:effectLst>
                  <a:outerShdw blurRad="38100" dist="38100" dir="2700000" algn="tl">
                    <a:srgbClr val="000000">
                      <a:alpha val="43137"/>
                    </a:srgbClr>
                  </a:outerShdw>
                </a:effectLst>
                <a:latin typeface="Amasis MT Pro Black" panose="02040A04050005020304" pitchFamily="18" charset="0"/>
              </a:rPr>
            </a:br>
            <a:br>
              <a:rPr lang="en-US" dirty="0">
                <a:effectLst>
                  <a:outerShdw blurRad="38100" dist="38100" dir="2700000" algn="tl">
                    <a:srgbClr val="000000">
                      <a:alpha val="43137"/>
                    </a:srgbClr>
                  </a:outerShdw>
                </a:effectLst>
              </a:rPr>
            </a:br>
            <a:endParaRPr lang="en-IN" dirty="0">
              <a:effectLst>
                <a:outerShdw blurRad="38100" dist="38100" dir="2700000" algn="tl">
                  <a:srgbClr val="000000">
                    <a:alpha val="43137"/>
                  </a:srgbClr>
                </a:outerShdw>
              </a:effectLst>
            </a:endParaRPr>
          </a:p>
        </p:txBody>
      </p:sp>
      <p:sp>
        <p:nvSpPr>
          <p:cNvPr id="8" name="Content Placeholder 7">
            <a:extLst>
              <a:ext uri="{FF2B5EF4-FFF2-40B4-BE49-F238E27FC236}">
                <a16:creationId xmlns:a16="http://schemas.microsoft.com/office/drawing/2014/main" id="{31066782-EB5F-7FCA-26D6-E03FE69BD1AF}"/>
              </a:ext>
            </a:extLst>
          </p:cNvPr>
          <p:cNvSpPr>
            <a:spLocks noGrp="1"/>
          </p:cNvSpPr>
          <p:nvPr>
            <p:ph idx="1"/>
          </p:nvPr>
        </p:nvSpPr>
        <p:spPr/>
        <p:txBody>
          <a:bodyPr>
            <a:normAutofit/>
          </a:bodyPr>
          <a:lstStyle/>
          <a:p>
            <a:pPr marL="0" indent="0">
              <a:buNone/>
            </a:pPr>
            <a:endParaRPr lang="en-US" sz="1800" u="sng" dirty="0">
              <a:effectLst>
                <a:outerShdw blurRad="38100" dist="38100" dir="2700000" algn="tl">
                  <a:srgbClr val="000000">
                    <a:alpha val="43137"/>
                  </a:srgbClr>
                </a:outerShdw>
              </a:effectLst>
              <a:latin typeface="Amasis MT Pro Black" panose="02040A04050005020304" pitchFamily="18" charset="0"/>
              <a:cs typeface="Poppins Black" panose="00000A00000000000000" pitchFamily="2" charset="0"/>
            </a:endParaRPr>
          </a:p>
          <a:p>
            <a:pPr marL="0" indent="0">
              <a:buNone/>
            </a:pPr>
            <a:endParaRPr lang="en-IN" sz="1800" u="sng" dirty="0">
              <a:effectLst>
                <a:outerShdw blurRad="38100" dist="38100" dir="2700000" algn="tl">
                  <a:srgbClr val="000000">
                    <a:alpha val="43137"/>
                  </a:srgbClr>
                </a:outerShdw>
              </a:effectLst>
              <a:latin typeface="Amasis MT Pro Black" panose="02040A04050005020304" pitchFamily="18" charset="0"/>
              <a:cs typeface="Poppins Black" panose="00000A00000000000000" pitchFamily="2" charset="0"/>
            </a:endParaRPr>
          </a:p>
          <a:p>
            <a:pPr marL="0" indent="0">
              <a:buNone/>
            </a:pPr>
            <a:endParaRPr lang="en-IN" sz="1800" u="sng" dirty="0">
              <a:effectLst>
                <a:outerShdw blurRad="38100" dist="38100" dir="2700000" algn="tl">
                  <a:srgbClr val="000000">
                    <a:alpha val="43137"/>
                  </a:srgbClr>
                </a:outerShdw>
              </a:effectLst>
              <a:latin typeface="Amasis MT Pro Black" panose="02040A04050005020304" pitchFamily="18" charset="0"/>
              <a:cs typeface="Poppins Black" panose="00000A00000000000000" pitchFamily="2" charset="0"/>
            </a:endParaRPr>
          </a:p>
          <a:p>
            <a:pPr marL="0" indent="0">
              <a:buNone/>
            </a:pPr>
            <a:endParaRPr lang="en-IN" sz="1800" u="sng" dirty="0">
              <a:effectLst>
                <a:outerShdw blurRad="38100" dist="38100" dir="2700000" algn="tl">
                  <a:srgbClr val="000000">
                    <a:alpha val="43137"/>
                  </a:srgbClr>
                </a:outerShdw>
              </a:effectLst>
              <a:latin typeface="Amasis MT Pro Black" panose="02040A04050005020304" pitchFamily="18" charset="0"/>
              <a:cs typeface="Poppins Black" panose="00000A00000000000000" pitchFamily="2" charset="0"/>
            </a:endParaRPr>
          </a:p>
          <a:p>
            <a:pPr marL="0" indent="0">
              <a:buNone/>
            </a:pPr>
            <a:endParaRPr lang="en-IN" sz="1800" u="sng" dirty="0">
              <a:effectLst>
                <a:outerShdw blurRad="38100" dist="38100" dir="2700000" algn="tl">
                  <a:srgbClr val="000000">
                    <a:alpha val="43137"/>
                  </a:srgbClr>
                </a:outerShdw>
              </a:effectLst>
              <a:latin typeface="Amasis MT Pro Black" panose="02040A04050005020304" pitchFamily="18" charset="0"/>
              <a:cs typeface="Poppins Black" panose="00000A00000000000000" pitchFamily="2" charset="0"/>
            </a:endParaRPr>
          </a:p>
          <a:p>
            <a:pPr marL="0" indent="0">
              <a:buNone/>
            </a:pPr>
            <a:endParaRPr lang="en-IN" sz="1800" u="sng" dirty="0">
              <a:effectLst>
                <a:outerShdw blurRad="38100" dist="38100" dir="2700000" algn="tl">
                  <a:srgbClr val="000000">
                    <a:alpha val="43137"/>
                  </a:srgbClr>
                </a:outerShdw>
              </a:effectLst>
              <a:latin typeface="Amasis MT Pro Black" panose="02040A04050005020304" pitchFamily="18" charset="0"/>
              <a:cs typeface="Poppins Black" panose="00000A00000000000000" pitchFamily="2" charset="0"/>
            </a:endParaRPr>
          </a:p>
          <a:p>
            <a:pPr marL="0" indent="0">
              <a:buNone/>
            </a:pPr>
            <a:endParaRPr lang="en-IN" sz="1800" u="sng" dirty="0">
              <a:effectLst>
                <a:outerShdw blurRad="38100" dist="38100" dir="2700000" algn="tl">
                  <a:srgbClr val="000000">
                    <a:alpha val="43137"/>
                  </a:srgbClr>
                </a:outerShdw>
              </a:effectLst>
              <a:latin typeface="Amasis MT Pro Black" panose="02040A04050005020304" pitchFamily="18" charset="0"/>
              <a:cs typeface="Poppins Black" panose="00000A00000000000000" pitchFamily="2" charset="0"/>
            </a:endParaRPr>
          </a:p>
          <a:p>
            <a:pPr marL="0" indent="0">
              <a:buNone/>
            </a:pPr>
            <a:endParaRPr lang="en-IN" sz="1800" u="sng" dirty="0">
              <a:effectLst>
                <a:outerShdw blurRad="38100" dist="38100" dir="2700000" algn="tl">
                  <a:srgbClr val="000000">
                    <a:alpha val="43137"/>
                  </a:srgbClr>
                </a:outerShdw>
              </a:effectLst>
              <a:latin typeface="Amasis MT Pro Black" panose="02040A04050005020304" pitchFamily="18" charset="0"/>
              <a:cs typeface="Poppins Black" panose="00000A00000000000000" pitchFamily="2" charset="0"/>
            </a:endParaRPr>
          </a:p>
          <a:p>
            <a:pPr marL="0" indent="0">
              <a:buNone/>
            </a:pPr>
            <a:endParaRPr lang="en-IN" sz="1800" u="sng" dirty="0">
              <a:effectLst>
                <a:outerShdw blurRad="38100" dist="38100" dir="2700000" algn="tl">
                  <a:srgbClr val="000000">
                    <a:alpha val="43137"/>
                  </a:srgbClr>
                </a:outerShdw>
              </a:effectLst>
              <a:latin typeface="Amasis MT Pro Black" panose="02040A04050005020304" pitchFamily="18" charset="0"/>
              <a:cs typeface="Poppins Black" panose="00000A00000000000000" pitchFamily="2" charset="0"/>
            </a:endParaRPr>
          </a:p>
          <a:p>
            <a:pPr marL="0" indent="0">
              <a:buNone/>
            </a:pPr>
            <a:endParaRPr lang="en-IN" sz="1800" u="sng" dirty="0">
              <a:effectLst>
                <a:outerShdw blurRad="38100" dist="38100" dir="2700000" algn="tl">
                  <a:srgbClr val="000000">
                    <a:alpha val="43137"/>
                  </a:srgbClr>
                </a:outerShdw>
              </a:effectLst>
              <a:latin typeface="Amasis MT Pro Black" panose="02040A04050005020304" pitchFamily="18" charset="0"/>
              <a:cs typeface="Poppins Black" panose="00000A00000000000000" pitchFamily="2" charset="0"/>
            </a:endParaRPr>
          </a:p>
          <a:p>
            <a:pPr marL="0" indent="0">
              <a:buNone/>
            </a:pPr>
            <a:endParaRPr lang="en-IN" sz="1800" u="sng" dirty="0">
              <a:effectLst>
                <a:outerShdw blurRad="38100" dist="38100" dir="2700000" algn="tl">
                  <a:srgbClr val="000000">
                    <a:alpha val="43137"/>
                  </a:srgbClr>
                </a:outerShdw>
              </a:effectLst>
              <a:latin typeface="Amasis MT Pro Black" panose="02040A04050005020304" pitchFamily="18" charset="0"/>
              <a:cs typeface="Poppins Black" panose="00000A00000000000000" pitchFamily="2" charset="0"/>
            </a:endParaRPr>
          </a:p>
          <a:p>
            <a:pPr marL="0" indent="0">
              <a:buNone/>
            </a:pPr>
            <a:endParaRPr lang="en-IN" sz="1800" u="sng" dirty="0">
              <a:effectLst>
                <a:outerShdw blurRad="38100" dist="38100" dir="2700000" algn="tl">
                  <a:srgbClr val="000000">
                    <a:alpha val="43137"/>
                  </a:srgbClr>
                </a:outerShdw>
              </a:effectLst>
              <a:latin typeface="Amasis MT Pro Black" panose="02040A04050005020304" pitchFamily="18" charset="0"/>
              <a:cs typeface="Poppins Black" panose="00000A00000000000000" pitchFamily="2" charset="0"/>
            </a:endParaRPr>
          </a:p>
          <a:p>
            <a:pPr marL="0" indent="0">
              <a:buNone/>
            </a:pPr>
            <a:endParaRPr lang="en-IN" sz="1800" u="sng" dirty="0">
              <a:effectLst>
                <a:outerShdw blurRad="38100" dist="38100" dir="2700000" algn="tl">
                  <a:srgbClr val="000000">
                    <a:alpha val="43137"/>
                  </a:srgbClr>
                </a:outerShdw>
              </a:effectLst>
              <a:latin typeface="Amasis MT Pro Black" panose="02040A04050005020304" pitchFamily="18" charset="0"/>
              <a:cs typeface="Poppins Black" panose="00000A00000000000000" pitchFamily="2" charset="0"/>
            </a:endParaRPr>
          </a:p>
          <a:p>
            <a:pPr marL="0" indent="0">
              <a:buNone/>
            </a:pPr>
            <a:endParaRPr lang="en-IN" sz="1800" u="sng" dirty="0">
              <a:effectLst>
                <a:outerShdw blurRad="38100" dist="38100" dir="2700000" algn="tl">
                  <a:srgbClr val="000000">
                    <a:alpha val="43137"/>
                  </a:srgbClr>
                </a:outerShdw>
              </a:effectLst>
              <a:latin typeface="Amasis MT Pro Black" panose="02040A04050005020304" pitchFamily="18" charset="0"/>
              <a:cs typeface="Poppins Black" panose="00000A00000000000000" pitchFamily="2" charset="0"/>
            </a:endParaRPr>
          </a:p>
          <a:p>
            <a:pPr marL="0" indent="0">
              <a:buNone/>
            </a:pPr>
            <a:endParaRPr lang="en-IN" sz="1800" u="sng" dirty="0">
              <a:effectLst>
                <a:outerShdw blurRad="38100" dist="38100" dir="2700000" algn="tl">
                  <a:srgbClr val="000000">
                    <a:alpha val="43137"/>
                  </a:srgbClr>
                </a:outerShdw>
              </a:effectLst>
              <a:latin typeface="Amasis MT Pro Black" panose="02040A04050005020304" pitchFamily="18" charset="0"/>
              <a:cs typeface="Poppins Black" panose="00000A00000000000000" pitchFamily="2" charset="0"/>
            </a:endParaRPr>
          </a:p>
          <a:p>
            <a:pPr marL="0" indent="0">
              <a:buNone/>
            </a:pPr>
            <a:endParaRPr lang="en-IN" sz="1800" u="sng" dirty="0">
              <a:effectLst>
                <a:outerShdw blurRad="38100" dist="38100" dir="2700000" algn="tl">
                  <a:srgbClr val="000000">
                    <a:alpha val="43137"/>
                  </a:srgbClr>
                </a:outerShdw>
              </a:effectLst>
              <a:latin typeface="Amasis MT Pro Black" panose="02040A04050005020304" pitchFamily="18" charset="0"/>
              <a:cs typeface="Poppins Black" panose="00000A00000000000000" pitchFamily="2" charset="0"/>
            </a:endParaRPr>
          </a:p>
          <a:p>
            <a:pPr marL="0" indent="0">
              <a:buNone/>
            </a:pPr>
            <a:r>
              <a:rPr lang="en-US" sz="1800" u="sng" dirty="0">
                <a:effectLst>
                  <a:outerShdw blurRad="38100" dist="38100" dir="2700000" algn="tl">
                    <a:srgbClr val="000000">
                      <a:alpha val="43137"/>
                    </a:srgbClr>
                  </a:outerShdw>
                </a:effectLst>
                <a:latin typeface="Amasis MT Pro Black" panose="02040A04050005020304" pitchFamily="18" charset="0"/>
                <a:cs typeface="Poppins Black" panose="00000A00000000000000" pitchFamily="2" charset="0"/>
              </a:rPr>
              <a:t>Successfully Completed the entire Event.</a:t>
            </a:r>
            <a:endParaRPr lang="en-IN" sz="1800" u="sng" dirty="0">
              <a:effectLst>
                <a:outerShdw blurRad="38100" dist="38100" dir="2700000" algn="tl">
                  <a:srgbClr val="000000">
                    <a:alpha val="43137"/>
                  </a:srgbClr>
                </a:outerShdw>
              </a:effectLst>
              <a:latin typeface="Amasis MT Pro Black" panose="02040A04050005020304" pitchFamily="18" charset="0"/>
              <a:cs typeface="Poppins Black" panose="00000A00000000000000" pitchFamily="2" charset="0"/>
            </a:endParaRPr>
          </a:p>
          <a:p>
            <a:pPr marL="0" indent="0">
              <a:buNone/>
            </a:pPr>
            <a:endParaRPr lang="en-IN" sz="1800" u="sng" dirty="0">
              <a:effectLst>
                <a:outerShdw blurRad="38100" dist="38100" dir="2700000" algn="tl">
                  <a:srgbClr val="000000">
                    <a:alpha val="43137"/>
                  </a:srgbClr>
                </a:outerShdw>
              </a:effectLst>
              <a:latin typeface="Amasis MT Pro Black" panose="02040A04050005020304" pitchFamily="18" charset="0"/>
              <a:cs typeface="Poppins Black" panose="00000A00000000000000" pitchFamily="2" charset="0"/>
            </a:endParaRPr>
          </a:p>
        </p:txBody>
      </p:sp>
      <p:pic>
        <p:nvPicPr>
          <p:cNvPr id="11" name="Picture 10">
            <a:extLst>
              <a:ext uri="{FF2B5EF4-FFF2-40B4-BE49-F238E27FC236}">
                <a16:creationId xmlns:a16="http://schemas.microsoft.com/office/drawing/2014/main" id="{E2E79FE0-D099-43A7-D085-6CF668BD08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7897" y="1420348"/>
            <a:ext cx="4854545" cy="3429000"/>
          </a:xfrm>
          <a:prstGeom prst="rect">
            <a:avLst/>
          </a:prstGeom>
        </p:spPr>
      </p:pic>
      <p:pic>
        <p:nvPicPr>
          <p:cNvPr id="13" name="Picture 12" descr="A group of people in a room&#10;&#10;AI-generated content may be incorrect.">
            <a:extLst>
              <a:ext uri="{FF2B5EF4-FFF2-40B4-BE49-F238E27FC236}">
                <a16:creationId xmlns:a16="http://schemas.microsoft.com/office/drawing/2014/main" id="{40D72E20-04E0-6053-FA8A-302652055C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00800" y="1420349"/>
            <a:ext cx="5334000" cy="3428999"/>
          </a:xfrm>
          <a:prstGeom prst="rect">
            <a:avLst/>
          </a:prstGeom>
        </p:spPr>
      </p:pic>
    </p:spTree>
    <p:extLst>
      <p:ext uri="{BB962C8B-B14F-4D97-AF65-F5344CB8AC3E}">
        <p14:creationId xmlns:p14="http://schemas.microsoft.com/office/powerpoint/2010/main" val="28616659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BE381B-EA11-5689-1FCC-68A771CB0C0E}"/>
              </a:ext>
            </a:extLst>
          </p:cNvPr>
          <p:cNvSpPr>
            <a:spLocks noGrp="1"/>
          </p:cNvSpPr>
          <p:nvPr>
            <p:ph type="title"/>
          </p:nvPr>
        </p:nvSpPr>
        <p:spPr/>
        <p:txBody>
          <a:bodyPr>
            <a:normAutofit fontScale="90000"/>
          </a:bodyPr>
          <a:lstStyle/>
          <a:p>
            <a:pPr algn="l"/>
            <a:r>
              <a:rPr lang="en-US" u="sng" dirty="0">
                <a:effectLst>
                  <a:outerShdw blurRad="38100" dist="38100" dir="2700000" algn="tl">
                    <a:srgbClr val="000000">
                      <a:alpha val="43137"/>
                    </a:srgbClr>
                  </a:outerShdw>
                </a:effectLst>
              </a:rPr>
              <a:t>Training session for the staffs</a:t>
            </a:r>
            <a:r>
              <a:rPr lang="en-US" dirty="0">
                <a:effectLst>
                  <a:outerShdw blurRad="38100" dist="38100" dir="2700000" algn="tl">
                    <a:srgbClr val="000000">
                      <a:alpha val="43137"/>
                    </a:srgbClr>
                  </a:outerShdw>
                </a:effectLst>
              </a:rPr>
              <a:t>:-</a:t>
            </a:r>
            <a:br>
              <a:rPr lang="en-US" dirty="0"/>
            </a:br>
            <a:endParaRPr lang="en-IN" dirty="0"/>
          </a:p>
        </p:txBody>
      </p:sp>
      <p:pic>
        <p:nvPicPr>
          <p:cNvPr id="5" name="Content Placeholder 4">
            <a:extLst>
              <a:ext uri="{FF2B5EF4-FFF2-40B4-BE49-F238E27FC236}">
                <a16:creationId xmlns:a16="http://schemas.microsoft.com/office/drawing/2014/main" id="{252C1128-DF4B-F38A-516B-C5C951C9FBFD}"/>
              </a:ext>
            </a:extLst>
          </p:cNvPr>
          <p:cNvPicPr>
            <a:picLocks noGrp="1" noChangeAspect="1"/>
          </p:cNvPicPr>
          <p:nvPr>
            <p:ph idx="1"/>
          </p:nvPr>
        </p:nvPicPr>
        <p:blipFill>
          <a:blip r:embed="rId2"/>
          <a:stretch>
            <a:fillRect/>
          </a:stretch>
        </p:blipFill>
        <p:spPr>
          <a:xfrm>
            <a:off x="631370" y="1188719"/>
            <a:ext cx="10733315" cy="1501162"/>
          </a:xfrm>
          <a:prstGeom prst="rect">
            <a:avLst/>
          </a:prstGeom>
        </p:spPr>
      </p:pic>
    </p:spTree>
    <p:extLst>
      <p:ext uri="{BB962C8B-B14F-4D97-AF65-F5344CB8AC3E}">
        <p14:creationId xmlns:p14="http://schemas.microsoft.com/office/powerpoint/2010/main" val="24707631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0" y="2286000"/>
            <a:ext cx="4314825" cy="2286000"/>
          </a:xfrm>
        </p:spPr>
        <p:txBody>
          <a:bodyPr anchor="ctr"/>
          <a:lstStyle/>
          <a:p>
            <a:r>
              <a:rPr lang="en-IN" dirty="0"/>
              <a:t>Thank You</a:t>
            </a:r>
          </a:p>
        </p:txBody>
      </p:sp>
    </p:spTree>
  </p:cSld>
  <p:clrMapOvr>
    <a:masterClrMapping/>
  </p:clrMapOvr>
</p:sld>
</file>

<file path=ppt/theme/theme1.xml><?xml version="1.0" encoding="utf-8"?>
<a:theme xmlns:a="http://schemas.openxmlformats.org/drawingml/2006/main" name="1_Office Theme">
  <a:themeElements>
    <a:clrScheme name="SQ1">
      <a:dk1>
        <a:srgbClr val="333333"/>
      </a:dk1>
      <a:lt1>
        <a:sysClr val="window" lastClr="FFFFFF"/>
      </a:lt1>
      <a:dk2>
        <a:srgbClr val="707070"/>
      </a:dk2>
      <a:lt2>
        <a:srgbClr val="EBEBEB"/>
      </a:lt2>
      <a:accent1>
        <a:srgbClr val="FCC529"/>
      </a:accent1>
      <a:accent2>
        <a:srgbClr val="155493"/>
      </a:accent2>
      <a:accent3>
        <a:srgbClr val="3F99A8"/>
      </a:accent3>
      <a:accent4>
        <a:srgbClr val="ED6940"/>
      </a:accent4>
      <a:accent5>
        <a:srgbClr val="333333"/>
      </a:accent5>
      <a:accent6>
        <a:srgbClr val="B08A1D"/>
      </a:accent6>
      <a:hlink>
        <a:srgbClr val="2C6B76"/>
      </a:hlink>
      <a:folHlink>
        <a:srgbClr val="A64A2D"/>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f472f14c-d40a-4996-84a9-078c3b8640e0}" enabled="1" method="Standard" siteId="{cd62b7dd-4b48-44bd-90e7-e143a22c8ead}" contentBits="2" removed="0"/>
</clbl:labelList>
</file>

<file path=docProps/app.xml><?xml version="1.0" encoding="utf-8"?>
<Properties xmlns="http://schemas.openxmlformats.org/officeDocument/2006/extended-properties" xmlns:vt="http://schemas.openxmlformats.org/officeDocument/2006/docPropsVTypes">
  <Template>TM04033925[[fn=Droplet]]</Template>
  <TotalTime>789</TotalTime>
  <Words>303</Words>
  <Application>Microsoft Office PowerPoint</Application>
  <PresentationFormat>Widescreen</PresentationFormat>
  <Paragraphs>91</Paragraphs>
  <Slides>11</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Amasis MT Pro Black</vt:lpstr>
      <vt:lpstr>Arial</vt:lpstr>
      <vt:lpstr>Calibri</vt:lpstr>
      <vt:lpstr>Poppins</vt:lpstr>
      <vt:lpstr>Poppins Black</vt:lpstr>
      <vt:lpstr>1_Office Theme</vt:lpstr>
      <vt:lpstr>Monthly Business  Review</vt:lpstr>
      <vt:lpstr>The Counter Sales stood at 2.80L with around 6.9K of orders in June’26</vt:lpstr>
      <vt:lpstr>Weekday wise Orders</vt:lpstr>
      <vt:lpstr>HSEQ - Site Audit </vt:lpstr>
      <vt:lpstr>Compliance Tracker Status</vt:lpstr>
      <vt:lpstr>Vendor Staff Medical Examination Tracker</vt:lpstr>
      <vt:lpstr>Events in June 2026 </vt:lpstr>
      <vt:lpstr> 02 JUNE 2026  BLR MITE EVENT :-  </vt:lpstr>
      <vt:lpstr> 02 JUNE 2026  BLR MITE EVENT :-  </vt:lpstr>
      <vt:lpstr>Training session for the staffs:-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HSEQ Introduction, Compliance &amp; documentation</dc:title>
  <dc:creator>Deepika Bhalla</dc:creator>
  <cp:lastModifiedBy>Hemanthkumar S</cp:lastModifiedBy>
  <cp:revision>278</cp:revision>
  <dcterms:created xsi:type="dcterms:W3CDTF">2022-07-18T08:06:00Z</dcterms:created>
  <dcterms:modified xsi:type="dcterms:W3CDTF">2026-07-06T13:58:09Z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72f14c-d40a-4996-84a9-078c3b8640e0_Enabled">
    <vt:lpwstr>true</vt:lpwstr>
  </property>
  <property fmtid="{D5CDD505-2E9C-101B-9397-08002B2CF9AE}" pid="3" name="MSIP_Label_f472f14c-d40a-4996-84a9-078c3b8640e0_SetDate">
    <vt:lpwstr>2023-02-11T12:01:58Z</vt:lpwstr>
  </property>
  <property fmtid="{D5CDD505-2E9C-101B-9397-08002B2CF9AE}" pid="4" name="MSIP_Label_f472f14c-d40a-4996-84a9-078c3b8640e0_Method">
    <vt:lpwstr>Standard</vt:lpwstr>
  </property>
  <property fmtid="{D5CDD505-2E9C-101B-9397-08002B2CF9AE}" pid="5" name="MSIP_Label_f472f14c-d40a-4996-84a9-078c3b8640e0_Name">
    <vt:lpwstr>f472f14c-d40a-4996-84a9-078c3b8640e0</vt:lpwstr>
  </property>
  <property fmtid="{D5CDD505-2E9C-101B-9397-08002B2CF9AE}" pid="6" name="MSIP_Label_f472f14c-d40a-4996-84a9-078c3b8640e0_SiteId">
    <vt:lpwstr>cd62b7dd-4b48-44bd-90e7-e143a22c8ead</vt:lpwstr>
  </property>
  <property fmtid="{D5CDD505-2E9C-101B-9397-08002B2CF9AE}" pid="7" name="MSIP_Label_f472f14c-d40a-4996-84a9-078c3b8640e0_ActionId">
    <vt:lpwstr>e32ba275-9355-4d25-811b-c46d64b23236</vt:lpwstr>
  </property>
  <property fmtid="{D5CDD505-2E9C-101B-9397-08002B2CF9AE}" pid="8" name="MSIP_Label_f472f14c-d40a-4996-84a9-078c3b8640e0_ContentBits">
    <vt:lpwstr>2</vt:lpwstr>
  </property>
  <property fmtid="{D5CDD505-2E9C-101B-9397-08002B2CF9AE}" pid="9" name="ClassificationContentMarkingFooterLocations">
    <vt:lpwstr>1_Office Theme:11</vt:lpwstr>
  </property>
  <property fmtid="{D5CDD505-2E9C-101B-9397-08002B2CF9AE}" pid="10" name="ClassificationContentMarkingFooterText">
    <vt:lpwstr>Internal</vt:lpwstr>
  </property>
  <property fmtid="{D5CDD505-2E9C-101B-9397-08002B2CF9AE}" pid="11" name="ICV">
    <vt:lpwstr>3B52031D45E94049BB0A6F3207A58439_13</vt:lpwstr>
  </property>
  <property fmtid="{D5CDD505-2E9C-101B-9397-08002B2CF9AE}" pid="12" name="KSOProductBuildVer">
    <vt:lpwstr>1033-12.2.0.20326</vt:lpwstr>
  </property>
</Properties>
</file>